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viewProps" Target="viewProps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customXml" Target="../customXml/item3.xml"/><Relationship Id="rId2" Type="http://schemas.openxmlformats.org/officeDocument/2006/relationships/theme" Target="theme/theme1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customXml" Target="../customXml/item2.xml"/><Relationship Id="rId5" Type="http://schemas.openxmlformats.org/officeDocument/2006/relationships/tableStyles" Target="tableStyles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ustomXml" Target="../customXml/item1.xml"/><Relationship Id="rId4" Type="http://schemas.openxmlformats.org/officeDocument/2006/relationships/presProps" Target="presProps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Relationship Id="rId21" Type="http://schemas.openxmlformats.org/officeDocument/2006/relationships/image" Target="../media/image38.png"/><Relationship Id="rId22" Type="http://schemas.openxmlformats.org/officeDocument/2006/relationships/image" Target="../media/image39.png"/><Relationship Id="rId23" Type="http://schemas.openxmlformats.org/officeDocument/2006/relationships/image" Target="../media/image40.png"/><Relationship Id="rId24" Type="http://schemas.openxmlformats.org/officeDocument/2006/relationships/image" Target="../media/image41.png"/><Relationship Id="rId25" Type="http://schemas.openxmlformats.org/officeDocument/2006/relationships/image" Target="../media/image42.png"/><Relationship Id="rId26" Type="http://schemas.openxmlformats.org/officeDocument/2006/relationships/image" Target="../media/image43.png"/><Relationship Id="rId27" Type="http://schemas.openxmlformats.org/officeDocument/2006/relationships/image" Target="../media/image44.png"/><Relationship Id="rId28" Type="http://schemas.openxmlformats.org/officeDocument/2006/relationships/image" Target="../media/image45.png"/><Relationship Id="rId29" Type="http://schemas.openxmlformats.org/officeDocument/2006/relationships/image" Target="../media/image46.png"/><Relationship Id="rId30" Type="http://schemas.openxmlformats.org/officeDocument/2006/relationships/image" Target="../media/image47.png"/><Relationship Id="rId31" Type="http://schemas.openxmlformats.org/officeDocument/2006/relationships/image" Target="../media/image48.png"/><Relationship Id="rId32" Type="http://schemas.openxmlformats.org/officeDocument/2006/relationships/image" Target="../media/image49.png"/><Relationship Id="rId33" Type="http://schemas.openxmlformats.org/officeDocument/2006/relationships/image" Target="../media/image50.png"/><Relationship Id="rId34" Type="http://schemas.openxmlformats.org/officeDocument/2006/relationships/image" Target="../media/image51.png"/><Relationship Id="rId35" Type="http://schemas.openxmlformats.org/officeDocument/2006/relationships/image" Target="../media/image52.png"/><Relationship Id="rId36" Type="http://schemas.openxmlformats.org/officeDocument/2006/relationships/image" Target="../media/image53.png"/><Relationship Id="rId37" Type="http://schemas.openxmlformats.org/officeDocument/2006/relationships/image" Target="../media/image54.png"/><Relationship Id="rId38" Type="http://schemas.openxmlformats.org/officeDocument/2006/relationships/image" Target="../media/image55.png"/><Relationship Id="rId39" Type="http://schemas.openxmlformats.org/officeDocument/2006/relationships/image" Target="../media/image56.png"/><Relationship Id="rId40" Type="http://schemas.openxmlformats.org/officeDocument/2006/relationships/image" Target="../media/image57.png"/><Relationship Id="rId41" Type="http://schemas.openxmlformats.org/officeDocument/2006/relationships/image" Target="../media/image58.png"/><Relationship Id="rId42" Type="http://schemas.openxmlformats.org/officeDocument/2006/relationships/image" Target="../media/image59.png"/><Relationship Id="rId43" Type="http://schemas.openxmlformats.org/officeDocument/2006/relationships/image" Target="../media/image60.png"/><Relationship Id="rId44" Type="http://schemas.openxmlformats.org/officeDocument/2006/relationships/image" Target="../media/image61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Relationship Id="rId16" Type="http://schemas.openxmlformats.org/officeDocument/2006/relationships/image" Target="../media/image76.png"/><Relationship Id="rId17" Type="http://schemas.openxmlformats.org/officeDocument/2006/relationships/image" Target="../media/image77.png"/><Relationship Id="rId18" Type="http://schemas.openxmlformats.org/officeDocument/2006/relationships/image" Target="../media/image78.png"/><Relationship Id="rId19" Type="http://schemas.openxmlformats.org/officeDocument/2006/relationships/image" Target="../media/image79.png"/><Relationship Id="rId20" Type="http://schemas.openxmlformats.org/officeDocument/2006/relationships/image" Target="../media/image80.png"/><Relationship Id="rId21" Type="http://schemas.openxmlformats.org/officeDocument/2006/relationships/image" Target="../media/image81.png"/><Relationship Id="rId22" Type="http://schemas.openxmlformats.org/officeDocument/2006/relationships/image" Target="../media/image82.png"/><Relationship Id="rId23" Type="http://schemas.openxmlformats.org/officeDocument/2006/relationships/image" Target="../media/image83.png"/><Relationship Id="rId24" Type="http://schemas.openxmlformats.org/officeDocument/2006/relationships/image" Target="../media/image84.png"/><Relationship Id="rId25" Type="http://schemas.openxmlformats.org/officeDocument/2006/relationships/image" Target="../media/image85.png"/><Relationship Id="rId26" Type="http://schemas.openxmlformats.org/officeDocument/2006/relationships/image" Target="../media/image86.png"/><Relationship Id="rId27" Type="http://schemas.openxmlformats.org/officeDocument/2006/relationships/image" Target="../media/image87.png"/><Relationship Id="rId28" Type="http://schemas.openxmlformats.org/officeDocument/2006/relationships/image" Target="../media/image88.png"/><Relationship Id="rId29" Type="http://schemas.openxmlformats.org/officeDocument/2006/relationships/image" Target="../media/image89.png"/><Relationship Id="rId30" Type="http://schemas.openxmlformats.org/officeDocument/2006/relationships/image" Target="../media/image90.png"/><Relationship Id="rId31" Type="http://schemas.openxmlformats.org/officeDocument/2006/relationships/image" Target="../media/image91.png"/><Relationship Id="rId32" Type="http://schemas.openxmlformats.org/officeDocument/2006/relationships/image" Target="../media/image92.png"/><Relationship Id="rId33" Type="http://schemas.openxmlformats.org/officeDocument/2006/relationships/image" Target="../media/image93.png"/><Relationship Id="rId34" Type="http://schemas.openxmlformats.org/officeDocument/2006/relationships/image" Target="../media/image94.png"/><Relationship Id="rId35" Type="http://schemas.openxmlformats.org/officeDocument/2006/relationships/image" Target="../media/image95.png"/><Relationship Id="rId36" Type="http://schemas.openxmlformats.org/officeDocument/2006/relationships/image" Target="../media/image96.png"/><Relationship Id="rId37" Type="http://schemas.openxmlformats.org/officeDocument/2006/relationships/image" Target="../media/image97.png"/><Relationship Id="rId38" Type="http://schemas.openxmlformats.org/officeDocument/2006/relationships/image" Target="../media/image98.png"/><Relationship Id="rId39" Type="http://schemas.openxmlformats.org/officeDocument/2006/relationships/image" Target="../media/image99.png"/><Relationship Id="rId40" Type="http://schemas.openxmlformats.org/officeDocument/2006/relationships/image" Target="../media/image100.png"/><Relationship Id="rId41" Type="http://schemas.openxmlformats.org/officeDocument/2006/relationships/image" Target="../media/image101.png"/><Relationship Id="rId42" Type="http://schemas.openxmlformats.org/officeDocument/2006/relationships/image" Target="../media/image102.png"/><Relationship Id="rId43" Type="http://schemas.openxmlformats.org/officeDocument/2006/relationships/image" Target="../media/image103.png"/><Relationship Id="rId44" Type="http://schemas.openxmlformats.org/officeDocument/2006/relationships/image" Target="../media/image104.png"/><Relationship Id="rId45" Type="http://schemas.openxmlformats.org/officeDocument/2006/relationships/image" Target="../media/image105.png"/><Relationship Id="rId46" Type="http://schemas.openxmlformats.org/officeDocument/2006/relationships/image" Target="../media/image106.png"/><Relationship Id="rId47" Type="http://schemas.openxmlformats.org/officeDocument/2006/relationships/image" Target="../media/image107.png"/><Relationship Id="rId48" Type="http://schemas.openxmlformats.org/officeDocument/2006/relationships/image" Target="../media/image108.png"/><Relationship Id="rId49" Type="http://schemas.openxmlformats.org/officeDocument/2006/relationships/image" Target="../media/image109.png"/><Relationship Id="rId50" Type="http://schemas.openxmlformats.org/officeDocument/2006/relationships/image" Target="../media/image110.png"/><Relationship Id="rId51" Type="http://schemas.openxmlformats.org/officeDocument/2006/relationships/image" Target="../media/image111.png"/><Relationship Id="rId52" Type="http://schemas.openxmlformats.org/officeDocument/2006/relationships/image" Target="../media/image112.png"/><Relationship Id="rId53" Type="http://schemas.openxmlformats.org/officeDocument/2006/relationships/image" Target="../media/image113.png"/><Relationship Id="rId54" Type="http://schemas.openxmlformats.org/officeDocument/2006/relationships/image" Target="../media/image114.png"/><Relationship Id="rId55" Type="http://schemas.openxmlformats.org/officeDocument/2006/relationships/image" Target="../media/image115.png"/><Relationship Id="rId56" Type="http://schemas.openxmlformats.org/officeDocument/2006/relationships/image" Target="../media/image116.png"/><Relationship Id="rId57" Type="http://schemas.openxmlformats.org/officeDocument/2006/relationships/image" Target="../media/image117.png"/><Relationship Id="rId58" Type="http://schemas.openxmlformats.org/officeDocument/2006/relationships/image" Target="../media/image118.png"/><Relationship Id="rId59" Type="http://schemas.openxmlformats.org/officeDocument/2006/relationships/image" Target="../media/image119.png"/><Relationship Id="rId60" Type="http://schemas.openxmlformats.org/officeDocument/2006/relationships/image" Target="../media/image120.png"/><Relationship Id="rId61" Type="http://schemas.openxmlformats.org/officeDocument/2006/relationships/image" Target="../media/image121.png"/><Relationship Id="rId62" Type="http://schemas.openxmlformats.org/officeDocument/2006/relationships/image" Target="../media/image122.png"/><Relationship Id="rId63" Type="http://schemas.openxmlformats.org/officeDocument/2006/relationships/image" Target="../media/image123.png"/><Relationship Id="rId64" Type="http://schemas.openxmlformats.org/officeDocument/2006/relationships/image" Target="../media/image124.png"/><Relationship Id="rId65" Type="http://schemas.openxmlformats.org/officeDocument/2006/relationships/image" Target="../media/image125.png"/><Relationship Id="rId66" Type="http://schemas.openxmlformats.org/officeDocument/2006/relationships/image" Target="../media/image126.png"/><Relationship Id="rId67" Type="http://schemas.openxmlformats.org/officeDocument/2006/relationships/image" Target="../media/image127.png"/><Relationship Id="rId68" Type="http://schemas.openxmlformats.org/officeDocument/2006/relationships/image" Target="../media/image128.png"/><Relationship Id="rId69" Type="http://schemas.openxmlformats.org/officeDocument/2006/relationships/image" Target="../media/image129.png"/><Relationship Id="rId70" Type="http://schemas.openxmlformats.org/officeDocument/2006/relationships/image" Target="../media/image130.png"/><Relationship Id="rId71" Type="http://schemas.openxmlformats.org/officeDocument/2006/relationships/image" Target="../media/image131.png"/><Relationship Id="rId72" Type="http://schemas.openxmlformats.org/officeDocument/2006/relationships/image" Target="../media/image132.png"/><Relationship Id="rId73" Type="http://schemas.openxmlformats.org/officeDocument/2006/relationships/image" Target="../media/image133.png"/><Relationship Id="rId74" Type="http://schemas.openxmlformats.org/officeDocument/2006/relationships/image" Target="../media/image134.png"/><Relationship Id="rId75" Type="http://schemas.openxmlformats.org/officeDocument/2006/relationships/image" Target="../media/image135.png"/><Relationship Id="rId76" Type="http://schemas.openxmlformats.org/officeDocument/2006/relationships/image" Target="../media/image136.png"/><Relationship Id="rId77" Type="http://schemas.openxmlformats.org/officeDocument/2006/relationships/image" Target="../media/image137.png"/><Relationship Id="rId78" Type="http://schemas.openxmlformats.org/officeDocument/2006/relationships/image" Target="../media/image138.png"/><Relationship Id="rId79" Type="http://schemas.openxmlformats.org/officeDocument/2006/relationships/image" Target="../media/image139.png"/><Relationship Id="rId80" Type="http://schemas.openxmlformats.org/officeDocument/2006/relationships/image" Target="../media/image140.png"/><Relationship Id="rId81" Type="http://schemas.openxmlformats.org/officeDocument/2006/relationships/image" Target="../media/image141.png"/><Relationship Id="rId82" Type="http://schemas.openxmlformats.org/officeDocument/2006/relationships/image" Target="../media/image142.png"/><Relationship Id="rId83" Type="http://schemas.openxmlformats.org/officeDocument/2006/relationships/image" Target="../media/image143.png"/><Relationship Id="rId84" Type="http://schemas.openxmlformats.org/officeDocument/2006/relationships/image" Target="../media/image144.png"/><Relationship Id="rId85" Type="http://schemas.openxmlformats.org/officeDocument/2006/relationships/image" Target="../media/image145.png"/><Relationship Id="rId86" Type="http://schemas.openxmlformats.org/officeDocument/2006/relationships/image" Target="../media/image146.png"/><Relationship Id="rId87" Type="http://schemas.openxmlformats.org/officeDocument/2006/relationships/image" Target="../media/image147.png"/><Relationship Id="rId88" Type="http://schemas.openxmlformats.org/officeDocument/2006/relationships/image" Target="../media/image148.png"/><Relationship Id="rId89" Type="http://schemas.openxmlformats.org/officeDocument/2006/relationships/image" Target="../media/image149.png"/><Relationship Id="rId90" Type="http://schemas.openxmlformats.org/officeDocument/2006/relationships/image" Target="../media/image150.png"/><Relationship Id="rId91" Type="http://schemas.openxmlformats.org/officeDocument/2006/relationships/image" Target="../media/image151.png"/><Relationship Id="rId92" Type="http://schemas.openxmlformats.org/officeDocument/2006/relationships/image" Target="../media/image152.png"/><Relationship Id="rId93" Type="http://schemas.openxmlformats.org/officeDocument/2006/relationships/image" Target="../media/image153.png"/><Relationship Id="rId94" Type="http://schemas.openxmlformats.org/officeDocument/2006/relationships/image" Target="../media/image154.png"/><Relationship Id="rId95" Type="http://schemas.openxmlformats.org/officeDocument/2006/relationships/image" Target="../media/image155.png"/><Relationship Id="rId96" Type="http://schemas.openxmlformats.org/officeDocument/2006/relationships/image" Target="../media/image156.png"/><Relationship Id="rId97" Type="http://schemas.openxmlformats.org/officeDocument/2006/relationships/image" Target="../media/image157.png"/><Relationship Id="rId98" Type="http://schemas.openxmlformats.org/officeDocument/2006/relationships/image" Target="../media/image158.png"/><Relationship Id="rId99" Type="http://schemas.openxmlformats.org/officeDocument/2006/relationships/image" Target="../media/image159.png"/><Relationship Id="rId100" Type="http://schemas.openxmlformats.org/officeDocument/2006/relationships/image" Target="../media/image160.png"/><Relationship Id="rId101" Type="http://schemas.openxmlformats.org/officeDocument/2006/relationships/image" Target="../media/image161.png"/><Relationship Id="rId102" Type="http://schemas.openxmlformats.org/officeDocument/2006/relationships/image" Target="../media/image162.png"/><Relationship Id="rId103" Type="http://schemas.openxmlformats.org/officeDocument/2006/relationships/image" Target="../media/image163.png"/><Relationship Id="rId104" Type="http://schemas.openxmlformats.org/officeDocument/2006/relationships/image" Target="../media/image164.png"/><Relationship Id="rId105" Type="http://schemas.openxmlformats.org/officeDocument/2006/relationships/image" Target="../media/image165.png"/><Relationship Id="rId106" Type="http://schemas.openxmlformats.org/officeDocument/2006/relationships/image" Target="../media/image35.png"/><Relationship Id="rId107" Type="http://schemas.openxmlformats.org/officeDocument/2006/relationships/image" Target="../media/image166.png"/><Relationship Id="rId108" Type="http://schemas.openxmlformats.org/officeDocument/2006/relationships/image" Target="../media/image167.png"/><Relationship Id="rId109" Type="http://schemas.openxmlformats.org/officeDocument/2006/relationships/image" Target="../media/image168.png"/><Relationship Id="rId110" Type="http://schemas.openxmlformats.org/officeDocument/2006/relationships/image" Target="../media/image169.png"/><Relationship Id="rId111" Type="http://schemas.openxmlformats.org/officeDocument/2006/relationships/image" Target="../media/image170.png"/><Relationship Id="rId112" Type="http://schemas.openxmlformats.org/officeDocument/2006/relationships/image" Target="../media/image171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178.png"/><Relationship Id="rId9" Type="http://schemas.openxmlformats.org/officeDocument/2006/relationships/image" Target="../media/image179.png"/><Relationship Id="rId10" Type="http://schemas.openxmlformats.org/officeDocument/2006/relationships/image" Target="../media/image180.png"/><Relationship Id="rId11" Type="http://schemas.openxmlformats.org/officeDocument/2006/relationships/image" Target="../media/image181.png"/><Relationship Id="rId12" Type="http://schemas.openxmlformats.org/officeDocument/2006/relationships/image" Target="../media/image182.png"/><Relationship Id="rId13" Type="http://schemas.openxmlformats.org/officeDocument/2006/relationships/image" Target="../media/image183.png"/><Relationship Id="rId14" Type="http://schemas.openxmlformats.org/officeDocument/2006/relationships/image" Target="../media/image184.png"/><Relationship Id="rId15" Type="http://schemas.openxmlformats.org/officeDocument/2006/relationships/image" Target="../media/image185.png"/><Relationship Id="rId16" Type="http://schemas.openxmlformats.org/officeDocument/2006/relationships/image" Target="../media/image186.png"/><Relationship Id="rId17" Type="http://schemas.openxmlformats.org/officeDocument/2006/relationships/image" Target="../media/image187.png"/><Relationship Id="rId18" Type="http://schemas.openxmlformats.org/officeDocument/2006/relationships/image" Target="../media/image188.png"/><Relationship Id="rId19" Type="http://schemas.openxmlformats.org/officeDocument/2006/relationships/image" Target="../media/image189.png"/><Relationship Id="rId20" Type="http://schemas.openxmlformats.org/officeDocument/2006/relationships/image" Target="../media/image190.png"/><Relationship Id="rId21" Type="http://schemas.openxmlformats.org/officeDocument/2006/relationships/image" Target="../media/image191.png"/><Relationship Id="rId22" Type="http://schemas.openxmlformats.org/officeDocument/2006/relationships/image" Target="../media/image192.png"/><Relationship Id="rId23" Type="http://schemas.openxmlformats.org/officeDocument/2006/relationships/image" Target="../media/image193.png"/><Relationship Id="rId24" Type="http://schemas.openxmlformats.org/officeDocument/2006/relationships/image" Target="../media/image194.png"/><Relationship Id="rId25" Type="http://schemas.openxmlformats.org/officeDocument/2006/relationships/image" Target="../media/image19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Relationship Id="rId7" Type="http://schemas.openxmlformats.org/officeDocument/2006/relationships/image" Target="../media/image201.png"/><Relationship Id="rId8" Type="http://schemas.openxmlformats.org/officeDocument/2006/relationships/image" Target="../media/image202.png"/><Relationship Id="rId9" Type="http://schemas.openxmlformats.org/officeDocument/2006/relationships/image" Target="../media/image203.png"/><Relationship Id="rId10" Type="http://schemas.openxmlformats.org/officeDocument/2006/relationships/image" Target="../media/image204.png"/><Relationship Id="rId11" Type="http://schemas.openxmlformats.org/officeDocument/2006/relationships/image" Target="../media/image205.png"/><Relationship Id="rId12" Type="http://schemas.openxmlformats.org/officeDocument/2006/relationships/image" Target="../media/image206.png"/><Relationship Id="rId13" Type="http://schemas.openxmlformats.org/officeDocument/2006/relationships/image" Target="../media/image207.png"/><Relationship Id="rId14" Type="http://schemas.openxmlformats.org/officeDocument/2006/relationships/image" Target="../media/image208.png"/><Relationship Id="rId15" Type="http://schemas.openxmlformats.org/officeDocument/2006/relationships/image" Target="../media/image209.png"/><Relationship Id="rId16" Type="http://schemas.openxmlformats.org/officeDocument/2006/relationships/image" Target="../media/image210.png"/><Relationship Id="rId17" Type="http://schemas.openxmlformats.org/officeDocument/2006/relationships/image" Target="../media/image211.png"/><Relationship Id="rId18" Type="http://schemas.openxmlformats.org/officeDocument/2006/relationships/image" Target="../media/image212.png"/><Relationship Id="rId19" Type="http://schemas.openxmlformats.org/officeDocument/2006/relationships/image" Target="../media/image213.png"/><Relationship Id="rId20" Type="http://schemas.openxmlformats.org/officeDocument/2006/relationships/image" Target="../media/image214.png"/><Relationship Id="rId21" Type="http://schemas.openxmlformats.org/officeDocument/2006/relationships/image" Target="../media/image215.png"/><Relationship Id="rId22" Type="http://schemas.openxmlformats.org/officeDocument/2006/relationships/image" Target="../media/image216.png"/><Relationship Id="rId23" Type="http://schemas.openxmlformats.org/officeDocument/2006/relationships/image" Target="../media/image217.png"/><Relationship Id="rId24" Type="http://schemas.openxmlformats.org/officeDocument/2006/relationships/image" Target="../media/image218.png"/><Relationship Id="rId25" Type="http://schemas.openxmlformats.org/officeDocument/2006/relationships/image" Target="../media/image219.png"/><Relationship Id="rId26" Type="http://schemas.openxmlformats.org/officeDocument/2006/relationships/image" Target="../media/image220.png"/><Relationship Id="rId27" Type="http://schemas.openxmlformats.org/officeDocument/2006/relationships/image" Target="../media/image221.png"/><Relationship Id="rId28" Type="http://schemas.openxmlformats.org/officeDocument/2006/relationships/image" Target="../media/image222.png"/><Relationship Id="rId29" Type="http://schemas.openxmlformats.org/officeDocument/2006/relationships/image" Target="../media/image223.png"/><Relationship Id="rId30" Type="http://schemas.openxmlformats.org/officeDocument/2006/relationships/image" Target="../media/image224.png"/><Relationship Id="rId31" Type="http://schemas.openxmlformats.org/officeDocument/2006/relationships/image" Target="../media/image225.png"/><Relationship Id="rId32" Type="http://schemas.openxmlformats.org/officeDocument/2006/relationships/image" Target="../media/image226.png"/><Relationship Id="rId33" Type="http://schemas.openxmlformats.org/officeDocument/2006/relationships/image" Target="../media/image227.png"/><Relationship Id="rId34" Type="http://schemas.openxmlformats.org/officeDocument/2006/relationships/image" Target="../media/image228.png"/><Relationship Id="rId35" Type="http://schemas.openxmlformats.org/officeDocument/2006/relationships/image" Target="../media/image229.png"/><Relationship Id="rId36" Type="http://schemas.openxmlformats.org/officeDocument/2006/relationships/image" Target="../media/image230.png"/><Relationship Id="rId37" Type="http://schemas.openxmlformats.org/officeDocument/2006/relationships/image" Target="../media/image231.png"/><Relationship Id="rId38" Type="http://schemas.openxmlformats.org/officeDocument/2006/relationships/image" Target="../media/image232.png"/><Relationship Id="rId39" Type="http://schemas.openxmlformats.org/officeDocument/2006/relationships/image" Target="../media/image233.png"/><Relationship Id="rId40" Type="http://schemas.openxmlformats.org/officeDocument/2006/relationships/image" Target="../media/image234.png"/><Relationship Id="rId41" Type="http://schemas.openxmlformats.org/officeDocument/2006/relationships/image" Target="../media/image235.png"/><Relationship Id="rId42" Type="http://schemas.openxmlformats.org/officeDocument/2006/relationships/image" Target="../media/image236.png"/><Relationship Id="rId43" Type="http://schemas.openxmlformats.org/officeDocument/2006/relationships/image" Target="../media/image237.png"/><Relationship Id="rId44" Type="http://schemas.openxmlformats.org/officeDocument/2006/relationships/image" Target="../media/image238.png"/><Relationship Id="rId45" Type="http://schemas.openxmlformats.org/officeDocument/2006/relationships/image" Target="../media/image239.png"/><Relationship Id="rId46" Type="http://schemas.openxmlformats.org/officeDocument/2006/relationships/image" Target="../media/image240.png"/><Relationship Id="rId47" Type="http://schemas.openxmlformats.org/officeDocument/2006/relationships/image" Target="../media/image241.png"/><Relationship Id="rId48" Type="http://schemas.openxmlformats.org/officeDocument/2006/relationships/image" Target="../media/image242.png"/><Relationship Id="rId49" Type="http://schemas.openxmlformats.org/officeDocument/2006/relationships/image" Target="../media/image243.png"/><Relationship Id="rId50" Type="http://schemas.openxmlformats.org/officeDocument/2006/relationships/image" Target="../media/image244.png"/><Relationship Id="rId51" Type="http://schemas.openxmlformats.org/officeDocument/2006/relationships/image" Target="../media/image245.png"/><Relationship Id="rId52" Type="http://schemas.openxmlformats.org/officeDocument/2006/relationships/image" Target="../media/image246.png"/><Relationship Id="rId53" Type="http://schemas.openxmlformats.org/officeDocument/2006/relationships/image" Target="../media/image247.png"/><Relationship Id="rId54" Type="http://schemas.openxmlformats.org/officeDocument/2006/relationships/image" Target="../media/image248.png"/><Relationship Id="rId55" Type="http://schemas.openxmlformats.org/officeDocument/2006/relationships/image" Target="../media/image249.png"/><Relationship Id="rId56" Type="http://schemas.openxmlformats.org/officeDocument/2006/relationships/image" Target="../media/image250.png"/><Relationship Id="rId57" Type="http://schemas.openxmlformats.org/officeDocument/2006/relationships/image" Target="../media/image251.png"/><Relationship Id="rId58" Type="http://schemas.openxmlformats.org/officeDocument/2006/relationships/image" Target="../media/image252.png"/><Relationship Id="rId59" Type="http://schemas.openxmlformats.org/officeDocument/2006/relationships/image" Target="../media/image253.png"/><Relationship Id="rId60" Type="http://schemas.openxmlformats.org/officeDocument/2006/relationships/image" Target="../media/image254.png"/><Relationship Id="rId61" Type="http://schemas.openxmlformats.org/officeDocument/2006/relationships/image" Target="../media/image255.png"/><Relationship Id="rId62" Type="http://schemas.openxmlformats.org/officeDocument/2006/relationships/image" Target="../media/image256.png"/><Relationship Id="rId63" Type="http://schemas.openxmlformats.org/officeDocument/2006/relationships/image" Target="../media/image257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8.png"/><Relationship Id="rId3" Type="http://schemas.openxmlformats.org/officeDocument/2006/relationships/image" Target="../media/image259.png"/><Relationship Id="rId4" Type="http://schemas.openxmlformats.org/officeDocument/2006/relationships/image" Target="../media/image260.png"/><Relationship Id="rId5" Type="http://schemas.openxmlformats.org/officeDocument/2006/relationships/image" Target="../media/image261.png"/><Relationship Id="rId6" Type="http://schemas.openxmlformats.org/officeDocument/2006/relationships/image" Target="../media/image262.png"/><Relationship Id="rId7" Type="http://schemas.openxmlformats.org/officeDocument/2006/relationships/image" Target="../media/image263.png"/><Relationship Id="rId8" Type="http://schemas.openxmlformats.org/officeDocument/2006/relationships/image" Target="../media/image264.png"/><Relationship Id="rId9" Type="http://schemas.openxmlformats.org/officeDocument/2006/relationships/image" Target="../media/image265.png"/><Relationship Id="rId10" Type="http://schemas.openxmlformats.org/officeDocument/2006/relationships/image" Target="../media/image266.png"/><Relationship Id="rId11" Type="http://schemas.openxmlformats.org/officeDocument/2006/relationships/image" Target="../media/image267.png"/><Relationship Id="rId12" Type="http://schemas.openxmlformats.org/officeDocument/2006/relationships/image" Target="../media/image268.png"/><Relationship Id="rId13" Type="http://schemas.openxmlformats.org/officeDocument/2006/relationships/image" Target="../media/image269.png"/><Relationship Id="rId14" Type="http://schemas.openxmlformats.org/officeDocument/2006/relationships/image" Target="../media/image270.png"/><Relationship Id="rId15" Type="http://schemas.openxmlformats.org/officeDocument/2006/relationships/image" Target="../media/image271.png"/><Relationship Id="rId16" Type="http://schemas.openxmlformats.org/officeDocument/2006/relationships/image" Target="../media/image272.png"/><Relationship Id="rId17" Type="http://schemas.openxmlformats.org/officeDocument/2006/relationships/image" Target="../media/image273.png"/><Relationship Id="rId18" Type="http://schemas.openxmlformats.org/officeDocument/2006/relationships/image" Target="../media/image274.png"/><Relationship Id="rId19" Type="http://schemas.openxmlformats.org/officeDocument/2006/relationships/image" Target="../media/image275.png"/><Relationship Id="rId20" Type="http://schemas.openxmlformats.org/officeDocument/2006/relationships/image" Target="../media/image276.png"/><Relationship Id="rId21" Type="http://schemas.openxmlformats.org/officeDocument/2006/relationships/image" Target="../media/image277.png"/><Relationship Id="rId22" Type="http://schemas.openxmlformats.org/officeDocument/2006/relationships/image" Target="../media/image278.png"/><Relationship Id="rId23" Type="http://schemas.openxmlformats.org/officeDocument/2006/relationships/image" Target="../media/image279.png"/><Relationship Id="rId24" Type="http://schemas.openxmlformats.org/officeDocument/2006/relationships/image" Target="../media/image280.png"/><Relationship Id="rId25" Type="http://schemas.openxmlformats.org/officeDocument/2006/relationships/image" Target="../media/image281.png"/><Relationship Id="rId26" Type="http://schemas.openxmlformats.org/officeDocument/2006/relationships/image" Target="../media/image282.png"/><Relationship Id="rId27" Type="http://schemas.openxmlformats.org/officeDocument/2006/relationships/image" Target="../media/image283.png"/><Relationship Id="rId28" Type="http://schemas.openxmlformats.org/officeDocument/2006/relationships/image" Target="../media/image284.png"/><Relationship Id="rId29" Type="http://schemas.openxmlformats.org/officeDocument/2006/relationships/image" Target="../media/image285.png"/><Relationship Id="rId30" Type="http://schemas.openxmlformats.org/officeDocument/2006/relationships/image" Target="../media/image286.png"/><Relationship Id="rId31" Type="http://schemas.openxmlformats.org/officeDocument/2006/relationships/image" Target="../media/image287.png"/><Relationship Id="rId32" Type="http://schemas.openxmlformats.org/officeDocument/2006/relationships/image" Target="../media/image288.png"/><Relationship Id="rId33" Type="http://schemas.openxmlformats.org/officeDocument/2006/relationships/image" Target="../media/image289.png"/><Relationship Id="rId34" Type="http://schemas.openxmlformats.org/officeDocument/2006/relationships/image" Target="../media/image290.png"/><Relationship Id="rId35" Type="http://schemas.openxmlformats.org/officeDocument/2006/relationships/image" Target="../media/image291.png"/><Relationship Id="rId36" Type="http://schemas.openxmlformats.org/officeDocument/2006/relationships/image" Target="../media/image292.png"/><Relationship Id="rId37" Type="http://schemas.openxmlformats.org/officeDocument/2006/relationships/image" Target="../media/image293.png"/><Relationship Id="rId38" Type="http://schemas.openxmlformats.org/officeDocument/2006/relationships/image" Target="../media/image294.png"/><Relationship Id="rId39" Type="http://schemas.openxmlformats.org/officeDocument/2006/relationships/image" Target="../media/image295.png"/><Relationship Id="rId40" Type="http://schemas.openxmlformats.org/officeDocument/2006/relationships/image" Target="../media/image296.png"/><Relationship Id="rId41" Type="http://schemas.openxmlformats.org/officeDocument/2006/relationships/image" Target="../media/image297.png"/><Relationship Id="rId42" Type="http://schemas.openxmlformats.org/officeDocument/2006/relationships/image" Target="../media/image298.png"/><Relationship Id="rId43" Type="http://schemas.openxmlformats.org/officeDocument/2006/relationships/image" Target="../media/image299.png"/><Relationship Id="rId44" Type="http://schemas.openxmlformats.org/officeDocument/2006/relationships/image" Target="../media/image300.png"/><Relationship Id="rId45" Type="http://schemas.openxmlformats.org/officeDocument/2006/relationships/image" Target="../media/image301.png"/><Relationship Id="rId46" Type="http://schemas.openxmlformats.org/officeDocument/2006/relationships/image" Target="../media/image302.png"/><Relationship Id="rId47" Type="http://schemas.openxmlformats.org/officeDocument/2006/relationships/image" Target="../media/image303.png"/><Relationship Id="rId48" Type="http://schemas.openxmlformats.org/officeDocument/2006/relationships/image" Target="../media/image304.png"/><Relationship Id="rId49" Type="http://schemas.openxmlformats.org/officeDocument/2006/relationships/image" Target="../media/image305.png"/><Relationship Id="rId50" Type="http://schemas.openxmlformats.org/officeDocument/2006/relationships/image" Target="../media/image306.png"/><Relationship Id="rId51" Type="http://schemas.openxmlformats.org/officeDocument/2006/relationships/image" Target="../media/image307.png"/><Relationship Id="rId52" Type="http://schemas.openxmlformats.org/officeDocument/2006/relationships/image" Target="../media/image308.png"/><Relationship Id="rId53" Type="http://schemas.openxmlformats.org/officeDocument/2006/relationships/image" Target="../media/image309.png"/><Relationship Id="rId54" Type="http://schemas.openxmlformats.org/officeDocument/2006/relationships/image" Target="../media/image310.png"/><Relationship Id="rId55" Type="http://schemas.openxmlformats.org/officeDocument/2006/relationships/image" Target="../media/image311.png"/><Relationship Id="rId56" Type="http://schemas.openxmlformats.org/officeDocument/2006/relationships/image" Target="../media/image312.png"/><Relationship Id="rId57" Type="http://schemas.openxmlformats.org/officeDocument/2006/relationships/image" Target="../media/image313.png"/><Relationship Id="rId58" Type="http://schemas.openxmlformats.org/officeDocument/2006/relationships/image" Target="../media/image314.png"/><Relationship Id="rId59" Type="http://schemas.openxmlformats.org/officeDocument/2006/relationships/image" Target="../media/image315.png"/><Relationship Id="rId60" Type="http://schemas.openxmlformats.org/officeDocument/2006/relationships/image" Target="../media/image316.png"/><Relationship Id="rId61" Type="http://schemas.openxmlformats.org/officeDocument/2006/relationships/image" Target="../media/image317.png"/><Relationship Id="rId62" Type="http://schemas.openxmlformats.org/officeDocument/2006/relationships/image" Target="../media/image318.png"/><Relationship Id="rId63" Type="http://schemas.openxmlformats.org/officeDocument/2006/relationships/image" Target="../media/image319.png"/><Relationship Id="rId64" Type="http://schemas.openxmlformats.org/officeDocument/2006/relationships/image" Target="../media/image320.png"/><Relationship Id="rId65" Type="http://schemas.openxmlformats.org/officeDocument/2006/relationships/image" Target="../media/image321.png"/><Relationship Id="rId66" Type="http://schemas.openxmlformats.org/officeDocument/2006/relationships/image" Target="../media/image322.png"/><Relationship Id="rId67" Type="http://schemas.openxmlformats.org/officeDocument/2006/relationships/image" Target="../media/image323.png"/><Relationship Id="rId68" Type="http://schemas.openxmlformats.org/officeDocument/2006/relationships/image" Target="../media/image324.png"/><Relationship Id="rId69" Type="http://schemas.openxmlformats.org/officeDocument/2006/relationships/image" Target="../media/image325.png"/><Relationship Id="rId70" Type="http://schemas.openxmlformats.org/officeDocument/2006/relationships/image" Target="../media/image326.png"/><Relationship Id="rId71" Type="http://schemas.openxmlformats.org/officeDocument/2006/relationships/image" Target="../media/image327.png"/><Relationship Id="rId72" Type="http://schemas.openxmlformats.org/officeDocument/2006/relationships/image" Target="../media/image328.png"/><Relationship Id="rId73" Type="http://schemas.openxmlformats.org/officeDocument/2006/relationships/image" Target="../media/image329.png"/><Relationship Id="rId74" Type="http://schemas.openxmlformats.org/officeDocument/2006/relationships/image" Target="../media/image330.png"/><Relationship Id="rId75" Type="http://schemas.openxmlformats.org/officeDocument/2006/relationships/image" Target="../media/image331.png"/><Relationship Id="rId76" Type="http://schemas.openxmlformats.org/officeDocument/2006/relationships/image" Target="../media/image332.png"/><Relationship Id="rId77" Type="http://schemas.openxmlformats.org/officeDocument/2006/relationships/image" Target="../media/image333.png"/><Relationship Id="rId78" Type="http://schemas.openxmlformats.org/officeDocument/2006/relationships/image" Target="../media/image334.png"/><Relationship Id="rId79" Type="http://schemas.openxmlformats.org/officeDocument/2006/relationships/image" Target="../media/image335.png"/><Relationship Id="rId80" Type="http://schemas.openxmlformats.org/officeDocument/2006/relationships/image" Target="../media/image336.png"/><Relationship Id="rId81" Type="http://schemas.openxmlformats.org/officeDocument/2006/relationships/image" Target="../media/image337.png"/><Relationship Id="rId82" Type="http://schemas.openxmlformats.org/officeDocument/2006/relationships/image" Target="../media/image338.png"/><Relationship Id="rId83" Type="http://schemas.openxmlformats.org/officeDocument/2006/relationships/image" Target="../media/image339.png"/><Relationship Id="rId84" Type="http://schemas.openxmlformats.org/officeDocument/2006/relationships/image" Target="../media/image340.png"/><Relationship Id="rId85" Type="http://schemas.openxmlformats.org/officeDocument/2006/relationships/image" Target="../media/image341.png"/><Relationship Id="rId86" Type="http://schemas.openxmlformats.org/officeDocument/2006/relationships/image" Target="../media/image342.png"/><Relationship Id="rId87" Type="http://schemas.openxmlformats.org/officeDocument/2006/relationships/image" Target="../media/image343.png"/><Relationship Id="rId88" Type="http://schemas.openxmlformats.org/officeDocument/2006/relationships/image" Target="../media/image344.png"/><Relationship Id="rId89" Type="http://schemas.openxmlformats.org/officeDocument/2006/relationships/image" Target="../media/image345.png"/><Relationship Id="rId90" Type="http://schemas.openxmlformats.org/officeDocument/2006/relationships/image" Target="../media/image346.png"/><Relationship Id="rId91" Type="http://schemas.openxmlformats.org/officeDocument/2006/relationships/image" Target="../media/image347.png"/><Relationship Id="rId92" Type="http://schemas.openxmlformats.org/officeDocument/2006/relationships/image" Target="../media/image348.png"/><Relationship Id="rId93" Type="http://schemas.openxmlformats.org/officeDocument/2006/relationships/image" Target="../media/image349.png"/><Relationship Id="rId94" Type="http://schemas.openxmlformats.org/officeDocument/2006/relationships/image" Target="../media/image350.png"/><Relationship Id="rId95" Type="http://schemas.openxmlformats.org/officeDocument/2006/relationships/image" Target="../media/image351.png"/><Relationship Id="rId96" Type="http://schemas.openxmlformats.org/officeDocument/2006/relationships/image" Target="../media/image352.png"/><Relationship Id="rId97" Type="http://schemas.openxmlformats.org/officeDocument/2006/relationships/image" Target="../media/image353.png"/><Relationship Id="rId98" Type="http://schemas.openxmlformats.org/officeDocument/2006/relationships/image" Target="../media/image354.png"/><Relationship Id="rId99" Type="http://schemas.openxmlformats.org/officeDocument/2006/relationships/image" Target="../media/image355.png"/><Relationship Id="rId100" Type="http://schemas.openxmlformats.org/officeDocument/2006/relationships/image" Target="../media/image356.png"/><Relationship Id="rId101" Type="http://schemas.openxmlformats.org/officeDocument/2006/relationships/image" Target="../media/image357.png"/><Relationship Id="rId102" Type="http://schemas.openxmlformats.org/officeDocument/2006/relationships/image" Target="../media/image358.png"/><Relationship Id="rId103" Type="http://schemas.openxmlformats.org/officeDocument/2006/relationships/image" Target="../media/image359.png"/><Relationship Id="rId104" Type="http://schemas.openxmlformats.org/officeDocument/2006/relationships/image" Target="../media/image360.png"/><Relationship Id="rId105" Type="http://schemas.openxmlformats.org/officeDocument/2006/relationships/image" Target="../media/image361.png"/><Relationship Id="rId106" Type="http://schemas.openxmlformats.org/officeDocument/2006/relationships/image" Target="../media/image362.png"/><Relationship Id="rId107" Type="http://schemas.openxmlformats.org/officeDocument/2006/relationships/image" Target="../media/image363.png"/><Relationship Id="rId108" Type="http://schemas.openxmlformats.org/officeDocument/2006/relationships/image" Target="../media/image364.png"/><Relationship Id="rId109" Type="http://schemas.openxmlformats.org/officeDocument/2006/relationships/image" Target="../media/image365.png"/><Relationship Id="rId110" Type="http://schemas.openxmlformats.org/officeDocument/2006/relationships/image" Target="../media/image366.png"/><Relationship Id="rId111" Type="http://schemas.openxmlformats.org/officeDocument/2006/relationships/image" Target="../media/image367.png"/><Relationship Id="rId112" Type="http://schemas.openxmlformats.org/officeDocument/2006/relationships/image" Target="../media/image368.png"/><Relationship Id="rId113" Type="http://schemas.openxmlformats.org/officeDocument/2006/relationships/image" Target="../media/image369.png"/><Relationship Id="rId114" Type="http://schemas.openxmlformats.org/officeDocument/2006/relationships/image" Target="../media/image370.png"/><Relationship Id="rId115" Type="http://schemas.openxmlformats.org/officeDocument/2006/relationships/image" Target="../media/image371.png"/><Relationship Id="rId116" Type="http://schemas.openxmlformats.org/officeDocument/2006/relationships/image" Target="../media/image372.png"/><Relationship Id="rId117" Type="http://schemas.openxmlformats.org/officeDocument/2006/relationships/image" Target="../media/image373.png"/><Relationship Id="rId118" Type="http://schemas.openxmlformats.org/officeDocument/2006/relationships/image" Target="../media/image374.png"/><Relationship Id="rId119" Type="http://schemas.openxmlformats.org/officeDocument/2006/relationships/image" Target="../media/image375.png"/><Relationship Id="rId120" Type="http://schemas.openxmlformats.org/officeDocument/2006/relationships/image" Target="../media/image376.png"/><Relationship Id="rId121" Type="http://schemas.openxmlformats.org/officeDocument/2006/relationships/image" Target="../media/image377.png"/><Relationship Id="rId122" Type="http://schemas.openxmlformats.org/officeDocument/2006/relationships/image" Target="../media/image378.png"/><Relationship Id="rId123" Type="http://schemas.openxmlformats.org/officeDocument/2006/relationships/image" Target="../media/image379.png"/><Relationship Id="rId124" Type="http://schemas.openxmlformats.org/officeDocument/2006/relationships/image" Target="../media/image380.png"/><Relationship Id="rId125" Type="http://schemas.openxmlformats.org/officeDocument/2006/relationships/image" Target="../media/image381.png"/><Relationship Id="rId126" Type="http://schemas.openxmlformats.org/officeDocument/2006/relationships/image" Target="../media/image382.png"/><Relationship Id="rId127" Type="http://schemas.openxmlformats.org/officeDocument/2006/relationships/image" Target="../media/image383.png"/><Relationship Id="rId128" Type="http://schemas.openxmlformats.org/officeDocument/2006/relationships/image" Target="../media/image384.png"/><Relationship Id="rId129" Type="http://schemas.openxmlformats.org/officeDocument/2006/relationships/image" Target="../media/image385.png"/><Relationship Id="rId130" Type="http://schemas.openxmlformats.org/officeDocument/2006/relationships/image" Target="../media/image386.png"/><Relationship Id="rId131" Type="http://schemas.openxmlformats.org/officeDocument/2006/relationships/image" Target="../media/image387.png"/><Relationship Id="rId132" Type="http://schemas.openxmlformats.org/officeDocument/2006/relationships/image" Target="../media/image388.png"/><Relationship Id="rId133" Type="http://schemas.openxmlformats.org/officeDocument/2006/relationships/image" Target="../media/image389.png"/><Relationship Id="rId134" Type="http://schemas.openxmlformats.org/officeDocument/2006/relationships/image" Target="../media/image390.png"/><Relationship Id="rId135" Type="http://schemas.openxmlformats.org/officeDocument/2006/relationships/image" Target="../media/image391.png"/><Relationship Id="rId136" Type="http://schemas.openxmlformats.org/officeDocument/2006/relationships/image" Target="../media/image392.png"/><Relationship Id="rId137" Type="http://schemas.openxmlformats.org/officeDocument/2006/relationships/image" Target="../media/image393.png"/><Relationship Id="rId138" Type="http://schemas.openxmlformats.org/officeDocument/2006/relationships/image" Target="../media/image394.png"/><Relationship Id="rId139" Type="http://schemas.openxmlformats.org/officeDocument/2006/relationships/image" Target="../media/image395.png"/><Relationship Id="rId140" Type="http://schemas.openxmlformats.org/officeDocument/2006/relationships/image" Target="../media/image396.png"/><Relationship Id="rId141" Type="http://schemas.openxmlformats.org/officeDocument/2006/relationships/image" Target="../media/image397.png"/><Relationship Id="rId142" Type="http://schemas.openxmlformats.org/officeDocument/2006/relationships/image" Target="../media/image398.png"/><Relationship Id="rId143" Type="http://schemas.openxmlformats.org/officeDocument/2006/relationships/image" Target="../media/image399.png"/><Relationship Id="rId144" Type="http://schemas.openxmlformats.org/officeDocument/2006/relationships/image" Target="../media/image400.png"/><Relationship Id="rId145" Type="http://schemas.openxmlformats.org/officeDocument/2006/relationships/image" Target="../media/image401.png"/><Relationship Id="rId146" Type="http://schemas.openxmlformats.org/officeDocument/2006/relationships/image" Target="../media/image402.png"/><Relationship Id="rId147" Type="http://schemas.openxmlformats.org/officeDocument/2006/relationships/image" Target="../media/image403.png"/><Relationship Id="rId148" Type="http://schemas.openxmlformats.org/officeDocument/2006/relationships/image" Target="../media/image404.png"/><Relationship Id="rId149" Type="http://schemas.openxmlformats.org/officeDocument/2006/relationships/image" Target="../media/image405.png"/><Relationship Id="rId150" Type="http://schemas.openxmlformats.org/officeDocument/2006/relationships/image" Target="../media/image406.png"/><Relationship Id="rId151" Type="http://schemas.openxmlformats.org/officeDocument/2006/relationships/image" Target="../media/image407.png"/><Relationship Id="rId152" Type="http://schemas.openxmlformats.org/officeDocument/2006/relationships/image" Target="../media/image408.png"/><Relationship Id="rId153" Type="http://schemas.openxmlformats.org/officeDocument/2006/relationships/image" Target="../media/image409.png"/><Relationship Id="rId154" Type="http://schemas.openxmlformats.org/officeDocument/2006/relationships/image" Target="../media/image410.png"/><Relationship Id="rId155" Type="http://schemas.openxmlformats.org/officeDocument/2006/relationships/image" Target="../media/image411.png"/><Relationship Id="rId156" Type="http://schemas.openxmlformats.org/officeDocument/2006/relationships/image" Target="../media/image412.png"/><Relationship Id="rId157" Type="http://schemas.openxmlformats.org/officeDocument/2006/relationships/image" Target="../media/image413.png"/><Relationship Id="rId158" Type="http://schemas.openxmlformats.org/officeDocument/2006/relationships/image" Target="../media/image414.png"/><Relationship Id="rId159" Type="http://schemas.openxmlformats.org/officeDocument/2006/relationships/image" Target="../media/image415.png"/><Relationship Id="rId160" Type="http://schemas.openxmlformats.org/officeDocument/2006/relationships/image" Target="../media/image416.png"/><Relationship Id="rId161" Type="http://schemas.openxmlformats.org/officeDocument/2006/relationships/image" Target="../media/image417.png"/><Relationship Id="rId162" Type="http://schemas.openxmlformats.org/officeDocument/2006/relationships/image" Target="../media/image418.png"/><Relationship Id="rId163" Type="http://schemas.openxmlformats.org/officeDocument/2006/relationships/image" Target="../media/image419.png"/><Relationship Id="rId164" Type="http://schemas.openxmlformats.org/officeDocument/2006/relationships/image" Target="../media/image420.png"/><Relationship Id="rId165" Type="http://schemas.openxmlformats.org/officeDocument/2006/relationships/image" Target="../media/image421.png"/><Relationship Id="rId166" Type="http://schemas.openxmlformats.org/officeDocument/2006/relationships/image" Target="../media/image422.png"/><Relationship Id="rId167" Type="http://schemas.openxmlformats.org/officeDocument/2006/relationships/image" Target="../media/image423.png"/><Relationship Id="rId168" Type="http://schemas.openxmlformats.org/officeDocument/2006/relationships/image" Target="../media/image424.png"/><Relationship Id="rId169" Type="http://schemas.openxmlformats.org/officeDocument/2006/relationships/image" Target="../media/image425.png"/><Relationship Id="rId170" Type="http://schemas.openxmlformats.org/officeDocument/2006/relationships/image" Target="../media/image426.png"/><Relationship Id="rId171" Type="http://schemas.openxmlformats.org/officeDocument/2006/relationships/image" Target="../media/image427.png"/><Relationship Id="rId172" Type="http://schemas.openxmlformats.org/officeDocument/2006/relationships/image" Target="../media/image428.png"/><Relationship Id="rId173" Type="http://schemas.openxmlformats.org/officeDocument/2006/relationships/image" Target="../media/image429.png"/><Relationship Id="rId174" Type="http://schemas.openxmlformats.org/officeDocument/2006/relationships/image" Target="../media/image430.png"/><Relationship Id="rId175" Type="http://schemas.openxmlformats.org/officeDocument/2006/relationships/image" Target="../media/image431.png"/><Relationship Id="rId176" Type="http://schemas.openxmlformats.org/officeDocument/2006/relationships/image" Target="../media/image432.png"/><Relationship Id="rId177" Type="http://schemas.openxmlformats.org/officeDocument/2006/relationships/image" Target="../media/image433.png"/><Relationship Id="rId178" Type="http://schemas.openxmlformats.org/officeDocument/2006/relationships/image" Target="../media/image434.png"/><Relationship Id="rId179" Type="http://schemas.openxmlformats.org/officeDocument/2006/relationships/image" Target="../media/image435.png"/><Relationship Id="rId180" Type="http://schemas.openxmlformats.org/officeDocument/2006/relationships/image" Target="../media/image436.png"/><Relationship Id="rId181" Type="http://schemas.openxmlformats.org/officeDocument/2006/relationships/image" Target="../media/image437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38.png"/><Relationship Id="rId3" Type="http://schemas.openxmlformats.org/officeDocument/2006/relationships/image" Target="../media/image439.png"/><Relationship Id="rId4" Type="http://schemas.openxmlformats.org/officeDocument/2006/relationships/image" Target="../media/image440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1.png"/><Relationship Id="rId3" Type="http://schemas.openxmlformats.org/officeDocument/2006/relationships/image" Target="../media/image442.png"/><Relationship Id="rId4" Type="http://schemas.openxmlformats.org/officeDocument/2006/relationships/image" Target="../media/image443.png"/><Relationship Id="rId5" Type="http://schemas.openxmlformats.org/officeDocument/2006/relationships/image" Target="../media/image444.png"/><Relationship Id="rId6" Type="http://schemas.openxmlformats.org/officeDocument/2006/relationships/image" Target="../media/image445.png"/><Relationship Id="rId7" Type="http://schemas.openxmlformats.org/officeDocument/2006/relationships/image" Target="../media/image446.png"/><Relationship Id="rId8" Type="http://schemas.openxmlformats.org/officeDocument/2006/relationships/image" Target="../media/image447.png"/><Relationship Id="rId9" Type="http://schemas.openxmlformats.org/officeDocument/2006/relationships/image" Target="../media/image448.png"/><Relationship Id="rId10" Type="http://schemas.openxmlformats.org/officeDocument/2006/relationships/image" Target="../media/image449.png"/><Relationship Id="rId11" Type="http://schemas.openxmlformats.org/officeDocument/2006/relationships/image" Target="../media/image450.png"/><Relationship Id="rId12" Type="http://schemas.openxmlformats.org/officeDocument/2006/relationships/image" Target="../media/image451.png"/><Relationship Id="rId13" Type="http://schemas.openxmlformats.org/officeDocument/2006/relationships/image" Target="../media/image452.png"/><Relationship Id="rId14" Type="http://schemas.openxmlformats.org/officeDocument/2006/relationships/image" Target="../media/image453.png"/><Relationship Id="rId15" Type="http://schemas.openxmlformats.org/officeDocument/2006/relationships/image" Target="../media/image454.png"/><Relationship Id="rId16" Type="http://schemas.openxmlformats.org/officeDocument/2006/relationships/image" Target="../media/image455.png"/><Relationship Id="rId17" Type="http://schemas.openxmlformats.org/officeDocument/2006/relationships/image" Target="../media/image456.png"/><Relationship Id="rId18" Type="http://schemas.openxmlformats.org/officeDocument/2006/relationships/image" Target="../media/image457.png"/><Relationship Id="rId19" Type="http://schemas.openxmlformats.org/officeDocument/2006/relationships/image" Target="../media/image458.png"/><Relationship Id="rId20" Type="http://schemas.openxmlformats.org/officeDocument/2006/relationships/image" Target="../media/image459.png"/><Relationship Id="rId21" Type="http://schemas.openxmlformats.org/officeDocument/2006/relationships/image" Target="../media/image460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1.png"/><Relationship Id="rId3" Type="http://schemas.openxmlformats.org/officeDocument/2006/relationships/image" Target="../media/image462.png"/><Relationship Id="rId4" Type="http://schemas.openxmlformats.org/officeDocument/2006/relationships/image" Target="../media/image463.png"/><Relationship Id="rId5" Type="http://schemas.openxmlformats.org/officeDocument/2006/relationships/image" Target="../media/image464.png"/><Relationship Id="rId6" Type="http://schemas.openxmlformats.org/officeDocument/2006/relationships/image" Target="../media/image465.png"/><Relationship Id="rId7" Type="http://schemas.openxmlformats.org/officeDocument/2006/relationships/image" Target="../media/image466.png"/><Relationship Id="rId8" Type="http://schemas.openxmlformats.org/officeDocument/2006/relationships/image" Target="../media/image467.png"/><Relationship Id="rId9" Type="http://schemas.openxmlformats.org/officeDocument/2006/relationships/image" Target="../media/image468.png"/><Relationship Id="rId10" Type="http://schemas.openxmlformats.org/officeDocument/2006/relationships/image" Target="../media/image469.png"/><Relationship Id="rId11" Type="http://schemas.openxmlformats.org/officeDocument/2006/relationships/image" Target="../media/image470.png"/><Relationship Id="rId12" Type="http://schemas.openxmlformats.org/officeDocument/2006/relationships/image" Target="../media/image471.png"/><Relationship Id="rId13" Type="http://schemas.openxmlformats.org/officeDocument/2006/relationships/image" Target="../media/image472.png"/><Relationship Id="rId14" Type="http://schemas.openxmlformats.org/officeDocument/2006/relationships/image" Target="../media/image473.png"/><Relationship Id="rId15" Type="http://schemas.openxmlformats.org/officeDocument/2006/relationships/image" Target="../media/image474.png"/><Relationship Id="rId16" Type="http://schemas.openxmlformats.org/officeDocument/2006/relationships/image" Target="../media/image475.png"/><Relationship Id="rId17" Type="http://schemas.openxmlformats.org/officeDocument/2006/relationships/image" Target="../media/image476.png"/><Relationship Id="rId18" Type="http://schemas.openxmlformats.org/officeDocument/2006/relationships/image" Target="../media/image477.png"/><Relationship Id="rId19" Type="http://schemas.openxmlformats.org/officeDocument/2006/relationships/image" Target="../media/image478.png"/><Relationship Id="rId20" Type="http://schemas.openxmlformats.org/officeDocument/2006/relationships/image" Target="../media/image479.png"/><Relationship Id="rId21" Type="http://schemas.openxmlformats.org/officeDocument/2006/relationships/image" Target="../media/image480.png"/><Relationship Id="rId22" Type="http://schemas.openxmlformats.org/officeDocument/2006/relationships/image" Target="../media/image481.png"/><Relationship Id="rId23" Type="http://schemas.openxmlformats.org/officeDocument/2006/relationships/image" Target="../media/image482.png"/><Relationship Id="rId24" Type="http://schemas.openxmlformats.org/officeDocument/2006/relationships/image" Target="../media/image483.png"/><Relationship Id="rId25" Type="http://schemas.openxmlformats.org/officeDocument/2006/relationships/image" Target="../media/image484.png"/><Relationship Id="rId26" Type="http://schemas.openxmlformats.org/officeDocument/2006/relationships/image" Target="../media/image485.png"/><Relationship Id="rId27" Type="http://schemas.openxmlformats.org/officeDocument/2006/relationships/image" Target="../media/image486.png"/><Relationship Id="rId28" Type="http://schemas.openxmlformats.org/officeDocument/2006/relationships/image" Target="../media/image487.png"/><Relationship Id="rId29" Type="http://schemas.openxmlformats.org/officeDocument/2006/relationships/image" Target="../media/image488.png"/><Relationship Id="rId30" Type="http://schemas.openxmlformats.org/officeDocument/2006/relationships/image" Target="../media/image489.png"/><Relationship Id="rId31" Type="http://schemas.openxmlformats.org/officeDocument/2006/relationships/image" Target="../media/image490.png"/><Relationship Id="rId32" Type="http://schemas.openxmlformats.org/officeDocument/2006/relationships/image" Target="../media/image491.png"/><Relationship Id="rId33" Type="http://schemas.openxmlformats.org/officeDocument/2006/relationships/image" Target="../media/image492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3.png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Relationship Id="rId9" Type="http://schemas.openxmlformats.org/officeDocument/2006/relationships/image" Target="../media/image500.png"/><Relationship Id="rId10" Type="http://schemas.openxmlformats.org/officeDocument/2006/relationships/image" Target="../media/image501.png"/><Relationship Id="rId11" Type="http://schemas.openxmlformats.org/officeDocument/2006/relationships/image" Target="../media/image502.png"/><Relationship Id="rId12" Type="http://schemas.openxmlformats.org/officeDocument/2006/relationships/image" Target="../media/image503.png"/><Relationship Id="rId13" Type="http://schemas.openxmlformats.org/officeDocument/2006/relationships/image" Target="../media/image504.png"/><Relationship Id="rId14" Type="http://schemas.openxmlformats.org/officeDocument/2006/relationships/image" Target="../media/image505.png"/><Relationship Id="rId15" Type="http://schemas.openxmlformats.org/officeDocument/2006/relationships/image" Target="../media/image506.png"/><Relationship Id="rId16" Type="http://schemas.openxmlformats.org/officeDocument/2006/relationships/image" Target="../media/image507.png"/><Relationship Id="rId17" Type="http://schemas.openxmlformats.org/officeDocument/2006/relationships/image" Target="../media/image508.png"/><Relationship Id="rId18" Type="http://schemas.openxmlformats.org/officeDocument/2006/relationships/image" Target="../media/image509.png"/><Relationship Id="rId19" Type="http://schemas.openxmlformats.org/officeDocument/2006/relationships/image" Target="../media/image510.png"/><Relationship Id="rId20" Type="http://schemas.openxmlformats.org/officeDocument/2006/relationships/image" Target="../media/image511.png"/><Relationship Id="rId21" Type="http://schemas.openxmlformats.org/officeDocument/2006/relationships/image" Target="../media/image512.png"/><Relationship Id="rId22" Type="http://schemas.openxmlformats.org/officeDocument/2006/relationships/image" Target="../media/image513.png"/><Relationship Id="rId23" Type="http://schemas.openxmlformats.org/officeDocument/2006/relationships/image" Target="../media/image514.png"/><Relationship Id="rId24" Type="http://schemas.openxmlformats.org/officeDocument/2006/relationships/image" Target="../media/image515.png"/><Relationship Id="rId25" Type="http://schemas.openxmlformats.org/officeDocument/2006/relationships/image" Target="../media/image516.png"/><Relationship Id="rId26" Type="http://schemas.openxmlformats.org/officeDocument/2006/relationships/image" Target="../media/image517.png"/><Relationship Id="rId27" Type="http://schemas.openxmlformats.org/officeDocument/2006/relationships/image" Target="../media/image518.png"/><Relationship Id="rId28" Type="http://schemas.openxmlformats.org/officeDocument/2006/relationships/image" Target="../media/image519.png"/><Relationship Id="rId29" Type="http://schemas.openxmlformats.org/officeDocument/2006/relationships/image" Target="../media/image520.png"/><Relationship Id="rId30" Type="http://schemas.openxmlformats.org/officeDocument/2006/relationships/image" Target="../media/image521.png"/><Relationship Id="rId31" Type="http://schemas.openxmlformats.org/officeDocument/2006/relationships/image" Target="../media/image522.png"/><Relationship Id="rId32" Type="http://schemas.openxmlformats.org/officeDocument/2006/relationships/image" Target="../media/image523.png"/><Relationship Id="rId33" Type="http://schemas.openxmlformats.org/officeDocument/2006/relationships/image" Target="../media/image524.png"/><Relationship Id="rId34" Type="http://schemas.openxmlformats.org/officeDocument/2006/relationships/image" Target="../media/image525.png"/><Relationship Id="rId35" Type="http://schemas.openxmlformats.org/officeDocument/2006/relationships/image" Target="../media/image526.png"/><Relationship Id="rId36" Type="http://schemas.openxmlformats.org/officeDocument/2006/relationships/image" Target="../media/image527.png"/><Relationship Id="rId37" Type="http://schemas.openxmlformats.org/officeDocument/2006/relationships/image" Target="../media/image528.png"/><Relationship Id="rId38" Type="http://schemas.openxmlformats.org/officeDocument/2006/relationships/image" Target="../media/image529.png"/><Relationship Id="rId39" Type="http://schemas.openxmlformats.org/officeDocument/2006/relationships/image" Target="../media/image530.png"/><Relationship Id="rId40" Type="http://schemas.openxmlformats.org/officeDocument/2006/relationships/image" Target="../media/image531.png"/><Relationship Id="rId41" Type="http://schemas.openxmlformats.org/officeDocument/2006/relationships/image" Target="../media/image532.png"/><Relationship Id="rId42" Type="http://schemas.openxmlformats.org/officeDocument/2006/relationships/image" Target="../media/image533.png"/><Relationship Id="rId43" Type="http://schemas.openxmlformats.org/officeDocument/2006/relationships/image" Target="../media/image534.png"/><Relationship Id="rId44" Type="http://schemas.openxmlformats.org/officeDocument/2006/relationships/image" Target="../media/image535.png"/><Relationship Id="rId45" Type="http://schemas.openxmlformats.org/officeDocument/2006/relationships/image" Target="../media/image536.png"/><Relationship Id="rId46" Type="http://schemas.openxmlformats.org/officeDocument/2006/relationships/image" Target="../media/image537.png"/><Relationship Id="rId47" Type="http://schemas.openxmlformats.org/officeDocument/2006/relationships/image" Target="../media/image538.png"/><Relationship Id="rId48" Type="http://schemas.openxmlformats.org/officeDocument/2006/relationships/image" Target="../media/image539.png"/><Relationship Id="rId49" Type="http://schemas.openxmlformats.org/officeDocument/2006/relationships/image" Target="../media/image540.png"/><Relationship Id="rId50" Type="http://schemas.openxmlformats.org/officeDocument/2006/relationships/image" Target="../media/image541.png"/><Relationship Id="rId51" Type="http://schemas.openxmlformats.org/officeDocument/2006/relationships/image" Target="../media/image542.png"/><Relationship Id="rId52" Type="http://schemas.openxmlformats.org/officeDocument/2006/relationships/image" Target="../media/image543.png"/><Relationship Id="rId53" Type="http://schemas.openxmlformats.org/officeDocument/2006/relationships/image" Target="../media/image544.png"/><Relationship Id="rId54" Type="http://schemas.openxmlformats.org/officeDocument/2006/relationships/image" Target="../media/image545.png"/><Relationship Id="rId55" Type="http://schemas.openxmlformats.org/officeDocument/2006/relationships/image" Target="../media/image546.png"/><Relationship Id="rId56" Type="http://schemas.openxmlformats.org/officeDocument/2006/relationships/image" Target="../media/image547.png"/><Relationship Id="rId57" Type="http://schemas.openxmlformats.org/officeDocument/2006/relationships/image" Target="../media/image548.png"/><Relationship Id="rId58" Type="http://schemas.openxmlformats.org/officeDocument/2006/relationships/image" Target="../media/image549.png"/><Relationship Id="rId59" Type="http://schemas.openxmlformats.org/officeDocument/2006/relationships/image" Target="../media/image550.png"/><Relationship Id="rId60" Type="http://schemas.openxmlformats.org/officeDocument/2006/relationships/image" Target="../media/image551.png"/><Relationship Id="rId61" Type="http://schemas.openxmlformats.org/officeDocument/2006/relationships/image" Target="../media/image552.png"/><Relationship Id="rId62" Type="http://schemas.openxmlformats.org/officeDocument/2006/relationships/image" Target="../media/image553.png"/><Relationship Id="rId63" Type="http://schemas.openxmlformats.org/officeDocument/2006/relationships/image" Target="../media/image554.png"/><Relationship Id="rId64" Type="http://schemas.openxmlformats.org/officeDocument/2006/relationships/image" Target="../media/image555.png"/><Relationship Id="rId65" Type="http://schemas.openxmlformats.org/officeDocument/2006/relationships/image" Target="../media/image556.png"/><Relationship Id="rId66" Type="http://schemas.openxmlformats.org/officeDocument/2006/relationships/image" Target="../media/image557.png"/><Relationship Id="rId67" Type="http://schemas.openxmlformats.org/officeDocument/2006/relationships/image" Target="../media/image558.png"/><Relationship Id="rId68" Type="http://schemas.openxmlformats.org/officeDocument/2006/relationships/image" Target="../media/image559.png"/><Relationship Id="rId69" Type="http://schemas.openxmlformats.org/officeDocument/2006/relationships/image" Target="../media/image560.png"/><Relationship Id="rId70" Type="http://schemas.openxmlformats.org/officeDocument/2006/relationships/image" Target="../media/image561.png"/><Relationship Id="rId71" Type="http://schemas.openxmlformats.org/officeDocument/2006/relationships/image" Target="../media/image562.png"/><Relationship Id="rId72" Type="http://schemas.openxmlformats.org/officeDocument/2006/relationships/image" Target="../media/image563.png"/><Relationship Id="rId73" Type="http://schemas.openxmlformats.org/officeDocument/2006/relationships/image" Target="../media/image564.png"/><Relationship Id="rId74" Type="http://schemas.openxmlformats.org/officeDocument/2006/relationships/image" Target="../media/image565.png"/><Relationship Id="rId75" Type="http://schemas.openxmlformats.org/officeDocument/2006/relationships/image" Target="../media/image566.png"/><Relationship Id="rId76" Type="http://schemas.openxmlformats.org/officeDocument/2006/relationships/image" Target="../media/image567.png"/><Relationship Id="rId77" Type="http://schemas.openxmlformats.org/officeDocument/2006/relationships/image" Target="../media/image568.png"/><Relationship Id="rId78" Type="http://schemas.openxmlformats.org/officeDocument/2006/relationships/image" Target="../media/image569.png"/><Relationship Id="rId79" Type="http://schemas.openxmlformats.org/officeDocument/2006/relationships/image" Target="../media/image570.png"/><Relationship Id="rId80" Type="http://schemas.openxmlformats.org/officeDocument/2006/relationships/image" Target="../media/image57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2.png"/><Relationship Id="rId3" Type="http://schemas.openxmlformats.org/officeDocument/2006/relationships/image" Target="../media/image573.png"/><Relationship Id="rId4" Type="http://schemas.openxmlformats.org/officeDocument/2006/relationships/image" Target="../media/image574.png"/><Relationship Id="rId5" Type="http://schemas.openxmlformats.org/officeDocument/2006/relationships/image" Target="../media/image575.png"/><Relationship Id="rId6" Type="http://schemas.openxmlformats.org/officeDocument/2006/relationships/image" Target="../media/image576.png"/><Relationship Id="rId7" Type="http://schemas.openxmlformats.org/officeDocument/2006/relationships/image" Target="../media/image577.png"/><Relationship Id="rId8" Type="http://schemas.openxmlformats.org/officeDocument/2006/relationships/image" Target="../media/image578.png"/><Relationship Id="rId9" Type="http://schemas.openxmlformats.org/officeDocument/2006/relationships/image" Target="../media/image579.png"/><Relationship Id="rId10" Type="http://schemas.openxmlformats.org/officeDocument/2006/relationships/image" Target="../media/image580.png"/><Relationship Id="rId11" Type="http://schemas.openxmlformats.org/officeDocument/2006/relationships/image" Target="../media/image581.png"/><Relationship Id="rId12" Type="http://schemas.openxmlformats.org/officeDocument/2006/relationships/image" Target="../media/image582.png"/><Relationship Id="rId13" Type="http://schemas.openxmlformats.org/officeDocument/2006/relationships/image" Target="../media/image583.png"/><Relationship Id="rId14" Type="http://schemas.openxmlformats.org/officeDocument/2006/relationships/image" Target="../media/image584.png"/><Relationship Id="rId15" Type="http://schemas.openxmlformats.org/officeDocument/2006/relationships/image" Target="../media/image585.png"/><Relationship Id="rId16" Type="http://schemas.openxmlformats.org/officeDocument/2006/relationships/image" Target="../media/image586.png"/><Relationship Id="rId17" Type="http://schemas.openxmlformats.org/officeDocument/2006/relationships/image" Target="../media/image587.png"/><Relationship Id="rId18" Type="http://schemas.openxmlformats.org/officeDocument/2006/relationships/image" Target="../media/image588.png"/><Relationship Id="rId19" Type="http://schemas.openxmlformats.org/officeDocument/2006/relationships/image" Target="../media/image589.png"/><Relationship Id="rId20" Type="http://schemas.openxmlformats.org/officeDocument/2006/relationships/image" Target="../media/image590.png"/><Relationship Id="rId21" Type="http://schemas.openxmlformats.org/officeDocument/2006/relationships/image" Target="../media/image591.png"/><Relationship Id="rId22" Type="http://schemas.openxmlformats.org/officeDocument/2006/relationships/image" Target="../media/image592.png"/><Relationship Id="rId23" Type="http://schemas.openxmlformats.org/officeDocument/2006/relationships/image" Target="../media/image593.png"/><Relationship Id="rId24" Type="http://schemas.openxmlformats.org/officeDocument/2006/relationships/image" Target="../media/image594.png"/><Relationship Id="rId25" Type="http://schemas.openxmlformats.org/officeDocument/2006/relationships/image" Target="../media/image595.png"/><Relationship Id="rId26" Type="http://schemas.openxmlformats.org/officeDocument/2006/relationships/image" Target="../media/image596.png"/><Relationship Id="rId27" Type="http://schemas.openxmlformats.org/officeDocument/2006/relationships/image" Target="../media/image597.png"/><Relationship Id="rId28" Type="http://schemas.openxmlformats.org/officeDocument/2006/relationships/image" Target="../media/image598.png"/><Relationship Id="rId29" Type="http://schemas.openxmlformats.org/officeDocument/2006/relationships/image" Target="../media/image599.png"/><Relationship Id="rId30" Type="http://schemas.openxmlformats.org/officeDocument/2006/relationships/image" Target="../media/image600.png"/><Relationship Id="rId31" Type="http://schemas.openxmlformats.org/officeDocument/2006/relationships/image" Target="../media/image601.png"/><Relationship Id="rId32" Type="http://schemas.openxmlformats.org/officeDocument/2006/relationships/image" Target="../media/image602.png"/><Relationship Id="rId33" Type="http://schemas.openxmlformats.org/officeDocument/2006/relationships/image" Target="../media/image603.png"/><Relationship Id="rId34" Type="http://schemas.openxmlformats.org/officeDocument/2006/relationships/image" Target="../media/image604.png"/><Relationship Id="rId35" Type="http://schemas.openxmlformats.org/officeDocument/2006/relationships/image" Target="../media/image605.png"/><Relationship Id="rId36" Type="http://schemas.openxmlformats.org/officeDocument/2006/relationships/image" Target="../media/image606.png"/><Relationship Id="rId37" Type="http://schemas.openxmlformats.org/officeDocument/2006/relationships/image" Target="../media/image607.png"/><Relationship Id="rId38" Type="http://schemas.openxmlformats.org/officeDocument/2006/relationships/image" Target="../media/image608.png"/><Relationship Id="rId39" Type="http://schemas.openxmlformats.org/officeDocument/2006/relationships/image" Target="../media/image609.png"/><Relationship Id="rId40" Type="http://schemas.openxmlformats.org/officeDocument/2006/relationships/image" Target="../media/image610.png"/><Relationship Id="rId41" Type="http://schemas.openxmlformats.org/officeDocument/2006/relationships/image" Target="../media/image611.png"/><Relationship Id="rId42" Type="http://schemas.openxmlformats.org/officeDocument/2006/relationships/image" Target="../media/image612.png"/><Relationship Id="rId43" Type="http://schemas.openxmlformats.org/officeDocument/2006/relationships/image" Target="../media/image613.png"/><Relationship Id="rId44" Type="http://schemas.openxmlformats.org/officeDocument/2006/relationships/image" Target="../media/image614.png"/><Relationship Id="rId45" Type="http://schemas.openxmlformats.org/officeDocument/2006/relationships/image" Target="../media/image615.png"/><Relationship Id="rId46" Type="http://schemas.openxmlformats.org/officeDocument/2006/relationships/image" Target="../media/image616.png"/><Relationship Id="rId47" Type="http://schemas.openxmlformats.org/officeDocument/2006/relationships/image" Target="../media/image617.png"/><Relationship Id="rId48" Type="http://schemas.openxmlformats.org/officeDocument/2006/relationships/image" Target="../media/image618.png"/><Relationship Id="rId49" Type="http://schemas.openxmlformats.org/officeDocument/2006/relationships/image" Target="../media/image619.png"/><Relationship Id="rId50" Type="http://schemas.openxmlformats.org/officeDocument/2006/relationships/image" Target="../media/image620.png"/><Relationship Id="rId51" Type="http://schemas.openxmlformats.org/officeDocument/2006/relationships/image" Target="../media/image621.png"/><Relationship Id="rId52" Type="http://schemas.openxmlformats.org/officeDocument/2006/relationships/image" Target="../media/image622.png"/><Relationship Id="rId53" Type="http://schemas.openxmlformats.org/officeDocument/2006/relationships/image" Target="../media/image623.png"/><Relationship Id="rId54" Type="http://schemas.openxmlformats.org/officeDocument/2006/relationships/image" Target="../media/image624.png"/><Relationship Id="rId55" Type="http://schemas.openxmlformats.org/officeDocument/2006/relationships/image" Target="../media/image625.png"/><Relationship Id="rId56" Type="http://schemas.openxmlformats.org/officeDocument/2006/relationships/image" Target="../media/image626.png"/><Relationship Id="rId57" Type="http://schemas.openxmlformats.org/officeDocument/2006/relationships/image" Target="../media/image627.png"/><Relationship Id="rId58" Type="http://schemas.openxmlformats.org/officeDocument/2006/relationships/image" Target="../media/image628.png"/><Relationship Id="rId59" Type="http://schemas.openxmlformats.org/officeDocument/2006/relationships/image" Target="../media/image629.png"/><Relationship Id="rId60" Type="http://schemas.openxmlformats.org/officeDocument/2006/relationships/image" Target="../media/image630.png"/><Relationship Id="rId61" Type="http://schemas.openxmlformats.org/officeDocument/2006/relationships/image" Target="../media/image631.png"/><Relationship Id="rId62" Type="http://schemas.openxmlformats.org/officeDocument/2006/relationships/image" Target="../media/image632.png"/><Relationship Id="rId63" Type="http://schemas.openxmlformats.org/officeDocument/2006/relationships/image" Target="../media/image633.png"/><Relationship Id="rId64" Type="http://schemas.openxmlformats.org/officeDocument/2006/relationships/image" Target="../media/image634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5.png"/><Relationship Id="rId3" Type="http://schemas.openxmlformats.org/officeDocument/2006/relationships/image" Target="../media/image636.png"/><Relationship Id="rId4" Type="http://schemas.openxmlformats.org/officeDocument/2006/relationships/image" Target="../media/image637.png"/><Relationship Id="rId5" Type="http://schemas.openxmlformats.org/officeDocument/2006/relationships/image" Target="../media/image638.png"/><Relationship Id="rId6" Type="http://schemas.openxmlformats.org/officeDocument/2006/relationships/image" Target="../media/image639.png"/><Relationship Id="rId7" Type="http://schemas.openxmlformats.org/officeDocument/2006/relationships/image" Target="../media/image640.png"/><Relationship Id="rId8" Type="http://schemas.openxmlformats.org/officeDocument/2006/relationships/image" Target="../media/image641.png"/><Relationship Id="rId9" Type="http://schemas.openxmlformats.org/officeDocument/2006/relationships/image" Target="../media/image642.png"/><Relationship Id="rId10" Type="http://schemas.openxmlformats.org/officeDocument/2006/relationships/image" Target="../media/image643.png"/><Relationship Id="rId11" Type="http://schemas.openxmlformats.org/officeDocument/2006/relationships/image" Target="../media/image644.png"/><Relationship Id="rId12" Type="http://schemas.openxmlformats.org/officeDocument/2006/relationships/image" Target="../media/image645.png"/><Relationship Id="rId13" Type="http://schemas.openxmlformats.org/officeDocument/2006/relationships/image" Target="../media/image646.png"/><Relationship Id="rId14" Type="http://schemas.openxmlformats.org/officeDocument/2006/relationships/image" Target="../media/image647.png"/><Relationship Id="rId15" Type="http://schemas.openxmlformats.org/officeDocument/2006/relationships/image" Target="../media/image648.png"/><Relationship Id="rId16" Type="http://schemas.openxmlformats.org/officeDocument/2006/relationships/image" Target="../media/image649.png"/><Relationship Id="rId17" Type="http://schemas.openxmlformats.org/officeDocument/2006/relationships/image" Target="../media/image650.png"/><Relationship Id="rId18" Type="http://schemas.openxmlformats.org/officeDocument/2006/relationships/image" Target="../media/image651.png"/><Relationship Id="rId19" Type="http://schemas.openxmlformats.org/officeDocument/2006/relationships/image" Target="../media/image652.png"/><Relationship Id="rId20" Type="http://schemas.openxmlformats.org/officeDocument/2006/relationships/image" Target="../media/image653.png"/><Relationship Id="rId21" Type="http://schemas.openxmlformats.org/officeDocument/2006/relationships/image" Target="../media/image654.png"/><Relationship Id="rId22" Type="http://schemas.openxmlformats.org/officeDocument/2006/relationships/image" Target="../media/image655.png"/><Relationship Id="rId23" Type="http://schemas.openxmlformats.org/officeDocument/2006/relationships/image" Target="../media/image656.png"/><Relationship Id="rId24" Type="http://schemas.openxmlformats.org/officeDocument/2006/relationships/image" Target="../media/image657.png"/><Relationship Id="rId25" Type="http://schemas.openxmlformats.org/officeDocument/2006/relationships/image" Target="../media/image658.png"/><Relationship Id="rId26" Type="http://schemas.openxmlformats.org/officeDocument/2006/relationships/image" Target="../media/image659.png"/><Relationship Id="rId27" Type="http://schemas.openxmlformats.org/officeDocument/2006/relationships/image" Target="../media/image660.png"/><Relationship Id="rId28" Type="http://schemas.openxmlformats.org/officeDocument/2006/relationships/image" Target="../media/image661.png"/><Relationship Id="rId29" Type="http://schemas.openxmlformats.org/officeDocument/2006/relationships/image" Target="../media/image662.png"/><Relationship Id="rId30" Type="http://schemas.openxmlformats.org/officeDocument/2006/relationships/image" Target="../media/image663.png"/><Relationship Id="rId31" Type="http://schemas.openxmlformats.org/officeDocument/2006/relationships/image" Target="../media/image664.png"/><Relationship Id="rId32" Type="http://schemas.openxmlformats.org/officeDocument/2006/relationships/image" Target="../media/image665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6.png"/><Relationship Id="rId3" Type="http://schemas.openxmlformats.org/officeDocument/2006/relationships/image" Target="../media/image667.png"/><Relationship Id="rId4" Type="http://schemas.openxmlformats.org/officeDocument/2006/relationships/image" Target="../media/image668.png"/><Relationship Id="rId5" Type="http://schemas.openxmlformats.org/officeDocument/2006/relationships/image" Target="../media/image669.png"/><Relationship Id="rId6" Type="http://schemas.openxmlformats.org/officeDocument/2006/relationships/image" Target="../media/image670.png"/><Relationship Id="rId7" Type="http://schemas.openxmlformats.org/officeDocument/2006/relationships/image" Target="../media/image671.png"/><Relationship Id="rId8" Type="http://schemas.openxmlformats.org/officeDocument/2006/relationships/image" Target="../media/image672.png"/><Relationship Id="rId9" Type="http://schemas.openxmlformats.org/officeDocument/2006/relationships/image" Target="../media/image673.png"/><Relationship Id="rId10" Type="http://schemas.openxmlformats.org/officeDocument/2006/relationships/image" Target="../media/image674.png"/><Relationship Id="rId11" Type="http://schemas.openxmlformats.org/officeDocument/2006/relationships/image" Target="../media/image675.png"/><Relationship Id="rId12" Type="http://schemas.openxmlformats.org/officeDocument/2006/relationships/image" Target="../media/image676.png"/><Relationship Id="rId13" Type="http://schemas.openxmlformats.org/officeDocument/2006/relationships/image" Target="../media/image677.png"/><Relationship Id="rId14" Type="http://schemas.openxmlformats.org/officeDocument/2006/relationships/image" Target="../media/image678.png"/><Relationship Id="rId15" Type="http://schemas.openxmlformats.org/officeDocument/2006/relationships/image" Target="../media/image679.png"/><Relationship Id="rId16" Type="http://schemas.openxmlformats.org/officeDocument/2006/relationships/image" Target="../media/image680.png"/><Relationship Id="rId17" Type="http://schemas.openxmlformats.org/officeDocument/2006/relationships/image" Target="../media/image681.png"/><Relationship Id="rId18" Type="http://schemas.openxmlformats.org/officeDocument/2006/relationships/image" Target="../media/image682.png"/><Relationship Id="rId19" Type="http://schemas.openxmlformats.org/officeDocument/2006/relationships/image" Target="../media/image683.png"/><Relationship Id="rId20" Type="http://schemas.openxmlformats.org/officeDocument/2006/relationships/image" Target="../media/image684.png"/><Relationship Id="rId21" Type="http://schemas.openxmlformats.org/officeDocument/2006/relationships/image" Target="../media/image685.png"/><Relationship Id="rId22" Type="http://schemas.openxmlformats.org/officeDocument/2006/relationships/image" Target="../media/image686.png"/><Relationship Id="rId23" Type="http://schemas.openxmlformats.org/officeDocument/2006/relationships/image" Target="../media/image687.png"/><Relationship Id="rId24" Type="http://schemas.openxmlformats.org/officeDocument/2006/relationships/image" Target="../media/image688.png"/><Relationship Id="rId25" Type="http://schemas.openxmlformats.org/officeDocument/2006/relationships/image" Target="../media/image689.png"/><Relationship Id="rId26" Type="http://schemas.openxmlformats.org/officeDocument/2006/relationships/image" Target="../media/image690.png"/><Relationship Id="rId27" Type="http://schemas.openxmlformats.org/officeDocument/2006/relationships/image" Target="../media/image691.png"/><Relationship Id="rId28" Type="http://schemas.openxmlformats.org/officeDocument/2006/relationships/image" Target="../media/image692.png"/><Relationship Id="rId29" Type="http://schemas.openxmlformats.org/officeDocument/2006/relationships/image" Target="../media/image693.png"/><Relationship Id="rId30" Type="http://schemas.openxmlformats.org/officeDocument/2006/relationships/image" Target="../media/image694.png"/><Relationship Id="rId31" Type="http://schemas.openxmlformats.org/officeDocument/2006/relationships/image" Target="../media/image695.png"/><Relationship Id="rId32" Type="http://schemas.openxmlformats.org/officeDocument/2006/relationships/image" Target="../media/image696.png"/><Relationship Id="rId33" Type="http://schemas.openxmlformats.org/officeDocument/2006/relationships/image" Target="../media/image697.png"/><Relationship Id="rId34" Type="http://schemas.openxmlformats.org/officeDocument/2006/relationships/image" Target="../media/image698.png"/><Relationship Id="rId35" Type="http://schemas.openxmlformats.org/officeDocument/2006/relationships/image" Target="../media/image699.png"/><Relationship Id="rId36" Type="http://schemas.openxmlformats.org/officeDocument/2006/relationships/image" Target="../media/image700.png"/><Relationship Id="rId37" Type="http://schemas.openxmlformats.org/officeDocument/2006/relationships/image" Target="../media/image701.png"/><Relationship Id="rId38" Type="http://schemas.openxmlformats.org/officeDocument/2006/relationships/image" Target="../media/image702.png"/><Relationship Id="rId39" Type="http://schemas.openxmlformats.org/officeDocument/2006/relationships/image" Target="../media/image703.png"/><Relationship Id="rId40" Type="http://schemas.openxmlformats.org/officeDocument/2006/relationships/image" Target="../media/image704.png"/><Relationship Id="rId41" Type="http://schemas.openxmlformats.org/officeDocument/2006/relationships/image" Target="../media/image705.png"/><Relationship Id="rId42" Type="http://schemas.openxmlformats.org/officeDocument/2006/relationships/image" Target="../media/image706.png"/><Relationship Id="rId43" Type="http://schemas.openxmlformats.org/officeDocument/2006/relationships/image" Target="../media/image707.png"/><Relationship Id="rId44" Type="http://schemas.openxmlformats.org/officeDocument/2006/relationships/image" Target="../media/image708.png"/><Relationship Id="rId45" Type="http://schemas.openxmlformats.org/officeDocument/2006/relationships/image" Target="../media/image709.png"/><Relationship Id="rId46" Type="http://schemas.openxmlformats.org/officeDocument/2006/relationships/image" Target="../media/image710.png"/><Relationship Id="rId47" Type="http://schemas.openxmlformats.org/officeDocument/2006/relationships/image" Target="../media/image711.png"/><Relationship Id="rId48" Type="http://schemas.openxmlformats.org/officeDocument/2006/relationships/image" Target="../media/image712.png"/><Relationship Id="rId49" Type="http://schemas.openxmlformats.org/officeDocument/2006/relationships/image" Target="../media/image713.png"/><Relationship Id="rId50" Type="http://schemas.openxmlformats.org/officeDocument/2006/relationships/image" Target="../media/image714.png"/><Relationship Id="rId51" Type="http://schemas.openxmlformats.org/officeDocument/2006/relationships/image" Target="../media/image715.png"/><Relationship Id="rId52" Type="http://schemas.openxmlformats.org/officeDocument/2006/relationships/image" Target="../media/image716.png"/><Relationship Id="rId53" Type="http://schemas.openxmlformats.org/officeDocument/2006/relationships/image" Target="../media/image717.png"/><Relationship Id="rId54" Type="http://schemas.openxmlformats.org/officeDocument/2006/relationships/image" Target="../media/image718.png"/><Relationship Id="rId55" Type="http://schemas.openxmlformats.org/officeDocument/2006/relationships/image" Target="../media/image719.png"/><Relationship Id="rId56" Type="http://schemas.openxmlformats.org/officeDocument/2006/relationships/image" Target="../media/image720.png"/><Relationship Id="rId57" Type="http://schemas.openxmlformats.org/officeDocument/2006/relationships/image" Target="../media/image721.png"/><Relationship Id="rId58" Type="http://schemas.openxmlformats.org/officeDocument/2006/relationships/image" Target="../media/image722.png"/><Relationship Id="rId59" Type="http://schemas.openxmlformats.org/officeDocument/2006/relationships/image" Target="../media/image723.png"/><Relationship Id="rId60" Type="http://schemas.openxmlformats.org/officeDocument/2006/relationships/image" Target="../media/image724.png"/><Relationship Id="rId61" Type="http://schemas.openxmlformats.org/officeDocument/2006/relationships/image" Target="../media/image725.png"/><Relationship Id="rId62" Type="http://schemas.openxmlformats.org/officeDocument/2006/relationships/image" Target="../media/image726.png"/><Relationship Id="rId63" Type="http://schemas.openxmlformats.org/officeDocument/2006/relationships/image" Target="../media/image727.png"/><Relationship Id="rId64" Type="http://schemas.openxmlformats.org/officeDocument/2006/relationships/image" Target="../media/image728.png"/><Relationship Id="rId65" Type="http://schemas.openxmlformats.org/officeDocument/2006/relationships/image" Target="../media/image729.png"/><Relationship Id="rId66" Type="http://schemas.openxmlformats.org/officeDocument/2006/relationships/image" Target="../media/image730.png"/><Relationship Id="rId67" Type="http://schemas.openxmlformats.org/officeDocument/2006/relationships/image" Target="../media/image731.png"/><Relationship Id="rId68" Type="http://schemas.openxmlformats.org/officeDocument/2006/relationships/image" Target="../media/image732.png"/><Relationship Id="rId69" Type="http://schemas.openxmlformats.org/officeDocument/2006/relationships/image" Target="../media/image733.png"/><Relationship Id="rId70" Type="http://schemas.openxmlformats.org/officeDocument/2006/relationships/image" Target="../media/image734.png"/><Relationship Id="rId71" Type="http://schemas.openxmlformats.org/officeDocument/2006/relationships/image" Target="../media/image735.png"/><Relationship Id="rId72" Type="http://schemas.openxmlformats.org/officeDocument/2006/relationships/image" Target="../media/image736.png"/><Relationship Id="rId73" Type="http://schemas.openxmlformats.org/officeDocument/2006/relationships/image" Target="../media/image737.png"/><Relationship Id="rId74" Type="http://schemas.openxmlformats.org/officeDocument/2006/relationships/image" Target="../media/image738.png"/><Relationship Id="rId75" Type="http://schemas.openxmlformats.org/officeDocument/2006/relationships/image" Target="../media/image739.png"/><Relationship Id="rId76" Type="http://schemas.openxmlformats.org/officeDocument/2006/relationships/image" Target="../media/image740.png"/><Relationship Id="rId77" Type="http://schemas.openxmlformats.org/officeDocument/2006/relationships/image" Target="../media/image741.png"/><Relationship Id="rId78" Type="http://schemas.openxmlformats.org/officeDocument/2006/relationships/image" Target="../media/image742.png"/><Relationship Id="rId79" Type="http://schemas.openxmlformats.org/officeDocument/2006/relationships/image" Target="../media/image743.png"/><Relationship Id="rId80" Type="http://schemas.openxmlformats.org/officeDocument/2006/relationships/image" Target="../media/image744.png"/><Relationship Id="rId81" Type="http://schemas.openxmlformats.org/officeDocument/2006/relationships/image" Target="../media/image745.png"/><Relationship Id="rId82" Type="http://schemas.openxmlformats.org/officeDocument/2006/relationships/image" Target="../media/image746.png"/><Relationship Id="rId83" Type="http://schemas.openxmlformats.org/officeDocument/2006/relationships/image" Target="../media/image747.png"/><Relationship Id="rId84" Type="http://schemas.openxmlformats.org/officeDocument/2006/relationships/image" Target="../media/image748.png"/><Relationship Id="rId85" Type="http://schemas.openxmlformats.org/officeDocument/2006/relationships/image" Target="../media/image749.png"/><Relationship Id="rId86" Type="http://schemas.openxmlformats.org/officeDocument/2006/relationships/image" Target="../media/image750.png"/><Relationship Id="rId87" Type="http://schemas.openxmlformats.org/officeDocument/2006/relationships/image" Target="../media/image751.png"/><Relationship Id="rId88" Type="http://schemas.openxmlformats.org/officeDocument/2006/relationships/image" Target="../media/image752.png"/><Relationship Id="rId89" Type="http://schemas.openxmlformats.org/officeDocument/2006/relationships/image" Target="../media/image753.png"/><Relationship Id="rId90" Type="http://schemas.openxmlformats.org/officeDocument/2006/relationships/image" Target="../media/image75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55.png"/><Relationship Id="rId3" Type="http://schemas.openxmlformats.org/officeDocument/2006/relationships/image" Target="../media/image756.png"/><Relationship Id="rId4" Type="http://schemas.openxmlformats.org/officeDocument/2006/relationships/image" Target="../media/image757.png"/><Relationship Id="rId5" Type="http://schemas.openxmlformats.org/officeDocument/2006/relationships/image" Target="../media/image758.png"/><Relationship Id="rId6" Type="http://schemas.openxmlformats.org/officeDocument/2006/relationships/image" Target="../media/image759.png"/><Relationship Id="rId7" Type="http://schemas.openxmlformats.org/officeDocument/2006/relationships/image" Target="../media/image760.png"/><Relationship Id="rId8" Type="http://schemas.openxmlformats.org/officeDocument/2006/relationships/image" Target="../media/image761.png"/><Relationship Id="rId9" Type="http://schemas.openxmlformats.org/officeDocument/2006/relationships/image" Target="../media/image762.png"/><Relationship Id="rId10" Type="http://schemas.openxmlformats.org/officeDocument/2006/relationships/image" Target="../media/image763.png"/><Relationship Id="rId11" Type="http://schemas.openxmlformats.org/officeDocument/2006/relationships/image" Target="../media/image764.png"/><Relationship Id="rId12" Type="http://schemas.openxmlformats.org/officeDocument/2006/relationships/image" Target="../media/image765.png"/><Relationship Id="rId13" Type="http://schemas.openxmlformats.org/officeDocument/2006/relationships/image" Target="../media/image766.png"/><Relationship Id="rId14" Type="http://schemas.openxmlformats.org/officeDocument/2006/relationships/image" Target="../media/image767.png"/><Relationship Id="rId15" Type="http://schemas.openxmlformats.org/officeDocument/2006/relationships/image" Target="../media/image768.png"/><Relationship Id="rId16" Type="http://schemas.openxmlformats.org/officeDocument/2006/relationships/image" Target="../media/image769.png"/><Relationship Id="rId17" Type="http://schemas.openxmlformats.org/officeDocument/2006/relationships/image" Target="../media/image770.png"/><Relationship Id="rId18" Type="http://schemas.openxmlformats.org/officeDocument/2006/relationships/image" Target="../media/image771.png"/><Relationship Id="rId19" Type="http://schemas.openxmlformats.org/officeDocument/2006/relationships/image" Target="../media/image772.png"/><Relationship Id="rId20" Type="http://schemas.openxmlformats.org/officeDocument/2006/relationships/image" Target="../media/image773.png"/><Relationship Id="rId21" Type="http://schemas.openxmlformats.org/officeDocument/2006/relationships/image" Target="../media/image774.png"/><Relationship Id="rId22" Type="http://schemas.openxmlformats.org/officeDocument/2006/relationships/image" Target="../media/image775.png"/><Relationship Id="rId23" Type="http://schemas.openxmlformats.org/officeDocument/2006/relationships/image" Target="../media/image776.png"/><Relationship Id="rId24" Type="http://schemas.openxmlformats.org/officeDocument/2006/relationships/image" Target="../media/image777.png"/><Relationship Id="rId25" Type="http://schemas.openxmlformats.org/officeDocument/2006/relationships/image" Target="../media/image778.png"/><Relationship Id="rId26" Type="http://schemas.openxmlformats.org/officeDocument/2006/relationships/image" Target="../media/image779.png"/><Relationship Id="rId27" Type="http://schemas.openxmlformats.org/officeDocument/2006/relationships/image" Target="../media/image780.png"/><Relationship Id="rId28" Type="http://schemas.openxmlformats.org/officeDocument/2006/relationships/image" Target="../media/image781.png"/><Relationship Id="rId29" Type="http://schemas.openxmlformats.org/officeDocument/2006/relationships/image" Target="../media/image782.png"/><Relationship Id="rId30" Type="http://schemas.openxmlformats.org/officeDocument/2006/relationships/image" Target="../media/image783.png"/><Relationship Id="rId31" Type="http://schemas.openxmlformats.org/officeDocument/2006/relationships/image" Target="../media/image784.png"/><Relationship Id="rId32" Type="http://schemas.openxmlformats.org/officeDocument/2006/relationships/image" Target="../media/image785.png"/><Relationship Id="rId33" Type="http://schemas.openxmlformats.org/officeDocument/2006/relationships/image" Target="../media/image786.png"/><Relationship Id="rId34" Type="http://schemas.openxmlformats.org/officeDocument/2006/relationships/image" Target="../media/image787.png"/><Relationship Id="rId35" Type="http://schemas.openxmlformats.org/officeDocument/2006/relationships/image" Target="../media/image788.png"/><Relationship Id="rId36" Type="http://schemas.openxmlformats.org/officeDocument/2006/relationships/image" Target="../media/image789.png"/><Relationship Id="rId37" Type="http://schemas.openxmlformats.org/officeDocument/2006/relationships/image" Target="../media/image790.png"/><Relationship Id="rId38" Type="http://schemas.openxmlformats.org/officeDocument/2006/relationships/image" Target="../media/image791.png"/><Relationship Id="rId39" Type="http://schemas.openxmlformats.org/officeDocument/2006/relationships/image" Target="../media/image792.png"/><Relationship Id="rId40" Type="http://schemas.openxmlformats.org/officeDocument/2006/relationships/image" Target="../media/image793.png"/><Relationship Id="rId41" Type="http://schemas.openxmlformats.org/officeDocument/2006/relationships/image" Target="../media/image794.png"/><Relationship Id="rId42" Type="http://schemas.openxmlformats.org/officeDocument/2006/relationships/image" Target="../media/image795.png"/><Relationship Id="rId43" Type="http://schemas.openxmlformats.org/officeDocument/2006/relationships/image" Target="../media/image796.png"/><Relationship Id="rId44" Type="http://schemas.openxmlformats.org/officeDocument/2006/relationships/image" Target="../media/image797.png"/><Relationship Id="rId45" Type="http://schemas.openxmlformats.org/officeDocument/2006/relationships/image" Target="../media/image798.png"/><Relationship Id="rId46" Type="http://schemas.openxmlformats.org/officeDocument/2006/relationships/image" Target="../media/image799.png"/><Relationship Id="rId47" Type="http://schemas.openxmlformats.org/officeDocument/2006/relationships/image" Target="../media/image800.png"/><Relationship Id="rId48" Type="http://schemas.openxmlformats.org/officeDocument/2006/relationships/image" Target="../media/image801.png"/><Relationship Id="rId49" Type="http://schemas.openxmlformats.org/officeDocument/2006/relationships/image" Target="../media/image802.png"/><Relationship Id="rId50" Type="http://schemas.openxmlformats.org/officeDocument/2006/relationships/image" Target="../media/image803.png"/><Relationship Id="rId51" Type="http://schemas.openxmlformats.org/officeDocument/2006/relationships/image" Target="../media/image804.png"/><Relationship Id="rId52" Type="http://schemas.openxmlformats.org/officeDocument/2006/relationships/image" Target="../media/image805.png"/><Relationship Id="rId53" Type="http://schemas.openxmlformats.org/officeDocument/2006/relationships/image" Target="../media/image806.png"/><Relationship Id="rId54" Type="http://schemas.openxmlformats.org/officeDocument/2006/relationships/image" Target="../media/image807.png"/><Relationship Id="rId55" Type="http://schemas.openxmlformats.org/officeDocument/2006/relationships/image" Target="../media/image808.png"/><Relationship Id="rId56" Type="http://schemas.openxmlformats.org/officeDocument/2006/relationships/image" Target="../media/image809.png"/><Relationship Id="rId57" Type="http://schemas.openxmlformats.org/officeDocument/2006/relationships/image" Target="../media/image810.png"/><Relationship Id="rId58" Type="http://schemas.openxmlformats.org/officeDocument/2006/relationships/image" Target="../media/image811.png"/><Relationship Id="rId59" Type="http://schemas.openxmlformats.org/officeDocument/2006/relationships/image" Target="../media/image812.png"/><Relationship Id="rId60" Type="http://schemas.openxmlformats.org/officeDocument/2006/relationships/image" Target="../media/image813.png"/><Relationship Id="rId61" Type="http://schemas.openxmlformats.org/officeDocument/2006/relationships/image" Target="../media/image814.png"/><Relationship Id="rId62" Type="http://schemas.openxmlformats.org/officeDocument/2006/relationships/image" Target="../media/image815.png"/><Relationship Id="rId63" Type="http://schemas.openxmlformats.org/officeDocument/2006/relationships/image" Target="../media/image816.png"/><Relationship Id="rId64" Type="http://schemas.openxmlformats.org/officeDocument/2006/relationships/image" Target="../media/image817.png"/><Relationship Id="rId65" Type="http://schemas.openxmlformats.org/officeDocument/2006/relationships/image" Target="../media/image818.png"/><Relationship Id="rId66" Type="http://schemas.openxmlformats.org/officeDocument/2006/relationships/image" Target="../media/image819.png"/><Relationship Id="rId67" Type="http://schemas.openxmlformats.org/officeDocument/2006/relationships/image" Target="../media/image820.png"/><Relationship Id="rId68" Type="http://schemas.openxmlformats.org/officeDocument/2006/relationships/image" Target="../media/image821.png"/><Relationship Id="rId69" Type="http://schemas.openxmlformats.org/officeDocument/2006/relationships/image" Target="../media/image822.png"/><Relationship Id="rId70" Type="http://schemas.openxmlformats.org/officeDocument/2006/relationships/image" Target="../media/image823.png"/><Relationship Id="rId71" Type="http://schemas.openxmlformats.org/officeDocument/2006/relationships/image" Target="../media/image824.png"/><Relationship Id="rId72" Type="http://schemas.openxmlformats.org/officeDocument/2006/relationships/image" Target="../media/image825.png"/><Relationship Id="rId73" Type="http://schemas.openxmlformats.org/officeDocument/2006/relationships/image" Target="../media/image826.png"/><Relationship Id="rId74" Type="http://schemas.openxmlformats.org/officeDocument/2006/relationships/image" Target="../media/image827.png"/><Relationship Id="rId75" Type="http://schemas.openxmlformats.org/officeDocument/2006/relationships/image" Target="../media/image828.png"/><Relationship Id="rId76" Type="http://schemas.openxmlformats.org/officeDocument/2006/relationships/image" Target="../media/image829.png"/><Relationship Id="rId77" Type="http://schemas.openxmlformats.org/officeDocument/2006/relationships/image" Target="../media/image830.png"/><Relationship Id="rId78" Type="http://schemas.openxmlformats.org/officeDocument/2006/relationships/image" Target="../media/image831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2.png"/><Relationship Id="rId3" Type="http://schemas.openxmlformats.org/officeDocument/2006/relationships/image" Target="../media/image833.png"/><Relationship Id="rId4" Type="http://schemas.openxmlformats.org/officeDocument/2006/relationships/image" Target="../media/image834.png"/><Relationship Id="rId5" Type="http://schemas.openxmlformats.org/officeDocument/2006/relationships/image" Target="../media/image835.png"/><Relationship Id="rId6" Type="http://schemas.openxmlformats.org/officeDocument/2006/relationships/image" Target="../media/image836.png"/><Relationship Id="rId7" Type="http://schemas.openxmlformats.org/officeDocument/2006/relationships/image" Target="../media/image837.png"/><Relationship Id="rId8" Type="http://schemas.openxmlformats.org/officeDocument/2006/relationships/image" Target="../media/image838.png"/><Relationship Id="rId9" Type="http://schemas.openxmlformats.org/officeDocument/2006/relationships/image" Target="../media/image839.png"/><Relationship Id="rId10" Type="http://schemas.openxmlformats.org/officeDocument/2006/relationships/image" Target="../media/image840.png"/><Relationship Id="rId11" Type="http://schemas.openxmlformats.org/officeDocument/2006/relationships/image" Target="../media/image841.png"/><Relationship Id="rId12" Type="http://schemas.openxmlformats.org/officeDocument/2006/relationships/image" Target="../media/image842.png"/><Relationship Id="rId13" Type="http://schemas.openxmlformats.org/officeDocument/2006/relationships/image" Target="../media/image843.png"/><Relationship Id="rId14" Type="http://schemas.openxmlformats.org/officeDocument/2006/relationships/image" Target="../media/image844.png"/><Relationship Id="rId15" Type="http://schemas.openxmlformats.org/officeDocument/2006/relationships/image" Target="../media/image845.png"/><Relationship Id="rId16" Type="http://schemas.openxmlformats.org/officeDocument/2006/relationships/image" Target="../media/image846.png"/><Relationship Id="rId17" Type="http://schemas.openxmlformats.org/officeDocument/2006/relationships/image" Target="../media/image847.png"/><Relationship Id="rId18" Type="http://schemas.openxmlformats.org/officeDocument/2006/relationships/image" Target="../media/image848.png"/><Relationship Id="rId19" Type="http://schemas.openxmlformats.org/officeDocument/2006/relationships/image" Target="../media/image849.png"/><Relationship Id="rId20" Type="http://schemas.openxmlformats.org/officeDocument/2006/relationships/image" Target="../media/image850.png"/><Relationship Id="rId21" Type="http://schemas.openxmlformats.org/officeDocument/2006/relationships/image" Target="../media/image851.png"/><Relationship Id="rId22" Type="http://schemas.openxmlformats.org/officeDocument/2006/relationships/image" Target="../media/image852.png"/><Relationship Id="rId23" Type="http://schemas.openxmlformats.org/officeDocument/2006/relationships/image" Target="../media/image853.png"/><Relationship Id="rId24" Type="http://schemas.openxmlformats.org/officeDocument/2006/relationships/image" Target="../media/image854.png"/><Relationship Id="rId25" Type="http://schemas.openxmlformats.org/officeDocument/2006/relationships/image" Target="../media/image855.png"/><Relationship Id="rId26" Type="http://schemas.openxmlformats.org/officeDocument/2006/relationships/image" Target="../media/image856.png"/><Relationship Id="rId27" Type="http://schemas.openxmlformats.org/officeDocument/2006/relationships/image" Target="../media/image857.png"/><Relationship Id="rId28" Type="http://schemas.openxmlformats.org/officeDocument/2006/relationships/image" Target="../media/image858.png"/><Relationship Id="rId29" Type="http://schemas.openxmlformats.org/officeDocument/2006/relationships/image" Target="../media/image859.png"/><Relationship Id="rId30" Type="http://schemas.openxmlformats.org/officeDocument/2006/relationships/image" Target="../media/image860.png"/><Relationship Id="rId31" Type="http://schemas.openxmlformats.org/officeDocument/2006/relationships/image" Target="../media/image861.png"/><Relationship Id="rId32" Type="http://schemas.openxmlformats.org/officeDocument/2006/relationships/image" Target="../media/image862.png"/><Relationship Id="rId33" Type="http://schemas.openxmlformats.org/officeDocument/2006/relationships/image" Target="../media/image863.png"/><Relationship Id="rId34" Type="http://schemas.openxmlformats.org/officeDocument/2006/relationships/image" Target="../media/image864.png"/><Relationship Id="rId35" Type="http://schemas.openxmlformats.org/officeDocument/2006/relationships/image" Target="../media/image865.png"/><Relationship Id="rId36" Type="http://schemas.openxmlformats.org/officeDocument/2006/relationships/image" Target="../media/image866.png"/><Relationship Id="rId37" Type="http://schemas.openxmlformats.org/officeDocument/2006/relationships/image" Target="../media/image867.png"/><Relationship Id="rId38" Type="http://schemas.openxmlformats.org/officeDocument/2006/relationships/image" Target="../media/image868.png"/><Relationship Id="rId39" Type="http://schemas.openxmlformats.org/officeDocument/2006/relationships/image" Target="../media/image869.png"/><Relationship Id="rId40" Type="http://schemas.openxmlformats.org/officeDocument/2006/relationships/image" Target="../media/image870.png"/><Relationship Id="rId41" Type="http://schemas.openxmlformats.org/officeDocument/2006/relationships/image" Target="../media/image871.png"/><Relationship Id="rId42" Type="http://schemas.openxmlformats.org/officeDocument/2006/relationships/image" Target="../media/image872.png"/><Relationship Id="rId43" Type="http://schemas.openxmlformats.org/officeDocument/2006/relationships/image" Target="../media/image873.png"/><Relationship Id="rId44" Type="http://schemas.openxmlformats.org/officeDocument/2006/relationships/image" Target="../media/image874.png"/><Relationship Id="rId45" Type="http://schemas.openxmlformats.org/officeDocument/2006/relationships/image" Target="../media/image875.png"/><Relationship Id="rId46" Type="http://schemas.openxmlformats.org/officeDocument/2006/relationships/image" Target="../media/image876.png"/><Relationship Id="rId47" Type="http://schemas.openxmlformats.org/officeDocument/2006/relationships/image" Target="../media/image877.png"/><Relationship Id="rId48" Type="http://schemas.openxmlformats.org/officeDocument/2006/relationships/image" Target="../media/image878.png"/><Relationship Id="rId49" Type="http://schemas.openxmlformats.org/officeDocument/2006/relationships/image" Target="../media/image879.png"/><Relationship Id="rId50" Type="http://schemas.openxmlformats.org/officeDocument/2006/relationships/image" Target="../media/image880.png"/><Relationship Id="rId51" Type="http://schemas.openxmlformats.org/officeDocument/2006/relationships/image" Target="../media/image881.png"/><Relationship Id="rId52" Type="http://schemas.openxmlformats.org/officeDocument/2006/relationships/image" Target="../media/image882.png"/><Relationship Id="rId53" Type="http://schemas.openxmlformats.org/officeDocument/2006/relationships/image" Target="../media/image883.png"/><Relationship Id="rId54" Type="http://schemas.openxmlformats.org/officeDocument/2006/relationships/image" Target="../media/image884.png"/><Relationship Id="rId55" Type="http://schemas.openxmlformats.org/officeDocument/2006/relationships/image" Target="../media/image885.png"/><Relationship Id="rId56" Type="http://schemas.openxmlformats.org/officeDocument/2006/relationships/image" Target="../media/image886.png"/><Relationship Id="rId57" Type="http://schemas.openxmlformats.org/officeDocument/2006/relationships/image" Target="../media/image887.png"/><Relationship Id="rId58" Type="http://schemas.openxmlformats.org/officeDocument/2006/relationships/image" Target="../media/image888.png"/><Relationship Id="rId59" Type="http://schemas.openxmlformats.org/officeDocument/2006/relationships/image" Target="../media/image889.png"/><Relationship Id="rId60" Type="http://schemas.openxmlformats.org/officeDocument/2006/relationships/image" Target="../media/image890.png"/><Relationship Id="rId61" Type="http://schemas.openxmlformats.org/officeDocument/2006/relationships/image" Target="../media/image891.png"/><Relationship Id="rId62" Type="http://schemas.openxmlformats.org/officeDocument/2006/relationships/image" Target="../media/image892.png"/><Relationship Id="rId63" Type="http://schemas.openxmlformats.org/officeDocument/2006/relationships/image" Target="../media/image893.png"/><Relationship Id="rId64" Type="http://schemas.openxmlformats.org/officeDocument/2006/relationships/image" Target="../media/image894.png"/><Relationship Id="rId65" Type="http://schemas.openxmlformats.org/officeDocument/2006/relationships/image" Target="../media/image895.png"/><Relationship Id="rId66" Type="http://schemas.openxmlformats.org/officeDocument/2006/relationships/image" Target="../media/image896.png"/><Relationship Id="rId67" Type="http://schemas.openxmlformats.org/officeDocument/2006/relationships/image" Target="../media/image897.png"/><Relationship Id="rId68" Type="http://schemas.openxmlformats.org/officeDocument/2006/relationships/image" Target="../media/image898.png"/><Relationship Id="rId69" Type="http://schemas.openxmlformats.org/officeDocument/2006/relationships/image" Target="../media/image899.png"/><Relationship Id="rId70" Type="http://schemas.openxmlformats.org/officeDocument/2006/relationships/image" Target="../media/image900.png"/><Relationship Id="rId71" Type="http://schemas.openxmlformats.org/officeDocument/2006/relationships/image" Target="../media/image901.png"/><Relationship Id="rId72" Type="http://schemas.openxmlformats.org/officeDocument/2006/relationships/image" Target="../media/image902.png"/><Relationship Id="rId73" Type="http://schemas.openxmlformats.org/officeDocument/2006/relationships/image" Target="../media/image903.png"/><Relationship Id="rId74" Type="http://schemas.openxmlformats.org/officeDocument/2006/relationships/image" Target="../media/image904.png"/><Relationship Id="rId75" Type="http://schemas.openxmlformats.org/officeDocument/2006/relationships/image" Target="../media/image905.png"/><Relationship Id="rId76" Type="http://schemas.openxmlformats.org/officeDocument/2006/relationships/image" Target="../media/image906.png"/><Relationship Id="rId77" Type="http://schemas.openxmlformats.org/officeDocument/2006/relationships/image" Target="../media/image907.png"/><Relationship Id="rId78" Type="http://schemas.openxmlformats.org/officeDocument/2006/relationships/image" Target="../media/image908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09.png"/><Relationship Id="rId3" Type="http://schemas.openxmlformats.org/officeDocument/2006/relationships/image" Target="../media/image910.png"/><Relationship Id="rId4" Type="http://schemas.openxmlformats.org/officeDocument/2006/relationships/image" Target="../media/image911.png"/><Relationship Id="rId5" Type="http://schemas.openxmlformats.org/officeDocument/2006/relationships/image" Target="../media/image912.png"/><Relationship Id="rId6" Type="http://schemas.openxmlformats.org/officeDocument/2006/relationships/image" Target="../media/image913.png"/><Relationship Id="rId7" Type="http://schemas.openxmlformats.org/officeDocument/2006/relationships/image" Target="../media/image914.png"/><Relationship Id="rId8" Type="http://schemas.openxmlformats.org/officeDocument/2006/relationships/image" Target="../media/image915.png"/><Relationship Id="rId9" Type="http://schemas.openxmlformats.org/officeDocument/2006/relationships/image" Target="../media/image916.png"/><Relationship Id="rId10" Type="http://schemas.openxmlformats.org/officeDocument/2006/relationships/image" Target="../media/image917.png"/><Relationship Id="rId11" Type="http://schemas.openxmlformats.org/officeDocument/2006/relationships/image" Target="../media/image918.png"/><Relationship Id="rId12" Type="http://schemas.openxmlformats.org/officeDocument/2006/relationships/image" Target="../media/image919.png"/><Relationship Id="rId13" Type="http://schemas.openxmlformats.org/officeDocument/2006/relationships/image" Target="../media/image920.png"/><Relationship Id="rId14" Type="http://schemas.openxmlformats.org/officeDocument/2006/relationships/image" Target="../media/image921.png"/><Relationship Id="rId15" Type="http://schemas.openxmlformats.org/officeDocument/2006/relationships/image" Target="../media/image922.png"/><Relationship Id="rId16" Type="http://schemas.openxmlformats.org/officeDocument/2006/relationships/image" Target="../media/image923.png"/><Relationship Id="rId17" Type="http://schemas.openxmlformats.org/officeDocument/2006/relationships/image" Target="../media/image924.png"/><Relationship Id="rId18" Type="http://schemas.openxmlformats.org/officeDocument/2006/relationships/image" Target="../media/image925.png"/><Relationship Id="rId19" Type="http://schemas.openxmlformats.org/officeDocument/2006/relationships/image" Target="../media/image926.png"/><Relationship Id="rId20" Type="http://schemas.openxmlformats.org/officeDocument/2006/relationships/image" Target="../media/image927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8.png"/><Relationship Id="rId3" Type="http://schemas.openxmlformats.org/officeDocument/2006/relationships/image" Target="../media/image929.png"/><Relationship Id="rId4" Type="http://schemas.openxmlformats.org/officeDocument/2006/relationships/image" Target="../media/image930.png"/><Relationship Id="rId5" Type="http://schemas.openxmlformats.org/officeDocument/2006/relationships/image" Target="../media/image931.png"/><Relationship Id="rId6" Type="http://schemas.openxmlformats.org/officeDocument/2006/relationships/image" Target="../media/image932.png"/><Relationship Id="rId7" Type="http://schemas.openxmlformats.org/officeDocument/2006/relationships/image" Target="../media/image933.png"/><Relationship Id="rId8" Type="http://schemas.openxmlformats.org/officeDocument/2006/relationships/image" Target="../media/image934.png"/><Relationship Id="rId9" Type="http://schemas.openxmlformats.org/officeDocument/2006/relationships/image" Target="../media/image935.png"/><Relationship Id="rId10" Type="http://schemas.openxmlformats.org/officeDocument/2006/relationships/image" Target="../media/image936.png"/><Relationship Id="rId11" Type="http://schemas.openxmlformats.org/officeDocument/2006/relationships/image" Target="../media/image937.png"/><Relationship Id="rId12" Type="http://schemas.openxmlformats.org/officeDocument/2006/relationships/image" Target="../media/image938.png"/><Relationship Id="rId13" Type="http://schemas.openxmlformats.org/officeDocument/2006/relationships/image" Target="../media/image939.png"/><Relationship Id="rId14" Type="http://schemas.openxmlformats.org/officeDocument/2006/relationships/image" Target="../media/image940.png"/><Relationship Id="rId15" Type="http://schemas.openxmlformats.org/officeDocument/2006/relationships/image" Target="../media/image941.png"/><Relationship Id="rId16" Type="http://schemas.openxmlformats.org/officeDocument/2006/relationships/image" Target="../media/image942.png"/><Relationship Id="rId17" Type="http://schemas.openxmlformats.org/officeDocument/2006/relationships/image" Target="../media/image943.png"/><Relationship Id="rId18" Type="http://schemas.openxmlformats.org/officeDocument/2006/relationships/image" Target="../media/image944.png"/><Relationship Id="rId19" Type="http://schemas.openxmlformats.org/officeDocument/2006/relationships/image" Target="../media/image945.png"/><Relationship Id="rId20" Type="http://schemas.openxmlformats.org/officeDocument/2006/relationships/image" Target="../media/image946.png"/><Relationship Id="rId21" Type="http://schemas.openxmlformats.org/officeDocument/2006/relationships/image" Target="../media/image947.png"/><Relationship Id="rId22" Type="http://schemas.openxmlformats.org/officeDocument/2006/relationships/image" Target="../media/image948.png"/><Relationship Id="rId23" Type="http://schemas.openxmlformats.org/officeDocument/2006/relationships/image" Target="../media/image949.png"/><Relationship Id="rId24" Type="http://schemas.openxmlformats.org/officeDocument/2006/relationships/image" Target="../media/image950.png"/><Relationship Id="rId25" Type="http://schemas.openxmlformats.org/officeDocument/2006/relationships/image" Target="../media/image951.png"/><Relationship Id="rId26" Type="http://schemas.openxmlformats.org/officeDocument/2006/relationships/image" Target="../media/image952.png"/><Relationship Id="rId27" Type="http://schemas.openxmlformats.org/officeDocument/2006/relationships/image" Target="../media/image953.png"/><Relationship Id="rId28" Type="http://schemas.openxmlformats.org/officeDocument/2006/relationships/image" Target="../media/image954.png"/><Relationship Id="rId29" Type="http://schemas.openxmlformats.org/officeDocument/2006/relationships/image" Target="../media/image955.png"/><Relationship Id="rId30" Type="http://schemas.openxmlformats.org/officeDocument/2006/relationships/image" Target="../media/image956.png"/><Relationship Id="rId31" Type="http://schemas.openxmlformats.org/officeDocument/2006/relationships/image" Target="../media/image957.png"/><Relationship Id="rId32" Type="http://schemas.openxmlformats.org/officeDocument/2006/relationships/image" Target="../media/image958.png"/><Relationship Id="rId33" Type="http://schemas.openxmlformats.org/officeDocument/2006/relationships/image" Target="../media/image959.png"/><Relationship Id="rId34" Type="http://schemas.openxmlformats.org/officeDocument/2006/relationships/image" Target="../media/image960.png"/><Relationship Id="rId35" Type="http://schemas.openxmlformats.org/officeDocument/2006/relationships/image" Target="../media/image961.png"/><Relationship Id="rId36" Type="http://schemas.openxmlformats.org/officeDocument/2006/relationships/image" Target="../media/image962.png"/><Relationship Id="rId37" Type="http://schemas.openxmlformats.org/officeDocument/2006/relationships/image" Target="../media/image963.png"/><Relationship Id="rId38" Type="http://schemas.openxmlformats.org/officeDocument/2006/relationships/image" Target="../media/image964.png"/><Relationship Id="rId39" Type="http://schemas.openxmlformats.org/officeDocument/2006/relationships/image" Target="../media/image965.png"/><Relationship Id="rId40" Type="http://schemas.openxmlformats.org/officeDocument/2006/relationships/image" Target="../media/image966.png"/><Relationship Id="rId41" Type="http://schemas.openxmlformats.org/officeDocument/2006/relationships/image" Target="../media/image967.png"/><Relationship Id="rId42" Type="http://schemas.openxmlformats.org/officeDocument/2006/relationships/image" Target="../media/image968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69.png"/><Relationship Id="rId3" Type="http://schemas.openxmlformats.org/officeDocument/2006/relationships/image" Target="../media/image970.png"/><Relationship Id="rId4" Type="http://schemas.openxmlformats.org/officeDocument/2006/relationships/image" Target="../media/image971.png"/><Relationship Id="rId5" Type="http://schemas.openxmlformats.org/officeDocument/2006/relationships/image" Target="../media/image972.png"/><Relationship Id="rId6" Type="http://schemas.openxmlformats.org/officeDocument/2006/relationships/image" Target="../media/image973.png"/><Relationship Id="rId7" Type="http://schemas.openxmlformats.org/officeDocument/2006/relationships/image" Target="../media/image974.png"/><Relationship Id="rId8" Type="http://schemas.openxmlformats.org/officeDocument/2006/relationships/image" Target="../media/image975.png"/><Relationship Id="rId9" Type="http://schemas.openxmlformats.org/officeDocument/2006/relationships/image" Target="../media/image976.png"/><Relationship Id="rId10" Type="http://schemas.openxmlformats.org/officeDocument/2006/relationships/image" Target="../media/image977.png"/><Relationship Id="rId11" Type="http://schemas.openxmlformats.org/officeDocument/2006/relationships/image" Target="../media/image978.png"/><Relationship Id="rId12" Type="http://schemas.openxmlformats.org/officeDocument/2006/relationships/image" Target="../media/image979.png"/><Relationship Id="rId13" Type="http://schemas.openxmlformats.org/officeDocument/2006/relationships/image" Target="../media/image980.png"/><Relationship Id="rId14" Type="http://schemas.openxmlformats.org/officeDocument/2006/relationships/image" Target="../media/image981.png"/><Relationship Id="rId15" Type="http://schemas.openxmlformats.org/officeDocument/2006/relationships/image" Target="../media/image982.png"/><Relationship Id="rId16" Type="http://schemas.openxmlformats.org/officeDocument/2006/relationships/image" Target="../media/image983.png"/><Relationship Id="rId17" Type="http://schemas.openxmlformats.org/officeDocument/2006/relationships/image" Target="../media/image984.png"/><Relationship Id="rId18" Type="http://schemas.openxmlformats.org/officeDocument/2006/relationships/image" Target="../media/image985.png"/><Relationship Id="rId19" Type="http://schemas.openxmlformats.org/officeDocument/2006/relationships/image" Target="../media/image986.png"/><Relationship Id="rId20" Type="http://schemas.openxmlformats.org/officeDocument/2006/relationships/image" Target="../media/image987.png"/><Relationship Id="rId21" Type="http://schemas.openxmlformats.org/officeDocument/2006/relationships/image" Target="../media/image988.png"/><Relationship Id="rId22" Type="http://schemas.openxmlformats.org/officeDocument/2006/relationships/image" Target="../media/image989.png"/><Relationship Id="rId23" Type="http://schemas.openxmlformats.org/officeDocument/2006/relationships/image" Target="../media/image990.png"/><Relationship Id="rId24" Type="http://schemas.openxmlformats.org/officeDocument/2006/relationships/image" Target="../media/image991.png"/><Relationship Id="rId25" Type="http://schemas.openxmlformats.org/officeDocument/2006/relationships/image" Target="../media/image992.png"/><Relationship Id="rId26" Type="http://schemas.openxmlformats.org/officeDocument/2006/relationships/image" Target="../media/image993.png"/><Relationship Id="rId27" Type="http://schemas.openxmlformats.org/officeDocument/2006/relationships/image" Target="../media/image994.png"/><Relationship Id="rId28" Type="http://schemas.openxmlformats.org/officeDocument/2006/relationships/image" Target="../media/image995.png"/><Relationship Id="rId29" Type="http://schemas.openxmlformats.org/officeDocument/2006/relationships/image" Target="../media/image996.png"/><Relationship Id="rId30" Type="http://schemas.openxmlformats.org/officeDocument/2006/relationships/image" Target="../media/image997.png"/><Relationship Id="rId31" Type="http://schemas.openxmlformats.org/officeDocument/2006/relationships/image" Target="../media/image998.png"/><Relationship Id="rId32" Type="http://schemas.openxmlformats.org/officeDocument/2006/relationships/image" Target="../media/image999.png"/><Relationship Id="rId33" Type="http://schemas.openxmlformats.org/officeDocument/2006/relationships/image" Target="../media/image1000.png"/><Relationship Id="rId34" Type="http://schemas.openxmlformats.org/officeDocument/2006/relationships/image" Target="../media/image1001.png"/><Relationship Id="rId35" Type="http://schemas.openxmlformats.org/officeDocument/2006/relationships/image" Target="../media/image1002.png"/><Relationship Id="rId36" Type="http://schemas.openxmlformats.org/officeDocument/2006/relationships/image" Target="../media/image1003.png"/><Relationship Id="rId37" Type="http://schemas.openxmlformats.org/officeDocument/2006/relationships/image" Target="../media/image1004.png"/><Relationship Id="rId38" Type="http://schemas.openxmlformats.org/officeDocument/2006/relationships/image" Target="../media/image1005.png"/><Relationship Id="rId39" Type="http://schemas.openxmlformats.org/officeDocument/2006/relationships/image" Target="../media/image1006.png"/><Relationship Id="rId40" Type="http://schemas.openxmlformats.org/officeDocument/2006/relationships/image" Target="../media/image1007.png"/><Relationship Id="rId41" Type="http://schemas.openxmlformats.org/officeDocument/2006/relationships/image" Target="../media/image1008.png"/><Relationship Id="rId42" Type="http://schemas.openxmlformats.org/officeDocument/2006/relationships/image" Target="../media/image1009.png"/><Relationship Id="rId43" Type="http://schemas.openxmlformats.org/officeDocument/2006/relationships/image" Target="../media/image1010.png"/><Relationship Id="rId44" Type="http://schemas.openxmlformats.org/officeDocument/2006/relationships/image" Target="../media/image1011.png"/><Relationship Id="rId45" Type="http://schemas.openxmlformats.org/officeDocument/2006/relationships/image" Target="../media/image1012.png"/><Relationship Id="rId46" Type="http://schemas.openxmlformats.org/officeDocument/2006/relationships/image" Target="../media/image1013.png"/><Relationship Id="rId47" Type="http://schemas.openxmlformats.org/officeDocument/2006/relationships/image" Target="../media/image1014.png"/><Relationship Id="rId48" Type="http://schemas.openxmlformats.org/officeDocument/2006/relationships/image" Target="../media/image1015.png"/><Relationship Id="rId49" Type="http://schemas.openxmlformats.org/officeDocument/2006/relationships/image" Target="../media/image1016.png"/><Relationship Id="rId50" Type="http://schemas.openxmlformats.org/officeDocument/2006/relationships/image" Target="../media/image1017.png"/><Relationship Id="rId51" Type="http://schemas.openxmlformats.org/officeDocument/2006/relationships/image" Target="../media/image1018.png"/><Relationship Id="rId52" Type="http://schemas.openxmlformats.org/officeDocument/2006/relationships/image" Target="../media/image1019.png"/><Relationship Id="rId53" Type="http://schemas.openxmlformats.org/officeDocument/2006/relationships/image" Target="../media/image1020.png"/><Relationship Id="rId54" Type="http://schemas.openxmlformats.org/officeDocument/2006/relationships/image" Target="../media/image1021.png"/><Relationship Id="rId55" Type="http://schemas.openxmlformats.org/officeDocument/2006/relationships/image" Target="../media/image1022.png"/><Relationship Id="rId56" Type="http://schemas.openxmlformats.org/officeDocument/2006/relationships/image" Target="../media/image1023.png"/><Relationship Id="rId57" Type="http://schemas.openxmlformats.org/officeDocument/2006/relationships/image" Target="../media/image1024.png"/><Relationship Id="rId58" Type="http://schemas.openxmlformats.org/officeDocument/2006/relationships/image" Target="../media/image1025.png"/><Relationship Id="rId59" Type="http://schemas.openxmlformats.org/officeDocument/2006/relationships/image" Target="../media/image1026.png"/><Relationship Id="rId60" Type="http://schemas.openxmlformats.org/officeDocument/2006/relationships/image" Target="../media/image1027.png"/><Relationship Id="rId61" Type="http://schemas.openxmlformats.org/officeDocument/2006/relationships/image" Target="../media/image1028.png"/><Relationship Id="rId62" Type="http://schemas.openxmlformats.org/officeDocument/2006/relationships/image" Target="../media/image1029.png"/><Relationship Id="rId63" Type="http://schemas.openxmlformats.org/officeDocument/2006/relationships/image" Target="../media/image1030.png"/><Relationship Id="rId64" Type="http://schemas.openxmlformats.org/officeDocument/2006/relationships/image" Target="../media/image1031.png"/><Relationship Id="rId65" Type="http://schemas.openxmlformats.org/officeDocument/2006/relationships/image" Target="../media/image1032.png"/><Relationship Id="rId66" Type="http://schemas.openxmlformats.org/officeDocument/2006/relationships/image" Target="../media/image1033.png"/><Relationship Id="rId67" Type="http://schemas.openxmlformats.org/officeDocument/2006/relationships/image" Target="../media/image1034.png"/><Relationship Id="rId68" Type="http://schemas.openxmlformats.org/officeDocument/2006/relationships/image" Target="../media/image1035.png"/><Relationship Id="rId69" Type="http://schemas.openxmlformats.org/officeDocument/2006/relationships/image" Target="../media/image1036.png"/><Relationship Id="rId70" Type="http://schemas.openxmlformats.org/officeDocument/2006/relationships/image" Target="../media/image1037.png"/><Relationship Id="rId71" Type="http://schemas.openxmlformats.org/officeDocument/2006/relationships/image" Target="../media/image1038.png"/><Relationship Id="rId72" Type="http://schemas.openxmlformats.org/officeDocument/2006/relationships/image" Target="../media/image1039.png"/><Relationship Id="rId73" Type="http://schemas.openxmlformats.org/officeDocument/2006/relationships/image" Target="../media/image1040.png"/><Relationship Id="rId74" Type="http://schemas.openxmlformats.org/officeDocument/2006/relationships/image" Target="../media/image1041.png"/><Relationship Id="rId75" Type="http://schemas.openxmlformats.org/officeDocument/2006/relationships/image" Target="../media/image1042.png"/><Relationship Id="rId76" Type="http://schemas.openxmlformats.org/officeDocument/2006/relationships/image" Target="../media/image1043.png"/><Relationship Id="rId77" Type="http://schemas.openxmlformats.org/officeDocument/2006/relationships/image" Target="../media/image1044.png"/><Relationship Id="rId78" Type="http://schemas.openxmlformats.org/officeDocument/2006/relationships/image" Target="../media/image1045.png"/><Relationship Id="rId79" Type="http://schemas.openxmlformats.org/officeDocument/2006/relationships/image" Target="../media/image1046.png"/><Relationship Id="rId80" Type="http://schemas.openxmlformats.org/officeDocument/2006/relationships/image" Target="../media/image1047.png"/><Relationship Id="rId81" Type="http://schemas.openxmlformats.org/officeDocument/2006/relationships/image" Target="../media/image1048.png"/><Relationship Id="rId82" Type="http://schemas.openxmlformats.org/officeDocument/2006/relationships/image" Target="../media/image1049.png"/><Relationship Id="rId83" Type="http://schemas.openxmlformats.org/officeDocument/2006/relationships/image" Target="../media/image1050.png"/><Relationship Id="rId84" Type="http://schemas.openxmlformats.org/officeDocument/2006/relationships/image" Target="../media/image1051.png"/><Relationship Id="rId85" Type="http://schemas.openxmlformats.org/officeDocument/2006/relationships/image" Target="../media/image1052.png"/><Relationship Id="rId86" Type="http://schemas.openxmlformats.org/officeDocument/2006/relationships/image" Target="../media/image1053.png"/><Relationship Id="rId87" Type="http://schemas.openxmlformats.org/officeDocument/2006/relationships/image" Target="../media/image1054.png"/><Relationship Id="rId88" Type="http://schemas.openxmlformats.org/officeDocument/2006/relationships/image" Target="../media/image1055.png"/><Relationship Id="rId89" Type="http://schemas.openxmlformats.org/officeDocument/2006/relationships/image" Target="../media/image1056.png"/><Relationship Id="rId90" Type="http://schemas.openxmlformats.org/officeDocument/2006/relationships/image" Target="../media/image1057.png"/><Relationship Id="rId91" Type="http://schemas.openxmlformats.org/officeDocument/2006/relationships/image" Target="../media/image1058.png"/><Relationship Id="rId92" Type="http://schemas.openxmlformats.org/officeDocument/2006/relationships/image" Target="../media/image1059.png"/><Relationship Id="rId93" Type="http://schemas.openxmlformats.org/officeDocument/2006/relationships/image" Target="../media/image1060.png"/><Relationship Id="rId94" Type="http://schemas.openxmlformats.org/officeDocument/2006/relationships/image" Target="../media/image1061.png"/><Relationship Id="rId95" Type="http://schemas.openxmlformats.org/officeDocument/2006/relationships/image" Target="../media/image1062.png"/><Relationship Id="rId96" Type="http://schemas.openxmlformats.org/officeDocument/2006/relationships/image" Target="../media/image1063.png"/><Relationship Id="rId97" Type="http://schemas.openxmlformats.org/officeDocument/2006/relationships/image" Target="../media/image1064.png"/><Relationship Id="rId98" Type="http://schemas.openxmlformats.org/officeDocument/2006/relationships/image" Target="../media/image1065.png"/><Relationship Id="rId99" Type="http://schemas.openxmlformats.org/officeDocument/2006/relationships/image" Target="../media/image1066.png"/><Relationship Id="rId100" Type="http://schemas.openxmlformats.org/officeDocument/2006/relationships/image" Target="../media/image1067.png"/><Relationship Id="rId101" Type="http://schemas.openxmlformats.org/officeDocument/2006/relationships/image" Target="../media/image1068.png"/><Relationship Id="rId102" Type="http://schemas.openxmlformats.org/officeDocument/2006/relationships/image" Target="../media/image1069.png"/><Relationship Id="rId103" Type="http://schemas.openxmlformats.org/officeDocument/2006/relationships/image" Target="../media/image1070.png"/><Relationship Id="rId104" Type="http://schemas.openxmlformats.org/officeDocument/2006/relationships/image" Target="../media/image1071.png"/><Relationship Id="rId105" Type="http://schemas.openxmlformats.org/officeDocument/2006/relationships/image" Target="../media/image1072.png"/><Relationship Id="rId106" Type="http://schemas.openxmlformats.org/officeDocument/2006/relationships/image" Target="../media/image1073.png"/><Relationship Id="rId107" Type="http://schemas.openxmlformats.org/officeDocument/2006/relationships/image" Target="../media/image1074.png"/><Relationship Id="rId108" Type="http://schemas.openxmlformats.org/officeDocument/2006/relationships/image" Target="../media/image1075.png"/><Relationship Id="rId109" Type="http://schemas.openxmlformats.org/officeDocument/2006/relationships/image" Target="../media/image1076.png"/><Relationship Id="rId110" Type="http://schemas.openxmlformats.org/officeDocument/2006/relationships/image" Target="../media/image1077.png"/><Relationship Id="rId111" Type="http://schemas.openxmlformats.org/officeDocument/2006/relationships/image" Target="../media/image1078.png"/><Relationship Id="rId112" Type="http://schemas.openxmlformats.org/officeDocument/2006/relationships/image" Target="../media/image1079.png"/><Relationship Id="rId113" Type="http://schemas.openxmlformats.org/officeDocument/2006/relationships/image" Target="../media/image1080.png"/><Relationship Id="rId114" Type="http://schemas.openxmlformats.org/officeDocument/2006/relationships/image" Target="../media/image1081.png"/><Relationship Id="rId115" Type="http://schemas.openxmlformats.org/officeDocument/2006/relationships/image" Target="../media/image1082.png"/><Relationship Id="rId116" Type="http://schemas.openxmlformats.org/officeDocument/2006/relationships/image" Target="../media/image1083.png"/><Relationship Id="rId117" Type="http://schemas.openxmlformats.org/officeDocument/2006/relationships/image" Target="../media/image1084.png"/><Relationship Id="rId118" Type="http://schemas.openxmlformats.org/officeDocument/2006/relationships/image" Target="../media/image1085.png"/><Relationship Id="rId119" Type="http://schemas.openxmlformats.org/officeDocument/2006/relationships/image" Target="../media/image1086.png"/><Relationship Id="rId120" Type="http://schemas.openxmlformats.org/officeDocument/2006/relationships/image" Target="../media/image1087.png"/><Relationship Id="rId121" Type="http://schemas.openxmlformats.org/officeDocument/2006/relationships/image" Target="../media/image1088.png"/><Relationship Id="rId122" Type="http://schemas.openxmlformats.org/officeDocument/2006/relationships/image" Target="../media/image1089.png"/><Relationship Id="rId123" Type="http://schemas.openxmlformats.org/officeDocument/2006/relationships/image" Target="../media/image1090.png"/><Relationship Id="rId124" Type="http://schemas.openxmlformats.org/officeDocument/2006/relationships/image" Target="../media/image1091.png"/><Relationship Id="rId125" Type="http://schemas.openxmlformats.org/officeDocument/2006/relationships/image" Target="../media/image1092.png"/><Relationship Id="rId126" Type="http://schemas.openxmlformats.org/officeDocument/2006/relationships/image" Target="../media/image1093.png"/><Relationship Id="rId127" Type="http://schemas.openxmlformats.org/officeDocument/2006/relationships/image" Target="../media/image1094.png"/><Relationship Id="rId128" Type="http://schemas.openxmlformats.org/officeDocument/2006/relationships/image" Target="../media/image1095.png"/><Relationship Id="rId129" Type="http://schemas.openxmlformats.org/officeDocument/2006/relationships/image" Target="../media/image1096.png"/><Relationship Id="rId130" Type="http://schemas.openxmlformats.org/officeDocument/2006/relationships/image" Target="../media/image1097.png"/><Relationship Id="rId131" Type="http://schemas.openxmlformats.org/officeDocument/2006/relationships/image" Target="../media/image1098.png"/><Relationship Id="rId132" Type="http://schemas.openxmlformats.org/officeDocument/2006/relationships/image" Target="../media/image1099.png"/><Relationship Id="rId133" Type="http://schemas.openxmlformats.org/officeDocument/2006/relationships/image" Target="../media/image1100.png"/><Relationship Id="rId134" Type="http://schemas.openxmlformats.org/officeDocument/2006/relationships/image" Target="../media/image1101.png"/><Relationship Id="rId135" Type="http://schemas.openxmlformats.org/officeDocument/2006/relationships/image" Target="../media/image1102.png"/><Relationship Id="rId136" Type="http://schemas.openxmlformats.org/officeDocument/2006/relationships/image" Target="../media/image1103.png"/><Relationship Id="rId137" Type="http://schemas.openxmlformats.org/officeDocument/2006/relationships/image" Target="../media/image1104.png"/><Relationship Id="rId138" Type="http://schemas.openxmlformats.org/officeDocument/2006/relationships/image" Target="../media/image1105.png"/><Relationship Id="rId139" Type="http://schemas.openxmlformats.org/officeDocument/2006/relationships/image" Target="../media/image1106.png"/><Relationship Id="rId140" Type="http://schemas.openxmlformats.org/officeDocument/2006/relationships/image" Target="../media/image1107.png"/><Relationship Id="rId141" Type="http://schemas.openxmlformats.org/officeDocument/2006/relationships/image" Target="../media/image1108.png"/><Relationship Id="rId142" Type="http://schemas.openxmlformats.org/officeDocument/2006/relationships/image" Target="../media/image1109.png"/><Relationship Id="rId143" Type="http://schemas.openxmlformats.org/officeDocument/2006/relationships/image" Target="../media/image1110.png"/><Relationship Id="rId144" Type="http://schemas.openxmlformats.org/officeDocument/2006/relationships/image" Target="../media/image1111.png"/><Relationship Id="rId145" Type="http://schemas.openxmlformats.org/officeDocument/2006/relationships/image" Target="../media/image1112.png"/><Relationship Id="rId146" Type="http://schemas.openxmlformats.org/officeDocument/2006/relationships/image" Target="../media/image1113.png"/><Relationship Id="rId147" Type="http://schemas.openxmlformats.org/officeDocument/2006/relationships/image" Target="../media/image1114.png"/><Relationship Id="rId148" Type="http://schemas.openxmlformats.org/officeDocument/2006/relationships/image" Target="../media/image1115.png"/><Relationship Id="rId149" Type="http://schemas.openxmlformats.org/officeDocument/2006/relationships/image" Target="../media/image1116.png"/><Relationship Id="rId150" Type="http://schemas.openxmlformats.org/officeDocument/2006/relationships/image" Target="../media/image1117.png"/><Relationship Id="rId151" Type="http://schemas.openxmlformats.org/officeDocument/2006/relationships/image" Target="../media/image1118.png"/><Relationship Id="rId152" Type="http://schemas.openxmlformats.org/officeDocument/2006/relationships/image" Target="../media/image1119.png"/><Relationship Id="rId153" Type="http://schemas.openxmlformats.org/officeDocument/2006/relationships/image" Target="../media/image1120.png"/><Relationship Id="rId154" Type="http://schemas.openxmlformats.org/officeDocument/2006/relationships/image" Target="../media/image1121.png"/><Relationship Id="rId155" Type="http://schemas.openxmlformats.org/officeDocument/2006/relationships/image" Target="../media/image1122.png"/><Relationship Id="rId156" Type="http://schemas.openxmlformats.org/officeDocument/2006/relationships/image" Target="../media/image1123.png"/><Relationship Id="rId157" Type="http://schemas.openxmlformats.org/officeDocument/2006/relationships/image" Target="../media/image1124.png"/><Relationship Id="rId158" Type="http://schemas.openxmlformats.org/officeDocument/2006/relationships/image" Target="../media/image1125.png"/><Relationship Id="rId159" Type="http://schemas.openxmlformats.org/officeDocument/2006/relationships/image" Target="../media/image1126.png"/><Relationship Id="rId160" Type="http://schemas.openxmlformats.org/officeDocument/2006/relationships/image" Target="../media/image1127.png"/><Relationship Id="rId161" Type="http://schemas.openxmlformats.org/officeDocument/2006/relationships/image" Target="../media/image1128.png"/><Relationship Id="rId162" Type="http://schemas.openxmlformats.org/officeDocument/2006/relationships/image" Target="../media/image1129.png"/><Relationship Id="rId163" Type="http://schemas.openxmlformats.org/officeDocument/2006/relationships/image" Target="../media/image1130.png"/><Relationship Id="rId164" Type="http://schemas.openxmlformats.org/officeDocument/2006/relationships/image" Target="../media/image1131.png"/><Relationship Id="rId165" Type="http://schemas.openxmlformats.org/officeDocument/2006/relationships/image" Target="../media/image1132.png"/><Relationship Id="rId166" Type="http://schemas.openxmlformats.org/officeDocument/2006/relationships/image" Target="../media/image1133.png"/><Relationship Id="rId167" Type="http://schemas.openxmlformats.org/officeDocument/2006/relationships/image" Target="../media/image1134.png"/><Relationship Id="rId168" Type="http://schemas.openxmlformats.org/officeDocument/2006/relationships/image" Target="../media/image1135.png"/><Relationship Id="rId169" Type="http://schemas.openxmlformats.org/officeDocument/2006/relationships/image" Target="../media/image1136.png"/><Relationship Id="rId170" Type="http://schemas.openxmlformats.org/officeDocument/2006/relationships/image" Target="../media/image1137.png"/><Relationship Id="rId171" Type="http://schemas.openxmlformats.org/officeDocument/2006/relationships/image" Target="../media/image1138.png"/><Relationship Id="rId172" Type="http://schemas.openxmlformats.org/officeDocument/2006/relationships/image" Target="../media/image1139.png"/><Relationship Id="rId173" Type="http://schemas.openxmlformats.org/officeDocument/2006/relationships/image" Target="../media/image1140.png"/><Relationship Id="rId174" Type="http://schemas.openxmlformats.org/officeDocument/2006/relationships/image" Target="../media/image1141.png"/><Relationship Id="rId175" Type="http://schemas.openxmlformats.org/officeDocument/2006/relationships/image" Target="../media/image1142.png"/><Relationship Id="rId176" Type="http://schemas.openxmlformats.org/officeDocument/2006/relationships/image" Target="../media/image1143.png"/><Relationship Id="rId177" Type="http://schemas.openxmlformats.org/officeDocument/2006/relationships/image" Target="../media/image1144.png"/><Relationship Id="rId178" Type="http://schemas.openxmlformats.org/officeDocument/2006/relationships/image" Target="../media/image1145.png"/><Relationship Id="rId179" Type="http://schemas.openxmlformats.org/officeDocument/2006/relationships/image" Target="../media/image1146.png"/><Relationship Id="rId180" Type="http://schemas.openxmlformats.org/officeDocument/2006/relationships/image" Target="../media/image1147.png"/><Relationship Id="rId181" Type="http://schemas.openxmlformats.org/officeDocument/2006/relationships/image" Target="../media/image1148.png"/><Relationship Id="rId182" Type="http://schemas.openxmlformats.org/officeDocument/2006/relationships/image" Target="../media/image1149.png"/><Relationship Id="rId183" Type="http://schemas.openxmlformats.org/officeDocument/2006/relationships/image" Target="../media/image1150.png"/><Relationship Id="rId184" Type="http://schemas.openxmlformats.org/officeDocument/2006/relationships/image" Target="../media/image1151.png"/><Relationship Id="rId185" Type="http://schemas.openxmlformats.org/officeDocument/2006/relationships/image" Target="../media/image1152.png"/><Relationship Id="rId186" Type="http://schemas.openxmlformats.org/officeDocument/2006/relationships/image" Target="../media/image1153.png"/><Relationship Id="rId187" Type="http://schemas.openxmlformats.org/officeDocument/2006/relationships/image" Target="../media/image1154.png"/><Relationship Id="rId188" Type="http://schemas.openxmlformats.org/officeDocument/2006/relationships/image" Target="../media/image1155.png"/><Relationship Id="rId189" Type="http://schemas.openxmlformats.org/officeDocument/2006/relationships/image" Target="../media/image1156.png"/><Relationship Id="rId190" Type="http://schemas.openxmlformats.org/officeDocument/2006/relationships/image" Target="../media/image1157.png"/><Relationship Id="rId191" Type="http://schemas.openxmlformats.org/officeDocument/2006/relationships/image" Target="../media/image1158.png"/><Relationship Id="rId192" Type="http://schemas.openxmlformats.org/officeDocument/2006/relationships/image" Target="../media/image1159.png"/><Relationship Id="rId193" Type="http://schemas.openxmlformats.org/officeDocument/2006/relationships/image" Target="../media/image1160.png"/><Relationship Id="rId194" Type="http://schemas.openxmlformats.org/officeDocument/2006/relationships/image" Target="../media/image1161.png"/><Relationship Id="rId195" Type="http://schemas.openxmlformats.org/officeDocument/2006/relationships/image" Target="../media/image1162.png"/><Relationship Id="rId196" Type="http://schemas.openxmlformats.org/officeDocument/2006/relationships/image" Target="../media/image1163.png"/><Relationship Id="rId197" Type="http://schemas.openxmlformats.org/officeDocument/2006/relationships/image" Target="../media/image1164.png"/><Relationship Id="rId198" Type="http://schemas.openxmlformats.org/officeDocument/2006/relationships/image" Target="../media/image1165.png"/><Relationship Id="rId199" Type="http://schemas.openxmlformats.org/officeDocument/2006/relationships/image" Target="../media/image1166.png"/><Relationship Id="rId200" Type="http://schemas.openxmlformats.org/officeDocument/2006/relationships/image" Target="../media/image1167.png"/><Relationship Id="rId201" Type="http://schemas.openxmlformats.org/officeDocument/2006/relationships/image" Target="../media/image1168.png"/><Relationship Id="rId202" Type="http://schemas.openxmlformats.org/officeDocument/2006/relationships/image" Target="../media/image1169.png"/><Relationship Id="rId203" Type="http://schemas.openxmlformats.org/officeDocument/2006/relationships/image" Target="../media/image1170.png"/><Relationship Id="rId204" Type="http://schemas.openxmlformats.org/officeDocument/2006/relationships/image" Target="../media/image1171.png"/><Relationship Id="rId205" Type="http://schemas.openxmlformats.org/officeDocument/2006/relationships/image" Target="../media/image1172.png"/><Relationship Id="rId206" Type="http://schemas.openxmlformats.org/officeDocument/2006/relationships/image" Target="../media/image1173.png"/><Relationship Id="rId207" Type="http://schemas.openxmlformats.org/officeDocument/2006/relationships/image" Target="../media/image1174.png"/><Relationship Id="rId208" Type="http://schemas.openxmlformats.org/officeDocument/2006/relationships/image" Target="../media/image1175.png"/><Relationship Id="rId209" Type="http://schemas.openxmlformats.org/officeDocument/2006/relationships/image" Target="../media/image1176.png"/><Relationship Id="rId210" Type="http://schemas.openxmlformats.org/officeDocument/2006/relationships/image" Target="../media/image1177.png"/><Relationship Id="rId211" Type="http://schemas.openxmlformats.org/officeDocument/2006/relationships/image" Target="../media/image1178.png"/><Relationship Id="rId212" Type="http://schemas.openxmlformats.org/officeDocument/2006/relationships/image" Target="../media/image1179.png"/><Relationship Id="rId213" Type="http://schemas.openxmlformats.org/officeDocument/2006/relationships/image" Target="../media/image1180.png"/><Relationship Id="rId214" Type="http://schemas.openxmlformats.org/officeDocument/2006/relationships/image" Target="../media/image1181.png"/><Relationship Id="rId215" Type="http://schemas.openxmlformats.org/officeDocument/2006/relationships/image" Target="../media/image1182.png"/><Relationship Id="rId216" Type="http://schemas.openxmlformats.org/officeDocument/2006/relationships/image" Target="../media/image1183.png"/><Relationship Id="rId217" Type="http://schemas.openxmlformats.org/officeDocument/2006/relationships/image" Target="../media/image1184.png"/><Relationship Id="rId218" Type="http://schemas.openxmlformats.org/officeDocument/2006/relationships/image" Target="../media/image1185.png"/><Relationship Id="rId219" Type="http://schemas.openxmlformats.org/officeDocument/2006/relationships/image" Target="../media/image1186.png"/><Relationship Id="rId220" Type="http://schemas.openxmlformats.org/officeDocument/2006/relationships/image" Target="../media/image1187.png"/><Relationship Id="rId221" Type="http://schemas.openxmlformats.org/officeDocument/2006/relationships/image" Target="../media/image1188.png"/><Relationship Id="rId222" Type="http://schemas.openxmlformats.org/officeDocument/2006/relationships/image" Target="../media/image1189.png"/><Relationship Id="rId223" Type="http://schemas.openxmlformats.org/officeDocument/2006/relationships/image" Target="../media/image1190.png"/><Relationship Id="rId224" Type="http://schemas.openxmlformats.org/officeDocument/2006/relationships/image" Target="../media/image1191.png"/><Relationship Id="rId225" Type="http://schemas.openxmlformats.org/officeDocument/2006/relationships/image" Target="../media/image1192.png"/><Relationship Id="rId226" Type="http://schemas.openxmlformats.org/officeDocument/2006/relationships/image" Target="../media/image1193.png"/><Relationship Id="rId227" Type="http://schemas.openxmlformats.org/officeDocument/2006/relationships/image" Target="../media/image1194.png"/><Relationship Id="rId228" Type="http://schemas.openxmlformats.org/officeDocument/2006/relationships/image" Target="../media/image1195.png"/><Relationship Id="rId229" Type="http://schemas.openxmlformats.org/officeDocument/2006/relationships/image" Target="../media/image1196.png"/><Relationship Id="rId230" Type="http://schemas.openxmlformats.org/officeDocument/2006/relationships/image" Target="../media/image1197.png"/><Relationship Id="rId231" Type="http://schemas.openxmlformats.org/officeDocument/2006/relationships/image" Target="../media/image1198.png"/><Relationship Id="rId232" Type="http://schemas.openxmlformats.org/officeDocument/2006/relationships/image" Target="../media/image1199.png"/><Relationship Id="rId233" Type="http://schemas.openxmlformats.org/officeDocument/2006/relationships/image" Target="../media/image1200.png"/><Relationship Id="rId234" Type="http://schemas.openxmlformats.org/officeDocument/2006/relationships/image" Target="../media/image1201.png"/><Relationship Id="rId235" Type="http://schemas.openxmlformats.org/officeDocument/2006/relationships/image" Target="../media/image1202.png"/><Relationship Id="rId236" Type="http://schemas.openxmlformats.org/officeDocument/2006/relationships/image" Target="../media/image1203.png"/><Relationship Id="rId237" Type="http://schemas.openxmlformats.org/officeDocument/2006/relationships/image" Target="../media/image1204.png"/><Relationship Id="rId238" Type="http://schemas.openxmlformats.org/officeDocument/2006/relationships/image" Target="../media/image1205.png"/><Relationship Id="rId239" Type="http://schemas.openxmlformats.org/officeDocument/2006/relationships/image" Target="../media/image1206.png"/><Relationship Id="rId240" Type="http://schemas.openxmlformats.org/officeDocument/2006/relationships/image" Target="../media/image1207.png"/><Relationship Id="rId241" Type="http://schemas.openxmlformats.org/officeDocument/2006/relationships/image" Target="../media/image1208.png"/><Relationship Id="rId242" Type="http://schemas.openxmlformats.org/officeDocument/2006/relationships/image" Target="../media/image1209.png"/><Relationship Id="rId243" Type="http://schemas.openxmlformats.org/officeDocument/2006/relationships/image" Target="../media/image1210.png"/><Relationship Id="rId244" Type="http://schemas.openxmlformats.org/officeDocument/2006/relationships/image" Target="../media/image1211.png"/><Relationship Id="rId245" Type="http://schemas.openxmlformats.org/officeDocument/2006/relationships/image" Target="../media/image1212.png"/><Relationship Id="rId246" Type="http://schemas.openxmlformats.org/officeDocument/2006/relationships/image" Target="../media/image1213.png"/><Relationship Id="rId247" Type="http://schemas.openxmlformats.org/officeDocument/2006/relationships/image" Target="../media/image1214.png"/><Relationship Id="rId248" Type="http://schemas.openxmlformats.org/officeDocument/2006/relationships/image" Target="../media/image1215.png"/><Relationship Id="rId249" Type="http://schemas.openxmlformats.org/officeDocument/2006/relationships/image" Target="../media/image1216.png"/><Relationship Id="rId250" Type="http://schemas.openxmlformats.org/officeDocument/2006/relationships/image" Target="../media/image1217.png"/><Relationship Id="rId251" Type="http://schemas.openxmlformats.org/officeDocument/2006/relationships/image" Target="../media/image1218.png"/><Relationship Id="rId252" Type="http://schemas.openxmlformats.org/officeDocument/2006/relationships/image" Target="../media/image1219.png"/><Relationship Id="rId253" Type="http://schemas.openxmlformats.org/officeDocument/2006/relationships/image" Target="../media/image1220.png"/><Relationship Id="rId254" Type="http://schemas.openxmlformats.org/officeDocument/2006/relationships/image" Target="../media/image1221.png"/><Relationship Id="rId255" Type="http://schemas.openxmlformats.org/officeDocument/2006/relationships/image" Target="../media/image1222.png"/><Relationship Id="rId256" Type="http://schemas.openxmlformats.org/officeDocument/2006/relationships/image" Target="../media/image1223.png"/><Relationship Id="rId257" Type="http://schemas.openxmlformats.org/officeDocument/2006/relationships/image" Target="../media/image1224.png"/><Relationship Id="rId258" Type="http://schemas.openxmlformats.org/officeDocument/2006/relationships/image" Target="../media/image1225.png"/><Relationship Id="rId259" Type="http://schemas.openxmlformats.org/officeDocument/2006/relationships/image" Target="../media/image1226.png"/><Relationship Id="rId260" Type="http://schemas.openxmlformats.org/officeDocument/2006/relationships/image" Target="../media/image1227.png"/><Relationship Id="rId261" Type="http://schemas.openxmlformats.org/officeDocument/2006/relationships/image" Target="../media/image1228.png"/><Relationship Id="rId262" Type="http://schemas.openxmlformats.org/officeDocument/2006/relationships/image" Target="../media/image1229.png"/><Relationship Id="rId263" Type="http://schemas.openxmlformats.org/officeDocument/2006/relationships/image" Target="../media/image1230.png"/><Relationship Id="rId264" Type="http://schemas.openxmlformats.org/officeDocument/2006/relationships/image" Target="../media/image1231.png"/><Relationship Id="rId265" Type="http://schemas.openxmlformats.org/officeDocument/2006/relationships/image" Target="../media/image1232.png"/><Relationship Id="rId266" Type="http://schemas.openxmlformats.org/officeDocument/2006/relationships/image" Target="../media/image1233.png"/><Relationship Id="rId267" Type="http://schemas.openxmlformats.org/officeDocument/2006/relationships/image" Target="../media/image1234.png"/><Relationship Id="rId268" Type="http://schemas.openxmlformats.org/officeDocument/2006/relationships/image" Target="../media/image1235.png"/><Relationship Id="rId269" Type="http://schemas.openxmlformats.org/officeDocument/2006/relationships/image" Target="../media/image1236.png"/><Relationship Id="rId270" Type="http://schemas.openxmlformats.org/officeDocument/2006/relationships/image" Target="../media/image1237.png"/><Relationship Id="rId271" Type="http://schemas.openxmlformats.org/officeDocument/2006/relationships/image" Target="../media/image1238.png"/><Relationship Id="rId272" Type="http://schemas.openxmlformats.org/officeDocument/2006/relationships/image" Target="../media/image1239.png"/><Relationship Id="rId273" Type="http://schemas.openxmlformats.org/officeDocument/2006/relationships/image" Target="../media/image1240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41.png"/><Relationship Id="rId3" Type="http://schemas.openxmlformats.org/officeDocument/2006/relationships/image" Target="../media/image1242.png"/><Relationship Id="rId4" Type="http://schemas.openxmlformats.org/officeDocument/2006/relationships/image" Target="../media/image1243.png"/><Relationship Id="rId5" Type="http://schemas.openxmlformats.org/officeDocument/2006/relationships/image" Target="../media/image1244.png"/><Relationship Id="rId6" Type="http://schemas.openxmlformats.org/officeDocument/2006/relationships/image" Target="../media/image1245.png"/><Relationship Id="rId7" Type="http://schemas.openxmlformats.org/officeDocument/2006/relationships/image" Target="../media/image1246.png"/><Relationship Id="rId8" Type="http://schemas.openxmlformats.org/officeDocument/2006/relationships/image" Target="../media/image1247.png"/><Relationship Id="rId9" Type="http://schemas.openxmlformats.org/officeDocument/2006/relationships/image" Target="../media/image1248.png"/><Relationship Id="rId10" Type="http://schemas.openxmlformats.org/officeDocument/2006/relationships/image" Target="../media/image1249.png"/><Relationship Id="rId11" Type="http://schemas.openxmlformats.org/officeDocument/2006/relationships/image" Target="../media/image1250.png"/><Relationship Id="rId12" Type="http://schemas.openxmlformats.org/officeDocument/2006/relationships/image" Target="../media/image1251.png"/><Relationship Id="rId13" Type="http://schemas.openxmlformats.org/officeDocument/2006/relationships/image" Target="../media/image1252.png"/><Relationship Id="rId14" Type="http://schemas.openxmlformats.org/officeDocument/2006/relationships/image" Target="../media/image1253.png"/><Relationship Id="rId15" Type="http://schemas.openxmlformats.org/officeDocument/2006/relationships/image" Target="../media/image1254.png"/><Relationship Id="rId16" Type="http://schemas.openxmlformats.org/officeDocument/2006/relationships/image" Target="../media/image1255.png"/><Relationship Id="rId17" Type="http://schemas.openxmlformats.org/officeDocument/2006/relationships/image" Target="../media/image1256.png"/><Relationship Id="rId18" Type="http://schemas.openxmlformats.org/officeDocument/2006/relationships/image" Target="../media/image1257.png"/><Relationship Id="rId19" Type="http://schemas.openxmlformats.org/officeDocument/2006/relationships/image" Target="../media/image1258.png"/><Relationship Id="rId20" Type="http://schemas.openxmlformats.org/officeDocument/2006/relationships/image" Target="../media/image1259.png"/><Relationship Id="rId21" Type="http://schemas.openxmlformats.org/officeDocument/2006/relationships/image" Target="../media/image1260.png"/><Relationship Id="rId22" Type="http://schemas.openxmlformats.org/officeDocument/2006/relationships/image" Target="../media/image1261.png"/><Relationship Id="rId23" Type="http://schemas.openxmlformats.org/officeDocument/2006/relationships/image" Target="../media/image1262.png"/><Relationship Id="rId24" Type="http://schemas.openxmlformats.org/officeDocument/2006/relationships/image" Target="../media/image1263.png"/><Relationship Id="rId25" Type="http://schemas.openxmlformats.org/officeDocument/2006/relationships/image" Target="../media/image1264.png"/><Relationship Id="rId26" Type="http://schemas.openxmlformats.org/officeDocument/2006/relationships/image" Target="../media/image1265.png"/><Relationship Id="rId27" Type="http://schemas.openxmlformats.org/officeDocument/2006/relationships/image" Target="../media/image1266.png"/><Relationship Id="rId28" Type="http://schemas.openxmlformats.org/officeDocument/2006/relationships/image" Target="../media/image1267.png"/><Relationship Id="rId29" Type="http://schemas.openxmlformats.org/officeDocument/2006/relationships/image" Target="../media/image1268.png"/><Relationship Id="rId30" Type="http://schemas.openxmlformats.org/officeDocument/2006/relationships/image" Target="../media/image1269.png"/><Relationship Id="rId31" Type="http://schemas.openxmlformats.org/officeDocument/2006/relationships/image" Target="../media/image1270.png"/><Relationship Id="rId32" Type="http://schemas.openxmlformats.org/officeDocument/2006/relationships/image" Target="../media/image1271.png"/><Relationship Id="rId33" Type="http://schemas.openxmlformats.org/officeDocument/2006/relationships/image" Target="../media/image1272.png"/><Relationship Id="rId34" Type="http://schemas.openxmlformats.org/officeDocument/2006/relationships/image" Target="../media/image1273.png"/><Relationship Id="rId35" Type="http://schemas.openxmlformats.org/officeDocument/2006/relationships/image" Target="../media/image1274.png"/><Relationship Id="rId36" Type="http://schemas.openxmlformats.org/officeDocument/2006/relationships/image" Target="../media/image1275.png"/><Relationship Id="rId37" Type="http://schemas.openxmlformats.org/officeDocument/2006/relationships/image" Target="../media/image1276.png"/><Relationship Id="rId38" Type="http://schemas.openxmlformats.org/officeDocument/2006/relationships/image" Target="../media/image1277.png"/><Relationship Id="rId39" Type="http://schemas.openxmlformats.org/officeDocument/2006/relationships/image" Target="../media/image1278.png"/><Relationship Id="rId40" Type="http://schemas.openxmlformats.org/officeDocument/2006/relationships/image" Target="../media/image1279.png"/><Relationship Id="rId41" Type="http://schemas.openxmlformats.org/officeDocument/2006/relationships/image" Target="../media/image1280.png"/><Relationship Id="rId42" Type="http://schemas.openxmlformats.org/officeDocument/2006/relationships/image" Target="../media/image1281.png"/><Relationship Id="rId43" Type="http://schemas.openxmlformats.org/officeDocument/2006/relationships/image" Target="../media/image1282.png"/><Relationship Id="rId44" Type="http://schemas.openxmlformats.org/officeDocument/2006/relationships/image" Target="../media/image1283.png"/><Relationship Id="rId45" Type="http://schemas.openxmlformats.org/officeDocument/2006/relationships/image" Target="../media/image1284.png"/><Relationship Id="rId46" Type="http://schemas.openxmlformats.org/officeDocument/2006/relationships/image" Target="../media/image1285.png"/><Relationship Id="rId47" Type="http://schemas.openxmlformats.org/officeDocument/2006/relationships/image" Target="../media/image1286.png"/><Relationship Id="rId48" Type="http://schemas.openxmlformats.org/officeDocument/2006/relationships/image" Target="../media/image1287.png"/><Relationship Id="rId49" Type="http://schemas.openxmlformats.org/officeDocument/2006/relationships/image" Target="../media/image1288.png"/><Relationship Id="rId50" Type="http://schemas.openxmlformats.org/officeDocument/2006/relationships/image" Target="../media/image1289.png"/><Relationship Id="rId51" Type="http://schemas.openxmlformats.org/officeDocument/2006/relationships/image" Target="../media/image1290.png"/><Relationship Id="rId52" Type="http://schemas.openxmlformats.org/officeDocument/2006/relationships/image" Target="../media/image1291.png"/><Relationship Id="rId53" Type="http://schemas.openxmlformats.org/officeDocument/2006/relationships/image" Target="../media/image1292.png"/><Relationship Id="rId54" Type="http://schemas.openxmlformats.org/officeDocument/2006/relationships/image" Target="../media/image1293.png"/><Relationship Id="rId55" Type="http://schemas.openxmlformats.org/officeDocument/2006/relationships/image" Target="../media/image1294.png"/><Relationship Id="rId56" Type="http://schemas.openxmlformats.org/officeDocument/2006/relationships/image" Target="../media/image1295.png"/><Relationship Id="rId57" Type="http://schemas.openxmlformats.org/officeDocument/2006/relationships/image" Target="../media/image1296.png"/><Relationship Id="rId58" Type="http://schemas.openxmlformats.org/officeDocument/2006/relationships/image" Target="../media/image1297.png"/><Relationship Id="rId59" Type="http://schemas.openxmlformats.org/officeDocument/2006/relationships/image" Target="../media/image1298.png"/><Relationship Id="rId60" Type="http://schemas.openxmlformats.org/officeDocument/2006/relationships/image" Target="../media/image1299.png"/><Relationship Id="rId61" Type="http://schemas.openxmlformats.org/officeDocument/2006/relationships/image" Target="../media/image1300.png"/><Relationship Id="rId62" Type="http://schemas.openxmlformats.org/officeDocument/2006/relationships/image" Target="../media/image1301.png"/><Relationship Id="rId63" Type="http://schemas.openxmlformats.org/officeDocument/2006/relationships/image" Target="../media/image1302.png"/><Relationship Id="rId64" Type="http://schemas.openxmlformats.org/officeDocument/2006/relationships/image" Target="../media/image1303.png"/><Relationship Id="rId65" Type="http://schemas.openxmlformats.org/officeDocument/2006/relationships/image" Target="../media/image1304.png"/><Relationship Id="rId66" Type="http://schemas.openxmlformats.org/officeDocument/2006/relationships/image" Target="../media/image1305.png"/><Relationship Id="rId67" Type="http://schemas.openxmlformats.org/officeDocument/2006/relationships/image" Target="../media/image1306.png"/><Relationship Id="rId68" Type="http://schemas.openxmlformats.org/officeDocument/2006/relationships/image" Target="../media/image1307.png"/><Relationship Id="rId69" Type="http://schemas.openxmlformats.org/officeDocument/2006/relationships/image" Target="../media/image1308.png"/><Relationship Id="rId70" Type="http://schemas.openxmlformats.org/officeDocument/2006/relationships/image" Target="../media/image1309.png"/><Relationship Id="rId71" Type="http://schemas.openxmlformats.org/officeDocument/2006/relationships/image" Target="../media/image1310.png"/><Relationship Id="rId72" Type="http://schemas.openxmlformats.org/officeDocument/2006/relationships/image" Target="../media/image1311.png"/><Relationship Id="rId73" Type="http://schemas.openxmlformats.org/officeDocument/2006/relationships/image" Target="../media/image1312.png"/><Relationship Id="rId74" Type="http://schemas.openxmlformats.org/officeDocument/2006/relationships/image" Target="../media/image1313.png"/><Relationship Id="rId75" Type="http://schemas.openxmlformats.org/officeDocument/2006/relationships/image" Target="../media/image1314.png"/><Relationship Id="rId76" Type="http://schemas.openxmlformats.org/officeDocument/2006/relationships/image" Target="../media/image1315.png"/><Relationship Id="rId77" Type="http://schemas.openxmlformats.org/officeDocument/2006/relationships/image" Target="../media/image1316.png"/><Relationship Id="rId78" Type="http://schemas.openxmlformats.org/officeDocument/2006/relationships/image" Target="../media/image1317.png"/><Relationship Id="rId79" Type="http://schemas.openxmlformats.org/officeDocument/2006/relationships/image" Target="../media/image1318.png"/><Relationship Id="rId80" Type="http://schemas.openxmlformats.org/officeDocument/2006/relationships/image" Target="../media/image1319.png"/><Relationship Id="rId81" Type="http://schemas.openxmlformats.org/officeDocument/2006/relationships/image" Target="../media/image1320.png"/><Relationship Id="rId82" Type="http://schemas.openxmlformats.org/officeDocument/2006/relationships/image" Target="../media/image1321.png"/><Relationship Id="rId83" Type="http://schemas.openxmlformats.org/officeDocument/2006/relationships/image" Target="../media/image1322.png"/><Relationship Id="rId84" Type="http://schemas.openxmlformats.org/officeDocument/2006/relationships/image" Target="../media/image1323.png"/><Relationship Id="rId85" Type="http://schemas.openxmlformats.org/officeDocument/2006/relationships/image" Target="../media/image1324.png"/><Relationship Id="rId86" Type="http://schemas.openxmlformats.org/officeDocument/2006/relationships/image" Target="../media/image1325.png"/><Relationship Id="rId87" Type="http://schemas.openxmlformats.org/officeDocument/2006/relationships/image" Target="../media/image1326.png"/><Relationship Id="rId88" Type="http://schemas.openxmlformats.org/officeDocument/2006/relationships/image" Target="../media/image1327.png"/><Relationship Id="rId89" Type="http://schemas.openxmlformats.org/officeDocument/2006/relationships/image" Target="../media/image1328.png"/><Relationship Id="rId90" Type="http://schemas.openxmlformats.org/officeDocument/2006/relationships/image" Target="../media/image1329.png"/><Relationship Id="rId91" Type="http://schemas.openxmlformats.org/officeDocument/2006/relationships/image" Target="../media/image1330.png"/><Relationship Id="rId92" Type="http://schemas.openxmlformats.org/officeDocument/2006/relationships/image" Target="../media/image1331.png"/><Relationship Id="rId93" Type="http://schemas.openxmlformats.org/officeDocument/2006/relationships/image" Target="../media/image1332.png"/><Relationship Id="rId94" Type="http://schemas.openxmlformats.org/officeDocument/2006/relationships/image" Target="../media/image1333.png"/><Relationship Id="rId95" Type="http://schemas.openxmlformats.org/officeDocument/2006/relationships/image" Target="../media/image1334.png"/><Relationship Id="rId96" Type="http://schemas.openxmlformats.org/officeDocument/2006/relationships/image" Target="../media/image1335.png"/><Relationship Id="rId97" Type="http://schemas.openxmlformats.org/officeDocument/2006/relationships/image" Target="../media/image1336.png"/><Relationship Id="rId98" Type="http://schemas.openxmlformats.org/officeDocument/2006/relationships/image" Target="../media/image1337.png"/><Relationship Id="rId99" Type="http://schemas.openxmlformats.org/officeDocument/2006/relationships/image" Target="../media/image1338.png"/><Relationship Id="rId100" Type="http://schemas.openxmlformats.org/officeDocument/2006/relationships/image" Target="../media/image1339.png"/><Relationship Id="rId101" Type="http://schemas.openxmlformats.org/officeDocument/2006/relationships/image" Target="../media/image1340.png"/><Relationship Id="rId102" Type="http://schemas.openxmlformats.org/officeDocument/2006/relationships/image" Target="../media/image1341.png"/><Relationship Id="rId103" Type="http://schemas.openxmlformats.org/officeDocument/2006/relationships/image" Target="../media/image1342.png"/><Relationship Id="rId104" Type="http://schemas.openxmlformats.org/officeDocument/2006/relationships/image" Target="../media/image1343.png"/><Relationship Id="rId105" Type="http://schemas.openxmlformats.org/officeDocument/2006/relationships/image" Target="../media/image1344.png"/><Relationship Id="rId106" Type="http://schemas.openxmlformats.org/officeDocument/2006/relationships/image" Target="../media/image1345.png"/><Relationship Id="rId107" Type="http://schemas.openxmlformats.org/officeDocument/2006/relationships/image" Target="../media/image1346.png"/><Relationship Id="rId108" Type="http://schemas.openxmlformats.org/officeDocument/2006/relationships/image" Target="../media/image1347.png"/><Relationship Id="rId109" Type="http://schemas.openxmlformats.org/officeDocument/2006/relationships/image" Target="../media/image1348.png"/><Relationship Id="rId110" Type="http://schemas.openxmlformats.org/officeDocument/2006/relationships/image" Target="../media/image1349.png"/><Relationship Id="rId111" Type="http://schemas.openxmlformats.org/officeDocument/2006/relationships/image" Target="../media/image1350.png"/><Relationship Id="rId112" Type="http://schemas.openxmlformats.org/officeDocument/2006/relationships/image" Target="../media/image1351.png"/><Relationship Id="rId113" Type="http://schemas.openxmlformats.org/officeDocument/2006/relationships/image" Target="../media/image1352.png"/><Relationship Id="rId114" Type="http://schemas.openxmlformats.org/officeDocument/2006/relationships/image" Target="../media/image1353.png"/><Relationship Id="rId115" Type="http://schemas.openxmlformats.org/officeDocument/2006/relationships/image" Target="../media/image1354.png"/><Relationship Id="rId116" Type="http://schemas.openxmlformats.org/officeDocument/2006/relationships/image" Target="../media/image1355.png"/><Relationship Id="rId117" Type="http://schemas.openxmlformats.org/officeDocument/2006/relationships/image" Target="../media/image1356.png"/><Relationship Id="rId118" Type="http://schemas.openxmlformats.org/officeDocument/2006/relationships/image" Target="../media/image1357.png"/><Relationship Id="rId119" Type="http://schemas.openxmlformats.org/officeDocument/2006/relationships/image" Target="../media/image1358.png"/><Relationship Id="rId120" Type="http://schemas.openxmlformats.org/officeDocument/2006/relationships/image" Target="../media/image1359.png"/><Relationship Id="rId121" Type="http://schemas.openxmlformats.org/officeDocument/2006/relationships/image" Target="../media/image1360.png"/><Relationship Id="rId122" Type="http://schemas.openxmlformats.org/officeDocument/2006/relationships/image" Target="../media/image1361.png"/><Relationship Id="rId123" Type="http://schemas.openxmlformats.org/officeDocument/2006/relationships/image" Target="../media/image1362.png"/><Relationship Id="rId124" Type="http://schemas.openxmlformats.org/officeDocument/2006/relationships/image" Target="../media/image1363.png"/><Relationship Id="rId125" Type="http://schemas.openxmlformats.org/officeDocument/2006/relationships/image" Target="../media/image1364.png"/><Relationship Id="rId126" Type="http://schemas.openxmlformats.org/officeDocument/2006/relationships/image" Target="../media/image1365.png"/><Relationship Id="rId127" Type="http://schemas.openxmlformats.org/officeDocument/2006/relationships/image" Target="../media/image1366.png"/><Relationship Id="rId128" Type="http://schemas.openxmlformats.org/officeDocument/2006/relationships/image" Target="../media/image1367.png"/><Relationship Id="rId129" Type="http://schemas.openxmlformats.org/officeDocument/2006/relationships/image" Target="../media/image1368.png"/><Relationship Id="rId130" Type="http://schemas.openxmlformats.org/officeDocument/2006/relationships/image" Target="../media/image1369.png"/><Relationship Id="rId131" Type="http://schemas.openxmlformats.org/officeDocument/2006/relationships/image" Target="../media/image1370.png"/><Relationship Id="rId132" Type="http://schemas.openxmlformats.org/officeDocument/2006/relationships/image" Target="../media/image1371.png"/><Relationship Id="rId133" Type="http://schemas.openxmlformats.org/officeDocument/2006/relationships/image" Target="../media/image1372.png"/><Relationship Id="rId134" Type="http://schemas.openxmlformats.org/officeDocument/2006/relationships/image" Target="../media/image1373.png"/><Relationship Id="rId135" Type="http://schemas.openxmlformats.org/officeDocument/2006/relationships/image" Target="../media/image1374.png"/><Relationship Id="rId136" Type="http://schemas.openxmlformats.org/officeDocument/2006/relationships/image" Target="../media/image1375.png"/><Relationship Id="rId137" Type="http://schemas.openxmlformats.org/officeDocument/2006/relationships/image" Target="../media/image1376.png"/><Relationship Id="rId138" Type="http://schemas.openxmlformats.org/officeDocument/2006/relationships/image" Target="../media/image1377.png"/><Relationship Id="rId139" Type="http://schemas.openxmlformats.org/officeDocument/2006/relationships/image" Target="../media/image1378.png"/><Relationship Id="rId140" Type="http://schemas.openxmlformats.org/officeDocument/2006/relationships/image" Target="../media/image1379.png"/><Relationship Id="rId141" Type="http://schemas.openxmlformats.org/officeDocument/2006/relationships/image" Target="../media/image1380.png"/><Relationship Id="rId142" Type="http://schemas.openxmlformats.org/officeDocument/2006/relationships/image" Target="../media/image1381.png"/><Relationship Id="rId143" Type="http://schemas.openxmlformats.org/officeDocument/2006/relationships/image" Target="../media/image1382.png"/><Relationship Id="rId144" Type="http://schemas.openxmlformats.org/officeDocument/2006/relationships/image" Target="../media/image1383.png"/><Relationship Id="rId145" Type="http://schemas.openxmlformats.org/officeDocument/2006/relationships/image" Target="../media/image1384.png"/><Relationship Id="rId146" Type="http://schemas.openxmlformats.org/officeDocument/2006/relationships/image" Target="../media/image1385.png"/><Relationship Id="rId147" Type="http://schemas.openxmlformats.org/officeDocument/2006/relationships/image" Target="../media/image1386.png"/><Relationship Id="rId148" Type="http://schemas.openxmlformats.org/officeDocument/2006/relationships/image" Target="../media/image1387.png"/><Relationship Id="rId149" Type="http://schemas.openxmlformats.org/officeDocument/2006/relationships/image" Target="../media/image1388.png"/><Relationship Id="rId150" Type="http://schemas.openxmlformats.org/officeDocument/2006/relationships/image" Target="../media/image1389.png"/><Relationship Id="rId151" Type="http://schemas.openxmlformats.org/officeDocument/2006/relationships/image" Target="../media/image1390.png"/><Relationship Id="rId152" Type="http://schemas.openxmlformats.org/officeDocument/2006/relationships/image" Target="../media/image139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92.png"/><Relationship Id="rId3" Type="http://schemas.openxmlformats.org/officeDocument/2006/relationships/image" Target="../media/image1393.png"/><Relationship Id="rId4" Type="http://schemas.openxmlformats.org/officeDocument/2006/relationships/image" Target="../media/image1394.png"/><Relationship Id="rId5" Type="http://schemas.openxmlformats.org/officeDocument/2006/relationships/image" Target="../media/image1395.png"/><Relationship Id="rId6" Type="http://schemas.openxmlformats.org/officeDocument/2006/relationships/image" Target="../media/image1396.png"/><Relationship Id="rId7" Type="http://schemas.openxmlformats.org/officeDocument/2006/relationships/image" Target="../media/image1397.png"/><Relationship Id="rId8" Type="http://schemas.openxmlformats.org/officeDocument/2006/relationships/image" Target="../media/image1398.png"/><Relationship Id="rId9" Type="http://schemas.openxmlformats.org/officeDocument/2006/relationships/image" Target="../media/image1399.png"/><Relationship Id="rId10" Type="http://schemas.openxmlformats.org/officeDocument/2006/relationships/image" Target="../media/image1400.png"/><Relationship Id="rId11" Type="http://schemas.openxmlformats.org/officeDocument/2006/relationships/image" Target="../media/image1401.png"/><Relationship Id="rId12" Type="http://schemas.openxmlformats.org/officeDocument/2006/relationships/image" Target="../media/image1402.png"/><Relationship Id="rId13" Type="http://schemas.openxmlformats.org/officeDocument/2006/relationships/image" Target="../media/image1403.png"/><Relationship Id="rId14" Type="http://schemas.openxmlformats.org/officeDocument/2006/relationships/image" Target="../media/image1404.png"/><Relationship Id="rId15" Type="http://schemas.openxmlformats.org/officeDocument/2006/relationships/image" Target="../media/image1405.png"/><Relationship Id="rId16" Type="http://schemas.openxmlformats.org/officeDocument/2006/relationships/image" Target="../media/image1406.png"/><Relationship Id="rId17" Type="http://schemas.openxmlformats.org/officeDocument/2006/relationships/image" Target="../media/image1407.png"/><Relationship Id="rId18" Type="http://schemas.openxmlformats.org/officeDocument/2006/relationships/image" Target="../media/image1408.png"/><Relationship Id="rId19" Type="http://schemas.openxmlformats.org/officeDocument/2006/relationships/image" Target="../media/image1409.png"/><Relationship Id="rId20" Type="http://schemas.openxmlformats.org/officeDocument/2006/relationships/image" Target="../media/image1410.png"/><Relationship Id="rId21" Type="http://schemas.openxmlformats.org/officeDocument/2006/relationships/image" Target="../media/image1411.png"/><Relationship Id="rId22" Type="http://schemas.openxmlformats.org/officeDocument/2006/relationships/image" Target="../media/image1412.png"/><Relationship Id="rId23" Type="http://schemas.openxmlformats.org/officeDocument/2006/relationships/image" Target="../media/image1413.png"/><Relationship Id="rId24" Type="http://schemas.openxmlformats.org/officeDocument/2006/relationships/image" Target="../media/image1414.png"/><Relationship Id="rId25" Type="http://schemas.openxmlformats.org/officeDocument/2006/relationships/image" Target="../media/image1415.png"/><Relationship Id="rId26" Type="http://schemas.openxmlformats.org/officeDocument/2006/relationships/image" Target="../media/image1416.png"/><Relationship Id="rId27" Type="http://schemas.openxmlformats.org/officeDocument/2006/relationships/image" Target="../media/image1417.png"/><Relationship Id="rId28" Type="http://schemas.openxmlformats.org/officeDocument/2006/relationships/image" Target="../media/image1418.png"/><Relationship Id="rId29" Type="http://schemas.openxmlformats.org/officeDocument/2006/relationships/image" Target="../media/image1419.png"/><Relationship Id="rId30" Type="http://schemas.openxmlformats.org/officeDocument/2006/relationships/image" Target="../media/image1420.png"/><Relationship Id="rId31" Type="http://schemas.openxmlformats.org/officeDocument/2006/relationships/image" Target="../media/image1421.png"/><Relationship Id="rId32" Type="http://schemas.openxmlformats.org/officeDocument/2006/relationships/image" Target="../media/image1422.png"/><Relationship Id="rId33" Type="http://schemas.openxmlformats.org/officeDocument/2006/relationships/image" Target="../media/image1423.png"/><Relationship Id="rId34" Type="http://schemas.openxmlformats.org/officeDocument/2006/relationships/image" Target="../media/image1424.png"/><Relationship Id="rId35" Type="http://schemas.openxmlformats.org/officeDocument/2006/relationships/image" Target="../media/image1425.png"/><Relationship Id="rId36" Type="http://schemas.openxmlformats.org/officeDocument/2006/relationships/image" Target="../media/image1426.png"/><Relationship Id="rId37" Type="http://schemas.openxmlformats.org/officeDocument/2006/relationships/image" Target="../media/image1427.png"/><Relationship Id="rId38" Type="http://schemas.openxmlformats.org/officeDocument/2006/relationships/image" Target="../media/image1428.png"/><Relationship Id="rId39" Type="http://schemas.openxmlformats.org/officeDocument/2006/relationships/image" Target="../media/image1429.png"/><Relationship Id="rId40" Type="http://schemas.openxmlformats.org/officeDocument/2006/relationships/image" Target="../media/image1430.png"/><Relationship Id="rId41" Type="http://schemas.openxmlformats.org/officeDocument/2006/relationships/image" Target="../media/image1431.png"/><Relationship Id="rId42" Type="http://schemas.openxmlformats.org/officeDocument/2006/relationships/image" Target="../media/image1432.png"/><Relationship Id="rId43" Type="http://schemas.openxmlformats.org/officeDocument/2006/relationships/image" Target="../media/image1433.png"/><Relationship Id="rId44" Type="http://schemas.openxmlformats.org/officeDocument/2006/relationships/image" Target="../media/image1434.png"/><Relationship Id="rId45" Type="http://schemas.openxmlformats.org/officeDocument/2006/relationships/image" Target="../media/image1435.png"/><Relationship Id="rId46" Type="http://schemas.openxmlformats.org/officeDocument/2006/relationships/image" Target="../media/image1436.png"/><Relationship Id="rId47" Type="http://schemas.openxmlformats.org/officeDocument/2006/relationships/image" Target="../media/image1437.png"/><Relationship Id="rId48" Type="http://schemas.openxmlformats.org/officeDocument/2006/relationships/image" Target="../media/image1438.png"/><Relationship Id="rId49" Type="http://schemas.openxmlformats.org/officeDocument/2006/relationships/image" Target="../media/image1439.png"/><Relationship Id="rId50" Type="http://schemas.openxmlformats.org/officeDocument/2006/relationships/image" Target="../media/image1440.png"/><Relationship Id="rId51" Type="http://schemas.openxmlformats.org/officeDocument/2006/relationships/image" Target="../media/image1441.png"/><Relationship Id="rId52" Type="http://schemas.openxmlformats.org/officeDocument/2006/relationships/image" Target="../media/image1442.png"/><Relationship Id="rId53" Type="http://schemas.openxmlformats.org/officeDocument/2006/relationships/image" Target="../media/image1443.png"/><Relationship Id="rId54" Type="http://schemas.openxmlformats.org/officeDocument/2006/relationships/image" Target="../media/image1444.png"/><Relationship Id="rId55" Type="http://schemas.openxmlformats.org/officeDocument/2006/relationships/image" Target="../media/image1445.png"/><Relationship Id="rId56" Type="http://schemas.openxmlformats.org/officeDocument/2006/relationships/image" Target="../media/image1446.png"/><Relationship Id="rId57" Type="http://schemas.openxmlformats.org/officeDocument/2006/relationships/image" Target="../media/image1447.png"/><Relationship Id="rId58" Type="http://schemas.openxmlformats.org/officeDocument/2006/relationships/image" Target="../media/image1448.png"/><Relationship Id="rId59" Type="http://schemas.openxmlformats.org/officeDocument/2006/relationships/image" Target="../media/image1449.png"/><Relationship Id="rId60" Type="http://schemas.openxmlformats.org/officeDocument/2006/relationships/image" Target="../media/image1450.png"/><Relationship Id="rId61" Type="http://schemas.openxmlformats.org/officeDocument/2006/relationships/image" Target="../media/image1451.png"/><Relationship Id="rId62" Type="http://schemas.openxmlformats.org/officeDocument/2006/relationships/image" Target="../media/image1452.png"/><Relationship Id="rId63" Type="http://schemas.openxmlformats.org/officeDocument/2006/relationships/image" Target="../media/image1453.png"/><Relationship Id="rId64" Type="http://schemas.openxmlformats.org/officeDocument/2006/relationships/image" Target="../media/image1454.png"/><Relationship Id="rId65" Type="http://schemas.openxmlformats.org/officeDocument/2006/relationships/image" Target="../media/image1455.png"/><Relationship Id="rId66" Type="http://schemas.openxmlformats.org/officeDocument/2006/relationships/image" Target="../media/image1456.png"/><Relationship Id="rId67" Type="http://schemas.openxmlformats.org/officeDocument/2006/relationships/image" Target="../media/image1457.png"/><Relationship Id="rId68" Type="http://schemas.openxmlformats.org/officeDocument/2006/relationships/image" Target="../media/image1458.png"/><Relationship Id="rId69" Type="http://schemas.openxmlformats.org/officeDocument/2006/relationships/image" Target="../media/image1459.png"/><Relationship Id="rId70" Type="http://schemas.openxmlformats.org/officeDocument/2006/relationships/image" Target="../media/image1460.png"/><Relationship Id="rId71" Type="http://schemas.openxmlformats.org/officeDocument/2006/relationships/image" Target="../media/image1461.png"/><Relationship Id="rId72" Type="http://schemas.openxmlformats.org/officeDocument/2006/relationships/image" Target="../media/image1462.png"/><Relationship Id="rId73" Type="http://schemas.openxmlformats.org/officeDocument/2006/relationships/image" Target="../media/image1463.png"/><Relationship Id="rId74" Type="http://schemas.openxmlformats.org/officeDocument/2006/relationships/image" Target="../media/image1464.png"/><Relationship Id="rId75" Type="http://schemas.openxmlformats.org/officeDocument/2006/relationships/image" Target="../media/image1465.png"/><Relationship Id="rId76" Type="http://schemas.openxmlformats.org/officeDocument/2006/relationships/image" Target="../media/image1466.png"/><Relationship Id="rId77" Type="http://schemas.openxmlformats.org/officeDocument/2006/relationships/image" Target="../media/image1467.png"/><Relationship Id="rId78" Type="http://schemas.openxmlformats.org/officeDocument/2006/relationships/image" Target="../media/image1468.png"/><Relationship Id="rId79" Type="http://schemas.openxmlformats.org/officeDocument/2006/relationships/image" Target="../media/image1469.png"/><Relationship Id="rId80" Type="http://schemas.openxmlformats.org/officeDocument/2006/relationships/image" Target="../media/image1470.png"/><Relationship Id="rId81" Type="http://schemas.openxmlformats.org/officeDocument/2006/relationships/image" Target="../media/image1471.png"/><Relationship Id="rId82" Type="http://schemas.openxmlformats.org/officeDocument/2006/relationships/image" Target="../media/image1472.png"/><Relationship Id="rId83" Type="http://schemas.openxmlformats.org/officeDocument/2006/relationships/image" Target="../media/image1473.png"/><Relationship Id="rId84" Type="http://schemas.openxmlformats.org/officeDocument/2006/relationships/image" Target="../media/image1474.png"/><Relationship Id="rId85" Type="http://schemas.openxmlformats.org/officeDocument/2006/relationships/image" Target="../media/image1475.png"/><Relationship Id="rId86" Type="http://schemas.openxmlformats.org/officeDocument/2006/relationships/image" Target="../media/image1476.png"/><Relationship Id="rId87" Type="http://schemas.openxmlformats.org/officeDocument/2006/relationships/image" Target="../media/image1477.png"/><Relationship Id="rId88" Type="http://schemas.openxmlformats.org/officeDocument/2006/relationships/image" Target="../media/image1478.png"/><Relationship Id="rId89" Type="http://schemas.openxmlformats.org/officeDocument/2006/relationships/image" Target="../media/image1479.png"/><Relationship Id="rId90" Type="http://schemas.openxmlformats.org/officeDocument/2006/relationships/image" Target="../media/image1480.png"/><Relationship Id="rId91" Type="http://schemas.openxmlformats.org/officeDocument/2006/relationships/image" Target="../media/image1481.png"/><Relationship Id="rId92" Type="http://schemas.openxmlformats.org/officeDocument/2006/relationships/image" Target="../media/image1482.png"/><Relationship Id="rId93" Type="http://schemas.openxmlformats.org/officeDocument/2006/relationships/image" Target="../media/image1483.png"/><Relationship Id="rId94" Type="http://schemas.openxmlformats.org/officeDocument/2006/relationships/image" Target="../media/image1484.png"/><Relationship Id="rId95" Type="http://schemas.openxmlformats.org/officeDocument/2006/relationships/image" Target="../media/image1485.png"/><Relationship Id="rId96" Type="http://schemas.openxmlformats.org/officeDocument/2006/relationships/image" Target="../media/image1486.png"/><Relationship Id="rId97" Type="http://schemas.openxmlformats.org/officeDocument/2006/relationships/image" Target="../media/image1487.png"/><Relationship Id="rId98" Type="http://schemas.openxmlformats.org/officeDocument/2006/relationships/image" Target="../media/image1488.png"/><Relationship Id="rId99" Type="http://schemas.openxmlformats.org/officeDocument/2006/relationships/image" Target="../media/image1489.png"/><Relationship Id="rId100" Type="http://schemas.openxmlformats.org/officeDocument/2006/relationships/image" Target="../media/image1490.png"/><Relationship Id="rId101" Type="http://schemas.openxmlformats.org/officeDocument/2006/relationships/image" Target="../media/image1491.png"/><Relationship Id="rId102" Type="http://schemas.openxmlformats.org/officeDocument/2006/relationships/image" Target="../media/image1492.png"/><Relationship Id="rId103" Type="http://schemas.openxmlformats.org/officeDocument/2006/relationships/image" Target="../media/image1493.png"/><Relationship Id="rId104" Type="http://schemas.openxmlformats.org/officeDocument/2006/relationships/image" Target="../media/image1494.png"/><Relationship Id="rId105" Type="http://schemas.openxmlformats.org/officeDocument/2006/relationships/image" Target="../media/image1495.png"/><Relationship Id="rId106" Type="http://schemas.openxmlformats.org/officeDocument/2006/relationships/image" Target="../media/image1496.png"/><Relationship Id="rId107" Type="http://schemas.openxmlformats.org/officeDocument/2006/relationships/image" Target="../media/image1497.png"/><Relationship Id="rId108" Type="http://schemas.openxmlformats.org/officeDocument/2006/relationships/image" Target="../media/image1498.png"/><Relationship Id="rId109" Type="http://schemas.openxmlformats.org/officeDocument/2006/relationships/image" Target="../media/image1499.png"/><Relationship Id="rId110" Type="http://schemas.openxmlformats.org/officeDocument/2006/relationships/image" Target="../media/image1500.png"/><Relationship Id="rId111" Type="http://schemas.openxmlformats.org/officeDocument/2006/relationships/image" Target="../media/image1501.png"/><Relationship Id="rId112" Type="http://schemas.openxmlformats.org/officeDocument/2006/relationships/image" Target="../media/image1502.png"/><Relationship Id="rId113" Type="http://schemas.openxmlformats.org/officeDocument/2006/relationships/image" Target="../media/image1503.png"/><Relationship Id="rId114" Type="http://schemas.openxmlformats.org/officeDocument/2006/relationships/image" Target="../media/image1504.png"/><Relationship Id="rId115" Type="http://schemas.openxmlformats.org/officeDocument/2006/relationships/image" Target="../media/image1505.png"/><Relationship Id="rId116" Type="http://schemas.openxmlformats.org/officeDocument/2006/relationships/image" Target="../media/image1506.png"/><Relationship Id="rId117" Type="http://schemas.openxmlformats.org/officeDocument/2006/relationships/image" Target="../media/image1507.png"/><Relationship Id="rId118" Type="http://schemas.openxmlformats.org/officeDocument/2006/relationships/image" Target="../media/image1508.png"/><Relationship Id="rId119" Type="http://schemas.openxmlformats.org/officeDocument/2006/relationships/image" Target="../media/image1509.png"/><Relationship Id="rId120" Type="http://schemas.openxmlformats.org/officeDocument/2006/relationships/image" Target="../media/image1510.png"/><Relationship Id="rId121" Type="http://schemas.openxmlformats.org/officeDocument/2006/relationships/image" Target="../media/image1511.png"/><Relationship Id="rId122" Type="http://schemas.openxmlformats.org/officeDocument/2006/relationships/image" Target="../media/image1512.png"/><Relationship Id="rId123" Type="http://schemas.openxmlformats.org/officeDocument/2006/relationships/image" Target="../media/image1513.png"/><Relationship Id="rId124" Type="http://schemas.openxmlformats.org/officeDocument/2006/relationships/image" Target="../media/image1514.png"/><Relationship Id="rId125" Type="http://schemas.openxmlformats.org/officeDocument/2006/relationships/image" Target="../media/image1515.png"/><Relationship Id="rId126" Type="http://schemas.openxmlformats.org/officeDocument/2006/relationships/image" Target="../media/image1516.png"/><Relationship Id="rId127" Type="http://schemas.openxmlformats.org/officeDocument/2006/relationships/image" Target="../media/image1517.png"/><Relationship Id="rId128" Type="http://schemas.openxmlformats.org/officeDocument/2006/relationships/image" Target="../media/image1518.png"/><Relationship Id="rId129" Type="http://schemas.openxmlformats.org/officeDocument/2006/relationships/image" Target="../media/image1519.png"/><Relationship Id="rId130" Type="http://schemas.openxmlformats.org/officeDocument/2006/relationships/image" Target="../media/image1520.png"/><Relationship Id="rId131" Type="http://schemas.openxmlformats.org/officeDocument/2006/relationships/image" Target="../media/image1521.png"/><Relationship Id="rId132" Type="http://schemas.openxmlformats.org/officeDocument/2006/relationships/image" Target="../media/image1522.png"/><Relationship Id="rId133" Type="http://schemas.openxmlformats.org/officeDocument/2006/relationships/image" Target="../media/image152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24.png"/><Relationship Id="rId3" Type="http://schemas.openxmlformats.org/officeDocument/2006/relationships/image" Target="../media/image1525.png"/><Relationship Id="rId4" Type="http://schemas.openxmlformats.org/officeDocument/2006/relationships/image" Target="../media/image1526.png"/><Relationship Id="rId5" Type="http://schemas.openxmlformats.org/officeDocument/2006/relationships/image" Target="../media/image1527.png"/><Relationship Id="rId6" Type="http://schemas.openxmlformats.org/officeDocument/2006/relationships/image" Target="../media/image1528.png"/><Relationship Id="rId7" Type="http://schemas.openxmlformats.org/officeDocument/2006/relationships/image" Target="../media/image1529.png"/><Relationship Id="rId8" Type="http://schemas.openxmlformats.org/officeDocument/2006/relationships/image" Target="../media/image1530.png"/><Relationship Id="rId9" Type="http://schemas.openxmlformats.org/officeDocument/2006/relationships/image" Target="../media/image1531.png"/><Relationship Id="rId10" Type="http://schemas.openxmlformats.org/officeDocument/2006/relationships/image" Target="../media/image1532.png"/><Relationship Id="rId11" Type="http://schemas.openxmlformats.org/officeDocument/2006/relationships/image" Target="../media/image1533.png"/><Relationship Id="rId12" Type="http://schemas.openxmlformats.org/officeDocument/2006/relationships/image" Target="../media/image1534.png"/><Relationship Id="rId13" Type="http://schemas.openxmlformats.org/officeDocument/2006/relationships/image" Target="../media/image1535.png"/><Relationship Id="rId14" Type="http://schemas.openxmlformats.org/officeDocument/2006/relationships/image" Target="../media/image1536.png"/><Relationship Id="rId15" Type="http://schemas.openxmlformats.org/officeDocument/2006/relationships/image" Target="../media/image1537.png"/><Relationship Id="rId16" Type="http://schemas.openxmlformats.org/officeDocument/2006/relationships/image" Target="../media/image1538.png"/><Relationship Id="rId17" Type="http://schemas.openxmlformats.org/officeDocument/2006/relationships/image" Target="../media/image1539.png"/><Relationship Id="rId18" Type="http://schemas.openxmlformats.org/officeDocument/2006/relationships/image" Target="../media/image1540.png"/><Relationship Id="rId19" Type="http://schemas.openxmlformats.org/officeDocument/2006/relationships/image" Target="../media/image1541.png"/><Relationship Id="rId20" Type="http://schemas.openxmlformats.org/officeDocument/2006/relationships/image" Target="../media/image1542.png"/><Relationship Id="rId21" Type="http://schemas.openxmlformats.org/officeDocument/2006/relationships/image" Target="../media/image1543.png"/><Relationship Id="rId22" Type="http://schemas.openxmlformats.org/officeDocument/2006/relationships/image" Target="../media/image1544.png"/><Relationship Id="rId23" Type="http://schemas.openxmlformats.org/officeDocument/2006/relationships/image" Target="../media/image1545.png"/><Relationship Id="rId24" Type="http://schemas.openxmlformats.org/officeDocument/2006/relationships/image" Target="../media/image1546.png"/><Relationship Id="rId25" Type="http://schemas.openxmlformats.org/officeDocument/2006/relationships/image" Target="../media/image1547.png"/><Relationship Id="rId26" Type="http://schemas.openxmlformats.org/officeDocument/2006/relationships/image" Target="../media/image1548.png"/><Relationship Id="rId27" Type="http://schemas.openxmlformats.org/officeDocument/2006/relationships/image" Target="../media/image1549.png"/><Relationship Id="rId28" Type="http://schemas.openxmlformats.org/officeDocument/2006/relationships/image" Target="../media/image1550.png"/><Relationship Id="rId29" Type="http://schemas.openxmlformats.org/officeDocument/2006/relationships/image" Target="../media/image1551.png"/><Relationship Id="rId30" Type="http://schemas.openxmlformats.org/officeDocument/2006/relationships/image" Target="../media/image1552.png"/><Relationship Id="rId31" Type="http://schemas.openxmlformats.org/officeDocument/2006/relationships/image" Target="../media/image1553.png"/><Relationship Id="rId32" Type="http://schemas.openxmlformats.org/officeDocument/2006/relationships/image" Target="../media/image1554.png"/><Relationship Id="rId33" Type="http://schemas.openxmlformats.org/officeDocument/2006/relationships/image" Target="../media/image1555.png"/><Relationship Id="rId34" Type="http://schemas.openxmlformats.org/officeDocument/2006/relationships/image" Target="../media/image1556.png"/><Relationship Id="rId35" Type="http://schemas.openxmlformats.org/officeDocument/2006/relationships/image" Target="../media/image1557.png"/><Relationship Id="rId36" Type="http://schemas.openxmlformats.org/officeDocument/2006/relationships/image" Target="../media/image1558.png"/><Relationship Id="rId37" Type="http://schemas.openxmlformats.org/officeDocument/2006/relationships/image" Target="../media/image1559.png"/><Relationship Id="rId38" Type="http://schemas.openxmlformats.org/officeDocument/2006/relationships/image" Target="../media/image1560.png"/><Relationship Id="rId39" Type="http://schemas.openxmlformats.org/officeDocument/2006/relationships/image" Target="../media/image1561.png"/><Relationship Id="rId40" Type="http://schemas.openxmlformats.org/officeDocument/2006/relationships/image" Target="../media/image1562.png"/><Relationship Id="rId41" Type="http://schemas.openxmlformats.org/officeDocument/2006/relationships/image" Target="../media/image1563.png"/><Relationship Id="rId42" Type="http://schemas.openxmlformats.org/officeDocument/2006/relationships/image" Target="../media/image1564.png"/><Relationship Id="rId43" Type="http://schemas.openxmlformats.org/officeDocument/2006/relationships/image" Target="../media/image1565.png"/><Relationship Id="rId44" Type="http://schemas.openxmlformats.org/officeDocument/2006/relationships/image" Target="../media/image1566.png"/><Relationship Id="rId45" Type="http://schemas.openxmlformats.org/officeDocument/2006/relationships/image" Target="../media/image1567.png"/><Relationship Id="rId46" Type="http://schemas.openxmlformats.org/officeDocument/2006/relationships/image" Target="../media/image1568.png"/><Relationship Id="rId47" Type="http://schemas.openxmlformats.org/officeDocument/2006/relationships/image" Target="../media/image1569.png"/><Relationship Id="rId48" Type="http://schemas.openxmlformats.org/officeDocument/2006/relationships/image" Target="../media/image1570.png"/><Relationship Id="rId49" Type="http://schemas.openxmlformats.org/officeDocument/2006/relationships/image" Target="../media/image1571.png"/><Relationship Id="rId50" Type="http://schemas.openxmlformats.org/officeDocument/2006/relationships/image" Target="../media/image1572.png"/><Relationship Id="rId51" Type="http://schemas.openxmlformats.org/officeDocument/2006/relationships/image" Target="../media/image1573.png"/><Relationship Id="rId52" Type="http://schemas.openxmlformats.org/officeDocument/2006/relationships/image" Target="../media/image1574.png"/><Relationship Id="rId53" Type="http://schemas.openxmlformats.org/officeDocument/2006/relationships/image" Target="../media/image1575.png"/><Relationship Id="rId54" Type="http://schemas.openxmlformats.org/officeDocument/2006/relationships/image" Target="../media/image1576.png"/><Relationship Id="rId55" Type="http://schemas.openxmlformats.org/officeDocument/2006/relationships/image" Target="../media/image1577.png"/><Relationship Id="rId56" Type="http://schemas.openxmlformats.org/officeDocument/2006/relationships/image" Target="../media/image1578.png"/><Relationship Id="rId57" Type="http://schemas.openxmlformats.org/officeDocument/2006/relationships/image" Target="../media/image1579.png"/><Relationship Id="rId58" Type="http://schemas.openxmlformats.org/officeDocument/2006/relationships/image" Target="../media/image1580.png"/><Relationship Id="rId59" Type="http://schemas.openxmlformats.org/officeDocument/2006/relationships/image" Target="../media/image1581.png"/><Relationship Id="rId60" Type="http://schemas.openxmlformats.org/officeDocument/2006/relationships/image" Target="../media/image1582.png"/><Relationship Id="rId61" Type="http://schemas.openxmlformats.org/officeDocument/2006/relationships/image" Target="../media/image1583.png"/><Relationship Id="rId62" Type="http://schemas.openxmlformats.org/officeDocument/2006/relationships/image" Target="../media/image1584.png"/><Relationship Id="rId63" Type="http://schemas.openxmlformats.org/officeDocument/2006/relationships/image" Target="../media/image1585.png"/><Relationship Id="rId64" Type="http://schemas.openxmlformats.org/officeDocument/2006/relationships/image" Target="../media/image1586.png"/><Relationship Id="rId65" Type="http://schemas.openxmlformats.org/officeDocument/2006/relationships/image" Target="../media/image1587.png"/><Relationship Id="rId66" Type="http://schemas.openxmlformats.org/officeDocument/2006/relationships/image" Target="../media/image1588.png"/><Relationship Id="rId67" Type="http://schemas.openxmlformats.org/officeDocument/2006/relationships/image" Target="../media/image1589.png"/><Relationship Id="rId68" Type="http://schemas.openxmlformats.org/officeDocument/2006/relationships/image" Target="../media/image1590.png"/><Relationship Id="rId69" Type="http://schemas.openxmlformats.org/officeDocument/2006/relationships/image" Target="../media/image1591.png"/><Relationship Id="rId70" Type="http://schemas.openxmlformats.org/officeDocument/2006/relationships/image" Target="../media/image1592.png"/><Relationship Id="rId71" Type="http://schemas.openxmlformats.org/officeDocument/2006/relationships/image" Target="../media/image1593.png"/><Relationship Id="rId72" Type="http://schemas.openxmlformats.org/officeDocument/2006/relationships/image" Target="../media/image1594.png"/><Relationship Id="rId73" Type="http://schemas.openxmlformats.org/officeDocument/2006/relationships/image" Target="../media/image1595.png"/><Relationship Id="rId74" Type="http://schemas.openxmlformats.org/officeDocument/2006/relationships/image" Target="../media/image1596.png"/><Relationship Id="rId75" Type="http://schemas.openxmlformats.org/officeDocument/2006/relationships/image" Target="../media/image1597.png"/><Relationship Id="rId76" Type="http://schemas.openxmlformats.org/officeDocument/2006/relationships/image" Target="../media/image1598.png"/><Relationship Id="rId77" Type="http://schemas.openxmlformats.org/officeDocument/2006/relationships/image" Target="../media/image1599.png"/><Relationship Id="rId78" Type="http://schemas.openxmlformats.org/officeDocument/2006/relationships/image" Target="../media/image1600.png"/><Relationship Id="rId79" Type="http://schemas.openxmlformats.org/officeDocument/2006/relationships/image" Target="../media/image1601.png"/><Relationship Id="rId80" Type="http://schemas.openxmlformats.org/officeDocument/2006/relationships/image" Target="../media/image1602.png"/><Relationship Id="rId81" Type="http://schemas.openxmlformats.org/officeDocument/2006/relationships/image" Target="../media/image1603.png"/><Relationship Id="rId82" Type="http://schemas.openxmlformats.org/officeDocument/2006/relationships/image" Target="../media/image1604.png"/><Relationship Id="rId83" Type="http://schemas.openxmlformats.org/officeDocument/2006/relationships/image" Target="../media/image1605.png"/><Relationship Id="rId84" Type="http://schemas.openxmlformats.org/officeDocument/2006/relationships/image" Target="../media/image1606.png"/><Relationship Id="rId85" Type="http://schemas.openxmlformats.org/officeDocument/2006/relationships/image" Target="../media/image1607.png"/><Relationship Id="rId86" Type="http://schemas.openxmlformats.org/officeDocument/2006/relationships/image" Target="../media/image1608.png"/><Relationship Id="rId87" Type="http://schemas.openxmlformats.org/officeDocument/2006/relationships/image" Target="../media/image1609.png"/><Relationship Id="rId88" Type="http://schemas.openxmlformats.org/officeDocument/2006/relationships/image" Target="../media/image1610.png"/><Relationship Id="rId89" Type="http://schemas.openxmlformats.org/officeDocument/2006/relationships/image" Target="../media/image1611.png"/><Relationship Id="rId90" Type="http://schemas.openxmlformats.org/officeDocument/2006/relationships/image" Target="../media/image1612.png"/><Relationship Id="rId91" Type="http://schemas.openxmlformats.org/officeDocument/2006/relationships/image" Target="../media/image1613.png"/><Relationship Id="rId92" Type="http://schemas.openxmlformats.org/officeDocument/2006/relationships/image" Target="../media/image1614.png"/><Relationship Id="rId93" Type="http://schemas.openxmlformats.org/officeDocument/2006/relationships/image" Target="../media/image1615.png"/><Relationship Id="rId94" Type="http://schemas.openxmlformats.org/officeDocument/2006/relationships/image" Target="../media/image1616.png"/><Relationship Id="rId95" Type="http://schemas.openxmlformats.org/officeDocument/2006/relationships/image" Target="../media/image1617.png"/><Relationship Id="rId96" Type="http://schemas.openxmlformats.org/officeDocument/2006/relationships/image" Target="../media/image1618.png"/><Relationship Id="rId97" Type="http://schemas.openxmlformats.org/officeDocument/2006/relationships/image" Target="../media/image1619.png"/><Relationship Id="rId98" Type="http://schemas.openxmlformats.org/officeDocument/2006/relationships/image" Target="../media/image1620.png"/><Relationship Id="rId99" Type="http://schemas.openxmlformats.org/officeDocument/2006/relationships/image" Target="../media/image1621.png"/><Relationship Id="rId100" Type="http://schemas.openxmlformats.org/officeDocument/2006/relationships/image" Target="../media/image1622.png"/><Relationship Id="rId101" Type="http://schemas.openxmlformats.org/officeDocument/2006/relationships/image" Target="../media/image1623.png"/><Relationship Id="rId102" Type="http://schemas.openxmlformats.org/officeDocument/2006/relationships/image" Target="../media/image1624.png"/><Relationship Id="rId103" Type="http://schemas.openxmlformats.org/officeDocument/2006/relationships/image" Target="../media/image1625.png"/><Relationship Id="rId104" Type="http://schemas.openxmlformats.org/officeDocument/2006/relationships/image" Target="../media/image1626.png"/><Relationship Id="rId105" Type="http://schemas.openxmlformats.org/officeDocument/2006/relationships/image" Target="../media/image1627.png"/><Relationship Id="rId106" Type="http://schemas.openxmlformats.org/officeDocument/2006/relationships/image" Target="../media/image1628.png"/><Relationship Id="rId107" Type="http://schemas.openxmlformats.org/officeDocument/2006/relationships/image" Target="../media/image1629.png"/><Relationship Id="rId108" Type="http://schemas.openxmlformats.org/officeDocument/2006/relationships/image" Target="../media/image1630.png"/><Relationship Id="rId109" Type="http://schemas.openxmlformats.org/officeDocument/2006/relationships/image" Target="../media/image1631.png"/><Relationship Id="rId110" Type="http://schemas.openxmlformats.org/officeDocument/2006/relationships/image" Target="../media/image1632.png"/><Relationship Id="rId111" Type="http://schemas.openxmlformats.org/officeDocument/2006/relationships/image" Target="../media/image1633.png"/><Relationship Id="rId112" Type="http://schemas.openxmlformats.org/officeDocument/2006/relationships/image" Target="../media/image1634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35.png"/><Relationship Id="rId3" Type="http://schemas.openxmlformats.org/officeDocument/2006/relationships/image" Target="../media/image1636.png"/><Relationship Id="rId4" Type="http://schemas.openxmlformats.org/officeDocument/2006/relationships/image" Target="../media/image1637.png"/><Relationship Id="rId5" Type="http://schemas.openxmlformats.org/officeDocument/2006/relationships/image" Target="../media/image1638.png"/><Relationship Id="rId6" Type="http://schemas.openxmlformats.org/officeDocument/2006/relationships/image" Target="../media/image1639.png"/><Relationship Id="rId7" Type="http://schemas.openxmlformats.org/officeDocument/2006/relationships/image" Target="../media/image1640.png"/><Relationship Id="rId8" Type="http://schemas.openxmlformats.org/officeDocument/2006/relationships/image" Target="../media/image1641.png"/><Relationship Id="rId9" Type="http://schemas.openxmlformats.org/officeDocument/2006/relationships/image" Target="../media/image1642.png"/><Relationship Id="rId10" Type="http://schemas.openxmlformats.org/officeDocument/2006/relationships/image" Target="../media/image1643.png"/><Relationship Id="rId11" Type="http://schemas.openxmlformats.org/officeDocument/2006/relationships/image" Target="../media/image1644.png"/><Relationship Id="rId12" Type="http://schemas.openxmlformats.org/officeDocument/2006/relationships/image" Target="../media/image1645.png"/><Relationship Id="rId13" Type="http://schemas.openxmlformats.org/officeDocument/2006/relationships/image" Target="../media/image1646.png"/><Relationship Id="rId14" Type="http://schemas.openxmlformats.org/officeDocument/2006/relationships/image" Target="../media/image1647.png"/><Relationship Id="rId15" Type="http://schemas.openxmlformats.org/officeDocument/2006/relationships/image" Target="../media/image1648.png"/><Relationship Id="rId16" Type="http://schemas.openxmlformats.org/officeDocument/2006/relationships/image" Target="../media/image1649.png"/><Relationship Id="rId17" Type="http://schemas.openxmlformats.org/officeDocument/2006/relationships/image" Target="../media/image1650.png"/><Relationship Id="rId18" Type="http://schemas.openxmlformats.org/officeDocument/2006/relationships/image" Target="../media/image1651.png"/><Relationship Id="rId19" Type="http://schemas.openxmlformats.org/officeDocument/2006/relationships/image" Target="../media/image1652.png"/><Relationship Id="rId20" Type="http://schemas.openxmlformats.org/officeDocument/2006/relationships/image" Target="../media/image1653.png"/><Relationship Id="rId21" Type="http://schemas.openxmlformats.org/officeDocument/2006/relationships/image" Target="../media/image1654.png"/><Relationship Id="rId22" Type="http://schemas.openxmlformats.org/officeDocument/2006/relationships/image" Target="../media/image1655.png"/><Relationship Id="rId23" Type="http://schemas.openxmlformats.org/officeDocument/2006/relationships/image" Target="../media/image1656.png"/><Relationship Id="rId24" Type="http://schemas.openxmlformats.org/officeDocument/2006/relationships/image" Target="../media/image1657.png"/><Relationship Id="rId25" Type="http://schemas.openxmlformats.org/officeDocument/2006/relationships/image" Target="../media/image1658.png"/><Relationship Id="rId26" Type="http://schemas.openxmlformats.org/officeDocument/2006/relationships/image" Target="../media/image1659.png"/><Relationship Id="rId27" Type="http://schemas.openxmlformats.org/officeDocument/2006/relationships/image" Target="../media/image1660.png"/><Relationship Id="rId28" Type="http://schemas.openxmlformats.org/officeDocument/2006/relationships/image" Target="../media/image1661.png"/><Relationship Id="rId29" Type="http://schemas.openxmlformats.org/officeDocument/2006/relationships/image" Target="../media/image1662.png"/><Relationship Id="rId30" Type="http://schemas.openxmlformats.org/officeDocument/2006/relationships/image" Target="../media/image1663.png"/><Relationship Id="rId31" Type="http://schemas.openxmlformats.org/officeDocument/2006/relationships/image" Target="../media/image1664.png"/><Relationship Id="rId32" Type="http://schemas.openxmlformats.org/officeDocument/2006/relationships/image" Target="../media/image1665.png"/><Relationship Id="rId33" Type="http://schemas.openxmlformats.org/officeDocument/2006/relationships/image" Target="../media/image1666.png"/><Relationship Id="rId34" Type="http://schemas.openxmlformats.org/officeDocument/2006/relationships/image" Target="../media/image1667.png"/><Relationship Id="rId35" Type="http://schemas.openxmlformats.org/officeDocument/2006/relationships/image" Target="../media/image1668.png"/><Relationship Id="rId36" Type="http://schemas.openxmlformats.org/officeDocument/2006/relationships/image" Target="../media/image1669.png"/><Relationship Id="rId37" Type="http://schemas.openxmlformats.org/officeDocument/2006/relationships/image" Target="../media/image1670.png"/><Relationship Id="rId38" Type="http://schemas.openxmlformats.org/officeDocument/2006/relationships/image" Target="../media/image1671.png"/><Relationship Id="rId39" Type="http://schemas.openxmlformats.org/officeDocument/2006/relationships/image" Target="../media/image1672.png"/><Relationship Id="rId40" Type="http://schemas.openxmlformats.org/officeDocument/2006/relationships/image" Target="../media/image1673.png"/><Relationship Id="rId41" Type="http://schemas.openxmlformats.org/officeDocument/2006/relationships/image" Target="../media/image1674.png"/><Relationship Id="rId42" Type="http://schemas.openxmlformats.org/officeDocument/2006/relationships/image" Target="../media/image1675.png"/><Relationship Id="rId43" Type="http://schemas.openxmlformats.org/officeDocument/2006/relationships/image" Target="../media/image1676.png"/><Relationship Id="rId44" Type="http://schemas.openxmlformats.org/officeDocument/2006/relationships/image" Target="../media/image1677.png"/><Relationship Id="rId45" Type="http://schemas.openxmlformats.org/officeDocument/2006/relationships/image" Target="../media/image1678.png"/><Relationship Id="rId46" Type="http://schemas.openxmlformats.org/officeDocument/2006/relationships/image" Target="../media/image1679.png"/><Relationship Id="rId47" Type="http://schemas.openxmlformats.org/officeDocument/2006/relationships/image" Target="../media/image1680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81.png"/><Relationship Id="rId3" Type="http://schemas.openxmlformats.org/officeDocument/2006/relationships/image" Target="../media/image1682.png"/><Relationship Id="rId4" Type="http://schemas.openxmlformats.org/officeDocument/2006/relationships/image" Target="../media/image1683.png"/><Relationship Id="rId5" Type="http://schemas.openxmlformats.org/officeDocument/2006/relationships/image" Target="../media/image1684.png"/><Relationship Id="rId6" Type="http://schemas.openxmlformats.org/officeDocument/2006/relationships/hyperlink" Target="http://www/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142" y="6864887"/>
            <a:ext cx="3238500" cy="2605405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 marR="5080">
              <a:lnSpc>
                <a:spcPts val="6600"/>
              </a:lnSpc>
              <a:spcBef>
                <a:spcPts val="710"/>
              </a:spcBef>
            </a:pPr>
            <a:r>
              <a:rPr dirty="0" sz="5900" spc="-10" b="0">
                <a:solidFill>
                  <a:srgbClr val="7FC241"/>
                </a:solidFill>
                <a:latin typeface="Open Sans Light"/>
                <a:cs typeface="Open Sans Light"/>
              </a:rPr>
              <a:t>Avatar character library</a:t>
            </a:r>
            <a:endParaRPr sz="5900">
              <a:latin typeface="Open Sans Light"/>
              <a:cs typeface="Open Sans Ligh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6586050" y="2118556"/>
            <a:ext cx="7210425" cy="7219950"/>
            <a:chOff x="6586050" y="2118556"/>
            <a:chExt cx="7210425" cy="72199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31488" y="2435916"/>
              <a:ext cx="6542057" cy="626536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096963" y="3060935"/>
              <a:ext cx="2089150" cy="2000885"/>
            </a:xfrm>
            <a:custGeom>
              <a:avLst/>
              <a:gdLst/>
              <a:ahLst/>
              <a:cxnLst/>
              <a:rect l="l" t="t" r="r" b="b"/>
              <a:pathLst>
                <a:path w="2089150" h="2000885">
                  <a:moveTo>
                    <a:pt x="1044324" y="0"/>
                  </a:moveTo>
                  <a:lnTo>
                    <a:pt x="995163" y="1088"/>
                  </a:lnTo>
                  <a:lnTo>
                    <a:pt x="946588" y="4323"/>
                  </a:lnTo>
                  <a:lnTo>
                    <a:pt x="898647" y="9655"/>
                  </a:lnTo>
                  <a:lnTo>
                    <a:pt x="851392" y="17038"/>
                  </a:lnTo>
                  <a:lnTo>
                    <a:pt x="804872" y="26421"/>
                  </a:lnTo>
                  <a:lnTo>
                    <a:pt x="759138" y="37759"/>
                  </a:lnTo>
                  <a:lnTo>
                    <a:pt x="714239" y="51002"/>
                  </a:lnTo>
                  <a:lnTo>
                    <a:pt x="670227" y="66102"/>
                  </a:lnTo>
                  <a:lnTo>
                    <a:pt x="627150" y="83012"/>
                  </a:lnTo>
                  <a:lnTo>
                    <a:pt x="585059" y="101683"/>
                  </a:lnTo>
                  <a:lnTo>
                    <a:pt x="544005" y="122068"/>
                  </a:lnTo>
                  <a:lnTo>
                    <a:pt x="504038" y="144118"/>
                  </a:lnTo>
                  <a:lnTo>
                    <a:pt x="465207" y="167786"/>
                  </a:lnTo>
                  <a:lnTo>
                    <a:pt x="427562" y="193022"/>
                  </a:lnTo>
                  <a:lnTo>
                    <a:pt x="391155" y="219780"/>
                  </a:lnTo>
                  <a:lnTo>
                    <a:pt x="356035" y="248011"/>
                  </a:lnTo>
                  <a:lnTo>
                    <a:pt x="322252" y="277668"/>
                  </a:lnTo>
                  <a:lnTo>
                    <a:pt x="289856" y="308701"/>
                  </a:lnTo>
                  <a:lnTo>
                    <a:pt x="258898" y="341064"/>
                  </a:lnTo>
                  <a:lnTo>
                    <a:pt x="229428" y="374707"/>
                  </a:lnTo>
                  <a:lnTo>
                    <a:pt x="201496" y="409584"/>
                  </a:lnTo>
                  <a:lnTo>
                    <a:pt x="175151" y="445646"/>
                  </a:lnTo>
                  <a:lnTo>
                    <a:pt x="150445" y="482844"/>
                  </a:lnTo>
                  <a:lnTo>
                    <a:pt x="127427" y="521132"/>
                  </a:lnTo>
                  <a:lnTo>
                    <a:pt x="106147" y="560460"/>
                  </a:lnTo>
                  <a:lnTo>
                    <a:pt x="86656" y="600781"/>
                  </a:lnTo>
                  <a:lnTo>
                    <a:pt x="69004" y="642047"/>
                  </a:lnTo>
                  <a:lnTo>
                    <a:pt x="53241" y="684209"/>
                  </a:lnTo>
                  <a:lnTo>
                    <a:pt x="39416" y="727220"/>
                  </a:lnTo>
                  <a:lnTo>
                    <a:pt x="27581" y="771032"/>
                  </a:lnTo>
                  <a:lnTo>
                    <a:pt x="17786" y="815596"/>
                  </a:lnTo>
                  <a:lnTo>
                    <a:pt x="10079" y="860865"/>
                  </a:lnTo>
                  <a:lnTo>
                    <a:pt x="4513" y="906791"/>
                  </a:lnTo>
                  <a:lnTo>
                    <a:pt x="1136" y="953325"/>
                  </a:lnTo>
                  <a:lnTo>
                    <a:pt x="0" y="1000419"/>
                  </a:lnTo>
                  <a:lnTo>
                    <a:pt x="1136" y="1047514"/>
                  </a:lnTo>
                  <a:lnTo>
                    <a:pt x="4513" y="1094048"/>
                  </a:lnTo>
                  <a:lnTo>
                    <a:pt x="10079" y="1139973"/>
                  </a:lnTo>
                  <a:lnTo>
                    <a:pt x="17786" y="1185242"/>
                  </a:lnTo>
                  <a:lnTo>
                    <a:pt x="27581" y="1229807"/>
                  </a:lnTo>
                  <a:lnTo>
                    <a:pt x="39416" y="1273618"/>
                  </a:lnTo>
                  <a:lnTo>
                    <a:pt x="53241" y="1316630"/>
                  </a:lnTo>
                  <a:lnTo>
                    <a:pt x="69004" y="1358792"/>
                  </a:lnTo>
                  <a:lnTo>
                    <a:pt x="86656" y="1400058"/>
                  </a:lnTo>
                  <a:lnTo>
                    <a:pt x="106147" y="1440379"/>
                  </a:lnTo>
                  <a:lnTo>
                    <a:pt x="127427" y="1479707"/>
                  </a:lnTo>
                  <a:lnTo>
                    <a:pt x="150445" y="1517994"/>
                  </a:lnTo>
                  <a:lnTo>
                    <a:pt x="175151" y="1555193"/>
                  </a:lnTo>
                  <a:lnTo>
                    <a:pt x="201496" y="1591255"/>
                  </a:lnTo>
                  <a:lnTo>
                    <a:pt x="229428" y="1626131"/>
                  </a:lnTo>
                  <a:lnTo>
                    <a:pt x="258898" y="1659775"/>
                  </a:lnTo>
                  <a:lnTo>
                    <a:pt x="289856" y="1692137"/>
                  </a:lnTo>
                  <a:lnTo>
                    <a:pt x="322252" y="1723171"/>
                  </a:lnTo>
                  <a:lnTo>
                    <a:pt x="356035" y="1752827"/>
                  </a:lnTo>
                  <a:lnTo>
                    <a:pt x="391155" y="1781058"/>
                  </a:lnTo>
                  <a:lnTo>
                    <a:pt x="427562" y="1807816"/>
                  </a:lnTo>
                  <a:lnTo>
                    <a:pt x="465207" y="1833053"/>
                  </a:lnTo>
                  <a:lnTo>
                    <a:pt x="504038" y="1856720"/>
                  </a:lnTo>
                  <a:lnTo>
                    <a:pt x="544005" y="1878771"/>
                  </a:lnTo>
                  <a:lnTo>
                    <a:pt x="585059" y="1899155"/>
                  </a:lnTo>
                  <a:lnTo>
                    <a:pt x="627150" y="1917827"/>
                  </a:lnTo>
                  <a:lnTo>
                    <a:pt x="670227" y="1934737"/>
                  </a:lnTo>
                  <a:lnTo>
                    <a:pt x="714239" y="1949837"/>
                  </a:lnTo>
                  <a:lnTo>
                    <a:pt x="759138" y="1963080"/>
                  </a:lnTo>
                  <a:lnTo>
                    <a:pt x="804872" y="1974417"/>
                  </a:lnTo>
                  <a:lnTo>
                    <a:pt x="851392" y="1983801"/>
                  </a:lnTo>
                  <a:lnTo>
                    <a:pt x="898647" y="1991183"/>
                  </a:lnTo>
                  <a:lnTo>
                    <a:pt x="946588" y="1996516"/>
                  </a:lnTo>
                  <a:lnTo>
                    <a:pt x="995163" y="1999750"/>
                  </a:lnTo>
                  <a:lnTo>
                    <a:pt x="1044324" y="2000839"/>
                  </a:lnTo>
                  <a:lnTo>
                    <a:pt x="1093485" y="1999750"/>
                  </a:lnTo>
                  <a:lnTo>
                    <a:pt x="1142062" y="1996516"/>
                  </a:lnTo>
                  <a:lnTo>
                    <a:pt x="1190003" y="1991183"/>
                  </a:lnTo>
                  <a:lnTo>
                    <a:pt x="1237258" y="1983801"/>
                  </a:lnTo>
                  <a:lnTo>
                    <a:pt x="1283779" y="1974417"/>
                  </a:lnTo>
                  <a:lnTo>
                    <a:pt x="1329513" y="1963080"/>
                  </a:lnTo>
                  <a:lnTo>
                    <a:pt x="1374412" y="1949837"/>
                  </a:lnTo>
                  <a:lnTo>
                    <a:pt x="1418425" y="1934737"/>
                  </a:lnTo>
                  <a:lnTo>
                    <a:pt x="1461502" y="1917827"/>
                  </a:lnTo>
                  <a:lnTo>
                    <a:pt x="1503593" y="1899155"/>
                  </a:lnTo>
                  <a:lnTo>
                    <a:pt x="1544647" y="1878771"/>
                  </a:lnTo>
                  <a:lnTo>
                    <a:pt x="1584614" y="1856720"/>
                  </a:lnTo>
                  <a:lnTo>
                    <a:pt x="1623445" y="1833053"/>
                  </a:lnTo>
                  <a:lnTo>
                    <a:pt x="1661090" y="1807816"/>
                  </a:lnTo>
                  <a:lnTo>
                    <a:pt x="1697497" y="1781058"/>
                  </a:lnTo>
                  <a:lnTo>
                    <a:pt x="1732617" y="1752827"/>
                  </a:lnTo>
                  <a:lnTo>
                    <a:pt x="1766400" y="1723171"/>
                  </a:lnTo>
                  <a:lnTo>
                    <a:pt x="1798795" y="1692137"/>
                  </a:lnTo>
                  <a:lnTo>
                    <a:pt x="1829753" y="1659775"/>
                  </a:lnTo>
                  <a:lnTo>
                    <a:pt x="1859223" y="1626131"/>
                  </a:lnTo>
                  <a:lnTo>
                    <a:pt x="1887155" y="1591255"/>
                  </a:lnTo>
                  <a:lnTo>
                    <a:pt x="1913499" y="1555193"/>
                  </a:lnTo>
                  <a:lnTo>
                    <a:pt x="1938205" y="1517994"/>
                  </a:lnTo>
                  <a:lnTo>
                    <a:pt x="1961223" y="1479707"/>
                  </a:lnTo>
                  <a:lnTo>
                    <a:pt x="1982502" y="1440379"/>
                  </a:lnTo>
                  <a:lnTo>
                    <a:pt x="2001993" y="1400058"/>
                  </a:lnTo>
                  <a:lnTo>
                    <a:pt x="2019645" y="1358792"/>
                  </a:lnTo>
                  <a:lnTo>
                    <a:pt x="2035408" y="1316630"/>
                  </a:lnTo>
                  <a:lnTo>
                    <a:pt x="2049232" y="1273618"/>
                  </a:lnTo>
                  <a:lnTo>
                    <a:pt x="2061067" y="1229807"/>
                  </a:lnTo>
                  <a:lnTo>
                    <a:pt x="2070862" y="1185242"/>
                  </a:lnTo>
                  <a:lnTo>
                    <a:pt x="2078568" y="1139973"/>
                  </a:lnTo>
                  <a:lnTo>
                    <a:pt x="2084135" y="1094048"/>
                  </a:lnTo>
                  <a:lnTo>
                    <a:pt x="2087511" y="1047514"/>
                  </a:lnTo>
                  <a:lnTo>
                    <a:pt x="2088648" y="1000419"/>
                  </a:lnTo>
                  <a:lnTo>
                    <a:pt x="2087511" y="953325"/>
                  </a:lnTo>
                  <a:lnTo>
                    <a:pt x="2084135" y="906791"/>
                  </a:lnTo>
                  <a:lnTo>
                    <a:pt x="2078568" y="860865"/>
                  </a:lnTo>
                  <a:lnTo>
                    <a:pt x="2070862" y="815596"/>
                  </a:lnTo>
                  <a:lnTo>
                    <a:pt x="2061067" y="771032"/>
                  </a:lnTo>
                  <a:lnTo>
                    <a:pt x="2049232" y="727220"/>
                  </a:lnTo>
                  <a:lnTo>
                    <a:pt x="2035408" y="684209"/>
                  </a:lnTo>
                  <a:lnTo>
                    <a:pt x="2019645" y="642047"/>
                  </a:lnTo>
                  <a:lnTo>
                    <a:pt x="2001993" y="600781"/>
                  </a:lnTo>
                  <a:lnTo>
                    <a:pt x="1982502" y="560460"/>
                  </a:lnTo>
                  <a:lnTo>
                    <a:pt x="1961223" y="521132"/>
                  </a:lnTo>
                  <a:lnTo>
                    <a:pt x="1938205" y="482844"/>
                  </a:lnTo>
                  <a:lnTo>
                    <a:pt x="1913499" y="445646"/>
                  </a:lnTo>
                  <a:lnTo>
                    <a:pt x="1887155" y="409584"/>
                  </a:lnTo>
                  <a:lnTo>
                    <a:pt x="1859223" y="374707"/>
                  </a:lnTo>
                  <a:lnTo>
                    <a:pt x="1829753" y="341064"/>
                  </a:lnTo>
                  <a:lnTo>
                    <a:pt x="1798795" y="308701"/>
                  </a:lnTo>
                  <a:lnTo>
                    <a:pt x="1766400" y="277668"/>
                  </a:lnTo>
                  <a:lnTo>
                    <a:pt x="1732617" y="248011"/>
                  </a:lnTo>
                  <a:lnTo>
                    <a:pt x="1697497" y="219780"/>
                  </a:lnTo>
                  <a:lnTo>
                    <a:pt x="1661090" y="193022"/>
                  </a:lnTo>
                  <a:lnTo>
                    <a:pt x="1623445" y="167786"/>
                  </a:lnTo>
                  <a:lnTo>
                    <a:pt x="1584614" y="144118"/>
                  </a:lnTo>
                  <a:lnTo>
                    <a:pt x="1544647" y="122068"/>
                  </a:lnTo>
                  <a:lnTo>
                    <a:pt x="1503593" y="101683"/>
                  </a:lnTo>
                  <a:lnTo>
                    <a:pt x="1461502" y="83012"/>
                  </a:lnTo>
                  <a:lnTo>
                    <a:pt x="1418425" y="66102"/>
                  </a:lnTo>
                  <a:lnTo>
                    <a:pt x="1374412" y="51002"/>
                  </a:lnTo>
                  <a:lnTo>
                    <a:pt x="1329513" y="37759"/>
                  </a:lnTo>
                  <a:lnTo>
                    <a:pt x="1283779" y="26421"/>
                  </a:lnTo>
                  <a:lnTo>
                    <a:pt x="1237258" y="17038"/>
                  </a:lnTo>
                  <a:lnTo>
                    <a:pt x="1190003" y="9655"/>
                  </a:lnTo>
                  <a:lnTo>
                    <a:pt x="1142062" y="4323"/>
                  </a:lnTo>
                  <a:lnTo>
                    <a:pt x="1093485" y="1088"/>
                  </a:lnTo>
                  <a:lnTo>
                    <a:pt x="1044324" y="0"/>
                  </a:lnTo>
                  <a:close/>
                </a:path>
              </a:pathLst>
            </a:custGeom>
            <a:solidFill>
              <a:srgbClr val="F8D4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979161" y="2419018"/>
              <a:ext cx="1514475" cy="758190"/>
            </a:xfrm>
            <a:custGeom>
              <a:avLst/>
              <a:gdLst/>
              <a:ahLst/>
              <a:cxnLst/>
              <a:rect l="l" t="t" r="r" b="b"/>
              <a:pathLst>
                <a:path w="1514475" h="758189">
                  <a:moveTo>
                    <a:pt x="757076" y="0"/>
                  </a:moveTo>
                  <a:lnTo>
                    <a:pt x="709753" y="4543"/>
                  </a:lnTo>
                  <a:lnTo>
                    <a:pt x="665467" y="17613"/>
                  </a:lnTo>
                  <a:lnTo>
                    <a:pt x="625003" y="38370"/>
                  </a:lnTo>
                  <a:lnTo>
                    <a:pt x="589146" y="65977"/>
                  </a:lnTo>
                  <a:lnTo>
                    <a:pt x="558682" y="99593"/>
                  </a:lnTo>
                  <a:lnTo>
                    <a:pt x="534395" y="138379"/>
                  </a:lnTo>
                  <a:lnTo>
                    <a:pt x="517070" y="181497"/>
                  </a:lnTo>
                  <a:lnTo>
                    <a:pt x="507492" y="228108"/>
                  </a:lnTo>
                  <a:lnTo>
                    <a:pt x="506497" y="228087"/>
                  </a:lnTo>
                  <a:lnTo>
                    <a:pt x="434769" y="240305"/>
                  </a:lnTo>
                  <a:lnTo>
                    <a:pt x="374899" y="274347"/>
                  </a:lnTo>
                  <a:lnTo>
                    <a:pt x="355626" y="267199"/>
                  </a:lnTo>
                  <a:lnTo>
                    <a:pt x="335536" y="261947"/>
                  </a:lnTo>
                  <a:lnTo>
                    <a:pt x="314728" y="258710"/>
                  </a:lnTo>
                  <a:lnTo>
                    <a:pt x="293299" y="257604"/>
                  </a:lnTo>
                  <a:lnTo>
                    <a:pt x="244890" y="263351"/>
                  </a:lnTo>
                  <a:lnTo>
                    <a:pt x="200559" y="279699"/>
                  </a:lnTo>
                  <a:lnTo>
                    <a:pt x="161513" y="305310"/>
                  </a:lnTo>
                  <a:lnTo>
                    <a:pt x="128959" y="338848"/>
                  </a:lnTo>
                  <a:lnTo>
                    <a:pt x="104101" y="378972"/>
                  </a:lnTo>
                  <a:lnTo>
                    <a:pt x="61848" y="410343"/>
                  </a:lnTo>
                  <a:lnTo>
                    <a:pt x="28950" y="451575"/>
                  </a:lnTo>
                  <a:lnTo>
                    <a:pt x="7603" y="500672"/>
                  </a:lnTo>
                  <a:lnTo>
                    <a:pt x="0" y="555637"/>
                  </a:lnTo>
                  <a:lnTo>
                    <a:pt x="5254" y="601829"/>
                  </a:lnTo>
                  <a:lnTo>
                    <a:pt x="20210" y="644308"/>
                  </a:lnTo>
                  <a:lnTo>
                    <a:pt x="43654" y="681839"/>
                  </a:lnTo>
                  <a:lnTo>
                    <a:pt x="74375" y="713183"/>
                  </a:lnTo>
                  <a:lnTo>
                    <a:pt x="111159" y="737104"/>
                  </a:lnTo>
                  <a:lnTo>
                    <a:pt x="152794" y="752364"/>
                  </a:lnTo>
                  <a:lnTo>
                    <a:pt x="198067" y="757725"/>
                  </a:lnTo>
                  <a:lnTo>
                    <a:pt x="1316075" y="757725"/>
                  </a:lnTo>
                  <a:lnTo>
                    <a:pt x="1361348" y="752364"/>
                  </a:lnTo>
                  <a:lnTo>
                    <a:pt x="1402983" y="737104"/>
                  </a:lnTo>
                  <a:lnTo>
                    <a:pt x="1439766" y="713183"/>
                  </a:lnTo>
                  <a:lnTo>
                    <a:pt x="1470487" y="681839"/>
                  </a:lnTo>
                  <a:lnTo>
                    <a:pt x="1493931" y="644308"/>
                  </a:lnTo>
                  <a:lnTo>
                    <a:pt x="1508887" y="601829"/>
                  </a:lnTo>
                  <a:lnTo>
                    <a:pt x="1514142" y="555637"/>
                  </a:lnTo>
                  <a:lnTo>
                    <a:pt x="1508067" y="506165"/>
                  </a:lnTo>
                  <a:lnTo>
                    <a:pt x="1490860" y="461151"/>
                  </a:lnTo>
                  <a:lnTo>
                    <a:pt x="1464045" y="422091"/>
                  </a:lnTo>
                  <a:lnTo>
                    <a:pt x="1429148" y="390479"/>
                  </a:lnTo>
                  <a:lnTo>
                    <a:pt x="1387695" y="367810"/>
                  </a:lnTo>
                  <a:lnTo>
                    <a:pt x="1360958" y="329692"/>
                  </a:lnTo>
                  <a:lnTo>
                    <a:pt x="1327015" y="298411"/>
                  </a:lnTo>
                  <a:lnTo>
                    <a:pt x="1286977" y="275244"/>
                  </a:lnTo>
                  <a:lnTo>
                    <a:pt x="1241951" y="261468"/>
                  </a:lnTo>
                  <a:lnTo>
                    <a:pt x="1224217" y="220120"/>
                  </a:lnTo>
                  <a:lnTo>
                    <a:pt x="1198871" y="183806"/>
                  </a:lnTo>
                  <a:lnTo>
                    <a:pt x="1166922" y="153634"/>
                  </a:lnTo>
                  <a:lnTo>
                    <a:pt x="1129382" y="130711"/>
                  </a:lnTo>
                  <a:lnTo>
                    <a:pt x="1087261" y="116145"/>
                  </a:lnTo>
                  <a:lnTo>
                    <a:pt x="1041570" y="111043"/>
                  </a:lnTo>
                  <a:lnTo>
                    <a:pt x="1023430" y="111963"/>
                  </a:lnTo>
                  <a:lnTo>
                    <a:pt x="1005788" y="114573"/>
                  </a:lnTo>
                  <a:lnTo>
                    <a:pt x="988638" y="118654"/>
                  </a:lnTo>
                  <a:lnTo>
                    <a:pt x="971970" y="123985"/>
                  </a:lnTo>
                  <a:lnTo>
                    <a:pt x="941357" y="82647"/>
                  </a:lnTo>
                  <a:lnTo>
                    <a:pt x="903464" y="48344"/>
                  </a:lnTo>
                  <a:lnTo>
                    <a:pt x="859387" y="22310"/>
                  </a:lnTo>
                  <a:lnTo>
                    <a:pt x="810225" y="5783"/>
                  </a:lnTo>
                  <a:lnTo>
                    <a:pt x="757076" y="0"/>
                  </a:lnTo>
                  <a:close/>
                </a:path>
              </a:pathLst>
            </a:custGeom>
            <a:solidFill>
              <a:srgbClr val="DEF4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79160" y="2428679"/>
              <a:ext cx="1505461" cy="73840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7979143" y="2419025"/>
              <a:ext cx="1514475" cy="758190"/>
            </a:xfrm>
            <a:custGeom>
              <a:avLst/>
              <a:gdLst/>
              <a:ahLst/>
              <a:cxnLst/>
              <a:rect l="l" t="t" r="r" b="b"/>
              <a:pathLst>
                <a:path w="1514475" h="758189">
                  <a:moveTo>
                    <a:pt x="1514157" y="555637"/>
                  </a:moveTo>
                  <a:lnTo>
                    <a:pt x="1508074" y="506158"/>
                  </a:lnTo>
                  <a:lnTo>
                    <a:pt x="1490865" y="461149"/>
                  </a:lnTo>
                  <a:lnTo>
                    <a:pt x="1464056" y="422084"/>
                  </a:lnTo>
                  <a:lnTo>
                    <a:pt x="1429156" y="390474"/>
                  </a:lnTo>
                  <a:lnTo>
                    <a:pt x="1387703" y="367804"/>
                  </a:lnTo>
                  <a:lnTo>
                    <a:pt x="1360970" y="329692"/>
                  </a:lnTo>
                  <a:lnTo>
                    <a:pt x="1327023" y="298411"/>
                  </a:lnTo>
                  <a:lnTo>
                    <a:pt x="1286992" y="275247"/>
                  </a:lnTo>
                  <a:lnTo>
                    <a:pt x="1241958" y="261467"/>
                  </a:lnTo>
                  <a:lnTo>
                    <a:pt x="1224229" y="220116"/>
                  </a:lnTo>
                  <a:lnTo>
                    <a:pt x="1198880" y="183807"/>
                  </a:lnTo>
                  <a:lnTo>
                    <a:pt x="1166939" y="153631"/>
                  </a:lnTo>
                  <a:lnTo>
                    <a:pt x="1129398" y="130708"/>
                  </a:lnTo>
                  <a:lnTo>
                    <a:pt x="1087272" y="116141"/>
                  </a:lnTo>
                  <a:lnTo>
                    <a:pt x="1041577" y="111036"/>
                  </a:lnTo>
                  <a:lnTo>
                    <a:pt x="1023442" y="111963"/>
                  </a:lnTo>
                  <a:lnTo>
                    <a:pt x="1005801" y="114566"/>
                  </a:lnTo>
                  <a:lnTo>
                    <a:pt x="988644" y="118656"/>
                  </a:lnTo>
                  <a:lnTo>
                    <a:pt x="971981" y="123990"/>
                  </a:lnTo>
                  <a:lnTo>
                    <a:pt x="941374" y="82651"/>
                  </a:lnTo>
                  <a:lnTo>
                    <a:pt x="903478" y="48348"/>
                  </a:lnTo>
                  <a:lnTo>
                    <a:pt x="859396" y="22313"/>
                  </a:lnTo>
                  <a:lnTo>
                    <a:pt x="810234" y="5778"/>
                  </a:lnTo>
                  <a:lnTo>
                    <a:pt x="757085" y="0"/>
                  </a:lnTo>
                  <a:lnTo>
                    <a:pt x="709764" y="4546"/>
                  </a:lnTo>
                  <a:lnTo>
                    <a:pt x="665480" y="17614"/>
                  </a:lnTo>
                  <a:lnTo>
                    <a:pt x="625017" y="38366"/>
                  </a:lnTo>
                  <a:lnTo>
                    <a:pt x="589153" y="65976"/>
                  </a:lnTo>
                  <a:lnTo>
                    <a:pt x="558698" y="99593"/>
                  </a:lnTo>
                  <a:lnTo>
                    <a:pt x="534403" y="138379"/>
                  </a:lnTo>
                  <a:lnTo>
                    <a:pt x="532942" y="141998"/>
                  </a:lnTo>
                  <a:lnTo>
                    <a:pt x="531342" y="144513"/>
                  </a:lnTo>
                  <a:lnTo>
                    <a:pt x="514121" y="186524"/>
                  </a:lnTo>
                  <a:lnTo>
                    <a:pt x="505460" y="227812"/>
                  </a:lnTo>
                  <a:lnTo>
                    <a:pt x="468642" y="231038"/>
                  </a:lnTo>
                  <a:lnTo>
                    <a:pt x="434784" y="240309"/>
                  </a:lnTo>
                  <a:lnTo>
                    <a:pt x="403402" y="254952"/>
                  </a:lnTo>
                  <a:lnTo>
                    <a:pt x="374916" y="274345"/>
                  </a:lnTo>
                  <a:lnTo>
                    <a:pt x="355638" y="267195"/>
                  </a:lnTo>
                  <a:lnTo>
                    <a:pt x="335546" y="261950"/>
                  </a:lnTo>
                  <a:lnTo>
                    <a:pt x="314744" y="258711"/>
                  </a:lnTo>
                  <a:lnTo>
                    <a:pt x="293306" y="257606"/>
                  </a:lnTo>
                  <a:lnTo>
                    <a:pt x="244906" y="263347"/>
                  </a:lnTo>
                  <a:lnTo>
                    <a:pt x="200571" y="279692"/>
                  </a:lnTo>
                  <a:lnTo>
                    <a:pt x="161531" y="305308"/>
                  </a:lnTo>
                  <a:lnTo>
                    <a:pt x="128968" y="338848"/>
                  </a:lnTo>
                  <a:lnTo>
                    <a:pt x="128485" y="339610"/>
                  </a:lnTo>
                  <a:lnTo>
                    <a:pt x="128231" y="339877"/>
                  </a:lnTo>
                  <a:lnTo>
                    <a:pt x="103517" y="378968"/>
                  </a:lnTo>
                  <a:lnTo>
                    <a:pt x="61506" y="409536"/>
                  </a:lnTo>
                  <a:lnTo>
                    <a:pt x="28790" y="449719"/>
                  </a:lnTo>
                  <a:lnTo>
                    <a:pt x="7569" y="497560"/>
                  </a:lnTo>
                  <a:lnTo>
                    <a:pt x="0" y="551129"/>
                  </a:lnTo>
                  <a:lnTo>
                    <a:pt x="279" y="553631"/>
                  </a:lnTo>
                  <a:lnTo>
                    <a:pt x="12" y="555637"/>
                  </a:lnTo>
                  <a:lnTo>
                    <a:pt x="5270" y="601827"/>
                  </a:lnTo>
                  <a:lnTo>
                    <a:pt x="20218" y="644309"/>
                  </a:lnTo>
                  <a:lnTo>
                    <a:pt x="43662" y="681837"/>
                  </a:lnTo>
                  <a:lnTo>
                    <a:pt x="74383" y="713181"/>
                  </a:lnTo>
                  <a:lnTo>
                    <a:pt x="111175" y="737108"/>
                  </a:lnTo>
                  <a:lnTo>
                    <a:pt x="152806" y="752360"/>
                  </a:lnTo>
                  <a:lnTo>
                    <a:pt x="198081" y="757720"/>
                  </a:lnTo>
                  <a:lnTo>
                    <a:pt x="1316088" y="757720"/>
                  </a:lnTo>
                  <a:lnTo>
                    <a:pt x="1361363" y="752360"/>
                  </a:lnTo>
                  <a:lnTo>
                    <a:pt x="1402994" y="737108"/>
                  </a:lnTo>
                  <a:lnTo>
                    <a:pt x="1439773" y="713181"/>
                  </a:lnTo>
                  <a:lnTo>
                    <a:pt x="1470494" y="681837"/>
                  </a:lnTo>
                  <a:lnTo>
                    <a:pt x="1493939" y="644309"/>
                  </a:lnTo>
                  <a:lnTo>
                    <a:pt x="1508899" y="601827"/>
                  </a:lnTo>
                  <a:lnTo>
                    <a:pt x="1514157" y="555637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768758" y="2118556"/>
              <a:ext cx="1201420" cy="601345"/>
            </a:xfrm>
            <a:custGeom>
              <a:avLst/>
              <a:gdLst/>
              <a:ahLst/>
              <a:cxnLst/>
              <a:rect l="l" t="t" r="r" b="b"/>
              <a:pathLst>
                <a:path w="1201420" h="601344">
                  <a:moveTo>
                    <a:pt x="600400" y="0"/>
                  </a:moveTo>
                  <a:lnTo>
                    <a:pt x="548169" y="7102"/>
                  </a:lnTo>
                  <a:lnTo>
                    <a:pt x="501221" y="27132"/>
                  </a:lnTo>
                  <a:lnTo>
                    <a:pt x="461256" y="58177"/>
                  </a:lnTo>
                  <a:lnTo>
                    <a:pt x="429976" y="98321"/>
                  </a:lnTo>
                  <a:lnTo>
                    <a:pt x="416758" y="94100"/>
                  </a:lnTo>
                  <a:lnTo>
                    <a:pt x="403156" y="90867"/>
                  </a:lnTo>
                  <a:lnTo>
                    <a:pt x="389164" y="88799"/>
                  </a:lnTo>
                  <a:lnTo>
                    <a:pt x="374773" y="88070"/>
                  </a:lnTo>
                  <a:lnTo>
                    <a:pt x="321431" y="97008"/>
                  </a:lnTo>
                  <a:lnTo>
                    <a:pt x="275364" y="121844"/>
                  </a:lnTo>
                  <a:lnTo>
                    <a:pt x="239272" y="159614"/>
                  </a:lnTo>
                  <a:lnTo>
                    <a:pt x="215857" y="207354"/>
                  </a:lnTo>
                  <a:lnTo>
                    <a:pt x="180152" y="218285"/>
                  </a:lnTo>
                  <a:lnTo>
                    <a:pt x="148401" y="236659"/>
                  </a:lnTo>
                  <a:lnTo>
                    <a:pt x="121483" y="261466"/>
                  </a:lnTo>
                  <a:lnTo>
                    <a:pt x="100279" y="291697"/>
                  </a:lnTo>
                  <a:lnTo>
                    <a:pt x="59948" y="315323"/>
                  </a:lnTo>
                  <a:lnTo>
                    <a:pt x="28217" y="349567"/>
                  </a:lnTo>
                  <a:lnTo>
                    <a:pt x="7447" y="392117"/>
                  </a:lnTo>
                  <a:lnTo>
                    <a:pt x="0" y="440656"/>
                  </a:lnTo>
                  <a:lnTo>
                    <a:pt x="8042" y="491171"/>
                  </a:lnTo>
                  <a:lnTo>
                    <a:pt x="30411" y="535149"/>
                  </a:lnTo>
                  <a:lnTo>
                    <a:pt x="64467" y="569895"/>
                  </a:lnTo>
                  <a:lnTo>
                    <a:pt x="107571" y="592718"/>
                  </a:lnTo>
                  <a:lnTo>
                    <a:pt x="157084" y="600924"/>
                  </a:lnTo>
                  <a:lnTo>
                    <a:pt x="1043727" y="600924"/>
                  </a:lnTo>
                  <a:lnTo>
                    <a:pt x="1093239" y="592718"/>
                  </a:lnTo>
                  <a:lnTo>
                    <a:pt x="1136343" y="569895"/>
                  </a:lnTo>
                  <a:lnTo>
                    <a:pt x="1170399" y="535149"/>
                  </a:lnTo>
                  <a:lnTo>
                    <a:pt x="1192768" y="491171"/>
                  </a:lnTo>
                  <a:lnTo>
                    <a:pt x="1200811" y="440656"/>
                  </a:lnTo>
                  <a:lnTo>
                    <a:pt x="1194781" y="397064"/>
                  </a:lnTo>
                  <a:lnTo>
                    <a:pt x="1177851" y="358126"/>
                  </a:lnTo>
                  <a:lnTo>
                    <a:pt x="1151760" y="325425"/>
                  </a:lnTo>
                  <a:lnTo>
                    <a:pt x="1118248" y="300545"/>
                  </a:lnTo>
                  <a:lnTo>
                    <a:pt x="1092617" y="261547"/>
                  </a:lnTo>
                  <a:lnTo>
                    <a:pt x="1057819" y="231123"/>
                  </a:lnTo>
                  <a:lnTo>
                    <a:pt x="1015725" y="211349"/>
                  </a:lnTo>
                  <a:lnTo>
                    <a:pt x="968200" y="204297"/>
                  </a:lnTo>
                  <a:lnTo>
                    <a:pt x="951207" y="205173"/>
                  </a:lnTo>
                  <a:lnTo>
                    <a:pt x="934707" y="207739"/>
                  </a:lnTo>
                  <a:lnTo>
                    <a:pt x="918776" y="211904"/>
                  </a:lnTo>
                  <a:lnTo>
                    <a:pt x="903490" y="217574"/>
                  </a:lnTo>
                  <a:lnTo>
                    <a:pt x="880890" y="202199"/>
                  </a:lnTo>
                  <a:lnTo>
                    <a:pt x="856006" y="190579"/>
                  </a:lnTo>
                  <a:lnTo>
                    <a:pt x="829153" y="183229"/>
                  </a:lnTo>
                  <a:lnTo>
                    <a:pt x="799849" y="180664"/>
                  </a:lnTo>
                  <a:lnTo>
                    <a:pt x="799127" y="180895"/>
                  </a:lnTo>
                  <a:lnTo>
                    <a:pt x="798331" y="180905"/>
                  </a:lnTo>
                  <a:lnTo>
                    <a:pt x="786809" y="132202"/>
                  </a:lnTo>
                  <a:lnTo>
                    <a:pt x="764732" y="88816"/>
                  </a:lnTo>
                  <a:lnTo>
                    <a:pt x="733578" y="52325"/>
                  </a:lnTo>
                  <a:lnTo>
                    <a:pt x="694821" y="24307"/>
                  </a:lnTo>
                  <a:lnTo>
                    <a:pt x="649936" y="6339"/>
                  </a:lnTo>
                  <a:lnTo>
                    <a:pt x="600400" y="0"/>
                  </a:lnTo>
                  <a:close/>
                </a:path>
              </a:pathLst>
            </a:custGeom>
            <a:solidFill>
              <a:srgbClr val="DEF4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775650" y="2126217"/>
              <a:ext cx="1193921" cy="585605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9768751" y="2118556"/>
              <a:ext cx="1201420" cy="601345"/>
            </a:xfrm>
            <a:custGeom>
              <a:avLst/>
              <a:gdLst/>
              <a:ahLst/>
              <a:cxnLst/>
              <a:rect l="l" t="t" r="r" b="b"/>
              <a:pathLst>
                <a:path w="1201420" h="601344">
                  <a:moveTo>
                    <a:pt x="1200810" y="437083"/>
                  </a:moveTo>
                  <a:lnTo>
                    <a:pt x="1194816" y="394601"/>
                  </a:lnTo>
                  <a:lnTo>
                    <a:pt x="1177988" y="356654"/>
                  </a:lnTo>
                  <a:lnTo>
                    <a:pt x="1152042" y="324789"/>
                  </a:lnTo>
                  <a:lnTo>
                    <a:pt x="1118717" y="300558"/>
                  </a:lnTo>
                  <a:lnTo>
                    <a:pt x="1094740" y="264795"/>
                  </a:lnTo>
                  <a:lnTo>
                    <a:pt x="1092619" y="261556"/>
                  </a:lnTo>
                  <a:lnTo>
                    <a:pt x="1057821" y="231127"/>
                  </a:lnTo>
                  <a:lnTo>
                    <a:pt x="1015720" y="211353"/>
                  </a:lnTo>
                  <a:lnTo>
                    <a:pt x="968197" y="204304"/>
                  </a:lnTo>
                  <a:lnTo>
                    <a:pt x="951204" y="205181"/>
                  </a:lnTo>
                  <a:lnTo>
                    <a:pt x="934707" y="207746"/>
                  </a:lnTo>
                  <a:lnTo>
                    <a:pt x="918781" y="211912"/>
                  </a:lnTo>
                  <a:lnTo>
                    <a:pt x="903490" y="217576"/>
                  </a:lnTo>
                  <a:lnTo>
                    <a:pt x="880897" y="202209"/>
                  </a:lnTo>
                  <a:lnTo>
                    <a:pt x="856005" y="190588"/>
                  </a:lnTo>
                  <a:lnTo>
                    <a:pt x="829157" y="183235"/>
                  </a:lnTo>
                  <a:lnTo>
                    <a:pt x="799846" y="180682"/>
                  </a:lnTo>
                  <a:lnTo>
                    <a:pt x="789190" y="136486"/>
                  </a:lnTo>
                  <a:lnTo>
                    <a:pt x="779005" y="116878"/>
                  </a:lnTo>
                  <a:lnTo>
                    <a:pt x="764730" y="88823"/>
                  </a:lnTo>
                  <a:lnTo>
                    <a:pt x="733577" y="52336"/>
                  </a:lnTo>
                  <a:lnTo>
                    <a:pt x="694817" y="24307"/>
                  </a:lnTo>
                  <a:lnTo>
                    <a:pt x="649935" y="6350"/>
                  </a:lnTo>
                  <a:lnTo>
                    <a:pt x="600405" y="0"/>
                  </a:lnTo>
                  <a:lnTo>
                    <a:pt x="548170" y="7112"/>
                  </a:lnTo>
                  <a:lnTo>
                    <a:pt x="501218" y="27139"/>
                  </a:lnTo>
                  <a:lnTo>
                    <a:pt x="461251" y="58178"/>
                  </a:lnTo>
                  <a:lnTo>
                    <a:pt x="429971" y="98323"/>
                  </a:lnTo>
                  <a:lnTo>
                    <a:pt x="416763" y="94107"/>
                  </a:lnTo>
                  <a:lnTo>
                    <a:pt x="403161" y="90868"/>
                  </a:lnTo>
                  <a:lnTo>
                    <a:pt x="389166" y="88811"/>
                  </a:lnTo>
                  <a:lnTo>
                    <a:pt x="374777" y="88074"/>
                  </a:lnTo>
                  <a:lnTo>
                    <a:pt x="321437" y="97015"/>
                  </a:lnTo>
                  <a:lnTo>
                    <a:pt x="275361" y="121856"/>
                  </a:lnTo>
                  <a:lnTo>
                    <a:pt x="239268" y="159626"/>
                  </a:lnTo>
                  <a:lnTo>
                    <a:pt x="215861" y="207365"/>
                  </a:lnTo>
                  <a:lnTo>
                    <a:pt x="180149" y="218287"/>
                  </a:lnTo>
                  <a:lnTo>
                    <a:pt x="148399" y="236664"/>
                  </a:lnTo>
                  <a:lnTo>
                    <a:pt x="121488" y="261467"/>
                  </a:lnTo>
                  <a:lnTo>
                    <a:pt x="100279" y="291706"/>
                  </a:lnTo>
                  <a:lnTo>
                    <a:pt x="59944" y="315328"/>
                  </a:lnTo>
                  <a:lnTo>
                    <a:pt x="28219" y="349567"/>
                  </a:lnTo>
                  <a:lnTo>
                    <a:pt x="7454" y="392125"/>
                  </a:lnTo>
                  <a:lnTo>
                    <a:pt x="0" y="440664"/>
                  </a:lnTo>
                  <a:lnTo>
                    <a:pt x="8039" y="491172"/>
                  </a:lnTo>
                  <a:lnTo>
                    <a:pt x="30416" y="535152"/>
                  </a:lnTo>
                  <a:lnTo>
                    <a:pt x="64465" y="569899"/>
                  </a:lnTo>
                  <a:lnTo>
                    <a:pt x="107569" y="592721"/>
                  </a:lnTo>
                  <a:lnTo>
                    <a:pt x="157086" y="600925"/>
                  </a:lnTo>
                  <a:lnTo>
                    <a:pt x="1043724" y="600925"/>
                  </a:lnTo>
                  <a:lnTo>
                    <a:pt x="1093241" y="592721"/>
                  </a:lnTo>
                  <a:lnTo>
                    <a:pt x="1136345" y="569899"/>
                  </a:lnTo>
                  <a:lnTo>
                    <a:pt x="1170406" y="535152"/>
                  </a:lnTo>
                  <a:lnTo>
                    <a:pt x="1192771" y="491172"/>
                  </a:lnTo>
                  <a:lnTo>
                    <a:pt x="1200810" y="440664"/>
                  </a:lnTo>
                  <a:lnTo>
                    <a:pt x="1200531" y="438734"/>
                  </a:lnTo>
                  <a:lnTo>
                    <a:pt x="1200810" y="437083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265207" y="4826032"/>
              <a:ext cx="2508250" cy="1255395"/>
            </a:xfrm>
            <a:custGeom>
              <a:avLst/>
              <a:gdLst/>
              <a:ahLst/>
              <a:cxnLst/>
              <a:rect l="l" t="t" r="r" b="b"/>
              <a:pathLst>
                <a:path w="2508250" h="1255395">
                  <a:moveTo>
                    <a:pt x="1253993" y="0"/>
                  </a:moveTo>
                  <a:lnTo>
                    <a:pt x="1205233" y="2883"/>
                  </a:lnTo>
                  <a:lnTo>
                    <a:pt x="1158189" y="11317"/>
                  </a:lnTo>
                  <a:lnTo>
                    <a:pt x="1113164" y="24978"/>
                  </a:lnTo>
                  <a:lnTo>
                    <a:pt x="1070460" y="43543"/>
                  </a:lnTo>
                  <a:lnTo>
                    <a:pt x="1030380" y="66686"/>
                  </a:lnTo>
                  <a:lnTo>
                    <a:pt x="993229" y="94085"/>
                  </a:lnTo>
                  <a:lnTo>
                    <a:pt x="959308" y="125415"/>
                  </a:lnTo>
                  <a:lnTo>
                    <a:pt x="928921" y="160353"/>
                  </a:lnTo>
                  <a:lnTo>
                    <a:pt x="902371" y="198575"/>
                  </a:lnTo>
                  <a:lnTo>
                    <a:pt x="879961" y="239756"/>
                  </a:lnTo>
                  <a:lnTo>
                    <a:pt x="861994" y="283573"/>
                  </a:lnTo>
                  <a:lnTo>
                    <a:pt x="848773" y="329703"/>
                  </a:lnTo>
                  <a:lnTo>
                    <a:pt x="840602" y="377820"/>
                  </a:lnTo>
                  <a:lnTo>
                    <a:pt x="838948" y="377800"/>
                  </a:lnTo>
                  <a:lnTo>
                    <a:pt x="837429" y="377328"/>
                  </a:lnTo>
                  <a:lnTo>
                    <a:pt x="835775" y="377328"/>
                  </a:lnTo>
                  <a:lnTo>
                    <a:pt x="787886" y="380779"/>
                  </a:lnTo>
                  <a:lnTo>
                    <a:pt x="742123" y="390762"/>
                  </a:lnTo>
                  <a:lnTo>
                    <a:pt x="698825" y="406728"/>
                  </a:lnTo>
                  <a:lnTo>
                    <a:pt x="658330" y="428126"/>
                  </a:lnTo>
                  <a:lnTo>
                    <a:pt x="620975" y="454405"/>
                  </a:lnTo>
                  <a:lnTo>
                    <a:pt x="589048" y="442569"/>
                  </a:lnTo>
                  <a:lnTo>
                    <a:pt x="555772" y="433875"/>
                  </a:lnTo>
                  <a:lnTo>
                    <a:pt x="521308" y="428517"/>
                  </a:lnTo>
                  <a:lnTo>
                    <a:pt x="485817" y="426688"/>
                  </a:lnTo>
                  <a:lnTo>
                    <a:pt x="435017" y="430461"/>
                  </a:lnTo>
                  <a:lnTo>
                    <a:pt x="386563" y="441417"/>
                  </a:lnTo>
                  <a:lnTo>
                    <a:pt x="340944" y="459017"/>
                  </a:lnTo>
                  <a:lnTo>
                    <a:pt x="298647" y="482718"/>
                  </a:lnTo>
                  <a:lnTo>
                    <a:pt x="260160" y="511979"/>
                  </a:lnTo>
                  <a:lnTo>
                    <a:pt x="225971" y="546258"/>
                  </a:lnTo>
                  <a:lnTo>
                    <a:pt x="196566" y="585015"/>
                  </a:lnTo>
                  <a:lnTo>
                    <a:pt x="172434" y="627708"/>
                  </a:lnTo>
                  <a:lnTo>
                    <a:pt x="130757" y="655210"/>
                  </a:lnTo>
                  <a:lnTo>
                    <a:pt x="93630" y="688507"/>
                  </a:lnTo>
                  <a:lnTo>
                    <a:pt x="61732" y="726983"/>
                  </a:lnTo>
                  <a:lnTo>
                    <a:pt x="35742" y="770021"/>
                  </a:lnTo>
                  <a:lnTo>
                    <a:pt x="16337" y="817004"/>
                  </a:lnTo>
                  <a:lnTo>
                    <a:pt x="4197" y="867315"/>
                  </a:lnTo>
                  <a:lnTo>
                    <a:pt x="0" y="920338"/>
                  </a:lnTo>
                  <a:lnTo>
                    <a:pt x="3573" y="969629"/>
                  </a:lnTo>
                  <a:lnTo>
                    <a:pt x="13950" y="1016732"/>
                  </a:lnTo>
                  <a:lnTo>
                    <a:pt x="30612" y="1061118"/>
                  </a:lnTo>
                  <a:lnTo>
                    <a:pt x="53042" y="1102261"/>
                  </a:lnTo>
                  <a:lnTo>
                    <a:pt x="80722" y="1139631"/>
                  </a:lnTo>
                  <a:lnTo>
                    <a:pt x="113135" y="1172701"/>
                  </a:lnTo>
                  <a:lnTo>
                    <a:pt x="149763" y="1200942"/>
                  </a:lnTo>
                  <a:lnTo>
                    <a:pt x="190088" y="1223827"/>
                  </a:lnTo>
                  <a:lnTo>
                    <a:pt x="233593" y="1240827"/>
                  </a:lnTo>
                  <a:lnTo>
                    <a:pt x="279761" y="1251414"/>
                  </a:lnTo>
                  <a:lnTo>
                    <a:pt x="328073" y="1255061"/>
                  </a:lnTo>
                  <a:lnTo>
                    <a:pt x="2179902" y="1255061"/>
                  </a:lnTo>
                  <a:lnTo>
                    <a:pt x="2228214" y="1251414"/>
                  </a:lnTo>
                  <a:lnTo>
                    <a:pt x="2274383" y="1240827"/>
                  </a:lnTo>
                  <a:lnTo>
                    <a:pt x="2317889" y="1223827"/>
                  </a:lnTo>
                  <a:lnTo>
                    <a:pt x="2358215" y="1200942"/>
                  </a:lnTo>
                  <a:lnTo>
                    <a:pt x="2394844" y="1172701"/>
                  </a:lnTo>
                  <a:lnTo>
                    <a:pt x="2427258" y="1139631"/>
                  </a:lnTo>
                  <a:lnTo>
                    <a:pt x="2454940" y="1102261"/>
                  </a:lnTo>
                  <a:lnTo>
                    <a:pt x="2477371" y="1061118"/>
                  </a:lnTo>
                  <a:lnTo>
                    <a:pt x="2494034" y="1016732"/>
                  </a:lnTo>
                  <a:lnTo>
                    <a:pt x="2504412" y="969629"/>
                  </a:lnTo>
                  <a:lnTo>
                    <a:pt x="2507986" y="920338"/>
                  </a:lnTo>
                  <a:lnTo>
                    <a:pt x="2503994" y="868389"/>
                  </a:lnTo>
                  <a:lnTo>
                    <a:pt x="2492429" y="818962"/>
                  </a:lnTo>
                  <a:lnTo>
                    <a:pt x="2473907" y="772663"/>
                  </a:lnTo>
                  <a:lnTo>
                    <a:pt x="2449045" y="730095"/>
                  </a:lnTo>
                  <a:lnTo>
                    <a:pt x="2418461" y="691863"/>
                  </a:lnTo>
                  <a:lnTo>
                    <a:pt x="2382770" y="658571"/>
                  </a:lnTo>
                  <a:lnTo>
                    <a:pt x="2342590" y="630825"/>
                  </a:lnTo>
                  <a:lnTo>
                    <a:pt x="2298537" y="609227"/>
                  </a:lnTo>
                  <a:lnTo>
                    <a:pt x="2270427" y="565978"/>
                  </a:lnTo>
                  <a:lnTo>
                    <a:pt x="2236742" y="527450"/>
                  </a:lnTo>
                  <a:lnTo>
                    <a:pt x="2198026" y="494270"/>
                  </a:lnTo>
                  <a:lnTo>
                    <a:pt x="2154824" y="467063"/>
                  </a:lnTo>
                  <a:lnTo>
                    <a:pt x="2107680" y="446457"/>
                  </a:lnTo>
                  <a:lnTo>
                    <a:pt x="2057141" y="433075"/>
                  </a:lnTo>
                  <a:lnTo>
                    <a:pt x="2039039" y="386582"/>
                  </a:lnTo>
                  <a:lnTo>
                    <a:pt x="2015086" y="343523"/>
                  </a:lnTo>
                  <a:lnTo>
                    <a:pt x="1985778" y="304442"/>
                  </a:lnTo>
                  <a:lnTo>
                    <a:pt x="1951612" y="269884"/>
                  </a:lnTo>
                  <a:lnTo>
                    <a:pt x="1913081" y="240390"/>
                  </a:lnTo>
                  <a:lnTo>
                    <a:pt x="1870683" y="216504"/>
                  </a:lnTo>
                  <a:lnTo>
                    <a:pt x="1824912" y="198770"/>
                  </a:lnTo>
                  <a:lnTo>
                    <a:pt x="1776264" y="187731"/>
                  </a:lnTo>
                  <a:lnTo>
                    <a:pt x="1725235" y="183931"/>
                  </a:lnTo>
                  <a:lnTo>
                    <a:pt x="1695183" y="185453"/>
                  </a:lnTo>
                  <a:lnTo>
                    <a:pt x="1665959" y="189774"/>
                  </a:lnTo>
                  <a:lnTo>
                    <a:pt x="1637552" y="196530"/>
                  </a:lnTo>
                  <a:lnTo>
                    <a:pt x="1609950" y="205355"/>
                  </a:lnTo>
                  <a:lnTo>
                    <a:pt x="1583376" y="165999"/>
                  </a:lnTo>
                  <a:lnTo>
                    <a:pt x="1552830" y="129960"/>
                  </a:lnTo>
                  <a:lnTo>
                    <a:pt x="1518624" y="97587"/>
                  </a:lnTo>
                  <a:lnTo>
                    <a:pt x="1481070" y="69231"/>
                  </a:lnTo>
                  <a:lnTo>
                    <a:pt x="1440479" y="45244"/>
                  </a:lnTo>
                  <a:lnTo>
                    <a:pt x="1397164" y="25976"/>
                  </a:lnTo>
                  <a:lnTo>
                    <a:pt x="1351437" y="11779"/>
                  </a:lnTo>
                  <a:lnTo>
                    <a:pt x="1303609" y="3003"/>
                  </a:lnTo>
                  <a:lnTo>
                    <a:pt x="1253993" y="0"/>
                  </a:lnTo>
                  <a:close/>
                </a:path>
              </a:pathLst>
            </a:custGeom>
            <a:solidFill>
              <a:srgbClr val="DEF4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65206" y="4842030"/>
              <a:ext cx="2493589" cy="122307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0265207" y="4826044"/>
              <a:ext cx="2508250" cy="1255395"/>
            </a:xfrm>
            <a:custGeom>
              <a:avLst/>
              <a:gdLst/>
              <a:ahLst/>
              <a:cxnLst/>
              <a:rect l="l" t="t" r="r" b="b"/>
              <a:pathLst>
                <a:path w="2508250" h="1255395">
                  <a:moveTo>
                    <a:pt x="2507983" y="920330"/>
                  </a:moveTo>
                  <a:lnTo>
                    <a:pt x="2503982" y="868387"/>
                  </a:lnTo>
                  <a:lnTo>
                    <a:pt x="2492425" y="818959"/>
                  </a:lnTo>
                  <a:lnTo>
                    <a:pt x="2473896" y="772655"/>
                  </a:lnTo>
                  <a:lnTo>
                    <a:pt x="2449042" y="730084"/>
                  </a:lnTo>
                  <a:lnTo>
                    <a:pt x="2418461" y="691857"/>
                  </a:lnTo>
                  <a:lnTo>
                    <a:pt x="2382761" y="658571"/>
                  </a:lnTo>
                  <a:lnTo>
                    <a:pt x="2342578" y="630821"/>
                  </a:lnTo>
                  <a:lnTo>
                    <a:pt x="2298535" y="609219"/>
                  </a:lnTo>
                  <a:lnTo>
                    <a:pt x="2270417" y="565975"/>
                  </a:lnTo>
                  <a:lnTo>
                    <a:pt x="2236736" y="527443"/>
                  </a:lnTo>
                  <a:lnTo>
                    <a:pt x="2198014" y="494258"/>
                  </a:lnTo>
                  <a:lnTo>
                    <a:pt x="2154821" y="467055"/>
                  </a:lnTo>
                  <a:lnTo>
                    <a:pt x="2107679" y="446455"/>
                  </a:lnTo>
                  <a:lnTo>
                    <a:pt x="2057133" y="433070"/>
                  </a:lnTo>
                  <a:lnTo>
                    <a:pt x="2039035" y="386575"/>
                  </a:lnTo>
                  <a:lnTo>
                    <a:pt x="2015083" y="343522"/>
                  </a:lnTo>
                  <a:lnTo>
                    <a:pt x="1985772" y="304431"/>
                  </a:lnTo>
                  <a:lnTo>
                    <a:pt x="1951609" y="269875"/>
                  </a:lnTo>
                  <a:lnTo>
                    <a:pt x="1913077" y="240385"/>
                  </a:lnTo>
                  <a:lnTo>
                    <a:pt x="1870671" y="216496"/>
                  </a:lnTo>
                  <a:lnTo>
                    <a:pt x="1824901" y="198767"/>
                  </a:lnTo>
                  <a:lnTo>
                    <a:pt x="1776260" y="187731"/>
                  </a:lnTo>
                  <a:lnTo>
                    <a:pt x="1725231" y="183921"/>
                  </a:lnTo>
                  <a:lnTo>
                    <a:pt x="1695183" y="185445"/>
                  </a:lnTo>
                  <a:lnTo>
                    <a:pt x="1665947" y="189763"/>
                  </a:lnTo>
                  <a:lnTo>
                    <a:pt x="1637550" y="196519"/>
                  </a:lnTo>
                  <a:lnTo>
                    <a:pt x="1609940" y="205346"/>
                  </a:lnTo>
                  <a:lnTo>
                    <a:pt x="1583372" y="165989"/>
                  </a:lnTo>
                  <a:lnTo>
                    <a:pt x="1552829" y="129959"/>
                  </a:lnTo>
                  <a:lnTo>
                    <a:pt x="1518615" y="97586"/>
                  </a:lnTo>
                  <a:lnTo>
                    <a:pt x="1481061" y="69227"/>
                  </a:lnTo>
                  <a:lnTo>
                    <a:pt x="1440472" y="45237"/>
                  </a:lnTo>
                  <a:lnTo>
                    <a:pt x="1397152" y="25971"/>
                  </a:lnTo>
                  <a:lnTo>
                    <a:pt x="1351432" y="11772"/>
                  </a:lnTo>
                  <a:lnTo>
                    <a:pt x="1303604" y="2997"/>
                  </a:lnTo>
                  <a:lnTo>
                    <a:pt x="1253985" y="0"/>
                  </a:lnTo>
                  <a:lnTo>
                    <a:pt x="1205230" y="2882"/>
                  </a:lnTo>
                  <a:lnTo>
                    <a:pt x="1158189" y="11315"/>
                  </a:lnTo>
                  <a:lnTo>
                    <a:pt x="1113155" y="24968"/>
                  </a:lnTo>
                  <a:lnTo>
                    <a:pt x="1070457" y="43535"/>
                  </a:lnTo>
                  <a:lnTo>
                    <a:pt x="1030376" y="66675"/>
                  </a:lnTo>
                  <a:lnTo>
                    <a:pt x="993228" y="94081"/>
                  </a:lnTo>
                  <a:lnTo>
                    <a:pt x="959307" y="125412"/>
                  </a:lnTo>
                  <a:lnTo>
                    <a:pt x="928916" y="160350"/>
                  </a:lnTo>
                  <a:lnTo>
                    <a:pt x="902360" y="198564"/>
                  </a:lnTo>
                  <a:lnTo>
                    <a:pt x="879957" y="239750"/>
                  </a:lnTo>
                  <a:lnTo>
                    <a:pt x="878725" y="242747"/>
                  </a:lnTo>
                  <a:lnTo>
                    <a:pt x="874903" y="249631"/>
                  </a:lnTo>
                  <a:lnTo>
                    <a:pt x="857046" y="292341"/>
                  </a:lnTo>
                  <a:lnTo>
                    <a:pt x="843902" y="337286"/>
                  </a:lnTo>
                  <a:lnTo>
                    <a:pt x="836955" y="377317"/>
                  </a:lnTo>
                  <a:lnTo>
                    <a:pt x="835774" y="377317"/>
                  </a:lnTo>
                  <a:lnTo>
                    <a:pt x="787882" y="380771"/>
                  </a:lnTo>
                  <a:lnTo>
                    <a:pt x="742111" y="390753"/>
                  </a:lnTo>
                  <a:lnTo>
                    <a:pt x="698817" y="406717"/>
                  </a:lnTo>
                  <a:lnTo>
                    <a:pt x="658329" y="428117"/>
                  </a:lnTo>
                  <a:lnTo>
                    <a:pt x="620966" y="454393"/>
                  </a:lnTo>
                  <a:lnTo>
                    <a:pt x="589038" y="442556"/>
                  </a:lnTo>
                  <a:lnTo>
                    <a:pt x="555764" y="433870"/>
                  </a:lnTo>
                  <a:lnTo>
                    <a:pt x="521296" y="428510"/>
                  </a:lnTo>
                  <a:lnTo>
                    <a:pt x="485813" y="426681"/>
                  </a:lnTo>
                  <a:lnTo>
                    <a:pt x="435013" y="430453"/>
                  </a:lnTo>
                  <a:lnTo>
                    <a:pt x="386562" y="441413"/>
                  </a:lnTo>
                  <a:lnTo>
                    <a:pt x="340944" y="459016"/>
                  </a:lnTo>
                  <a:lnTo>
                    <a:pt x="298640" y="482714"/>
                  </a:lnTo>
                  <a:lnTo>
                    <a:pt x="260159" y="511975"/>
                  </a:lnTo>
                  <a:lnTo>
                    <a:pt x="225971" y="546252"/>
                  </a:lnTo>
                  <a:lnTo>
                    <a:pt x="210629" y="566458"/>
                  </a:lnTo>
                  <a:lnTo>
                    <a:pt x="195440" y="586092"/>
                  </a:lnTo>
                  <a:lnTo>
                    <a:pt x="171450" y="627697"/>
                  </a:lnTo>
                  <a:lnTo>
                    <a:pt x="130009" y="654494"/>
                  </a:lnTo>
                  <a:lnTo>
                    <a:pt x="93091" y="686943"/>
                  </a:lnTo>
                  <a:lnTo>
                    <a:pt x="61379" y="724433"/>
                  </a:lnTo>
                  <a:lnTo>
                    <a:pt x="35534" y="766381"/>
                  </a:lnTo>
                  <a:lnTo>
                    <a:pt x="16243" y="812165"/>
                  </a:lnTo>
                  <a:lnTo>
                    <a:pt x="4165" y="861187"/>
                  </a:lnTo>
                  <a:lnTo>
                    <a:pt x="0" y="912863"/>
                  </a:lnTo>
                  <a:lnTo>
                    <a:pt x="279" y="916736"/>
                  </a:lnTo>
                  <a:lnTo>
                    <a:pt x="0" y="920330"/>
                  </a:lnTo>
                  <a:lnTo>
                    <a:pt x="3568" y="969619"/>
                  </a:lnTo>
                  <a:lnTo>
                    <a:pt x="13944" y="1016723"/>
                  </a:lnTo>
                  <a:lnTo>
                    <a:pt x="30607" y="1061110"/>
                  </a:lnTo>
                  <a:lnTo>
                    <a:pt x="53035" y="1102258"/>
                  </a:lnTo>
                  <a:lnTo>
                    <a:pt x="80721" y="1139621"/>
                  </a:lnTo>
                  <a:lnTo>
                    <a:pt x="113131" y="1172692"/>
                  </a:lnTo>
                  <a:lnTo>
                    <a:pt x="149758" y="1200937"/>
                  </a:lnTo>
                  <a:lnTo>
                    <a:pt x="190080" y="1223822"/>
                  </a:lnTo>
                  <a:lnTo>
                    <a:pt x="233591" y="1240815"/>
                  </a:lnTo>
                  <a:lnTo>
                    <a:pt x="279755" y="1251407"/>
                  </a:lnTo>
                  <a:lnTo>
                    <a:pt x="328066" y="1255052"/>
                  </a:lnTo>
                  <a:lnTo>
                    <a:pt x="2179891" y="1255052"/>
                  </a:lnTo>
                  <a:lnTo>
                    <a:pt x="2228202" y="1251407"/>
                  </a:lnTo>
                  <a:lnTo>
                    <a:pt x="2274379" y="1240815"/>
                  </a:lnTo>
                  <a:lnTo>
                    <a:pt x="2317877" y="1223822"/>
                  </a:lnTo>
                  <a:lnTo>
                    <a:pt x="2358212" y="1200937"/>
                  </a:lnTo>
                  <a:lnTo>
                    <a:pt x="2394839" y="1172692"/>
                  </a:lnTo>
                  <a:lnTo>
                    <a:pt x="2427249" y="1139621"/>
                  </a:lnTo>
                  <a:lnTo>
                    <a:pt x="2454935" y="1102258"/>
                  </a:lnTo>
                  <a:lnTo>
                    <a:pt x="2477363" y="1061110"/>
                  </a:lnTo>
                  <a:lnTo>
                    <a:pt x="2494026" y="1016723"/>
                  </a:lnTo>
                  <a:lnTo>
                    <a:pt x="2504402" y="969619"/>
                  </a:lnTo>
                  <a:lnTo>
                    <a:pt x="2507983" y="920330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0439599" y="2529205"/>
              <a:ext cx="2705735" cy="1353820"/>
            </a:xfrm>
            <a:custGeom>
              <a:avLst/>
              <a:gdLst/>
              <a:ahLst/>
              <a:cxnLst/>
              <a:rect l="l" t="t" r="r" b="b"/>
              <a:pathLst>
                <a:path w="2705734" h="1353820">
                  <a:moveTo>
                    <a:pt x="1352608" y="0"/>
                  </a:moveTo>
                  <a:lnTo>
                    <a:pt x="1303714" y="2685"/>
                  </a:lnTo>
                  <a:lnTo>
                    <a:pt x="1256395" y="10555"/>
                  </a:lnTo>
                  <a:lnTo>
                    <a:pt x="1210913" y="23329"/>
                  </a:lnTo>
                  <a:lnTo>
                    <a:pt x="1167530" y="40729"/>
                  </a:lnTo>
                  <a:lnTo>
                    <a:pt x="1126507" y="62473"/>
                  </a:lnTo>
                  <a:lnTo>
                    <a:pt x="1088106" y="88283"/>
                  </a:lnTo>
                  <a:lnTo>
                    <a:pt x="1052589" y="117878"/>
                  </a:lnTo>
                  <a:lnTo>
                    <a:pt x="1020218" y="150979"/>
                  </a:lnTo>
                  <a:lnTo>
                    <a:pt x="991254" y="187306"/>
                  </a:lnTo>
                  <a:lnTo>
                    <a:pt x="965958" y="226579"/>
                  </a:lnTo>
                  <a:lnTo>
                    <a:pt x="944594" y="268518"/>
                  </a:lnTo>
                  <a:lnTo>
                    <a:pt x="927423" y="312844"/>
                  </a:lnTo>
                  <a:lnTo>
                    <a:pt x="914706" y="359277"/>
                  </a:lnTo>
                  <a:lnTo>
                    <a:pt x="906705" y="407537"/>
                  </a:lnTo>
                  <a:lnTo>
                    <a:pt x="904925" y="407516"/>
                  </a:lnTo>
                  <a:lnTo>
                    <a:pt x="903281" y="407003"/>
                  </a:lnTo>
                  <a:lnTo>
                    <a:pt x="901501" y="407003"/>
                  </a:lnTo>
                  <a:lnTo>
                    <a:pt x="849842" y="410725"/>
                  </a:lnTo>
                  <a:lnTo>
                    <a:pt x="800480" y="421495"/>
                  </a:lnTo>
                  <a:lnTo>
                    <a:pt x="753779" y="438719"/>
                  </a:lnTo>
                  <a:lnTo>
                    <a:pt x="710101" y="461803"/>
                  </a:lnTo>
                  <a:lnTo>
                    <a:pt x="669812" y="490152"/>
                  </a:lnTo>
                  <a:lnTo>
                    <a:pt x="635373" y="477382"/>
                  </a:lnTo>
                  <a:lnTo>
                    <a:pt x="599479" y="468002"/>
                  </a:lnTo>
                  <a:lnTo>
                    <a:pt x="562304" y="462221"/>
                  </a:lnTo>
                  <a:lnTo>
                    <a:pt x="524025" y="460247"/>
                  </a:lnTo>
                  <a:lnTo>
                    <a:pt x="475202" y="463471"/>
                  </a:lnTo>
                  <a:lnTo>
                    <a:pt x="428334" y="472869"/>
                  </a:lnTo>
                  <a:lnTo>
                    <a:pt x="383789" y="488031"/>
                  </a:lnTo>
                  <a:lnTo>
                    <a:pt x="341937" y="508547"/>
                  </a:lnTo>
                  <a:lnTo>
                    <a:pt x="303147" y="534006"/>
                  </a:lnTo>
                  <a:lnTo>
                    <a:pt x="267789" y="563999"/>
                  </a:lnTo>
                  <a:lnTo>
                    <a:pt x="236231" y="598116"/>
                  </a:lnTo>
                  <a:lnTo>
                    <a:pt x="208843" y="635945"/>
                  </a:lnTo>
                  <a:lnTo>
                    <a:pt x="185994" y="677078"/>
                  </a:lnTo>
                  <a:lnTo>
                    <a:pt x="146403" y="702678"/>
                  </a:lnTo>
                  <a:lnTo>
                    <a:pt x="110501" y="733127"/>
                  </a:lnTo>
                  <a:lnTo>
                    <a:pt x="78778" y="767981"/>
                  </a:lnTo>
                  <a:lnTo>
                    <a:pt x="51724" y="806793"/>
                  </a:lnTo>
                  <a:lnTo>
                    <a:pt x="29830" y="849118"/>
                  </a:lnTo>
                  <a:lnTo>
                    <a:pt x="13584" y="894510"/>
                  </a:lnTo>
                  <a:lnTo>
                    <a:pt x="3477" y="942524"/>
                  </a:lnTo>
                  <a:lnTo>
                    <a:pt x="0" y="992713"/>
                  </a:lnTo>
                  <a:lnTo>
                    <a:pt x="3245" y="1041533"/>
                  </a:lnTo>
                  <a:lnTo>
                    <a:pt x="12696" y="1088409"/>
                  </a:lnTo>
                  <a:lnTo>
                    <a:pt x="27922" y="1132904"/>
                  </a:lnTo>
                  <a:lnTo>
                    <a:pt x="48493" y="1174578"/>
                  </a:lnTo>
                  <a:lnTo>
                    <a:pt x="73979" y="1212993"/>
                  </a:lnTo>
                  <a:lnTo>
                    <a:pt x="103949" y="1247709"/>
                  </a:lnTo>
                  <a:lnTo>
                    <a:pt x="137975" y="1278288"/>
                  </a:lnTo>
                  <a:lnTo>
                    <a:pt x="175625" y="1304291"/>
                  </a:lnTo>
                  <a:lnTo>
                    <a:pt x="216470" y="1325280"/>
                  </a:lnTo>
                  <a:lnTo>
                    <a:pt x="260080" y="1340815"/>
                  </a:lnTo>
                  <a:lnTo>
                    <a:pt x="306024" y="1350458"/>
                  </a:lnTo>
                  <a:lnTo>
                    <a:pt x="353874" y="1353770"/>
                  </a:lnTo>
                  <a:lnTo>
                    <a:pt x="2351331" y="1353770"/>
                  </a:lnTo>
                  <a:lnTo>
                    <a:pt x="2399180" y="1350458"/>
                  </a:lnTo>
                  <a:lnTo>
                    <a:pt x="2445125" y="1340815"/>
                  </a:lnTo>
                  <a:lnTo>
                    <a:pt x="2488735" y="1325280"/>
                  </a:lnTo>
                  <a:lnTo>
                    <a:pt x="2529580" y="1304291"/>
                  </a:lnTo>
                  <a:lnTo>
                    <a:pt x="2567230" y="1278288"/>
                  </a:lnTo>
                  <a:lnTo>
                    <a:pt x="2601255" y="1247709"/>
                  </a:lnTo>
                  <a:lnTo>
                    <a:pt x="2631226" y="1212993"/>
                  </a:lnTo>
                  <a:lnTo>
                    <a:pt x="2656712" y="1174578"/>
                  </a:lnTo>
                  <a:lnTo>
                    <a:pt x="2677283" y="1132904"/>
                  </a:lnTo>
                  <a:lnTo>
                    <a:pt x="2692508" y="1088409"/>
                  </a:lnTo>
                  <a:lnTo>
                    <a:pt x="2701959" y="1041533"/>
                  </a:lnTo>
                  <a:lnTo>
                    <a:pt x="2705205" y="992713"/>
                  </a:lnTo>
                  <a:lnTo>
                    <a:pt x="2701793" y="942784"/>
                  </a:lnTo>
                  <a:lnTo>
                    <a:pt x="2691870" y="894947"/>
                  </a:lnTo>
                  <a:lnTo>
                    <a:pt x="2675901" y="849661"/>
                  </a:lnTo>
                  <a:lnTo>
                    <a:pt x="2654354" y="807383"/>
                  </a:lnTo>
                  <a:lnTo>
                    <a:pt x="2627696" y="768571"/>
                  </a:lnTo>
                  <a:lnTo>
                    <a:pt x="2596395" y="733682"/>
                  </a:lnTo>
                  <a:lnTo>
                    <a:pt x="2560916" y="703176"/>
                  </a:lnTo>
                  <a:lnTo>
                    <a:pt x="2521727" y="677510"/>
                  </a:lnTo>
                  <a:lnTo>
                    <a:pt x="2479296" y="657142"/>
                  </a:lnTo>
                  <a:lnTo>
                    <a:pt x="2453687" y="616860"/>
                  </a:lnTo>
                  <a:lnTo>
                    <a:pt x="2423600" y="580249"/>
                  </a:lnTo>
                  <a:lnTo>
                    <a:pt x="2389403" y="547734"/>
                  </a:lnTo>
                  <a:lnTo>
                    <a:pt x="2351466" y="519741"/>
                  </a:lnTo>
                  <a:lnTo>
                    <a:pt x="2310160" y="496693"/>
                  </a:lnTo>
                  <a:lnTo>
                    <a:pt x="2265853" y="479017"/>
                  </a:lnTo>
                  <a:lnTo>
                    <a:pt x="2218916" y="467137"/>
                  </a:lnTo>
                  <a:lnTo>
                    <a:pt x="2201636" y="421845"/>
                  </a:lnTo>
                  <a:lnTo>
                    <a:pt x="2179201" y="379507"/>
                  </a:lnTo>
                  <a:lnTo>
                    <a:pt x="2152001" y="340548"/>
                  </a:lnTo>
                  <a:lnTo>
                    <a:pt x="2120425" y="305397"/>
                  </a:lnTo>
                  <a:lnTo>
                    <a:pt x="2084863" y="274482"/>
                  </a:lnTo>
                  <a:lnTo>
                    <a:pt x="2045705" y="248229"/>
                  </a:lnTo>
                  <a:lnTo>
                    <a:pt x="2003340" y="227066"/>
                  </a:lnTo>
                  <a:lnTo>
                    <a:pt x="1958159" y="211421"/>
                  </a:lnTo>
                  <a:lnTo>
                    <a:pt x="1910551" y="201720"/>
                  </a:lnTo>
                  <a:lnTo>
                    <a:pt x="1860906" y="198391"/>
                  </a:lnTo>
                  <a:lnTo>
                    <a:pt x="1828492" y="200034"/>
                  </a:lnTo>
                  <a:lnTo>
                    <a:pt x="1796971" y="204697"/>
                  </a:lnTo>
                  <a:lnTo>
                    <a:pt x="1766330" y="211988"/>
                  </a:lnTo>
                  <a:lnTo>
                    <a:pt x="1736554" y="221511"/>
                  </a:lnTo>
                  <a:lnTo>
                    <a:pt x="1710956" y="183152"/>
                  </a:lnTo>
                  <a:lnTo>
                    <a:pt x="1681861" y="147659"/>
                  </a:lnTo>
                  <a:lnTo>
                    <a:pt x="1649513" y="115307"/>
                  </a:lnTo>
                  <a:lnTo>
                    <a:pt x="1614158" y="86372"/>
                  </a:lnTo>
                  <a:lnTo>
                    <a:pt x="1576041" y="61131"/>
                  </a:lnTo>
                  <a:lnTo>
                    <a:pt x="1535406" y="39860"/>
                  </a:lnTo>
                  <a:lnTo>
                    <a:pt x="1492501" y="22835"/>
                  </a:lnTo>
                  <a:lnTo>
                    <a:pt x="1447569" y="10333"/>
                  </a:lnTo>
                  <a:lnTo>
                    <a:pt x="1400856" y="2629"/>
                  </a:lnTo>
                  <a:lnTo>
                    <a:pt x="1352608" y="0"/>
                  </a:lnTo>
                  <a:close/>
                </a:path>
              </a:pathLst>
            </a:custGeom>
            <a:solidFill>
              <a:srgbClr val="DEF4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39598" y="2546457"/>
              <a:ext cx="2689687" cy="1319258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0439591" y="2529211"/>
              <a:ext cx="2705735" cy="1353820"/>
            </a:xfrm>
            <a:custGeom>
              <a:avLst/>
              <a:gdLst/>
              <a:ahLst/>
              <a:cxnLst/>
              <a:rect l="l" t="t" r="r" b="b"/>
              <a:pathLst>
                <a:path w="2705734" h="1353820">
                  <a:moveTo>
                    <a:pt x="2705214" y="992708"/>
                  </a:moveTo>
                  <a:lnTo>
                    <a:pt x="2701798" y="942784"/>
                  </a:lnTo>
                  <a:lnTo>
                    <a:pt x="2691866" y="894943"/>
                  </a:lnTo>
                  <a:lnTo>
                    <a:pt x="2675902" y="849668"/>
                  </a:lnTo>
                  <a:lnTo>
                    <a:pt x="2654363" y="807389"/>
                  </a:lnTo>
                  <a:lnTo>
                    <a:pt x="2627693" y="768565"/>
                  </a:lnTo>
                  <a:lnTo>
                    <a:pt x="2596400" y="733679"/>
                  </a:lnTo>
                  <a:lnTo>
                    <a:pt x="2560917" y="703173"/>
                  </a:lnTo>
                  <a:lnTo>
                    <a:pt x="2521724" y="677506"/>
                  </a:lnTo>
                  <a:lnTo>
                    <a:pt x="2479294" y="657148"/>
                  </a:lnTo>
                  <a:lnTo>
                    <a:pt x="2453690" y="616864"/>
                  </a:lnTo>
                  <a:lnTo>
                    <a:pt x="2423604" y="580250"/>
                  </a:lnTo>
                  <a:lnTo>
                    <a:pt x="2389403" y="547738"/>
                  </a:lnTo>
                  <a:lnTo>
                    <a:pt x="2351468" y="519747"/>
                  </a:lnTo>
                  <a:lnTo>
                    <a:pt x="2310168" y="496697"/>
                  </a:lnTo>
                  <a:lnTo>
                    <a:pt x="2265857" y="479018"/>
                  </a:lnTo>
                  <a:lnTo>
                    <a:pt x="2218918" y="467144"/>
                  </a:lnTo>
                  <a:lnTo>
                    <a:pt x="2201634" y="421843"/>
                  </a:lnTo>
                  <a:lnTo>
                    <a:pt x="2179205" y="379501"/>
                  </a:lnTo>
                  <a:lnTo>
                    <a:pt x="2152002" y="340550"/>
                  </a:lnTo>
                  <a:lnTo>
                    <a:pt x="2120430" y="305396"/>
                  </a:lnTo>
                  <a:lnTo>
                    <a:pt x="2084870" y="274485"/>
                  </a:lnTo>
                  <a:lnTo>
                    <a:pt x="2045703" y="248234"/>
                  </a:lnTo>
                  <a:lnTo>
                    <a:pt x="2003348" y="227063"/>
                  </a:lnTo>
                  <a:lnTo>
                    <a:pt x="1958162" y="211416"/>
                  </a:lnTo>
                  <a:lnTo>
                    <a:pt x="1910549" y="201726"/>
                  </a:lnTo>
                  <a:lnTo>
                    <a:pt x="1860905" y="198386"/>
                  </a:lnTo>
                  <a:lnTo>
                    <a:pt x="1828495" y="200037"/>
                  </a:lnTo>
                  <a:lnTo>
                    <a:pt x="1796973" y="204698"/>
                  </a:lnTo>
                  <a:lnTo>
                    <a:pt x="1766328" y="211988"/>
                  </a:lnTo>
                  <a:lnTo>
                    <a:pt x="1736559" y="221513"/>
                  </a:lnTo>
                  <a:lnTo>
                    <a:pt x="1710956" y="183159"/>
                  </a:lnTo>
                  <a:lnTo>
                    <a:pt x="1681861" y="147662"/>
                  </a:lnTo>
                  <a:lnTo>
                    <a:pt x="1649514" y="115303"/>
                  </a:lnTo>
                  <a:lnTo>
                    <a:pt x="1614157" y="86372"/>
                  </a:lnTo>
                  <a:lnTo>
                    <a:pt x="1576044" y="61137"/>
                  </a:lnTo>
                  <a:lnTo>
                    <a:pt x="1535404" y="39865"/>
                  </a:lnTo>
                  <a:lnTo>
                    <a:pt x="1492504" y="22834"/>
                  </a:lnTo>
                  <a:lnTo>
                    <a:pt x="1447571" y="10337"/>
                  </a:lnTo>
                  <a:lnTo>
                    <a:pt x="1400860" y="2628"/>
                  </a:lnTo>
                  <a:lnTo>
                    <a:pt x="1352613" y="0"/>
                  </a:lnTo>
                  <a:lnTo>
                    <a:pt x="1303718" y="2692"/>
                  </a:lnTo>
                  <a:lnTo>
                    <a:pt x="1256398" y="10553"/>
                  </a:lnTo>
                  <a:lnTo>
                    <a:pt x="1210919" y="23329"/>
                  </a:lnTo>
                  <a:lnTo>
                    <a:pt x="1167536" y="40728"/>
                  </a:lnTo>
                  <a:lnTo>
                    <a:pt x="1126515" y="62471"/>
                  </a:lnTo>
                  <a:lnTo>
                    <a:pt x="1088110" y="88290"/>
                  </a:lnTo>
                  <a:lnTo>
                    <a:pt x="1052588" y="117881"/>
                  </a:lnTo>
                  <a:lnTo>
                    <a:pt x="1020216" y="150977"/>
                  </a:lnTo>
                  <a:lnTo>
                    <a:pt x="991260" y="187312"/>
                  </a:lnTo>
                  <a:lnTo>
                    <a:pt x="965962" y="226580"/>
                  </a:lnTo>
                  <a:lnTo>
                    <a:pt x="945197" y="267347"/>
                  </a:lnTo>
                  <a:lnTo>
                    <a:pt x="939177" y="278930"/>
                  </a:lnTo>
                  <a:lnTo>
                    <a:pt x="922096" y="322122"/>
                  </a:lnTo>
                  <a:lnTo>
                    <a:pt x="909459" y="367372"/>
                  </a:lnTo>
                  <a:lnTo>
                    <a:pt x="902741" y="407009"/>
                  </a:lnTo>
                  <a:lnTo>
                    <a:pt x="901509" y="407009"/>
                  </a:lnTo>
                  <a:lnTo>
                    <a:pt x="849845" y="410730"/>
                  </a:lnTo>
                  <a:lnTo>
                    <a:pt x="800481" y="421500"/>
                  </a:lnTo>
                  <a:lnTo>
                    <a:pt x="753783" y="438721"/>
                  </a:lnTo>
                  <a:lnTo>
                    <a:pt x="710107" y="461810"/>
                  </a:lnTo>
                  <a:lnTo>
                    <a:pt x="669810" y="490156"/>
                  </a:lnTo>
                  <a:lnTo>
                    <a:pt x="635381" y="477380"/>
                  </a:lnTo>
                  <a:lnTo>
                    <a:pt x="599478" y="468007"/>
                  </a:lnTo>
                  <a:lnTo>
                    <a:pt x="562305" y="462216"/>
                  </a:lnTo>
                  <a:lnTo>
                    <a:pt x="524027" y="460248"/>
                  </a:lnTo>
                  <a:lnTo>
                    <a:pt x="475208" y="463473"/>
                  </a:lnTo>
                  <a:lnTo>
                    <a:pt x="428332" y="472871"/>
                  </a:lnTo>
                  <a:lnTo>
                    <a:pt x="383794" y="488035"/>
                  </a:lnTo>
                  <a:lnTo>
                    <a:pt x="341934" y="508546"/>
                  </a:lnTo>
                  <a:lnTo>
                    <a:pt x="303149" y="534009"/>
                  </a:lnTo>
                  <a:lnTo>
                    <a:pt x="267792" y="563994"/>
                  </a:lnTo>
                  <a:lnTo>
                    <a:pt x="236232" y="598119"/>
                  </a:lnTo>
                  <a:lnTo>
                    <a:pt x="230212" y="606437"/>
                  </a:lnTo>
                  <a:lnTo>
                    <a:pt x="207645" y="636993"/>
                  </a:lnTo>
                  <a:lnTo>
                    <a:pt x="184924" y="677075"/>
                  </a:lnTo>
                  <a:lnTo>
                    <a:pt x="145567" y="702030"/>
                  </a:lnTo>
                  <a:lnTo>
                    <a:pt x="109867" y="731697"/>
                  </a:lnTo>
                  <a:lnTo>
                    <a:pt x="78333" y="765657"/>
                  </a:lnTo>
                  <a:lnTo>
                    <a:pt x="51435" y="803478"/>
                  </a:lnTo>
                  <a:lnTo>
                    <a:pt x="29667" y="844727"/>
                  </a:lnTo>
                  <a:lnTo>
                    <a:pt x="13512" y="888961"/>
                  </a:lnTo>
                  <a:lnTo>
                    <a:pt x="3454" y="935748"/>
                  </a:lnTo>
                  <a:lnTo>
                    <a:pt x="0" y="984669"/>
                  </a:lnTo>
                  <a:lnTo>
                    <a:pt x="266" y="988745"/>
                  </a:lnTo>
                  <a:lnTo>
                    <a:pt x="0" y="992708"/>
                  </a:lnTo>
                  <a:lnTo>
                    <a:pt x="3251" y="1041539"/>
                  </a:lnTo>
                  <a:lnTo>
                    <a:pt x="12700" y="1088415"/>
                  </a:lnTo>
                  <a:lnTo>
                    <a:pt x="27927" y="1132903"/>
                  </a:lnTo>
                  <a:lnTo>
                    <a:pt x="48501" y="1174584"/>
                  </a:lnTo>
                  <a:lnTo>
                    <a:pt x="73977" y="1212989"/>
                  </a:lnTo>
                  <a:lnTo>
                    <a:pt x="103949" y="1247711"/>
                  </a:lnTo>
                  <a:lnTo>
                    <a:pt x="137972" y="1278293"/>
                  </a:lnTo>
                  <a:lnTo>
                    <a:pt x="175628" y="1304290"/>
                  </a:lnTo>
                  <a:lnTo>
                    <a:pt x="216471" y="1325283"/>
                  </a:lnTo>
                  <a:lnTo>
                    <a:pt x="260083" y="1340815"/>
                  </a:lnTo>
                  <a:lnTo>
                    <a:pt x="306031" y="1350454"/>
                  </a:lnTo>
                  <a:lnTo>
                    <a:pt x="353872" y="1353769"/>
                  </a:lnTo>
                  <a:lnTo>
                    <a:pt x="2351328" y="1353769"/>
                  </a:lnTo>
                  <a:lnTo>
                    <a:pt x="2399182" y="1350454"/>
                  </a:lnTo>
                  <a:lnTo>
                    <a:pt x="2445131" y="1340815"/>
                  </a:lnTo>
                  <a:lnTo>
                    <a:pt x="2488742" y="1325283"/>
                  </a:lnTo>
                  <a:lnTo>
                    <a:pt x="2529586" y="1304290"/>
                  </a:lnTo>
                  <a:lnTo>
                    <a:pt x="2567228" y="1278293"/>
                  </a:lnTo>
                  <a:lnTo>
                    <a:pt x="2601264" y="1247711"/>
                  </a:lnTo>
                  <a:lnTo>
                    <a:pt x="2631224" y="1212989"/>
                  </a:lnTo>
                  <a:lnTo>
                    <a:pt x="2656713" y="1174584"/>
                  </a:lnTo>
                  <a:lnTo>
                    <a:pt x="2677287" y="1132903"/>
                  </a:lnTo>
                  <a:lnTo>
                    <a:pt x="2692514" y="1088415"/>
                  </a:lnTo>
                  <a:lnTo>
                    <a:pt x="2701963" y="1041539"/>
                  </a:lnTo>
                  <a:lnTo>
                    <a:pt x="2705214" y="992708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586056" y="5614199"/>
              <a:ext cx="1397000" cy="775335"/>
            </a:xfrm>
            <a:custGeom>
              <a:avLst/>
              <a:gdLst/>
              <a:ahLst/>
              <a:cxnLst/>
              <a:rect l="l" t="t" r="r" b="b"/>
              <a:pathLst>
                <a:path w="1397000" h="775335">
                  <a:moveTo>
                    <a:pt x="698209" y="0"/>
                  </a:moveTo>
                  <a:lnTo>
                    <a:pt x="654569" y="4645"/>
                  </a:lnTo>
                  <a:lnTo>
                    <a:pt x="613730" y="18011"/>
                  </a:lnTo>
                  <a:lnTo>
                    <a:pt x="576414" y="39238"/>
                  </a:lnTo>
                  <a:lnTo>
                    <a:pt x="543347" y="67467"/>
                  </a:lnTo>
                  <a:lnTo>
                    <a:pt x="515252" y="101842"/>
                  </a:lnTo>
                  <a:lnTo>
                    <a:pt x="492852" y="141502"/>
                  </a:lnTo>
                  <a:lnTo>
                    <a:pt x="476873" y="185591"/>
                  </a:lnTo>
                  <a:lnTo>
                    <a:pt x="468038" y="233249"/>
                  </a:lnTo>
                  <a:lnTo>
                    <a:pt x="467127" y="233238"/>
                  </a:lnTo>
                  <a:lnTo>
                    <a:pt x="400972" y="245730"/>
                  </a:lnTo>
                  <a:lnTo>
                    <a:pt x="345759" y="280535"/>
                  </a:lnTo>
                  <a:lnTo>
                    <a:pt x="327982" y="273228"/>
                  </a:lnTo>
                  <a:lnTo>
                    <a:pt x="309455" y="267862"/>
                  </a:lnTo>
                  <a:lnTo>
                    <a:pt x="290266" y="264555"/>
                  </a:lnTo>
                  <a:lnTo>
                    <a:pt x="270504" y="263426"/>
                  </a:lnTo>
                  <a:lnTo>
                    <a:pt x="225858" y="269302"/>
                  </a:lnTo>
                  <a:lnTo>
                    <a:pt x="184974" y="286018"/>
                  </a:lnTo>
                  <a:lnTo>
                    <a:pt x="148965" y="312207"/>
                  </a:lnTo>
                  <a:lnTo>
                    <a:pt x="118942" y="346499"/>
                  </a:lnTo>
                  <a:lnTo>
                    <a:pt x="96018" y="387527"/>
                  </a:lnTo>
                  <a:lnTo>
                    <a:pt x="57046" y="419605"/>
                  </a:lnTo>
                  <a:lnTo>
                    <a:pt x="26703" y="461767"/>
                  </a:lnTo>
                  <a:lnTo>
                    <a:pt x="7013" y="511973"/>
                  </a:lnTo>
                  <a:lnTo>
                    <a:pt x="0" y="568181"/>
                  </a:lnTo>
                  <a:lnTo>
                    <a:pt x="4846" y="615413"/>
                  </a:lnTo>
                  <a:lnTo>
                    <a:pt x="18640" y="658850"/>
                  </a:lnTo>
                  <a:lnTo>
                    <a:pt x="40264" y="697226"/>
                  </a:lnTo>
                  <a:lnTo>
                    <a:pt x="68597" y="729277"/>
                  </a:lnTo>
                  <a:lnTo>
                    <a:pt x="102523" y="753738"/>
                  </a:lnTo>
                  <a:lnTo>
                    <a:pt x="140921" y="769342"/>
                  </a:lnTo>
                  <a:lnTo>
                    <a:pt x="182675" y="774824"/>
                  </a:lnTo>
                  <a:lnTo>
                    <a:pt x="1213753" y="774824"/>
                  </a:lnTo>
                  <a:lnTo>
                    <a:pt x="1255506" y="769342"/>
                  </a:lnTo>
                  <a:lnTo>
                    <a:pt x="1293903" y="753738"/>
                  </a:lnTo>
                  <a:lnTo>
                    <a:pt x="1327826" y="729277"/>
                  </a:lnTo>
                  <a:lnTo>
                    <a:pt x="1356158" y="697226"/>
                  </a:lnTo>
                  <a:lnTo>
                    <a:pt x="1377779" y="658850"/>
                  </a:lnTo>
                  <a:lnTo>
                    <a:pt x="1391572" y="615413"/>
                  </a:lnTo>
                  <a:lnTo>
                    <a:pt x="1396418" y="568181"/>
                  </a:lnTo>
                  <a:lnTo>
                    <a:pt x="1390816" y="517593"/>
                  </a:lnTo>
                  <a:lnTo>
                    <a:pt x="1374947" y="471563"/>
                  </a:lnTo>
                  <a:lnTo>
                    <a:pt x="1350218" y="431621"/>
                  </a:lnTo>
                  <a:lnTo>
                    <a:pt x="1318035" y="399295"/>
                  </a:lnTo>
                  <a:lnTo>
                    <a:pt x="1279803" y="376114"/>
                  </a:lnTo>
                  <a:lnTo>
                    <a:pt x="1255142" y="337132"/>
                  </a:lnTo>
                  <a:lnTo>
                    <a:pt x="1223839" y="305145"/>
                  </a:lnTo>
                  <a:lnTo>
                    <a:pt x="1186917" y="281455"/>
                  </a:lnTo>
                  <a:lnTo>
                    <a:pt x="1145399" y="267363"/>
                  </a:lnTo>
                  <a:lnTo>
                    <a:pt x="1124897" y="217210"/>
                  </a:lnTo>
                  <a:lnTo>
                    <a:pt x="1094557" y="174797"/>
                  </a:lnTo>
                  <a:lnTo>
                    <a:pt x="1055988" y="142079"/>
                  </a:lnTo>
                  <a:lnTo>
                    <a:pt x="1010799" y="121013"/>
                  </a:lnTo>
                  <a:lnTo>
                    <a:pt x="960599" y="113556"/>
                  </a:lnTo>
                  <a:lnTo>
                    <a:pt x="943867" y="114495"/>
                  </a:lnTo>
                  <a:lnTo>
                    <a:pt x="927593" y="117161"/>
                  </a:lnTo>
                  <a:lnTo>
                    <a:pt x="911773" y="121331"/>
                  </a:lnTo>
                  <a:lnTo>
                    <a:pt x="896402" y="126781"/>
                  </a:lnTo>
                  <a:lnTo>
                    <a:pt x="868172" y="84509"/>
                  </a:lnTo>
                  <a:lnTo>
                    <a:pt x="833225" y="49431"/>
                  </a:lnTo>
                  <a:lnTo>
                    <a:pt x="792574" y="22812"/>
                  </a:lnTo>
                  <a:lnTo>
                    <a:pt x="747231" y="5913"/>
                  </a:lnTo>
                  <a:lnTo>
                    <a:pt x="698209" y="0"/>
                  </a:lnTo>
                  <a:close/>
                </a:path>
              </a:pathLst>
            </a:custGeom>
            <a:solidFill>
              <a:srgbClr val="DEF4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6050" y="5624080"/>
              <a:ext cx="1388408" cy="755066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6586055" y="5614206"/>
              <a:ext cx="1397000" cy="775335"/>
            </a:xfrm>
            <a:custGeom>
              <a:avLst/>
              <a:gdLst/>
              <a:ahLst/>
              <a:cxnLst/>
              <a:rect l="l" t="t" r="r" b="b"/>
              <a:pathLst>
                <a:path w="1397000" h="775335">
                  <a:moveTo>
                    <a:pt x="1396415" y="568185"/>
                  </a:moveTo>
                  <a:lnTo>
                    <a:pt x="1390815" y="517588"/>
                  </a:lnTo>
                  <a:lnTo>
                    <a:pt x="1374940" y="471563"/>
                  </a:lnTo>
                  <a:lnTo>
                    <a:pt x="1350213" y="431622"/>
                  </a:lnTo>
                  <a:lnTo>
                    <a:pt x="1318031" y="399300"/>
                  </a:lnTo>
                  <a:lnTo>
                    <a:pt x="1279804" y="376110"/>
                  </a:lnTo>
                  <a:lnTo>
                    <a:pt x="1255141" y="337134"/>
                  </a:lnTo>
                  <a:lnTo>
                    <a:pt x="1223835" y="305142"/>
                  </a:lnTo>
                  <a:lnTo>
                    <a:pt x="1186916" y="281457"/>
                  </a:lnTo>
                  <a:lnTo>
                    <a:pt x="1145400" y="267360"/>
                  </a:lnTo>
                  <a:lnTo>
                    <a:pt x="1124889" y="217208"/>
                  </a:lnTo>
                  <a:lnTo>
                    <a:pt x="1094549" y="174802"/>
                  </a:lnTo>
                  <a:lnTo>
                    <a:pt x="1055979" y="142074"/>
                  </a:lnTo>
                  <a:lnTo>
                    <a:pt x="1010793" y="121018"/>
                  </a:lnTo>
                  <a:lnTo>
                    <a:pt x="960589" y="113550"/>
                  </a:lnTo>
                  <a:lnTo>
                    <a:pt x="943864" y="114490"/>
                  </a:lnTo>
                  <a:lnTo>
                    <a:pt x="927582" y="117157"/>
                  </a:lnTo>
                  <a:lnTo>
                    <a:pt x="911771" y="121335"/>
                  </a:lnTo>
                  <a:lnTo>
                    <a:pt x="896391" y="126784"/>
                  </a:lnTo>
                  <a:lnTo>
                    <a:pt x="868172" y="84505"/>
                  </a:lnTo>
                  <a:lnTo>
                    <a:pt x="833221" y="49428"/>
                  </a:lnTo>
                  <a:lnTo>
                    <a:pt x="792568" y="22809"/>
                  </a:lnTo>
                  <a:lnTo>
                    <a:pt x="747229" y="5918"/>
                  </a:lnTo>
                  <a:lnTo>
                    <a:pt x="698207" y="0"/>
                  </a:lnTo>
                  <a:lnTo>
                    <a:pt x="654558" y="4648"/>
                  </a:lnTo>
                  <a:lnTo>
                    <a:pt x="613727" y="18008"/>
                  </a:lnTo>
                  <a:lnTo>
                    <a:pt x="576414" y="39243"/>
                  </a:lnTo>
                  <a:lnTo>
                    <a:pt x="543344" y="67462"/>
                  </a:lnTo>
                  <a:lnTo>
                    <a:pt x="515251" y="101841"/>
                  </a:lnTo>
                  <a:lnTo>
                    <a:pt x="492848" y="141503"/>
                  </a:lnTo>
                  <a:lnTo>
                    <a:pt x="491515" y="145173"/>
                  </a:lnTo>
                  <a:lnTo>
                    <a:pt x="490016" y="147777"/>
                  </a:lnTo>
                  <a:lnTo>
                    <a:pt x="474129" y="190741"/>
                  </a:lnTo>
                  <a:lnTo>
                    <a:pt x="466140" y="232956"/>
                  </a:lnTo>
                  <a:lnTo>
                    <a:pt x="432193" y="236258"/>
                  </a:lnTo>
                  <a:lnTo>
                    <a:pt x="400964" y="245732"/>
                  </a:lnTo>
                  <a:lnTo>
                    <a:pt x="372033" y="260718"/>
                  </a:lnTo>
                  <a:lnTo>
                    <a:pt x="345757" y="280530"/>
                  </a:lnTo>
                  <a:lnTo>
                    <a:pt x="327977" y="273227"/>
                  </a:lnTo>
                  <a:lnTo>
                    <a:pt x="309448" y="267855"/>
                  </a:lnTo>
                  <a:lnTo>
                    <a:pt x="290258" y="264553"/>
                  </a:lnTo>
                  <a:lnTo>
                    <a:pt x="270497" y="263423"/>
                  </a:lnTo>
                  <a:lnTo>
                    <a:pt x="225856" y="269303"/>
                  </a:lnTo>
                  <a:lnTo>
                    <a:pt x="184962" y="286016"/>
                  </a:lnTo>
                  <a:lnTo>
                    <a:pt x="148958" y="312204"/>
                  </a:lnTo>
                  <a:lnTo>
                    <a:pt x="118935" y="346494"/>
                  </a:lnTo>
                  <a:lnTo>
                    <a:pt x="118478" y="347306"/>
                  </a:lnTo>
                  <a:lnTo>
                    <a:pt x="118262" y="347548"/>
                  </a:lnTo>
                  <a:lnTo>
                    <a:pt x="95465" y="387527"/>
                  </a:lnTo>
                  <a:lnTo>
                    <a:pt x="56718" y="418782"/>
                  </a:lnTo>
                  <a:lnTo>
                    <a:pt x="26543" y="459867"/>
                  </a:lnTo>
                  <a:lnTo>
                    <a:pt x="6972" y="508800"/>
                  </a:lnTo>
                  <a:lnTo>
                    <a:pt x="0" y="563575"/>
                  </a:lnTo>
                  <a:lnTo>
                    <a:pt x="254" y="566089"/>
                  </a:lnTo>
                  <a:lnTo>
                    <a:pt x="0" y="568185"/>
                  </a:lnTo>
                  <a:lnTo>
                    <a:pt x="4838" y="615416"/>
                  </a:lnTo>
                  <a:lnTo>
                    <a:pt x="18630" y="658850"/>
                  </a:lnTo>
                  <a:lnTo>
                    <a:pt x="40259" y="697230"/>
                  </a:lnTo>
                  <a:lnTo>
                    <a:pt x="68592" y="729272"/>
                  </a:lnTo>
                  <a:lnTo>
                    <a:pt x="102514" y="753732"/>
                  </a:lnTo>
                  <a:lnTo>
                    <a:pt x="140919" y="769340"/>
                  </a:lnTo>
                  <a:lnTo>
                    <a:pt x="182664" y="774827"/>
                  </a:lnTo>
                  <a:lnTo>
                    <a:pt x="1213751" y="774827"/>
                  </a:lnTo>
                  <a:lnTo>
                    <a:pt x="1255496" y="769340"/>
                  </a:lnTo>
                  <a:lnTo>
                    <a:pt x="1293901" y="753732"/>
                  </a:lnTo>
                  <a:lnTo>
                    <a:pt x="1327823" y="729272"/>
                  </a:lnTo>
                  <a:lnTo>
                    <a:pt x="1356156" y="697230"/>
                  </a:lnTo>
                  <a:lnTo>
                    <a:pt x="1377772" y="658850"/>
                  </a:lnTo>
                  <a:lnTo>
                    <a:pt x="1391564" y="615416"/>
                  </a:lnTo>
                  <a:lnTo>
                    <a:pt x="1396415" y="568185"/>
                  </a:lnTo>
                  <a:close/>
                </a:path>
              </a:pathLst>
            </a:custGeom>
            <a:solidFill>
              <a:srgbClr val="DFF0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250766" y="5601529"/>
              <a:ext cx="1514142" cy="75772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94716" y="2256318"/>
              <a:ext cx="7101197" cy="613410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2226862" y="4303947"/>
              <a:ext cx="261620" cy="2614295"/>
            </a:xfrm>
            <a:custGeom>
              <a:avLst/>
              <a:gdLst/>
              <a:ahLst/>
              <a:cxnLst/>
              <a:rect l="l" t="t" r="r" b="b"/>
              <a:pathLst>
                <a:path w="261620" h="2614295">
                  <a:moveTo>
                    <a:pt x="261010" y="2614231"/>
                  </a:moveTo>
                  <a:lnTo>
                    <a:pt x="178244" y="1619034"/>
                  </a:lnTo>
                  <a:lnTo>
                    <a:pt x="178625" y="1618881"/>
                  </a:lnTo>
                  <a:lnTo>
                    <a:pt x="178219" y="1618856"/>
                  </a:lnTo>
                  <a:lnTo>
                    <a:pt x="172148" y="1545704"/>
                  </a:lnTo>
                  <a:lnTo>
                    <a:pt x="141427" y="917994"/>
                  </a:lnTo>
                  <a:lnTo>
                    <a:pt x="167855" y="486714"/>
                  </a:lnTo>
                  <a:lnTo>
                    <a:pt x="250456" y="7480"/>
                  </a:lnTo>
                  <a:lnTo>
                    <a:pt x="186321" y="0"/>
                  </a:lnTo>
                  <a:lnTo>
                    <a:pt x="59194" y="598106"/>
                  </a:lnTo>
                  <a:lnTo>
                    <a:pt x="1638" y="1069797"/>
                  </a:lnTo>
                  <a:lnTo>
                    <a:pt x="0" y="1660131"/>
                  </a:lnTo>
                  <a:lnTo>
                    <a:pt x="40601" y="2614231"/>
                  </a:lnTo>
                  <a:lnTo>
                    <a:pt x="261010" y="2614231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2295668" y="5721863"/>
              <a:ext cx="88265" cy="0"/>
            </a:xfrm>
            <a:custGeom>
              <a:avLst/>
              <a:gdLst/>
              <a:ahLst/>
              <a:cxnLst/>
              <a:rect l="l" t="t" r="r" b="b"/>
              <a:pathLst>
                <a:path w="88265" h="0">
                  <a:moveTo>
                    <a:pt x="0" y="0"/>
                  </a:moveTo>
                  <a:lnTo>
                    <a:pt x="88217" y="0"/>
                  </a:lnTo>
                </a:path>
              </a:pathLst>
            </a:custGeom>
            <a:ln w="5723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2319794" y="5483049"/>
              <a:ext cx="81280" cy="0"/>
            </a:xfrm>
            <a:custGeom>
              <a:avLst/>
              <a:gdLst/>
              <a:ahLst/>
              <a:cxnLst/>
              <a:rect l="l" t="t" r="r" b="b"/>
              <a:pathLst>
                <a:path w="81279" h="0">
                  <a:moveTo>
                    <a:pt x="0" y="0"/>
                  </a:moveTo>
                  <a:lnTo>
                    <a:pt x="80688" y="0"/>
                  </a:lnTo>
                </a:path>
              </a:pathLst>
            </a:custGeom>
            <a:ln w="7316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2305665" y="4506867"/>
              <a:ext cx="139700" cy="757555"/>
            </a:xfrm>
            <a:custGeom>
              <a:avLst/>
              <a:gdLst/>
              <a:ahLst/>
              <a:cxnLst/>
              <a:rect l="l" t="t" r="r" b="b"/>
              <a:pathLst>
                <a:path w="139700" h="757554">
                  <a:moveTo>
                    <a:pt x="74879" y="754329"/>
                  </a:moveTo>
                  <a:lnTo>
                    <a:pt x="71856" y="753567"/>
                  </a:lnTo>
                  <a:lnTo>
                    <a:pt x="51904" y="752741"/>
                  </a:lnTo>
                  <a:lnTo>
                    <a:pt x="37401" y="751852"/>
                  </a:lnTo>
                  <a:lnTo>
                    <a:pt x="22936" y="750443"/>
                  </a:lnTo>
                  <a:lnTo>
                    <a:pt x="3098" y="748106"/>
                  </a:lnTo>
                  <a:lnTo>
                    <a:pt x="0" y="748372"/>
                  </a:lnTo>
                  <a:lnTo>
                    <a:pt x="51828" y="757326"/>
                  </a:lnTo>
                  <a:lnTo>
                    <a:pt x="63893" y="756691"/>
                  </a:lnTo>
                  <a:lnTo>
                    <a:pt x="71983" y="755497"/>
                  </a:lnTo>
                  <a:lnTo>
                    <a:pt x="74879" y="754329"/>
                  </a:lnTo>
                  <a:close/>
                </a:path>
                <a:path w="139700" h="757554">
                  <a:moveTo>
                    <a:pt x="86512" y="523748"/>
                  </a:moveTo>
                  <a:lnTo>
                    <a:pt x="86448" y="522325"/>
                  </a:lnTo>
                  <a:lnTo>
                    <a:pt x="75184" y="521868"/>
                  </a:lnTo>
                  <a:lnTo>
                    <a:pt x="61582" y="519798"/>
                  </a:lnTo>
                  <a:lnTo>
                    <a:pt x="52006" y="518210"/>
                  </a:lnTo>
                  <a:lnTo>
                    <a:pt x="44170" y="516775"/>
                  </a:lnTo>
                  <a:lnTo>
                    <a:pt x="38785" y="515975"/>
                  </a:lnTo>
                  <a:lnTo>
                    <a:pt x="36588" y="516267"/>
                  </a:lnTo>
                  <a:lnTo>
                    <a:pt x="38188" y="517804"/>
                  </a:lnTo>
                  <a:lnTo>
                    <a:pt x="43218" y="520166"/>
                  </a:lnTo>
                  <a:lnTo>
                    <a:pt x="51015" y="522681"/>
                  </a:lnTo>
                  <a:lnTo>
                    <a:pt x="60858" y="524700"/>
                  </a:lnTo>
                  <a:lnTo>
                    <a:pt x="70853" y="525653"/>
                  </a:lnTo>
                  <a:lnTo>
                    <a:pt x="79032" y="525526"/>
                  </a:lnTo>
                  <a:lnTo>
                    <a:pt x="84531" y="524764"/>
                  </a:lnTo>
                  <a:lnTo>
                    <a:pt x="86512" y="523748"/>
                  </a:lnTo>
                  <a:close/>
                </a:path>
                <a:path w="139700" h="757554">
                  <a:moveTo>
                    <a:pt x="97409" y="268820"/>
                  </a:moveTo>
                  <a:lnTo>
                    <a:pt x="97320" y="267474"/>
                  </a:lnTo>
                  <a:lnTo>
                    <a:pt x="97231" y="266077"/>
                  </a:lnTo>
                  <a:lnTo>
                    <a:pt x="86245" y="265633"/>
                  </a:lnTo>
                  <a:lnTo>
                    <a:pt x="59385" y="264045"/>
                  </a:lnTo>
                  <a:lnTo>
                    <a:pt x="48425" y="263169"/>
                  </a:lnTo>
                  <a:lnTo>
                    <a:pt x="47942" y="265874"/>
                  </a:lnTo>
                  <a:lnTo>
                    <a:pt x="58750" y="268986"/>
                  </a:lnTo>
                  <a:lnTo>
                    <a:pt x="86309" y="270624"/>
                  </a:lnTo>
                  <a:lnTo>
                    <a:pt x="97409" y="268820"/>
                  </a:lnTo>
                  <a:close/>
                </a:path>
                <a:path w="139700" h="757554">
                  <a:moveTo>
                    <a:pt x="139357" y="10363"/>
                  </a:moveTo>
                  <a:lnTo>
                    <a:pt x="116865" y="5283"/>
                  </a:lnTo>
                  <a:lnTo>
                    <a:pt x="94411" y="0"/>
                  </a:lnTo>
                  <a:lnTo>
                    <a:pt x="93599" y="2616"/>
                  </a:lnTo>
                  <a:lnTo>
                    <a:pt x="103060" y="7099"/>
                  </a:lnTo>
                  <a:lnTo>
                    <a:pt x="115735" y="10121"/>
                  </a:lnTo>
                  <a:lnTo>
                    <a:pt x="128460" y="12954"/>
                  </a:lnTo>
                  <a:lnTo>
                    <a:pt x="138950" y="13068"/>
                  </a:lnTo>
                  <a:lnTo>
                    <a:pt x="139128" y="11798"/>
                  </a:lnTo>
                  <a:lnTo>
                    <a:pt x="139357" y="10363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2304866" y="6147957"/>
              <a:ext cx="132715" cy="186690"/>
            </a:xfrm>
            <a:custGeom>
              <a:avLst/>
              <a:gdLst/>
              <a:ahLst/>
              <a:cxnLst/>
              <a:rect l="l" t="t" r="r" b="b"/>
              <a:pathLst>
                <a:path w="132715" h="186689">
                  <a:moveTo>
                    <a:pt x="0" y="0"/>
                  </a:moveTo>
                  <a:lnTo>
                    <a:pt x="77097" y="0"/>
                  </a:lnTo>
                </a:path>
                <a:path w="132715" h="186689">
                  <a:moveTo>
                    <a:pt x="55515" y="186527"/>
                  </a:moveTo>
                  <a:lnTo>
                    <a:pt x="132612" y="186527"/>
                  </a:lnTo>
                </a:path>
              </a:pathLst>
            </a:custGeom>
            <a:ln w="4963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274304" y="3515785"/>
              <a:ext cx="5228590" cy="4076700"/>
            </a:xfrm>
            <a:custGeom>
              <a:avLst/>
              <a:gdLst/>
              <a:ahLst/>
              <a:cxnLst/>
              <a:rect l="l" t="t" r="r" b="b"/>
              <a:pathLst>
                <a:path w="5228590" h="4076700">
                  <a:moveTo>
                    <a:pt x="338162" y="2840278"/>
                  </a:moveTo>
                  <a:lnTo>
                    <a:pt x="336029" y="2075472"/>
                  </a:lnTo>
                  <a:lnTo>
                    <a:pt x="261467" y="1464398"/>
                  </a:lnTo>
                  <a:lnTo>
                    <a:pt x="96774" y="689546"/>
                  </a:lnTo>
                  <a:lnTo>
                    <a:pt x="13690" y="699236"/>
                  </a:lnTo>
                  <a:lnTo>
                    <a:pt x="120688" y="1320088"/>
                  </a:lnTo>
                  <a:lnTo>
                    <a:pt x="154927" y="1878812"/>
                  </a:lnTo>
                  <a:lnTo>
                    <a:pt x="115125" y="2692019"/>
                  </a:lnTo>
                  <a:lnTo>
                    <a:pt x="107238" y="2786799"/>
                  </a:lnTo>
                  <a:lnTo>
                    <a:pt x="106743" y="2786837"/>
                  </a:lnTo>
                  <a:lnTo>
                    <a:pt x="107213" y="2787040"/>
                  </a:lnTo>
                  <a:lnTo>
                    <a:pt x="0" y="4076306"/>
                  </a:lnTo>
                  <a:lnTo>
                    <a:pt x="285559" y="4076306"/>
                  </a:lnTo>
                  <a:lnTo>
                    <a:pt x="338162" y="2840278"/>
                  </a:lnTo>
                  <a:close/>
                </a:path>
                <a:path w="5228590" h="4076700">
                  <a:moveTo>
                    <a:pt x="5228577" y="778548"/>
                  </a:moveTo>
                  <a:lnTo>
                    <a:pt x="5175593" y="710526"/>
                  </a:lnTo>
                  <a:lnTo>
                    <a:pt x="5131371" y="656386"/>
                  </a:lnTo>
                  <a:lnTo>
                    <a:pt x="5094897" y="616318"/>
                  </a:lnTo>
                  <a:lnTo>
                    <a:pt x="5065839" y="589102"/>
                  </a:lnTo>
                  <a:lnTo>
                    <a:pt x="5015420" y="548551"/>
                  </a:lnTo>
                  <a:lnTo>
                    <a:pt x="4982134" y="526148"/>
                  </a:lnTo>
                  <a:lnTo>
                    <a:pt x="4943411" y="503885"/>
                  </a:lnTo>
                  <a:lnTo>
                    <a:pt x="4899228" y="482892"/>
                  </a:lnTo>
                  <a:lnTo>
                    <a:pt x="4849558" y="464350"/>
                  </a:lnTo>
                  <a:lnTo>
                    <a:pt x="4794377" y="449389"/>
                  </a:lnTo>
                  <a:lnTo>
                    <a:pt x="4733633" y="439191"/>
                  </a:lnTo>
                  <a:lnTo>
                    <a:pt x="4667301" y="434886"/>
                  </a:lnTo>
                  <a:lnTo>
                    <a:pt x="4595368" y="437654"/>
                  </a:lnTo>
                  <a:lnTo>
                    <a:pt x="4566158" y="441096"/>
                  </a:lnTo>
                  <a:lnTo>
                    <a:pt x="4581449" y="437819"/>
                  </a:lnTo>
                  <a:lnTo>
                    <a:pt x="4602835" y="434568"/>
                  </a:lnTo>
                  <a:lnTo>
                    <a:pt x="4622000" y="432422"/>
                  </a:lnTo>
                  <a:lnTo>
                    <a:pt x="4638726" y="431203"/>
                  </a:lnTo>
                  <a:lnTo>
                    <a:pt x="4661281" y="430263"/>
                  </a:lnTo>
                  <a:lnTo>
                    <a:pt x="4667872" y="430669"/>
                  </a:lnTo>
                  <a:lnTo>
                    <a:pt x="4679162" y="430390"/>
                  </a:lnTo>
                  <a:lnTo>
                    <a:pt x="4679162" y="430225"/>
                  </a:lnTo>
                  <a:lnTo>
                    <a:pt x="4679175" y="430060"/>
                  </a:lnTo>
                  <a:lnTo>
                    <a:pt x="4667897" y="429412"/>
                  </a:lnTo>
                  <a:lnTo>
                    <a:pt x="4661306" y="428713"/>
                  </a:lnTo>
                  <a:lnTo>
                    <a:pt x="4638649" y="428955"/>
                  </a:lnTo>
                  <a:lnTo>
                    <a:pt x="4621822" y="429806"/>
                  </a:lnTo>
                  <a:lnTo>
                    <a:pt x="4602531" y="431609"/>
                  </a:lnTo>
                  <a:lnTo>
                    <a:pt x="4580979" y="434543"/>
                  </a:lnTo>
                  <a:lnTo>
                    <a:pt x="4542460" y="442302"/>
                  </a:lnTo>
                  <a:lnTo>
                    <a:pt x="4533709" y="444906"/>
                  </a:lnTo>
                  <a:lnTo>
                    <a:pt x="4419968" y="458279"/>
                  </a:lnTo>
                  <a:lnTo>
                    <a:pt x="4313504" y="502602"/>
                  </a:lnTo>
                  <a:lnTo>
                    <a:pt x="4232757" y="604278"/>
                  </a:lnTo>
                  <a:lnTo>
                    <a:pt x="4230497" y="608711"/>
                  </a:lnTo>
                  <a:lnTo>
                    <a:pt x="4217606" y="560666"/>
                  </a:lnTo>
                  <a:lnTo>
                    <a:pt x="4206062" y="481457"/>
                  </a:lnTo>
                  <a:lnTo>
                    <a:pt x="4214241" y="409816"/>
                  </a:lnTo>
                  <a:lnTo>
                    <a:pt x="4275353" y="550430"/>
                  </a:lnTo>
                  <a:lnTo>
                    <a:pt x="4311066" y="418020"/>
                  </a:lnTo>
                  <a:lnTo>
                    <a:pt x="4310431" y="393242"/>
                  </a:lnTo>
                  <a:lnTo>
                    <a:pt x="4310138" y="337235"/>
                  </a:lnTo>
                  <a:lnTo>
                    <a:pt x="4312577" y="277545"/>
                  </a:lnTo>
                  <a:lnTo>
                    <a:pt x="4320159" y="241719"/>
                  </a:lnTo>
                  <a:lnTo>
                    <a:pt x="4354804" y="348564"/>
                  </a:lnTo>
                  <a:lnTo>
                    <a:pt x="4457217" y="208051"/>
                  </a:lnTo>
                  <a:lnTo>
                    <a:pt x="4462297" y="116751"/>
                  </a:lnTo>
                  <a:lnTo>
                    <a:pt x="4486033" y="144183"/>
                  </a:lnTo>
                  <a:lnTo>
                    <a:pt x="4516463" y="125564"/>
                  </a:lnTo>
                  <a:lnTo>
                    <a:pt x="4588256" y="82765"/>
                  </a:lnTo>
                  <a:lnTo>
                    <a:pt x="4672152" y="35382"/>
                  </a:lnTo>
                  <a:lnTo>
                    <a:pt x="4730839" y="6896"/>
                  </a:lnTo>
                  <a:lnTo>
                    <a:pt x="4733531" y="6667"/>
                  </a:lnTo>
                  <a:lnTo>
                    <a:pt x="4731372" y="6629"/>
                  </a:lnTo>
                  <a:lnTo>
                    <a:pt x="4738903" y="2971"/>
                  </a:lnTo>
                  <a:lnTo>
                    <a:pt x="4742167" y="1727"/>
                  </a:lnTo>
                  <a:lnTo>
                    <a:pt x="4747692" y="0"/>
                  </a:lnTo>
                  <a:lnTo>
                    <a:pt x="4689665" y="825"/>
                  </a:lnTo>
                  <a:lnTo>
                    <a:pt x="4550257" y="20320"/>
                  </a:lnTo>
                  <a:lnTo>
                    <a:pt x="4381424" y="83985"/>
                  </a:lnTo>
                  <a:lnTo>
                    <a:pt x="4235183" y="217335"/>
                  </a:lnTo>
                  <a:lnTo>
                    <a:pt x="4202671" y="272186"/>
                  </a:lnTo>
                  <a:lnTo>
                    <a:pt x="4177106" y="327609"/>
                  </a:lnTo>
                  <a:lnTo>
                    <a:pt x="4157891" y="382993"/>
                  </a:lnTo>
                  <a:lnTo>
                    <a:pt x="4144403" y="437756"/>
                  </a:lnTo>
                  <a:lnTo>
                    <a:pt x="4136047" y="491299"/>
                  </a:lnTo>
                  <a:lnTo>
                    <a:pt x="4132211" y="543026"/>
                  </a:lnTo>
                  <a:lnTo>
                    <a:pt x="4132275" y="592353"/>
                  </a:lnTo>
                  <a:lnTo>
                    <a:pt x="4132389" y="593953"/>
                  </a:lnTo>
                  <a:lnTo>
                    <a:pt x="4113936" y="555091"/>
                  </a:lnTo>
                  <a:lnTo>
                    <a:pt x="4111206" y="548119"/>
                  </a:lnTo>
                  <a:lnTo>
                    <a:pt x="4102697" y="528561"/>
                  </a:lnTo>
                  <a:lnTo>
                    <a:pt x="4093286" y="509422"/>
                  </a:lnTo>
                  <a:lnTo>
                    <a:pt x="4084561" y="493229"/>
                  </a:lnTo>
                  <a:lnTo>
                    <a:pt x="4061904" y="445490"/>
                  </a:lnTo>
                  <a:lnTo>
                    <a:pt x="4041483" y="427164"/>
                  </a:lnTo>
                  <a:lnTo>
                    <a:pt x="4032910" y="416140"/>
                  </a:lnTo>
                  <a:lnTo>
                    <a:pt x="4018978" y="399516"/>
                  </a:lnTo>
                  <a:lnTo>
                    <a:pt x="4001363" y="380352"/>
                  </a:lnTo>
                  <a:lnTo>
                    <a:pt x="3996753" y="375856"/>
                  </a:lnTo>
                  <a:lnTo>
                    <a:pt x="3980904" y="361137"/>
                  </a:lnTo>
                  <a:lnTo>
                    <a:pt x="3980662" y="361391"/>
                  </a:lnTo>
                  <a:lnTo>
                    <a:pt x="3980421" y="361645"/>
                  </a:lnTo>
                  <a:lnTo>
                    <a:pt x="3984307" y="365988"/>
                  </a:lnTo>
                  <a:lnTo>
                    <a:pt x="3999534" y="382079"/>
                  </a:lnTo>
                  <a:lnTo>
                    <a:pt x="4009212" y="393420"/>
                  </a:lnTo>
                  <a:lnTo>
                    <a:pt x="4015003" y="399605"/>
                  </a:lnTo>
                  <a:lnTo>
                    <a:pt x="4020718" y="407035"/>
                  </a:lnTo>
                  <a:lnTo>
                    <a:pt x="4024858" y="412229"/>
                  </a:lnTo>
                  <a:lnTo>
                    <a:pt x="3915981" y="314413"/>
                  </a:lnTo>
                  <a:lnTo>
                    <a:pt x="3861892" y="290334"/>
                  </a:lnTo>
                  <a:lnTo>
                    <a:pt x="3807485" y="273672"/>
                  </a:lnTo>
                  <a:lnTo>
                    <a:pt x="3753269" y="263664"/>
                  </a:lnTo>
                  <a:lnTo>
                    <a:pt x="3699738" y="259549"/>
                  </a:lnTo>
                  <a:lnTo>
                    <a:pt x="3647363" y="260565"/>
                  </a:lnTo>
                  <a:lnTo>
                    <a:pt x="3596665" y="265950"/>
                  </a:lnTo>
                  <a:lnTo>
                    <a:pt x="3548126" y="274942"/>
                  </a:lnTo>
                  <a:lnTo>
                    <a:pt x="3502228" y="286753"/>
                  </a:lnTo>
                  <a:lnTo>
                    <a:pt x="3459480" y="300659"/>
                  </a:lnTo>
                  <a:lnTo>
                    <a:pt x="3420364" y="315874"/>
                  </a:lnTo>
                  <a:lnTo>
                    <a:pt x="3385375" y="331635"/>
                  </a:lnTo>
                  <a:lnTo>
                    <a:pt x="3329762" y="361746"/>
                  </a:lnTo>
                  <a:lnTo>
                    <a:pt x="3310128" y="374573"/>
                  </a:lnTo>
                  <a:lnTo>
                    <a:pt x="3486264" y="413473"/>
                  </a:lnTo>
                  <a:lnTo>
                    <a:pt x="3504692" y="405765"/>
                  </a:lnTo>
                  <a:lnTo>
                    <a:pt x="3551466" y="390423"/>
                  </a:lnTo>
                  <a:lnTo>
                    <a:pt x="3613823" y="379133"/>
                  </a:lnTo>
                  <a:lnTo>
                    <a:pt x="3679037" y="383552"/>
                  </a:lnTo>
                  <a:lnTo>
                    <a:pt x="3589871" y="434225"/>
                  </a:lnTo>
                  <a:lnTo>
                    <a:pt x="3711981" y="466801"/>
                  </a:lnTo>
                  <a:lnTo>
                    <a:pt x="3731857" y="462534"/>
                  </a:lnTo>
                  <a:lnTo>
                    <a:pt x="3777157" y="454088"/>
                  </a:lnTo>
                  <a:lnTo>
                    <a:pt x="3826421" y="447967"/>
                  </a:lnTo>
                  <a:lnTo>
                    <a:pt x="3858145" y="450684"/>
                  </a:lnTo>
                  <a:lnTo>
                    <a:pt x="3790683" y="499859"/>
                  </a:lnTo>
                  <a:lnTo>
                    <a:pt x="3938651" y="587997"/>
                  </a:lnTo>
                  <a:lnTo>
                    <a:pt x="4020489" y="583285"/>
                  </a:lnTo>
                  <a:lnTo>
                    <a:pt x="3984294" y="614768"/>
                  </a:lnTo>
                  <a:lnTo>
                    <a:pt x="4004513" y="635660"/>
                  </a:lnTo>
                  <a:lnTo>
                    <a:pt x="4051350" y="686231"/>
                  </a:lnTo>
                  <a:lnTo>
                    <a:pt x="4104043" y="748360"/>
                  </a:lnTo>
                  <a:lnTo>
                    <a:pt x="4108894" y="755497"/>
                  </a:lnTo>
                  <a:lnTo>
                    <a:pt x="4018762" y="695020"/>
                  </a:lnTo>
                  <a:lnTo>
                    <a:pt x="3870795" y="642988"/>
                  </a:lnTo>
                  <a:lnTo>
                    <a:pt x="3694011" y="657479"/>
                  </a:lnTo>
                  <a:lnTo>
                    <a:pt x="3643185" y="679297"/>
                  </a:lnTo>
                  <a:lnTo>
                    <a:pt x="3596551" y="707186"/>
                  </a:lnTo>
                  <a:lnTo>
                    <a:pt x="3554018" y="740156"/>
                  </a:lnTo>
                  <a:lnTo>
                    <a:pt x="3515436" y="777214"/>
                  </a:lnTo>
                  <a:lnTo>
                    <a:pt x="3480714" y="817372"/>
                  </a:lnTo>
                  <a:lnTo>
                    <a:pt x="3449726" y="859637"/>
                  </a:lnTo>
                  <a:lnTo>
                    <a:pt x="3422345" y="902995"/>
                  </a:lnTo>
                  <a:lnTo>
                    <a:pt x="3398482" y="946467"/>
                  </a:lnTo>
                  <a:lnTo>
                    <a:pt x="3377996" y="989050"/>
                  </a:lnTo>
                  <a:lnTo>
                    <a:pt x="3360788" y="1029766"/>
                  </a:lnTo>
                  <a:lnTo>
                    <a:pt x="3346742" y="1067600"/>
                  </a:lnTo>
                  <a:lnTo>
                    <a:pt x="3327628" y="1130681"/>
                  </a:lnTo>
                  <a:lnTo>
                    <a:pt x="3322358" y="1153922"/>
                  </a:lnTo>
                  <a:lnTo>
                    <a:pt x="3463353" y="1056462"/>
                  </a:lnTo>
                  <a:lnTo>
                    <a:pt x="3476955" y="1033132"/>
                  </a:lnTo>
                  <a:lnTo>
                    <a:pt x="3509022" y="979144"/>
                  </a:lnTo>
                  <a:lnTo>
                    <a:pt x="3546462" y="918527"/>
                  </a:lnTo>
                  <a:lnTo>
                    <a:pt x="3576180" y="875296"/>
                  </a:lnTo>
                  <a:lnTo>
                    <a:pt x="3533927" y="1022629"/>
                  </a:lnTo>
                  <a:lnTo>
                    <a:pt x="3648214" y="916762"/>
                  </a:lnTo>
                  <a:lnTo>
                    <a:pt x="3662565" y="897077"/>
                  </a:lnTo>
                  <a:lnTo>
                    <a:pt x="3695738" y="853313"/>
                  </a:lnTo>
                  <a:lnTo>
                    <a:pt x="3732974" y="808380"/>
                  </a:lnTo>
                  <a:lnTo>
                    <a:pt x="3759492" y="785190"/>
                  </a:lnTo>
                  <a:lnTo>
                    <a:pt x="3719372" y="889850"/>
                  </a:lnTo>
                  <a:lnTo>
                    <a:pt x="3872814" y="844016"/>
                  </a:lnTo>
                  <a:lnTo>
                    <a:pt x="3930700" y="776122"/>
                  </a:lnTo>
                  <a:lnTo>
                    <a:pt x="3930497" y="812177"/>
                  </a:lnTo>
                  <a:lnTo>
                    <a:pt x="3955288" y="807935"/>
                  </a:lnTo>
                  <a:lnTo>
                    <a:pt x="4014216" y="800176"/>
                  </a:lnTo>
                  <a:lnTo>
                    <a:pt x="4084129" y="796340"/>
                  </a:lnTo>
                  <a:lnTo>
                    <a:pt x="4139082" y="803541"/>
                  </a:lnTo>
                  <a:lnTo>
                    <a:pt x="4140784" y="805967"/>
                  </a:lnTo>
                  <a:lnTo>
                    <a:pt x="4140873" y="806094"/>
                  </a:lnTo>
                  <a:lnTo>
                    <a:pt x="4141012" y="806196"/>
                  </a:lnTo>
                  <a:lnTo>
                    <a:pt x="4141228" y="805929"/>
                  </a:lnTo>
                  <a:lnTo>
                    <a:pt x="4143679" y="804557"/>
                  </a:lnTo>
                  <a:lnTo>
                    <a:pt x="4144441" y="804837"/>
                  </a:lnTo>
                  <a:lnTo>
                    <a:pt x="4143895" y="805141"/>
                  </a:lnTo>
                  <a:lnTo>
                    <a:pt x="4144124" y="805611"/>
                  </a:lnTo>
                  <a:lnTo>
                    <a:pt x="4148544" y="803643"/>
                  </a:lnTo>
                  <a:lnTo>
                    <a:pt x="4179887" y="803046"/>
                  </a:lnTo>
                  <a:lnTo>
                    <a:pt x="4180408" y="804113"/>
                  </a:lnTo>
                  <a:lnTo>
                    <a:pt x="4180471" y="804418"/>
                  </a:lnTo>
                  <a:lnTo>
                    <a:pt x="4180649" y="804405"/>
                  </a:lnTo>
                  <a:lnTo>
                    <a:pt x="4180624" y="804240"/>
                  </a:lnTo>
                  <a:lnTo>
                    <a:pt x="4181119" y="803021"/>
                  </a:lnTo>
                  <a:lnTo>
                    <a:pt x="4208361" y="802500"/>
                  </a:lnTo>
                  <a:lnTo>
                    <a:pt x="4286262" y="806678"/>
                  </a:lnTo>
                  <a:lnTo>
                    <a:pt x="4353738" y="812139"/>
                  </a:lnTo>
                  <a:lnTo>
                    <a:pt x="4382503" y="814857"/>
                  </a:lnTo>
                  <a:lnTo>
                    <a:pt x="4389628" y="781621"/>
                  </a:lnTo>
                  <a:lnTo>
                    <a:pt x="4426648" y="856411"/>
                  </a:lnTo>
                  <a:lnTo>
                    <a:pt x="4551934" y="931214"/>
                  </a:lnTo>
                  <a:lnTo>
                    <a:pt x="4537913" y="826350"/>
                  </a:lnTo>
                  <a:lnTo>
                    <a:pt x="4556480" y="853325"/>
                  </a:lnTo>
                  <a:lnTo>
                    <a:pt x="4580052" y="902601"/>
                  </a:lnTo>
                  <a:lnTo>
                    <a:pt x="4600295" y="949947"/>
                  </a:lnTo>
                  <a:lnTo>
                    <a:pt x="4608893" y="971105"/>
                  </a:lnTo>
                  <a:lnTo>
                    <a:pt x="4683036" y="1067523"/>
                  </a:lnTo>
                  <a:lnTo>
                    <a:pt x="4675797" y="922896"/>
                  </a:lnTo>
                  <a:lnTo>
                    <a:pt x="4707877" y="979805"/>
                  </a:lnTo>
                  <a:lnTo>
                    <a:pt x="4728476" y="1051521"/>
                  </a:lnTo>
                  <a:lnTo>
                    <a:pt x="4739475" y="1112951"/>
                  </a:lnTo>
                  <a:lnTo>
                    <a:pt x="4742713" y="1138999"/>
                  </a:lnTo>
                  <a:lnTo>
                    <a:pt x="4846650" y="1258684"/>
                  </a:lnTo>
                  <a:lnTo>
                    <a:pt x="4842497" y="1200429"/>
                  </a:lnTo>
                  <a:lnTo>
                    <a:pt x="4835830" y="1162913"/>
                  </a:lnTo>
                  <a:lnTo>
                    <a:pt x="4825771" y="1121257"/>
                  </a:lnTo>
                  <a:lnTo>
                    <a:pt x="4812017" y="1076540"/>
                  </a:lnTo>
                  <a:lnTo>
                    <a:pt x="4794326" y="1029868"/>
                  </a:lnTo>
                  <a:lnTo>
                    <a:pt x="4772418" y="982306"/>
                  </a:lnTo>
                  <a:lnTo>
                    <a:pt x="4746041" y="934974"/>
                  </a:lnTo>
                  <a:lnTo>
                    <a:pt x="4714913" y="888936"/>
                  </a:lnTo>
                  <a:lnTo>
                    <a:pt x="4678769" y="845299"/>
                  </a:lnTo>
                  <a:lnTo>
                    <a:pt x="4637341" y="805141"/>
                  </a:lnTo>
                  <a:lnTo>
                    <a:pt x="4590377" y="769556"/>
                  </a:lnTo>
                  <a:lnTo>
                    <a:pt x="4446790" y="722985"/>
                  </a:lnTo>
                  <a:lnTo>
                    <a:pt x="4447984" y="722972"/>
                  </a:lnTo>
                  <a:lnTo>
                    <a:pt x="4461802" y="723239"/>
                  </a:lnTo>
                  <a:lnTo>
                    <a:pt x="4474349" y="723760"/>
                  </a:lnTo>
                  <a:lnTo>
                    <a:pt x="4485538" y="724420"/>
                  </a:lnTo>
                  <a:lnTo>
                    <a:pt x="4518723" y="727189"/>
                  </a:lnTo>
                  <a:lnTo>
                    <a:pt x="4518774" y="726833"/>
                  </a:lnTo>
                  <a:lnTo>
                    <a:pt x="4474553" y="720775"/>
                  </a:lnTo>
                  <a:lnTo>
                    <a:pt x="4432986" y="719124"/>
                  </a:lnTo>
                  <a:lnTo>
                    <a:pt x="4416844" y="719289"/>
                  </a:lnTo>
                  <a:lnTo>
                    <a:pt x="4399762" y="719874"/>
                  </a:lnTo>
                  <a:lnTo>
                    <a:pt x="4395559" y="720102"/>
                  </a:lnTo>
                  <a:lnTo>
                    <a:pt x="4395559" y="724611"/>
                  </a:lnTo>
                  <a:lnTo>
                    <a:pt x="4347489" y="730681"/>
                  </a:lnTo>
                  <a:lnTo>
                    <a:pt x="4354436" y="729145"/>
                  </a:lnTo>
                  <a:lnTo>
                    <a:pt x="4369981" y="726008"/>
                  </a:lnTo>
                  <a:lnTo>
                    <a:pt x="4395559" y="724611"/>
                  </a:lnTo>
                  <a:lnTo>
                    <a:pt x="4395559" y="720102"/>
                  </a:lnTo>
                  <a:lnTo>
                    <a:pt x="4353484" y="724598"/>
                  </a:lnTo>
                  <a:lnTo>
                    <a:pt x="4314571" y="733120"/>
                  </a:lnTo>
                  <a:lnTo>
                    <a:pt x="4303065" y="736282"/>
                  </a:lnTo>
                  <a:lnTo>
                    <a:pt x="4290885" y="737819"/>
                  </a:lnTo>
                  <a:lnTo>
                    <a:pt x="4194556" y="776262"/>
                  </a:lnTo>
                  <a:lnTo>
                    <a:pt x="4282719" y="727214"/>
                  </a:lnTo>
                  <a:lnTo>
                    <a:pt x="4371835" y="690981"/>
                  </a:lnTo>
                  <a:lnTo>
                    <a:pt x="4445901" y="688492"/>
                  </a:lnTo>
                  <a:lnTo>
                    <a:pt x="4542599" y="710780"/>
                  </a:lnTo>
                  <a:lnTo>
                    <a:pt x="4552975" y="658241"/>
                  </a:lnTo>
                  <a:lnTo>
                    <a:pt x="4616475" y="723099"/>
                  </a:lnTo>
                  <a:lnTo>
                    <a:pt x="4795888" y="776503"/>
                  </a:lnTo>
                  <a:lnTo>
                    <a:pt x="4718494" y="650836"/>
                  </a:lnTo>
                  <a:lnTo>
                    <a:pt x="4769396" y="671550"/>
                  </a:lnTo>
                  <a:lnTo>
                    <a:pt x="4802479" y="694753"/>
                  </a:lnTo>
                  <a:lnTo>
                    <a:pt x="4832274" y="735114"/>
                  </a:lnTo>
                  <a:lnTo>
                    <a:pt x="4873282" y="807300"/>
                  </a:lnTo>
                  <a:lnTo>
                    <a:pt x="4890655" y="808240"/>
                  </a:lnTo>
                  <a:lnTo>
                    <a:pt x="4913300" y="814743"/>
                  </a:lnTo>
                  <a:lnTo>
                    <a:pt x="4956391" y="832421"/>
                  </a:lnTo>
                  <a:lnTo>
                    <a:pt x="5035093" y="866851"/>
                  </a:lnTo>
                  <a:lnTo>
                    <a:pt x="5015966" y="787920"/>
                  </a:lnTo>
                  <a:lnTo>
                    <a:pt x="4987607" y="728230"/>
                  </a:lnTo>
                  <a:lnTo>
                    <a:pt x="4930216" y="657771"/>
                  </a:lnTo>
                  <a:lnTo>
                    <a:pt x="4824019" y="546493"/>
                  </a:lnTo>
                  <a:lnTo>
                    <a:pt x="4867808" y="555028"/>
                  </a:lnTo>
                  <a:lnTo>
                    <a:pt x="4903838" y="576262"/>
                  </a:lnTo>
                  <a:lnTo>
                    <a:pt x="4951412" y="626770"/>
                  </a:lnTo>
                  <a:lnTo>
                    <a:pt x="5029822" y="723099"/>
                  </a:lnTo>
                  <a:lnTo>
                    <a:pt x="5228577" y="778548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409045" y="6042265"/>
              <a:ext cx="114300" cy="0"/>
            </a:xfrm>
            <a:custGeom>
              <a:avLst/>
              <a:gdLst/>
              <a:ahLst/>
              <a:cxnLst/>
              <a:rect l="l" t="t" r="r" b="b"/>
              <a:pathLst>
                <a:path w="114300" h="0">
                  <a:moveTo>
                    <a:pt x="0" y="0"/>
                  </a:moveTo>
                  <a:lnTo>
                    <a:pt x="114289" y="0"/>
                  </a:lnTo>
                </a:path>
              </a:pathLst>
            </a:custGeom>
            <a:ln w="7418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387542" y="5732879"/>
              <a:ext cx="104775" cy="0"/>
            </a:xfrm>
            <a:custGeom>
              <a:avLst/>
              <a:gdLst/>
              <a:ahLst/>
              <a:cxnLst/>
              <a:rect l="l" t="t" r="r" b="b"/>
              <a:pathLst>
                <a:path w="104775" h="0">
                  <a:moveTo>
                    <a:pt x="0" y="0"/>
                  </a:moveTo>
                  <a:lnTo>
                    <a:pt x="104530" y="0"/>
                  </a:lnTo>
                </a:path>
              </a:pathLst>
            </a:custGeom>
            <a:ln w="9481">
              <a:solidFill>
                <a:srgbClr val="064F5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851472" y="3184251"/>
              <a:ext cx="4410710" cy="4410075"/>
            </a:xfrm>
            <a:custGeom>
              <a:avLst/>
              <a:gdLst/>
              <a:ahLst/>
              <a:cxnLst/>
              <a:rect l="l" t="t" r="r" b="b"/>
              <a:pathLst>
                <a:path w="4410709" h="4410075">
                  <a:moveTo>
                    <a:pt x="1537131" y="1285748"/>
                  </a:moveTo>
                  <a:lnTo>
                    <a:pt x="1496225" y="1293368"/>
                  </a:lnTo>
                  <a:lnTo>
                    <a:pt x="1478648" y="1299248"/>
                  </a:lnTo>
                  <a:lnTo>
                    <a:pt x="1481162" y="1300124"/>
                  </a:lnTo>
                  <a:lnTo>
                    <a:pt x="1487703" y="1300162"/>
                  </a:lnTo>
                  <a:lnTo>
                    <a:pt x="1497291" y="1299197"/>
                  </a:lnTo>
                  <a:lnTo>
                    <a:pt x="1535252" y="1287640"/>
                  </a:lnTo>
                  <a:lnTo>
                    <a:pt x="1537131" y="1285748"/>
                  </a:lnTo>
                  <a:close/>
                </a:path>
                <a:path w="4410709" h="4410075">
                  <a:moveTo>
                    <a:pt x="1586026" y="3650411"/>
                  </a:moveTo>
                  <a:lnTo>
                    <a:pt x="1577301" y="3650411"/>
                  </a:lnTo>
                  <a:lnTo>
                    <a:pt x="1577301" y="3649141"/>
                  </a:lnTo>
                  <a:lnTo>
                    <a:pt x="1541907" y="3649141"/>
                  </a:lnTo>
                  <a:lnTo>
                    <a:pt x="1541907" y="3647871"/>
                  </a:lnTo>
                  <a:lnTo>
                    <a:pt x="1534236" y="3647871"/>
                  </a:lnTo>
                  <a:lnTo>
                    <a:pt x="1534236" y="3649141"/>
                  </a:lnTo>
                  <a:lnTo>
                    <a:pt x="1498854" y="3649141"/>
                  </a:lnTo>
                  <a:lnTo>
                    <a:pt x="1498854" y="3650411"/>
                  </a:lnTo>
                  <a:lnTo>
                    <a:pt x="1490116" y="3650411"/>
                  </a:lnTo>
                  <a:lnTo>
                    <a:pt x="1490116" y="3651681"/>
                  </a:lnTo>
                  <a:lnTo>
                    <a:pt x="1490116" y="3652951"/>
                  </a:lnTo>
                  <a:lnTo>
                    <a:pt x="1498854" y="3652951"/>
                  </a:lnTo>
                  <a:lnTo>
                    <a:pt x="1498854" y="3654221"/>
                  </a:lnTo>
                  <a:lnTo>
                    <a:pt x="1534236" y="3654221"/>
                  </a:lnTo>
                  <a:lnTo>
                    <a:pt x="1534236" y="3655491"/>
                  </a:lnTo>
                  <a:lnTo>
                    <a:pt x="1541907" y="3655491"/>
                  </a:lnTo>
                  <a:lnTo>
                    <a:pt x="1541907" y="3654221"/>
                  </a:lnTo>
                  <a:lnTo>
                    <a:pt x="1577301" y="3654221"/>
                  </a:lnTo>
                  <a:lnTo>
                    <a:pt x="1577301" y="3652951"/>
                  </a:lnTo>
                  <a:lnTo>
                    <a:pt x="1586026" y="3652951"/>
                  </a:lnTo>
                  <a:lnTo>
                    <a:pt x="1586026" y="3651681"/>
                  </a:lnTo>
                  <a:lnTo>
                    <a:pt x="1586026" y="3650411"/>
                  </a:lnTo>
                  <a:close/>
                </a:path>
                <a:path w="4410709" h="4410075">
                  <a:moveTo>
                    <a:pt x="1596466" y="1626704"/>
                  </a:moveTo>
                  <a:lnTo>
                    <a:pt x="1593799" y="1625866"/>
                  </a:lnTo>
                  <a:lnTo>
                    <a:pt x="1586915" y="1625828"/>
                  </a:lnTo>
                  <a:lnTo>
                    <a:pt x="1552270" y="1627771"/>
                  </a:lnTo>
                  <a:lnTo>
                    <a:pt x="1542199" y="1628482"/>
                  </a:lnTo>
                  <a:lnTo>
                    <a:pt x="1535366" y="1629333"/>
                  </a:lnTo>
                  <a:lnTo>
                    <a:pt x="1532813" y="1630489"/>
                  </a:lnTo>
                  <a:lnTo>
                    <a:pt x="1535277" y="1631835"/>
                  </a:lnTo>
                  <a:lnTo>
                    <a:pt x="1542135" y="1633029"/>
                  </a:lnTo>
                  <a:lnTo>
                    <a:pt x="1552371" y="1633702"/>
                  </a:lnTo>
                  <a:lnTo>
                    <a:pt x="1564932" y="1633474"/>
                  </a:lnTo>
                  <a:lnTo>
                    <a:pt x="1577428" y="1632216"/>
                  </a:lnTo>
                  <a:lnTo>
                    <a:pt x="1587512" y="1630337"/>
                  </a:lnTo>
                  <a:lnTo>
                    <a:pt x="1594192" y="1628343"/>
                  </a:lnTo>
                  <a:lnTo>
                    <a:pt x="1596466" y="1626704"/>
                  </a:lnTo>
                  <a:close/>
                </a:path>
                <a:path w="4410709" h="4410075">
                  <a:moveTo>
                    <a:pt x="1611477" y="1952802"/>
                  </a:moveTo>
                  <a:lnTo>
                    <a:pt x="1608632" y="1952409"/>
                  </a:lnTo>
                  <a:lnTo>
                    <a:pt x="1601673" y="1953450"/>
                  </a:lnTo>
                  <a:lnTo>
                    <a:pt x="1591513" y="1955317"/>
                  </a:lnTo>
                  <a:lnTo>
                    <a:pt x="1579105" y="1957362"/>
                  </a:lnTo>
                  <a:lnTo>
                    <a:pt x="1566646" y="1959038"/>
                  </a:lnTo>
                  <a:lnTo>
                    <a:pt x="1556385" y="1960245"/>
                  </a:lnTo>
                  <a:lnTo>
                    <a:pt x="1549425" y="1961299"/>
                  </a:lnTo>
                  <a:lnTo>
                    <a:pt x="1546821" y="1962492"/>
                  </a:lnTo>
                  <a:lnTo>
                    <a:pt x="1549374" y="1963801"/>
                  </a:lnTo>
                  <a:lnTo>
                    <a:pt x="1556512" y="1964791"/>
                  </a:lnTo>
                  <a:lnTo>
                    <a:pt x="1567103" y="1964956"/>
                  </a:lnTo>
                  <a:lnTo>
                    <a:pt x="1580070" y="1963724"/>
                  </a:lnTo>
                  <a:lnTo>
                    <a:pt x="1592808" y="1961095"/>
                  </a:lnTo>
                  <a:lnTo>
                    <a:pt x="1602905" y="1957844"/>
                  </a:lnTo>
                  <a:lnTo>
                    <a:pt x="1609420" y="1954796"/>
                  </a:lnTo>
                  <a:lnTo>
                    <a:pt x="1611477" y="1952802"/>
                  </a:lnTo>
                  <a:close/>
                </a:path>
                <a:path w="4410709" h="4410075">
                  <a:moveTo>
                    <a:pt x="1657959" y="3410026"/>
                  </a:moveTo>
                  <a:lnTo>
                    <a:pt x="1657946" y="3408756"/>
                  </a:lnTo>
                  <a:lnTo>
                    <a:pt x="1649183" y="3408756"/>
                  </a:lnTo>
                  <a:lnTo>
                    <a:pt x="1649183" y="3407486"/>
                  </a:lnTo>
                  <a:lnTo>
                    <a:pt x="1613052" y="3407486"/>
                  </a:lnTo>
                  <a:lnTo>
                    <a:pt x="1613052" y="3406216"/>
                  </a:lnTo>
                  <a:lnTo>
                    <a:pt x="1606943" y="3406216"/>
                  </a:lnTo>
                  <a:lnTo>
                    <a:pt x="1606943" y="3407486"/>
                  </a:lnTo>
                  <a:lnTo>
                    <a:pt x="1570812" y="3407486"/>
                  </a:lnTo>
                  <a:lnTo>
                    <a:pt x="1570812" y="3408756"/>
                  </a:lnTo>
                  <a:lnTo>
                    <a:pt x="1562049" y="3408756"/>
                  </a:lnTo>
                  <a:lnTo>
                    <a:pt x="1562049" y="3410026"/>
                  </a:lnTo>
                  <a:lnTo>
                    <a:pt x="1562049" y="3411296"/>
                  </a:lnTo>
                  <a:lnTo>
                    <a:pt x="1570774" y="3411296"/>
                  </a:lnTo>
                  <a:lnTo>
                    <a:pt x="1570774" y="3412566"/>
                  </a:lnTo>
                  <a:lnTo>
                    <a:pt x="1606156" y="3412566"/>
                  </a:lnTo>
                  <a:lnTo>
                    <a:pt x="1606156" y="3413836"/>
                  </a:lnTo>
                  <a:lnTo>
                    <a:pt x="1613827" y="3413836"/>
                  </a:lnTo>
                  <a:lnTo>
                    <a:pt x="1613827" y="3412566"/>
                  </a:lnTo>
                  <a:lnTo>
                    <a:pt x="1649234" y="3412566"/>
                  </a:lnTo>
                  <a:lnTo>
                    <a:pt x="1649234" y="3411296"/>
                  </a:lnTo>
                  <a:lnTo>
                    <a:pt x="1657959" y="3411296"/>
                  </a:lnTo>
                  <a:lnTo>
                    <a:pt x="1657959" y="3410026"/>
                  </a:lnTo>
                  <a:close/>
                </a:path>
                <a:path w="4410709" h="4410075">
                  <a:moveTo>
                    <a:pt x="1658912" y="2253488"/>
                  </a:moveTo>
                  <a:lnTo>
                    <a:pt x="1654886" y="2253145"/>
                  </a:lnTo>
                  <a:lnTo>
                    <a:pt x="1629194" y="2256180"/>
                  </a:lnTo>
                  <a:lnTo>
                    <a:pt x="1610448" y="2257996"/>
                  </a:lnTo>
                  <a:lnTo>
                    <a:pt x="1591665" y="2259165"/>
                  </a:lnTo>
                  <a:lnTo>
                    <a:pt x="1565808" y="2260219"/>
                  </a:lnTo>
                  <a:lnTo>
                    <a:pt x="1561896" y="2261209"/>
                  </a:lnTo>
                  <a:lnTo>
                    <a:pt x="1565630" y="2262721"/>
                  </a:lnTo>
                  <a:lnTo>
                    <a:pt x="1576120" y="2264283"/>
                  </a:lnTo>
                  <a:lnTo>
                    <a:pt x="1591754" y="2265095"/>
                  </a:lnTo>
                  <a:lnTo>
                    <a:pt x="1610956" y="2264435"/>
                  </a:lnTo>
                  <a:lnTo>
                    <a:pt x="1630032" y="2262047"/>
                  </a:lnTo>
                  <a:lnTo>
                    <a:pt x="1645348" y="2258771"/>
                  </a:lnTo>
                  <a:lnTo>
                    <a:pt x="1655457" y="2255583"/>
                  </a:lnTo>
                  <a:lnTo>
                    <a:pt x="1658912" y="2253488"/>
                  </a:lnTo>
                  <a:close/>
                </a:path>
                <a:path w="4410709" h="4410075">
                  <a:moveTo>
                    <a:pt x="2593276" y="485279"/>
                  </a:moveTo>
                  <a:lnTo>
                    <a:pt x="2550503" y="458381"/>
                  </a:lnTo>
                  <a:lnTo>
                    <a:pt x="2491028" y="427367"/>
                  </a:lnTo>
                  <a:lnTo>
                    <a:pt x="2455761" y="411467"/>
                  </a:lnTo>
                  <a:lnTo>
                    <a:pt x="2417216" y="395935"/>
                  </a:lnTo>
                  <a:lnTo>
                    <a:pt x="2375700" y="381241"/>
                  </a:lnTo>
                  <a:lnTo>
                    <a:pt x="2331504" y="367830"/>
                  </a:lnTo>
                  <a:lnTo>
                    <a:pt x="2284933" y="356184"/>
                  </a:lnTo>
                  <a:lnTo>
                    <a:pt x="2236279" y="346773"/>
                  </a:lnTo>
                  <a:lnTo>
                    <a:pt x="2185860" y="340042"/>
                  </a:lnTo>
                  <a:lnTo>
                    <a:pt x="2133955" y="336461"/>
                  </a:lnTo>
                  <a:lnTo>
                    <a:pt x="2080882" y="336511"/>
                  </a:lnTo>
                  <a:lnTo>
                    <a:pt x="2026920" y="340639"/>
                  </a:lnTo>
                  <a:lnTo>
                    <a:pt x="1972398" y="349326"/>
                  </a:lnTo>
                  <a:lnTo>
                    <a:pt x="1917598" y="363029"/>
                  </a:lnTo>
                  <a:lnTo>
                    <a:pt x="1862810" y="382206"/>
                  </a:lnTo>
                  <a:lnTo>
                    <a:pt x="1808365" y="407339"/>
                  </a:lnTo>
                  <a:lnTo>
                    <a:pt x="1667281" y="534060"/>
                  </a:lnTo>
                  <a:lnTo>
                    <a:pt x="1678228" y="520395"/>
                  </a:lnTo>
                  <a:lnTo>
                    <a:pt x="1700123" y="494995"/>
                  </a:lnTo>
                  <a:lnTo>
                    <a:pt x="1719859" y="474141"/>
                  </a:lnTo>
                  <a:lnTo>
                    <a:pt x="1724875" y="468515"/>
                  </a:lnTo>
                  <a:lnTo>
                    <a:pt x="1724571" y="468185"/>
                  </a:lnTo>
                  <a:lnTo>
                    <a:pt x="1724266" y="467868"/>
                  </a:lnTo>
                  <a:lnTo>
                    <a:pt x="1718652" y="472897"/>
                  </a:lnTo>
                  <a:lnTo>
                    <a:pt x="1697761" y="492747"/>
                  </a:lnTo>
                  <a:lnTo>
                    <a:pt x="1674939" y="517575"/>
                  </a:lnTo>
                  <a:lnTo>
                    <a:pt x="1656880" y="539115"/>
                  </a:lnTo>
                  <a:lnTo>
                    <a:pt x="1645767" y="553389"/>
                  </a:lnTo>
                  <a:lnTo>
                    <a:pt x="1619326" y="577138"/>
                  </a:lnTo>
                  <a:lnTo>
                    <a:pt x="1589887" y="639140"/>
                  </a:lnTo>
                  <a:lnTo>
                    <a:pt x="1578686" y="659968"/>
                  </a:lnTo>
                  <a:lnTo>
                    <a:pt x="1566494" y="684758"/>
                  </a:lnTo>
                  <a:lnTo>
                    <a:pt x="1555470" y="710107"/>
                  </a:lnTo>
                  <a:lnTo>
                    <a:pt x="1552054" y="718794"/>
                  </a:lnTo>
                  <a:lnTo>
                    <a:pt x="1527848" y="769785"/>
                  </a:lnTo>
                  <a:lnTo>
                    <a:pt x="1528406" y="760069"/>
                  </a:lnTo>
                  <a:lnTo>
                    <a:pt x="1528483" y="711200"/>
                  </a:lnTo>
                  <a:lnTo>
                    <a:pt x="1525651" y="660450"/>
                  </a:lnTo>
                  <a:lnTo>
                    <a:pt x="1519567" y="608164"/>
                  </a:lnTo>
                  <a:lnTo>
                    <a:pt x="1509864" y="554697"/>
                  </a:lnTo>
                  <a:lnTo>
                    <a:pt x="1496212" y="500380"/>
                  </a:lnTo>
                  <a:lnTo>
                    <a:pt x="1478229" y="445566"/>
                  </a:lnTo>
                  <a:lnTo>
                    <a:pt x="1455572" y="390588"/>
                  </a:lnTo>
                  <a:lnTo>
                    <a:pt x="1427899" y="335813"/>
                  </a:lnTo>
                  <a:lnTo>
                    <a:pt x="1394853" y="281571"/>
                  </a:lnTo>
                  <a:lnTo>
                    <a:pt x="1205369" y="108813"/>
                  </a:lnTo>
                  <a:lnTo>
                    <a:pt x="986663" y="26327"/>
                  </a:lnTo>
                  <a:lnTo>
                    <a:pt x="806043" y="1066"/>
                  </a:lnTo>
                  <a:lnTo>
                    <a:pt x="730885" y="0"/>
                  </a:lnTo>
                  <a:lnTo>
                    <a:pt x="738047" y="2247"/>
                  </a:lnTo>
                  <a:lnTo>
                    <a:pt x="742264" y="3848"/>
                  </a:lnTo>
                  <a:lnTo>
                    <a:pt x="752017" y="8597"/>
                  </a:lnTo>
                  <a:lnTo>
                    <a:pt x="749223" y="8521"/>
                  </a:lnTo>
                  <a:lnTo>
                    <a:pt x="750493" y="8915"/>
                  </a:lnTo>
                  <a:lnTo>
                    <a:pt x="753084" y="9118"/>
                  </a:lnTo>
                  <a:lnTo>
                    <a:pt x="828738" y="45834"/>
                  </a:lnTo>
                  <a:lnTo>
                    <a:pt x="937437" y="107226"/>
                  </a:lnTo>
                  <a:lnTo>
                    <a:pt x="1030439" y="162674"/>
                  </a:lnTo>
                  <a:lnTo>
                    <a:pt x="1069860" y="186791"/>
                  </a:lnTo>
                  <a:lnTo>
                    <a:pt x="1100607" y="151257"/>
                  </a:lnTo>
                  <a:lnTo>
                    <a:pt x="1107198" y="269532"/>
                  </a:lnTo>
                  <a:lnTo>
                    <a:pt x="1239875" y="451586"/>
                  </a:lnTo>
                  <a:lnTo>
                    <a:pt x="1284757" y="313143"/>
                  </a:lnTo>
                  <a:lnTo>
                    <a:pt x="1294574" y="359575"/>
                  </a:lnTo>
                  <a:lnTo>
                    <a:pt x="1297736" y="436892"/>
                  </a:lnTo>
                  <a:lnTo>
                    <a:pt x="1297355" y="509435"/>
                  </a:lnTo>
                  <a:lnTo>
                    <a:pt x="1296543" y="541553"/>
                  </a:lnTo>
                  <a:lnTo>
                    <a:pt x="1342783" y="713092"/>
                  </a:lnTo>
                  <a:lnTo>
                    <a:pt x="1421968" y="530923"/>
                  </a:lnTo>
                  <a:lnTo>
                    <a:pt x="1432572" y="623735"/>
                  </a:lnTo>
                  <a:lnTo>
                    <a:pt x="1417612" y="726363"/>
                  </a:lnTo>
                  <a:lnTo>
                    <a:pt x="1400898" y="788606"/>
                  </a:lnTo>
                  <a:lnTo>
                    <a:pt x="1397977" y="782866"/>
                  </a:lnTo>
                  <a:lnTo>
                    <a:pt x="1293368" y="651129"/>
                  </a:lnTo>
                  <a:lnTo>
                    <a:pt x="1155446" y="593712"/>
                  </a:lnTo>
                  <a:lnTo>
                    <a:pt x="1007999" y="576376"/>
                  </a:lnTo>
                  <a:lnTo>
                    <a:pt x="988034" y="570903"/>
                  </a:lnTo>
                  <a:lnTo>
                    <a:pt x="946848" y="562965"/>
                  </a:lnTo>
                  <a:lnTo>
                    <a:pt x="893953" y="556831"/>
                  </a:lnTo>
                  <a:lnTo>
                    <a:pt x="842797" y="555396"/>
                  </a:lnTo>
                  <a:lnTo>
                    <a:pt x="834250" y="556310"/>
                  </a:lnTo>
                  <a:lnTo>
                    <a:pt x="822667" y="556882"/>
                  </a:lnTo>
                  <a:lnTo>
                    <a:pt x="819645" y="557161"/>
                  </a:lnTo>
                  <a:lnTo>
                    <a:pt x="819658" y="557364"/>
                  </a:lnTo>
                  <a:lnTo>
                    <a:pt x="819658" y="557580"/>
                  </a:lnTo>
                  <a:lnTo>
                    <a:pt x="834288" y="557936"/>
                  </a:lnTo>
                  <a:lnTo>
                    <a:pt x="842810" y="557415"/>
                  </a:lnTo>
                  <a:lnTo>
                    <a:pt x="872045" y="558622"/>
                  </a:lnTo>
                  <a:lnTo>
                    <a:pt x="893724" y="560222"/>
                  </a:lnTo>
                  <a:lnTo>
                    <a:pt x="918540" y="563003"/>
                  </a:lnTo>
                  <a:lnTo>
                    <a:pt x="946238" y="567207"/>
                  </a:lnTo>
                  <a:lnTo>
                    <a:pt x="967663" y="571627"/>
                  </a:lnTo>
                  <a:lnTo>
                    <a:pt x="928217" y="566978"/>
                  </a:lnTo>
                  <a:lnTo>
                    <a:pt x="853071" y="563346"/>
                  </a:lnTo>
                  <a:lnTo>
                    <a:pt x="782599" y="565746"/>
                  </a:lnTo>
                  <a:lnTo>
                    <a:pt x="716749" y="573430"/>
                  </a:lnTo>
                  <a:lnTo>
                    <a:pt x="655523" y="585635"/>
                  </a:lnTo>
                  <a:lnTo>
                    <a:pt x="598906" y="601573"/>
                  </a:lnTo>
                  <a:lnTo>
                    <a:pt x="546849" y="620496"/>
                  </a:lnTo>
                  <a:lnTo>
                    <a:pt x="499364" y="641629"/>
                  </a:lnTo>
                  <a:lnTo>
                    <a:pt x="456412" y="664210"/>
                  </a:lnTo>
                  <a:lnTo>
                    <a:pt x="417969" y="687476"/>
                  </a:lnTo>
                  <a:lnTo>
                    <a:pt x="384022" y="710653"/>
                  </a:lnTo>
                  <a:lnTo>
                    <a:pt x="329552" y="753694"/>
                  </a:lnTo>
                  <a:lnTo>
                    <a:pt x="281063" y="798449"/>
                  </a:lnTo>
                  <a:lnTo>
                    <a:pt x="216966" y="855065"/>
                  </a:lnTo>
                  <a:lnTo>
                    <a:pt x="122593" y="935545"/>
                  </a:lnTo>
                  <a:lnTo>
                    <a:pt x="0" y="1038720"/>
                  </a:lnTo>
                  <a:lnTo>
                    <a:pt x="365379" y="936790"/>
                  </a:lnTo>
                  <a:lnTo>
                    <a:pt x="466953" y="811999"/>
                  </a:lnTo>
                  <a:lnTo>
                    <a:pt x="528586" y="746569"/>
                  </a:lnTo>
                  <a:lnTo>
                    <a:pt x="575259" y="719048"/>
                  </a:lnTo>
                  <a:lnTo>
                    <a:pt x="631990" y="707986"/>
                  </a:lnTo>
                  <a:lnTo>
                    <a:pt x="494411" y="852157"/>
                  </a:lnTo>
                  <a:lnTo>
                    <a:pt x="420065" y="943444"/>
                  </a:lnTo>
                  <a:lnTo>
                    <a:pt x="383324" y="1020762"/>
                  </a:lnTo>
                  <a:lnTo>
                    <a:pt x="358533" y="1123022"/>
                  </a:lnTo>
                  <a:lnTo>
                    <a:pt x="460514" y="1078420"/>
                  </a:lnTo>
                  <a:lnTo>
                    <a:pt x="516343" y="1055509"/>
                  </a:lnTo>
                  <a:lnTo>
                    <a:pt x="545680" y="1047076"/>
                  </a:lnTo>
                  <a:lnTo>
                    <a:pt x="568172" y="1045870"/>
                  </a:lnTo>
                  <a:lnTo>
                    <a:pt x="621296" y="952347"/>
                  </a:lnTo>
                  <a:lnTo>
                    <a:pt x="659904" y="900061"/>
                  </a:lnTo>
                  <a:lnTo>
                    <a:pt x="702767" y="870013"/>
                  </a:lnTo>
                  <a:lnTo>
                    <a:pt x="768705" y="843178"/>
                  </a:lnTo>
                  <a:lnTo>
                    <a:pt x="668439" y="1005967"/>
                  </a:lnTo>
                  <a:lnTo>
                    <a:pt x="900861" y="936790"/>
                  </a:lnTo>
                  <a:lnTo>
                    <a:pt x="983132" y="852766"/>
                  </a:lnTo>
                  <a:lnTo>
                    <a:pt x="996569" y="920838"/>
                  </a:lnTo>
                  <a:lnTo>
                    <a:pt x="1121841" y="891959"/>
                  </a:lnTo>
                  <a:lnTo>
                    <a:pt x="1217803" y="895184"/>
                  </a:lnTo>
                  <a:lnTo>
                    <a:pt x="1333258" y="942124"/>
                  </a:lnTo>
                  <a:lnTo>
                    <a:pt x="1447482" y="1005674"/>
                  </a:lnTo>
                  <a:lnTo>
                    <a:pt x="1322679" y="955852"/>
                  </a:lnTo>
                  <a:lnTo>
                    <a:pt x="1306880" y="953871"/>
                  </a:lnTo>
                  <a:lnTo>
                    <a:pt x="1304531" y="953122"/>
                  </a:lnTo>
                  <a:lnTo>
                    <a:pt x="1291996" y="949769"/>
                  </a:lnTo>
                  <a:lnTo>
                    <a:pt x="1249133" y="940396"/>
                  </a:lnTo>
                  <a:lnTo>
                    <a:pt x="1249133" y="946581"/>
                  </a:lnTo>
                  <a:lnTo>
                    <a:pt x="1186942" y="938733"/>
                  </a:lnTo>
                  <a:lnTo>
                    <a:pt x="1220203" y="940562"/>
                  </a:lnTo>
                  <a:lnTo>
                    <a:pt x="1240358" y="944613"/>
                  </a:lnTo>
                  <a:lnTo>
                    <a:pt x="1249133" y="946581"/>
                  </a:lnTo>
                  <a:lnTo>
                    <a:pt x="1249133" y="940396"/>
                  </a:lnTo>
                  <a:lnTo>
                    <a:pt x="1181633" y="932611"/>
                  </a:lnTo>
                  <a:lnTo>
                    <a:pt x="1138593" y="931646"/>
                  </a:lnTo>
                  <a:lnTo>
                    <a:pt x="1119060" y="931938"/>
                  </a:lnTo>
                  <a:lnTo>
                    <a:pt x="1070216" y="935113"/>
                  </a:lnTo>
                  <a:lnTo>
                    <a:pt x="1027417" y="941412"/>
                  </a:lnTo>
                  <a:lnTo>
                    <a:pt x="1027442" y="941628"/>
                  </a:lnTo>
                  <a:lnTo>
                    <a:pt x="1027506" y="942086"/>
                  </a:lnTo>
                  <a:lnTo>
                    <a:pt x="1057897" y="939419"/>
                  </a:lnTo>
                  <a:lnTo>
                    <a:pt x="1084999" y="937641"/>
                  </a:lnTo>
                  <a:lnTo>
                    <a:pt x="1101255" y="936967"/>
                  </a:lnTo>
                  <a:lnTo>
                    <a:pt x="1119149" y="936625"/>
                  </a:lnTo>
                  <a:lnTo>
                    <a:pt x="1120736" y="936637"/>
                  </a:lnTo>
                  <a:lnTo>
                    <a:pt x="934694" y="996975"/>
                  </a:lnTo>
                  <a:lnTo>
                    <a:pt x="885418" y="1033335"/>
                  </a:lnTo>
                  <a:lnTo>
                    <a:pt x="840803" y="1073670"/>
                  </a:lnTo>
                  <a:lnTo>
                    <a:pt x="800646" y="1117257"/>
                  </a:lnTo>
                  <a:lnTo>
                    <a:pt x="764781" y="1163358"/>
                  </a:lnTo>
                  <a:lnTo>
                    <a:pt x="733018" y="1211275"/>
                  </a:lnTo>
                  <a:lnTo>
                    <a:pt x="705205" y="1260271"/>
                  </a:lnTo>
                  <a:lnTo>
                    <a:pt x="681139" y="1309624"/>
                  </a:lnTo>
                  <a:lnTo>
                    <a:pt x="660654" y="1358607"/>
                  </a:lnTo>
                  <a:lnTo>
                    <a:pt x="643585" y="1406512"/>
                  </a:lnTo>
                  <a:lnTo>
                    <a:pt x="629729" y="1452613"/>
                  </a:lnTo>
                  <a:lnTo>
                    <a:pt x="618934" y="1496174"/>
                  </a:lnTo>
                  <a:lnTo>
                    <a:pt x="610997" y="1536484"/>
                  </a:lnTo>
                  <a:lnTo>
                    <a:pt x="603046" y="1604441"/>
                  </a:lnTo>
                  <a:lnTo>
                    <a:pt x="602678" y="1630654"/>
                  </a:lnTo>
                  <a:lnTo>
                    <a:pt x="737323" y="1475600"/>
                  </a:lnTo>
                  <a:lnTo>
                    <a:pt x="741527" y="1441843"/>
                  </a:lnTo>
                  <a:lnTo>
                    <a:pt x="755764" y="1362265"/>
                  </a:lnTo>
                  <a:lnTo>
                    <a:pt x="782459" y="1269365"/>
                  </a:lnTo>
                  <a:lnTo>
                    <a:pt x="824014" y="1195641"/>
                  </a:lnTo>
                  <a:lnTo>
                    <a:pt x="814654" y="1382991"/>
                  </a:lnTo>
                  <a:lnTo>
                    <a:pt x="910704" y="1258087"/>
                  </a:lnTo>
                  <a:lnTo>
                    <a:pt x="921842" y="1230668"/>
                  </a:lnTo>
                  <a:lnTo>
                    <a:pt x="948067" y="1169339"/>
                  </a:lnTo>
                  <a:lnTo>
                    <a:pt x="978598" y="1105496"/>
                  </a:lnTo>
                  <a:lnTo>
                    <a:pt x="1002639" y="1070559"/>
                  </a:lnTo>
                  <a:lnTo>
                    <a:pt x="984491" y="1206398"/>
                  </a:lnTo>
                  <a:lnTo>
                    <a:pt x="1146797" y="1109510"/>
                  </a:lnTo>
                  <a:lnTo>
                    <a:pt x="1194752" y="1012596"/>
                  </a:lnTo>
                  <a:lnTo>
                    <a:pt x="1203972" y="1055662"/>
                  </a:lnTo>
                  <a:lnTo>
                    <a:pt x="1241259" y="1052144"/>
                  </a:lnTo>
                  <a:lnTo>
                    <a:pt x="1328674" y="1045070"/>
                  </a:lnTo>
                  <a:lnTo>
                    <a:pt x="1429588" y="1039660"/>
                  </a:lnTo>
                  <a:lnTo>
                    <a:pt x="1464843" y="1040345"/>
                  </a:lnTo>
                  <a:lnTo>
                    <a:pt x="1465516" y="1041946"/>
                  </a:lnTo>
                  <a:lnTo>
                    <a:pt x="1465503" y="1042111"/>
                  </a:lnTo>
                  <a:lnTo>
                    <a:pt x="1465719" y="1042149"/>
                  </a:lnTo>
                  <a:lnTo>
                    <a:pt x="1465770" y="1041781"/>
                  </a:lnTo>
                  <a:lnTo>
                    <a:pt x="1466469" y="1040371"/>
                  </a:lnTo>
                  <a:lnTo>
                    <a:pt x="1507172" y="1041146"/>
                  </a:lnTo>
                  <a:lnTo>
                    <a:pt x="1512811" y="1043673"/>
                  </a:lnTo>
                  <a:lnTo>
                    <a:pt x="1513103" y="1043089"/>
                  </a:lnTo>
                  <a:lnTo>
                    <a:pt x="1510372" y="1041527"/>
                  </a:lnTo>
                  <a:lnTo>
                    <a:pt x="1510995" y="1041590"/>
                  </a:lnTo>
                  <a:lnTo>
                    <a:pt x="1512646" y="1041920"/>
                  </a:lnTo>
                  <a:lnTo>
                    <a:pt x="1516481" y="1044054"/>
                  </a:lnTo>
                  <a:lnTo>
                    <a:pt x="1516837" y="1044448"/>
                  </a:lnTo>
                  <a:lnTo>
                    <a:pt x="1516976" y="1044321"/>
                  </a:lnTo>
                  <a:lnTo>
                    <a:pt x="1517142" y="1044181"/>
                  </a:lnTo>
                  <a:lnTo>
                    <a:pt x="1519313" y="1041006"/>
                  </a:lnTo>
                  <a:lnTo>
                    <a:pt x="1590535" y="1031684"/>
                  </a:lnTo>
                  <a:lnTo>
                    <a:pt x="1681111" y="1036637"/>
                  </a:lnTo>
                  <a:lnTo>
                    <a:pt x="1757451" y="1046695"/>
                  </a:lnTo>
                  <a:lnTo>
                    <a:pt x="1789569" y="1052195"/>
                  </a:lnTo>
                  <a:lnTo>
                    <a:pt x="1789303" y="1005471"/>
                  </a:lnTo>
                  <a:lnTo>
                    <a:pt x="1864296" y="1093419"/>
                  </a:lnTo>
                  <a:lnTo>
                    <a:pt x="2063089" y="1152817"/>
                  </a:lnTo>
                  <a:lnTo>
                    <a:pt x="2011095" y="1017244"/>
                  </a:lnTo>
                  <a:lnTo>
                    <a:pt x="2045449" y="1047280"/>
                  </a:lnTo>
                  <a:lnTo>
                    <a:pt x="2093696" y="1105484"/>
                  </a:lnTo>
                  <a:lnTo>
                    <a:pt x="2136686" y="1162177"/>
                  </a:lnTo>
                  <a:lnTo>
                    <a:pt x="2155266" y="1187678"/>
                  </a:lnTo>
                  <a:lnTo>
                    <a:pt x="2303322" y="1324838"/>
                  </a:lnTo>
                  <a:lnTo>
                    <a:pt x="2248598" y="1133970"/>
                  </a:lnTo>
                  <a:lnTo>
                    <a:pt x="2287092" y="1189964"/>
                  </a:lnTo>
                  <a:lnTo>
                    <a:pt x="2335593" y="1268488"/>
                  </a:lnTo>
                  <a:lnTo>
                    <a:pt x="2377135" y="1338427"/>
                  </a:lnTo>
                  <a:lnTo>
                    <a:pt x="2394750" y="1368666"/>
                  </a:lnTo>
                  <a:lnTo>
                    <a:pt x="2577439" y="1494929"/>
                  </a:lnTo>
                  <a:lnTo>
                    <a:pt x="2565222" y="1444713"/>
                  </a:lnTo>
                  <a:lnTo>
                    <a:pt x="2544013" y="1377873"/>
                  </a:lnTo>
                  <a:lnTo>
                    <a:pt x="2529852" y="1339735"/>
                  </a:lnTo>
                  <a:lnTo>
                    <a:pt x="2513228" y="1299248"/>
                  </a:lnTo>
                  <a:lnTo>
                    <a:pt x="2494076" y="1257033"/>
                  </a:lnTo>
                  <a:lnTo>
                    <a:pt x="2472321" y="1213700"/>
                  </a:lnTo>
                  <a:lnTo>
                    <a:pt x="2447887" y="1169847"/>
                  </a:lnTo>
                  <a:lnTo>
                    <a:pt x="2420696" y="1126070"/>
                  </a:lnTo>
                  <a:lnTo>
                    <a:pt x="2390698" y="1082992"/>
                  </a:lnTo>
                  <a:lnTo>
                    <a:pt x="2357818" y="1041222"/>
                  </a:lnTo>
                  <a:lnTo>
                    <a:pt x="2321979" y="1001344"/>
                  </a:lnTo>
                  <a:lnTo>
                    <a:pt x="2283117" y="963980"/>
                  </a:lnTo>
                  <a:lnTo>
                    <a:pt x="2241143" y="929741"/>
                  </a:lnTo>
                  <a:lnTo>
                    <a:pt x="2196007" y="899223"/>
                  </a:lnTo>
                  <a:lnTo>
                    <a:pt x="2147633" y="873036"/>
                  </a:lnTo>
                  <a:lnTo>
                    <a:pt x="2095944" y="851776"/>
                  </a:lnTo>
                  <a:lnTo>
                    <a:pt x="1866912" y="833005"/>
                  </a:lnTo>
                  <a:lnTo>
                    <a:pt x="1675218" y="900417"/>
                  </a:lnTo>
                  <a:lnTo>
                    <a:pt x="1558429" y="978763"/>
                  </a:lnTo>
                  <a:lnTo>
                    <a:pt x="1564728" y="969518"/>
                  </a:lnTo>
                  <a:lnTo>
                    <a:pt x="1633004" y="889025"/>
                  </a:lnTo>
                  <a:lnTo>
                    <a:pt x="1693672" y="823493"/>
                  </a:lnTo>
                  <a:lnTo>
                    <a:pt x="1719872" y="796429"/>
                  </a:lnTo>
                  <a:lnTo>
                    <a:pt x="1672971" y="755650"/>
                  </a:lnTo>
                  <a:lnTo>
                    <a:pt x="1779016" y="761771"/>
                  </a:lnTo>
                  <a:lnTo>
                    <a:pt x="1970697" y="647573"/>
                  </a:lnTo>
                  <a:lnTo>
                    <a:pt x="1883283" y="583869"/>
                  </a:lnTo>
                  <a:lnTo>
                    <a:pt x="1924392" y="580339"/>
                  </a:lnTo>
                  <a:lnTo>
                    <a:pt x="1988210" y="588276"/>
                  </a:lnTo>
                  <a:lnTo>
                    <a:pt x="2046909" y="599236"/>
                  </a:lnTo>
                  <a:lnTo>
                    <a:pt x="2072652" y="604761"/>
                  </a:lnTo>
                  <a:lnTo>
                    <a:pt x="2230869" y="562546"/>
                  </a:lnTo>
                  <a:lnTo>
                    <a:pt x="2115337" y="496912"/>
                  </a:lnTo>
                  <a:lnTo>
                    <a:pt x="2199817" y="491172"/>
                  </a:lnTo>
                  <a:lnTo>
                    <a:pt x="2280615" y="505802"/>
                  </a:lnTo>
                  <a:lnTo>
                    <a:pt x="2341207" y="525678"/>
                  </a:lnTo>
                  <a:lnTo>
                    <a:pt x="2365070" y="535660"/>
                  </a:lnTo>
                  <a:lnTo>
                    <a:pt x="2593276" y="485279"/>
                  </a:lnTo>
                  <a:close/>
                </a:path>
                <a:path w="4410709" h="4410075">
                  <a:moveTo>
                    <a:pt x="4410329" y="4360850"/>
                  </a:moveTo>
                  <a:lnTo>
                    <a:pt x="4400943" y="4309465"/>
                  </a:lnTo>
                  <a:lnTo>
                    <a:pt x="4381919" y="4259910"/>
                  </a:lnTo>
                  <a:lnTo>
                    <a:pt x="4354334" y="4216209"/>
                  </a:lnTo>
                  <a:lnTo>
                    <a:pt x="4319270" y="4182364"/>
                  </a:lnTo>
                  <a:lnTo>
                    <a:pt x="4278084" y="4159542"/>
                  </a:lnTo>
                  <a:lnTo>
                    <a:pt x="4232859" y="4146334"/>
                  </a:lnTo>
                  <a:lnTo>
                    <a:pt x="4185805" y="4142879"/>
                  </a:lnTo>
                  <a:lnTo>
                    <a:pt x="4139133" y="4149356"/>
                  </a:lnTo>
                  <a:lnTo>
                    <a:pt x="4095051" y="4165917"/>
                  </a:lnTo>
                  <a:lnTo>
                    <a:pt x="4080230" y="4116921"/>
                  </a:lnTo>
                  <a:lnTo>
                    <a:pt x="4054043" y="4072877"/>
                  </a:lnTo>
                  <a:lnTo>
                    <a:pt x="4018318" y="4036161"/>
                  </a:lnTo>
                  <a:lnTo>
                    <a:pt x="3974858" y="4009123"/>
                  </a:lnTo>
                  <a:lnTo>
                    <a:pt x="3917340" y="3992524"/>
                  </a:lnTo>
                  <a:lnTo>
                    <a:pt x="3887368" y="3990505"/>
                  </a:lnTo>
                  <a:lnTo>
                    <a:pt x="3857383" y="3992588"/>
                  </a:lnTo>
                  <a:lnTo>
                    <a:pt x="3852570" y="3978630"/>
                  </a:lnTo>
                  <a:lnTo>
                    <a:pt x="3835298" y="3937520"/>
                  </a:lnTo>
                  <a:lnTo>
                    <a:pt x="3811232" y="3896080"/>
                  </a:lnTo>
                  <a:lnTo>
                    <a:pt x="3781018" y="3858183"/>
                  </a:lnTo>
                  <a:lnTo>
                    <a:pt x="3745725" y="3824655"/>
                  </a:lnTo>
                  <a:lnTo>
                    <a:pt x="3706368" y="3796322"/>
                  </a:lnTo>
                  <a:lnTo>
                    <a:pt x="3664000" y="3773982"/>
                  </a:lnTo>
                  <a:lnTo>
                    <a:pt x="3619665" y="3758476"/>
                  </a:lnTo>
                  <a:lnTo>
                    <a:pt x="3574377" y="3750602"/>
                  </a:lnTo>
                  <a:lnTo>
                    <a:pt x="3529203" y="3751186"/>
                  </a:lnTo>
                  <a:lnTo>
                    <a:pt x="3485172" y="3761054"/>
                  </a:lnTo>
                  <a:lnTo>
                    <a:pt x="3443338" y="3781006"/>
                  </a:lnTo>
                  <a:lnTo>
                    <a:pt x="3424364" y="3737254"/>
                  </a:lnTo>
                  <a:lnTo>
                    <a:pt x="3395510" y="3699306"/>
                  </a:lnTo>
                  <a:lnTo>
                    <a:pt x="3358832" y="3668572"/>
                  </a:lnTo>
                  <a:lnTo>
                    <a:pt x="3316401" y="3646436"/>
                  </a:lnTo>
                  <a:lnTo>
                    <a:pt x="3270313" y="3634270"/>
                  </a:lnTo>
                  <a:lnTo>
                    <a:pt x="3222637" y="3633482"/>
                  </a:lnTo>
                  <a:lnTo>
                    <a:pt x="3176320" y="3644798"/>
                  </a:lnTo>
                  <a:lnTo>
                    <a:pt x="3134055" y="3666858"/>
                  </a:lnTo>
                  <a:lnTo>
                    <a:pt x="3097580" y="3697833"/>
                  </a:lnTo>
                  <a:lnTo>
                    <a:pt x="3068612" y="3735921"/>
                  </a:lnTo>
                  <a:lnTo>
                    <a:pt x="3048863" y="3779304"/>
                  </a:lnTo>
                  <a:lnTo>
                    <a:pt x="3040062" y="3826179"/>
                  </a:lnTo>
                  <a:lnTo>
                    <a:pt x="2996298" y="3805694"/>
                  </a:lnTo>
                  <a:lnTo>
                    <a:pt x="2949587" y="3793413"/>
                  </a:lnTo>
                  <a:lnTo>
                    <a:pt x="2901404" y="3789337"/>
                  </a:lnTo>
                  <a:lnTo>
                    <a:pt x="2853207" y="3793439"/>
                  </a:lnTo>
                  <a:lnTo>
                    <a:pt x="2806496" y="3805732"/>
                  </a:lnTo>
                  <a:lnTo>
                    <a:pt x="2762758" y="3826230"/>
                  </a:lnTo>
                  <a:lnTo>
                    <a:pt x="2723616" y="3854539"/>
                  </a:lnTo>
                  <a:lnTo>
                    <a:pt x="2690190" y="3889413"/>
                  </a:lnTo>
                  <a:lnTo>
                    <a:pt x="2663215" y="3929557"/>
                  </a:lnTo>
                  <a:lnTo>
                    <a:pt x="2643403" y="3973677"/>
                  </a:lnTo>
                  <a:lnTo>
                    <a:pt x="2631478" y="4020477"/>
                  </a:lnTo>
                  <a:lnTo>
                    <a:pt x="2628138" y="4068673"/>
                  </a:lnTo>
                  <a:lnTo>
                    <a:pt x="2587193" y="4040809"/>
                  </a:lnTo>
                  <a:lnTo>
                    <a:pt x="2540990" y="4022877"/>
                  </a:lnTo>
                  <a:lnTo>
                    <a:pt x="2491956" y="4015270"/>
                  </a:lnTo>
                  <a:lnTo>
                    <a:pt x="2442489" y="4018356"/>
                  </a:lnTo>
                  <a:lnTo>
                    <a:pt x="2395029" y="4032491"/>
                  </a:lnTo>
                  <a:lnTo>
                    <a:pt x="2352268" y="4057485"/>
                  </a:lnTo>
                  <a:lnTo>
                    <a:pt x="2316213" y="4091482"/>
                  </a:lnTo>
                  <a:lnTo>
                    <a:pt x="2288248" y="4132478"/>
                  </a:lnTo>
                  <a:lnTo>
                    <a:pt x="2269744" y="4178452"/>
                  </a:lnTo>
                  <a:lnTo>
                    <a:pt x="2262098" y="4227385"/>
                  </a:lnTo>
                  <a:lnTo>
                    <a:pt x="2218385" y="4218635"/>
                  </a:lnTo>
                  <a:lnTo>
                    <a:pt x="2174684" y="4219676"/>
                  </a:lnTo>
                  <a:lnTo>
                    <a:pt x="2131657" y="4229430"/>
                  </a:lnTo>
                  <a:lnTo>
                    <a:pt x="2089988" y="4246804"/>
                  </a:lnTo>
                  <a:lnTo>
                    <a:pt x="2050338" y="4270730"/>
                  </a:lnTo>
                  <a:lnTo>
                    <a:pt x="2013407" y="4300105"/>
                  </a:lnTo>
                  <a:lnTo>
                    <a:pt x="1979841" y="4333837"/>
                  </a:lnTo>
                  <a:lnTo>
                    <a:pt x="1950339" y="4370857"/>
                  </a:lnTo>
                  <a:lnTo>
                    <a:pt x="1925561" y="4410062"/>
                  </a:lnTo>
                  <a:lnTo>
                    <a:pt x="3870121" y="4406214"/>
                  </a:lnTo>
                  <a:lnTo>
                    <a:pt x="3870325" y="4404461"/>
                  </a:lnTo>
                  <a:lnTo>
                    <a:pt x="4409008" y="4410062"/>
                  </a:lnTo>
                  <a:lnTo>
                    <a:pt x="4410329" y="436085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7011665" y="7619148"/>
              <a:ext cx="1922145" cy="1044575"/>
            </a:xfrm>
            <a:custGeom>
              <a:avLst/>
              <a:gdLst/>
              <a:ahLst/>
              <a:cxnLst/>
              <a:rect l="l" t="t" r="r" b="b"/>
              <a:pathLst>
                <a:path w="1922145" h="1044575">
                  <a:moveTo>
                    <a:pt x="397785" y="0"/>
                  </a:moveTo>
                  <a:lnTo>
                    <a:pt x="228058" y="50240"/>
                  </a:lnTo>
                  <a:lnTo>
                    <a:pt x="0" y="172410"/>
                  </a:lnTo>
                  <a:lnTo>
                    <a:pt x="164896" y="301141"/>
                  </a:lnTo>
                  <a:lnTo>
                    <a:pt x="529885" y="586861"/>
                  </a:lnTo>
                  <a:lnTo>
                    <a:pt x="900412" y="878868"/>
                  </a:lnTo>
                  <a:lnTo>
                    <a:pt x="1081925" y="1026458"/>
                  </a:lnTo>
                  <a:lnTo>
                    <a:pt x="1101449" y="1044308"/>
                  </a:lnTo>
                  <a:lnTo>
                    <a:pt x="1127349" y="1043487"/>
                  </a:lnTo>
                  <a:lnTo>
                    <a:pt x="1177077" y="1017904"/>
                  </a:lnTo>
                  <a:lnTo>
                    <a:pt x="1268087" y="961465"/>
                  </a:lnTo>
                  <a:lnTo>
                    <a:pt x="1921878" y="341191"/>
                  </a:lnTo>
                  <a:lnTo>
                    <a:pt x="1835150" y="317878"/>
                  </a:lnTo>
                  <a:lnTo>
                    <a:pt x="1605411" y="257344"/>
                  </a:lnTo>
                  <a:lnTo>
                    <a:pt x="1278333" y="173696"/>
                  </a:lnTo>
                  <a:lnTo>
                    <a:pt x="899585" y="81042"/>
                  </a:lnTo>
                  <a:lnTo>
                    <a:pt x="593515" y="13122"/>
                  </a:lnTo>
                  <a:lnTo>
                    <a:pt x="3977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13023" y="4857258"/>
              <a:ext cx="5897251" cy="4480951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67095" y="5565724"/>
              <a:ext cx="448216" cy="1091642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39265" y="5433876"/>
              <a:ext cx="765436" cy="1093071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1033803" y="5147985"/>
              <a:ext cx="200660" cy="429259"/>
            </a:xfrm>
            <a:custGeom>
              <a:avLst/>
              <a:gdLst/>
              <a:ahLst/>
              <a:cxnLst/>
              <a:rect l="l" t="t" r="r" b="b"/>
              <a:pathLst>
                <a:path w="200659" h="429260">
                  <a:moveTo>
                    <a:pt x="168895" y="0"/>
                  </a:moveTo>
                  <a:lnTo>
                    <a:pt x="31485" y="0"/>
                  </a:lnTo>
                  <a:lnTo>
                    <a:pt x="19228" y="2473"/>
                  </a:lnTo>
                  <a:lnTo>
                    <a:pt x="9220" y="9220"/>
                  </a:lnTo>
                  <a:lnTo>
                    <a:pt x="2473" y="19228"/>
                  </a:lnTo>
                  <a:lnTo>
                    <a:pt x="0" y="31485"/>
                  </a:lnTo>
                  <a:lnTo>
                    <a:pt x="0" y="397631"/>
                  </a:lnTo>
                  <a:lnTo>
                    <a:pt x="2473" y="409888"/>
                  </a:lnTo>
                  <a:lnTo>
                    <a:pt x="9220" y="419896"/>
                  </a:lnTo>
                  <a:lnTo>
                    <a:pt x="19228" y="426643"/>
                  </a:lnTo>
                  <a:lnTo>
                    <a:pt x="31485" y="429117"/>
                  </a:lnTo>
                  <a:lnTo>
                    <a:pt x="168895" y="429117"/>
                  </a:lnTo>
                  <a:lnTo>
                    <a:pt x="181154" y="426643"/>
                  </a:lnTo>
                  <a:lnTo>
                    <a:pt x="191165" y="419896"/>
                  </a:lnTo>
                  <a:lnTo>
                    <a:pt x="197916" y="409888"/>
                  </a:lnTo>
                  <a:lnTo>
                    <a:pt x="200391" y="397631"/>
                  </a:lnTo>
                  <a:lnTo>
                    <a:pt x="200391" y="31485"/>
                  </a:lnTo>
                  <a:lnTo>
                    <a:pt x="197916" y="19228"/>
                  </a:lnTo>
                  <a:lnTo>
                    <a:pt x="191165" y="9220"/>
                  </a:lnTo>
                  <a:lnTo>
                    <a:pt x="181154" y="2473"/>
                  </a:lnTo>
                  <a:lnTo>
                    <a:pt x="168895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338912" y="4875765"/>
              <a:ext cx="66804" cy="8333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1029659" y="4909133"/>
              <a:ext cx="384810" cy="518795"/>
            </a:xfrm>
            <a:custGeom>
              <a:avLst/>
              <a:gdLst/>
              <a:ahLst/>
              <a:cxnLst/>
              <a:rect l="l" t="t" r="r" b="b"/>
              <a:pathLst>
                <a:path w="384809" h="518795">
                  <a:moveTo>
                    <a:pt x="218701" y="0"/>
                  </a:moveTo>
                  <a:lnTo>
                    <a:pt x="152474" y="2069"/>
                  </a:lnTo>
                  <a:lnTo>
                    <a:pt x="99125" y="15890"/>
                  </a:lnTo>
                  <a:lnTo>
                    <a:pt x="58034" y="37697"/>
                  </a:lnTo>
                  <a:lnTo>
                    <a:pt x="28583" y="63722"/>
                  </a:lnTo>
                  <a:lnTo>
                    <a:pt x="2121" y="113357"/>
                  </a:lnTo>
                  <a:lnTo>
                    <a:pt x="0" y="148965"/>
                  </a:lnTo>
                  <a:lnTo>
                    <a:pt x="1182" y="200993"/>
                  </a:lnTo>
                  <a:lnTo>
                    <a:pt x="6056" y="260114"/>
                  </a:lnTo>
                  <a:lnTo>
                    <a:pt x="15010" y="317000"/>
                  </a:lnTo>
                  <a:lnTo>
                    <a:pt x="28434" y="362324"/>
                  </a:lnTo>
                  <a:lnTo>
                    <a:pt x="48900" y="395374"/>
                  </a:lnTo>
                  <a:lnTo>
                    <a:pt x="81510" y="431068"/>
                  </a:lnTo>
                  <a:lnTo>
                    <a:pt x="122553" y="465301"/>
                  </a:lnTo>
                  <a:lnTo>
                    <a:pt x="168320" y="493967"/>
                  </a:lnTo>
                  <a:lnTo>
                    <a:pt x="215100" y="512963"/>
                  </a:lnTo>
                  <a:lnTo>
                    <a:pt x="259181" y="518183"/>
                  </a:lnTo>
                  <a:lnTo>
                    <a:pt x="292690" y="506816"/>
                  </a:lnTo>
                  <a:lnTo>
                    <a:pt x="321772" y="480543"/>
                  </a:lnTo>
                  <a:lnTo>
                    <a:pt x="345969" y="443294"/>
                  </a:lnTo>
                  <a:lnTo>
                    <a:pt x="364818" y="398998"/>
                  </a:lnTo>
                  <a:lnTo>
                    <a:pt x="377861" y="351588"/>
                  </a:lnTo>
                  <a:lnTo>
                    <a:pt x="384637" y="304993"/>
                  </a:lnTo>
                  <a:lnTo>
                    <a:pt x="384685" y="263143"/>
                  </a:lnTo>
                  <a:lnTo>
                    <a:pt x="380537" y="226634"/>
                  </a:lnTo>
                  <a:lnTo>
                    <a:pt x="373540" y="185718"/>
                  </a:lnTo>
                  <a:lnTo>
                    <a:pt x="362746" y="143115"/>
                  </a:lnTo>
                  <a:lnTo>
                    <a:pt x="347210" y="101545"/>
                  </a:lnTo>
                  <a:lnTo>
                    <a:pt x="325984" y="63728"/>
                  </a:lnTo>
                  <a:lnTo>
                    <a:pt x="298122" y="32385"/>
                  </a:lnTo>
                  <a:lnTo>
                    <a:pt x="262676" y="10236"/>
                  </a:lnTo>
                  <a:lnTo>
                    <a:pt x="218701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947265" y="4843561"/>
              <a:ext cx="459105" cy="333375"/>
            </a:xfrm>
            <a:custGeom>
              <a:avLst/>
              <a:gdLst/>
              <a:ahLst/>
              <a:cxnLst/>
              <a:rect l="l" t="t" r="r" b="b"/>
              <a:pathLst>
                <a:path w="459104" h="333375">
                  <a:moveTo>
                    <a:pt x="268871" y="0"/>
                  </a:moveTo>
                  <a:lnTo>
                    <a:pt x="219711" y="5174"/>
                  </a:lnTo>
                  <a:lnTo>
                    <a:pt x="174382" y="27242"/>
                  </a:lnTo>
                  <a:lnTo>
                    <a:pt x="133259" y="33795"/>
                  </a:lnTo>
                  <a:lnTo>
                    <a:pt x="76227" y="68192"/>
                  </a:lnTo>
                  <a:lnTo>
                    <a:pt x="12502" y="148115"/>
                  </a:lnTo>
                  <a:lnTo>
                    <a:pt x="0" y="192246"/>
                  </a:lnTo>
                  <a:lnTo>
                    <a:pt x="19632" y="246246"/>
                  </a:lnTo>
                  <a:lnTo>
                    <a:pt x="73044" y="332761"/>
                  </a:lnTo>
                  <a:lnTo>
                    <a:pt x="81161" y="317116"/>
                  </a:lnTo>
                  <a:lnTo>
                    <a:pt x="103572" y="281481"/>
                  </a:lnTo>
                  <a:lnTo>
                    <a:pt x="137371" y="242810"/>
                  </a:lnTo>
                  <a:lnTo>
                    <a:pt x="179648" y="218053"/>
                  </a:lnTo>
                  <a:lnTo>
                    <a:pt x="215090" y="206986"/>
                  </a:lnTo>
                  <a:lnTo>
                    <a:pt x="235478" y="190225"/>
                  </a:lnTo>
                  <a:lnTo>
                    <a:pt x="248529" y="156004"/>
                  </a:lnTo>
                  <a:lnTo>
                    <a:pt x="261960" y="92559"/>
                  </a:lnTo>
                  <a:lnTo>
                    <a:pt x="274020" y="95554"/>
                  </a:lnTo>
                  <a:lnTo>
                    <a:pt x="346213" y="118750"/>
                  </a:lnTo>
                  <a:lnTo>
                    <a:pt x="390155" y="138442"/>
                  </a:lnTo>
                  <a:lnTo>
                    <a:pt x="440423" y="174369"/>
                  </a:lnTo>
                  <a:lnTo>
                    <a:pt x="452227" y="247748"/>
                  </a:lnTo>
                  <a:lnTo>
                    <a:pt x="455601" y="232756"/>
                  </a:lnTo>
                  <a:lnTo>
                    <a:pt x="458976" y="193600"/>
                  </a:lnTo>
                  <a:lnTo>
                    <a:pt x="452231" y="139009"/>
                  </a:lnTo>
                  <a:lnTo>
                    <a:pt x="425243" y="77711"/>
                  </a:lnTo>
                  <a:lnTo>
                    <a:pt x="362969" y="26226"/>
                  </a:lnTo>
                  <a:lnTo>
                    <a:pt x="317934" y="8192"/>
                  </a:lnTo>
                  <a:lnTo>
                    <a:pt x="2688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72569" y="5144951"/>
              <a:ext cx="103232" cy="112331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0947146" y="4932272"/>
              <a:ext cx="61594" cy="86360"/>
            </a:xfrm>
            <a:custGeom>
              <a:avLst/>
              <a:gdLst/>
              <a:ahLst/>
              <a:cxnLst/>
              <a:rect l="l" t="t" r="r" b="b"/>
              <a:pathLst>
                <a:path w="61595" h="86360">
                  <a:moveTo>
                    <a:pt x="43367" y="0"/>
                  </a:moveTo>
                  <a:lnTo>
                    <a:pt x="10034" y="18751"/>
                  </a:lnTo>
                  <a:lnTo>
                    <a:pt x="0" y="52344"/>
                  </a:lnTo>
                  <a:lnTo>
                    <a:pt x="1827" y="67830"/>
                  </a:lnTo>
                  <a:lnTo>
                    <a:pt x="7851" y="79703"/>
                  </a:lnTo>
                  <a:lnTo>
                    <a:pt x="17598" y="86311"/>
                  </a:lnTo>
                  <a:lnTo>
                    <a:pt x="29369" y="86131"/>
                  </a:lnTo>
                  <a:lnTo>
                    <a:pt x="40914" y="79505"/>
                  </a:lnTo>
                  <a:lnTo>
                    <a:pt x="50932" y="67555"/>
                  </a:lnTo>
                  <a:lnTo>
                    <a:pt x="58121" y="51401"/>
                  </a:lnTo>
                  <a:lnTo>
                    <a:pt x="60966" y="33956"/>
                  </a:lnTo>
                  <a:lnTo>
                    <a:pt x="59139" y="18471"/>
                  </a:lnTo>
                  <a:lnTo>
                    <a:pt x="53114" y="6601"/>
                  </a:lnTo>
                  <a:lnTo>
                    <a:pt x="4336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876829" y="4922033"/>
              <a:ext cx="274320" cy="802005"/>
            </a:xfrm>
            <a:custGeom>
              <a:avLst/>
              <a:gdLst/>
              <a:ahLst/>
              <a:cxnLst/>
              <a:rect l="l" t="t" r="r" b="b"/>
              <a:pathLst>
                <a:path w="274320" h="802004">
                  <a:moveTo>
                    <a:pt x="64116" y="0"/>
                  </a:moveTo>
                  <a:lnTo>
                    <a:pt x="30459" y="54908"/>
                  </a:lnTo>
                  <a:lnTo>
                    <a:pt x="13166" y="99885"/>
                  </a:lnTo>
                  <a:lnTo>
                    <a:pt x="2867" y="149963"/>
                  </a:lnTo>
                  <a:lnTo>
                    <a:pt x="0" y="201740"/>
                  </a:lnTo>
                  <a:lnTo>
                    <a:pt x="5002" y="251817"/>
                  </a:lnTo>
                  <a:lnTo>
                    <a:pt x="18312" y="296795"/>
                  </a:lnTo>
                  <a:lnTo>
                    <a:pt x="34757" y="327055"/>
                  </a:lnTo>
                  <a:lnTo>
                    <a:pt x="56052" y="359173"/>
                  </a:lnTo>
                  <a:lnTo>
                    <a:pt x="77879" y="393645"/>
                  </a:lnTo>
                  <a:lnTo>
                    <a:pt x="95917" y="430967"/>
                  </a:lnTo>
                  <a:lnTo>
                    <a:pt x="105847" y="471636"/>
                  </a:lnTo>
                  <a:lnTo>
                    <a:pt x="103348" y="516147"/>
                  </a:lnTo>
                  <a:lnTo>
                    <a:pt x="84101" y="564997"/>
                  </a:lnTo>
                  <a:lnTo>
                    <a:pt x="62901" y="609584"/>
                  </a:lnTo>
                  <a:lnTo>
                    <a:pt x="50371" y="652807"/>
                  </a:lnTo>
                  <a:lnTo>
                    <a:pt x="46831" y="693208"/>
                  </a:lnTo>
                  <a:lnTo>
                    <a:pt x="68001" y="759708"/>
                  </a:lnTo>
                  <a:lnTo>
                    <a:pt x="128975" y="797411"/>
                  </a:lnTo>
                  <a:lnTo>
                    <a:pt x="175187" y="801817"/>
                  </a:lnTo>
                  <a:lnTo>
                    <a:pt x="211609" y="792963"/>
                  </a:lnTo>
                  <a:lnTo>
                    <a:pt x="238850" y="770337"/>
                  </a:lnTo>
                  <a:lnTo>
                    <a:pt x="257747" y="737109"/>
                  </a:lnTo>
                  <a:lnTo>
                    <a:pt x="269139" y="696448"/>
                  </a:lnTo>
                  <a:lnTo>
                    <a:pt x="273864" y="651524"/>
                  </a:lnTo>
                  <a:lnTo>
                    <a:pt x="272759" y="605508"/>
                  </a:lnTo>
                  <a:lnTo>
                    <a:pt x="266663" y="561568"/>
                  </a:lnTo>
                  <a:lnTo>
                    <a:pt x="256414" y="522876"/>
                  </a:lnTo>
                  <a:lnTo>
                    <a:pt x="226809" y="473910"/>
                  </a:lnTo>
                  <a:lnTo>
                    <a:pt x="198371" y="443246"/>
                  </a:lnTo>
                  <a:lnTo>
                    <a:pt x="171367" y="395940"/>
                  </a:lnTo>
                  <a:lnTo>
                    <a:pt x="148243" y="339806"/>
                  </a:lnTo>
                  <a:lnTo>
                    <a:pt x="131445" y="282661"/>
                  </a:lnTo>
                  <a:lnTo>
                    <a:pt x="123420" y="232320"/>
                  </a:lnTo>
                  <a:lnTo>
                    <a:pt x="126613" y="196600"/>
                  </a:lnTo>
                  <a:lnTo>
                    <a:pt x="129504" y="148571"/>
                  </a:lnTo>
                  <a:lnTo>
                    <a:pt x="117121" y="93239"/>
                  </a:lnTo>
                  <a:lnTo>
                    <a:pt x="101133" y="47586"/>
                  </a:lnTo>
                  <a:lnTo>
                    <a:pt x="93211" y="28594"/>
                  </a:lnTo>
                  <a:lnTo>
                    <a:pt x="76292" y="5092"/>
                  </a:lnTo>
                  <a:lnTo>
                    <a:pt x="641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34210" y="5496255"/>
              <a:ext cx="353916" cy="528082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0811651" y="5443320"/>
              <a:ext cx="332740" cy="807085"/>
            </a:xfrm>
            <a:custGeom>
              <a:avLst/>
              <a:gdLst/>
              <a:ahLst/>
              <a:cxnLst/>
              <a:rect l="l" t="t" r="r" b="b"/>
              <a:pathLst>
                <a:path w="332740" h="807085">
                  <a:moveTo>
                    <a:pt x="269363" y="0"/>
                  </a:moveTo>
                  <a:lnTo>
                    <a:pt x="165178" y="27412"/>
                  </a:lnTo>
                  <a:lnTo>
                    <a:pt x="90468" y="193282"/>
                  </a:lnTo>
                  <a:lnTo>
                    <a:pt x="8910" y="360512"/>
                  </a:lnTo>
                  <a:lnTo>
                    <a:pt x="0" y="388616"/>
                  </a:lnTo>
                  <a:lnTo>
                    <a:pt x="36178" y="482375"/>
                  </a:lnTo>
                  <a:lnTo>
                    <a:pt x="55520" y="542401"/>
                  </a:lnTo>
                  <a:lnTo>
                    <a:pt x="64580" y="594586"/>
                  </a:lnTo>
                  <a:lnTo>
                    <a:pt x="69914" y="664827"/>
                  </a:lnTo>
                  <a:lnTo>
                    <a:pt x="69523" y="730919"/>
                  </a:lnTo>
                  <a:lnTo>
                    <a:pt x="62140" y="774810"/>
                  </a:lnTo>
                  <a:lnTo>
                    <a:pt x="53503" y="799180"/>
                  </a:lnTo>
                  <a:lnTo>
                    <a:pt x="49349" y="806708"/>
                  </a:lnTo>
                  <a:lnTo>
                    <a:pt x="97635" y="785195"/>
                  </a:lnTo>
                  <a:lnTo>
                    <a:pt x="124654" y="760533"/>
                  </a:lnTo>
                  <a:lnTo>
                    <a:pt x="140237" y="716977"/>
                  </a:lnTo>
                  <a:lnTo>
                    <a:pt x="154215" y="638786"/>
                  </a:lnTo>
                  <a:lnTo>
                    <a:pt x="157722" y="583493"/>
                  </a:lnTo>
                  <a:lnTo>
                    <a:pt x="152374" y="528212"/>
                  </a:lnTo>
                  <a:lnTo>
                    <a:pt x="141002" y="475654"/>
                  </a:lnTo>
                  <a:lnTo>
                    <a:pt x="126437" y="428529"/>
                  </a:lnTo>
                  <a:lnTo>
                    <a:pt x="111510" y="389549"/>
                  </a:lnTo>
                  <a:lnTo>
                    <a:pt x="99054" y="361423"/>
                  </a:lnTo>
                  <a:lnTo>
                    <a:pt x="96182" y="353321"/>
                  </a:lnTo>
                  <a:lnTo>
                    <a:pt x="94991" y="344904"/>
                  </a:lnTo>
                  <a:lnTo>
                    <a:pt x="95497" y="336422"/>
                  </a:lnTo>
                  <a:lnTo>
                    <a:pt x="97714" y="328126"/>
                  </a:lnTo>
                  <a:lnTo>
                    <a:pt x="117891" y="274839"/>
                  </a:lnTo>
                  <a:lnTo>
                    <a:pt x="156938" y="307840"/>
                  </a:lnTo>
                  <a:lnTo>
                    <a:pt x="183519" y="323195"/>
                  </a:lnTo>
                  <a:lnTo>
                    <a:pt x="248118" y="316650"/>
                  </a:lnTo>
                  <a:lnTo>
                    <a:pt x="305512" y="286406"/>
                  </a:lnTo>
                  <a:lnTo>
                    <a:pt x="326932" y="249479"/>
                  </a:lnTo>
                  <a:lnTo>
                    <a:pt x="331733" y="180944"/>
                  </a:lnTo>
                  <a:lnTo>
                    <a:pt x="332419" y="128854"/>
                  </a:lnTo>
                  <a:lnTo>
                    <a:pt x="269363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088745" y="7576837"/>
              <a:ext cx="469900" cy="521970"/>
            </a:xfrm>
            <a:custGeom>
              <a:avLst/>
              <a:gdLst/>
              <a:ahLst/>
              <a:cxnLst/>
              <a:rect l="l" t="t" r="r" b="b"/>
              <a:pathLst>
                <a:path w="469900" h="521970">
                  <a:moveTo>
                    <a:pt x="149588" y="0"/>
                  </a:moveTo>
                  <a:lnTo>
                    <a:pt x="58621" y="34837"/>
                  </a:lnTo>
                  <a:lnTo>
                    <a:pt x="22617" y="63743"/>
                  </a:lnTo>
                  <a:lnTo>
                    <a:pt x="0" y="121220"/>
                  </a:lnTo>
                  <a:lnTo>
                    <a:pt x="9083" y="155594"/>
                  </a:lnTo>
                  <a:lnTo>
                    <a:pt x="28892" y="197597"/>
                  </a:lnTo>
                  <a:lnTo>
                    <a:pt x="50187" y="246104"/>
                  </a:lnTo>
                  <a:lnTo>
                    <a:pt x="66699" y="296442"/>
                  </a:lnTo>
                  <a:lnTo>
                    <a:pt x="80730" y="346189"/>
                  </a:lnTo>
                  <a:lnTo>
                    <a:pt x="94583" y="392925"/>
                  </a:lnTo>
                  <a:lnTo>
                    <a:pt x="110563" y="434226"/>
                  </a:lnTo>
                  <a:lnTo>
                    <a:pt x="130973" y="467672"/>
                  </a:lnTo>
                  <a:lnTo>
                    <a:pt x="164545" y="492106"/>
                  </a:lnTo>
                  <a:lnTo>
                    <a:pt x="213830" y="508625"/>
                  </a:lnTo>
                  <a:lnTo>
                    <a:pt x="271857" y="518174"/>
                  </a:lnTo>
                  <a:lnTo>
                    <a:pt x="331657" y="521698"/>
                  </a:lnTo>
                  <a:lnTo>
                    <a:pt x="386259" y="520144"/>
                  </a:lnTo>
                  <a:lnTo>
                    <a:pt x="428692" y="514456"/>
                  </a:lnTo>
                  <a:lnTo>
                    <a:pt x="463149" y="489966"/>
                  </a:lnTo>
                  <a:lnTo>
                    <a:pt x="469894" y="447733"/>
                  </a:lnTo>
                  <a:lnTo>
                    <a:pt x="457101" y="401115"/>
                  </a:lnTo>
                  <a:lnTo>
                    <a:pt x="432943" y="363466"/>
                  </a:lnTo>
                  <a:lnTo>
                    <a:pt x="413513" y="326633"/>
                  </a:lnTo>
                  <a:lnTo>
                    <a:pt x="398475" y="270917"/>
                  </a:lnTo>
                  <a:lnTo>
                    <a:pt x="387623" y="209587"/>
                  </a:lnTo>
                  <a:lnTo>
                    <a:pt x="380751" y="155912"/>
                  </a:lnTo>
                  <a:lnTo>
                    <a:pt x="377656" y="123159"/>
                  </a:lnTo>
                  <a:lnTo>
                    <a:pt x="360634" y="102072"/>
                  </a:lnTo>
                  <a:lnTo>
                    <a:pt x="318742" y="72833"/>
                  </a:lnTo>
                  <a:lnTo>
                    <a:pt x="262554" y="41822"/>
                  </a:lnTo>
                  <a:lnTo>
                    <a:pt x="202644" y="15417"/>
                  </a:lnTo>
                  <a:lnTo>
                    <a:pt x="14958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088620" y="7582110"/>
              <a:ext cx="445770" cy="516890"/>
            </a:xfrm>
            <a:custGeom>
              <a:avLst/>
              <a:gdLst/>
              <a:ahLst/>
              <a:cxnLst/>
              <a:rect l="l" t="t" r="r" b="b"/>
              <a:pathLst>
                <a:path w="445770" h="516890">
                  <a:moveTo>
                    <a:pt x="108156" y="0"/>
                  </a:moveTo>
                  <a:lnTo>
                    <a:pt x="47193" y="37764"/>
                  </a:lnTo>
                  <a:lnTo>
                    <a:pt x="12312" y="71106"/>
                  </a:lnTo>
                  <a:lnTo>
                    <a:pt x="0" y="104799"/>
                  </a:lnTo>
                  <a:lnTo>
                    <a:pt x="6740" y="143612"/>
                  </a:lnTo>
                  <a:lnTo>
                    <a:pt x="29017" y="192318"/>
                  </a:lnTo>
                  <a:lnTo>
                    <a:pt x="50312" y="240825"/>
                  </a:lnTo>
                  <a:lnTo>
                    <a:pt x="66824" y="291163"/>
                  </a:lnTo>
                  <a:lnTo>
                    <a:pt x="80855" y="340911"/>
                  </a:lnTo>
                  <a:lnTo>
                    <a:pt x="94708" y="387646"/>
                  </a:lnTo>
                  <a:lnTo>
                    <a:pt x="110688" y="428948"/>
                  </a:lnTo>
                  <a:lnTo>
                    <a:pt x="131098" y="462394"/>
                  </a:lnTo>
                  <a:lnTo>
                    <a:pt x="164670" y="486832"/>
                  </a:lnTo>
                  <a:lnTo>
                    <a:pt x="213955" y="503353"/>
                  </a:lnTo>
                  <a:lnTo>
                    <a:pt x="271982" y="512903"/>
                  </a:lnTo>
                  <a:lnTo>
                    <a:pt x="331782" y="516427"/>
                  </a:lnTo>
                  <a:lnTo>
                    <a:pt x="386384" y="514870"/>
                  </a:lnTo>
                  <a:lnTo>
                    <a:pt x="428816" y="509178"/>
                  </a:lnTo>
                  <a:lnTo>
                    <a:pt x="435361" y="507743"/>
                  </a:lnTo>
                  <a:lnTo>
                    <a:pt x="440764" y="505345"/>
                  </a:lnTo>
                  <a:lnTo>
                    <a:pt x="445612" y="502508"/>
                  </a:lnTo>
                  <a:lnTo>
                    <a:pt x="398604" y="489027"/>
                  </a:lnTo>
                  <a:lnTo>
                    <a:pt x="353542" y="471164"/>
                  </a:lnTo>
                  <a:lnTo>
                    <a:pt x="310824" y="448236"/>
                  </a:lnTo>
                  <a:lnTo>
                    <a:pt x="270845" y="419561"/>
                  </a:lnTo>
                  <a:lnTo>
                    <a:pt x="234006" y="384459"/>
                  </a:lnTo>
                  <a:lnTo>
                    <a:pt x="203576" y="347889"/>
                  </a:lnTo>
                  <a:lnTo>
                    <a:pt x="176809" y="309193"/>
                  </a:lnTo>
                  <a:lnTo>
                    <a:pt x="153513" y="268546"/>
                  </a:lnTo>
                  <a:lnTo>
                    <a:pt x="133501" y="226123"/>
                  </a:lnTo>
                  <a:lnTo>
                    <a:pt x="116581" y="182098"/>
                  </a:lnTo>
                  <a:lnTo>
                    <a:pt x="102565" y="136645"/>
                  </a:lnTo>
                  <a:lnTo>
                    <a:pt x="95179" y="68079"/>
                  </a:lnTo>
                  <a:lnTo>
                    <a:pt x="99265" y="33628"/>
                  </a:lnTo>
                  <a:lnTo>
                    <a:pt x="108156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081487" y="5012429"/>
              <a:ext cx="1198880" cy="2791460"/>
            </a:xfrm>
            <a:custGeom>
              <a:avLst/>
              <a:gdLst/>
              <a:ahLst/>
              <a:cxnLst/>
              <a:rect l="l" t="t" r="r" b="b"/>
              <a:pathLst>
                <a:path w="1198879" h="2791459">
                  <a:moveTo>
                    <a:pt x="912466" y="0"/>
                  </a:moveTo>
                  <a:lnTo>
                    <a:pt x="867938" y="638"/>
                  </a:lnTo>
                  <a:lnTo>
                    <a:pt x="819441" y="4544"/>
                  </a:lnTo>
                  <a:lnTo>
                    <a:pt x="781695" y="19037"/>
                  </a:lnTo>
                  <a:lnTo>
                    <a:pt x="746440" y="52905"/>
                  </a:lnTo>
                  <a:lnTo>
                    <a:pt x="713687" y="104495"/>
                  </a:lnTo>
                  <a:lnTo>
                    <a:pt x="683444" y="172152"/>
                  </a:lnTo>
                  <a:lnTo>
                    <a:pt x="669267" y="211489"/>
                  </a:lnTo>
                  <a:lnTo>
                    <a:pt x="655722" y="254222"/>
                  </a:lnTo>
                  <a:lnTo>
                    <a:pt x="642809" y="300145"/>
                  </a:lnTo>
                  <a:lnTo>
                    <a:pt x="630530" y="349052"/>
                  </a:lnTo>
                  <a:lnTo>
                    <a:pt x="618886" y="400734"/>
                  </a:lnTo>
                  <a:lnTo>
                    <a:pt x="607878" y="454987"/>
                  </a:lnTo>
                  <a:lnTo>
                    <a:pt x="597508" y="511602"/>
                  </a:lnTo>
                  <a:lnTo>
                    <a:pt x="587776" y="570373"/>
                  </a:lnTo>
                  <a:lnTo>
                    <a:pt x="578685" y="631093"/>
                  </a:lnTo>
                  <a:lnTo>
                    <a:pt x="570234" y="693556"/>
                  </a:lnTo>
                  <a:lnTo>
                    <a:pt x="562426" y="757555"/>
                  </a:lnTo>
                  <a:lnTo>
                    <a:pt x="555261" y="822882"/>
                  </a:lnTo>
                  <a:lnTo>
                    <a:pt x="548741" y="889332"/>
                  </a:lnTo>
                  <a:lnTo>
                    <a:pt x="542867" y="956698"/>
                  </a:lnTo>
                  <a:lnTo>
                    <a:pt x="537640" y="1024772"/>
                  </a:lnTo>
                  <a:lnTo>
                    <a:pt x="533062" y="1093349"/>
                  </a:lnTo>
                  <a:lnTo>
                    <a:pt x="505597" y="1426602"/>
                  </a:lnTo>
                  <a:lnTo>
                    <a:pt x="440914" y="1696589"/>
                  </a:lnTo>
                  <a:lnTo>
                    <a:pt x="289040" y="2046321"/>
                  </a:lnTo>
                  <a:lnTo>
                    <a:pt x="0" y="2618810"/>
                  </a:lnTo>
                  <a:lnTo>
                    <a:pt x="60696" y="2726555"/>
                  </a:lnTo>
                  <a:lnTo>
                    <a:pt x="124051" y="2779011"/>
                  </a:lnTo>
                  <a:lnTo>
                    <a:pt x="228874" y="2791064"/>
                  </a:lnTo>
                  <a:lnTo>
                    <a:pt x="413976" y="2777601"/>
                  </a:lnTo>
                  <a:lnTo>
                    <a:pt x="416150" y="2742522"/>
                  </a:lnTo>
                  <a:lnTo>
                    <a:pt x="422417" y="2705449"/>
                  </a:lnTo>
                  <a:lnTo>
                    <a:pt x="432394" y="2666546"/>
                  </a:lnTo>
                  <a:lnTo>
                    <a:pt x="445701" y="2625979"/>
                  </a:lnTo>
                  <a:lnTo>
                    <a:pt x="461953" y="2583912"/>
                  </a:lnTo>
                  <a:lnTo>
                    <a:pt x="480771" y="2540512"/>
                  </a:lnTo>
                  <a:lnTo>
                    <a:pt x="501770" y="2495944"/>
                  </a:lnTo>
                  <a:lnTo>
                    <a:pt x="524570" y="2450373"/>
                  </a:lnTo>
                  <a:lnTo>
                    <a:pt x="548788" y="2403964"/>
                  </a:lnTo>
                  <a:lnTo>
                    <a:pt x="574042" y="2356883"/>
                  </a:lnTo>
                  <a:lnTo>
                    <a:pt x="652200" y="2213259"/>
                  </a:lnTo>
                  <a:lnTo>
                    <a:pt x="677778" y="2165142"/>
                  </a:lnTo>
                  <a:lnTo>
                    <a:pt x="702481" y="2117179"/>
                  </a:lnTo>
                  <a:lnTo>
                    <a:pt x="725927" y="2069536"/>
                  </a:lnTo>
                  <a:lnTo>
                    <a:pt x="747735" y="2022378"/>
                  </a:lnTo>
                  <a:lnTo>
                    <a:pt x="767522" y="1975870"/>
                  </a:lnTo>
                  <a:lnTo>
                    <a:pt x="784906" y="1930178"/>
                  </a:lnTo>
                  <a:lnTo>
                    <a:pt x="799506" y="1885467"/>
                  </a:lnTo>
                  <a:lnTo>
                    <a:pt x="810938" y="1841902"/>
                  </a:lnTo>
                  <a:lnTo>
                    <a:pt x="819744" y="1806757"/>
                  </a:lnTo>
                  <a:lnTo>
                    <a:pt x="830347" y="1770687"/>
                  </a:lnTo>
                  <a:lnTo>
                    <a:pt x="842582" y="1733695"/>
                  </a:lnTo>
                  <a:lnTo>
                    <a:pt x="856284" y="1695786"/>
                  </a:lnTo>
                  <a:lnTo>
                    <a:pt x="871286" y="1656965"/>
                  </a:lnTo>
                  <a:lnTo>
                    <a:pt x="887424" y="1617238"/>
                  </a:lnTo>
                  <a:lnTo>
                    <a:pt x="904532" y="1576608"/>
                  </a:lnTo>
                  <a:lnTo>
                    <a:pt x="922444" y="1535081"/>
                  </a:lnTo>
                  <a:lnTo>
                    <a:pt x="979351" y="1405166"/>
                  </a:lnTo>
                  <a:lnTo>
                    <a:pt x="998825" y="1360098"/>
                  </a:lnTo>
                  <a:lnTo>
                    <a:pt x="1018276" y="1314157"/>
                  </a:lnTo>
                  <a:lnTo>
                    <a:pt x="1037538" y="1267348"/>
                  </a:lnTo>
                  <a:lnTo>
                    <a:pt x="1056447" y="1219676"/>
                  </a:lnTo>
                  <a:lnTo>
                    <a:pt x="1074835" y="1171145"/>
                  </a:lnTo>
                  <a:lnTo>
                    <a:pt x="1092538" y="1121760"/>
                  </a:lnTo>
                  <a:lnTo>
                    <a:pt x="1109391" y="1071526"/>
                  </a:lnTo>
                  <a:lnTo>
                    <a:pt x="1125227" y="1020449"/>
                  </a:lnTo>
                  <a:lnTo>
                    <a:pt x="1139881" y="968532"/>
                  </a:lnTo>
                  <a:lnTo>
                    <a:pt x="1153189" y="915780"/>
                  </a:lnTo>
                  <a:lnTo>
                    <a:pt x="1164983" y="862199"/>
                  </a:lnTo>
                  <a:lnTo>
                    <a:pt x="1175099" y="807794"/>
                  </a:lnTo>
                  <a:lnTo>
                    <a:pt x="1183371" y="752568"/>
                  </a:lnTo>
                  <a:lnTo>
                    <a:pt x="1189634" y="696527"/>
                  </a:lnTo>
                  <a:lnTo>
                    <a:pt x="1193722" y="639676"/>
                  </a:lnTo>
                  <a:lnTo>
                    <a:pt x="1196863" y="567638"/>
                  </a:lnTo>
                  <a:lnTo>
                    <a:pt x="1198538" y="500325"/>
                  </a:lnTo>
                  <a:lnTo>
                    <a:pt x="1198608" y="437658"/>
                  </a:lnTo>
                  <a:lnTo>
                    <a:pt x="1196934" y="379556"/>
                  </a:lnTo>
                  <a:lnTo>
                    <a:pt x="1193377" y="325937"/>
                  </a:lnTo>
                  <a:lnTo>
                    <a:pt x="1187797" y="276720"/>
                  </a:lnTo>
                  <a:lnTo>
                    <a:pt x="1180056" y="231824"/>
                  </a:lnTo>
                  <a:lnTo>
                    <a:pt x="1170014" y="191169"/>
                  </a:lnTo>
                  <a:lnTo>
                    <a:pt x="1157533" y="154673"/>
                  </a:lnTo>
                  <a:lnTo>
                    <a:pt x="1124695" y="93834"/>
                  </a:lnTo>
                  <a:lnTo>
                    <a:pt x="1080429" y="48660"/>
                  </a:lnTo>
                  <a:lnTo>
                    <a:pt x="1023623" y="18501"/>
                  </a:lnTo>
                  <a:lnTo>
                    <a:pt x="953163" y="2710"/>
                  </a:lnTo>
                  <a:lnTo>
                    <a:pt x="912466" y="0"/>
                  </a:lnTo>
                  <a:close/>
                </a:path>
              </a:pathLst>
            </a:custGeom>
            <a:solidFill>
              <a:srgbClr val="035C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427502" y="5012518"/>
              <a:ext cx="852805" cy="2446020"/>
            </a:xfrm>
            <a:custGeom>
              <a:avLst/>
              <a:gdLst/>
              <a:ahLst/>
              <a:cxnLst/>
              <a:rect l="l" t="t" r="r" b="b"/>
              <a:pathLst>
                <a:path w="852804" h="2446020">
                  <a:moveTo>
                    <a:pt x="852551" y="465607"/>
                  </a:moveTo>
                  <a:lnTo>
                    <a:pt x="851623" y="403948"/>
                  </a:lnTo>
                  <a:lnTo>
                    <a:pt x="848791" y="347027"/>
                  </a:lnTo>
                  <a:lnTo>
                    <a:pt x="843876" y="294779"/>
                  </a:lnTo>
                  <a:lnTo>
                    <a:pt x="836752" y="247103"/>
                  </a:lnTo>
                  <a:lnTo>
                    <a:pt x="827252" y="203911"/>
                  </a:lnTo>
                  <a:lnTo>
                    <a:pt x="815225" y="165125"/>
                  </a:lnTo>
                  <a:lnTo>
                    <a:pt x="783018" y="100431"/>
                  </a:lnTo>
                  <a:lnTo>
                    <a:pt x="738911" y="52298"/>
                  </a:lnTo>
                  <a:lnTo>
                    <a:pt x="681697" y="20066"/>
                  </a:lnTo>
                  <a:lnTo>
                    <a:pt x="610171" y="3035"/>
                  </a:lnTo>
                  <a:lnTo>
                    <a:pt x="568667" y="0"/>
                  </a:lnTo>
                  <a:lnTo>
                    <a:pt x="523138" y="508"/>
                  </a:lnTo>
                  <a:lnTo>
                    <a:pt x="473417" y="4457"/>
                  </a:lnTo>
                  <a:lnTo>
                    <a:pt x="423570" y="28244"/>
                  </a:lnTo>
                  <a:lnTo>
                    <a:pt x="378180" y="85623"/>
                  </a:lnTo>
                  <a:lnTo>
                    <a:pt x="357162" y="125666"/>
                  </a:lnTo>
                  <a:lnTo>
                    <a:pt x="349110" y="144678"/>
                  </a:lnTo>
                  <a:lnTo>
                    <a:pt x="349148" y="143700"/>
                  </a:lnTo>
                  <a:lnTo>
                    <a:pt x="340855" y="164147"/>
                  </a:lnTo>
                  <a:lnTo>
                    <a:pt x="337261" y="172631"/>
                  </a:lnTo>
                  <a:lnTo>
                    <a:pt x="336245" y="175514"/>
                  </a:lnTo>
                  <a:lnTo>
                    <a:pt x="336143" y="175768"/>
                  </a:lnTo>
                  <a:lnTo>
                    <a:pt x="323634" y="210629"/>
                  </a:lnTo>
                  <a:lnTo>
                    <a:pt x="321017" y="218782"/>
                  </a:lnTo>
                  <a:lnTo>
                    <a:pt x="318477" y="226009"/>
                  </a:lnTo>
                  <a:lnTo>
                    <a:pt x="315493" y="236004"/>
                  </a:lnTo>
                  <a:lnTo>
                    <a:pt x="311607" y="248158"/>
                  </a:lnTo>
                  <a:lnTo>
                    <a:pt x="303593" y="275971"/>
                  </a:lnTo>
                  <a:lnTo>
                    <a:pt x="300824" y="285305"/>
                  </a:lnTo>
                  <a:lnTo>
                    <a:pt x="300088" y="288163"/>
                  </a:lnTo>
                  <a:lnTo>
                    <a:pt x="289052" y="330581"/>
                  </a:lnTo>
                  <a:lnTo>
                    <a:pt x="286321" y="342099"/>
                  </a:lnTo>
                  <a:lnTo>
                    <a:pt x="284302" y="350050"/>
                  </a:lnTo>
                  <a:lnTo>
                    <a:pt x="282105" y="359956"/>
                  </a:lnTo>
                  <a:lnTo>
                    <a:pt x="278511" y="375208"/>
                  </a:lnTo>
                  <a:lnTo>
                    <a:pt x="270344" y="413194"/>
                  </a:lnTo>
                  <a:lnTo>
                    <a:pt x="268909" y="419722"/>
                  </a:lnTo>
                  <a:lnTo>
                    <a:pt x="268478" y="421919"/>
                  </a:lnTo>
                  <a:lnTo>
                    <a:pt x="258927" y="470573"/>
                  </a:lnTo>
                  <a:lnTo>
                    <a:pt x="249885" y="521030"/>
                  </a:lnTo>
                  <a:lnTo>
                    <a:pt x="241338" y="573138"/>
                  </a:lnTo>
                  <a:lnTo>
                    <a:pt x="233299" y="626770"/>
                  </a:lnTo>
                  <a:lnTo>
                    <a:pt x="225755" y="681774"/>
                  </a:lnTo>
                  <a:lnTo>
                    <a:pt x="218706" y="737997"/>
                  </a:lnTo>
                  <a:lnTo>
                    <a:pt x="212166" y="795324"/>
                  </a:lnTo>
                  <a:lnTo>
                    <a:pt x="206133" y="853592"/>
                  </a:lnTo>
                  <a:lnTo>
                    <a:pt x="200596" y="912660"/>
                  </a:lnTo>
                  <a:lnTo>
                    <a:pt x="195567" y="972388"/>
                  </a:lnTo>
                  <a:lnTo>
                    <a:pt x="191046" y="1032637"/>
                  </a:lnTo>
                  <a:lnTo>
                    <a:pt x="187032" y="1093266"/>
                  </a:lnTo>
                  <a:lnTo>
                    <a:pt x="183578" y="1135824"/>
                  </a:lnTo>
                  <a:lnTo>
                    <a:pt x="178422" y="1179868"/>
                  </a:lnTo>
                  <a:lnTo>
                    <a:pt x="171665" y="1225283"/>
                  </a:lnTo>
                  <a:lnTo>
                    <a:pt x="163410" y="1271917"/>
                  </a:lnTo>
                  <a:lnTo>
                    <a:pt x="153733" y="1319644"/>
                  </a:lnTo>
                  <a:lnTo>
                    <a:pt x="142748" y="1368310"/>
                  </a:lnTo>
                  <a:lnTo>
                    <a:pt x="130530" y="1417802"/>
                  </a:lnTo>
                  <a:lnTo>
                    <a:pt x="117182" y="1467980"/>
                  </a:lnTo>
                  <a:lnTo>
                    <a:pt x="102806" y="1518704"/>
                  </a:lnTo>
                  <a:lnTo>
                    <a:pt x="87477" y="1569821"/>
                  </a:lnTo>
                  <a:lnTo>
                    <a:pt x="71310" y="1621231"/>
                  </a:lnTo>
                  <a:lnTo>
                    <a:pt x="54381" y="1672767"/>
                  </a:lnTo>
                  <a:lnTo>
                    <a:pt x="36779" y="1724304"/>
                  </a:lnTo>
                  <a:lnTo>
                    <a:pt x="18630" y="1775701"/>
                  </a:lnTo>
                  <a:lnTo>
                    <a:pt x="0" y="1826831"/>
                  </a:lnTo>
                  <a:lnTo>
                    <a:pt x="25298" y="1922792"/>
                  </a:lnTo>
                  <a:lnTo>
                    <a:pt x="38252" y="1970684"/>
                  </a:lnTo>
                  <a:lnTo>
                    <a:pt x="51435" y="2018525"/>
                  </a:lnTo>
                  <a:lnTo>
                    <a:pt x="64833" y="2066302"/>
                  </a:lnTo>
                  <a:lnTo>
                    <a:pt x="78460" y="2114004"/>
                  </a:lnTo>
                  <a:lnTo>
                    <a:pt x="92316" y="2161641"/>
                  </a:lnTo>
                  <a:lnTo>
                    <a:pt x="106438" y="2209203"/>
                  </a:lnTo>
                  <a:lnTo>
                    <a:pt x="120802" y="2256675"/>
                  </a:lnTo>
                  <a:lnTo>
                    <a:pt x="135432" y="2304072"/>
                  </a:lnTo>
                  <a:lnTo>
                    <a:pt x="150329" y="2351367"/>
                  </a:lnTo>
                  <a:lnTo>
                    <a:pt x="165506" y="2398572"/>
                  </a:lnTo>
                  <a:lnTo>
                    <a:pt x="180962" y="2445664"/>
                  </a:lnTo>
                  <a:lnTo>
                    <a:pt x="205105" y="2399550"/>
                  </a:lnTo>
                  <a:lnTo>
                    <a:pt x="230238" y="2352776"/>
                  </a:lnTo>
                  <a:lnTo>
                    <a:pt x="307809" y="2210206"/>
                  </a:lnTo>
                  <a:lnTo>
                    <a:pt x="333133" y="2162467"/>
                  </a:lnTo>
                  <a:lnTo>
                    <a:pt x="357593" y="2114893"/>
                  </a:lnTo>
                  <a:lnTo>
                    <a:pt x="380796" y="2067636"/>
                  </a:lnTo>
                  <a:lnTo>
                    <a:pt x="402361" y="2020862"/>
                  </a:lnTo>
                  <a:lnTo>
                    <a:pt x="421932" y="1974723"/>
                  </a:lnTo>
                  <a:lnTo>
                    <a:pt x="439127" y="1929409"/>
                  </a:lnTo>
                  <a:lnTo>
                    <a:pt x="453580" y="1885048"/>
                  </a:lnTo>
                  <a:lnTo>
                    <a:pt x="464908" y="1841830"/>
                  </a:lnTo>
                  <a:lnTo>
                    <a:pt x="475043" y="1801863"/>
                  </a:lnTo>
                  <a:lnTo>
                    <a:pt x="487464" y="1760689"/>
                  </a:lnTo>
                  <a:lnTo>
                    <a:pt x="501929" y="1718335"/>
                  </a:lnTo>
                  <a:lnTo>
                    <a:pt x="518198" y="1674787"/>
                  </a:lnTo>
                  <a:lnTo>
                    <a:pt x="536028" y="1630070"/>
                  </a:lnTo>
                  <a:lnTo>
                    <a:pt x="555167" y="1584198"/>
                  </a:lnTo>
                  <a:lnTo>
                    <a:pt x="575398" y="1537157"/>
                  </a:lnTo>
                  <a:lnTo>
                    <a:pt x="640105" y="1389202"/>
                  </a:lnTo>
                  <a:lnTo>
                    <a:pt x="662216" y="1337640"/>
                  </a:lnTo>
                  <a:lnTo>
                    <a:pt x="651764" y="1288783"/>
                  </a:lnTo>
                  <a:lnTo>
                    <a:pt x="630466" y="1190904"/>
                  </a:lnTo>
                  <a:lnTo>
                    <a:pt x="619493" y="1141882"/>
                  </a:lnTo>
                  <a:lnTo>
                    <a:pt x="608203" y="1092822"/>
                  </a:lnTo>
                  <a:lnTo>
                    <a:pt x="596531" y="1043724"/>
                  </a:lnTo>
                  <a:lnTo>
                    <a:pt x="584428" y="994587"/>
                  </a:lnTo>
                  <a:lnTo>
                    <a:pt x="570649" y="943889"/>
                  </a:lnTo>
                  <a:lnTo>
                    <a:pt x="555282" y="894194"/>
                  </a:lnTo>
                  <a:lnTo>
                    <a:pt x="538619" y="845388"/>
                  </a:lnTo>
                  <a:lnTo>
                    <a:pt x="521004" y="797369"/>
                  </a:lnTo>
                  <a:lnTo>
                    <a:pt x="502729" y="750023"/>
                  </a:lnTo>
                  <a:lnTo>
                    <a:pt x="447154" y="610844"/>
                  </a:lnTo>
                  <a:lnTo>
                    <a:pt x="429425" y="565035"/>
                  </a:lnTo>
                  <a:lnTo>
                    <a:pt x="412623" y="519328"/>
                  </a:lnTo>
                  <a:lnTo>
                    <a:pt x="397052" y="473608"/>
                  </a:lnTo>
                  <a:lnTo>
                    <a:pt x="392684" y="459333"/>
                  </a:lnTo>
                  <a:lnTo>
                    <a:pt x="418084" y="465912"/>
                  </a:lnTo>
                  <a:lnTo>
                    <a:pt x="469912" y="476605"/>
                  </a:lnTo>
                  <a:lnTo>
                    <a:pt x="522960" y="484733"/>
                  </a:lnTo>
                  <a:lnTo>
                    <a:pt x="572376" y="490308"/>
                  </a:lnTo>
                  <a:lnTo>
                    <a:pt x="669099" y="499567"/>
                  </a:lnTo>
                  <a:lnTo>
                    <a:pt x="716241" y="504786"/>
                  </a:lnTo>
                  <a:lnTo>
                    <a:pt x="762431" y="511441"/>
                  </a:lnTo>
                  <a:lnTo>
                    <a:pt x="807618" y="520280"/>
                  </a:lnTo>
                  <a:lnTo>
                    <a:pt x="851700" y="532117"/>
                  </a:lnTo>
                  <a:lnTo>
                    <a:pt x="852551" y="465607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207140" y="5043910"/>
              <a:ext cx="782955" cy="2087880"/>
            </a:xfrm>
            <a:custGeom>
              <a:avLst/>
              <a:gdLst/>
              <a:ahLst/>
              <a:cxnLst/>
              <a:rect l="l" t="t" r="r" b="b"/>
              <a:pathLst>
                <a:path w="782954" h="2087879">
                  <a:moveTo>
                    <a:pt x="333688" y="0"/>
                  </a:moveTo>
                  <a:lnTo>
                    <a:pt x="290227" y="3469"/>
                  </a:lnTo>
                  <a:lnTo>
                    <a:pt x="250221" y="9500"/>
                  </a:lnTo>
                  <a:lnTo>
                    <a:pt x="180196" y="29439"/>
                  </a:lnTo>
                  <a:lnTo>
                    <a:pt x="122856" y="60208"/>
                  </a:lnTo>
                  <a:lnTo>
                    <a:pt x="77447" y="102197"/>
                  </a:lnTo>
                  <a:lnTo>
                    <a:pt x="43212" y="155797"/>
                  </a:lnTo>
                  <a:lnTo>
                    <a:pt x="19397" y="221399"/>
                  </a:lnTo>
                  <a:lnTo>
                    <a:pt x="11160" y="258822"/>
                  </a:lnTo>
                  <a:lnTo>
                    <a:pt x="5244" y="299392"/>
                  </a:lnTo>
                  <a:lnTo>
                    <a:pt x="1556" y="343157"/>
                  </a:lnTo>
                  <a:lnTo>
                    <a:pt x="0" y="390167"/>
                  </a:lnTo>
                  <a:lnTo>
                    <a:pt x="481" y="440470"/>
                  </a:lnTo>
                  <a:lnTo>
                    <a:pt x="2907" y="494116"/>
                  </a:lnTo>
                  <a:lnTo>
                    <a:pt x="7181" y="551152"/>
                  </a:lnTo>
                  <a:lnTo>
                    <a:pt x="13211" y="611628"/>
                  </a:lnTo>
                  <a:lnTo>
                    <a:pt x="20900" y="675592"/>
                  </a:lnTo>
                  <a:lnTo>
                    <a:pt x="30155" y="743094"/>
                  </a:lnTo>
                  <a:lnTo>
                    <a:pt x="40881" y="814182"/>
                  </a:lnTo>
                  <a:lnTo>
                    <a:pt x="52985" y="888904"/>
                  </a:lnTo>
                  <a:lnTo>
                    <a:pt x="142168" y="1307037"/>
                  </a:lnTo>
                  <a:lnTo>
                    <a:pt x="238853" y="1629789"/>
                  </a:lnTo>
                  <a:lnTo>
                    <a:pt x="316400" y="1837705"/>
                  </a:lnTo>
                  <a:lnTo>
                    <a:pt x="348169" y="1911334"/>
                  </a:lnTo>
                  <a:lnTo>
                    <a:pt x="401227" y="1933820"/>
                  </a:lnTo>
                  <a:lnTo>
                    <a:pt x="447336" y="1949789"/>
                  </a:lnTo>
                  <a:lnTo>
                    <a:pt x="529117" y="1977133"/>
                  </a:lnTo>
                  <a:lnTo>
                    <a:pt x="690662" y="2080940"/>
                  </a:lnTo>
                  <a:lnTo>
                    <a:pt x="768014" y="2087692"/>
                  </a:lnTo>
                  <a:lnTo>
                    <a:pt x="782327" y="1972324"/>
                  </a:lnTo>
                  <a:lnTo>
                    <a:pt x="754754" y="1709769"/>
                  </a:lnTo>
                  <a:lnTo>
                    <a:pt x="749110" y="1660710"/>
                  </a:lnTo>
                  <a:lnTo>
                    <a:pt x="743621" y="1608776"/>
                  </a:lnTo>
                  <a:lnTo>
                    <a:pt x="738290" y="1554279"/>
                  </a:lnTo>
                  <a:lnTo>
                    <a:pt x="733120" y="1497532"/>
                  </a:lnTo>
                  <a:lnTo>
                    <a:pt x="728115" y="1438847"/>
                  </a:lnTo>
                  <a:lnTo>
                    <a:pt x="723277" y="1378534"/>
                  </a:lnTo>
                  <a:lnTo>
                    <a:pt x="718609" y="1316906"/>
                  </a:lnTo>
                  <a:lnTo>
                    <a:pt x="714116" y="1254275"/>
                  </a:lnTo>
                  <a:lnTo>
                    <a:pt x="705663" y="1127249"/>
                  </a:lnTo>
                  <a:lnTo>
                    <a:pt x="697942" y="999952"/>
                  </a:lnTo>
                  <a:lnTo>
                    <a:pt x="690979" y="874877"/>
                  </a:lnTo>
                  <a:lnTo>
                    <a:pt x="684798" y="754518"/>
                  </a:lnTo>
                  <a:lnTo>
                    <a:pt x="677050" y="588282"/>
                  </a:lnTo>
                  <a:lnTo>
                    <a:pt x="671204" y="446690"/>
                  </a:lnTo>
                  <a:lnTo>
                    <a:pt x="667345" y="338160"/>
                  </a:lnTo>
                  <a:lnTo>
                    <a:pt x="665558" y="271113"/>
                  </a:lnTo>
                  <a:lnTo>
                    <a:pt x="665437" y="259437"/>
                  </a:lnTo>
                  <a:lnTo>
                    <a:pt x="660856" y="231274"/>
                  </a:lnTo>
                  <a:lnTo>
                    <a:pt x="626737" y="164282"/>
                  </a:lnTo>
                  <a:lnTo>
                    <a:pt x="598883" y="128922"/>
                  </a:lnTo>
                  <a:lnTo>
                    <a:pt x="564956" y="94634"/>
                  </a:lnTo>
                  <a:lnTo>
                    <a:pt x="525797" y="63153"/>
                  </a:lnTo>
                  <a:lnTo>
                    <a:pt x="482248" y="36213"/>
                  </a:lnTo>
                  <a:lnTo>
                    <a:pt x="435153" y="15551"/>
                  </a:lnTo>
                  <a:lnTo>
                    <a:pt x="385352" y="2901"/>
                  </a:lnTo>
                  <a:lnTo>
                    <a:pt x="333688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081488" y="5012430"/>
              <a:ext cx="1198608" cy="2779097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9941851" y="7542376"/>
              <a:ext cx="140970" cy="226060"/>
            </a:xfrm>
            <a:custGeom>
              <a:avLst/>
              <a:gdLst/>
              <a:ahLst/>
              <a:cxnLst/>
              <a:rect l="l" t="t" r="r" b="b"/>
              <a:pathLst>
                <a:path w="140970" h="226059">
                  <a:moveTo>
                    <a:pt x="76364" y="0"/>
                  </a:moveTo>
                  <a:lnTo>
                    <a:pt x="0" y="24344"/>
                  </a:lnTo>
                  <a:lnTo>
                    <a:pt x="64102" y="225459"/>
                  </a:lnTo>
                  <a:lnTo>
                    <a:pt x="140466" y="201114"/>
                  </a:lnTo>
                  <a:lnTo>
                    <a:pt x="76364" y="0"/>
                  </a:lnTo>
                  <a:close/>
                </a:path>
              </a:pathLst>
            </a:custGeom>
            <a:solidFill>
              <a:srgbClr val="1F1F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983344" y="7746447"/>
              <a:ext cx="273050" cy="460375"/>
            </a:xfrm>
            <a:custGeom>
              <a:avLst/>
              <a:gdLst/>
              <a:ahLst/>
              <a:cxnLst/>
              <a:rect l="l" t="t" r="r" b="b"/>
              <a:pathLst>
                <a:path w="273050" h="460375">
                  <a:moveTo>
                    <a:pt x="104521" y="0"/>
                  </a:moveTo>
                  <a:lnTo>
                    <a:pt x="39685" y="15937"/>
                  </a:lnTo>
                  <a:lnTo>
                    <a:pt x="6171" y="44238"/>
                  </a:lnTo>
                  <a:lnTo>
                    <a:pt x="0" y="65324"/>
                  </a:lnTo>
                  <a:lnTo>
                    <a:pt x="2482" y="87946"/>
                  </a:lnTo>
                  <a:lnTo>
                    <a:pt x="121013" y="459830"/>
                  </a:lnTo>
                  <a:lnTo>
                    <a:pt x="272443" y="411569"/>
                  </a:lnTo>
                  <a:lnTo>
                    <a:pt x="153912" y="39685"/>
                  </a:lnTo>
                  <a:lnTo>
                    <a:pt x="142846" y="19799"/>
                  </a:lnTo>
                  <a:lnTo>
                    <a:pt x="125611" y="6171"/>
                  </a:lnTo>
                  <a:lnTo>
                    <a:pt x="104521" y="0"/>
                  </a:lnTo>
                  <a:close/>
                </a:path>
              </a:pathLst>
            </a:custGeom>
            <a:solidFill>
              <a:srgbClr val="C9C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018882" y="7788315"/>
              <a:ext cx="229870" cy="403225"/>
            </a:xfrm>
            <a:custGeom>
              <a:avLst/>
              <a:gdLst/>
              <a:ahLst/>
              <a:cxnLst/>
              <a:rect l="l" t="t" r="r" b="b"/>
              <a:pathLst>
                <a:path w="229870" h="403225">
                  <a:moveTo>
                    <a:pt x="79749" y="0"/>
                  </a:moveTo>
                  <a:lnTo>
                    <a:pt x="36713" y="9348"/>
                  </a:lnTo>
                  <a:lnTo>
                    <a:pt x="5710" y="35529"/>
                  </a:lnTo>
                  <a:lnTo>
                    <a:pt x="0" y="55037"/>
                  </a:lnTo>
                  <a:lnTo>
                    <a:pt x="2295" y="75963"/>
                  </a:lnTo>
                  <a:lnTo>
                    <a:pt x="106564" y="403105"/>
                  </a:lnTo>
                  <a:lnTo>
                    <a:pt x="229712" y="363850"/>
                  </a:lnTo>
                  <a:lnTo>
                    <a:pt x="125443" y="36718"/>
                  </a:lnTo>
                  <a:lnTo>
                    <a:pt x="115206" y="18317"/>
                  </a:lnTo>
                  <a:lnTo>
                    <a:pt x="99260" y="5708"/>
                  </a:lnTo>
                  <a:lnTo>
                    <a:pt x="79749" y="0"/>
                  </a:lnTo>
                  <a:close/>
                </a:path>
              </a:pathLst>
            </a:custGeom>
            <a:solidFill>
              <a:srgbClr val="1F1F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945622" y="7940060"/>
              <a:ext cx="676910" cy="363220"/>
            </a:xfrm>
            <a:custGeom>
              <a:avLst/>
              <a:gdLst/>
              <a:ahLst/>
              <a:cxnLst/>
              <a:rect l="l" t="t" r="r" b="b"/>
              <a:pathLst>
                <a:path w="676909" h="363220">
                  <a:moveTo>
                    <a:pt x="251239" y="0"/>
                  </a:moveTo>
                  <a:lnTo>
                    <a:pt x="196935" y="4725"/>
                  </a:lnTo>
                  <a:lnTo>
                    <a:pt x="103179" y="45213"/>
                  </a:lnTo>
                  <a:lnTo>
                    <a:pt x="59200" y="81881"/>
                  </a:lnTo>
                  <a:lnTo>
                    <a:pt x="29826" y="121318"/>
                  </a:lnTo>
                  <a:lnTo>
                    <a:pt x="12231" y="162296"/>
                  </a:lnTo>
                  <a:lnTo>
                    <a:pt x="3589" y="203586"/>
                  </a:lnTo>
                  <a:lnTo>
                    <a:pt x="1074" y="243961"/>
                  </a:lnTo>
                  <a:lnTo>
                    <a:pt x="456" y="284884"/>
                  </a:lnTo>
                  <a:lnTo>
                    <a:pt x="0" y="299768"/>
                  </a:lnTo>
                  <a:lnTo>
                    <a:pt x="35178" y="328706"/>
                  </a:lnTo>
                  <a:lnTo>
                    <a:pt x="73603" y="336046"/>
                  </a:lnTo>
                  <a:lnTo>
                    <a:pt x="122851" y="343267"/>
                  </a:lnTo>
                  <a:lnTo>
                    <a:pt x="180395" y="349958"/>
                  </a:lnTo>
                  <a:lnTo>
                    <a:pt x="243710" y="355707"/>
                  </a:lnTo>
                  <a:lnTo>
                    <a:pt x="310270" y="360100"/>
                  </a:lnTo>
                  <a:lnTo>
                    <a:pt x="377550" y="362728"/>
                  </a:lnTo>
                  <a:lnTo>
                    <a:pt x="443024" y="363176"/>
                  </a:lnTo>
                  <a:lnTo>
                    <a:pt x="504165" y="361034"/>
                  </a:lnTo>
                  <a:lnTo>
                    <a:pt x="558450" y="355889"/>
                  </a:lnTo>
                  <a:lnTo>
                    <a:pt x="603351" y="347329"/>
                  </a:lnTo>
                  <a:lnTo>
                    <a:pt x="666965" y="310935"/>
                  </a:lnTo>
                  <a:lnTo>
                    <a:pt x="676391" y="286397"/>
                  </a:lnTo>
                  <a:lnTo>
                    <a:pt x="668657" y="262182"/>
                  </a:lnTo>
                  <a:lnTo>
                    <a:pt x="617875" y="218136"/>
                  </a:lnTo>
                  <a:lnTo>
                    <a:pt x="582904" y="200011"/>
                  </a:lnTo>
                  <a:lnTo>
                    <a:pt x="546933" y="185624"/>
                  </a:lnTo>
                  <a:lnTo>
                    <a:pt x="514001" y="175827"/>
                  </a:lnTo>
                  <a:lnTo>
                    <a:pt x="470222" y="158873"/>
                  </a:lnTo>
                  <a:lnTo>
                    <a:pt x="433920" y="133160"/>
                  </a:lnTo>
                  <a:lnTo>
                    <a:pt x="403347" y="101768"/>
                  </a:lnTo>
                  <a:lnTo>
                    <a:pt x="376757" y="67774"/>
                  </a:lnTo>
                  <a:lnTo>
                    <a:pt x="352404" y="34260"/>
                  </a:lnTo>
                  <a:lnTo>
                    <a:pt x="309172" y="6975"/>
                  </a:lnTo>
                  <a:lnTo>
                    <a:pt x="251239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932818" y="8113559"/>
              <a:ext cx="693420" cy="210820"/>
            </a:xfrm>
            <a:custGeom>
              <a:avLst/>
              <a:gdLst/>
              <a:ahLst/>
              <a:cxnLst/>
              <a:rect l="l" t="t" r="r" b="b"/>
              <a:pathLst>
                <a:path w="693420" h="210820">
                  <a:moveTo>
                    <a:pt x="25507" y="0"/>
                  </a:moveTo>
                  <a:lnTo>
                    <a:pt x="15487" y="25592"/>
                  </a:lnTo>
                  <a:lnTo>
                    <a:pt x="6942" y="52299"/>
                  </a:lnTo>
                  <a:lnTo>
                    <a:pt x="1302" y="79042"/>
                  </a:lnTo>
                  <a:lnTo>
                    <a:pt x="0" y="104740"/>
                  </a:lnTo>
                  <a:lnTo>
                    <a:pt x="1340" y="133268"/>
                  </a:lnTo>
                  <a:lnTo>
                    <a:pt x="1596" y="143633"/>
                  </a:lnTo>
                  <a:lnTo>
                    <a:pt x="37887" y="165505"/>
                  </a:lnTo>
                  <a:lnTo>
                    <a:pt x="76373" y="172458"/>
                  </a:lnTo>
                  <a:lnTo>
                    <a:pt x="125596" y="179845"/>
                  </a:lnTo>
                  <a:lnTo>
                    <a:pt x="183027" y="187256"/>
                  </a:lnTo>
                  <a:lnTo>
                    <a:pt x="246141" y="194285"/>
                  </a:lnTo>
                  <a:lnTo>
                    <a:pt x="312411" y="200524"/>
                  </a:lnTo>
                  <a:lnTo>
                    <a:pt x="379311" y="205563"/>
                  </a:lnTo>
                  <a:lnTo>
                    <a:pt x="444315" y="208997"/>
                  </a:lnTo>
                  <a:lnTo>
                    <a:pt x="504896" y="210416"/>
                  </a:lnTo>
                  <a:lnTo>
                    <a:pt x="558528" y="209412"/>
                  </a:lnTo>
                  <a:lnTo>
                    <a:pt x="602684" y="205578"/>
                  </a:lnTo>
                  <a:lnTo>
                    <a:pt x="662723" y="184033"/>
                  </a:lnTo>
                  <a:lnTo>
                    <a:pt x="692836" y="144988"/>
                  </a:lnTo>
                  <a:lnTo>
                    <a:pt x="688963" y="128854"/>
                  </a:lnTo>
                  <a:lnTo>
                    <a:pt x="667711" y="141247"/>
                  </a:lnTo>
                  <a:lnTo>
                    <a:pt x="636063" y="153639"/>
                  </a:lnTo>
                  <a:lnTo>
                    <a:pt x="592834" y="163400"/>
                  </a:lnTo>
                  <a:lnTo>
                    <a:pt x="536840" y="167896"/>
                  </a:lnTo>
                  <a:lnTo>
                    <a:pt x="466896" y="164497"/>
                  </a:lnTo>
                  <a:lnTo>
                    <a:pt x="409909" y="158108"/>
                  </a:lnTo>
                  <a:lnTo>
                    <a:pt x="360158" y="151467"/>
                  </a:lnTo>
                  <a:lnTo>
                    <a:pt x="314233" y="143663"/>
                  </a:lnTo>
                  <a:lnTo>
                    <a:pt x="268726" y="133787"/>
                  </a:lnTo>
                  <a:lnTo>
                    <a:pt x="220226" y="120931"/>
                  </a:lnTo>
                  <a:lnTo>
                    <a:pt x="165324" y="104185"/>
                  </a:lnTo>
                  <a:lnTo>
                    <a:pt x="122495" y="83815"/>
                  </a:lnTo>
                  <a:lnTo>
                    <a:pt x="88693" y="56969"/>
                  </a:lnTo>
                  <a:lnTo>
                    <a:pt x="58252" y="27684"/>
                  </a:lnTo>
                  <a:lnTo>
                    <a:pt x="2550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555502" y="6762659"/>
              <a:ext cx="542290" cy="941069"/>
            </a:xfrm>
            <a:custGeom>
              <a:avLst/>
              <a:gdLst/>
              <a:ahLst/>
              <a:cxnLst/>
              <a:rect l="l" t="t" r="r" b="b"/>
              <a:pathLst>
                <a:path w="542290" h="941070">
                  <a:moveTo>
                    <a:pt x="399390" y="0"/>
                  </a:moveTo>
                  <a:lnTo>
                    <a:pt x="362034" y="38695"/>
                  </a:lnTo>
                  <a:lnTo>
                    <a:pt x="348330" y="81407"/>
                  </a:lnTo>
                  <a:lnTo>
                    <a:pt x="334697" y="125477"/>
                  </a:lnTo>
                  <a:lnTo>
                    <a:pt x="313709" y="160426"/>
                  </a:lnTo>
                  <a:lnTo>
                    <a:pt x="277938" y="175774"/>
                  </a:lnTo>
                  <a:lnTo>
                    <a:pt x="260809" y="177239"/>
                  </a:lnTo>
                  <a:lnTo>
                    <a:pt x="217493" y="179332"/>
                  </a:lnTo>
                  <a:lnTo>
                    <a:pt x="160100" y="178601"/>
                  </a:lnTo>
                  <a:lnTo>
                    <a:pt x="100740" y="171596"/>
                  </a:lnTo>
                  <a:lnTo>
                    <a:pt x="74023" y="168264"/>
                  </a:lnTo>
                  <a:lnTo>
                    <a:pt x="49029" y="169261"/>
                  </a:lnTo>
                  <a:lnTo>
                    <a:pt x="11046" y="185271"/>
                  </a:lnTo>
                  <a:lnTo>
                    <a:pt x="0" y="217616"/>
                  </a:lnTo>
                  <a:lnTo>
                    <a:pt x="3224" y="232432"/>
                  </a:lnTo>
                  <a:lnTo>
                    <a:pt x="27317" y="275327"/>
                  </a:lnTo>
                  <a:lnTo>
                    <a:pt x="88825" y="340142"/>
                  </a:lnTo>
                  <a:lnTo>
                    <a:pt x="124169" y="366331"/>
                  </a:lnTo>
                  <a:lnTo>
                    <a:pt x="148524" y="381295"/>
                  </a:lnTo>
                  <a:lnTo>
                    <a:pt x="163208" y="395444"/>
                  </a:lnTo>
                  <a:lnTo>
                    <a:pt x="169544" y="419191"/>
                  </a:lnTo>
                  <a:lnTo>
                    <a:pt x="172826" y="441340"/>
                  </a:lnTo>
                  <a:lnTo>
                    <a:pt x="180135" y="476776"/>
                  </a:lnTo>
                  <a:lnTo>
                    <a:pt x="191187" y="522625"/>
                  </a:lnTo>
                  <a:lnTo>
                    <a:pt x="205697" y="576013"/>
                  </a:lnTo>
                  <a:lnTo>
                    <a:pt x="223380" y="634063"/>
                  </a:lnTo>
                  <a:lnTo>
                    <a:pt x="243953" y="693902"/>
                  </a:lnTo>
                  <a:lnTo>
                    <a:pt x="267130" y="752655"/>
                  </a:lnTo>
                  <a:lnTo>
                    <a:pt x="292628" y="807447"/>
                  </a:lnTo>
                  <a:lnTo>
                    <a:pt x="320161" y="855404"/>
                  </a:lnTo>
                  <a:lnTo>
                    <a:pt x="349446" y="893650"/>
                  </a:lnTo>
                  <a:lnTo>
                    <a:pt x="380197" y="919312"/>
                  </a:lnTo>
                  <a:lnTo>
                    <a:pt x="430140" y="940356"/>
                  </a:lnTo>
                  <a:lnTo>
                    <a:pt x="471454" y="941040"/>
                  </a:lnTo>
                  <a:lnTo>
                    <a:pt x="503705" y="922903"/>
                  </a:lnTo>
                  <a:lnTo>
                    <a:pt x="526455" y="887490"/>
                  </a:lnTo>
                  <a:lnTo>
                    <a:pt x="539271" y="836341"/>
                  </a:lnTo>
                  <a:lnTo>
                    <a:pt x="541322" y="815305"/>
                  </a:lnTo>
                  <a:lnTo>
                    <a:pt x="542114" y="792651"/>
                  </a:lnTo>
                  <a:lnTo>
                    <a:pt x="541633" y="768433"/>
                  </a:lnTo>
                  <a:lnTo>
                    <a:pt x="532953" y="692358"/>
                  </a:lnTo>
                  <a:lnTo>
                    <a:pt x="521900" y="639797"/>
                  </a:lnTo>
                  <a:lnTo>
                    <a:pt x="507853" y="586102"/>
                  </a:lnTo>
                  <a:lnTo>
                    <a:pt x="491958" y="532345"/>
                  </a:lnTo>
                  <a:lnTo>
                    <a:pt x="459202" y="428934"/>
                  </a:lnTo>
                  <a:lnTo>
                    <a:pt x="444632" y="381426"/>
                  </a:lnTo>
                  <a:lnTo>
                    <a:pt x="432793" y="338147"/>
                  </a:lnTo>
                  <a:lnTo>
                    <a:pt x="424832" y="300170"/>
                  </a:lnTo>
                  <a:lnTo>
                    <a:pt x="421892" y="268567"/>
                  </a:lnTo>
                  <a:lnTo>
                    <a:pt x="424071" y="223408"/>
                  </a:lnTo>
                  <a:lnTo>
                    <a:pt x="433820" y="118597"/>
                  </a:lnTo>
                  <a:lnTo>
                    <a:pt x="435997" y="69587"/>
                  </a:lnTo>
                  <a:lnTo>
                    <a:pt x="432782" y="29937"/>
                  </a:lnTo>
                  <a:lnTo>
                    <a:pt x="421478" y="4967"/>
                  </a:lnTo>
                  <a:lnTo>
                    <a:pt x="399390" y="0"/>
                  </a:lnTo>
                  <a:close/>
                </a:path>
              </a:pathLst>
            </a:custGeom>
            <a:solidFill>
              <a:srgbClr val="E8E8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9555493" y="6770490"/>
              <a:ext cx="539750" cy="933450"/>
            </a:xfrm>
            <a:custGeom>
              <a:avLst/>
              <a:gdLst/>
              <a:ahLst/>
              <a:cxnLst/>
              <a:rect l="l" t="t" r="r" b="b"/>
              <a:pathLst>
                <a:path w="539750" h="933450">
                  <a:moveTo>
                    <a:pt x="539280" y="828509"/>
                  </a:moveTo>
                  <a:lnTo>
                    <a:pt x="504685" y="849909"/>
                  </a:lnTo>
                  <a:lnTo>
                    <a:pt x="468223" y="861847"/>
                  </a:lnTo>
                  <a:lnTo>
                    <a:pt x="429564" y="861936"/>
                  </a:lnTo>
                  <a:lnTo>
                    <a:pt x="388378" y="847737"/>
                  </a:lnTo>
                  <a:lnTo>
                    <a:pt x="342569" y="792264"/>
                  </a:lnTo>
                  <a:lnTo>
                    <a:pt x="319392" y="745312"/>
                  </a:lnTo>
                  <a:lnTo>
                    <a:pt x="296545" y="689952"/>
                  </a:lnTo>
                  <a:lnTo>
                    <a:pt x="274370" y="629462"/>
                  </a:lnTo>
                  <a:lnTo>
                    <a:pt x="253250" y="567169"/>
                  </a:lnTo>
                  <a:lnTo>
                    <a:pt x="233540" y="506349"/>
                  </a:lnTo>
                  <a:lnTo>
                    <a:pt x="215620" y="450303"/>
                  </a:lnTo>
                  <a:lnTo>
                    <a:pt x="199859" y="402323"/>
                  </a:lnTo>
                  <a:lnTo>
                    <a:pt x="186613" y="365721"/>
                  </a:lnTo>
                  <a:lnTo>
                    <a:pt x="152882" y="314147"/>
                  </a:lnTo>
                  <a:lnTo>
                    <a:pt x="118440" y="277253"/>
                  </a:lnTo>
                  <a:lnTo>
                    <a:pt x="79159" y="238556"/>
                  </a:lnTo>
                  <a:lnTo>
                    <a:pt x="63766" y="224307"/>
                  </a:lnTo>
                  <a:lnTo>
                    <a:pt x="112407" y="222694"/>
                  </a:lnTo>
                  <a:lnTo>
                    <a:pt x="169087" y="219062"/>
                  </a:lnTo>
                  <a:lnTo>
                    <a:pt x="222237" y="213652"/>
                  </a:lnTo>
                  <a:lnTo>
                    <a:pt x="268135" y="206514"/>
                  </a:lnTo>
                  <a:lnTo>
                    <a:pt x="323392" y="187109"/>
                  </a:lnTo>
                  <a:lnTo>
                    <a:pt x="348780" y="154292"/>
                  </a:lnTo>
                  <a:lnTo>
                    <a:pt x="372300" y="107061"/>
                  </a:lnTo>
                  <a:lnTo>
                    <a:pt x="386334" y="53086"/>
                  </a:lnTo>
                  <a:lnTo>
                    <a:pt x="383235" y="0"/>
                  </a:lnTo>
                  <a:lnTo>
                    <a:pt x="362038" y="30873"/>
                  </a:lnTo>
                  <a:lnTo>
                    <a:pt x="348335" y="73583"/>
                  </a:lnTo>
                  <a:lnTo>
                    <a:pt x="334695" y="117652"/>
                  </a:lnTo>
                  <a:lnTo>
                    <a:pt x="313715" y="152603"/>
                  </a:lnTo>
                  <a:lnTo>
                    <a:pt x="277939" y="167957"/>
                  </a:lnTo>
                  <a:lnTo>
                    <a:pt x="260807" y="169418"/>
                  </a:lnTo>
                  <a:lnTo>
                    <a:pt x="217500" y="171513"/>
                  </a:lnTo>
                  <a:lnTo>
                    <a:pt x="160096" y="170776"/>
                  </a:lnTo>
                  <a:lnTo>
                    <a:pt x="100736" y="163779"/>
                  </a:lnTo>
                  <a:lnTo>
                    <a:pt x="74028" y="160439"/>
                  </a:lnTo>
                  <a:lnTo>
                    <a:pt x="49034" y="161442"/>
                  </a:lnTo>
                  <a:lnTo>
                    <a:pt x="27470" y="167017"/>
                  </a:lnTo>
                  <a:lnTo>
                    <a:pt x="11049" y="177444"/>
                  </a:lnTo>
                  <a:lnTo>
                    <a:pt x="4292" y="186270"/>
                  </a:lnTo>
                  <a:lnTo>
                    <a:pt x="1892" y="193027"/>
                  </a:lnTo>
                  <a:lnTo>
                    <a:pt x="1054" y="194462"/>
                  </a:lnTo>
                  <a:lnTo>
                    <a:pt x="1054" y="195389"/>
                  </a:lnTo>
                  <a:lnTo>
                    <a:pt x="482" y="197027"/>
                  </a:lnTo>
                  <a:lnTo>
                    <a:pt x="0" y="209791"/>
                  </a:lnTo>
                  <a:lnTo>
                    <a:pt x="1270" y="215646"/>
                  </a:lnTo>
                  <a:lnTo>
                    <a:pt x="1295" y="217766"/>
                  </a:lnTo>
                  <a:lnTo>
                    <a:pt x="2197" y="219913"/>
                  </a:lnTo>
                  <a:lnTo>
                    <a:pt x="3225" y="224612"/>
                  </a:lnTo>
                  <a:lnTo>
                    <a:pt x="4178" y="224612"/>
                  </a:lnTo>
                  <a:lnTo>
                    <a:pt x="13944" y="247675"/>
                  </a:lnTo>
                  <a:lnTo>
                    <a:pt x="41173" y="284492"/>
                  </a:lnTo>
                  <a:lnTo>
                    <a:pt x="88823" y="332320"/>
                  </a:lnTo>
                  <a:lnTo>
                    <a:pt x="124167" y="358508"/>
                  </a:lnTo>
                  <a:lnTo>
                    <a:pt x="148526" y="373468"/>
                  </a:lnTo>
                  <a:lnTo>
                    <a:pt x="163207" y="387629"/>
                  </a:lnTo>
                  <a:lnTo>
                    <a:pt x="169545" y="411378"/>
                  </a:lnTo>
                  <a:lnTo>
                    <a:pt x="172834" y="433514"/>
                  </a:lnTo>
                  <a:lnTo>
                    <a:pt x="180136" y="468960"/>
                  </a:lnTo>
                  <a:lnTo>
                    <a:pt x="191185" y="514807"/>
                  </a:lnTo>
                  <a:lnTo>
                    <a:pt x="205701" y="568185"/>
                  </a:lnTo>
                  <a:lnTo>
                    <a:pt x="223380" y="626237"/>
                  </a:lnTo>
                  <a:lnTo>
                    <a:pt x="243954" y="686079"/>
                  </a:lnTo>
                  <a:lnTo>
                    <a:pt x="267131" y="744829"/>
                  </a:lnTo>
                  <a:lnTo>
                    <a:pt x="292633" y="799617"/>
                  </a:lnTo>
                  <a:lnTo>
                    <a:pt x="320167" y="847572"/>
                  </a:lnTo>
                  <a:lnTo>
                    <a:pt x="349453" y="885825"/>
                  </a:lnTo>
                  <a:lnTo>
                    <a:pt x="380199" y="911479"/>
                  </a:lnTo>
                  <a:lnTo>
                    <a:pt x="430149" y="932535"/>
                  </a:lnTo>
                  <a:lnTo>
                    <a:pt x="471462" y="933208"/>
                  </a:lnTo>
                  <a:lnTo>
                    <a:pt x="503707" y="915085"/>
                  </a:lnTo>
                  <a:lnTo>
                    <a:pt x="526465" y="879665"/>
                  </a:lnTo>
                  <a:lnTo>
                    <a:pt x="539280" y="828509"/>
                  </a:lnTo>
                  <a:close/>
                </a:path>
              </a:pathLst>
            </a:custGeom>
            <a:solidFill>
              <a:srgbClr val="C9C9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207292" y="5043910"/>
              <a:ext cx="665480" cy="685165"/>
            </a:xfrm>
            <a:custGeom>
              <a:avLst/>
              <a:gdLst/>
              <a:ahLst/>
              <a:cxnLst/>
              <a:rect l="l" t="t" r="r" b="b"/>
              <a:pathLst>
                <a:path w="665479" h="685164">
                  <a:moveTo>
                    <a:pt x="333536" y="0"/>
                  </a:moveTo>
                  <a:lnTo>
                    <a:pt x="287711" y="3744"/>
                  </a:lnTo>
                  <a:lnTo>
                    <a:pt x="245741" y="10353"/>
                  </a:lnTo>
                  <a:lnTo>
                    <a:pt x="207511" y="19885"/>
                  </a:lnTo>
                  <a:lnTo>
                    <a:pt x="141832" y="47947"/>
                  </a:lnTo>
                  <a:lnTo>
                    <a:pt x="89780" y="88388"/>
                  </a:lnTo>
                  <a:lnTo>
                    <a:pt x="50464" y="141667"/>
                  </a:lnTo>
                  <a:lnTo>
                    <a:pt x="22990" y="208243"/>
                  </a:lnTo>
                  <a:lnTo>
                    <a:pt x="13415" y="246661"/>
                  </a:lnTo>
                  <a:lnTo>
                    <a:pt x="6466" y="288576"/>
                  </a:lnTo>
                  <a:lnTo>
                    <a:pt x="2032" y="334044"/>
                  </a:lnTo>
                  <a:lnTo>
                    <a:pt x="0" y="383124"/>
                  </a:lnTo>
                  <a:lnTo>
                    <a:pt x="259" y="435872"/>
                  </a:lnTo>
                  <a:lnTo>
                    <a:pt x="2697" y="492347"/>
                  </a:lnTo>
                  <a:lnTo>
                    <a:pt x="7204" y="552605"/>
                  </a:lnTo>
                  <a:lnTo>
                    <a:pt x="13667" y="616704"/>
                  </a:lnTo>
                  <a:lnTo>
                    <a:pt x="21974" y="684701"/>
                  </a:lnTo>
                  <a:lnTo>
                    <a:pt x="52619" y="649173"/>
                  </a:lnTo>
                  <a:lnTo>
                    <a:pt x="86044" y="617677"/>
                  </a:lnTo>
                  <a:lnTo>
                    <a:pt x="122013" y="589919"/>
                  </a:lnTo>
                  <a:lnTo>
                    <a:pt x="160287" y="565610"/>
                  </a:lnTo>
                  <a:lnTo>
                    <a:pt x="200628" y="544457"/>
                  </a:lnTo>
                  <a:lnTo>
                    <a:pt x="242797" y="526168"/>
                  </a:lnTo>
                  <a:lnTo>
                    <a:pt x="286556" y="510452"/>
                  </a:lnTo>
                  <a:lnTo>
                    <a:pt x="331668" y="497016"/>
                  </a:lnTo>
                  <a:lnTo>
                    <a:pt x="377892" y="485570"/>
                  </a:lnTo>
                  <a:lnTo>
                    <a:pt x="424993" y="475822"/>
                  </a:lnTo>
                  <a:lnTo>
                    <a:pt x="472730" y="467479"/>
                  </a:lnTo>
                  <a:lnTo>
                    <a:pt x="520866" y="460250"/>
                  </a:lnTo>
                  <a:lnTo>
                    <a:pt x="569163" y="453844"/>
                  </a:lnTo>
                  <a:lnTo>
                    <a:pt x="665285" y="442332"/>
                  </a:lnTo>
                  <a:lnTo>
                    <a:pt x="664410" y="390749"/>
                  </a:lnTo>
                  <a:lnTo>
                    <a:pt x="664507" y="334205"/>
                  </a:lnTo>
                  <a:lnTo>
                    <a:pt x="665285" y="259447"/>
                  </a:lnTo>
                  <a:lnTo>
                    <a:pt x="660704" y="231282"/>
                  </a:lnTo>
                  <a:lnTo>
                    <a:pt x="626585" y="164286"/>
                  </a:lnTo>
                  <a:lnTo>
                    <a:pt x="598731" y="128925"/>
                  </a:lnTo>
                  <a:lnTo>
                    <a:pt x="564803" y="94635"/>
                  </a:lnTo>
                  <a:lnTo>
                    <a:pt x="525644" y="63153"/>
                  </a:lnTo>
                  <a:lnTo>
                    <a:pt x="482096" y="36213"/>
                  </a:lnTo>
                  <a:lnTo>
                    <a:pt x="435000" y="15551"/>
                  </a:lnTo>
                  <a:lnTo>
                    <a:pt x="385199" y="2901"/>
                  </a:lnTo>
                  <a:lnTo>
                    <a:pt x="333536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0314805" y="4140117"/>
              <a:ext cx="751840" cy="1533525"/>
            </a:xfrm>
            <a:custGeom>
              <a:avLst/>
              <a:gdLst/>
              <a:ahLst/>
              <a:cxnLst/>
              <a:rect l="l" t="t" r="r" b="b"/>
              <a:pathLst>
                <a:path w="751840" h="1533525">
                  <a:moveTo>
                    <a:pt x="127690" y="0"/>
                  </a:moveTo>
                  <a:lnTo>
                    <a:pt x="63276" y="22153"/>
                  </a:lnTo>
                  <a:lnTo>
                    <a:pt x="19202" y="76904"/>
                  </a:lnTo>
                  <a:lnTo>
                    <a:pt x="6208" y="114824"/>
                  </a:lnTo>
                  <a:lnTo>
                    <a:pt x="0" y="158876"/>
                  </a:lnTo>
                  <a:lnTo>
                    <a:pt x="1142" y="208389"/>
                  </a:lnTo>
                  <a:lnTo>
                    <a:pt x="10201" y="262691"/>
                  </a:lnTo>
                  <a:lnTo>
                    <a:pt x="27745" y="321110"/>
                  </a:lnTo>
                  <a:lnTo>
                    <a:pt x="62135" y="413296"/>
                  </a:lnTo>
                  <a:lnTo>
                    <a:pt x="86999" y="476594"/>
                  </a:lnTo>
                  <a:lnTo>
                    <a:pt x="103529" y="516484"/>
                  </a:lnTo>
                  <a:lnTo>
                    <a:pt x="112916" y="538444"/>
                  </a:lnTo>
                  <a:lnTo>
                    <a:pt x="116350" y="547951"/>
                  </a:lnTo>
                  <a:lnTo>
                    <a:pt x="141113" y="590702"/>
                  </a:lnTo>
                  <a:lnTo>
                    <a:pt x="168033" y="633028"/>
                  </a:lnTo>
                  <a:lnTo>
                    <a:pt x="201764" y="683695"/>
                  </a:lnTo>
                  <a:lnTo>
                    <a:pt x="240147" y="738482"/>
                  </a:lnTo>
                  <a:lnTo>
                    <a:pt x="281022" y="793169"/>
                  </a:lnTo>
                  <a:lnTo>
                    <a:pt x="322230" y="843537"/>
                  </a:lnTo>
                  <a:lnTo>
                    <a:pt x="361610" y="885365"/>
                  </a:lnTo>
                  <a:lnTo>
                    <a:pt x="409347" y="941768"/>
                  </a:lnTo>
                  <a:lnTo>
                    <a:pt x="434900" y="994291"/>
                  </a:lnTo>
                  <a:lnTo>
                    <a:pt x="442964" y="1041439"/>
                  </a:lnTo>
                  <a:lnTo>
                    <a:pt x="438235" y="1081714"/>
                  </a:lnTo>
                  <a:lnTo>
                    <a:pt x="425409" y="1113620"/>
                  </a:lnTo>
                  <a:lnTo>
                    <a:pt x="414643" y="1144474"/>
                  </a:lnTo>
                  <a:lnTo>
                    <a:pt x="431388" y="1206721"/>
                  </a:lnTo>
                  <a:lnTo>
                    <a:pt x="450926" y="1251134"/>
                  </a:lnTo>
                  <a:lnTo>
                    <a:pt x="473544" y="1290385"/>
                  </a:lnTo>
                  <a:lnTo>
                    <a:pt x="494701" y="1305715"/>
                  </a:lnTo>
                  <a:lnTo>
                    <a:pt x="508148" y="1299780"/>
                  </a:lnTo>
                  <a:lnTo>
                    <a:pt x="507637" y="1275238"/>
                  </a:lnTo>
                  <a:lnTo>
                    <a:pt x="504938" y="1237886"/>
                  </a:lnTo>
                  <a:lnTo>
                    <a:pt x="512604" y="1198676"/>
                  </a:lnTo>
                  <a:lnTo>
                    <a:pt x="525584" y="1167973"/>
                  </a:lnTo>
                  <a:lnTo>
                    <a:pt x="538829" y="1156142"/>
                  </a:lnTo>
                  <a:lnTo>
                    <a:pt x="549433" y="1168140"/>
                  </a:lnTo>
                  <a:lnTo>
                    <a:pt x="580604" y="1244488"/>
                  </a:lnTo>
                  <a:lnTo>
                    <a:pt x="596584" y="1298601"/>
                  </a:lnTo>
                  <a:lnTo>
                    <a:pt x="609769" y="1356514"/>
                  </a:lnTo>
                  <a:lnTo>
                    <a:pt x="617864" y="1413108"/>
                  </a:lnTo>
                  <a:lnTo>
                    <a:pt x="624410" y="1478833"/>
                  </a:lnTo>
                  <a:lnTo>
                    <a:pt x="631155" y="1517045"/>
                  </a:lnTo>
                  <a:lnTo>
                    <a:pt x="640294" y="1533327"/>
                  </a:lnTo>
                  <a:lnTo>
                    <a:pt x="654020" y="1533262"/>
                  </a:lnTo>
                  <a:lnTo>
                    <a:pt x="679618" y="1506494"/>
                  </a:lnTo>
                  <a:lnTo>
                    <a:pt x="713692" y="1453911"/>
                  </a:lnTo>
                  <a:lnTo>
                    <a:pt x="742384" y="1397939"/>
                  </a:lnTo>
                  <a:lnTo>
                    <a:pt x="751839" y="1361005"/>
                  </a:lnTo>
                  <a:lnTo>
                    <a:pt x="742423" y="1331402"/>
                  </a:lnTo>
                  <a:lnTo>
                    <a:pt x="704297" y="1222438"/>
                  </a:lnTo>
                  <a:lnTo>
                    <a:pt x="685081" y="1164510"/>
                  </a:lnTo>
                  <a:lnTo>
                    <a:pt x="672092" y="1118573"/>
                  </a:lnTo>
                  <a:lnTo>
                    <a:pt x="662607" y="1082284"/>
                  </a:lnTo>
                  <a:lnTo>
                    <a:pt x="648662" y="1036662"/>
                  </a:lnTo>
                  <a:lnTo>
                    <a:pt x="631290" y="985665"/>
                  </a:lnTo>
                  <a:lnTo>
                    <a:pt x="611526" y="933249"/>
                  </a:lnTo>
                  <a:lnTo>
                    <a:pt x="590402" y="883373"/>
                  </a:lnTo>
                  <a:lnTo>
                    <a:pt x="568954" y="839995"/>
                  </a:lnTo>
                  <a:lnTo>
                    <a:pt x="552809" y="810026"/>
                  </a:lnTo>
                  <a:lnTo>
                    <a:pt x="504723" y="718891"/>
                  </a:lnTo>
                  <a:lnTo>
                    <a:pt x="362624" y="447512"/>
                  </a:lnTo>
                  <a:lnTo>
                    <a:pt x="342497" y="409504"/>
                  </a:lnTo>
                  <a:lnTo>
                    <a:pt x="328647" y="383841"/>
                  </a:lnTo>
                  <a:lnTo>
                    <a:pt x="312351" y="346747"/>
                  </a:lnTo>
                  <a:lnTo>
                    <a:pt x="297501" y="299727"/>
                  </a:lnTo>
                  <a:lnTo>
                    <a:pt x="284128" y="246680"/>
                  </a:lnTo>
                  <a:lnTo>
                    <a:pt x="272260" y="191507"/>
                  </a:lnTo>
                  <a:lnTo>
                    <a:pt x="261929" y="138105"/>
                  </a:lnTo>
                  <a:lnTo>
                    <a:pt x="253163" y="90374"/>
                  </a:lnTo>
                  <a:lnTo>
                    <a:pt x="229517" y="39323"/>
                  </a:lnTo>
                  <a:lnTo>
                    <a:pt x="191620" y="12093"/>
                  </a:lnTo>
                  <a:lnTo>
                    <a:pt x="153126" y="1410"/>
                  </a:lnTo>
                  <a:lnTo>
                    <a:pt x="12769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0314806" y="4140117"/>
              <a:ext cx="267970" cy="539750"/>
            </a:xfrm>
            <a:custGeom>
              <a:avLst/>
              <a:gdLst/>
              <a:ahLst/>
              <a:cxnLst/>
              <a:rect l="l" t="t" r="r" b="b"/>
              <a:pathLst>
                <a:path w="267970" h="539750">
                  <a:moveTo>
                    <a:pt x="127690" y="0"/>
                  </a:moveTo>
                  <a:lnTo>
                    <a:pt x="63276" y="22153"/>
                  </a:lnTo>
                  <a:lnTo>
                    <a:pt x="19202" y="76904"/>
                  </a:lnTo>
                  <a:lnTo>
                    <a:pt x="6208" y="114824"/>
                  </a:lnTo>
                  <a:lnTo>
                    <a:pt x="0" y="158876"/>
                  </a:lnTo>
                  <a:lnTo>
                    <a:pt x="1142" y="208389"/>
                  </a:lnTo>
                  <a:lnTo>
                    <a:pt x="10201" y="262691"/>
                  </a:lnTo>
                  <a:lnTo>
                    <a:pt x="27745" y="321110"/>
                  </a:lnTo>
                  <a:lnTo>
                    <a:pt x="56567" y="398687"/>
                  </a:lnTo>
                  <a:lnTo>
                    <a:pt x="78893" y="456338"/>
                  </a:lnTo>
                  <a:lnTo>
                    <a:pt x="95373" y="497047"/>
                  </a:lnTo>
                  <a:lnTo>
                    <a:pt x="113387" y="539575"/>
                  </a:lnTo>
                  <a:lnTo>
                    <a:pt x="117828" y="494019"/>
                  </a:lnTo>
                  <a:lnTo>
                    <a:pt x="126193" y="448182"/>
                  </a:lnTo>
                  <a:lnTo>
                    <a:pt x="138642" y="402091"/>
                  </a:lnTo>
                  <a:lnTo>
                    <a:pt x="155336" y="355773"/>
                  </a:lnTo>
                  <a:lnTo>
                    <a:pt x="176434" y="309254"/>
                  </a:lnTo>
                  <a:lnTo>
                    <a:pt x="202097" y="262561"/>
                  </a:lnTo>
                  <a:lnTo>
                    <a:pt x="232485" y="215720"/>
                  </a:lnTo>
                  <a:lnTo>
                    <a:pt x="267759" y="168759"/>
                  </a:lnTo>
                  <a:lnTo>
                    <a:pt x="253152" y="90374"/>
                  </a:lnTo>
                  <a:lnTo>
                    <a:pt x="229513" y="39323"/>
                  </a:lnTo>
                  <a:lnTo>
                    <a:pt x="191619" y="12093"/>
                  </a:lnTo>
                  <a:lnTo>
                    <a:pt x="153126" y="1410"/>
                  </a:lnTo>
                  <a:lnTo>
                    <a:pt x="127690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9058936" y="3440474"/>
              <a:ext cx="1607185" cy="2098675"/>
            </a:xfrm>
            <a:custGeom>
              <a:avLst/>
              <a:gdLst/>
              <a:ahLst/>
              <a:cxnLst/>
              <a:rect l="l" t="t" r="r" b="b"/>
              <a:pathLst>
                <a:path w="1607184" h="2098675">
                  <a:moveTo>
                    <a:pt x="1606842" y="822985"/>
                  </a:moveTo>
                  <a:lnTo>
                    <a:pt x="1581226" y="744131"/>
                  </a:lnTo>
                  <a:lnTo>
                    <a:pt x="1519580" y="566801"/>
                  </a:lnTo>
                  <a:lnTo>
                    <a:pt x="1444675" y="379869"/>
                  </a:lnTo>
                  <a:lnTo>
                    <a:pt x="1394637" y="297484"/>
                  </a:lnTo>
                  <a:lnTo>
                    <a:pt x="1393355" y="291541"/>
                  </a:lnTo>
                  <a:lnTo>
                    <a:pt x="1385684" y="278587"/>
                  </a:lnTo>
                  <a:lnTo>
                    <a:pt x="1380591" y="274358"/>
                  </a:lnTo>
                  <a:lnTo>
                    <a:pt x="1379296" y="272211"/>
                  </a:lnTo>
                  <a:lnTo>
                    <a:pt x="1376400" y="270865"/>
                  </a:lnTo>
                  <a:lnTo>
                    <a:pt x="1366151" y="262318"/>
                  </a:lnTo>
                  <a:lnTo>
                    <a:pt x="1336040" y="242277"/>
                  </a:lnTo>
                  <a:lnTo>
                    <a:pt x="1297012" y="219303"/>
                  </a:lnTo>
                  <a:lnTo>
                    <a:pt x="1250734" y="194157"/>
                  </a:lnTo>
                  <a:lnTo>
                    <a:pt x="1198880" y="167652"/>
                  </a:lnTo>
                  <a:lnTo>
                    <a:pt x="1143114" y="140589"/>
                  </a:lnTo>
                  <a:lnTo>
                    <a:pt x="1085126" y="113779"/>
                  </a:lnTo>
                  <a:lnTo>
                    <a:pt x="1026566" y="87998"/>
                  </a:lnTo>
                  <a:lnTo>
                    <a:pt x="969111" y="64071"/>
                  </a:lnTo>
                  <a:lnTo>
                    <a:pt x="914438" y="42773"/>
                  </a:lnTo>
                  <a:lnTo>
                    <a:pt x="864209" y="24917"/>
                  </a:lnTo>
                  <a:lnTo>
                    <a:pt x="820102" y="11303"/>
                  </a:lnTo>
                  <a:lnTo>
                    <a:pt x="756920" y="0"/>
                  </a:lnTo>
                  <a:lnTo>
                    <a:pt x="699046" y="3886"/>
                  </a:lnTo>
                  <a:lnTo>
                    <a:pt x="639889" y="12700"/>
                  </a:lnTo>
                  <a:lnTo>
                    <a:pt x="580021" y="25857"/>
                  </a:lnTo>
                  <a:lnTo>
                    <a:pt x="520065" y="42760"/>
                  </a:lnTo>
                  <a:lnTo>
                    <a:pt x="460603" y="62801"/>
                  </a:lnTo>
                  <a:lnTo>
                    <a:pt x="402234" y="85369"/>
                  </a:lnTo>
                  <a:lnTo>
                    <a:pt x="345554" y="109880"/>
                  </a:lnTo>
                  <a:lnTo>
                    <a:pt x="291160" y="135712"/>
                  </a:lnTo>
                  <a:lnTo>
                    <a:pt x="239649" y="162280"/>
                  </a:lnTo>
                  <a:lnTo>
                    <a:pt x="191604" y="188976"/>
                  </a:lnTo>
                  <a:lnTo>
                    <a:pt x="147637" y="215201"/>
                  </a:lnTo>
                  <a:lnTo>
                    <a:pt x="108331" y="240347"/>
                  </a:lnTo>
                  <a:lnTo>
                    <a:pt x="74295" y="263829"/>
                  </a:lnTo>
                  <a:lnTo>
                    <a:pt x="24396" y="303339"/>
                  </a:lnTo>
                  <a:lnTo>
                    <a:pt x="1435" y="336562"/>
                  </a:lnTo>
                  <a:lnTo>
                    <a:pt x="0" y="398640"/>
                  </a:lnTo>
                  <a:lnTo>
                    <a:pt x="279" y="431088"/>
                  </a:lnTo>
                  <a:lnTo>
                    <a:pt x="1905" y="511289"/>
                  </a:lnTo>
                  <a:lnTo>
                    <a:pt x="3238" y="558266"/>
                  </a:lnTo>
                  <a:lnTo>
                    <a:pt x="6934" y="664057"/>
                  </a:lnTo>
                  <a:lnTo>
                    <a:pt x="11912" y="783031"/>
                  </a:lnTo>
                  <a:lnTo>
                    <a:pt x="18122" y="912101"/>
                  </a:lnTo>
                  <a:lnTo>
                    <a:pt x="21666" y="979462"/>
                  </a:lnTo>
                  <a:lnTo>
                    <a:pt x="25501" y="1048181"/>
                  </a:lnTo>
                  <a:lnTo>
                    <a:pt x="29603" y="1117866"/>
                  </a:lnTo>
                  <a:lnTo>
                    <a:pt x="33985" y="1188148"/>
                  </a:lnTo>
                  <a:lnTo>
                    <a:pt x="38620" y="1258633"/>
                  </a:lnTo>
                  <a:lnTo>
                    <a:pt x="43510" y="1328940"/>
                  </a:lnTo>
                  <a:lnTo>
                    <a:pt x="48628" y="1398663"/>
                  </a:lnTo>
                  <a:lnTo>
                    <a:pt x="54000" y="1467434"/>
                  </a:lnTo>
                  <a:lnTo>
                    <a:pt x="59601" y="1534858"/>
                  </a:lnTo>
                  <a:lnTo>
                    <a:pt x="65405" y="1600555"/>
                  </a:lnTo>
                  <a:lnTo>
                    <a:pt x="71437" y="1664131"/>
                  </a:lnTo>
                  <a:lnTo>
                    <a:pt x="77673" y="1725193"/>
                  </a:lnTo>
                  <a:lnTo>
                    <a:pt x="84099" y="1783372"/>
                  </a:lnTo>
                  <a:lnTo>
                    <a:pt x="90716" y="1838274"/>
                  </a:lnTo>
                  <a:lnTo>
                    <a:pt x="97510" y="1889506"/>
                  </a:lnTo>
                  <a:lnTo>
                    <a:pt x="104482" y="1936673"/>
                  </a:lnTo>
                  <a:lnTo>
                    <a:pt x="111607" y="1979409"/>
                  </a:lnTo>
                  <a:lnTo>
                    <a:pt x="118897" y="2017331"/>
                  </a:lnTo>
                  <a:lnTo>
                    <a:pt x="133921" y="2077123"/>
                  </a:lnTo>
                  <a:lnTo>
                    <a:pt x="141630" y="2098230"/>
                  </a:lnTo>
                  <a:lnTo>
                    <a:pt x="270560" y="1994027"/>
                  </a:lnTo>
                  <a:lnTo>
                    <a:pt x="364921" y="1945106"/>
                  </a:lnTo>
                  <a:lnTo>
                    <a:pt x="470992" y="1938731"/>
                  </a:lnTo>
                  <a:lnTo>
                    <a:pt x="635000" y="1962124"/>
                  </a:lnTo>
                  <a:lnTo>
                    <a:pt x="847039" y="1989239"/>
                  </a:lnTo>
                  <a:lnTo>
                    <a:pt x="1042593" y="2004656"/>
                  </a:lnTo>
                  <a:lnTo>
                    <a:pt x="1186040" y="2011565"/>
                  </a:lnTo>
                  <a:lnTo>
                    <a:pt x="1241780" y="2013165"/>
                  </a:lnTo>
                  <a:lnTo>
                    <a:pt x="1209535" y="1767814"/>
                  </a:lnTo>
                  <a:lnTo>
                    <a:pt x="1196416" y="1602740"/>
                  </a:lnTo>
                  <a:lnTo>
                    <a:pt x="1200315" y="1442974"/>
                  </a:lnTo>
                  <a:lnTo>
                    <a:pt x="1219098" y="1213573"/>
                  </a:lnTo>
                  <a:lnTo>
                    <a:pt x="1225372" y="1155065"/>
                  </a:lnTo>
                  <a:lnTo>
                    <a:pt x="1233754" y="1095463"/>
                  </a:lnTo>
                  <a:lnTo>
                    <a:pt x="1243939" y="1035177"/>
                  </a:lnTo>
                  <a:lnTo>
                    <a:pt x="1255610" y="974585"/>
                  </a:lnTo>
                  <a:lnTo>
                    <a:pt x="1264119" y="934491"/>
                  </a:lnTo>
                  <a:lnTo>
                    <a:pt x="1288656" y="939685"/>
                  </a:lnTo>
                  <a:lnTo>
                    <a:pt x="1353616" y="942047"/>
                  </a:lnTo>
                  <a:lnTo>
                    <a:pt x="1436725" y="931443"/>
                  </a:lnTo>
                  <a:lnTo>
                    <a:pt x="1507566" y="915390"/>
                  </a:lnTo>
                  <a:lnTo>
                    <a:pt x="1548892" y="898753"/>
                  </a:lnTo>
                  <a:lnTo>
                    <a:pt x="1576679" y="871334"/>
                  </a:lnTo>
                  <a:lnTo>
                    <a:pt x="1606842" y="822985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060216" y="3925467"/>
              <a:ext cx="539115" cy="1613535"/>
            </a:xfrm>
            <a:custGeom>
              <a:avLst/>
              <a:gdLst/>
              <a:ahLst/>
              <a:cxnLst/>
              <a:rect l="l" t="t" r="r" b="b"/>
              <a:pathLst>
                <a:path w="539115" h="1613535">
                  <a:moveTo>
                    <a:pt x="0" y="0"/>
                  </a:moveTo>
                  <a:lnTo>
                    <a:pt x="2259" y="82285"/>
                  </a:lnTo>
                  <a:lnTo>
                    <a:pt x="5598" y="177361"/>
                  </a:lnTo>
                  <a:lnTo>
                    <a:pt x="9972" y="283017"/>
                  </a:lnTo>
                  <a:lnTo>
                    <a:pt x="15336" y="397041"/>
                  </a:lnTo>
                  <a:lnTo>
                    <a:pt x="21643" y="517223"/>
                  </a:lnTo>
                  <a:lnTo>
                    <a:pt x="28850" y="641351"/>
                  </a:lnTo>
                  <a:lnTo>
                    <a:pt x="36909" y="767215"/>
                  </a:lnTo>
                  <a:lnTo>
                    <a:pt x="41245" y="830106"/>
                  </a:lnTo>
                  <a:lnTo>
                    <a:pt x="45777" y="892602"/>
                  </a:lnTo>
                  <a:lnTo>
                    <a:pt x="50499" y="954426"/>
                  </a:lnTo>
                  <a:lnTo>
                    <a:pt x="55407" y="1015302"/>
                  </a:lnTo>
                  <a:lnTo>
                    <a:pt x="60494" y="1074954"/>
                  </a:lnTo>
                  <a:lnTo>
                    <a:pt x="65755" y="1133104"/>
                  </a:lnTo>
                  <a:lnTo>
                    <a:pt x="71183" y="1189477"/>
                  </a:lnTo>
                  <a:lnTo>
                    <a:pt x="76774" y="1243797"/>
                  </a:lnTo>
                  <a:lnTo>
                    <a:pt x="82521" y="1295786"/>
                  </a:lnTo>
                  <a:lnTo>
                    <a:pt x="88420" y="1345168"/>
                  </a:lnTo>
                  <a:lnTo>
                    <a:pt x="94463" y="1391668"/>
                  </a:lnTo>
                  <a:lnTo>
                    <a:pt x="100647" y="1435009"/>
                  </a:lnTo>
                  <a:lnTo>
                    <a:pt x="106964" y="1474913"/>
                  </a:lnTo>
                  <a:lnTo>
                    <a:pt x="119978" y="1543310"/>
                  </a:lnTo>
                  <a:lnTo>
                    <a:pt x="133460" y="1594648"/>
                  </a:lnTo>
                  <a:lnTo>
                    <a:pt x="140362" y="1613228"/>
                  </a:lnTo>
                  <a:lnTo>
                    <a:pt x="170205" y="1591146"/>
                  </a:lnTo>
                  <a:lnTo>
                    <a:pt x="253145" y="1542415"/>
                  </a:lnTo>
                  <a:lnTo>
                    <a:pt x="379295" y="1493309"/>
                  </a:lnTo>
                  <a:lnTo>
                    <a:pt x="538768" y="1470101"/>
                  </a:lnTo>
                  <a:lnTo>
                    <a:pt x="496998" y="1440489"/>
                  </a:lnTo>
                  <a:lnTo>
                    <a:pt x="461771" y="1407688"/>
                  </a:lnTo>
                  <a:lnTo>
                    <a:pt x="432118" y="1371852"/>
                  </a:lnTo>
                  <a:lnTo>
                    <a:pt x="407069" y="1333135"/>
                  </a:lnTo>
                  <a:lnTo>
                    <a:pt x="385654" y="1291692"/>
                  </a:lnTo>
                  <a:lnTo>
                    <a:pt x="366903" y="1247676"/>
                  </a:lnTo>
                  <a:lnTo>
                    <a:pt x="349847" y="1201243"/>
                  </a:lnTo>
                  <a:lnTo>
                    <a:pt x="333514" y="1152545"/>
                  </a:lnTo>
                  <a:lnTo>
                    <a:pt x="316936" y="1101737"/>
                  </a:lnTo>
                  <a:lnTo>
                    <a:pt x="299142" y="1048973"/>
                  </a:lnTo>
                  <a:lnTo>
                    <a:pt x="285045" y="1004823"/>
                  </a:lnTo>
                  <a:lnTo>
                    <a:pt x="272910" y="959268"/>
                  </a:lnTo>
                  <a:lnTo>
                    <a:pt x="262577" y="912487"/>
                  </a:lnTo>
                  <a:lnTo>
                    <a:pt x="253887" y="864661"/>
                  </a:lnTo>
                  <a:lnTo>
                    <a:pt x="246680" y="815971"/>
                  </a:lnTo>
                  <a:lnTo>
                    <a:pt x="240798" y="766596"/>
                  </a:lnTo>
                  <a:lnTo>
                    <a:pt x="236081" y="716718"/>
                  </a:lnTo>
                  <a:lnTo>
                    <a:pt x="232369" y="666516"/>
                  </a:lnTo>
                  <a:lnTo>
                    <a:pt x="229504" y="616171"/>
                  </a:lnTo>
                  <a:lnTo>
                    <a:pt x="227325" y="565863"/>
                  </a:lnTo>
                  <a:lnTo>
                    <a:pt x="225674" y="515773"/>
                  </a:lnTo>
                  <a:lnTo>
                    <a:pt x="224391" y="466082"/>
                  </a:lnTo>
                  <a:lnTo>
                    <a:pt x="221156" y="321198"/>
                  </a:lnTo>
                  <a:lnTo>
                    <a:pt x="219752" y="274902"/>
                  </a:lnTo>
                  <a:lnTo>
                    <a:pt x="212511" y="227090"/>
                  </a:lnTo>
                  <a:lnTo>
                    <a:pt x="195567" y="183163"/>
                  </a:lnTo>
                  <a:lnTo>
                    <a:pt x="170881" y="143099"/>
                  </a:lnTo>
                  <a:lnTo>
                    <a:pt x="140417" y="106878"/>
                  </a:lnTo>
                  <a:lnTo>
                    <a:pt x="106134" y="74479"/>
                  </a:lnTo>
                  <a:lnTo>
                    <a:pt x="69996" y="45880"/>
                  </a:lnTo>
                  <a:lnTo>
                    <a:pt x="33964" y="210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4CC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670266" y="4176380"/>
              <a:ext cx="544830" cy="1909445"/>
            </a:xfrm>
            <a:custGeom>
              <a:avLst/>
              <a:gdLst/>
              <a:ahLst/>
              <a:cxnLst/>
              <a:rect l="l" t="t" r="r" b="b"/>
              <a:pathLst>
                <a:path w="544829" h="1909445">
                  <a:moveTo>
                    <a:pt x="362114" y="0"/>
                  </a:moveTo>
                  <a:lnTo>
                    <a:pt x="309925" y="14043"/>
                  </a:lnTo>
                  <a:lnTo>
                    <a:pt x="269904" y="61881"/>
                  </a:lnTo>
                  <a:lnTo>
                    <a:pt x="253018" y="98919"/>
                  </a:lnTo>
                  <a:lnTo>
                    <a:pt x="237449" y="144943"/>
                  </a:lnTo>
                  <a:lnTo>
                    <a:pt x="222621" y="200132"/>
                  </a:lnTo>
                  <a:lnTo>
                    <a:pt x="207960" y="264663"/>
                  </a:lnTo>
                  <a:lnTo>
                    <a:pt x="192889" y="338717"/>
                  </a:lnTo>
                  <a:lnTo>
                    <a:pt x="185145" y="380878"/>
                  </a:lnTo>
                  <a:lnTo>
                    <a:pt x="177396" y="428054"/>
                  </a:lnTo>
                  <a:lnTo>
                    <a:pt x="169672" y="479602"/>
                  </a:lnTo>
                  <a:lnTo>
                    <a:pt x="162004" y="534877"/>
                  </a:lnTo>
                  <a:lnTo>
                    <a:pt x="154422" y="593235"/>
                  </a:lnTo>
                  <a:lnTo>
                    <a:pt x="146956" y="654034"/>
                  </a:lnTo>
                  <a:lnTo>
                    <a:pt x="139638" y="716628"/>
                  </a:lnTo>
                  <a:lnTo>
                    <a:pt x="132497" y="780375"/>
                  </a:lnTo>
                  <a:lnTo>
                    <a:pt x="125563" y="844629"/>
                  </a:lnTo>
                  <a:lnTo>
                    <a:pt x="112440" y="972086"/>
                  </a:lnTo>
                  <a:lnTo>
                    <a:pt x="100512" y="1093849"/>
                  </a:lnTo>
                  <a:lnTo>
                    <a:pt x="71683" y="1400805"/>
                  </a:lnTo>
                  <a:lnTo>
                    <a:pt x="69610" y="1420932"/>
                  </a:lnTo>
                  <a:lnTo>
                    <a:pt x="68139" y="1433197"/>
                  </a:lnTo>
                  <a:lnTo>
                    <a:pt x="58065" y="1475526"/>
                  </a:lnTo>
                  <a:lnTo>
                    <a:pt x="41322" y="1526157"/>
                  </a:lnTo>
                  <a:lnTo>
                    <a:pt x="22812" y="1577740"/>
                  </a:lnTo>
                  <a:lnTo>
                    <a:pt x="7435" y="1622925"/>
                  </a:lnTo>
                  <a:lnTo>
                    <a:pt x="89" y="1654363"/>
                  </a:lnTo>
                  <a:lnTo>
                    <a:pt x="0" y="1685419"/>
                  </a:lnTo>
                  <a:lnTo>
                    <a:pt x="2569" y="1717806"/>
                  </a:lnTo>
                  <a:lnTo>
                    <a:pt x="5671" y="1743282"/>
                  </a:lnTo>
                  <a:lnTo>
                    <a:pt x="7178" y="1753606"/>
                  </a:lnTo>
                  <a:lnTo>
                    <a:pt x="41198" y="1774872"/>
                  </a:lnTo>
                  <a:lnTo>
                    <a:pt x="53780" y="1802030"/>
                  </a:lnTo>
                  <a:lnTo>
                    <a:pt x="62109" y="1816694"/>
                  </a:lnTo>
                  <a:lnTo>
                    <a:pt x="69906" y="1823916"/>
                  </a:lnTo>
                  <a:lnTo>
                    <a:pt x="80893" y="1828745"/>
                  </a:lnTo>
                  <a:lnTo>
                    <a:pt x="97332" y="1862988"/>
                  </a:lnTo>
                  <a:lnTo>
                    <a:pt x="111377" y="1879423"/>
                  </a:lnTo>
                  <a:lnTo>
                    <a:pt x="130737" y="1882568"/>
                  </a:lnTo>
                  <a:lnTo>
                    <a:pt x="163121" y="1876942"/>
                  </a:lnTo>
                  <a:lnTo>
                    <a:pt x="178493" y="1897345"/>
                  </a:lnTo>
                  <a:lnTo>
                    <a:pt x="190410" y="1907246"/>
                  </a:lnTo>
                  <a:lnTo>
                    <a:pt x="204986" y="1909438"/>
                  </a:lnTo>
                  <a:lnTo>
                    <a:pt x="228333" y="1906711"/>
                  </a:lnTo>
                  <a:lnTo>
                    <a:pt x="254406" y="1899227"/>
                  </a:lnTo>
                  <a:lnTo>
                    <a:pt x="269980" y="1887223"/>
                  </a:lnTo>
                  <a:lnTo>
                    <a:pt x="270403" y="1873623"/>
                  </a:lnTo>
                  <a:lnTo>
                    <a:pt x="251024" y="1861351"/>
                  </a:lnTo>
                  <a:lnTo>
                    <a:pt x="228227" y="1840594"/>
                  </a:lnTo>
                  <a:lnTo>
                    <a:pt x="218590" y="1803755"/>
                  </a:lnTo>
                  <a:lnTo>
                    <a:pt x="217725" y="1757081"/>
                  </a:lnTo>
                  <a:lnTo>
                    <a:pt x="221245" y="1706822"/>
                  </a:lnTo>
                  <a:lnTo>
                    <a:pt x="227515" y="1679860"/>
                  </a:lnTo>
                  <a:lnTo>
                    <a:pt x="235245" y="1688918"/>
                  </a:lnTo>
                  <a:lnTo>
                    <a:pt x="240582" y="1718977"/>
                  </a:lnTo>
                  <a:lnTo>
                    <a:pt x="239673" y="1755019"/>
                  </a:lnTo>
                  <a:lnTo>
                    <a:pt x="235248" y="1781781"/>
                  </a:lnTo>
                  <a:lnTo>
                    <a:pt x="234007" y="1796845"/>
                  </a:lnTo>
                  <a:lnTo>
                    <a:pt x="238082" y="1804465"/>
                  </a:lnTo>
                  <a:lnTo>
                    <a:pt x="249600" y="1808892"/>
                  </a:lnTo>
                  <a:lnTo>
                    <a:pt x="267144" y="1804198"/>
                  </a:lnTo>
                  <a:lnTo>
                    <a:pt x="285752" y="1776642"/>
                  </a:lnTo>
                  <a:lnTo>
                    <a:pt x="302233" y="1718780"/>
                  </a:lnTo>
                  <a:lnTo>
                    <a:pt x="313399" y="1623170"/>
                  </a:lnTo>
                  <a:lnTo>
                    <a:pt x="313420" y="1567732"/>
                  </a:lnTo>
                  <a:lnTo>
                    <a:pt x="306449" y="1531018"/>
                  </a:lnTo>
                  <a:lnTo>
                    <a:pt x="294690" y="1506926"/>
                  </a:lnTo>
                  <a:lnTo>
                    <a:pt x="280353" y="1489355"/>
                  </a:lnTo>
                  <a:lnTo>
                    <a:pt x="265643" y="1472206"/>
                  </a:lnTo>
                  <a:lnTo>
                    <a:pt x="252768" y="1449377"/>
                  </a:lnTo>
                  <a:lnTo>
                    <a:pt x="243935" y="1414768"/>
                  </a:lnTo>
                  <a:lnTo>
                    <a:pt x="243321" y="1399656"/>
                  </a:lnTo>
                  <a:lnTo>
                    <a:pt x="244926" y="1379340"/>
                  </a:lnTo>
                  <a:lnTo>
                    <a:pt x="254200" y="1324359"/>
                  </a:lnTo>
                  <a:lnTo>
                    <a:pt x="270580" y="1252346"/>
                  </a:lnTo>
                  <a:lnTo>
                    <a:pt x="281065" y="1210739"/>
                  </a:lnTo>
                  <a:lnTo>
                    <a:pt x="292884" y="1165820"/>
                  </a:lnTo>
                  <a:lnTo>
                    <a:pt x="305889" y="1117903"/>
                  </a:lnTo>
                  <a:lnTo>
                    <a:pt x="319933" y="1067303"/>
                  </a:lnTo>
                  <a:lnTo>
                    <a:pt x="350548" y="959316"/>
                  </a:lnTo>
                  <a:lnTo>
                    <a:pt x="417758" y="725011"/>
                  </a:lnTo>
                  <a:lnTo>
                    <a:pt x="451993" y="603735"/>
                  </a:lnTo>
                  <a:lnTo>
                    <a:pt x="468753" y="543169"/>
                  </a:lnTo>
                  <a:lnTo>
                    <a:pt x="485076" y="483071"/>
                  </a:lnTo>
                  <a:lnTo>
                    <a:pt x="500817" y="423757"/>
                  </a:lnTo>
                  <a:lnTo>
                    <a:pt x="515827" y="365540"/>
                  </a:lnTo>
                  <a:lnTo>
                    <a:pt x="529960" y="308737"/>
                  </a:lnTo>
                  <a:lnTo>
                    <a:pt x="543067" y="253662"/>
                  </a:lnTo>
                  <a:lnTo>
                    <a:pt x="544708" y="134350"/>
                  </a:lnTo>
                  <a:lnTo>
                    <a:pt x="504083" y="62622"/>
                  </a:lnTo>
                  <a:lnTo>
                    <a:pt x="454950" y="27578"/>
                  </a:lnTo>
                  <a:lnTo>
                    <a:pt x="431071" y="18318"/>
                  </a:lnTo>
                  <a:lnTo>
                    <a:pt x="394209" y="5203"/>
                  </a:lnTo>
                  <a:lnTo>
                    <a:pt x="362114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8896428" y="4176893"/>
              <a:ext cx="340995" cy="401320"/>
            </a:xfrm>
            <a:custGeom>
              <a:avLst/>
              <a:gdLst/>
              <a:ahLst/>
              <a:cxnLst/>
              <a:rect l="l" t="t" r="r" b="b"/>
              <a:pathLst>
                <a:path w="340995" h="401320">
                  <a:moveTo>
                    <a:pt x="121437" y="0"/>
                  </a:moveTo>
                  <a:lnTo>
                    <a:pt x="62418" y="33523"/>
                  </a:lnTo>
                  <a:lnTo>
                    <a:pt x="39258" y="70372"/>
                  </a:lnTo>
                  <a:lnTo>
                    <a:pt x="18828" y="121062"/>
                  </a:lnTo>
                  <a:lnTo>
                    <a:pt x="0" y="185928"/>
                  </a:lnTo>
                  <a:lnTo>
                    <a:pt x="44431" y="209791"/>
                  </a:lnTo>
                  <a:lnTo>
                    <a:pt x="87402" y="236468"/>
                  </a:lnTo>
                  <a:lnTo>
                    <a:pt x="128913" y="265647"/>
                  </a:lnTo>
                  <a:lnTo>
                    <a:pt x="168966" y="297015"/>
                  </a:lnTo>
                  <a:lnTo>
                    <a:pt x="207560" y="330261"/>
                  </a:lnTo>
                  <a:lnTo>
                    <a:pt x="244697" y="365072"/>
                  </a:lnTo>
                  <a:lnTo>
                    <a:pt x="280378" y="401136"/>
                  </a:lnTo>
                  <a:lnTo>
                    <a:pt x="299485" y="325741"/>
                  </a:lnTo>
                  <a:lnTo>
                    <a:pt x="308435" y="289044"/>
                  </a:lnTo>
                  <a:lnTo>
                    <a:pt x="316911" y="253151"/>
                  </a:lnTo>
                  <a:lnTo>
                    <a:pt x="340676" y="139421"/>
                  </a:lnTo>
                  <a:lnTo>
                    <a:pt x="336930" y="76996"/>
                  </a:lnTo>
                  <a:lnTo>
                    <a:pt x="295173" y="43813"/>
                  </a:lnTo>
                  <a:lnTo>
                    <a:pt x="204904" y="17807"/>
                  </a:lnTo>
                  <a:lnTo>
                    <a:pt x="159551" y="2655"/>
                  </a:lnTo>
                  <a:lnTo>
                    <a:pt x="121437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8857491" y="3650297"/>
              <a:ext cx="530225" cy="836930"/>
            </a:xfrm>
            <a:custGeom>
              <a:avLst/>
              <a:gdLst/>
              <a:ahLst/>
              <a:cxnLst/>
              <a:rect l="l" t="t" r="r" b="b"/>
              <a:pathLst>
                <a:path w="530225" h="836929">
                  <a:moveTo>
                    <a:pt x="365768" y="0"/>
                  </a:moveTo>
                  <a:lnTo>
                    <a:pt x="299156" y="44743"/>
                  </a:lnTo>
                  <a:lnTo>
                    <a:pt x="246514" y="81242"/>
                  </a:lnTo>
                  <a:lnTo>
                    <a:pt x="205925" y="111375"/>
                  </a:lnTo>
                  <a:lnTo>
                    <a:pt x="175472" y="137021"/>
                  </a:lnTo>
                  <a:lnTo>
                    <a:pt x="137305" y="182369"/>
                  </a:lnTo>
                  <a:lnTo>
                    <a:pt x="116676" y="232319"/>
                  </a:lnTo>
                  <a:lnTo>
                    <a:pt x="98247" y="301902"/>
                  </a:lnTo>
                  <a:lnTo>
                    <a:pt x="85065" y="348753"/>
                  </a:lnTo>
                  <a:lnTo>
                    <a:pt x="47849" y="479406"/>
                  </a:lnTo>
                  <a:lnTo>
                    <a:pt x="21266" y="581617"/>
                  </a:lnTo>
                  <a:lnTo>
                    <a:pt x="5316" y="648208"/>
                  </a:lnTo>
                  <a:lnTo>
                    <a:pt x="0" y="672000"/>
                  </a:lnTo>
                  <a:lnTo>
                    <a:pt x="185895" y="762287"/>
                  </a:lnTo>
                  <a:lnTo>
                    <a:pt x="285665" y="809514"/>
                  </a:lnTo>
                  <a:lnTo>
                    <a:pt x="333335" y="829098"/>
                  </a:lnTo>
                  <a:lnTo>
                    <a:pt x="362931" y="836456"/>
                  </a:lnTo>
                  <a:lnTo>
                    <a:pt x="374291" y="830236"/>
                  </a:lnTo>
                  <a:lnTo>
                    <a:pt x="400634" y="774871"/>
                  </a:lnTo>
                  <a:lnTo>
                    <a:pt x="415124" y="730492"/>
                  </a:lnTo>
                  <a:lnTo>
                    <a:pt x="430166" y="678157"/>
                  </a:lnTo>
                  <a:lnTo>
                    <a:pt x="445513" y="620250"/>
                  </a:lnTo>
                  <a:lnTo>
                    <a:pt x="460920" y="559154"/>
                  </a:lnTo>
                  <a:lnTo>
                    <a:pt x="490925" y="436922"/>
                  </a:lnTo>
                  <a:lnTo>
                    <a:pt x="505032" y="380552"/>
                  </a:lnTo>
                  <a:lnTo>
                    <a:pt x="518214" y="330522"/>
                  </a:lnTo>
                  <a:lnTo>
                    <a:pt x="530224" y="289216"/>
                  </a:lnTo>
                  <a:lnTo>
                    <a:pt x="523669" y="183017"/>
                  </a:lnTo>
                  <a:lnTo>
                    <a:pt x="465010" y="90378"/>
                  </a:lnTo>
                  <a:lnTo>
                    <a:pt x="397845" y="24853"/>
                  </a:lnTo>
                  <a:lnTo>
                    <a:pt x="365768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0803314" y="5353679"/>
              <a:ext cx="233045" cy="266065"/>
            </a:xfrm>
            <a:custGeom>
              <a:avLst/>
              <a:gdLst/>
              <a:ahLst/>
              <a:cxnLst/>
              <a:rect l="l" t="t" r="r" b="b"/>
              <a:pathLst>
                <a:path w="233045" h="266064">
                  <a:moveTo>
                    <a:pt x="112124" y="0"/>
                  </a:moveTo>
                  <a:lnTo>
                    <a:pt x="62374" y="19846"/>
                  </a:lnTo>
                  <a:lnTo>
                    <a:pt x="24358" y="72256"/>
                  </a:lnTo>
                  <a:lnTo>
                    <a:pt x="2826" y="116963"/>
                  </a:lnTo>
                  <a:lnTo>
                    <a:pt x="0" y="182686"/>
                  </a:lnTo>
                  <a:lnTo>
                    <a:pt x="19657" y="228180"/>
                  </a:lnTo>
                  <a:lnTo>
                    <a:pt x="51360" y="255290"/>
                  </a:lnTo>
                  <a:lnTo>
                    <a:pt x="84673" y="265863"/>
                  </a:lnTo>
                  <a:lnTo>
                    <a:pt x="109158" y="261744"/>
                  </a:lnTo>
                  <a:lnTo>
                    <a:pt x="128506" y="240103"/>
                  </a:lnTo>
                  <a:lnTo>
                    <a:pt x="144598" y="209689"/>
                  </a:lnTo>
                  <a:lnTo>
                    <a:pt x="156767" y="181474"/>
                  </a:lnTo>
                  <a:lnTo>
                    <a:pt x="164088" y="166941"/>
                  </a:lnTo>
                  <a:lnTo>
                    <a:pt x="173080" y="166517"/>
                  </a:lnTo>
                  <a:lnTo>
                    <a:pt x="226600" y="166517"/>
                  </a:lnTo>
                  <a:lnTo>
                    <a:pt x="231194" y="155529"/>
                  </a:lnTo>
                  <a:lnTo>
                    <a:pt x="232626" y="144606"/>
                  </a:lnTo>
                  <a:lnTo>
                    <a:pt x="227880" y="134218"/>
                  </a:lnTo>
                  <a:lnTo>
                    <a:pt x="216191" y="119445"/>
                  </a:lnTo>
                  <a:lnTo>
                    <a:pt x="212850" y="102508"/>
                  </a:lnTo>
                  <a:lnTo>
                    <a:pt x="209411" y="92948"/>
                  </a:lnTo>
                  <a:lnTo>
                    <a:pt x="203781" y="87245"/>
                  </a:lnTo>
                  <a:lnTo>
                    <a:pt x="193867" y="81875"/>
                  </a:lnTo>
                  <a:lnTo>
                    <a:pt x="199176" y="74430"/>
                  </a:lnTo>
                  <a:lnTo>
                    <a:pt x="168339" y="34379"/>
                  </a:lnTo>
                  <a:lnTo>
                    <a:pt x="166640" y="30558"/>
                  </a:lnTo>
                  <a:lnTo>
                    <a:pt x="162185" y="21885"/>
                  </a:lnTo>
                  <a:lnTo>
                    <a:pt x="155935" y="12549"/>
                  </a:lnTo>
                  <a:lnTo>
                    <a:pt x="148853" y="6736"/>
                  </a:lnTo>
                  <a:lnTo>
                    <a:pt x="135090" y="2802"/>
                  </a:lnTo>
                  <a:lnTo>
                    <a:pt x="112124" y="0"/>
                  </a:lnTo>
                  <a:close/>
                </a:path>
                <a:path w="233045" h="266064">
                  <a:moveTo>
                    <a:pt x="226600" y="166517"/>
                  </a:moveTo>
                  <a:lnTo>
                    <a:pt x="173080" y="166517"/>
                  </a:lnTo>
                  <a:lnTo>
                    <a:pt x="187125" y="171278"/>
                  </a:lnTo>
                  <a:lnTo>
                    <a:pt x="210170" y="181474"/>
                  </a:lnTo>
                  <a:lnTo>
                    <a:pt x="216547" y="183600"/>
                  </a:lnTo>
                  <a:lnTo>
                    <a:pt x="224348" y="171904"/>
                  </a:lnTo>
                  <a:lnTo>
                    <a:pt x="226600" y="166517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9628729" y="2998142"/>
              <a:ext cx="386080" cy="728980"/>
            </a:xfrm>
            <a:custGeom>
              <a:avLst/>
              <a:gdLst/>
              <a:ahLst/>
              <a:cxnLst/>
              <a:rect l="l" t="t" r="r" b="b"/>
              <a:pathLst>
                <a:path w="386079" h="728979">
                  <a:moveTo>
                    <a:pt x="325016" y="0"/>
                  </a:moveTo>
                  <a:lnTo>
                    <a:pt x="60595" y="0"/>
                  </a:lnTo>
                  <a:lnTo>
                    <a:pt x="37009" y="4763"/>
                  </a:lnTo>
                  <a:lnTo>
                    <a:pt x="17748" y="17753"/>
                  </a:lnTo>
                  <a:lnTo>
                    <a:pt x="4761" y="37017"/>
                  </a:lnTo>
                  <a:lnTo>
                    <a:pt x="0" y="60605"/>
                  </a:lnTo>
                  <a:lnTo>
                    <a:pt x="0" y="668115"/>
                  </a:lnTo>
                  <a:lnTo>
                    <a:pt x="4761" y="691701"/>
                  </a:lnTo>
                  <a:lnTo>
                    <a:pt x="17748" y="710962"/>
                  </a:lnTo>
                  <a:lnTo>
                    <a:pt x="37009" y="723948"/>
                  </a:lnTo>
                  <a:lnTo>
                    <a:pt x="60595" y="728710"/>
                  </a:lnTo>
                  <a:lnTo>
                    <a:pt x="325016" y="728710"/>
                  </a:lnTo>
                  <a:lnTo>
                    <a:pt x="348602" y="723948"/>
                  </a:lnTo>
                  <a:lnTo>
                    <a:pt x="367863" y="710962"/>
                  </a:lnTo>
                  <a:lnTo>
                    <a:pt x="380849" y="691701"/>
                  </a:lnTo>
                  <a:lnTo>
                    <a:pt x="385611" y="668115"/>
                  </a:lnTo>
                  <a:lnTo>
                    <a:pt x="385611" y="60605"/>
                  </a:lnTo>
                  <a:lnTo>
                    <a:pt x="380849" y="37017"/>
                  </a:lnTo>
                  <a:lnTo>
                    <a:pt x="367863" y="17753"/>
                  </a:lnTo>
                  <a:lnTo>
                    <a:pt x="348602" y="4763"/>
                  </a:lnTo>
                  <a:lnTo>
                    <a:pt x="325016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9746653" y="2998143"/>
              <a:ext cx="267970" cy="549910"/>
            </a:xfrm>
            <a:custGeom>
              <a:avLst/>
              <a:gdLst/>
              <a:ahLst/>
              <a:cxnLst/>
              <a:rect l="l" t="t" r="r" b="b"/>
              <a:pathLst>
                <a:path w="267970" h="549910">
                  <a:moveTo>
                    <a:pt x="74885" y="0"/>
                  </a:moveTo>
                  <a:lnTo>
                    <a:pt x="55563" y="966"/>
                  </a:lnTo>
                  <a:lnTo>
                    <a:pt x="36792" y="3797"/>
                  </a:lnTo>
                  <a:lnTo>
                    <a:pt x="18657" y="8388"/>
                  </a:lnTo>
                  <a:lnTo>
                    <a:pt x="1243" y="14638"/>
                  </a:lnTo>
                  <a:lnTo>
                    <a:pt x="2531" y="53623"/>
                  </a:lnTo>
                  <a:lnTo>
                    <a:pt x="2602" y="94241"/>
                  </a:lnTo>
                  <a:lnTo>
                    <a:pt x="1919" y="135980"/>
                  </a:lnTo>
                  <a:lnTo>
                    <a:pt x="153" y="220754"/>
                  </a:lnTo>
                  <a:lnTo>
                    <a:pt x="0" y="262761"/>
                  </a:lnTo>
                  <a:lnTo>
                    <a:pt x="951" y="303828"/>
                  </a:lnTo>
                  <a:lnTo>
                    <a:pt x="3472" y="343440"/>
                  </a:lnTo>
                  <a:lnTo>
                    <a:pt x="15083" y="416239"/>
                  </a:lnTo>
                  <a:lnTo>
                    <a:pt x="38549" y="477041"/>
                  </a:lnTo>
                  <a:lnTo>
                    <a:pt x="77586" y="521726"/>
                  </a:lnTo>
                  <a:lnTo>
                    <a:pt x="135911" y="546176"/>
                  </a:lnTo>
                  <a:lnTo>
                    <a:pt x="173469" y="549525"/>
                  </a:lnTo>
                  <a:lnTo>
                    <a:pt x="217242" y="546271"/>
                  </a:lnTo>
                  <a:lnTo>
                    <a:pt x="267696" y="535899"/>
                  </a:lnTo>
                  <a:lnTo>
                    <a:pt x="267696" y="192810"/>
                  </a:lnTo>
                  <a:lnTo>
                    <a:pt x="262604" y="148603"/>
                  </a:lnTo>
                  <a:lnTo>
                    <a:pt x="248099" y="108021"/>
                  </a:lnTo>
                  <a:lnTo>
                    <a:pt x="225338" y="72220"/>
                  </a:lnTo>
                  <a:lnTo>
                    <a:pt x="195479" y="42360"/>
                  </a:lnTo>
                  <a:lnTo>
                    <a:pt x="159679" y="19598"/>
                  </a:lnTo>
                  <a:lnTo>
                    <a:pt x="119095" y="5092"/>
                  </a:lnTo>
                  <a:lnTo>
                    <a:pt x="74885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9594698" y="2715469"/>
              <a:ext cx="575310" cy="803910"/>
            </a:xfrm>
            <a:custGeom>
              <a:avLst/>
              <a:gdLst/>
              <a:ahLst/>
              <a:cxnLst/>
              <a:rect l="l" t="t" r="r" b="b"/>
              <a:pathLst>
                <a:path w="575309" h="803910">
                  <a:moveTo>
                    <a:pt x="574763" y="284797"/>
                  </a:moveTo>
                  <a:lnTo>
                    <a:pt x="572046" y="235902"/>
                  </a:lnTo>
                  <a:lnTo>
                    <a:pt x="561619" y="190728"/>
                  </a:lnTo>
                  <a:lnTo>
                    <a:pt x="541794" y="144576"/>
                  </a:lnTo>
                  <a:lnTo>
                    <a:pt x="513816" y="100660"/>
                  </a:lnTo>
                  <a:lnTo>
                    <a:pt x="478929" y="62230"/>
                  </a:lnTo>
                  <a:lnTo>
                    <a:pt x="438378" y="32499"/>
                  </a:lnTo>
                  <a:lnTo>
                    <a:pt x="393407" y="14732"/>
                  </a:lnTo>
                  <a:lnTo>
                    <a:pt x="328612" y="3327"/>
                  </a:lnTo>
                  <a:lnTo>
                    <a:pt x="270421" y="0"/>
                  </a:lnTo>
                  <a:lnTo>
                    <a:pt x="218960" y="4343"/>
                  </a:lnTo>
                  <a:lnTo>
                    <a:pt x="174371" y="15925"/>
                  </a:lnTo>
                  <a:lnTo>
                    <a:pt x="136817" y="34340"/>
                  </a:lnTo>
                  <a:lnTo>
                    <a:pt x="106400" y="59156"/>
                  </a:lnTo>
                  <a:lnTo>
                    <a:pt x="83299" y="89966"/>
                  </a:lnTo>
                  <a:lnTo>
                    <a:pt x="67627" y="126339"/>
                  </a:lnTo>
                  <a:lnTo>
                    <a:pt x="59537" y="167855"/>
                  </a:lnTo>
                  <a:lnTo>
                    <a:pt x="56603" y="214922"/>
                  </a:lnTo>
                  <a:lnTo>
                    <a:pt x="56210" y="266814"/>
                  </a:lnTo>
                  <a:lnTo>
                    <a:pt x="58204" y="321437"/>
                  </a:lnTo>
                  <a:lnTo>
                    <a:pt x="58508" y="325424"/>
                  </a:lnTo>
                  <a:lnTo>
                    <a:pt x="52463" y="323799"/>
                  </a:lnTo>
                  <a:lnTo>
                    <a:pt x="28511" y="330695"/>
                  </a:lnTo>
                  <a:lnTo>
                    <a:pt x="10668" y="349542"/>
                  </a:lnTo>
                  <a:lnTo>
                    <a:pt x="596" y="377482"/>
                  </a:lnTo>
                  <a:lnTo>
                    <a:pt x="0" y="411695"/>
                  </a:lnTo>
                  <a:lnTo>
                    <a:pt x="9423" y="445909"/>
                  </a:lnTo>
                  <a:lnTo>
                    <a:pt x="26708" y="473849"/>
                  </a:lnTo>
                  <a:lnTo>
                    <a:pt x="49415" y="492696"/>
                  </a:lnTo>
                  <a:lnTo>
                    <a:pt x="75133" y="499605"/>
                  </a:lnTo>
                  <a:lnTo>
                    <a:pt x="81114" y="497890"/>
                  </a:lnTo>
                  <a:lnTo>
                    <a:pt x="87376" y="525233"/>
                  </a:lnTo>
                  <a:lnTo>
                    <a:pt x="99263" y="562013"/>
                  </a:lnTo>
                  <a:lnTo>
                    <a:pt x="133527" y="620890"/>
                  </a:lnTo>
                  <a:lnTo>
                    <a:pt x="159524" y="659384"/>
                  </a:lnTo>
                  <a:lnTo>
                    <a:pt x="190652" y="700227"/>
                  </a:lnTo>
                  <a:lnTo>
                    <a:pt x="226885" y="739241"/>
                  </a:lnTo>
                  <a:lnTo>
                    <a:pt x="268173" y="772274"/>
                  </a:lnTo>
                  <a:lnTo>
                    <a:pt x="314477" y="795147"/>
                  </a:lnTo>
                  <a:lnTo>
                    <a:pt x="365772" y="803694"/>
                  </a:lnTo>
                  <a:lnTo>
                    <a:pt x="409575" y="796150"/>
                  </a:lnTo>
                  <a:lnTo>
                    <a:pt x="447040" y="775614"/>
                  </a:lnTo>
                  <a:lnTo>
                    <a:pt x="478434" y="745261"/>
                  </a:lnTo>
                  <a:lnTo>
                    <a:pt x="503999" y="708266"/>
                  </a:lnTo>
                  <a:lnTo>
                    <a:pt x="523976" y="667766"/>
                  </a:lnTo>
                  <a:lnTo>
                    <a:pt x="538619" y="626960"/>
                  </a:lnTo>
                  <a:lnTo>
                    <a:pt x="548182" y="588975"/>
                  </a:lnTo>
                  <a:lnTo>
                    <a:pt x="557276" y="513435"/>
                  </a:lnTo>
                  <a:lnTo>
                    <a:pt x="563067" y="460057"/>
                  </a:lnTo>
                  <a:lnTo>
                    <a:pt x="568858" y="401243"/>
                  </a:lnTo>
                  <a:lnTo>
                    <a:pt x="573227" y="341363"/>
                  </a:lnTo>
                  <a:lnTo>
                    <a:pt x="574763" y="284797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013447" y="7925529"/>
              <a:ext cx="243584" cy="170971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9620575" y="3072577"/>
              <a:ext cx="70485" cy="67310"/>
            </a:xfrm>
            <a:custGeom>
              <a:avLst/>
              <a:gdLst/>
              <a:ahLst/>
              <a:cxnLst/>
              <a:rect l="l" t="t" r="r" b="b"/>
              <a:pathLst>
                <a:path w="70484" h="67310">
                  <a:moveTo>
                    <a:pt x="0" y="0"/>
                  </a:moveTo>
                  <a:lnTo>
                    <a:pt x="35787" y="1046"/>
                  </a:lnTo>
                  <a:lnTo>
                    <a:pt x="55027" y="8372"/>
                  </a:lnTo>
                  <a:lnTo>
                    <a:pt x="64296" y="28258"/>
                  </a:lnTo>
                  <a:lnTo>
                    <a:pt x="70175" y="66982"/>
                  </a:lnTo>
                </a:path>
              </a:pathLst>
            </a:custGeom>
            <a:ln w="3175">
              <a:solidFill>
                <a:srgbClr val="EBC19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1827917" y="7598678"/>
              <a:ext cx="1334135" cy="288925"/>
            </a:xfrm>
            <a:custGeom>
              <a:avLst/>
              <a:gdLst/>
              <a:ahLst/>
              <a:cxnLst/>
              <a:rect l="l" t="t" r="r" b="b"/>
              <a:pathLst>
                <a:path w="1334134" h="288925">
                  <a:moveTo>
                    <a:pt x="666827" y="0"/>
                  </a:moveTo>
                  <a:lnTo>
                    <a:pt x="594169" y="847"/>
                  </a:lnTo>
                  <a:lnTo>
                    <a:pt x="523776" y="3330"/>
                  </a:lnTo>
                  <a:lnTo>
                    <a:pt x="456057" y="7361"/>
                  </a:lnTo>
                  <a:lnTo>
                    <a:pt x="391418" y="12851"/>
                  </a:lnTo>
                  <a:lnTo>
                    <a:pt x="330265" y="19713"/>
                  </a:lnTo>
                  <a:lnTo>
                    <a:pt x="273006" y="27859"/>
                  </a:lnTo>
                  <a:lnTo>
                    <a:pt x="220047" y="37200"/>
                  </a:lnTo>
                  <a:lnTo>
                    <a:pt x="171796" y="47649"/>
                  </a:lnTo>
                  <a:lnTo>
                    <a:pt x="128658" y="59116"/>
                  </a:lnTo>
                  <a:lnTo>
                    <a:pt x="91040" y="71515"/>
                  </a:lnTo>
                  <a:lnTo>
                    <a:pt x="33995" y="98754"/>
                  </a:lnTo>
                  <a:lnTo>
                    <a:pt x="3912" y="128660"/>
                  </a:lnTo>
                  <a:lnTo>
                    <a:pt x="0" y="144393"/>
                  </a:lnTo>
                  <a:lnTo>
                    <a:pt x="3912" y="160126"/>
                  </a:lnTo>
                  <a:lnTo>
                    <a:pt x="33995" y="190032"/>
                  </a:lnTo>
                  <a:lnTo>
                    <a:pt x="91040" y="217271"/>
                  </a:lnTo>
                  <a:lnTo>
                    <a:pt x="128658" y="229670"/>
                  </a:lnTo>
                  <a:lnTo>
                    <a:pt x="171796" y="241138"/>
                  </a:lnTo>
                  <a:lnTo>
                    <a:pt x="220047" y="251586"/>
                  </a:lnTo>
                  <a:lnTo>
                    <a:pt x="273006" y="260927"/>
                  </a:lnTo>
                  <a:lnTo>
                    <a:pt x="330265" y="269073"/>
                  </a:lnTo>
                  <a:lnTo>
                    <a:pt x="391418" y="275935"/>
                  </a:lnTo>
                  <a:lnTo>
                    <a:pt x="456057" y="281425"/>
                  </a:lnTo>
                  <a:lnTo>
                    <a:pt x="523776" y="285456"/>
                  </a:lnTo>
                  <a:lnTo>
                    <a:pt x="594169" y="287939"/>
                  </a:lnTo>
                  <a:lnTo>
                    <a:pt x="666827" y="288787"/>
                  </a:lnTo>
                  <a:lnTo>
                    <a:pt x="739486" y="287939"/>
                  </a:lnTo>
                  <a:lnTo>
                    <a:pt x="809879" y="285456"/>
                  </a:lnTo>
                  <a:lnTo>
                    <a:pt x="877598" y="281425"/>
                  </a:lnTo>
                  <a:lnTo>
                    <a:pt x="942237" y="275935"/>
                  </a:lnTo>
                  <a:lnTo>
                    <a:pt x="1003390" y="269073"/>
                  </a:lnTo>
                  <a:lnTo>
                    <a:pt x="1060649" y="260927"/>
                  </a:lnTo>
                  <a:lnTo>
                    <a:pt x="1113607" y="251586"/>
                  </a:lnTo>
                  <a:lnTo>
                    <a:pt x="1161859" y="241138"/>
                  </a:lnTo>
                  <a:lnTo>
                    <a:pt x="1204997" y="229670"/>
                  </a:lnTo>
                  <a:lnTo>
                    <a:pt x="1242614" y="217271"/>
                  </a:lnTo>
                  <a:lnTo>
                    <a:pt x="1299660" y="190032"/>
                  </a:lnTo>
                  <a:lnTo>
                    <a:pt x="1329742" y="160126"/>
                  </a:lnTo>
                  <a:lnTo>
                    <a:pt x="1333655" y="144393"/>
                  </a:lnTo>
                  <a:lnTo>
                    <a:pt x="1329742" y="128660"/>
                  </a:lnTo>
                  <a:lnTo>
                    <a:pt x="1299660" y="98754"/>
                  </a:lnTo>
                  <a:lnTo>
                    <a:pt x="1242614" y="71515"/>
                  </a:lnTo>
                  <a:lnTo>
                    <a:pt x="1204997" y="59116"/>
                  </a:lnTo>
                  <a:lnTo>
                    <a:pt x="1161859" y="47649"/>
                  </a:lnTo>
                  <a:lnTo>
                    <a:pt x="1113607" y="37200"/>
                  </a:lnTo>
                  <a:lnTo>
                    <a:pt x="1060649" y="27859"/>
                  </a:lnTo>
                  <a:lnTo>
                    <a:pt x="1003390" y="19713"/>
                  </a:lnTo>
                  <a:lnTo>
                    <a:pt x="942237" y="12851"/>
                  </a:lnTo>
                  <a:lnTo>
                    <a:pt x="877598" y="7361"/>
                  </a:lnTo>
                  <a:lnTo>
                    <a:pt x="809879" y="3330"/>
                  </a:lnTo>
                  <a:lnTo>
                    <a:pt x="739486" y="847"/>
                  </a:lnTo>
                  <a:lnTo>
                    <a:pt x="66682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261956" y="7309607"/>
              <a:ext cx="214642" cy="214632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12704531" y="7889568"/>
              <a:ext cx="281940" cy="141605"/>
            </a:xfrm>
            <a:custGeom>
              <a:avLst/>
              <a:gdLst/>
              <a:ahLst/>
              <a:cxnLst/>
              <a:rect l="l" t="t" r="r" b="b"/>
              <a:pathLst>
                <a:path w="281940" h="141604">
                  <a:moveTo>
                    <a:pt x="140969" y="0"/>
                  </a:moveTo>
                  <a:lnTo>
                    <a:pt x="86099" y="5548"/>
                  </a:lnTo>
                  <a:lnTo>
                    <a:pt x="41290" y="20679"/>
                  </a:lnTo>
                  <a:lnTo>
                    <a:pt x="11078" y="43122"/>
                  </a:lnTo>
                  <a:lnTo>
                    <a:pt x="0" y="70605"/>
                  </a:lnTo>
                  <a:lnTo>
                    <a:pt x="11078" y="98087"/>
                  </a:lnTo>
                  <a:lnTo>
                    <a:pt x="41290" y="120530"/>
                  </a:lnTo>
                  <a:lnTo>
                    <a:pt x="86099" y="135661"/>
                  </a:lnTo>
                  <a:lnTo>
                    <a:pt x="140969" y="141210"/>
                  </a:lnTo>
                  <a:lnTo>
                    <a:pt x="195843" y="135661"/>
                  </a:lnTo>
                  <a:lnTo>
                    <a:pt x="240652" y="120530"/>
                  </a:lnTo>
                  <a:lnTo>
                    <a:pt x="270861" y="98087"/>
                  </a:lnTo>
                  <a:lnTo>
                    <a:pt x="281939" y="70605"/>
                  </a:lnTo>
                  <a:lnTo>
                    <a:pt x="270861" y="43122"/>
                  </a:lnTo>
                  <a:lnTo>
                    <a:pt x="240652" y="20679"/>
                  </a:lnTo>
                  <a:lnTo>
                    <a:pt x="195843" y="5548"/>
                  </a:lnTo>
                  <a:lnTo>
                    <a:pt x="140969" y="0"/>
                  </a:lnTo>
                  <a:close/>
                </a:path>
              </a:pathLst>
            </a:custGeom>
            <a:solidFill>
              <a:srgbClr val="D1DD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1253666" y="4190826"/>
              <a:ext cx="377825" cy="168910"/>
            </a:xfrm>
            <a:custGeom>
              <a:avLst/>
              <a:gdLst/>
              <a:ahLst/>
              <a:cxnLst/>
              <a:rect l="l" t="t" r="r" b="b"/>
              <a:pathLst>
                <a:path w="377825" h="168910">
                  <a:moveTo>
                    <a:pt x="270800" y="0"/>
                  </a:moveTo>
                  <a:lnTo>
                    <a:pt x="234380" y="27708"/>
                  </a:lnTo>
                  <a:lnTo>
                    <a:pt x="185177" y="92057"/>
                  </a:lnTo>
                  <a:lnTo>
                    <a:pt x="146450" y="51689"/>
                  </a:lnTo>
                  <a:lnTo>
                    <a:pt x="114251" y="34945"/>
                  </a:lnTo>
                  <a:lnTo>
                    <a:pt x="71221" y="38864"/>
                  </a:lnTo>
                  <a:lnTo>
                    <a:pt x="0" y="60487"/>
                  </a:lnTo>
                  <a:lnTo>
                    <a:pt x="56507" y="58857"/>
                  </a:lnTo>
                  <a:lnTo>
                    <a:pt x="96782" y="69554"/>
                  </a:lnTo>
                  <a:lnTo>
                    <a:pt x="140120" y="102693"/>
                  </a:lnTo>
                  <a:lnTo>
                    <a:pt x="205815" y="168390"/>
                  </a:lnTo>
                  <a:lnTo>
                    <a:pt x="239170" y="97023"/>
                  </a:lnTo>
                  <a:lnTo>
                    <a:pt x="268158" y="59024"/>
                  </a:lnTo>
                  <a:lnTo>
                    <a:pt x="308860" y="41604"/>
                  </a:lnTo>
                  <a:lnTo>
                    <a:pt x="377360" y="31975"/>
                  </a:lnTo>
                  <a:lnTo>
                    <a:pt x="312454" y="3299"/>
                  </a:lnTo>
                  <a:lnTo>
                    <a:pt x="2708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 descr=""/>
          <p:cNvSpPr txBox="1"/>
          <p:nvPr/>
        </p:nvSpPr>
        <p:spPr>
          <a:xfrm>
            <a:off x="879099" y="10190748"/>
            <a:ext cx="192151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" b="1">
                <a:solidFill>
                  <a:srgbClr val="FFFFFF"/>
                </a:solidFill>
                <a:latin typeface="Open Sans"/>
                <a:cs typeface="Open Sans"/>
              </a:rPr>
              <a:t>DECEMBER</a:t>
            </a:r>
            <a:r>
              <a:rPr dirty="0" sz="1900" spc="-6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900" spc="-20" b="1">
                <a:solidFill>
                  <a:srgbClr val="FFFFFF"/>
                </a:solidFill>
                <a:latin typeface="Open Sans"/>
                <a:cs typeface="Open Sans"/>
              </a:rPr>
              <a:t>2021</a:t>
            </a:r>
            <a:endParaRPr sz="1900">
              <a:latin typeface="Open Sans"/>
              <a:cs typeface="Open Sans"/>
            </a:endParaRPr>
          </a:p>
        </p:txBody>
      </p:sp>
      <p:sp>
        <p:nvSpPr>
          <p:cNvPr id="78" name="object 78" descr=""/>
          <p:cNvSpPr/>
          <p:nvPr/>
        </p:nvSpPr>
        <p:spPr>
          <a:xfrm>
            <a:off x="1811766" y="860821"/>
            <a:ext cx="137160" cy="546735"/>
          </a:xfrm>
          <a:custGeom>
            <a:avLst/>
            <a:gdLst/>
            <a:ahLst/>
            <a:cxnLst/>
            <a:rect l="l" t="t" r="r" b="b"/>
            <a:pathLst>
              <a:path w="137160" h="546735">
                <a:moveTo>
                  <a:pt x="136739" y="0"/>
                </a:moveTo>
                <a:lnTo>
                  <a:pt x="0" y="0"/>
                </a:lnTo>
                <a:lnTo>
                  <a:pt x="0" y="546245"/>
                </a:lnTo>
                <a:lnTo>
                  <a:pt x="136739" y="546245"/>
                </a:lnTo>
                <a:lnTo>
                  <a:pt x="1367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2001734" y="994148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69">
                <a:moveTo>
                  <a:pt x="198999" y="0"/>
                </a:moveTo>
                <a:lnTo>
                  <a:pt x="154420" y="3435"/>
                </a:lnTo>
                <a:lnTo>
                  <a:pt x="115109" y="13741"/>
                </a:lnTo>
                <a:lnTo>
                  <a:pt x="81063" y="30917"/>
                </a:lnTo>
                <a:lnTo>
                  <a:pt x="29402" y="85215"/>
                </a:lnTo>
                <a:lnTo>
                  <a:pt x="13065" y="121002"/>
                </a:lnTo>
                <a:lnTo>
                  <a:pt x="3265" y="162320"/>
                </a:lnTo>
                <a:lnTo>
                  <a:pt x="0" y="209166"/>
                </a:lnTo>
                <a:lnTo>
                  <a:pt x="3340" y="255212"/>
                </a:lnTo>
                <a:lnTo>
                  <a:pt x="13332" y="296176"/>
                </a:lnTo>
                <a:lnTo>
                  <a:pt x="30003" y="332158"/>
                </a:lnTo>
                <a:lnTo>
                  <a:pt x="53349" y="363130"/>
                </a:lnTo>
                <a:lnTo>
                  <a:pt x="82311" y="388046"/>
                </a:lnTo>
                <a:lnTo>
                  <a:pt x="154085" y="416522"/>
                </a:lnTo>
                <a:lnTo>
                  <a:pt x="196894" y="420081"/>
                </a:lnTo>
                <a:lnTo>
                  <a:pt x="241311" y="416600"/>
                </a:lnTo>
                <a:lnTo>
                  <a:pt x="280509" y="406157"/>
                </a:lnTo>
                <a:lnTo>
                  <a:pt x="314485" y="388753"/>
                </a:lnTo>
                <a:lnTo>
                  <a:pt x="366117" y="333807"/>
                </a:lnTo>
                <a:lnTo>
                  <a:pt x="374081" y="316220"/>
                </a:lnTo>
                <a:lnTo>
                  <a:pt x="198276" y="316220"/>
                </a:lnTo>
                <a:lnTo>
                  <a:pt x="183353" y="314508"/>
                </a:lnTo>
                <a:lnTo>
                  <a:pt x="152477" y="288818"/>
                </a:lnTo>
                <a:lnTo>
                  <a:pt x="139696" y="233742"/>
                </a:lnTo>
                <a:lnTo>
                  <a:pt x="138843" y="209166"/>
                </a:lnTo>
                <a:lnTo>
                  <a:pt x="139696" y="184640"/>
                </a:lnTo>
                <a:lnTo>
                  <a:pt x="146512" y="145334"/>
                </a:lnTo>
                <a:lnTo>
                  <a:pt x="170569" y="110806"/>
                </a:lnTo>
                <a:lnTo>
                  <a:pt x="197575" y="104216"/>
                </a:lnTo>
                <a:lnTo>
                  <a:pt x="373745" y="104216"/>
                </a:lnTo>
                <a:lnTo>
                  <a:pt x="371213" y="98332"/>
                </a:lnTo>
                <a:lnTo>
                  <a:pt x="341797" y="56379"/>
                </a:lnTo>
                <a:lnTo>
                  <a:pt x="302147" y="25444"/>
                </a:lnTo>
                <a:lnTo>
                  <a:pt x="253977" y="6361"/>
                </a:lnTo>
                <a:lnTo>
                  <a:pt x="227336" y="1590"/>
                </a:lnTo>
                <a:lnTo>
                  <a:pt x="198999" y="0"/>
                </a:lnTo>
                <a:close/>
              </a:path>
              <a:path w="395605" h="420369">
                <a:moveTo>
                  <a:pt x="373745" y="104216"/>
                </a:moveTo>
                <a:lnTo>
                  <a:pt x="197575" y="104216"/>
                </a:lnTo>
                <a:lnTo>
                  <a:pt x="212489" y="105875"/>
                </a:lnTo>
                <a:lnTo>
                  <a:pt x="225036" y="110851"/>
                </a:lnTo>
                <a:lnTo>
                  <a:pt x="248861" y="145573"/>
                </a:lnTo>
                <a:lnTo>
                  <a:pt x="255498" y="184777"/>
                </a:lnTo>
                <a:lnTo>
                  <a:pt x="256327" y="209166"/>
                </a:lnTo>
                <a:lnTo>
                  <a:pt x="255510" y="233742"/>
                </a:lnTo>
                <a:lnTo>
                  <a:pt x="248963" y="273572"/>
                </a:lnTo>
                <a:lnTo>
                  <a:pt x="225432" y="309371"/>
                </a:lnTo>
                <a:lnTo>
                  <a:pt x="198276" y="316220"/>
                </a:lnTo>
                <a:lnTo>
                  <a:pt x="374081" y="316220"/>
                </a:lnTo>
                <a:lnTo>
                  <a:pt x="382450" y="297739"/>
                </a:lnTo>
                <a:lnTo>
                  <a:pt x="392243" y="256189"/>
                </a:lnTo>
                <a:lnTo>
                  <a:pt x="395506" y="209166"/>
                </a:lnTo>
                <a:lnTo>
                  <a:pt x="393988" y="178459"/>
                </a:lnTo>
                <a:lnTo>
                  <a:pt x="389434" y="149748"/>
                </a:lnTo>
                <a:lnTo>
                  <a:pt x="381843" y="123037"/>
                </a:lnTo>
                <a:lnTo>
                  <a:pt x="373745" y="10421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2451534" y="1001322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749" y="0"/>
                </a:moveTo>
                <a:lnTo>
                  <a:pt x="0" y="0"/>
                </a:lnTo>
                <a:lnTo>
                  <a:pt x="0" y="405746"/>
                </a:lnTo>
                <a:lnTo>
                  <a:pt x="136749" y="405746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2451537" y="860821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40">
                <a:moveTo>
                  <a:pt x="136749" y="0"/>
                </a:moveTo>
                <a:lnTo>
                  <a:pt x="0" y="0"/>
                </a:lnTo>
                <a:lnTo>
                  <a:pt x="0" y="91431"/>
                </a:lnTo>
                <a:lnTo>
                  <a:pt x="136749" y="91431"/>
                </a:lnTo>
                <a:lnTo>
                  <a:pt x="1367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 descr=""/>
          <p:cNvGrpSpPr/>
          <p:nvPr/>
        </p:nvGrpSpPr>
        <p:grpSpPr>
          <a:xfrm>
            <a:off x="2642633" y="873767"/>
            <a:ext cx="1210945" cy="542290"/>
            <a:chOff x="2642633" y="873767"/>
            <a:chExt cx="1210945" cy="542290"/>
          </a:xfrm>
        </p:grpSpPr>
        <p:pic>
          <p:nvPicPr>
            <p:cNvPr id="83" name="object 8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695687" y="1258431"/>
              <a:ext cx="157314" cy="157304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2642628" y="873778"/>
              <a:ext cx="1019810" cy="541020"/>
            </a:xfrm>
            <a:custGeom>
              <a:avLst/>
              <a:gdLst/>
              <a:ahLst/>
              <a:cxnLst/>
              <a:rect l="l" t="t" r="r" b="b"/>
              <a:pathLst>
                <a:path w="1019810" h="541019">
                  <a:moveTo>
                    <a:pt x="288836" y="415810"/>
                  </a:moveTo>
                  <a:lnTo>
                    <a:pt x="270281" y="421932"/>
                  </a:lnTo>
                  <a:lnTo>
                    <a:pt x="253072" y="426300"/>
                  </a:lnTo>
                  <a:lnTo>
                    <a:pt x="237223" y="428929"/>
                  </a:lnTo>
                  <a:lnTo>
                    <a:pt x="222719" y="429806"/>
                  </a:lnTo>
                  <a:lnTo>
                    <a:pt x="206527" y="427342"/>
                  </a:lnTo>
                  <a:lnTo>
                    <a:pt x="194945" y="419950"/>
                  </a:lnTo>
                  <a:lnTo>
                    <a:pt x="187998" y="407631"/>
                  </a:lnTo>
                  <a:lnTo>
                    <a:pt x="185674" y="390398"/>
                  </a:lnTo>
                  <a:lnTo>
                    <a:pt x="185674" y="232473"/>
                  </a:lnTo>
                  <a:lnTo>
                    <a:pt x="272935" y="232473"/>
                  </a:lnTo>
                  <a:lnTo>
                    <a:pt x="272935" y="127571"/>
                  </a:lnTo>
                  <a:lnTo>
                    <a:pt x="185674" y="127571"/>
                  </a:lnTo>
                  <a:lnTo>
                    <a:pt x="185674" y="0"/>
                  </a:lnTo>
                  <a:lnTo>
                    <a:pt x="47891" y="23977"/>
                  </a:lnTo>
                  <a:lnTo>
                    <a:pt x="47891" y="127571"/>
                  </a:lnTo>
                  <a:lnTo>
                    <a:pt x="0" y="127571"/>
                  </a:lnTo>
                  <a:lnTo>
                    <a:pt x="0" y="232473"/>
                  </a:lnTo>
                  <a:lnTo>
                    <a:pt x="47891" y="232473"/>
                  </a:lnTo>
                  <a:lnTo>
                    <a:pt x="47891" y="399732"/>
                  </a:lnTo>
                  <a:lnTo>
                    <a:pt x="49796" y="433222"/>
                  </a:lnTo>
                  <a:lnTo>
                    <a:pt x="64985" y="486295"/>
                  </a:lnTo>
                  <a:lnTo>
                    <a:pt x="95910" y="521004"/>
                  </a:lnTo>
                  <a:lnTo>
                    <a:pt x="145580" y="538289"/>
                  </a:lnTo>
                  <a:lnTo>
                    <a:pt x="177609" y="540448"/>
                  </a:lnTo>
                  <a:lnTo>
                    <a:pt x="193865" y="540131"/>
                  </a:lnTo>
                  <a:lnTo>
                    <a:pt x="236194" y="535241"/>
                  </a:lnTo>
                  <a:lnTo>
                    <a:pt x="275170" y="523544"/>
                  </a:lnTo>
                  <a:lnTo>
                    <a:pt x="288836" y="517906"/>
                  </a:lnTo>
                  <a:lnTo>
                    <a:pt x="288836" y="415810"/>
                  </a:lnTo>
                  <a:close/>
                </a:path>
                <a:path w="1019810" h="541019">
                  <a:moveTo>
                    <a:pt x="605332" y="415810"/>
                  </a:moveTo>
                  <a:lnTo>
                    <a:pt x="586778" y="421932"/>
                  </a:lnTo>
                  <a:lnTo>
                    <a:pt x="569582" y="426300"/>
                  </a:lnTo>
                  <a:lnTo>
                    <a:pt x="553732" y="428929"/>
                  </a:lnTo>
                  <a:lnTo>
                    <a:pt x="539229" y="429806"/>
                  </a:lnTo>
                  <a:lnTo>
                    <a:pt x="523024" y="427342"/>
                  </a:lnTo>
                  <a:lnTo>
                    <a:pt x="511454" y="419950"/>
                  </a:lnTo>
                  <a:lnTo>
                    <a:pt x="504507" y="407631"/>
                  </a:lnTo>
                  <a:lnTo>
                    <a:pt x="502183" y="390398"/>
                  </a:lnTo>
                  <a:lnTo>
                    <a:pt x="502183" y="232473"/>
                  </a:lnTo>
                  <a:lnTo>
                    <a:pt x="589470" y="232473"/>
                  </a:lnTo>
                  <a:lnTo>
                    <a:pt x="589470" y="127571"/>
                  </a:lnTo>
                  <a:lnTo>
                    <a:pt x="502183" y="127571"/>
                  </a:lnTo>
                  <a:lnTo>
                    <a:pt x="502183" y="0"/>
                  </a:lnTo>
                  <a:lnTo>
                    <a:pt x="364401" y="22402"/>
                  </a:lnTo>
                  <a:lnTo>
                    <a:pt x="364401" y="127571"/>
                  </a:lnTo>
                  <a:lnTo>
                    <a:pt x="316471" y="127571"/>
                  </a:lnTo>
                  <a:lnTo>
                    <a:pt x="316471" y="232473"/>
                  </a:lnTo>
                  <a:lnTo>
                    <a:pt x="364401" y="232473"/>
                  </a:lnTo>
                  <a:lnTo>
                    <a:pt x="364401" y="399732"/>
                  </a:lnTo>
                  <a:lnTo>
                    <a:pt x="366306" y="433222"/>
                  </a:lnTo>
                  <a:lnTo>
                    <a:pt x="381508" y="486295"/>
                  </a:lnTo>
                  <a:lnTo>
                    <a:pt x="412432" y="521004"/>
                  </a:lnTo>
                  <a:lnTo>
                    <a:pt x="462089" y="538289"/>
                  </a:lnTo>
                  <a:lnTo>
                    <a:pt x="494118" y="540448"/>
                  </a:lnTo>
                  <a:lnTo>
                    <a:pt x="510387" y="540131"/>
                  </a:lnTo>
                  <a:lnTo>
                    <a:pt x="552716" y="535241"/>
                  </a:lnTo>
                  <a:lnTo>
                    <a:pt x="591693" y="523544"/>
                  </a:lnTo>
                  <a:lnTo>
                    <a:pt x="605332" y="517906"/>
                  </a:lnTo>
                  <a:lnTo>
                    <a:pt x="605332" y="415810"/>
                  </a:lnTo>
                  <a:close/>
                </a:path>
                <a:path w="1019810" h="541019">
                  <a:moveTo>
                    <a:pt x="1019530" y="305917"/>
                  </a:moveTo>
                  <a:lnTo>
                    <a:pt x="1016482" y="263588"/>
                  </a:lnTo>
                  <a:lnTo>
                    <a:pt x="1007325" y="226529"/>
                  </a:lnTo>
                  <a:lnTo>
                    <a:pt x="970737" y="168198"/>
                  </a:lnTo>
                  <a:lnTo>
                    <a:pt x="911783" y="132346"/>
                  </a:lnTo>
                  <a:lnTo>
                    <a:pt x="895375" y="128384"/>
                  </a:lnTo>
                  <a:lnTo>
                    <a:pt x="895375" y="280111"/>
                  </a:lnTo>
                  <a:lnTo>
                    <a:pt x="777900" y="280111"/>
                  </a:lnTo>
                  <a:lnTo>
                    <a:pt x="789660" y="240118"/>
                  </a:lnTo>
                  <a:lnTo>
                    <a:pt x="825779" y="216611"/>
                  </a:lnTo>
                  <a:lnTo>
                    <a:pt x="837336" y="215646"/>
                  </a:lnTo>
                  <a:lnTo>
                    <a:pt x="849795" y="216738"/>
                  </a:lnTo>
                  <a:lnTo>
                    <a:pt x="885990" y="242722"/>
                  </a:lnTo>
                  <a:lnTo>
                    <a:pt x="895375" y="280111"/>
                  </a:lnTo>
                  <a:lnTo>
                    <a:pt x="895375" y="128384"/>
                  </a:lnTo>
                  <a:lnTo>
                    <a:pt x="874661" y="123380"/>
                  </a:lnTo>
                  <a:lnTo>
                    <a:pt x="832459" y="120396"/>
                  </a:lnTo>
                  <a:lnTo>
                    <a:pt x="788136" y="123825"/>
                  </a:lnTo>
                  <a:lnTo>
                    <a:pt x="749223" y="134124"/>
                  </a:lnTo>
                  <a:lnTo>
                    <a:pt x="687654" y="175361"/>
                  </a:lnTo>
                  <a:lnTo>
                    <a:pt x="649643" y="242277"/>
                  </a:lnTo>
                  <a:lnTo>
                    <a:pt x="640130" y="284708"/>
                  </a:lnTo>
                  <a:lnTo>
                    <a:pt x="636955" y="333108"/>
                  </a:lnTo>
                  <a:lnTo>
                    <a:pt x="640384" y="380022"/>
                  </a:lnTo>
                  <a:lnTo>
                    <a:pt x="650646" y="421246"/>
                  </a:lnTo>
                  <a:lnTo>
                    <a:pt x="667753" y="456755"/>
                  </a:lnTo>
                  <a:lnTo>
                    <a:pt x="691692" y="486562"/>
                  </a:lnTo>
                  <a:lnTo>
                    <a:pt x="721829" y="510133"/>
                  </a:lnTo>
                  <a:lnTo>
                    <a:pt x="757491" y="526973"/>
                  </a:lnTo>
                  <a:lnTo>
                    <a:pt x="798677" y="537083"/>
                  </a:lnTo>
                  <a:lnTo>
                    <a:pt x="845400" y="540448"/>
                  </a:lnTo>
                  <a:lnTo>
                    <a:pt x="868349" y="540042"/>
                  </a:lnTo>
                  <a:lnTo>
                    <a:pt x="909256" y="536816"/>
                  </a:lnTo>
                  <a:lnTo>
                    <a:pt x="960755" y="525030"/>
                  </a:lnTo>
                  <a:lnTo>
                    <a:pt x="993267" y="510921"/>
                  </a:lnTo>
                  <a:lnTo>
                    <a:pt x="977176" y="440918"/>
                  </a:lnTo>
                  <a:lnTo>
                    <a:pt x="972261" y="419506"/>
                  </a:lnTo>
                  <a:lnTo>
                    <a:pt x="928065" y="433908"/>
                  </a:lnTo>
                  <a:lnTo>
                    <a:pt x="879487" y="440474"/>
                  </a:lnTo>
                  <a:lnTo>
                    <a:pt x="861834" y="440918"/>
                  </a:lnTo>
                  <a:lnTo>
                    <a:pt x="843102" y="439699"/>
                  </a:lnTo>
                  <a:lnTo>
                    <a:pt x="799401" y="421576"/>
                  </a:lnTo>
                  <a:lnTo>
                    <a:pt x="777138" y="384289"/>
                  </a:lnTo>
                  <a:lnTo>
                    <a:pt x="775093" y="368198"/>
                  </a:lnTo>
                  <a:lnTo>
                    <a:pt x="1019530" y="368198"/>
                  </a:lnTo>
                  <a:lnTo>
                    <a:pt x="1019530" y="30591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 descr=""/>
          <p:cNvSpPr/>
          <p:nvPr/>
        </p:nvSpPr>
        <p:spPr>
          <a:xfrm>
            <a:off x="884872" y="863110"/>
            <a:ext cx="874394" cy="551180"/>
          </a:xfrm>
          <a:custGeom>
            <a:avLst/>
            <a:gdLst/>
            <a:ahLst/>
            <a:cxnLst/>
            <a:rect l="l" t="t" r="r" b="b"/>
            <a:pathLst>
              <a:path w="874394" h="551180">
                <a:moveTo>
                  <a:pt x="450888" y="260464"/>
                </a:moveTo>
                <a:lnTo>
                  <a:pt x="446544" y="200914"/>
                </a:lnTo>
                <a:lnTo>
                  <a:pt x="433501" y="148831"/>
                </a:lnTo>
                <a:lnTo>
                  <a:pt x="418820" y="118681"/>
                </a:lnTo>
                <a:lnTo>
                  <a:pt x="411759" y="104178"/>
                </a:lnTo>
                <a:lnTo>
                  <a:pt x="381330" y="66967"/>
                </a:lnTo>
                <a:lnTo>
                  <a:pt x="342887" y="37680"/>
                </a:lnTo>
                <a:lnTo>
                  <a:pt x="301929" y="18948"/>
                </a:lnTo>
                <a:lnTo>
                  <a:pt x="301929" y="265645"/>
                </a:lnTo>
                <a:lnTo>
                  <a:pt x="300012" y="303072"/>
                </a:lnTo>
                <a:lnTo>
                  <a:pt x="284746" y="362521"/>
                </a:lnTo>
                <a:lnTo>
                  <a:pt x="253961" y="401535"/>
                </a:lnTo>
                <a:lnTo>
                  <a:pt x="206006" y="420966"/>
                </a:lnTo>
                <a:lnTo>
                  <a:pt x="175475" y="423405"/>
                </a:lnTo>
                <a:lnTo>
                  <a:pt x="143510" y="423405"/>
                </a:lnTo>
                <a:lnTo>
                  <a:pt x="143510" y="118681"/>
                </a:lnTo>
                <a:lnTo>
                  <a:pt x="185280" y="118681"/>
                </a:lnTo>
                <a:lnTo>
                  <a:pt x="236664" y="127711"/>
                </a:lnTo>
                <a:lnTo>
                  <a:pt x="273037" y="154774"/>
                </a:lnTo>
                <a:lnTo>
                  <a:pt x="294703" y="200558"/>
                </a:lnTo>
                <a:lnTo>
                  <a:pt x="301929" y="265645"/>
                </a:lnTo>
                <a:lnTo>
                  <a:pt x="301929" y="18948"/>
                </a:lnTo>
                <a:lnTo>
                  <a:pt x="297154" y="16751"/>
                </a:lnTo>
                <a:lnTo>
                  <a:pt x="244144" y="4191"/>
                </a:lnTo>
                <a:lnTo>
                  <a:pt x="183832" y="0"/>
                </a:lnTo>
                <a:lnTo>
                  <a:pt x="0" y="0"/>
                </a:lnTo>
                <a:lnTo>
                  <a:pt x="0" y="543966"/>
                </a:lnTo>
                <a:lnTo>
                  <a:pt x="171843" y="543966"/>
                </a:lnTo>
                <a:lnTo>
                  <a:pt x="222516" y="541020"/>
                </a:lnTo>
                <a:lnTo>
                  <a:pt x="268439" y="532180"/>
                </a:lnTo>
                <a:lnTo>
                  <a:pt x="309600" y="517436"/>
                </a:lnTo>
                <a:lnTo>
                  <a:pt x="346011" y="496811"/>
                </a:lnTo>
                <a:lnTo>
                  <a:pt x="377672" y="470281"/>
                </a:lnTo>
                <a:lnTo>
                  <a:pt x="404025" y="438315"/>
                </a:lnTo>
                <a:lnTo>
                  <a:pt x="424535" y="401358"/>
                </a:lnTo>
                <a:lnTo>
                  <a:pt x="439178" y="359384"/>
                </a:lnTo>
                <a:lnTo>
                  <a:pt x="447967" y="312420"/>
                </a:lnTo>
                <a:lnTo>
                  <a:pt x="450888" y="260464"/>
                </a:lnTo>
                <a:close/>
              </a:path>
              <a:path w="874394" h="551180">
                <a:moveTo>
                  <a:pt x="874001" y="316585"/>
                </a:moveTo>
                <a:lnTo>
                  <a:pt x="870953" y="274256"/>
                </a:lnTo>
                <a:lnTo>
                  <a:pt x="861822" y="237197"/>
                </a:lnTo>
                <a:lnTo>
                  <a:pt x="825233" y="178866"/>
                </a:lnTo>
                <a:lnTo>
                  <a:pt x="766267" y="143014"/>
                </a:lnTo>
                <a:lnTo>
                  <a:pt x="749858" y="139052"/>
                </a:lnTo>
                <a:lnTo>
                  <a:pt x="749858" y="290779"/>
                </a:lnTo>
                <a:lnTo>
                  <a:pt x="632371" y="290779"/>
                </a:lnTo>
                <a:lnTo>
                  <a:pt x="644144" y="250786"/>
                </a:lnTo>
                <a:lnTo>
                  <a:pt x="680250" y="227279"/>
                </a:lnTo>
                <a:lnTo>
                  <a:pt x="691832" y="226314"/>
                </a:lnTo>
                <a:lnTo>
                  <a:pt x="704265" y="227406"/>
                </a:lnTo>
                <a:lnTo>
                  <a:pt x="740460" y="253390"/>
                </a:lnTo>
                <a:lnTo>
                  <a:pt x="749858" y="290779"/>
                </a:lnTo>
                <a:lnTo>
                  <a:pt x="749858" y="139052"/>
                </a:lnTo>
                <a:lnTo>
                  <a:pt x="729145" y="134048"/>
                </a:lnTo>
                <a:lnTo>
                  <a:pt x="686917" y="131064"/>
                </a:lnTo>
                <a:lnTo>
                  <a:pt x="642594" y="134493"/>
                </a:lnTo>
                <a:lnTo>
                  <a:pt x="603694" y="144792"/>
                </a:lnTo>
                <a:lnTo>
                  <a:pt x="542150" y="186029"/>
                </a:lnTo>
                <a:lnTo>
                  <a:pt x="504113" y="252945"/>
                </a:lnTo>
                <a:lnTo>
                  <a:pt x="494601" y="295376"/>
                </a:lnTo>
                <a:lnTo>
                  <a:pt x="491426" y="343776"/>
                </a:lnTo>
                <a:lnTo>
                  <a:pt x="494855" y="390690"/>
                </a:lnTo>
                <a:lnTo>
                  <a:pt x="505117" y="431914"/>
                </a:lnTo>
                <a:lnTo>
                  <a:pt x="522224" y="467423"/>
                </a:lnTo>
                <a:lnTo>
                  <a:pt x="546176" y="497230"/>
                </a:lnTo>
                <a:lnTo>
                  <a:pt x="576300" y="520801"/>
                </a:lnTo>
                <a:lnTo>
                  <a:pt x="611962" y="537641"/>
                </a:lnTo>
                <a:lnTo>
                  <a:pt x="653148" y="547751"/>
                </a:lnTo>
                <a:lnTo>
                  <a:pt x="699871" y="551116"/>
                </a:lnTo>
                <a:lnTo>
                  <a:pt x="722820" y="550710"/>
                </a:lnTo>
                <a:lnTo>
                  <a:pt x="763727" y="547484"/>
                </a:lnTo>
                <a:lnTo>
                  <a:pt x="815238" y="535698"/>
                </a:lnTo>
                <a:lnTo>
                  <a:pt x="847750" y="521589"/>
                </a:lnTo>
                <a:lnTo>
                  <a:pt x="831646" y="451586"/>
                </a:lnTo>
                <a:lnTo>
                  <a:pt x="826731" y="430174"/>
                </a:lnTo>
                <a:lnTo>
                  <a:pt x="782561" y="444576"/>
                </a:lnTo>
                <a:lnTo>
                  <a:pt x="733958" y="451142"/>
                </a:lnTo>
                <a:lnTo>
                  <a:pt x="716305" y="451586"/>
                </a:lnTo>
                <a:lnTo>
                  <a:pt x="697585" y="450367"/>
                </a:lnTo>
                <a:lnTo>
                  <a:pt x="653872" y="432244"/>
                </a:lnTo>
                <a:lnTo>
                  <a:pt x="631621" y="394957"/>
                </a:lnTo>
                <a:lnTo>
                  <a:pt x="629577" y="378866"/>
                </a:lnTo>
                <a:lnTo>
                  <a:pt x="874001" y="378866"/>
                </a:lnTo>
                <a:lnTo>
                  <a:pt x="874001" y="31658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2798" y="2355200"/>
            <a:ext cx="11483975" cy="5052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60655">
              <a:lnSpc>
                <a:spcPct val="129299"/>
              </a:lnSpc>
              <a:spcBef>
                <a:spcPts val="95"/>
              </a:spcBef>
            </a:pPr>
            <a:r>
              <a:rPr dirty="0" sz="1700">
                <a:latin typeface="Open Sans"/>
                <a:cs typeface="Open Sans"/>
              </a:rPr>
              <a:t>In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this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document,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you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will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ﬁnd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range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of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example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avatars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drawn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in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two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styles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–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full-color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solid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ﬁll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style,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 spc="-50">
                <a:latin typeface="Open Sans"/>
                <a:cs typeface="Open Sans"/>
              </a:rPr>
              <a:t>a </a:t>
            </a:r>
            <a:r>
              <a:rPr dirty="0" sz="1700">
                <a:latin typeface="Open Sans"/>
                <a:cs typeface="Open Sans"/>
              </a:rPr>
              <a:t>simpliﬁed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outlined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style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which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uses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reduced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set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of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3-4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colors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from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extended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color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palette.</a:t>
            </a:r>
            <a:endParaRPr sz="17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Open Sans"/>
              <a:cs typeface="Open Sans"/>
            </a:endParaRPr>
          </a:p>
          <a:p>
            <a:pPr marL="12700" marR="231140">
              <a:lnSpc>
                <a:spcPct val="129299"/>
              </a:lnSpc>
            </a:pPr>
            <a:r>
              <a:rPr dirty="0" sz="1700">
                <a:latin typeface="Open Sans"/>
                <a:cs typeface="Open Sans"/>
              </a:rPr>
              <a:t>In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your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own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projects,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you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may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use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these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avatars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as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they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are,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adapt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them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to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your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needs,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create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entirely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 spc="-25">
                <a:latin typeface="Open Sans"/>
                <a:cs typeface="Open Sans"/>
              </a:rPr>
              <a:t>new </a:t>
            </a:r>
            <a:r>
              <a:rPr dirty="0" sz="1700">
                <a:latin typeface="Open Sans"/>
                <a:cs typeface="Open Sans"/>
              </a:rPr>
              <a:t>avatars.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range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of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hairstyles,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clothing,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shoes,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accessories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have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been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included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to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get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you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started.</a:t>
            </a:r>
            <a:endParaRPr sz="17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>
              <a:latin typeface="Open Sans"/>
              <a:cs typeface="Open Sans"/>
            </a:endParaRPr>
          </a:p>
          <a:p>
            <a:pPr marL="12700" marR="29209">
              <a:lnSpc>
                <a:spcPct val="129299"/>
              </a:lnSpc>
            </a:pPr>
            <a:r>
              <a:rPr dirty="0" sz="1700">
                <a:latin typeface="Open Sans"/>
                <a:cs typeface="Open Sans"/>
              </a:rPr>
              <a:t>Patterns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textures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can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used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your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avatar’s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clothing,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but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only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one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or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two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pieces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of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clothing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per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avatar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 spc="-25">
                <a:latin typeface="Open Sans"/>
                <a:cs typeface="Open Sans"/>
              </a:rPr>
              <a:t>so </a:t>
            </a:r>
            <a:r>
              <a:rPr dirty="0" sz="1700">
                <a:latin typeface="Open Sans"/>
                <a:cs typeface="Open Sans"/>
              </a:rPr>
              <a:t>that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composition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does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not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become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too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busy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overly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patterned.</a:t>
            </a:r>
            <a:endParaRPr sz="17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900">
              <a:latin typeface="Open Sans"/>
              <a:cs typeface="Open Sans"/>
            </a:endParaRPr>
          </a:p>
          <a:p>
            <a:pPr marL="12700" marR="5080">
              <a:lnSpc>
                <a:spcPct val="129299"/>
              </a:lnSpc>
            </a:pPr>
            <a:r>
              <a:rPr dirty="0" sz="1700">
                <a:latin typeface="Open Sans"/>
                <a:cs typeface="Open Sans"/>
              </a:rPr>
              <a:t>Our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avatars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are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designed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to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be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diverse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representative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of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entire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human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population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–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utilizing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realistic</a:t>
            </a:r>
            <a:r>
              <a:rPr dirty="0" sz="1700" spc="50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skin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hair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colors.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They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should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stand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move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in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natural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human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fashion,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cast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shadow</a:t>
            </a:r>
            <a:r>
              <a:rPr dirty="0" sz="1700" spc="3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in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their </a:t>
            </a:r>
            <a:r>
              <a:rPr dirty="0" sz="1700">
                <a:latin typeface="Open Sans"/>
                <a:cs typeface="Open Sans"/>
              </a:rPr>
              <a:t>environment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to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help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them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to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appear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grounded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in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scene.</a:t>
            </a:r>
            <a:r>
              <a:rPr dirty="0" sz="1700" spc="40">
                <a:latin typeface="Open Sans"/>
                <a:cs typeface="Open Sans"/>
              </a:rPr>
              <a:t>  </a:t>
            </a:r>
            <a:r>
              <a:rPr dirty="0" sz="1700">
                <a:latin typeface="Open Sans"/>
                <a:cs typeface="Open Sans"/>
              </a:rPr>
              <a:t>Body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language,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clothing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accessories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should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 spc="-25">
                <a:latin typeface="Open Sans"/>
                <a:cs typeface="Open Sans"/>
              </a:rPr>
              <a:t>be </a:t>
            </a:r>
            <a:r>
              <a:rPr dirty="0" sz="1700">
                <a:latin typeface="Open Sans"/>
                <a:cs typeface="Open Sans"/>
              </a:rPr>
              <a:t>used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in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lieu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of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facial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expressions,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wherever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possible,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to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help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with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storytelling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and</a:t>
            </a:r>
            <a:r>
              <a:rPr dirty="0" sz="1700" spc="4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expressing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 spc="-10">
                <a:latin typeface="Open Sans"/>
                <a:cs typeface="Open Sans"/>
              </a:rPr>
              <a:t>emotion.</a:t>
            </a:r>
            <a:endParaRPr sz="17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latin typeface="Open Sans"/>
                <a:cs typeface="Open Sans"/>
              </a:rPr>
              <a:t>For</a:t>
            </a:r>
            <a:r>
              <a:rPr dirty="0" sz="1700" spc="35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more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information,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please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refer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to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>
                <a:latin typeface="Open Sans"/>
                <a:cs typeface="Open Sans"/>
              </a:rPr>
              <a:t>the</a:t>
            </a:r>
            <a:r>
              <a:rPr dirty="0" sz="1700" spc="40">
                <a:latin typeface="Open Sans"/>
                <a:cs typeface="Open Sans"/>
              </a:rPr>
              <a:t> </a:t>
            </a:r>
            <a:r>
              <a:rPr dirty="0" sz="1700" b="1">
                <a:solidFill>
                  <a:srgbClr val="00A2DF"/>
                </a:solidFill>
                <a:latin typeface="Open Sans"/>
                <a:cs typeface="Open Sans"/>
              </a:rPr>
              <a:t>illustration</a:t>
            </a:r>
            <a:r>
              <a:rPr dirty="0" sz="1700" spc="40" b="1">
                <a:solidFill>
                  <a:srgbClr val="00A2DF"/>
                </a:solidFill>
                <a:latin typeface="Open Sans"/>
                <a:cs typeface="Open Sans"/>
              </a:rPr>
              <a:t> </a:t>
            </a:r>
            <a:r>
              <a:rPr dirty="0" sz="1700" spc="-10" b="1">
                <a:solidFill>
                  <a:srgbClr val="00A2DF"/>
                </a:solidFill>
                <a:latin typeface="Open Sans"/>
                <a:cs typeface="Open Sans"/>
              </a:rPr>
              <a:t>guidelines</a:t>
            </a:r>
            <a:r>
              <a:rPr dirty="0" sz="1700" spc="-10">
                <a:latin typeface="Open Sans"/>
                <a:cs typeface="Open Sans"/>
              </a:rPr>
              <a:t>.</a:t>
            </a:r>
            <a:endParaRPr sz="1700">
              <a:latin typeface="Open Sans"/>
              <a:cs typeface="Open San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2793" y="781072"/>
            <a:ext cx="427736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Using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the</a:t>
            </a:r>
            <a:r>
              <a:rPr dirty="0" sz="1950" spc="55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avatar</a:t>
            </a:r>
            <a:r>
              <a:rPr dirty="0" sz="1950" spc="55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character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library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spc="-10" b="0">
                <a:latin typeface="Open Sans Light"/>
                <a:cs typeface="Open Sans Light"/>
              </a:rPr>
              <a:t>Introduction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3335797"/>
            <a:ext cx="20104100" cy="7973059"/>
            <a:chOff x="0" y="3335797"/>
            <a:chExt cx="20104100" cy="7973059"/>
          </a:xfrm>
        </p:grpSpPr>
        <p:sp>
          <p:nvSpPr>
            <p:cNvPr id="3" name="object 3" descr=""/>
            <p:cNvSpPr/>
            <p:nvPr/>
          </p:nvSpPr>
          <p:spPr>
            <a:xfrm>
              <a:off x="0" y="6602699"/>
              <a:ext cx="20104100" cy="4705985"/>
            </a:xfrm>
            <a:custGeom>
              <a:avLst/>
              <a:gdLst/>
              <a:ahLst/>
              <a:cxnLst/>
              <a:rect l="l" t="t" r="r" b="b"/>
              <a:pathLst>
                <a:path w="20104100" h="4705984">
                  <a:moveTo>
                    <a:pt x="20104099" y="0"/>
                  </a:moveTo>
                  <a:lnTo>
                    <a:pt x="0" y="0"/>
                  </a:lnTo>
                  <a:lnTo>
                    <a:pt x="0" y="4705856"/>
                  </a:lnTo>
                  <a:lnTo>
                    <a:pt x="20104099" y="4705856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259CA6">
                <a:alpha val="154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248345" y="7297921"/>
              <a:ext cx="1195070" cy="153670"/>
            </a:xfrm>
            <a:custGeom>
              <a:avLst/>
              <a:gdLst/>
              <a:ahLst/>
              <a:cxnLst/>
              <a:rect l="l" t="t" r="r" b="b"/>
              <a:pathLst>
                <a:path w="1195070" h="153670">
                  <a:moveTo>
                    <a:pt x="597269" y="0"/>
                  </a:moveTo>
                  <a:lnTo>
                    <a:pt x="522349" y="596"/>
                  </a:lnTo>
                  <a:lnTo>
                    <a:pt x="450205" y="2337"/>
                  </a:lnTo>
                  <a:lnTo>
                    <a:pt x="381399" y="5151"/>
                  </a:lnTo>
                  <a:lnTo>
                    <a:pt x="316489" y="8966"/>
                  </a:lnTo>
                  <a:lnTo>
                    <a:pt x="256036" y="13710"/>
                  </a:lnTo>
                  <a:lnTo>
                    <a:pt x="200598" y="19313"/>
                  </a:lnTo>
                  <a:lnTo>
                    <a:pt x="150736" y="25702"/>
                  </a:lnTo>
                  <a:lnTo>
                    <a:pt x="107010" y="32805"/>
                  </a:lnTo>
                  <a:lnTo>
                    <a:pt x="40202" y="48869"/>
                  </a:lnTo>
                  <a:lnTo>
                    <a:pt x="4653" y="66931"/>
                  </a:lnTo>
                  <a:lnTo>
                    <a:pt x="0" y="76531"/>
                  </a:lnTo>
                  <a:lnTo>
                    <a:pt x="4653" y="86132"/>
                  </a:lnTo>
                  <a:lnTo>
                    <a:pt x="40202" y="104193"/>
                  </a:lnTo>
                  <a:lnTo>
                    <a:pt x="107010" y="120257"/>
                  </a:lnTo>
                  <a:lnTo>
                    <a:pt x="150736" y="127360"/>
                  </a:lnTo>
                  <a:lnTo>
                    <a:pt x="200598" y="133749"/>
                  </a:lnTo>
                  <a:lnTo>
                    <a:pt x="256036" y="139352"/>
                  </a:lnTo>
                  <a:lnTo>
                    <a:pt x="316489" y="144097"/>
                  </a:lnTo>
                  <a:lnTo>
                    <a:pt x="381399" y="147912"/>
                  </a:lnTo>
                  <a:lnTo>
                    <a:pt x="450205" y="150726"/>
                  </a:lnTo>
                  <a:lnTo>
                    <a:pt x="522349" y="152467"/>
                  </a:lnTo>
                  <a:lnTo>
                    <a:pt x="597269" y="153063"/>
                  </a:lnTo>
                  <a:lnTo>
                    <a:pt x="672188" y="152467"/>
                  </a:lnTo>
                  <a:lnTo>
                    <a:pt x="744329" y="150726"/>
                  </a:lnTo>
                  <a:lnTo>
                    <a:pt x="813134" y="147912"/>
                  </a:lnTo>
                  <a:lnTo>
                    <a:pt x="878042" y="144097"/>
                  </a:lnTo>
                  <a:lnTo>
                    <a:pt x="938495" y="139352"/>
                  </a:lnTo>
                  <a:lnTo>
                    <a:pt x="993932" y="133749"/>
                  </a:lnTo>
                  <a:lnTo>
                    <a:pt x="1043793" y="127360"/>
                  </a:lnTo>
                  <a:lnTo>
                    <a:pt x="1087519" y="120257"/>
                  </a:lnTo>
                  <a:lnTo>
                    <a:pt x="1154326" y="104193"/>
                  </a:lnTo>
                  <a:lnTo>
                    <a:pt x="1189875" y="86132"/>
                  </a:lnTo>
                  <a:lnTo>
                    <a:pt x="1194529" y="76531"/>
                  </a:lnTo>
                  <a:lnTo>
                    <a:pt x="1189875" y="66931"/>
                  </a:lnTo>
                  <a:lnTo>
                    <a:pt x="1154326" y="48869"/>
                  </a:lnTo>
                  <a:lnTo>
                    <a:pt x="1087519" y="32805"/>
                  </a:lnTo>
                  <a:lnTo>
                    <a:pt x="1043793" y="25702"/>
                  </a:lnTo>
                  <a:lnTo>
                    <a:pt x="993932" y="19313"/>
                  </a:lnTo>
                  <a:lnTo>
                    <a:pt x="938495" y="13710"/>
                  </a:lnTo>
                  <a:lnTo>
                    <a:pt x="878042" y="8966"/>
                  </a:lnTo>
                  <a:lnTo>
                    <a:pt x="813134" y="5151"/>
                  </a:lnTo>
                  <a:lnTo>
                    <a:pt x="744329" y="2337"/>
                  </a:lnTo>
                  <a:lnTo>
                    <a:pt x="672188" y="596"/>
                  </a:lnTo>
                  <a:lnTo>
                    <a:pt x="597269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32647" y="3915781"/>
              <a:ext cx="2114212" cy="357276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0202" y="6638195"/>
              <a:ext cx="328429" cy="711821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7336" y="7279935"/>
              <a:ext cx="275650" cy="120687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7767" y="6555475"/>
              <a:ext cx="350533" cy="80619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90564" y="5473435"/>
              <a:ext cx="915527" cy="1320989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55531" y="5793404"/>
              <a:ext cx="76951" cy="97927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47258" y="5425873"/>
              <a:ext cx="858833" cy="1319994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286381" y="5051386"/>
              <a:ext cx="250190" cy="342265"/>
            </a:xfrm>
            <a:custGeom>
              <a:avLst/>
              <a:gdLst/>
              <a:ahLst/>
              <a:cxnLst/>
              <a:rect l="l" t="t" r="r" b="b"/>
              <a:pathLst>
                <a:path w="250190" h="342264">
                  <a:moveTo>
                    <a:pt x="117696" y="0"/>
                  </a:moveTo>
                  <a:lnTo>
                    <a:pt x="72013" y="93549"/>
                  </a:lnTo>
                  <a:lnTo>
                    <a:pt x="45976" y="147979"/>
                  </a:lnTo>
                  <a:lnTo>
                    <a:pt x="29858" y="184214"/>
                  </a:lnTo>
                  <a:lnTo>
                    <a:pt x="11500" y="229218"/>
                  </a:lnTo>
                  <a:lnTo>
                    <a:pt x="143" y="271962"/>
                  </a:lnTo>
                  <a:lnTo>
                    <a:pt x="0" y="278808"/>
                  </a:lnTo>
                  <a:lnTo>
                    <a:pt x="447" y="285394"/>
                  </a:lnTo>
                  <a:lnTo>
                    <a:pt x="22245" y="322829"/>
                  </a:lnTo>
                  <a:lnTo>
                    <a:pt x="59982" y="340929"/>
                  </a:lnTo>
                  <a:lnTo>
                    <a:pt x="69651" y="341706"/>
                  </a:lnTo>
                  <a:lnTo>
                    <a:pt x="79602" y="341675"/>
                  </a:lnTo>
                  <a:lnTo>
                    <a:pt x="94765" y="340607"/>
                  </a:lnTo>
                  <a:lnTo>
                    <a:pt x="127402" y="336867"/>
                  </a:lnTo>
                  <a:lnTo>
                    <a:pt x="151737" y="333633"/>
                  </a:lnTo>
                  <a:lnTo>
                    <a:pt x="109874" y="334963"/>
                  </a:lnTo>
                  <a:lnTo>
                    <a:pt x="154564" y="229972"/>
                  </a:lnTo>
                  <a:lnTo>
                    <a:pt x="249724" y="38585"/>
                  </a:lnTo>
                  <a:lnTo>
                    <a:pt x="117696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626027" y="4224677"/>
              <a:ext cx="281940" cy="135890"/>
            </a:xfrm>
            <a:custGeom>
              <a:avLst/>
              <a:gdLst/>
              <a:ahLst/>
              <a:cxnLst/>
              <a:rect l="l" t="t" r="r" b="b"/>
              <a:pathLst>
                <a:path w="281940" h="135889">
                  <a:moveTo>
                    <a:pt x="162476" y="0"/>
                  </a:moveTo>
                  <a:lnTo>
                    <a:pt x="116839" y="14202"/>
                  </a:lnTo>
                  <a:lnTo>
                    <a:pt x="65830" y="41401"/>
                  </a:lnTo>
                  <a:lnTo>
                    <a:pt x="25724" y="72578"/>
                  </a:lnTo>
                  <a:lnTo>
                    <a:pt x="0" y="97934"/>
                  </a:lnTo>
                  <a:lnTo>
                    <a:pt x="3769" y="123786"/>
                  </a:lnTo>
                  <a:lnTo>
                    <a:pt x="11649" y="126671"/>
                  </a:lnTo>
                  <a:lnTo>
                    <a:pt x="35163" y="132113"/>
                  </a:lnTo>
                  <a:lnTo>
                    <a:pt x="74121" y="135298"/>
                  </a:lnTo>
                  <a:lnTo>
                    <a:pt x="128331" y="131409"/>
                  </a:lnTo>
                  <a:lnTo>
                    <a:pt x="177065" y="123776"/>
                  </a:lnTo>
                  <a:lnTo>
                    <a:pt x="209299" y="115540"/>
                  </a:lnTo>
                  <a:lnTo>
                    <a:pt x="239425" y="101580"/>
                  </a:lnTo>
                  <a:lnTo>
                    <a:pt x="281834" y="76772"/>
                  </a:lnTo>
                  <a:lnTo>
                    <a:pt x="273091" y="53244"/>
                  </a:lnTo>
                  <a:lnTo>
                    <a:pt x="236820" y="19465"/>
                  </a:lnTo>
                  <a:lnTo>
                    <a:pt x="198411" y="6167"/>
                  </a:lnTo>
                  <a:lnTo>
                    <a:pt x="177781" y="2917"/>
                  </a:lnTo>
                  <a:lnTo>
                    <a:pt x="162476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51635" y="4286913"/>
              <a:ext cx="153593" cy="134367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3753" y="4652187"/>
              <a:ext cx="1115677" cy="1159385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865030" y="4226763"/>
              <a:ext cx="84455" cy="85725"/>
            </a:xfrm>
            <a:custGeom>
              <a:avLst/>
              <a:gdLst/>
              <a:ahLst/>
              <a:cxnLst/>
              <a:rect l="l" t="t" r="r" b="b"/>
              <a:pathLst>
                <a:path w="84454" h="85725">
                  <a:moveTo>
                    <a:pt x="80259" y="0"/>
                  </a:moveTo>
                  <a:lnTo>
                    <a:pt x="42061" y="24805"/>
                  </a:lnTo>
                  <a:lnTo>
                    <a:pt x="7956" y="67262"/>
                  </a:lnTo>
                  <a:lnTo>
                    <a:pt x="0" y="82688"/>
                  </a:lnTo>
                  <a:lnTo>
                    <a:pt x="4764" y="85672"/>
                  </a:lnTo>
                  <a:lnTo>
                    <a:pt x="45704" y="50563"/>
                  </a:lnTo>
                  <a:lnTo>
                    <a:pt x="73965" y="20821"/>
                  </a:lnTo>
                  <a:lnTo>
                    <a:pt x="83955" y="2837"/>
                  </a:lnTo>
                  <a:lnTo>
                    <a:pt x="80259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820734" y="4320958"/>
              <a:ext cx="53975" cy="39370"/>
            </a:xfrm>
            <a:custGeom>
              <a:avLst/>
              <a:gdLst/>
              <a:ahLst/>
              <a:cxnLst/>
              <a:rect l="l" t="t" r="r" b="b"/>
              <a:pathLst>
                <a:path w="53975" h="39370">
                  <a:moveTo>
                    <a:pt x="53389" y="14431"/>
                  </a:moveTo>
                  <a:lnTo>
                    <a:pt x="20346" y="14431"/>
                  </a:lnTo>
                  <a:lnTo>
                    <a:pt x="28773" y="14962"/>
                  </a:lnTo>
                  <a:lnTo>
                    <a:pt x="34126" y="17240"/>
                  </a:lnTo>
                  <a:lnTo>
                    <a:pt x="36648" y="20501"/>
                  </a:lnTo>
                  <a:lnTo>
                    <a:pt x="37002" y="26998"/>
                  </a:lnTo>
                  <a:lnTo>
                    <a:pt x="35852" y="38983"/>
                  </a:lnTo>
                  <a:lnTo>
                    <a:pt x="38381" y="35971"/>
                  </a:lnTo>
                  <a:lnTo>
                    <a:pt x="44011" y="29081"/>
                  </a:lnTo>
                  <a:lnTo>
                    <a:pt x="49811" y="21529"/>
                  </a:lnTo>
                  <a:lnTo>
                    <a:pt x="52846" y="16533"/>
                  </a:lnTo>
                  <a:lnTo>
                    <a:pt x="53389" y="14431"/>
                  </a:lnTo>
                  <a:close/>
                </a:path>
                <a:path w="53975" h="39370">
                  <a:moveTo>
                    <a:pt x="42679" y="0"/>
                  </a:moveTo>
                  <a:lnTo>
                    <a:pt x="0" y="20690"/>
                  </a:lnTo>
                  <a:lnTo>
                    <a:pt x="3185" y="19319"/>
                  </a:lnTo>
                  <a:lnTo>
                    <a:pt x="10892" y="16558"/>
                  </a:lnTo>
                  <a:lnTo>
                    <a:pt x="20346" y="14431"/>
                  </a:lnTo>
                  <a:lnTo>
                    <a:pt x="53389" y="14431"/>
                  </a:lnTo>
                  <a:lnTo>
                    <a:pt x="53757" y="13004"/>
                  </a:lnTo>
                  <a:lnTo>
                    <a:pt x="42679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3519951" y="7268063"/>
              <a:ext cx="2313305" cy="201295"/>
            </a:xfrm>
            <a:custGeom>
              <a:avLst/>
              <a:gdLst/>
              <a:ahLst/>
              <a:cxnLst/>
              <a:rect l="l" t="t" r="r" b="b"/>
              <a:pathLst>
                <a:path w="2313305" h="201295">
                  <a:moveTo>
                    <a:pt x="2313000" y="76682"/>
                  </a:moveTo>
                  <a:lnTo>
                    <a:pt x="2272715" y="48971"/>
                  </a:lnTo>
                  <a:lnTo>
                    <a:pt x="2205786" y="32867"/>
                  </a:lnTo>
                  <a:lnTo>
                    <a:pt x="2161971" y="25755"/>
                  </a:lnTo>
                  <a:lnTo>
                    <a:pt x="2112010" y="19354"/>
                  </a:lnTo>
                  <a:lnTo>
                    <a:pt x="2056460" y="13741"/>
                  </a:lnTo>
                  <a:lnTo>
                    <a:pt x="1995893" y="8978"/>
                  </a:lnTo>
                  <a:lnTo>
                    <a:pt x="1930857" y="5156"/>
                  </a:lnTo>
                  <a:lnTo>
                    <a:pt x="1861921" y="2336"/>
                  </a:lnTo>
                  <a:lnTo>
                    <a:pt x="1789633" y="596"/>
                  </a:lnTo>
                  <a:lnTo>
                    <a:pt x="1714563" y="0"/>
                  </a:lnTo>
                  <a:lnTo>
                    <a:pt x="1639506" y="596"/>
                  </a:lnTo>
                  <a:lnTo>
                    <a:pt x="1567218" y="2336"/>
                  </a:lnTo>
                  <a:lnTo>
                    <a:pt x="1498282" y="5156"/>
                  </a:lnTo>
                  <a:lnTo>
                    <a:pt x="1433245" y="8978"/>
                  </a:lnTo>
                  <a:lnTo>
                    <a:pt x="1372679" y="13741"/>
                  </a:lnTo>
                  <a:lnTo>
                    <a:pt x="1317129" y="19354"/>
                  </a:lnTo>
                  <a:lnTo>
                    <a:pt x="1267180" y="25755"/>
                  </a:lnTo>
                  <a:lnTo>
                    <a:pt x="1223365" y="32867"/>
                  </a:lnTo>
                  <a:lnTo>
                    <a:pt x="1156423" y="48971"/>
                  </a:lnTo>
                  <a:lnTo>
                    <a:pt x="1136777" y="56870"/>
                  </a:lnTo>
                  <a:lnTo>
                    <a:pt x="1126744" y="53187"/>
                  </a:lnTo>
                  <a:lnTo>
                    <a:pt x="1089634" y="43040"/>
                  </a:lnTo>
                  <a:lnTo>
                    <a:pt x="1045819" y="33718"/>
                  </a:lnTo>
                  <a:lnTo>
                    <a:pt x="995870" y="25336"/>
                  </a:lnTo>
                  <a:lnTo>
                    <a:pt x="940320" y="17983"/>
                  </a:lnTo>
                  <a:lnTo>
                    <a:pt x="879754" y="11760"/>
                  </a:lnTo>
                  <a:lnTo>
                    <a:pt x="814717" y="6756"/>
                  </a:lnTo>
                  <a:lnTo>
                    <a:pt x="745769" y="3073"/>
                  </a:lnTo>
                  <a:lnTo>
                    <a:pt x="673493" y="787"/>
                  </a:lnTo>
                  <a:lnTo>
                    <a:pt x="598424" y="0"/>
                  </a:lnTo>
                  <a:lnTo>
                    <a:pt x="523354" y="787"/>
                  </a:lnTo>
                  <a:lnTo>
                    <a:pt x="451078" y="3073"/>
                  </a:lnTo>
                  <a:lnTo>
                    <a:pt x="382130" y="6756"/>
                  </a:lnTo>
                  <a:lnTo>
                    <a:pt x="317106" y="11760"/>
                  </a:lnTo>
                  <a:lnTo>
                    <a:pt x="256527" y="17983"/>
                  </a:lnTo>
                  <a:lnTo>
                    <a:pt x="200990" y="25336"/>
                  </a:lnTo>
                  <a:lnTo>
                    <a:pt x="151028" y="33718"/>
                  </a:lnTo>
                  <a:lnTo>
                    <a:pt x="107213" y="43040"/>
                  </a:lnTo>
                  <a:lnTo>
                    <a:pt x="70116" y="53187"/>
                  </a:lnTo>
                  <a:lnTo>
                    <a:pt x="18275" y="75666"/>
                  </a:lnTo>
                  <a:lnTo>
                    <a:pt x="0" y="100380"/>
                  </a:lnTo>
                  <a:lnTo>
                    <a:pt x="4660" y="112966"/>
                  </a:lnTo>
                  <a:lnTo>
                    <a:pt x="40284" y="136652"/>
                  </a:lnTo>
                  <a:lnTo>
                    <a:pt x="107213" y="157721"/>
                  </a:lnTo>
                  <a:lnTo>
                    <a:pt x="151028" y="167043"/>
                  </a:lnTo>
                  <a:lnTo>
                    <a:pt x="200990" y="175425"/>
                  </a:lnTo>
                  <a:lnTo>
                    <a:pt x="256527" y="182765"/>
                  </a:lnTo>
                  <a:lnTo>
                    <a:pt x="317106" y="188988"/>
                  </a:lnTo>
                  <a:lnTo>
                    <a:pt x="382130" y="193992"/>
                  </a:lnTo>
                  <a:lnTo>
                    <a:pt x="451078" y="197688"/>
                  </a:lnTo>
                  <a:lnTo>
                    <a:pt x="523354" y="199974"/>
                  </a:lnTo>
                  <a:lnTo>
                    <a:pt x="598424" y="200748"/>
                  </a:lnTo>
                  <a:lnTo>
                    <a:pt x="673493" y="199974"/>
                  </a:lnTo>
                  <a:lnTo>
                    <a:pt x="745769" y="197688"/>
                  </a:lnTo>
                  <a:lnTo>
                    <a:pt x="814717" y="193992"/>
                  </a:lnTo>
                  <a:lnTo>
                    <a:pt x="879754" y="188988"/>
                  </a:lnTo>
                  <a:lnTo>
                    <a:pt x="940320" y="182765"/>
                  </a:lnTo>
                  <a:lnTo>
                    <a:pt x="995870" y="175425"/>
                  </a:lnTo>
                  <a:lnTo>
                    <a:pt x="1045819" y="167043"/>
                  </a:lnTo>
                  <a:lnTo>
                    <a:pt x="1089634" y="157721"/>
                  </a:lnTo>
                  <a:lnTo>
                    <a:pt x="1126744" y="147561"/>
                  </a:lnTo>
                  <a:lnTo>
                    <a:pt x="1178585" y="125095"/>
                  </a:lnTo>
                  <a:lnTo>
                    <a:pt x="1191272" y="113792"/>
                  </a:lnTo>
                  <a:lnTo>
                    <a:pt x="1223365" y="120497"/>
                  </a:lnTo>
                  <a:lnTo>
                    <a:pt x="1267180" y="127622"/>
                  </a:lnTo>
                  <a:lnTo>
                    <a:pt x="1317129" y="134023"/>
                  </a:lnTo>
                  <a:lnTo>
                    <a:pt x="1372679" y="139636"/>
                  </a:lnTo>
                  <a:lnTo>
                    <a:pt x="1433245" y="144386"/>
                  </a:lnTo>
                  <a:lnTo>
                    <a:pt x="1498282" y="148209"/>
                  </a:lnTo>
                  <a:lnTo>
                    <a:pt x="1567218" y="151028"/>
                  </a:lnTo>
                  <a:lnTo>
                    <a:pt x="1639506" y="152781"/>
                  </a:lnTo>
                  <a:lnTo>
                    <a:pt x="1714563" y="153377"/>
                  </a:lnTo>
                  <a:lnTo>
                    <a:pt x="1789633" y="152781"/>
                  </a:lnTo>
                  <a:lnTo>
                    <a:pt x="1861921" y="151028"/>
                  </a:lnTo>
                  <a:lnTo>
                    <a:pt x="1930857" y="148209"/>
                  </a:lnTo>
                  <a:lnTo>
                    <a:pt x="1995893" y="144386"/>
                  </a:lnTo>
                  <a:lnTo>
                    <a:pt x="2056460" y="139636"/>
                  </a:lnTo>
                  <a:lnTo>
                    <a:pt x="2112010" y="134023"/>
                  </a:lnTo>
                  <a:lnTo>
                    <a:pt x="2161971" y="127622"/>
                  </a:lnTo>
                  <a:lnTo>
                    <a:pt x="2205786" y="120497"/>
                  </a:lnTo>
                  <a:lnTo>
                    <a:pt x="2272715" y="104406"/>
                  </a:lnTo>
                  <a:lnTo>
                    <a:pt x="2308339" y="86309"/>
                  </a:lnTo>
                  <a:lnTo>
                    <a:pt x="2313000" y="76682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325147" y="4713442"/>
              <a:ext cx="373380" cy="1060450"/>
            </a:xfrm>
            <a:custGeom>
              <a:avLst/>
              <a:gdLst/>
              <a:ahLst/>
              <a:cxnLst/>
              <a:rect l="l" t="t" r="r" b="b"/>
              <a:pathLst>
                <a:path w="373380" h="1060450">
                  <a:moveTo>
                    <a:pt x="321889" y="0"/>
                  </a:moveTo>
                  <a:lnTo>
                    <a:pt x="265444" y="13106"/>
                  </a:lnTo>
                  <a:lnTo>
                    <a:pt x="230233" y="38327"/>
                  </a:lnTo>
                  <a:lnTo>
                    <a:pt x="193940" y="79259"/>
                  </a:lnTo>
                  <a:lnTo>
                    <a:pt x="159245" y="138351"/>
                  </a:lnTo>
                  <a:lnTo>
                    <a:pt x="129100" y="203706"/>
                  </a:lnTo>
                  <a:lnTo>
                    <a:pt x="101613" y="267802"/>
                  </a:lnTo>
                  <a:lnTo>
                    <a:pt x="76980" y="329661"/>
                  </a:lnTo>
                  <a:lnTo>
                    <a:pt x="55395" y="388305"/>
                  </a:lnTo>
                  <a:lnTo>
                    <a:pt x="37052" y="442757"/>
                  </a:lnTo>
                  <a:lnTo>
                    <a:pt x="22147" y="492038"/>
                  </a:lnTo>
                  <a:lnTo>
                    <a:pt x="10873" y="535172"/>
                  </a:lnTo>
                  <a:lnTo>
                    <a:pt x="0" y="599084"/>
                  </a:lnTo>
                  <a:lnTo>
                    <a:pt x="1197" y="625405"/>
                  </a:lnTo>
                  <a:lnTo>
                    <a:pt x="15095" y="692911"/>
                  </a:lnTo>
                  <a:lnTo>
                    <a:pt x="30328" y="750352"/>
                  </a:lnTo>
                  <a:lnTo>
                    <a:pt x="47762" y="801967"/>
                  </a:lnTo>
                  <a:lnTo>
                    <a:pt x="67607" y="848469"/>
                  </a:lnTo>
                  <a:lnTo>
                    <a:pt x="90079" y="890568"/>
                  </a:lnTo>
                  <a:lnTo>
                    <a:pt x="115391" y="928976"/>
                  </a:lnTo>
                  <a:lnTo>
                    <a:pt x="143756" y="964406"/>
                  </a:lnTo>
                  <a:lnTo>
                    <a:pt x="175388" y="997568"/>
                  </a:lnTo>
                  <a:lnTo>
                    <a:pt x="210500" y="1029174"/>
                  </a:lnTo>
                  <a:lnTo>
                    <a:pt x="249305" y="1059936"/>
                  </a:lnTo>
                  <a:lnTo>
                    <a:pt x="267399" y="934830"/>
                  </a:lnTo>
                  <a:lnTo>
                    <a:pt x="242165" y="809390"/>
                  </a:lnTo>
                  <a:lnTo>
                    <a:pt x="226637" y="737440"/>
                  </a:lnTo>
                  <a:lnTo>
                    <a:pt x="214409" y="691858"/>
                  </a:lnTo>
                  <a:lnTo>
                    <a:pt x="199076" y="645519"/>
                  </a:lnTo>
                  <a:lnTo>
                    <a:pt x="237919" y="587443"/>
                  </a:lnTo>
                  <a:lnTo>
                    <a:pt x="271308" y="528509"/>
                  </a:lnTo>
                  <a:lnTo>
                    <a:pt x="299490" y="469411"/>
                  </a:lnTo>
                  <a:lnTo>
                    <a:pt x="322713" y="410843"/>
                  </a:lnTo>
                  <a:lnTo>
                    <a:pt x="341226" y="353498"/>
                  </a:lnTo>
                  <a:lnTo>
                    <a:pt x="355277" y="298071"/>
                  </a:lnTo>
                  <a:lnTo>
                    <a:pt x="365114" y="245256"/>
                  </a:lnTo>
                  <a:lnTo>
                    <a:pt x="370986" y="195745"/>
                  </a:lnTo>
                  <a:lnTo>
                    <a:pt x="373140" y="150234"/>
                  </a:lnTo>
                  <a:lnTo>
                    <a:pt x="371824" y="109415"/>
                  </a:lnTo>
                  <a:lnTo>
                    <a:pt x="367287" y="73983"/>
                  </a:lnTo>
                  <a:lnTo>
                    <a:pt x="359777" y="44632"/>
                  </a:lnTo>
                  <a:lnTo>
                    <a:pt x="349542" y="22055"/>
                  </a:lnTo>
                  <a:lnTo>
                    <a:pt x="336830" y="6946"/>
                  </a:lnTo>
                  <a:lnTo>
                    <a:pt x="321889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326995" y="4789021"/>
              <a:ext cx="356235" cy="984885"/>
            </a:xfrm>
            <a:custGeom>
              <a:avLst/>
              <a:gdLst/>
              <a:ahLst/>
              <a:cxnLst/>
              <a:rect l="l" t="t" r="r" b="b"/>
              <a:pathLst>
                <a:path w="356234" h="984885">
                  <a:moveTo>
                    <a:pt x="242056" y="0"/>
                  </a:moveTo>
                  <a:lnTo>
                    <a:pt x="234788" y="1151"/>
                  </a:lnTo>
                  <a:lnTo>
                    <a:pt x="212979" y="98880"/>
                  </a:lnTo>
                  <a:lnTo>
                    <a:pt x="178914" y="265236"/>
                  </a:lnTo>
                  <a:lnTo>
                    <a:pt x="133744" y="491901"/>
                  </a:lnTo>
                  <a:lnTo>
                    <a:pt x="148471" y="569200"/>
                  </a:lnTo>
                  <a:lnTo>
                    <a:pt x="155478" y="617428"/>
                  </a:lnTo>
                  <a:lnTo>
                    <a:pt x="156651" y="656802"/>
                  </a:lnTo>
                  <a:lnTo>
                    <a:pt x="153880" y="707538"/>
                  </a:lnTo>
                  <a:lnTo>
                    <a:pt x="147761" y="734569"/>
                  </a:lnTo>
                  <a:lnTo>
                    <a:pt x="134757" y="743995"/>
                  </a:lnTo>
                  <a:lnTo>
                    <a:pt x="115826" y="736568"/>
                  </a:lnTo>
                  <a:lnTo>
                    <a:pt x="91926" y="713039"/>
                  </a:lnTo>
                  <a:lnTo>
                    <a:pt x="64016" y="674159"/>
                  </a:lnTo>
                  <a:lnTo>
                    <a:pt x="33054" y="620680"/>
                  </a:lnTo>
                  <a:lnTo>
                    <a:pt x="0" y="553354"/>
                  </a:lnTo>
                  <a:lnTo>
                    <a:pt x="13248" y="617332"/>
                  </a:lnTo>
                  <a:lnTo>
                    <a:pt x="28481" y="674773"/>
                  </a:lnTo>
                  <a:lnTo>
                    <a:pt x="45914" y="726388"/>
                  </a:lnTo>
                  <a:lnTo>
                    <a:pt x="65760" y="772890"/>
                  </a:lnTo>
                  <a:lnTo>
                    <a:pt x="88232" y="814989"/>
                  </a:lnTo>
                  <a:lnTo>
                    <a:pt x="113544" y="853397"/>
                  </a:lnTo>
                  <a:lnTo>
                    <a:pt x="141909" y="888827"/>
                  </a:lnTo>
                  <a:lnTo>
                    <a:pt x="173541" y="921989"/>
                  </a:lnTo>
                  <a:lnTo>
                    <a:pt x="208653" y="953595"/>
                  </a:lnTo>
                  <a:lnTo>
                    <a:pt x="247458" y="984357"/>
                  </a:lnTo>
                  <a:lnTo>
                    <a:pt x="265541" y="859251"/>
                  </a:lnTo>
                  <a:lnTo>
                    <a:pt x="240308" y="733811"/>
                  </a:lnTo>
                  <a:lnTo>
                    <a:pt x="224781" y="661861"/>
                  </a:lnTo>
                  <a:lnTo>
                    <a:pt x="212556" y="616279"/>
                  </a:lnTo>
                  <a:lnTo>
                    <a:pt x="197229" y="569940"/>
                  </a:lnTo>
                  <a:lnTo>
                    <a:pt x="227876" y="524935"/>
                  </a:lnTo>
                  <a:lnTo>
                    <a:pt x="255192" y="479322"/>
                  </a:lnTo>
                  <a:lnTo>
                    <a:pt x="279297" y="433426"/>
                  </a:lnTo>
                  <a:lnTo>
                    <a:pt x="300308" y="387571"/>
                  </a:lnTo>
                  <a:lnTo>
                    <a:pt x="318345" y="342080"/>
                  </a:lnTo>
                  <a:lnTo>
                    <a:pt x="333525" y="297277"/>
                  </a:lnTo>
                  <a:lnTo>
                    <a:pt x="345967" y="253486"/>
                  </a:lnTo>
                  <a:lnTo>
                    <a:pt x="355790" y="211030"/>
                  </a:lnTo>
                  <a:lnTo>
                    <a:pt x="327183" y="151049"/>
                  </a:lnTo>
                  <a:lnTo>
                    <a:pt x="300168" y="96616"/>
                  </a:lnTo>
                  <a:lnTo>
                    <a:pt x="276084" y="51071"/>
                  </a:lnTo>
                  <a:lnTo>
                    <a:pt x="256267" y="17752"/>
                  </a:lnTo>
                  <a:lnTo>
                    <a:pt x="242056" y="0"/>
                  </a:lnTo>
                  <a:close/>
                </a:path>
              </a:pathLst>
            </a:custGeom>
            <a:solidFill>
              <a:srgbClr val="057C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713944" y="4159660"/>
              <a:ext cx="407034" cy="497205"/>
            </a:xfrm>
            <a:custGeom>
              <a:avLst/>
              <a:gdLst/>
              <a:ahLst/>
              <a:cxnLst/>
              <a:rect l="l" t="t" r="r" b="b"/>
              <a:pathLst>
                <a:path w="407034" h="497204">
                  <a:moveTo>
                    <a:pt x="126379" y="0"/>
                  </a:moveTo>
                  <a:lnTo>
                    <a:pt x="74015" y="8108"/>
                  </a:lnTo>
                  <a:lnTo>
                    <a:pt x="41272" y="31364"/>
                  </a:lnTo>
                  <a:lnTo>
                    <a:pt x="21722" y="65102"/>
                  </a:lnTo>
                  <a:lnTo>
                    <a:pt x="8938" y="104656"/>
                  </a:lnTo>
                  <a:lnTo>
                    <a:pt x="1092" y="147070"/>
                  </a:lnTo>
                  <a:lnTo>
                    <a:pt x="0" y="191486"/>
                  </a:lnTo>
                  <a:lnTo>
                    <a:pt x="4763" y="236271"/>
                  </a:lnTo>
                  <a:lnTo>
                    <a:pt x="14487" y="279792"/>
                  </a:lnTo>
                  <a:lnTo>
                    <a:pt x="35338" y="324414"/>
                  </a:lnTo>
                  <a:lnTo>
                    <a:pt x="67175" y="369990"/>
                  </a:lnTo>
                  <a:lnTo>
                    <a:pt x="99624" y="411020"/>
                  </a:lnTo>
                  <a:lnTo>
                    <a:pt x="122306" y="442007"/>
                  </a:lnTo>
                  <a:lnTo>
                    <a:pt x="143465" y="460335"/>
                  </a:lnTo>
                  <a:lnTo>
                    <a:pt x="180843" y="478777"/>
                  </a:lnTo>
                  <a:lnTo>
                    <a:pt x="224999" y="492532"/>
                  </a:lnTo>
                  <a:lnTo>
                    <a:pt x="266490" y="496801"/>
                  </a:lnTo>
                  <a:lnTo>
                    <a:pt x="300185" y="491633"/>
                  </a:lnTo>
                  <a:lnTo>
                    <a:pt x="359772" y="467509"/>
                  </a:lnTo>
                  <a:lnTo>
                    <a:pt x="394733" y="403438"/>
                  </a:lnTo>
                  <a:lnTo>
                    <a:pt x="405168" y="351347"/>
                  </a:lnTo>
                  <a:lnTo>
                    <a:pt x="406715" y="300572"/>
                  </a:lnTo>
                  <a:lnTo>
                    <a:pt x="399805" y="255175"/>
                  </a:lnTo>
                  <a:lnTo>
                    <a:pt x="390439" y="231899"/>
                  </a:lnTo>
                  <a:lnTo>
                    <a:pt x="377767" y="210031"/>
                  </a:lnTo>
                  <a:lnTo>
                    <a:pt x="366104" y="190647"/>
                  </a:lnTo>
                  <a:lnTo>
                    <a:pt x="359765" y="174821"/>
                  </a:lnTo>
                  <a:lnTo>
                    <a:pt x="334389" y="111512"/>
                  </a:lnTo>
                  <a:lnTo>
                    <a:pt x="312301" y="69852"/>
                  </a:lnTo>
                  <a:lnTo>
                    <a:pt x="289788" y="38166"/>
                  </a:lnTo>
                  <a:lnTo>
                    <a:pt x="229004" y="7700"/>
                  </a:lnTo>
                  <a:lnTo>
                    <a:pt x="183867" y="2083"/>
                  </a:lnTo>
                  <a:lnTo>
                    <a:pt x="126379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713944" y="4159658"/>
              <a:ext cx="375285" cy="497205"/>
            </a:xfrm>
            <a:custGeom>
              <a:avLst/>
              <a:gdLst/>
              <a:ahLst/>
              <a:cxnLst/>
              <a:rect l="l" t="t" r="r" b="b"/>
              <a:pathLst>
                <a:path w="375284" h="497204">
                  <a:moveTo>
                    <a:pt x="126378" y="0"/>
                  </a:moveTo>
                  <a:lnTo>
                    <a:pt x="74014" y="8108"/>
                  </a:lnTo>
                  <a:lnTo>
                    <a:pt x="41272" y="31364"/>
                  </a:lnTo>
                  <a:lnTo>
                    <a:pt x="21725" y="65102"/>
                  </a:lnTo>
                  <a:lnTo>
                    <a:pt x="8947" y="104656"/>
                  </a:lnTo>
                  <a:lnTo>
                    <a:pt x="1095" y="147070"/>
                  </a:lnTo>
                  <a:lnTo>
                    <a:pt x="0" y="191486"/>
                  </a:lnTo>
                  <a:lnTo>
                    <a:pt x="4762" y="236271"/>
                  </a:lnTo>
                  <a:lnTo>
                    <a:pt x="14486" y="279792"/>
                  </a:lnTo>
                  <a:lnTo>
                    <a:pt x="35336" y="324414"/>
                  </a:lnTo>
                  <a:lnTo>
                    <a:pt x="67174" y="369990"/>
                  </a:lnTo>
                  <a:lnTo>
                    <a:pt x="99623" y="411020"/>
                  </a:lnTo>
                  <a:lnTo>
                    <a:pt x="122305" y="442007"/>
                  </a:lnTo>
                  <a:lnTo>
                    <a:pt x="143464" y="460340"/>
                  </a:lnTo>
                  <a:lnTo>
                    <a:pt x="180842" y="478781"/>
                  </a:lnTo>
                  <a:lnTo>
                    <a:pt x="224998" y="492533"/>
                  </a:lnTo>
                  <a:lnTo>
                    <a:pt x="266489" y="496801"/>
                  </a:lnTo>
                  <a:lnTo>
                    <a:pt x="300184" y="491633"/>
                  </a:lnTo>
                  <a:lnTo>
                    <a:pt x="333059" y="481164"/>
                  </a:lnTo>
                  <a:lnTo>
                    <a:pt x="359771" y="467509"/>
                  </a:lnTo>
                  <a:lnTo>
                    <a:pt x="374978" y="452782"/>
                  </a:lnTo>
                  <a:lnTo>
                    <a:pt x="334139" y="438914"/>
                  </a:lnTo>
                  <a:lnTo>
                    <a:pt x="305261" y="404988"/>
                  </a:lnTo>
                  <a:lnTo>
                    <a:pt x="285675" y="362594"/>
                  </a:lnTo>
                  <a:lnTo>
                    <a:pt x="272713" y="323323"/>
                  </a:lnTo>
                  <a:lnTo>
                    <a:pt x="263704" y="298765"/>
                  </a:lnTo>
                  <a:lnTo>
                    <a:pt x="241023" y="267778"/>
                  </a:lnTo>
                  <a:lnTo>
                    <a:pt x="208577" y="226748"/>
                  </a:lnTo>
                  <a:lnTo>
                    <a:pt x="176740" y="181172"/>
                  </a:lnTo>
                  <a:lnTo>
                    <a:pt x="155885" y="136550"/>
                  </a:lnTo>
                  <a:lnTo>
                    <a:pt x="148010" y="103223"/>
                  </a:lnTo>
                  <a:lnTo>
                    <a:pt x="142974" y="68929"/>
                  </a:lnTo>
                  <a:lnTo>
                    <a:pt x="141166" y="34408"/>
                  </a:lnTo>
                  <a:lnTo>
                    <a:pt x="142974" y="397"/>
                  </a:lnTo>
                  <a:lnTo>
                    <a:pt x="126378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649566" y="7274503"/>
              <a:ext cx="258445" cy="147955"/>
            </a:xfrm>
            <a:custGeom>
              <a:avLst/>
              <a:gdLst/>
              <a:ahLst/>
              <a:cxnLst/>
              <a:rect l="l" t="t" r="r" b="b"/>
              <a:pathLst>
                <a:path w="258444" h="147954">
                  <a:moveTo>
                    <a:pt x="56763" y="0"/>
                  </a:moveTo>
                  <a:lnTo>
                    <a:pt x="17317" y="3413"/>
                  </a:lnTo>
                  <a:lnTo>
                    <a:pt x="1278" y="21039"/>
                  </a:lnTo>
                  <a:lnTo>
                    <a:pt x="1148" y="53537"/>
                  </a:lnTo>
                  <a:lnTo>
                    <a:pt x="0" y="88463"/>
                  </a:lnTo>
                  <a:lnTo>
                    <a:pt x="514" y="118262"/>
                  </a:lnTo>
                  <a:lnTo>
                    <a:pt x="5372" y="135382"/>
                  </a:lnTo>
                  <a:lnTo>
                    <a:pt x="22616" y="143604"/>
                  </a:lnTo>
                  <a:lnTo>
                    <a:pt x="50166" y="147343"/>
                  </a:lnTo>
                  <a:lnTo>
                    <a:pt x="82048" y="146753"/>
                  </a:lnTo>
                  <a:lnTo>
                    <a:pt x="143284" y="135494"/>
                  </a:lnTo>
                  <a:lnTo>
                    <a:pt x="191987" y="122426"/>
                  </a:lnTo>
                  <a:lnTo>
                    <a:pt x="237215" y="107486"/>
                  </a:lnTo>
                  <a:lnTo>
                    <a:pt x="258083" y="81416"/>
                  </a:lnTo>
                  <a:lnTo>
                    <a:pt x="255757" y="66665"/>
                  </a:lnTo>
                  <a:lnTo>
                    <a:pt x="224994" y="28492"/>
                  </a:lnTo>
                  <a:lnTo>
                    <a:pt x="171154" y="10334"/>
                  </a:lnTo>
                  <a:lnTo>
                    <a:pt x="103011" y="3601"/>
                  </a:lnTo>
                  <a:lnTo>
                    <a:pt x="56763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3643596" y="7252650"/>
              <a:ext cx="262890" cy="147320"/>
            </a:xfrm>
            <a:custGeom>
              <a:avLst/>
              <a:gdLst/>
              <a:ahLst/>
              <a:cxnLst/>
              <a:rect l="l" t="t" r="r" b="b"/>
              <a:pathLst>
                <a:path w="262890" h="147320">
                  <a:moveTo>
                    <a:pt x="65166" y="0"/>
                  </a:moveTo>
                  <a:lnTo>
                    <a:pt x="26217" y="3478"/>
                  </a:lnTo>
                  <a:lnTo>
                    <a:pt x="5700" y="20517"/>
                  </a:lnTo>
                  <a:lnTo>
                    <a:pt x="595" y="53245"/>
                  </a:lnTo>
                  <a:lnTo>
                    <a:pt x="0" y="88145"/>
                  </a:lnTo>
                  <a:lnTo>
                    <a:pt x="3277" y="117816"/>
                  </a:lnTo>
                  <a:lnTo>
                    <a:pt x="9794" y="134859"/>
                  </a:lnTo>
                  <a:lnTo>
                    <a:pt x="27036" y="143082"/>
                  </a:lnTo>
                  <a:lnTo>
                    <a:pt x="54583" y="146821"/>
                  </a:lnTo>
                  <a:lnTo>
                    <a:pt x="86465" y="146231"/>
                  </a:lnTo>
                  <a:lnTo>
                    <a:pt x="147701" y="134972"/>
                  </a:lnTo>
                  <a:lnTo>
                    <a:pt x="196405" y="121904"/>
                  </a:lnTo>
                  <a:lnTo>
                    <a:pt x="241635" y="106964"/>
                  </a:lnTo>
                  <a:lnTo>
                    <a:pt x="262509" y="80893"/>
                  </a:lnTo>
                  <a:lnTo>
                    <a:pt x="260183" y="66143"/>
                  </a:lnTo>
                  <a:lnTo>
                    <a:pt x="229415" y="27970"/>
                  </a:lnTo>
                  <a:lnTo>
                    <a:pt x="175576" y="9812"/>
                  </a:lnTo>
                  <a:lnTo>
                    <a:pt x="108926" y="3275"/>
                  </a:lnTo>
                  <a:lnTo>
                    <a:pt x="65166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768579" y="7253947"/>
              <a:ext cx="137524" cy="10055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4300967" y="7274503"/>
              <a:ext cx="258445" cy="147955"/>
            </a:xfrm>
            <a:custGeom>
              <a:avLst/>
              <a:gdLst/>
              <a:ahLst/>
              <a:cxnLst/>
              <a:rect l="l" t="t" r="r" b="b"/>
              <a:pathLst>
                <a:path w="258444" h="147954">
                  <a:moveTo>
                    <a:pt x="56760" y="0"/>
                  </a:moveTo>
                  <a:lnTo>
                    <a:pt x="17313" y="3413"/>
                  </a:lnTo>
                  <a:lnTo>
                    <a:pt x="1274" y="21039"/>
                  </a:lnTo>
                  <a:lnTo>
                    <a:pt x="1148" y="53537"/>
                  </a:lnTo>
                  <a:lnTo>
                    <a:pt x="0" y="88463"/>
                  </a:lnTo>
                  <a:lnTo>
                    <a:pt x="512" y="118262"/>
                  </a:lnTo>
                  <a:lnTo>
                    <a:pt x="5368" y="135382"/>
                  </a:lnTo>
                  <a:lnTo>
                    <a:pt x="22612" y="143604"/>
                  </a:lnTo>
                  <a:lnTo>
                    <a:pt x="50162" y="147343"/>
                  </a:lnTo>
                  <a:lnTo>
                    <a:pt x="82044" y="146753"/>
                  </a:lnTo>
                  <a:lnTo>
                    <a:pt x="143280" y="135494"/>
                  </a:lnTo>
                  <a:lnTo>
                    <a:pt x="191983" y="122426"/>
                  </a:lnTo>
                  <a:lnTo>
                    <a:pt x="237211" y="107486"/>
                  </a:lnTo>
                  <a:lnTo>
                    <a:pt x="258085" y="81416"/>
                  </a:lnTo>
                  <a:lnTo>
                    <a:pt x="255761" y="66665"/>
                  </a:lnTo>
                  <a:lnTo>
                    <a:pt x="224990" y="28492"/>
                  </a:lnTo>
                  <a:lnTo>
                    <a:pt x="171150" y="10334"/>
                  </a:lnTo>
                  <a:lnTo>
                    <a:pt x="103007" y="3601"/>
                  </a:lnTo>
                  <a:lnTo>
                    <a:pt x="5676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294994" y="7252650"/>
              <a:ext cx="262890" cy="147320"/>
            </a:xfrm>
            <a:custGeom>
              <a:avLst/>
              <a:gdLst/>
              <a:ahLst/>
              <a:cxnLst/>
              <a:rect l="l" t="t" r="r" b="b"/>
              <a:pathLst>
                <a:path w="262890" h="147320">
                  <a:moveTo>
                    <a:pt x="65166" y="0"/>
                  </a:moveTo>
                  <a:lnTo>
                    <a:pt x="26217" y="3478"/>
                  </a:lnTo>
                  <a:lnTo>
                    <a:pt x="5700" y="20517"/>
                  </a:lnTo>
                  <a:lnTo>
                    <a:pt x="595" y="53245"/>
                  </a:lnTo>
                  <a:lnTo>
                    <a:pt x="0" y="88145"/>
                  </a:lnTo>
                  <a:lnTo>
                    <a:pt x="3277" y="117816"/>
                  </a:lnTo>
                  <a:lnTo>
                    <a:pt x="9794" y="134859"/>
                  </a:lnTo>
                  <a:lnTo>
                    <a:pt x="27036" y="143082"/>
                  </a:lnTo>
                  <a:lnTo>
                    <a:pt x="54583" y="146821"/>
                  </a:lnTo>
                  <a:lnTo>
                    <a:pt x="86465" y="146231"/>
                  </a:lnTo>
                  <a:lnTo>
                    <a:pt x="147701" y="134972"/>
                  </a:lnTo>
                  <a:lnTo>
                    <a:pt x="196405" y="121904"/>
                  </a:lnTo>
                  <a:lnTo>
                    <a:pt x="241635" y="106964"/>
                  </a:lnTo>
                  <a:lnTo>
                    <a:pt x="262504" y="80893"/>
                  </a:lnTo>
                  <a:lnTo>
                    <a:pt x="260179" y="66143"/>
                  </a:lnTo>
                  <a:lnTo>
                    <a:pt x="229415" y="27970"/>
                  </a:lnTo>
                  <a:lnTo>
                    <a:pt x="175576" y="9812"/>
                  </a:lnTo>
                  <a:lnTo>
                    <a:pt x="108926" y="3275"/>
                  </a:lnTo>
                  <a:lnTo>
                    <a:pt x="65166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419966" y="7253947"/>
              <a:ext cx="137530" cy="10055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13520977" y="5548833"/>
              <a:ext cx="948690" cy="1739900"/>
            </a:xfrm>
            <a:custGeom>
              <a:avLst/>
              <a:gdLst/>
              <a:ahLst/>
              <a:cxnLst/>
              <a:rect l="l" t="t" r="r" b="b"/>
              <a:pathLst>
                <a:path w="948690" h="1739900">
                  <a:moveTo>
                    <a:pt x="787133" y="0"/>
                  </a:moveTo>
                  <a:lnTo>
                    <a:pt x="114504" y="25695"/>
                  </a:lnTo>
                  <a:lnTo>
                    <a:pt x="85368" y="71941"/>
                  </a:lnTo>
                  <a:lnTo>
                    <a:pt x="61168" y="115033"/>
                  </a:lnTo>
                  <a:lnTo>
                    <a:pt x="41553" y="155920"/>
                  </a:lnTo>
                  <a:lnTo>
                    <a:pt x="26174" y="195553"/>
                  </a:lnTo>
                  <a:lnTo>
                    <a:pt x="14680" y="234881"/>
                  </a:lnTo>
                  <a:lnTo>
                    <a:pt x="6720" y="274856"/>
                  </a:lnTo>
                  <a:lnTo>
                    <a:pt x="1943" y="316427"/>
                  </a:lnTo>
                  <a:lnTo>
                    <a:pt x="0" y="360545"/>
                  </a:lnTo>
                  <a:lnTo>
                    <a:pt x="538" y="408158"/>
                  </a:lnTo>
                  <a:lnTo>
                    <a:pt x="3209" y="460219"/>
                  </a:lnTo>
                  <a:lnTo>
                    <a:pt x="7661" y="517676"/>
                  </a:lnTo>
                  <a:lnTo>
                    <a:pt x="13544" y="581479"/>
                  </a:lnTo>
                  <a:lnTo>
                    <a:pt x="19312" y="636666"/>
                  </a:lnTo>
                  <a:lnTo>
                    <a:pt x="26346" y="697230"/>
                  </a:lnTo>
                  <a:lnTo>
                    <a:pt x="34186" y="760807"/>
                  </a:lnTo>
                  <a:lnTo>
                    <a:pt x="57934" y="945938"/>
                  </a:lnTo>
                  <a:lnTo>
                    <a:pt x="64393" y="997893"/>
                  </a:lnTo>
                  <a:lnTo>
                    <a:pt x="69357" y="1041026"/>
                  </a:lnTo>
                  <a:lnTo>
                    <a:pt x="72364" y="1072971"/>
                  </a:lnTo>
                  <a:lnTo>
                    <a:pt x="72956" y="1091359"/>
                  </a:lnTo>
                  <a:lnTo>
                    <a:pt x="70289" y="1143280"/>
                  </a:lnTo>
                  <a:lnTo>
                    <a:pt x="69223" y="1199336"/>
                  </a:lnTo>
                  <a:lnTo>
                    <a:pt x="69621" y="1258294"/>
                  </a:lnTo>
                  <a:lnTo>
                    <a:pt x="71348" y="1318920"/>
                  </a:lnTo>
                  <a:lnTo>
                    <a:pt x="74265" y="1379983"/>
                  </a:lnTo>
                  <a:lnTo>
                    <a:pt x="78237" y="1440249"/>
                  </a:lnTo>
                  <a:lnTo>
                    <a:pt x="83127" y="1498486"/>
                  </a:lnTo>
                  <a:lnTo>
                    <a:pt x="88798" y="1553462"/>
                  </a:lnTo>
                  <a:lnTo>
                    <a:pt x="95114" y="1603943"/>
                  </a:lnTo>
                  <a:lnTo>
                    <a:pt x="101937" y="1648697"/>
                  </a:lnTo>
                  <a:lnTo>
                    <a:pt x="109131" y="1686492"/>
                  </a:lnTo>
                  <a:lnTo>
                    <a:pt x="124085" y="1736271"/>
                  </a:lnTo>
                  <a:lnTo>
                    <a:pt x="216114" y="1739679"/>
                  </a:lnTo>
                  <a:lnTo>
                    <a:pt x="263078" y="1737267"/>
                  </a:lnTo>
                  <a:lnTo>
                    <a:pt x="279640" y="1725842"/>
                  </a:lnTo>
                  <a:lnTo>
                    <a:pt x="280458" y="1702209"/>
                  </a:lnTo>
                  <a:lnTo>
                    <a:pt x="281955" y="1680710"/>
                  </a:lnTo>
                  <a:lnTo>
                    <a:pt x="288037" y="1649659"/>
                  </a:lnTo>
                  <a:lnTo>
                    <a:pt x="297653" y="1610488"/>
                  </a:lnTo>
                  <a:lnTo>
                    <a:pt x="323284" y="1513497"/>
                  </a:lnTo>
                  <a:lnTo>
                    <a:pt x="337201" y="1458536"/>
                  </a:lnTo>
                  <a:lnTo>
                    <a:pt x="350450" y="1401171"/>
                  </a:lnTo>
                  <a:lnTo>
                    <a:pt x="361984" y="1342829"/>
                  </a:lnTo>
                  <a:lnTo>
                    <a:pt x="370751" y="1284941"/>
                  </a:lnTo>
                  <a:lnTo>
                    <a:pt x="375701" y="1228936"/>
                  </a:lnTo>
                  <a:lnTo>
                    <a:pt x="375785" y="1176243"/>
                  </a:lnTo>
                  <a:lnTo>
                    <a:pt x="369952" y="1128290"/>
                  </a:lnTo>
                  <a:lnTo>
                    <a:pt x="375222" y="1052834"/>
                  </a:lnTo>
                  <a:lnTo>
                    <a:pt x="392797" y="916347"/>
                  </a:lnTo>
                  <a:lnTo>
                    <a:pt x="411523" y="785536"/>
                  </a:lnTo>
                  <a:lnTo>
                    <a:pt x="420244" y="727108"/>
                  </a:lnTo>
                  <a:lnTo>
                    <a:pt x="543622" y="1092951"/>
                  </a:lnTo>
                  <a:lnTo>
                    <a:pt x="549870" y="1168969"/>
                  </a:lnTo>
                  <a:lnTo>
                    <a:pt x="560455" y="1240577"/>
                  </a:lnTo>
                  <a:lnTo>
                    <a:pt x="574671" y="1307705"/>
                  </a:lnTo>
                  <a:lnTo>
                    <a:pt x="591814" y="1370283"/>
                  </a:lnTo>
                  <a:lnTo>
                    <a:pt x="611177" y="1428242"/>
                  </a:lnTo>
                  <a:lnTo>
                    <a:pt x="632056" y="1481510"/>
                  </a:lnTo>
                  <a:lnTo>
                    <a:pt x="653743" y="1530018"/>
                  </a:lnTo>
                  <a:lnTo>
                    <a:pt x="675535" y="1573696"/>
                  </a:lnTo>
                  <a:lnTo>
                    <a:pt x="696724" y="1612474"/>
                  </a:lnTo>
                  <a:lnTo>
                    <a:pt x="716606" y="1646282"/>
                  </a:lnTo>
                  <a:lnTo>
                    <a:pt x="761350" y="1717182"/>
                  </a:lnTo>
                  <a:lnTo>
                    <a:pt x="768945" y="1730408"/>
                  </a:lnTo>
                  <a:lnTo>
                    <a:pt x="802216" y="1738433"/>
                  </a:lnTo>
                  <a:lnTo>
                    <a:pt x="864145" y="1732032"/>
                  </a:lnTo>
                  <a:lnTo>
                    <a:pt x="923261" y="1716138"/>
                  </a:lnTo>
                  <a:lnTo>
                    <a:pt x="948092" y="1695686"/>
                  </a:lnTo>
                  <a:lnTo>
                    <a:pt x="910995" y="1417743"/>
                  </a:lnTo>
                  <a:lnTo>
                    <a:pt x="884662" y="1215370"/>
                  </a:lnTo>
                  <a:lnTo>
                    <a:pt x="877389" y="1157594"/>
                  </a:lnTo>
                  <a:lnTo>
                    <a:pt x="871533" y="1109426"/>
                  </a:lnTo>
                  <a:lnTo>
                    <a:pt x="865665" y="1053360"/>
                  </a:lnTo>
                  <a:lnTo>
                    <a:pt x="852507" y="845818"/>
                  </a:lnTo>
                  <a:lnTo>
                    <a:pt x="835814" y="597831"/>
                  </a:lnTo>
                  <a:lnTo>
                    <a:pt x="822053" y="403704"/>
                  </a:lnTo>
                  <a:lnTo>
                    <a:pt x="813251" y="286703"/>
                  </a:lnTo>
                  <a:lnTo>
                    <a:pt x="809153" y="235186"/>
                  </a:lnTo>
                  <a:lnTo>
                    <a:pt x="802947" y="164490"/>
                  </a:lnTo>
                  <a:lnTo>
                    <a:pt x="795685" y="87417"/>
                  </a:lnTo>
                  <a:lnTo>
                    <a:pt x="78713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748556" y="6190597"/>
              <a:ext cx="193040" cy="1090295"/>
            </a:xfrm>
            <a:custGeom>
              <a:avLst/>
              <a:gdLst/>
              <a:ahLst/>
              <a:cxnLst/>
              <a:rect l="l" t="t" r="r" b="b"/>
              <a:pathLst>
                <a:path w="193040" h="1090295">
                  <a:moveTo>
                    <a:pt x="131420" y="0"/>
                  </a:moveTo>
                  <a:lnTo>
                    <a:pt x="98887" y="214911"/>
                  </a:lnTo>
                  <a:lnTo>
                    <a:pt x="82803" y="328339"/>
                  </a:lnTo>
                  <a:lnTo>
                    <a:pt x="78452" y="377895"/>
                  </a:lnTo>
                  <a:lnTo>
                    <a:pt x="81117" y="401191"/>
                  </a:lnTo>
                  <a:lnTo>
                    <a:pt x="86561" y="442778"/>
                  </a:lnTo>
                  <a:lnTo>
                    <a:pt x="87928" y="490885"/>
                  </a:lnTo>
                  <a:lnTo>
                    <a:pt x="85804" y="544174"/>
                  </a:lnTo>
                  <a:lnTo>
                    <a:pt x="80777" y="601308"/>
                  </a:lnTo>
                  <a:lnTo>
                    <a:pt x="73434" y="660950"/>
                  </a:lnTo>
                  <a:lnTo>
                    <a:pt x="64362" y="721762"/>
                  </a:lnTo>
                  <a:lnTo>
                    <a:pt x="54148" y="782409"/>
                  </a:lnTo>
                  <a:lnTo>
                    <a:pt x="43380" y="841552"/>
                  </a:lnTo>
                  <a:lnTo>
                    <a:pt x="13618" y="996589"/>
                  </a:lnTo>
                  <a:lnTo>
                    <a:pt x="6502" y="1036346"/>
                  </a:lnTo>
                  <a:lnTo>
                    <a:pt x="1767" y="1067914"/>
                  </a:lnTo>
                  <a:lnTo>
                    <a:pt x="0" y="1089956"/>
                  </a:lnTo>
                  <a:lnTo>
                    <a:pt x="20954" y="1085686"/>
                  </a:lnTo>
                  <a:lnTo>
                    <a:pt x="38006" y="1079565"/>
                  </a:lnTo>
                  <a:lnTo>
                    <a:pt x="49274" y="1071263"/>
                  </a:lnTo>
                  <a:lnTo>
                    <a:pt x="52877" y="1060449"/>
                  </a:lnTo>
                  <a:lnTo>
                    <a:pt x="54375" y="1038949"/>
                  </a:lnTo>
                  <a:lnTo>
                    <a:pt x="60457" y="1007898"/>
                  </a:lnTo>
                  <a:lnTo>
                    <a:pt x="70072" y="968726"/>
                  </a:lnTo>
                  <a:lnTo>
                    <a:pt x="95704" y="871733"/>
                  </a:lnTo>
                  <a:lnTo>
                    <a:pt x="109621" y="816772"/>
                  </a:lnTo>
                  <a:lnTo>
                    <a:pt x="122870" y="759406"/>
                  </a:lnTo>
                  <a:lnTo>
                    <a:pt x="134404" y="701064"/>
                  </a:lnTo>
                  <a:lnTo>
                    <a:pt x="143171" y="643176"/>
                  </a:lnTo>
                  <a:lnTo>
                    <a:pt x="148121" y="587172"/>
                  </a:lnTo>
                  <a:lnTo>
                    <a:pt x="148205" y="534480"/>
                  </a:lnTo>
                  <a:lnTo>
                    <a:pt x="142372" y="486529"/>
                  </a:lnTo>
                  <a:lnTo>
                    <a:pt x="147642" y="411072"/>
                  </a:lnTo>
                  <a:lnTo>
                    <a:pt x="165217" y="274581"/>
                  </a:lnTo>
                  <a:lnTo>
                    <a:pt x="183943" y="143767"/>
                  </a:lnTo>
                  <a:lnTo>
                    <a:pt x="192664" y="85337"/>
                  </a:lnTo>
                  <a:lnTo>
                    <a:pt x="131420" y="0"/>
                  </a:lnTo>
                  <a:close/>
                </a:path>
              </a:pathLst>
            </a:custGeom>
            <a:solidFill>
              <a:srgbClr val="FADBDE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520977" y="5548833"/>
              <a:ext cx="948092" cy="173967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504752" y="3938324"/>
              <a:ext cx="2318566" cy="341542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68549" y="5154748"/>
              <a:ext cx="677633" cy="113851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5041314" y="5118954"/>
              <a:ext cx="410209" cy="97155"/>
            </a:xfrm>
            <a:custGeom>
              <a:avLst/>
              <a:gdLst/>
              <a:ahLst/>
              <a:cxnLst/>
              <a:rect l="l" t="t" r="r" b="b"/>
              <a:pathLst>
                <a:path w="410209" h="97154">
                  <a:moveTo>
                    <a:pt x="0" y="0"/>
                  </a:moveTo>
                  <a:lnTo>
                    <a:pt x="7748" y="58856"/>
                  </a:lnTo>
                  <a:lnTo>
                    <a:pt x="49621" y="78960"/>
                  </a:lnTo>
                  <a:lnTo>
                    <a:pt x="101848" y="91339"/>
                  </a:lnTo>
                  <a:lnTo>
                    <a:pt x="178476" y="96866"/>
                  </a:lnTo>
                  <a:lnTo>
                    <a:pt x="216703" y="95526"/>
                  </a:lnTo>
                  <a:lnTo>
                    <a:pt x="257474" y="90960"/>
                  </a:lnTo>
                  <a:lnTo>
                    <a:pt x="301764" y="82352"/>
                  </a:lnTo>
                  <a:lnTo>
                    <a:pt x="350549" y="68883"/>
                  </a:lnTo>
                  <a:lnTo>
                    <a:pt x="404804" y="49736"/>
                  </a:lnTo>
                  <a:lnTo>
                    <a:pt x="410071" y="5141"/>
                  </a:lnTo>
                  <a:lnTo>
                    <a:pt x="330623" y="30395"/>
                  </a:lnTo>
                  <a:lnTo>
                    <a:pt x="258274" y="43490"/>
                  </a:lnTo>
                  <a:lnTo>
                    <a:pt x="193612" y="46869"/>
                  </a:lnTo>
                  <a:lnTo>
                    <a:pt x="137224" y="42977"/>
                  </a:lnTo>
                  <a:lnTo>
                    <a:pt x="89699" y="34258"/>
                  </a:lnTo>
                  <a:lnTo>
                    <a:pt x="51626" y="23156"/>
                  </a:lnTo>
                  <a:lnTo>
                    <a:pt x="6188" y="3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5214767" y="3995973"/>
              <a:ext cx="250190" cy="394970"/>
            </a:xfrm>
            <a:custGeom>
              <a:avLst/>
              <a:gdLst/>
              <a:ahLst/>
              <a:cxnLst/>
              <a:rect l="l" t="t" r="r" b="b"/>
              <a:pathLst>
                <a:path w="250190" h="394970">
                  <a:moveTo>
                    <a:pt x="68844" y="0"/>
                  </a:moveTo>
                  <a:lnTo>
                    <a:pt x="17704" y="21339"/>
                  </a:lnTo>
                  <a:lnTo>
                    <a:pt x="3898" y="35044"/>
                  </a:lnTo>
                  <a:lnTo>
                    <a:pt x="0" y="43844"/>
                  </a:lnTo>
                  <a:lnTo>
                    <a:pt x="6642" y="51548"/>
                  </a:lnTo>
                  <a:lnTo>
                    <a:pt x="24458" y="61966"/>
                  </a:lnTo>
                  <a:lnTo>
                    <a:pt x="45977" y="70773"/>
                  </a:lnTo>
                  <a:lnTo>
                    <a:pt x="62457" y="74732"/>
                  </a:lnTo>
                  <a:lnTo>
                    <a:pt x="72655" y="79257"/>
                  </a:lnTo>
                  <a:lnTo>
                    <a:pt x="75326" y="89766"/>
                  </a:lnTo>
                  <a:lnTo>
                    <a:pt x="74600" y="105673"/>
                  </a:lnTo>
                  <a:lnTo>
                    <a:pt x="77862" y="121334"/>
                  </a:lnTo>
                  <a:lnTo>
                    <a:pt x="88722" y="134603"/>
                  </a:lnTo>
                  <a:lnTo>
                    <a:pt x="110791" y="143335"/>
                  </a:lnTo>
                  <a:lnTo>
                    <a:pt x="126923" y="151589"/>
                  </a:lnTo>
                  <a:lnTo>
                    <a:pt x="127058" y="164652"/>
                  </a:lnTo>
                  <a:lnTo>
                    <a:pt x="125414" y="182217"/>
                  </a:lnTo>
                  <a:lnTo>
                    <a:pt x="136203" y="203983"/>
                  </a:lnTo>
                  <a:lnTo>
                    <a:pt x="150744" y="223352"/>
                  </a:lnTo>
                  <a:lnTo>
                    <a:pt x="149753" y="232733"/>
                  </a:lnTo>
                  <a:lnTo>
                    <a:pt x="142715" y="242559"/>
                  </a:lnTo>
                  <a:lnTo>
                    <a:pt x="139114" y="263258"/>
                  </a:lnTo>
                  <a:lnTo>
                    <a:pt x="142563" y="285338"/>
                  </a:lnTo>
                  <a:lnTo>
                    <a:pt x="148769" y="298689"/>
                  </a:lnTo>
                  <a:lnTo>
                    <a:pt x="155099" y="306814"/>
                  </a:lnTo>
                  <a:lnTo>
                    <a:pt x="158925" y="313215"/>
                  </a:lnTo>
                  <a:lnTo>
                    <a:pt x="165173" y="346650"/>
                  </a:lnTo>
                  <a:lnTo>
                    <a:pt x="164309" y="362525"/>
                  </a:lnTo>
                  <a:lnTo>
                    <a:pt x="160635" y="367308"/>
                  </a:lnTo>
                  <a:lnTo>
                    <a:pt x="158454" y="367465"/>
                  </a:lnTo>
                  <a:lnTo>
                    <a:pt x="250043" y="394501"/>
                  </a:lnTo>
                  <a:lnTo>
                    <a:pt x="161857" y="39004"/>
                  </a:lnTo>
                  <a:lnTo>
                    <a:pt x="68844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040528" y="3985737"/>
              <a:ext cx="199287" cy="194227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14974478" y="4026487"/>
              <a:ext cx="207010" cy="410845"/>
            </a:xfrm>
            <a:custGeom>
              <a:avLst/>
              <a:gdLst/>
              <a:ahLst/>
              <a:cxnLst/>
              <a:rect l="l" t="t" r="r" b="b"/>
              <a:pathLst>
                <a:path w="207009" h="410845">
                  <a:moveTo>
                    <a:pt x="179467" y="0"/>
                  </a:moveTo>
                  <a:lnTo>
                    <a:pt x="136679" y="22861"/>
                  </a:lnTo>
                  <a:lnTo>
                    <a:pt x="118028" y="55188"/>
                  </a:lnTo>
                  <a:lnTo>
                    <a:pt x="111934" y="59491"/>
                  </a:lnTo>
                  <a:lnTo>
                    <a:pt x="73171" y="68946"/>
                  </a:lnTo>
                  <a:lnTo>
                    <a:pt x="57558" y="95092"/>
                  </a:lnTo>
                  <a:lnTo>
                    <a:pt x="57663" y="99930"/>
                  </a:lnTo>
                  <a:lnTo>
                    <a:pt x="63171" y="116516"/>
                  </a:lnTo>
                  <a:lnTo>
                    <a:pt x="63234" y="120327"/>
                  </a:lnTo>
                  <a:lnTo>
                    <a:pt x="61732" y="128162"/>
                  </a:lnTo>
                  <a:lnTo>
                    <a:pt x="57517" y="135231"/>
                  </a:lnTo>
                  <a:lnTo>
                    <a:pt x="51424" y="141850"/>
                  </a:lnTo>
                  <a:lnTo>
                    <a:pt x="36041" y="155901"/>
                  </a:lnTo>
                  <a:lnTo>
                    <a:pt x="28949" y="164061"/>
                  </a:lnTo>
                  <a:lnTo>
                    <a:pt x="24319" y="173286"/>
                  </a:lnTo>
                  <a:lnTo>
                    <a:pt x="23455" y="184042"/>
                  </a:lnTo>
                  <a:lnTo>
                    <a:pt x="24439" y="191958"/>
                  </a:lnTo>
                  <a:lnTo>
                    <a:pt x="42438" y="216198"/>
                  </a:lnTo>
                  <a:lnTo>
                    <a:pt x="42637" y="230428"/>
                  </a:lnTo>
                  <a:lnTo>
                    <a:pt x="23999" y="251642"/>
                  </a:lnTo>
                  <a:lnTo>
                    <a:pt x="21350" y="256407"/>
                  </a:lnTo>
                  <a:lnTo>
                    <a:pt x="17387" y="267932"/>
                  </a:lnTo>
                  <a:lnTo>
                    <a:pt x="17400" y="280068"/>
                  </a:lnTo>
                  <a:lnTo>
                    <a:pt x="21194" y="291596"/>
                  </a:lnTo>
                  <a:lnTo>
                    <a:pt x="28575" y="301295"/>
                  </a:lnTo>
                  <a:lnTo>
                    <a:pt x="29800" y="302437"/>
                  </a:lnTo>
                  <a:lnTo>
                    <a:pt x="38753" y="309641"/>
                  </a:lnTo>
                  <a:lnTo>
                    <a:pt x="41852" y="318949"/>
                  </a:lnTo>
                  <a:lnTo>
                    <a:pt x="36501" y="325567"/>
                  </a:lnTo>
                  <a:lnTo>
                    <a:pt x="28334" y="330603"/>
                  </a:lnTo>
                  <a:lnTo>
                    <a:pt x="13015" y="338142"/>
                  </a:lnTo>
                  <a:lnTo>
                    <a:pt x="8827" y="342331"/>
                  </a:lnTo>
                  <a:lnTo>
                    <a:pt x="3073" y="350564"/>
                  </a:lnTo>
                  <a:lnTo>
                    <a:pt x="326" y="359795"/>
                  </a:lnTo>
                  <a:lnTo>
                    <a:pt x="0" y="369158"/>
                  </a:lnTo>
                  <a:lnTo>
                    <a:pt x="1508" y="377785"/>
                  </a:lnTo>
                  <a:lnTo>
                    <a:pt x="22198" y="410454"/>
                  </a:lnTo>
                  <a:lnTo>
                    <a:pt x="25308" y="408130"/>
                  </a:lnTo>
                  <a:lnTo>
                    <a:pt x="25633" y="405920"/>
                  </a:lnTo>
                  <a:lnTo>
                    <a:pt x="19301" y="397258"/>
                  </a:lnTo>
                  <a:lnTo>
                    <a:pt x="14731" y="390274"/>
                  </a:lnTo>
                  <a:lnTo>
                    <a:pt x="10984" y="383216"/>
                  </a:lnTo>
                  <a:lnTo>
                    <a:pt x="8282" y="375890"/>
                  </a:lnTo>
                  <a:lnTo>
                    <a:pt x="6948" y="367705"/>
                  </a:lnTo>
                  <a:lnTo>
                    <a:pt x="7484" y="359897"/>
                  </a:lnTo>
                  <a:lnTo>
                    <a:pt x="9799" y="352939"/>
                  </a:lnTo>
                  <a:lnTo>
                    <a:pt x="13801" y="347304"/>
                  </a:lnTo>
                  <a:lnTo>
                    <a:pt x="17162" y="343943"/>
                  </a:lnTo>
                  <a:lnTo>
                    <a:pt x="31748" y="336771"/>
                  </a:lnTo>
                  <a:lnTo>
                    <a:pt x="34376" y="335148"/>
                  </a:lnTo>
                  <a:lnTo>
                    <a:pt x="40263" y="330510"/>
                  </a:lnTo>
                  <a:lnTo>
                    <a:pt x="44804" y="324624"/>
                  </a:lnTo>
                  <a:lnTo>
                    <a:pt x="47167" y="317890"/>
                  </a:lnTo>
                  <a:lnTo>
                    <a:pt x="46522" y="310709"/>
                  </a:lnTo>
                  <a:lnTo>
                    <a:pt x="44773" y="305463"/>
                  </a:lnTo>
                  <a:lnTo>
                    <a:pt x="33329" y="296123"/>
                  </a:lnTo>
                  <a:lnTo>
                    <a:pt x="27452" y="288314"/>
                  </a:lnTo>
                  <a:lnTo>
                    <a:pt x="24405" y="278943"/>
                  </a:lnTo>
                  <a:lnTo>
                    <a:pt x="24361" y="269088"/>
                  </a:lnTo>
                  <a:lnTo>
                    <a:pt x="27497" y="259831"/>
                  </a:lnTo>
                  <a:lnTo>
                    <a:pt x="29779" y="255726"/>
                  </a:lnTo>
                  <a:lnTo>
                    <a:pt x="41325" y="242424"/>
                  </a:lnTo>
                  <a:lnTo>
                    <a:pt x="45535" y="236474"/>
                  </a:lnTo>
                  <a:lnTo>
                    <a:pt x="48501" y="229957"/>
                  </a:lnTo>
                  <a:lnTo>
                    <a:pt x="49559" y="222638"/>
                  </a:lnTo>
                  <a:lnTo>
                    <a:pt x="49433" y="213832"/>
                  </a:lnTo>
                  <a:lnTo>
                    <a:pt x="31193" y="189246"/>
                  </a:lnTo>
                  <a:lnTo>
                    <a:pt x="30439" y="183173"/>
                  </a:lnTo>
                  <a:lnTo>
                    <a:pt x="31258" y="174819"/>
                  </a:lnTo>
                  <a:lnTo>
                    <a:pt x="35282" y="167344"/>
                  </a:lnTo>
                  <a:lnTo>
                    <a:pt x="41512" y="160391"/>
                  </a:lnTo>
                  <a:lnTo>
                    <a:pt x="56784" y="146454"/>
                  </a:lnTo>
                  <a:lnTo>
                    <a:pt x="63667" y="138777"/>
                  </a:lnTo>
                  <a:lnTo>
                    <a:pt x="68522" y="130165"/>
                  </a:lnTo>
                  <a:lnTo>
                    <a:pt x="70270" y="120212"/>
                  </a:lnTo>
                  <a:lnTo>
                    <a:pt x="70197" y="115322"/>
                  </a:lnTo>
                  <a:lnTo>
                    <a:pt x="64679" y="98726"/>
                  </a:lnTo>
                  <a:lnTo>
                    <a:pt x="64448" y="87553"/>
                  </a:lnTo>
                  <a:lnTo>
                    <a:pt x="114520" y="66266"/>
                  </a:lnTo>
                  <a:lnTo>
                    <a:pt x="123431" y="59983"/>
                  </a:lnTo>
                  <a:lnTo>
                    <a:pt x="149083" y="19107"/>
                  </a:lnTo>
                  <a:lnTo>
                    <a:pt x="179224" y="6995"/>
                  </a:lnTo>
                  <a:lnTo>
                    <a:pt x="190316" y="8913"/>
                  </a:lnTo>
                  <a:lnTo>
                    <a:pt x="200455" y="13901"/>
                  </a:lnTo>
                  <a:lnTo>
                    <a:pt x="202193" y="15116"/>
                  </a:lnTo>
                  <a:lnTo>
                    <a:pt x="204381" y="14739"/>
                  </a:lnTo>
                  <a:lnTo>
                    <a:pt x="206622" y="11576"/>
                  </a:lnTo>
                  <a:lnTo>
                    <a:pt x="206245" y="9377"/>
                  </a:lnTo>
                  <a:lnTo>
                    <a:pt x="204402" y="8079"/>
                  </a:lnTo>
                  <a:lnTo>
                    <a:pt x="192541" y="2259"/>
                  </a:lnTo>
                  <a:lnTo>
                    <a:pt x="179467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357448" y="4074887"/>
              <a:ext cx="91662" cy="138079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131656" y="5144564"/>
              <a:ext cx="81672" cy="84039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5327534" y="5124102"/>
              <a:ext cx="317500" cy="1137285"/>
            </a:xfrm>
            <a:custGeom>
              <a:avLst/>
              <a:gdLst/>
              <a:ahLst/>
              <a:cxnLst/>
              <a:rect l="l" t="t" r="r" b="b"/>
              <a:pathLst>
                <a:path w="317500" h="1137285">
                  <a:moveTo>
                    <a:pt x="123849" y="0"/>
                  </a:moveTo>
                  <a:lnTo>
                    <a:pt x="70638" y="18309"/>
                  </a:lnTo>
                  <a:lnTo>
                    <a:pt x="31678" y="28377"/>
                  </a:lnTo>
                  <a:lnTo>
                    <a:pt x="0" y="34334"/>
                  </a:lnTo>
                  <a:lnTo>
                    <a:pt x="35366" y="108308"/>
                  </a:lnTo>
                  <a:lnTo>
                    <a:pt x="66876" y="180665"/>
                  </a:lnTo>
                  <a:lnTo>
                    <a:pt x="94770" y="251288"/>
                  </a:lnTo>
                  <a:lnTo>
                    <a:pt x="119283" y="320066"/>
                  </a:lnTo>
                  <a:lnTo>
                    <a:pt x="140652" y="386885"/>
                  </a:lnTo>
                  <a:lnTo>
                    <a:pt x="159116" y="451630"/>
                  </a:lnTo>
                  <a:lnTo>
                    <a:pt x="174911" y="514189"/>
                  </a:lnTo>
                  <a:lnTo>
                    <a:pt x="188275" y="574447"/>
                  </a:lnTo>
                  <a:lnTo>
                    <a:pt x="199444" y="632292"/>
                  </a:lnTo>
                  <a:lnTo>
                    <a:pt x="208657" y="687609"/>
                  </a:lnTo>
                  <a:lnTo>
                    <a:pt x="216150" y="740286"/>
                  </a:lnTo>
                  <a:lnTo>
                    <a:pt x="222161" y="790208"/>
                  </a:lnTo>
                  <a:lnTo>
                    <a:pt x="226927" y="837262"/>
                  </a:lnTo>
                  <a:lnTo>
                    <a:pt x="230685" y="881334"/>
                  </a:lnTo>
                  <a:lnTo>
                    <a:pt x="233673" y="922312"/>
                  </a:lnTo>
                  <a:lnTo>
                    <a:pt x="240387" y="1025537"/>
                  </a:lnTo>
                  <a:lnTo>
                    <a:pt x="242666" y="1052998"/>
                  </a:lnTo>
                  <a:lnTo>
                    <a:pt x="248708" y="1096817"/>
                  </a:lnTo>
                  <a:lnTo>
                    <a:pt x="265044" y="1133086"/>
                  </a:lnTo>
                  <a:lnTo>
                    <a:pt x="273378" y="1136865"/>
                  </a:lnTo>
                  <a:lnTo>
                    <a:pt x="283551" y="1136300"/>
                  </a:lnTo>
                  <a:lnTo>
                    <a:pt x="304050" y="1131121"/>
                  </a:lnTo>
                  <a:lnTo>
                    <a:pt x="317372" y="1127159"/>
                  </a:lnTo>
                  <a:lnTo>
                    <a:pt x="309915" y="1020268"/>
                  </a:lnTo>
                  <a:lnTo>
                    <a:pt x="291423" y="777896"/>
                  </a:lnTo>
                  <a:lnTo>
                    <a:pt x="267712" y="517491"/>
                  </a:lnTo>
                  <a:lnTo>
                    <a:pt x="244599" y="356502"/>
                  </a:lnTo>
                  <a:lnTo>
                    <a:pt x="226996" y="297405"/>
                  </a:lnTo>
                  <a:lnTo>
                    <a:pt x="208102" y="244424"/>
                  </a:lnTo>
                  <a:lnTo>
                    <a:pt x="176193" y="167605"/>
                  </a:lnTo>
                  <a:lnTo>
                    <a:pt x="119546" y="36993"/>
                  </a:lnTo>
                  <a:lnTo>
                    <a:pt x="123849" y="0"/>
                  </a:lnTo>
                  <a:close/>
                </a:path>
              </a:pathLst>
            </a:custGeom>
            <a:solidFill>
              <a:srgbClr val="036F79">
                <a:alpha val="1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736169" y="5600756"/>
              <a:ext cx="143329" cy="234003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578534" y="4653774"/>
              <a:ext cx="167806" cy="226817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249756" y="8392775"/>
              <a:ext cx="3999229" cy="283210"/>
            </a:xfrm>
            <a:custGeom>
              <a:avLst/>
              <a:gdLst/>
              <a:ahLst/>
              <a:cxnLst/>
              <a:rect l="l" t="t" r="r" b="b"/>
              <a:pathLst>
                <a:path w="3999229" h="283209">
                  <a:moveTo>
                    <a:pt x="1768640" y="169545"/>
                  </a:moveTo>
                  <a:lnTo>
                    <a:pt x="1740217" y="140944"/>
                  </a:lnTo>
                  <a:lnTo>
                    <a:pt x="1691906" y="123317"/>
                  </a:lnTo>
                  <a:lnTo>
                    <a:pt x="1622590" y="107149"/>
                  </a:lnTo>
                  <a:lnTo>
                    <a:pt x="1580718" y="99707"/>
                  </a:lnTo>
                  <a:lnTo>
                    <a:pt x="1534375" y="92722"/>
                  </a:lnTo>
                  <a:lnTo>
                    <a:pt x="1483855" y="86245"/>
                  </a:lnTo>
                  <a:lnTo>
                    <a:pt x="1429410" y="80314"/>
                  </a:lnTo>
                  <a:lnTo>
                    <a:pt x="1371295" y="74942"/>
                  </a:lnTo>
                  <a:lnTo>
                    <a:pt x="1309789" y="70192"/>
                  </a:lnTo>
                  <a:lnTo>
                    <a:pt x="1245146" y="66065"/>
                  </a:lnTo>
                  <a:lnTo>
                    <a:pt x="1177645" y="62623"/>
                  </a:lnTo>
                  <a:lnTo>
                    <a:pt x="1107554" y="59880"/>
                  </a:lnTo>
                  <a:lnTo>
                    <a:pt x="1035126" y="57873"/>
                  </a:lnTo>
                  <a:lnTo>
                    <a:pt x="960615" y="56654"/>
                  </a:lnTo>
                  <a:lnTo>
                    <a:pt x="884313" y="56235"/>
                  </a:lnTo>
                  <a:lnTo>
                    <a:pt x="808012" y="56654"/>
                  </a:lnTo>
                  <a:lnTo>
                    <a:pt x="733513" y="57873"/>
                  </a:lnTo>
                  <a:lnTo>
                    <a:pt x="661085" y="59880"/>
                  </a:lnTo>
                  <a:lnTo>
                    <a:pt x="590981" y="62623"/>
                  </a:lnTo>
                  <a:lnTo>
                    <a:pt x="523481" y="66065"/>
                  </a:lnTo>
                  <a:lnTo>
                    <a:pt x="458851" y="70192"/>
                  </a:lnTo>
                  <a:lnTo>
                    <a:pt x="397344" y="74942"/>
                  </a:lnTo>
                  <a:lnTo>
                    <a:pt x="339229" y="80314"/>
                  </a:lnTo>
                  <a:lnTo>
                    <a:pt x="284772" y="86245"/>
                  </a:lnTo>
                  <a:lnTo>
                    <a:pt x="234251" y="92722"/>
                  </a:lnTo>
                  <a:lnTo>
                    <a:pt x="187921" y="99707"/>
                  </a:lnTo>
                  <a:lnTo>
                    <a:pt x="146050" y="107149"/>
                  </a:lnTo>
                  <a:lnTo>
                    <a:pt x="76720" y="123317"/>
                  </a:lnTo>
                  <a:lnTo>
                    <a:pt x="28422" y="140944"/>
                  </a:lnTo>
                  <a:lnTo>
                    <a:pt x="0" y="169545"/>
                  </a:lnTo>
                  <a:lnTo>
                    <a:pt x="3251" y="179324"/>
                  </a:lnTo>
                  <a:lnTo>
                    <a:pt x="49809" y="207137"/>
                  </a:lnTo>
                  <a:lnTo>
                    <a:pt x="108889" y="224078"/>
                  </a:lnTo>
                  <a:lnTo>
                    <a:pt x="187921" y="239407"/>
                  </a:lnTo>
                  <a:lnTo>
                    <a:pt x="234251" y="246380"/>
                  </a:lnTo>
                  <a:lnTo>
                    <a:pt x="284772" y="252857"/>
                  </a:lnTo>
                  <a:lnTo>
                    <a:pt x="339229" y="258787"/>
                  </a:lnTo>
                  <a:lnTo>
                    <a:pt x="397344" y="264160"/>
                  </a:lnTo>
                  <a:lnTo>
                    <a:pt x="458851" y="268922"/>
                  </a:lnTo>
                  <a:lnTo>
                    <a:pt x="523481" y="273050"/>
                  </a:lnTo>
                  <a:lnTo>
                    <a:pt x="590981" y="276491"/>
                  </a:lnTo>
                  <a:lnTo>
                    <a:pt x="661085" y="279234"/>
                  </a:lnTo>
                  <a:lnTo>
                    <a:pt x="733513" y="281241"/>
                  </a:lnTo>
                  <a:lnTo>
                    <a:pt x="808012" y="282460"/>
                  </a:lnTo>
                  <a:lnTo>
                    <a:pt x="884313" y="282879"/>
                  </a:lnTo>
                  <a:lnTo>
                    <a:pt x="960615" y="282460"/>
                  </a:lnTo>
                  <a:lnTo>
                    <a:pt x="1035126" y="281241"/>
                  </a:lnTo>
                  <a:lnTo>
                    <a:pt x="1107554" y="279234"/>
                  </a:lnTo>
                  <a:lnTo>
                    <a:pt x="1177645" y="276491"/>
                  </a:lnTo>
                  <a:lnTo>
                    <a:pt x="1245146" y="273050"/>
                  </a:lnTo>
                  <a:lnTo>
                    <a:pt x="1309789" y="268922"/>
                  </a:lnTo>
                  <a:lnTo>
                    <a:pt x="1371295" y="264160"/>
                  </a:lnTo>
                  <a:lnTo>
                    <a:pt x="1429410" y="258787"/>
                  </a:lnTo>
                  <a:lnTo>
                    <a:pt x="1483855" y="252857"/>
                  </a:lnTo>
                  <a:lnTo>
                    <a:pt x="1534375" y="246380"/>
                  </a:lnTo>
                  <a:lnTo>
                    <a:pt x="1580718" y="239407"/>
                  </a:lnTo>
                  <a:lnTo>
                    <a:pt x="1622590" y="231952"/>
                  </a:lnTo>
                  <a:lnTo>
                    <a:pt x="1691906" y="215785"/>
                  </a:lnTo>
                  <a:lnTo>
                    <a:pt x="1740217" y="198158"/>
                  </a:lnTo>
                  <a:lnTo>
                    <a:pt x="1768640" y="169545"/>
                  </a:lnTo>
                  <a:close/>
                </a:path>
                <a:path w="3999229" h="283209">
                  <a:moveTo>
                    <a:pt x="3999039" y="113322"/>
                  </a:moveTo>
                  <a:lnTo>
                    <a:pt x="3970617" y="84721"/>
                  </a:lnTo>
                  <a:lnTo>
                    <a:pt x="3922306" y="67081"/>
                  </a:lnTo>
                  <a:lnTo>
                    <a:pt x="3852989" y="50927"/>
                  </a:lnTo>
                  <a:lnTo>
                    <a:pt x="3811117" y="43472"/>
                  </a:lnTo>
                  <a:lnTo>
                    <a:pt x="3764775" y="36499"/>
                  </a:lnTo>
                  <a:lnTo>
                    <a:pt x="3714254" y="30022"/>
                  </a:lnTo>
                  <a:lnTo>
                    <a:pt x="3659797" y="24091"/>
                  </a:lnTo>
                  <a:lnTo>
                    <a:pt x="3601694" y="18719"/>
                  </a:lnTo>
                  <a:lnTo>
                    <a:pt x="3540188" y="13957"/>
                  </a:lnTo>
                  <a:lnTo>
                    <a:pt x="3475545" y="9842"/>
                  </a:lnTo>
                  <a:lnTo>
                    <a:pt x="3408045" y="6388"/>
                  </a:lnTo>
                  <a:lnTo>
                    <a:pt x="3337953" y="3644"/>
                  </a:lnTo>
                  <a:lnTo>
                    <a:pt x="3265513" y="1651"/>
                  </a:lnTo>
                  <a:lnTo>
                    <a:pt x="3191014" y="419"/>
                  </a:lnTo>
                  <a:lnTo>
                    <a:pt x="3114713" y="0"/>
                  </a:lnTo>
                  <a:lnTo>
                    <a:pt x="3038411" y="419"/>
                  </a:lnTo>
                  <a:lnTo>
                    <a:pt x="2963913" y="1651"/>
                  </a:lnTo>
                  <a:lnTo>
                    <a:pt x="2891485" y="3644"/>
                  </a:lnTo>
                  <a:lnTo>
                    <a:pt x="2821381" y="6388"/>
                  </a:lnTo>
                  <a:lnTo>
                    <a:pt x="2753880" y="9842"/>
                  </a:lnTo>
                  <a:lnTo>
                    <a:pt x="2689237" y="13957"/>
                  </a:lnTo>
                  <a:lnTo>
                    <a:pt x="2627731" y="18719"/>
                  </a:lnTo>
                  <a:lnTo>
                    <a:pt x="2569629" y="24091"/>
                  </a:lnTo>
                  <a:lnTo>
                    <a:pt x="2515171" y="30022"/>
                  </a:lnTo>
                  <a:lnTo>
                    <a:pt x="2464651" y="36499"/>
                  </a:lnTo>
                  <a:lnTo>
                    <a:pt x="2418321" y="43472"/>
                  </a:lnTo>
                  <a:lnTo>
                    <a:pt x="2376436" y="50927"/>
                  </a:lnTo>
                  <a:lnTo>
                    <a:pt x="2307120" y="67081"/>
                  </a:lnTo>
                  <a:lnTo>
                    <a:pt x="2258809" y="84721"/>
                  </a:lnTo>
                  <a:lnTo>
                    <a:pt x="2230399" y="113322"/>
                  </a:lnTo>
                  <a:lnTo>
                    <a:pt x="2233650" y="123101"/>
                  </a:lnTo>
                  <a:lnTo>
                    <a:pt x="2280208" y="150914"/>
                  </a:lnTo>
                  <a:lnTo>
                    <a:pt x="2339289" y="167843"/>
                  </a:lnTo>
                  <a:lnTo>
                    <a:pt x="2418321" y="183172"/>
                  </a:lnTo>
                  <a:lnTo>
                    <a:pt x="2464651" y="190157"/>
                  </a:lnTo>
                  <a:lnTo>
                    <a:pt x="2515171" y="196621"/>
                  </a:lnTo>
                  <a:lnTo>
                    <a:pt x="2569629" y="202565"/>
                  </a:lnTo>
                  <a:lnTo>
                    <a:pt x="2627731" y="207937"/>
                  </a:lnTo>
                  <a:lnTo>
                    <a:pt x="2689237" y="212686"/>
                  </a:lnTo>
                  <a:lnTo>
                    <a:pt x="2753880" y="216814"/>
                  </a:lnTo>
                  <a:lnTo>
                    <a:pt x="2821381" y="220268"/>
                  </a:lnTo>
                  <a:lnTo>
                    <a:pt x="2891485" y="223012"/>
                  </a:lnTo>
                  <a:lnTo>
                    <a:pt x="2963913" y="225005"/>
                  </a:lnTo>
                  <a:lnTo>
                    <a:pt x="3038411" y="226237"/>
                  </a:lnTo>
                  <a:lnTo>
                    <a:pt x="3114713" y="226644"/>
                  </a:lnTo>
                  <a:lnTo>
                    <a:pt x="3191014" y="226237"/>
                  </a:lnTo>
                  <a:lnTo>
                    <a:pt x="3265513" y="225005"/>
                  </a:lnTo>
                  <a:lnTo>
                    <a:pt x="3337953" y="223012"/>
                  </a:lnTo>
                  <a:lnTo>
                    <a:pt x="3408045" y="220268"/>
                  </a:lnTo>
                  <a:lnTo>
                    <a:pt x="3475545" y="216814"/>
                  </a:lnTo>
                  <a:lnTo>
                    <a:pt x="3540188" y="212686"/>
                  </a:lnTo>
                  <a:lnTo>
                    <a:pt x="3601694" y="207937"/>
                  </a:lnTo>
                  <a:lnTo>
                    <a:pt x="3659797" y="202565"/>
                  </a:lnTo>
                  <a:lnTo>
                    <a:pt x="3714254" y="196621"/>
                  </a:lnTo>
                  <a:lnTo>
                    <a:pt x="3764775" y="190157"/>
                  </a:lnTo>
                  <a:lnTo>
                    <a:pt x="3811117" y="183172"/>
                  </a:lnTo>
                  <a:lnTo>
                    <a:pt x="3852989" y="175729"/>
                  </a:lnTo>
                  <a:lnTo>
                    <a:pt x="3922306" y="159562"/>
                  </a:lnTo>
                  <a:lnTo>
                    <a:pt x="3970617" y="141922"/>
                  </a:lnTo>
                  <a:lnTo>
                    <a:pt x="3999039" y="113322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3212333" y="5553024"/>
              <a:ext cx="318770" cy="189865"/>
            </a:xfrm>
            <a:custGeom>
              <a:avLst/>
              <a:gdLst/>
              <a:ahLst/>
              <a:cxnLst/>
              <a:rect l="l" t="t" r="r" b="b"/>
              <a:pathLst>
                <a:path w="318770" h="189864">
                  <a:moveTo>
                    <a:pt x="208115" y="0"/>
                  </a:moveTo>
                  <a:lnTo>
                    <a:pt x="174830" y="3021"/>
                  </a:lnTo>
                  <a:lnTo>
                    <a:pt x="141119" y="5146"/>
                  </a:lnTo>
                  <a:lnTo>
                    <a:pt x="108190" y="6517"/>
                  </a:lnTo>
                  <a:lnTo>
                    <a:pt x="77250" y="7277"/>
                  </a:lnTo>
                  <a:lnTo>
                    <a:pt x="46250" y="10001"/>
                  </a:lnTo>
                  <a:lnTo>
                    <a:pt x="17852" y="19055"/>
                  </a:lnTo>
                  <a:lnTo>
                    <a:pt x="0" y="37296"/>
                  </a:lnTo>
                  <a:lnTo>
                    <a:pt x="634" y="67579"/>
                  </a:lnTo>
                  <a:lnTo>
                    <a:pt x="1652" y="93920"/>
                  </a:lnTo>
                  <a:lnTo>
                    <a:pt x="5989" y="135476"/>
                  </a:lnTo>
                  <a:lnTo>
                    <a:pt x="28174" y="173574"/>
                  </a:lnTo>
                  <a:lnTo>
                    <a:pt x="82736" y="189543"/>
                  </a:lnTo>
                  <a:lnTo>
                    <a:pt x="128929" y="185894"/>
                  </a:lnTo>
                  <a:lnTo>
                    <a:pt x="181295" y="176602"/>
                  </a:lnTo>
                  <a:lnTo>
                    <a:pt x="232784" y="162003"/>
                  </a:lnTo>
                  <a:lnTo>
                    <a:pt x="276342" y="142432"/>
                  </a:lnTo>
                  <a:lnTo>
                    <a:pt x="318230" y="78731"/>
                  </a:lnTo>
                  <a:lnTo>
                    <a:pt x="305449" y="45115"/>
                  </a:lnTo>
                  <a:lnTo>
                    <a:pt x="276332" y="19425"/>
                  </a:lnTo>
                  <a:lnTo>
                    <a:pt x="240636" y="3705"/>
                  </a:lnTo>
                  <a:lnTo>
                    <a:pt x="208115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178048" y="5499944"/>
              <a:ext cx="353060" cy="242570"/>
            </a:xfrm>
            <a:custGeom>
              <a:avLst/>
              <a:gdLst/>
              <a:ahLst/>
              <a:cxnLst/>
              <a:rect l="l" t="t" r="r" b="b"/>
              <a:pathLst>
                <a:path w="353060" h="242570">
                  <a:moveTo>
                    <a:pt x="123164" y="66548"/>
                  </a:moveTo>
                  <a:lnTo>
                    <a:pt x="116814" y="58102"/>
                  </a:lnTo>
                  <a:lnTo>
                    <a:pt x="99148" y="54978"/>
                  </a:lnTo>
                  <a:lnTo>
                    <a:pt x="69532" y="56451"/>
                  </a:lnTo>
                  <a:lnTo>
                    <a:pt x="38290" y="60007"/>
                  </a:lnTo>
                  <a:lnTo>
                    <a:pt x="15760" y="63169"/>
                  </a:lnTo>
                  <a:lnTo>
                    <a:pt x="7404" y="67424"/>
                  </a:lnTo>
                  <a:lnTo>
                    <a:pt x="2540" y="76301"/>
                  </a:lnTo>
                  <a:lnTo>
                    <a:pt x="3213" y="88011"/>
                  </a:lnTo>
                  <a:lnTo>
                    <a:pt x="11468" y="100799"/>
                  </a:lnTo>
                  <a:lnTo>
                    <a:pt x="22910" y="103657"/>
                  </a:lnTo>
                  <a:lnTo>
                    <a:pt x="43103" y="101688"/>
                  </a:lnTo>
                  <a:lnTo>
                    <a:pt x="94805" y="89662"/>
                  </a:lnTo>
                  <a:lnTo>
                    <a:pt x="123164" y="66548"/>
                  </a:lnTo>
                  <a:close/>
                </a:path>
                <a:path w="353060" h="242570">
                  <a:moveTo>
                    <a:pt x="142316" y="217233"/>
                  </a:moveTo>
                  <a:lnTo>
                    <a:pt x="136994" y="209130"/>
                  </a:lnTo>
                  <a:lnTo>
                    <a:pt x="121729" y="204901"/>
                  </a:lnTo>
                  <a:lnTo>
                    <a:pt x="96024" y="203847"/>
                  </a:lnTo>
                  <a:lnTo>
                    <a:pt x="68884" y="204546"/>
                  </a:lnTo>
                  <a:lnTo>
                    <a:pt x="49301" y="205587"/>
                  </a:lnTo>
                  <a:lnTo>
                    <a:pt x="41960" y="208724"/>
                  </a:lnTo>
                  <a:lnTo>
                    <a:pt x="37579" y="216306"/>
                  </a:lnTo>
                  <a:lnTo>
                    <a:pt x="37947" y="226898"/>
                  </a:lnTo>
                  <a:lnTo>
                    <a:pt x="44843" y="239064"/>
                  </a:lnTo>
                  <a:lnTo>
                    <a:pt x="54698" y="242557"/>
                  </a:lnTo>
                  <a:lnTo>
                    <a:pt x="72250" y="242417"/>
                  </a:lnTo>
                  <a:lnTo>
                    <a:pt x="117246" y="235737"/>
                  </a:lnTo>
                  <a:lnTo>
                    <a:pt x="142316" y="217233"/>
                  </a:lnTo>
                  <a:close/>
                </a:path>
                <a:path w="353060" h="242570">
                  <a:moveTo>
                    <a:pt x="144995" y="115404"/>
                  </a:moveTo>
                  <a:lnTo>
                    <a:pt x="136626" y="104457"/>
                  </a:lnTo>
                  <a:lnTo>
                    <a:pt x="115239" y="100076"/>
                  </a:lnTo>
                  <a:lnTo>
                    <a:pt x="80111" y="101447"/>
                  </a:lnTo>
                  <a:lnTo>
                    <a:pt x="43167" y="105359"/>
                  </a:lnTo>
                  <a:lnTo>
                    <a:pt x="16344" y="108610"/>
                  </a:lnTo>
                  <a:lnTo>
                    <a:pt x="6083" y="112966"/>
                  </a:lnTo>
                  <a:lnTo>
                    <a:pt x="0" y="122682"/>
                  </a:lnTo>
                  <a:lnTo>
                    <a:pt x="889" y="136283"/>
                  </a:lnTo>
                  <a:lnTo>
                    <a:pt x="11544" y="152311"/>
                  </a:lnTo>
                  <a:lnTo>
                    <a:pt x="25679" y="156540"/>
                  </a:lnTo>
                  <a:lnTo>
                    <a:pt x="50126" y="155181"/>
                  </a:lnTo>
                  <a:lnTo>
                    <a:pt x="112153" y="142913"/>
                  </a:lnTo>
                  <a:lnTo>
                    <a:pt x="144995" y="115404"/>
                  </a:lnTo>
                  <a:close/>
                </a:path>
                <a:path w="353060" h="242570">
                  <a:moveTo>
                    <a:pt x="155016" y="162242"/>
                  </a:moveTo>
                  <a:lnTo>
                    <a:pt x="147637" y="152463"/>
                  </a:lnTo>
                  <a:lnTo>
                    <a:pt x="127279" y="148742"/>
                  </a:lnTo>
                  <a:lnTo>
                    <a:pt x="93192" y="150291"/>
                  </a:lnTo>
                  <a:lnTo>
                    <a:pt x="57251" y="154241"/>
                  </a:lnTo>
                  <a:lnTo>
                    <a:pt x="31330" y="157772"/>
                  </a:lnTo>
                  <a:lnTo>
                    <a:pt x="21729" y="162636"/>
                  </a:lnTo>
                  <a:lnTo>
                    <a:pt x="16192" y="172859"/>
                  </a:lnTo>
                  <a:lnTo>
                    <a:pt x="17068" y="186397"/>
                  </a:lnTo>
                  <a:lnTo>
                    <a:pt x="26670" y="201231"/>
                  </a:lnTo>
                  <a:lnTo>
                    <a:pt x="39865" y="204584"/>
                  </a:lnTo>
                  <a:lnTo>
                    <a:pt x="63106" y="202412"/>
                  </a:lnTo>
                  <a:lnTo>
                    <a:pt x="122491" y="188798"/>
                  </a:lnTo>
                  <a:lnTo>
                    <a:pt x="155016" y="162242"/>
                  </a:lnTo>
                  <a:close/>
                </a:path>
                <a:path w="353060" h="242570">
                  <a:moveTo>
                    <a:pt x="352501" y="132130"/>
                  </a:moveTo>
                  <a:lnTo>
                    <a:pt x="339064" y="94869"/>
                  </a:lnTo>
                  <a:lnTo>
                    <a:pt x="299466" y="60883"/>
                  </a:lnTo>
                  <a:lnTo>
                    <a:pt x="250634" y="33769"/>
                  </a:lnTo>
                  <a:lnTo>
                    <a:pt x="209511" y="17106"/>
                  </a:lnTo>
                  <a:lnTo>
                    <a:pt x="164947" y="2438"/>
                  </a:lnTo>
                  <a:lnTo>
                    <a:pt x="160413" y="1968"/>
                  </a:lnTo>
                  <a:lnTo>
                    <a:pt x="159423" y="1600"/>
                  </a:lnTo>
                  <a:lnTo>
                    <a:pt x="148272" y="0"/>
                  </a:lnTo>
                  <a:lnTo>
                    <a:pt x="135775" y="774"/>
                  </a:lnTo>
                  <a:lnTo>
                    <a:pt x="117551" y="2819"/>
                  </a:lnTo>
                  <a:lnTo>
                    <a:pt x="94259" y="5029"/>
                  </a:lnTo>
                  <a:lnTo>
                    <a:pt x="71577" y="7454"/>
                  </a:lnTo>
                  <a:lnTo>
                    <a:pt x="52666" y="10680"/>
                  </a:lnTo>
                  <a:lnTo>
                    <a:pt x="40678" y="15265"/>
                  </a:lnTo>
                  <a:lnTo>
                    <a:pt x="38366" y="22466"/>
                  </a:lnTo>
                  <a:lnTo>
                    <a:pt x="45504" y="31445"/>
                  </a:lnTo>
                  <a:lnTo>
                    <a:pt x="60820" y="39560"/>
                  </a:lnTo>
                  <a:lnTo>
                    <a:pt x="83019" y="44196"/>
                  </a:lnTo>
                  <a:lnTo>
                    <a:pt x="104355" y="45110"/>
                  </a:lnTo>
                  <a:lnTo>
                    <a:pt x="120002" y="44932"/>
                  </a:lnTo>
                  <a:lnTo>
                    <a:pt x="133032" y="45237"/>
                  </a:lnTo>
                  <a:lnTo>
                    <a:pt x="145846" y="47510"/>
                  </a:lnTo>
                  <a:lnTo>
                    <a:pt x="158559" y="57950"/>
                  </a:lnTo>
                  <a:lnTo>
                    <a:pt x="169976" y="68326"/>
                  </a:lnTo>
                  <a:lnTo>
                    <a:pt x="183870" y="80619"/>
                  </a:lnTo>
                  <a:lnTo>
                    <a:pt x="206133" y="98564"/>
                  </a:lnTo>
                  <a:lnTo>
                    <a:pt x="255143" y="129819"/>
                  </a:lnTo>
                  <a:lnTo>
                    <a:pt x="301256" y="147688"/>
                  </a:lnTo>
                  <a:lnTo>
                    <a:pt x="336410" y="149377"/>
                  </a:lnTo>
                  <a:lnTo>
                    <a:pt x="352501" y="13213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56195" y="4991335"/>
              <a:ext cx="868633" cy="759057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3470998" y="5509380"/>
              <a:ext cx="850265" cy="2987675"/>
            </a:xfrm>
            <a:custGeom>
              <a:avLst/>
              <a:gdLst/>
              <a:ahLst/>
              <a:cxnLst/>
              <a:rect l="l" t="t" r="r" b="b"/>
              <a:pathLst>
                <a:path w="850264" h="2987675">
                  <a:moveTo>
                    <a:pt x="158953" y="221094"/>
                  </a:moveTo>
                  <a:lnTo>
                    <a:pt x="155105" y="174015"/>
                  </a:lnTo>
                  <a:lnTo>
                    <a:pt x="145694" y="115290"/>
                  </a:lnTo>
                  <a:lnTo>
                    <a:pt x="134327" y="57238"/>
                  </a:lnTo>
                  <a:lnTo>
                    <a:pt x="124574" y="12153"/>
                  </a:lnTo>
                  <a:lnTo>
                    <a:pt x="108826" y="0"/>
                  </a:lnTo>
                  <a:lnTo>
                    <a:pt x="101409" y="2095"/>
                  </a:lnTo>
                  <a:lnTo>
                    <a:pt x="6565" y="47269"/>
                  </a:lnTo>
                  <a:lnTo>
                    <a:pt x="4584" y="71742"/>
                  </a:lnTo>
                  <a:lnTo>
                    <a:pt x="1130" y="126225"/>
                  </a:lnTo>
                  <a:lnTo>
                    <a:pt x="0" y="182333"/>
                  </a:lnTo>
                  <a:lnTo>
                    <a:pt x="4991" y="211696"/>
                  </a:lnTo>
                  <a:lnTo>
                    <a:pt x="28536" y="221221"/>
                  </a:lnTo>
                  <a:lnTo>
                    <a:pt x="73990" y="235483"/>
                  </a:lnTo>
                  <a:lnTo>
                    <a:pt x="122110" y="245973"/>
                  </a:lnTo>
                  <a:lnTo>
                    <a:pt x="153644" y="244221"/>
                  </a:lnTo>
                  <a:lnTo>
                    <a:pt x="158953" y="221094"/>
                  </a:lnTo>
                  <a:close/>
                </a:path>
                <a:path w="850264" h="2987675">
                  <a:moveTo>
                    <a:pt x="850099" y="2806662"/>
                  </a:moveTo>
                  <a:lnTo>
                    <a:pt x="846455" y="2770505"/>
                  </a:lnTo>
                  <a:lnTo>
                    <a:pt x="833132" y="2739415"/>
                  </a:lnTo>
                  <a:lnTo>
                    <a:pt x="808901" y="2718397"/>
                  </a:lnTo>
                  <a:lnTo>
                    <a:pt x="729830" y="2748394"/>
                  </a:lnTo>
                  <a:lnTo>
                    <a:pt x="618261" y="2824365"/>
                  </a:lnTo>
                  <a:lnTo>
                    <a:pt x="532752" y="2881503"/>
                  </a:lnTo>
                  <a:lnTo>
                    <a:pt x="475386" y="2917761"/>
                  </a:lnTo>
                  <a:lnTo>
                    <a:pt x="448640" y="2936925"/>
                  </a:lnTo>
                  <a:lnTo>
                    <a:pt x="432701" y="2956052"/>
                  </a:lnTo>
                  <a:lnTo>
                    <a:pt x="427367" y="2971368"/>
                  </a:lnTo>
                  <a:lnTo>
                    <a:pt x="432447" y="2979077"/>
                  </a:lnTo>
                  <a:lnTo>
                    <a:pt x="478104" y="2985833"/>
                  </a:lnTo>
                  <a:lnTo>
                    <a:pt x="536194" y="2987344"/>
                  </a:lnTo>
                  <a:lnTo>
                    <a:pt x="595845" y="2983331"/>
                  </a:lnTo>
                  <a:lnTo>
                    <a:pt x="646176" y="2973501"/>
                  </a:lnTo>
                  <a:lnTo>
                    <a:pt x="672998" y="2960852"/>
                  </a:lnTo>
                  <a:lnTo>
                    <a:pt x="731088" y="2924060"/>
                  </a:lnTo>
                  <a:lnTo>
                    <a:pt x="756856" y="2912668"/>
                  </a:lnTo>
                  <a:lnTo>
                    <a:pt x="762558" y="2912008"/>
                  </a:lnTo>
                  <a:lnTo>
                    <a:pt x="765200" y="2916821"/>
                  </a:lnTo>
                  <a:lnTo>
                    <a:pt x="765479" y="2931642"/>
                  </a:lnTo>
                  <a:lnTo>
                    <a:pt x="764044" y="2960979"/>
                  </a:lnTo>
                  <a:lnTo>
                    <a:pt x="832446" y="2959963"/>
                  </a:lnTo>
                  <a:lnTo>
                    <a:pt x="845286" y="2842920"/>
                  </a:lnTo>
                  <a:lnTo>
                    <a:pt x="850099" y="2806662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4016895" y="7982420"/>
              <a:ext cx="281940" cy="414655"/>
            </a:xfrm>
            <a:custGeom>
              <a:avLst/>
              <a:gdLst/>
              <a:ahLst/>
              <a:cxnLst/>
              <a:rect l="l" t="t" r="r" b="b"/>
              <a:pathLst>
                <a:path w="281939" h="414654">
                  <a:moveTo>
                    <a:pt x="122422" y="0"/>
                  </a:moveTo>
                  <a:lnTo>
                    <a:pt x="123131" y="39943"/>
                  </a:lnTo>
                  <a:lnTo>
                    <a:pt x="124560" y="102509"/>
                  </a:lnTo>
                  <a:lnTo>
                    <a:pt x="125663" y="171554"/>
                  </a:lnTo>
                  <a:lnTo>
                    <a:pt x="125394" y="230934"/>
                  </a:lnTo>
                  <a:lnTo>
                    <a:pt x="105243" y="293365"/>
                  </a:lnTo>
                  <a:lnTo>
                    <a:pt x="71494" y="333508"/>
                  </a:lnTo>
                  <a:lnTo>
                    <a:pt x="33485" y="372598"/>
                  </a:lnTo>
                  <a:lnTo>
                    <a:pt x="3243" y="398302"/>
                  </a:lnTo>
                  <a:lnTo>
                    <a:pt x="0" y="408284"/>
                  </a:lnTo>
                  <a:lnTo>
                    <a:pt x="18245" y="414089"/>
                  </a:lnTo>
                  <a:lnTo>
                    <a:pt x="56001" y="408762"/>
                  </a:lnTo>
                  <a:lnTo>
                    <a:pt x="111292" y="385349"/>
                  </a:lnTo>
                  <a:lnTo>
                    <a:pt x="160259" y="352105"/>
                  </a:lnTo>
                  <a:lnTo>
                    <a:pt x="192498" y="319393"/>
                  </a:lnTo>
                  <a:lnTo>
                    <a:pt x="215425" y="289303"/>
                  </a:lnTo>
                  <a:lnTo>
                    <a:pt x="236459" y="263927"/>
                  </a:lnTo>
                  <a:lnTo>
                    <a:pt x="263015" y="245353"/>
                  </a:lnTo>
                  <a:lnTo>
                    <a:pt x="263768" y="211969"/>
                  </a:lnTo>
                  <a:lnTo>
                    <a:pt x="265940" y="186546"/>
                  </a:lnTo>
                  <a:lnTo>
                    <a:pt x="271259" y="156219"/>
                  </a:lnTo>
                  <a:lnTo>
                    <a:pt x="281454" y="108122"/>
                  </a:lnTo>
                  <a:lnTo>
                    <a:pt x="261955" y="66428"/>
                  </a:lnTo>
                  <a:lnTo>
                    <a:pt x="206693" y="32017"/>
                  </a:lnTo>
                  <a:lnTo>
                    <a:pt x="149054" y="8627"/>
                  </a:lnTo>
                  <a:lnTo>
                    <a:pt x="12242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4141236" y="4954855"/>
              <a:ext cx="381000" cy="648970"/>
            </a:xfrm>
            <a:custGeom>
              <a:avLst/>
              <a:gdLst/>
              <a:ahLst/>
              <a:cxnLst/>
              <a:rect l="l" t="t" r="r" b="b"/>
              <a:pathLst>
                <a:path w="381000" h="648970">
                  <a:moveTo>
                    <a:pt x="351214" y="0"/>
                  </a:moveTo>
                  <a:lnTo>
                    <a:pt x="303830" y="2641"/>
                  </a:lnTo>
                  <a:lnTo>
                    <a:pt x="259137" y="10745"/>
                  </a:lnTo>
                  <a:lnTo>
                    <a:pt x="217266" y="24223"/>
                  </a:lnTo>
                  <a:lnTo>
                    <a:pt x="178354" y="42986"/>
                  </a:lnTo>
                  <a:lnTo>
                    <a:pt x="142532" y="66944"/>
                  </a:lnTo>
                  <a:lnTo>
                    <a:pt x="109934" y="96009"/>
                  </a:lnTo>
                  <a:lnTo>
                    <a:pt x="80696" y="130092"/>
                  </a:lnTo>
                  <a:lnTo>
                    <a:pt x="54949" y="169103"/>
                  </a:lnTo>
                  <a:lnTo>
                    <a:pt x="32828" y="212954"/>
                  </a:lnTo>
                  <a:lnTo>
                    <a:pt x="14467" y="261555"/>
                  </a:lnTo>
                  <a:lnTo>
                    <a:pt x="0" y="314817"/>
                  </a:lnTo>
                  <a:lnTo>
                    <a:pt x="20852" y="414650"/>
                  </a:lnTo>
                  <a:lnTo>
                    <a:pt x="91443" y="524218"/>
                  </a:lnTo>
                  <a:lnTo>
                    <a:pt x="166787" y="612619"/>
                  </a:lnTo>
                  <a:lnTo>
                    <a:pt x="201899" y="648954"/>
                  </a:lnTo>
                  <a:lnTo>
                    <a:pt x="380867" y="42040"/>
                  </a:lnTo>
                  <a:lnTo>
                    <a:pt x="35121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4572508" y="8269182"/>
              <a:ext cx="426720" cy="263525"/>
            </a:xfrm>
            <a:custGeom>
              <a:avLst/>
              <a:gdLst/>
              <a:ahLst/>
              <a:cxnLst/>
              <a:rect l="l" t="t" r="r" b="b"/>
              <a:pathLst>
                <a:path w="426720" h="263525">
                  <a:moveTo>
                    <a:pt x="386032" y="0"/>
                  </a:moveTo>
                  <a:lnTo>
                    <a:pt x="308412" y="28962"/>
                  </a:lnTo>
                  <a:lnTo>
                    <a:pt x="193145" y="105104"/>
                  </a:lnTo>
                  <a:lnTo>
                    <a:pt x="105255" y="162182"/>
                  </a:lnTo>
                  <a:lnTo>
                    <a:pt x="47142" y="198067"/>
                  </a:lnTo>
                  <a:lnTo>
                    <a:pt x="20889" y="216569"/>
                  </a:lnTo>
                  <a:lnTo>
                    <a:pt x="5238" y="235038"/>
                  </a:lnTo>
                  <a:lnTo>
                    <a:pt x="0" y="249823"/>
                  </a:lnTo>
                  <a:lnTo>
                    <a:pt x="4986" y="257269"/>
                  </a:lnTo>
                  <a:lnTo>
                    <a:pt x="51599" y="262920"/>
                  </a:lnTo>
                  <a:lnTo>
                    <a:pt x="112569" y="262465"/>
                  </a:lnTo>
                  <a:lnTo>
                    <a:pt x="175071" y="256674"/>
                  </a:lnTo>
                  <a:lnTo>
                    <a:pt x="226278" y="246317"/>
                  </a:lnTo>
                  <a:lnTo>
                    <a:pt x="252613" y="234102"/>
                  </a:lnTo>
                  <a:lnTo>
                    <a:pt x="309642" y="198576"/>
                  </a:lnTo>
                  <a:lnTo>
                    <a:pt x="334934" y="187575"/>
                  </a:lnTo>
                  <a:lnTo>
                    <a:pt x="340534" y="186943"/>
                  </a:lnTo>
                  <a:lnTo>
                    <a:pt x="343137" y="191592"/>
                  </a:lnTo>
                  <a:lnTo>
                    <a:pt x="343405" y="205894"/>
                  </a:lnTo>
                  <a:lnTo>
                    <a:pt x="342002" y="234223"/>
                  </a:lnTo>
                  <a:lnTo>
                    <a:pt x="409162" y="233238"/>
                  </a:lnTo>
                  <a:lnTo>
                    <a:pt x="421759" y="120237"/>
                  </a:lnTo>
                  <a:lnTo>
                    <a:pt x="426481" y="85229"/>
                  </a:lnTo>
                  <a:lnTo>
                    <a:pt x="422908" y="50309"/>
                  </a:lnTo>
                  <a:lnTo>
                    <a:pt x="409829" y="20294"/>
                  </a:lnTo>
                  <a:lnTo>
                    <a:pt x="386032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4063607" y="5812877"/>
              <a:ext cx="880744" cy="2419350"/>
            </a:xfrm>
            <a:custGeom>
              <a:avLst/>
              <a:gdLst/>
              <a:ahLst/>
              <a:cxnLst/>
              <a:rect l="l" t="t" r="r" b="b"/>
              <a:pathLst>
                <a:path w="880745" h="2419350">
                  <a:moveTo>
                    <a:pt x="575954" y="0"/>
                  </a:moveTo>
                  <a:lnTo>
                    <a:pt x="323244" y="10206"/>
                  </a:lnTo>
                  <a:lnTo>
                    <a:pt x="193471" y="30959"/>
                  </a:lnTo>
                  <a:lnTo>
                    <a:pt x="145648" y="77875"/>
                  </a:lnTo>
                  <a:lnTo>
                    <a:pt x="138794" y="166570"/>
                  </a:lnTo>
                  <a:lnTo>
                    <a:pt x="99964" y="190121"/>
                  </a:lnTo>
                  <a:lnTo>
                    <a:pt x="75215" y="231406"/>
                  </a:lnTo>
                  <a:lnTo>
                    <a:pt x="53921" y="320517"/>
                  </a:lnTo>
                  <a:lnTo>
                    <a:pt x="25457" y="487545"/>
                  </a:lnTo>
                  <a:lnTo>
                    <a:pt x="19884" y="527139"/>
                  </a:lnTo>
                  <a:lnTo>
                    <a:pt x="15091" y="572840"/>
                  </a:lnTo>
                  <a:lnTo>
                    <a:pt x="11039" y="623872"/>
                  </a:lnTo>
                  <a:lnTo>
                    <a:pt x="7687" y="679460"/>
                  </a:lnTo>
                  <a:lnTo>
                    <a:pt x="4994" y="738826"/>
                  </a:lnTo>
                  <a:lnTo>
                    <a:pt x="2920" y="801194"/>
                  </a:lnTo>
                  <a:lnTo>
                    <a:pt x="1424" y="865789"/>
                  </a:lnTo>
                  <a:lnTo>
                    <a:pt x="465" y="931835"/>
                  </a:lnTo>
                  <a:lnTo>
                    <a:pt x="4" y="998554"/>
                  </a:lnTo>
                  <a:lnTo>
                    <a:pt x="0" y="1065171"/>
                  </a:lnTo>
                  <a:lnTo>
                    <a:pt x="411" y="1130910"/>
                  </a:lnTo>
                  <a:lnTo>
                    <a:pt x="1198" y="1194995"/>
                  </a:lnTo>
                  <a:lnTo>
                    <a:pt x="2320" y="1256649"/>
                  </a:lnTo>
                  <a:lnTo>
                    <a:pt x="3737" y="1315096"/>
                  </a:lnTo>
                  <a:lnTo>
                    <a:pt x="5407" y="1369561"/>
                  </a:lnTo>
                  <a:lnTo>
                    <a:pt x="7291" y="1419266"/>
                  </a:lnTo>
                  <a:lnTo>
                    <a:pt x="9348" y="1463436"/>
                  </a:lnTo>
                  <a:lnTo>
                    <a:pt x="13819" y="1532065"/>
                  </a:lnTo>
                  <a:lnTo>
                    <a:pt x="18494" y="1569240"/>
                  </a:lnTo>
                  <a:lnTo>
                    <a:pt x="38089" y="1753103"/>
                  </a:lnTo>
                  <a:lnTo>
                    <a:pt x="52776" y="2039617"/>
                  </a:lnTo>
                  <a:lnTo>
                    <a:pt x="61997" y="2303440"/>
                  </a:lnTo>
                  <a:lnTo>
                    <a:pt x="65194" y="2419235"/>
                  </a:lnTo>
                  <a:lnTo>
                    <a:pt x="129506" y="2416833"/>
                  </a:lnTo>
                  <a:lnTo>
                    <a:pt x="179251" y="2399208"/>
                  </a:lnTo>
                  <a:lnTo>
                    <a:pt x="211355" y="2379209"/>
                  </a:lnTo>
                  <a:lnTo>
                    <a:pt x="222739" y="2369687"/>
                  </a:lnTo>
                  <a:lnTo>
                    <a:pt x="227064" y="2356168"/>
                  </a:lnTo>
                  <a:lnTo>
                    <a:pt x="235519" y="2336407"/>
                  </a:lnTo>
                  <a:lnTo>
                    <a:pt x="247491" y="2310944"/>
                  </a:lnTo>
                  <a:lnTo>
                    <a:pt x="279525" y="2245064"/>
                  </a:lnTo>
                  <a:lnTo>
                    <a:pt x="298358" y="2205727"/>
                  </a:lnTo>
                  <a:lnTo>
                    <a:pt x="318250" y="2162842"/>
                  </a:lnTo>
                  <a:lnTo>
                    <a:pt x="338586" y="2116949"/>
                  </a:lnTo>
                  <a:lnTo>
                    <a:pt x="358751" y="2068587"/>
                  </a:lnTo>
                  <a:lnTo>
                    <a:pt x="378131" y="2018295"/>
                  </a:lnTo>
                  <a:lnTo>
                    <a:pt x="396112" y="1966612"/>
                  </a:lnTo>
                  <a:lnTo>
                    <a:pt x="412078" y="1914077"/>
                  </a:lnTo>
                  <a:lnTo>
                    <a:pt x="425417" y="1861228"/>
                  </a:lnTo>
                  <a:lnTo>
                    <a:pt x="435512" y="1808605"/>
                  </a:lnTo>
                  <a:lnTo>
                    <a:pt x="441750" y="1756747"/>
                  </a:lnTo>
                  <a:lnTo>
                    <a:pt x="443516" y="1706192"/>
                  </a:lnTo>
                  <a:lnTo>
                    <a:pt x="440196" y="1657479"/>
                  </a:lnTo>
                  <a:lnTo>
                    <a:pt x="431174" y="1611148"/>
                  </a:lnTo>
                  <a:lnTo>
                    <a:pt x="415838" y="1567737"/>
                  </a:lnTo>
                  <a:lnTo>
                    <a:pt x="393572" y="1527785"/>
                  </a:lnTo>
                  <a:lnTo>
                    <a:pt x="395925" y="1519393"/>
                  </a:lnTo>
                  <a:lnTo>
                    <a:pt x="422445" y="1471895"/>
                  </a:lnTo>
                  <a:lnTo>
                    <a:pt x="444623" y="1435440"/>
                  </a:lnTo>
                  <a:lnTo>
                    <a:pt x="471421" y="1392280"/>
                  </a:lnTo>
                  <a:lnTo>
                    <a:pt x="569582" y="1235820"/>
                  </a:lnTo>
                  <a:lnTo>
                    <a:pt x="604910" y="1179089"/>
                  </a:lnTo>
                  <a:lnTo>
                    <a:pt x="639884" y="1122278"/>
                  </a:lnTo>
                  <a:lnTo>
                    <a:pt x="673510" y="1066710"/>
                  </a:lnTo>
                  <a:lnTo>
                    <a:pt x="704793" y="1013711"/>
                  </a:lnTo>
                  <a:lnTo>
                    <a:pt x="732739" y="964606"/>
                  </a:lnTo>
                  <a:lnTo>
                    <a:pt x="756352" y="920719"/>
                  </a:lnTo>
                  <a:lnTo>
                    <a:pt x="774639" y="883376"/>
                  </a:lnTo>
                  <a:lnTo>
                    <a:pt x="798181" y="828485"/>
                  </a:lnTo>
                  <a:lnTo>
                    <a:pt x="822668" y="763079"/>
                  </a:lnTo>
                  <a:lnTo>
                    <a:pt x="845630" y="689291"/>
                  </a:lnTo>
                  <a:lnTo>
                    <a:pt x="855767" y="649921"/>
                  </a:lnTo>
                  <a:lnTo>
                    <a:pt x="864596" y="609255"/>
                  </a:lnTo>
                  <a:lnTo>
                    <a:pt x="871809" y="567561"/>
                  </a:lnTo>
                  <a:lnTo>
                    <a:pt x="877095" y="525104"/>
                  </a:lnTo>
                  <a:lnTo>
                    <a:pt x="880148" y="482152"/>
                  </a:lnTo>
                  <a:lnTo>
                    <a:pt x="880656" y="438970"/>
                  </a:lnTo>
                  <a:lnTo>
                    <a:pt x="878313" y="395827"/>
                  </a:lnTo>
                  <a:lnTo>
                    <a:pt x="872809" y="352988"/>
                  </a:lnTo>
                  <a:lnTo>
                    <a:pt x="863834" y="310720"/>
                  </a:lnTo>
                  <a:lnTo>
                    <a:pt x="851081" y="269289"/>
                  </a:lnTo>
                  <a:lnTo>
                    <a:pt x="834240" y="228963"/>
                  </a:lnTo>
                  <a:lnTo>
                    <a:pt x="813002" y="190008"/>
                  </a:lnTo>
                  <a:lnTo>
                    <a:pt x="787060" y="152691"/>
                  </a:lnTo>
                  <a:lnTo>
                    <a:pt x="756102" y="117277"/>
                  </a:lnTo>
                  <a:lnTo>
                    <a:pt x="719822" y="84035"/>
                  </a:lnTo>
                  <a:lnTo>
                    <a:pt x="677910" y="53230"/>
                  </a:lnTo>
                  <a:lnTo>
                    <a:pt x="630057" y="25129"/>
                  </a:lnTo>
                  <a:lnTo>
                    <a:pt x="575954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4697888" y="8118528"/>
              <a:ext cx="260985" cy="316865"/>
            </a:xfrm>
            <a:custGeom>
              <a:avLst/>
              <a:gdLst/>
              <a:ahLst/>
              <a:cxnLst/>
              <a:rect l="l" t="t" r="r" b="b"/>
              <a:pathLst>
                <a:path w="260985" h="316865">
                  <a:moveTo>
                    <a:pt x="155367" y="0"/>
                  </a:moveTo>
                  <a:lnTo>
                    <a:pt x="98749" y="6800"/>
                  </a:lnTo>
                  <a:lnTo>
                    <a:pt x="73187" y="11856"/>
                  </a:lnTo>
                  <a:lnTo>
                    <a:pt x="95713" y="91996"/>
                  </a:lnTo>
                  <a:lnTo>
                    <a:pt x="106575" y="135642"/>
                  </a:lnTo>
                  <a:lnTo>
                    <a:pt x="105385" y="174417"/>
                  </a:lnTo>
                  <a:lnTo>
                    <a:pt x="64758" y="234728"/>
                  </a:lnTo>
                  <a:lnTo>
                    <a:pt x="33579" y="270200"/>
                  </a:lnTo>
                  <a:lnTo>
                    <a:pt x="5629" y="298329"/>
                  </a:lnTo>
                  <a:lnTo>
                    <a:pt x="0" y="309657"/>
                  </a:lnTo>
                  <a:lnTo>
                    <a:pt x="10609" y="316623"/>
                  </a:lnTo>
                  <a:lnTo>
                    <a:pt x="40587" y="313618"/>
                  </a:lnTo>
                  <a:lnTo>
                    <a:pt x="93061" y="295031"/>
                  </a:lnTo>
                  <a:lnTo>
                    <a:pt x="129505" y="271799"/>
                  </a:lnTo>
                  <a:lnTo>
                    <a:pt x="159421" y="241219"/>
                  </a:lnTo>
                  <a:lnTo>
                    <a:pt x="187875" y="207818"/>
                  </a:lnTo>
                  <a:lnTo>
                    <a:pt x="219932" y="176122"/>
                  </a:lnTo>
                  <a:lnTo>
                    <a:pt x="260658" y="150659"/>
                  </a:lnTo>
                  <a:lnTo>
                    <a:pt x="253383" y="125500"/>
                  </a:lnTo>
                  <a:lnTo>
                    <a:pt x="248949" y="104689"/>
                  </a:lnTo>
                  <a:lnTo>
                    <a:pt x="245547" y="77041"/>
                  </a:lnTo>
                  <a:lnTo>
                    <a:pt x="241371" y="31374"/>
                  </a:lnTo>
                  <a:lnTo>
                    <a:pt x="212941" y="4007"/>
                  </a:lnTo>
                  <a:lnTo>
                    <a:pt x="155367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4347036" y="5795852"/>
              <a:ext cx="848360" cy="2436495"/>
            </a:xfrm>
            <a:custGeom>
              <a:avLst/>
              <a:gdLst/>
              <a:ahLst/>
              <a:cxnLst/>
              <a:rect l="l" t="t" r="r" b="b"/>
              <a:pathLst>
                <a:path w="848360" h="2436495">
                  <a:moveTo>
                    <a:pt x="489472" y="0"/>
                  </a:moveTo>
                  <a:lnTo>
                    <a:pt x="206519" y="90990"/>
                  </a:lnTo>
                  <a:lnTo>
                    <a:pt x="61215" y="153228"/>
                  </a:lnTo>
                  <a:lnTo>
                    <a:pt x="7671" y="215430"/>
                  </a:lnTo>
                  <a:lnTo>
                    <a:pt x="0" y="306315"/>
                  </a:lnTo>
                  <a:lnTo>
                    <a:pt x="59453" y="722093"/>
                  </a:lnTo>
                  <a:lnTo>
                    <a:pt x="144738" y="1206099"/>
                  </a:lnTo>
                  <a:lnTo>
                    <a:pt x="191812" y="1460884"/>
                  </a:lnTo>
                  <a:lnTo>
                    <a:pt x="217456" y="1570555"/>
                  </a:lnTo>
                  <a:lnTo>
                    <a:pt x="238453" y="1619217"/>
                  </a:lnTo>
                  <a:lnTo>
                    <a:pt x="290809" y="1786379"/>
                  </a:lnTo>
                  <a:lnTo>
                    <a:pt x="358010" y="2062845"/>
                  </a:lnTo>
                  <a:lnTo>
                    <a:pt x="415983" y="2321755"/>
                  </a:lnTo>
                  <a:lnTo>
                    <a:pt x="440656" y="2436250"/>
                  </a:lnTo>
                  <a:lnTo>
                    <a:pt x="504963" y="2433855"/>
                  </a:lnTo>
                  <a:lnTo>
                    <a:pt x="554709" y="2416232"/>
                  </a:lnTo>
                  <a:lnTo>
                    <a:pt x="586815" y="2396234"/>
                  </a:lnTo>
                  <a:lnTo>
                    <a:pt x="598201" y="2386712"/>
                  </a:lnTo>
                  <a:lnTo>
                    <a:pt x="601913" y="2371949"/>
                  </a:lnTo>
                  <a:lnTo>
                    <a:pt x="627289" y="2285552"/>
                  </a:lnTo>
                  <a:lnTo>
                    <a:pt x="638674" y="2245207"/>
                  </a:lnTo>
                  <a:lnTo>
                    <a:pt x="650611" y="2200334"/>
                  </a:lnTo>
                  <a:lnTo>
                    <a:pt x="662554" y="2151680"/>
                  </a:lnTo>
                  <a:lnTo>
                    <a:pt x="673957" y="2099992"/>
                  </a:lnTo>
                  <a:lnTo>
                    <a:pt x="684273" y="2046017"/>
                  </a:lnTo>
                  <a:lnTo>
                    <a:pt x="692956" y="1990502"/>
                  </a:lnTo>
                  <a:lnTo>
                    <a:pt x="699461" y="1934194"/>
                  </a:lnTo>
                  <a:lnTo>
                    <a:pt x="703240" y="1877839"/>
                  </a:lnTo>
                  <a:lnTo>
                    <a:pt x="703747" y="1822186"/>
                  </a:lnTo>
                  <a:lnTo>
                    <a:pt x="700436" y="1767980"/>
                  </a:lnTo>
                  <a:lnTo>
                    <a:pt x="692760" y="1715969"/>
                  </a:lnTo>
                  <a:lnTo>
                    <a:pt x="680174" y="1666899"/>
                  </a:lnTo>
                  <a:lnTo>
                    <a:pt x="662131" y="1621519"/>
                  </a:lnTo>
                  <a:lnTo>
                    <a:pt x="638085" y="1580574"/>
                  </a:lnTo>
                  <a:lnTo>
                    <a:pt x="607489" y="1544811"/>
                  </a:lnTo>
                  <a:lnTo>
                    <a:pt x="607730" y="1534731"/>
                  </a:lnTo>
                  <a:lnTo>
                    <a:pt x="623076" y="1475143"/>
                  </a:lnTo>
                  <a:lnTo>
                    <a:pt x="636678" y="1429573"/>
                  </a:lnTo>
                  <a:lnTo>
                    <a:pt x="653230" y="1376109"/>
                  </a:lnTo>
                  <a:lnTo>
                    <a:pt x="733905" y="1122680"/>
                  </a:lnTo>
                  <a:lnTo>
                    <a:pt x="753933" y="1059271"/>
                  </a:lnTo>
                  <a:lnTo>
                    <a:pt x="772401" y="999778"/>
                  </a:lnTo>
                  <a:lnTo>
                    <a:pt x="788557" y="946169"/>
                  </a:lnTo>
                  <a:lnTo>
                    <a:pt x="801650" y="900412"/>
                  </a:lnTo>
                  <a:lnTo>
                    <a:pt x="815870" y="844042"/>
                  </a:lnTo>
                  <a:lnTo>
                    <a:pt x="829555" y="776962"/>
                  </a:lnTo>
                  <a:lnTo>
                    <a:pt x="840671" y="701369"/>
                  </a:lnTo>
                  <a:lnTo>
                    <a:pt x="844631" y="661064"/>
                  </a:lnTo>
                  <a:lnTo>
                    <a:pt x="847185" y="619455"/>
                  </a:lnTo>
                  <a:lnTo>
                    <a:pt x="848080" y="576814"/>
                  </a:lnTo>
                  <a:lnTo>
                    <a:pt x="847061" y="533416"/>
                  </a:lnTo>
                  <a:lnTo>
                    <a:pt x="843875" y="489535"/>
                  </a:lnTo>
                  <a:lnTo>
                    <a:pt x="838266" y="445447"/>
                  </a:lnTo>
                  <a:lnTo>
                    <a:pt x="829981" y="401424"/>
                  </a:lnTo>
                  <a:lnTo>
                    <a:pt x="818765" y="357742"/>
                  </a:lnTo>
                  <a:lnTo>
                    <a:pt x="804364" y="314674"/>
                  </a:lnTo>
                  <a:lnTo>
                    <a:pt x="786524" y="272496"/>
                  </a:lnTo>
                  <a:lnTo>
                    <a:pt x="764990" y="231481"/>
                  </a:lnTo>
                  <a:lnTo>
                    <a:pt x="739508" y="191904"/>
                  </a:lnTo>
                  <a:lnTo>
                    <a:pt x="709824" y="154039"/>
                  </a:lnTo>
                  <a:lnTo>
                    <a:pt x="675684" y="118161"/>
                  </a:lnTo>
                  <a:lnTo>
                    <a:pt x="636832" y="84544"/>
                  </a:lnTo>
                  <a:lnTo>
                    <a:pt x="593016" y="53461"/>
                  </a:lnTo>
                  <a:lnTo>
                    <a:pt x="543981" y="25188"/>
                  </a:lnTo>
                  <a:lnTo>
                    <a:pt x="489472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939485" y="5354147"/>
              <a:ext cx="539750" cy="930910"/>
            </a:xfrm>
            <a:custGeom>
              <a:avLst/>
              <a:gdLst/>
              <a:ahLst/>
              <a:cxnLst/>
              <a:rect l="l" t="t" r="r" b="b"/>
              <a:pathLst>
                <a:path w="539750" h="930910">
                  <a:moveTo>
                    <a:pt x="124069" y="0"/>
                  </a:moveTo>
                  <a:lnTo>
                    <a:pt x="0" y="896066"/>
                  </a:lnTo>
                  <a:lnTo>
                    <a:pt x="81576" y="924478"/>
                  </a:lnTo>
                  <a:lnTo>
                    <a:pt x="213307" y="930781"/>
                  </a:lnTo>
                  <a:lnTo>
                    <a:pt x="335858" y="926277"/>
                  </a:lnTo>
                  <a:lnTo>
                    <a:pt x="389893" y="922265"/>
                  </a:lnTo>
                  <a:lnTo>
                    <a:pt x="539564" y="230568"/>
                  </a:lnTo>
                  <a:lnTo>
                    <a:pt x="124069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502571" y="4927657"/>
              <a:ext cx="311150" cy="144145"/>
            </a:xfrm>
            <a:custGeom>
              <a:avLst/>
              <a:gdLst/>
              <a:ahLst/>
              <a:cxnLst/>
              <a:rect l="l" t="t" r="r" b="b"/>
              <a:pathLst>
                <a:path w="311150" h="144145">
                  <a:moveTo>
                    <a:pt x="81850" y="0"/>
                  </a:moveTo>
                  <a:lnTo>
                    <a:pt x="65998" y="15643"/>
                  </a:lnTo>
                  <a:lnTo>
                    <a:pt x="54178" y="23961"/>
                  </a:lnTo>
                  <a:lnTo>
                    <a:pt x="40509" y="27745"/>
                  </a:lnTo>
                  <a:lnTo>
                    <a:pt x="19109" y="29789"/>
                  </a:lnTo>
                  <a:lnTo>
                    <a:pt x="0" y="111117"/>
                  </a:lnTo>
                  <a:lnTo>
                    <a:pt x="250065" y="144037"/>
                  </a:lnTo>
                  <a:lnTo>
                    <a:pt x="310943" y="16292"/>
                  </a:lnTo>
                  <a:lnTo>
                    <a:pt x="81850" y="0"/>
                  </a:lnTo>
                  <a:close/>
                </a:path>
              </a:pathLst>
            </a:custGeom>
            <a:solidFill>
              <a:srgbClr val="6F4A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4187088" y="4538528"/>
              <a:ext cx="749300" cy="1307465"/>
            </a:xfrm>
            <a:custGeom>
              <a:avLst/>
              <a:gdLst/>
              <a:ahLst/>
              <a:cxnLst/>
              <a:rect l="l" t="t" r="r" b="b"/>
              <a:pathLst>
                <a:path w="749300" h="1307464">
                  <a:moveTo>
                    <a:pt x="748728" y="433781"/>
                  </a:moveTo>
                  <a:lnTo>
                    <a:pt x="673392" y="407314"/>
                  </a:lnTo>
                  <a:lnTo>
                    <a:pt x="662241" y="406057"/>
                  </a:lnTo>
                  <a:lnTo>
                    <a:pt x="650684" y="405498"/>
                  </a:lnTo>
                  <a:lnTo>
                    <a:pt x="646988" y="405498"/>
                  </a:lnTo>
                  <a:lnTo>
                    <a:pt x="626427" y="376694"/>
                  </a:lnTo>
                  <a:lnTo>
                    <a:pt x="608406" y="341045"/>
                  </a:lnTo>
                  <a:lnTo>
                    <a:pt x="590118" y="297357"/>
                  </a:lnTo>
                  <a:lnTo>
                    <a:pt x="574192" y="241427"/>
                  </a:lnTo>
                  <a:lnTo>
                    <a:pt x="563270" y="169011"/>
                  </a:lnTo>
                  <a:lnTo>
                    <a:pt x="564883" y="115735"/>
                  </a:lnTo>
                  <a:lnTo>
                    <a:pt x="575602" y="71043"/>
                  </a:lnTo>
                  <a:lnTo>
                    <a:pt x="588632" y="36195"/>
                  </a:lnTo>
                  <a:lnTo>
                    <a:pt x="597141" y="12433"/>
                  </a:lnTo>
                  <a:lnTo>
                    <a:pt x="598703" y="5588"/>
                  </a:lnTo>
                  <a:lnTo>
                    <a:pt x="591947" y="0"/>
                  </a:lnTo>
                  <a:lnTo>
                    <a:pt x="586270" y="3378"/>
                  </a:lnTo>
                  <a:lnTo>
                    <a:pt x="354660" y="126987"/>
                  </a:lnTo>
                  <a:lnTo>
                    <a:pt x="351993" y="128600"/>
                  </a:lnTo>
                  <a:lnTo>
                    <a:pt x="350494" y="131699"/>
                  </a:lnTo>
                  <a:lnTo>
                    <a:pt x="353174" y="169837"/>
                  </a:lnTo>
                  <a:lnTo>
                    <a:pt x="356362" y="224993"/>
                  </a:lnTo>
                  <a:lnTo>
                    <a:pt x="359524" y="284543"/>
                  </a:lnTo>
                  <a:lnTo>
                    <a:pt x="361810" y="332651"/>
                  </a:lnTo>
                  <a:lnTo>
                    <a:pt x="362165" y="352120"/>
                  </a:lnTo>
                  <a:lnTo>
                    <a:pt x="359460" y="367601"/>
                  </a:lnTo>
                  <a:lnTo>
                    <a:pt x="351116" y="387172"/>
                  </a:lnTo>
                  <a:lnTo>
                    <a:pt x="336626" y="415023"/>
                  </a:lnTo>
                  <a:lnTo>
                    <a:pt x="305358" y="416331"/>
                  </a:lnTo>
                  <a:lnTo>
                    <a:pt x="296037" y="423722"/>
                  </a:lnTo>
                  <a:lnTo>
                    <a:pt x="238353" y="480326"/>
                  </a:lnTo>
                  <a:lnTo>
                    <a:pt x="197116" y="523163"/>
                  </a:lnTo>
                  <a:lnTo>
                    <a:pt x="152349" y="571436"/>
                  </a:lnTo>
                  <a:lnTo>
                    <a:pt x="107607" y="621969"/>
                  </a:lnTo>
                  <a:lnTo>
                    <a:pt x="66446" y="671563"/>
                  </a:lnTo>
                  <a:lnTo>
                    <a:pt x="32423" y="717042"/>
                  </a:lnTo>
                  <a:lnTo>
                    <a:pt x="9093" y="755205"/>
                  </a:lnTo>
                  <a:lnTo>
                    <a:pt x="0" y="782866"/>
                  </a:lnTo>
                  <a:lnTo>
                    <a:pt x="9321" y="891362"/>
                  </a:lnTo>
                  <a:lnTo>
                    <a:pt x="33020" y="1041387"/>
                  </a:lnTo>
                  <a:lnTo>
                    <a:pt x="57353" y="1174356"/>
                  </a:lnTo>
                  <a:lnTo>
                    <a:pt x="68529" y="1231696"/>
                  </a:lnTo>
                  <a:lnTo>
                    <a:pt x="430720" y="1307147"/>
                  </a:lnTo>
                  <a:lnTo>
                    <a:pt x="650151" y="799338"/>
                  </a:lnTo>
                  <a:lnTo>
                    <a:pt x="748576" y="536333"/>
                  </a:lnTo>
                  <a:lnTo>
                    <a:pt x="748728" y="433781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005755" y="4942834"/>
              <a:ext cx="1282105" cy="1990012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4831146" y="5128579"/>
              <a:ext cx="177800" cy="308610"/>
            </a:xfrm>
            <a:custGeom>
              <a:avLst/>
              <a:gdLst/>
              <a:ahLst/>
              <a:cxnLst/>
              <a:rect l="l" t="t" r="r" b="b"/>
              <a:pathLst>
                <a:path w="177800" h="308610">
                  <a:moveTo>
                    <a:pt x="177282" y="0"/>
                  </a:moveTo>
                  <a:lnTo>
                    <a:pt x="0" y="73348"/>
                  </a:lnTo>
                  <a:lnTo>
                    <a:pt x="3111" y="137628"/>
                  </a:lnTo>
                  <a:lnTo>
                    <a:pt x="11810" y="192083"/>
                  </a:lnTo>
                  <a:lnTo>
                    <a:pt x="24982" y="236458"/>
                  </a:lnTo>
                  <a:lnTo>
                    <a:pt x="60287" y="293953"/>
                  </a:lnTo>
                  <a:lnTo>
                    <a:pt x="100112" y="308076"/>
                  </a:lnTo>
                  <a:lnTo>
                    <a:pt x="118933" y="298238"/>
                  </a:lnTo>
                  <a:lnTo>
                    <a:pt x="148822" y="243489"/>
                  </a:lnTo>
                  <a:lnTo>
                    <a:pt x="161918" y="175203"/>
                  </a:lnTo>
                  <a:lnTo>
                    <a:pt x="170740" y="94863"/>
                  </a:lnTo>
                  <a:lnTo>
                    <a:pt x="175718" y="27964"/>
                  </a:lnTo>
                  <a:lnTo>
                    <a:pt x="177282" y="0"/>
                  </a:lnTo>
                  <a:close/>
                </a:path>
              </a:pathLst>
            </a:custGeom>
            <a:solidFill>
              <a:srgbClr val="53352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444471" y="4942833"/>
              <a:ext cx="902404" cy="156415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4298937" y="3797755"/>
              <a:ext cx="945515" cy="831850"/>
            </a:xfrm>
            <a:custGeom>
              <a:avLst/>
              <a:gdLst/>
              <a:ahLst/>
              <a:cxnLst/>
              <a:rect l="l" t="t" r="r" b="b"/>
              <a:pathLst>
                <a:path w="945514" h="831850">
                  <a:moveTo>
                    <a:pt x="528359" y="0"/>
                  </a:moveTo>
                  <a:lnTo>
                    <a:pt x="504794" y="3709"/>
                  </a:lnTo>
                  <a:lnTo>
                    <a:pt x="483978" y="16491"/>
                  </a:lnTo>
                  <a:lnTo>
                    <a:pt x="468164" y="35901"/>
                  </a:lnTo>
                  <a:lnTo>
                    <a:pt x="459607" y="59495"/>
                  </a:lnTo>
                  <a:lnTo>
                    <a:pt x="445764" y="37381"/>
                  </a:lnTo>
                  <a:lnTo>
                    <a:pt x="418296" y="30557"/>
                  </a:lnTo>
                  <a:lnTo>
                    <a:pt x="388842" y="39274"/>
                  </a:lnTo>
                  <a:lnTo>
                    <a:pt x="369044" y="63778"/>
                  </a:lnTo>
                  <a:lnTo>
                    <a:pt x="343150" y="57535"/>
                  </a:lnTo>
                  <a:lnTo>
                    <a:pt x="289057" y="68759"/>
                  </a:lnTo>
                  <a:lnTo>
                    <a:pt x="245599" y="121541"/>
                  </a:lnTo>
                  <a:lnTo>
                    <a:pt x="234117" y="162094"/>
                  </a:lnTo>
                  <a:lnTo>
                    <a:pt x="229702" y="205325"/>
                  </a:lnTo>
                  <a:lnTo>
                    <a:pt x="229195" y="248830"/>
                  </a:lnTo>
                  <a:lnTo>
                    <a:pt x="203369" y="234754"/>
                  </a:lnTo>
                  <a:lnTo>
                    <a:pt x="145340" y="235610"/>
                  </a:lnTo>
                  <a:lnTo>
                    <a:pt x="101615" y="273693"/>
                  </a:lnTo>
                  <a:lnTo>
                    <a:pt x="91878" y="331864"/>
                  </a:lnTo>
                  <a:lnTo>
                    <a:pt x="101597" y="359968"/>
                  </a:lnTo>
                  <a:lnTo>
                    <a:pt x="73306" y="347609"/>
                  </a:lnTo>
                  <a:lnTo>
                    <a:pt x="42187" y="353118"/>
                  </a:lnTo>
                  <a:lnTo>
                    <a:pt x="15436" y="372503"/>
                  </a:lnTo>
                  <a:lnTo>
                    <a:pt x="249" y="401767"/>
                  </a:lnTo>
                  <a:lnTo>
                    <a:pt x="0" y="434451"/>
                  </a:lnTo>
                  <a:lnTo>
                    <a:pt x="11405" y="465322"/>
                  </a:lnTo>
                  <a:lnTo>
                    <a:pt x="58143" y="512926"/>
                  </a:lnTo>
                  <a:lnTo>
                    <a:pt x="119642" y="535920"/>
                  </a:lnTo>
                  <a:lnTo>
                    <a:pt x="185437" y="545627"/>
                  </a:lnTo>
                  <a:lnTo>
                    <a:pt x="294837" y="645331"/>
                  </a:lnTo>
                  <a:lnTo>
                    <a:pt x="324846" y="683981"/>
                  </a:lnTo>
                  <a:lnTo>
                    <a:pt x="356536" y="721425"/>
                  </a:lnTo>
                  <a:lnTo>
                    <a:pt x="390779" y="755817"/>
                  </a:lnTo>
                  <a:lnTo>
                    <a:pt x="428447" y="785311"/>
                  </a:lnTo>
                  <a:lnTo>
                    <a:pt x="470413" y="808059"/>
                  </a:lnTo>
                  <a:lnTo>
                    <a:pt x="514882" y="822117"/>
                  </a:lnTo>
                  <a:lnTo>
                    <a:pt x="561073" y="829198"/>
                  </a:lnTo>
                  <a:lnTo>
                    <a:pt x="608162" y="831581"/>
                  </a:lnTo>
                  <a:lnTo>
                    <a:pt x="655329" y="831545"/>
                  </a:lnTo>
                  <a:lnTo>
                    <a:pt x="724725" y="826303"/>
                  </a:lnTo>
                  <a:lnTo>
                    <a:pt x="785702" y="798499"/>
                  </a:lnTo>
                  <a:lnTo>
                    <a:pt x="810735" y="735083"/>
                  </a:lnTo>
                  <a:lnTo>
                    <a:pt x="801737" y="703532"/>
                  </a:lnTo>
                  <a:lnTo>
                    <a:pt x="777137" y="683958"/>
                  </a:lnTo>
                  <a:lnTo>
                    <a:pt x="812266" y="689296"/>
                  </a:lnTo>
                  <a:lnTo>
                    <a:pt x="846697" y="679335"/>
                  </a:lnTo>
                  <a:lnTo>
                    <a:pt x="874906" y="656926"/>
                  </a:lnTo>
                  <a:lnTo>
                    <a:pt x="891364" y="624923"/>
                  </a:lnTo>
                  <a:lnTo>
                    <a:pt x="892443" y="593753"/>
                  </a:lnTo>
                  <a:lnTo>
                    <a:pt x="882139" y="564243"/>
                  </a:lnTo>
                  <a:lnTo>
                    <a:pt x="862756" y="539663"/>
                  </a:lnTo>
                  <a:lnTo>
                    <a:pt x="836601" y="523282"/>
                  </a:lnTo>
                  <a:lnTo>
                    <a:pt x="872852" y="520544"/>
                  </a:lnTo>
                  <a:lnTo>
                    <a:pt x="906075" y="504552"/>
                  </a:lnTo>
                  <a:lnTo>
                    <a:pt x="931634" y="478009"/>
                  </a:lnTo>
                  <a:lnTo>
                    <a:pt x="944891" y="443620"/>
                  </a:lnTo>
                  <a:lnTo>
                    <a:pt x="940717" y="402006"/>
                  </a:lnTo>
                  <a:lnTo>
                    <a:pt x="919126" y="365949"/>
                  </a:lnTo>
                  <a:lnTo>
                    <a:pt x="885431" y="341283"/>
                  </a:lnTo>
                  <a:lnTo>
                    <a:pt x="844946" y="333843"/>
                  </a:lnTo>
                  <a:lnTo>
                    <a:pt x="866496" y="310152"/>
                  </a:lnTo>
                  <a:lnTo>
                    <a:pt x="891600" y="286751"/>
                  </a:lnTo>
                  <a:lnTo>
                    <a:pt x="909592" y="262771"/>
                  </a:lnTo>
                  <a:lnTo>
                    <a:pt x="909803" y="237343"/>
                  </a:lnTo>
                  <a:lnTo>
                    <a:pt x="886555" y="215602"/>
                  </a:lnTo>
                  <a:lnTo>
                    <a:pt x="851323" y="211237"/>
                  </a:lnTo>
                  <a:lnTo>
                    <a:pt x="809816" y="215969"/>
                  </a:lnTo>
                  <a:lnTo>
                    <a:pt x="767744" y="221522"/>
                  </a:lnTo>
                  <a:lnTo>
                    <a:pt x="769985" y="216820"/>
                  </a:lnTo>
                  <a:lnTo>
                    <a:pt x="771901" y="211941"/>
                  </a:lnTo>
                  <a:lnTo>
                    <a:pt x="773084" y="206726"/>
                  </a:lnTo>
                  <a:lnTo>
                    <a:pt x="772802" y="180461"/>
                  </a:lnTo>
                  <a:lnTo>
                    <a:pt x="762000" y="156944"/>
                  </a:lnTo>
                  <a:lnTo>
                    <a:pt x="743507" y="141061"/>
                  </a:lnTo>
                  <a:lnTo>
                    <a:pt x="720154" y="137702"/>
                  </a:lnTo>
                  <a:lnTo>
                    <a:pt x="728192" y="120640"/>
                  </a:lnTo>
                  <a:lnTo>
                    <a:pt x="715526" y="67191"/>
                  </a:lnTo>
                  <a:lnTo>
                    <a:pt x="666911" y="45952"/>
                  </a:lnTo>
                  <a:lnTo>
                    <a:pt x="648648" y="47454"/>
                  </a:lnTo>
                  <a:lnTo>
                    <a:pt x="631080" y="52682"/>
                  </a:lnTo>
                  <a:lnTo>
                    <a:pt x="614431" y="60852"/>
                  </a:lnTo>
                  <a:lnTo>
                    <a:pt x="598789" y="71341"/>
                  </a:lnTo>
                  <a:lnTo>
                    <a:pt x="584242" y="83526"/>
                  </a:lnTo>
                  <a:lnTo>
                    <a:pt x="584813" y="54662"/>
                  </a:lnTo>
                  <a:lnTo>
                    <a:pt x="573829" y="28338"/>
                  </a:lnTo>
                  <a:lnTo>
                    <a:pt x="554080" y="8726"/>
                  </a:lnTo>
                  <a:lnTo>
                    <a:pt x="5283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358148" y="4036399"/>
              <a:ext cx="649605" cy="748030"/>
            </a:xfrm>
            <a:custGeom>
              <a:avLst/>
              <a:gdLst/>
              <a:ahLst/>
              <a:cxnLst/>
              <a:rect l="l" t="t" r="r" b="b"/>
              <a:pathLst>
                <a:path w="649604" h="748029">
                  <a:moveTo>
                    <a:pt x="325910" y="0"/>
                  </a:moveTo>
                  <a:lnTo>
                    <a:pt x="280415" y="2377"/>
                  </a:lnTo>
                  <a:lnTo>
                    <a:pt x="235647" y="11256"/>
                  </a:lnTo>
                  <a:lnTo>
                    <a:pt x="192440" y="26283"/>
                  </a:lnTo>
                  <a:lnTo>
                    <a:pt x="151625" y="47104"/>
                  </a:lnTo>
                  <a:lnTo>
                    <a:pt x="114031" y="73362"/>
                  </a:lnTo>
                  <a:lnTo>
                    <a:pt x="80492" y="104706"/>
                  </a:lnTo>
                  <a:lnTo>
                    <a:pt x="51837" y="140778"/>
                  </a:lnTo>
                  <a:lnTo>
                    <a:pt x="30863" y="177746"/>
                  </a:lnTo>
                  <a:lnTo>
                    <a:pt x="15402" y="217869"/>
                  </a:lnTo>
                  <a:lnTo>
                    <a:pt x="5246" y="260490"/>
                  </a:lnTo>
                  <a:lnTo>
                    <a:pt x="182" y="304949"/>
                  </a:lnTo>
                  <a:lnTo>
                    <a:pt x="0" y="350589"/>
                  </a:lnTo>
                  <a:lnTo>
                    <a:pt x="4488" y="396751"/>
                  </a:lnTo>
                  <a:lnTo>
                    <a:pt x="13437" y="442775"/>
                  </a:lnTo>
                  <a:lnTo>
                    <a:pt x="26634" y="488004"/>
                  </a:lnTo>
                  <a:lnTo>
                    <a:pt x="43870" y="531779"/>
                  </a:lnTo>
                  <a:lnTo>
                    <a:pt x="64933" y="573440"/>
                  </a:lnTo>
                  <a:lnTo>
                    <a:pt x="89612" y="612330"/>
                  </a:lnTo>
                  <a:lnTo>
                    <a:pt x="117696" y="647790"/>
                  </a:lnTo>
                  <a:lnTo>
                    <a:pt x="148975" y="679161"/>
                  </a:lnTo>
                  <a:lnTo>
                    <a:pt x="183237" y="705784"/>
                  </a:lnTo>
                  <a:lnTo>
                    <a:pt x="220272" y="727001"/>
                  </a:lnTo>
                  <a:lnTo>
                    <a:pt x="262342" y="741968"/>
                  </a:lnTo>
                  <a:lnTo>
                    <a:pt x="304479" y="747488"/>
                  </a:lnTo>
                  <a:lnTo>
                    <a:pt x="346223" y="744434"/>
                  </a:lnTo>
                  <a:lnTo>
                    <a:pt x="387114" y="733679"/>
                  </a:lnTo>
                  <a:lnTo>
                    <a:pt x="426690" y="716093"/>
                  </a:lnTo>
                  <a:lnTo>
                    <a:pt x="464492" y="692550"/>
                  </a:lnTo>
                  <a:lnTo>
                    <a:pt x="500057" y="663922"/>
                  </a:lnTo>
                  <a:lnTo>
                    <a:pt x="532925" y="631081"/>
                  </a:lnTo>
                  <a:lnTo>
                    <a:pt x="562636" y="594900"/>
                  </a:lnTo>
                  <a:lnTo>
                    <a:pt x="588729" y="556250"/>
                  </a:lnTo>
                  <a:lnTo>
                    <a:pt x="610743" y="516005"/>
                  </a:lnTo>
                  <a:lnTo>
                    <a:pt x="628217" y="475035"/>
                  </a:lnTo>
                  <a:lnTo>
                    <a:pt x="640691" y="434215"/>
                  </a:lnTo>
                  <a:lnTo>
                    <a:pt x="647704" y="394415"/>
                  </a:lnTo>
                  <a:lnTo>
                    <a:pt x="649305" y="346490"/>
                  </a:lnTo>
                  <a:lnTo>
                    <a:pt x="644265" y="298864"/>
                  </a:lnTo>
                  <a:lnTo>
                    <a:pt x="633016" y="252268"/>
                  </a:lnTo>
                  <a:lnTo>
                    <a:pt x="615989" y="207436"/>
                  </a:lnTo>
                  <a:lnTo>
                    <a:pt x="593616" y="165099"/>
                  </a:lnTo>
                  <a:lnTo>
                    <a:pt x="566329" y="125989"/>
                  </a:lnTo>
                  <a:lnTo>
                    <a:pt x="534560" y="90839"/>
                  </a:lnTo>
                  <a:lnTo>
                    <a:pt x="498741" y="60381"/>
                  </a:lnTo>
                  <a:lnTo>
                    <a:pt x="459305" y="35347"/>
                  </a:lnTo>
                  <a:lnTo>
                    <a:pt x="416682" y="16469"/>
                  </a:lnTo>
                  <a:lnTo>
                    <a:pt x="371304" y="4479"/>
                  </a:lnTo>
                  <a:lnTo>
                    <a:pt x="32591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4340656" y="4126060"/>
              <a:ext cx="552450" cy="723900"/>
            </a:xfrm>
            <a:custGeom>
              <a:avLst/>
              <a:gdLst/>
              <a:ahLst/>
              <a:cxnLst/>
              <a:rect l="l" t="t" r="r" b="b"/>
              <a:pathLst>
                <a:path w="552450" h="723900">
                  <a:moveTo>
                    <a:pt x="283601" y="0"/>
                  </a:moveTo>
                  <a:lnTo>
                    <a:pt x="236936" y="2926"/>
                  </a:lnTo>
                  <a:lnTo>
                    <a:pt x="195655" y="13800"/>
                  </a:lnTo>
                  <a:lnTo>
                    <a:pt x="159397" y="31773"/>
                  </a:lnTo>
                  <a:lnTo>
                    <a:pt x="127801" y="55999"/>
                  </a:lnTo>
                  <a:lnTo>
                    <a:pt x="100506" y="85628"/>
                  </a:lnTo>
                  <a:lnTo>
                    <a:pt x="77151" y="119813"/>
                  </a:lnTo>
                  <a:lnTo>
                    <a:pt x="57374" y="157707"/>
                  </a:lnTo>
                  <a:lnTo>
                    <a:pt x="40815" y="198462"/>
                  </a:lnTo>
                  <a:lnTo>
                    <a:pt x="27111" y="241228"/>
                  </a:lnTo>
                  <a:lnTo>
                    <a:pt x="15903" y="285160"/>
                  </a:lnTo>
                  <a:lnTo>
                    <a:pt x="6828" y="329408"/>
                  </a:lnTo>
                  <a:lnTo>
                    <a:pt x="720" y="377645"/>
                  </a:lnTo>
                  <a:lnTo>
                    <a:pt x="0" y="425591"/>
                  </a:lnTo>
                  <a:lnTo>
                    <a:pt x="4477" y="472495"/>
                  </a:lnTo>
                  <a:lnTo>
                    <a:pt x="13960" y="517606"/>
                  </a:lnTo>
                  <a:lnTo>
                    <a:pt x="28258" y="560176"/>
                  </a:lnTo>
                  <a:lnTo>
                    <a:pt x="47179" y="599455"/>
                  </a:lnTo>
                  <a:lnTo>
                    <a:pt x="70531" y="634691"/>
                  </a:lnTo>
                  <a:lnTo>
                    <a:pt x="98125" y="665135"/>
                  </a:lnTo>
                  <a:lnTo>
                    <a:pt x="129768" y="690037"/>
                  </a:lnTo>
                  <a:lnTo>
                    <a:pt x="165268" y="708646"/>
                  </a:lnTo>
                  <a:lnTo>
                    <a:pt x="204435" y="720213"/>
                  </a:lnTo>
                  <a:lnTo>
                    <a:pt x="245272" y="723876"/>
                  </a:lnTo>
                  <a:lnTo>
                    <a:pt x="285566" y="719689"/>
                  </a:lnTo>
                  <a:lnTo>
                    <a:pt x="324789" y="708265"/>
                  </a:lnTo>
                  <a:lnTo>
                    <a:pt x="362415" y="690220"/>
                  </a:lnTo>
                  <a:lnTo>
                    <a:pt x="397916" y="666169"/>
                  </a:lnTo>
                  <a:lnTo>
                    <a:pt x="430765" y="636726"/>
                  </a:lnTo>
                  <a:lnTo>
                    <a:pt x="460436" y="602506"/>
                  </a:lnTo>
                  <a:lnTo>
                    <a:pt x="486401" y="564124"/>
                  </a:lnTo>
                  <a:lnTo>
                    <a:pt x="508133" y="522193"/>
                  </a:lnTo>
                  <a:lnTo>
                    <a:pt x="525105" y="477330"/>
                  </a:lnTo>
                  <a:lnTo>
                    <a:pt x="536791" y="430149"/>
                  </a:lnTo>
                  <a:lnTo>
                    <a:pt x="544142" y="385575"/>
                  </a:lnTo>
                  <a:lnTo>
                    <a:pt x="549469" y="340532"/>
                  </a:lnTo>
                  <a:lnTo>
                    <a:pt x="552064" y="295664"/>
                  </a:lnTo>
                  <a:lnTo>
                    <a:pt x="551223" y="251613"/>
                  </a:lnTo>
                  <a:lnTo>
                    <a:pt x="546238" y="209023"/>
                  </a:lnTo>
                  <a:lnTo>
                    <a:pt x="536404" y="168538"/>
                  </a:lnTo>
                  <a:lnTo>
                    <a:pt x="521014" y="130801"/>
                  </a:lnTo>
                  <a:lnTo>
                    <a:pt x="499362" y="96456"/>
                  </a:lnTo>
                  <a:lnTo>
                    <a:pt x="470742" y="66147"/>
                  </a:lnTo>
                  <a:lnTo>
                    <a:pt x="434448" y="40517"/>
                  </a:lnTo>
                  <a:lnTo>
                    <a:pt x="389774" y="20210"/>
                  </a:lnTo>
                  <a:lnTo>
                    <a:pt x="336012" y="5869"/>
                  </a:lnTo>
                  <a:lnTo>
                    <a:pt x="283601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08522" y="4525836"/>
              <a:ext cx="128863" cy="161648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3939490" y="4953520"/>
              <a:ext cx="584200" cy="1297305"/>
            </a:xfrm>
            <a:custGeom>
              <a:avLst/>
              <a:gdLst/>
              <a:ahLst/>
              <a:cxnLst/>
              <a:rect l="l" t="t" r="r" b="b"/>
              <a:pathLst>
                <a:path w="584200" h="1297304">
                  <a:moveTo>
                    <a:pt x="584181" y="12"/>
                  </a:moveTo>
                  <a:lnTo>
                    <a:pt x="531189" y="1691"/>
                  </a:lnTo>
                  <a:lnTo>
                    <a:pt x="483806" y="11136"/>
                  </a:lnTo>
                  <a:lnTo>
                    <a:pt x="418362" y="49888"/>
                  </a:lnTo>
                  <a:lnTo>
                    <a:pt x="375216" y="79306"/>
                  </a:lnTo>
                  <a:lnTo>
                    <a:pt x="328013" y="113562"/>
                  </a:lnTo>
                  <a:lnTo>
                    <a:pt x="278924" y="151263"/>
                  </a:lnTo>
                  <a:lnTo>
                    <a:pt x="230118" y="191015"/>
                  </a:lnTo>
                  <a:lnTo>
                    <a:pt x="183764" y="231427"/>
                  </a:lnTo>
                  <a:lnTo>
                    <a:pt x="142033" y="271106"/>
                  </a:lnTo>
                  <a:lnTo>
                    <a:pt x="107094" y="308658"/>
                  </a:lnTo>
                  <a:lnTo>
                    <a:pt x="81116" y="342691"/>
                  </a:lnTo>
                  <a:lnTo>
                    <a:pt x="45968" y="445215"/>
                  </a:lnTo>
                  <a:lnTo>
                    <a:pt x="32298" y="566025"/>
                  </a:lnTo>
                  <a:lnTo>
                    <a:pt x="19046" y="820949"/>
                  </a:lnTo>
                  <a:lnTo>
                    <a:pt x="0" y="1296695"/>
                  </a:lnTo>
                  <a:lnTo>
                    <a:pt x="20093" y="1190585"/>
                  </a:lnTo>
                  <a:lnTo>
                    <a:pt x="66038" y="944973"/>
                  </a:lnTo>
                  <a:lnTo>
                    <a:pt x="116332" y="668938"/>
                  </a:lnTo>
                  <a:lnTo>
                    <a:pt x="149471" y="471558"/>
                  </a:lnTo>
                  <a:lnTo>
                    <a:pt x="158739" y="433745"/>
                  </a:lnTo>
                  <a:lnTo>
                    <a:pt x="175251" y="395351"/>
                  </a:lnTo>
                  <a:lnTo>
                    <a:pt x="198131" y="356605"/>
                  </a:lnTo>
                  <a:lnTo>
                    <a:pt x="226502" y="317735"/>
                  </a:lnTo>
                  <a:lnTo>
                    <a:pt x="259486" y="278969"/>
                  </a:lnTo>
                  <a:lnTo>
                    <a:pt x="296207" y="240536"/>
                  </a:lnTo>
                  <a:lnTo>
                    <a:pt x="335786" y="202664"/>
                  </a:lnTo>
                  <a:lnTo>
                    <a:pt x="377348" y="165582"/>
                  </a:lnTo>
                  <a:lnTo>
                    <a:pt x="420014" y="129518"/>
                  </a:lnTo>
                  <a:lnTo>
                    <a:pt x="462908" y="94701"/>
                  </a:lnTo>
                  <a:lnTo>
                    <a:pt x="505151" y="61358"/>
                  </a:lnTo>
                  <a:lnTo>
                    <a:pt x="584181" y="12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4214457" y="4915223"/>
              <a:ext cx="690245" cy="394335"/>
            </a:xfrm>
            <a:custGeom>
              <a:avLst/>
              <a:gdLst/>
              <a:ahLst/>
              <a:cxnLst/>
              <a:rect l="l" t="t" r="r" b="b"/>
              <a:pathLst>
                <a:path w="690245" h="394335">
                  <a:moveTo>
                    <a:pt x="316509" y="22720"/>
                  </a:moveTo>
                  <a:lnTo>
                    <a:pt x="295249" y="26123"/>
                  </a:lnTo>
                  <a:lnTo>
                    <a:pt x="273558" y="29324"/>
                  </a:lnTo>
                  <a:lnTo>
                    <a:pt x="255295" y="33121"/>
                  </a:lnTo>
                  <a:lnTo>
                    <a:pt x="244322" y="38290"/>
                  </a:lnTo>
                  <a:lnTo>
                    <a:pt x="224637" y="53301"/>
                  </a:lnTo>
                  <a:lnTo>
                    <a:pt x="126187" y="125780"/>
                  </a:lnTo>
                  <a:lnTo>
                    <a:pt x="70650" y="167906"/>
                  </a:lnTo>
                  <a:lnTo>
                    <a:pt x="26416" y="203746"/>
                  </a:lnTo>
                  <a:lnTo>
                    <a:pt x="5067" y="225628"/>
                  </a:lnTo>
                  <a:lnTo>
                    <a:pt x="0" y="246938"/>
                  </a:lnTo>
                  <a:lnTo>
                    <a:pt x="571" y="269735"/>
                  </a:lnTo>
                  <a:lnTo>
                    <a:pt x="3378" y="287896"/>
                  </a:lnTo>
                  <a:lnTo>
                    <a:pt x="5067" y="295313"/>
                  </a:lnTo>
                  <a:lnTo>
                    <a:pt x="246278" y="97942"/>
                  </a:lnTo>
                  <a:lnTo>
                    <a:pt x="279450" y="70421"/>
                  </a:lnTo>
                  <a:lnTo>
                    <a:pt x="312331" y="33274"/>
                  </a:lnTo>
                  <a:lnTo>
                    <a:pt x="315772" y="25476"/>
                  </a:lnTo>
                  <a:lnTo>
                    <a:pt x="316509" y="22720"/>
                  </a:lnTo>
                  <a:close/>
                </a:path>
                <a:path w="690245" h="394335">
                  <a:moveTo>
                    <a:pt x="689724" y="33045"/>
                  </a:moveTo>
                  <a:lnTo>
                    <a:pt x="671576" y="20637"/>
                  </a:lnTo>
                  <a:lnTo>
                    <a:pt x="638035" y="9283"/>
                  </a:lnTo>
                  <a:lnTo>
                    <a:pt x="599046" y="0"/>
                  </a:lnTo>
                  <a:lnTo>
                    <a:pt x="573963" y="28143"/>
                  </a:lnTo>
                  <a:lnTo>
                    <a:pt x="545147" y="61772"/>
                  </a:lnTo>
                  <a:lnTo>
                    <a:pt x="507733" y="107061"/>
                  </a:lnTo>
                  <a:lnTo>
                    <a:pt x="473621" y="149618"/>
                  </a:lnTo>
                  <a:lnTo>
                    <a:pt x="440575" y="193725"/>
                  </a:lnTo>
                  <a:lnTo>
                    <a:pt x="389089" y="266319"/>
                  </a:lnTo>
                  <a:lnTo>
                    <a:pt x="299669" y="394335"/>
                  </a:lnTo>
                  <a:lnTo>
                    <a:pt x="320446" y="388645"/>
                  </a:lnTo>
                  <a:lnTo>
                    <a:pt x="369112" y="373989"/>
                  </a:lnTo>
                  <a:lnTo>
                    <a:pt x="425196" y="353923"/>
                  </a:lnTo>
                  <a:lnTo>
                    <a:pt x="468210" y="332028"/>
                  </a:lnTo>
                  <a:lnTo>
                    <a:pt x="524713" y="263867"/>
                  </a:lnTo>
                  <a:lnTo>
                    <a:pt x="561454" y="210731"/>
                  </a:lnTo>
                  <a:lnTo>
                    <a:pt x="599147" y="154838"/>
                  </a:lnTo>
                  <a:lnTo>
                    <a:pt x="634238" y="103682"/>
                  </a:lnTo>
                  <a:lnTo>
                    <a:pt x="663206" y="64744"/>
                  </a:lnTo>
                  <a:lnTo>
                    <a:pt x="682498" y="45491"/>
                  </a:lnTo>
                  <a:lnTo>
                    <a:pt x="689724" y="33045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452084" y="4966424"/>
              <a:ext cx="665776" cy="1017675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214881" y="5868367"/>
              <a:ext cx="273167" cy="135088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4016006" y="5732492"/>
              <a:ext cx="415290" cy="389890"/>
            </a:xfrm>
            <a:custGeom>
              <a:avLst/>
              <a:gdLst/>
              <a:ahLst/>
              <a:cxnLst/>
              <a:rect l="l" t="t" r="r" b="b"/>
              <a:pathLst>
                <a:path w="415289" h="389889">
                  <a:moveTo>
                    <a:pt x="128477" y="0"/>
                  </a:moveTo>
                  <a:lnTo>
                    <a:pt x="4325" y="146399"/>
                  </a:lnTo>
                  <a:lnTo>
                    <a:pt x="0" y="161464"/>
                  </a:lnTo>
                  <a:lnTo>
                    <a:pt x="2365" y="168958"/>
                  </a:lnTo>
                  <a:lnTo>
                    <a:pt x="7603" y="175194"/>
                  </a:lnTo>
                  <a:lnTo>
                    <a:pt x="271720" y="385324"/>
                  </a:lnTo>
                  <a:lnTo>
                    <a:pt x="278967" y="389022"/>
                  </a:lnTo>
                  <a:lnTo>
                    <a:pt x="286801" y="389642"/>
                  </a:lnTo>
                  <a:lnTo>
                    <a:pt x="294293" y="387284"/>
                  </a:lnTo>
                  <a:lnTo>
                    <a:pt x="300515" y="382047"/>
                  </a:lnTo>
                  <a:lnTo>
                    <a:pt x="410952" y="243255"/>
                  </a:lnTo>
                  <a:lnTo>
                    <a:pt x="414653" y="236008"/>
                  </a:lnTo>
                  <a:lnTo>
                    <a:pt x="415270" y="228173"/>
                  </a:lnTo>
                  <a:lnTo>
                    <a:pt x="412900" y="220678"/>
                  </a:lnTo>
                  <a:lnTo>
                    <a:pt x="407643" y="214450"/>
                  </a:lnTo>
                  <a:lnTo>
                    <a:pt x="143557" y="4331"/>
                  </a:lnTo>
                  <a:lnTo>
                    <a:pt x="136314" y="619"/>
                  </a:lnTo>
                  <a:lnTo>
                    <a:pt x="128477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4256237" y="5769545"/>
              <a:ext cx="263525" cy="172085"/>
            </a:xfrm>
            <a:custGeom>
              <a:avLst/>
              <a:gdLst/>
              <a:ahLst/>
              <a:cxnLst/>
              <a:rect l="l" t="t" r="r" b="b"/>
              <a:pathLst>
                <a:path w="263525" h="172085">
                  <a:moveTo>
                    <a:pt x="10001" y="0"/>
                  </a:moveTo>
                  <a:lnTo>
                    <a:pt x="0" y="22453"/>
                  </a:lnTo>
                  <a:lnTo>
                    <a:pt x="8506" y="71509"/>
                  </a:lnTo>
                  <a:lnTo>
                    <a:pt x="33045" y="123626"/>
                  </a:lnTo>
                  <a:lnTo>
                    <a:pt x="71140" y="155262"/>
                  </a:lnTo>
                  <a:lnTo>
                    <a:pt x="96775" y="159868"/>
                  </a:lnTo>
                  <a:lnTo>
                    <a:pt x="129082" y="162483"/>
                  </a:lnTo>
                  <a:lnTo>
                    <a:pt x="160582" y="164581"/>
                  </a:lnTo>
                  <a:lnTo>
                    <a:pt x="183797" y="167638"/>
                  </a:lnTo>
                  <a:lnTo>
                    <a:pt x="220098" y="172060"/>
                  </a:lnTo>
                  <a:lnTo>
                    <a:pt x="243690" y="165662"/>
                  </a:lnTo>
                  <a:lnTo>
                    <a:pt x="257261" y="150731"/>
                  </a:lnTo>
                  <a:lnTo>
                    <a:pt x="263501" y="129556"/>
                  </a:lnTo>
                  <a:lnTo>
                    <a:pt x="256359" y="104457"/>
                  </a:lnTo>
                  <a:lnTo>
                    <a:pt x="233709" y="79345"/>
                  </a:lnTo>
                  <a:lnTo>
                    <a:pt x="204034" y="58980"/>
                  </a:lnTo>
                  <a:lnTo>
                    <a:pt x="175818" y="48124"/>
                  </a:lnTo>
                  <a:lnTo>
                    <a:pt x="137182" y="37992"/>
                  </a:lnTo>
                  <a:lnTo>
                    <a:pt x="34707" y="6456"/>
                  </a:lnTo>
                  <a:lnTo>
                    <a:pt x="10001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096296" y="5769293"/>
              <a:ext cx="282487" cy="196519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439647" y="5768994"/>
              <a:ext cx="147559" cy="223721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2002880" y="8066364"/>
              <a:ext cx="274955" cy="361950"/>
            </a:xfrm>
            <a:custGeom>
              <a:avLst/>
              <a:gdLst/>
              <a:ahLst/>
              <a:cxnLst/>
              <a:rect l="l" t="t" r="r" b="b"/>
              <a:pathLst>
                <a:path w="274955" h="361950">
                  <a:moveTo>
                    <a:pt x="158297" y="0"/>
                  </a:moveTo>
                  <a:lnTo>
                    <a:pt x="89767" y="16548"/>
                  </a:lnTo>
                  <a:lnTo>
                    <a:pt x="32548" y="58099"/>
                  </a:lnTo>
                  <a:lnTo>
                    <a:pt x="8596" y="81532"/>
                  </a:lnTo>
                  <a:lnTo>
                    <a:pt x="0" y="241411"/>
                  </a:lnTo>
                  <a:lnTo>
                    <a:pt x="727" y="323872"/>
                  </a:lnTo>
                  <a:lnTo>
                    <a:pt x="14012" y="355166"/>
                  </a:lnTo>
                  <a:lnTo>
                    <a:pt x="43087" y="361544"/>
                  </a:lnTo>
                  <a:lnTo>
                    <a:pt x="172633" y="361188"/>
                  </a:lnTo>
                  <a:lnTo>
                    <a:pt x="219509" y="349990"/>
                  </a:lnTo>
                  <a:lnTo>
                    <a:pt x="255053" y="320727"/>
                  </a:lnTo>
                  <a:lnTo>
                    <a:pt x="274841" y="279117"/>
                  </a:lnTo>
                  <a:lnTo>
                    <a:pt x="274452" y="230878"/>
                  </a:lnTo>
                  <a:lnTo>
                    <a:pt x="263109" y="186664"/>
                  </a:lnTo>
                  <a:lnTo>
                    <a:pt x="249636" y="140778"/>
                  </a:lnTo>
                  <a:lnTo>
                    <a:pt x="234003" y="95116"/>
                  </a:lnTo>
                  <a:lnTo>
                    <a:pt x="216181" y="51574"/>
                  </a:lnTo>
                  <a:lnTo>
                    <a:pt x="158297" y="0"/>
                  </a:lnTo>
                  <a:close/>
                </a:path>
              </a:pathLst>
            </a:custGeom>
            <a:solidFill>
              <a:srgbClr val="7578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962543" y="8338043"/>
              <a:ext cx="629920" cy="205104"/>
            </a:xfrm>
            <a:custGeom>
              <a:avLst/>
              <a:gdLst/>
              <a:ahLst/>
              <a:cxnLst/>
              <a:rect l="l" t="t" r="r" b="b"/>
              <a:pathLst>
                <a:path w="629919" h="205104">
                  <a:moveTo>
                    <a:pt x="25970" y="0"/>
                  </a:moveTo>
                  <a:lnTo>
                    <a:pt x="18735" y="16313"/>
                  </a:lnTo>
                  <a:lnTo>
                    <a:pt x="7560" y="51361"/>
                  </a:lnTo>
                  <a:lnTo>
                    <a:pt x="0" y="94952"/>
                  </a:lnTo>
                  <a:lnTo>
                    <a:pt x="909" y="143605"/>
                  </a:lnTo>
                  <a:lnTo>
                    <a:pt x="15143" y="193837"/>
                  </a:lnTo>
                  <a:lnTo>
                    <a:pt x="18054" y="198559"/>
                  </a:lnTo>
                  <a:lnTo>
                    <a:pt x="369666" y="204580"/>
                  </a:lnTo>
                  <a:lnTo>
                    <a:pt x="403385" y="204541"/>
                  </a:lnTo>
                  <a:lnTo>
                    <a:pt x="443032" y="203514"/>
                  </a:lnTo>
                  <a:lnTo>
                    <a:pt x="482618" y="201502"/>
                  </a:lnTo>
                  <a:lnTo>
                    <a:pt x="544594" y="194538"/>
                  </a:lnTo>
                  <a:lnTo>
                    <a:pt x="600892" y="183688"/>
                  </a:lnTo>
                  <a:lnTo>
                    <a:pt x="629313" y="137514"/>
                  </a:lnTo>
                  <a:lnTo>
                    <a:pt x="624093" y="111367"/>
                  </a:lnTo>
                  <a:lnTo>
                    <a:pt x="612029" y="94328"/>
                  </a:lnTo>
                  <a:lnTo>
                    <a:pt x="594302" y="84986"/>
                  </a:lnTo>
                  <a:lnTo>
                    <a:pt x="572079" y="81934"/>
                  </a:lnTo>
                  <a:lnTo>
                    <a:pt x="571346" y="81924"/>
                  </a:lnTo>
                  <a:lnTo>
                    <a:pt x="522514" y="77253"/>
                  </a:lnTo>
                  <a:lnTo>
                    <a:pt x="470204" y="67792"/>
                  </a:lnTo>
                  <a:lnTo>
                    <a:pt x="465694" y="66542"/>
                  </a:lnTo>
                  <a:lnTo>
                    <a:pt x="252968" y="66542"/>
                  </a:lnTo>
                  <a:lnTo>
                    <a:pt x="209539" y="62812"/>
                  </a:lnTo>
                  <a:lnTo>
                    <a:pt x="166620" y="56228"/>
                  </a:lnTo>
                  <a:lnTo>
                    <a:pt x="124298" y="46809"/>
                  </a:lnTo>
                  <a:lnTo>
                    <a:pt x="82733" y="34585"/>
                  </a:lnTo>
                  <a:lnTo>
                    <a:pt x="25970" y="0"/>
                  </a:lnTo>
                  <a:close/>
                </a:path>
                <a:path w="629919" h="205104">
                  <a:moveTo>
                    <a:pt x="316275" y="5057"/>
                  </a:moveTo>
                  <a:lnTo>
                    <a:pt x="287575" y="44700"/>
                  </a:lnTo>
                  <a:lnTo>
                    <a:pt x="281459" y="54051"/>
                  </a:lnTo>
                  <a:lnTo>
                    <a:pt x="273312" y="61091"/>
                  </a:lnTo>
                  <a:lnTo>
                    <a:pt x="263687" y="65395"/>
                  </a:lnTo>
                  <a:lnTo>
                    <a:pt x="253136" y="66542"/>
                  </a:lnTo>
                  <a:lnTo>
                    <a:pt x="465694" y="66542"/>
                  </a:lnTo>
                  <a:lnTo>
                    <a:pt x="418108" y="53356"/>
                  </a:lnTo>
                  <a:lnTo>
                    <a:pt x="369916" y="33762"/>
                  </a:lnTo>
                  <a:lnTo>
                    <a:pt x="329311" y="8826"/>
                  </a:lnTo>
                  <a:lnTo>
                    <a:pt x="323071" y="5685"/>
                  </a:lnTo>
                  <a:lnTo>
                    <a:pt x="316275" y="5057"/>
                  </a:lnTo>
                  <a:close/>
                </a:path>
              </a:pathLst>
            </a:custGeom>
            <a:solidFill>
              <a:srgbClr val="44464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159004" y="8402116"/>
              <a:ext cx="67935" cy="92520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1982981" y="8514852"/>
              <a:ext cx="611505" cy="69850"/>
            </a:xfrm>
            <a:custGeom>
              <a:avLst/>
              <a:gdLst/>
              <a:ahLst/>
              <a:cxnLst/>
              <a:rect l="l" t="t" r="r" b="b"/>
              <a:pathLst>
                <a:path w="611505" h="69850">
                  <a:moveTo>
                    <a:pt x="610881" y="0"/>
                  </a:moveTo>
                  <a:lnTo>
                    <a:pt x="562940" y="10538"/>
                  </a:lnTo>
                  <a:lnTo>
                    <a:pt x="509897" y="18598"/>
                  </a:lnTo>
                  <a:lnTo>
                    <a:pt x="454922" y="24165"/>
                  </a:lnTo>
                  <a:lnTo>
                    <a:pt x="401181" y="27226"/>
                  </a:lnTo>
                  <a:lnTo>
                    <a:pt x="351842" y="27768"/>
                  </a:lnTo>
                  <a:lnTo>
                    <a:pt x="240" y="21748"/>
                  </a:lnTo>
                  <a:lnTo>
                    <a:pt x="0" y="37307"/>
                  </a:lnTo>
                  <a:lnTo>
                    <a:pt x="351193" y="69537"/>
                  </a:lnTo>
                  <a:lnTo>
                    <a:pt x="395179" y="69185"/>
                  </a:lnTo>
                  <a:lnTo>
                    <a:pt x="443616" y="66867"/>
                  </a:lnTo>
                  <a:lnTo>
                    <a:pt x="493372" y="62590"/>
                  </a:lnTo>
                  <a:lnTo>
                    <a:pt x="541316" y="56364"/>
                  </a:lnTo>
                  <a:lnTo>
                    <a:pt x="584317" y="48197"/>
                  </a:lnTo>
                  <a:lnTo>
                    <a:pt x="610662" y="13821"/>
                  </a:lnTo>
                  <a:lnTo>
                    <a:pt x="61088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500462" y="8091680"/>
              <a:ext cx="284480" cy="360045"/>
            </a:xfrm>
            <a:custGeom>
              <a:avLst/>
              <a:gdLst/>
              <a:ahLst/>
              <a:cxnLst/>
              <a:rect l="l" t="t" r="r" b="b"/>
              <a:pathLst>
                <a:path w="284480" h="360045">
                  <a:moveTo>
                    <a:pt x="202972" y="0"/>
                  </a:moveTo>
                  <a:lnTo>
                    <a:pt x="132762" y="6411"/>
                  </a:lnTo>
                  <a:lnTo>
                    <a:pt x="70112" y="39203"/>
                  </a:lnTo>
                  <a:lnTo>
                    <a:pt x="11266" y="215837"/>
                  </a:lnTo>
                  <a:lnTo>
                    <a:pt x="0" y="297527"/>
                  </a:lnTo>
                  <a:lnTo>
                    <a:pt x="8594" y="330417"/>
                  </a:lnTo>
                  <a:lnTo>
                    <a:pt x="36433" y="340949"/>
                  </a:lnTo>
                  <a:lnTo>
                    <a:pt x="164659" y="359441"/>
                  </a:lnTo>
                  <a:lnTo>
                    <a:pt x="212666" y="355172"/>
                  </a:lnTo>
                  <a:lnTo>
                    <a:pt x="252085" y="331384"/>
                  </a:lnTo>
                  <a:lnTo>
                    <a:pt x="277711" y="293092"/>
                  </a:lnTo>
                  <a:lnTo>
                    <a:pt x="284342" y="245308"/>
                  </a:lnTo>
                  <a:lnTo>
                    <a:pt x="279545" y="199913"/>
                  </a:lnTo>
                  <a:lnTo>
                    <a:pt x="272885" y="152555"/>
                  </a:lnTo>
                  <a:lnTo>
                    <a:pt x="264055" y="105106"/>
                  </a:lnTo>
                  <a:lnTo>
                    <a:pt x="252751" y="59440"/>
                  </a:lnTo>
                  <a:lnTo>
                    <a:pt x="202972" y="0"/>
                  </a:lnTo>
                  <a:close/>
                </a:path>
              </a:pathLst>
            </a:custGeom>
            <a:solidFill>
              <a:srgbClr val="7578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746795" y="5799199"/>
              <a:ext cx="360045" cy="2733675"/>
            </a:xfrm>
            <a:custGeom>
              <a:avLst/>
              <a:gdLst/>
              <a:ahLst/>
              <a:cxnLst/>
              <a:rect l="l" t="t" r="r" b="b"/>
              <a:pathLst>
                <a:path w="360044" h="2733675">
                  <a:moveTo>
                    <a:pt x="182915" y="0"/>
                  </a:moveTo>
                  <a:lnTo>
                    <a:pt x="92659" y="3414"/>
                  </a:lnTo>
                  <a:lnTo>
                    <a:pt x="44395" y="23784"/>
                  </a:lnTo>
                  <a:lnTo>
                    <a:pt x="21761" y="78417"/>
                  </a:lnTo>
                  <a:lnTo>
                    <a:pt x="8429" y="184371"/>
                  </a:lnTo>
                  <a:lnTo>
                    <a:pt x="0" y="2733236"/>
                  </a:lnTo>
                  <a:lnTo>
                    <a:pt x="63327" y="2732848"/>
                  </a:lnTo>
                  <a:lnTo>
                    <a:pt x="48605" y="184371"/>
                  </a:lnTo>
                  <a:lnTo>
                    <a:pt x="52759" y="162233"/>
                  </a:lnTo>
                  <a:lnTo>
                    <a:pt x="70893" y="113476"/>
                  </a:lnTo>
                  <a:lnTo>
                    <a:pt x="111518" y="64584"/>
                  </a:lnTo>
                  <a:lnTo>
                    <a:pt x="183146" y="42040"/>
                  </a:lnTo>
                  <a:lnTo>
                    <a:pt x="292319" y="42040"/>
                  </a:lnTo>
                  <a:lnTo>
                    <a:pt x="280549" y="28081"/>
                  </a:lnTo>
                  <a:lnTo>
                    <a:pt x="182915" y="0"/>
                  </a:lnTo>
                  <a:close/>
                </a:path>
                <a:path w="360044" h="2733675">
                  <a:moveTo>
                    <a:pt x="292319" y="42040"/>
                  </a:moveTo>
                  <a:lnTo>
                    <a:pt x="183146" y="42040"/>
                  </a:lnTo>
                  <a:lnTo>
                    <a:pt x="257277" y="43790"/>
                  </a:lnTo>
                  <a:lnTo>
                    <a:pt x="296171" y="59026"/>
                  </a:lnTo>
                  <a:lnTo>
                    <a:pt x="312593" y="100936"/>
                  </a:lnTo>
                  <a:lnTo>
                    <a:pt x="319309" y="182706"/>
                  </a:lnTo>
                  <a:lnTo>
                    <a:pt x="320063" y="185181"/>
                  </a:lnTo>
                  <a:lnTo>
                    <a:pt x="323059" y="190619"/>
                  </a:lnTo>
                  <a:lnTo>
                    <a:pt x="329403" y="196038"/>
                  </a:lnTo>
                  <a:lnTo>
                    <a:pt x="340199" y="198454"/>
                  </a:lnTo>
                  <a:lnTo>
                    <a:pt x="357235" y="198349"/>
                  </a:lnTo>
                  <a:lnTo>
                    <a:pt x="359528" y="182465"/>
                  </a:lnTo>
                  <a:lnTo>
                    <a:pt x="355278" y="153812"/>
                  </a:lnTo>
                  <a:lnTo>
                    <a:pt x="333478" y="90851"/>
                  </a:lnTo>
                  <a:lnTo>
                    <a:pt x="292319" y="4204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728196" y="8404089"/>
              <a:ext cx="103263" cy="128468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2824344" y="5664127"/>
              <a:ext cx="336550" cy="299720"/>
            </a:xfrm>
            <a:custGeom>
              <a:avLst/>
              <a:gdLst/>
              <a:ahLst/>
              <a:cxnLst/>
              <a:rect l="l" t="t" r="r" b="b"/>
              <a:pathLst>
                <a:path w="336550" h="299720">
                  <a:moveTo>
                    <a:pt x="105850" y="0"/>
                  </a:moveTo>
                  <a:lnTo>
                    <a:pt x="0" y="46260"/>
                  </a:lnTo>
                  <a:lnTo>
                    <a:pt x="13423" y="112635"/>
                  </a:lnTo>
                  <a:lnTo>
                    <a:pt x="29986" y="150092"/>
                  </a:lnTo>
                  <a:lnTo>
                    <a:pt x="60293" y="176005"/>
                  </a:lnTo>
                  <a:lnTo>
                    <a:pt x="103241" y="194857"/>
                  </a:lnTo>
                  <a:lnTo>
                    <a:pt x="157722" y="211134"/>
                  </a:lnTo>
                  <a:lnTo>
                    <a:pt x="203430" y="230512"/>
                  </a:lnTo>
                  <a:lnTo>
                    <a:pt x="230371" y="252984"/>
                  </a:lnTo>
                  <a:lnTo>
                    <a:pt x="252916" y="274486"/>
                  </a:lnTo>
                  <a:lnTo>
                    <a:pt x="285436" y="290954"/>
                  </a:lnTo>
                  <a:lnTo>
                    <a:pt x="317853" y="299422"/>
                  </a:lnTo>
                  <a:lnTo>
                    <a:pt x="333327" y="295633"/>
                  </a:lnTo>
                  <a:lnTo>
                    <a:pt x="336059" y="273639"/>
                  </a:lnTo>
                  <a:lnTo>
                    <a:pt x="330251" y="227490"/>
                  </a:lnTo>
                  <a:lnTo>
                    <a:pt x="303205" y="116030"/>
                  </a:lnTo>
                  <a:lnTo>
                    <a:pt x="271570" y="58973"/>
                  </a:lnTo>
                  <a:lnTo>
                    <a:pt x="214989" y="38403"/>
                  </a:lnTo>
                  <a:lnTo>
                    <a:pt x="113106" y="36407"/>
                  </a:lnTo>
                  <a:lnTo>
                    <a:pt x="10585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1454294" y="8310403"/>
              <a:ext cx="624205" cy="260985"/>
            </a:xfrm>
            <a:custGeom>
              <a:avLst/>
              <a:gdLst/>
              <a:ahLst/>
              <a:cxnLst/>
              <a:rect l="l" t="t" r="r" b="b"/>
              <a:pathLst>
                <a:path w="624205" h="260984">
                  <a:moveTo>
                    <a:pt x="43499" y="0"/>
                  </a:moveTo>
                  <a:lnTo>
                    <a:pt x="34211" y="15235"/>
                  </a:lnTo>
                  <a:lnTo>
                    <a:pt x="18576" y="48534"/>
                  </a:lnTo>
                  <a:lnTo>
                    <a:pt x="5416" y="90777"/>
                  </a:lnTo>
                  <a:lnTo>
                    <a:pt x="0" y="139137"/>
                  </a:lnTo>
                  <a:lnTo>
                    <a:pt x="7594" y="190790"/>
                  </a:lnTo>
                  <a:lnTo>
                    <a:pt x="357719" y="247489"/>
                  </a:lnTo>
                  <a:lnTo>
                    <a:pt x="430605" y="255955"/>
                  </a:lnTo>
                  <a:lnTo>
                    <a:pt x="470116" y="259104"/>
                  </a:lnTo>
                  <a:lnTo>
                    <a:pt x="503757" y="260494"/>
                  </a:lnTo>
                  <a:lnTo>
                    <a:pt x="532471" y="260251"/>
                  </a:lnTo>
                  <a:lnTo>
                    <a:pt x="561128" y="259019"/>
                  </a:lnTo>
                  <a:lnTo>
                    <a:pt x="589700" y="256800"/>
                  </a:lnTo>
                  <a:lnTo>
                    <a:pt x="618162" y="253594"/>
                  </a:lnTo>
                  <a:lnTo>
                    <a:pt x="623879" y="214715"/>
                  </a:lnTo>
                  <a:lnTo>
                    <a:pt x="622098" y="188105"/>
                  </a:lnTo>
                  <a:lnTo>
                    <a:pt x="612348" y="169641"/>
                  </a:lnTo>
                  <a:lnTo>
                    <a:pt x="595981" y="158076"/>
                  </a:lnTo>
                  <a:lnTo>
                    <a:pt x="574351" y="152162"/>
                  </a:lnTo>
                  <a:lnTo>
                    <a:pt x="573618" y="152058"/>
                  </a:lnTo>
                  <a:lnTo>
                    <a:pt x="525807" y="141084"/>
                  </a:lnTo>
                  <a:lnTo>
                    <a:pt x="475170" y="124909"/>
                  </a:lnTo>
                  <a:lnTo>
                    <a:pt x="425391" y="103831"/>
                  </a:lnTo>
                  <a:lnTo>
                    <a:pt x="411095" y="95714"/>
                  </a:lnTo>
                  <a:lnTo>
                    <a:pt x="270717" y="95714"/>
                  </a:lnTo>
                  <a:lnTo>
                    <a:pt x="217360" y="86123"/>
                  </a:lnTo>
                  <a:lnTo>
                    <a:pt x="175661" y="74018"/>
                  </a:lnTo>
                  <a:lnTo>
                    <a:pt x="134918" y="59181"/>
                  </a:lnTo>
                  <a:lnTo>
                    <a:pt x="95288" y="41663"/>
                  </a:lnTo>
                  <a:lnTo>
                    <a:pt x="43499" y="0"/>
                  </a:lnTo>
                  <a:close/>
                </a:path>
                <a:path w="624205" h="260984">
                  <a:moveTo>
                    <a:pt x="330694" y="42719"/>
                  </a:moveTo>
                  <a:lnTo>
                    <a:pt x="297093" y="78301"/>
                  </a:lnTo>
                  <a:lnTo>
                    <a:pt x="289815" y="86775"/>
                  </a:lnTo>
                  <a:lnTo>
                    <a:pt x="280822" y="92696"/>
                  </a:lnTo>
                  <a:lnTo>
                    <a:pt x="270717" y="95714"/>
                  </a:lnTo>
                  <a:lnTo>
                    <a:pt x="411095" y="95714"/>
                  </a:lnTo>
                  <a:lnTo>
                    <a:pt x="380155" y="78147"/>
                  </a:lnTo>
                  <a:lnTo>
                    <a:pt x="343144" y="48155"/>
                  </a:lnTo>
                  <a:lnTo>
                    <a:pt x="337348" y="44226"/>
                  </a:lnTo>
                  <a:lnTo>
                    <a:pt x="330694" y="42719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301934" y="4087792"/>
              <a:ext cx="641350" cy="1635760"/>
            </a:xfrm>
            <a:custGeom>
              <a:avLst/>
              <a:gdLst/>
              <a:ahLst/>
              <a:cxnLst/>
              <a:rect l="l" t="t" r="r" b="b"/>
              <a:pathLst>
                <a:path w="641350" h="1635760">
                  <a:moveTo>
                    <a:pt x="0" y="0"/>
                  </a:moveTo>
                  <a:lnTo>
                    <a:pt x="28037" y="110923"/>
                  </a:lnTo>
                  <a:lnTo>
                    <a:pt x="46586" y="185235"/>
                  </a:lnTo>
                  <a:lnTo>
                    <a:pt x="63927" y="256539"/>
                  </a:lnTo>
                  <a:lnTo>
                    <a:pt x="100449" y="409460"/>
                  </a:lnTo>
                  <a:lnTo>
                    <a:pt x="111834" y="458254"/>
                  </a:lnTo>
                  <a:lnTo>
                    <a:pt x="122174" y="503579"/>
                  </a:lnTo>
                  <a:lnTo>
                    <a:pt x="131147" y="544192"/>
                  </a:lnTo>
                  <a:lnTo>
                    <a:pt x="143749" y="607587"/>
                  </a:lnTo>
                  <a:lnTo>
                    <a:pt x="146452" y="626481"/>
                  </a:lnTo>
                  <a:lnTo>
                    <a:pt x="146267" y="635038"/>
                  </a:lnTo>
                  <a:lnTo>
                    <a:pt x="139279" y="657848"/>
                  </a:lnTo>
                  <a:lnTo>
                    <a:pt x="136728" y="692947"/>
                  </a:lnTo>
                  <a:lnTo>
                    <a:pt x="138097" y="737990"/>
                  </a:lnTo>
                  <a:lnTo>
                    <a:pt x="142871" y="790632"/>
                  </a:lnTo>
                  <a:lnTo>
                    <a:pt x="150534" y="848525"/>
                  </a:lnTo>
                  <a:lnTo>
                    <a:pt x="160571" y="909325"/>
                  </a:lnTo>
                  <a:lnTo>
                    <a:pt x="172464" y="970686"/>
                  </a:lnTo>
                  <a:lnTo>
                    <a:pt x="185699" y="1030262"/>
                  </a:lnTo>
                  <a:lnTo>
                    <a:pt x="199760" y="1085707"/>
                  </a:lnTo>
                  <a:lnTo>
                    <a:pt x="214131" y="1134676"/>
                  </a:lnTo>
                  <a:lnTo>
                    <a:pt x="228296" y="1174822"/>
                  </a:lnTo>
                  <a:lnTo>
                    <a:pt x="246390" y="1214266"/>
                  </a:lnTo>
                  <a:lnTo>
                    <a:pt x="316880" y="1339116"/>
                  </a:lnTo>
                  <a:lnTo>
                    <a:pt x="402741" y="1476157"/>
                  </a:lnTo>
                  <a:lnTo>
                    <a:pt x="475291" y="1586731"/>
                  </a:lnTo>
                  <a:lnTo>
                    <a:pt x="505848" y="1632180"/>
                  </a:lnTo>
                  <a:lnTo>
                    <a:pt x="556298" y="1635171"/>
                  </a:lnTo>
                  <a:lnTo>
                    <a:pt x="572281" y="1631719"/>
                  </a:lnTo>
                  <a:lnTo>
                    <a:pt x="612624" y="1611677"/>
                  </a:lnTo>
                  <a:lnTo>
                    <a:pt x="637654" y="1582094"/>
                  </a:lnTo>
                  <a:lnTo>
                    <a:pt x="641142" y="1576245"/>
                  </a:lnTo>
                  <a:lnTo>
                    <a:pt x="635262" y="1561643"/>
                  </a:lnTo>
                  <a:lnTo>
                    <a:pt x="626925" y="1534213"/>
                  </a:lnTo>
                  <a:lnTo>
                    <a:pt x="616285" y="1495950"/>
                  </a:lnTo>
                  <a:lnTo>
                    <a:pt x="588712" y="1394908"/>
                  </a:lnTo>
                  <a:lnTo>
                    <a:pt x="572086" y="1336119"/>
                  </a:lnTo>
                  <a:lnTo>
                    <a:pt x="553772" y="1274480"/>
                  </a:lnTo>
                  <a:lnTo>
                    <a:pt x="533925" y="1211986"/>
                  </a:lnTo>
                  <a:lnTo>
                    <a:pt x="512698" y="1150632"/>
                  </a:lnTo>
                  <a:lnTo>
                    <a:pt x="490244" y="1092415"/>
                  </a:lnTo>
                  <a:lnTo>
                    <a:pt x="466718" y="1039329"/>
                  </a:lnTo>
                  <a:lnTo>
                    <a:pt x="460243" y="1020507"/>
                  </a:lnTo>
                  <a:lnTo>
                    <a:pt x="446138" y="952067"/>
                  </a:lnTo>
                  <a:lnTo>
                    <a:pt x="438524" y="905079"/>
                  </a:lnTo>
                  <a:lnTo>
                    <a:pt x="430547" y="851334"/>
                  </a:lnTo>
                  <a:lnTo>
                    <a:pt x="422214" y="792147"/>
                  </a:lnTo>
                  <a:lnTo>
                    <a:pt x="395160" y="595094"/>
                  </a:lnTo>
                  <a:lnTo>
                    <a:pt x="385484" y="527297"/>
                  </a:lnTo>
                  <a:lnTo>
                    <a:pt x="375492" y="460637"/>
                  </a:lnTo>
                  <a:lnTo>
                    <a:pt x="365193" y="396430"/>
                  </a:lnTo>
                  <a:lnTo>
                    <a:pt x="354593" y="335990"/>
                  </a:lnTo>
                  <a:lnTo>
                    <a:pt x="343701" y="280635"/>
                  </a:lnTo>
                  <a:lnTo>
                    <a:pt x="332525" y="231678"/>
                  </a:lnTo>
                  <a:lnTo>
                    <a:pt x="321073" y="190437"/>
                  </a:lnTo>
                  <a:lnTo>
                    <a:pt x="297373" y="136362"/>
                  </a:lnTo>
                  <a:lnTo>
                    <a:pt x="225349" y="80736"/>
                  </a:lnTo>
                  <a:lnTo>
                    <a:pt x="125967" y="37675"/>
                  </a:lnTo>
                  <a:lnTo>
                    <a:pt x="37944" y="98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2433074" y="4564451"/>
              <a:ext cx="135255" cy="737870"/>
            </a:xfrm>
            <a:custGeom>
              <a:avLst/>
              <a:gdLst/>
              <a:ahLst/>
              <a:cxnLst/>
              <a:rect l="l" t="t" r="r" b="b"/>
              <a:pathLst>
                <a:path w="135255" h="737870">
                  <a:moveTo>
                    <a:pt x="66898" y="0"/>
                  </a:moveTo>
                  <a:lnTo>
                    <a:pt x="47185" y="10844"/>
                  </a:lnTo>
                  <a:lnTo>
                    <a:pt x="29518" y="25931"/>
                  </a:lnTo>
                  <a:lnTo>
                    <a:pt x="13817" y="44936"/>
                  </a:lnTo>
                  <a:lnTo>
                    <a:pt x="0" y="67537"/>
                  </a:lnTo>
                  <a:lnTo>
                    <a:pt x="7383" y="103047"/>
                  </a:lnTo>
                  <a:lnTo>
                    <a:pt x="12610" y="130927"/>
                  </a:lnTo>
                  <a:lnTo>
                    <a:pt x="15315" y="149824"/>
                  </a:lnTo>
                  <a:lnTo>
                    <a:pt x="15130" y="158382"/>
                  </a:lnTo>
                  <a:lnTo>
                    <a:pt x="8140" y="181190"/>
                  </a:lnTo>
                  <a:lnTo>
                    <a:pt x="5587" y="216287"/>
                  </a:lnTo>
                  <a:lnTo>
                    <a:pt x="6955" y="261328"/>
                  </a:lnTo>
                  <a:lnTo>
                    <a:pt x="11729" y="313968"/>
                  </a:lnTo>
                  <a:lnTo>
                    <a:pt x="19393" y="371861"/>
                  </a:lnTo>
                  <a:lnTo>
                    <a:pt x="29430" y="432660"/>
                  </a:lnTo>
                  <a:lnTo>
                    <a:pt x="41324" y="494020"/>
                  </a:lnTo>
                  <a:lnTo>
                    <a:pt x="54560" y="553596"/>
                  </a:lnTo>
                  <a:lnTo>
                    <a:pt x="68622" y="609041"/>
                  </a:lnTo>
                  <a:lnTo>
                    <a:pt x="82994" y="658010"/>
                  </a:lnTo>
                  <a:lnTo>
                    <a:pt x="97159" y="698156"/>
                  </a:lnTo>
                  <a:lnTo>
                    <a:pt x="115242" y="737600"/>
                  </a:lnTo>
                  <a:lnTo>
                    <a:pt x="135240" y="493366"/>
                  </a:lnTo>
                  <a:lnTo>
                    <a:pt x="115560" y="254148"/>
                  </a:lnTo>
                  <a:lnTo>
                    <a:pt x="83636" y="72255"/>
                  </a:lnTo>
                  <a:lnTo>
                    <a:pt x="6689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869740" y="5478467"/>
              <a:ext cx="642620" cy="2879725"/>
            </a:xfrm>
            <a:custGeom>
              <a:avLst/>
              <a:gdLst/>
              <a:ahLst/>
              <a:cxnLst/>
              <a:rect l="l" t="t" r="r" b="b"/>
              <a:pathLst>
                <a:path w="642619" h="2879725">
                  <a:moveTo>
                    <a:pt x="292098" y="0"/>
                  </a:moveTo>
                  <a:lnTo>
                    <a:pt x="215966" y="9926"/>
                  </a:lnTo>
                  <a:lnTo>
                    <a:pt x="132757" y="71601"/>
                  </a:lnTo>
                  <a:lnTo>
                    <a:pt x="95269" y="105177"/>
                  </a:lnTo>
                  <a:lnTo>
                    <a:pt x="62102" y="144656"/>
                  </a:lnTo>
                  <a:lnTo>
                    <a:pt x="34652" y="196101"/>
                  </a:lnTo>
                  <a:lnTo>
                    <a:pt x="20216" y="240037"/>
                  </a:lnTo>
                  <a:lnTo>
                    <a:pt x="9353" y="293783"/>
                  </a:lnTo>
                  <a:lnTo>
                    <a:pt x="2476" y="359132"/>
                  </a:lnTo>
                  <a:lnTo>
                    <a:pt x="0" y="437882"/>
                  </a:lnTo>
                  <a:lnTo>
                    <a:pt x="540" y="482844"/>
                  </a:lnTo>
                  <a:lnTo>
                    <a:pt x="2335" y="531829"/>
                  </a:lnTo>
                  <a:lnTo>
                    <a:pt x="5437" y="585063"/>
                  </a:lnTo>
                  <a:lnTo>
                    <a:pt x="9897" y="642769"/>
                  </a:lnTo>
                  <a:lnTo>
                    <a:pt x="15766" y="705173"/>
                  </a:lnTo>
                  <a:lnTo>
                    <a:pt x="23097" y="772499"/>
                  </a:lnTo>
                  <a:lnTo>
                    <a:pt x="31940" y="844971"/>
                  </a:lnTo>
                  <a:lnTo>
                    <a:pt x="42349" y="922813"/>
                  </a:lnTo>
                  <a:lnTo>
                    <a:pt x="54373" y="1006252"/>
                  </a:lnTo>
                  <a:lnTo>
                    <a:pt x="68066" y="1095510"/>
                  </a:lnTo>
                  <a:lnTo>
                    <a:pt x="83478" y="1190812"/>
                  </a:lnTo>
                  <a:lnTo>
                    <a:pt x="100661" y="1292384"/>
                  </a:lnTo>
                  <a:lnTo>
                    <a:pt x="119667" y="1400449"/>
                  </a:lnTo>
                  <a:lnTo>
                    <a:pt x="140547" y="1515232"/>
                  </a:lnTo>
                  <a:lnTo>
                    <a:pt x="143536" y="1541439"/>
                  </a:lnTo>
                  <a:lnTo>
                    <a:pt x="142749" y="1610739"/>
                  </a:lnTo>
                  <a:lnTo>
                    <a:pt x="139641" y="1652931"/>
                  </a:lnTo>
                  <a:lnTo>
                    <a:pt x="135170" y="1699550"/>
                  </a:lnTo>
                  <a:lnTo>
                    <a:pt x="129668" y="1750144"/>
                  </a:lnTo>
                  <a:lnTo>
                    <a:pt x="116910" y="1861455"/>
                  </a:lnTo>
                  <a:lnTo>
                    <a:pt x="110321" y="1921271"/>
                  </a:lnTo>
                  <a:lnTo>
                    <a:pt x="104037" y="1983259"/>
                  </a:lnTo>
                  <a:lnTo>
                    <a:pt x="98393" y="2046968"/>
                  </a:lnTo>
                  <a:lnTo>
                    <a:pt x="93722" y="2111947"/>
                  </a:lnTo>
                  <a:lnTo>
                    <a:pt x="90670" y="2157257"/>
                  </a:lnTo>
                  <a:lnTo>
                    <a:pt x="83708" y="2255021"/>
                  </a:lnTo>
                  <a:lnTo>
                    <a:pt x="80499" y="2306339"/>
                  </a:lnTo>
                  <a:lnTo>
                    <a:pt x="77939" y="2358525"/>
                  </a:lnTo>
                  <a:lnTo>
                    <a:pt x="76379" y="2411011"/>
                  </a:lnTo>
                  <a:lnTo>
                    <a:pt x="76169" y="2463230"/>
                  </a:lnTo>
                  <a:lnTo>
                    <a:pt x="77659" y="2514615"/>
                  </a:lnTo>
                  <a:lnTo>
                    <a:pt x="84022" y="2649025"/>
                  </a:lnTo>
                  <a:lnTo>
                    <a:pt x="93585" y="2863631"/>
                  </a:lnTo>
                  <a:lnTo>
                    <a:pt x="198619" y="2879481"/>
                  </a:lnTo>
                  <a:lnTo>
                    <a:pt x="311144" y="2873689"/>
                  </a:lnTo>
                  <a:lnTo>
                    <a:pt x="400872" y="2860078"/>
                  </a:lnTo>
                  <a:lnTo>
                    <a:pt x="437512" y="2852469"/>
                  </a:lnTo>
                  <a:lnTo>
                    <a:pt x="482551" y="2569522"/>
                  </a:lnTo>
                  <a:lnTo>
                    <a:pt x="512049" y="2385462"/>
                  </a:lnTo>
                  <a:lnTo>
                    <a:pt x="539042" y="2219520"/>
                  </a:lnTo>
                  <a:lnTo>
                    <a:pt x="586890" y="1927853"/>
                  </a:lnTo>
                  <a:lnTo>
                    <a:pt x="605718" y="1810799"/>
                  </a:lnTo>
                  <a:lnTo>
                    <a:pt x="621345" y="1710170"/>
                  </a:lnTo>
                  <a:lnTo>
                    <a:pt x="627668" y="1667631"/>
                  </a:lnTo>
                  <a:lnTo>
                    <a:pt x="636752" y="1601334"/>
                  </a:lnTo>
                  <a:lnTo>
                    <a:pt x="642390" y="1282822"/>
                  </a:lnTo>
                  <a:lnTo>
                    <a:pt x="627535" y="802664"/>
                  </a:lnTo>
                  <a:lnTo>
                    <a:pt x="607438" y="364922"/>
                  </a:lnTo>
                  <a:lnTo>
                    <a:pt x="597350" y="173660"/>
                  </a:lnTo>
                  <a:lnTo>
                    <a:pt x="404707" y="51388"/>
                  </a:lnTo>
                  <a:lnTo>
                    <a:pt x="292098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869740" y="5497134"/>
              <a:ext cx="300355" cy="2533015"/>
            </a:xfrm>
            <a:custGeom>
              <a:avLst/>
              <a:gdLst/>
              <a:ahLst/>
              <a:cxnLst/>
              <a:rect l="l" t="t" r="r" b="b"/>
              <a:pathLst>
                <a:path w="300355" h="2533015">
                  <a:moveTo>
                    <a:pt x="211056" y="0"/>
                  </a:moveTo>
                  <a:lnTo>
                    <a:pt x="132757" y="52934"/>
                  </a:lnTo>
                  <a:lnTo>
                    <a:pt x="95269" y="86511"/>
                  </a:lnTo>
                  <a:lnTo>
                    <a:pt x="62102" y="125990"/>
                  </a:lnTo>
                  <a:lnTo>
                    <a:pt x="34652" y="177434"/>
                  </a:lnTo>
                  <a:lnTo>
                    <a:pt x="20216" y="221371"/>
                  </a:lnTo>
                  <a:lnTo>
                    <a:pt x="9353" y="275116"/>
                  </a:lnTo>
                  <a:lnTo>
                    <a:pt x="2476" y="340466"/>
                  </a:lnTo>
                  <a:lnTo>
                    <a:pt x="0" y="419216"/>
                  </a:lnTo>
                  <a:lnTo>
                    <a:pt x="540" y="464178"/>
                  </a:lnTo>
                  <a:lnTo>
                    <a:pt x="2335" y="513163"/>
                  </a:lnTo>
                  <a:lnTo>
                    <a:pt x="5437" y="566397"/>
                  </a:lnTo>
                  <a:lnTo>
                    <a:pt x="9897" y="624103"/>
                  </a:lnTo>
                  <a:lnTo>
                    <a:pt x="15766" y="686507"/>
                  </a:lnTo>
                  <a:lnTo>
                    <a:pt x="23097" y="753832"/>
                  </a:lnTo>
                  <a:lnTo>
                    <a:pt x="31940" y="826304"/>
                  </a:lnTo>
                  <a:lnTo>
                    <a:pt x="42349" y="904147"/>
                  </a:lnTo>
                  <a:lnTo>
                    <a:pt x="54373" y="987585"/>
                  </a:lnTo>
                  <a:lnTo>
                    <a:pt x="68066" y="1076843"/>
                  </a:lnTo>
                  <a:lnTo>
                    <a:pt x="83478" y="1172146"/>
                  </a:lnTo>
                  <a:lnTo>
                    <a:pt x="100661" y="1273717"/>
                  </a:lnTo>
                  <a:lnTo>
                    <a:pt x="119667" y="1381783"/>
                  </a:lnTo>
                  <a:lnTo>
                    <a:pt x="140547" y="1496566"/>
                  </a:lnTo>
                  <a:lnTo>
                    <a:pt x="143536" y="1522772"/>
                  </a:lnTo>
                  <a:lnTo>
                    <a:pt x="142749" y="1592073"/>
                  </a:lnTo>
                  <a:lnTo>
                    <a:pt x="139641" y="1634265"/>
                  </a:lnTo>
                  <a:lnTo>
                    <a:pt x="135170" y="1680883"/>
                  </a:lnTo>
                  <a:lnTo>
                    <a:pt x="129668" y="1731477"/>
                  </a:lnTo>
                  <a:lnTo>
                    <a:pt x="116910" y="1842789"/>
                  </a:lnTo>
                  <a:lnTo>
                    <a:pt x="110321" y="1902605"/>
                  </a:lnTo>
                  <a:lnTo>
                    <a:pt x="104037" y="1964592"/>
                  </a:lnTo>
                  <a:lnTo>
                    <a:pt x="98393" y="2028301"/>
                  </a:lnTo>
                  <a:lnTo>
                    <a:pt x="93722" y="2093280"/>
                  </a:lnTo>
                  <a:lnTo>
                    <a:pt x="88225" y="2180275"/>
                  </a:lnTo>
                  <a:lnTo>
                    <a:pt x="85323" y="2229065"/>
                  </a:lnTo>
                  <a:lnTo>
                    <a:pt x="82608" y="2280045"/>
                  </a:lnTo>
                  <a:lnTo>
                    <a:pt x="80297" y="2332213"/>
                  </a:lnTo>
                  <a:lnTo>
                    <a:pt x="78606" y="2384565"/>
                  </a:lnTo>
                  <a:lnTo>
                    <a:pt x="77754" y="2436097"/>
                  </a:lnTo>
                  <a:lnTo>
                    <a:pt x="77955" y="2485807"/>
                  </a:lnTo>
                  <a:lnTo>
                    <a:pt x="79429" y="2532691"/>
                  </a:lnTo>
                  <a:lnTo>
                    <a:pt x="101474" y="2502561"/>
                  </a:lnTo>
                  <a:lnTo>
                    <a:pt x="118074" y="2467892"/>
                  </a:lnTo>
                  <a:lnTo>
                    <a:pt x="130364" y="2429132"/>
                  </a:lnTo>
                  <a:lnTo>
                    <a:pt x="139478" y="2386730"/>
                  </a:lnTo>
                  <a:lnTo>
                    <a:pt x="146551" y="2341132"/>
                  </a:lnTo>
                  <a:lnTo>
                    <a:pt x="159113" y="2242139"/>
                  </a:lnTo>
                  <a:lnTo>
                    <a:pt x="166872" y="2189640"/>
                  </a:lnTo>
                  <a:lnTo>
                    <a:pt x="177128" y="2135735"/>
                  </a:lnTo>
                  <a:lnTo>
                    <a:pt x="191017" y="2080872"/>
                  </a:lnTo>
                  <a:lnTo>
                    <a:pt x="201648" y="2039862"/>
                  </a:lnTo>
                  <a:lnTo>
                    <a:pt x="212451" y="1990206"/>
                  </a:lnTo>
                  <a:lnTo>
                    <a:pt x="223240" y="1934037"/>
                  </a:lnTo>
                  <a:lnTo>
                    <a:pt x="233831" y="1873490"/>
                  </a:lnTo>
                  <a:lnTo>
                    <a:pt x="244038" y="1810701"/>
                  </a:lnTo>
                  <a:lnTo>
                    <a:pt x="253676" y="1747803"/>
                  </a:lnTo>
                  <a:lnTo>
                    <a:pt x="262561" y="1686931"/>
                  </a:lnTo>
                  <a:lnTo>
                    <a:pt x="270507" y="1630219"/>
                  </a:lnTo>
                  <a:lnTo>
                    <a:pt x="282842" y="1537814"/>
                  </a:lnTo>
                  <a:lnTo>
                    <a:pt x="289203" y="1487665"/>
                  </a:lnTo>
                  <a:lnTo>
                    <a:pt x="300038" y="1271398"/>
                  </a:lnTo>
                  <a:lnTo>
                    <a:pt x="296619" y="1016167"/>
                  </a:lnTo>
                  <a:lnTo>
                    <a:pt x="287957" y="803351"/>
                  </a:lnTo>
                  <a:lnTo>
                    <a:pt x="283067" y="714328"/>
                  </a:lnTo>
                  <a:lnTo>
                    <a:pt x="272119" y="268691"/>
                  </a:lnTo>
                  <a:lnTo>
                    <a:pt x="252812" y="51250"/>
                  </a:lnTo>
                  <a:lnTo>
                    <a:pt x="211056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480481" y="5518723"/>
              <a:ext cx="690245" cy="2846070"/>
            </a:xfrm>
            <a:custGeom>
              <a:avLst/>
              <a:gdLst/>
              <a:ahLst/>
              <a:cxnLst/>
              <a:rect l="l" t="t" r="r" b="b"/>
              <a:pathLst>
                <a:path w="690244" h="2846070">
                  <a:moveTo>
                    <a:pt x="365985" y="0"/>
                  </a:moveTo>
                  <a:lnTo>
                    <a:pt x="234474" y="21164"/>
                  </a:lnTo>
                  <a:lnTo>
                    <a:pt x="194583" y="51685"/>
                  </a:lnTo>
                  <a:lnTo>
                    <a:pt x="158560" y="88430"/>
                  </a:lnTo>
                  <a:lnTo>
                    <a:pt x="127344" y="137555"/>
                  </a:lnTo>
                  <a:lnTo>
                    <a:pt x="109666" y="180222"/>
                  </a:lnTo>
                  <a:lnTo>
                    <a:pt x="94819" y="232950"/>
                  </a:lnTo>
                  <a:lnTo>
                    <a:pt x="83081" y="297563"/>
                  </a:lnTo>
                  <a:lnTo>
                    <a:pt x="74729" y="375884"/>
                  </a:lnTo>
                  <a:lnTo>
                    <a:pt x="71909" y="420755"/>
                  </a:lnTo>
                  <a:lnTo>
                    <a:pt x="70041" y="469737"/>
                  </a:lnTo>
                  <a:lnTo>
                    <a:pt x="69158" y="523058"/>
                  </a:lnTo>
                  <a:lnTo>
                    <a:pt x="69294" y="580946"/>
                  </a:lnTo>
                  <a:lnTo>
                    <a:pt x="70486" y="643629"/>
                  </a:lnTo>
                  <a:lnTo>
                    <a:pt x="72768" y="711334"/>
                  </a:lnTo>
                  <a:lnTo>
                    <a:pt x="76174" y="784290"/>
                  </a:lnTo>
                  <a:lnTo>
                    <a:pt x="80739" y="862725"/>
                  </a:lnTo>
                  <a:lnTo>
                    <a:pt x="86498" y="946866"/>
                  </a:lnTo>
                  <a:lnTo>
                    <a:pt x="93485" y="1036942"/>
                  </a:lnTo>
                  <a:lnTo>
                    <a:pt x="101736" y="1133181"/>
                  </a:lnTo>
                  <a:lnTo>
                    <a:pt x="111284" y="1235810"/>
                  </a:lnTo>
                  <a:lnTo>
                    <a:pt x="122166" y="1345057"/>
                  </a:lnTo>
                  <a:lnTo>
                    <a:pt x="134414" y="1461151"/>
                  </a:lnTo>
                  <a:lnTo>
                    <a:pt x="135434" y="1487517"/>
                  </a:lnTo>
                  <a:lnTo>
                    <a:pt x="129472" y="1556551"/>
                  </a:lnTo>
                  <a:lnTo>
                    <a:pt x="123222" y="1598374"/>
                  </a:lnTo>
                  <a:lnTo>
                    <a:pt x="115282" y="1644502"/>
                  </a:lnTo>
                  <a:lnTo>
                    <a:pt x="106017" y="1694513"/>
                  </a:lnTo>
                  <a:lnTo>
                    <a:pt x="84980" y="1804490"/>
                  </a:lnTo>
                  <a:lnTo>
                    <a:pt x="73940" y="1863609"/>
                  </a:lnTo>
                  <a:lnTo>
                    <a:pt x="63041" y="1924918"/>
                  </a:lnTo>
                  <a:lnTo>
                    <a:pt x="52648" y="1987993"/>
                  </a:lnTo>
                  <a:lnTo>
                    <a:pt x="43129" y="2052411"/>
                  </a:lnTo>
                  <a:lnTo>
                    <a:pt x="20875" y="2220569"/>
                  </a:lnTo>
                  <a:lnTo>
                    <a:pt x="8964" y="2354854"/>
                  </a:lnTo>
                  <a:lnTo>
                    <a:pt x="3353" y="2525677"/>
                  </a:lnTo>
                  <a:lnTo>
                    <a:pt x="0" y="2803446"/>
                  </a:lnTo>
                  <a:lnTo>
                    <a:pt x="71797" y="2832701"/>
                  </a:lnTo>
                  <a:lnTo>
                    <a:pt x="131498" y="2845443"/>
                  </a:lnTo>
                  <a:lnTo>
                    <a:pt x="211296" y="2844361"/>
                  </a:lnTo>
                  <a:lnTo>
                    <a:pt x="343382" y="2832146"/>
                  </a:lnTo>
                  <a:lnTo>
                    <a:pt x="380731" y="2668879"/>
                  </a:lnTo>
                  <a:lnTo>
                    <a:pt x="466259" y="2292941"/>
                  </a:lnTo>
                  <a:lnTo>
                    <a:pt x="560184" y="1875129"/>
                  </a:lnTo>
                  <a:lnTo>
                    <a:pt x="622724" y="1586237"/>
                  </a:lnTo>
                  <a:lnTo>
                    <a:pt x="648967" y="1438321"/>
                  </a:lnTo>
                  <a:lnTo>
                    <a:pt x="664727" y="1240415"/>
                  </a:lnTo>
                  <a:lnTo>
                    <a:pt x="676314" y="858775"/>
                  </a:lnTo>
                  <a:lnTo>
                    <a:pt x="690041" y="159662"/>
                  </a:lnTo>
                  <a:lnTo>
                    <a:pt x="638968" y="123754"/>
                  </a:lnTo>
                  <a:lnTo>
                    <a:pt x="515883" y="52364"/>
                  </a:lnTo>
                  <a:lnTo>
                    <a:pt x="365985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559636" y="3411391"/>
              <a:ext cx="1013460" cy="2693035"/>
            </a:xfrm>
            <a:custGeom>
              <a:avLst/>
              <a:gdLst/>
              <a:ahLst/>
              <a:cxnLst/>
              <a:rect l="l" t="t" r="r" b="b"/>
              <a:pathLst>
                <a:path w="1013460" h="2693035">
                  <a:moveTo>
                    <a:pt x="216382" y="2531262"/>
                  </a:moveTo>
                  <a:lnTo>
                    <a:pt x="209257" y="2469946"/>
                  </a:lnTo>
                  <a:lnTo>
                    <a:pt x="165912" y="2375052"/>
                  </a:lnTo>
                  <a:lnTo>
                    <a:pt x="55372" y="2316797"/>
                  </a:lnTo>
                  <a:lnTo>
                    <a:pt x="30784" y="2344940"/>
                  </a:lnTo>
                  <a:lnTo>
                    <a:pt x="13081" y="2382253"/>
                  </a:lnTo>
                  <a:lnTo>
                    <a:pt x="2679" y="2426284"/>
                  </a:lnTo>
                  <a:lnTo>
                    <a:pt x="0" y="2474531"/>
                  </a:lnTo>
                  <a:lnTo>
                    <a:pt x="5499" y="2524531"/>
                  </a:lnTo>
                  <a:lnTo>
                    <a:pt x="13195" y="2570442"/>
                  </a:lnTo>
                  <a:lnTo>
                    <a:pt x="15138" y="2594610"/>
                  </a:lnTo>
                  <a:lnTo>
                    <a:pt x="15976" y="2614282"/>
                  </a:lnTo>
                  <a:lnTo>
                    <a:pt x="20383" y="2646743"/>
                  </a:lnTo>
                  <a:lnTo>
                    <a:pt x="27355" y="2680411"/>
                  </a:lnTo>
                  <a:lnTo>
                    <a:pt x="37503" y="2693009"/>
                  </a:lnTo>
                  <a:lnTo>
                    <a:pt x="57873" y="2685796"/>
                  </a:lnTo>
                  <a:lnTo>
                    <a:pt x="95529" y="2660002"/>
                  </a:lnTo>
                  <a:lnTo>
                    <a:pt x="180670" y="2585707"/>
                  </a:lnTo>
                  <a:lnTo>
                    <a:pt x="216382" y="2531262"/>
                  </a:lnTo>
                  <a:close/>
                </a:path>
                <a:path w="1013460" h="2693035">
                  <a:moveTo>
                    <a:pt x="1013155" y="229628"/>
                  </a:moveTo>
                  <a:lnTo>
                    <a:pt x="1004773" y="172554"/>
                  </a:lnTo>
                  <a:lnTo>
                    <a:pt x="969924" y="111467"/>
                  </a:lnTo>
                  <a:lnTo>
                    <a:pt x="939177" y="82067"/>
                  </a:lnTo>
                  <a:lnTo>
                    <a:pt x="897750" y="54838"/>
                  </a:lnTo>
                  <a:lnTo>
                    <a:pt x="844270" y="30835"/>
                  </a:lnTo>
                  <a:lnTo>
                    <a:pt x="777392" y="11112"/>
                  </a:lnTo>
                  <a:lnTo>
                    <a:pt x="723138" y="1447"/>
                  </a:lnTo>
                  <a:lnTo>
                    <a:pt x="679500" y="0"/>
                  </a:lnTo>
                  <a:lnTo>
                    <a:pt x="645160" y="6172"/>
                  </a:lnTo>
                  <a:lnTo>
                    <a:pt x="598995" y="39001"/>
                  </a:lnTo>
                  <a:lnTo>
                    <a:pt x="573913" y="95186"/>
                  </a:lnTo>
                  <a:lnTo>
                    <a:pt x="559219" y="169989"/>
                  </a:lnTo>
                  <a:lnTo>
                    <a:pt x="552424" y="212877"/>
                  </a:lnTo>
                  <a:lnTo>
                    <a:pt x="544220" y="258648"/>
                  </a:lnTo>
                  <a:lnTo>
                    <a:pt x="533247" y="306679"/>
                  </a:lnTo>
                  <a:lnTo>
                    <a:pt x="511111" y="409702"/>
                  </a:lnTo>
                  <a:lnTo>
                    <a:pt x="484251" y="481203"/>
                  </a:lnTo>
                  <a:lnTo>
                    <a:pt x="441680" y="544969"/>
                  </a:lnTo>
                  <a:lnTo>
                    <a:pt x="367931" y="630783"/>
                  </a:lnTo>
                  <a:lnTo>
                    <a:pt x="610793" y="1007922"/>
                  </a:lnTo>
                  <a:lnTo>
                    <a:pt x="742276" y="676376"/>
                  </a:lnTo>
                  <a:lnTo>
                    <a:pt x="732828" y="598157"/>
                  </a:lnTo>
                  <a:lnTo>
                    <a:pt x="735164" y="567829"/>
                  </a:lnTo>
                  <a:lnTo>
                    <a:pt x="800468" y="586117"/>
                  </a:lnTo>
                  <a:lnTo>
                    <a:pt x="835418" y="584276"/>
                  </a:lnTo>
                  <a:lnTo>
                    <a:pt x="868337" y="565619"/>
                  </a:lnTo>
                  <a:lnTo>
                    <a:pt x="898817" y="533641"/>
                  </a:lnTo>
                  <a:lnTo>
                    <a:pt x="926503" y="491820"/>
                  </a:lnTo>
                  <a:lnTo>
                    <a:pt x="951026" y="443649"/>
                  </a:lnTo>
                  <a:lnTo>
                    <a:pt x="972019" y="392620"/>
                  </a:lnTo>
                  <a:lnTo>
                    <a:pt x="989088" y="342226"/>
                  </a:lnTo>
                  <a:lnTo>
                    <a:pt x="1001890" y="295935"/>
                  </a:lnTo>
                  <a:lnTo>
                    <a:pt x="1010043" y="257238"/>
                  </a:lnTo>
                  <a:lnTo>
                    <a:pt x="1013155" y="229628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471949" y="4041935"/>
              <a:ext cx="1182370" cy="1724025"/>
            </a:xfrm>
            <a:custGeom>
              <a:avLst/>
              <a:gdLst/>
              <a:ahLst/>
              <a:cxnLst/>
              <a:rect l="l" t="t" r="r" b="b"/>
              <a:pathLst>
                <a:path w="1182370" h="1724025">
                  <a:moveTo>
                    <a:pt x="464830" y="0"/>
                  </a:moveTo>
                  <a:lnTo>
                    <a:pt x="443784" y="39967"/>
                  </a:lnTo>
                  <a:lnTo>
                    <a:pt x="434025" y="80824"/>
                  </a:lnTo>
                  <a:lnTo>
                    <a:pt x="413985" y="177277"/>
                  </a:lnTo>
                  <a:lnTo>
                    <a:pt x="402490" y="224647"/>
                  </a:lnTo>
                  <a:lnTo>
                    <a:pt x="388025" y="270331"/>
                  </a:lnTo>
                  <a:lnTo>
                    <a:pt x="369097" y="313493"/>
                  </a:lnTo>
                  <a:lnTo>
                    <a:pt x="344216" y="353298"/>
                  </a:lnTo>
                  <a:lnTo>
                    <a:pt x="311614" y="398007"/>
                  </a:lnTo>
                  <a:lnTo>
                    <a:pt x="280909" y="442428"/>
                  </a:lnTo>
                  <a:lnTo>
                    <a:pt x="252051" y="486534"/>
                  </a:lnTo>
                  <a:lnTo>
                    <a:pt x="224990" y="530296"/>
                  </a:lnTo>
                  <a:lnTo>
                    <a:pt x="199676" y="573689"/>
                  </a:lnTo>
                  <a:lnTo>
                    <a:pt x="175137" y="618410"/>
                  </a:lnTo>
                  <a:lnTo>
                    <a:pt x="152367" y="662673"/>
                  </a:lnTo>
                  <a:lnTo>
                    <a:pt x="131308" y="706438"/>
                  </a:lnTo>
                  <a:lnTo>
                    <a:pt x="111898" y="749663"/>
                  </a:lnTo>
                  <a:lnTo>
                    <a:pt x="83031" y="821388"/>
                  </a:lnTo>
                  <a:lnTo>
                    <a:pt x="58992" y="891433"/>
                  </a:lnTo>
                  <a:lnTo>
                    <a:pt x="39494" y="959640"/>
                  </a:lnTo>
                  <a:lnTo>
                    <a:pt x="24248" y="1025853"/>
                  </a:lnTo>
                  <a:lnTo>
                    <a:pt x="12964" y="1089915"/>
                  </a:lnTo>
                  <a:lnTo>
                    <a:pt x="5353" y="1151668"/>
                  </a:lnTo>
                  <a:lnTo>
                    <a:pt x="1128" y="1210957"/>
                  </a:lnTo>
                  <a:lnTo>
                    <a:pt x="0" y="1267623"/>
                  </a:lnTo>
                  <a:lnTo>
                    <a:pt x="1678" y="1321511"/>
                  </a:lnTo>
                  <a:lnTo>
                    <a:pt x="5875" y="1372463"/>
                  </a:lnTo>
                  <a:lnTo>
                    <a:pt x="12302" y="1420323"/>
                  </a:lnTo>
                  <a:lnTo>
                    <a:pt x="20670" y="1464933"/>
                  </a:lnTo>
                  <a:lnTo>
                    <a:pt x="30690" y="1506136"/>
                  </a:lnTo>
                  <a:lnTo>
                    <a:pt x="42073" y="1543776"/>
                  </a:lnTo>
                  <a:lnTo>
                    <a:pt x="67775" y="1607739"/>
                  </a:lnTo>
                  <a:lnTo>
                    <a:pt x="95464" y="1655566"/>
                  </a:lnTo>
                  <a:lnTo>
                    <a:pt x="122830" y="1686002"/>
                  </a:lnTo>
                  <a:lnTo>
                    <a:pt x="322385" y="1711684"/>
                  </a:lnTo>
                  <a:lnTo>
                    <a:pt x="506148" y="1722816"/>
                  </a:lnTo>
                  <a:lnTo>
                    <a:pt x="733890" y="1724006"/>
                  </a:lnTo>
                  <a:lnTo>
                    <a:pt x="888004" y="1708768"/>
                  </a:lnTo>
                  <a:lnTo>
                    <a:pt x="975405" y="1690096"/>
                  </a:lnTo>
                  <a:lnTo>
                    <a:pt x="1010808" y="1668707"/>
                  </a:lnTo>
                  <a:lnTo>
                    <a:pt x="1010877" y="1655089"/>
                  </a:lnTo>
                  <a:lnTo>
                    <a:pt x="1009159" y="1630128"/>
                  </a:lnTo>
                  <a:lnTo>
                    <a:pt x="1000424" y="1544471"/>
                  </a:lnTo>
                  <a:lnTo>
                    <a:pt x="989511" y="1475608"/>
                  </a:lnTo>
                  <a:lnTo>
                    <a:pt x="977831" y="1421208"/>
                  </a:lnTo>
                  <a:lnTo>
                    <a:pt x="966793" y="1378943"/>
                  </a:lnTo>
                  <a:lnTo>
                    <a:pt x="957809" y="1346482"/>
                  </a:lnTo>
                  <a:lnTo>
                    <a:pt x="952288" y="1321497"/>
                  </a:lnTo>
                  <a:lnTo>
                    <a:pt x="992613" y="1126190"/>
                  </a:lnTo>
                  <a:lnTo>
                    <a:pt x="1071212" y="832414"/>
                  </a:lnTo>
                  <a:lnTo>
                    <a:pt x="1147593" y="556378"/>
                  </a:lnTo>
                  <a:lnTo>
                    <a:pt x="1181908" y="434133"/>
                  </a:lnTo>
                  <a:lnTo>
                    <a:pt x="1179453" y="291464"/>
                  </a:lnTo>
                  <a:lnTo>
                    <a:pt x="1151428" y="206772"/>
                  </a:lnTo>
                  <a:lnTo>
                    <a:pt x="1073350" y="146635"/>
                  </a:lnTo>
                  <a:lnTo>
                    <a:pt x="1020222" y="122614"/>
                  </a:lnTo>
                  <a:lnTo>
                    <a:pt x="706760" y="122614"/>
                  </a:lnTo>
                  <a:lnTo>
                    <a:pt x="649840" y="111370"/>
                  </a:lnTo>
                  <a:lnTo>
                    <a:pt x="599013" y="92991"/>
                  </a:lnTo>
                  <a:lnTo>
                    <a:pt x="554689" y="70071"/>
                  </a:lnTo>
                  <a:lnTo>
                    <a:pt x="517277" y="45203"/>
                  </a:lnTo>
                  <a:lnTo>
                    <a:pt x="487188" y="20981"/>
                  </a:lnTo>
                  <a:lnTo>
                    <a:pt x="464830" y="0"/>
                  </a:lnTo>
                  <a:close/>
                </a:path>
                <a:path w="1182370" h="1724025">
                  <a:moveTo>
                    <a:pt x="830369" y="47328"/>
                  </a:moveTo>
                  <a:lnTo>
                    <a:pt x="817644" y="73722"/>
                  </a:lnTo>
                  <a:lnTo>
                    <a:pt x="794656" y="100277"/>
                  </a:lnTo>
                  <a:lnTo>
                    <a:pt x="758623" y="119178"/>
                  </a:lnTo>
                  <a:lnTo>
                    <a:pt x="706760" y="122614"/>
                  </a:lnTo>
                  <a:lnTo>
                    <a:pt x="1020222" y="122614"/>
                  </a:lnTo>
                  <a:lnTo>
                    <a:pt x="920732" y="77631"/>
                  </a:lnTo>
                  <a:lnTo>
                    <a:pt x="899788" y="69154"/>
                  </a:lnTo>
                  <a:lnTo>
                    <a:pt x="877769" y="61258"/>
                  </a:lnTo>
                  <a:lnTo>
                    <a:pt x="854641" y="53972"/>
                  </a:lnTo>
                  <a:lnTo>
                    <a:pt x="830369" y="47328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552991" y="4593939"/>
              <a:ext cx="352425" cy="1167130"/>
            </a:xfrm>
            <a:custGeom>
              <a:avLst/>
              <a:gdLst/>
              <a:ahLst/>
              <a:cxnLst/>
              <a:rect l="l" t="t" r="r" b="b"/>
              <a:pathLst>
                <a:path w="352425" h="1167129">
                  <a:moveTo>
                    <a:pt x="143774" y="0"/>
                  </a:moveTo>
                  <a:lnTo>
                    <a:pt x="90304" y="56278"/>
                  </a:lnTo>
                  <a:lnTo>
                    <a:pt x="66417" y="97601"/>
                  </a:lnTo>
                  <a:lnTo>
                    <a:pt x="46693" y="144960"/>
                  </a:lnTo>
                  <a:lnTo>
                    <a:pt x="30856" y="197658"/>
                  </a:lnTo>
                  <a:lnTo>
                    <a:pt x="21067" y="241725"/>
                  </a:lnTo>
                  <a:lnTo>
                    <a:pt x="13309" y="288262"/>
                  </a:lnTo>
                  <a:lnTo>
                    <a:pt x="7453" y="336947"/>
                  </a:lnTo>
                  <a:lnTo>
                    <a:pt x="3369" y="387459"/>
                  </a:lnTo>
                  <a:lnTo>
                    <a:pt x="928" y="439477"/>
                  </a:lnTo>
                  <a:lnTo>
                    <a:pt x="0" y="492679"/>
                  </a:lnTo>
                  <a:lnTo>
                    <a:pt x="454" y="546743"/>
                  </a:lnTo>
                  <a:lnTo>
                    <a:pt x="2161" y="601349"/>
                  </a:lnTo>
                  <a:lnTo>
                    <a:pt x="4992" y="656174"/>
                  </a:lnTo>
                  <a:lnTo>
                    <a:pt x="8816" y="710898"/>
                  </a:lnTo>
                  <a:lnTo>
                    <a:pt x="13503" y="765198"/>
                  </a:lnTo>
                  <a:lnTo>
                    <a:pt x="18925" y="818754"/>
                  </a:lnTo>
                  <a:lnTo>
                    <a:pt x="24951" y="871243"/>
                  </a:lnTo>
                  <a:lnTo>
                    <a:pt x="31450" y="922345"/>
                  </a:lnTo>
                  <a:lnTo>
                    <a:pt x="38295" y="971737"/>
                  </a:lnTo>
                  <a:lnTo>
                    <a:pt x="45354" y="1019099"/>
                  </a:lnTo>
                  <a:lnTo>
                    <a:pt x="52497" y="1064109"/>
                  </a:lnTo>
                  <a:lnTo>
                    <a:pt x="59596" y="1106445"/>
                  </a:lnTo>
                  <a:lnTo>
                    <a:pt x="66520" y="1145787"/>
                  </a:lnTo>
                  <a:lnTo>
                    <a:pt x="145725" y="1152507"/>
                  </a:lnTo>
                  <a:lnTo>
                    <a:pt x="191564" y="1156069"/>
                  </a:lnTo>
                  <a:lnTo>
                    <a:pt x="241343" y="1159680"/>
                  </a:lnTo>
                  <a:lnTo>
                    <a:pt x="294900" y="1163275"/>
                  </a:lnTo>
                  <a:lnTo>
                    <a:pt x="352072" y="1166791"/>
                  </a:lnTo>
                  <a:lnTo>
                    <a:pt x="332565" y="733041"/>
                  </a:lnTo>
                  <a:lnTo>
                    <a:pt x="259514" y="359894"/>
                  </a:lnTo>
                  <a:lnTo>
                    <a:pt x="180668" y="98498"/>
                  </a:lnTo>
                  <a:lnTo>
                    <a:pt x="14377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2079742" y="3698537"/>
              <a:ext cx="436245" cy="417195"/>
            </a:xfrm>
            <a:custGeom>
              <a:avLst/>
              <a:gdLst/>
              <a:ahLst/>
              <a:cxnLst/>
              <a:rect l="l" t="t" r="r" b="b"/>
              <a:pathLst>
                <a:path w="436244" h="417195">
                  <a:moveTo>
                    <a:pt x="18117" y="0"/>
                  </a:moveTo>
                  <a:lnTo>
                    <a:pt x="4149" y="62695"/>
                  </a:lnTo>
                  <a:lnTo>
                    <a:pt x="0" y="119664"/>
                  </a:lnTo>
                  <a:lnTo>
                    <a:pt x="4553" y="171071"/>
                  </a:lnTo>
                  <a:lnTo>
                    <a:pt x="16693" y="217084"/>
                  </a:lnTo>
                  <a:lnTo>
                    <a:pt x="35303" y="257866"/>
                  </a:lnTo>
                  <a:lnTo>
                    <a:pt x="59267" y="293586"/>
                  </a:lnTo>
                  <a:lnTo>
                    <a:pt x="87469" y="324407"/>
                  </a:lnTo>
                  <a:lnTo>
                    <a:pt x="118793" y="350497"/>
                  </a:lnTo>
                  <a:lnTo>
                    <a:pt x="152123" y="372020"/>
                  </a:lnTo>
                  <a:lnTo>
                    <a:pt x="186342" y="389143"/>
                  </a:lnTo>
                  <a:lnTo>
                    <a:pt x="252986" y="410852"/>
                  </a:lnTo>
                  <a:lnTo>
                    <a:pt x="309793" y="416950"/>
                  </a:lnTo>
                  <a:lnTo>
                    <a:pt x="375970" y="411037"/>
                  </a:lnTo>
                  <a:lnTo>
                    <a:pt x="411169" y="380760"/>
                  </a:lnTo>
                  <a:lnTo>
                    <a:pt x="427215" y="300643"/>
                  </a:lnTo>
                  <a:lnTo>
                    <a:pt x="435936" y="145210"/>
                  </a:lnTo>
                  <a:lnTo>
                    <a:pt x="421253" y="178161"/>
                  </a:lnTo>
                  <a:lnTo>
                    <a:pt x="411297" y="194511"/>
                  </a:lnTo>
                  <a:lnTo>
                    <a:pt x="401511" y="199086"/>
                  </a:lnTo>
                  <a:lnTo>
                    <a:pt x="387341" y="196716"/>
                  </a:lnTo>
                  <a:lnTo>
                    <a:pt x="345921" y="170680"/>
                  </a:lnTo>
                  <a:lnTo>
                    <a:pt x="302662" y="162529"/>
                  </a:lnTo>
                  <a:lnTo>
                    <a:pt x="256534" y="160502"/>
                  </a:lnTo>
                  <a:lnTo>
                    <a:pt x="206509" y="152843"/>
                  </a:lnTo>
                  <a:lnTo>
                    <a:pt x="164327" y="139659"/>
                  </a:lnTo>
                  <a:lnTo>
                    <a:pt x="130642" y="119343"/>
                  </a:lnTo>
                  <a:lnTo>
                    <a:pt x="87792" y="77566"/>
                  </a:lnTo>
                  <a:lnTo>
                    <a:pt x="1811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391926" y="4042174"/>
              <a:ext cx="654685" cy="1784985"/>
            </a:xfrm>
            <a:custGeom>
              <a:avLst/>
              <a:gdLst/>
              <a:ahLst/>
              <a:cxnLst/>
              <a:rect l="l" t="t" r="r" b="b"/>
              <a:pathLst>
                <a:path w="654685" h="1784985">
                  <a:moveTo>
                    <a:pt x="535659" y="0"/>
                  </a:moveTo>
                  <a:lnTo>
                    <a:pt x="401141" y="6428"/>
                  </a:lnTo>
                  <a:lnTo>
                    <a:pt x="319873" y="26257"/>
                  </a:lnTo>
                  <a:lnTo>
                    <a:pt x="259069" y="75403"/>
                  </a:lnTo>
                  <a:lnTo>
                    <a:pt x="185941" y="169785"/>
                  </a:lnTo>
                  <a:lnTo>
                    <a:pt x="155269" y="230024"/>
                  </a:lnTo>
                  <a:lnTo>
                    <a:pt x="140122" y="272372"/>
                  </a:lnTo>
                  <a:lnTo>
                    <a:pt x="125234" y="321349"/>
                  </a:lnTo>
                  <a:lnTo>
                    <a:pt x="110706" y="375812"/>
                  </a:lnTo>
                  <a:lnTo>
                    <a:pt x="96637" y="434619"/>
                  </a:lnTo>
                  <a:lnTo>
                    <a:pt x="83127" y="496627"/>
                  </a:lnTo>
                  <a:lnTo>
                    <a:pt x="70277" y="560694"/>
                  </a:lnTo>
                  <a:lnTo>
                    <a:pt x="58185" y="625677"/>
                  </a:lnTo>
                  <a:lnTo>
                    <a:pt x="46952" y="690433"/>
                  </a:lnTo>
                  <a:lnTo>
                    <a:pt x="36678" y="753820"/>
                  </a:lnTo>
                  <a:lnTo>
                    <a:pt x="27463" y="814696"/>
                  </a:lnTo>
                  <a:lnTo>
                    <a:pt x="19406" y="871918"/>
                  </a:lnTo>
                  <a:lnTo>
                    <a:pt x="12608" y="924342"/>
                  </a:lnTo>
                  <a:lnTo>
                    <a:pt x="7168" y="970828"/>
                  </a:lnTo>
                  <a:lnTo>
                    <a:pt x="3187" y="1010232"/>
                  </a:lnTo>
                  <a:lnTo>
                    <a:pt x="0" y="1063224"/>
                  </a:lnTo>
                  <a:lnTo>
                    <a:pt x="1498" y="1089087"/>
                  </a:lnTo>
                  <a:lnTo>
                    <a:pt x="11963" y="1170353"/>
                  </a:lnTo>
                  <a:lnTo>
                    <a:pt x="20374" y="1222386"/>
                  </a:lnTo>
                  <a:lnTo>
                    <a:pt x="30534" y="1279774"/>
                  </a:lnTo>
                  <a:lnTo>
                    <a:pt x="42165" y="1340833"/>
                  </a:lnTo>
                  <a:lnTo>
                    <a:pt x="54991" y="1403877"/>
                  </a:lnTo>
                  <a:lnTo>
                    <a:pt x="68733" y="1467222"/>
                  </a:lnTo>
                  <a:lnTo>
                    <a:pt x="83114" y="1529184"/>
                  </a:lnTo>
                  <a:lnTo>
                    <a:pt x="97856" y="1588078"/>
                  </a:lnTo>
                  <a:lnTo>
                    <a:pt x="112682" y="1642220"/>
                  </a:lnTo>
                  <a:lnTo>
                    <a:pt x="127314" y="1689926"/>
                  </a:lnTo>
                  <a:lnTo>
                    <a:pt x="141475" y="1729510"/>
                  </a:lnTo>
                  <a:lnTo>
                    <a:pt x="167272" y="1777579"/>
                  </a:lnTo>
                  <a:lnTo>
                    <a:pt x="206798" y="1784869"/>
                  </a:lnTo>
                  <a:lnTo>
                    <a:pt x="225945" y="1782868"/>
                  </a:lnTo>
                  <a:lnTo>
                    <a:pt x="291652" y="1765649"/>
                  </a:lnTo>
                  <a:lnTo>
                    <a:pt x="335046" y="1739079"/>
                  </a:lnTo>
                  <a:lnTo>
                    <a:pt x="321885" y="1376120"/>
                  </a:lnTo>
                  <a:lnTo>
                    <a:pt x="312141" y="1186533"/>
                  </a:lnTo>
                  <a:lnTo>
                    <a:pt x="308464" y="1101822"/>
                  </a:lnTo>
                  <a:lnTo>
                    <a:pt x="307760" y="1058690"/>
                  </a:lnTo>
                  <a:lnTo>
                    <a:pt x="346822" y="929774"/>
                  </a:lnTo>
                  <a:lnTo>
                    <a:pt x="433230" y="727915"/>
                  </a:lnTo>
                  <a:lnTo>
                    <a:pt x="519727" y="541777"/>
                  </a:lnTo>
                  <a:lnTo>
                    <a:pt x="559061" y="460027"/>
                  </a:lnTo>
                  <a:lnTo>
                    <a:pt x="632219" y="314981"/>
                  </a:lnTo>
                  <a:lnTo>
                    <a:pt x="654167" y="218713"/>
                  </a:lnTo>
                  <a:lnTo>
                    <a:pt x="622711" y="128095"/>
                  </a:lnTo>
                  <a:lnTo>
                    <a:pt x="53565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2035505" y="3345319"/>
              <a:ext cx="496570" cy="353695"/>
            </a:xfrm>
            <a:custGeom>
              <a:avLst/>
              <a:gdLst/>
              <a:ahLst/>
              <a:cxnLst/>
              <a:rect l="l" t="t" r="r" b="b"/>
              <a:pathLst>
                <a:path w="496569" h="353695">
                  <a:moveTo>
                    <a:pt x="205154" y="0"/>
                  </a:moveTo>
                  <a:lnTo>
                    <a:pt x="163950" y="5768"/>
                  </a:lnTo>
                  <a:lnTo>
                    <a:pt x="126105" y="18175"/>
                  </a:lnTo>
                  <a:lnTo>
                    <a:pt x="92948" y="37338"/>
                  </a:lnTo>
                  <a:lnTo>
                    <a:pt x="0" y="189988"/>
                  </a:lnTo>
                  <a:lnTo>
                    <a:pt x="6060" y="280586"/>
                  </a:lnTo>
                  <a:lnTo>
                    <a:pt x="41128" y="335040"/>
                  </a:lnTo>
                  <a:lnTo>
                    <a:pt x="62342" y="353220"/>
                  </a:lnTo>
                  <a:lnTo>
                    <a:pt x="168397" y="339742"/>
                  </a:lnTo>
                  <a:lnTo>
                    <a:pt x="215852" y="320789"/>
                  </a:lnTo>
                  <a:lnTo>
                    <a:pt x="215601" y="283346"/>
                  </a:lnTo>
                  <a:lnTo>
                    <a:pt x="178538" y="214397"/>
                  </a:lnTo>
                  <a:lnTo>
                    <a:pt x="164143" y="186434"/>
                  </a:lnTo>
                  <a:lnTo>
                    <a:pt x="154925" y="161429"/>
                  </a:lnTo>
                  <a:lnTo>
                    <a:pt x="150306" y="139217"/>
                  </a:lnTo>
                  <a:lnTo>
                    <a:pt x="149711" y="119636"/>
                  </a:lnTo>
                  <a:lnTo>
                    <a:pt x="150256" y="111489"/>
                  </a:lnTo>
                  <a:lnTo>
                    <a:pt x="177292" y="79895"/>
                  </a:lnTo>
                  <a:lnTo>
                    <a:pt x="192066" y="76098"/>
                  </a:lnTo>
                  <a:lnTo>
                    <a:pt x="324072" y="81819"/>
                  </a:lnTo>
                  <a:lnTo>
                    <a:pt x="419236" y="118205"/>
                  </a:lnTo>
                  <a:lnTo>
                    <a:pt x="476852" y="159167"/>
                  </a:lnTo>
                  <a:lnTo>
                    <a:pt x="496214" y="178618"/>
                  </a:lnTo>
                  <a:lnTo>
                    <a:pt x="475988" y="135543"/>
                  </a:lnTo>
                  <a:lnTo>
                    <a:pt x="448487" y="98160"/>
                  </a:lnTo>
                  <a:lnTo>
                    <a:pt x="415041" y="66585"/>
                  </a:lnTo>
                  <a:lnTo>
                    <a:pt x="376979" y="40939"/>
                  </a:lnTo>
                  <a:lnTo>
                    <a:pt x="335630" y="21339"/>
                  </a:lnTo>
                  <a:lnTo>
                    <a:pt x="292324" y="7903"/>
                  </a:lnTo>
                  <a:lnTo>
                    <a:pt x="248389" y="751"/>
                  </a:lnTo>
                  <a:lnTo>
                    <a:pt x="20515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391926" y="4041935"/>
              <a:ext cx="1551150" cy="1782023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648367" y="8400563"/>
              <a:ext cx="77201" cy="89211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464523" y="8506249"/>
              <a:ext cx="610870" cy="104775"/>
            </a:xfrm>
            <a:custGeom>
              <a:avLst/>
              <a:gdLst/>
              <a:ahLst/>
              <a:cxnLst/>
              <a:rect l="l" t="t" r="r" b="b"/>
              <a:pathLst>
                <a:path w="610869" h="104775">
                  <a:moveTo>
                    <a:pt x="2261" y="0"/>
                  </a:moveTo>
                  <a:lnTo>
                    <a:pt x="0" y="15392"/>
                  </a:lnTo>
                  <a:lnTo>
                    <a:pt x="457" y="25772"/>
                  </a:lnTo>
                  <a:lnTo>
                    <a:pt x="4537" y="34793"/>
                  </a:lnTo>
                  <a:lnTo>
                    <a:pt x="344031" y="92960"/>
                  </a:lnTo>
                  <a:lnTo>
                    <a:pt x="387691" y="98328"/>
                  </a:lnTo>
                  <a:lnTo>
                    <a:pt x="436020" y="102321"/>
                  </a:lnTo>
                  <a:lnTo>
                    <a:pt x="485912" y="104543"/>
                  </a:lnTo>
                  <a:lnTo>
                    <a:pt x="534261" y="104598"/>
                  </a:lnTo>
                  <a:lnTo>
                    <a:pt x="577961" y="102091"/>
                  </a:lnTo>
                  <a:lnTo>
                    <a:pt x="608546" y="71421"/>
                  </a:lnTo>
                  <a:lnTo>
                    <a:pt x="610557" y="57746"/>
                  </a:lnTo>
                  <a:lnTo>
                    <a:pt x="561655" y="61967"/>
                  </a:lnTo>
                  <a:lnTo>
                    <a:pt x="508015" y="63068"/>
                  </a:lnTo>
                  <a:lnTo>
                    <a:pt x="452781" y="61448"/>
                  </a:lnTo>
                  <a:lnTo>
                    <a:pt x="399097" y="57504"/>
                  </a:lnTo>
                  <a:lnTo>
                    <a:pt x="350104" y="51631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480475" y="5810724"/>
              <a:ext cx="180975" cy="2522220"/>
            </a:xfrm>
            <a:custGeom>
              <a:avLst/>
              <a:gdLst/>
              <a:ahLst/>
              <a:cxnLst/>
              <a:rect l="l" t="t" r="r" b="b"/>
              <a:pathLst>
                <a:path w="180975" h="2522220">
                  <a:moveTo>
                    <a:pt x="86736" y="0"/>
                  </a:moveTo>
                  <a:lnTo>
                    <a:pt x="78086" y="46565"/>
                  </a:lnTo>
                  <a:lnTo>
                    <a:pt x="73358" y="103515"/>
                  </a:lnTo>
                  <a:lnTo>
                    <a:pt x="70340" y="167785"/>
                  </a:lnTo>
                  <a:lnTo>
                    <a:pt x="69119" y="239940"/>
                  </a:lnTo>
                  <a:lnTo>
                    <a:pt x="69210" y="279152"/>
                  </a:lnTo>
                  <a:lnTo>
                    <a:pt x="69782" y="320548"/>
                  </a:lnTo>
                  <a:lnTo>
                    <a:pt x="70847" y="364200"/>
                  </a:lnTo>
                  <a:lnTo>
                    <a:pt x="72415" y="410177"/>
                  </a:lnTo>
                  <a:lnTo>
                    <a:pt x="74497" y="458551"/>
                  </a:lnTo>
                  <a:lnTo>
                    <a:pt x="77104" y="509394"/>
                  </a:lnTo>
                  <a:lnTo>
                    <a:pt x="80247" y="562774"/>
                  </a:lnTo>
                  <a:lnTo>
                    <a:pt x="83937" y="618765"/>
                  </a:lnTo>
                  <a:lnTo>
                    <a:pt x="88184" y="677436"/>
                  </a:lnTo>
                  <a:lnTo>
                    <a:pt x="92998" y="738859"/>
                  </a:lnTo>
                  <a:lnTo>
                    <a:pt x="98392" y="803104"/>
                  </a:lnTo>
                  <a:lnTo>
                    <a:pt x="104376" y="870242"/>
                  </a:lnTo>
                  <a:lnTo>
                    <a:pt x="110960" y="940344"/>
                  </a:lnTo>
                  <a:lnTo>
                    <a:pt x="118156" y="1013481"/>
                  </a:lnTo>
                  <a:lnTo>
                    <a:pt x="125974" y="1089725"/>
                  </a:lnTo>
                  <a:lnTo>
                    <a:pt x="134425" y="1169145"/>
                  </a:lnTo>
                  <a:lnTo>
                    <a:pt x="135442" y="1195510"/>
                  </a:lnTo>
                  <a:lnTo>
                    <a:pt x="129476" y="1264545"/>
                  </a:lnTo>
                  <a:lnTo>
                    <a:pt x="123226" y="1306368"/>
                  </a:lnTo>
                  <a:lnTo>
                    <a:pt x="115285" y="1352496"/>
                  </a:lnTo>
                  <a:lnTo>
                    <a:pt x="106020" y="1402507"/>
                  </a:lnTo>
                  <a:lnTo>
                    <a:pt x="84984" y="1512484"/>
                  </a:lnTo>
                  <a:lnTo>
                    <a:pt x="73945" y="1571603"/>
                  </a:lnTo>
                  <a:lnTo>
                    <a:pt x="63047" y="1632912"/>
                  </a:lnTo>
                  <a:lnTo>
                    <a:pt x="52656" y="1695987"/>
                  </a:lnTo>
                  <a:lnTo>
                    <a:pt x="43140" y="1760405"/>
                  </a:lnTo>
                  <a:lnTo>
                    <a:pt x="20879" y="1928569"/>
                  </a:lnTo>
                  <a:lnTo>
                    <a:pt x="8965" y="2062857"/>
                  </a:lnTo>
                  <a:lnTo>
                    <a:pt x="3353" y="2233681"/>
                  </a:lnTo>
                  <a:lnTo>
                    <a:pt x="0" y="2511450"/>
                  </a:lnTo>
                  <a:lnTo>
                    <a:pt x="4372" y="2517540"/>
                  </a:lnTo>
                  <a:lnTo>
                    <a:pt x="10555" y="2520667"/>
                  </a:lnTo>
                  <a:lnTo>
                    <a:pt x="22804" y="2521819"/>
                  </a:lnTo>
                  <a:lnTo>
                    <a:pt x="45370" y="2521983"/>
                  </a:lnTo>
                  <a:lnTo>
                    <a:pt x="58569" y="2347956"/>
                  </a:lnTo>
                  <a:lnTo>
                    <a:pt x="90967" y="1948345"/>
                  </a:lnTo>
                  <a:lnTo>
                    <a:pt x="131761" y="1506859"/>
                  </a:lnTo>
                  <a:lnTo>
                    <a:pt x="170151" y="1207207"/>
                  </a:lnTo>
                  <a:lnTo>
                    <a:pt x="174011" y="1182766"/>
                  </a:lnTo>
                  <a:lnTo>
                    <a:pt x="176954" y="1152977"/>
                  </a:lnTo>
                  <a:lnTo>
                    <a:pt x="179029" y="1118296"/>
                  </a:lnTo>
                  <a:lnTo>
                    <a:pt x="180284" y="1079181"/>
                  </a:lnTo>
                  <a:lnTo>
                    <a:pt x="180767" y="1036091"/>
                  </a:lnTo>
                  <a:lnTo>
                    <a:pt x="180528" y="989483"/>
                  </a:lnTo>
                  <a:lnTo>
                    <a:pt x="179614" y="939816"/>
                  </a:lnTo>
                  <a:lnTo>
                    <a:pt x="178073" y="887547"/>
                  </a:lnTo>
                  <a:lnTo>
                    <a:pt x="175955" y="833135"/>
                  </a:lnTo>
                  <a:lnTo>
                    <a:pt x="173307" y="777037"/>
                  </a:lnTo>
                  <a:lnTo>
                    <a:pt x="170178" y="719711"/>
                  </a:lnTo>
                  <a:lnTo>
                    <a:pt x="166617" y="661615"/>
                  </a:lnTo>
                  <a:lnTo>
                    <a:pt x="162671" y="603208"/>
                  </a:lnTo>
                  <a:lnTo>
                    <a:pt x="158389" y="544947"/>
                  </a:lnTo>
                  <a:lnTo>
                    <a:pt x="153819" y="487290"/>
                  </a:lnTo>
                  <a:lnTo>
                    <a:pt x="149010" y="430696"/>
                  </a:lnTo>
                  <a:lnTo>
                    <a:pt x="144010" y="375621"/>
                  </a:lnTo>
                  <a:lnTo>
                    <a:pt x="138868" y="322525"/>
                  </a:lnTo>
                  <a:lnTo>
                    <a:pt x="133631" y="271865"/>
                  </a:lnTo>
                  <a:lnTo>
                    <a:pt x="128349" y="224098"/>
                  </a:lnTo>
                  <a:lnTo>
                    <a:pt x="123070" y="179684"/>
                  </a:lnTo>
                  <a:lnTo>
                    <a:pt x="117841" y="139080"/>
                  </a:lnTo>
                  <a:lnTo>
                    <a:pt x="107731" y="71133"/>
                  </a:lnTo>
                  <a:lnTo>
                    <a:pt x="98406" y="23922"/>
                  </a:lnTo>
                  <a:lnTo>
                    <a:pt x="90252" y="1111"/>
                  </a:lnTo>
                  <a:lnTo>
                    <a:pt x="86736" y="0"/>
                  </a:lnTo>
                  <a:close/>
                </a:path>
              </a:pathLst>
            </a:custGeom>
            <a:solidFill>
              <a:srgbClr val="212C61">
                <a:alpha val="25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095189" y="3335797"/>
              <a:ext cx="6773073" cy="5744772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406272" y="6611652"/>
              <a:ext cx="1759433" cy="652792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10679138" y="6986686"/>
              <a:ext cx="497205" cy="1316990"/>
            </a:xfrm>
            <a:custGeom>
              <a:avLst/>
              <a:gdLst/>
              <a:ahLst/>
              <a:cxnLst/>
              <a:rect l="l" t="t" r="r" b="b"/>
              <a:pathLst>
                <a:path w="497204" h="1316990">
                  <a:moveTo>
                    <a:pt x="323682" y="0"/>
                  </a:moveTo>
                  <a:lnTo>
                    <a:pt x="279719" y="12070"/>
                  </a:lnTo>
                  <a:lnTo>
                    <a:pt x="236597" y="28754"/>
                  </a:lnTo>
                  <a:lnTo>
                    <a:pt x="149483" y="56250"/>
                  </a:lnTo>
                  <a:lnTo>
                    <a:pt x="108914" y="71577"/>
                  </a:lnTo>
                  <a:lnTo>
                    <a:pt x="72619" y="90969"/>
                  </a:lnTo>
                  <a:lnTo>
                    <a:pt x="42311" y="116684"/>
                  </a:lnTo>
                  <a:lnTo>
                    <a:pt x="19702" y="150981"/>
                  </a:lnTo>
                  <a:lnTo>
                    <a:pt x="6502" y="196117"/>
                  </a:lnTo>
                  <a:lnTo>
                    <a:pt x="2072" y="234885"/>
                  </a:lnTo>
                  <a:lnTo>
                    <a:pt x="0" y="277688"/>
                  </a:lnTo>
                  <a:lnTo>
                    <a:pt x="148" y="324069"/>
                  </a:lnTo>
                  <a:lnTo>
                    <a:pt x="2382" y="373571"/>
                  </a:lnTo>
                  <a:lnTo>
                    <a:pt x="6566" y="425737"/>
                  </a:lnTo>
                  <a:lnTo>
                    <a:pt x="12566" y="480111"/>
                  </a:lnTo>
                  <a:lnTo>
                    <a:pt x="20246" y="536234"/>
                  </a:lnTo>
                  <a:lnTo>
                    <a:pt x="29470" y="593651"/>
                  </a:lnTo>
                  <a:lnTo>
                    <a:pt x="40103" y="651904"/>
                  </a:lnTo>
                  <a:lnTo>
                    <a:pt x="52010" y="710537"/>
                  </a:lnTo>
                  <a:lnTo>
                    <a:pt x="65056" y="769092"/>
                  </a:lnTo>
                  <a:lnTo>
                    <a:pt x="79105" y="827113"/>
                  </a:lnTo>
                  <a:lnTo>
                    <a:pt x="94021" y="884142"/>
                  </a:lnTo>
                  <a:lnTo>
                    <a:pt x="109670" y="939723"/>
                  </a:lnTo>
                  <a:lnTo>
                    <a:pt x="125917" y="993398"/>
                  </a:lnTo>
                  <a:lnTo>
                    <a:pt x="142625" y="1044712"/>
                  </a:lnTo>
                  <a:lnTo>
                    <a:pt x="159659" y="1093206"/>
                  </a:lnTo>
                  <a:lnTo>
                    <a:pt x="176885" y="1138424"/>
                  </a:lnTo>
                  <a:lnTo>
                    <a:pt x="194166" y="1179909"/>
                  </a:lnTo>
                  <a:lnTo>
                    <a:pt x="211368" y="1217205"/>
                  </a:lnTo>
                  <a:lnTo>
                    <a:pt x="244992" y="1277398"/>
                  </a:lnTo>
                  <a:lnTo>
                    <a:pt x="279833" y="1311115"/>
                  </a:lnTo>
                  <a:lnTo>
                    <a:pt x="334645" y="1316686"/>
                  </a:lnTo>
                  <a:lnTo>
                    <a:pt x="376707" y="1313530"/>
                  </a:lnTo>
                  <a:lnTo>
                    <a:pt x="414554" y="1306862"/>
                  </a:lnTo>
                  <a:lnTo>
                    <a:pt x="457797" y="1289893"/>
                  </a:lnTo>
                  <a:lnTo>
                    <a:pt x="490565" y="1257784"/>
                  </a:lnTo>
                  <a:lnTo>
                    <a:pt x="496990" y="1205698"/>
                  </a:lnTo>
                  <a:lnTo>
                    <a:pt x="486839" y="1148048"/>
                  </a:lnTo>
                  <a:lnTo>
                    <a:pt x="477904" y="1089376"/>
                  </a:lnTo>
                  <a:lnTo>
                    <a:pt x="470114" y="1029927"/>
                  </a:lnTo>
                  <a:lnTo>
                    <a:pt x="463398" y="969947"/>
                  </a:lnTo>
                  <a:lnTo>
                    <a:pt x="457687" y="909681"/>
                  </a:lnTo>
                  <a:lnTo>
                    <a:pt x="452908" y="849374"/>
                  </a:lnTo>
                  <a:lnTo>
                    <a:pt x="448992" y="789271"/>
                  </a:lnTo>
                  <a:lnTo>
                    <a:pt x="445869" y="729616"/>
                  </a:lnTo>
                  <a:lnTo>
                    <a:pt x="443467" y="670656"/>
                  </a:lnTo>
                  <a:lnTo>
                    <a:pt x="441716" y="612634"/>
                  </a:lnTo>
                  <a:lnTo>
                    <a:pt x="440546" y="555797"/>
                  </a:lnTo>
                  <a:lnTo>
                    <a:pt x="439887" y="500388"/>
                  </a:lnTo>
                  <a:lnTo>
                    <a:pt x="439666" y="446654"/>
                  </a:lnTo>
                  <a:lnTo>
                    <a:pt x="439815" y="394840"/>
                  </a:lnTo>
                  <a:lnTo>
                    <a:pt x="440263" y="345189"/>
                  </a:lnTo>
                  <a:lnTo>
                    <a:pt x="441771" y="253361"/>
                  </a:lnTo>
                  <a:lnTo>
                    <a:pt x="445829" y="78822"/>
                  </a:lnTo>
                  <a:lnTo>
                    <a:pt x="435685" y="40265"/>
                  </a:lnTo>
                  <a:lnTo>
                    <a:pt x="407834" y="14204"/>
                  </a:lnTo>
                  <a:lnTo>
                    <a:pt x="368444" y="747"/>
                  </a:lnTo>
                  <a:lnTo>
                    <a:pt x="32368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0791279" y="8088352"/>
              <a:ext cx="483234" cy="411480"/>
            </a:xfrm>
            <a:custGeom>
              <a:avLst/>
              <a:gdLst/>
              <a:ahLst/>
              <a:cxnLst/>
              <a:rect l="l" t="t" r="r" b="b"/>
              <a:pathLst>
                <a:path w="483234" h="411479">
                  <a:moveTo>
                    <a:pt x="7159" y="0"/>
                  </a:moveTo>
                  <a:lnTo>
                    <a:pt x="958" y="79968"/>
                  </a:lnTo>
                  <a:lnTo>
                    <a:pt x="0" y="126736"/>
                  </a:lnTo>
                  <a:lnTo>
                    <a:pt x="5280" y="158408"/>
                  </a:lnTo>
                  <a:lnTo>
                    <a:pt x="17797" y="193083"/>
                  </a:lnTo>
                  <a:lnTo>
                    <a:pt x="24012" y="218935"/>
                  </a:lnTo>
                  <a:lnTo>
                    <a:pt x="24552" y="245821"/>
                  </a:lnTo>
                  <a:lnTo>
                    <a:pt x="21333" y="272229"/>
                  </a:lnTo>
                  <a:lnTo>
                    <a:pt x="16269" y="296650"/>
                  </a:lnTo>
                  <a:lnTo>
                    <a:pt x="13471" y="309193"/>
                  </a:lnTo>
                  <a:lnTo>
                    <a:pt x="11097" y="321878"/>
                  </a:lnTo>
                  <a:lnTo>
                    <a:pt x="9573" y="334703"/>
                  </a:lnTo>
                  <a:lnTo>
                    <a:pt x="9326" y="347664"/>
                  </a:lnTo>
                  <a:lnTo>
                    <a:pt x="22538" y="376523"/>
                  </a:lnTo>
                  <a:lnTo>
                    <a:pt x="55626" y="391442"/>
                  </a:lnTo>
                  <a:lnTo>
                    <a:pt x="103176" y="395898"/>
                  </a:lnTo>
                  <a:lnTo>
                    <a:pt x="159772" y="393370"/>
                  </a:lnTo>
                  <a:lnTo>
                    <a:pt x="203838" y="392704"/>
                  </a:lnTo>
                  <a:lnTo>
                    <a:pt x="231943" y="397964"/>
                  </a:lnTo>
                  <a:lnTo>
                    <a:pt x="265890" y="405426"/>
                  </a:lnTo>
                  <a:lnTo>
                    <a:pt x="327484" y="411369"/>
                  </a:lnTo>
                  <a:lnTo>
                    <a:pt x="397451" y="408663"/>
                  </a:lnTo>
                  <a:lnTo>
                    <a:pt x="444317" y="396426"/>
                  </a:lnTo>
                  <a:lnTo>
                    <a:pt x="471611" y="380284"/>
                  </a:lnTo>
                  <a:lnTo>
                    <a:pt x="482862" y="365863"/>
                  </a:lnTo>
                  <a:lnTo>
                    <a:pt x="476762" y="355507"/>
                  </a:lnTo>
                  <a:lnTo>
                    <a:pt x="454022" y="345019"/>
                  </a:lnTo>
                  <a:lnTo>
                    <a:pt x="419734" y="334168"/>
                  </a:lnTo>
                  <a:lnTo>
                    <a:pt x="357672" y="316670"/>
                  </a:lnTo>
                  <a:lnTo>
                    <a:pt x="313733" y="297599"/>
                  </a:lnTo>
                  <a:lnTo>
                    <a:pt x="275000" y="270362"/>
                  </a:lnTo>
                  <a:lnTo>
                    <a:pt x="199907" y="205103"/>
                  </a:lnTo>
                  <a:lnTo>
                    <a:pt x="171954" y="157437"/>
                  </a:lnTo>
                  <a:lnTo>
                    <a:pt x="159788" y="92960"/>
                  </a:lnTo>
                  <a:lnTo>
                    <a:pt x="157108" y="36249"/>
                  </a:lnTo>
                  <a:lnTo>
                    <a:pt x="157615" y="11884"/>
                  </a:lnTo>
                  <a:lnTo>
                    <a:pt x="7159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0800601" y="8385004"/>
              <a:ext cx="473709" cy="114935"/>
            </a:xfrm>
            <a:custGeom>
              <a:avLst/>
              <a:gdLst/>
              <a:ahLst/>
              <a:cxnLst/>
              <a:rect l="l" t="t" r="r" b="b"/>
              <a:pathLst>
                <a:path w="473709" h="114934">
                  <a:moveTo>
                    <a:pt x="6952" y="0"/>
                  </a:moveTo>
                  <a:lnTo>
                    <a:pt x="4149" y="12542"/>
                  </a:lnTo>
                  <a:lnTo>
                    <a:pt x="1772" y="25228"/>
                  </a:lnTo>
                  <a:lnTo>
                    <a:pt x="247" y="38052"/>
                  </a:lnTo>
                  <a:lnTo>
                    <a:pt x="0" y="51014"/>
                  </a:lnTo>
                  <a:lnTo>
                    <a:pt x="13211" y="79873"/>
                  </a:lnTo>
                  <a:lnTo>
                    <a:pt x="46299" y="94791"/>
                  </a:lnTo>
                  <a:lnTo>
                    <a:pt x="93849" y="99247"/>
                  </a:lnTo>
                  <a:lnTo>
                    <a:pt x="150445" y="96719"/>
                  </a:lnTo>
                  <a:lnTo>
                    <a:pt x="194513" y="96054"/>
                  </a:lnTo>
                  <a:lnTo>
                    <a:pt x="222621" y="101313"/>
                  </a:lnTo>
                  <a:lnTo>
                    <a:pt x="256572" y="108776"/>
                  </a:lnTo>
                  <a:lnTo>
                    <a:pt x="318168" y="114719"/>
                  </a:lnTo>
                  <a:lnTo>
                    <a:pt x="388129" y="112012"/>
                  </a:lnTo>
                  <a:lnTo>
                    <a:pt x="434991" y="99775"/>
                  </a:lnTo>
                  <a:lnTo>
                    <a:pt x="462284" y="83633"/>
                  </a:lnTo>
                  <a:lnTo>
                    <a:pt x="473535" y="69212"/>
                  </a:lnTo>
                  <a:lnTo>
                    <a:pt x="467442" y="58857"/>
                  </a:lnTo>
                  <a:lnTo>
                    <a:pt x="444705" y="48368"/>
                  </a:lnTo>
                  <a:lnTo>
                    <a:pt x="410417" y="37517"/>
                  </a:lnTo>
                  <a:lnTo>
                    <a:pt x="369674" y="26072"/>
                  </a:lnTo>
                  <a:lnTo>
                    <a:pt x="368962" y="27088"/>
                  </a:lnTo>
                  <a:lnTo>
                    <a:pt x="325742" y="47552"/>
                  </a:lnTo>
                  <a:lnTo>
                    <a:pt x="294374" y="56825"/>
                  </a:lnTo>
                  <a:lnTo>
                    <a:pt x="259592" y="57114"/>
                  </a:lnTo>
                  <a:lnTo>
                    <a:pt x="206129" y="50626"/>
                  </a:lnTo>
                  <a:lnTo>
                    <a:pt x="151035" y="39553"/>
                  </a:lnTo>
                  <a:lnTo>
                    <a:pt x="97953" y="24316"/>
                  </a:lnTo>
                  <a:lnTo>
                    <a:pt x="49166" y="9577"/>
                  </a:lnTo>
                  <a:lnTo>
                    <a:pt x="6952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0441394" y="8471101"/>
              <a:ext cx="1061085" cy="91440"/>
            </a:xfrm>
            <a:custGeom>
              <a:avLst/>
              <a:gdLst/>
              <a:ahLst/>
              <a:cxnLst/>
              <a:rect l="l" t="t" r="r" b="b"/>
              <a:pathLst>
                <a:path w="1061084" h="91440">
                  <a:moveTo>
                    <a:pt x="1060700" y="0"/>
                  </a:moveTo>
                  <a:lnTo>
                    <a:pt x="0" y="3465"/>
                  </a:lnTo>
                  <a:lnTo>
                    <a:pt x="282" y="90887"/>
                  </a:lnTo>
                  <a:lnTo>
                    <a:pt x="1060972" y="87421"/>
                  </a:lnTo>
                  <a:lnTo>
                    <a:pt x="1060700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276325" y="6612071"/>
              <a:ext cx="1762018" cy="1747309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8282032" y="5393931"/>
              <a:ext cx="488950" cy="278765"/>
            </a:xfrm>
            <a:custGeom>
              <a:avLst/>
              <a:gdLst/>
              <a:ahLst/>
              <a:cxnLst/>
              <a:rect l="l" t="t" r="r" b="b"/>
              <a:pathLst>
                <a:path w="488950" h="278764">
                  <a:moveTo>
                    <a:pt x="358324" y="0"/>
                  </a:moveTo>
                  <a:lnTo>
                    <a:pt x="27915" y="1078"/>
                  </a:lnTo>
                  <a:lnTo>
                    <a:pt x="0" y="29643"/>
                  </a:lnTo>
                  <a:lnTo>
                    <a:pt x="2236" y="40714"/>
                  </a:lnTo>
                  <a:lnTo>
                    <a:pt x="8266" y="49744"/>
                  </a:lnTo>
                  <a:lnTo>
                    <a:pt x="17186" y="55817"/>
                  </a:lnTo>
                  <a:lnTo>
                    <a:pt x="28093" y="58019"/>
                  </a:lnTo>
                  <a:lnTo>
                    <a:pt x="340659" y="56993"/>
                  </a:lnTo>
                  <a:lnTo>
                    <a:pt x="435546" y="262327"/>
                  </a:lnTo>
                  <a:lnTo>
                    <a:pt x="440058" y="269253"/>
                  </a:lnTo>
                  <a:lnTo>
                    <a:pt x="446110" y="274401"/>
                  </a:lnTo>
                  <a:lnTo>
                    <a:pt x="453244" y="277603"/>
                  </a:lnTo>
                  <a:lnTo>
                    <a:pt x="461001" y="278693"/>
                  </a:lnTo>
                  <a:lnTo>
                    <a:pt x="464959" y="278682"/>
                  </a:lnTo>
                  <a:lnTo>
                    <a:pt x="488880" y="249093"/>
                  </a:lnTo>
                  <a:lnTo>
                    <a:pt x="486236" y="238107"/>
                  </a:lnTo>
                  <a:lnTo>
                    <a:pt x="383757" y="16365"/>
                  </a:lnTo>
                  <a:lnTo>
                    <a:pt x="379362" y="9576"/>
                  </a:lnTo>
                  <a:lnTo>
                    <a:pt x="373389" y="4413"/>
                  </a:lnTo>
                  <a:lnTo>
                    <a:pt x="366241" y="1134"/>
                  </a:lnTo>
                  <a:lnTo>
                    <a:pt x="358324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8259204" y="5379580"/>
              <a:ext cx="325120" cy="86995"/>
            </a:xfrm>
            <a:custGeom>
              <a:avLst/>
              <a:gdLst/>
              <a:ahLst/>
              <a:cxnLst/>
              <a:rect l="l" t="t" r="r" b="b"/>
              <a:pathLst>
                <a:path w="325120" h="86995">
                  <a:moveTo>
                    <a:pt x="282347" y="0"/>
                  </a:moveTo>
                  <a:lnTo>
                    <a:pt x="42197" y="785"/>
                  </a:lnTo>
                  <a:lnTo>
                    <a:pt x="3289" y="27242"/>
                  </a:lnTo>
                  <a:lnTo>
                    <a:pt x="0" y="43967"/>
                  </a:lnTo>
                  <a:lnTo>
                    <a:pt x="3397" y="60668"/>
                  </a:lnTo>
                  <a:lnTo>
                    <a:pt x="12537" y="74322"/>
                  </a:lnTo>
                  <a:lnTo>
                    <a:pt x="26025" y="83523"/>
                  </a:lnTo>
                  <a:lnTo>
                    <a:pt x="42469" y="86866"/>
                  </a:lnTo>
                  <a:lnTo>
                    <a:pt x="282619" y="86081"/>
                  </a:lnTo>
                  <a:lnTo>
                    <a:pt x="299047" y="82632"/>
                  </a:lnTo>
                  <a:lnTo>
                    <a:pt x="312478" y="73342"/>
                  </a:lnTo>
                  <a:lnTo>
                    <a:pt x="321529" y="59628"/>
                  </a:lnTo>
                  <a:lnTo>
                    <a:pt x="324817" y="42909"/>
                  </a:lnTo>
                  <a:lnTo>
                    <a:pt x="321425" y="26206"/>
                  </a:lnTo>
                  <a:lnTo>
                    <a:pt x="312287" y="12549"/>
                  </a:lnTo>
                  <a:lnTo>
                    <a:pt x="298797" y="3344"/>
                  </a:lnTo>
                  <a:lnTo>
                    <a:pt x="282347" y="0"/>
                  </a:lnTo>
                  <a:close/>
                </a:path>
              </a:pathLst>
            </a:custGeom>
            <a:solidFill>
              <a:srgbClr val="85BC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354265" y="4566504"/>
              <a:ext cx="2904078" cy="4419208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17226382" y="8086159"/>
              <a:ext cx="1340485" cy="257810"/>
            </a:xfrm>
            <a:custGeom>
              <a:avLst/>
              <a:gdLst/>
              <a:ahLst/>
              <a:cxnLst/>
              <a:rect l="l" t="t" r="r" b="b"/>
              <a:pathLst>
                <a:path w="1340484" h="257809">
                  <a:moveTo>
                    <a:pt x="670241" y="0"/>
                  </a:moveTo>
                  <a:lnTo>
                    <a:pt x="597210" y="754"/>
                  </a:lnTo>
                  <a:lnTo>
                    <a:pt x="526458" y="2966"/>
                  </a:lnTo>
                  <a:lnTo>
                    <a:pt x="458392" y="6557"/>
                  </a:lnTo>
                  <a:lnTo>
                    <a:pt x="393422" y="11448"/>
                  </a:lnTo>
                  <a:lnTo>
                    <a:pt x="331956" y="17562"/>
                  </a:lnTo>
                  <a:lnTo>
                    <a:pt x="274404" y="24818"/>
                  </a:lnTo>
                  <a:lnTo>
                    <a:pt x="221174" y="33139"/>
                  </a:lnTo>
                  <a:lnTo>
                    <a:pt x="172675" y="42447"/>
                  </a:lnTo>
                  <a:lnTo>
                    <a:pt x="129316" y="52663"/>
                  </a:lnTo>
                  <a:lnTo>
                    <a:pt x="91507" y="63709"/>
                  </a:lnTo>
                  <a:lnTo>
                    <a:pt x="34169" y="87975"/>
                  </a:lnTo>
                  <a:lnTo>
                    <a:pt x="3932" y="114618"/>
                  </a:lnTo>
                  <a:lnTo>
                    <a:pt x="0" y="128634"/>
                  </a:lnTo>
                  <a:lnTo>
                    <a:pt x="3932" y="142651"/>
                  </a:lnTo>
                  <a:lnTo>
                    <a:pt x="34169" y="169294"/>
                  </a:lnTo>
                  <a:lnTo>
                    <a:pt x="91507" y="193560"/>
                  </a:lnTo>
                  <a:lnTo>
                    <a:pt x="129316" y="204605"/>
                  </a:lnTo>
                  <a:lnTo>
                    <a:pt x="172675" y="214821"/>
                  </a:lnTo>
                  <a:lnTo>
                    <a:pt x="221174" y="224129"/>
                  </a:lnTo>
                  <a:lnTo>
                    <a:pt x="274404" y="232451"/>
                  </a:lnTo>
                  <a:lnTo>
                    <a:pt x="331956" y="239707"/>
                  </a:lnTo>
                  <a:lnTo>
                    <a:pt x="393422" y="245820"/>
                  </a:lnTo>
                  <a:lnTo>
                    <a:pt x="458392" y="250711"/>
                  </a:lnTo>
                  <a:lnTo>
                    <a:pt x="526458" y="254302"/>
                  </a:lnTo>
                  <a:lnTo>
                    <a:pt x="597210" y="256514"/>
                  </a:lnTo>
                  <a:lnTo>
                    <a:pt x="670241" y="257269"/>
                  </a:lnTo>
                  <a:lnTo>
                    <a:pt x="743270" y="256514"/>
                  </a:lnTo>
                  <a:lnTo>
                    <a:pt x="814021" y="254302"/>
                  </a:lnTo>
                  <a:lnTo>
                    <a:pt x="882085" y="250711"/>
                  </a:lnTo>
                  <a:lnTo>
                    <a:pt x="947054" y="245820"/>
                  </a:lnTo>
                  <a:lnTo>
                    <a:pt x="1008518" y="239707"/>
                  </a:lnTo>
                  <a:lnTo>
                    <a:pt x="1066070" y="232451"/>
                  </a:lnTo>
                  <a:lnTo>
                    <a:pt x="1119299" y="224129"/>
                  </a:lnTo>
                  <a:lnTo>
                    <a:pt x="1167797" y="214821"/>
                  </a:lnTo>
                  <a:lnTo>
                    <a:pt x="1211156" y="204605"/>
                  </a:lnTo>
                  <a:lnTo>
                    <a:pt x="1248965" y="193560"/>
                  </a:lnTo>
                  <a:lnTo>
                    <a:pt x="1306303" y="169294"/>
                  </a:lnTo>
                  <a:lnTo>
                    <a:pt x="1336539" y="142651"/>
                  </a:lnTo>
                  <a:lnTo>
                    <a:pt x="1340472" y="128634"/>
                  </a:lnTo>
                  <a:lnTo>
                    <a:pt x="1336539" y="114618"/>
                  </a:lnTo>
                  <a:lnTo>
                    <a:pt x="1306303" y="87975"/>
                  </a:lnTo>
                  <a:lnTo>
                    <a:pt x="1248965" y="63709"/>
                  </a:lnTo>
                  <a:lnTo>
                    <a:pt x="1211156" y="52663"/>
                  </a:lnTo>
                  <a:lnTo>
                    <a:pt x="1167797" y="42447"/>
                  </a:lnTo>
                  <a:lnTo>
                    <a:pt x="1119299" y="33139"/>
                  </a:lnTo>
                  <a:lnTo>
                    <a:pt x="1066070" y="24818"/>
                  </a:lnTo>
                  <a:lnTo>
                    <a:pt x="1008518" y="17562"/>
                  </a:lnTo>
                  <a:lnTo>
                    <a:pt x="947054" y="11448"/>
                  </a:lnTo>
                  <a:lnTo>
                    <a:pt x="882085" y="6557"/>
                  </a:lnTo>
                  <a:lnTo>
                    <a:pt x="814021" y="2966"/>
                  </a:lnTo>
                  <a:lnTo>
                    <a:pt x="743270" y="754"/>
                  </a:lnTo>
                  <a:lnTo>
                    <a:pt x="67024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7623285" y="5606517"/>
              <a:ext cx="828040" cy="2538095"/>
            </a:xfrm>
            <a:custGeom>
              <a:avLst/>
              <a:gdLst/>
              <a:ahLst/>
              <a:cxnLst/>
              <a:rect l="l" t="t" r="r" b="b"/>
              <a:pathLst>
                <a:path w="828040" h="2538095">
                  <a:moveTo>
                    <a:pt x="827775" y="0"/>
                  </a:moveTo>
                  <a:lnTo>
                    <a:pt x="25067" y="0"/>
                  </a:lnTo>
                  <a:lnTo>
                    <a:pt x="0" y="438866"/>
                  </a:lnTo>
                  <a:lnTo>
                    <a:pt x="284899" y="2167485"/>
                  </a:lnTo>
                  <a:lnTo>
                    <a:pt x="321207" y="2390368"/>
                  </a:lnTo>
                  <a:lnTo>
                    <a:pt x="327717" y="2435171"/>
                  </a:lnTo>
                  <a:lnTo>
                    <a:pt x="322377" y="2465917"/>
                  </a:lnTo>
                  <a:lnTo>
                    <a:pt x="307146" y="2499560"/>
                  </a:lnTo>
                  <a:lnTo>
                    <a:pt x="291246" y="2526665"/>
                  </a:lnTo>
                  <a:lnTo>
                    <a:pt x="283897" y="2537797"/>
                  </a:lnTo>
                  <a:lnTo>
                    <a:pt x="493733" y="2531608"/>
                  </a:lnTo>
                  <a:lnTo>
                    <a:pt x="475191" y="2492566"/>
                  </a:lnTo>
                  <a:lnTo>
                    <a:pt x="459978" y="2450927"/>
                  </a:lnTo>
                  <a:lnTo>
                    <a:pt x="447356" y="2113412"/>
                  </a:lnTo>
                  <a:lnTo>
                    <a:pt x="429128" y="1451493"/>
                  </a:lnTo>
                  <a:lnTo>
                    <a:pt x="403642" y="498749"/>
                  </a:lnTo>
                  <a:lnTo>
                    <a:pt x="434698" y="500665"/>
                  </a:lnTo>
                  <a:lnTo>
                    <a:pt x="827775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7334715" y="3636202"/>
              <a:ext cx="1394689" cy="4663765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7610264" y="5458703"/>
              <a:ext cx="971787" cy="2285322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772164" y="3608016"/>
              <a:ext cx="2984254" cy="4937542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968205" y="4065554"/>
              <a:ext cx="1384643" cy="1719714"/>
            </a:xfrm>
            <a:prstGeom prst="rect">
              <a:avLst/>
            </a:prstGeom>
          </p:spPr>
        </p:pic>
        <p:sp>
          <p:nvSpPr>
            <p:cNvPr id="112" name="object 112" descr=""/>
            <p:cNvSpPr/>
            <p:nvPr/>
          </p:nvSpPr>
          <p:spPr>
            <a:xfrm>
              <a:off x="15980046" y="4603061"/>
              <a:ext cx="292100" cy="165100"/>
            </a:xfrm>
            <a:custGeom>
              <a:avLst/>
              <a:gdLst/>
              <a:ahLst/>
              <a:cxnLst/>
              <a:rect l="l" t="t" r="r" b="b"/>
              <a:pathLst>
                <a:path w="292100" h="165100">
                  <a:moveTo>
                    <a:pt x="16313" y="0"/>
                  </a:moveTo>
                  <a:lnTo>
                    <a:pt x="5479" y="85102"/>
                  </a:lnTo>
                  <a:lnTo>
                    <a:pt x="0" y="129671"/>
                  </a:lnTo>
                  <a:lnTo>
                    <a:pt x="68309" y="153256"/>
                  </a:lnTo>
                  <a:lnTo>
                    <a:pt x="128948" y="163853"/>
                  </a:lnTo>
                  <a:lnTo>
                    <a:pt x="181036" y="164772"/>
                  </a:lnTo>
                  <a:lnTo>
                    <a:pt x="223693" y="159323"/>
                  </a:lnTo>
                  <a:lnTo>
                    <a:pt x="256040" y="150816"/>
                  </a:lnTo>
                  <a:lnTo>
                    <a:pt x="277195" y="142561"/>
                  </a:lnTo>
                  <a:lnTo>
                    <a:pt x="291970" y="51862"/>
                  </a:lnTo>
                  <a:lnTo>
                    <a:pt x="16313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6617391" y="3775149"/>
              <a:ext cx="227965" cy="285115"/>
            </a:xfrm>
            <a:custGeom>
              <a:avLst/>
              <a:gdLst/>
              <a:ahLst/>
              <a:cxnLst/>
              <a:rect l="l" t="t" r="r" b="b"/>
              <a:pathLst>
                <a:path w="227965" h="285114">
                  <a:moveTo>
                    <a:pt x="24083" y="0"/>
                  </a:moveTo>
                  <a:lnTo>
                    <a:pt x="0" y="65413"/>
                  </a:lnTo>
                  <a:lnTo>
                    <a:pt x="20116" y="192719"/>
                  </a:lnTo>
                  <a:lnTo>
                    <a:pt x="50558" y="257982"/>
                  </a:lnTo>
                  <a:lnTo>
                    <a:pt x="112687" y="281747"/>
                  </a:lnTo>
                  <a:lnTo>
                    <a:pt x="227867" y="284558"/>
                  </a:lnTo>
                  <a:lnTo>
                    <a:pt x="227867" y="198425"/>
                  </a:lnTo>
                  <a:lnTo>
                    <a:pt x="188422" y="148910"/>
                  </a:lnTo>
                  <a:lnTo>
                    <a:pt x="103693" y="55300"/>
                  </a:lnTo>
                  <a:lnTo>
                    <a:pt x="24083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974064" y="3719983"/>
              <a:ext cx="77724" cy="97587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6572126" y="3383792"/>
              <a:ext cx="457354" cy="631404"/>
            </a:xfrm>
            <a:prstGeom prst="rect">
              <a:avLst/>
            </a:prstGeom>
          </p:spPr>
        </p:pic>
        <p:sp>
          <p:nvSpPr>
            <p:cNvPr id="116" name="object 116" descr=""/>
            <p:cNvSpPr/>
            <p:nvPr/>
          </p:nvSpPr>
          <p:spPr>
            <a:xfrm>
              <a:off x="16572123" y="3383904"/>
              <a:ext cx="457834" cy="631825"/>
            </a:xfrm>
            <a:custGeom>
              <a:avLst/>
              <a:gdLst/>
              <a:ahLst/>
              <a:cxnLst/>
              <a:rect l="l" t="t" r="r" b="b"/>
              <a:pathLst>
                <a:path w="457834" h="631825">
                  <a:moveTo>
                    <a:pt x="200926" y="0"/>
                  </a:moveTo>
                  <a:lnTo>
                    <a:pt x="157753" y="5965"/>
                  </a:lnTo>
                  <a:lnTo>
                    <a:pt x="116554" y="21477"/>
                  </a:lnTo>
                  <a:lnTo>
                    <a:pt x="78132" y="47226"/>
                  </a:lnTo>
                  <a:lnTo>
                    <a:pt x="45758" y="81965"/>
                  </a:lnTo>
                  <a:lnTo>
                    <a:pt x="23144" y="120964"/>
                  </a:lnTo>
                  <a:lnTo>
                    <a:pt x="8752" y="162210"/>
                  </a:lnTo>
                  <a:lnTo>
                    <a:pt x="1045" y="203693"/>
                  </a:lnTo>
                  <a:lnTo>
                    <a:pt x="0" y="257329"/>
                  </a:lnTo>
                  <a:lnTo>
                    <a:pt x="6510" y="301394"/>
                  </a:lnTo>
                  <a:lnTo>
                    <a:pt x="14714" y="331241"/>
                  </a:lnTo>
                  <a:lnTo>
                    <a:pt x="18751" y="342223"/>
                  </a:lnTo>
                  <a:lnTo>
                    <a:pt x="23616" y="365823"/>
                  </a:lnTo>
                  <a:lnTo>
                    <a:pt x="32238" y="415568"/>
                  </a:lnTo>
                  <a:lnTo>
                    <a:pt x="60120" y="504873"/>
                  </a:lnTo>
                  <a:lnTo>
                    <a:pt x="88941" y="553828"/>
                  </a:lnTo>
                  <a:lnTo>
                    <a:pt x="121615" y="588487"/>
                  </a:lnTo>
                  <a:lnTo>
                    <a:pt x="156196" y="611311"/>
                  </a:lnTo>
                  <a:lnTo>
                    <a:pt x="223300" y="631292"/>
                  </a:lnTo>
                  <a:lnTo>
                    <a:pt x="263025" y="628738"/>
                  </a:lnTo>
                  <a:lnTo>
                    <a:pt x="323848" y="592531"/>
                  </a:lnTo>
                  <a:lnTo>
                    <a:pt x="370854" y="530228"/>
                  </a:lnTo>
                  <a:lnTo>
                    <a:pt x="393921" y="487037"/>
                  </a:lnTo>
                  <a:lnTo>
                    <a:pt x="413866" y="441347"/>
                  </a:lnTo>
                  <a:lnTo>
                    <a:pt x="430436" y="394106"/>
                  </a:lnTo>
                  <a:lnTo>
                    <a:pt x="443376" y="346260"/>
                  </a:lnTo>
                  <a:lnTo>
                    <a:pt x="452434" y="298756"/>
                  </a:lnTo>
                  <a:lnTo>
                    <a:pt x="457356" y="252539"/>
                  </a:lnTo>
                  <a:lnTo>
                    <a:pt x="456945" y="207730"/>
                  </a:lnTo>
                  <a:lnTo>
                    <a:pt x="449288" y="165121"/>
                  </a:lnTo>
                  <a:lnTo>
                    <a:pt x="433134" y="125209"/>
                  </a:lnTo>
                  <a:lnTo>
                    <a:pt x="407232" y="88492"/>
                  </a:lnTo>
                  <a:lnTo>
                    <a:pt x="352924" y="43339"/>
                  </a:lnTo>
                  <a:lnTo>
                    <a:pt x="289979" y="13939"/>
                  </a:lnTo>
                  <a:lnTo>
                    <a:pt x="245269" y="2888"/>
                  </a:lnTo>
                  <a:lnTo>
                    <a:pt x="200926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7008488" y="3538732"/>
              <a:ext cx="38735" cy="193675"/>
            </a:xfrm>
            <a:custGeom>
              <a:avLst/>
              <a:gdLst/>
              <a:ahLst/>
              <a:cxnLst/>
              <a:rect l="l" t="t" r="r" b="b"/>
              <a:pathLst>
                <a:path w="38734" h="193675">
                  <a:moveTo>
                    <a:pt x="19657" y="0"/>
                  </a:moveTo>
                  <a:lnTo>
                    <a:pt x="9850" y="11437"/>
                  </a:lnTo>
                  <a:lnTo>
                    <a:pt x="2741" y="30646"/>
                  </a:lnTo>
                  <a:lnTo>
                    <a:pt x="0" y="40790"/>
                  </a:lnTo>
                  <a:lnTo>
                    <a:pt x="4799" y="99607"/>
                  </a:lnTo>
                  <a:lnTo>
                    <a:pt x="7061" y="135125"/>
                  </a:lnTo>
                  <a:lnTo>
                    <a:pt x="7381" y="161662"/>
                  </a:lnTo>
                  <a:lnTo>
                    <a:pt x="6355" y="193539"/>
                  </a:lnTo>
                  <a:lnTo>
                    <a:pt x="28401" y="112574"/>
                  </a:lnTo>
                  <a:lnTo>
                    <a:pt x="38264" y="66797"/>
                  </a:lnTo>
                  <a:lnTo>
                    <a:pt x="38206" y="39298"/>
                  </a:lnTo>
                  <a:lnTo>
                    <a:pt x="30491" y="13168"/>
                  </a:lnTo>
                  <a:lnTo>
                    <a:pt x="1965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6544304" y="3658229"/>
              <a:ext cx="90633" cy="115186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16054680" y="5555367"/>
              <a:ext cx="932180" cy="2453005"/>
            </a:xfrm>
            <a:custGeom>
              <a:avLst/>
              <a:gdLst/>
              <a:ahLst/>
              <a:cxnLst/>
              <a:rect l="l" t="t" r="r" b="b"/>
              <a:pathLst>
                <a:path w="932180" h="2453004">
                  <a:moveTo>
                    <a:pt x="492937" y="227812"/>
                  </a:moveTo>
                  <a:lnTo>
                    <a:pt x="244513" y="0"/>
                  </a:lnTo>
                  <a:lnTo>
                    <a:pt x="141782" y="1351508"/>
                  </a:lnTo>
                  <a:lnTo>
                    <a:pt x="0" y="2411946"/>
                  </a:lnTo>
                  <a:lnTo>
                    <a:pt x="267487" y="2423579"/>
                  </a:lnTo>
                  <a:lnTo>
                    <a:pt x="92621" y="2412009"/>
                  </a:lnTo>
                  <a:lnTo>
                    <a:pt x="166357" y="1973059"/>
                  </a:lnTo>
                  <a:lnTo>
                    <a:pt x="170294" y="1948992"/>
                  </a:lnTo>
                  <a:lnTo>
                    <a:pt x="173342" y="1924723"/>
                  </a:lnTo>
                  <a:lnTo>
                    <a:pt x="177025" y="1900631"/>
                  </a:lnTo>
                  <a:lnTo>
                    <a:pt x="182816" y="1877047"/>
                  </a:lnTo>
                  <a:lnTo>
                    <a:pt x="197040" y="1827822"/>
                  </a:lnTo>
                  <a:lnTo>
                    <a:pt x="210286" y="1774024"/>
                  </a:lnTo>
                  <a:lnTo>
                    <a:pt x="222542" y="1717636"/>
                  </a:lnTo>
                  <a:lnTo>
                    <a:pt x="233781" y="1660690"/>
                  </a:lnTo>
                  <a:lnTo>
                    <a:pt x="243979" y="1605153"/>
                  </a:lnTo>
                  <a:lnTo>
                    <a:pt x="268109" y="1467040"/>
                  </a:lnTo>
                  <a:lnTo>
                    <a:pt x="273913" y="1437157"/>
                  </a:lnTo>
                  <a:lnTo>
                    <a:pt x="281228" y="1396911"/>
                  </a:lnTo>
                  <a:lnTo>
                    <a:pt x="287528" y="1350492"/>
                  </a:lnTo>
                  <a:lnTo>
                    <a:pt x="292874" y="1298702"/>
                  </a:lnTo>
                  <a:lnTo>
                    <a:pt x="297319" y="1242314"/>
                  </a:lnTo>
                  <a:lnTo>
                    <a:pt x="300939" y="1182141"/>
                  </a:lnTo>
                  <a:lnTo>
                    <a:pt x="303809" y="1118971"/>
                  </a:lnTo>
                  <a:lnTo>
                    <a:pt x="305993" y="1053617"/>
                  </a:lnTo>
                  <a:lnTo>
                    <a:pt x="307568" y="986853"/>
                  </a:lnTo>
                  <a:lnTo>
                    <a:pt x="308584" y="919492"/>
                  </a:lnTo>
                  <a:lnTo>
                    <a:pt x="309130" y="852335"/>
                  </a:lnTo>
                  <a:lnTo>
                    <a:pt x="309270" y="786155"/>
                  </a:lnTo>
                  <a:lnTo>
                    <a:pt x="309067" y="721766"/>
                  </a:lnTo>
                  <a:lnTo>
                    <a:pt x="308597" y="659968"/>
                  </a:lnTo>
                  <a:lnTo>
                    <a:pt x="307111" y="547306"/>
                  </a:lnTo>
                  <a:lnTo>
                    <a:pt x="303314" y="354228"/>
                  </a:lnTo>
                  <a:lnTo>
                    <a:pt x="306273" y="313004"/>
                  </a:lnTo>
                  <a:lnTo>
                    <a:pt x="327012" y="286092"/>
                  </a:lnTo>
                  <a:lnTo>
                    <a:pt x="383311" y="261645"/>
                  </a:lnTo>
                  <a:lnTo>
                    <a:pt x="492937" y="227812"/>
                  </a:lnTo>
                  <a:close/>
                </a:path>
                <a:path w="932180" h="2453004">
                  <a:moveTo>
                    <a:pt x="932141" y="2447213"/>
                  </a:moveTo>
                  <a:lnTo>
                    <a:pt x="921270" y="2401430"/>
                  </a:lnTo>
                  <a:lnTo>
                    <a:pt x="898042" y="2289111"/>
                  </a:lnTo>
                  <a:lnTo>
                    <a:pt x="876515" y="2147760"/>
                  </a:lnTo>
                  <a:lnTo>
                    <a:pt x="870762" y="2014905"/>
                  </a:lnTo>
                  <a:lnTo>
                    <a:pt x="879525" y="1789607"/>
                  </a:lnTo>
                  <a:lnTo>
                    <a:pt x="861288" y="1565414"/>
                  </a:lnTo>
                  <a:lnTo>
                    <a:pt x="796988" y="1208163"/>
                  </a:lnTo>
                  <a:lnTo>
                    <a:pt x="667575" y="583666"/>
                  </a:lnTo>
                  <a:lnTo>
                    <a:pt x="796632" y="2452649"/>
                  </a:lnTo>
                  <a:lnTo>
                    <a:pt x="932141" y="2447213"/>
                  </a:lnTo>
                  <a:close/>
                </a:path>
              </a:pathLst>
            </a:custGeom>
            <a:solidFill>
              <a:srgbClr val="036F79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5968206" y="4191585"/>
              <a:ext cx="909955" cy="1595120"/>
            </a:xfrm>
            <a:custGeom>
              <a:avLst/>
              <a:gdLst/>
              <a:ahLst/>
              <a:cxnLst/>
              <a:rect l="l" t="t" r="r" b="b"/>
              <a:pathLst>
                <a:path w="909955" h="1595120">
                  <a:moveTo>
                    <a:pt x="323219" y="510322"/>
                  </a:moveTo>
                  <a:lnTo>
                    <a:pt x="314436" y="511856"/>
                  </a:lnTo>
                  <a:lnTo>
                    <a:pt x="309586" y="518307"/>
                  </a:lnTo>
                  <a:lnTo>
                    <a:pt x="307452" y="1519564"/>
                  </a:lnTo>
                  <a:lnTo>
                    <a:pt x="535029" y="1594442"/>
                  </a:lnTo>
                  <a:lnTo>
                    <a:pt x="536832" y="1594835"/>
                  </a:lnTo>
                  <a:lnTo>
                    <a:pt x="837957" y="1594835"/>
                  </a:lnTo>
                  <a:lnTo>
                    <a:pt x="909685" y="1570065"/>
                  </a:lnTo>
                  <a:lnTo>
                    <a:pt x="812748" y="1510667"/>
                  </a:lnTo>
                  <a:lnTo>
                    <a:pt x="628492" y="1361418"/>
                  </a:lnTo>
                  <a:lnTo>
                    <a:pt x="516748" y="1165735"/>
                  </a:lnTo>
                  <a:lnTo>
                    <a:pt x="637348" y="967036"/>
                  </a:lnTo>
                  <a:lnTo>
                    <a:pt x="672950" y="941986"/>
                  </a:lnTo>
                  <a:lnTo>
                    <a:pt x="690814" y="923985"/>
                  </a:lnTo>
                  <a:lnTo>
                    <a:pt x="638229" y="894261"/>
                  </a:lnTo>
                  <a:lnTo>
                    <a:pt x="607405" y="890346"/>
                  </a:lnTo>
                  <a:lnTo>
                    <a:pt x="574842" y="885017"/>
                  </a:lnTo>
                  <a:lnTo>
                    <a:pt x="515170" y="864471"/>
                  </a:lnTo>
                  <a:lnTo>
                    <a:pt x="459455" y="799540"/>
                  </a:lnTo>
                  <a:lnTo>
                    <a:pt x="429769" y="747829"/>
                  </a:lnTo>
                  <a:lnTo>
                    <a:pt x="404018" y="694406"/>
                  </a:lnTo>
                  <a:lnTo>
                    <a:pt x="381886" y="642376"/>
                  </a:lnTo>
                  <a:lnTo>
                    <a:pt x="347213" y="554923"/>
                  </a:lnTo>
                  <a:lnTo>
                    <a:pt x="334040" y="525713"/>
                  </a:lnTo>
                  <a:lnTo>
                    <a:pt x="323219" y="510322"/>
                  </a:lnTo>
                  <a:close/>
                </a:path>
                <a:path w="909955" h="1595120">
                  <a:moveTo>
                    <a:pt x="176986" y="0"/>
                  </a:moveTo>
                  <a:lnTo>
                    <a:pt x="91369" y="59111"/>
                  </a:lnTo>
                  <a:lnTo>
                    <a:pt x="55049" y="130730"/>
                  </a:lnTo>
                  <a:lnTo>
                    <a:pt x="29357" y="273490"/>
                  </a:lnTo>
                  <a:lnTo>
                    <a:pt x="0" y="536729"/>
                  </a:lnTo>
                  <a:lnTo>
                    <a:pt x="0" y="536867"/>
                  </a:lnTo>
                  <a:lnTo>
                    <a:pt x="105234" y="583672"/>
                  </a:lnTo>
                  <a:lnTo>
                    <a:pt x="171436" y="600638"/>
                  </a:lnTo>
                  <a:lnTo>
                    <a:pt x="226599" y="588985"/>
                  </a:lnTo>
                  <a:lnTo>
                    <a:pt x="278304" y="560996"/>
                  </a:lnTo>
                  <a:lnTo>
                    <a:pt x="260135" y="560996"/>
                  </a:lnTo>
                  <a:lnTo>
                    <a:pt x="238731" y="548969"/>
                  </a:lnTo>
                  <a:lnTo>
                    <a:pt x="206467" y="481328"/>
                  </a:lnTo>
                  <a:lnTo>
                    <a:pt x="195225" y="437555"/>
                  </a:lnTo>
                  <a:lnTo>
                    <a:pt x="187894" y="394625"/>
                  </a:lnTo>
                  <a:lnTo>
                    <a:pt x="184627" y="351301"/>
                  </a:lnTo>
                  <a:lnTo>
                    <a:pt x="185387" y="307851"/>
                  </a:lnTo>
                  <a:lnTo>
                    <a:pt x="190136" y="264544"/>
                  </a:lnTo>
                  <a:lnTo>
                    <a:pt x="196615" y="219687"/>
                  </a:lnTo>
                  <a:lnTo>
                    <a:pt x="202333" y="170483"/>
                  </a:lnTo>
                  <a:lnTo>
                    <a:pt x="206074" y="120953"/>
                  </a:lnTo>
                  <a:lnTo>
                    <a:pt x="206624" y="75118"/>
                  </a:lnTo>
                  <a:lnTo>
                    <a:pt x="202769" y="37000"/>
                  </a:lnTo>
                  <a:lnTo>
                    <a:pt x="193295" y="10620"/>
                  </a:lnTo>
                  <a:lnTo>
                    <a:pt x="176986" y="0"/>
                  </a:lnTo>
                  <a:close/>
                </a:path>
                <a:path w="909955" h="1595120">
                  <a:moveTo>
                    <a:pt x="303683" y="526158"/>
                  </a:moveTo>
                  <a:lnTo>
                    <a:pt x="285307" y="550598"/>
                  </a:lnTo>
                  <a:lnTo>
                    <a:pt x="260135" y="560996"/>
                  </a:lnTo>
                  <a:lnTo>
                    <a:pt x="278304" y="560996"/>
                  </a:lnTo>
                  <a:lnTo>
                    <a:pt x="298730" y="549939"/>
                  </a:lnTo>
                  <a:lnTo>
                    <a:pt x="303683" y="526158"/>
                  </a:lnTo>
                  <a:close/>
                </a:path>
                <a:path w="909955" h="1595120">
                  <a:moveTo>
                    <a:pt x="309630" y="497605"/>
                  </a:moveTo>
                  <a:lnTo>
                    <a:pt x="303683" y="526158"/>
                  </a:lnTo>
                  <a:lnTo>
                    <a:pt x="309586" y="518307"/>
                  </a:lnTo>
                  <a:lnTo>
                    <a:pt x="309630" y="497605"/>
                  </a:lnTo>
                  <a:close/>
                </a:path>
              </a:pathLst>
            </a:custGeom>
            <a:solidFill>
              <a:srgbClr val="034651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5930785" y="4737483"/>
              <a:ext cx="792480" cy="537210"/>
            </a:xfrm>
            <a:custGeom>
              <a:avLst/>
              <a:gdLst/>
              <a:ahLst/>
              <a:cxnLst/>
              <a:rect l="l" t="t" r="r" b="b"/>
              <a:pathLst>
                <a:path w="792480" h="537210">
                  <a:moveTo>
                    <a:pt x="52290" y="0"/>
                  </a:moveTo>
                  <a:lnTo>
                    <a:pt x="17559" y="256497"/>
                  </a:lnTo>
                  <a:lnTo>
                    <a:pt x="1480" y="390799"/>
                  </a:lnTo>
                  <a:lnTo>
                    <a:pt x="0" y="446829"/>
                  </a:lnTo>
                  <a:lnTo>
                    <a:pt x="9066" y="468509"/>
                  </a:lnTo>
                  <a:lnTo>
                    <a:pt x="39642" y="506578"/>
                  </a:lnTo>
                  <a:lnTo>
                    <a:pt x="86514" y="531503"/>
                  </a:lnTo>
                  <a:lnTo>
                    <a:pt x="135578" y="536600"/>
                  </a:lnTo>
                  <a:lnTo>
                    <a:pt x="167426" y="534744"/>
                  </a:lnTo>
                  <a:lnTo>
                    <a:pt x="249044" y="520639"/>
                  </a:lnTo>
                  <a:lnTo>
                    <a:pt x="300127" y="507759"/>
                  </a:lnTo>
                  <a:lnTo>
                    <a:pt x="358937" y="490571"/>
                  </a:lnTo>
                  <a:lnTo>
                    <a:pt x="426129" y="468760"/>
                  </a:lnTo>
                  <a:lnTo>
                    <a:pt x="502363" y="442009"/>
                  </a:lnTo>
                  <a:lnTo>
                    <a:pt x="588294" y="410002"/>
                  </a:lnTo>
                  <a:lnTo>
                    <a:pt x="684581" y="372422"/>
                  </a:lnTo>
                  <a:lnTo>
                    <a:pt x="791880" y="328953"/>
                  </a:lnTo>
                  <a:lnTo>
                    <a:pt x="759179" y="243908"/>
                  </a:lnTo>
                  <a:lnTo>
                    <a:pt x="280901" y="278797"/>
                  </a:lnTo>
                  <a:lnTo>
                    <a:pt x="319758" y="12648"/>
                  </a:lnTo>
                  <a:lnTo>
                    <a:pt x="269854" y="18460"/>
                  </a:lnTo>
                  <a:lnTo>
                    <a:pt x="224047" y="21798"/>
                  </a:lnTo>
                  <a:lnTo>
                    <a:pt x="178209" y="21187"/>
                  </a:lnTo>
                  <a:lnTo>
                    <a:pt x="132592" y="16643"/>
                  </a:lnTo>
                  <a:lnTo>
                    <a:pt x="87451" y="8177"/>
                  </a:lnTo>
                  <a:lnTo>
                    <a:pt x="5229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2" name="object 122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6781575" y="4947419"/>
              <a:ext cx="226353" cy="213263"/>
            </a:xfrm>
            <a:prstGeom prst="rect">
              <a:avLst/>
            </a:prstGeom>
          </p:spPr>
        </p:pic>
        <p:sp>
          <p:nvSpPr>
            <p:cNvPr id="123" name="object 123" descr=""/>
            <p:cNvSpPr/>
            <p:nvPr/>
          </p:nvSpPr>
          <p:spPr>
            <a:xfrm>
              <a:off x="16598379" y="4954104"/>
              <a:ext cx="279400" cy="159385"/>
            </a:xfrm>
            <a:custGeom>
              <a:avLst/>
              <a:gdLst/>
              <a:ahLst/>
              <a:cxnLst/>
              <a:rect l="l" t="t" r="r" b="b"/>
              <a:pathLst>
                <a:path w="279400" h="159385">
                  <a:moveTo>
                    <a:pt x="279227" y="0"/>
                  </a:moveTo>
                  <a:lnTo>
                    <a:pt x="109891" y="17203"/>
                  </a:lnTo>
                  <a:lnTo>
                    <a:pt x="14250" y="41328"/>
                  </a:lnTo>
                  <a:lnTo>
                    <a:pt x="0" y="159209"/>
                  </a:lnTo>
                  <a:lnTo>
                    <a:pt x="42101" y="144959"/>
                  </a:lnTo>
                  <a:lnTo>
                    <a:pt x="66470" y="138506"/>
                  </a:lnTo>
                  <a:lnTo>
                    <a:pt x="82406" y="138315"/>
                  </a:lnTo>
                  <a:lnTo>
                    <a:pt x="99211" y="142854"/>
                  </a:lnTo>
                  <a:lnTo>
                    <a:pt x="138508" y="145214"/>
                  </a:lnTo>
                  <a:lnTo>
                    <a:pt x="198508" y="142085"/>
                  </a:lnTo>
                  <a:lnTo>
                    <a:pt x="253421" y="137357"/>
                  </a:lnTo>
                  <a:lnTo>
                    <a:pt x="277457" y="134917"/>
                  </a:lnTo>
                  <a:lnTo>
                    <a:pt x="279227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6589108" y="4474368"/>
              <a:ext cx="1371600" cy="687705"/>
            </a:xfrm>
            <a:custGeom>
              <a:avLst/>
              <a:gdLst/>
              <a:ahLst/>
              <a:cxnLst/>
              <a:rect l="l" t="t" r="r" b="b"/>
              <a:pathLst>
                <a:path w="1371600" h="687704">
                  <a:moveTo>
                    <a:pt x="1371498" y="0"/>
                  </a:moveTo>
                  <a:lnTo>
                    <a:pt x="453415" y="12242"/>
                  </a:lnTo>
                  <a:lnTo>
                    <a:pt x="345414" y="624814"/>
                  </a:lnTo>
                  <a:lnTo>
                    <a:pt x="0" y="629412"/>
                  </a:lnTo>
                  <a:lnTo>
                    <a:pt x="774" y="687489"/>
                  </a:lnTo>
                  <a:lnTo>
                    <a:pt x="335153" y="683031"/>
                  </a:lnTo>
                  <a:lnTo>
                    <a:pt x="1247101" y="679932"/>
                  </a:lnTo>
                  <a:lnTo>
                    <a:pt x="1371498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7469507" y="4943956"/>
              <a:ext cx="423545" cy="236854"/>
            </a:xfrm>
            <a:custGeom>
              <a:avLst/>
              <a:gdLst/>
              <a:ahLst/>
              <a:cxnLst/>
              <a:rect l="l" t="t" r="r" b="b"/>
              <a:pathLst>
                <a:path w="423544" h="236854">
                  <a:moveTo>
                    <a:pt x="272578" y="51275"/>
                  </a:moveTo>
                  <a:lnTo>
                    <a:pt x="256940" y="59038"/>
                  </a:lnTo>
                  <a:lnTo>
                    <a:pt x="240689" y="81556"/>
                  </a:lnTo>
                  <a:lnTo>
                    <a:pt x="225662" y="109710"/>
                  </a:lnTo>
                  <a:lnTo>
                    <a:pt x="213700" y="134383"/>
                  </a:lnTo>
                  <a:lnTo>
                    <a:pt x="205526" y="150490"/>
                  </a:lnTo>
                  <a:lnTo>
                    <a:pt x="197350" y="163779"/>
                  </a:lnTo>
                  <a:lnTo>
                    <a:pt x="184265" y="181377"/>
                  </a:lnTo>
                  <a:lnTo>
                    <a:pt x="161366" y="210412"/>
                  </a:lnTo>
                  <a:lnTo>
                    <a:pt x="0" y="211291"/>
                  </a:lnTo>
                  <a:lnTo>
                    <a:pt x="98187" y="228778"/>
                  </a:lnTo>
                  <a:lnTo>
                    <a:pt x="167697" y="235952"/>
                  </a:lnTo>
                  <a:lnTo>
                    <a:pt x="214389" y="236504"/>
                  </a:lnTo>
                  <a:lnTo>
                    <a:pt x="262766" y="232516"/>
                  </a:lnTo>
                  <a:lnTo>
                    <a:pt x="280002" y="232129"/>
                  </a:lnTo>
                  <a:lnTo>
                    <a:pt x="295196" y="230746"/>
                  </a:lnTo>
                  <a:lnTo>
                    <a:pt x="309984" y="228037"/>
                  </a:lnTo>
                  <a:lnTo>
                    <a:pt x="326000" y="223668"/>
                  </a:lnTo>
                  <a:lnTo>
                    <a:pt x="339510" y="221143"/>
                  </a:lnTo>
                  <a:lnTo>
                    <a:pt x="375146" y="221143"/>
                  </a:lnTo>
                  <a:lnTo>
                    <a:pt x="376156" y="221019"/>
                  </a:lnTo>
                  <a:lnTo>
                    <a:pt x="393424" y="195515"/>
                  </a:lnTo>
                  <a:lnTo>
                    <a:pt x="407531" y="145869"/>
                  </a:lnTo>
                  <a:lnTo>
                    <a:pt x="307467" y="145869"/>
                  </a:lnTo>
                  <a:lnTo>
                    <a:pt x="308603" y="139681"/>
                  </a:lnTo>
                  <a:lnTo>
                    <a:pt x="255133" y="139681"/>
                  </a:lnTo>
                  <a:lnTo>
                    <a:pt x="260688" y="126171"/>
                  </a:lnTo>
                  <a:lnTo>
                    <a:pt x="271214" y="96805"/>
                  </a:lnTo>
                  <a:lnTo>
                    <a:pt x="278130" y="66582"/>
                  </a:lnTo>
                  <a:lnTo>
                    <a:pt x="272578" y="51275"/>
                  </a:lnTo>
                  <a:close/>
                </a:path>
                <a:path w="423544" h="236854">
                  <a:moveTo>
                    <a:pt x="375146" y="221143"/>
                  </a:moveTo>
                  <a:lnTo>
                    <a:pt x="339510" y="221143"/>
                  </a:lnTo>
                  <a:lnTo>
                    <a:pt x="359577" y="223050"/>
                  </a:lnTo>
                  <a:lnTo>
                    <a:pt x="375146" y="221143"/>
                  </a:lnTo>
                  <a:close/>
                </a:path>
                <a:path w="423544" h="236854">
                  <a:moveTo>
                    <a:pt x="390323" y="0"/>
                  </a:moveTo>
                  <a:lnTo>
                    <a:pt x="365109" y="2779"/>
                  </a:lnTo>
                  <a:lnTo>
                    <a:pt x="348074" y="18901"/>
                  </a:lnTo>
                  <a:lnTo>
                    <a:pt x="331449" y="62039"/>
                  </a:lnTo>
                  <a:lnTo>
                    <a:pt x="307467" y="145869"/>
                  </a:lnTo>
                  <a:lnTo>
                    <a:pt x="407531" y="145869"/>
                  </a:lnTo>
                  <a:lnTo>
                    <a:pt x="409123" y="140264"/>
                  </a:lnTo>
                  <a:lnTo>
                    <a:pt x="410582" y="131734"/>
                  </a:lnTo>
                  <a:lnTo>
                    <a:pt x="361978" y="131734"/>
                  </a:lnTo>
                  <a:lnTo>
                    <a:pt x="366952" y="110957"/>
                  </a:lnTo>
                  <a:lnTo>
                    <a:pt x="367093" y="110484"/>
                  </a:lnTo>
                  <a:lnTo>
                    <a:pt x="374455" y="75668"/>
                  </a:lnTo>
                  <a:lnTo>
                    <a:pt x="390323" y="0"/>
                  </a:lnTo>
                  <a:close/>
                </a:path>
                <a:path w="423544" h="236854">
                  <a:moveTo>
                    <a:pt x="330356" y="21224"/>
                  </a:moveTo>
                  <a:lnTo>
                    <a:pt x="312012" y="27545"/>
                  </a:lnTo>
                  <a:lnTo>
                    <a:pt x="298061" y="41992"/>
                  </a:lnTo>
                  <a:lnTo>
                    <a:pt x="281452" y="75668"/>
                  </a:lnTo>
                  <a:lnTo>
                    <a:pt x="255133" y="139681"/>
                  </a:lnTo>
                  <a:lnTo>
                    <a:pt x="308603" y="139681"/>
                  </a:lnTo>
                  <a:lnTo>
                    <a:pt x="330356" y="21224"/>
                  </a:lnTo>
                  <a:close/>
                </a:path>
                <a:path w="423544" h="236854">
                  <a:moveTo>
                    <a:pt x="367093" y="110484"/>
                  </a:moveTo>
                  <a:lnTo>
                    <a:pt x="366952" y="110957"/>
                  </a:lnTo>
                  <a:lnTo>
                    <a:pt x="361978" y="131734"/>
                  </a:lnTo>
                  <a:lnTo>
                    <a:pt x="362421" y="131660"/>
                  </a:lnTo>
                  <a:lnTo>
                    <a:pt x="365521" y="117913"/>
                  </a:lnTo>
                  <a:lnTo>
                    <a:pt x="367093" y="110484"/>
                  </a:lnTo>
                  <a:close/>
                </a:path>
                <a:path w="423544" h="236854">
                  <a:moveTo>
                    <a:pt x="415400" y="3539"/>
                  </a:moveTo>
                  <a:lnTo>
                    <a:pt x="396933" y="25311"/>
                  </a:lnTo>
                  <a:lnTo>
                    <a:pt x="379693" y="68300"/>
                  </a:lnTo>
                  <a:lnTo>
                    <a:pt x="367093" y="110484"/>
                  </a:lnTo>
                  <a:lnTo>
                    <a:pt x="365521" y="117913"/>
                  </a:lnTo>
                  <a:lnTo>
                    <a:pt x="362421" y="131660"/>
                  </a:lnTo>
                  <a:lnTo>
                    <a:pt x="361978" y="131734"/>
                  </a:lnTo>
                  <a:lnTo>
                    <a:pt x="410582" y="131734"/>
                  </a:lnTo>
                  <a:lnTo>
                    <a:pt x="420113" y="76016"/>
                  </a:lnTo>
                  <a:lnTo>
                    <a:pt x="423252" y="23524"/>
                  </a:lnTo>
                  <a:lnTo>
                    <a:pt x="415400" y="3539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6024494" y="7978638"/>
              <a:ext cx="572135" cy="473709"/>
            </a:xfrm>
            <a:custGeom>
              <a:avLst/>
              <a:gdLst/>
              <a:ahLst/>
              <a:cxnLst/>
              <a:rect l="l" t="t" r="r" b="b"/>
              <a:pathLst>
                <a:path w="572134" h="473709">
                  <a:moveTo>
                    <a:pt x="204647" y="0"/>
                  </a:moveTo>
                  <a:lnTo>
                    <a:pt x="163467" y="7065"/>
                  </a:lnTo>
                  <a:lnTo>
                    <a:pt x="125156" y="17310"/>
                  </a:lnTo>
                  <a:lnTo>
                    <a:pt x="100321" y="26692"/>
                  </a:lnTo>
                  <a:lnTo>
                    <a:pt x="86464" y="29206"/>
                  </a:lnTo>
                  <a:lnTo>
                    <a:pt x="72864" y="25751"/>
                  </a:lnTo>
                  <a:lnTo>
                    <a:pt x="57823" y="22621"/>
                  </a:lnTo>
                  <a:lnTo>
                    <a:pt x="39642" y="26106"/>
                  </a:lnTo>
                  <a:lnTo>
                    <a:pt x="13113" y="101158"/>
                  </a:lnTo>
                  <a:lnTo>
                    <a:pt x="4839" y="160253"/>
                  </a:lnTo>
                  <a:lnTo>
                    <a:pt x="353" y="212336"/>
                  </a:lnTo>
                  <a:lnTo>
                    <a:pt x="0" y="241366"/>
                  </a:lnTo>
                  <a:lnTo>
                    <a:pt x="10703" y="258236"/>
                  </a:lnTo>
                  <a:lnTo>
                    <a:pt x="35953" y="277876"/>
                  </a:lnTo>
                  <a:lnTo>
                    <a:pt x="72293" y="299420"/>
                  </a:lnTo>
                  <a:lnTo>
                    <a:pt x="116268" y="322003"/>
                  </a:lnTo>
                  <a:lnTo>
                    <a:pt x="147191" y="344206"/>
                  </a:lnTo>
                  <a:lnTo>
                    <a:pt x="180886" y="376544"/>
                  </a:lnTo>
                  <a:lnTo>
                    <a:pt x="219587" y="412034"/>
                  </a:lnTo>
                  <a:lnTo>
                    <a:pt x="265528" y="443691"/>
                  </a:lnTo>
                  <a:lnTo>
                    <a:pt x="320943" y="464532"/>
                  </a:lnTo>
                  <a:lnTo>
                    <a:pt x="384637" y="472973"/>
                  </a:lnTo>
                  <a:lnTo>
                    <a:pt x="448781" y="473322"/>
                  </a:lnTo>
                  <a:lnTo>
                    <a:pt x="505659" y="467416"/>
                  </a:lnTo>
                  <a:lnTo>
                    <a:pt x="547553" y="457092"/>
                  </a:lnTo>
                  <a:lnTo>
                    <a:pt x="566747" y="444188"/>
                  </a:lnTo>
                  <a:lnTo>
                    <a:pt x="572054" y="425803"/>
                  </a:lnTo>
                  <a:lnTo>
                    <a:pt x="571019" y="403621"/>
                  </a:lnTo>
                  <a:lnTo>
                    <a:pt x="557991" y="376142"/>
                  </a:lnTo>
                  <a:lnTo>
                    <a:pt x="527324" y="341866"/>
                  </a:lnTo>
                  <a:lnTo>
                    <a:pt x="496458" y="312928"/>
                  </a:lnTo>
                  <a:lnTo>
                    <a:pt x="461936" y="279862"/>
                  </a:lnTo>
                  <a:lnTo>
                    <a:pt x="425976" y="244918"/>
                  </a:lnTo>
                  <a:lnTo>
                    <a:pt x="390799" y="210348"/>
                  </a:lnTo>
                  <a:lnTo>
                    <a:pt x="358627" y="178405"/>
                  </a:lnTo>
                  <a:lnTo>
                    <a:pt x="329777" y="141303"/>
                  </a:lnTo>
                  <a:lnTo>
                    <a:pt x="303169" y="95826"/>
                  </a:lnTo>
                  <a:lnTo>
                    <a:pt x="278934" y="51074"/>
                  </a:lnTo>
                  <a:lnTo>
                    <a:pt x="257197" y="16152"/>
                  </a:lnTo>
                  <a:lnTo>
                    <a:pt x="238086" y="159"/>
                  </a:lnTo>
                  <a:lnTo>
                    <a:pt x="204647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6021220" y="8159472"/>
              <a:ext cx="490855" cy="284480"/>
            </a:xfrm>
            <a:custGeom>
              <a:avLst/>
              <a:gdLst/>
              <a:ahLst/>
              <a:cxnLst/>
              <a:rect l="l" t="t" r="r" b="b"/>
              <a:pathLst>
                <a:path w="490855" h="284479">
                  <a:moveTo>
                    <a:pt x="6031" y="0"/>
                  </a:moveTo>
                  <a:lnTo>
                    <a:pt x="0" y="47904"/>
                  </a:lnTo>
                  <a:lnTo>
                    <a:pt x="68439" y="100983"/>
                  </a:lnTo>
                  <a:lnTo>
                    <a:pt x="130114" y="148356"/>
                  </a:lnTo>
                  <a:lnTo>
                    <a:pt x="188873" y="192748"/>
                  </a:lnTo>
                  <a:lnTo>
                    <a:pt x="238922" y="227788"/>
                  </a:lnTo>
                  <a:lnTo>
                    <a:pt x="286614" y="254964"/>
                  </a:lnTo>
                  <a:lnTo>
                    <a:pt x="334235" y="273437"/>
                  </a:lnTo>
                  <a:lnTo>
                    <a:pt x="384072" y="282368"/>
                  </a:lnTo>
                  <a:lnTo>
                    <a:pt x="424524" y="284466"/>
                  </a:lnTo>
                  <a:lnTo>
                    <a:pt x="449123" y="279755"/>
                  </a:lnTo>
                  <a:lnTo>
                    <a:pt x="467874" y="263367"/>
                  </a:lnTo>
                  <a:lnTo>
                    <a:pt x="490780" y="230432"/>
                  </a:lnTo>
                  <a:lnTo>
                    <a:pt x="484060" y="233535"/>
                  </a:lnTo>
                  <a:lnTo>
                    <a:pt x="462429" y="240385"/>
                  </a:lnTo>
                  <a:lnTo>
                    <a:pt x="423684" y="247298"/>
                  </a:lnTo>
                  <a:lnTo>
                    <a:pt x="365622" y="250589"/>
                  </a:lnTo>
                  <a:lnTo>
                    <a:pt x="312356" y="240140"/>
                  </a:lnTo>
                  <a:lnTo>
                    <a:pt x="262958" y="213491"/>
                  </a:lnTo>
                  <a:lnTo>
                    <a:pt x="218731" y="178288"/>
                  </a:lnTo>
                  <a:lnTo>
                    <a:pt x="180981" y="142179"/>
                  </a:lnTo>
                  <a:lnTo>
                    <a:pt x="151011" y="112813"/>
                  </a:lnTo>
                  <a:lnTo>
                    <a:pt x="124697" y="89063"/>
                  </a:lnTo>
                  <a:lnTo>
                    <a:pt x="100824" y="69395"/>
                  </a:lnTo>
                  <a:lnTo>
                    <a:pt x="65799" y="43233"/>
                  </a:lnTo>
                  <a:lnTo>
                    <a:pt x="6031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6019656" y="8207384"/>
              <a:ext cx="575945" cy="250190"/>
            </a:xfrm>
            <a:custGeom>
              <a:avLst/>
              <a:gdLst/>
              <a:ahLst/>
              <a:cxnLst/>
              <a:rect l="l" t="t" r="r" b="b"/>
              <a:pathLst>
                <a:path w="575944" h="250190">
                  <a:moveTo>
                    <a:pt x="1570" y="0"/>
                  </a:moveTo>
                  <a:lnTo>
                    <a:pt x="0" y="14960"/>
                  </a:lnTo>
                  <a:lnTo>
                    <a:pt x="315" y="23954"/>
                  </a:lnTo>
                  <a:lnTo>
                    <a:pt x="3271" y="30589"/>
                  </a:lnTo>
                  <a:lnTo>
                    <a:pt x="9622" y="38470"/>
                  </a:lnTo>
                  <a:lnTo>
                    <a:pt x="38093" y="59069"/>
                  </a:lnTo>
                  <a:lnTo>
                    <a:pt x="84232" y="84244"/>
                  </a:lnTo>
                  <a:lnTo>
                    <a:pt x="134479" y="112091"/>
                  </a:lnTo>
                  <a:lnTo>
                    <a:pt x="175271" y="140707"/>
                  </a:lnTo>
                  <a:lnTo>
                    <a:pt x="199490" y="166458"/>
                  </a:lnTo>
                  <a:lnTo>
                    <a:pt x="225175" y="195113"/>
                  </a:lnTo>
                  <a:lnTo>
                    <a:pt x="257584" y="221832"/>
                  </a:lnTo>
                  <a:lnTo>
                    <a:pt x="301974" y="241776"/>
                  </a:lnTo>
                  <a:lnTo>
                    <a:pt x="363601" y="250107"/>
                  </a:lnTo>
                  <a:lnTo>
                    <a:pt x="451063" y="248986"/>
                  </a:lnTo>
                  <a:lnTo>
                    <a:pt x="513030" y="243358"/>
                  </a:lnTo>
                  <a:lnTo>
                    <a:pt x="552447" y="233650"/>
                  </a:lnTo>
                  <a:lnTo>
                    <a:pt x="572260" y="220292"/>
                  </a:lnTo>
                  <a:lnTo>
                    <a:pt x="575416" y="203711"/>
                  </a:lnTo>
                  <a:lnTo>
                    <a:pt x="565372" y="169056"/>
                  </a:lnTo>
                  <a:lnTo>
                    <a:pt x="555102" y="154257"/>
                  </a:lnTo>
                  <a:lnTo>
                    <a:pt x="538373" y="156388"/>
                  </a:lnTo>
                  <a:lnTo>
                    <a:pt x="508958" y="172528"/>
                  </a:lnTo>
                  <a:lnTo>
                    <a:pt x="472898" y="194272"/>
                  </a:lnTo>
                  <a:lnTo>
                    <a:pt x="437541" y="212209"/>
                  </a:lnTo>
                  <a:lnTo>
                    <a:pt x="398634" y="221958"/>
                  </a:lnTo>
                  <a:lnTo>
                    <a:pt x="351926" y="219134"/>
                  </a:lnTo>
                  <a:lnTo>
                    <a:pt x="305576" y="206951"/>
                  </a:lnTo>
                  <a:lnTo>
                    <a:pt x="267002" y="190105"/>
                  </a:lnTo>
                  <a:lnTo>
                    <a:pt x="230830" y="166412"/>
                  </a:lnTo>
                  <a:lnTo>
                    <a:pt x="191690" y="133692"/>
                  </a:lnTo>
                  <a:lnTo>
                    <a:pt x="138125" y="91444"/>
                  </a:lnTo>
                  <a:lnTo>
                    <a:pt x="75422" y="47861"/>
                  </a:lnTo>
                  <a:lnTo>
                    <a:pt x="23323" y="13770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6882459" y="8000626"/>
              <a:ext cx="530225" cy="432434"/>
            </a:xfrm>
            <a:custGeom>
              <a:avLst/>
              <a:gdLst/>
              <a:ahLst/>
              <a:cxnLst/>
              <a:rect l="l" t="t" r="r" b="b"/>
              <a:pathLst>
                <a:path w="530225" h="432434">
                  <a:moveTo>
                    <a:pt x="139595" y="0"/>
                  </a:moveTo>
                  <a:lnTo>
                    <a:pt x="109043" y="11969"/>
                  </a:lnTo>
                  <a:lnTo>
                    <a:pt x="77448" y="32413"/>
                  </a:lnTo>
                  <a:lnTo>
                    <a:pt x="50302" y="52294"/>
                  </a:lnTo>
                  <a:lnTo>
                    <a:pt x="33096" y="62574"/>
                  </a:lnTo>
                  <a:lnTo>
                    <a:pt x="28656" y="61014"/>
                  </a:lnTo>
                  <a:lnTo>
                    <a:pt x="18543" y="58655"/>
                  </a:lnTo>
                  <a:lnTo>
                    <a:pt x="7568" y="58978"/>
                  </a:lnTo>
                  <a:lnTo>
                    <a:pt x="542" y="65463"/>
                  </a:lnTo>
                  <a:lnTo>
                    <a:pt x="0" y="96602"/>
                  </a:lnTo>
                  <a:lnTo>
                    <a:pt x="3781" y="151645"/>
                  </a:lnTo>
                  <a:lnTo>
                    <a:pt x="9634" y="205214"/>
                  </a:lnTo>
                  <a:lnTo>
                    <a:pt x="15306" y="231930"/>
                  </a:lnTo>
                  <a:lnTo>
                    <a:pt x="29514" y="239928"/>
                  </a:lnTo>
                  <a:lnTo>
                    <a:pt x="56901" y="253267"/>
                  </a:lnTo>
                  <a:lnTo>
                    <a:pt x="89127" y="270426"/>
                  </a:lnTo>
                  <a:lnTo>
                    <a:pt x="117847" y="289886"/>
                  </a:lnTo>
                  <a:lnTo>
                    <a:pt x="141158" y="316516"/>
                  </a:lnTo>
                  <a:lnTo>
                    <a:pt x="168656" y="351605"/>
                  </a:lnTo>
                  <a:lnTo>
                    <a:pt x="209251" y="388287"/>
                  </a:lnTo>
                  <a:lnTo>
                    <a:pt x="271853" y="419694"/>
                  </a:lnTo>
                  <a:lnTo>
                    <a:pt x="335338" y="432277"/>
                  </a:lnTo>
                  <a:lnTo>
                    <a:pt x="398798" y="431244"/>
                  </a:lnTo>
                  <a:lnTo>
                    <a:pt x="455506" y="421959"/>
                  </a:lnTo>
                  <a:lnTo>
                    <a:pt x="498736" y="409784"/>
                  </a:lnTo>
                  <a:lnTo>
                    <a:pt x="521762" y="400082"/>
                  </a:lnTo>
                  <a:lnTo>
                    <a:pt x="530147" y="384803"/>
                  </a:lnTo>
                  <a:lnTo>
                    <a:pt x="528116" y="358989"/>
                  </a:lnTo>
                  <a:lnTo>
                    <a:pt x="489794" y="295718"/>
                  </a:lnTo>
                  <a:lnTo>
                    <a:pt x="460046" y="269801"/>
                  </a:lnTo>
                  <a:lnTo>
                    <a:pt x="417164" y="235383"/>
                  </a:lnTo>
                  <a:lnTo>
                    <a:pt x="368042" y="196415"/>
                  </a:lnTo>
                  <a:lnTo>
                    <a:pt x="319572" y="156849"/>
                  </a:lnTo>
                  <a:lnTo>
                    <a:pt x="278646" y="120635"/>
                  </a:lnTo>
                  <a:lnTo>
                    <a:pt x="252157" y="91724"/>
                  </a:lnTo>
                  <a:lnTo>
                    <a:pt x="220656" y="49423"/>
                  </a:lnTo>
                  <a:lnTo>
                    <a:pt x="192912" y="19424"/>
                  </a:lnTo>
                  <a:lnTo>
                    <a:pt x="166650" y="2645"/>
                  </a:lnTo>
                  <a:lnTo>
                    <a:pt x="139595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6889952" y="8194107"/>
              <a:ext cx="471170" cy="240029"/>
            </a:xfrm>
            <a:custGeom>
              <a:avLst/>
              <a:gdLst/>
              <a:ahLst/>
              <a:cxnLst/>
              <a:rect l="l" t="t" r="r" b="b"/>
              <a:pathLst>
                <a:path w="471169" h="240029">
                  <a:moveTo>
                    <a:pt x="0" y="0"/>
                  </a:moveTo>
                  <a:lnTo>
                    <a:pt x="7821" y="38449"/>
                  </a:lnTo>
                  <a:lnTo>
                    <a:pt x="83473" y="86363"/>
                  </a:lnTo>
                  <a:lnTo>
                    <a:pt x="107517" y="104101"/>
                  </a:lnTo>
                  <a:lnTo>
                    <a:pt x="135281" y="129142"/>
                  </a:lnTo>
                  <a:lnTo>
                    <a:pt x="162884" y="156948"/>
                  </a:lnTo>
                  <a:lnTo>
                    <a:pt x="186444" y="182978"/>
                  </a:lnTo>
                  <a:lnTo>
                    <a:pt x="219617" y="206350"/>
                  </a:lnTo>
                  <a:lnTo>
                    <a:pt x="269890" y="226376"/>
                  </a:lnTo>
                  <a:lnTo>
                    <a:pt x="324136" y="238810"/>
                  </a:lnTo>
                  <a:lnTo>
                    <a:pt x="369224" y="239406"/>
                  </a:lnTo>
                  <a:lnTo>
                    <a:pt x="405476" y="227726"/>
                  </a:lnTo>
                  <a:lnTo>
                    <a:pt x="438257" y="210780"/>
                  </a:lnTo>
                  <a:lnTo>
                    <a:pt x="462006" y="195516"/>
                  </a:lnTo>
                  <a:lnTo>
                    <a:pt x="471158" y="188884"/>
                  </a:lnTo>
                  <a:lnTo>
                    <a:pt x="462937" y="195028"/>
                  </a:lnTo>
                  <a:lnTo>
                    <a:pt x="438278" y="206676"/>
                  </a:lnTo>
                  <a:lnTo>
                    <a:pt x="397377" y="215871"/>
                  </a:lnTo>
                  <a:lnTo>
                    <a:pt x="340429" y="214653"/>
                  </a:lnTo>
                  <a:lnTo>
                    <a:pt x="292678" y="206249"/>
                  </a:lnTo>
                  <a:lnTo>
                    <a:pt x="251774" y="193484"/>
                  </a:lnTo>
                  <a:lnTo>
                    <a:pt x="215463" y="173259"/>
                  </a:lnTo>
                  <a:lnTo>
                    <a:pt x="181492" y="142473"/>
                  </a:lnTo>
                  <a:lnTo>
                    <a:pt x="147608" y="98028"/>
                  </a:lnTo>
                  <a:lnTo>
                    <a:pt x="100226" y="45932"/>
                  </a:lnTo>
                  <a:lnTo>
                    <a:pt x="52188" y="16321"/>
                  </a:lnTo>
                  <a:lnTo>
                    <a:pt x="14957" y="30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6897771" y="8232548"/>
              <a:ext cx="520700" cy="207645"/>
            </a:xfrm>
            <a:custGeom>
              <a:avLst/>
              <a:gdLst/>
              <a:ahLst/>
              <a:cxnLst/>
              <a:rect l="l" t="t" r="r" b="b"/>
              <a:pathLst>
                <a:path w="520700" h="207645">
                  <a:moveTo>
                    <a:pt x="0" y="0"/>
                  </a:moveTo>
                  <a:lnTo>
                    <a:pt x="7266" y="25674"/>
                  </a:lnTo>
                  <a:lnTo>
                    <a:pt x="35898" y="31635"/>
                  </a:lnTo>
                  <a:lnTo>
                    <a:pt x="55858" y="39319"/>
                  </a:lnTo>
                  <a:lnTo>
                    <a:pt x="76518" y="53853"/>
                  </a:lnTo>
                  <a:lnTo>
                    <a:pt x="107253" y="80364"/>
                  </a:lnTo>
                  <a:lnTo>
                    <a:pt x="140621" y="115021"/>
                  </a:lnTo>
                  <a:lnTo>
                    <a:pt x="170589" y="148528"/>
                  </a:lnTo>
                  <a:lnTo>
                    <a:pt x="208665" y="177831"/>
                  </a:lnTo>
                  <a:lnTo>
                    <a:pt x="266358" y="199878"/>
                  </a:lnTo>
                  <a:lnTo>
                    <a:pt x="327258" y="207114"/>
                  </a:lnTo>
                  <a:lnTo>
                    <a:pt x="390559" y="203414"/>
                  </a:lnTo>
                  <a:lnTo>
                    <a:pt x="448390" y="192455"/>
                  </a:lnTo>
                  <a:lnTo>
                    <a:pt x="492881" y="177912"/>
                  </a:lnTo>
                  <a:lnTo>
                    <a:pt x="516162" y="163460"/>
                  </a:lnTo>
                  <a:lnTo>
                    <a:pt x="520700" y="150496"/>
                  </a:lnTo>
                  <a:lnTo>
                    <a:pt x="518638" y="137769"/>
                  </a:lnTo>
                  <a:lnTo>
                    <a:pt x="514259" y="128079"/>
                  </a:lnTo>
                  <a:lnTo>
                    <a:pt x="511848" y="124226"/>
                  </a:lnTo>
                  <a:lnTo>
                    <a:pt x="503628" y="115718"/>
                  </a:lnTo>
                  <a:lnTo>
                    <a:pt x="487648" y="110664"/>
                  </a:lnTo>
                  <a:lnTo>
                    <a:pt x="470284" y="115076"/>
                  </a:lnTo>
                  <a:lnTo>
                    <a:pt x="457912" y="134969"/>
                  </a:lnTo>
                  <a:lnTo>
                    <a:pt x="443847" y="160661"/>
                  </a:lnTo>
                  <a:lnTo>
                    <a:pt x="418942" y="178529"/>
                  </a:lnTo>
                  <a:lnTo>
                    <a:pt x="385882" y="188680"/>
                  </a:lnTo>
                  <a:lnTo>
                    <a:pt x="347350" y="191219"/>
                  </a:lnTo>
                  <a:lnTo>
                    <a:pt x="300182" y="185920"/>
                  </a:lnTo>
                  <a:lnTo>
                    <a:pt x="247323" y="173344"/>
                  </a:lnTo>
                  <a:lnTo>
                    <a:pt x="200647" y="154750"/>
                  </a:lnTo>
                  <a:lnTo>
                    <a:pt x="172026" y="131399"/>
                  </a:lnTo>
                  <a:lnTo>
                    <a:pt x="155196" y="106466"/>
                  </a:lnTo>
                  <a:lnTo>
                    <a:pt x="134732" y="82549"/>
                  </a:lnTo>
                  <a:lnTo>
                    <a:pt x="108746" y="60058"/>
                  </a:lnTo>
                  <a:lnTo>
                    <a:pt x="75348" y="394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5979945" y="4737483"/>
              <a:ext cx="271145" cy="55880"/>
            </a:xfrm>
            <a:custGeom>
              <a:avLst/>
              <a:gdLst/>
              <a:ahLst/>
              <a:cxnLst/>
              <a:rect l="l" t="t" r="r" b="b"/>
              <a:pathLst>
                <a:path w="271144" h="55879">
                  <a:moveTo>
                    <a:pt x="3130" y="0"/>
                  </a:moveTo>
                  <a:lnTo>
                    <a:pt x="0" y="27297"/>
                  </a:lnTo>
                  <a:lnTo>
                    <a:pt x="89146" y="53197"/>
                  </a:lnTo>
                  <a:lnTo>
                    <a:pt x="175448" y="55363"/>
                  </a:lnTo>
                  <a:lnTo>
                    <a:pt x="240632" y="46988"/>
                  </a:lnTo>
                  <a:lnTo>
                    <a:pt x="266421" y="41265"/>
                  </a:lnTo>
                  <a:lnTo>
                    <a:pt x="270599" y="12648"/>
                  </a:lnTo>
                  <a:lnTo>
                    <a:pt x="220694" y="18460"/>
                  </a:lnTo>
                  <a:lnTo>
                    <a:pt x="174888" y="21798"/>
                  </a:lnTo>
                  <a:lnTo>
                    <a:pt x="129049" y="21187"/>
                  </a:lnTo>
                  <a:lnTo>
                    <a:pt x="83432" y="16643"/>
                  </a:lnTo>
                  <a:lnTo>
                    <a:pt x="38292" y="8177"/>
                  </a:lnTo>
                  <a:lnTo>
                    <a:pt x="313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6558114" y="3365442"/>
              <a:ext cx="523875" cy="365125"/>
            </a:xfrm>
            <a:custGeom>
              <a:avLst/>
              <a:gdLst/>
              <a:ahLst/>
              <a:cxnLst/>
              <a:rect l="l" t="t" r="r" b="b"/>
              <a:pathLst>
                <a:path w="523875" h="365125">
                  <a:moveTo>
                    <a:pt x="177649" y="0"/>
                  </a:moveTo>
                  <a:lnTo>
                    <a:pt x="126255" y="11197"/>
                  </a:lnTo>
                  <a:lnTo>
                    <a:pt x="92664" y="36155"/>
                  </a:lnTo>
                  <a:lnTo>
                    <a:pt x="57609" y="72673"/>
                  </a:lnTo>
                  <a:lnTo>
                    <a:pt x="26724" y="117312"/>
                  </a:lnTo>
                  <a:lnTo>
                    <a:pt x="5643" y="166634"/>
                  </a:lnTo>
                  <a:lnTo>
                    <a:pt x="0" y="217199"/>
                  </a:lnTo>
                  <a:lnTo>
                    <a:pt x="8808" y="281178"/>
                  </a:lnTo>
                  <a:lnTo>
                    <a:pt x="20194" y="320668"/>
                  </a:lnTo>
                  <a:lnTo>
                    <a:pt x="30042" y="340684"/>
                  </a:lnTo>
                  <a:lnTo>
                    <a:pt x="34239" y="346242"/>
                  </a:lnTo>
                  <a:lnTo>
                    <a:pt x="75510" y="232214"/>
                  </a:lnTo>
                  <a:lnTo>
                    <a:pt x="107648" y="174726"/>
                  </a:lnTo>
                  <a:lnTo>
                    <a:pt x="147195" y="156249"/>
                  </a:lnTo>
                  <a:lnTo>
                    <a:pt x="210695" y="159253"/>
                  </a:lnTo>
                  <a:lnTo>
                    <a:pt x="273615" y="199172"/>
                  </a:lnTo>
                  <a:lnTo>
                    <a:pt x="319005" y="221806"/>
                  </a:lnTo>
                  <a:lnTo>
                    <a:pt x="368841" y="235550"/>
                  </a:lnTo>
                  <a:lnTo>
                    <a:pt x="445096" y="248800"/>
                  </a:lnTo>
                  <a:lnTo>
                    <a:pt x="455630" y="364681"/>
                  </a:lnTo>
                  <a:lnTo>
                    <a:pt x="500933" y="293819"/>
                  </a:lnTo>
                  <a:lnTo>
                    <a:pt x="521795" y="252092"/>
                  </a:lnTo>
                  <a:lnTo>
                    <a:pt x="523401" y="223202"/>
                  </a:lnTo>
                  <a:lnTo>
                    <a:pt x="510937" y="190854"/>
                  </a:lnTo>
                  <a:lnTo>
                    <a:pt x="498062" y="155944"/>
                  </a:lnTo>
                  <a:lnTo>
                    <a:pt x="484429" y="117618"/>
                  </a:lnTo>
                  <a:lnTo>
                    <a:pt x="464855" y="80682"/>
                  </a:lnTo>
                  <a:lnTo>
                    <a:pt x="434157" y="49941"/>
                  </a:lnTo>
                  <a:lnTo>
                    <a:pt x="387150" y="30199"/>
                  </a:lnTo>
                  <a:lnTo>
                    <a:pt x="322460" y="19255"/>
                  </a:lnTo>
                  <a:lnTo>
                    <a:pt x="272587" y="15718"/>
                  </a:lnTo>
                  <a:lnTo>
                    <a:pt x="240491" y="16131"/>
                  </a:lnTo>
                  <a:lnTo>
                    <a:pt x="229134" y="17037"/>
                  </a:lnTo>
                  <a:lnTo>
                    <a:pt x="208680" y="6418"/>
                  </a:lnTo>
                  <a:lnTo>
                    <a:pt x="193906" y="1233"/>
                  </a:lnTo>
                  <a:lnTo>
                    <a:pt x="1776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4" name="object 134" descr=""/>
          <p:cNvSpPr txBox="1"/>
          <p:nvPr/>
        </p:nvSpPr>
        <p:spPr>
          <a:xfrm>
            <a:off x="732793" y="781072"/>
            <a:ext cx="3453765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Introducing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character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set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spc="-50" b="1">
                <a:latin typeface="Open Sans"/>
                <a:cs typeface="Open Sans"/>
              </a:rPr>
              <a:t>A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Solid-ﬁll</a:t>
            </a:r>
            <a:r>
              <a:rPr dirty="0" sz="1950" spc="70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characters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135" name="object 135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79723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13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681527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14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283332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15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85137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16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486941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17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088746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18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690551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19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292355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20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3894159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21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15495965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22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7097770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23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8699574" y="10250986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24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79492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01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681297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02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283102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03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884906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04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486711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05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088515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06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0690321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07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12292125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08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3893930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09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5495734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10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7097539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11</a:t>
            </a:r>
            <a:endParaRPr sz="900">
              <a:latin typeface="Open Sans"/>
              <a:cs typeface="Open San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8699343" y="5772913"/>
            <a:ext cx="157480" cy="163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900" spc="-25" b="1">
                <a:solidFill>
                  <a:srgbClr val="62666A"/>
                </a:solidFill>
                <a:latin typeface="Open Sans"/>
                <a:cs typeface="Open Sans"/>
              </a:rPr>
              <a:t>12</a:t>
            </a:r>
            <a:endParaRPr sz="900">
              <a:latin typeface="Open Sans"/>
              <a:cs typeface="Open Sans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13437449" y="7041646"/>
            <a:ext cx="1105535" cy="2955290"/>
            <a:chOff x="13437449" y="7041646"/>
            <a:chExt cx="1105535" cy="2955290"/>
          </a:xfrm>
        </p:grpSpPr>
        <p:sp>
          <p:nvSpPr>
            <p:cNvPr id="27" name="object 27" descr=""/>
            <p:cNvSpPr/>
            <p:nvPr/>
          </p:nvSpPr>
          <p:spPr>
            <a:xfrm>
              <a:off x="13719717" y="7041646"/>
              <a:ext cx="312420" cy="524510"/>
            </a:xfrm>
            <a:custGeom>
              <a:avLst/>
              <a:gdLst/>
              <a:ahLst/>
              <a:cxnLst/>
              <a:rect l="l" t="t" r="r" b="b"/>
              <a:pathLst>
                <a:path w="312419" h="524509">
                  <a:moveTo>
                    <a:pt x="227793" y="0"/>
                  </a:moveTo>
                  <a:lnTo>
                    <a:pt x="158006" y="11567"/>
                  </a:lnTo>
                  <a:lnTo>
                    <a:pt x="116661" y="29856"/>
                  </a:lnTo>
                  <a:lnTo>
                    <a:pt x="80267" y="55684"/>
                  </a:lnTo>
                  <a:lnTo>
                    <a:pt x="55089" y="87299"/>
                  </a:lnTo>
                  <a:lnTo>
                    <a:pt x="35754" y="180609"/>
                  </a:lnTo>
                  <a:lnTo>
                    <a:pt x="25572" y="204353"/>
                  </a:lnTo>
                  <a:lnTo>
                    <a:pt x="11802" y="225321"/>
                  </a:lnTo>
                  <a:lnTo>
                    <a:pt x="2841" y="246089"/>
                  </a:lnTo>
                  <a:lnTo>
                    <a:pt x="0" y="266454"/>
                  </a:lnTo>
                  <a:lnTo>
                    <a:pt x="4588" y="286214"/>
                  </a:lnTo>
                  <a:lnTo>
                    <a:pt x="14955" y="305425"/>
                  </a:lnTo>
                  <a:lnTo>
                    <a:pt x="25759" y="324635"/>
                  </a:lnTo>
                  <a:lnTo>
                    <a:pt x="32776" y="344383"/>
                  </a:lnTo>
                  <a:lnTo>
                    <a:pt x="31781" y="365207"/>
                  </a:lnTo>
                  <a:lnTo>
                    <a:pt x="24777" y="384561"/>
                  </a:lnTo>
                  <a:lnTo>
                    <a:pt x="18282" y="400482"/>
                  </a:lnTo>
                  <a:lnTo>
                    <a:pt x="14845" y="414383"/>
                  </a:lnTo>
                  <a:lnTo>
                    <a:pt x="17017" y="427676"/>
                  </a:lnTo>
                  <a:lnTo>
                    <a:pt x="24483" y="439920"/>
                  </a:lnTo>
                  <a:lnTo>
                    <a:pt x="33042" y="450749"/>
                  </a:lnTo>
                  <a:lnTo>
                    <a:pt x="39415" y="461711"/>
                  </a:lnTo>
                  <a:lnTo>
                    <a:pt x="40325" y="474355"/>
                  </a:lnTo>
                  <a:lnTo>
                    <a:pt x="34404" y="498145"/>
                  </a:lnTo>
                  <a:lnTo>
                    <a:pt x="33228" y="508190"/>
                  </a:lnTo>
                  <a:lnTo>
                    <a:pt x="34891" y="518165"/>
                  </a:lnTo>
                  <a:lnTo>
                    <a:pt x="40594" y="516312"/>
                  </a:lnTo>
                  <a:lnTo>
                    <a:pt x="47902" y="514660"/>
                  </a:lnTo>
                  <a:lnTo>
                    <a:pt x="56084" y="514222"/>
                  </a:lnTo>
                  <a:lnTo>
                    <a:pt x="64408" y="516008"/>
                  </a:lnTo>
                  <a:lnTo>
                    <a:pt x="76843" y="522047"/>
                  </a:lnTo>
                  <a:lnTo>
                    <a:pt x="85197" y="523910"/>
                  </a:lnTo>
                  <a:lnTo>
                    <a:pt x="93258" y="521464"/>
                  </a:lnTo>
                  <a:lnTo>
                    <a:pt x="104816" y="514574"/>
                  </a:lnTo>
                  <a:lnTo>
                    <a:pt x="119050" y="508087"/>
                  </a:lnTo>
                  <a:lnTo>
                    <a:pt x="132487" y="506314"/>
                  </a:lnTo>
                  <a:lnTo>
                    <a:pt x="144908" y="508312"/>
                  </a:lnTo>
                  <a:lnTo>
                    <a:pt x="156091" y="513139"/>
                  </a:lnTo>
                  <a:lnTo>
                    <a:pt x="165275" y="517569"/>
                  </a:lnTo>
                  <a:lnTo>
                    <a:pt x="171331" y="518970"/>
                  </a:lnTo>
                  <a:lnTo>
                    <a:pt x="176952" y="517276"/>
                  </a:lnTo>
                  <a:lnTo>
                    <a:pt x="184834" y="512417"/>
                  </a:lnTo>
                  <a:lnTo>
                    <a:pt x="312244" y="19081"/>
                  </a:lnTo>
                  <a:lnTo>
                    <a:pt x="274189" y="6708"/>
                  </a:lnTo>
                  <a:lnTo>
                    <a:pt x="249608" y="863"/>
                  </a:lnTo>
                  <a:lnTo>
                    <a:pt x="22779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437449" y="7053811"/>
              <a:ext cx="1105395" cy="2942626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16521504" y="2179986"/>
            <a:ext cx="1332865" cy="3343275"/>
            <a:chOff x="16521504" y="2179986"/>
            <a:chExt cx="1332865" cy="3343275"/>
          </a:xfrm>
        </p:grpSpPr>
        <p:sp>
          <p:nvSpPr>
            <p:cNvPr id="30" name="object 30" descr=""/>
            <p:cNvSpPr/>
            <p:nvPr/>
          </p:nvSpPr>
          <p:spPr>
            <a:xfrm>
              <a:off x="17095001" y="4974595"/>
              <a:ext cx="677545" cy="356235"/>
            </a:xfrm>
            <a:custGeom>
              <a:avLst/>
              <a:gdLst/>
              <a:ahLst/>
              <a:cxnLst/>
              <a:rect l="l" t="t" r="r" b="b"/>
              <a:pathLst>
                <a:path w="677544" h="356235">
                  <a:moveTo>
                    <a:pt x="124028" y="32727"/>
                  </a:moveTo>
                  <a:lnTo>
                    <a:pt x="9004" y="17678"/>
                  </a:lnTo>
                  <a:lnTo>
                    <a:pt x="0" y="330479"/>
                  </a:lnTo>
                  <a:lnTo>
                    <a:pt x="115963" y="355752"/>
                  </a:lnTo>
                  <a:lnTo>
                    <a:pt x="124028" y="32727"/>
                  </a:lnTo>
                  <a:close/>
                </a:path>
                <a:path w="677544" h="356235">
                  <a:moveTo>
                    <a:pt x="677062" y="355663"/>
                  </a:moveTo>
                  <a:lnTo>
                    <a:pt x="628396" y="0"/>
                  </a:lnTo>
                  <a:lnTo>
                    <a:pt x="500926" y="26835"/>
                  </a:lnTo>
                  <a:lnTo>
                    <a:pt x="561098" y="330403"/>
                  </a:lnTo>
                  <a:lnTo>
                    <a:pt x="677062" y="355663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7028918" y="3613155"/>
              <a:ext cx="744220" cy="1615440"/>
            </a:xfrm>
            <a:custGeom>
              <a:avLst/>
              <a:gdLst/>
              <a:ahLst/>
              <a:cxnLst/>
              <a:rect l="l" t="t" r="r" b="b"/>
              <a:pathLst>
                <a:path w="744219" h="1615439">
                  <a:moveTo>
                    <a:pt x="583574" y="0"/>
                  </a:moveTo>
                  <a:lnTo>
                    <a:pt x="33821" y="19088"/>
                  </a:lnTo>
                  <a:lnTo>
                    <a:pt x="24995" y="125746"/>
                  </a:lnTo>
                  <a:lnTo>
                    <a:pt x="20463" y="185159"/>
                  </a:lnTo>
                  <a:lnTo>
                    <a:pt x="18205" y="273043"/>
                  </a:lnTo>
                  <a:lnTo>
                    <a:pt x="17094" y="323889"/>
                  </a:lnTo>
                  <a:lnTo>
                    <a:pt x="15127" y="387149"/>
                  </a:lnTo>
                  <a:lnTo>
                    <a:pt x="12209" y="449284"/>
                  </a:lnTo>
                  <a:lnTo>
                    <a:pt x="6771" y="532266"/>
                  </a:lnTo>
                  <a:lnTo>
                    <a:pt x="4175" y="575872"/>
                  </a:lnTo>
                  <a:lnTo>
                    <a:pt x="2007" y="623829"/>
                  </a:lnTo>
                  <a:lnTo>
                    <a:pt x="528" y="678342"/>
                  </a:lnTo>
                  <a:lnTo>
                    <a:pt x="0" y="741617"/>
                  </a:lnTo>
                  <a:lnTo>
                    <a:pt x="681" y="815859"/>
                  </a:lnTo>
                  <a:lnTo>
                    <a:pt x="2002" y="874304"/>
                  </a:lnTo>
                  <a:lnTo>
                    <a:pt x="3857" y="929456"/>
                  </a:lnTo>
                  <a:lnTo>
                    <a:pt x="6167" y="981868"/>
                  </a:lnTo>
                  <a:lnTo>
                    <a:pt x="8852" y="1032093"/>
                  </a:lnTo>
                  <a:lnTo>
                    <a:pt x="11831" y="1080684"/>
                  </a:lnTo>
                  <a:lnTo>
                    <a:pt x="25093" y="1269754"/>
                  </a:lnTo>
                  <a:lnTo>
                    <a:pt x="28345" y="1318462"/>
                  </a:lnTo>
                  <a:lnTo>
                    <a:pt x="33472" y="1412774"/>
                  </a:lnTo>
                  <a:lnTo>
                    <a:pt x="37636" y="1509340"/>
                  </a:lnTo>
                  <a:lnTo>
                    <a:pt x="41454" y="1614893"/>
                  </a:lnTo>
                  <a:lnTo>
                    <a:pt x="220883" y="1614893"/>
                  </a:lnTo>
                  <a:lnTo>
                    <a:pt x="304881" y="377957"/>
                  </a:lnTo>
                  <a:lnTo>
                    <a:pt x="396177" y="893082"/>
                  </a:lnTo>
                  <a:lnTo>
                    <a:pt x="400352" y="915522"/>
                  </a:lnTo>
                  <a:lnTo>
                    <a:pt x="404916" y="937885"/>
                  </a:lnTo>
                  <a:lnTo>
                    <a:pt x="409866" y="960165"/>
                  </a:lnTo>
                  <a:lnTo>
                    <a:pt x="415202" y="982357"/>
                  </a:lnTo>
                  <a:lnTo>
                    <a:pt x="568297" y="1595804"/>
                  </a:lnTo>
                  <a:lnTo>
                    <a:pt x="743915" y="1588161"/>
                  </a:lnTo>
                  <a:lnTo>
                    <a:pt x="650567" y="870968"/>
                  </a:lnTo>
                  <a:lnTo>
                    <a:pt x="58357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229453" y="2460430"/>
              <a:ext cx="243840" cy="269875"/>
            </a:xfrm>
            <a:custGeom>
              <a:avLst/>
              <a:gdLst/>
              <a:ahLst/>
              <a:cxnLst/>
              <a:rect l="l" t="t" r="r" b="b"/>
              <a:pathLst>
                <a:path w="243840" h="269875">
                  <a:moveTo>
                    <a:pt x="181816" y="0"/>
                  </a:moveTo>
                  <a:lnTo>
                    <a:pt x="30061" y="42229"/>
                  </a:lnTo>
                  <a:lnTo>
                    <a:pt x="22187" y="196130"/>
                  </a:lnTo>
                  <a:lnTo>
                    <a:pt x="0" y="206150"/>
                  </a:lnTo>
                  <a:lnTo>
                    <a:pt x="55830" y="269855"/>
                  </a:lnTo>
                  <a:lnTo>
                    <a:pt x="121259" y="268998"/>
                  </a:lnTo>
                  <a:lnTo>
                    <a:pt x="155148" y="268339"/>
                  </a:lnTo>
                  <a:lnTo>
                    <a:pt x="168370" y="267543"/>
                  </a:lnTo>
                  <a:lnTo>
                    <a:pt x="171795" y="266274"/>
                  </a:lnTo>
                  <a:lnTo>
                    <a:pt x="236935" y="224757"/>
                  </a:lnTo>
                  <a:lnTo>
                    <a:pt x="243374" y="182528"/>
                  </a:lnTo>
                  <a:lnTo>
                    <a:pt x="229327" y="175992"/>
                  </a:lnTo>
                  <a:lnTo>
                    <a:pt x="217825" y="166036"/>
                  </a:lnTo>
                  <a:lnTo>
                    <a:pt x="209457" y="153332"/>
                  </a:lnTo>
                  <a:lnTo>
                    <a:pt x="204810" y="138550"/>
                  </a:lnTo>
                  <a:lnTo>
                    <a:pt x="181816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920532" y="2639635"/>
              <a:ext cx="909092" cy="1163685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30150" y="2992535"/>
              <a:ext cx="191690" cy="108185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53788" y="2448977"/>
              <a:ext cx="149608" cy="186826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17118196" y="2412758"/>
              <a:ext cx="51435" cy="64135"/>
            </a:xfrm>
            <a:custGeom>
              <a:avLst/>
              <a:gdLst/>
              <a:ahLst/>
              <a:cxnLst/>
              <a:rect l="l" t="t" r="r" b="b"/>
              <a:pathLst>
                <a:path w="51434" h="64135">
                  <a:moveTo>
                    <a:pt x="13620" y="0"/>
                  </a:moveTo>
                  <a:lnTo>
                    <a:pt x="8173" y="3116"/>
                  </a:lnTo>
                  <a:lnTo>
                    <a:pt x="2650" y="11583"/>
                  </a:lnTo>
                  <a:lnTo>
                    <a:pt x="0" y="27263"/>
                  </a:lnTo>
                  <a:lnTo>
                    <a:pt x="6537" y="45889"/>
                  </a:lnTo>
                  <a:lnTo>
                    <a:pt x="22888" y="60485"/>
                  </a:lnTo>
                  <a:lnTo>
                    <a:pt x="49675" y="64073"/>
                  </a:lnTo>
                  <a:lnTo>
                    <a:pt x="51024" y="49468"/>
                  </a:lnTo>
                  <a:lnTo>
                    <a:pt x="37256" y="8756"/>
                  </a:lnTo>
                  <a:lnTo>
                    <a:pt x="1362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32839" y="2192027"/>
              <a:ext cx="302744" cy="414552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7132838" y="2193007"/>
              <a:ext cx="300355" cy="414020"/>
            </a:xfrm>
            <a:custGeom>
              <a:avLst/>
              <a:gdLst/>
              <a:ahLst/>
              <a:cxnLst/>
              <a:rect l="l" t="t" r="r" b="b"/>
              <a:pathLst>
                <a:path w="300355" h="414019">
                  <a:moveTo>
                    <a:pt x="146565" y="0"/>
                  </a:moveTo>
                  <a:lnTo>
                    <a:pt x="88843" y="16613"/>
                  </a:lnTo>
                  <a:lnTo>
                    <a:pt x="49706" y="41075"/>
                  </a:lnTo>
                  <a:lnTo>
                    <a:pt x="15902" y="81304"/>
                  </a:lnTo>
                  <a:lnTo>
                    <a:pt x="268" y="135483"/>
                  </a:lnTo>
                  <a:lnTo>
                    <a:pt x="0" y="164902"/>
                  </a:lnTo>
                  <a:lnTo>
                    <a:pt x="7445" y="218590"/>
                  </a:lnTo>
                  <a:lnTo>
                    <a:pt x="22825" y="273443"/>
                  </a:lnTo>
                  <a:lnTo>
                    <a:pt x="45247" y="326128"/>
                  </a:lnTo>
                  <a:lnTo>
                    <a:pt x="73819" y="373314"/>
                  </a:lnTo>
                  <a:lnTo>
                    <a:pt x="105581" y="402197"/>
                  </a:lnTo>
                  <a:lnTo>
                    <a:pt x="153670" y="413575"/>
                  </a:lnTo>
                  <a:lnTo>
                    <a:pt x="186302" y="405537"/>
                  </a:lnTo>
                  <a:lnTo>
                    <a:pt x="220429" y="385470"/>
                  </a:lnTo>
                  <a:lnTo>
                    <a:pt x="251738" y="347919"/>
                  </a:lnTo>
                  <a:lnTo>
                    <a:pt x="275918" y="287432"/>
                  </a:lnTo>
                  <a:lnTo>
                    <a:pt x="284772" y="239273"/>
                  </a:lnTo>
                  <a:lnTo>
                    <a:pt x="287959" y="223779"/>
                  </a:lnTo>
                  <a:lnTo>
                    <a:pt x="290610" y="216570"/>
                  </a:lnTo>
                  <a:lnTo>
                    <a:pt x="295998" y="196977"/>
                  </a:lnTo>
                  <a:lnTo>
                    <a:pt x="300275" y="168050"/>
                  </a:lnTo>
                  <a:lnTo>
                    <a:pt x="299592" y="132840"/>
                  </a:lnTo>
                  <a:lnTo>
                    <a:pt x="285082" y="78522"/>
                  </a:lnTo>
                  <a:lnTo>
                    <a:pt x="248976" y="30110"/>
                  </a:lnTo>
                  <a:lnTo>
                    <a:pt x="182658" y="303"/>
                  </a:lnTo>
                  <a:lnTo>
                    <a:pt x="146565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7121498" y="2293756"/>
              <a:ext cx="25400" cy="127635"/>
            </a:xfrm>
            <a:custGeom>
              <a:avLst/>
              <a:gdLst/>
              <a:ahLst/>
              <a:cxnLst/>
              <a:rect l="l" t="t" r="r" b="b"/>
              <a:pathLst>
                <a:path w="25400" h="127635">
                  <a:moveTo>
                    <a:pt x="12214" y="0"/>
                  </a:moveTo>
                  <a:lnTo>
                    <a:pt x="5101" y="8647"/>
                  </a:lnTo>
                  <a:lnTo>
                    <a:pt x="36" y="25805"/>
                  </a:lnTo>
                  <a:lnTo>
                    <a:pt x="0" y="43859"/>
                  </a:lnTo>
                  <a:lnTo>
                    <a:pt x="6477" y="73911"/>
                  </a:lnTo>
                  <a:lnTo>
                    <a:pt x="20954" y="127062"/>
                  </a:lnTo>
                  <a:lnTo>
                    <a:pt x="20277" y="106135"/>
                  </a:lnTo>
                  <a:lnTo>
                    <a:pt x="20486" y="88714"/>
                  </a:lnTo>
                  <a:lnTo>
                    <a:pt x="21970" y="65396"/>
                  </a:lnTo>
                  <a:lnTo>
                    <a:pt x="25122" y="26782"/>
                  </a:lnTo>
                  <a:lnTo>
                    <a:pt x="23322" y="20122"/>
                  </a:lnTo>
                  <a:lnTo>
                    <a:pt x="18653" y="7509"/>
                  </a:lnTo>
                  <a:lnTo>
                    <a:pt x="122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7391872" y="2372213"/>
              <a:ext cx="59690" cy="76200"/>
            </a:xfrm>
            <a:custGeom>
              <a:avLst/>
              <a:gdLst/>
              <a:ahLst/>
              <a:cxnLst/>
              <a:rect l="l" t="t" r="r" b="b"/>
              <a:pathLst>
                <a:path w="59690" h="76200">
                  <a:moveTo>
                    <a:pt x="16998" y="0"/>
                  </a:moveTo>
                  <a:lnTo>
                    <a:pt x="3231" y="1760"/>
                  </a:lnTo>
                  <a:lnTo>
                    <a:pt x="0" y="14058"/>
                  </a:lnTo>
                  <a:lnTo>
                    <a:pt x="3380" y="40138"/>
                  </a:lnTo>
                  <a:lnTo>
                    <a:pt x="3024" y="59581"/>
                  </a:lnTo>
                  <a:lnTo>
                    <a:pt x="4735" y="69758"/>
                  </a:lnTo>
                  <a:lnTo>
                    <a:pt x="10158" y="73997"/>
                  </a:lnTo>
                  <a:lnTo>
                    <a:pt x="20940" y="75623"/>
                  </a:lnTo>
                  <a:lnTo>
                    <a:pt x="48987" y="59263"/>
                  </a:lnTo>
                  <a:lnTo>
                    <a:pt x="59503" y="36843"/>
                  </a:lnTo>
                  <a:lnTo>
                    <a:pt x="56808" y="16290"/>
                  </a:lnTo>
                  <a:lnTo>
                    <a:pt x="45222" y="5531"/>
                  </a:lnTo>
                  <a:lnTo>
                    <a:pt x="16998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7215790" y="3617778"/>
              <a:ext cx="557530" cy="1610360"/>
            </a:xfrm>
            <a:custGeom>
              <a:avLst/>
              <a:gdLst/>
              <a:ahLst/>
              <a:cxnLst/>
              <a:rect l="l" t="t" r="r" b="b"/>
              <a:pathLst>
                <a:path w="557530" h="1610360">
                  <a:moveTo>
                    <a:pt x="118745" y="383197"/>
                  </a:moveTo>
                  <a:lnTo>
                    <a:pt x="45885" y="793203"/>
                  </a:lnTo>
                  <a:lnTo>
                    <a:pt x="9893" y="1027760"/>
                  </a:lnTo>
                  <a:lnTo>
                    <a:pt x="203" y="1174953"/>
                  </a:lnTo>
                  <a:lnTo>
                    <a:pt x="6286" y="1322870"/>
                  </a:lnTo>
                  <a:lnTo>
                    <a:pt x="7823" y="1410030"/>
                  </a:lnTo>
                  <a:lnTo>
                    <a:pt x="5384" y="1502689"/>
                  </a:lnTo>
                  <a:lnTo>
                    <a:pt x="1828" y="1576298"/>
                  </a:lnTo>
                  <a:lnTo>
                    <a:pt x="0" y="1606296"/>
                  </a:lnTo>
                  <a:lnTo>
                    <a:pt x="34010" y="1610271"/>
                  </a:lnTo>
                  <a:lnTo>
                    <a:pt x="118745" y="383197"/>
                  </a:lnTo>
                  <a:close/>
                </a:path>
                <a:path w="557530" h="1610360">
                  <a:moveTo>
                    <a:pt x="557034" y="1583550"/>
                  </a:moveTo>
                  <a:lnTo>
                    <a:pt x="463956" y="887323"/>
                  </a:lnTo>
                  <a:lnTo>
                    <a:pt x="396494" y="0"/>
                  </a:lnTo>
                  <a:lnTo>
                    <a:pt x="233400" y="149555"/>
                  </a:lnTo>
                  <a:lnTo>
                    <a:pt x="305384" y="171767"/>
                  </a:lnTo>
                  <a:lnTo>
                    <a:pt x="342341" y="187820"/>
                  </a:lnTo>
                  <a:lnTo>
                    <a:pt x="355955" y="205498"/>
                  </a:lnTo>
                  <a:lnTo>
                    <a:pt x="357898" y="232562"/>
                  </a:lnTo>
                  <a:lnTo>
                    <a:pt x="355409" y="359333"/>
                  </a:lnTo>
                  <a:lnTo>
                    <a:pt x="354634" y="413816"/>
                  </a:lnTo>
                  <a:lnTo>
                    <a:pt x="354114" y="473875"/>
                  </a:lnTo>
                  <a:lnTo>
                    <a:pt x="353999" y="537756"/>
                  </a:lnTo>
                  <a:lnTo>
                    <a:pt x="354431" y="603681"/>
                  </a:lnTo>
                  <a:lnTo>
                    <a:pt x="355574" y="669912"/>
                  </a:lnTo>
                  <a:lnTo>
                    <a:pt x="357568" y="734656"/>
                  </a:lnTo>
                  <a:lnTo>
                    <a:pt x="360591" y="796150"/>
                  </a:lnTo>
                  <a:lnTo>
                    <a:pt x="364756" y="852652"/>
                  </a:lnTo>
                  <a:lnTo>
                    <a:pt x="370255" y="902373"/>
                  </a:lnTo>
                  <a:lnTo>
                    <a:pt x="377215" y="943559"/>
                  </a:lnTo>
                  <a:lnTo>
                    <a:pt x="383209" y="975385"/>
                  </a:lnTo>
                  <a:lnTo>
                    <a:pt x="400126" y="1071880"/>
                  </a:lnTo>
                  <a:lnTo>
                    <a:pt x="410933" y="1127709"/>
                  </a:lnTo>
                  <a:lnTo>
                    <a:pt x="423252" y="1182674"/>
                  </a:lnTo>
                  <a:lnTo>
                    <a:pt x="437007" y="1232369"/>
                  </a:lnTo>
                  <a:lnTo>
                    <a:pt x="440817" y="1247851"/>
                  </a:lnTo>
                  <a:lnTo>
                    <a:pt x="443230" y="1263662"/>
                  </a:lnTo>
                  <a:lnTo>
                    <a:pt x="445236" y="1279588"/>
                  </a:lnTo>
                  <a:lnTo>
                    <a:pt x="496227" y="1583588"/>
                  </a:lnTo>
                  <a:lnTo>
                    <a:pt x="381419" y="1591183"/>
                  </a:lnTo>
                  <a:lnTo>
                    <a:pt x="557034" y="1583550"/>
                  </a:lnTo>
                  <a:close/>
                </a:path>
              </a:pathLst>
            </a:custGeom>
            <a:solidFill>
              <a:srgbClr val="036F79">
                <a:alpha val="4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7232366" y="2725183"/>
              <a:ext cx="597535" cy="1044575"/>
            </a:xfrm>
            <a:custGeom>
              <a:avLst/>
              <a:gdLst/>
              <a:ahLst/>
              <a:cxnLst/>
              <a:rect l="l" t="t" r="r" b="b"/>
              <a:pathLst>
                <a:path w="597534" h="1044575">
                  <a:moveTo>
                    <a:pt x="390804" y="333259"/>
                  </a:moveTo>
                  <a:lnTo>
                    <a:pt x="381664" y="336044"/>
                  </a:lnTo>
                  <a:lnTo>
                    <a:pt x="369283" y="361536"/>
                  </a:lnTo>
                  <a:lnTo>
                    <a:pt x="352959" y="402854"/>
                  </a:lnTo>
                  <a:lnTo>
                    <a:pt x="331990" y="453113"/>
                  </a:lnTo>
                  <a:lnTo>
                    <a:pt x="305674" y="505432"/>
                  </a:lnTo>
                  <a:lnTo>
                    <a:pt x="273311" y="552928"/>
                  </a:lnTo>
                  <a:lnTo>
                    <a:pt x="216780" y="578850"/>
                  </a:lnTo>
                  <a:lnTo>
                    <a:pt x="156695" y="587756"/>
                  </a:lnTo>
                  <a:lnTo>
                    <a:pt x="142305" y="594814"/>
                  </a:lnTo>
                  <a:lnTo>
                    <a:pt x="147409" y="608400"/>
                  </a:lnTo>
                  <a:lnTo>
                    <a:pt x="178800" y="632109"/>
                  </a:lnTo>
                  <a:lnTo>
                    <a:pt x="257980" y="762564"/>
                  </a:lnTo>
                  <a:lnTo>
                    <a:pt x="184616" y="891038"/>
                  </a:lnTo>
                  <a:lnTo>
                    <a:pt x="63643" y="989026"/>
                  </a:lnTo>
                  <a:lnTo>
                    <a:pt x="0" y="1028023"/>
                  </a:lnTo>
                  <a:lnTo>
                    <a:pt x="47085" y="1044283"/>
                  </a:lnTo>
                  <a:lnTo>
                    <a:pt x="244792" y="1044283"/>
                  </a:lnTo>
                  <a:lnTo>
                    <a:pt x="245977" y="1044025"/>
                  </a:lnTo>
                  <a:lnTo>
                    <a:pt x="395391" y="994862"/>
                  </a:lnTo>
                  <a:lnTo>
                    <a:pt x="393994" y="336820"/>
                  </a:lnTo>
                  <a:lnTo>
                    <a:pt x="390804" y="333259"/>
                  </a:lnTo>
                  <a:close/>
                </a:path>
                <a:path w="597534" h="1044575">
                  <a:moveTo>
                    <a:pt x="397460" y="340690"/>
                  </a:moveTo>
                  <a:lnTo>
                    <a:pt x="401118" y="358264"/>
                  </a:lnTo>
                  <a:lnTo>
                    <a:pt x="448475" y="383898"/>
                  </a:lnTo>
                  <a:lnTo>
                    <a:pt x="484692" y="391548"/>
                  </a:lnTo>
                  <a:lnTo>
                    <a:pt x="528157" y="380409"/>
                  </a:lnTo>
                  <a:lnTo>
                    <a:pt x="564626" y="364190"/>
                  </a:lnTo>
                  <a:lnTo>
                    <a:pt x="418508" y="364190"/>
                  </a:lnTo>
                  <a:lnTo>
                    <a:pt x="397460" y="340690"/>
                  </a:lnTo>
                  <a:close/>
                </a:path>
                <a:path w="597534" h="1044575">
                  <a:moveTo>
                    <a:pt x="474044" y="0"/>
                  </a:moveTo>
                  <a:lnTo>
                    <a:pt x="463348" y="25972"/>
                  </a:lnTo>
                  <a:lnTo>
                    <a:pt x="461688" y="70321"/>
                  </a:lnTo>
                  <a:lnTo>
                    <a:pt x="465799" y="122231"/>
                  </a:lnTo>
                  <a:lnTo>
                    <a:pt x="472414" y="170887"/>
                  </a:lnTo>
                  <a:lnTo>
                    <a:pt x="475534" y="199319"/>
                  </a:lnTo>
                  <a:lnTo>
                    <a:pt x="473888" y="256290"/>
                  </a:lnTo>
                  <a:lnTo>
                    <a:pt x="457220" y="326679"/>
                  </a:lnTo>
                  <a:lnTo>
                    <a:pt x="418508" y="364190"/>
                  </a:lnTo>
                  <a:lnTo>
                    <a:pt x="564626" y="364190"/>
                  </a:lnTo>
                  <a:lnTo>
                    <a:pt x="597249" y="349682"/>
                  </a:lnTo>
                  <a:lnTo>
                    <a:pt x="577976" y="176762"/>
                  </a:lnTo>
                  <a:lnTo>
                    <a:pt x="561109" y="83034"/>
                  </a:lnTo>
                  <a:lnTo>
                    <a:pt x="537263" y="36012"/>
                  </a:lnTo>
                  <a:lnTo>
                    <a:pt x="497042" y="3217"/>
                  </a:lnTo>
                  <a:lnTo>
                    <a:pt x="474044" y="0"/>
                  </a:lnTo>
                  <a:close/>
                </a:path>
                <a:path w="597534" h="1044575">
                  <a:moveTo>
                    <a:pt x="393967" y="323909"/>
                  </a:moveTo>
                  <a:lnTo>
                    <a:pt x="393994" y="336820"/>
                  </a:lnTo>
                  <a:lnTo>
                    <a:pt x="397460" y="340690"/>
                  </a:lnTo>
                  <a:lnTo>
                    <a:pt x="393967" y="323909"/>
                  </a:lnTo>
                  <a:close/>
                </a:path>
              </a:pathLst>
            </a:custGeom>
            <a:solidFill>
              <a:srgbClr val="034651">
                <a:alpha val="38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7334275" y="3080791"/>
              <a:ext cx="520065" cy="352425"/>
            </a:xfrm>
            <a:custGeom>
              <a:avLst/>
              <a:gdLst/>
              <a:ahLst/>
              <a:cxnLst/>
              <a:rect l="l" t="t" r="r" b="b"/>
              <a:pathLst>
                <a:path w="520065" h="352425">
                  <a:moveTo>
                    <a:pt x="485576" y="0"/>
                  </a:moveTo>
                  <a:lnTo>
                    <a:pt x="462488" y="5371"/>
                  </a:lnTo>
                  <a:lnTo>
                    <a:pt x="432855" y="10928"/>
                  </a:lnTo>
                  <a:lnTo>
                    <a:pt x="402905" y="13910"/>
                  </a:lnTo>
                  <a:lnTo>
                    <a:pt x="372807" y="14309"/>
                  </a:lnTo>
                  <a:lnTo>
                    <a:pt x="342733" y="12114"/>
                  </a:lnTo>
                  <a:lnTo>
                    <a:pt x="309969" y="8303"/>
                  </a:lnTo>
                  <a:lnTo>
                    <a:pt x="335476" y="183041"/>
                  </a:lnTo>
                  <a:lnTo>
                    <a:pt x="21475" y="160141"/>
                  </a:lnTo>
                  <a:lnTo>
                    <a:pt x="0" y="215972"/>
                  </a:lnTo>
                  <a:lnTo>
                    <a:pt x="102933" y="257318"/>
                  </a:lnTo>
                  <a:lnTo>
                    <a:pt x="190084" y="290198"/>
                  </a:lnTo>
                  <a:lnTo>
                    <a:pt x="262908" y="315314"/>
                  </a:lnTo>
                  <a:lnTo>
                    <a:pt x="322863" y="333365"/>
                  </a:lnTo>
                  <a:lnTo>
                    <a:pt x="371403" y="345054"/>
                  </a:lnTo>
                  <a:lnTo>
                    <a:pt x="409987" y="351080"/>
                  </a:lnTo>
                  <a:lnTo>
                    <a:pt x="440070" y="352146"/>
                  </a:lnTo>
                  <a:lnTo>
                    <a:pt x="463109" y="348951"/>
                  </a:lnTo>
                  <a:lnTo>
                    <a:pt x="504525" y="320817"/>
                  </a:lnTo>
                  <a:lnTo>
                    <a:pt x="519905" y="293362"/>
                  </a:lnTo>
                  <a:lnTo>
                    <a:pt x="518934" y="256578"/>
                  </a:lnTo>
                  <a:lnTo>
                    <a:pt x="508378" y="168403"/>
                  </a:lnTo>
                  <a:lnTo>
                    <a:pt x="485576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146992" y="3218625"/>
              <a:ext cx="268885" cy="140018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6521494" y="2908051"/>
              <a:ext cx="901065" cy="451484"/>
            </a:xfrm>
            <a:custGeom>
              <a:avLst/>
              <a:gdLst/>
              <a:ahLst/>
              <a:cxnLst/>
              <a:rect l="l" t="t" r="r" b="b"/>
              <a:pathLst>
                <a:path w="901065" h="451485">
                  <a:moveTo>
                    <a:pt x="900468" y="413232"/>
                  </a:moveTo>
                  <a:lnTo>
                    <a:pt x="673671" y="410210"/>
                  </a:lnTo>
                  <a:lnTo>
                    <a:pt x="602767" y="8026"/>
                  </a:lnTo>
                  <a:lnTo>
                    <a:pt x="0" y="0"/>
                  </a:lnTo>
                  <a:lnTo>
                    <a:pt x="81673" y="446405"/>
                  </a:lnTo>
                  <a:lnTo>
                    <a:pt x="680427" y="448513"/>
                  </a:lnTo>
                  <a:lnTo>
                    <a:pt x="899947" y="451358"/>
                  </a:lnTo>
                  <a:lnTo>
                    <a:pt x="900468" y="413232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6565979" y="3216354"/>
              <a:ext cx="278130" cy="155575"/>
            </a:xfrm>
            <a:custGeom>
              <a:avLst/>
              <a:gdLst/>
              <a:ahLst/>
              <a:cxnLst/>
              <a:rect l="l" t="t" r="r" b="b"/>
              <a:pathLst>
                <a:path w="278130" h="155575">
                  <a:moveTo>
                    <a:pt x="239986" y="145186"/>
                  </a:moveTo>
                  <a:lnTo>
                    <a:pt x="55058" y="145186"/>
                  </a:lnTo>
                  <a:lnTo>
                    <a:pt x="63924" y="146843"/>
                  </a:lnTo>
                  <a:lnTo>
                    <a:pt x="74440" y="149713"/>
                  </a:lnTo>
                  <a:lnTo>
                    <a:pt x="84149" y="151492"/>
                  </a:lnTo>
                  <a:lnTo>
                    <a:pt x="94125" y="152400"/>
                  </a:lnTo>
                  <a:lnTo>
                    <a:pt x="105441" y="152655"/>
                  </a:lnTo>
                  <a:lnTo>
                    <a:pt x="121729" y="154151"/>
                  </a:lnTo>
                  <a:lnTo>
                    <a:pt x="150899" y="155483"/>
                  </a:lnTo>
                  <a:lnTo>
                    <a:pt x="200470" y="151917"/>
                  </a:lnTo>
                  <a:lnTo>
                    <a:pt x="239986" y="145186"/>
                  </a:lnTo>
                  <a:close/>
                </a:path>
                <a:path w="278130" h="155575">
                  <a:moveTo>
                    <a:pt x="5235" y="2324"/>
                  </a:moveTo>
                  <a:lnTo>
                    <a:pt x="0" y="22591"/>
                  </a:lnTo>
                  <a:lnTo>
                    <a:pt x="5232" y="70883"/>
                  </a:lnTo>
                  <a:lnTo>
                    <a:pt x="16909" y="120591"/>
                  </a:lnTo>
                  <a:lnTo>
                    <a:pt x="31004" y="145105"/>
                  </a:lnTo>
                  <a:lnTo>
                    <a:pt x="41884" y="146438"/>
                  </a:lnTo>
                  <a:lnTo>
                    <a:pt x="55058" y="145186"/>
                  </a:lnTo>
                  <a:lnTo>
                    <a:pt x="239986" y="145186"/>
                  </a:lnTo>
                  <a:lnTo>
                    <a:pt x="277960" y="138718"/>
                  </a:lnTo>
                  <a:lnTo>
                    <a:pt x="172015" y="138142"/>
                  </a:lnTo>
                  <a:lnTo>
                    <a:pt x="156983" y="119080"/>
                  </a:lnTo>
                  <a:lnTo>
                    <a:pt x="148394" y="107526"/>
                  </a:lnTo>
                  <a:lnTo>
                    <a:pt x="143027" y="98802"/>
                  </a:lnTo>
                  <a:lnTo>
                    <a:pt x="141486" y="95766"/>
                  </a:lnTo>
                  <a:lnTo>
                    <a:pt x="76091" y="95766"/>
                  </a:lnTo>
                  <a:lnTo>
                    <a:pt x="73435" y="86479"/>
                  </a:lnTo>
                  <a:lnTo>
                    <a:pt x="40302" y="86479"/>
                  </a:lnTo>
                  <a:lnTo>
                    <a:pt x="40011" y="86435"/>
                  </a:lnTo>
                  <a:lnTo>
                    <a:pt x="37976" y="77412"/>
                  </a:lnTo>
                  <a:lnTo>
                    <a:pt x="36945" y="72537"/>
                  </a:lnTo>
                  <a:lnTo>
                    <a:pt x="28670" y="44837"/>
                  </a:lnTo>
                  <a:lnTo>
                    <a:pt x="17354" y="16614"/>
                  </a:lnTo>
                  <a:lnTo>
                    <a:pt x="5235" y="2324"/>
                  </a:lnTo>
                  <a:close/>
                </a:path>
                <a:path w="278130" h="155575">
                  <a:moveTo>
                    <a:pt x="61066" y="13926"/>
                  </a:moveTo>
                  <a:lnTo>
                    <a:pt x="76091" y="95766"/>
                  </a:lnTo>
                  <a:lnTo>
                    <a:pt x="141486" y="95766"/>
                  </a:lnTo>
                  <a:lnTo>
                    <a:pt x="139424" y="91704"/>
                  </a:lnTo>
                  <a:lnTo>
                    <a:pt x="110457" y="91704"/>
                  </a:lnTo>
                  <a:lnTo>
                    <a:pt x="93176" y="49677"/>
                  </a:lnTo>
                  <a:lnTo>
                    <a:pt x="82271" y="27567"/>
                  </a:lnTo>
                  <a:lnTo>
                    <a:pt x="73111" y="18080"/>
                  </a:lnTo>
                  <a:lnTo>
                    <a:pt x="61066" y="13926"/>
                  </a:lnTo>
                  <a:close/>
                </a:path>
                <a:path w="278130" h="155575">
                  <a:moveTo>
                    <a:pt x="99002" y="33663"/>
                  </a:moveTo>
                  <a:lnTo>
                    <a:pt x="95358" y="43713"/>
                  </a:lnTo>
                  <a:lnTo>
                    <a:pt x="99900" y="63555"/>
                  </a:lnTo>
                  <a:lnTo>
                    <a:pt x="106862" y="82962"/>
                  </a:lnTo>
                  <a:lnTo>
                    <a:pt x="110457" y="91704"/>
                  </a:lnTo>
                  <a:lnTo>
                    <a:pt x="139424" y="91704"/>
                  </a:lnTo>
                  <a:lnTo>
                    <a:pt x="137660" y="88227"/>
                  </a:lnTo>
                  <a:lnTo>
                    <a:pt x="129806" y="72029"/>
                  </a:lnTo>
                  <a:lnTo>
                    <a:pt x="119941" y="53544"/>
                  </a:lnTo>
                  <a:lnTo>
                    <a:pt x="109271" y="38760"/>
                  </a:lnTo>
                  <a:lnTo>
                    <a:pt x="99002" y="33663"/>
                  </a:lnTo>
                  <a:close/>
                </a:path>
                <a:path w="278130" h="155575">
                  <a:moveTo>
                    <a:pt x="36945" y="72537"/>
                  </a:moveTo>
                  <a:lnTo>
                    <a:pt x="37976" y="77412"/>
                  </a:lnTo>
                  <a:lnTo>
                    <a:pt x="40011" y="86435"/>
                  </a:lnTo>
                  <a:lnTo>
                    <a:pt x="40302" y="86479"/>
                  </a:lnTo>
                  <a:lnTo>
                    <a:pt x="37036" y="72842"/>
                  </a:lnTo>
                  <a:lnTo>
                    <a:pt x="36945" y="72537"/>
                  </a:lnTo>
                  <a:close/>
                </a:path>
                <a:path w="278130" h="155575">
                  <a:moveTo>
                    <a:pt x="21695" y="0"/>
                  </a:moveTo>
                  <a:lnTo>
                    <a:pt x="32452" y="51303"/>
                  </a:lnTo>
                  <a:lnTo>
                    <a:pt x="36945" y="72537"/>
                  </a:lnTo>
                  <a:lnTo>
                    <a:pt x="37036" y="72842"/>
                  </a:lnTo>
                  <a:lnTo>
                    <a:pt x="40302" y="86479"/>
                  </a:lnTo>
                  <a:lnTo>
                    <a:pt x="73435" y="86479"/>
                  </a:lnTo>
                  <a:lnTo>
                    <a:pt x="60346" y="40725"/>
                  </a:lnTo>
                  <a:lnTo>
                    <a:pt x="49431" y="12402"/>
                  </a:lnTo>
                  <a:lnTo>
                    <a:pt x="38248" y="1820"/>
                  </a:lnTo>
                  <a:lnTo>
                    <a:pt x="21695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7417077" y="5208759"/>
              <a:ext cx="375920" cy="311150"/>
            </a:xfrm>
            <a:custGeom>
              <a:avLst/>
              <a:gdLst/>
              <a:ahLst/>
              <a:cxnLst/>
              <a:rect l="l" t="t" r="r" b="b"/>
              <a:pathLst>
                <a:path w="375919" h="311150">
                  <a:moveTo>
                    <a:pt x="241222" y="0"/>
                  </a:moveTo>
                  <a:lnTo>
                    <a:pt x="219265" y="104"/>
                  </a:lnTo>
                  <a:lnTo>
                    <a:pt x="203310" y="15404"/>
                  </a:lnTo>
                  <a:lnTo>
                    <a:pt x="184690" y="47790"/>
                  </a:lnTo>
                  <a:lnTo>
                    <a:pt x="163573" y="85589"/>
                  </a:lnTo>
                  <a:lnTo>
                    <a:pt x="140126" y="117127"/>
                  </a:lnTo>
                  <a:lnTo>
                    <a:pt x="113357" y="143672"/>
                  </a:lnTo>
                  <a:lnTo>
                    <a:pt x="84078" y="172332"/>
                  </a:lnTo>
                  <a:lnTo>
                    <a:pt x="55132" y="200218"/>
                  </a:lnTo>
                  <a:lnTo>
                    <a:pt x="29365" y="224443"/>
                  </a:lnTo>
                  <a:lnTo>
                    <a:pt x="9234" y="246951"/>
                  </a:lnTo>
                  <a:lnTo>
                    <a:pt x="681" y="264996"/>
                  </a:lnTo>
                  <a:lnTo>
                    <a:pt x="0" y="279559"/>
                  </a:lnTo>
                  <a:lnTo>
                    <a:pt x="3481" y="291624"/>
                  </a:lnTo>
                  <a:lnTo>
                    <a:pt x="21761" y="302000"/>
                  </a:lnTo>
                  <a:lnTo>
                    <a:pt x="61350" y="309256"/>
                  </a:lnTo>
                  <a:lnTo>
                    <a:pt x="112351" y="311036"/>
                  </a:lnTo>
                  <a:lnTo>
                    <a:pt x="164869" y="304985"/>
                  </a:lnTo>
                  <a:lnTo>
                    <a:pt x="209318" y="286594"/>
                  </a:lnTo>
                  <a:lnTo>
                    <a:pt x="244620" y="258895"/>
                  </a:lnTo>
                  <a:lnTo>
                    <a:pt x="273640" y="230846"/>
                  </a:lnTo>
                  <a:lnTo>
                    <a:pt x="299242" y="211407"/>
                  </a:lnTo>
                  <a:lnTo>
                    <a:pt x="328117" y="196582"/>
                  </a:lnTo>
                  <a:lnTo>
                    <a:pt x="351977" y="182439"/>
                  </a:lnTo>
                  <a:lnTo>
                    <a:pt x="368555" y="169545"/>
                  </a:lnTo>
                  <a:lnTo>
                    <a:pt x="375585" y="158466"/>
                  </a:lnTo>
                  <a:lnTo>
                    <a:pt x="374861" y="131868"/>
                  </a:lnTo>
                  <a:lnTo>
                    <a:pt x="369987" y="85734"/>
                  </a:lnTo>
                  <a:lnTo>
                    <a:pt x="361403" y="40635"/>
                  </a:lnTo>
                  <a:lnTo>
                    <a:pt x="349554" y="17141"/>
                  </a:lnTo>
                  <a:lnTo>
                    <a:pt x="337620" y="14852"/>
                  </a:lnTo>
                  <a:lnTo>
                    <a:pt x="327745" y="16905"/>
                  </a:lnTo>
                  <a:lnTo>
                    <a:pt x="318813" y="19170"/>
                  </a:lnTo>
                  <a:lnTo>
                    <a:pt x="309712" y="17517"/>
                  </a:lnTo>
                  <a:lnTo>
                    <a:pt x="293410" y="11361"/>
                  </a:lnTo>
                  <a:lnTo>
                    <a:pt x="268258" y="4637"/>
                  </a:lnTo>
                  <a:lnTo>
                    <a:pt x="241222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7472584" y="5327485"/>
              <a:ext cx="322580" cy="187325"/>
            </a:xfrm>
            <a:custGeom>
              <a:avLst/>
              <a:gdLst/>
              <a:ahLst/>
              <a:cxnLst/>
              <a:rect l="l" t="t" r="r" b="b"/>
              <a:pathLst>
                <a:path w="322580" h="187325">
                  <a:moveTo>
                    <a:pt x="318262" y="0"/>
                  </a:moveTo>
                  <a:lnTo>
                    <a:pt x="279021" y="28386"/>
                  </a:lnTo>
                  <a:lnTo>
                    <a:pt x="240354" y="58473"/>
                  </a:lnTo>
                  <a:lnTo>
                    <a:pt x="197649" y="99054"/>
                  </a:lnTo>
                  <a:lnTo>
                    <a:pt x="164573" y="129001"/>
                  </a:lnTo>
                  <a:lnTo>
                    <a:pt x="125525" y="154095"/>
                  </a:lnTo>
                  <a:lnTo>
                    <a:pt x="82175" y="164529"/>
                  </a:lnTo>
                  <a:lnTo>
                    <a:pt x="44054" y="162363"/>
                  </a:lnTo>
                  <a:lnTo>
                    <a:pt x="18615" y="157825"/>
                  </a:lnTo>
                  <a:lnTo>
                    <a:pt x="4412" y="153329"/>
                  </a:lnTo>
                  <a:lnTo>
                    <a:pt x="0" y="151293"/>
                  </a:lnTo>
                  <a:lnTo>
                    <a:pt x="15041" y="172912"/>
                  </a:lnTo>
                  <a:lnTo>
                    <a:pt x="27353" y="183669"/>
                  </a:lnTo>
                  <a:lnTo>
                    <a:pt x="43504" y="186762"/>
                  </a:lnTo>
                  <a:lnTo>
                    <a:pt x="70060" y="185387"/>
                  </a:lnTo>
                  <a:lnTo>
                    <a:pt x="134048" y="167395"/>
                  </a:lnTo>
                  <a:lnTo>
                    <a:pt x="198224" y="126551"/>
                  </a:lnTo>
                  <a:lnTo>
                    <a:pt x="236796" y="97401"/>
                  </a:lnTo>
                  <a:lnTo>
                    <a:pt x="322220" y="31454"/>
                  </a:lnTo>
                  <a:lnTo>
                    <a:pt x="318262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7418046" y="5358942"/>
              <a:ext cx="377825" cy="164465"/>
            </a:xfrm>
            <a:custGeom>
              <a:avLst/>
              <a:gdLst/>
              <a:ahLst/>
              <a:cxnLst/>
              <a:rect l="l" t="t" r="r" b="b"/>
              <a:pathLst>
                <a:path w="377825" h="164464">
                  <a:moveTo>
                    <a:pt x="376752" y="0"/>
                  </a:moveTo>
                  <a:lnTo>
                    <a:pt x="328268" y="31420"/>
                  </a:lnTo>
                  <a:lnTo>
                    <a:pt x="287101" y="60032"/>
                  </a:lnTo>
                  <a:lnTo>
                    <a:pt x="251929" y="87766"/>
                  </a:lnTo>
                  <a:lnTo>
                    <a:pt x="226232" y="109252"/>
                  </a:lnTo>
                  <a:lnTo>
                    <a:pt x="202485" y="124810"/>
                  </a:lnTo>
                  <a:lnTo>
                    <a:pt x="177160" y="135872"/>
                  </a:lnTo>
                  <a:lnTo>
                    <a:pt x="146728" y="143869"/>
                  </a:lnTo>
                  <a:lnTo>
                    <a:pt x="116061" y="145724"/>
                  </a:lnTo>
                  <a:lnTo>
                    <a:pt x="90519" y="139322"/>
                  </a:lnTo>
                  <a:lnTo>
                    <a:pt x="67307" y="127546"/>
                  </a:lnTo>
                  <a:lnTo>
                    <a:pt x="43632" y="113274"/>
                  </a:lnTo>
                  <a:lnTo>
                    <a:pt x="24320" y="102674"/>
                  </a:lnTo>
                  <a:lnTo>
                    <a:pt x="13338" y="101273"/>
                  </a:lnTo>
                  <a:lnTo>
                    <a:pt x="6595" y="110990"/>
                  </a:lnTo>
                  <a:lnTo>
                    <a:pt x="0" y="133744"/>
                  </a:lnTo>
                  <a:lnTo>
                    <a:pt x="4222" y="147032"/>
                  </a:lnTo>
                  <a:lnTo>
                    <a:pt x="26288" y="156906"/>
                  </a:lnTo>
                  <a:lnTo>
                    <a:pt x="69976" y="162814"/>
                  </a:lnTo>
                  <a:lnTo>
                    <a:pt x="139063" y="164204"/>
                  </a:lnTo>
                  <a:lnTo>
                    <a:pt x="187737" y="156052"/>
                  </a:lnTo>
                  <a:lnTo>
                    <a:pt x="220078" y="137226"/>
                  </a:lnTo>
                  <a:lnTo>
                    <a:pt x="242824" y="113931"/>
                  </a:lnTo>
                  <a:lnTo>
                    <a:pt x="262714" y="92374"/>
                  </a:lnTo>
                  <a:lnTo>
                    <a:pt x="289495" y="73589"/>
                  </a:lnTo>
                  <a:lnTo>
                    <a:pt x="322484" y="55308"/>
                  </a:lnTo>
                  <a:lnTo>
                    <a:pt x="352776" y="38780"/>
                  </a:lnTo>
                  <a:lnTo>
                    <a:pt x="371465" y="25255"/>
                  </a:lnTo>
                  <a:lnTo>
                    <a:pt x="375635" y="20078"/>
                  </a:lnTo>
                  <a:lnTo>
                    <a:pt x="377576" y="15722"/>
                  </a:lnTo>
                  <a:lnTo>
                    <a:pt x="377783" y="9818"/>
                  </a:lnTo>
                  <a:lnTo>
                    <a:pt x="376752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6881299" y="5223190"/>
              <a:ext cx="348615" cy="284480"/>
            </a:xfrm>
            <a:custGeom>
              <a:avLst/>
              <a:gdLst/>
              <a:ahLst/>
              <a:cxnLst/>
              <a:rect l="l" t="t" r="r" b="b"/>
              <a:pathLst>
                <a:path w="348615" h="284479">
                  <a:moveTo>
                    <a:pt x="256412" y="0"/>
                  </a:moveTo>
                  <a:lnTo>
                    <a:pt x="238651" y="1743"/>
                  </a:lnTo>
                  <a:lnTo>
                    <a:pt x="221409" y="12762"/>
                  </a:lnTo>
                  <a:lnTo>
                    <a:pt x="203195" y="32457"/>
                  </a:lnTo>
                  <a:lnTo>
                    <a:pt x="182519" y="60228"/>
                  </a:lnTo>
                  <a:lnTo>
                    <a:pt x="152591" y="90658"/>
                  </a:lnTo>
                  <a:lnTo>
                    <a:pt x="106430" y="128962"/>
                  </a:lnTo>
                  <a:lnTo>
                    <a:pt x="59306" y="166381"/>
                  </a:lnTo>
                  <a:lnTo>
                    <a:pt x="26492" y="194161"/>
                  </a:lnTo>
                  <a:lnTo>
                    <a:pt x="9997" y="215111"/>
                  </a:lnTo>
                  <a:lnTo>
                    <a:pt x="1331" y="235697"/>
                  </a:lnTo>
                  <a:lnTo>
                    <a:pt x="0" y="252642"/>
                  </a:lnTo>
                  <a:lnTo>
                    <a:pt x="5508" y="262672"/>
                  </a:lnTo>
                  <a:lnTo>
                    <a:pt x="26649" y="271026"/>
                  </a:lnTo>
                  <a:lnTo>
                    <a:pt x="66791" y="280542"/>
                  </a:lnTo>
                  <a:lnTo>
                    <a:pt x="117309" y="284342"/>
                  </a:lnTo>
                  <a:lnTo>
                    <a:pt x="169577" y="275551"/>
                  </a:lnTo>
                  <a:lnTo>
                    <a:pt x="210679" y="254935"/>
                  </a:lnTo>
                  <a:lnTo>
                    <a:pt x="237334" y="230851"/>
                  </a:lnTo>
                  <a:lnTo>
                    <a:pt x="255389" y="207812"/>
                  </a:lnTo>
                  <a:lnTo>
                    <a:pt x="270694" y="190329"/>
                  </a:lnTo>
                  <a:lnTo>
                    <a:pt x="289550" y="177551"/>
                  </a:lnTo>
                  <a:lnTo>
                    <a:pt x="310706" y="166285"/>
                  </a:lnTo>
                  <a:lnTo>
                    <a:pt x="328686" y="157528"/>
                  </a:lnTo>
                  <a:lnTo>
                    <a:pt x="338011" y="152278"/>
                  </a:lnTo>
                  <a:lnTo>
                    <a:pt x="341737" y="134736"/>
                  </a:lnTo>
                  <a:lnTo>
                    <a:pt x="345581" y="99566"/>
                  </a:lnTo>
                  <a:lnTo>
                    <a:pt x="348064" y="63427"/>
                  </a:lnTo>
                  <a:lnTo>
                    <a:pt x="347707" y="42982"/>
                  </a:lnTo>
                  <a:lnTo>
                    <a:pt x="343096" y="38724"/>
                  </a:lnTo>
                  <a:lnTo>
                    <a:pt x="335891" y="38513"/>
                  </a:lnTo>
                  <a:lnTo>
                    <a:pt x="329252" y="40063"/>
                  </a:lnTo>
                  <a:lnTo>
                    <a:pt x="326336" y="41087"/>
                  </a:lnTo>
                  <a:lnTo>
                    <a:pt x="315040" y="34339"/>
                  </a:lnTo>
                  <a:lnTo>
                    <a:pt x="297217" y="21286"/>
                  </a:lnTo>
                  <a:lnTo>
                    <a:pt x="276473" y="7861"/>
                  </a:lnTo>
                  <a:lnTo>
                    <a:pt x="256412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6915108" y="5350218"/>
              <a:ext cx="309880" cy="157480"/>
            </a:xfrm>
            <a:custGeom>
              <a:avLst/>
              <a:gdLst/>
              <a:ahLst/>
              <a:cxnLst/>
              <a:rect l="l" t="t" r="r" b="b"/>
              <a:pathLst>
                <a:path w="309880" h="157479">
                  <a:moveTo>
                    <a:pt x="309330" y="0"/>
                  </a:moveTo>
                  <a:lnTo>
                    <a:pt x="243533" y="30162"/>
                  </a:lnTo>
                  <a:lnTo>
                    <a:pt x="212422" y="64364"/>
                  </a:lnTo>
                  <a:lnTo>
                    <a:pt x="184669" y="99361"/>
                  </a:lnTo>
                  <a:lnTo>
                    <a:pt x="156245" y="121137"/>
                  </a:lnTo>
                  <a:lnTo>
                    <a:pt x="124261" y="133670"/>
                  </a:lnTo>
                  <a:lnTo>
                    <a:pt x="85829" y="140938"/>
                  </a:lnTo>
                  <a:lnTo>
                    <a:pt x="48442" y="141736"/>
                  </a:lnTo>
                  <a:lnTo>
                    <a:pt x="21589" y="135697"/>
                  </a:lnTo>
                  <a:lnTo>
                    <a:pt x="5399" y="128048"/>
                  </a:lnTo>
                  <a:lnTo>
                    <a:pt x="0" y="124017"/>
                  </a:lnTo>
                  <a:lnTo>
                    <a:pt x="6009" y="128371"/>
                  </a:lnTo>
                  <a:lnTo>
                    <a:pt x="21602" y="138392"/>
                  </a:lnTo>
                  <a:lnTo>
                    <a:pt x="43127" y="149518"/>
                  </a:lnTo>
                  <a:lnTo>
                    <a:pt x="66929" y="157188"/>
                  </a:lnTo>
                  <a:lnTo>
                    <a:pt x="96528" y="156795"/>
                  </a:lnTo>
                  <a:lnTo>
                    <a:pt x="132142" y="148631"/>
                  </a:lnTo>
                  <a:lnTo>
                    <a:pt x="165149" y="135484"/>
                  </a:lnTo>
                  <a:lnTo>
                    <a:pt x="186926" y="120142"/>
                  </a:lnTo>
                  <a:lnTo>
                    <a:pt x="202396" y="103054"/>
                  </a:lnTo>
                  <a:lnTo>
                    <a:pt x="220519" y="84798"/>
                  </a:lnTo>
                  <a:lnTo>
                    <a:pt x="238748" y="68356"/>
                  </a:lnTo>
                  <a:lnTo>
                    <a:pt x="254536" y="56710"/>
                  </a:lnTo>
                  <a:lnTo>
                    <a:pt x="285670" y="38806"/>
                  </a:lnTo>
                  <a:lnTo>
                    <a:pt x="298388" y="30816"/>
                  </a:lnTo>
                  <a:lnTo>
                    <a:pt x="304200" y="25245"/>
                  </a:lnTo>
                  <a:lnTo>
                    <a:pt x="305956" y="18170"/>
                  </a:lnTo>
                  <a:lnTo>
                    <a:pt x="309330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6877442" y="5375465"/>
              <a:ext cx="342265" cy="136525"/>
            </a:xfrm>
            <a:custGeom>
              <a:avLst/>
              <a:gdLst/>
              <a:ahLst/>
              <a:cxnLst/>
              <a:rect l="l" t="t" r="r" b="b"/>
              <a:pathLst>
                <a:path w="342265" h="136525">
                  <a:moveTo>
                    <a:pt x="341870" y="0"/>
                  </a:moveTo>
                  <a:lnTo>
                    <a:pt x="292405" y="25863"/>
                  </a:lnTo>
                  <a:lnTo>
                    <a:pt x="253412" y="54193"/>
                  </a:lnTo>
                  <a:lnTo>
                    <a:pt x="228931" y="86269"/>
                  </a:lnTo>
                  <a:lnTo>
                    <a:pt x="210135" y="101600"/>
                  </a:lnTo>
                  <a:lnTo>
                    <a:pt x="179489" y="113806"/>
                  </a:lnTo>
                  <a:lnTo>
                    <a:pt x="144784" y="122060"/>
                  </a:lnTo>
                  <a:lnTo>
                    <a:pt x="113814" y="125535"/>
                  </a:lnTo>
                  <a:lnTo>
                    <a:pt x="88518" y="123874"/>
                  </a:lnTo>
                  <a:lnTo>
                    <a:pt x="66814" y="117213"/>
                  </a:lnTo>
                  <a:lnTo>
                    <a:pt x="50464" y="105483"/>
                  </a:lnTo>
                  <a:lnTo>
                    <a:pt x="41230" y="88615"/>
                  </a:lnTo>
                  <a:lnTo>
                    <a:pt x="33106" y="75553"/>
                  </a:lnTo>
                  <a:lnTo>
                    <a:pt x="0" y="98803"/>
                  </a:lnTo>
                  <a:lnTo>
                    <a:pt x="2980" y="107316"/>
                  </a:lnTo>
                  <a:lnTo>
                    <a:pt x="24467" y="119282"/>
                  </a:lnTo>
                  <a:lnTo>
                    <a:pt x="65692" y="130397"/>
                  </a:lnTo>
                  <a:lnTo>
                    <a:pt x="116566" y="135951"/>
                  </a:lnTo>
                  <a:lnTo>
                    <a:pt x="166996" y="131231"/>
                  </a:lnTo>
                  <a:lnTo>
                    <a:pt x="204874" y="116756"/>
                  </a:lnTo>
                  <a:lnTo>
                    <a:pt x="229873" y="97517"/>
                  </a:lnTo>
                  <a:lnTo>
                    <a:pt x="249548" y="75519"/>
                  </a:lnTo>
                  <a:lnTo>
                    <a:pt x="271453" y="52762"/>
                  </a:lnTo>
                  <a:lnTo>
                    <a:pt x="291627" y="35356"/>
                  </a:lnTo>
                  <a:lnTo>
                    <a:pt x="305189" y="25813"/>
                  </a:lnTo>
                  <a:lnTo>
                    <a:pt x="318294" y="20766"/>
                  </a:lnTo>
                  <a:lnTo>
                    <a:pt x="337095" y="16847"/>
                  </a:lnTo>
                  <a:lnTo>
                    <a:pt x="341870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7644245" y="3080791"/>
              <a:ext cx="177800" cy="36830"/>
            </a:xfrm>
            <a:custGeom>
              <a:avLst/>
              <a:gdLst/>
              <a:ahLst/>
              <a:cxnLst/>
              <a:rect l="l" t="t" r="r" b="b"/>
              <a:pathLst>
                <a:path w="177800" h="36830">
                  <a:moveTo>
                    <a:pt x="175607" y="0"/>
                  </a:moveTo>
                  <a:lnTo>
                    <a:pt x="152518" y="5371"/>
                  </a:lnTo>
                  <a:lnTo>
                    <a:pt x="122885" y="10928"/>
                  </a:lnTo>
                  <a:lnTo>
                    <a:pt x="92935" y="13910"/>
                  </a:lnTo>
                  <a:lnTo>
                    <a:pt x="62838" y="14309"/>
                  </a:lnTo>
                  <a:lnTo>
                    <a:pt x="32763" y="12114"/>
                  </a:lnTo>
                  <a:lnTo>
                    <a:pt x="0" y="8303"/>
                  </a:lnTo>
                  <a:lnTo>
                    <a:pt x="2743" y="27098"/>
                  </a:lnTo>
                  <a:lnTo>
                    <a:pt x="19675" y="30855"/>
                  </a:lnTo>
                  <a:lnTo>
                    <a:pt x="62471" y="36352"/>
                  </a:lnTo>
                  <a:lnTo>
                    <a:pt x="119133" y="34926"/>
                  </a:lnTo>
                  <a:lnTo>
                    <a:pt x="177659" y="17915"/>
                  </a:lnTo>
                  <a:lnTo>
                    <a:pt x="175607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7098670" y="2179986"/>
              <a:ext cx="344170" cy="240029"/>
            </a:xfrm>
            <a:custGeom>
              <a:avLst/>
              <a:gdLst/>
              <a:ahLst/>
              <a:cxnLst/>
              <a:rect l="l" t="t" r="r" b="b"/>
              <a:pathLst>
                <a:path w="344169" h="240030">
                  <a:moveTo>
                    <a:pt x="227006" y="0"/>
                  </a:moveTo>
                  <a:lnTo>
                    <a:pt x="216334" y="811"/>
                  </a:lnTo>
                  <a:lnTo>
                    <a:pt x="206634" y="4215"/>
                  </a:lnTo>
                  <a:lnTo>
                    <a:pt x="193205" y="11186"/>
                  </a:lnTo>
                  <a:lnTo>
                    <a:pt x="185749" y="10590"/>
                  </a:lnTo>
                  <a:lnTo>
                    <a:pt x="131931" y="12639"/>
                  </a:lnTo>
                  <a:lnTo>
                    <a:pt x="89459" y="19824"/>
                  </a:lnTo>
                  <a:lnTo>
                    <a:pt x="52688" y="37278"/>
                  </a:lnTo>
                  <a:lnTo>
                    <a:pt x="18699" y="96181"/>
                  </a:lnTo>
                  <a:lnTo>
                    <a:pt x="8184" y="125308"/>
                  </a:lnTo>
                  <a:lnTo>
                    <a:pt x="0" y="146540"/>
                  </a:lnTo>
                  <a:lnTo>
                    <a:pt x="1054" y="165504"/>
                  </a:lnTo>
                  <a:lnTo>
                    <a:pt x="14752" y="192902"/>
                  </a:lnTo>
                  <a:lnTo>
                    <a:pt x="44497" y="239430"/>
                  </a:lnTo>
                  <a:lnTo>
                    <a:pt x="51419" y="163349"/>
                  </a:lnTo>
                  <a:lnTo>
                    <a:pt x="101484" y="154650"/>
                  </a:lnTo>
                  <a:lnTo>
                    <a:pt x="134203" y="145625"/>
                  </a:lnTo>
                  <a:lnTo>
                    <a:pt x="164002" y="130764"/>
                  </a:lnTo>
                  <a:lnTo>
                    <a:pt x="205309" y="104555"/>
                  </a:lnTo>
                  <a:lnTo>
                    <a:pt x="247000" y="102580"/>
                  </a:lnTo>
                  <a:lnTo>
                    <a:pt x="272964" y="114710"/>
                  </a:lnTo>
                  <a:lnTo>
                    <a:pt x="294064" y="152456"/>
                  </a:lnTo>
                  <a:lnTo>
                    <a:pt x="321159" y="227326"/>
                  </a:lnTo>
                  <a:lnTo>
                    <a:pt x="323915" y="223677"/>
                  </a:lnTo>
                  <a:lnTo>
                    <a:pt x="330381" y="210534"/>
                  </a:lnTo>
                  <a:lnTo>
                    <a:pt x="337857" y="184605"/>
                  </a:lnTo>
                  <a:lnTo>
                    <a:pt x="343640" y="142595"/>
                  </a:lnTo>
                  <a:lnTo>
                    <a:pt x="334047" y="92965"/>
                  </a:lnTo>
                  <a:lnTo>
                    <a:pt x="305813" y="47711"/>
                  </a:lnTo>
                  <a:lnTo>
                    <a:pt x="271420" y="14452"/>
                  </a:lnTo>
                  <a:lnTo>
                    <a:pt x="243350" y="809"/>
                  </a:lnTo>
                  <a:lnTo>
                    <a:pt x="22700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2482082" y="7046293"/>
            <a:ext cx="847725" cy="2984500"/>
            <a:chOff x="2482082" y="7046293"/>
            <a:chExt cx="847725" cy="2984500"/>
          </a:xfrm>
        </p:grpSpPr>
        <p:pic>
          <p:nvPicPr>
            <p:cNvPr id="56" name="object 5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22298" y="7080589"/>
              <a:ext cx="648395" cy="2821721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33372" y="7565833"/>
              <a:ext cx="500910" cy="776276"/>
            </a:xfrm>
            <a:prstGeom prst="rect">
              <a:avLst/>
            </a:prstGeom>
          </p:spPr>
        </p:pic>
        <p:pic>
          <p:nvPicPr>
            <p:cNvPr id="58" name="object 5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82082" y="7046293"/>
              <a:ext cx="847203" cy="1145764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92786" y="9719030"/>
              <a:ext cx="209592" cy="311646"/>
            </a:xfrm>
            <a:prstGeom prst="rect">
              <a:avLst/>
            </a:prstGeom>
          </p:spPr>
        </p:pic>
      </p:grpSp>
      <p:grpSp>
        <p:nvGrpSpPr>
          <p:cNvPr id="60" name="object 60" descr=""/>
          <p:cNvGrpSpPr/>
          <p:nvPr/>
        </p:nvGrpSpPr>
        <p:grpSpPr>
          <a:xfrm>
            <a:off x="2303931" y="2136613"/>
            <a:ext cx="1141730" cy="3440429"/>
            <a:chOff x="2303931" y="2136613"/>
            <a:chExt cx="1141730" cy="3440429"/>
          </a:xfrm>
        </p:grpSpPr>
        <p:sp>
          <p:nvSpPr>
            <p:cNvPr id="61" name="object 61" descr=""/>
            <p:cNvSpPr/>
            <p:nvPr/>
          </p:nvSpPr>
          <p:spPr>
            <a:xfrm>
              <a:off x="2880072" y="5314554"/>
              <a:ext cx="330835" cy="259715"/>
            </a:xfrm>
            <a:custGeom>
              <a:avLst/>
              <a:gdLst/>
              <a:ahLst/>
              <a:cxnLst/>
              <a:rect l="l" t="t" r="r" b="b"/>
              <a:pathLst>
                <a:path w="330835" h="259714">
                  <a:moveTo>
                    <a:pt x="212482" y="0"/>
                  </a:moveTo>
                  <a:lnTo>
                    <a:pt x="193143" y="84"/>
                  </a:lnTo>
                  <a:lnTo>
                    <a:pt x="179089" y="12859"/>
                  </a:lnTo>
                  <a:lnTo>
                    <a:pt x="162687" y="39897"/>
                  </a:lnTo>
                  <a:lnTo>
                    <a:pt x="144085" y="71455"/>
                  </a:lnTo>
                  <a:lnTo>
                    <a:pt x="123428" y="97788"/>
                  </a:lnTo>
                  <a:lnTo>
                    <a:pt x="99851" y="119949"/>
                  </a:lnTo>
                  <a:lnTo>
                    <a:pt x="74059" y="143876"/>
                  </a:lnTo>
                  <a:lnTo>
                    <a:pt x="48561" y="167159"/>
                  </a:lnTo>
                  <a:lnTo>
                    <a:pt x="25860" y="187388"/>
                  </a:lnTo>
                  <a:lnTo>
                    <a:pt x="8129" y="206178"/>
                  </a:lnTo>
                  <a:lnTo>
                    <a:pt x="598" y="221240"/>
                  </a:lnTo>
                  <a:lnTo>
                    <a:pt x="0" y="233396"/>
                  </a:lnTo>
                  <a:lnTo>
                    <a:pt x="3065" y="243470"/>
                  </a:lnTo>
                  <a:lnTo>
                    <a:pt x="19166" y="252134"/>
                  </a:lnTo>
                  <a:lnTo>
                    <a:pt x="54039" y="258190"/>
                  </a:lnTo>
                  <a:lnTo>
                    <a:pt x="98966" y="259674"/>
                  </a:lnTo>
                  <a:lnTo>
                    <a:pt x="145229" y="254621"/>
                  </a:lnTo>
                  <a:lnTo>
                    <a:pt x="184383" y="239268"/>
                  </a:lnTo>
                  <a:lnTo>
                    <a:pt x="215479" y="216145"/>
                  </a:lnTo>
                  <a:lnTo>
                    <a:pt x="241041" y="192729"/>
                  </a:lnTo>
                  <a:lnTo>
                    <a:pt x="263591" y="176498"/>
                  </a:lnTo>
                  <a:lnTo>
                    <a:pt x="289025" y="164122"/>
                  </a:lnTo>
                  <a:lnTo>
                    <a:pt x="310042" y="152314"/>
                  </a:lnTo>
                  <a:lnTo>
                    <a:pt x="324644" y="141549"/>
                  </a:lnTo>
                  <a:lnTo>
                    <a:pt x="330835" y="132300"/>
                  </a:lnTo>
                  <a:lnTo>
                    <a:pt x="330202" y="110089"/>
                  </a:lnTo>
                  <a:lnTo>
                    <a:pt x="325908" y="71570"/>
                  </a:lnTo>
                  <a:lnTo>
                    <a:pt x="318345" y="33917"/>
                  </a:lnTo>
                  <a:lnTo>
                    <a:pt x="307904" y="14304"/>
                  </a:lnTo>
                  <a:lnTo>
                    <a:pt x="297396" y="12396"/>
                  </a:lnTo>
                  <a:lnTo>
                    <a:pt x="288699" y="14113"/>
                  </a:lnTo>
                  <a:lnTo>
                    <a:pt x="280833" y="16006"/>
                  </a:lnTo>
                  <a:lnTo>
                    <a:pt x="272816" y="14628"/>
                  </a:lnTo>
                  <a:lnTo>
                    <a:pt x="258455" y="9489"/>
                  </a:lnTo>
                  <a:lnTo>
                    <a:pt x="236298" y="3874"/>
                  </a:lnTo>
                  <a:lnTo>
                    <a:pt x="21248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928968" y="5413675"/>
              <a:ext cx="283845" cy="156210"/>
            </a:xfrm>
            <a:custGeom>
              <a:avLst/>
              <a:gdLst/>
              <a:ahLst/>
              <a:cxnLst/>
              <a:rect l="l" t="t" r="r" b="b"/>
              <a:pathLst>
                <a:path w="283844" h="156210">
                  <a:moveTo>
                    <a:pt x="280347" y="0"/>
                  </a:moveTo>
                  <a:lnTo>
                    <a:pt x="245783" y="23701"/>
                  </a:lnTo>
                  <a:lnTo>
                    <a:pt x="211723" y="48824"/>
                  </a:lnTo>
                  <a:lnTo>
                    <a:pt x="174101" y="82700"/>
                  </a:lnTo>
                  <a:lnTo>
                    <a:pt x="144965" y="107699"/>
                  </a:lnTo>
                  <a:lnTo>
                    <a:pt x="110569" y="128648"/>
                  </a:lnTo>
                  <a:lnTo>
                    <a:pt x="72385" y="137357"/>
                  </a:lnTo>
                  <a:lnTo>
                    <a:pt x="38802" y="135555"/>
                  </a:lnTo>
                  <a:lnTo>
                    <a:pt x="16394" y="131766"/>
                  </a:lnTo>
                  <a:lnTo>
                    <a:pt x="3886" y="128011"/>
                  </a:lnTo>
                  <a:lnTo>
                    <a:pt x="0" y="126310"/>
                  </a:lnTo>
                  <a:lnTo>
                    <a:pt x="13250" y="144359"/>
                  </a:lnTo>
                  <a:lnTo>
                    <a:pt x="24096" y="153342"/>
                  </a:lnTo>
                  <a:lnTo>
                    <a:pt x="38322" y="155926"/>
                  </a:lnTo>
                  <a:lnTo>
                    <a:pt x="61715" y="154780"/>
                  </a:lnTo>
                  <a:lnTo>
                    <a:pt x="118076" y="139757"/>
                  </a:lnTo>
                  <a:lnTo>
                    <a:pt x="174602" y="105651"/>
                  </a:lnTo>
                  <a:lnTo>
                    <a:pt x="208583" y="81319"/>
                  </a:lnTo>
                  <a:lnTo>
                    <a:pt x="283834" y="26260"/>
                  </a:lnTo>
                  <a:lnTo>
                    <a:pt x="280347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880924" y="5439939"/>
              <a:ext cx="334010" cy="137160"/>
            </a:xfrm>
            <a:custGeom>
              <a:avLst/>
              <a:gdLst/>
              <a:ahLst/>
              <a:cxnLst/>
              <a:rect l="l" t="t" r="r" b="b"/>
              <a:pathLst>
                <a:path w="334010" h="137160">
                  <a:moveTo>
                    <a:pt x="11747" y="84552"/>
                  </a:moveTo>
                  <a:lnTo>
                    <a:pt x="5807" y="92664"/>
                  </a:lnTo>
                  <a:lnTo>
                    <a:pt x="0" y="111661"/>
                  </a:lnTo>
                  <a:lnTo>
                    <a:pt x="3719" y="122756"/>
                  </a:lnTo>
                  <a:lnTo>
                    <a:pt x="23157" y="130998"/>
                  </a:lnTo>
                  <a:lnTo>
                    <a:pt x="61641" y="135930"/>
                  </a:lnTo>
                  <a:lnTo>
                    <a:pt x="122498" y="137095"/>
                  </a:lnTo>
                  <a:lnTo>
                    <a:pt x="165375" y="130286"/>
                  </a:lnTo>
                  <a:lnTo>
                    <a:pt x="181008" y="121660"/>
                  </a:lnTo>
                  <a:lnTo>
                    <a:pt x="102237" y="121660"/>
                  </a:lnTo>
                  <a:lnTo>
                    <a:pt x="79738" y="116318"/>
                  </a:lnTo>
                  <a:lnTo>
                    <a:pt x="59292" y="106488"/>
                  </a:lnTo>
                  <a:lnTo>
                    <a:pt x="38438" y="94573"/>
                  </a:lnTo>
                  <a:lnTo>
                    <a:pt x="21422" y="85722"/>
                  </a:lnTo>
                  <a:lnTo>
                    <a:pt x="11747" y="84552"/>
                  </a:lnTo>
                  <a:close/>
                </a:path>
                <a:path w="334010" h="137160">
                  <a:moveTo>
                    <a:pt x="331874" y="0"/>
                  </a:moveTo>
                  <a:lnTo>
                    <a:pt x="289163" y="26232"/>
                  </a:lnTo>
                  <a:lnTo>
                    <a:pt x="252900" y="50119"/>
                  </a:lnTo>
                  <a:lnTo>
                    <a:pt x="221919" y="73275"/>
                  </a:lnTo>
                  <a:lnTo>
                    <a:pt x="199287" y="91212"/>
                  </a:lnTo>
                  <a:lnTo>
                    <a:pt x="178370" y="104201"/>
                  </a:lnTo>
                  <a:lnTo>
                    <a:pt x="156060" y="113435"/>
                  </a:lnTo>
                  <a:lnTo>
                    <a:pt x="129252" y="120111"/>
                  </a:lnTo>
                  <a:lnTo>
                    <a:pt x="102237" y="121660"/>
                  </a:lnTo>
                  <a:lnTo>
                    <a:pt x="181008" y="121660"/>
                  </a:lnTo>
                  <a:lnTo>
                    <a:pt x="193861" y="114568"/>
                  </a:lnTo>
                  <a:lnTo>
                    <a:pt x="213896" y="95122"/>
                  </a:lnTo>
                  <a:lnTo>
                    <a:pt x="231417" y="77128"/>
                  </a:lnTo>
                  <a:lnTo>
                    <a:pt x="255008" y="61441"/>
                  </a:lnTo>
                  <a:lnTo>
                    <a:pt x="310750" y="32375"/>
                  </a:lnTo>
                  <a:lnTo>
                    <a:pt x="327215" y="21088"/>
                  </a:lnTo>
                  <a:lnTo>
                    <a:pt x="333612" y="13989"/>
                  </a:lnTo>
                  <a:lnTo>
                    <a:pt x="331874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308193" y="5283348"/>
              <a:ext cx="385445" cy="221615"/>
            </a:xfrm>
            <a:custGeom>
              <a:avLst/>
              <a:gdLst/>
              <a:ahLst/>
              <a:cxnLst/>
              <a:rect l="l" t="t" r="r" b="b"/>
              <a:pathLst>
                <a:path w="385444" h="221614">
                  <a:moveTo>
                    <a:pt x="283985" y="0"/>
                  </a:moveTo>
                  <a:lnTo>
                    <a:pt x="264352" y="1406"/>
                  </a:lnTo>
                  <a:lnTo>
                    <a:pt x="245270" y="10029"/>
                  </a:lnTo>
                  <a:lnTo>
                    <a:pt x="225090" y="25404"/>
                  </a:lnTo>
                  <a:lnTo>
                    <a:pt x="202165" y="47066"/>
                  </a:lnTo>
                  <a:lnTo>
                    <a:pt x="169023" y="70825"/>
                  </a:lnTo>
                  <a:lnTo>
                    <a:pt x="117914" y="100761"/>
                  </a:lnTo>
                  <a:lnTo>
                    <a:pt x="65741" y="130013"/>
                  </a:lnTo>
                  <a:lnTo>
                    <a:pt x="29406" y="151723"/>
                  </a:lnTo>
                  <a:lnTo>
                    <a:pt x="11130" y="168069"/>
                  </a:lnTo>
                  <a:lnTo>
                    <a:pt x="1508" y="184106"/>
                  </a:lnTo>
                  <a:lnTo>
                    <a:pt x="0" y="197290"/>
                  </a:lnTo>
                  <a:lnTo>
                    <a:pt x="6067" y="205072"/>
                  </a:lnTo>
                  <a:lnTo>
                    <a:pt x="29410" y="211498"/>
                  </a:lnTo>
                  <a:lnTo>
                    <a:pt x="73758" y="218766"/>
                  </a:lnTo>
                  <a:lnTo>
                    <a:pt x="129592" y="221556"/>
                  </a:lnTo>
                  <a:lnTo>
                    <a:pt x="187391" y="214548"/>
                  </a:lnTo>
                  <a:lnTo>
                    <a:pt x="232867" y="198381"/>
                  </a:lnTo>
                  <a:lnTo>
                    <a:pt x="262381" y="179566"/>
                  </a:lnTo>
                  <a:lnTo>
                    <a:pt x="282389" y="161594"/>
                  </a:lnTo>
                  <a:lnTo>
                    <a:pt x="299346" y="147953"/>
                  </a:lnTo>
                  <a:lnTo>
                    <a:pt x="320219" y="137954"/>
                  </a:lnTo>
                  <a:lnTo>
                    <a:pt x="343632" y="129124"/>
                  </a:lnTo>
                  <a:lnTo>
                    <a:pt x="363528" y="122253"/>
                  </a:lnTo>
                  <a:lnTo>
                    <a:pt x="373846" y="118132"/>
                  </a:lnTo>
                  <a:lnTo>
                    <a:pt x="378005" y="104484"/>
                  </a:lnTo>
                  <a:lnTo>
                    <a:pt x="382331" y="77125"/>
                  </a:lnTo>
                  <a:lnTo>
                    <a:pt x="385156" y="49017"/>
                  </a:lnTo>
                  <a:lnTo>
                    <a:pt x="384809" y="33119"/>
                  </a:lnTo>
                  <a:lnTo>
                    <a:pt x="379718" y="29825"/>
                  </a:lnTo>
                  <a:lnTo>
                    <a:pt x="371753" y="29684"/>
                  </a:lnTo>
                  <a:lnTo>
                    <a:pt x="364411" y="30910"/>
                  </a:lnTo>
                  <a:lnTo>
                    <a:pt x="361187" y="31716"/>
                  </a:lnTo>
                  <a:lnTo>
                    <a:pt x="348716" y="26507"/>
                  </a:lnTo>
                  <a:lnTo>
                    <a:pt x="329045" y="16415"/>
                  </a:lnTo>
                  <a:lnTo>
                    <a:pt x="306144" y="6045"/>
                  </a:lnTo>
                  <a:lnTo>
                    <a:pt x="28398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2345564" y="5381840"/>
              <a:ext cx="342265" cy="123189"/>
            </a:xfrm>
            <a:custGeom>
              <a:avLst/>
              <a:gdLst/>
              <a:ahLst/>
              <a:cxnLst/>
              <a:rect l="l" t="t" r="r" b="b"/>
              <a:pathLst>
                <a:path w="342264" h="123189">
                  <a:moveTo>
                    <a:pt x="6487" y="100735"/>
                  </a:moveTo>
                  <a:lnTo>
                    <a:pt x="23844" y="108551"/>
                  </a:lnTo>
                  <a:lnTo>
                    <a:pt x="47610" y="117134"/>
                  </a:lnTo>
                  <a:lnTo>
                    <a:pt x="73903" y="123022"/>
                  </a:lnTo>
                  <a:lnTo>
                    <a:pt x="106626" y="122619"/>
                  </a:lnTo>
                  <a:lnTo>
                    <a:pt x="146012" y="116152"/>
                  </a:lnTo>
                  <a:lnTo>
                    <a:pt x="164004" y="111060"/>
                  </a:lnTo>
                  <a:lnTo>
                    <a:pt x="53503" y="111060"/>
                  </a:lnTo>
                  <a:lnTo>
                    <a:pt x="23834" y="106453"/>
                  </a:lnTo>
                  <a:lnTo>
                    <a:pt x="6487" y="100735"/>
                  </a:lnTo>
                  <a:close/>
                </a:path>
                <a:path w="342264" h="123189">
                  <a:moveTo>
                    <a:pt x="342209" y="0"/>
                  </a:moveTo>
                  <a:lnTo>
                    <a:pt x="304310" y="8447"/>
                  </a:lnTo>
                  <a:lnTo>
                    <a:pt x="234935" y="50364"/>
                  </a:lnTo>
                  <a:lnTo>
                    <a:pt x="204178" y="77664"/>
                  </a:lnTo>
                  <a:lnTo>
                    <a:pt x="172710" y="94690"/>
                  </a:lnTo>
                  <a:lnTo>
                    <a:pt x="137329" y="104542"/>
                  </a:lnTo>
                  <a:lnTo>
                    <a:pt x="94834" y="110321"/>
                  </a:lnTo>
                  <a:lnTo>
                    <a:pt x="53503" y="111060"/>
                  </a:lnTo>
                  <a:lnTo>
                    <a:pt x="164004" y="111060"/>
                  </a:lnTo>
                  <a:lnTo>
                    <a:pt x="182526" y="105819"/>
                  </a:lnTo>
                  <a:lnTo>
                    <a:pt x="206632" y="93819"/>
                  </a:lnTo>
                  <a:lnTo>
                    <a:pt x="223766" y="80477"/>
                  </a:lnTo>
                  <a:lnTo>
                    <a:pt x="243838" y="66221"/>
                  </a:lnTo>
                  <a:lnTo>
                    <a:pt x="264023" y="53377"/>
                  </a:lnTo>
                  <a:lnTo>
                    <a:pt x="281499" y="44270"/>
                  </a:lnTo>
                  <a:lnTo>
                    <a:pt x="315960" y="30253"/>
                  </a:lnTo>
                  <a:lnTo>
                    <a:pt x="330039" y="23997"/>
                  </a:lnTo>
                  <a:lnTo>
                    <a:pt x="336481" y="19643"/>
                  </a:lnTo>
                  <a:lnTo>
                    <a:pt x="338125" y="15580"/>
                  </a:lnTo>
                  <a:lnTo>
                    <a:pt x="342209" y="0"/>
                  </a:lnTo>
                  <a:close/>
                </a:path>
                <a:path w="342264" h="123189">
                  <a:moveTo>
                    <a:pt x="0" y="97442"/>
                  </a:moveTo>
                  <a:lnTo>
                    <a:pt x="5956" y="100560"/>
                  </a:lnTo>
                  <a:lnTo>
                    <a:pt x="6487" y="100735"/>
                  </a:lnTo>
                  <a:lnTo>
                    <a:pt x="0" y="97442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2303931" y="5401491"/>
              <a:ext cx="378460" cy="106680"/>
            </a:xfrm>
            <a:custGeom>
              <a:avLst/>
              <a:gdLst/>
              <a:ahLst/>
              <a:cxnLst/>
              <a:rect l="l" t="t" r="r" b="b"/>
              <a:pathLst>
                <a:path w="378460" h="106679">
                  <a:moveTo>
                    <a:pt x="378110" y="0"/>
                  </a:moveTo>
                  <a:lnTo>
                    <a:pt x="323368" y="20271"/>
                  </a:lnTo>
                  <a:lnTo>
                    <a:pt x="280212" y="42428"/>
                  </a:lnTo>
                  <a:lnTo>
                    <a:pt x="253077" y="67442"/>
                  </a:lnTo>
                  <a:lnTo>
                    <a:pt x="232269" y="79427"/>
                  </a:lnTo>
                  <a:lnTo>
                    <a:pt x="198366" y="89020"/>
                  </a:lnTo>
                  <a:lnTo>
                    <a:pt x="159987" y="95555"/>
                  </a:lnTo>
                  <a:lnTo>
                    <a:pt x="125751" y="98363"/>
                  </a:lnTo>
                  <a:lnTo>
                    <a:pt x="97791" y="97149"/>
                  </a:lnTo>
                  <a:lnTo>
                    <a:pt x="73811" y="92039"/>
                  </a:lnTo>
                  <a:lnTo>
                    <a:pt x="55763" y="82970"/>
                  </a:lnTo>
                  <a:lnTo>
                    <a:pt x="45596" y="69882"/>
                  </a:lnTo>
                  <a:lnTo>
                    <a:pt x="36646" y="59750"/>
                  </a:lnTo>
                  <a:lnTo>
                    <a:pt x="0" y="77940"/>
                  </a:lnTo>
                  <a:lnTo>
                    <a:pt x="3273" y="84552"/>
                  </a:lnTo>
                  <a:lnTo>
                    <a:pt x="26999" y="93787"/>
                  </a:lnTo>
                  <a:lnTo>
                    <a:pt x="72544" y="102296"/>
                  </a:lnTo>
                  <a:lnTo>
                    <a:pt x="128764" y="106449"/>
                  </a:lnTo>
                  <a:lnTo>
                    <a:pt x="184514" y="102614"/>
                  </a:lnTo>
                  <a:lnTo>
                    <a:pt x="226417" y="91229"/>
                  </a:lnTo>
                  <a:lnTo>
                    <a:pt x="254094" y="76187"/>
                  </a:lnTo>
                  <a:lnTo>
                    <a:pt x="275890" y="59019"/>
                  </a:lnTo>
                  <a:lnTo>
                    <a:pt x="300154" y="41255"/>
                  </a:lnTo>
                  <a:lnTo>
                    <a:pt x="322499" y="27651"/>
                  </a:lnTo>
                  <a:lnTo>
                    <a:pt x="337514" y="20185"/>
                  </a:lnTo>
                  <a:lnTo>
                    <a:pt x="352011" y="16217"/>
                  </a:lnTo>
                  <a:lnTo>
                    <a:pt x="372801" y="13109"/>
                  </a:lnTo>
                  <a:lnTo>
                    <a:pt x="378110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2811005" y="2290768"/>
              <a:ext cx="358140" cy="375285"/>
            </a:xfrm>
            <a:custGeom>
              <a:avLst/>
              <a:gdLst/>
              <a:ahLst/>
              <a:cxnLst/>
              <a:rect l="l" t="t" r="r" b="b"/>
              <a:pathLst>
                <a:path w="358139" h="375285">
                  <a:moveTo>
                    <a:pt x="124942" y="25501"/>
                  </a:moveTo>
                  <a:lnTo>
                    <a:pt x="122809" y="12090"/>
                  </a:lnTo>
                  <a:lnTo>
                    <a:pt x="111074" y="5003"/>
                  </a:lnTo>
                  <a:lnTo>
                    <a:pt x="96926" y="5981"/>
                  </a:lnTo>
                  <a:lnTo>
                    <a:pt x="87553" y="16776"/>
                  </a:lnTo>
                  <a:lnTo>
                    <a:pt x="81165" y="40462"/>
                  </a:lnTo>
                  <a:lnTo>
                    <a:pt x="70358" y="33921"/>
                  </a:lnTo>
                  <a:lnTo>
                    <a:pt x="39954" y="71208"/>
                  </a:lnTo>
                  <a:lnTo>
                    <a:pt x="29921" y="113715"/>
                  </a:lnTo>
                  <a:lnTo>
                    <a:pt x="18821" y="166954"/>
                  </a:lnTo>
                  <a:lnTo>
                    <a:pt x="8737" y="224663"/>
                  </a:lnTo>
                  <a:lnTo>
                    <a:pt x="1765" y="280581"/>
                  </a:lnTo>
                  <a:lnTo>
                    <a:pt x="0" y="328409"/>
                  </a:lnTo>
                  <a:lnTo>
                    <a:pt x="5524" y="361911"/>
                  </a:lnTo>
                  <a:lnTo>
                    <a:pt x="20434" y="374802"/>
                  </a:lnTo>
                  <a:lnTo>
                    <a:pt x="32550" y="371182"/>
                  </a:lnTo>
                  <a:lnTo>
                    <a:pt x="38303" y="362356"/>
                  </a:lnTo>
                  <a:lnTo>
                    <a:pt x="39992" y="351066"/>
                  </a:lnTo>
                  <a:lnTo>
                    <a:pt x="39878" y="340067"/>
                  </a:lnTo>
                  <a:lnTo>
                    <a:pt x="41402" y="303669"/>
                  </a:lnTo>
                  <a:lnTo>
                    <a:pt x="46253" y="332994"/>
                  </a:lnTo>
                  <a:lnTo>
                    <a:pt x="61163" y="345884"/>
                  </a:lnTo>
                  <a:lnTo>
                    <a:pt x="73266" y="342265"/>
                  </a:lnTo>
                  <a:lnTo>
                    <a:pt x="79032" y="333425"/>
                  </a:lnTo>
                  <a:lnTo>
                    <a:pt x="80708" y="322148"/>
                  </a:lnTo>
                  <a:lnTo>
                    <a:pt x="80594" y="311150"/>
                  </a:lnTo>
                  <a:lnTo>
                    <a:pt x="82613" y="263017"/>
                  </a:lnTo>
                  <a:lnTo>
                    <a:pt x="86804" y="214998"/>
                  </a:lnTo>
                  <a:lnTo>
                    <a:pt x="93141" y="167144"/>
                  </a:lnTo>
                  <a:lnTo>
                    <a:pt x="101612" y="119570"/>
                  </a:lnTo>
                  <a:lnTo>
                    <a:pt x="112217" y="72326"/>
                  </a:lnTo>
                  <a:lnTo>
                    <a:pt x="124942" y="25501"/>
                  </a:lnTo>
                  <a:close/>
                </a:path>
                <a:path w="358139" h="375285">
                  <a:moveTo>
                    <a:pt x="357987" y="238607"/>
                  </a:moveTo>
                  <a:lnTo>
                    <a:pt x="351815" y="168490"/>
                  </a:lnTo>
                  <a:lnTo>
                    <a:pt x="345300" y="116522"/>
                  </a:lnTo>
                  <a:lnTo>
                    <a:pt x="337096" y="64731"/>
                  </a:lnTo>
                  <a:lnTo>
                    <a:pt x="327139" y="13182"/>
                  </a:lnTo>
                  <a:lnTo>
                    <a:pt x="304647" y="0"/>
                  </a:lnTo>
                  <a:lnTo>
                    <a:pt x="292392" y="6426"/>
                  </a:lnTo>
                  <a:lnTo>
                    <a:pt x="289191" y="19634"/>
                  </a:lnTo>
                  <a:lnTo>
                    <a:pt x="299694" y="74510"/>
                  </a:lnTo>
                  <a:lnTo>
                    <a:pt x="300672" y="80911"/>
                  </a:lnTo>
                  <a:lnTo>
                    <a:pt x="291071" y="79679"/>
                  </a:lnTo>
                  <a:lnTo>
                    <a:pt x="278828" y="86106"/>
                  </a:lnTo>
                  <a:lnTo>
                    <a:pt x="275615" y="99301"/>
                  </a:lnTo>
                  <a:lnTo>
                    <a:pt x="286118" y="154190"/>
                  </a:lnTo>
                  <a:lnTo>
                    <a:pt x="294627" y="209372"/>
                  </a:lnTo>
                  <a:lnTo>
                    <a:pt x="301180" y="264756"/>
                  </a:lnTo>
                  <a:lnTo>
                    <a:pt x="305816" y="320281"/>
                  </a:lnTo>
                  <a:lnTo>
                    <a:pt x="312572" y="332460"/>
                  </a:lnTo>
                  <a:lnTo>
                    <a:pt x="326212" y="335953"/>
                  </a:lnTo>
                  <a:lnTo>
                    <a:pt x="339305" y="331114"/>
                  </a:lnTo>
                  <a:lnTo>
                    <a:pt x="344398" y="318287"/>
                  </a:lnTo>
                  <a:lnTo>
                    <a:pt x="343128" y="300291"/>
                  </a:lnTo>
                  <a:lnTo>
                    <a:pt x="338988" y="256082"/>
                  </a:lnTo>
                  <a:lnTo>
                    <a:pt x="339788" y="256286"/>
                  </a:lnTo>
                  <a:lnTo>
                    <a:pt x="352882" y="251447"/>
                  </a:lnTo>
                  <a:lnTo>
                    <a:pt x="357987" y="238607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562704" y="3763726"/>
              <a:ext cx="113861" cy="188706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2580561" y="2702765"/>
              <a:ext cx="317500" cy="1132205"/>
            </a:xfrm>
            <a:custGeom>
              <a:avLst/>
              <a:gdLst/>
              <a:ahLst/>
              <a:cxnLst/>
              <a:rect l="l" t="t" r="r" b="b"/>
              <a:pathLst>
                <a:path w="317500" h="1132204">
                  <a:moveTo>
                    <a:pt x="317321" y="0"/>
                  </a:moveTo>
                  <a:lnTo>
                    <a:pt x="235723" y="18063"/>
                  </a:lnTo>
                  <a:lnTo>
                    <a:pt x="166241" y="41819"/>
                  </a:lnTo>
                  <a:lnTo>
                    <a:pt x="106542" y="76437"/>
                  </a:lnTo>
                  <a:lnTo>
                    <a:pt x="74750" y="139029"/>
                  </a:lnTo>
                  <a:lnTo>
                    <a:pt x="62910" y="188278"/>
                  </a:lnTo>
                  <a:lnTo>
                    <a:pt x="53199" y="245224"/>
                  </a:lnTo>
                  <a:lnTo>
                    <a:pt x="45187" y="306664"/>
                  </a:lnTo>
                  <a:lnTo>
                    <a:pt x="38443" y="369394"/>
                  </a:lnTo>
                  <a:lnTo>
                    <a:pt x="27042" y="485910"/>
                  </a:lnTo>
                  <a:lnTo>
                    <a:pt x="21522" y="533289"/>
                  </a:lnTo>
                  <a:lnTo>
                    <a:pt x="15550" y="569144"/>
                  </a:lnTo>
                  <a:lnTo>
                    <a:pt x="12512" y="585495"/>
                  </a:lnTo>
                  <a:lnTo>
                    <a:pt x="9641" y="605760"/>
                  </a:lnTo>
                  <a:lnTo>
                    <a:pt x="6943" y="629470"/>
                  </a:lnTo>
                  <a:lnTo>
                    <a:pt x="4430" y="656158"/>
                  </a:lnTo>
                  <a:lnTo>
                    <a:pt x="922" y="716914"/>
                  </a:lnTo>
                  <a:lnTo>
                    <a:pt x="0" y="782107"/>
                  </a:lnTo>
                  <a:lnTo>
                    <a:pt x="1183" y="848316"/>
                  </a:lnTo>
                  <a:lnTo>
                    <a:pt x="3995" y="912121"/>
                  </a:lnTo>
                  <a:lnTo>
                    <a:pt x="7958" y="970102"/>
                  </a:lnTo>
                  <a:lnTo>
                    <a:pt x="12593" y="1018838"/>
                  </a:lnTo>
                  <a:lnTo>
                    <a:pt x="21969" y="1074899"/>
                  </a:lnTo>
                  <a:lnTo>
                    <a:pt x="53117" y="1119388"/>
                  </a:lnTo>
                  <a:lnTo>
                    <a:pt x="89558" y="1131640"/>
                  </a:lnTo>
                  <a:lnTo>
                    <a:pt x="93328" y="1124578"/>
                  </a:lnTo>
                  <a:lnTo>
                    <a:pt x="106387" y="1076967"/>
                  </a:lnTo>
                  <a:lnTo>
                    <a:pt x="115292" y="1038619"/>
                  </a:lnTo>
                  <a:lnTo>
                    <a:pt x="125523" y="992040"/>
                  </a:lnTo>
                  <a:lnTo>
                    <a:pt x="136888" y="938332"/>
                  </a:lnTo>
                  <a:lnTo>
                    <a:pt x="149195" y="878594"/>
                  </a:lnTo>
                  <a:lnTo>
                    <a:pt x="175864" y="745424"/>
                  </a:lnTo>
                  <a:lnTo>
                    <a:pt x="203991" y="601328"/>
                  </a:lnTo>
                  <a:lnTo>
                    <a:pt x="248789" y="367965"/>
                  </a:lnTo>
                  <a:lnTo>
                    <a:pt x="269346" y="259650"/>
                  </a:lnTo>
                  <a:lnTo>
                    <a:pt x="289090" y="153493"/>
                  </a:lnTo>
                  <a:lnTo>
                    <a:pt x="31732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84989" y="2702765"/>
              <a:ext cx="312891" cy="684754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2584998" y="2871576"/>
              <a:ext cx="250190" cy="516255"/>
            </a:xfrm>
            <a:custGeom>
              <a:avLst/>
              <a:gdLst/>
              <a:ahLst/>
              <a:cxnLst/>
              <a:rect l="l" t="t" r="r" b="b"/>
              <a:pathLst>
                <a:path w="250189" h="516254">
                  <a:moveTo>
                    <a:pt x="167900" y="0"/>
                  </a:moveTo>
                  <a:lnTo>
                    <a:pt x="15884" y="373077"/>
                  </a:lnTo>
                  <a:lnTo>
                    <a:pt x="13548" y="387753"/>
                  </a:lnTo>
                  <a:lnTo>
                    <a:pt x="8072" y="416684"/>
                  </a:lnTo>
                  <a:lnTo>
                    <a:pt x="5201" y="436948"/>
                  </a:lnTo>
                  <a:lnTo>
                    <a:pt x="2507" y="460658"/>
                  </a:lnTo>
                  <a:lnTo>
                    <a:pt x="0" y="487346"/>
                  </a:lnTo>
                  <a:lnTo>
                    <a:pt x="25566" y="487697"/>
                  </a:lnTo>
                  <a:lnTo>
                    <a:pt x="54160" y="491403"/>
                  </a:lnTo>
                  <a:lnTo>
                    <a:pt x="82181" y="500230"/>
                  </a:lnTo>
                  <a:lnTo>
                    <a:pt x="106028" y="515942"/>
                  </a:lnTo>
                  <a:lnTo>
                    <a:pt x="121391" y="511099"/>
                  </a:lnTo>
                  <a:lnTo>
                    <a:pt x="145884" y="480269"/>
                  </a:lnTo>
                  <a:lnTo>
                    <a:pt x="177364" y="428072"/>
                  </a:lnTo>
                  <a:lnTo>
                    <a:pt x="213689" y="359130"/>
                  </a:lnTo>
                  <a:lnTo>
                    <a:pt x="249730" y="169680"/>
                  </a:lnTo>
                  <a:lnTo>
                    <a:pt x="167900" y="0"/>
                  </a:lnTo>
                  <a:close/>
                </a:path>
              </a:pathLst>
            </a:custGeom>
            <a:solidFill>
              <a:srgbClr val="022F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95896" y="2532170"/>
              <a:ext cx="212798" cy="242662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2869386" y="2274011"/>
              <a:ext cx="265430" cy="358775"/>
            </a:xfrm>
            <a:custGeom>
              <a:avLst/>
              <a:gdLst/>
              <a:ahLst/>
              <a:cxnLst/>
              <a:rect l="l" t="t" r="r" b="b"/>
              <a:pathLst>
                <a:path w="265430" h="358775">
                  <a:moveTo>
                    <a:pt x="94324" y="0"/>
                  </a:moveTo>
                  <a:lnTo>
                    <a:pt x="42817" y="13230"/>
                  </a:lnTo>
                  <a:lnTo>
                    <a:pt x="12780" y="37254"/>
                  </a:lnTo>
                  <a:lnTo>
                    <a:pt x="849" y="103921"/>
                  </a:lnTo>
                  <a:lnTo>
                    <a:pt x="0" y="194589"/>
                  </a:lnTo>
                  <a:lnTo>
                    <a:pt x="4339" y="256537"/>
                  </a:lnTo>
                  <a:lnTo>
                    <a:pt x="13692" y="295557"/>
                  </a:lnTo>
                  <a:lnTo>
                    <a:pt x="49908" y="331650"/>
                  </a:lnTo>
                  <a:lnTo>
                    <a:pt x="107955" y="353605"/>
                  </a:lnTo>
                  <a:lnTo>
                    <a:pt x="128175" y="358206"/>
                  </a:lnTo>
                  <a:lnTo>
                    <a:pt x="181178" y="344258"/>
                  </a:lnTo>
                  <a:lnTo>
                    <a:pt x="224980" y="329824"/>
                  </a:lnTo>
                  <a:lnTo>
                    <a:pt x="257806" y="281883"/>
                  </a:lnTo>
                  <a:lnTo>
                    <a:pt x="261344" y="216294"/>
                  </a:lnTo>
                  <a:lnTo>
                    <a:pt x="264615" y="134976"/>
                  </a:lnTo>
                  <a:lnTo>
                    <a:pt x="262349" y="72937"/>
                  </a:lnTo>
                  <a:lnTo>
                    <a:pt x="237059" y="23593"/>
                  </a:lnTo>
                  <a:lnTo>
                    <a:pt x="169315" y="793"/>
                  </a:lnTo>
                  <a:lnTo>
                    <a:pt x="94324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2499558" y="3618215"/>
              <a:ext cx="585470" cy="1758950"/>
            </a:xfrm>
            <a:custGeom>
              <a:avLst/>
              <a:gdLst/>
              <a:ahLst/>
              <a:cxnLst/>
              <a:rect l="l" t="t" r="r" b="b"/>
              <a:pathLst>
                <a:path w="585469" h="1758950">
                  <a:moveTo>
                    <a:pt x="530240" y="0"/>
                  </a:moveTo>
                  <a:lnTo>
                    <a:pt x="405371" y="18047"/>
                  </a:lnTo>
                  <a:lnTo>
                    <a:pt x="162696" y="81616"/>
                  </a:lnTo>
                  <a:lnTo>
                    <a:pt x="147537" y="162065"/>
                  </a:lnTo>
                  <a:lnTo>
                    <a:pt x="135900" y="253449"/>
                  </a:lnTo>
                  <a:lnTo>
                    <a:pt x="128058" y="370780"/>
                  </a:lnTo>
                  <a:lnTo>
                    <a:pt x="125060" y="453105"/>
                  </a:lnTo>
                  <a:lnTo>
                    <a:pt x="121261" y="542618"/>
                  </a:lnTo>
                  <a:lnTo>
                    <a:pt x="116569" y="638203"/>
                  </a:lnTo>
                  <a:lnTo>
                    <a:pt x="110891" y="738741"/>
                  </a:lnTo>
                  <a:lnTo>
                    <a:pt x="107653" y="790519"/>
                  </a:lnTo>
                  <a:lnTo>
                    <a:pt x="104134" y="843116"/>
                  </a:lnTo>
                  <a:lnTo>
                    <a:pt x="100323" y="896393"/>
                  </a:lnTo>
                  <a:lnTo>
                    <a:pt x="96206" y="950210"/>
                  </a:lnTo>
                  <a:lnTo>
                    <a:pt x="91774" y="1004427"/>
                  </a:lnTo>
                  <a:lnTo>
                    <a:pt x="87014" y="1058905"/>
                  </a:lnTo>
                  <a:lnTo>
                    <a:pt x="81915" y="1113504"/>
                  </a:lnTo>
                  <a:lnTo>
                    <a:pt x="76466" y="1168084"/>
                  </a:lnTo>
                  <a:lnTo>
                    <a:pt x="70653" y="1222505"/>
                  </a:lnTo>
                  <a:lnTo>
                    <a:pt x="64467" y="1276629"/>
                  </a:lnTo>
                  <a:lnTo>
                    <a:pt x="57896" y="1330314"/>
                  </a:lnTo>
                  <a:lnTo>
                    <a:pt x="50927" y="1383423"/>
                  </a:lnTo>
                  <a:lnTo>
                    <a:pt x="43549" y="1435814"/>
                  </a:lnTo>
                  <a:lnTo>
                    <a:pt x="35751" y="1487348"/>
                  </a:lnTo>
                  <a:lnTo>
                    <a:pt x="27522" y="1537886"/>
                  </a:lnTo>
                  <a:lnTo>
                    <a:pt x="18848" y="1587287"/>
                  </a:lnTo>
                  <a:lnTo>
                    <a:pt x="9720" y="1635412"/>
                  </a:lnTo>
                  <a:lnTo>
                    <a:pt x="125" y="1682122"/>
                  </a:lnTo>
                  <a:lnTo>
                    <a:pt x="0" y="1694586"/>
                  </a:lnTo>
                  <a:lnTo>
                    <a:pt x="58892" y="1734111"/>
                  </a:lnTo>
                  <a:lnTo>
                    <a:pt x="101527" y="1749237"/>
                  </a:lnTo>
                  <a:lnTo>
                    <a:pt x="145734" y="1758553"/>
                  </a:lnTo>
                  <a:lnTo>
                    <a:pt x="185596" y="1754256"/>
                  </a:lnTo>
                  <a:lnTo>
                    <a:pt x="215822" y="1700630"/>
                  </a:lnTo>
                  <a:lnTo>
                    <a:pt x="230455" y="1664913"/>
                  </a:lnTo>
                  <a:lnTo>
                    <a:pt x="246628" y="1622177"/>
                  </a:lnTo>
                  <a:lnTo>
                    <a:pt x="263900" y="1573563"/>
                  </a:lnTo>
                  <a:lnTo>
                    <a:pt x="281827" y="1520211"/>
                  </a:lnTo>
                  <a:lnTo>
                    <a:pt x="299967" y="1463264"/>
                  </a:lnTo>
                  <a:lnTo>
                    <a:pt x="317877" y="1403861"/>
                  </a:lnTo>
                  <a:lnTo>
                    <a:pt x="335114" y="1343144"/>
                  </a:lnTo>
                  <a:lnTo>
                    <a:pt x="351236" y="1282254"/>
                  </a:lnTo>
                  <a:lnTo>
                    <a:pt x="365800" y="1222332"/>
                  </a:lnTo>
                  <a:lnTo>
                    <a:pt x="378363" y="1164518"/>
                  </a:lnTo>
                  <a:lnTo>
                    <a:pt x="388482" y="1109953"/>
                  </a:lnTo>
                  <a:lnTo>
                    <a:pt x="395716" y="1059780"/>
                  </a:lnTo>
                  <a:lnTo>
                    <a:pt x="400655" y="1001896"/>
                  </a:lnTo>
                  <a:lnTo>
                    <a:pt x="402500" y="986404"/>
                  </a:lnTo>
                  <a:lnTo>
                    <a:pt x="416060" y="909243"/>
                  </a:lnTo>
                  <a:lnTo>
                    <a:pt x="425546" y="864071"/>
                  </a:lnTo>
                  <a:lnTo>
                    <a:pt x="436582" y="814504"/>
                  </a:lnTo>
                  <a:lnTo>
                    <a:pt x="448868" y="761350"/>
                  </a:lnTo>
                  <a:lnTo>
                    <a:pt x="462101" y="705418"/>
                  </a:lnTo>
                  <a:lnTo>
                    <a:pt x="518466" y="470077"/>
                  </a:lnTo>
                  <a:lnTo>
                    <a:pt x="531907" y="412380"/>
                  </a:lnTo>
                  <a:lnTo>
                    <a:pt x="544483" y="356755"/>
                  </a:lnTo>
                  <a:lnTo>
                    <a:pt x="555892" y="304010"/>
                  </a:lnTo>
                  <a:lnTo>
                    <a:pt x="565834" y="254954"/>
                  </a:lnTo>
                  <a:lnTo>
                    <a:pt x="574006" y="210395"/>
                  </a:lnTo>
                  <a:lnTo>
                    <a:pt x="580106" y="171141"/>
                  </a:lnTo>
                  <a:lnTo>
                    <a:pt x="584882" y="111783"/>
                  </a:lnTo>
                  <a:lnTo>
                    <a:pt x="576884" y="30302"/>
                  </a:lnTo>
                  <a:lnTo>
                    <a:pt x="530240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2627617" y="3657114"/>
              <a:ext cx="457200" cy="910590"/>
            </a:xfrm>
            <a:custGeom>
              <a:avLst/>
              <a:gdLst/>
              <a:ahLst/>
              <a:cxnLst/>
              <a:rect l="l" t="t" r="r" b="b"/>
              <a:pathLst>
                <a:path w="457200" h="910589">
                  <a:moveTo>
                    <a:pt x="449669" y="0"/>
                  </a:moveTo>
                  <a:lnTo>
                    <a:pt x="197710" y="0"/>
                  </a:lnTo>
                  <a:lnTo>
                    <a:pt x="34637" y="42717"/>
                  </a:lnTo>
                  <a:lnTo>
                    <a:pt x="30035" y="63849"/>
                  </a:lnTo>
                  <a:lnTo>
                    <a:pt x="19478" y="123166"/>
                  </a:lnTo>
                  <a:lnTo>
                    <a:pt x="7841" y="214550"/>
                  </a:lnTo>
                  <a:lnTo>
                    <a:pt x="0" y="331881"/>
                  </a:lnTo>
                  <a:lnTo>
                    <a:pt x="280368" y="910314"/>
                  </a:lnTo>
                  <a:lnTo>
                    <a:pt x="288001" y="870344"/>
                  </a:lnTo>
                  <a:lnTo>
                    <a:pt x="297487" y="825172"/>
                  </a:lnTo>
                  <a:lnTo>
                    <a:pt x="308523" y="775605"/>
                  </a:lnTo>
                  <a:lnTo>
                    <a:pt x="320809" y="722451"/>
                  </a:lnTo>
                  <a:lnTo>
                    <a:pt x="334042" y="666519"/>
                  </a:lnTo>
                  <a:lnTo>
                    <a:pt x="347920" y="608618"/>
                  </a:lnTo>
                  <a:lnTo>
                    <a:pt x="362142" y="549555"/>
                  </a:lnTo>
                  <a:lnTo>
                    <a:pt x="376405" y="490139"/>
                  </a:lnTo>
                  <a:lnTo>
                    <a:pt x="390408" y="431178"/>
                  </a:lnTo>
                  <a:lnTo>
                    <a:pt x="403848" y="373481"/>
                  </a:lnTo>
                  <a:lnTo>
                    <a:pt x="416424" y="317856"/>
                  </a:lnTo>
                  <a:lnTo>
                    <a:pt x="427833" y="265111"/>
                  </a:lnTo>
                  <a:lnTo>
                    <a:pt x="437775" y="216055"/>
                  </a:lnTo>
                  <a:lnTo>
                    <a:pt x="445947" y="171496"/>
                  </a:lnTo>
                  <a:lnTo>
                    <a:pt x="452047" y="132242"/>
                  </a:lnTo>
                  <a:lnTo>
                    <a:pt x="456823" y="72884"/>
                  </a:lnTo>
                  <a:lnTo>
                    <a:pt x="449669" y="0"/>
                  </a:lnTo>
                  <a:close/>
                </a:path>
              </a:pathLst>
            </a:custGeom>
            <a:solidFill>
              <a:srgbClr val="046A38">
                <a:alpha val="36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2814605" y="3679193"/>
              <a:ext cx="471170" cy="1704975"/>
            </a:xfrm>
            <a:custGeom>
              <a:avLst/>
              <a:gdLst/>
              <a:ahLst/>
              <a:cxnLst/>
              <a:rect l="l" t="t" r="r" b="b"/>
              <a:pathLst>
                <a:path w="471170" h="1704975">
                  <a:moveTo>
                    <a:pt x="348895" y="0"/>
                  </a:moveTo>
                  <a:lnTo>
                    <a:pt x="199441" y="16046"/>
                  </a:lnTo>
                  <a:lnTo>
                    <a:pt x="60954" y="39378"/>
                  </a:lnTo>
                  <a:lnTo>
                    <a:pt x="0" y="51308"/>
                  </a:lnTo>
                  <a:lnTo>
                    <a:pt x="221867" y="1686117"/>
                  </a:lnTo>
                  <a:lnTo>
                    <a:pt x="279385" y="1699626"/>
                  </a:lnTo>
                  <a:lnTo>
                    <a:pt x="316601" y="1704626"/>
                  </a:lnTo>
                  <a:lnTo>
                    <a:pt x="349755" y="1701566"/>
                  </a:lnTo>
                  <a:lnTo>
                    <a:pt x="395087" y="1690891"/>
                  </a:lnTo>
                  <a:lnTo>
                    <a:pt x="432552" y="1184950"/>
                  </a:lnTo>
                  <a:lnTo>
                    <a:pt x="451242" y="903838"/>
                  </a:lnTo>
                  <a:lnTo>
                    <a:pt x="456739" y="746337"/>
                  </a:lnTo>
                  <a:lnTo>
                    <a:pt x="454624" y="611228"/>
                  </a:lnTo>
                  <a:lnTo>
                    <a:pt x="454318" y="560405"/>
                  </a:lnTo>
                  <a:lnTo>
                    <a:pt x="455593" y="505783"/>
                  </a:lnTo>
                  <a:lnTo>
                    <a:pt x="457990" y="448606"/>
                  </a:lnTo>
                  <a:lnTo>
                    <a:pt x="467325" y="274179"/>
                  </a:lnTo>
                  <a:lnTo>
                    <a:pt x="469622" y="219219"/>
                  </a:lnTo>
                  <a:lnTo>
                    <a:pt x="470748" y="167922"/>
                  </a:lnTo>
                  <a:lnTo>
                    <a:pt x="470244" y="121532"/>
                  </a:lnTo>
                  <a:lnTo>
                    <a:pt x="467651" y="81294"/>
                  </a:lnTo>
                  <a:lnTo>
                    <a:pt x="462510" y="48451"/>
                  </a:lnTo>
                  <a:lnTo>
                    <a:pt x="454363" y="24247"/>
                  </a:lnTo>
                  <a:lnTo>
                    <a:pt x="442750" y="9927"/>
                  </a:lnTo>
                  <a:lnTo>
                    <a:pt x="348895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869303" y="2702714"/>
              <a:ext cx="261620" cy="351155"/>
            </a:xfrm>
            <a:custGeom>
              <a:avLst/>
              <a:gdLst/>
              <a:ahLst/>
              <a:cxnLst/>
              <a:rect l="l" t="t" r="r" b="b"/>
              <a:pathLst>
                <a:path w="261619" h="351155">
                  <a:moveTo>
                    <a:pt x="28532" y="0"/>
                  </a:moveTo>
                  <a:lnTo>
                    <a:pt x="14143" y="74827"/>
                  </a:lnTo>
                  <a:lnTo>
                    <a:pt x="7736" y="122036"/>
                  </a:lnTo>
                  <a:lnTo>
                    <a:pt x="2605" y="173510"/>
                  </a:lnTo>
                  <a:lnTo>
                    <a:pt x="0" y="225128"/>
                  </a:lnTo>
                  <a:lnTo>
                    <a:pt x="1167" y="272768"/>
                  </a:lnTo>
                  <a:lnTo>
                    <a:pt x="7358" y="312310"/>
                  </a:lnTo>
                  <a:lnTo>
                    <a:pt x="19819" y="339632"/>
                  </a:lnTo>
                  <a:lnTo>
                    <a:pt x="39801" y="350612"/>
                  </a:lnTo>
                  <a:lnTo>
                    <a:pt x="68552" y="341130"/>
                  </a:lnTo>
                  <a:lnTo>
                    <a:pt x="111915" y="307882"/>
                  </a:lnTo>
                  <a:lnTo>
                    <a:pt x="152073" y="266309"/>
                  </a:lnTo>
                  <a:lnTo>
                    <a:pt x="187785" y="219683"/>
                  </a:lnTo>
                  <a:lnTo>
                    <a:pt x="217811" y="171273"/>
                  </a:lnTo>
                  <a:lnTo>
                    <a:pt x="240908" y="124350"/>
                  </a:lnTo>
                  <a:lnTo>
                    <a:pt x="255837" y="82184"/>
                  </a:lnTo>
                  <a:lnTo>
                    <a:pt x="261355" y="48045"/>
                  </a:lnTo>
                  <a:lnTo>
                    <a:pt x="256222" y="25203"/>
                  </a:lnTo>
                  <a:lnTo>
                    <a:pt x="226588" y="26301"/>
                  </a:lnTo>
                  <a:lnTo>
                    <a:pt x="195738" y="46074"/>
                  </a:lnTo>
                  <a:lnTo>
                    <a:pt x="153998" y="58744"/>
                  </a:lnTo>
                  <a:lnTo>
                    <a:pt x="109284" y="61631"/>
                  </a:lnTo>
                  <a:lnTo>
                    <a:pt x="76026" y="53522"/>
                  </a:lnTo>
                  <a:lnTo>
                    <a:pt x="50576" y="37309"/>
                  </a:lnTo>
                  <a:lnTo>
                    <a:pt x="34303" y="17862"/>
                  </a:lnTo>
                  <a:lnTo>
                    <a:pt x="28532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47823" y="2702713"/>
              <a:ext cx="642330" cy="1089275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3076350" y="3059477"/>
              <a:ext cx="213995" cy="706120"/>
            </a:xfrm>
            <a:custGeom>
              <a:avLst/>
              <a:gdLst/>
              <a:ahLst/>
              <a:cxnLst/>
              <a:rect l="l" t="t" r="r" b="b"/>
              <a:pathLst>
                <a:path w="213995" h="706120">
                  <a:moveTo>
                    <a:pt x="182486" y="0"/>
                  </a:moveTo>
                  <a:lnTo>
                    <a:pt x="152836" y="44224"/>
                  </a:lnTo>
                  <a:lnTo>
                    <a:pt x="88211" y="156813"/>
                  </a:lnTo>
                  <a:lnTo>
                    <a:pt x="25103" y="307641"/>
                  </a:lnTo>
                  <a:lnTo>
                    <a:pt x="0" y="466582"/>
                  </a:lnTo>
                  <a:lnTo>
                    <a:pt x="6132" y="533734"/>
                  </a:lnTo>
                  <a:lnTo>
                    <a:pt x="17623" y="590785"/>
                  </a:lnTo>
                  <a:lnTo>
                    <a:pt x="32706" y="638213"/>
                  </a:lnTo>
                  <a:lnTo>
                    <a:pt x="49615" y="676496"/>
                  </a:lnTo>
                  <a:lnTo>
                    <a:pt x="66584" y="706114"/>
                  </a:lnTo>
                  <a:lnTo>
                    <a:pt x="117572" y="695190"/>
                  </a:lnTo>
                  <a:lnTo>
                    <a:pt x="148465" y="687435"/>
                  </a:lnTo>
                  <a:lnTo>
                    <a:pt x="171770" y="679149"/>
                  </a:lnTo>
                  <a:lnTo>
                    <a:pt x="199993" y="666628"/>
                  </a:lnTo>
                  <a:lnTo>
                    <a:pt x="209971" y="663391"/>
                  </a:lnTo>
                  <a:lnTo>
                    <a:pt x="213704" y="655124"/>
                  </a:lnTo>
                  <a:lnTo>
                    <a:pt x="213807" y="643358"/>
                  </a:lnTo>
                  <a:lnTo>
                    <a:pt x="212894" y="629624"/>
                  </a:lnTo>
                  <a:lnTo>
                    <a:pt x="212966" y="619591"/>
                  </a:lnTo>
                  <a:lnTo>
                    <a:pt x="213447" y="608425"/>
                  </a:lnTo>
                  <a:lnTo>
                    <a:pt x="213723" y="596251"/>
                  </a:lnTo>
                  <a:lnTo>
                    <a:pt x="213176" y="583196"/>
                  </a:lnTo>
                  <a:lnTo>
                    <a:pt x="208551" y="522872"/>
                  </a:lnTo>
                  <a:lnTo>
                    <a:pt x="205008" y="464803"/>
                  </a:lnTo>
                  <a:lnTo>
                    <a:pt x="202301" y="408966"/>
                  </a:lnTo>
                  <a:lnTo>
                    <a:pt x="200182" y="355336"/>
                  </a:lnTo>
                  <a:lnTo>
                    <a:pt x="196719" y="254601"/>
                  </a:lnTo>
                  <a:lnTo>
                    <a:pt x="194881" y="207446"/>
                  </a:lnTo>
                  <a:lnTo>
                    <a:pt x="192641" y="162401"/>
                  </a:lnTo>
                  <a:lnTo>
                    <a:pt x="189753" y="119441"/>
                  </a:lnTo>
                  <a:lnTo>
                    <a:pt x="182486" y="0"/>
                  </a:lnTo>
                  <a:close/>
                </a:path>
              </a:pathLst>
            </a:custGeom>
            <a:solidFill>
              <a:srgbClr val="022F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2793184" y="3035534"/>
              <a:ext cx="582295" cy="643890"/>
            </a:xfrm>
            <a:custGeom>
              <a:avLst/>
              <a:gdLst/>
              <a:ahLst/>
              <a:cxnLst/>
              <a:rect l="l" t="t" r="r" b="b"/>
              <a:pathLst>
                <a:path w="582295" h="643889">
                  <a:moveTo>
                    <a:pt x="324817" y="0"/>
                  </a:moveTo>
                  <a:lnTo>
                    <a:pt x="0" y="190653"/>
                  </a:lnTo>
                  <a:lnTo>
                    <a:pt x="257248" y="643634"/>
                  </a:lnTo>
                  <a:lnTo>
                    <a:pt x="582066" y="452980"/>
                  </a:lnTo>
                  <a:lnTo>
                    <a:pt x="324817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2926570" y="2704817"/>
              <a:ext cx="518795" cy="758825"/>
            </a:xfrm>
            <a:custGeom>
              <a:avLst/>
              <a:gdLst/>
              <a:ahLst/>
              <a:cxnLst/>
              <a:rect l="l" t="t" r="r" b="b"/>
              <a:pathLst>
                <a:path w="518795" h="758825">
                  <a:moveTo>
                    <a:pt x="181366" y="0"/>
                  </a:moveTo>
                  <a:lnTo>
                    <a:pt x="192708" y="42590"/>
                  </a:lnTo>
                  <a:lnTo>
                    <a:pt x="211040" y="100070"/>
                  </a:lnTo>
                  <a:lnTo>
                    <a:pt x="228436" y="151217"/>
                  </a:lnTo>
                  <a:lnTo>
                    <a:pt x="247813" y="206634"/>
                  </a:lnTo>
                  <a:lnTo>
                    <a:pt x="308878" y="379600"/>
                  </a:lnTo>
                  <a:lnTo>
                    <a:pt x="327225" y="433189"/>
                  </a:lnTo>
                  <a:lnTo>
                    <a:pt x="343075" y="481595"/>
                  </a:lnTo>
                  <a:lnTo>
                    <a:pt x="355532" y="522925"/>
                  </a:lnTo>
                  <a:lnTo>
                    <a:pt x="363701" y="555288"/>
                  </a:lnTo>
                  <a:lnTo>
                    <a:pt x="366686" y="576794"/>
                  </a:lnTo>
                  <a:lnTo>
                    <a:pt x="363591" y="585552"/>
                  </a:lnTo>
                  <a:lnTo>
                    <a:pt x="312578" y="596285"/>
                  </a:lnTo>
                  <a:lnTo>
                    <a:pt x="227790" y="608844"/>
                  </a:lnTo>
                  <a:lnTo>
                    <a:pt x="179385" y="614363"/>
                  </a:lnTo>
                  <a:lnTo>
                    <a:pt x="123550" y="618100"/>
                  </a:lnTo>
                  <a:lnTo>
                    <a:pt x="36229" y="622190"/>
                  </a:lnTo>
                  <a:lnTo>
                    <a:pt x="0" y="685089"/>
                  </a:lnTo>
                  <a:lnTo>
                    <a:pt x="60481" y="702154"/>
                  </a:lnTo>
                  <a:lnTo>
                    <a:pt x="117879" y="716312"/>
                  </a:lnTo>
                  <a:lnTo>
                    <a:pt x="171990" y="727822"/>
                  </a:lnTo>
                  <a:lnTo>
                    <a:pt x="222612" y="736945"/>
                  </a:lnTo>
                  <a:lnTo>
                    <a:pt x="269542" y="743943"/>
                  </a:lnTo>
                  <a:lnTo>
                    <a:pt x="312576" y="749076"/>
                  </a:lnTo>
                  <a:lnTo>
                    <a:pt x="379362" y="755838"/>
                  </a:lnTo>
                  <a:lnTo>
                    <a:pt x="420399" y="758641"/>
                  </a:lnTo>
                  <a:lnTo>
                    <a:pt x="452583" y="757982"/>
                  </a:lnTo>
                  <a:lnTo>
                    <a:pt x="492812" y="754353"/>
                  </a:lnTo>
                  <a:lnTo>
                    <a:pt x="506486" y="714702"/>
                  </a:lnTo>
                  <a:lnTo>
                    <a:pt x="514910" y="668686"/>
                  </a:lnTo>
                  <a:lnTo>
                    <a:pt x="518613" y="617568"/>
                  </a:lnTo>
                  <a:lnTo>
                    <a:pt x="518123" y="562614"/>
                  </a:lnTo>
                  <a:lnTo>
                    <a:pt x="513968" y="505086"/>
                  </a:lnTo>
                  <a:lnTo>
                    <a:pt x="506677" y="446250"/>
                  </a:lnTo>
                  <a:lnTo>
                    <a:pt x="496777" y="387370"/>
                  </a:lnTo>
                  <a:lnTo>
                    <a:pt x="484798" y="329709"/>
                  </a:lnTo>
                  <a:lnTo>
                    <a:pt x="471267" y="274532"/>
                  </a:lnTo>
                  <a:lnTo>
                    <a:pt x="456714" y="223103"/>
                  </a:lnTo>
                  <a:lnTo>
                    <a:pt x="441665" y="176687"/>
                  </a:lnTo>
                  <a:lnTo>
                    <a:pt x="426649" y="136547"/>
                  </a:lnTo>
                  <a:lnTo>
                    <a:pt x="398832" y="80153"/>
                  </a:lnTo>
                  <a:lnTo>
                    <a:pt x="348771" y="45218"/>
                  </a:lnTo>
                  <a:lnTo>
                    <a:pt x="299812" y="27678"/>
                  </a:lnTo>
                  <a:lnTo>
                    <a:pt x="249691" y="14141"/>
                  </a:lnTo>
                  <a:lnTo>
                    <a:pt x="207888" y="4942"/>
                  </a:lnTo>
                  <a:lnTo>
                    <a:pt x="198357" y="3039"/>
                  </a:lnTo>
                  <a:lnTo>
                    <a:pt x="181366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09437" y="3279228"/>
              <a:ext cx="157050" cy="111473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130396" y="2709143"/>
              <a:ext cx="314787" cy="751843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711913" y="2136613"/>
              <a:ext cx="595561" cy="811392"/>
            </a:xfrm>
            <a:prstGeom prst="rect">
              <a:avLst/>
            </a:prstGeom>
          </p:spPr>
        </p:pic>
      </p:grpSp>
      <p:grpSp>
        <p:nvGrpSpPr>
          <p:cNvPr id="85" name="object 85" descr=""/>
          <p:cNvGrpSpPr/>
          <p:nvPr/>
        </p:nvGrpSpPr>
        <p:grpSpPr>
          <a:xfrm>
            <a:off x="7110527" y="2084616"/>
            <a:ext cx="1083310" cy="3438525"/>
            <a:chOff x="7110527" y="2084616"/>
            <a:chExt cx="1083310" cy="3438525"/>
          </a:xfrm>
        </p:grpSpPr>
        <p:sp>
          <p:nvSpPr>
            <p:cNvPr id="86" name="object 86" descr=""/>
            <p:cNvSpPr/>
            <p:nvPr/>
          </p:nvSpPr>
          <p:spPr>
            <a:xfrm>
              <a:off x="7880570" y="5268348"/>
              <a:ext cx="303530" cy="224790"/>
            </a:xfrm>
            <a:custGeom>
              <a:avLst/>
              <a:gdLst/>
              <a:ahLst/>
              <a:cxnLst/>
              <a:rect l="l" t="t" r="r" b="b"/>
              <a:pathLst>
                <a:path w="303529" h="224789">
                  <a:moveTo>
                    <a:pt x="94875" y="0"/>
                  </a:moveTo>
                  <a:lnTo>
                    <a:pt x="60050" y="2960"/>
                  </a:lnTo>
                  <a:lnTo>
                    <a:pt x="25123" y="10208"/>
                  </a:lnTo>
                  <a:lnTo>
                    <a:pt x="9151" y="20493"/>
                  </a:lnTo>
                  <a:lnTo>
                    <a:pt x="9856" y="41988"/>
                  </a:lnTo>
                  <a:lnTo>
                    <a:pt x="11279" y="69856"/>
                  </a:lnTo>
                  <a:lnTo>
                    <a:pt x="11748" y="98410"/>
                  </a:lnTo>
                  <a:lnTo>
                    <a:pt x="9591" y="121967"/>
                  </a:lnTo>
                  <a:lnTo>
                    <a:pt x="7957" y="129307"/>
                  </a:lnTo>
                  <a:lnTo>
                    <a:pt x="6994" y="132710"/>
                  </a:lnTo>
                  <a:lnTo>
                    <a:pt x="739" y="163020"/>
                  </a:lnTo>
                  <a:lnTo>
                    <a:pt x="4553" y="207006"/>
                  </a:lnTo>
                  <a:lnTo>
                    <a:pt x="41140" y="219712"/>
                  </a:lnTo>
                  <a:lnTo>
                    <a:pt x="96863" y="222242"/>
                  </a:lnTo>
                  <a:lnTo>
                    <a:pt x="166574" y="224042"/>
                  </a:lnTo>
                  <a:lnTo>
                    <a:pt x="235501" y="224760"/>
                  </a:lnTo>
                  <a:lnTo>
                    <a:pt x="288870" y="224047"/>
                  </a:lnTo>
                  <a:lnTo>
                    <a:pt x="297668" y="220755"/>
                  </a:lnTo>
                  <a:lnTo>
                    <a:pt x="302756" y="213261"/>
                  </a:lnTo>
                  <a:lnTo>
                    <a:pt x="303346" y="203958"/>
                  </a:lnTo>
                  <a:lnTo>
                    <a:pt x="298650" y="195242"/>
                  </a:lnTo>
                  <a:lnTo>
                    <a:pt x="246526" y="164787"/>
                  </a:lnTo>
                  <a:lnTo>
                    <a:pt x="208302" y="151339"/>
                  </a:lnTo>
                  <a:lnTo>
                    <a:pt x="168863" y="143882"/>
                  </a:lnTo>
                  <a:lnTo>
                    <a:pt x="153758" y="141398"/>
                  </a:lnTo>
                  <a:lnTo>
                    <a:pt x="141554" y="136855"/>
                  </a:lnTo>
                  <a:lnTo>
                    <a:pt x="117421" y="100771"/>
                  </a:lnTo>
                  <a:lnTo>
                    <a:pt x="110444" y="33818"/>
                  </a:lnTo>
                  <a:lnTo>
                    <a:pt x="110541" y="2578"/>
                  </a:lnTo>
                  <a:lnTo>
                    <a:pt x="94875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7880570" y="5377666"/>
              <a:ext cx="313690" cy="114935"/>
            </a:xfrm>
            <a:custGeom>
              <a:avLst/>
              <a:gdLst/>
              <a:ahLst/>
              <a:cxnLst/>
              <a:rect l="l" t="t" r="r" b="b"/>
              <a:pathLst>
                <a:path w="313690" h="114935">
                  <a:moveTo>
                    <a:pt x="118855" y="0"/>
                  </a:moveTo>
                  <a:lnTo>
                    <a:pt x="102843" y="3151"/>
                  </a:lnTo>
                  <a:lnTo>
                    <a:pt x="89944" y="9976"/>
                  </a:lnTo>
                  <a:lnTo>
                    <a:pt x="81483" y="20652"/>
                  </a:lnTo>
                  <a:lnTo>
                    <a:pt x="78782" y="35360"/>
                  </a:lnTo>
                  <a:lnTo>
                    <a:pt x="72526" y="43024"/>
                  </a:lnTo>
                  <a:lnTo>
                    <a:pt x="55962" y="44026"/>
                  </a:lnTo>
                  <a:lnTo>
                    <a:pt x="33511" y="35017"/>
                  </a:lnTo>
                  <a:lnTo>
                    <a:pt x="9591" y="12648"/>
                  </a:lnTo>
                  <a:lnTo>
                    <a:pt x="7957" y="19988"/>
                  </a:lnTo>
                  <a:lnTo>
                    <a:pt x="6994" y="23391"/>
                  </a:lnTo>
                  <a:lnTo>
                    <a:pt x="739" y="53701"/>
                  </a:lnTo>
                  <a:lnTo>
                    <a:pt x="0" y="79114"/>
                  </a:lnTo>
                  <a:lnTo>
                    <a:pt x="4553" y="97688"/>
                  </a:lnTo>
                  <a:lnTo>
                    <a:pt x="83241" y="112081"/>
                  </a:lnTo>
                  <a:lnTo>
                    <a:pt x="143630" y="113641"/>
                  </a:lnTo>
                  <a:lnTo>
                    <a:pt x="207412" y="114574"/>
                  </a:lnTo>
                  <a:lnTo>
                    <a:pt x="264205" y="114778"/>
                  </a:lnTo>
                  <a:lnTo>
                    <a:pt x="303624" y="114153"/>
                  </a:lnTo>
                  <a:lnTo>
                    <a:pt x="310629" y="113881"/>
                  </a:lnTo>
                  <a:lnTo>
                    <a:pt x="313247" y="106007"/>
                  </a:lnTo>
                  <a:lnTo>
                    <a:pt x="310021" y="99326"/>
                  </a:lnTo>
                  <a:lnTo>
                    <a:pt x="260530" y="54786"/>
                  </a:lnTo>
                  <a:lnTo>
                    <a:pt x="218259" y="34458"/>
                  </a:lnTo>
                  <a:lnTo>
                    <a:pt x="170445" y="23549"/>
                  </a:lnTo>
                  <a:lnTo>
                    <a:pt x="154175" y="20836"/>
                  </a:lnTo>
                  <a:lnTo>
                    <a:pt x="139408" y="15783"/>
                  </a:lnTo>
                  <a:lnTo>
                    <a:pt x="127261" y="8725"/>
                  </a:lnTo>
                  <a:lnTo>
                    <a:pt x="118855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7608492" y="3691304"/>
              <a:ext cx="427990" cy="1689735"/>
            </a:xfrm>
            <a:custGeom>
              <a:avLst/>
              <a:gdLst/>
              <a:ahLst/>
              <a:cxnLst/>
              <a:rect l="l" t="t" r="r" b="b"/>
              <a:pathLst>
                <a:path w="427990" h="1689735">
                  <a:moveTo>
                    <a:pt x="327204" y="0"/>
                  </a:moveTo>
                  <a:lnTo>
                    <a:pt x="282514" y="1742"/>
                  </a:lnTo>
                  <a:lnTo>
                    <a:pt x="92521" y="10242"/>
                  </a:lnTo>
                  <a:lnTo>
                    <a:pt x="47831" y="11989"/>
                  </a:lnTo>
                  <a:lnTo>
                    <a:pt x="0" y="170832"/>
                  </a:lnTo>
                  <a:lnTo>
                    <a:pt x="9383" y="220594"/>
                  </a:lnTo>
                  <a:lnTo>
                    <a:pt x="18834" y="269418"/>
                  </a:lnTo>
                  <a:lnTo>
                    <a:pt x="28340" y="317407"/>
                  </a:lnTo>
                  <a:lnTo>
                    <a:pt x="47460" y="411287"/>
                  </a:lnTo>
                  <a:lnTo>
                    <a:pt x="95236" y="638513"/>
                  </a:lnTo>
                  <a:lnTo>
                    <a:pt x="123327" y="773808"/>
                  </a:lnTo>
                  <a:lnTo>
                    <a:pt x="141582" y="865272"/>
                  </a:lnTo>
                  <a:lnTo>
                    <a:pt x="150525" y="911690"/>
                  </a:lnTo>
                  <a:lnTo>
                    <a:pt x="159328" y="958702"/>
                  </a:lnTo>
                  <a:lnTo>
                    <a:pt x="167976" y="1006411"/>
                  </a:lnTo>
                  <a:lnTo>
                    <a:pt x="176455" y="1054917"/>
                  </a:lnTo>
                  <a:lnTo>
                    <a:pt x="184751" y="1104323"/>
                  </a:lnTo>
                  <a:lnTo>
                    <a:pt x="192850" y="1154731"/>
                  </a:lnTo>
                  <a:lnTo>
                    <a:pt x="200738" y="1206244"/>
                  </a:lnTo>
                  <a:lnTo>
                    <a:pt x="208402" y="1258963"/>
                  </a:lnTo>
                  <a:lnTo>
                    <a:pt x="215826" y="1312990"/>
                  </a:lnTo>
                  <a:lnTo>
                    <a:pt x="222998" y="1368428"/>
                  </a:lnTo>
                  <a:lnTo>
                    <a:pt x="229904" y="1425378"/>
                  </a:lnTo>
                  <a:lnTo>
                    <a:pt x="236528" y="1483943"/>
                  </a:lnTo>
                  <a:lnTo>
                    <a:pt x="242858" y="1544225"/>
                  </a:lnTo>
                  <a:lnTo>
                    <a:pt x="248879" y="1606325"/>
                  </a:lnTo>
                  <a:lnTo>
                    <a:pt x="254578" y="1670347"/>
                  </a:lnTo>
                  <a:lnTo>
                    <a:pt x="264583" y="1678351"/>
                  </a:lnTo>
                  <a:lnTo>
                    <a:pt x="287785" y="1684648"/>
                  </a:lnTo>
                  <a:lnTo>
                    <a:pt x="316185" y="1688486"/>
                  </a:lnTo>
                  <a:lnTo>
                    <a:pt x="341780" y="1689110"/>
                  </a:lnTo>
                  <a:lnTo>
                    <a:pt x="363370" y="1684650"/>
                  </a:lnTo>
                  <a:lnTo>
                    <a:pt x="389455" y="1675761"/>
                  </a:lnTo>
                  <a:lnTo>
                    <a:pt x="413131" y="1666262"/>
                  </a:lnTo>
                  <a:lnTo>
                    <a:pt x="427494" y="1659970"/>
                  </a:lnTo>
                  <a:lnTo>
                    <a:pt x="426709" y="1609671"/>
                  </a:lnTo>
                  <a:lnTo>
                    <a:pt x="425419" y="1559506"/>
                  </a:lnTo>
                  <a:lnTo>
                    <a:pt x="423676" y="1509433"/>
                  </a:lnTo>
                  <a:lnTo>
                    <a:pt x="421527" y="1459411"/>
                  </a:lnTo>
                  <a:lnTo>
                    <a:pt x="419022" y="1409401"/>
                  </a:lnTo>
                  <a:lnTo>
                    <a:pt x="416209" y="1359362"/>
                  </a:lnTo>
                  <a:lnTo>
                    <a:pt x="409861" y="1259033"/>
                  </a:lnTo>
                  <a:lnTo>
                    <a:pt x="392059" y="1004860"/>
                  </a:lnTo>
                  <a:lnTo>
                    <a:pt x="385199" y="900999"/>
                  </a:lnTo>
                  <a:lnTo>
                    <a:pt x="382021" y="848437"/>
                  </a:lnTo>
                  <a:lnTo>
                    <a:pt x="379077" y="795399"/>
                  </a:lnTo>
                  <a:lnTo>
                    <a:pt x="377612" y="741378"/>
                  </a:lnTo>
                  <a:lnTo>
                    <a:pt x="377510" y="628569"/>
                  </a:lnTo>
                  <a:lnTo>
                    <a:pt x="375622" y="574076"/>
                  </a:lnTo>
                  <a:lnTo>
                    <a:pt x="372079" y="520363"/>
                  </a:lnTo>
                  <a:lnTo>
                    <a:pt x="368264" y="467184"/>
                  </a:lnTo>
                  <a:lnTo>
                    <a:pt x="364210" y="414465"/>
                  </a:lnTo>
                  <a:lnTo>
                    <a:pt x="359951" y="362127"/>
                  </a:lnTo>
                  <a:lnTo>
                    <a:pt x="350951" y="258289"/>
                  </a:lnTo>
                  <a:lnTo>
                    <a:pt x="32720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87148" y="5359915"/>
              <a:ext cx="155675" cy="163039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7210180" y="3684794"/>
              <a:ext cx="501015" cy="1713230"/>
            </a:xfrm>
            <a:custGeom>
              <a:avLst/>
              <a:gdLst/>
              <a:ahLst/>
              <a:cxnLst/>
              <a:rect l="l" t="t" r="r" b="b"/>
              <a:pathLst>
                <a:path w="501015" h="1713229">
                  <a:moveTo>
                    <a:pt x="142131" y="0"/>
                  </a:moveTo>
                  <a:lnTo>
                    <a:pt x="130325" y="96341"/>
                  </a:lnTo>
                  <a:lnTo>
                    <a:pt x="118909" y="193198"/>
                  </a:lnTo>
                  <a:lnTo>
                    <a:pt x="107891" y="290565"/>
                  </a:lnTo>
                  <a:lnTo>
                    <a:pt x="97274" y="388438"/>
                  </a:lnTo>
                  <a:lnTo>
                    <a:pt x="86410" y="493398"/>
                  </a:lnTo>
                  <a:lnTo>
                    <a:pt x="76121" y="597896"/>
                  </a:lnTo>
                  <a:lnTo>
                    <a:pt x="66403" y="701928"/>
                  </a:lnTo>
                  <a:lnTo>
                    <a:pt x="57247" y="805490"/>
                  </a:lnTo>
                  <a:lnTo>
                    <a:pt x="48517" y="910140"/>
                  </a:lnTo>
                  <a:lnTo>
                    <a:pt x="40233" y="1015853"/>
                  </a:lnTo>
                  <a:lnTo>
                    <a:pt x="32522" y="1121059"/>
                  </a:lnTo>
                  <a:lnTo>
                    <a:pt x="25376" y="1225753"/>
                  </a:lnTo>
                  <a:lnTo>
                    <a:pt x="18788" y="1329932"/>
                  </a:lnTo>
                  <a:lnTo>
                    <a:pt x="12749" y="1433592"/>
                  </a:lnTo>
                  <a:lnTo>
                    <a:pt x="7251" y="1536730"/>
                  </a:lnTo>
                  <a:lnTo>
                    <a:pt x="2285" y="1639343"/>
                  </a:lnTo>
                  <a:lnTo>
                    <a:pt x="0" y="1690451"/>
                  </a:lnTo>
                  <a:lnTo>
                    <a:pt x="7733" y="1695806"/>
                  </a:lnTo>
                  <a:lnTo>
                    <a:pt x="19109" y="1702126"/>
                  </a:lnTo>
                  <a:lnTo>
                    <a:pt x="34011" y="1708147"/>
                  </a:lnTo>
                  <a:lnTo>
                    <a:pt x="52323" y="1712607"/>
                  </a:lnTo>
                  <a:lnTo>
                    <a:pt x="76859" y="1712901"/>
                  </a:lnTo>
                  <a:lnTo>
                    <a:pt x="101350" y="1708348"/>
                  </a:lnTo>
                  <a:lnTo>
                    <a:pt x="121785" y="1702173"/>
                  </a:lnTo>
                  <a:lnTo>
                    <a:pt x="134152" y="1697602"/>
                  </a:lnTo>
                  <a:lnTo>
                    <a:pt x="145742" y="1647293"/>
                  </a:lnTo>
                  <a:lnTo>
                    <a:pt x="157502" y="1597400"/>
                  </a:lnTo>
                  <a:lnTo>
                    <a:pt x="181431" y="1498606"/>
                  </a:lnTo>
                  <a:lnTo>
                    <a:pt x="266701" y="1156527"/>
                  </a:lnTo>
                  <a:lnTo>
                    <a:pt x="290630" y="1057733"/>
                  </a:lnTo>
                  <a:lnTo>
                    <a:pt x="302390" y="1007840"/>
                  </a:lnTo>
                  <a:lnTo>
                    <a:pt x="313979" y="957531"/>
                  </a:lnTo>
                  <a:lnTo>
                    <a:pt x="324910" y="908537"/>
                  </a:lnTo>
                  <a:lnTo>
                    <a:pt x="335478" y="859401"/>
                  </a:lnTo>
                  <a:lnTo>
                    <a:pt x="345725" y="810138"/>
                  </a:lnTo>
                  <a:lnTo>
                    <a:pt x="355694" y="760765"/>
                  </a:lnTo>
                  <a:lnTo>
                    <a:pt x="374970" y="661759"/>
                  </a:lnTo>
                  <a:lnTo>
                    <a:pt x="430575" y="363863"/>
                  </a:lnTo>
                  <a:lnTo>
                    <a:pt x="449509" y="264722"/>
                  </a:lnTo>
                  <a:lnTo>
                    <a:pt x="459244" y="215257"/>
                  </a:lnTo>
                  <a:lnTo>
                    <a:pt x="469213" y="165884"/>
                  </a:lnTo>
                  <a:lnTo>
                    <a:pt x="479460" y="116621"/>
                  </a:lnTo>
                  <a:lnTo>
                    <a:pt x="490027" y="67484"/>
                  </a:lnTo>
                  <a:lnTo>
                    <a:pt x="500958" y="18491"/>
                  </a:lnTo>
                  <a:lnTo>
                    <a:pt x="142131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210180" y="3684794"/>
              <a:ext cx="501015" cy="1708150"/>
            </a:xfrm>
            <a:custGeom>
              <a:avLst/>
              <a:gdLst/>
              <a:ahLst/>
              <a:cxnLst/>
              <a:rect l="l" t="t" r="r" b="b"/>
              <a:pathLst>
                <a:path w="501015" h="1708150">
                  <a:moveTo>
                    <a:pt x="142131" y="0"/>
                  </a:moveTo>
                  <a:lnTo>
                    <a:pt x="130325" y="96341"/>
                  </a:lnTo>
                  <a:lnTo>
                    <a:pt x="118909" y="193198"/>
                  </a:lnTo>
                  <a:lnTo>
                    <a:pt x="107891" y="290565"/>
                  </a:lnTo>
                  <a:lnTo>
                    <a:pt x="97274" y="388438"/>
                  </a:lnTo>
                  <a:lnTo>
                    <a:pt x="86410" y="493398"/>
                  </a:lnTo>
                  <a:lnTo>
                    <a:pt x="76121" y="597896"/>
                  </a:lnTo>
                  <a:lnTo>
                    <a:pt x="66403" y="701928"/>
                  </a:lnTo>
                  <a:lnTo>
                    <a:pt x="57247" y="805490"/>
                  </a:lnTo>
                  <a:lnTo>
                    <a:pt x="48517" y="910140"/>
                  </a:lnTo>
                  <a:lnTo>
                    <a:pt x="40233" y="1015853"/>
                  </a:lnTo>
                  <a:lnTo>
                    <a:pt x="32522" y="1121059"/>
                  </a:lnTo>
                  <a:lnTo>
                    <a:pt x="25376" y="1225753"/>
                  </a:lnTo>
                  <a:lnTo>
                    <a:pt x="18788" y="1329932"/>
                  </a:lnTo>
                  <a:lnTo>
                    <a:pt x="12749" y="1433592"/>
                  </a:lnTo>
                  <a:lnTo>
                    <a:pt x="7251" y="1536730"/>
                  </a:lnTo>
                  <a:lnTo>
                    <a:pt x="2285" y="1639343"/>
                  </a:lnTo>
                  <a:lnTo>
                    <a:pt x="0" y="1690451"/>
                  </a:lnTo>
                  <a:lnTo>
                    <a:pt x="6868" y="1695676"/>
                  </a:lnTo>
                  <a:lnTo>
                    <a:pt x="15250" y="1701384"/>
                  </a:lnTo>
                  <a:lnTo>
                    <a:pt x="24434" y="1705978"/>
                  </a:lnTo>
                  <a:lnTo>
                    <a:pt x="33705" y="1707864"/>
                  </a:lnTo>
                  <a:lnTo>
                    <a:pt x="36632" y="1703140"/>
                  </a:lnTo>
                  <a:lnTo>
                    <a:pt x="46438" y="1637702"/>
                  </a:lnTo>
                  <a:lnTo>
                    <a:pt x="53822" y="1558121"/>
                  </a:lnTo>
                  <a:lnTo>
                    <a:pt x="57765" y="1509574"/>
                  </a:lnTo>
                  <a:lnTo>
                    <a:pt x="66151" y="1398352"/>
                  </a:lnTo>
                  <a:lnTo>
                    <a:pt x="89989" y="1069461"/>
                  </a:lnTo>
                  <a:lnTo>
                    <a:pt x="100658" y="931783"/>
                  </a:lnTo>
                  <a:lnTo>
                    <a:pt x="106231" y="864339"/>
                  </a:lnTo>
                  <a:lnTo>
                    <a:pt x="111964" y="798728"/>
                  </a:lnTo>
                  <a:lnTo>
                    <a:pt x="117854" y="735626"/>
                  </a:lnTo>
                  <a:lnTo>
                    <a:pt x="123901" y="675710"/>
                  </a:lnTo>
                  <a:lnTo>
                    <a:pt x="130105" y="619657"/>
                  </a:lnTo>
                  <a:lnTo>
                    <a:pt x="136464" y="568143"/>
                  </a:lnTo>
                  <a:lnTo>
                    <a:pt x="142978" y="521847"/>
                  </a:lnTo>
                  <a:lnTo>
                    <a:pt x="149645" y="481443"/>
                  </a:lnTo>
                  <a:lnTo>
                    <a:pt x="169397" y="400438"/>
                  </a:lnTo>
                  <a:lnTo>
                    <a:pt x="184520" y="361501"/>
                  </a:lnTo>
                  <a:lnTo>
                    <a:pt x="220241" y="304215"/>
                  </a:lnTo>
                  <a:lnTo>
                    <a:pt x="261439" y="267516"/>
                  </a:lnTo>
                  <a:lnTo>
                    <a:pt x="305922" y="243169"/>
                  </a:lnTo>
                  <a:lnTo>
                    <a:pt x="351502" y="222939"/>
                  </a:lnTo>
                  <a:lnTo>
                    <a:pt x="374017" y="211794"/>
                  </a:lnTo>
                  <a:lnTo>
                    <a:pt x="417132" y="182300"/>
                  </a:lnTo>
                  <a:lnTo>
                    <a:pt x="455865" y="136334"/>
                  </a:lnTo>
                  <a:lnTo>
                    <a:pt x="488027" y="65664"/>
                  </a:lnTo>
                  <a:lnTo>
                    <a:pt x="500958" y="18491"/>
                  </a:lnTo>
                  <a:lnTo>
                    <a:pt x="142131" y="0"/>
                  </a:lnTo>
                  <a:close/>
                </a:path>
              </a:pathLst>
            </a:custGeom>
            <a:solidFill>
              <a:srgbClr val="0A133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7753115" y="2721349"/>
              <a:ext cx="340360" cy="613410"/>
            </a:xfrm>
            <a:custGeom>
              <a:avLst/>
              <a:gdLst/>
              <a:ahLst/>
              <a:cxnLst/>
              <a:rect l="l" t="t" r="r" b="b"/>
              <a:pathLst>
                <a:path w="340359" h="613410">
                  <a:moveTo>
                    <a:pt x="17591" y="0"/>
                  </a:moveTo>
                  <a:lnTo>
                    <a:pt x="31366" y="59817"/>
                  </a:lnTo>
                  <a:lnTo>
                    <a:pt x="42134" y="123514"/>
                  </a:lnTo>
                  <a:lnTo>
                    <a:pt x="46689" y="178919"/>
                  </a:lnTo>
                  <a:lnTo>
                    <a:pt x="48204" y="232554"/>
                  </a:lnTo>
                  <a:lnTo>
                    <a:pt x="46994" y="284311"/>
                  </a:lnTo>
                  <a:lnTo>
                    <a:pt x="43370" y="334081"/>
                  </a:lnTo>
                  <a:lnTo>
                    <a:pt x="37646" y="381756"/>
                  </a:lnTo>
                  <a:lnTo>
                    <a:pt x="30134" y="427226"/>
                  </a:lnTo>
                  <a:lnTo>
                    <a:pt x="21147" y="470383"/>
                  </a:lnTo>
                  <a:lnTo>
                    <a:pt x="10998" y="511119"/>
                  </a:lnTo>
                  <a:lnTo>
                    <a:pt x="0" y="549323"/>
                  </a:lnTo>
                  <a:lnTo>
                    <a:pt x="22267" y="560757"/>
                  </a:lnTo>
                  <a:lnTo>
                    <a:pt x="75079" y="582766"/>
                  </a:lnTo>
                  <a:lnTo>
                    <a:pt x="149655" y="603105"/>
                  </a:lnTo>
                  <a:lnTo>
                    <a:pt x="191663" y="609635"/>
                  </a:lnTo>
                  <a:lnTo>
                    <a:pt x="231116" y="612788"/>
                  </a:lnTo>
                  <a:lnTo>
                    <a:pt x="267510" y="613248"/>
                  </a:lnTo>
                  <a:lnTo>
                    <a:pt x="298990" y="605920"/>
                  </a:lnTo>
                  <a:lnTo>
                    <a:pt x="323415" y="587399"/>
                  </a:lnTo>
                  <a:lnTo>
                    <a:pt x="338034" y="560944"/>
                  </a:lnTo>
                  <a:lnTo>
                    <a:pt x="340094" y="529816"/>
                  </a:lnTo>
                  <a:lnTo>
                    <a:pt x="335351" y="503246"/>
                  </a:lnTo>
                  <a:lnTo>
                    <a:pt x="321258" y="445233"/>
                  </a:lnTo>
                  <a:lnTo>
                    <a:pt x="294447" y="369670"/>
                  </a:lnTo>
                  <a:lnTo>
                    <a:pt x="273949" y="326313"/>
                  </a:lnTo>
                  <a:lnTo>
                    <a:pt x="248316" y="278344"/>
                  </a:lnTo>
                  <a:lnTo>
                    <a:pt x="215846" y="220045"/>
                  </a:lnTo>
                  <a:lnTo>
                    <a:pt x="201311" y="186460"/>
                  </a:lnTo>
                  <a:lnTo>
                    <a:pt x="186826" y="144551"/>
                  </a:lnTo>
                  <a:lnTo>
                    <a:pt x="169994" y="99943"/>
                  </a:lnTo>
                  <a:lnTo>
                    <a:pt x="148414" y="58260"/>
                  </a:lnTo>
                  <a:lnTo>
                    <a:pt x="100184" y="24458"/>
                  </a:lnTo>
                  <a:lnTo>
                    <a:pt x="69732" y="15680"/>
                  </a:lnTo>
                  <a:lnTo>
                    <a:pt x="17591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7217416" y="2668158"/>
              <a:ext cx="704215" cy="1092200"/>
            </a:xfrm>
            <a:custGeom>
              <a:avLst/>
              <a:gdLst/>
              <a:ahLst/>
              <a:cxnLst/>
              <a:rect l="l" t="t" r="r" b="b"/>
              <a:pathLst>
                <a:path w="704215" h="1092200">
                  <a:moveTo>
                    <a:pt x="189690" y="0"/>
                  </a:moveTo>
                  <a:lnTo>
                    <a:pt x="0" y="25475"/>
                  </a:lnTo>
                  <a:lnTo>
                    <a:pt x="15563" y="181976"/>
                  </a:lnTo>
                  <a:lnTo>
                    <a:pt x="31992" y="339475"/>
                  </a:lnTo>
                  <a:lnTo>
                    <a:pt x="49151" y="496630"/>
                  </a:lnTo>
                  <a:lnTo>
                    <a:pt x="66721" y="650746"/>
                  </a:lnTo>
                  <a:lnTo>
                    <a:pt x="84904" y="803799"/>
                  </a:lnTo>
                  <a:lnTo>
                    <a:pt x="103685" y="955784"/>
                  </a:lnTo>
                  <a:lnTo>
                    <a:pt x="116530" y="1056512"/>
                  </a:lnTo>
                  <a:lnTo>
                    <a:pt x="193737" y="1073729"/>
                  </a:lnTo>
                  <a:lnTo>
                    <a:pt x="239068" y="1081130"/>
                  </a:lnTo>
                  <a:lnTo>
                    <a:pt x="288558" y="1087000"/>
                  </a:lnTo>
                  <a:lnTo>
                    <a:pt x="341962" y="1090794"/>
                  </a:lnTo>
                  <a:lnTo>
                    <a:pt x="399034" y="1091966"/>
                  </a:lnTo>
                  <a:lnTo>
                    <a:pt x="461014" y="1089875"/>
                  </a:lnTo>
                  <a:lnTo>
                    <a:pt x="518733" y="1084757"/>
                  </a:lnTo>
                  <a:lnTo>
                    <a:pt x="571906" y="1077294"/>
                  </a:lnTo>
                  <a:lnTo>
                    <a:pt x="620247" y="1068168"/>
                  </a:lnTo>
                  <a:lnTo>
                    <a:pt x="663469" y="1058060"/>
                  </a:lnTo>
                  <a:lnTo>
                    <a:pt x="701287" y="1047653"/>
                  </a:lnTo>
                  <a:lnTo>
                    <a:pt x="703078" y="986676"/>
                  </a:lnTo>
                  <a:lnTo>
                    <a:pt x="703629" y="929284"/>
                  </a:lnTo>
                  <a:lnTo>
                    <a:pt x="703135" y="875647"/>
                  </a:lnTo>
                  <a:lnTo>
                    <a:pt x="701794" y="825933"/>
                  </a:lnTo>
                  <a:lnTo>
                    <a:pt x="699801" y="780313"/>
                  </a:lnTo>
                  <a:lnTo>
                    <a:pt x="697354" y="738956"/>
                  </a:lnTo>
                  <a:lnTo>
                    <a:pt x="690632" y="656711"/>
                  </a:lnTo>
                  <a:lnTo>
                    <a:pt x="686143" y="614270"/>
                  </a:lnTo>
                  <a:lnTo>
                    <a:pt x="681037" y="571435"/>
                  </a:lnTo>
                  <a:lnTo>
                    <a:pt x="668392" y="471485"/>
                  </a:lnTo>
                  <a:lnTo>
                    <a:pt x="660564" y="407823"/>
                  </a:lnTo>
                  <a:lnTo>
                    <a:pt x="651540" y="330670"/>
                  </a:lnTo>
                  <a:lnTo>
                    <a:pt x="646818" y="269537"/>
                  </a:lnTo>
                  <a:lnTo>
                    <a:pt x="645814" y="213618"/>
                  </a:lnTo>
                  <a:lnTo>
                    <a:pt x="647219" y="119585"/>
                  </a:lnTo>
                  <a:lnTo>
                    <a:pt x="645760" y="82552"/>
                  </a:lnTo>
                  <a:lnTo>
                    <a:pt x="608398" y="69438"/>
                  </a:lnTo>
                  <a:lnTo>
                    <a:pt x="564538" y="56430"/>
                  </a:lnTo>
                  <a:lnTo>
                    <a:pt x="516193" y="43904"/>
                  </a:lnTo>
                  <a:lnTo>
                    <a:pt x="465376" y="32235"/>
                  </a:lnTo>
                  <a:lnTo>
                    <a:pt x="414102" y="21800"/>
                  </a:lnTo>
                  <a:lnTo>
                    <a:pt x="351342" y="11507"/>
                  </a:lnTo>
                  <a:lnTo>
                    <a:pt x="292673" y="4865"/>
                  </a:lnTo>
                  <a:lnTo>
                    <a:pt x="238615" y="1240"/>
                  </a:lnTo>
                  <a:lnTo>
                    <a:pt x="18969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7435696" y="2491021"/>
              <a:ext cx="259079" cy="272415"/>
            </a:xfrm>
            <a:custGeom>
              <a:avLst/>
              <a:gdLst/>
              <a:ahLst/>
              <a:cxnLst/>
              <a:rect l="l" t="t" r="r" b="b"/>
              <a:pathLst>
                <a:path w="259079" h="272414">
                  <a:moveTo>
                    <a:pt x="45925" y="0"/>
                  </a:moveTo>
                  <a:lnTo>
                    <a:pt x="40417" y="47035"/>
                  </a:lnTo>
                  <a:lnTo>
                    <a:pt x="32855" y="86217"/>
                  </a:lnTo>
                  <a:lnTo>
                    <a:pt x="12174" y="156737"/>
                  </a:lnTo>
                  <a:lnTo>
                    <a:pt x="0" y="187920"/>
                  </a:lnTo>
                  <a:lnTo>
                    <a:pt x="173188" y="272106"/>
                  </a:lnTo>
                  <a:lnTo>
                    <a:pt x="248735" y="236170"/>
                  </a:lnTo>
                  <a:lnTo>
                    <a:pt x="246205" y="218644"/>
                  </a:lnTo>
                  <a:lnTo>
                    <a:pt x="244315" y="199682"/>
                  </a:lnTo>
                  <a:lnTo>
                    <a:pt x="243256" y="179365"/>
                  </a:lnTo>
                  <a:lnTo>
                    <a:pt x="243217" y="157775"/>
                  </a:lnTo>
                  <a:lnTo>
                    <a:pt x="244965" y="128471"/>
                  </a:lnTo>
                  <a:lnTo>
                    <a:pt x="248425" y="101449"/>
                  </a:lnTo>
                  <a:lnTo>
                    <a:pt x="253140" y="76866"/>
                  </a:lnTo>
                  <a:lnTo>
                    <a:pt x="258651" y="54877"/>
                  </a:lnTo>
                  <a:lnTo>
                    <a:pt x="45925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7450057" y="2162161"/>
              <a:ext cx="329565" cy="441959"/>
            </a:xfrm>
            <a:custGeom>
              <a:avLst/>
              <a:gdLst/>
              <a:ahLst/>
              <a:cxnLst/>
              <a:rect l="l" t="t" r="r" b="b"/>
              <a:pathLst>
                <a:path w="329565" h="441960">
                  <a:moveTo>
                    <a:pt x="176642" y="0"/>
                  </a:moveTo>
                  <a:lnTo>
                    <a:pt x="114958" y="4955"/>
                  </a:lnTo>
                  <a:lnTo>
                    <a:pt x="63268" y="18913"/>
                  </a:lnTo>
                  <a:lnTo>
                    <a:pt x="25479" y="34787"/>
                  </a:lnTo>
                  <a:lnTo>
                    <a:pt x="0" y="318026"/>
                  </a:lnTo>
                  <a:lnTo>
                    <a:pt x="457" y="324943"/>
                  </a:lnTo>
                  <a:lnTo>
                    <a:pt x="20689" y="357739"/>
                  </a:lnTo>
                  <a:lnTo>
                    <a:pt x="52964" y="388063"/>
                  </a:lnTo>
                  <a:lnTo>
                    <a:pt x="94973" y="416529"/>
                  </a:lnTo>
                  <a:lnTo>
                    <a:pt x="134234" y="435303"/>
                  </a:lnTo>
                  <a:lnTo>
                    <a:pt x="151126" y="441520"/>
                  </a:lnTo>
                  <a:lnTo>
                    <a:pt x="171747" y="436291"/>
                  </a:lnTo>
                  <a:lnTo>
                    <a:pt x="223296" y="416270"/>
                  </a:lnTo>
                  <a:lnTo>
                    <a:pt x="267140" y="389415"/>
                  </a:lnTo>
                  <a:lnTo>
                    <a:pt x="302263" y="358307"/>
                  </a:lnTo>
                  <a:lnTo>
                    <a:pt x="329183" y="57406"/>
                  </a:lnTo>
                  <a:lnTo>
                    <a:pt x="313333" y="45177"/>
                  </a:lnTo>
                  <a:lnTo>
                    <a:pt x="293971" y="32766"/>
                  </a:lnTo>
                  <a:lnTo>
                    <a:pt x="271022" y="21108"/>
                  </a:lnTo>
                  <a:lnTo>
                    <a:pt x="244411" y="11135"/>
                  </a:lnTo>
                  <a:lnTo>
                    <a:pt x="176642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95832" y="2368505"/>
              <a:ext cx="85543" cy="93173"/>
            </a:xfrm>
            <a:prstGeom prst="rect">
              <a:avLst/>
            </a:prstGeom>
          </p:spPr>
        </p:pic>
        <p:pic>
          <p:nvPicPr>
            <p:cNvPr id="97" name="object 9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30266" y="2378563"/>
              <a:ext cx="67924" cy="91166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518211" y="2706635"/>
              <a:ext cx="263824" cy="926629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7322401" y="3661276"/>
              <a:ext cx="560705" cy="239395"/>
            </a:xfrm>
            <a:custGeom>
              <a:avLst/>
              <a:gdLst/>
              <a:ahLst/>
              <a:cxnLst/>
              <a:rect l="l" t="t" r="r" b="b"/>
              <a:pathLst>
                <a:path w="560704" h="239395">
                  <a:moveTo>
                    <a:pt x="560679" y="84188"/>
                  </a:moveTo>
                  <a:lnTo>
                    <a:pt x="550710" y="0"/>
                  </a:lnTo>
                  <a:lnTo>
                    <a:pt x="519404" y="4089"/>
                  </a:lnTo>
                  <a:lnTo>
                    <a:pt x="486651" y="7620"/>
                  </a:lnTo>
                  <a:lnTo>
                    <a:pt x="452488" y="10464"/>
                  </a:lnTo>
                  <a:lnTo>
                    <a:pt x="416979" y="12560"/>
                  </a:lnTo>
                  <a:lnTo>
                    <a:pt x="355434" y="14058"/>
                  </a:lnTo>
                  <a:lnTo>
                    <a:pt x="297383" y="13042"/>
                  </a:lnTo>
                  <a:lnTo>
                    <a:pt x="243065" y="9931"/>
                  </a:lnTo>
                  <a:lnTo>
                    <a:pt x="192709" y="5181"/>
                  </a:lnTo>
                  <a:lnTo>
                    <a:pt x="186893" y="97485"/>
                  </a:lnTo>
                  <a:lnTo>
                    <a:pt x="219329" y="102082"/>
                  </a:lnTo>
                  <a:lnTo>
                    <a:pt x="0" y="235585"/>
                  </a:lnTo>
                  <a:lnTo>
                    <a:pt x="29159" y="238442"/>
                  </a:lnTo>
                  <a:lnTo>
                    <a:pt x="72224" y="238937"/>
                  </a:lnTo>
                  <a:lnTo>
                    <a:pt x="123977" y="233146"/>
                  </a:lnTo>
                  <a:lnTo>
                    <a:pt x="179171" y="217093"/>
                  </a:lnTo>
                  <a:lnTo>
                    <a:pt x="232575" y="186842"/>
                  </a:lnTo>
                  <a:lnTo>
                    <a:pt x="261289" y="160528"/>
                  </a:lnTo>
                  <a:lnTo>
                    <a:pt x="269125" y="151396"/>
                  </a:lnTo>
                  <a:lnTo>
                    <a:pt x="267601" y="107048"/>
                  </a:lnTo>
                  <a:lnTo>
                    <a:pt x="280708" y="108229"/>
                  </a:lnTo>
                  <a:lnTo>
                    <a:pt x="335991" y="110159"/>
                  </a:lnTo>
                  <a:lnTo>
                    <a:pt x="396214" y="108572"/>
                  </a:lnTo>
                  <a:lnTo>
                    <a:pt x="442658" y="104698"/>
                  </a:lnTo>
                  <a:lnTo>
                    <a:pt x="485673" y="99021"/>
                  </a:lnTo>
                  <a:lnTo>
                    <a:pt x="525081" y="92024"/>
                  </a:lnTo>
                  <a:lnTo>
                    <a:pt x="560679" y="84188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7206559" y="2668603"/>
              <a:ext cx="372110" cy="1233170"/>
            </a:xfrm>
            <a:custGeom>
              <a:avLst/>
              <a:gdLst/>
              <a:ahLst/>
              <a:cxnLst/>
              <a:rect l="l" t="t" r="r" b="b"/>
              <a:pathLst>
                <a:path w="372109" h="1233170">
                  <a:moveTo>
                    <a:pt x="197156" y="0"/>
                  </a:moveTo>
                  <a:lnTo>
                    <a:pt x="145703" y="2638"/>
                  </a:lnTo>
                  <a:lnTo>
                    <a:pt x="87191" y="10083"/>
                  </a:lnTo>
                  <a:lnTo>
                    <a:pt x="40760" y="19474"/>
                  </a:lnTo>
                  <a:lnTo>
                    <a:pt x="0" y="30396"/>
                  </a:lnTo>
                  <a:lnTo>
                    <a:pt x="43140" y="359235"/>
                  </a:lnTo>
                  <a:lnTo>
                    <a:pt x="100939" y="1232674"/>
                  </a:lnTo>
                  <a:lnTo>
                    <a:pt x="172429" y="1228861"/>
                  </a:lnTo>
                  <a:lnTo>
                    <a:pt x="219997" y="1218905"/>
                  </a:lnTo>
                  <a:lnTo>
                    <a:pt x="272002" y="1200193"/>
                  </a:lnTo>
                  <a:lnTo>
                    <a:pt x="329906" y="1167323"/>
                  </a:lnTo>
                  <a:lnTo>
                    <a:pt x="368679" y="1135536"/>
                  </a:lnTo>
                  <a:lnTo>
                    <a:pt x="370471" y="1091357"/>
                  </a:lnTo>
                  <a:lnTo>
                    <a:pt x="371615" y="1045875"/>
                  </a:lnTo>
                  <a:lnTo>
                    <a:pt x="372049" y="999121"/>
                  </a:lnTo>
                  <a:lnTo>
                    <a:pt x="371713" y="951128"/>
                  </a:lnTo>
                  <a:lnTo>
                    <a:pt x="370545" y="901926"/>
                  </a:lnTo>
                  <a:lnTo>
                    <a:pt x="368483" y="851549"/>
                  </a:lnTo>
                  <a:lnTo>
                    <a:pt x="365468" y="800028"/>
                  </a:lnTo>
                  <a:lnTo>
                    <a:pt x="361437" y="747395"/>
                  </a:lnTo>
                  <a:lnTo>
                    <a:pt x="356329" y="693683"/>
                  </a:lnTo>
                  <a:lnTo>
                    <a:pt x="350083" y="638922"/>
                  </a:lnTo>
                  <a:lnTo>
                    <a:pt x="342451" y="581833"/>
                  </a:lnTo>
                  <a:lnTo>
                    <a:pt x="333872" y="525999"/>
                  </a:lnTo>
                  <a:lnTo>
                    <a:pt x="324418" y="471437"/>
                  </a:lnTo>
                  <a:lnTo>
                    <a:pt x="314157" y="418167"/>
                  </a:lnTo>
                  <a:lnTo>
                    <a:pt x="303161" y="366208"/>
                  </a:lnTo>
                  <a:lnTo>
                    <a:pt x="291500" y="315579"/>
                  </a:lnTo>
                  <a:lnTo>
                    <a:pt x="279244" y="266299"/>
                  </a:lnTo>
                  <a:lnTo>
                    <a:pt x="266464" y="218386"/>
                  </a:lnTo>
                  <a:lnTo>
                    <a:pt x="253230" y="171860"/>
                  </a:lnTo>
                  <a:lnTo>
                    <a:pt x="239611" y="126740"/>
                  </a:lnTo>
                  <a:lnTo>
                    <a:pt x="225679" y="83043"/>
                  </a:lnTo>
                  <a:lnTo>
                    <a:pt x="211504" y="40790"/>
                  </a:lnTo>
                  <a:lnTo>
                    <a:pt x="197156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7819123" y="373291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4984" y="38396"/>
                  </a:lnTo>
                  <a:lnTo>
                    <a:pt x="104656" y="1137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7719986" y="2709802"/>
              <a:ext cx="231140" cy="1159510"/>
            </a:xfrm>
            <a:custGeom>
              <a:avLst/>
              <a:gdLst/>
              <a:ahLst/>
              <a:cxnLst/>
              <a:rect l="l" t="t" r="r" b="b"/>
              <a:pathLst>
                <a:path w="231140" h="1159510">
                  <a:moveTo>
                    <a:pt x="0" y="0"/>
                  </a:moveTo>
                  <a:lnTo>
                    <a:pt x="30590" y="260450"/>
                  </a:lnTo>
                  <a:lnTo>
                    <a:pt x="60228" y="522474"/>
                  </a:lnTo>
                  <a:lnTo>
                    <a:pt x="89180" y="788812"/>
                  </a:lnTo>
                  <a:lnTo>
                    <a:pt x="117315" y="1058721"/>
                  </a:lnTo>
                  <a:lnTo>
                    <a:pt x="230537" y="1158990"/>
                  </a:lnTo>
                  <a:lnTo>
                    <a:pt x="228899" y="1108866"/>
                  </a:lnTo>
                  <a:lnTo>
                    <a:pt x="226945" y="1058298"/>
                  </a:lnTo>
                  <a:lnTo>
                    <a:pt x="224669" y="1007290"/>
                  </a:lnTo>
                  <a:lnTo>
                    <a:pt x="222063" y="955847"/>
                  </a:lnTo>
                  <a:lnTo>
                    <a:pt x="219117" y="903973"/>
                  </a:lnTo>
                  <a:lnTo>
                    <a:pt x="215826" y="851671"/>
                  </a:lnTo>
                  <a:lnTo>
                    <a:pt x="212180" y="798948"/>
                  </a:lnTo>
                  <a:lnTo>
                    <a:pt x="208172" y="745806"/>
                  </a:lnTo>
                  <a:lnTo>
                    <a:pt x="199490" y="639517"/>
                  </a:lnTo>
                  <a:lnTo>
                    <a:pt x="191718" y="535335"/>
                  </a:lnTo>
                  <a:lnTo>
                    <a:pt x="180628" y="382324"/>
                  </a:lnTo>
                  <a:lnTo>
                    <a:pt x="176676" y="332201"/>
                  </a:lnTo>
                  <a:lnTo>
                    <a:pt x="172428" y="282523"/>
                  </a:lnTo>
                  <a:lnTo>
                    <a:pt x="167782" y="233293"/>
                  </a:lnTo>
                  <a:lnTo>
                    <a:pt x="162637" y="184514"/>
                  </a:lnTo>
                  <a:lnTo>
                    <a:pt x="156891" y="136188"/>
                  </a:lnTo>
                  <a:lnTo>
                    <a:pt x="150442" y="88319"/>
                  </a:lnTo>
                  <a:lnTo>
                    <a:pt x="143189" y="40909"/>
                  </a:lnTo>
                  <a:lnTo>
                    <a:pt x="101737" y="26342"/>
                  </a:lnTo>
                  <a:lnTo>
                    <a:pt x="39208" y="8562"/>
                  </a:lnTo>
                  <a:lnTo>
                    <a:pt x="12419" y="23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7360272" y="2686436"/>
              <a:ext cx="498475" cy="547370"/>
            </a:xfrm>
            <a:custGeom>
              <a:avLst/>
              <a:gdLst/>
              <a:ahLst/>
              <a:cxnLst/>
              <a:rect l="l" t="t" r="r" b="b"/>
              <a:pathLst>
                <a:path w="498475" h="547369">
                  <a:moveTo>
                    <a:pt x="176428" y="547243"/>
                  </a:moveTo>
                  <a:lnTo>
                    <a:pt x="142582" y="522909"/>
                  </a:lnTo>
                  <a:lnTo>
                    <a:pt x="110642" y="496887"/>
                  </a:lnTo>
                  <a:lnTo>
                    <a:pt x="80518" y="469404"/>
                  </a:lnTo>
                  <a:lnTo>
                    <a:pt x="44881" y="429628"/>
                  </a:lnTo>
                  <a:lnTo>
                    <a:pt x="36347" y="419188"/>
                  </a:lnTo>
                  <a:lnTo>
                    <a:pt x="22860" y="402894"/>
                  </a:lnTo>
                  <a:lnTo>
                    <a:pt x="20967" y="400608"/>
                  </a:lnTo>
                  <a:lnTo>
                    <a:pt x="20980" y="398386"/>
                  </a:lnTo>
                  <a:lnTo>
                    <a:pt x="20916" y="352552"/>
                  </a:lnTo>
                  <a:lnTo>
                    <a:pt x="20472" y="302247"/>
                  </a:lnTo>
                  <a:lnTo>
                    <a:pt x="19380" y="251777"/>
                  </a:lnTo>
                  <a:lnTo>
                    <a:pt x="18999" y="226796"/>
                  </a:lnTo>
                  <a:lnTo>
                    <a:pt x="19151" y="201193"/>
                  </a:lnTo>
                  <a:lnTo>
                    <a:pt x="19583" y="175920"/>
                  </a:lnTo>
                  <a:lnTo>
                    <a:pt x="19926" y="150672"/>
                  </a:lnTo>
                  <a:lnTo>
                    <a:pt x="20383" y="125463"/>
                  </a:lnTo>
                  <a:lnTo>
                    <a:pt x="21145" y="100279"/>
                  </a:lnTo>
                  <a:lnTo>
                    <a:pt x="24422" y="0"/>
                  </a:lnTo>
                  <a:lnTo>
                    <a:pt x="19964" y="24980"/>
                  </a:lnTo>
                  <a:lnTo>
                    <a:pt x="12458" y="75120"/>
                  </a:lnTo>
                  <a:lnTo>
                    <a:pt x="6921" y="126111"/>
                  </a:lnTo>
                  <a:lnTo>
                    <a:pt x="2641" y="176466"/>
                  </a:lnTo>
                  <a:lnTo>
                    <a:pt x="190" y="226796"/>
                  </a:lnTo>
                  <a:lnTo>
                    <a:pt x="0" y="239115"/>
                  </a:lnTo>
                  <a:lnTo>
                    <a:pt x="139" y="251955"/>
                  </a:lnTo>
                  <a:lnTo>
                    <a:pt x="558" y="302387"/>
                  </a:lnTo>
                  <a:lnTo>
                    <a:pt x="1562" y="352996"/>
                  </a:lnTo>
                  <a:lnTo>
                    <a:pt x="2946" y="402894"/>
                  </a:lnTo>
                  <a:lnTo>
                    <a:pt x="31851" y="438454"/>
                  </a:lnTo>
                  <a:lnTo>
                    <a:pt x="61010" y="468020"/>
                  </a:lnTo>
                  <a:lnTo>
                    <a:pt x="92951" y="494957"/>
                  </a:lnTo>
                  <a:lnTo>
                    <a:pt x="127393" y="519188"/>
                  </a:lnTo>
                  <a:lnTo>
                    <a:pt x="163830" y="540753"/>
                  </a:lnTo>
                  <a:lnTo>
                    <a:pt x="176428" y="547243"/>
                  </a:lnTo>
                  <a:close/>
                </a:path>
                <a:path w="498475" h="547369">
                  <a:moveTo>
                    <a:pt x="497903" y="417474"/>
                  </a:moveTo>
                  <a:lnTo>
                    <a:pt x="489915" y="366979"/>
                  </a:lnTo>
                  <a:lnTo>
                    <a:pt x="480161" y="318770"/>
                  </a:lnTo>
                  <a:lnTo>
                    <a:pt x="468807" y="270840"/>
                  </a:lnTo>
                  <a:lnTo>
                    <a:pt x="455853" y="223215"/>
                  </a:lnTo>
                  <a:lnTo>
                    <a:pt x="441071" y="176034"/>
                  </a:lnTo>
                  <a:lnTo>
                    <a:pt x="424421" y="129349"/>
                  </a:lnTo>
                  <a:lnTo>
                    <a:pt x="406209" y="83134"/>
                  </a:lnTo>
                  <a:lnTo>
                    <a:pt x="385749" y="37668"/>
                  </a:lnTo>
                  <a:lnTo>
                    <a:pt x="398881" y="85153"/>
                  </a:lnTo>
                  <a:lnTo>
                    <a:pt x="412178" y="132486"/>
                  </a:lnTo>
                  <a:lnTo>
                    <a:pt x="437362" y="227253"/>
                  </a:lnTo>
                  <a:lnTo>
                    <a:pt x="449541" y="274675"/>
                  </a:lnTo>
                  <a:lnTo>
                    <a:pt x="461162" y="322211"/>
                  </a:lnTo>
                  <a:lnTo>
                    <a:pt x="482854" y="416140"/>
                  </a:lnTo>
                  <a:lnTo>
                    <a:pt x="478231" y="428586"/>
                  </a:lnTo>
                  <a:lnTo>
                    <a:pt x="472897" y="442899"/>
                  </a:lnTo>
                  <a:lnTo>
                    <a:pt x="467601" y="457225"/>
                  </a:lnTo>
                  <a:lnTo>
                    <a:pt x="462419" y="471601"/>
                  </a:lnTo>
                  <a:lnTo>
                    <a:pt x="457504" y="486054"/>
                  </a:lnTo>
                  <a:lnTo>
                    <a:pt x="452539" y="500494"/>
                  </a:lnTo>
                  <a:lnTo>
                    <a:pt x="447675" y="514959"/>
                  </a:lnTo>
                  <a:lnTo>
                    <a:pt x="443064" y="529526"/>
                  </a:lnTo>
                  <a:lnTo>
                    <a:pt x="450291" y="515835"/>
                  </a:lnTo>
                  <a:lnTo>
                    <a:pt x="457263" y="502056"/>
                  </a:lnTo>
                  <a:lnTo>
                    <a:pt x="464134" y="488251"/>
                  </a:lnTo>
                  <a:lnTo>
                    <a:pt x="471055" y="474459"/>
                  </a:lnTo>
                  <a:lnTo>
                    <a:pt x="477697" y="460578"/>
                  </a:lnTo>
                  <a:lnTo>
                    <a:pt x="484238" y="446659"/>
                  </a:lnTo>
                  <a:lnTo>
                    <a:pt x="490740" y="432727"/>
                  </a:lnTo>
                  <a:lnTo>
                    <a:pt x="497852" y="417563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7423005" y="2084616"/>
              <a:ext cx="381635" cy="295910"/>
            </a:xfrm>
            <a:custGeom>
              <a:avLst/>
              <a:gdLst/>
              <a:ahLst/>
              <a:cxnLst/>
              <a:rect l="l" t="t" r="r" b="b"/>
              <a:pathLst>
                <a:path w="381634" h="295910">
                  <a:moveTo>
                    <a:pt x="173359" y="0"/>
                  </a:moveTo>
                  <a:lnTo>
                    <a:pt x="120350" y="4363"/>
                  </a:lnTo>
                  <a:lnTo>
                    <a:pt x="81050" y="16656"/>
                  </a:lnTo>
                  <a:lnTo>
                    <a:pt x="28629" y="48879"/>
                  </a:lnTo>
                  <a:lnTo>
                    <a:pt x="6136" y="96815"/>
                  </a:lnTo>
                  <a:lnTo>
                    <a:pt x="20" y="139982"/>
                  </a:lnTo>
                  <a:lnTo>
                    <a:pt x="0" y="189377"/>
                  </a:lnTo>
                  <a:lnTo>
                    <a:pt x="9045" y="243644"/>
                  </a:lnTo>
                  <a:lnTo>
                    <a:pt x="13001" y="257580"/>
                  </a:lnTo>
                  <a:lnTo>
                    <a:pt x="17419" y="270846"/>
                  </a:lnTo>
                  <a:lnTo>
                    <a:pt x="22217" y="283434"/>
                  </a:lnTo>
                  <a:lnTo>
                    <a:pt x="27316" y="295339"/>
                  </a:lnTo>
                  <a:lnTo>
                    <a:pt x="63870" y="128433"/>
                  </a:lnTo>
                  <a:lnTo>
                    <a:pt x="79143" y="135817"/>
                  </a:lnTo>
                  <a:lnTo>
                    <a:pt x="132392" y="156495"/>
                  </a:lnTo>
                  <a:lnTo>
                    <a:pt x="185693" y="170208"/>
                  </a:lnTo>
                  <a:lnTo>
                    <a:pt x="235089" y="177382"/>
                  </a:lnTo>
                  <a:lnTo>
                    <a:pt x="279236" y="179651"/>
                  </a:lnTo>
                  <a:lnTo>
                    <a:pt x="316794" y="178651"/>
                  </a:lnTo>
                  <a:lnTo>
                    <a:pt x="320174" y="185205"/>
                  </a:lnTo>
                  <a:lnTo>
                    <a:pt x="337606" y="230897"/>
                  </a:lnTo>
                  <a:lnTo>
                    <a:pt x="345376" y="274813"/>
                  </a:lnTo>
                  <a:lnTo>
                    <a:pt x="346280" y="293862"/>
                  </a:lnTo>
                  <a:lnTo>
                    <a:pt x="354728" y="274815"/>
                  </a:lnTo>
                  <a:lnTo>
                    <a:pt x="370258" y="228165"/>
                  </a:lnTo>
                  <a:lnTo>
                    <a:pt x="380316" y="168533"/>
                  </a:lnTo>
                  <a:lnTo>
                    <a:pt x="381457" y="139045"/>
                  </a:lnTo>
                  <a:lnTo>
                    <a:pt x="380376" y="112745"/>
                  </a:lnTo>
                  <a:lnTo>
                    <a:pt x="362691" y="71983"/>
                  </a:lnTo>
                  <a:lnTo>
                    <a:pt x="317608" y="40111"/>
                  </a:lnTo>
                  <a:lnTo>
                    <a:pt x="281542" y="27603"/>
                  </a:lnTo>
                  <a:lnTo>
                    <a:pt x="268199" y="25043"/>
                  </a:lnTo>
                  <a:lnTo>
                    <a:pt x="250170" y="16708"/>
                  </a:lnTo>
                  <a:lnTo>
                    <a:pt x="217594" y="6238"/>
                  </a:lnTo>
                  <a:lnTo>
                    <a:pt x="173359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26885" y="2658527"/>
              <a:ext cx="93808" cy="147702"/>
            </a:xfrm>
            <a:prstGeom prst="rect">
              <a:avLst/>
            </a:prstGeom>
          </p:spPr>
        </p:pic>
        <p:pic>
          <p:nvPicPr>
            <p:cNvPr id="106" name="object 10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03821" y="2632305"/>
              <a:ext cx="165136" cy="175764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7245924" y="3277638"/>
              <a:ext cx="358140" cy="154305"/>
            </a:xfrm>
            <a:custGeom>
              <a:avLst/>
              <a:gdLst/>
              <a:ahLst/>
              <a:cxnLst/>
              <a:rect l="l" t="t" r="r" b="b"/>
              <a:pathLst>
                <a:path w="358140" h="154304">
                  <a:moveTo>
                    <a:pt x="357517" y="0"/>
                  </a:moveTo>
                  <a:lnTo>
                    <a:pt x="0" y="6889"/>
                  </a:lnTo>
                  <a:lnTo>
                    <a:pt x="33328" y="93190"/>
                  </a:lnTo>
                  <a:lnTo>
                    <a:pt x="53190" y="124241"/>
                  </a:lnTo>
                  <a:lnTo>
                    <a:pt x="82757" y="145064"/>
                  </a:lnTo>
                  <a:lnTo>
                    <a:pt x="118232" y="153913"/>
                  </a:lnTo>
                  <a:lnTo>
                    <a:pt x="155817" y="149042"/>
                  </a:lnTo>
                  <a:lnTo>
                    <a:pt x="200372" y="131536"/>
                  </a:lnTo>
                  <a:lnTo>
                    <a:pt x="247133" y="106185"/>
                  </a:lnTo>
                  <a:lnTo>
                    <a:pt x="286390" y="77852"/>
                  </a:lnTo>
                  <a:lnTo>
                    <a:pt x="317384" y="49330"/>
                  </a:lnTo>
                  <a:lnTo>
                    <a:pt x="357517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7696094" y="3116702"/>
              <a:ext cx="343535" cy="218440"/>
            </a:xfrm>
            <a:custGeom>
              <a:avLst/>
              <a:gdLst/>
              <a:ahLst/>
              <a:cxnLst/>
              <a:rect l="l" t="t" r="r" b="b"/>
              <a:pathLst>
                <a:path w="343534" h="218439">
                  <a:moveTo>
                    <a:pt x="267154" y="0"/>
                  </a:moveTo>
                  <a:lnTo>
                    <a:pt x="210844" y="9893"/>
                  </a:lnTo>
                  <a:lnTo>
                    <a:pt x="167662" y="19571"/>
                  </a:lnTo>
                  <a:lnTo>
                    <a:pt x="129807" y="37876"/>
                  </a:lnTo>
                  <a:lnTo>
                    <a:pt x="113861" y="50515"/>
                  </a:lnTo>
                  <a:lnTo>
                    <a:pt x="80248" y="76050"/>
                  </a:lnTo>
                  <a:lnTo>
                    <a:pt x="39547" y="105072"/>
                  </a:lnTo>
                  <a:lnTo>
                    <a:pt x="0" y="131441"/>
                  </a:lnTo>
                  <a:lnTo>
                    <a:pt x="24233" y="146987"/>
                  </a:lnTo>
                  <a:lnTo>
                    <a:pt x="87585" y="178969"/>
                  </a:lnTo>
                  <a:lnTo>
                    <a:pt x="126708" y="193397"/>
                  </a:lnTo>
                  <a:lnTo>
                    <a:pt x="192020" y="209768"/>
                  </a:lnTo>
                  <a:lnTo>
                    <a:pt x="251128" y="217098"/>
                  </a:lnTo>
                  <a:lnTo>
                    <a:pt x="301755" y="218137"/>
                  </a:lnTo>
                  <a:lnTo>
                    <a:pt x="341623" y="215637"/>
                  </a:lnTo>
                  <a:lnTo>
                    <a:pt x="343442" y="186975"/>
                  </a:lnTo>
                  <a:lnTo>
                    <a:pt x="341239" y="149683"/>
                  </a:lnTo>
                  <a:lnTo>
                    <a:pt x="331700" y="106247"/>
                  </a:lnTo>
                  <a:lnTo>
                    <a:pt x="311508" y="59150"/>
                  </a:lnTo>
                  <a:lnTo>
                    <a:pt x="289712" y="25939"/>
                  </a:lnTo>
                  <a:lnTo>
                    <a:pt x="278347" y="12081"/>
                  </a:lnTo>
                  <a:lnTo>
                    <a:pt x="26715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747833" y="3030939"/>
              <a:ext cx="228087" cy="122380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7110527" y="2681839"/>
              <a:ext cx="751205" cy="697230"/>
            </a:xfrm>
            <a:custGeom>
              <a:avLst/>
              <a:gdLst/>
              <a:ahLst/>
              <a:cxnLst/>
              <a:rect l="l" t="t" r="r" b="b"/>
              <a:pathLst>
                <a:path w="751204" h="697229">
                  <a:moveTo>
                    <a:pt x="170711" y="0"/>
                  </a:moveTo>
                  <a:lnTo>
                    <a:pt x="105917" y="12176"/>
                  </a:lnTo>
                  <a:lnTo>
                    <a:pt x="40078" y="60265"/>
                  </a:lnTo>
                  <a:lnTo>
                    <a:pt x="18296" y="98430"/>
                  </a:lnTo>
                  <a:lnTo>
                    <a:pt x="5432" y="142242"/>
                  </a:lnTo>
                  <a:lnTo>
                    <a:pt x="0" y="189656"/>
                  </a:lnTo>
                  <a:lnTo>
                    <a:pt x="513" y="238630"/>
                  </a:lnTo>
                  <a:lnTo>
                    <a:pt x="5485" y="287119"/>
                  </a:lnTo>
                  <a:lnTo>
                    <a:pt x="13431" y="333081"/>
                  </a:lnTo>
                  <a:lnTo>
                    <a:pt x="22863" y="374472"/>
                  </a:lnTo>
                  <a:lnTo>
                    <a:pt x="40244" y="435368"/>
                  </a:lnTo>
                  <a:lnTo>
                    <a:pt x="67281" y="507464"/>
                  </a:lnTo>
                  <a:lnTo>
                    <a:pt x="87417" y="550286"/>
                  </a:lnTo>
                  <a:lnTo>
                    <a:pt x="112891" y="596719"/>
                  </a:lnTo>
                  <a:lnTo>
                    <a:pt x="144398" y="646084"/>
                  </a:lnTo>
                  <a:lnTo>
                    <a:pt x="196364" y="688228"/>
                  </a:lnTo>
                  <a:lnTo>
                    <a:pt x="229114" y="696986"/>
                  </a:lnTo>
                  <a:lnTo>
                    <a:pt x="263745" y="696345"/>
                  </a:lnTo>
                  <a:lnTo>
                    <a:pt x="307104" y="688417"/>
                  </a:lnTo>
                  <a:lnTo>
                    <a:pt x="353697" y="677802"/>
                  </a:lnTo>
                  <a:lnTo>
                    <a:pt x="403019" y="664080"/>
                  </a:lnTo>
                  <a:lnTo>
                    <a:pt x="454568" y="646834"/>
                  </a:lnTo>
                  <a:lnTo>
                    <a:pt x="507840" y="625645"/>
                  </a:lnTo>
                  <a:lnTo>
                    <a:pt x="562333" y="600096"/>
                  </a:lnTo>
                  <a:lnTo>
                    <a:pt x="618306" y="569313"/>
                  </a:lnTo>
                  <a:lnTo>
                    <a:pt x="667822" y="537742"/>
                  </a:lnTo>
                  <a:lnTo>
                    <a:pt x="711055" y="506368"/>
                  </a:lnTo>
                  <a:lnTo>
                    <a:pt x="748181" y="476173"/>
                  </a:lnTo>
                  <a:lnTo>
                    <a:pt x="750746" y="448931"/>
                  </a:lnTo>
                  <a:lnTo>
                    <a:pt x="745925" y="425809"/>
                  </a:lnTo>
                  <a:lnTo>
                    <a:pt x="714188" y="385749"/>
                  </a:lnTo>
                  <a:lnTo>
                    <a:pt x="672152" y="368669"/>
                  </a:lnTo>
                  <a:lnTo>
                    <a:pt x="634728" y="385703"/>
                  </a:lnTo>
                  <a:lnTo>
                    <a:pt x="593174" y="402733"/>
                  </a:lnTo>
                  <a:lnTo>
                    <a:pt x="547550" y="419280"/>
                  </a:lnTo>
                  <a:lnTo>
                    <a:pt x="497916" y="434866"/>
                  </a:lnTo>
                  <a:lnTo>
                    <a:pt x="441632" y="449647"/>
                  </a:lnTo>
                  <a:lnTo>
                    <a:pt x="388502" y="460908"/>
                  </a:lnTo>
                  <a:lnTo>
                    <a:pt x="339018" y="469131"/>
                  </a:lnTo>
                  <a:lnTo>
                    <a:pt x="293671" y="474802"/>
                  </a:lnTo>
                  <a:lnTo>
                    <a:pt x="282182" y="430420"/>
                  </a:lnTo>
                  <a:lnTo>
                    <a:pt x="270996" y="385085"/>
                  </a:lnTo>
                  <a:lnTo>
                    <a:pt x="260146" y="338809"/>
                  </a:lnTo>
                  <a:lnTo>
                    <a:pt x="249666" y="291600"/>
                  </a:lnTo>
                  <a:lnTo>
                    <a:pt x="239589" y="243468"/>
                  </a:lnTo>
                  <a:lnTo>
                    <a:pt x="229722" y="193237"/>
                  </a:lnTo>
                  <a:lnTo>
                    <a:pt x="220656" y="143806"/>
                  </a:lnTo>
                  <a:lnTo>
                    <a:pt x="212362" y="95197"/>
                  </a:lnTo>
                  <a:lnTo>
                    <a:pt x="204809" y="47433"/>
                  </a:lnTo>
                  <a:lnTo>
                    <a:pt x="197967" y="533"/>
                  </a:lnTo>
                  <a:lnTo>
                    <a:pt x="170711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7350704" y="3055897"/>
              <a:ext cx="210820" cy="132715"/>
            </a:xfrm>
            <a:custGeom>
              <a:avLst/>
              <a:gdLst/>
              <a:ahLst/>
              <a:cxnLst/>
              <a:rect l="l" t="t" r="r" b="b"/>
              <a:pathLst>
                <a:path w="210820" h="132714">
                  <a:moveTo>
                    <a:pt x="36293" y="0"/>
                  </a:moveTo>
                  <a:lnTo>
                    <a:pt x="16986" y="1654"/>
                  </a:lnTo>
                  <a:lnTo>
                    <a:pt x="4558" y="32547"/>
                  </a:lnTo>
                  <a:lnTo>
                    <a:pt x="0" y="62539"/>
                  </a:lnTo>
                  <a:lnTo>
                    <a:pt x="3934" y="89551"/>
                  </a:lnTo>
                  <a:lnTo>
                    <a:pt x="16986" y="111504"/>
                  </a:lnTo>
                  <a:lnTo>
                    <a:pt x="55213" y="131214"/>
                  </a:lnTo>
                  <a:lnTo>
                    <a:pt x="104445" y="132544"/>
                  </a:lnTo>
                  <a:lnTo>
                    <a:pt x="153888" y="120640"/>
                  </a:lnTo>
                  <a:lnTo>
                    <a:pt x="192747" y="100645"/>
                  </a:lnTo>
                  <a:lnTo>
                    <a:pt x="210226" y="77704"/>
                  </a:lnTo>
                  <a:lnTo>
                    <a:pt x="202056" y="57473"/>
                  </a:lnTo>
                  <a:lnTo>
                    <a:pt x="149363" y="23133"/>
                  </a:lnTo>
                  <a:lnTo>
                    <a:pt x="91653" y="3873"/>
                  </a:lnTo>
                  <a:lnTo>
                    <a:pt x="36293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13220" y="3156976"/>
              <a:ext cx="206279" cy="211291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7283762" y="2805174"/>
              <a:ext cx="93345" cy="233045"/>
            </a:xfrm>
            <a:custGeom>
              <a:avLst/>
              <a:gdLst/>
              <a:ahLst/>
              <a:cxnLst/>
              <a:rect l="l" t="t" r="r" b="b"/>
              <a:pathLst>
                <a:path w="93345" h="233044">
                  <a:moveTo>
                    <a:pt x="0" y="0"/>
                  </a:moveTo>
                  <a:lnTo>
                    <a:pt x="92887" y="232746"/>
                  </a:lnTo>
                  <a:lnTo>
                    <a:pt x="91683" y="150162"/>
                  </a:lnTo>
                  <a:lnTo>
                    <a:pt x="84172" y="132345"/>
                  </a:lnTo>
                  <a:lnTo>
                    <a:pt x="64993" y="93584"/>
                  </a:lnTo>
                  <a:lnTo>
                    <a:pt x="39786" y="52153"/>
                  </a:lnTo>
                  <a:lnTo>
                    <a:pt x="13019" y="156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25733" y="2637585"/>
              <a:ext cx="98604" cy="147702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7403710" y="2613953"/>
              <a:ext cx="168275" cy="175895"/>
            </a:xfrm>
            <a:custGeom>
              <a:avLst/>
              <a:gdLst/>
              <a:ahLst/>
              <a:cxnLst/>
              <a:rect l="l" t="t" r="r" b="b"/>
              <a:pathLst>
                <a:path w="168275" h="175894">
                  <a:moveTo>
                    <a:pt x="53160" y="0"/>
                  </a:moveTo>
                  <a:lnTo>
                    <a:pt x="0" y="54647"/>
                  </a:lnTo>
                  <a:lnTo>
                    <a:pt x="139545" y="175764"/>
                  </a:lnTo>
                  <a:lnTo>
                    <a:pt x="167994" y="92562"/>
                  </a:lnTo>
                  <a:lnTo>
                    <a:pt x="138955" y="70550"/>
                  </a:lnTo>
                  <a:lnTo>
                    <a:pt x="82200" y="22006"/>
                  </a:lnTo>
                  <a:lnTo>
                    <a:pt x="5316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7639853" y="4051716"/>
              <a:ext cx="273685" cy="1321435"/>
            </a:xfrm>
            <a:custGeom>
              <a:avLst/>
              <a:gdLst/>
              <a:ahLst/>
              <a:cxnLst/>
              <a:rect l="l" t="t" r="r" b="b"/>
              <a:pathLst>
                <a:path w="273684" h="1321435">
                  <a:moveTo>
                    <a:pt x="0" y="0"/>
                  </a:moveTo>
                  <a:lnTo>
                    <a:pt x="87135" y="318094"/>
                  </a:lnTo>
                  <a:lnTo>
                    <a:pt x="139432" y="560577"/>
                  </a:lnTo>
                  <a:lnTo>
                    <a:pt x="177818" y="850253"/>
                  </a:lnTo>
                  <a:lnTo>
                    <a:pt x="223218" y="1309928"/>
                  </a:lnTo>
                  <a:lnTo>
                    <a:pt x="273206" y="1321059"/>
                  </a:lnTo>
                  <a:lnTo>
                    <a:pt x="264290" y="1234927"/>
                  </a:lnTo>
                  <a:lnTo>
                    <a:pt x="240784" y="1021055"/>
                  </a:lnTo>
                  <a:lnTo>
                    <a:pt x="207550" y="746231"/>
                  </a:lnTo>
                  <a:lnTo>
                    <a:pt x="169450" y="477242"/>
                  </a:lnTo>
                  <a:lnTo>
                    <a:pt x="137624" y="286928"/>
                  </a:lnTo>
                  <a:lnTo>
                    <a:pt x="109364" y="173777"/>
                  </a:lnTo>
                  <a:lnTo>
                    <a:pt x="68785" y="9304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" name="object 117" descr=""/>
          <p:cNvGrpSpPr/>
          <p:nvPr/>
        </p:nvGrpSpPr>
        <p:grpSpPr>
          <a:xfrm>
            <a:off x="16961842" y="7057635"/>
            <a:ext cx="972185" cy="2973705"/>
            <a:chOff x="16961842" y="7057635"/>
            <a:chExt cx="972185" cy="2973705"/>
          </a:xfrm>
        </p:grpSpPr>
        <p:sp>
          <p:nvSpPr>
            <p:cNvPr id="118" name="object 118" descr=""/>
            <p:cNvSpPr/>
            <p:nvPr/>
          </p:nvSpPr>
          <p:spPr>
            <a:xfrm>
              <a:off x="17062083" y="7057635"/>
              <a:ext cx="675005" cy="685165"/>
            </a:xfrm>
            <a:custGeom>
              <a:avLst/>
              <a:gdLst/>
              <a:ahLst/>
              <a:cxnLst/>
              <a:rect l="l" t="t" r="r" b="b"/>
              <a:pathLst>
                <a:path w="675005" h="685165">
                  <a:moveTo>
                    <a:pt x="349549" y="0"/>
                  </a:moveTo>
                  <a:lnTo>
                    <a:pt x="320652" y="17308"/>
                  </a:lnTo>
                  <a:lnTo>
                    <a:pt x="315510" y="10189"/>
                  </a:lnTo>
                  <a:lnTo>
                    <a:pt x="308606" y="5098"/>
                  </a:lnTo>
                  <a:lnTo>
                    <a:pt x="300448" y="2474"/>
                  </a:lnTo>
                  <a:lnTo>
                    <a:pt x="291543" y="2753"/>
                  </a:lnTo>
                  <a:lnTo>
                    <a:pt x="283907" y="5584"/>
                  </a:lnTo>
                  <a:lnTo>
                    <a:pt x="277645" y="10393"/>
                  </a:lnTo>
                  <a:lnTo>
                    <a:pt x="273037" y="16743"/>
                  </a:lnTo>
                  <a:lnTo>
                    <a:pt x="270360" y="24197"/>
                  </a:lnTo>
                  <a:lnTo>
                    <a:pt x="265053" y="18578"/>
                  </a:lnTo>
                  <a:lnTo>
                    <a:pt x="258471" y="14681"/>
                  </a:lnTo>
                  <a:lnTo>
                    <a:pt x="251000" y="12796"/>
                  </a:lnTo>
                  <a:lnTo>
                    <a:pt x="243031" y="13213"/>
                  </a:lnTo>
                  <a:lnTo>
                    <a:pt x="234654" y="16522"/>
                  </a:lnTo>
                  <a:lnTo>
                    <a:pt x="228117" y="22248"/>
                  </a:lnTo>
                  <a:lnTo>
                    <a:pt x="223726" y="29771"/>
                  </a:lnTo>
                  <a:lnTo>
                    <a:pt x="221786" y="38469"/>
                  </a:lnTo>
                  <a:lnTo>
                    <a:pt x="216696" y="34421"/>
                  </a:lnTo>
                  <a:lnTo>
                    <a:pt x="210878" y="31640"/>
                  </a:lnTo>
                  <a:lnTo>
                    <a:pt x="204514" y="30362"/>
                  </a:lnTo>
                  <a:lnTo>
                    <a:pt x="197787" y="30825"/>
                  </a:lnTo>
                  <a:lnTo>
                    <a:pt x="188881" y="34465"/>
                  </a:lnTo>
                  <a:lnTo>
                    <a:pt x="182116" y="40824"/>
                  </a:lnTo>
                  <a:lnTo>
                    <a:pt x="177877" y="49144"/>
                  </a:lnTo>
                  <a:lnTo>
                    <a:pt x="176552" y="58668"/>
                  </a:lnTo>
                  <a:lnTo>
                    <a:pt x="170824" y="54982"/>
                  </a:lnTo>
                  <a:lnTo>
                    <a:pt x="163798" y="53348"/>
                  </a:lnTo>
                  <a:lnTo>
                    <a:pt x="156636" y="54835"/>
                  </a:lnTo>
                  <a:lnTo>
                    <a:pt x="146905" y="58971"/>
                  </a:lnTo>
                  <a:lnTo>
                    <a:pt x="139715" y="66276"/>
                  </a:lnTo>
                  <a:lnTo>
                    <a:pt x="135674" y="75766"/>
                  </a:lnTo>
                  <a:lnTo>
                    <a:pt x="135391" y="86457"/>
                  </a:lnTo>
                  <a:lnTo>
                    <a:pt x="130626" y="84489"/>
                  </a:lnTo>
                  <a:lnTo>
                    <a:pt x="98785" y="106116"/>
                  </a:lnTo>
                  <a:lnTo>
                    <a:pt x="98795" y="117085"/>
                  </a:lnTo>
                  <a:lnTo>
                    <a:pt x="98973" y="117954"/>
                  </a:lnTo>
                  <a:lnTo>
                    <a:pt x="99517" y="118603"/>
                  </a:lnTo>
                  <a:lnTo>
                    <a:pt x="99769" y="119441"/>
                  </a:lnTo>
                  <a:lnTo>
                    <a:pt x="96135" y="118603"/>
                  </a:lnTo>
                  <a:lnTo>
                    <a:pt x="92324" y="118414"/>
                  </a:lnTo>
                  <a:lnTo>
                    <a:pt x="88439" y="119221"/>
                  </a:lnTo>
                  <a:lnTo>
                    <a:pt x="78495" y="123481"/>
                  </a:lnTo>
                  <a:lnTo>
                    <a:pt x="71186" y="131025"/>
                  </a:lnTo>
                  <a:lnTo>
                    <a:pt x="67194" y="140806"/>
                  </a:lnTo>
                  <a:lnTo>
                    <a:pt x="67204" y="151775"/>
                  </a:lnTo>
                  <a:lnTo>
                    <a:pt x="67675" y="154141"/>
                  </a:lnTo>
                  <a:lnTo>
                    <a:pt x="69864" y="158183"/>
                  </a:lnTo>
                  <a:lnTo>
                    <a:pt x="64890" y="157659"/>
                  </a:lnTo>
                  <a:lnTo>
                    <a:pt x="62314" y="158183"/>
                  </a:lnTo>
                  <a:lnTo>
                    <a:pt x="52376" y="162445"/>
                  </a:lnTo>
                  <a:lnTo>
                    <a:pt x="45070" y="169993"/>
                  </a:lnTo>
                  <a:lnTo>
                    <a:pt x="41080" y="179777"/>
                  </a:lnTo>
                  <a:lnTo>
                    <a:pt x="41090" y="190747"/>
                  </a:lnTo>
                  <a:lnTo>
                    <a:pt x="41823" y="194433"/>
                  </a:lnTo>
                  <a:lnTo>
                    <a:pt x="43268" y="197794"/>
                  </a:lnTo>
                  <a:lnTo>
                    <a:pt x="45226" y="200726"/>
                  </a:lnTo>
                  <a:lnTo>
                    <a:pt x="44179" y="200810"/>
                  </a:lnTo>
                  <a:lnTo>
                    <a:pt x="43184" y="200517"/>
                  </a:lnTo>
                  <a:lnTo>
                    <a:pt x="42126" y="200726"/>
                  </a:lnTo>
                  <a:lnTo>
                    <a:pt x="32188" y="204993"/>
                  </a:lnTo>
                  <a:lnTo>
                    <a:pt x="24881" y="212540"/>
                  </a:lnTo>
                  <a:lnTo>
                    <a:pt x="20887" y="222321"/>
                  </a:lnTo>
                  <a:lnTo>
                    <a:pt x="20891" y="233290"/>
                  </a:lnTo>
                  <a:lnTo>
                    <a:pt x="21928" y="238484"/>
                  </a:lnTo>
                  <a:lnTo>
                    <a:pt x="24661" y="242683"/>
                  </a:lnTo>
                  <a:lnTo>
                    <a:pt x="27980" y="246295"/>
                  </a:lnTo>
                  <a:lnTo>
                    <a:pt x="18187" y="250627"/>
                  </a:lnTo>
                  <a:lnTo>
                    <a:pt x="10994" y="258144"/>
                  </a:lnTo>
                  <a:lnTo>
                    <a:pt x="7071" y="267839"/>
                  </a:lnTo>
                  <a:lnTo>
                    <a:pt x="7091" y="278703"/>
                  </a:lnTo>
                  <a:lnTo>
                    <a:pt x="8483" y="285697"/>
                  </a:lnTo>
                  <a:lnTo>
                    <a:pt x="12515" y="291362"/>
                  </a:lnTo>
                  <a:lnTo>
                    <a:pt x="17750" y="295289"/>
                  </a:lnTo>
                  <a:lnTo>
                    <a:pt x="9366" y="300152"/>
                  </a:lnTo>
                  <a:lnTo>
                    <a:pt x="3262" y="307410"/>
                  </a:lnTo>
                  <a:lnTo>
                    <a:pt x="0" y="316358"/>
                  </a:lnTo>
                  <a:lnTo>
                    <a:pt x="138" y="326293"/>
                  </a:lnTo>
                  <a:lnTo>
                    <a:pt x="1929" y="335235"/>
                  </a:lnTo>
                  <a:lnTo>
                    <a:pt x="7981" y="341853"/>
                  </a:lnTo>
                  <a:lnTo>
                    <a:pt x="15551" y="345434"/>
                  </a:lnTo>
                  <a:lnTo>
                    <a:pt x="8247" y="350592"/>
                  </a:lnTo>
                  <a:lnTo>
                    <a:pt x="2994" y="357661"/>
                  </a:lnTo>
                  <a:lnTo>
                    <a:pt x="258" y="366092"/>
                  </a:lnTo>
                  <a:lnTo>
                    <a:pt x="505" y="375339"/>
                  </a:lnTo>
                  <a:lnTo>
                    <a:pt x="3171" y="382838"/>
                  </a:lnTo>
                  <a:lnTo>
                    <a:pt x="7682" y="389010"/>
                  </a:lnTo>
                  <a:lnTo>
                    <a:pt x="13639" y="393628"/>
                  </a:lnTo>
                  <a:lnTo>
                    <a:pt x="20640" y="396469"/>
                  </a:lnTo>
                  <a:lnTo>
                    <a:pt x="14579" y="401846"/>
                  </a:lnTo>
                  <a:lnTo>
                    <a:pt x="10338" y="408707"/>
                  </a:lnTo>
                  <a:lnTo>
                    <a:pt x="8243" y="416600"/>
                  </a:lnTo>
                  <a:lnTo>
                    <a:pt x="8619" y="425075"/>
                  </a:lnTo>
                  <a:lnTo>
                    <a:pt x="11812" y="433492"/>
                  </a:lnTo>
                  <a:lnTo>
                    <a:pt x="17326" y="440101"/>
                  </a:lnTo>
                  <a:lnTo>
                    <a:pt x="24575" y="444597"/>
                  </a:lnTo>
                  <a:lnTo>
                    <a:pt x="32975" y="446677"/>
                  </a:lnTo>
                  <a:lnTo>
                    <a:pt x="28385" y="451969"/>
                  </a:lnTo>
                  <a:lnTo>
                    <a:pt x="25207" y="458193"/>
                  </a:lnTo>
                  <a:lnTo>
                    <a:pt x="23703" y="465099"/>
                  </a:lnTo>
                  <a:lnTo>
                    <a:pt x="24137" y="472435"/>
                  </a:lnTo>
                  <a:lnTo>
                    <a:pt x="27663" y="481394"/>
                  </a:lnTo>
                  <a:lnTo>
                    <a:pt x="33815" y="488229"/>
                  </a:lnTo>
                  <a:lnTo>
                    <a:pt x="41872" y="492565"/>
                  </a:lnTo>
                  <a:lnTo>
                    <a:pt x="51110" y="494026"/>
                  </a:lnTo>
                  <a:lnTo>
                    <a:pt x="46744" y="500078"/>
                  </a:lnTo>
                  <a:lnTo>
                    <a:pt x="44639" y="507774"/>
                  </a:lnTo>
                  <a:lnTo>
                    <a:pt x="46220" y="515711"/>
                  </a:lnTo>
                  <a:lnTo>
                    <a:pt x="50201" y="525449"/>
                  </a:lnTo>
                  <a:lnTo>
                    <a:pt x="57219" y="532671"/>
                  </a:lnTo>
                  <a:lnTo>
                    <a:pt x="66348" y="536812"/>
                  </a:lnTo>
                  <a:lnTo>
                    <a:pt x="76659" y="537302"/>
                  </a:lnTo>
                  <a:lnTo>
                    <a:pt x="74220" y="542517"/>
                  </a:lnTo>
                  <a:lnTo>
                    <a:pt x="72942" y="548338"/>
                  </a:lnTo>
                  <a:lnTo>
                    <a:pt x="74146" y="554433"/>
                  </a:lnTo>
                  <a:lnTo>
                    <a:pt x="78341" y="564540"/>
                  </a:lnTo>
                  <a:lnTo>
                    <a:pt x="85764" y="571970"/>
                  </a:lnTo>
                  <a:lnTo>
                    <a:pt x="95385" y="576029"/>
                  </a:lnTo>
                  <a:lnTo>
                    <a:pt x="106177" y="576024"/>
                  </a:lnTo>
                  <a:lnTo>
                    <a:pt x="106857" y="575887"/>
                  </a:lnTo>
                  <a:lnTo>
                    <a:pt x="107360" y="575427"/>
                  </a:lnTo>
                  <a:lnTo>
                    <a:pt x="108009" y="575238"/>
                  </a:lnTo>
                  <a:lnTo>
                    <a:pt x="106868" y="579343"/>
                  </a:lnTo>
                  <a:lnTo>
                    <a:pt x="106344" y="583657"/>
                  </a:lnTo>
                  <a:lnTo>
                    <a:pt x="107234" y="588138"/>
                  </a:lnTo>
                  <a:lnTo>
                    <a:pt x="111425" y="598246"/>
                  </a:lnTo>
                  <a:lnTo>
                    <a:pt x="118848" y="605676"/>
                  </a:lnTo>
                  <a:lnTo>
                    <a:pt x="128472" y="609735"/>
                  </a:lnTo>
                  <a:lnTo>
                    <a:pt x="139265" y="609729"/>
                  </a:lnTo>
                  <a:lnTo>
                    <a:pt x="141296" y="609310"/>
                  </a:lnTo>
                  <a:lnTo>
                    <a:pt x="142940" y="608201"/>
                  </a:lnTo>
                  <a:lnTo>
                    <a:pt x="144751" y="607373"/>
                  </a:lnTo>
                  <a:lnTo>
                    <a:pt x="165995" y="637929"/>
                  </a:lnTo>
                  <a:lnTo>
                    <a:pt x="176782" y="637917"/>
                  </a:lnTo>
                  <a:lnTo>
                    <a:pt x="180206" y="637215"/>
                  </a:lnTo>
                  <a:lnTo>
                    <a:pt x="183263" y="635770"/>
                  </a:lnTo>
                  <a:lnTo>
                    <a:pt x="186017" y="633959"/>
                  </a:lnTo>
                  <a:lnTo>
                    <a:pt x="186070" y="635509"/>
                  </a:lnTo>
                  <a:lnTo>
                    <a:pt x="185714" y="636985"/>
                  </a:lnTo>
                  <a:lnTo>
                    <a:pt x="186028" y="638556"/>
                  </a:lnTo>
                  <a:lnTo>
                    <a:pt x="190218" y="648658"/>
                  </a:lnTo>
                  <a:lnTo>
                    <a:pt x="197640" y="656088"/>
                  </a:lnTo>
                  <a:lnTo>
                    <a:pt x="207261" y="660146"/>
                  </a:lnTo>
                  <a:lnTo>
                    <a:pt x="218048" y="660136"/>
                  </a:lnTo>
                  <a:lnTo>
                    <a:pt x="222896" y="659141"/>
                  </a:lnTo>
                  <a:lnTo>
                    <a:pt x="226864" y="656576"/>
                  </a:lnTo>
                  <a:lnTo>
                    <a:pt x="230320" y="653477"/>
                  </a:lnTo>
                  <a:lnTo>
                    <a:pt x="230267" y="654032"/>
                  </a:lnTo>
                  <a:lnTo>
                    <a:pt x="234514" y="664422"/>
                  </a:lnTo>
                  <a:lnTo>
                    <a:pt x="241937" y="671852"/>
                  </a:lnTo>
                  <a:lnTo>
                    <a:pt x="251558" y="675911"/>
                  </a:lnTo>
                  <a:lnTo>
                    <a:pt x="262350" y="675905"/>
                  </a:lnTo>
                  <a:lnTo>
                    <a:pt x="268905" y="674555"/>
                  </a:lnTo>
                  <a:lnTo>
                    <a:pt x="274172" y="670680"/>
                  </a:lnTo>
                  <a:lnTo>
                    <a:pt x="278014" y="665728"/>
                  </a:lnTo>
                  <a:lnTo>
                    <a:pt x="282648" y="674724"/>
                  </a:lnTo>
                  <a:lnTo>
                    <a:pt x="289871" y="681296"/>
                  </a:lnTo>
                  <a:lnTo>
                    <a:pt x="298907" y="684836"/>
                  </a:lnTo>
                  <a:lnTo>
                    <a:pt x="308977" y="684732"/>
                  </a:lnTo>
                  <a:lnTo>
                    <a:pt x="318915" y="680472"/>
                  </a:lnTo>
                  <a:lnTo>
                    <a:pt x="326222" y="672928"/>
                  </a:lnTo>
                  <a:lnTo>
                    <a:pt x="330216" y="663147"/>
                  </a:lnTo>
                  <a:lnTo>
                    <a:pt x="330212" y="652178"/>
                  </a:lnTo>
                  <a:lnTo>
                    <a:pt x="329950" y="650890"/>
                  </a:lnTo>
                  <a:lnTo>
                    <a:pt x="329186" y="649906"/>
                  </a:lnTo>
                  <a:lnTo>
                    <a:pt x="328767" y="648702"/>
                  </a:lnTo>
                  <a:lnTo>
                    <a:pt x="379574" y="645848"/>
                  </a:lnTo>
                  <a:lnTo>
                    <a:pt x="423445" y="635907"/>
                  </a:lnTo>
                  <a:lnTo>
                    <a:pt x="422952" y="640775"/>
                  </a:lnTo>
                  <a:lnTo>
                    <a:pt x="423455" y="643288"/>
                  </a:lnTo>
                  <a:lnTo>
                    <a:pt x="427645" y="653396"/>
                  </a:lnTo>
                  <a:lnTo>
                    <a:pt x="435067" y="660826"/>
                  </a:lnTo>
                  <a:lnTo>
                    <a:pt x="444688" y="664885"/>
                  </a:lnTo>
                  <a:lnTo>
                    <a:pt x="455475" y="664879"/>
                  </a:lnTo>
                  <a:lnTo>
                    <a:pt x="464187" y="661359"/>
                  </a:lnTo>
                  <a:lnTo>
                    <a:pt x="470865" y="655229"/>
                  </a:lnTo>
                  <a:lnTo>
                    <a:pt x="475159" y="647197"/>
                  </a:lnTo>
                  <a:lnTo>
                    <a:pt x="476720" y="637969"/>
                  </a:lnTo>
                  <a:lnTo>
                    <a:pt x="482773" y="642859"/>
                  </a:lnTo>
                  <a:lnTo>
                    <a:pt x="490605" y="645362"/>
                  </a:lnTo>
                  <a:lnTo>
                    <a:pt x="498783" y="643676"/>
                  </a:lnTo>
                  <a:lnTo>
                    <a:pt x="508185" y="639729"/>
                  </a:lnTo>
                  <a:lnTo>
                    <a:pt x="515196" y="632789"/>
                  </a:lnTo>
                  <a:lnTo>
                    <a:pt x="519309" y="623748"/>
                  </a:lnTo>
                  <a:lnTo>
                    <a:pt x="520018" y="613499"/>
                  </a:lnTo>
                  <a:lnTo>
                    <a:pt x="525326" y="616295"/>
                  </a:lnTo>
                  <a:lnTo>
                    <a:pt x="531389" y="617708"/>
                  </a:lnTo>
                  <a:lnTo>
                    <a:pt x="537703" y="616399"/>
                  </a:lnTo>
                  <a:lnTo>
                    <a:pt x="547647" y="612139"/>
                  </a:lnTo>
                  <a:lnTo>
                    <a:pt x="554956" y="604595"/>
                  </a:lnTo>
                  <a:lnTo>
                    <a:pt x="558948" y="594814"/>
                  </a:lnTo>
                  <a:lnTo>
                    <a:pt x="558938" y="583845"/>
                  </a:lnTo>
                  <a:lnTo>
                    <a:pt x="558467" y="582714"/>
                  </a:lnTo>
                  <a:lnTo>
                    <a:pt x="562697" y="584055"/>
                  </a:lnTo>
                  <a:lnTo>
                    <a:pt x="593035" y="562187"/>
                  </a:lnTo>
                  <a:lnTo>
                    <a:pt x="593031" y="551218"/>
                  </a:lnTo>
                  <a:lnTo>
                    <a:pt x="592675" y="549469"/>
                  </a:lnTo>
                  <a:lnTo>
                    <a:pt x="591712" y="548087"/>
                  </a:lnTo>
                  <a:lnTo>
                    <a:pt x="591073" y="546506"/>
                  </a:lnTo>
                  <a:lnTo>
                    <a:pt x="594162" y="546988"/>
                  </a:lnTo>
                  <a:lnTo>
                    <a:pt x="597335" y="547166"/>
                  </a:lnTo>
                  <a:lnTo>
                    <a:pt x="600570" y="546496"/>
                  </a:lnTo>
                  <a:lnTo>
                    <a:pt x="610514" y="542235"/>
                  </a:lnTo>
                  <a:lnTo>
                    <a:pt x="617823" y="534691"/>
                  </a:lnTo>
                  <a:lnTo>
                    <a:pt x="621815" y="524911"/>
                  </a:lnTo>
                  <a:lnTo>
                    <a:pt x="621805" y="513942"/>
                  </a:lnTo>
                  <a:lnTo>
                    <a:pt x="621166" y="510748"/>
                  </a:lnTo>
                  <a:lnTo>
                    <a:pt x="619795" y="507942"/>
                  </a:lnTo>
                  <a:lnTo>
                    <a:pt x="618224" y="505303"/>
                  </a:lnTo>
                  <a:lnTo>
                    <a:pt x="620014" y="505303"/>
                  </a:lnTo>
                  <a:lnTo>
                    <a:pt x="621753" y="505670"/>
                  </a:lnTo>
                  <a:lnTo>
                    <a:pt x="623585" y="505303"/>
                  </a:lnTo>
                  <a:lnTo>
                    <a:pt x="633523" y="501037"/>
                  </a:lnTo>
                  <a:lnTo>
                    <a:pt x="640829" y="493489"/>
                  </a:lnTo>
                  <a:lnTo>
                    <a:pt x="644820" y="483708"/>
                  </a:lnTo>
                  <a:lnTo>
                    <a:pt x="644810" y="472739"/>
                  </a:lnTo>
                  <a:lnTo>
                    <a:pt x="643899" y="468121"/>
                  </a:lnTo>
                  <a:lnTo>
                    <a:pt x="641637" y="464268"/>
                  </a:lnTo>
                  <a:lnTo>
                    <a:pt x="638873" y="460886"/>
                  </a:lnTo>
                  <a:lnTo>
                    <a:pt x="639375" y="460812"/>
                  </a:lnTo>
                  <a:lnTo>
                    <a:pt x="639846" y="460980"/>
                  </a:lnTo>
                  <a:lnTo>
                    <a:pt x="640349" y="460886"/>
                  </a:lnTo>
                  <a:lnTo>
                    <a:pt x="650293" y="456619"/>
                  </a:lnTo>
                  <a:lnTo>
                    <a:pt x="657602" y="449072"/>
                  </a:lnTo>
                  <a:lnTo>
                    <a:pt x="661594" y="439290"/>
                  </a:lnTo>
                  <a:lnTo>
                    <a:pt x="661584" y="428321"/>
                  </a:lnTo>
                  <a:lnTo>
                    <a:pt x="660327" y="422039"/>
                  </a:lnTo>
                  <a:lnTo>
                    <a:pt x="656788" y="417013"/>
                  </a:lnTo>
                  <a:lnTo>
                    <a:pt x="652328" y="413149"/>
                  </a:lnTo>
                  <a:lnTo>
                    <a:pt x="661444" y="408539"/>
                  </a:lnTo>
                  <a:lnTo>
                    <a:pt x="668116" y="401148"/>
                  </a:lnTo>
                  <a:lnTo>
                    <a:pt x="671724" y="391823"/>
                  </a:lnTo>
                  <a:lnTo>
                    <a:pt x="671646" y="381412"/>
                  </a:lnTo>
                  <a:lnTo>
                    <a:pt x="670023" y="373255"/>
                  </a:lnTo>
                  <a:lnTo>
                    <a:pt x="664893" y="366941"/>
                  </a:lnTo>
                  <a:lnTo>
                    <a:pt x="658286" y="363129"/>
                  </a:lnTo>
                  <a:lnTo>
                    <a:pt x="666101" y="358095"/>
                  </a:lnTo>
                  <a:lnTo>
                    <a:pt x="671756" y="350939"/>
                  </a:lnTo>
                  <a:lnTo>
                    <a:pt x="674742" y="342270"/>
                  </a:lnTo>
                  <a:lnTo>
                    <a:pt x="674547" y="332701"/>
                  </a:lnTo>
                  <a:lnTo>
                    <a:pt x="672085" y="325651"/>
                  </a:lnTo>
                  <a:lnTo>
                    <a:pt x="667950" y="319801"/>
                  </a:lnTo>
                  <a:lnTo>
                    <a:pt x="662496" y="315294"/>
                  </a:lnTo>
                  <a:lnTo>
                    <a:pt x="656076" y="312272"/>
                  </a:lnTo>
                  <a:lnTo>
                    <a:pt x="662839" y="307003"/>
                  </a:lnTo>
                  <a:lnTo>
                    <a:pt x="667653" y="300025"/>
                  </a:lnTo>
                  <a:lnTo>
                    <a:pt x="670113" y="291836"/>
                  </a:lnTo>
                  <a:lnTo>
                    <a:pt x="669814" y="282933"/>
                  </a:lnTo>
                  <a:lnTo>
                    <a:pt x="666852" y="274884"/>
                  </a:lnTo>
                  <a:lnTo>
                    <a:pt x="661782" y="268410"/>
                  </a:lnTo>
                  <a:lnTo>
                    <a:pt x="655100" y="263797"/>
                  </a:lnTo>
                  <a:lnTo>
                    <a:pt x="647302" y="261332"/>
                  </a:lnTo>
                  <a:lnTo>
                    <a:pt x="652493" y="255961"/>
                  </a:lnTo>
                  <a:lnTo>
                    <a:pt x="656097" y="249435"/>
                  </a:lnTo>
                  <a:lnTo>
                    <a:pt x="657833" y="242091"/>
                  </a:lnTo>
                  <a:lnTo>
                    <a:pt x="657416" y="234264"/>
                  </a:lnTo>
                  <a:lnTo>
                    <a:pt x="654064" y="225588"/>
                  </a:lnTo>
                  <a:lnTo>
                    <a:pt x="648243" y="218877"/>
                  </a:lnTo>
                  <a:lnTo>
                    <a:pt x="640605" y="214460"/>
                  </a:lnTo>
                  <a:lnTo>
                    <a:pt x="631805" y="212663"/>
                  </a:lnTo>
                  <a:lnTo>
                    <a:pt x="637113" y="206422"/>
                  </a:lnTo>
                  <a:lnTo>
                    <a:pt x="639962" y="198129"/>
                  </a:lnTo>
                  <a:lnTo>
                    <a:pt x="638223" y="189407"/>
                  </a:lnTo>
                  <a:lnTo>
                    <a:pt x="634491" y="180099"/>
                  </a:lnTo>
                  <a:lnTo>
                    <a:pt x="627949" y="173099"/>
                  </a:lnTo>
                  <a:lnTo>
                    <a:pt x="619408" y="168854"/>
                  </a:lnTo>
                  <a:lnTo>
                    <a:pt x="609680" y="167816"/>
                  </a:lnTo>
                  <a:lnTo>
                    <a:pt x="612800" y="162225"/>
                  </a:lnTo>
                  <a:lnTo>
                    <a:pt x="614297" y="155638"/>
                  </a:lnTo>
                  <a:lnTo>
                    <a:pt x="612936" y="148843"/>
                  </a:lnTo>
                  <a:lnTo>
                    <a:pt x="608749" y="138742"/>
                  </a:lnTo>
                  <a:lnTo>
                    <a:pt x="601334" y="131313"/>
                  </a:lnTo>
                  <a:lnTo>
                    <a:pt x="591721" y="127252"/>
                  </a:lnTo>
                  <a:lnTo>
                    <a:pt x="580937" y="127252"/>
                  </a:lnTo>
                  <a:lnTo>
                    <a:pt x="582445" y="122770"/>
                  </a:lnTo>
                  <a:lnTo>
                    <a:pt x="561018" y="91436"/>
                  </a:lnTo>
                  <a:lnTo>
                    <a:pt x="550226" y="91441"/>
                  </a:lnTo>
                  <a:lnTo>
                    <a:pt x="548990" y="91703"/>
                  </a:lnTo>
                  <a:lnTo>
                    <a:pt x="548038" y="92468"/>
                  </a:lnTo>
                  <a:lnTo>
                    <a:pt x="546865" y="92886"/>
                  </a:lnTo>
                  <a:lnTo>
                    <a:pt x="547472" y="89525"/>
                  </a:lnTo>
                  <a:lnTo>
                    <a:pt x="547577" y="86017"/>
                  </a:lnTo>
                  <a:lnTo>
                    <a:pt x="546865" y="82457"/>
                  </a:lnTo>
                  <a:lnTo>
                    <a:pt x="542670" y="72350"/>
                  </a:lnTo>
                  <a:lnTo>
                    <a:pt x="535249" y="64920"/>
                  </a:lnTo>
                  <a:lnTo>
                    <a:pt x="525630" y="60861"/>
                  </a:lnTo>
                  <a:lnTo>
                    <a:pt x="514845" y="60866"/>
                  </a:lnTo>
                  <a:lnTo>
                    <a:pt x="512112" y="61432"/>
                  </a:lnTo>
                  <a:lnTo>
                    <a:pt x="507463" y="64029"/>
                  </a:lnTo>
                  <a:lnTo>
                    <a:pt x="507536" y="61882"/>
                  </a:lnTo>
                  <a:lnTo>
                    <a:pt x="486224" y="35982"/>
                  </a:lnTo>
                  <a:lnTo>
                    <a:pt x="475433" y="35988"/>
                  </a:lnTo>
                  <a:lnTo>
                    <a:pt x="471380" y="36825"/>
                  </a:lnTo>
                  <a:lnTo>
                    <a:pt x="467852" y="38668"/>
                  </a:lnTo>
                  <a:lnTo>
                    <a:pt x="464731" y="41035"/>
                  </a:lnTo>
                  <a:lnTo>
                    <a:pt x="464647" y="40291"/>
                  </a:lnTo>
                  <a:lnTo>
                    <a:pt x="464878" y="39600"/>
                  </a:lnTo>
                  <a:lnTo>
                    <a:pt x="464731" y="38857"/>
                  </a:lnTo>
                  <a:lnTo>
                    <a:pt x="460541" y="28749"/>
                  </a:lnTo>
                  <a:lnTo>
                    <a:pt x="453119" y="21319"/>
                  </a:lnTo>
                  <a:lnTo>
                    <a:pt x="443498" y="17260"/>
                  </a:lnTo>
                  <a:lnTo>
                    <a:pt x="432711" y="17266"/>
                  </a:lnTo>
                  <a:lnTo>
                    <a:pt x="427078" y="18428"/>
                  </a:lnTo>
                  <a:lnTo>
                    <a:pt x="422575" y="21622"/>
                  </a:lnTo>
                  <a:lnTo>
                    <a:pt x="418879" y="25548"/>
                  </a:lnTo>
                  <a:lnTo>
                    <a:pt x="414463" y="15967"/>
                  </a:lnTo>
                  <a:lnTo>
                    <a:pt x="407136" y="8941"/>
                  </a:lnTo>
                  <a:lnTo>
                    <a:pt x="397799" y="5128"/>
                  </a:lnTo>
                  <a:lnTo>
                    <a:pt x="387351" y="5182"/>
                  </a:lnTo>
                  <a:lnTo>
                    <a:pt x="380001" y="6690"/>
                  </a:lnTo>
                  <a:lnTo>
                    <a:pt x="373949" y="11088"/>
                  </a:lnTo>
                  <a:lnTo>
                    <a:pt x="370106" y="16983"/>
                  </a:lnTo>
                  <a:lnTo>
                    <a:pt x="365187" y="8925"/>
                  </a:lnTo>
                  <a:lnTo>
                    <a:pt x="358128" y="3088"/>
                  </a:lnTo>
                  <a:lnTo>
                    <a:pt x="34954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7550182" y="7718672"/>
              <a:ext cx="329565" cy="558800"/>
            </a:xfrm>
            <a:custGeom>
              <a:avLst/>
              <a:gdLst/>
              <a:ahLst/>
              <a:cxnLst/>
              <a:rect l="l" t="t" r="r" b="b"/>
              <a:pathLst>
                <a:path w="329565" h="558800">
                  <a:moveTo>
                    <a:pt x="329209" y="306006"/>
                  </a:moveTo>
                  <a:lnTo>
                    <a:pt x="316445" y="260946"/>
                  </a:lnTo>
                  <a:lnTo>
                    <a:pt x="277317" y="184962"/>
                  </a:lnTo>
                  <a:lnTo>
                    <a:pt x="241134" y="138226"/>
                  </a:lnTo>
                  <a:lnTo>
                    <a:pt x="190258" y="87172"/>
                  </a:lnTo>
                  <a:lnTo>
                    <a:pt x="122008" y="32956"/>
                  </a:lnTo>
                  <a:lnTo>
                    <a:pt x="121856" y="33083"/>
                  </a:lnTo>
                  <a:lnTo>
                    <a:pt x="120218" y="31699"/>
                  </a:lnTo>
                  <a:lnTo>
                    <a:pt x="72872" y="8255"/>
                  </a:lnTo>
                  <a:lnTo>
                    <a:pt x="19151" y="0"/>
                  </a:lnTo>
                  <a:lnTo>
                    <a:pt x="0" y="27178"/>
                  </a:lnTo>
                  <a:lnTo>
                    <a:pt x="95719" y="384302"/>
                  </a:lnTo>
                  <a:lnTo>
                    <a:pt x="122529" y="362572"/>
                  </a:lnTo>
                  <a:lnTo>
                    <a:pt x="164414" y="323494"/>
                  </a:lnTo>
                  <a:lnTo>
                    <a:pt x="200863" y="369531"/>
                  </a:lnTo>
                  <a:lnTo>
                    <a:pt x="183883" y="399237"/>
                  </a:lnTo>
                  <a:lnTo>
                    <a:pt x="176085" y="425424"/>
                  </a:lnTo>
                  <a:lnTo>
                    <a:pt x="175526" y="462762"/>
                  </a:lnTo>
                  <a:lnTo>
                    <a:pt x="180289" y="525907"/>
                  </a:lnTo>
                  <a:lnTo>
                    <a:pt x="204317" y="558571"/>
                  </a:lnTo>
                  <a:lnTo>
                    <a:pt x="228079" y="535787"/>
                  </a:lnTo>
                  <a:lnTo>
                    <a:pt x="278091" y="476783"/>
                  </a:lnTo>
                  <a:lnTo>
                    <a:pt x="322440" y="395528"/>
                  </a:lnTo>
                  <a:lnTo>
                    <a:pt x="329209" y="306006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7273990" y="9756291"/>
              <a:ext cx="217170" cy="255904"/>
            </a:xfrm>
            <a:custGeom>
              <a:avLst/>
              <a:gdLst/>
              <a:ahLst/>
              <a:cxnLst/>
              <a:rect l="l" t="t" r="r" b="b"/>
              <a:pathLst>
                <a:path w="217169" h="255904">
                  <a:moveTo>
                    <a:pt x="76908" y="0"/>
                  </a:moveTo>
                  <a:lnTo>
                    <a:pt x="35974" y="34728"/>
                  </a:lnTo>
                  <a:lnTo>
                    <a:pt x="21084" y="81279"/>
                  </a:lnTo>
                  <a:lnTo>
                    <a:pt x="11500" y="105630"/>
                  </a:lnTo>
                  <a:lnTo>
                    <a:pt x="3407" y="124083"/>
                  </a:lnTo>
                  <a:lnTo>
                    <a:pt x="0" y="131399"/>
                  </a:lnTo>
                  <a:lnTo>
                    <a:pt x="19161" y="141660"/>
                  </a:lnTo>
                  <a:lnTo>
                    <a:pt x="33698" y="111860"/>
                  </a:lnTo>
                  <a:lnTo>
                    <a:pt x="41764" y="96762"/>
                  </a:lnTo>
                  <a:lnTo>
                    <a:pt x="46259" y="91718"/>
                  </a:lnTo>
                  <a:lnTo>
                    <a:pt x="50082" y="92080"/>
                  </a:lnTo>
                  <a:lnTo>
                    <a:pt x="71645" y="111684"/>
                  </a:lnTo>
                  <a:lnTo>
                    <a:pt x="81680" y="142532"/>
                  </a:lnTo>
                  <a:lnTo>
                    <a:pt x="87541" y="173116"/>
                  </a:lnTo>
                  <a:lnTo>
                    <a:pt x="96583" y="191931"/>
                  </a:lnTo>
                  <a:lnTo>
                    <a:pt x="120624" y="206453"/>
                  </a:lnTo>
                  <a:lnTo>
                    <a:pt x="157099" y="226850"/>
                  </a:lnTo>
                  <a:lnTo>
                    <a:pt x="191784" y="245627"/>
                  </a:lnTo>
                  <a:lnTo>
                    <a:pt x="210454" y="255290"/>
                  </a:lnTo>
                  <a:lnTo>
                    <a:pt x="215334" y="252773"/>
                  </a:lnTo>
                  <a:lnTo>
                    <a:pt x="217171" y="241838"/>
                  </a:lnTo>
                  <a:lnTo>
                    <a:pt x="214547" y="225252"/>
                  </a:lnTo>
                  <a:lnTo>
                    <a:pt x="206046" y="205784"/>
                  </a:lnTo>
                  <a:lnTo>
                    <a:pt x="193428" y="182781"/>
                  </a:lnTo>
                  <a:lnTo>
                    <a:pt x="180737" y="157432"/>
                  </a:lnTo>
                  <a:lnTo>
                    <a:pt x="167021" y="128509"/>
                  </a:lnTo>
                  <a:lnTo>
                    <a:pt x="76908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7344840" y="9629022"/>
              <a:ext cx="143510" cy="287655"/>
            </a:xfrm>
            <a:custGeom>
              <a:avLst/>
              <a:gdLst/>
              <a:ahLst/>
              <a:cxnLst/>
              <a:rect l="l" t="t" r="r" b="b"/>
              <a:pathLst>
                <a:path w="143509" h="287654">
                  <a:moveTo>
                    <a:pt x="56657" y="0"/>
                  </a:moveTo>
                  <a:lnTo>
                    <a:pt x="33446" y="14247"/>
                  </a:lnTo>
                  <a:lnTo>
                    <a:pt x="24795" y="49629"/>
                  </a:lnTo>
                  <a:lnTo>
                    <a:pt x="22000" y="80700"/>
                  </a:lnTo>
                  <a:lnTo>
                    <a:pt x="18081" y="106800"/>
                  </a:lnTo>
                  <a:lnTo>
                    <a:pt x="6055" y="127270"/>
                  </a:lnTo>
                  <a:lnTo>
                    <a:pt x="0" y="150468"/>
                  </a:lnTo>
                  <a:lnTo>
                    <a:pt x="11534" y="181127"/>
                  </a:lnTo>
                  <a:lnTo>
                    <a:pt x="30006" y="213144"/>
                  </a:lnTo>
                  <a:lnTo>
                    <a:pt x="44765" y="240418"/>
                  </a:lnTo>
                  <a:lnTo>
                    <a:pt x="61540" y="266540"/>
                  </a:lnTo>
                  <a:lnTo>
                    <a:pt x="81764" y="282220"/>
                  </a:lnTo>
                  <a:lnTo>
                    <a:pt x="98690" y="287272"/>
                  </a:lnTo>
                  <a:lnTo>
                    <a:pt x="105570" y="281506"/>
                  </a:lnTo>
                  <a:lnTo>
                    <a:pt x="104550" y="255106"/>
                  </a:lnTo>
                  <a:lnTo>
                    <a:pt x="103105" y="210318"/>
                  </a:lnTo>
                  <a:lnTo>
                    <a:pt x="102503" y="165050"/>
                  </a:lnTo>
                  <a:lnTo>
                    <a:pt x="108163" y="120945"/>
                  </a:lnTo>
                  <a:lnTo>
                    <a:pt x="126733" y="66771"/>
                  </a:lnTo>
                  <a:lnTo>
                    <a:pt x="143349" y="26791"/>
                  </a:lnTo>
                  <a:lnTo>
                    <a:pt x="128189" y="19429"/>
                  </a:lnTo>
                  <a:lnTo>
                    <a:pt x="93765" y="6112"/>
                  </a:lnTo>
                  <a:lnTo>
                    <a:pt x="56657" y="0"/>
                  </a:lnTo>
                  <a:close/>
                </a:path>
              </a:pathLst>
            </a:custGeom>
            <a:solidFill>
              <a:srgbClr val="5746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7330213" y="9856723"/>
              <a:ext cx="262255" cy="174625"/>
            </a:xfrm>
            <a:custGeom>
              <a:avLst/>
              <a:gdLst/>
              <a:ahLst/>
              <a:cxnLst/>
              <a:rect l="l" t="t" r="r" b="b"/>
              <a:pathLst>
                <a:path w="262255" h="174625">
                  <a:moveTo>
                    <a:pt x="22475" y="0"/>
                  </a:moveTo>
                  <a:lnTo>
                    <a:pt x="7062" y="14476"/>
                  </a:lnTo>
                  <a:lnTo>
                    <a:pt x="287" y="31953"/>
                  </a:lnTo>
                  <a:lnTo>
                    <a:pt x="0" y="52424"/>
                  </a:lnTo>
                  <a:lnTo>
                    <a:pt x="4046" y="75882"/>
                  </a:lnTo>
                  <a:lnTo>
                    <a:pt x="8416" y="103080"/>
                  </a:lnTo>
                  <a:lnTo>
                    <a:pt x="10884" y="130493"/>
                  </a:lnTo>
                  <a:lnTo>
                    <a:pt x="11977" y="151670"/>
                  </a:lnTo>
                  <a:lnTo>
                    <a:pt x="12224" y="160162"/>
                  </a:lnTo>
                  <a:lnTo>
                    <a:pt x="35700" y="160801"/>
                  </a:lnTo>
                  <a:lnTo>
                    <a:pt x="35470" y="126576"/>
                  </a:lnTo>
                  <a:lnTo>
                    <a:pt x="35981" y="108778"/>
                  </a:lnTo>
                  <a:lnTo>
                    <a:pt x="37763" y="101653"/>
                  </a:lnTo>
                  <a:lnTo>
                    <a:pt x="41344" y="99452"/>
                  </a:lnTo>
                  <a:lnTo>
                    <a:pt x="66873" y="104838"/>
                  </a:lnTo>
                  <a:lnTo>
                    <a:pt x="90896" y="128968"/>
                  </a:lnTo>
                  <a:lnTo>
                    <a:pt x="112545" y="155955"/>
                  </a:lnTo>
                  <a:lnTo>
                    <a:pt x="130954" y="169911"/>
                  </a:lnTo>
                  <a:lnTo>
                    <a:pt x="158913" y="171847"/>
                  </a:lnTo>
                  <a:lnTo>
                    <a:pt x="199660" y="173265"/>
                  </a:lnTo>
                  <a:lnTo>
                    <a:pt x="237974" y="174038"/>
                  </a:lnTo>
                  <a:lnTo>
                    <a:pt x="258636" y="174036"/>
                  </a:lnTo>
                  <a:lnTo>
                    <a:pt x="261976" y="168133"/>
                  </a:lnTo>
                  <a:lnTo>
                    <a:pt x="258473" y="154407"/>
                  </a:lnTo>
                  <a:lnTo>
                    <a:pt x="248146" y="137562"/>
                  </a:lnTo>
                  <a:lnTo>
                    <a:pt x="231013" y="122299"/>
                  </a:lnTo>
                  <a:lnTo>
                    <a:pt x="210465" y="109728"/>
                  </a:lnTo>
                  <a:lnTo>
                    <a:pt x="171340" y="87023"/>
                  </a:lnTo>
                  <a:lnTo>
                    <a:pt x="22475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7347096" y="9707906"/>
              <a:ext cx="162560" cy="256540"/>
            </a:xfrm>
            <a:custGeom>
              <a:avLst/>
              <a:gdLst/>
              <a:ahLst/>
              <a:cxnLst/>
              <a:rect l="l" t="t" r="r" b="b"/>
              <a:pathLst>
                <a:path w="162559" h="256540">
                  <a:moveTo>
                    <a:pt x="81987" y="0"/>
                  </a:moveTo>
                  <a:lnTo>
                    <a:pt x="68555" y="2579"/>
                  </a:lnTo>
                  <a:lnTo>
                    <a:pt x="39336" y="11317"/>
                  </a:lnTo>
                  <a:lnTo>
                    <a:pt x="10946" y="27710"/>
                  </a:lnTo>
                  <a:lnTo>
                    <a:pt x="0" y="53254"/>
                  </a:lnTo>
                  <a:lnTo>
                    <a:pt x="4754" y="86641"/>
                  </a:lnTo>
                  <a:lnTo>
                    <a:pt x="8760" y="110918"/>
                  </a:lnTo>
                  <a:lnTo>
                    <a:pt x="9540" y="131283"/>
                  </a:lnTo>
                  <a:lnTo>
                    <a:pt x="4617" y="152937"/>
                  </a:lnTo>
                  <a:lnTo>
                    <a:pt x="9597" y="176403"/>
                  </a:lnTo>
                  <a:lnTo>
                    <a:pt x="33576" y="198384"/>
                  </a:lnTo>
                  <a:lnTo>
                    <a:pt x="64342" y="218365"/>
                  </a:lnTo>
                  <a:lnTo>
                    <a:pt x="89683" y="235835"/>
                  </a:lnTo>
                  <a:lnTo>
                    <a:pt x="116141" y="251438"/>
                  </a:lnTo>
                  <a:lnTo>
                    <a:pt x="140893" y="256201"/>
                  </a:lnTo>
                  <a:lnTo>
                    <a:pt x="158173" y="252907"/>
                  </a:lnTo>
                  <a:lnTo>
                    <a:pt x="162214" y="244338"/>
                  </a:lnTo>
                  <a:lnTo>
                    <a:pt x="143612" y="206443"/>
                  </a:lnTo>
                  <a:lnTo>
                    <a:pt x="105454" y="137074"/>
                  </a:lnTo>
                  <a:lnTo>
                    <a:pt x="96311" y="116520"/>
                  </a:lnTo>
                  <a:lnTo>
                    <a:pt x="92741" y="100120"/>
                  </a:lnTo>
                  <a:lnTo>
                    <a:pt x="88819" y="76184"/>
                  </a:lnTo>
                  <a:lnTo>
                    <a:pt x="85061" y="43286"/>
                  </a:lnTo>
                  <a:lnTo>
                    <a:pt x="8198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7315709" y="8387480"/>
              <a:ext cx="511809" cy="1393825"/>
            </a:xfrm>
            <a:custGeom>
              <a:avLst/>
              <a:gdLst/>
              <a:ahLst/>
              <a:cxnLst/>
              <a:rect l="l" t="t" r="r" b="b"/>
              <a:pathLst>
                <a:path w="511809" h="1393825">
                  <a:moveTo>
                    <a:pt x="471064" y="0"/>
                  </a:moveTo>
                  <a:lnTo>
                    <a:pt x="398168" y="4488"/>
                  </a:lnTo>
                  <a:lnTo>
                    <a:pt x="237420" y="17325"/>
                  </a:lnTo>
                  <a:lnTo>
                    <a:pt x="75728" y="37570"/>
                  </a:lnTo>
                  <a:lnTo>
                    <a:pt x="0" y="64280"/>
                  </a:lnTo>
                  <a:lnTo>
                    <a:pt x="1031" y="79484"/>
                  </a:lnTo>
                  <a:lnTo>
                    <a:pt x="14141" y="146211"/>
                  </a:lnTo>
                  <a:lnTo>
                    <a:pt x="25293" y="193791"/>
                  </a:lnTo>
                  <a:lnTo>
                    <a:pt x="38894" y="248219"/>
                  </a:lnTo>
                  <a:lnTo>
                    <a:pt x="54480" y="307523"/>
                  </a:lnTo>
                  <a:lnTo>
                    <a:pt x="71589" y="369733"/>
                  </a:lnTo>
                  <a:lnTo>
                    <a:pt x="89757" y="432876"/>
                  </a:lnTo>
                  <a:lnTo>
                    <a:pt x="108521" y="494981"/>
                  </a:lnTo>
                  <a:lnTo>
                    <a:pt x="127419" y="554075"/>
                  </a:lnTo>
                  <a:lnTo>
                    <a:pt x="145988" y="608188"/>
                  </a:lnTo>
                  <a:lnTo>
                    <a:pt x="163765" y="655347"/>
                  </a:lnTo>
                  <a:lnTo>
                    <a:pt x="180287" y="693580"/>
                  </a:lnTo>
                  <a:lnTo>
                    <a:pt x="183786" y="700979"/>
                  </a:lnTo>
                  <a:lnTo>
                    <a:pt x="208182" y="754720"/>
                  </a:lnTo>
                  <a:lnTo>
                    <a:pt x="181302" y="787068"/>
                  </a:lnTo>
                  <a:lnTo>
                    <a:pt x="159533" y="824413"/>
                  </a:lnTo>
                  <a:lnTo>
                    <a:pt x="142728" y="873125"/>
                  </a:lnTo>
                  <a:lnTo>
                    <a:pt x="121848" y="971102"/>
                  </a:lnTo>
                  <a:lnTo>
                    <a:pt x="55631" y="1288850"/>
                  </a:lnTo>
                  <a:lnTo>
                    <a:pt x="52273" y="1349547"/>
                  </a:lnTo>
                  <a:lnTo>
                    <a:pt x="68198" y="1382078"/>
                  </a:lnTo>
                  <a:lnTo>
                    <a:pt x="93553" y="1393251"/>
                  </a:lnTo>
                  <a:lnTo>
                    <a:pt x="118487" y="1389873"/>
                  </a:lnTo>
                  <a:lnTo>
                    <a:pt x="133147" y="1378753"/>
                  </a:lnTo>
                  <a:lnTo>
                    <a:pt x="152481" y="1340719"/>
                  </a:lnTo>
                  <a:lnTo>
                    <a:pt x="175833" y="1297056"/>
                  </a:lnTo>
                  <a:lnTo>
                    <a:pt x="202390" y="1248997"/>
                  </a:lnTo>
                  <a:lnTo>
                    <a:pt x="231343" y="1197778"/>
                  </a:lnTo>
                  <a:lnTo>
                    <a:pt x="261880" y="1144632"/>
                  </a:lnTo>
                  <a:lnTo>
                    <a:pt x="293190" y="1090796"/>
                  </a:lnTo>
                  <a:lnTo>
                    <a:pt x="324462" y="1037502"/>
                  </a:lnTo>
                  <a:lnTo>
                    <a:pt x="451860" y="822390"/>
                  </a:lnTo>
                  <a:lnTo>
                    <a:pt x="465870" y="798282"/>
                  </a:lnTo>
                  <a:lnTo>
                    <a:pt x="482223" y="762422"/>
                  </a:lnTo>
                  <a:lnTo>
                    <a:pt x="495628" y="695855"/>
                  </a:lnTo>
                  <a:lnTo>
                    <a:pt x="500883" y="652299"/>
                  </a:lnTo>
                  <a:lnTo>
                    <a:pt x="505113" y="603277"/>
                  </a:lnTo>
                  <a:lnTo>
                    <a:pt x="508272" y="549826"/>
                  </a:lnTo>
                  <a:lnTo>
                    <a:pt x="510316" y="492986"/>
                  </a:lnTo>
                  <a:lnTo>
                    <a:pt x="511200" y="433791"/>
                  </a:lnTo>
                  <a:lnTo>
                    <a:pt x="510878" y="373281"/>
                  </a:lnTo>
                  <a:lnTo>
                    <a:pt x="509304" y="312492"/>
                  </a:lnTo>
                  <a:lnTo>
                    <a:pt x="506435" y="252462"/>
                  </a:lnTo>
                  <a:lnTo>
                    <a:pt x="502224" y="194228"/>
                  </a:lnTo>
                  <a:lnTo>
                    <a:pt x="496627" y="138827"/>
                  </a:lnTo>
                  <a:lnTo>
                    <a:pt x="489598" y="87297"/>
                  </a:lnTo>
                  <a:lnTo>
                    <a:pt x="481092" y="40676"/>
                  </a:lnTo>
                  <a:lnTo>
                    <a:pt x="471064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7068059" y="8267839"/>
              <a:ext cx="479425" cy="1568450"/>
            </a:xfrm>
            <a:custGeom>
              <a:avLst/>
              <a:gdLst/>
              <a:ahLst/>
              <a:cxnLst/>
              <a:rect l="l" t="t" r="r" b="b"/>
              <a:pathLst>
                <a:path w="479425" h="1568450">
                  <a:moveTo>
                    <a:pt x="329571" y="0"/>
                  </a:moveTo>
                  <a:lnTo>
                    <a:pt x="203176" y="5999"/>
                  </a:lnTo>
                  <a:lnTo>
                    <a:pt x="85412" y="90878"/>
                  </a:lnTo>
                  <a:lnTo>
                    <a:pt x="54563" y="136297"/>
                  </a:lnTo>
                  <a:lnTo>
                    <a:pt x="31052" y="179024"/>
                  </a:lnTo>
                  <a:lnTo>
                    <a:pt x="14423" y="220447"/>
                  </a:lnTo>
                  <a:lnTo>
                    <a:pt x="4224" y="261951"/>
                  </a:lnTo>
                  <a:lnTo>
                    <a:pt x="0" y="304924"/>
                  </a:lnTo>
                  <a:lnTo>
                    <a:pt x="1295" y="350752"/>
                  </a:lnTo>
                  <a:lnTo>
                    <a:pt x="7656" y="400821"/>
                  </a:lnTo>
                  <a:lnTo>
                    <a:pt x="18629" y="456519"/>
                  </a:lnTo>
                  <a:lnTo>
                    <a:pt x="33759" y="519231"/>
                  </a:lnTo>
                  <a:lnTo>
                    <a:pt x="61095" y="593848"/>
                  </a:lnTo>
                  <a:lnTo>
                    <a:pt x="81230" y="642354"/>
                  </a:lnTo>
                  <a:lnTo>
                    <a:pt x="102541" y="695037"/>
                  </a:lnTo>
                  <a:lnTo>
                    <a:pt x="122675" y="749431"/>
                  </a:lnTo>
                  <a:lnTo>
                    <a:pt x="139281" y="803070"/>
                  </a:lnTo>
                  <a:lnTo>
                    <a:pt x="150008" y="853488"/>
                  </a:lnTo>
                  <a:lnTo>
                    <a:pt x="152503" y="898220"/>
                  </a:lnTo>
                  <a:lnTo>
                    <a:pt x="144415" y="934800"/>
                  </a:lnTo>
                  <a:lnTo>
                    <a:pt x="133104" y="972153"/>
                  </a:lnTo>
                  <a:lnTo>
                    <a:pt x="129691" y="1013775"/>
                  </a:lnTo>
                  <a:lnTo>
                    <a:pt x="133051" y="1058941"/>
                  </a:lnTo>
                  <a:lnTo>
                    <a:pt x="142060" y="1106925"/>
                  </a:lnTo>
                  <a:lnTo>
                    <a:pt x="155591" y="1157002"/>
                  </a:lnTo>
                  <a:lnTo>
                    <a:pt x="172519" y="1208447"/>
                  </a:lnTo>
                  <a:lnTo>
                    <a:pt x="191720" y="1260536"/>
                  </a:lnTo>
                  <a:lnTo>
                    <a:pt x="212067" y="1312543"/>
                  </a:lnTo>
                  <a:lnTo>
                    <a:pt x="232436" y="1363743"/>
                  </a:lnTo>
                  <a:lnTo>
                    <a:pt x="251702" y="1413411"/>
                  </a:lnTo>
                  <a:lnTo>
                    <a:pt x="268739" y="1460823"/>
                  </a:lnTo>
                  <a:lnTo>
                    <a:pt x="282422" y="1505253"/>
                  </a:lnTo>
                  <a:lnTo>
                    <a:pt x="302017" y="1535707"/>
                  </a:lnTo>
                  <a:lnTo>
                    <a:pt x="333806" y="1559123"/>
                  </a:lnTo>
                  <a:lnTo>
                    <a:pt x="363135" y="1568440"/>
                  </a:lnTo>
                  <a:lnTo>
                    <a:pt x="375351" y="1556592"/>
                  </a:lnTo>
                  <a:lnTo>
                    <a:pt x="374474" y="1512619"/>
                  </a:lnTo>
                  <a:lnTo>
                    <a:pt x="375583" y="1460834"/>
                  </a:lnTo>
                  <a:lnTo>
                    <a:pt x="378434" y="1403284"/>
                  </a:lnTo>
                  <a:lnTo>
                    <a:pt x="382782" y="1342017"/>
                  </a:lnTo>
                  <a:lnTo>
                    <a:pt x="388386" y="1279078"/>
                  </a:lnTo>
                  <a:lnTo>
                    <a:pt x="395000" y="1216514"/>
                  </a:lnTo>
                  <a:lnTo>
                    <a:pt x="402382" y="1156372"/>
                  </a:lnTo>
                  <a:lnTo>
                    <a:pt x="410287" y="1100699"/>
                  </a:lnTo>
                  <a:lnTo>
                    <a:pt x="418473" y="1051540"/>
                  </a:lnTo>
                  <a:lnTo>
                    <a:pt x="426695" y="1010944"/>
                  </a:lnTo>
                  <a:lnTo>
                    <a:pt x="434710" y="980955"/>
                  </a:lnTo>
                  <a:lnTo>
                    <a:pt x="440560" y="955987"/>
                  </a:lnTo>
                  <a:lnTo>
                    <a:pt x="452156" y="871443"/>
                  </a:lnTo>
                  <a:lnTo>
                    <a:pt x="457746" y="817230"/>
                  </a:lnTo>
                  <a:lnTo>
                    <a:pt x="463096" y="758631"/>
                  </a:lnTo>
                  <a:lnTo>
                    <a:pt x="468126" y="698326"/>
                  </a:lnTo>
                  <a:lnTo>
                    <a:pt x="472761" y="638997"/>
                  </a:lnTo>
                  <a:lnTo>
                    <a:pt x="477727" y="564317"/>
                  </a:lnTo>
                  <a:lnTo>
                    <a:pt x="479268" y="477876"/>
                  </a:lnTo>
                  <a:lnTo>
                    <a:pt x="477280" y="324283"/>
                  </a:lnTo>
                  <a:lnTo>
                    <a:pt x="471662" y="48146"/>
                  </a:lnTo>
                  <a:lnTo>
                    <a:pt x="430448" y="28756"/>
                  </a:lnTo>
                  <a:lnTo>
                    <a:pt x="32957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7635538" y="8075883"/>
              <a:ext cx="281305" cy="1031240"/>
            </a:xfrm>
            <a:custGeom>
              <a:avLst/>
              <a:gdLst/>
              <a:ahLst/>
              <a:cxnLst/>
              <a:rect l="l" t="t" r="r" b="b"/>
              <a:pathLst>
                <a:path w="281305" h="1031240">
                  <a:moveTo>
                    <a:pt x="238380" y="0"/>
                  </a:moveTo>
                  <a:lnTo>
                    <a:pt x="115504" y="12324"/>
                  </a:lnTo>
                  <a:lnTo>
                    <a:pt x="0" y="145964"/>
                  </a:lnTo>
                  <a:lnTo>
                    <a:pt x="47747" y="1008356"/>
                  </a:lnTo>
                  <a:lnTo>
                    <a:pt x="280912" y="1030848"/>
                  </a:lnTo>
                  <a:lnTo>
                    <a:pt x="238380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7516077" y="9106734"/>
              <a:ext cx="24765" cy="67310"/>
            </a:xfrm>
            <a:custGeom>
              <a:avLst/>
              <a:gdLst/>
              <a:ahLst/>
              <a:cxnLst/>
              <a:rect l="l" t="t" r="r" b="b"/>
              <a:pathLst>
                <a:path w="24765" h="67309">
                  <a:moveTo>
                    <a:pt x="7570" y="0"/>
                  </a:moveTo>
                  <a:lnTo>
                    <a:pt x="3820" y="35214"/>
                  </a:lnTo>
                  <a:lnTo>
                    <a:pt x="0" y="67233"/>
                  </a:lnTo>
                  <a:lnTo>
                    <a:pt x="9551" y="54733"/>
                  </a:lnTo>
                  <a:lnTo>
                    <a:pt x="17424" y="45509"/>
                  </a:lnTo>
                  <a:lnTo>
                    <a:pt x="22771" y="39798"/>
                  </a:lnTo>
                  <a:lnTo>
                    <a:pt x="24742" y="37841"/>
                  </a:lnTo>
                  <a:lnTo>
                    <a:pt x="757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061876" y="7701074"/>
              <a:ext cx="846584" cy="1716092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7254343" y="7701074"/>
              <a:ext cx="654118" cy="636855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17079375" y="7769365"/>
              <a:ext cx="534670" cy="1425575"/>
            </a:xfrm>
            <a:custGeom>
              <a:avLst/>
              <a:gdLst/>
              <a:ahLst/>
              <a:cxnLst/>
              <a:rect l="l" t="t" r="r" b="b"/>
              <a:pathLst>
                <a:path w="534669" h="1425575">
                  <a:moveTo>
                    <a:pt x="260298" y="0"/>
                  </a:moveTo>
                  <a:lnTo>
                    <a:pt x="195062" y="19307"/>
                  </a:lnTo>
                  <a:lnTo>
                    <a:pt x="148645" y="47352"/>
                  </a:lnTo>
                  <a:lnTo>
                    <a:pt x="140550" y="124723"/>
                  </a:lnTo>
                  <a:lnTo>
                    <a:pt x="141449" y="179313"/>
                  </a:lnTo>
                  <a:lnTo>
                    <a:pt x="144251" y="239478"/>
                  </a:lnTo>
                  <a:lnTo>
                    <a:pt x="147911" y="301445"/>
                  </a:lnTo>
                  <a:lnTo>
                    <a:pt x="151382" y="361445"/>
                  </a:lnTo>
                  <a:lnTo>
                    <a:pt x="153620" y="415704"/>
                  </a:lnTo>
                  <a:lnTo>
                    <a:pt x="153578" y="460453"/>
                  </a:lnTo>
                  <a:lnTo>
                    <a:pt x="150212" y="491920"/>
                  </a:lnTo>
                  <a:lnTo>
                    <a:pt x="139276" y="519327"/>
                  </a:lnTo>
                  <a:lnTo>
                    <a:pt x="121493" y="544274"/>
                  </a:lnTo>
                  <a:lnTo>
                    <a:pt x="74817" y="596730"/>
                  </a:lnTo>
                  <a:lnTo>
                    <a:pt x="50640" y="629211"/>
                  </a:lnTo>
                  <a:lnTo>
                    <a:pt x="29047" y="669175"/>
                  </a:lnTo>
                  <a:lnTo>
                    <a:pt x="12395" y="719107"/>
                  </a:lnTo>
                  <a:lnTo>
                    <a:pt x="3043" y="781493"/>
                  </a:lnTo>
                  <a:lnTo>
                    <a:pt x="0" y="829918"/>
                  </a:lnTo>
                  <a:lnTo>
                    <a:pt x="0" y="1042107"/>
                  </a:lnTo>
                  <a:lnTo>
                    <a:pt x="4298" y="1101026"/>
                  </a:lnTo>
                  <a:lnTo>
                    <a:pt x="23483" y="1292001"/>
                  </a:lnTo>
                  <a:lnTo>
                    <a:pt x="49402" y="1339736"/>
                  </a:lnTo>
                  <a:lnTo>
                    <a:pt x="96743" y="1369536"/>
                  </a:lnTo>
                  <a:lnTo>
                    <a:pt x="200339" y="1393900"/>
                  </a:lnTo>
                  <a:lnTo>
                    <a:pt x="395021" y="1425327"/>
                  </a:lnTo>
                  <a:lnTo>
                    <a:pt x="419292" y="1262766"/>
                  </a:lnTo>
                  <a:lnTo>
                    <a:pt x="471352" y="896083"/>
                  </a:lnTo>
                  <a:lnTo>
                    <a:pt x="520073" y="506780"/>
                  </a:lnTo>
                  <a:lnTo>
                    <a:pt x="534326" y="276356"/>
                  </a:lnTo>
                  <a:lnTo>
                    <a:pt x="519590" y="232106"/>
                  </a:lnTo>
                  <a:lnTo>
                    <a:pt x="491376" y="190036"/>
                  </a:lnTo>
                  <a:lnTo>
                    <a:pt x="453634" y="150444"/>
                  </a:lnTo>
                  <a:lnTo>
                    <a:pt x="410315" y="113624"/>
                  </a:lnTo>
                  <a:lnTo>
                    <a:pt x="365372" y="79874"/>
                  </a:lnTo>
                  <a:lnTo>
                    <a:pt x="322754" y="49489"/>
                  </a:lnTo>
                  <a:lnTo>
                    <a:pt x="286414" y="22765"/>
                  </a:lnTo>
                  <a:lnTo>
                    <a:pt x="260298" y="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7020509" y="7708910"/>
              <a:ext cx="590550" cy="1431925"/>
            </a:xfrm>
            <a:custGeom>
              <a:avLst/>
              <a:gdLst/>
              <a:ahLst/>
              <a:cxnLst/>
              <a:rect l="l" t="t" r="r" b="b"/>
              <a:pathLst>
                <a:path w="590550" h="1431925">
                  <a:moveTo>
                    <a:pt x="335991" y="0"/>
                  </a:moveTo>
                  <a:lnTo>
                    <a:pt x="269571" y="14573"/>
                  </a:lnTo>
                  <a:lnTo>
                    <a:pt x="221324" y="39208"/>
                  </a:lnTo>
                  <a:lnTo>
                    <a:pt x="207872" y="115803"/>
                  </a:lnTo>
                  <a:lnTo>
                    <a:pt x="204973" y="170321"/>
                  </a:lnTo>
                  <a:lnTo>
                    <a:pt x="203584" y="230536"/>
                  </a:lnTo>
                  <a:lnTo>
                    <a:pt x="202214" y="352710"/>
                  </a:lnTo>
                  <a:lnTo>
                    <a:pt x="200671" y="406996"/>
                  </a:lnTo>
                  <a:lnTo>
                    <a:pt x="197515" y="451632"/>
                  </a:lnTo>
                  <a:lnTo>
                    <a:pt x="179152" y="509332"/>
                  </a:lnTo>
                  <a:lnTo>
                    <a:pt x="109480" y="581908"/>
                  </a:lnTo>
                  <a:lnTo>
                    <a:pt x="83107" y="612570"/>
                  </a:lnTo>
                  <a:lnTo>
                    <a:pt x="58791" y="650881"/>
                  </a:lnTo>
                  <a:lnTo>
                    <a:pt x="38712" y="699489"/>
                  </a:lnTo>
                  <a:lnTo>
                    <a:pt x="25048" y="761044"/>
                  </a:lnTo>
                  <a:lnTo>
                    <a:pt x="10060" y="873371"/>
                  </a:lnTo>
                  <a:lnTo>
                    <a:pt x="2484" y="970507"/>
                  </a:lnTo>
                  <a:lnTo>
                    <a:pt x="0" y="1106173"/>
                  </a:lnTo>
                  <a:lnTo>
                    <a:pt x="284" y="1334095"/>
                  </a:lnTo>
                  <a:lnTo>
                    <a:pt x="22973" y="1382600"/>
                  </a:lnTo>
                  <a:lnTo>
                    <a:pt x="69180" y="1408908"/>
                  </a:lnTo>
                  <a:lnTo>
                    <a:pt x="173685" y="1422147"/>
                  </a:lnTo>
                  <a:lnTo>
                    <a:pt x="371267" y="1431443"/>
                  </a:lnTo>
                  <a:lnTo>
                    <a:pt x="406781" y="1271033"/>
                  </a:lnTo>
                  <a:lnTo>
                    <a:pt x="484206" y="909010"/>
                  </a:lnTo>
                  <a:lnTo>
                    <a:pt x="559873" y="524183"/>
                  </a:lnTo>
                  <a:lnTo>
                    <a:pt x="590109" y="295362"/>
                  </a:lnTo>
                  <a:lnTo>
                    <a:pt x="578489" y="250162"/>
                  </a:lnTo>
                  <a:lnTo>
                    <a:pt x="553271" y="206169"/>
                  </a:lnTo>
                  <a:lnTo>
                    <a:pt x="518377" y="163962"/>
                  </a:lnTo>
                  <a:lnTo>
                    <a:pt x="477728" y="124121"/>
                  </a:lnTo>
                  <a:lnTo>
                    <a:pt x="435243" y="87226"/>
                  </a:lnTo>
                  <a:lnTo>
                    <a:pt x="394845" y="53854"/>
                  </a:lnTo>
                  <a:lnTo>
                    <a:pt x="360454" y="24585"/>
                  </a:lnTo>
                  <a:lnTo>
                    <a:pt x="33599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7356504" y="7554335"/>
              <a:ext cx="265430" cy="265430"/>
            </a:xfrm>
            <a:custGeom>
              <a:avLst/>
              <a:gdLst/>
              <a:ahLst/>
              <a:cxnLst/>
              <a:rect l="l" t="t" r="r" b="b"/>
              <a:pathLst>
                <a:path w="265430" h="265429">
                  <a:moveTo>
                    <a:pt x="169984" y="0"/>
                  </a:moveTo>
                  <a:lnTo>
                    <a:pt x="48302" y="17381"/>
                  </a:lnTo>
                  <a:lnTo>
                    <a:pt x="48818" y="35879"/>
                  </a:lnTo>
                  <a:lnTo>
                    <a:pt x="48755" y="77434"/>
                  </a:lnTo>
                  <a:lnTo>
                    <a:pt x="45695" y="121137"/>
                  </a:lnTo>
                  <a:lnTo>
                    <a:pt x="20602" y="155724"/>
                  </a:lnTo>
                  <a:lnTo>
                    <a:pt x="12543" y="156099"/>
                  </a:lnTo>
                  <a:lnTo>
                    <a:pt x="0" y="154571"/>
                  </a:lnTo>
                  <a:lnTo>
                    <a:pt x="4290" y="160921"/>
                  </a:lnTo>
                  <a:lnTo>
                    <a:pt x="31063" y="195675"/>
                  </a:lnTo>
                  <a:lnTo>
                    <a:pt x="74913" y="232818"/>
                  </a:lnTo>
                  <a:lnTo>
                    <a:pt x="137117" y="258726"/>
                  </a:lnTo>
                  <a:lnTo>
                    <a:pt x="227118" y="265066"/>
                  </a:lnTo>
                  <a:lnTo>
                    <a:pt x="256723" y="259256"/>
                  </a:lnTo>
                  <a:lnTo>
                    <a:pt x="265076" y="246437"/>
                  </a:lnTo>
                  <a:lnTo>
                    <a:pt x="256065" y="226485"/>
                  </a:lnTo>
                  <a:lnTo>
                    <a:pt x="235606" y="200372"/>
                  </a:lnTo>
                  <a:lnTo>
                    <a:pt x="214985" y="176345"/>
                  </a:lnTo>
                  <a:lnTo>
                    <a:pt x="196536" y="151407"/>
                  </a:lnTo>
                  <a:lnTo>
                    <a:pt x="182591" y="122561"/>
                  </a:lnTo>
                  <a:lnTo>
                    <a:pt x="174219" y="96816"/>
                  </a:lnTo>
                  <a:lnTo>
                    <a:pt x="170115" y="75467"/>
                  </a:lnTo>
                  <a:lnTo>
                    <a:pt x="169097" y="47025"/>
                  </a:lnTo>
                  <a:lnTo>
                    <a:pt x="169984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7218845" y="7967355"/>
              <a:ext cx="57150" cy="200025"/>
            </a:xfrm>
            <a:custGeom>
              <a:avLst/>
              <a:gdLst/>
              <a:ahLst/>
              <a:cxnLst/>
              <a:rect l="l" t="t" r="r" b="b"/>
              <a:pathLst>
                <a:path w="57150" h="200025">
                  <a:moveTo>
                    <a:pt x="56961" y="0"/>
                  </a:moveTo>
                  <a:lnTo>
                    <a:pt x="4649" y="50385"/>
                  </a:lnTo>
                  <a:lnTo>
                    <a:pt x="2931" y="133660"/>
                  </a:lnTo>
                  <a:lnTo>
                    <a:pt x="0" y="185104"/>
                  </a:lnTo>
                  <a:lnTo>
                    <a:pt x="10324" y="199627"/>
                  </a:lnTo>
                  <a:lnTo>
                    <a:pt x="56961" y="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7308041" y="7283796"/>
              <a:ext cx="302260" cy="394335"/>
            </a:xfrm>
            <a:custGeom>
              <a:avLst/>
              <a:gdLst/>
              <a:ahLst/>
              <a:cxnLst/>
              <a:rect l="l" t="t" r="r" b="b"/>
              <a:pathLst>
                <a:path w="302259" h="394334">
                  <a:moveTo>
                    <a:pt x="165484" y="0"/>
                  </a:moveTo>
                  <a:lnTo>
                    <a:pt x="118262" y="2531"/>
                  </a:lnTo>
                  <a:lnTo>
                    <a:pt x="70905" y="18004"/>
                  </a:lnTo>
                  <a:lnTo>
                    <a:pt x="37347" y="42331"/>
                  </a:lnTo>
                  <a:lnTo>
                    <a:pt x="15640" y="73736"/>
                  </a:lnTo>
                  <a:lnTo>
                    <a:pt x="3840" y="110446"/>
                  </a:lnTo>
                  <a:lnTo>
                    <a:pt x="0" y="150688"/>
                  </a:lnTo>
                  <a:lnTo>
                    <a:pt x="2172" y="192687"/>
                  </a:lnTo>
                  <a:lnTo>
                    <a:pt x="8412" y="234670"/>
                  </a:lnTo>
                  <a:lnTo>
                    <a:pt x="22356" y="281041"/>
                  </a:lnTo>
                  <a:lnTo>
                    <a:pt x="45214" y="322207"/>
                  </a:lnTo>
                  <a:lnTo>
                    <a:pt x="75209" y="356096"/>
                  </a:lnTo>
                  <a:lnTo>
                    <a:pt x="110565" y="380635"/>
                  </a:lnTo>
                  <a:lnTo>
                    <a:pt x="149504" y="393749"/>
                  </a:lnTo>
                  <a:lnTo>
                    <a:pt x="190249" y="393367"/>
                  </a:lnTo>
                  <a:lnTo>
                    <a:pt x="228009" y="378807"/>
                  </a:lnTo>
                  <a:lnTo>
                    <a:pt x="258733" y="352444"/>
                  </a:lnTo>
                  <a:lnTo>
                    <a:pt x="281778" y="316808"/>
                  </a:lnTo>
                  <a:lnTo>
                    <a:pt x="296496" y="274428"/>
                  </a:lnTo>
                  <a:lnTo>
                    <a:pt x="302242" y="227833"/>
                  </a:lnTo>
                  <a:lnTo>
                    <a:pt x="298371" y="179552"/>
                  </a:lnTo>
                  <a:lnTo>
                    <a:pt x="289156" y="138130"/>
                  </a:lnTo>
                  <a:lnTo>
                    <a:pt x="276095" y="98190"/>
                  </a:lnTo>
                  <a:lnTo>
                    <a:pt x="258193" y="62070"/>
                  </a:lnTo>
                  <a:lnTo>
                    <a:pt x="234454" y="32106"/>
                  </a:lnTo>
                  <a:lnTo>
                    <a:pt x="165484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7058568" y="8243467"/>
              <a:ext cx="221333" cy="167146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16980381" y="7907451"/>
              <a:ext cx="306705" cy="386080"/>
            </a:xfrm>
            <a:custGeom>
              <a:avLst/>
              <a:gdLst/>
              <a:ahLst/>
              <a:cxnLst/>
              <a:rect l="l" t="t" r="r" b="b"/>
              <a:pathLst>
                <a:path w="306705" h="386079">
                  <a:moveTo>
                    <a:pt x="100685" y="0"/>
                  </a:moveTo>
                  <a:lnTo>
                    <a:pt x="49648" y="39030"/>
                  </a:lnTo>
                  <a:lnTo>
                    <a:pt x="21839" y="73469"/>
                  </a:lnTo>
                  <a:lnTo>
                    <a:pt x="0" y="121687"/>
                  </a:lnTo>
                  <a:lnTo>
                    <a:pt x="10527" y="146201"/>
                  </a:lnTo>
                  <a:lnTo>
                    <a:pt x="33101" y="185480"/>
                  </a:lnTo>
                  <a:lnTo>
                    <a:pt x="63327" y="229504"/>
                  </a:lnTo>
                  <a:lnTo>
                    <a:pt x="96813" y="268248"/>
                  </a:lnTo>
                  <a:lnTo>
                    <a:pt x="141305" y="304753"/>
                  </a:lnTo>
                  <a:lnTo>
                    <a:pt x="196013" y="343023"/>
                  </a:lnTo>
                  <a:lnTo>
                    <a:pt x="242418" y="373208"/>
                  </a:lnTo>
                  <a:lnTo>
                    <a:pt x="262002" y="385459"/>
                  </a:lnTo>
                  <a:lnTo>
                    <a:pt x="306105" y="342046"/>
                  </a:lnTo>
                  <a:lnTo>
                    <a:pt x="285122" y="294205"/>
                  </a:lnTo>
                  <a:lnTo>
                    <a:pt x="263951" y="249475"/>
                  </a:lnTo>
                  <a:lnTo>
                    <a:pt x="242725" y="210438"/>
                  </a:lnTo>
                  <a:lnTo>
                    <a:pt x="193364" y="146992"/>
                  </a:lnTo>
                  <a:lnTo>
                    <a:pt x="160675" y="110326"/>
                  </a:lnTo>
                  <a:lnTo>
                    <a:pt x="130917" y="41780"/>
                  </a:lnTo>
                  <a:lnTo>
                    <a:pt x="113246" y="8219"/>
                  </a:lnTo>
                  <a:lnTo>
                    <a:pt x="100685" y="0"/>
                  </a:lnTo>
                  <a:close/>
                </a:path>
              </a:pathLst>
            </a:custGeom>
            <a:solidFill>
              <a:srgbClr val="6B537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7238544" y="8248210"/>
              <a:ext cx="113808" cy="137332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16980381" y="7907451"/>
              <a:ext cx="306705" cy="386080"/>
            </a:xfrm>
            <a:custGeom>
              <a:avLst/>
              <a:gdLst/>
              <a:ahLst/>
              <a:cxnLst/>
              <a:rect l="l" t="t" r="r" b="b"/>
              <a:pathLst>
                <a:path w="306705" h="386079">
                  <a:moveTo>
                    <a:pt x="100685" y="0"/>
                  </a:moveTo>
                  <a:lnTo>
                    <a:pt x="49648" y="39030"/>
                  </a:lnTo>
                  <a:lnTo>
                    <a:pt x="21839" y="73469"/>
                  </a:lnTo>
                  <a:lnTo>
                    <a:pt x="0" y="121687"/>
                  </a:lnTo>
                  <a:lnTo>
                    <a:pt x="10527" y="146201"/>
                  </a:lnTo>
                  <a:lnTo>
                    <a:pt x="33101" y="185480"/>
                  </a:lnTo>
                  <a:lnTo>
                    <a:pt x="63327" y="229504"/>
                  </a:lnTo>
                  <a:lnTo>
                    <a:pt x="96813" y="268248"/>
                  </a:lnTo>
                  <a:lnTo>
                    <a:pt x="141305" y="304753"/>
                  </a:lnTo>
                  <a:lnTo>
                    <a:pt x="196013" y="343023"/>
                  </a:lnTo>
                  <a:lnTo>
                    <a:pt x="242418" y="373208"/>
                  </a:lnTo>
                  <a:lnTo>
                    <a:pt x="262002" y="385459"/>
                  </a:lnTo>
                  <a:lnTo>
                    <a:pt x="306105" y="342046"/>
                  </a:lnTo>
                  <a:lnTo>
                    <a:pt x="285122" y="294205"/>
                  </a:lnTo>
                  <a:lnTo>
                    <a:pt x="263951" y="249475"/>
                  </a:lnTo>
                  <a:lnTo>
                    <a:pt x="242725" y="210438"/>
                  </a:lnTo>
                  <a:lnTo>
                    <a:pt x="193364" y="146992"/>
                  </a:lnTo>
                  <a:lnTo>
                    <a:pt x="160675" y="110326"/>
                  </a:lnTo>
                  <a:lnTo>
                    <a:pt x="130917" y="41780"/>
                  </a:lnTo>
                  <a:lnTo>
                    <a:pt x="113246" y="8219"/>
                  </a:lnTo>
                  <a:lnTo>
                    <a:pt x="100685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9" name="object 13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238544" y="8248210"/>
              <a:ext cx="113808" cy="137332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17555176" y="7708910"/>
              <a:ext cx="378460" cy="1398270"/>
            </a:xfrm>
            <a:custGeom>
              <a:avLst/>
              <a:gdLst/>
              <a:ahLst/>
              <a:cxnLst/>
              <a:rect l="l" t="t" r="r" b="b"/>
              <a:pathLst>
                <a:path w="378459" h="1398270">
                  <a:moveTo>
                    <a:pt x="0" y="0"/>
                  </a:moveTo>
                  <a:lnTo>
                    <a:pt x="46058" y="40141"/>
                  </a:lnTo>
                  <a:lnTo>
                    <a:pt x="94657" y="77413"/>
                  </a:lnTo>
                  <a:lnTo>
                    <a:pt x="143070" y="112060"/>
                  </a:lnTo>
                  <a:lnTo>
                    <a:pt x="188568" y="144325"/>
                  </a:lnTo>
                  <a:lnTo>
                    <a:pt x="228426" y="174452"/>
                  </a:lnTo>
                  <a:lnTo>
                    <a:pt x="259915" y="202685"/>
                  </a:lnTo>
                  <a:lnTo>
                    <a:pt x="280309" y="229267"/>
                  </a:lnTo>
                  <a:lnTo>
                    <a:pt x="286881" y="254442"/>
                  </a:lnTo>
                  <a:lnTo>
                    <a:pt x="297100" y="460713"/>
                  </a:lnTo>
                  <a:lnTo>
                    <a:pt x="322830" y="850680"/>
                  </a:lnTo>
                  <a:lnTo>
                    <a:pt x="349184" y="1228374"/>
                  </a:lnTo>
                  <a:lnTo>
                    <a:pt x="361276" y="1397821"/>
                  </a:lnTo>
                  <a:lnTo>
                    <a:pt x="373943" y="783486"/>
                  </a:lnTo>
                  <a:lnTo>
                    <a:pt x="378464" y="459589"/>
                  </a:lnTo>
                  <a:lnTo>
                    <a:pt x="375109" y="318924"/>
                  </a:lnTo>
                  <a:lnTo>
                    <a:pt x="364145" y="254285"/>
                  </a:lnTo>
                  <a:lnTo>
                    <a:pt x="330721" y="199927"/>
                  </a:lnTo>
                  <a:lnTo>
                    <a:pt x="300105" y="173216"/>
                  </a:lnTo>
                  <a:lnTo>
                    <a:pt x="261264" y="145720"/>
                  </a:lnTo>
                  <a:lnTo>
                    <a:pt x="214982" y="116615"/>
                  </a:lnTo>
                  <a:lnTo>
                    <a:pt x="103231" y="50285"/>
                  </a:lnTo>
                  <a:lnTo>
                    <a:pt x="39328" y="11413"/>
                  </a:lnTo>
                  <a:lnTo>
                    <a:pt x="29508" y="7341"/>
                  </a:lnTo>
                  <a:lnTo>
                    <a:pt x="16397" y="36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7314406" y="7708919"/>
              <a:ext cx="613410" cy="1431925"/>
            </a:xfrm>
            <a:custGeom>
              <a:avLst/>
              <a:gdLst/>
              <a:ahLst/>
              <a:cxnLst/>
              <a:rect l="l" t="t" r="r" b="b"/>
              <a:pathLst>
                <a:path w="613409" h="1431925">
                  <a:moveTo>
                    <a:pt x="296202" y="279146"/>
                  </a:moveTo>
                  <a:lnTo>
                    <a:pt x="284568" y="241769"/>
                  </a:lnTo>
                  <a:lnTo>
                    <a:pt x="264934" y="205066"/>
                  </a:lnTo>
                  <a:lnTo>
                    <a:pt x="238417" y="169062"/>
                  </a:lnTo>
                  <a:lnTo>
                    <a:pt x="206159" y="133781"/>
                  </a:lnTo>
                  <a:lnTo>
                    <a:pt x="169265" y="99212"/>
                  </a:lnTo>
                  <a:lnTo>
                    <a:pt x="128879" y="65379"/>
                  </a:lnTo>
                  <a:lnTo>
                    <a:pt x="86106" y="32308"/>
                  </a:lnTo>
                  <a:lnTo>
                    <a:pt x="42087" y="0"/>
                  </a:lnTo>
                  <a:lnTo>
                    <a:pt x="25158" y="1943"/>
                  </a:lnTo>
                  <a:lnTo>
                    <a:pt x="11201" y="4013"/>
                  </a:lnTo>
                  <a:lnTo>
                    <a:pt x="0" y="6502"/>
                  </a:lnTo>
                  <a:lnTo>
                    <a:pt x="117944" y="231736"/>
                  </a:lnTo>
                  <a:lnTo>
                    <a:pt x="136728" y="229743"/>
                  </a:lnTo>
                  <a:lnTo>
                    <a:pt x="178269" y="234340"/>
                  </a:lnTo>
                  <a:lnTo>
                    <a:pt x="220345" y="261366"/>
                  </a:lnTo>
                  <a:lnTo>
                    <a:pt x="240766" y="326682"/>
                  </a:lnTo>
                  <a:lnTo>
                    <a:pt x="239039" y="411187"/>
                  </a:lnTo>
                  <a:lnTo>
                    <a:pt x="216052" y="554101"/>
                  </a:lnTo>
                  <a:lnTo>
                    <a:pt x="151638" y="858659"/>
                  </a:lnTo>
                  <a:lnTo>
                    <a:pt x="25641" y="1428127"/>
                  </a:lnTo>
                  <a:lnTo>
                    <a:pt x="77368" y="1431442"/>
                  </a:lnTo>
                  <a:lnTo>
                    <a:pt x="114287" y="1265542"/>
                  </a:lnTo>
                  <a:lnTo>
                    <a:pt x="194056" y="893013"/>
                  </a:lnTo>
                  <a:lnTo>
                    <a:pt x="270179" y="501624"/>
                  </a:lnTo>
                  <a:lnTo>
                    <a:pt x="296202" y="279146"/>
                  </a:lnTo>
                  <a:close/>
                </a:path>
                <a:path w="613409" h="1431925">
                  <a:moveTo>
                    <a:pt x="612927" y="801865"/>
                  </a:moveTo>
                  <a:lnTo>
                    <a:pt x="604774" y="721728"/>
                  </a:lnTo>
                  <a:lnTo>
                    <a:pt x="587527" y="540664"/>
                  </a:lnTo>
                  <a:lnTo>
                    <a:pt x="571969" y="347662"/>
                  </a:lnTo>
                  <a:lnTo>
                    <a:pt x="568896" y="231736"/>
                  </a:lnTo>
                  <a:lnTo>
                    <a:pt x="571931" y="212344"/>
                  </a:lnTo>
                  <a:lnTo>
                    <a:pt x="575564" y="201345"/>
                  </a:lnTo>
                  <a:lnTo>
                    <a:pt x="582142" y="194716"/>
                  </a:lnTo>
                  <a:lnTo>
                    <a:pt x="594042" y="188353"/>
                  </a:lnTo>
                  <a:lnTo>
                    <a:pt x="574141" y="174688"/>
                  </a:lnTo>
                  <a:lnTo>
                    <a:pt x="532523" y="147167"/>
                  </a:lnTo>
                  <a:lnTo>
                    <a:pt x="479272" y="112331"/>
                  </a:lnTo>
                  <a:lnTo>
                    <a:pt x="378307" y="46939"/>
                  </a:lnTo>
                  <a:lnTo>
                    <a:pt x="332422" y="18770"/>
                  </a:lnTo>
                  <a:lnTo>
                    <a:pt x="287718" y="6794"/>
                  </a:lnTo>
                  <a:lnTo>
                    <a:pt x="240766" y="0"/>
                  </a:lnTo>
                  <a:lnTo>
                    <a:pt x="281559" y="39560"/>
                  </a:lnTo>
                  <a:lnTo>
                    <a:pt x="325869" y="75476"/>
                  </a:lnTo>
                  <a:lnTo>
                    <a:pt x="371094" y="108292"/>
                  </a:lnTo>
                  <a:lnTo>
                    <a:pt x="414591" y="138582"/>
                  </a:lnTo>
                  <a:lnTo>
                    <a:pt x="453732" y="166890"/>
                  </a:lnTo>
                  <a:lnTo>
                    <a:pt x="485902" y="193814"/>
                  </a:lnTo>
                  <a:lnTo>
                    <a:pt x="518769" y="245681"/>
                  </a:lnTo>
                  <a:lnTo>
                    <a:pt x="528497" y="329412"/>
                  </a:lnTo>
                  <a:lnTo>
                    <a:pt x="540423" y="477329"/>
                  </a:lnTo>
                  <a:lnTo>
                    <a:pt x="562330" y="797458"/>
                  </a:lnTo>
                  <a:lnTo>
                    <a:pt x="602043" y="1397825"/>
                  </a:lnTo>
                  <a:lnTo>
                    <a:pt x="612927" y="801865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6961842" y="7720935"/>
              <a:ext cx="363220" cy="328930"/>
            </a:xfrm>
            <a:custGeom>
              <a:avLst/>
              <a:gdLst/>
              <a:ahLst/>
              <a:cxnLst/>
              <a:rect l="l" t="t" r="r" b="b"/>
              <a:pathLst>
                <a:path w="363219" h="328929">
                  <a:moveTo>
                    <a:pt x="340450" y="0"/>
                  </a:moveTo>
                  <a:lnTo>
                    <a:pt x="283833" y="15603"/>
                  </a:lnTo>
                  <a:lnTo>
                    <a:pt x="232373" y="39324"/>
                  </a:lnTo>
                  <a:lnTo>
                    <a:pt x="186060" y="69250"/>
                  </a:lnTo>
                  <a:lnTo>
                    <a:pt x="144885" y="103465"/>
                  </a:lnTo>
                  <a:lnTo>
                    <a:pt x="108842" y="140055"/>
                  </a:lnTo>
                  <a:lnTo>
                    <a:pt x="77920" y="177108"/>
                  </a:lnTo>
                  <a:lnTo>
                    <a:pt x="52112" y="212708"/>
                  </a:lnTo>
                  <a:lnTo>
                    <a:pt x="31410" y="244942"/>
                  </a:lnTo>
                  <a:lnTo>
                    <a:pt x="2460" y="297163"/>
                  </a:lnTo>
                  <a:lnTo>
                    <a:pt x="0" y="302891"/>
                  </a:lnTo>
                  <a:lnTo>
                    <a:pt x="43219" y="305315"/>
                  </a:lnTo>
                  <a:lnTo>
                    <a:pt x="91940" y="309803"/>
                  </a:lnTo>
                  <a:lnTo>
                    <a:pt x="139281" y="317300"/>
                  </a:lnTo>
                  <a:lnTo>
                    <a:pt x="172256" y="328482"/>
                  </a:lnTo>
                  <a:lnTo>
                    <a:pt x="196160" y="326063"/>
                  </a:lnTo>
                  <a:lnTo>
                    <a:pt x="239020" y="309891"/>
                  </a:lnTo>
                  <a:lnTo>
                    <a:pt x="286421" y="284405"/>
                  </a:lnTo>
                  <a:lnTo>
                    <a:pt x="323948" y="254044"/>
                  </a:lnTo>
                  <a:lnTo>
                    <a:pt x="350758" y="207006"/>
                  </a:lnTo>
                  <a:lnTo>
                    <a:pt x="362229" y="151828"/>
                  </a:lnTo>
                  <a:lnTo>
                    <a:pt x="362646" y="96025"/>
                  </a:lnTo>
                  <a:lnTo>
                    <a:pt x="356297" y="47111"/>
                  </a:lnTo>
                  <a:lnTo>
                    <a:pt x="347469" y="12598"/>
                  </a:lnTo>
                  <a:lnTo>
                    <a:pt x="340450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7740324" y="8151890"/>
              <a:ext cx="100330" cy="1144270"/>
            </a:xfrm>
            <a:custGeom>
              <a:avLst/>
              <a:gdLst/>
              <a:ahLst/>
              <a:cxnLst/>
              <a:rect l="l" t="t" r="r" b="b"/>
              <a:pathLst>
                <a:path w="100330" h="1144270">
                  <a:moveTo>
                    <a:pt x="23902" y="0"/>
                  </a:moveTo>
                  <a:lnTo>
                    <a:pt x="9941" y="21393"/>
                  </a:lnTo>
                  <a:lnTo>
                    <a:pt x="2309" y="52385"/>
                  </a:lnTo>
                  <a:lnTo>
                    <a:pt x="0" y="91604"/>
                  </a:lnTo>
                  <a:lnTo>
                    <a:pt x="2003" y="137676"/>
                  </a:lnTo>
                  <a:lnTo>
                    <a:pt x="7312" y="189229"/>
                  </a:lnTo>
                  <a:lnTo>
                    <a:pt x="14919" y="244892"/>
                  </a:lnTo>
                  <a:lnTo>
                    <a:pt x="32990" y="363052"/>
                  </a:lnTo>
                  <a:lnTo>
                    <a:pt x="41439" y="422806"/>
                  </a:lnTo>
                  <a:lnTo>
                    <a:pt x="48153" y="481179"/>
                  </a:lnTo>
                  <a:lnTo>
                    <a:pt x="53853" y="552407"/>
                  </a:lnTo>
                  <a:lnTo>
                    <a:pt x="56640" y="614902"/>
                  </a:lnTo>
                  <a:lnTo>
                    <a:pt x="56994" y="669906"/>
                  </a:lnTo>
                  <a:lnTo>
                    <a:pt x="55399" y="718664"/>
                  </a:lnTo>
                  <a:lnTo>
                    <a:pt x="52339" y="762419"/>
                  </a:lnTo>
                  <a:lnTo>
                    <a:pt x="48296" y="802413"/>
                  </a:lnTo>
                  <a:lnTo>
                    <a:pt x="39192" y="876097"/>
                  </a:lnTo>
                  <a:lnTo>
                    <a:pt x="35098" y="912272"/>
                  </a:lnTo>
                  <a:lnTo>
                    <a:pt x="30239" y="989508"/>
                  </a:lnTo>
                  <a:lnTo>
                    <a:pt x="30440" y="1033056"/>
                  </a:lnTo>
                  <a:lnTo>
                    <a:pt x="33040" y="1081547"/>
                  </a:lnTo>
                  <a:lnTo>
                    <a:pt x="38519" y="1136227"/>
                  </a:lnTo>
                  <a:lnTo>
                    <a:pt x="40781" y="1143976"/>
                  </a:lnTo>
                  <a:lnTo>
                    <a:pt x="43997" y="1139736"/>
                  </a:lnTo>
                  <a:lnTo>
                    <a:pt x="68495" y="1014579"/>
                  </a:lnTo>
                  <a:lnTo>
                    <a:pt x="80291" y="927185"/>
                  </a:lnTo>
                  <a:lnTo>
                    <a:pt x="89106" y="845737"/>
                  </a:lnTo>
                  <a:lnTo>
                    <a:pt x="95183" y="769960"/>
                  </a:lnTo>
                  <a:lnTo>
                    <a:pt x="98768" y="699578"/>
                  </a:lnTo>
                  <a:lnTo>
                    <a:pt x="100105" y="634314"/>
                  </a:lnTo>
                  <a:lnTo>
                    <a:pt x="99439" y="573894"/>
                  </a:lnTo>
                  <a:lnTo>
                    <a:pt x="97015" y="518041"/>
                  </a:lnTo>
                  <a:lnTo>
                    <a:pt x="93078" y="466479"/>
                  </a:lnTo>
                  <a:lnTo>
                    <a:pt x="87871" y="418933"/>
                  </a:lnTo>
                  <a:lnTo>
                    <a:pt x="81640" y="375127"/>
                  </a:lnTo>
                  <a:lnTo>
                    <a:pt x="74630" y="334784"/>
                  </a:lnTo>
                  <a:lnTo>
                    <a:pt x="59249" y="263386"/>
                  </a:lnTo>
                  <a:lnTo>
                    <a:pt x="29901" y="150015"/>
                  </a:lnTo>
                  <a:lnTo>
                    <a:pt x="24286" y="126194"/>
                  </a:lnTo>
                  <a:lnTo>
                    <a:pt x="19849" y="103629"/>
                  </a:lnTo>
                  <a:lnTo>
                    <a:pt x="16835" y="82045"/>
                  </a:lnTo>
                  <a:lnTo>
                    <a:pt x="15489" y="61166"/>
                  </a:lnTo>
                  <a:lnTo>
                    <a:pt x="16055" y="40716"/>
                  </a:lnTo>
                  <a:lnTo>
                    <a:pt x="18778" y="20419"/>
                  </a:lnTo>
                  <a:lnTo>
                    <a:pt x="23902" y="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7247700" y="8246811"/>
              <a:ext cx="179749" cy="204955"/>
            </a:xfrm>
            <a:prstGeom prst="rect">
              <a:avLst/>
            </a:prstGeom>
          </p:spPr>
        </p:pic>
        <p:pic>
          <p:nvPicPr>
            <p:cNvPr id="145" name="object 14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7268641" y="7466469"/>
              <a:ext cx="76241" cy="90500"/>
            </a:xfrm>
            <a:prstGeom prst="rect">
              <a:avLst/>
            </a:prstGeom>
          </p:spPr>
        </p:pic>
      </p:grpSp>
      <p:grpSp>
        <p:nvGrpSpPr>
          <p:cNvPr id="146" name="object 146" descr=""/>
          <p:cNvGrpSpPr/>
          <p:nvPr/>
        </p:nvGrpSpPr>
        <p:grpSpPr>
          <a:xfrm>
            <a:off x="14752508" y="7403235"/>
            <a:ext cx="1970405" cy="2579370"/>
            <a:chOff x="14752508" y="7403235"/>
            <a:chExt cx="1970405" cy="2579370"/>
          </a:xfrm>
        </p:grpSpPr>
        <p:sp>
          <p:nvSpPr>
            <p:cNvPr id="147" name="object 147" descr=""/>
            <p:cNvSpPr/>
            <p:nvPr/>
          </p:nvSpPr>
          <p:spPr>
            <a:xfrm>
              <a:off x="16301754" y="8685381"/>
              <a:ext cx="56515" cy="1116330"/>
            </a:xfrm>
            <a:custGeom>
              <a:avLst/>
              <a:gdLst/>
              <a:ahLst/>
              <a:cxnLst/>
              <a:rect l="l" t="t" r="r" b="b"/>
              <a:pathLst>
                <a:path w="56515" h="1116329">
                  <a:moveTo>
                    <a:pt x="52501" y="0"/>
                  </a:moveTo>
                  <a:lnTo>
                    <a:pt x="0" y="178"/>
                  </a:lnTo>
                  <a:lnTo>
                    <a:pt x="3528" y="1115913"/>
                  </a:lnTo>
                  <a:lnTo>
                    <a:pt x="56029" y="1115746"/>
                  </a:lnTo>
                  <a:lnTo>
                    <a:pt x="52501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6238602" y="9789286"/>
              <a:ext cx="186381" cy="189481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15432811" y="9129540"/>
              <a:ext cx="814069" cy="805815"/>
            </a:xfrm>
            <a:custGeom>
              <a:avLst/>
              <a:gdLst/>
              <a:ahLst/>
              <a:cxnLst/>
              <a:rect l="l" t="t" r="r" b="b"/>
              <a:pathLst>
                <a:path w="814069" h="805815">
                  <a:moveTo>
                    <a:pt x="813904" y="348805"/>
                  </a:moveTo>
                  <a:lnTo>
                    <a:pt x="739533" y="355523"/>
                  </a:lnTo>
                  <a:lnTo>
                    <a:pt x="691108" y="361530"/>
                  </a:lnTo>
                  <a:lnTo>
                    <a:pt x="634098" y="368947"/>
                  </a:lnTo>
                  <a:lnTo>
                    <a:pt x="502208" y="386778"/>
                  </a:lnTo>
                  <a:lnTo>
                    <a:pt x="413994" y="399122"/>
                  </a:lnTo>
                  <a:lnTo>
                    <a:pt x="459867" y="363067"/>
                  </a:lnTo>
                  <a:lnTo>
                    <a:pt x="558507" y="286092"/>
                  </a:lnTo>
                  <a:lnTo>
                    <a:pt x="641413" y="222072"/>
                  </a:lnTo>
                  <a:lnTo>
                    <a:pt x="674319" y="197027"/>
                  </a:lnTo>
                  <a:lnTo>
                    <a:pt x="717791" y="165125"/>
                  </a:lnTo>
                  <a:lnTo>
                    <a:pt x="726236" y="159931"/>
                  </a:lnTo>
                  <a:lnTo>
                    <a:pt x="724928" y="153250"/>
                  </a:lnTo>
                  <a:lnTo>
                    <a:pt x="663727" y="196723"/>
                  </a:lnTo>
                  <a:lnTo>
                    <a:pt x="624662" y="226453"/>
                  </a:lnTo>
                  <a:lnTo>
                    <a:pt x="578866" y="261747"/>
                  </a:lnTo>
                  <a:lnTo>
                    <a:pt x="473214" y="343966"/>
                  </a:lnTo>
                  <a:lnTo>
                    <a:pt x="405523" y="397141"/>
                  </a:lnTo>
                  <a:lnTo>
                    <a:pt x="437337" y="279946"/>
                  </a:lnTo>
                  <a:lnTo>
                    <a:pt x="513740" y="1841"/>
                  </a:lnTo>
                  <a:lnTo>
                    <a:pt x="507288" y="0"/>
                  </a:lnTo>
                  <a:lnTo>
                    <a:pt x="428764" y="285699"/>
                  </a:lnTo>
                  <a:lnTo>
                    <a:pt x="399542" y="393433"/>
                  </a:lnTo>
                  <a:lnTo>
                    <a:pt x="368363" y="315150"/>
                  </a:lnTo>
                  <a:lnTo>
                    <a:pt x="317868" y="190004"/>
                  </a:lnTo>
                  <a:lnTo>
                    <a:pt x="295783" y="136067"/>
                  </a:lnTo>
                  <a:lnTo>
                    <a:pt x="276783" y="90373"/>
                  </a:lnTo>
                  <a:lnTo>
                    <a:pt x="261594" y="54800"/>
                  </a:lnTo>
                  <a:lnTo>
                    <a:pt x="245465" y="21475"/>
                  </a:lnTo>
                  <a:lnTo>
                    <a:pt x="241033" y="26568"/>
                  </a:lnTo>
                  <a:lnTo>
                    <a:pt x="245757" y="35382"/>
                  </a:lnTo>
                  <a:lnTo>
                    <a:pt x="254736" y="55346"/>
                  </a:lnTo>
                  <a:lnTo>
                    <a:pt x="283502" y="123698"/>
                  </a:lnTo>
                  <a:lnTo>
                    <a:pt x="323380" y="221462"/>
                  </a:lnTo>
                  <a:lnTo>
                    <a:pt x="370433" y="338493"/>
                  </a:lnTo>
                  <a:lnTo>
                    <a:pt x="390245" y="388289"/>
                  </a:lnTo>
                  <a:lnTo>
                    <a:pt x="328422" y="339013"/>
                  </a:lnTo>
                  <a:lnTo>
                    <a:pt x="223329" y="256044"/>
                  </a:lnTo>
                  <a:lnTo>
                    <a:pt x="177774" y="220446"/>
                  </a:lnTo>
                  <a:lnTo>
                    <a:pt x="138925" y="190436"/>
                  </a:lnTo>
                  <a:lnTo>
                    <a:pt x="108318" y="167284"/>
                  </a:lnTo>
                  <a:lnTo>
                    <a:pt x="78003" y="146545"/>
                  </a:lnTo>
                  <a:lnTo>
                    <a:pt x="76657" y="153212"/>
                  </a:lnTo>
                  <a:lnTo>
                    <a:pt x="85064" y="158457"/>
                  </a:lnTo>
                  <a:lnTo>
                    <a:pt x="102641" y="171221"/>
                  </a:lnTo>
                  <a:lnTo>
                    <a:pt x="161061" y="215938"/>
                  </a:lnTo>
                  <a:lnTo>
                    <a:pt x="243522" y="280543"/>
                  </a:lnTo>
                  <a:lnTo>
                    <a:pt x="341642" y="358203"/>
                  </a:lnTo>
                  <a:lnTo>
                    <a:pt x="386956" y="394335"/>
                  </a:lnTo>
                  <a:lnTo>
                    <a:pt x="309714" y="372681"/>
                  </a:lnTo>
                  <a:lnTo>
                    <a:pt x="181292" y="337312"/>
                  </a:lnTo>
                  <a:lnTo>
                    <a:pt x="125755" y="322313"/>
                  </a:lnTo>
                  <a:lnTo>
                    <a:pt x="78524" y="309854"/>
                  </a:lnTo>
                  <a:lnTo>
                    <a:pt x="41503" y="300482"/>
                  </a:lnTo>
                  <a:lnTo>
                    <a:pt x="5676" y="293230"/>
                  </a:lnTo>
                  <a:lnTo>
                    <a:pt x="6959" y="299910"/>
                  </a:lnTo>
                  <a:lnTo>
                    <a:pt x="16700" y="301447"/>
                  </a:lnTo>
                  <a:lnTo>
                    <a:pt x="37757" y="306349"/>
                  </a:lnTo>
                  <a:lnTo>
                    <a:pt x="108623" y="324713"/>
                  </a:lnTo>
                  <a:lnTo>
                    <a:pt x="209207" y="351993"/>
                  </a:lnTo>
                  <a:lnTo>
                    <a:pt x="329196" y="385203"/>
                  </a:lnTo>
                  <a:lnTo>
                    <a:pt x="390474" y="402399"/>
                  </a:lnTo>
                  <a:lnTo>
                    <a:pt x="288925" y="416598"/>
                  </a:lnTo>
                  <a:lnTo>
                    <a:pt x="0" y="458038"/>
                  </a:lnTo>
                  <a:lnTo>
                    <a:pt x="939" y="464794"/>
                  </a:lnTo>
                  <a:lnTo>
                    <a:pt x="282181" y="424472"/>
                  </a:lnTo>
                  <a:lnTo>
                    <a:pt x="389953" y="409384"/>
                  </a:lnTo>
                  <a:lnTo>
                    <a:pt x="302856" y="477799"/>
                  </a:lnTo>
                  <a:lnTo>
                    <a:pt x="72593" y="659993"/>
                  </a:lnTo>
                  <a:lnTo>
                    <a:pt x="76708" y="665365"/>
                  </a:lnTo>
                  <a:lnTo>
                    <a:pt x="300863" y="488035"/>
                  </a:lnTo>
                  <a:lnTo>
                    <a:pt x="393661" y="415099"/>
                  </a:lnTo>
                  <a:lnTo>
                    <a:pt x="371551" y="496709"/>
                  </a:lnTo>
                  <a:lnTo>
                    <a:pt x="336765" y="627265"/>
                  </a:lnTo>
                  <a:lnTo>
                    <a:pt x="322021" y="683729"/>
                  </a:lnTo>
                  <a:lnTo>
                    <a:pt x="309765" y="731748"/>
                  </a:lnTo>
                  <a:lnTo>
                    <a:pt x="300545" y="769391"/>
                  </a:lnTo>
                  <a:lnTo>
                    <a:pt x="293408" y="805815"/>
                  </a:lnTo>
                  <a:lnTo>
                    <a:pt x="299986" y="804506"/>
                  </a:lnTo>
                  <a:lnTo>
                    <a:pt x="301498" y="794600"/>
                  </a:lnTo>
                  <a:lnTo>
                    <a:pt x="306311" y="773188"/>
                  </a:lnTo>
                  <a:lnTo>
                    <a:pt x="324370" y="701154"/>
                  </a:lnTo>
                  <a:lnTo>
                    <a:pt x="351218" y="598893"/>
                  </a:lnTo>
                  <a:lnTo>
                    <a:pt x="383882" y="476910"/>
                  </a:lnTo>
                  <a:lnTo>
                    <a:pt x="400748" y="414680"/>
                  </a:lnTo>
                  <a:lnTo>
                    <a:pt x="445833" y="527888"/>
                  </a:lnTo>
                  <a:lnTo>
                    <a:pt x="551573" y="795883"/>
                  </a:lnTo>
                  <a:lnTo>
                    <a:pt x="557796" y="793343"/>
                  </a:lnTo>
                  <a:lnTo>
                    <a:pt x="449199" y="518020"/>
                  </a:lnTo>
                  <a:lnTo>
                    <a:pt x="405955" y="409498"/>
                  </a:lnTo>
                  <a:lnTo>
                    <a:pt x="499795" y="484289"/>
                  </a:lnTo>
                  <a:lnTo>
                    <a:pt x="722744" y="663168"/>
                  </a:lnTo>
                  <a:lnTo>
                    <a:pt x="726897" y="657834"/>
                  </a:lnTo>
                  <a:lnTo>
                    <a:pt x="497878" y="474027"/>
                  </a:lnTo>
                  <a:lnTo>
                    <a:pt x="417487" y="409981"/>
                  </a:lnTo>
                  <a:lnTo>
                    <a:pt x="522935" y="439547"/>
                  </a:lnTo>
                  <a:lnTo>
                    <a:pt x="796480" y="517232"/>
                  </a:lnTo>
                  <a:lnTo>
                    <a:pt x="798296" y="510679"/>
                  </a:lnTo>
                  <a:lnTo>
                    <a:pt x="517271" y="430847"/>
                  </a:lnTo>
                  <a:lnTo>
                    <a:pt x="423722" y="404647"/>
                  </a:lnTo>
                  <a:lnTo>
                    <a:pt x="481279" y="396582"/>
                  </a:lnTo>
                  <a:lnTo>
                    <a:pt x="604520" y="379768"/>
                  </a:lnTo>
                  <a:lnTo>
                    <a:pt x="707771" y="366204"/>
                  </a:lnTo>
                  <a:lnTo>
                    <a:pt x="748576" y="361149"/>
                  </a:lnTo>
                  <a:lnTo>
                    <a:pt x="801903" y="355473"/>
                  </a:lnTo>
                  <a:lnTo>
                    <a:pt x="811771" y="355257"/>
                  </a:lnTo>
                  <a:lnTo>
                    <a:pt x="813904" y="348805"/>
                  </a:lnTo>
                  <a:close/>
                </a:path>
              </a:pathLst>
            </a:custGeom>
            <a:solidFill>
              <a:srgbClr val="0262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5772234" y="9486329"/>
              <a:ext cx="111703" cy="113556"/>
            </a:xfrm>
            <a:prstGeom prst="rect">
              <a:avLst/>
            </a:prstGeom>
          </p:spPr>
        </p:pic>
        <p:sp>
          <p:nvSpPr>
            <p:cNvPr id="151" name="object 151" descr=""/>
            <p:cNvSpPr/>
            <p:nvPr/>
          </p:nvSpPr>
          <p:spPr>
            <a:xfrm>
              <a:off x="15009419" y="7977993"/>
              <a:ext cx="1257935" cy="2002789"/>
            </a:xfrm>
            <a:custGeom>
              <a:avLst/>
              <a:gdLst/>
              <a:ahLst/>
              <a:cxnLst/>
              <a:rect l="l" t="t" r="r" b="b"/>
              <a:pathLst>
                <a:path w="1257934" h="2002790">
                  <a:moveTo>
                    <a:pt x="1057313" y="1046695"/>
                  </a:moveTo>
                  <a:lnTo>
                    <a:pt x="699350" y="266"/>
                  </a:lnTo>
                  <a:lnTo>
                    <a:pt x="698982" y="0"/>
                  </a:lnTo>
                  <a:lnTo>
                    <a:pt x="457" y="10185"/>
                  </a:lnTo>
                  <a:lnTo>
                    <a:pt x="0" y="10820"/>
                  </a:lnTo>
                  <a:lnTo>
                    <a:pt x="301117" y="1057071"/>
                  </a:lnTo>
                  <a:lnTo>
                    <a:pt x="1057313" y="1046695"/>
                  </a:lnTo>
                  <a:close/>
                </a:path>
                <a:path w="1257934" h="2002790">
                  <a:moveTo>
                    <a:pt x="1257642" y="1554670"/>
                  </a:moveTo>
                  <a:lnTo>
                    <a:pt x="1254912" y="1506118"/>
                  </a:lnTo>
                  <a:lnTo>
                    <a:pt x="1247190" y="1459077"/>
                  </a:lnTo>
                  <a:lnTo>
                    <a:pt x="1234770" y="1413827"/>
                  </a:lnTo>
                  <a:lnTo>
                    <a:pt x="1217917" y="1370647"/>
                  </a:lnTo>
                  <a:lnTo>
                    <a:pt x="1210716" y="1356652"/>
                  </a:lnTo>
                  <a:lnTo>
                    <a:pt x="1210716" y="1554835"/>
                  </a:lnTo>
                  <a:lnTo>
                    <a:pt x="1208227" y="1601254"/>
                  </a:lnTo>
                  <a:lnTo>
                    <a:pt x="1200632" y="1646148"/>
                  </a:lnTo>
                  <a:lnTo>
                    <a:pt x="1188250" y="1689201"/>
                  </a:lnTo>
                  <a:lnTo>
                    <a:pt x="1171359" y="1730108"/>
                  </a:lnTo>
                  <a:lnTo>
                    <a:pt x="1150264" y="1768563"/>
                  </a:lnTo>
                  <a:lnTo>
                    <a:pt x="1125258" y="1804276"/>
                  </a:lnTo>
                  <a:lnTo>
                    <a:pt x="1096645" y="1836940"/>
                  </a:lnTo>
                  <a:lnTo>
                    <a:pt x="1064704" y="1866239"/>
                  </a:lnTo>
                  <a:lnTo>
                    <a:pt x="1029741" y="1891893"/>
                  </a:lnTo>
                  <a:lnTo>
                    <a:pt x="992047" y="1913585"/>
                  </a:lnTo>
                  <a:lnTo>
                    <a:pt x="951915" y="1931022"/>
                  </a:lnTo>
                  <a:lnTo>
                    <a:pt x="909662" y="1943887"/>
                  </a:lnTo>
                  <a:lnTo>
                    <a:pt x="865555" y="1951888"/>
                  </a:lnTo>
                  <a:lnTo>
                    <a:pt x="819899" y="1954720"/>
                  </a:lnTo>
                  <a:lnTo>
                    <a:pt x="774230" y="1952193"/>
                  </a:lnTo>
                  <a:lnTo>
                    <a:pt x="730072" y="1944471"/>
                  </a:lnTo>
                  <a:lnTo>
                    <a:pt x="687717" y="1931885"/>
                  </a:lnTo>
                  <a:lnTo>
                    <a:pt x="647484" y="1914715"/>
                  </a:lnTo>
                  <a:lnTo>
                    <a:pt x="609650" y="1893265"/>
                  </a:lnTo>
                  <a:lnTo>
                    <a:pt x="574535" y="1867839"/>
                  </a:lnTo>
                  <a:lnTo>
                    <a:pt x="542404" y="1838744"/>
                  </a:lnTo>
                  <a:lnTo>
                    <a:pt x="513575" y="1806282"/>
                  </a:lnTo>
                  <a:lnTo>
                    <a:pt x="488353" y="1770735"/>
                  </a:lnTo>
                  <a:lnTo>
                    <a:pt x="467017" y="1732407"/>
                  </a:lnTo>
                  <a:lnTo>
                    <a:pt x="449859" y="1691614"/>
                  </a:lnTo>
                  <a:lnTo>
                    <a:pt x="437210" y="1648650"/>
                  </a:lnTo>
                  <a:lnTo>
                    <a:pt x="429336" y="1603806"/>
                  </a:lnTo>
                  <a:lnTo>
                    <a:pt x="426542" y="1557401"/>
                  </a:lnTo>
                  <a:lnTo>
                    <a:pt x="429044" y="1510969"/>
                  </a:lnTo>
                  <a:lnTo>
                    <a:pt x="436638" y="1466075"/>
                  </a:lnTo>
                  <a:lnTo>
                    <a:pt x="449021" y="1423022"/>
                  </a:lnTo>
                  <a:lnTo>
                    <a:pt x="465912" y="1382115"/>
                  </a:lnTo>
                  <a:lnTo>
                    <a:pt x="486994" y="1343660"/>
                  </a:lnTo>
                  <a:lnTo>
                    <a:pt x="512000" y="1307947"/>
                  </a:lnTo>
                  <a:lnTo>
                    <a:pt x="540626" y="1275283"/>
                  </a:lnTo>
                  <a:lnTo>
                    <a:pt x="572566" y="1245984"/>
                  </a:lnTo>
                  <a:lnTo>
                    <a:pt x="607529" y="1220330"/>
                  </a:lnTo>
                  <a:lnTo>
                    <a:pt x="645223" y="1198638"/>
                  </a:lnTo>
                  <a:lnTo>
                    <a:pt x="685342" y="1181214"/>
                  </a:lnTo>
                  <a:lnTo>
                    <a:pt x="727608" y="1168336"/>
                  </a:lnTo>
                  <a:lnTo>
                    <a:pt x="771715" y="1160335"/>
                  </a:lnTo>
                  <a:lnTo>
                    <a:pt x="817372" y="1157503"/>
                  </a:lnTo>
                  <a:lnTo>
                    <a:pt x="863041" y="1160043"/>
                  </a:lnTo>
                  <a:lnTo>
                    <a:pt x="907199" y="1167752"/>
                  </a:lnTo>
                  <a:lnTo>
                    <a:pt x="949540" y="1180350"/>
                  </a:lnTo>
                  <a:lnTo>
                    <a:pt x="989787" y="1197508"/>
                  </a:lnTo>
                  <a:lnTo>
                    <a:pt x="1027607" y="1218958"/>
                  </a:lnTo>
                  <a:lnTo>
                    <a:pt x="1062736" y="1244384"/>
                  </a:lnTo>
                  <a:lnTo>
                    <a:pt x="1094854" y="1273479"/>
                  </a:lnTo>
                  <a:lnTo>
                    <a:pt x="1123683" y="1305953"/>
                  </a:lnTo>
                  <a:lnTo>
                    <a:pt x="1148918" y="1341488"/>
                  </a:lnTo>
                  <a:lnTo>
                    <a:pt x="1170254" y="1379816"/>
                  </a:lnTo>
                  <a:lnTo>
                    <a:pt x="1187399" y="1420609"/>
                  </a:lnTo>
                  <a:lnTo>
                    <a:pt x="1200061" y="1463573"/>
                  </a:lnTo>
                  <a:lnTo>
                    <a:pt x="1207935" y="1508417"/>
                  </a:lnTo>
                  <a:lnTo>
                    <a:pt x="1210716" y="1554835"/>
                  </a:lnTo>
                  <a:lnTo>
                    <a:pt x="1210716" y="1356652"/>
                  </a:lnTo>
                  <a:lnTo>
                    <a:pt x="1171994" y="1291539"/>
                  </a:lnTo>
                  <a:lnTo>
                    <a:pt x="1143457" y="1256169"/>
                  </a:lnTo>
                  <a:lnTo>
                    <a:pt x="1111567" y="1223962"/>
                  </a:lnTo>
                  <a:lnTo>
                    <a:pt x="1076604" y="1195184"/>
                  </a:lnTo>
                  <a:lnTo>
                    <a:pt x="1038821" y="1170101"/>
                  </a:lnTo>
                  <a:lnTo>
                    <a:pt x="998499" y="1148994"/>
                  </a:lnTo>
                  <a:lnTo>
                    <a:pt x="955903" y="1132141"/>
                  </a:lnTo>
                  <a:lnTo>
                    <a:pt x="911313" y="1119809"/>
                  </a:lnTo>
                  <a:lnTo>
                    <a:pt x="864997" y="1112266"/>
                  </a:lnTo>
                  <a:lnTo>
                    <a:pt x="817232" y="1109802"/>
                  </a:lnTo>
                  <a:lnTo>
                    <a:pt x="769467" y="1112583"/>
                  </a:lnTo>
                  <a:lnTo>
                    <a:pt x="723201" y="1120419"/>
                  </a:lnTo>
                  <a:lnTo>
                    <a:pt x="678688" y="1133043"/>
                  </a:lnTo>
                  <a:lnTo>
                    <a:pt x="636193" y="1150175"/>
                  </a:lnTo>
                  <a:lnTo>
                    <a:pt x="596011" y="1171549"/>
                  </a:lnTo>
                  <a:lnTo>
                    <a:pt x="558393" y="1196873"/>
                  </a:lnTo>
                  <a:lnTo>
                    <a:pt x="523608" y="1225880"/>
                  </a:lnTo>
                  <a:lnTo>
                    <a:pt x="491921" y="1258303"/>
                  </a:lnTo>
                  <a:lnTo>
                    <a:pt x="463613" y="1293863"/>
                  </a:lnTo>
                  <a:lnTo>
                    <a:pt x="438937" y="1332268"/>
                  </a:lnTo>
                  <a:lnTo>
                    <a:pt x="418185" y="1373263"/>
                  </a:lnTo>
                  <a:lnTo>
                    <a:pt x="401599" y="1416558"/>
                  </a:lnTo>
                  <a:lnTo>
                    <a:pt x="389470" y="1461897"/>
                  </a:lnTo>
                  <a:lnTo>
                    <a:pt x="382054" y="1508975"/>
                  </a:lnTo>
                  <a:lnTo>
                    <a:pt x="379628" y="1557553"/>
                  </a:lnTo>
                  <a:lnTo>
                    <a:pt x="382358" y="1606105"/>
                  </a:lnTo>
                  <a:lnTo>
                    <a:pt x="390080" y="1653146"/>
                  </a:lnTo>
                  <a:lnTo>
                    <a:pt x="402488" y="1698396"/>
                  </a:lnTo>
                  <a:lnTo>
                    <a:pt x="419341" y="1741589"/>
                  </a:lnTo>
                  <a:lnTo>
                    <a:pt x="440359" y="1782445"/>
                  </a:lnTo>
                  <a:lnTo>
                    <a:pt x="465277" y="1820684"/>
                  </a:lnTo>
                  <a:lnTo>
                    <a:pt x="493814" y="1856054"/>
                  </a:lnTo>
                  <a:lnTo>
                    <a:pt x="525703" y="1888261"/>
                  </a:lnTo>
                  <a:lnTo>
                    <a:pt x="560666" y="1917052"/>
                  </a:lnTo>
                  <a:lnTo>
                    <a:pt x="598449" y="1942122"/>
                  </a:lnTo>
                  <a:lnTo>
                    <a:pt x="638771" y="1963229"/>
                  </a:lnTo>
                  <a:lnTo>
                    <a:pt x="681367" y="1980082"/>
                  </a:lnTo>
                  <a:lnTo>
                    <a:pt x="725944" y="1992426"/>
                  </a:lnTo>
                  <a:lnTo>
                    <a:pt x="772274" y="1999957"/>
                  </a:lnTo>
                  <a:lnTo>
                    <a:pt x="820039" y="2002434"/>
                  </a:lnTo>
                  <a:lnTo>
                    <a:pt x="867803" y="1999653"/>
                  </a:lnTo>
                  <a:lnTo>
                    <a:pt x="914069" y="1991804"/>
                  </a:lnTo>
                  <a:lnTo>
                    <a:pt x="958583" y="1979180"/>
                  </a:lnTo>
                  <a:lnTo>
                    <a:pt x="1001064" y="1962048"/>
                  </a:lnTo>
                  <a:lnTo>
                    <a:pt x="1014831" y="1954720"/>
                  </a:lnTo>
                  <a:lnTo>
                    <a:pt x="1041247" y="1940674"/>
                  </a:lnTo>
                  <a:lnTo>
                    <a:pt x="1078877" y="1915350"/>
                  </a:lnTo>
                  <a:lnTo>
                    <a:pt x="1113663" y="1886343"/>
                  </a:lnTo>
                  <a:lnTo>
                    <a:pt x="1145349" y="1853920"/>
                  </a:lnTo>
                  <a:lnTo>
                    <a:pt x="1173657" y="1818373"/>
                  </a:lnTo>
                  <a:lnTo>
                    <a:pt x="1198321" y="1779955"/>
                  </a:lnTo>
                  <a:lnTo>
                    <a:pt x="1219085" y="1738960"/>
                  </a:lnTo>
                  <a:lnTo>
                    <a:pt x="1235671" y="1695665"/>
                  </a:lnTo>
                  <a:lnTo>
                    <a:pt x="1247800" y="1650326"/>
                  </a:lnTo>
                  <a:lnTo>
                    <a:pt x="1255217" y="1603248"/>
                  </a:lnTo>
                  <a:lnTo>
                    <a:pt x="1257642" y="155467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5230450" y="8962002"/>
              <a:ext cx="1420495" cy="767080"/>
            </a:xfrm>
            <a:custGeom>
              <a:avLst/>
              <a:gdLst/>
              <a:ahLst/>
              <a:cxnLst/>
              <a:rect l="l" t="t" r="r" b="b"/>
              <a:pathLst>
                <a:path w="1420494" h="767079">
                  <a:moveTo>
                    <a:pt x="1420444" y="764819"/>
                  </a:moveTo>
                  <a:lnTo>
                    <a:pt x="1420266" y="712508"/>
                  </a:lnTo>
                  <a:lnTo>
                    <a:pt x="836752" y="714413"/>
                  </a:lnTo>
                  <a:lnTo>
                    <a:pt x="475500" y="83032"/>
                  </a:lnTo>
                  <a:lnTo>
                    <a:pt x="848677" y="81800"/>
                  </a:lnTo>
                  <a:lnTo>
                    <a:pt x="848410" y="0"/>
                  </a:lnTo>
                  <a:lnTo>
                    <a:pt x="428802" y="1384"/>
                  </a:lnTo>
                  <a:lnTo>
                    <a:pt x="0" y="2781"/>
                  </a:lnTo>
                  <a:lnTo>
                    <a:pt x="266" y="84582"/>
                  </a:lnTo>
                  <a:lnTo>
                    <a:pt x="394589" y="83299"/>
                  </a:lnTo>
                  <a:lnTo>
                    <a:pt x="785710" y="766902"/>
                  </a:lnTo>
                  <a:lnTo>
                    <a:pt x="1420444" y="764819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4810816" y="9131573"/>
              <a:ext cx="814069" cy="805815"/>
            </a:xfrm>
            <a:custGeom>
              <a:avLst/>
              <a:gdLst/>
              <a:ahLst/>
              <a:cxnLst/>
              <a:rect l="l" t="t" r="r" b="b"/>
              <a:pathLst>
                <a:path w="814069" h="805815">
                  <a:moveTo>
                    <a:pt x="813904" y="348805"/>
                  </a:moveTo>
                  <a:lnTo>
                    <a:pt x="739533" y="355523"/>
                  </a:lnTo>
                  <a:lnTo>
                    <a:pt x="691095" y="361543"/>
                  </a:lnTo>
                  <a:lnTo>
                    <a:pt x="634098" y="368947"/>
                  </a:lnTo>
                  <a:lnTo>
                    <a:pt x="502208" y="386778"/>
                  </a:lnTo>
                  <a:lnTo>
                    <a:pt x="413994" y="399122"/>
                  </a:lnTo>
                  <a:lnTo>
                    <a:pt x="459867" y="363067"/>
                  </a:lnTo>
                  <a:lnTo>
                    <a:pt x="558507" y="286092"/>
                  </a:lnTo>
                  <a:lnTo>
                    <a:pt x="641413" y="222072"/>
                  </a:lnTo>
                  <a:lnTo>
                    <a:pt x="674319" y="197040"/>
                  </a:lnTo>
                  <a:lnTo>
                    <a:pt x="717791" y="165125"/>
                  </a:lnTo>
                  <a:lnTo>
                    <a:pt x="726236" y="159931"/>
                  </a:lnTo>
                  <a:lnTo>
                    <a:pt x="724928" y="153250"/>
                  </a:lnTo>
                  <a:lnTo>
                    <a:pt x="663727" y="196723"/>
                  </a:lnTo>
                  <a:lnTo>
                    <a:pt x="624662" y="226466"/>
                  </a:lnTo>
                  <a:lnTo>
                    <a:pt x="578866" y="261747"/>
                  </a:lnTo>
                  <a:lnTo>
                    <a:pt x="473214" y="343966"/>
                  </a:lnTo>
                  <a:lnTo>
                    <a:pt x="405511" y="397154"/>
                  </a:lnTo>
                  <a:lnTo>
                    <a:pt x="437337" y="279946"/>
                  </a:lnTo>
                  <a:lnTo>
                    <a:pt x="513740" y="1841"/>
                  </a:lnTo>
                  <a:lnTo>
                    <a:pt x="507288" y="0"/>
                  </a:lnTo>
                  <a:lnTo>
                    <a:pt x="428764" y="285699"/>
                  </a:lnTo>
                  <a:lnTo>
                    <a:pt x="399542" y="393446"/>
                  </a:lnTo>
                  <a:lnTo>
                    <a:pt x="368363" y="315150"/>
                  </a:lnTo>
                  <a:lnTo>
                    <a:pt x="317855" y="190004"/>
                  </a:lnTo>
                  <a:lnTo>
                    <a:pt x="295783" y="136067"/>
                  </a:lnTo>
                  <a:lnTo>
                    <a:pt x="276783" y="90373"/>
                  </a:lnTo>
                  <a:lnTo>
                    <a:pt x="261581" y="54800"/>
                  </a:lnTo>
                  <a:lnTo>
                    <a:pt x="245465" y="21475"/>
                  </a:lnTo>
                  <a:lnTo>
                    <a:pt x="241020" y="26581"/>
                  </a:lnTo>
                  <a:lnTo>
                    <a:pt x="245757" y="35382"/>
                  </a:lnTo>
                  <a:lnTo>
                    <a:pt x="254736" y="55346"/>
                  </a:lnTo>
                  <a:lnTo>
                    <a:pt x="283502" y="123710"/>
                  </a:lnTo>
                  <a:lnTo>
                    <a:pt x="323380" y="221475"/>
                  </a:lnTo>
                  <a:lnTo>
                    <a:pt x="370420" y="338493"/>
                  </a:lnTo>
                  <a:lnTo>
                    <a:pt x="390245" y="388289"/>
                  </a:lnTo>
                  <a:lnTo>
                    <a:pt x="328422" y="339013"/>
                  </a:lnTo>
                  <a:lnTo>
                    <a:pt x="223329" y="256044"/>
                  </a:lnTo>
                  <a:lnTo>
                    <a:pt x="177774" y="220446"/>
                  </a:lnTo>
                  <a:lnTo>
                    <a:pt x="138912" y="190436"/>
                  </a:lnTo>
                  <a:lnTo>
                    <a:pt x="108318" y="167284"/>
                  </a:lnTo>
                  <a:lnTo>
                    <a:pt x="78003" y="146545"/>
                  </a:lnTo>
                  <a:lnTo>
                    <a:pt x="76657" y="153212"/>
                  </a:lnTo>
                  <a:lnTo>
                    <a:pt x="85064" y="158457"/>
                  </a:lnTo>
                  <a:lnTo>
                    <a:pt x="102641" y="171221"/>
                  </a:lnTo>
                  <a:lnTo>
                    <a:pt x="161061" y="215938"/>
                  </a:lnTo>
                  <a:lnTo>
                    <a:pt x="243522" y="280543"/>
                  </a:lnTo>
                  <a:lnTo>
                    <a:pt x="341630" y="358203"/>
                  </a:lnTo>
                  <a:lnTo>
                    <a:pt x="386943" y="394335"/>
                  </a:lnTo>
                  <a:lnTo>
                    <a:pt x="309714" y="372681"/>
                  </a:lnTo>
                  <a:lnTo>
                    <a:pt x="181292" y="337312"/>
                  </a:lnTo>
                  <a:lnTo>
                    <a:pt x="125742" y="322326"/>
                  </a:lnTo>
                  <a:lnTo>
                    <a:pt x="78524" y="309854"/>
                  </a:lnTo>
                  <a:lnTo>
                    <a:pt x="41503" y="300494"/>
                  </a:lnTo>
                  <a:lnTo>
                    <a:pt x="5676" y="293230"/>
                  </a:lnTo>
                  <a:lnTo>
                    <a:pt x="6946" y="299910"/>
                  </a:lnTo>
                  <a:lnTo>
                    <a:pt x="16700" y="301447"/>
                  </a:lnTo>
                  <a:lnTo>
                    <a:pt x="37757" y="306349"/>
                  </a:lnTo>
                  <a:lnTo>
                    <a:pt x="108623" y="324713"/>
                  </a:lnTo>
                  <a:lnTo>
                    <a:pt x="209207" y="351993"/>
                  </a:lnTo>
                  <a:lnTo>
                    <a:pt x="329184" y="385203"/>
                  </a:lnTo>
                  <a:lnTo>
                    <a:pt x="390448" y="402412"/>
                  </a:lnTo>
                  <a:lnTo>
                    <a:pt x="288925" y="416598"/>
                  </a:lnTo>
                  <a:lnTo>
                    <a:pt x="0" y="458038"/>
                  </a:lnTo>
                  <a:lnTo>
                    <a:pt x="939" y="464794"/>
                  </a:lnTo>
                  <a:lnTo>
                    <a:pt x="282181" y="424484"/>
                  </a:lnTo>
                  <a:lnTo>
                    <a:pt x="389928" y="409397"/>
                  </a:lnTo>
                  <a:lnTo>
                    <a:pt x="302856" y="477799"/>
                  </a:lnTo>
                  <a:lnTo>
                    <a:pt x="72593" y="659993"/>
                  </a:lnTo>
                  <a:lnTo>
                    <a:pt x="76708" y="665365"/>
                  </a:lnTo>
                  <a:lnTo>
                    <a:pt x="300863" y="488035"/>
                  </a:lnTo>
                  <a:lnTo>
                    <a:pt x="393661" y="415099"/>
                  </a:lnTo>
                  <a:lnTo>
                    <a:pt x="371551" y="496709"/>
                  </a:lnTo>
                  <a:lnTo>
                    <a:pt x="336765" y="627278"/>
                  </a:lnTo>
                  <a:lnTo>
                    <a:pt x="322021" y="683742"/>
                  </a:lnTo>
                  <a:lnTo>
                    <a:pt x="309765" y="731748"/>
                  </a:lnTo>
                  <a:lnTo>
                    <a:pt x="300545" y="769391"/>
                  </a:lnTo>
                  <a:lnTo>
                    <a:pt x="293395" y="805815"/>
                  </a:lnTo>
                  <a:lnTo>
                    <a:pt x="299974" y="804506"/>
                  </a:lnTo>
                  <a:lnTo>
                    <a:pt x="301498" y="794600"/>
                  </a:lnTo>
                  <a:lnTo>
                    <a:pt x="306311" y="773188"/>
                  </a:lnTo>
                  <a:lnTo>
                    <a:pt x="324370" y="701154"/>
                  </a:lnTo>
                  <a:lnTo>
                    <a:pt x="351205" y="598893"/>
                  </a:lnTo>
                  <a:lnTo>
                    <a:pt x="383870" y="476910"/>
                  </a:lnTo>
                  <a:lnTo>
                    <a:pt x="400748" y="414680"/>
                  </a:lnTo>
                  <a:lnTo>
                    <a:pt x="445833" y="527888"/>
                  </a:lnTo>
                  <a:lnTo>
                    <a:pt x="551573" y="795883"/>
                  </a:lnTo>
                  <a:lnTo>
                    <a:pt x="557784" y="793343"/>
                  </a:lnTo>
                  <a:lnTo>
                    <a:pt x="449186" y="518020"/>
                  </a:lnTo>
                  <a:lnTo>
                    <a:pt x="405955" y="409511"/>
                  </a:lnTo>
                  <a:lnTo>
                    <a:pt x="499795" y="484289"/>
                  </a:lnTo>
                  <a:lnTo>
                    <a:pt x="722744" y="663181"/>
                  </a:lnTo>
                  <a:lnTo>
                    <a:pt x="726897" y="657834"/>
                  </a:lnTo>
                  <a:lnTo>
                    <a:pt x="497878" y="474040"/>
                  </a:lnTo>
                  <a:lnTo>
                    <a:pt x="417474" y="409994"/>
                  </a:lnTo>
                  <a:lnTo>
                    <a:pt x="522935" y="439547"/>
                  </a:lnTo>
                  <a:lnTo>
                    <a:pt x="796480" y="517232"/>
                  </a:lnTo>
                  <a:lnTo>
                    <a:pt x="798283" y="510679"/>
                  </a:lnTo>
                  <a:lnTo>
                    <a:pt x="517271" y="430847"/>
                  </a:lnTo>
                  <a:lnTo>
                    <a:pt x="423773" y="404660"/>
                  </a:lnTo>
                  <a:lnTo>
                    <a:pt x="481279" y="396595"/>
                  </a:lnTo>
                  <a:lnTo>
                    <a:pt x="604520" y="379768"/>
                  </a:lnTo>
                  <a:lnTo>
                    <a:pt x="707771" y="366204"/>
                  </a:lnTo>
                  <a:lnTo>
                    <a:pt x="748576" y="361149"/>
                  </a:lnTo>
                  <a:lnTo>
                    <a:pt x="801903" y="355473"/>
                  </a:lnTo>
                  <a:lnTo>
                    <a:pt x="811758" y="355257"/>
                  </a:lnTo>
                  <a:lnTo>
                    <a:pt x="813904" y="348805"/>
                  </a:lnTo>
                  <a:close/>
                </a:path>
              </a:pathLst>
            </a:custGeom>
            <a:solidFill>
              <a:srgbClr val="1F6C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5941520" y="9790256"/>
              <a:ext cx="186381" cy="189481"/>
            </a:xfrm>
            <a:prstGeom prst="rect">
              <a:avLst/>
            </a:prstGeom>
          </p:spPr>
        </p:pic>
        <p:sp>
          <p:nvSpPr>
            <p:cNvPr id="155" name="object 155" descr=""/>
            <p:cNvSpPr/>
            <p:nvPr/>
          </p:nvSpPr>
          <p:spPr>
            <a:xfrm>
              <a:off x="15166036" y="7864949"/>
              <a:ext cx="294005" cy="167005"/>
            </a:xfrm>
            <a:custGeom>
              <a:avLst/>
              <a:gdLst/>
              <a:ahLst/>
              <a:cxnLst/>
              <a:rect l="l" t="t" r="r" b="b"/>
              <a:pathLst>
                <a:path w="294005" h="167004">
                  <a:moveTo>
                    <a:pt x="220715" y="0"/>
                  </a:moveTo>
                  <a:lnTo>
                    <a:pt x="7486" y="701"/>
                  </a:lnTo>
                  <a:lnTo>
                    <a:pt x="0" y="8345"/>
                  </a:lnTo>
                  <a:lnTo>
                    <a:pt x="62" y="27161"/>
                  </a:lnTo>
                  <a:lnTo>
                    <a:pt x="7591" y="34773"/>
                  </a:lnTo>
                  <a:lnTo>
                    <a:pt x="203637" y="34124"/>
                  </a:lnTo>
                  <a:lnTo>
                    <a:pt x="203983" y="34344"/>
                  </a:lnTo>
                  <a:lnTo>
                    <a:pt x="263531" y="163188"/>
                  </a:lnTo>
                  <a:lnTo>
                    <a:pt x="269583" y="166811"/>
                  </a:lnTo>
                  <a:lnTo>
                    <a:pt x="275897" y="166790"/>
                  </a:lnTo>
                  <a:lnTo>
                    <a:pt x="279614" y="166780"/>
                  </a:lnTo>
                  <a:lnTo>
                    <a:pt x="283436" y="165502"/>
                  </a:lnTo>
                  <a:lnTo>
                    <a:pt x="292776" y="157618"/>
                  </a:lnTo>
                  <a:lnTo>
                    <a:pt x="293823" y="148613"/>
                  </a:lnTo>
                  <a:lnTo>
                    <a:pt x="226987" y="3989"/>
                  </a:lnTo>
                  <a:lnTo>
                    <a:pt x="220715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5152414" y="7856387"/>
              <a:ext cx="194945" cy="52069"/>
            </a:xfrm>
            <a:custGeom>
              <a:avLst/>
              <a:gdLst/>
              <a:ahLst/>
              <a:cxnLst/>
              <a:rect l="l" t="t" r="r" b="b"/>
              <a:pathLst>
                <a:path w="194944" h="52070">
                  <a:moveTo>
                    <a:pt x="168947" y="0"/>
                  </a:moveTo>
                  <a:lnTo>
                    <a:pt x="25245" y="460"/>
                  </a:lnTo>
                  <a:lnTo>
                    <a:pt x="0" y="26302"/>
                  </a:lnTo>
                  <a:lnTo>
                    <a:pt x="2028" y="36297"/>
                  </a:lnTo>
                  <a:lnTo>
                    <a:pt x="7495" y="44468"/>
                  </a:lnTo>
                  <a:lnTo>
                    <a:pt x="15568" y="49975"/>
                  </a:lnTo>
                  <a:lnTo>
                    <a:pt x="25412" y="51977"/>
                  </a:lnTo>
                  <a:lnTo>
                    <a:pt x="169115" y="51506"/>
                  </a:lnTo>
                  <a:lnTo>
                    <a:pt x="178946" y="49443"/>
                  </a:lnTo>
                  <a:lnTo>
                    <a:pt x="186985" y="43883"/>
                  </a:lnTo>
                  <a:lnTo>
                    <a:pt x="192402" y="35677"/>
                  </a:lnTo>
                  <a:lnTo>
                    <a:pt x="194371" y="25674"/>
                  </a:lnTo>
                  <a:lnTo>
                    <a:pt x="192336" y="15678"/>
                  </a:lnTo>
                  <a:lnTo>
                    <a:pt x="186866" y="7505"/>
                  </a:lnTo>
                  <a:lnTo>
                    <a:pt x="178792" y="1997"/>
                  </a:lnTo>
                  <a:lnTo>
                    <a:pt x="168947" y="0"/>
                  </a:lnTo>
                  <a:close/>
                </a:path>
              </a:pathLst>
            </a:custGeom>
            <a:solidFill>
              <a:srgbClr val="85BC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4766131" y="7866256"/>
              <a:ext cx="294005" cy="167005"/>
            </a:xfrm>
            <a:custGeom>
              <a:avLst/>
              <a:gdLst/>
              <a:ahLst/>
              <a:cxnLst/>
              <a:rect l="l" t="t" r="r" b="b"/>
              <a:pathLst>
                <a:path w="294005" h="167004">
                  <a:moveTo>
                    <a:pt x="220715" y="0"/>
                  </a:moveTo>
                  <a:lnTo>
                    <a:pt x="7486" y="701"/>
                  </a:lnTo>
                  <a:lnTo>
                    <a:pt x="0" y="8345"/>
                  </a:lnTo>
                  <a:lnTo>
                    <a:pt x="62" y="27161"/>
                  </a:lnTo>
                  <a:lnTo>
                    <a:pt x="7591" y="34773"/>
                  </a:lnTo>
                  <a:lnTo>
                    <a:pt x="203637" y="34124"/>
                  </a:lnTo>
                  <a:lnTo>
                    <a:pt x="203983" y="34344"/>
                  </a:lnTo>
                  <a:lnTo>
                    <a:pt x="263531" y="163188"/>
                  </a:lnTo>
                  <a:lnTo>
                    <a:pt x="269583" y="166811"/>
                  </a:lnTo>
                  <a:lnTo>
                    <a:pt x="275897" y="166790"/>
                  </a:lnTo>
                  <a:lnTo>
                    <a:pt x="279614" y="166780"/>
                  </a:lnTo>
                  <a:lnTo>
                    <a:pt x="283415" y="165502"/>
                  </a:lnTo>
                  <a:lnTo>
                    <a:pt x="292765" y="157670"/>
                  </a:lnTo>
                  <a:lnTo>
                    <a:pt x="293854" y="148697"/>
                  </a:lnTo>
                  <a:lnTo>
                    <a:pt x="226987" y="3989"/>
                  </a:lnTo>
                  <a:lnTo>
                    <a:pt x="220715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4752498" y="7857699"/>
              <a:ext cx="1327150" cy="1107440"/>
            </a:xfrm>
            <a:custGeom>
              <a:avLst/>
              <a:gdLst/>
              <a:ahLst/>
              <a:cxnLst/>
              <a:rect l="l" t="t" r="r" b="b"/>
              <a:pathLst>
                <a:path w="1327150" h="1107440">
                  <a:moveTo>
                    <a:pt x="194360" y="25679"/>
                  </a:moveTo>
                  <a:lnTo>
                    <a:pt x="192341" y="15684"/>
                  </a:lnTo>
                  <a:lnTo>
                    <a:pt x="186867" y="7505"/>
                  </a:lnTo>
                  <a:lnTo>
                    <a:pt x="178803" y="1993"/>
                  </a:lnTo>
                  <a:lnTo>
                    <a:pt x="168948" y="0"/>
                  </a:lnTo>
                  <a:lnTo>
                    <a:pt x="25247" y="457"/>
                  </a:lnTo>
                  <a:lnTo>
                    <a:pt x="15417" y="2527"/>
                  </a:lnTo>
                  <a:lnTo>
                    <a:pt x="7391" y="8089"/>
                  </a:lnTo>
                  <a:lnTo>
                    <a:pt x="1968" y="16294"/>
                  </a:lnTo>
                  <a:lnTo>
                    <a:pt x="0" y="26301"/>
                  </a:lnTo>
                  <a:lnTo>
                    <a:pt x="2032" y="36296"/>
                  </a:lnTo>
                  <a:lnTo>
                    <a:pt x="7505" y="44475"/>
                  </a:lnTo>
                  <a:lnTo>
                    <a:pt x="15570" y="49974"/>
                  </a:lnTo>
                  <a:lnTo>
                    <a:pt x="25412" y="51981"/>
                  </a:lnTo>
                  <a:lnTo>
                    <a:pt x="169125" y="51511"/>
                  </a:lnTo>
                  <a:lnTo>
                    <a:pt x="178955" y="49441"/>
                  </a:lnTo>
                  <a:lnTo>
                    <a:pt x="186994" y="43891"/>
                  </a:lnTo>
                  <a:lnTo>
                    <a:pt x="192405" y="35674"/>
                  </a:lnTo>
                  <a:lnTo>
                    <a:pt x="194360" y="25679"/>
                  </a:lnTo>
                  <a:close/>
                </a:path>
                <a:path w="1327150" h="1107440">
                  <a:moveTo>
                    <a:pt x="1326654" y="1104303"/>
                  </a:moveTo>
                  <a:lnTo>
                    <a:pt x="1321854" y="1069327"/>
                  </a:lnTo>
                  <a:lnTo>
                    <a:pt x="1312570" y="1052118"/>
                  </a:lnTo>
                  <a:lnTo>
                    <a:pt x="1291882" y="1047673"/>
                  </a:lnTo>
                  <a:lnTo>
                    <a:pt x="1252867" y="1051013"/>
                  </a:lnTo>
                  <a:lnTo>
                    <a:pt x="983437" y="1053096"/>
                  </a:lnTo>
                  <a:lnTo>
                    <a:pt x="778713" y="1053947"/>
                  </a:lnTo>
                  <a:lnTo>
                    <a:pt x="644677" y="1053122"/>
                  </a:lnTo>
                  <a:lnTo>
                    <a:pt x="581812" y="1060386"/>
                  </a:lnTo>
                  <a:lnTo>
                    <a:pt x="532472" y="1079055"/>
                  </a:lnTo>
                  <a:lnTo>
                    <a:pt x="497573" y="1098245"/>
                  </a:lnTo>
                  <a:lnTo>
                    <a:pt x="478002" y="1107084"/>
                  </a:lnTo>
                  <a:lnTo>
                    <a:pt x="1326654" y="1104303"/>
                  </a:lnTo>
                  <a:close/>
                </a:path>
              </a:pathLst>
            </a:custGeom>
            <a:solidFill>
              <a:srgbClr val="85BC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5304364" y="7991632"/>
              <a:ext cx="99695" cy="866140"/>
            </a:xfrm>
            <a:custGeom>
              <a:avLst/>
              <a:gdLst/>
              <a:ahLst/>
              <a:cxnLst/>
              <a:rect l="l" t="t" r="r" b="b"/>
              <a:pathLst>
                <a:path w="99694" h="866140">
                  <a:moveTo>
                    <a:pt x="99618" y="0"/>
                  </a:moveTo>
                  <a:lnTo>
                    <a:pt x="81570" y="35213"/>
                  </a:lnTo>
                  <a:lnTo>
                    <a:pt x="66412" y="79268"/>
                  </a:lnTo>
                  <a:lnTo>
                    <a:pt x="53824" y="129835"/>
                  </a:lnTo>
                  <a:lnTo>
                    <a:pt x="43484" y="184588"/>
                  </a:lnTo>
                  <a:lnTo>
                    <a:pt x="35069" y="241199"/>
                  </a:lnTo>
                  <a:lnTo>
                    <a:pt x="28259" y="297341"/>
                  </a:lnTo>
                  <a:lnTo>
                    <a:pt x="22731" y="350686"/>
                  </a:lnTo>
                  <a:lnTo>
                    <a:pt x="14237" y="439676"/>
                  </a:lnTo>
                  <a:lnTo>
                    <a:pt x="10626" y="470666"/>
                  </a:lnTo>
                  <a:lnTo>
                    <a:pt x="4132" y="523781"/>
                  </a:lnTo>
                  <a:lnTo>
                    <a:pt x="738" y="569559"/>
                  </a:lnTo>
                  <a:lnTo>
                    <a:pt x="0" y="612580"/>
                  </a:lnTo>
                  <a:lnTo>
                    <a:pt x="1471" y="657429"/>
                  </a:lnTo>
                  <a:lnTo>
                    <a:pt x="4708" y="708688"/>
                  </a:lnTo>
                  <a:lnTo>
                    <a:pt x="9265" y="770939"/>
                  </a:lnTo>
                  <a:lnTo>
                    <a:pt x="11121" y="804384"/>
                  </a:lnTo>
                  <a:lnTo>
                    <a:pt x="15341" y="835820"/>
                  </a:lnTo>
                  <a:lnTo>
                    <a:pt x="26946" y="858472"/>
                  </a:lnTo>
                  <a:lnTo>
                    <a:pt x="50960" y="865565"/>
                  </a:lnTo>
                  <a:lnTo>
                    <a:pt x="58217" y="833385"/>
                  </a:lnTo>
                  <a:lnTo>
                    <a:pt x="71406" y="747046"/>
                  </a:lnTo>
                  <a:lnTo>
                    <a:pt x="77654" y="621852"/>
                  </a:lnTo>
                  <a:lnTo>
                    <a:pt x="64090" y="473106"/>
                  </a:lnTo>
                  <a:lnTo>
                    <a:pt x="55094" y="402928"/>
                  </a:lnTo>
                  <a:lnTo>
                    <a:pt x="52266" y="333527"/>
                  </a:lnTo>
                  <a:lnTo>
                    <a:pt x="54338" y="266517"/>
                  </a:lnTo>
                  <a:lnTo>
                    <a:pt x="60044" y="203512"/>
                  </a:lnTo>
                  <a:lnTo>
                    <a:pt x="68115" y="146127"/>
                  </a:lnTo>
                  <a:lnTo>
                    <a:pt x="77286" y="95976"/>
                  </a:lnTo>
                  <a:lnTo>
                    <a:pt x="86289" y="54674"/>
                  </a:lnTo>
                  <a:lnTo>
                    <a:pt x="98722" y="5071"/>
                  </a:lnTo>
                  <a:lnTo>
                    <a:pt x="99618" y="0"/>
                  </a:lnTo>
                  <a:close/>
                </a:path>
              </a:pathLst>
            </a:custGeom>
            <a:solidFill>
              <a:srgbClr val="71C1B4">
                <a:alpha val="46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5176894" y="8619937"/>
              <a:ext cx="55880" cy="935355"/>
            </a:xfrm>
            <a:custGeom>
              <a:avLst/>
              <a:gdLst/>
              <a:ahLst/>
              <a:cxnLst/>
              <a:rect l="l" t="t" r="r" b="b"/>
              <a:pathLst>
                <a:path w="55880" h="935354">
                  <a:moveTo>
                    <a:pt x="52501" y="0"/>
                  </a:moveTo>
                  <a:lnTo>
                    <a:pt x="0" y="167"/>
                  </a:lnTo>
                  <a:lnTo>
                    <a:pt x="2963" y="934851"/>
                  </a:lnTo>
                  <a:lnTo>
                    <a:pt x="55464" y="934683"/>
                  </a:lnTo>
                  <a:lnTo>
                    <a:pt x="52501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1" name="object 161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5150235" y="9488362"/>
              <a:ext cx="111703" cy="113556"/>
            </a:xfrm>
            <a:prstGeom prst="rect">
              <a:avLst/>
            </a:prstGeom>
          </p:spPr>
        </p:pic>
        <p:sp>
          <p:nvSpPr>
            <p:cNvPr id="162" name="object 162" descr=""/>
            <p:cNvSpPr/>
            <p:nvPr/>
          </p:nvSpPr>
          <p:spPr>
            <a:xfrm>
              <a:off x="15247017" y="7458974"/>
              <a:ext cx="532765" cy="749300"/>
            </a:xfrm>
            <a:custGeom>
              <a:avLst/>
              <a:gdLst/>
              <a:ahLst/>
              <a:cxnLst/>
              <a:rect l="l" t="t" r="r" b="b"/>
              <a:pathLst>
                <a:path w="532765" h="749300">
                  <a:moveTo>
                    <a:pt x="359208" y="0"/>
                  </a:moveTo>
                  <a:lnTo>
                    <a:pt x="318196" y="4025"/>
                  </a:lnTo>
                  <a:lnTo>
                    <a:pt x="282435" y="26767"/>
                  </a:lnTo>
                  <a:lnTo>
                    <a:pt x="252225" y="62508"/>
                  </a:lnTo>
                  <a:lnTo>
                    <a:pt x="227864" y="105531"/>
                  </a:lnTo>
                  <a:lnTo>
                    <a:pt x="209654" y="150118"/>
                  </a:lnTo>
                  <a:lnTo>
                    <a:pt x="197892" y="190551"/>
                  </a:lnTo>
                  <a:lnTo>
                    <a:pt x="184617" y="273022"/>
                  </a:lnTo>
                  <a:lnTo>
                    <a:pt x="168402" y="310652"/>
                  </a:lnTo>
                  <a:lnTo>
                    <a:pt x="145154" y="340473"/>
                  </a:lnTo>
                  <a:lnTo>
                    <a:pt x="81248" y="402563"/>
                  </a:lnTo>
                  <a:lnTo>
                    <a:pt x="42299" y="451351"/>
                  </a:lnTo>
                  <a:lnTo>
                    <a:pt x="16775" y="500744"/>
                  </a:lnTo>
                  <a:lnTo>
                    <a:pt x="3175" y="549404"/>
                  </a:lnTo>
                  <a:lnTo>
                    <a:pt x="0" y="595992"/>
                  </a:lnTo>
                  <a:lnTo>
                    <a:pt x="5749" y="639167"/>
                  </a:lnTo>
                  <a:lnTo>
                    <a:pt x="18925" y="677591"/>
                  </a:lnTo>
                  <a:lnTo>
                    <a:pt x="38026" y="709923"/>
                  </a:lnTo>
                  <a:lnTo>
                    <a:pt x="61553" y="734825"/>
                  </a:lnTo>
                  <a:lnTo>
                    <a:pt x="96025" y="748828"/>
                  </a:lnTo>
                  <a:lnTo>
                    <a:pt x="132486" y="747273"/>
                  </a:lnTo>
                  <a:lnTo>
                    <a:pt x="173130" y="734825"/>
                  </a:lnTo>
                  <a:lnTo>
                    <a:pt x="257685" y="677348"/>
                  </a:lnTo>
                  <a:lnTo>
                    <a:pt x="417187" y="567376"/>
                  </a:lnTo>
                  <a:lnTo>
                    <a:pt x="463268" y="535826"/>
                  </a:lnTo>
                  <a:lnTo>
                    <a:pt x="512301" y="497090"/>
                  </a:lnTo>
                  <a:lnTo>
                    <a:pt x="525324" y="460792"/>
                  </a:lnTo>
                  <a:lnTo>
                    <a:pt x="531816" y="416237"/>
                  </a:lnTo>
                  <a:lnTo>
                    <a:pt x="532626" y="365697"/>
                  </a:lnTo>
                  <a:lnTo>
                    <a:pt x="528602" y="311443"/>
                  </a:lnTo>
                  <a:lnTo>
                    <a:pt x="520593" y="255748"/>
                  </a:lnTo>
                  <a:lnTo>
                    <a:pt x="509446" y="200884"/>
                  </a:lnTo>
                  <a:lnTo>
                    <a:pt x="496012" y="149124"/>
                  </a:lnTo>
                  <a:lnTo>
                    <a:pt x="481137" y="102738"/>
                  </a:lnTo>
                  <a:lnTo>
                    <a:pt x="465671" y="64000"/>
                  </a:lnTo>
                  <a:lnTo>
                    <a:pt x="436358" y="18554"/>
                  </a:lnTo>
                  <a:lnTo>
                    <a:pt x="395043" y="2371"/>
                  </a:lnTo>
                  <a:lnTo>
                    <a:pt x="384810" y="2083"/>
                  </a:lnTo>
                  <a:lnTo>
                    <a:pt x="378395" y="2098"/>
                  </a:lnTo>
                  <a:lnTo>
                    <a:pt x="371986" y="1697"/>
                  </a:lnTo>
                  <a:lnTo>
                    <a:pt x="365588" y="969"/>
                  </a:lnTo>
                  <a:lnTo>
                    <a:pt x="359208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5671127" y="7943983"/>
              <a:ext cx="1031875" cy="1755139"/>
            </a:xfrm>
            <a:custGeom>
              <a:avLst/>
              <a:gdLst/>
              <a:ahLst/>
              <a:cxnLst/>
              <a:rect l="l" t="t" r="r" b="b"/>
              <a:pathLst>
                <a:path w="1031875" h="1755140">
                  <a:moveTo>
                    <a:pt x="517652" y="583196"/>
                  </a:moveTo>
                  <a:lnTo>
                    <a:pt x="407200" y="536143"/>
                  </a:lnTo>
                  <a:lnTo>
                    <a:pt x="323278" y="497586"/>
                  </a:lnTo>
                  <a:lnTo>
                    <a:pt x="268300" y="467042"/>
                  </a:lnTo>
                  <a:lnTo>
                    <a:pt x="228777" y="416217"/>
                  </a:lnTo>
                  <a:lnTo>
                    <a:pt x="212191" y="374307"/>
                  </a:lnTo>
                  <a:lnTo>
                    <a:pt x="196570" y="317119"/>
                  </a:lnTo>
                  <a:lnTo>
                    <a:pt x="181051" y="241452"/>
                  </a:lnTo>
                  <a:lnTo>
                    <a:pt x="162890" y="145643"/>
                  </a:lnTo>
                  <a:lnTo>
                    <a:pt x="148221" y="88544"/>
                  </a:lnTo>
                  <a:lnTo>
                    <a:pt x="129336" y="47548"/>
                  </a:lnTo>
                  <a:lnTo>
                    <a:pt x="98450" y="0"/>
                  </a:lnTo>
                  <a:lnTo>
                    <a:pt x="84518" y="5397"/>
                  </a:lnTo>
                  <a:lnTo>
                    <a:pt x="53086" y="22593"/>
                  </a:lnTo>
                  <a:lnTo>
                    <a:pt x="19723" y="52984"/>
                  </a:lnTo>
                  <a:lnTo>
                    <a:pt x="0" y="98031"/>
                  </a:lnTo>
                  <a:lnTo>
                    <a:pt x="1524" y="129565"/>
                  </a:lnTo>
                  <a:lnTo>
                    <a:pt x="11671" y="174523"/>
                  </a:lnTo>
                  <a:lnTo>
                    <a:pt x="28435" y="228854"/>
                  </a:lnTo>
                  <a:lnTo>
                    <a:pt x="49847" y="288544"/>
                  </a:lnTo>
                  <a:lnTo>
                    <a:pt x="73926" y="349567"/>
                  </a:lnTo>
                  <a:lnTo>
                    <a:pt x="98679" y="407873"/>
                  </a:lnTo>
                  <a:lnTo>
                    <a:pt x="122123" y="459435"/>
                  </a:lnTo>
                  <a:lnTo>
                    <a:pt x="142290" y="500240"/>
                  </a:lnTo>
                  <a:lnTo>
                    <a:pt x="182156" y="556844"/>
                  </a:lnTo>
                  <a:lnTo>
                    <a:pt x="226377" y="576834"/>
                  </a:lnTo>
                  <a:lnTo>
                    <a:pt x="322173" y="595020"/>
                  </a:lnTo>
                  <a:lnTo>
                    <a:pt x="501840" y="620242"/>
                  </a:lnTo>
                  <a:lnTo>
                    <a:pt x="517652" y="583196"/>
                  </a:lnTo>
                  <a:close/>
                </a:path>
                <a:path w="1031875" h="1755140">
                  <a:moveTo>
                    <a:pt x="1031252" y="1738909"/>
                  </a:moveTo>
                  <a:lnTo>
                    <a:pt x="1025385" y="1731594"/>
                  </a:lnTo>
                  <a:lnTo>
                    <a:pt x="1012520" y="1723123"/>
                  </a:lnTo>
                  <a:lnTo>
                    <a:pt x="991870" y="1713268"/>
                  </a:lnTo>
                  <a:lnTo>
                    <a:pt x="979373" y="1707870"/>
                  </a:lnTo>
                  <a:lnTo>
                    <a:pt x="954112" y="1692694"/>
                  </a:lnTo>
                  <a:lnTo>
                    <a:pt x="892200" y="1627136"/>
                  </a:lnTo>
                  <a:lnTo>
                    <a:pt x="855091" y="1554518"/>
                  </a:lnTo>
                  <a:lnTo>
                    <a:pt x="838593" y="1503908"/>
                  </a:lnTo>
                  <a:lnTo>
                    <a:pt x="747852" y="1484528"/>
                  </a:lnTo>
                  <a:lnTo>
                    <a:pt x="762723" y="1533956"/>
                  </a:lnTo>
                  <a:lnTo>
                    <a:pt x="776668" y="1582940"/>
                  </a:lnTo>
                  <a:lnTo>
                    <a:pt x="783869" y="1621370"/>
                  </a:lnTo>
                  <a:lnTo>
                    <a:pt x="782027" y="1637804"/>
                  </a:lnTo>
                  <a:lnTo>
                    <a:pt x="777938" y="1653654"/>
                  </a:lnTo>
                  <a:lnTo>
                    <a:pt x="772883" y="1668132"/>
                  </a:lnTo>
                  <a:lnTo>
                    <a:pt x="771994" y="1675828"/>
                  </a:lnTo>
                  <a:lnTo>
                    <a:pt x="773531" y="1684007"/>
                  </a:lnTo>
                  <a:lnTo>
                    <a:pt x="775563" y="1692325"/>
                  </a:lnTo>
                  <a:lnTo>
                    <a:pt x="776185" y="1700491"/>
                  </a:lnTo>
                  <a:lnTo>
                    <a:pt x="780059" y="1716836"/>
                  </a:lnTo>
                  <a:lnTo>
                    <a:pt x="794918" y="1723491"/>
                  </a:lnTo>
                  <a:lnTo>
                    <a:pt x="819442" y="1724952"/>
                  </a:lnTo>
                  <a:lnTo>
                    <a:pt x="852284" y="1725663"/>
                  </a:lnTo>
                  <a:lnTo>
                    <a:pt x="879462" y="1728622"/>
                  </a:lnTo>
                  <a:lnTo>
                    <a:pt x="896759" y="1733689"/>
                  </a:lnTo>
                  <a:lnTo>
                    <a:pt x="917435" y="1740573"/>
                  </a:lnTo>
                  <a:lnTo>
                    <a:pt x="954773" y="1748980"/>
                  </a:lnTo>
                  <a:lnTo>
                    <a:pt x="994156" y="1754771"/>
                  </a:lnTo>
                  <a:lnTo>
                    <a:pt x="1016050" y="1755051"/>
                  </a:lnTo>
                  <a:lnTo>
                    <a:pt x="1026337" y="1751380"/>
                  </a:lnTo>
                  <a:lnTo>
                    <a:pt x="1030871" y="1745284"/>
                  </a:lnTo>
                  <a:lnTo>
                    <a:pt x="1031252" y="1738909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6435673" y="9612105"/>
              <a:ext cx="287655" cy="99060"/>
            </a:xfrm>
            <a:custGeom>
              <a:avLst/>
              <a:gdLst/>
              <a:ahLst/>
              <a:cxnLst/>
              <a:rect l="l" t="t" r="r" b="b"/>
              <a:pathLst>
                <a:path w="287655" h="99059">
                  <a:moveTo>
                    <a:pt x="8345" y="0"/>
                  </a:moveTo>
                  <a:lnTo>
                    <a:pt x="5630" y="7415"/>
                  </a:lnTo>
                  <a:lnTo>
                    <a:pt x="3159" y="14951"/>
                  </a:lnTo>
                  <a:lnTo>
                    <a:pt x="1194" y="22642"/>
                  </a:lnTo>
                  <a:lnTo>
                    <a:pt x="0" y="30522"/>
                  </a:lnTo>
                  <a:lnTo>
                    <a:pt x="5723" y="49179"/>
                  </a:lnTo>
                  <a:lnTo>
                    <a:pt x="24685" y="60943"/>
                  </a:lnTo>
                  <a:lnTo>
                    <a:pt x="53306" y="67496"/>
                  </a:lnTo>
                  <a:lnTo>
                    <a:pt x="88007" y="70521"/>
                  </a:lnTo>
                  <a:lnTo>
                    <a:pt x="114922" y="73673"/>
                  </a:lnTo>
                  <a:lnTo>
                    <a:pt x="131628" y="79148"/>
                  </a:lnTo>
                  <a:lnTo>
                    <a:pt x="151717" y="86434"/>
                  </a:lnTo>
                  <a:lnTo>
                    <a:pt x="188779" y="95023"/>
                  </a:lnTo>
                  <a:lnTo>
                    <a:pt x="231644" y="99019"/>
                  </a:lnTo>
                  <a:lnTo>
                    <a:pt x="261196" y="95341"/>
                  </a:lnTo>
                  <a:lnTo>
                    <a:pt x="279133" y="87703"/>
                  </a:lnTo>
                  <a:lnTo>
                    <a:pt x="287153" y="79819"/>
                  </a:lnTo>
                  <a:lnTo>
                    <a:pt x="284273" y="73016"/>
                  </a:lnTo>
                  <a:lnTo>
                    <a:pt x="271260" y="64789"/>
                  </a:lnTo>
                  <a:lnTo>
                    <a:pt x="251235" y="55410"/>
                  </a:lnTo>
                  <a:lnTo>
                    <a:pt x="227322" y="45150"/>
                  </a:lnTo>
                  <a:lnTo>
                    <a:pt x="226809" y="45705"/>
                  </a:lnTo>
                  <a:lnTo>
                    <a:pt x="198819" y="54694"/>
                  </a:lnTo>
                  <a:lnTo>
                    <a:pt x="178952" y="57817"/>
                  </a:lnTo>
                  <a:lnTo>
                    <a:pt x="157727" y="55188"/>
                  </a:lnTo>
                  <a:lnTo>
                    <a:pt x="125661" y="46920"/>
                  </a:lnTo>
                  <a:lnTo>
                    <a:pt x="92976" y="35725"/>
                  </a:lnTo>
                  <a:lnTo>
                    <a:pt x="61851" y="22156"/>
                  </a:lnTo>
                  <a:lnTo>
                    <a:pt x="33301" y="9239"/>
                  </a:lnTo>
                  <a:lnTo>
                    <a:pt x="8345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5469354" y="8565561"/>
              <a:ext cx="1074780" cy="946398"/>
            </a:xfrm>
            <a:prstGeom prst="rect">
              <a:avLst/>
            </a:prstGeom>
          </p:spPr>
        </p:pic>
        <p:sp>
          <p:nvSpPr>
            <p:cNvPr id="166" name="object 166" descr=""/>
            <p:cNvSpPr/>
            <p:nvPr/>
          </p:nvSpPr>
          <p:spPr>
            <a:xfrm>
              <a:off x="15493880" y="8565565"/>
              <a:ext cx="1050290" cy="945515"/>
            </a:xfrm>
            <a:custGeom>
              <a:avLst/>
              <a:gdLst/>
              <a:ahLst/>
              <a:cxnLst/>
              <a:rect l="l" t="t" r="r" b="b"/>
              <a:pathLst>
                <a:path w="1050290" h="945515">
                  <a:moveTo>
                    <a:pt x="22814" y="0"/>
                  </a:moveTo>
                  <a:lnTo>
                    <a:pt x="13830" y="23740"/>
                  </a:lnTo>
                  <a:lnTo>
                    <a:pt x="0" y="86424"/>
                  </a:lnTo>
                  <a:lnTo>
                    <a:pt x="1006" y="175247"/>
                  </a:lnTo>
                  <a:lnTo>
                    <a:pt x="36531" y="277405"/>
                  </a:lnTo>
                  <a:lnTo>
                    <a:pt x="94931" y="325382"/>
                  </a:lnTo>
                  <a:lnTo>
                    <a:pt x="139463" y="341439"/>
                  </a:lnTo>
                  <a:lnTo>
                    <a:pt x="191517" y="353006"/>
                  </a:lnTo>
                  <a:lnTo>
                    <a:pt x="249073" y="360681"/>
                  </a:lnTo>
                  <a:lnTo>
                    <a:pt x="310105" y="365061"/>
                  </a:lnTo>
                  <a:lnTo>
                    <a:pt x="372592" y="366744"/>
                  </a:lnTo>
                  <a:lnTo>
                    <a:pt x="434509" y="366327"/>
                  </a:lnTo>
                  <a:lnTo>
                    <a:pt x="493835" y="364409"/>
                  </a:lnTo>
                  <a:lnTo>
                    <a:pt x="548545" y="361587"/>
                  </a:lnTo>
                  <a:lnTo>
                    <a:pt x="596617" y="358458"/>
                  </a:lnTo>
                  <a:lnTo>
                    <a:pt x="664754" y="353674"/>
                  </a:lnTo>
                  <a:lnTo>
                    <a:pt x="680773" y="353214"/>
                  </a:lnTo>
                  <a:lnTo>
                    <a:pt x="704622" y="369100"/>
                  </a:lnTo>
                  <a:lnTo>
                    <a:pt x="717552" y="408909"/>
                  </a:lnTo>
                  <a:lnTo>
                    <a:pt x="726069" y="465931"/>
                  </a:lnTo>
                  <a:lnTo>
                    <a:pt x="736677" y="533460"/>
                  </a:lnTo>
                  <a:lnTo>
                    <a:pt x="750208" y="592632"/>
                  </a:lnTo>
                  <a:lnTo>
                    <a:pt x="775812" y="654074"/>
                  </a:lnTo>
                  <a:lnTo>
                    <a:pt x="832476" y="755331"/>
                  </a:lnTo>
                  <a:lnTo>
                    <a:pt x="939184" y="933950"/>
                  </a:lnTo>
                  <a:lnTo>
                    <a:pt x="992401" y="944464"/>
                  </a:lnTo>
                  <a:lnTo>
                    <a:pt x="1013925" y="945143"/>
                  </a:lnTo>
                  <a:lnTo>
                    <a:pt x="1028611" y="943435"/>
                  </a:lnTo>
                  <a:lnTo>
                    <a:pt x="1037291" y="941645"/>
                  </a:lnTo>
                  <a:lnTo>
                    <a:pt x="1043372" y="938675"/>
                  </a:lnTo>
                  <a:lnTo>
                    <a:pt x="1050259" y="933427"/>
                  </a:lnTo>
                  <a:lnTo>
                    <a:pt x="1032159" y="812378"/>
                  </a:lnTo>
                  <a:lnTo>
                    <a:pt x="983826" y="540698"/>
                  </a:lnTo>
                  <a:lnTo>
                    <a:pt x="914208" y="255585"/>
                  </a:lnTo>
                  <a:lnTo>
                    <a:pt x="832256" y="94237"/>
                  </a:lnTo>
                  <a:lnTo>
                    <a:pt x="757202" y="53529"/>
                  </a:lnTo>
                  <a:lnTo>
                    <a:pt x="657548" y="37223"/>
                  </a:lnTo>
                  <a:lnTo>
                    <a:pt x="466119" y="42860"/>
                  </a:lnTo>
                  <a:lnTo>
                    <a:pt x="115743" y="67976"/>
                  </a:lnTo>
                  <a:lnTo>
                    <a:pt x="22814" y="0"/>
                  </a:lnTo>
                  <a:close/>
                </a:path>
              </a:pathLst>
            </a:custGeom>
            <a:solidFill>
              <a:srgbClr val="9DDCF8">
                <a:alpha val="3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6203353" y="9430701"/>
              <a:ext cx="281940" cy="269875"/>
            </a:xfrm>
            <a:custGeom>
              <a:avLst/>
              <a:gdLst/>
              <a:ahLst/>
              <a:cxnLst/>
              <a:rect l="l" t="t" r="r" b="b"/>
              <a:pathLst>
                <a:path w="281940" h="269875">
                  <a:moveTo>
                    <a:pt x="0" y="0"/>
                  </a:moveTo>
                  <a:lnTo>
                    <a:pt x="14866" y="49421"/>
                  </a:lnTo>
                  <a:lnTo>
                    <a:pt x="28810" y="98412"/>
                  </a:lnTo>
                  <a:lnTo>
                    <a:pt x="36024" y="136847"/>
                  </a:lnTo>
                  <a:lnTo>
                    <a:pt x="34183" y="153276"/>
                  </a:lnTo>
                  <a:lnTo>
                    <a:pt x="30090" y="169115"/>
                  </a:lnTo>
                  <a:lnTo>
                    <a:pt x="25035" y="183596"/>
                  </a:lnTo>
                  <a:lnTo>
                    <a:pt x="24106" y="191149"/>
                  </a:lnTo>
                  <a:lnTo>
                    <a:pt x="25573" y="198987"/>
                  </a:lnTo>
                  <a:lnTo>
                    <a:pt x="27549" y="206980"/>
                  </a:lnTo>
                  <a:lnTo>
                    <a:pt x="28145" y="214998"/>
                  </a:lnTo>
                  <a:lnTo>
                    <a:pt x="32746" y="231049"/>
                  </a:lnTo>
                  <a:lnTo>
                    <a:pt x="49238" y="237079"/>
                  </a:lnTo>
                  <a:lnTo>
                    <a:pt x="75386" y="237898"/>
                  </a:lnTo>
                  <a:lnTo>
                    <a:pt x="108960" y="238317"/>
                  </a:lnTo>
                  <a:lnTo>
                    <a:pt x="134990" y="241668"/>
                  </a:lnTo>
                  <a:lnTo>
                    <a:pt x="149753" y="247578"/>
                  </a:lnTo>
                  <a:lnTo>
                    <a:pt x="167898" y="255303"/>
                  </a:lnTo>
                  <a:lnTo>
                    <a:pt x="204077" y="264096"/>
                  </a:lnTo>
                  <a:lnTo>
                    <a:pt x="243558" y="269507"/>
                  </a:lnTo>
                  <a:lnTo>
                    <a:pt x="265665" y="268944"/>
                  </a:lnTo>
                  <a:lnTo>
                    <a:pt x="276156" y="264423"/>
                  </a:lnTo>
                  <a:lnTo>
                    <a:pt x="280787" y="257960"/>
                  </a:lnTo>
                  <a:lnTo>
                    <a:pt x="281514" y="252006"/>
                  </a:lnTo>
                  <a:lnTo>
                    <a:pt x="276426" y="245654"/>
                  </a:lnTo>
                  <a:lnTo>
                    <a:pt x="264325" y="238153"/>
                  </a:lnTo>
                  <a:lnTo>
                    <a:pt x="244013" y="228746"/>
                  </a:lnTo>
                  <a:lnTo>
                    <a:pt x="231511" y="223333"/>
                  </a:lnTo>
                  <a:lnTo>
                    <a:pt x="206261" y="208169"/>
                  </a:lnTo>
                  <a:lnTo>
                    <a:pt x="144351" y="142602"/>
                  </a:lnTo>
                  <a:lnTo>
                    <a:pt x="107231" y="69988"/>
                  </a:lnTo>
                  <a:lnTo>
                    <a:pt x="90740" y="19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6220037" y="9614299"/>
              <a:ext cx="287655" cy="99060"/>
            </a:xfrm>
            <a:custGeom>
              <a:avLst/>
              <a:gdLst/>
              <a:ahLst/>
              <a:cxnLst/>
              <a:rect l="l" t="t" r="r" b="b"/>
              <a:pathLst>
                <a:path w="287655" h="99059">
                  <a:moveTo>
                    <a:pt x="8345" y="0"/>
                  </a:moveTo>
                  <a:lnTo>
                    <a:pt x="5630" y="7416"/>
                  </a:lnTo>
                  <a:lnTo>
                    <a:pt x="3159" y="14955"/>
                  </a:lnTo>
                  <a:lnTo>
                    <a:pt x="1194" y="22646"/>
                  </a:lnTo>
                  <a:lnTo>
                    <a:pt x="0" y="30522"/>
                  </a:lnTo>
                  <a:lnTo>
                    <a:pt x="5724" y="49183"/>
                  </a:lnTo>
                  <a:lnTo>
                    <a:pt x="24689" y="60947"/>
                  </a:lnTo>
                  <a:lnTo>
                    <a:pt x="53310" y="67497"/>
                  </a:lnTo>
                  <a:lnTo>
                    <a:pt x="88007" y="70521"/>
                  </a:lnTo>
                  <a:lnTo>
                    <a:pt x="114922" y="73673"/>
                  </a:lnTo>
                  <a:lnTo>
                    <a:pt x="131629" y="79148"/>
                  </a:lnTo>
                  <a:lnTo>
                    <a:pt x="151721" y="86434"/>
                  </a:lnTo>
                  <a:lnTo>
                    <a:pt x="188790" y="95023"/>
                  </a:lnTo>
                  <a:lnTo>
                    <a:pt x="231648" y="99019"/>
                  </a:lnTo>
                  <a:lnTo>
                    <a:pt x="261197" y="95341"/>
                  </a:lnTo>
                  <a:lnTo>
                    <a:pt x="279133" y="87703"/>
                  </a:lnTo>
                  <a:lnTo>
                    <a:pt x="287153" y="79819"/>
                  </a:lnTo>
                  <a:lnTo>
                    <a:pt x="284273" y="73016"/>
                  </a:lnTo>
                  <a:lnTo>
                    <a:pt x="271260" y="64789"/>
                  </a:lnTo>
                  <a:lnTo>
                    <a:pt x="251235" y="55410"/>
                  </a:lnTo>
                  <a:lnTo>
                    <a:pt x="227322" y="45150"/>
                  </a:lnTo>
                  <a:lnTo>
                    <a:pt x="226809" y="45705"/>
                  </a:lnTo>
                  <a:lnTo>
                    <a:pt x="198819" y="54694"/>
                  </a:lnTo>
                  <a:lnTo>
                    <a:pt x="178952" y="57817"/>
                  </a:lnTo>
                  <a:lnTo>
                    <a:pt x="157727" y="55188"/>
                  </a:lnTo>
                  <a:lnTo>
                    <a:pt x="125661" y="46920"/>
                  </a:lnTo>
                  <a:lnTo>
                    <a:pt x="92976" y="35725"/>
                  </a:lnTo>
                  <a:lnTo>
                    <a:pt x="61851" y="22156"/>
                  </a:lnTo>
                  <a:lnTo>
                    <a:pt x="33301" y="9239"/>
                  </a:lnTo>
                  <a:lnTo>
                    <a:pt x="8345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304749" y="8576251"/>
              <a:ext cx="1030689" cy="962353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15323021" y="8762059"/>
              <a:ext cx="975994" cy="775970"/>
            </a:xfrm>
            <a:custGeom>
              <a:avLst/>
              <a:gdLst/>
              <a:ahLst/>
              <a:cxnLst/>
              <a:rect l="l" t="t" r="r" b="b"/>
              <a:pathLst>
                <a:path w="975994" h="775970">
                  <a:moveTo>
                    <a:pt x="26466" y="0"/>
                  </a:moveTo>
                  <a:lnTo>
                    <a:pt x="0" y="19064"/>
                  </a:lnTo>
                  <a:lnTo>
                    <a:pt x="20606" y="90832"/>
                  </a:lnTo>
                  <a:lnTo>
                    <a:pt x="41171" y="116579"/>
                  </a:lnTo>
                  <a:lnTo>
                    <a:pt x="112249" y="153205"/>
                  </a:lnTo>
                  <a:lnTo>
                    <a:pt x="159385" y="165094"/>
                  </a:lnTo>
                  <a:lnTo>
                    <a:pt x="212005" y="173371"/>
                  </a:lnTo>
                  <a:lnTo>
                    <a:pt x="268418" y="178541"/>
                  </a:lnTo>
                  <a:lnTo>
                    <a:pt x="326939" y="181109"/>
                  </a:lnTo>
                  <a:lnTo>
                    <a:pt x="385880" y="181577"/>
                  </a:lnTo>
                  <a:lnTo>
                    <a:pt x="443552" y="180451"/>
                  </a:lnTo>
                  <a:lnTo>
                    <a:pt x="498269" y="178235"/>
                  </a:lnTo>
                  <a:lnTo>
                    <a:pt x="548343" y="175432"/>
                  </a:lnTo>
                  <a:lnTo>
                    <a:pt x="627813" y="170085"/>
                  </a:lnTo>
                  <a:lnTo>
                    <a:pt x="653833" y="168548"/>
                  </a:lnTo>
                  <a:lnTo>
                    <a:pt x="668461" y="168442"/>
                  </a:lnTo>
                  <a:lnTo>
                    <a:pt x="691673" y="185239"/>
                  </a:lnTo>
                  <a:lnTo>
                    <a:pt x="703042" y="225519"/>
                  </a:lnTo>
                  <a:lnTo>
                    <a:pt x="709332" y="282832"/>
                  </a:lnTo>
                  <a:lnTo>
                    <a:pt x="717307" y="350730"/>
                  </a:lnTo>
                  <a:lnTo>
                    <a:pt x="728483" y="410426"/>
                  </a:lnTo>
                  <a:lnTo>
                    <a:pt x="751384" y="473141"/>
                  </a:lnTo>
                  <a:lnTo>
                    <a:pt x="803269" y="577409"/>
                  </a:lnTo>
                  <a:lnTo>
                    <a:pt x="901396" y="761764"/>
                  </a:lnTo>
                  <a:lnTo>
                    <a:pt x="954171" y="774336"/>
                  </a:lnTo>
                  <a:lnTo>
                    <a:pt x="975655" y="775858"/>
                  </a:lnTo>
                  <a:lnTo>
                    <a:pt x="932046" y="713046"/>
                  </a:lnTo>
                  <a:lnTo>
                    <a:pt x="895435" y="652739"/>
                  </a:lnTo>
                  <a:lnTo>
                    <a:pt x="865121" y="595075"/>
                  </a:lnTo>
                  <a:lnTo>
                    <a:pt x="840404" y="540197"/>
                  </a:lnTo>
                  <a:lnTo>
                    <a:pt x="820581" y="488243"/>
                  </a:lnTo>
                  <a:lnTo>
                    <a:pt x="804952" y="439354"/>
                  </a:lnTo>
                  <a:lnTo>
                    <a:pt x="792816" y="393670"/>
                  </a:lnTo>
                  <a:lnTo>
                    <a:pt x="783471" y="351331"/>
                  </a:lnTo>
                  <a:lnTo>
                    <a:pt x="776217" y="312477"/>
                  </a:lnTo>
                  <a:lnTo>
                    <a:pt x="765174" y="245786"/>
                  </a:lnTo>
                  <a:lnTo>
                    <a:pt x="759983" y="218229"/>
                  </a:lnTo>
                  <a:lnTo>
                    <a:pt x="746758" y="175393"/>
                  </a:lnTo>
                  <a:lnTo>
                    <a:pt x="709292" y="143936"/>
                  </a:lnTo>
                  <a:lnTo>
                    <a:pt x="689298" y="142757"/>
                  </a:lnTo>
                  <a:lnTo>
                    <a:pt x="399773" y="156337"/>
                  </a:lnTo>
                  <a:lnTo>
                    <a:pt x="240584" y="147655"/>
                  </a:lnTo>
                  <a:lnTo>
                    <a:pt x="155316" y="104823"/>
                  </a:lnTo>
                  <a:lnTo>
                    <a:pt x="87557" y="15955"/>
                  </a:lnTo>
                  <a:lnTo>
                    <a:pt x="66740" y="7631"/>
                  </a:lnTo>
                  <a:lnTo>
                    <a:pt x="26466" y="0"/>
                  </a:lnTo>
                  <a:close/>
                </a:path>
              </a:pathLst>
            </a:custGeom>
            <a:solidFill>
              <a:srgbClr val="9DDCF8">
                <a:alpha val="3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5218019" y="7403235"/>
              <a:ext cx="540385" cy="1101090"/>
            </a:xfrm>
            <a:custGeom>
              <a:avLst/>
              <a:gdLst/>
              <a:ahLst/>
              <a:cxnLst/>
              <a:rect l="l" t="t" r="r" b="b"/>
              <a:pathLst>
                <a:path w="540384" h="1101090">
                  <a:moveTo>
                    <a:pt x="327709" y="0"/>
                  </a:moveTo>
                  <a:lnTo>
                    <a:pt x="287309" y="3831"/>
                  </a:lnTo>
                  <a:lnTo>
                    <a:pt x="225712" y="49019"/>
                  </a:lnTo>
                  <a:lnTo>
                    <a:pt x="203542" y="84038"/>
                  </a:lnTo>
                  <a:lnTo>
                    <a:pt x="186477" y="123115"/>
                  </a:lnTo>
                  <a:lnTo>
                    <a:pt x="174030" y="163080"/>
                  </a:lnTo>
                  <a:lnTo>
                    <a:pt x="165714" y="200766"/>
                  </a:lnTo>
                  <a:lnTo>
                    <a:pt x="159532" y="256622"/>
                  </a:lnTo>
                  <a:lnTo>
                    <a:pt x="155150" y="290590"/>
                  </a:lnTo>
                  <a:lnTo>
                    <a:pt x="143450" y="330157"/>
                  </a:lnTo>
                  <a:lnTo>
                    <a:pt x="126085" y="373845"/>
                  </a:lnTo>
                  <a:lnTo>
                    <a:pt x="104709" y="420172"/>
                  </a:lnTo>
                  <a:lnTo>
                    <a:pt x="80973" y="467658"/>
                  </a:lnTo>
                  <a:lnTo>
                    <a:pt x="56530" y="514823"/>
                  </a:lnTo>
                  <a:lnTo>
                    <a:pt x="27410" y="581571"/>
                  </a:lnTo>
                  <a:lnTo>
                    <a:pt x="9328" y="646456"/>
                  </a:lnTo>
                  <a:lnTo>
                    <a:pt x="714" y="708803"/>
                  </a:lnTo>
                  <a:lnTo>
                    <a:pt x="0" y="767933"/>
                  </a:lnTo>
                  <a:lnTo>
                    <a:pt x="5615" y="823171"/>
                  </a:lnTo>
                  <a:lnTo>
                    <a:pt x="15991" y="873840"/>
                  </a:lnTo>
                  <a:lnTo>
                    <a:pt x="29558" y="919263"/>
                  </a:lnTo>
                  <a:lnTo>
                    <a:pt x="44748" y="958764"/>
                  </a:lnTo>
                  <a:lnTo>
                    <a:pt x="73719" y="1017292"/>
                  </a:lnTo>
                  <a:lnTo>
                    <a:pt x="99896" y="1053433"/>
                  </a:lnTo>
                  <a:lnTo>
                    <a:pt x="145815" y="1097947"/>
                  </a:lnTo>
                  <a:lnTo>
                    <a:pt x="151545" y="1101095"/>
                  </a:lnTo>
                  <a:lnTo>
                    <a:pt x="157683" y="1100887"/>
                  </a:lnTo>
                  <a:lnTo>
                    <a:pt x="162938" y="1097705"/>
                  </a:lnTo>
                  <a:lnTo>
                    <a:pt x="166024" y="1091937"/>
                  </a:lnTo>
                  <a:lnTo>
                    <a:pt x="173823" y="1061981"/>
                  </a:lnTo>
                  <a:lnTo>
                    <a:pt x="185635" y="1023178"/>
                  </a:lnTo>
                  <a:lnTo>
                    <a:pt x="201017" y="977265"/>
                  </a:lnTo>
                  <a:lnTo>
                    <a:pt x="219524" y="925982"/>
                  </a:lnTo>
                  <a:lnTo>
                    <a:pt x="240714" y="871069"/>
                  </a:lnTo>
                  <a:lnTo>
                    <a:pt x="264141" y="814265"/>
                  </a:lnTo>
                  <a:lnTo>
                    <a:pt x="289364" y="757309"/>
                  </a:lnTo>
                  <a:lnTo>
                    <a:pt x="315937" y="701940"/>
                  </a:lnTo>
                  <a:lnTo>
                    <a:pt x="343417" y="649899"/>
                  </a:lnTo>
                  <a:lnTo>
                    <a:pt x="371360" y="602923"/>
                  </a:lnTo>
                  <a:lnTo>
                    <a:pt x="399323" y="562753"/>
                  </a:lnTo>
                  <a:lnTo>
                    <a:pt x="426862" y="531128"/>
                  </a:lnTo>
                  <a:lnTo>
                    <a:pt x="454874" y="508991"/>
                  </a:lnTo>
                  <a:lnTo>
                    <a:pt x="456026" y="508017"/>
                  </a:lnTo>
                  <a:lnTo>
                    <a:pt x="477117" y="471624"/>
                  </a:lnTo>
                  <a:lnTo>
                    <a:pt x="491496" y="433910"/>
                  </a:lnTo>
                  <a:lnTo>
                    <a:pt x="503783" y="387508"/>
                  </a:lnTo>
                  <a:lnTo>
                    <a:pt x="528393" y="387508"/>
                  </a:lnTo>
                  <a:lnTo>
                    <a:pt x="536249" y="341269"/>
                  </a:lnTo>
                  <a:lnTo>
                    <a:pt x="539766" y="285508"/>
                  </a:lnTo>
                  <a:lnTo>
                    <a:pt x="538455" y="229155"/>
                  </a:lnTo>
                  <a:lnTo>
                    <a:pt x="532887" y="174898"/>
                  </a:lnTo>
                  <a:lnTo>
                    <a:pt x="523634" y="125426"/>
                  </a:lnTo>
                  <a:lnTo>
                    <a:pt x="511268" y="83427"/>
                  </a:lnTo>
                  <a:lnTo>
                    <a:pt x="479480" y="32608"/>
                  </a:lnTo>
                  <a:lnTo>
                    <a:pt x="441330" y="17100"/>
                  </a:lnTo>
                  <a:lnTo>
                    <a:pt x="423585" y="14315"/>
                  </a:lnTo>
                  <a:lnTo>
                    <a:pt x="380970" y="14315"/>
                  </a:lnTo>
                  <a:lnTo>
                    <a:pt x="377902" y="14095"/>
                  </a:lnTo>
                  <a:lnTo>
                    <a:pt x="375159" y="12901"/>
                  </a:lnTo>
                  <a:lnTo>
                    <a:pt x="327709" y="0"/>
                  </a:lnTo>
                  <a:close/>
                </a:path>
                <a:path w="540384" h="1101090">
                  <a:moveTo>
                    <a:pt x="528393" y="387508"/>
                  </a:moveTo>
                  <a:lnTo>
                    <a:pt x="503783" y="387508"/>
                  </a:lnTo>
                  <a:lnTo>
                    <a:pt x="503511" y="389277"/>
                  </a:lnTo>
                  <a:lnTo>
                    <a:pt x="505718" y="398683"/>
                  </a:lnTo>
                  <a:lnTo>
                    <a:pt x="513172" y="403077"/>
                  </a:lnTo>
                  <a:lnTo>
                    <a:pt x="521750" y="401689"/>
                  </a:lnTo>
                  <a:lnTo>
                    <a:pt x="527332" y="393748"/>
                  </a:lnTo>
                  <a:lnTo>
                    <a:pt x="528393" y="387508"/>
                  </a:lnTo>
                  <a:close/>
                </a:path>
                <a:path w="540384" h="1101090">
                  <a:moveTo>
                    <a:pt x="412927" y="6530"/>
                  </a:moveTo>
                  <a:lnTo>
                    <a:pt x="402378" y="8220"/>
                  </a:lnTo>
                  <a:lnTo>
                    <a:pt x="392025" y="10842"/>
                  </a:lnTo>
                  <a:lnTo>
                    <a:pt x="383808" y="13373"/>
                  </a:lnTo>
                  <a:lnTo>
                    <a:pt x="380970" y="14315"/>
                  </a:lnTo>
                  <a:lnTo>
                    <a:pt x="423585" y="14315"/>
                  </a:lnTo>
                  <a:lnTo>
                    <a:pt x="422413" y="14131"/>
                  </a:lnTo>
                  <a:lnTo>
                    <a:pt x="405409" y="13247"/>
                  </a:lnTo>
                  <a:lnTo>
                    <a:pt x="411116" y="8106"/>
                  </a:lnTo>
                  <a:lnTo>
                    <a:pt x="421733" y="6797"/>
                  </a:lnTo>
                  <a:lnTo>
                    <a:pt x="412927" y="653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5484109" y="7850767"/>
              <a:ext cx="215263" cy="113116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15489230" y="7729529"/>
              <a:ext cx="180975" cy="255270"/>
            </a:xfrm>
            <a:custGeom>
              <a:avLst/>
              <a:gdLst/>
              <a:ahLst/>
              <a:cxnLst/>
              <a:rect l="l" t="t" r="r" b="b"/>
              <a:pathLst>
                <a:path w="180975" h="255270">
                  <a:moveTo>
                    <a:pt x="42501" y="0"/>
                  </a:moveTo>
                  <a:lnTo>
                    <a:pt x="33672" y="66632"/>
                  </a:lnTo>
                  <a:lnTo>
                    <a:pt x="20269" y="114453"/>
                  </a:lnTo>
                  <a:lnTo>
                    <a:pt x="7356" y="146279"/>
                  </a:lnTo>
                  <a:lnTo>
                    <a:pt x="0" y="164926"/>
                  </a:lnTo>
                  <a:lnTo>
                    <a:pt x="10322" y="194079"/>
                  </a:lnTo>
                  <a:lnTo>
                    <a:pt x="44137" y="222819"/>
                  </a:lnTo>
                  <a:lnTo>
                    <a:pt x="87458" y="245077"/>
                  </a:lnTo>
                  <a:lnTo>
                    <a:pt x="126299" y="254788"/>
                  </a:lnTo>
                  <a:lnTo>
                    <a:pt x="161673" y="245248"/>
                  </a:lnTo>
                  <a:lnTo>
                    <a:pt x="176206" y="221451"/>
                  </a:lnTo>
                  <a:lnTo>
                    <a:pt x="178469" y="197061"/>
                  </a:lnTo>
                  <a:lnTo>
                    <a:pt x="177031" y="185743"/>
                  </a:lnTo>
                  <a:lnTo>
                    <a:pt x="172866" y="178017"/>
                  </a:lnTo>
                  <a:lnTo>
                    <a:pt x="170981" y="162466"/>
                  </a:lnTo>
                  <a:lnTo>
                    <a:pt x="172109" y="117546"/>
                  </a:lnTo>
                  <a:lnTo>
                    <a:pt x="175187" y="78119"/>
                  </a:lnTo>
                  <a:lnTo>
                    <a:pt x="180580" y="37035"/>
                  </a:lnTo>
                  <a:lnTo>
                    <a:pt x="42501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5539481" y="7731598"/>
              <a:ext cx="130331" cy="115472"/>
            </a:xfrm>
            <a:prstGeom prst="rect">
              <a:avLst/>
            </a:prstGeom>
          </p:spPr>
        </p:pic>
        <p:sp>
          <p:nvSpPr>
            <p:cNvPr id="175" name="object 175" descr=""/>
            <p:cNvSpPr/>
            <p:nvPr/>
          </p:nvSpPr>
          <p:spPr>
            <a:xfrm>
              <a:off x="15486339" y="7451825"/>
              <a:ext cx="280035" cy="264795"/>
            </a:xfrm>
            <a:custGeom>
              <a:avLst/>
              <a:gdLst/>
              <a:ahLst/>
              <a:cxnLst/>
              <a:rect l="l" t="t" r="r" b="b"/>
              <a:pathLst>
                <a:path w="280034" h="264795">
                  <a:moveTo>
                    <a:pt x="101801" y="0"/>
                  </a:moveTo>
                  <a:lnTo>
                    <a:pt x="57779" y="18381"/>
                  </a:lnTo>
                  <a:lnTo>
                    <a:pt x="27730" y="49732"/>
                  </a:lnTo>
                  <a:lnTo>
                    <a:pt x="9513" y="86668"/>
                  </a:lnTo>
                  <a:lnTo>
                    <a:pt x="0" y="147759"/>
                  </a:lnTo>
                  <a:lnTo>
                    <a:pt x="3901" y="179368"/>
                  </a:lnTo>
                  <a:lnTo>
                    <a:pt x="9415" y="202064"/>
                  </a:lnTo>
                  <a:lnTo>
                    <a:pt x="20337" y="226789"/>
                  </a:lnTo>
                  <a:lnTo>
                    <a:pt x="40459" y="264488"/>
                  </a:lnTo>
                  <a:lnTo>
                    <a:pt x="235699" y="263787"/>
                  </a:lnTo>
                  <a:lnTo>
                    <a:pt x="251081" y="223809"/>
                  </a:lnTo>
                  <a:lnTo>
                    <a:pt x="274346" y="161363"/>
                  </a:lnTo>
                  <a:lnTo>
                    <a:pt x="279462" y="113655"/>
                  </a:lnTo>
                  <a:lnTo>
                    <a:pt x="271675" y="78473"/>
                  </a:lnTo>
                  <a:lnTo>
                    <a:pt x="238380" y="36841"/>
                  </a:lnTo>
                  <a:lnTo>
                    <a:pt x="201614" y="11342"/>
                  </a:lnTo>
                  <a:lnTo>
                    <a:pt x="161942" y="1973"/>
                  </a:lnTo>
                  <a:lnTo>
                    <a:pt x="101801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5522718" y="7505145"/>
              <a:ext cx="240665" cy="300355"/>
            </a:xfrm>
            <a:custGeom>
              <a:avLst/>
              <a:gdLst/>
              <a:ahLst/>
              <a:cxnLst/>
              <a:rect l="l" t="t" r="r" b="b"/>
              <a:pathLst>
                <a:path w="240665" h="300354">
                  <a:moveTo>
                    <a:pt x="102824" y="0"/>
                  </a:moveTo>
                  <a:lnTo>
                    <a:pt x="56894" y="5603"/>
                  </a:lnTo>
                  <a:lnTo>
                    <a:pt x="12760" y="49995"/>
                  </a:lnTo>
                  <a:lnTo>
                    <a:pt x="3603" y="131029"/>
                  </a:lnTo>
                  <a:lnTo>
                    <a:pt x="1393" y="182434"/>
                  </a:lnTo>
                  <a:lnTo>
                    <a:pt x="0" y="245545"/>
                  </a:lnTo>
                  <a:lnTo>
                    <a:pt x="17026" y="278843"/>
                  </a:lnTo>
                  <a:lnTo>
                    <a:pt x="68213" y="293362"/>
                  </a:lnTo>
                  <a:lnTo>
                    <a:pt x="169304" y="300137"/>
                  </a:lnTo>
                  <a:lnTo>
                    <a:pt x="194864" y="280684"/>
                  </a:lnTo>
                  <a:lnTo>
                    <a:pt x="215911" y="233386"/>
                  </a:lnTo>
                  <a:lnTo>
                    <a:pt x="231278" y="173894"/>
                  </a:lnTo>
                  <a:lnTo>
                    <a:pt x="239802" y="117858"/>
                  </a:lnTo>
                  <a:lnTo>
                    <a:pt x="240317" y="80929"/>
                  </a:lnTo>
                  <a:lnTo>
                    <a:pt x="231867" y="52839"/>
                  </a:lnTo>
                  <a:lnTo>
                    <a:pt x="211170" y="26984"/>
                  </a:lnTo>
                  <a:lnTo>
                    <a:pt x="170674" y="7870"/>
                  </a:lnTo>
                  <a:lnTo>
                    <a:pt x="102824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5468934" y="7457213"/>
              <a:ext cx="320306" cy="204240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15763320" y="7899610"/>
              <a:ext cx="185420" cy="549275"/>
            </a:xfrm>
            <a:custGeom>
              <a:avLst/>
              <a:gdLst/>
              <a:ahLst/>
              <a:cxnLst/>
              <a:rect l="l" t="t" r="r" b="b"/>
              <a:pathLst>
                <a:path w="185419" h="549275">
                  <a:moveTo>
                    <a:pt x="0" y="0"/>
                  </a:moveTo>
                  <a:lnTo>
                    <a:pt x="4303" y="164256"/>
                  </a:lnTo>
                  <a:lnTo>
                    <a:pt x="4397" y="167754"/>
                  </a:lnTo>
                  <a:lnTo>
                    <a:pt x="2513" y="225940"/>
                  </a:lnTo>
                  <a:lnTo>
                    <a:pt x="2513" y="465713"/>
                  </a:lnTo>
                  <a:lnTo>
                    <a:pt x="40187" y="548716"/>
                  </a:lnTo>
                  <a:lnTo>
                    <a:pt x="49568" y="542052"/>
                  </a:lnTo>
                  <a:lnTo>
                    <a:pt x="73784" y="526527"/>
                  </a:lnTo>
                  <a:lnTo>
                    <a:pt x="106947" y="508840"/>
                  </a:lnTo>
                  <a:lnTo>
                    <a:pt x="143168" y="495691"/>
                  </a:lnTo>
                  <a:lnTo>
                    <a:pt x="170564" y="488954"/>
                  </a:lnTo>
                  <a:lnTo>
                    <a:pt x="183359" y="485027"/>
                  </a:lnTo>
                  <a:lnTo>
                    <a:pt x="184852" y="482395"/>
                  </a:lnTo>
                  <a:lnTo>
                    <a:pt x="178340" y="479545"/>
                  </a:lnTo>
                  <a:lnTo>
                    <a:pt x="168214" y="461498"/>
                  </a:lnTo>
                  <a:lnTo>
                    <a:pt x="144431" y="414704"/>
                  </a:lnTo>
                  <a:lnTo>
                    <a:pt x="116880" y="350186"/>
                  </a:lnTo>
                  <a:lnTo>
                    <a:pt x="95452" y="278965"/>
                  </a:lnTo>
                  <a:lnTo>
                    <a:pt x="82658" y="221438"/>
                  </a:lnTo>
                  <a:lnTo>
                    <a:pt x="68450" y="173204"/>
                  </a:lnTo>
                  <a:lnTo>
                    <a:pt x="43880" y="108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7E8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5311203" y="7854329"/>
              <a:ext cx="557530" cy="948690"/>
            </a:xfrm>
            <a:custGeom>
              <a:avLst/>
              <a:gdLst/>
              <a:ahLst/>
              <a:cxnLst/>
              <a:rect l="l" t="t" r="r" b="b"/>
              <a:pathLst>
                <a:path w="557530" h="948690">
                  <a:moveTo>
                    <a:pt x="172904" y="0"/>
                  </a:moveTo>
                  <a:lnTo>
                    <a:pt x="150711" y="116089"/>
                  </a:lnTo>
                  <a:lnTo>
                    <a:pt x="129728" y="230168"/>
                  </a:lnTo>
                  <a:lnTo>
                    <a:pt x="108162" y="354020"/>
                  </a:lnTo>
                  <a:lnTo>
                    <a:pt x="95233" y="434610"/>
                  </a:lnTo>
                  <a:lnTo>
                    <a:pt x="87626" y="487918"/>
                  </a:lnTo>
                  <a:lnTo>
                    <a:pt x="82592" y="531348"/>
                  </a:lnTo>
                  <a:lnTo>
                    <a:pt x="80771" y="561930"/>
                  </a:lnTo>
                  <a:lnTo>
                    <a:pt x="77204" y="595843"/>
                  </a:lnTo>
                  <a:lnTo>
                    <a:pt x="67822" y="638960"/>
                  </a:lnTo>
                  <a:lnTo>
                    <a:pt x="54603" y="688227"/>
                  </a:lnTo>
                  <a:lnTo>
                    <a:pt x="24556" y="792988"/>
                  </a:lnTo>
                  <a:lnTo>
                    <a:pt x="11684" y="842372"/>
                  </a:lnTo>
                  <a:lnTo>
                    <a:pt x="3157" y="883694"/>
                  </a:lnTo>
                  <a:lnTo>
                    <a:pt x="0" y="916924"/>
                  </a:lnTo>
                  <a:lnTo>
                    <a:pt x="3896" y="939443"/>
                  </a:lnTo>
                  <a:lnTo>
                    <a:pt x="16532" y="948630"/>
                  </a:lnTo>
                  <a:lnTo>
                    <a:pt x="50510" y="943699"/>
                  </a:lnTo>
                  <a:lnTo>
                    <a:pt x="97283" y="926568"/>
                  </a:lnTo>
                  <a:lnTo>
                    <a:pt x="151798" y="901071"/>
                  </a:lnTo>
                  <a:lnTo>
                    <a:pt x="209003" y="871039"/>
                  </a:lnTo>
                  <a:lnTo>
                    <a:pt x="263846" y="840307"/>
                  </a:lnTo>
                  <a:lnTo>
                    <a:pt x="311276" y="812706"/>
                  </a:lnTo>
                  <a:lnTo>
                    <a:pt x="346239" y="792070"/>
                  </a:lnTo>
                  <a:lnTo>
                    <a:pt x="368986" y="781334"/>
                  </a:lnTo>
                  <a:lnTo>
                    <a:pt x="394735" y="773170"/>
                  </a:lnTo>
                  <a:lnTo>
                    <a:pt x="422251" y="766914"/>
                  </a:lnTo>
                  <a:lnTo>
                    <a:pt x="450299" y="761903"/>
                  </a:lnTo>
                  <a:lnTo>
                    <a:pt x="484762" y="756329"/>
                  </a:lnTo>
                  <a:lnTo>
                    <a:pt x="515551" y="750381"/>
                  </a:lnTo>
                  <a:lnTo>
                    <a:pt x="540131" y="742715"/>
                  </a:lnTo>
                  <a:lnTo>
                    <a:pt x="555971" y="731988"/>
                  </a:lnTo>
                  <a:lnTo>
                    <a:pt x="557335" y="716498"/>
                  </a:lnTo>
                  <a:lnTo>
                    <a:pt x="540954" y="700315"/>
                  </a:lnTo>
                  <a:lnTo>
                    <a:pt x="513954" y="683560"/>
                  </a:lnTo>
                  <a:lnTo>
                    <a:pt x="483460" y="666356"/>
                  </a:lnTo>
                  <a:lnTo>
                    <a:pt x="469021" y="657552"/>
                  </a:lnTo>
                  <a:lnTo>
                    <a:pt x="440320" y="630797"/>
                  </a:lnTo>
                  <a:lnTo>
                    <a:pt x="437125" y="609058"/>
                  </a:lnTo>
                  <a:lnTo>
                    <a:pt x="437618" y="593177"/>
                  </a:lnTo>
                  <a:lnTo>
                    <a:pt x="439231" y="574652"/>
                  </a:lnTo>
                  <a:lnTo>
                    <a:pt x="448663" y="523767"/>
                  </a:lnTo>
                  <a:lnTo>
                    <a:pt x="464250" y="465274"/>
                  </a:lnTo>
                  <a:lnTo>
                    <a:pt x="481137" y="407126"/>
                  </a:lnTo>
                  <a:lnTo>
                    <a:pt x="494467" y="357276"/>
                  </a:lnTo>
                  <a:lnTo>
                    <a:pt x="499386" y="323676"/>
                  </a:lnTo>
                  <a:lnTo>
                    <a:pt x="497721" y="293103"/>
                  </a:lnTo>
                  <a:lnTo>
                    <a:pt x="493683" y="272165"/>
                  </a:lnTo>
                  <a:lnTo>
                    <a:pt x="484139" y="251190"/>
                  </a:lnTo>
                  <a:lnTo>
                    <a:pt x="465953" y="220506"/>
                  </a:lnTo>
                  <a:lnTo>
                    <a:pt x="453739" y="135637"/>
                  </a:lnTo>
                  <a:lnTo>
                    <a:pt x="454245" y="88041"/>
                  </a:lnTo>
                  <a:lnTo>
                    <a:pt x="456963" y="63915"/>
                  </a:lnTo>
                  <a:lnTo>
                    <a:pt x="451388" y="49453"/>
                  </a:lnTo>
                  <a:lnTo>
                    <a:pt x="440041" y="38354"/>
                  </a:lnTo>
                  <a:lnTo>
                    <a:pt x="426659" y="31764"/>
                  </a:lnTo>
                  <a:lnTo>
                    <a:pt x="402603" y="27085"/>
                  </a:lnTo>
                  <a:lnTo>
                    <a:pt x="359233" y="21716"/>
                  </a:lnTo>
                  <a:lnTo>
                    <a:pt x="360922" y="32617"/>
                  </a:lnTo>
                  <a:lnTo>
                    <a:pt x="358511" y="56600"/>
                  </a:lnTo>
                  <a:lnTo>
                    <a:pt x="340786" y="80582"/>
                  </a:lnTo>
                  <a:lnTo>
                    <a:pt x="296534" y="91484"/>
                  </a:lnTo>
                  <a:lnTo>
                    <a:pt x="248643" y="90054"/>
                  </a:lnTo>
                  <a:lnTo>
                    <a:pt x="219802" y="80048"/>
                  </a:lnTo>
                  <a:lnTo>
                    <a:pt x="198419" y="52889"/>
                  </a:lnTo>
                  <a:lnTo>
                    <a:pt x="172904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5311205" y="8158889"/>
              <a:ext cx="490220" cy="644525"/>
            </a:xfrm>
            <a:custGeom>
              <a:avLst/>
              <a:gdLst/>
              <a:ahLst/>
              <a:cxnLst/>
              <a:rect l="l" t="t" r="r" b="b"/>
              <a:pathLst>
                <a:path w="490219" h="644525">
                  <a:moveTo>
                    <a:pt x="177507" y="0"/>
                  </a:moveTo>
                  <a:lnTo>
                    <a:pt x="104766" y="69840"/>
                  </a:lnTo>
                  <a:lnTo>
                    <a:pt x="95231" y="130049"/>
                  </a:lnTo>
                  <a:lnTo>
                    <a:pt x="87628" y="183356"/>
                  </a:lnTo>
                  <a:lnTo>
                    <a:pt x="82596" y="226786"/>
                  </a:lnTo>
                  <a:lnTo>
                    <a:pt x="80777" y="257363"/>
                  </a:lnTo>
                  <a:lnTo>
                    <a:pt x="77210" y="291276"/>
                  </a:lnTo>
                  <a:lnTo>
                    <a:pt x="67826" y="334394"/>
                  </a:lnTo>
                  <a:lnTo>
                    <a:pt x="54604" y="383661"/>
                  </a:lnTo>
                  <a:lnTo>
                    <a:pt x="24553" y="488421"/>
                  </a:lnTo>
                  <a:lnTo>
                    <a:pt x="11680" y="537805"/>
                  </a:lnTo>
                  <a:lnTo>
                    <a:pt x="3158" y="579134"/>
                  </a:lnTo>
                  <a:lnTo>
                    <a:pt x="0" y="612367"/>
                  </a:lnTo>
                  <a:lnTo>
                    <a:pt x="3893" y="634886"/>
                  </a:lnTo>
                  <a:lnTo>
                    <a:pt x="16528" y="644074"/>
                  </a:lnTo>
                  <a:lnTo>
                    <a:pt x="49776" y="638634"/>
                  </a:lnTo>
                  <a:lnTo>
                    <a:pt x="94663" y="620199"/>
                  </a:lnTo>
                  <a:lnTo>
                    <a:pt x="146601" y="592920"/>
                  </a:lnTo>
                  <a:lnTo>
                    <a:pt x="200997" y="560949"/>
                  </a:lnTo>
                  <a:lnTo>
                    <a:pt x="253261" y="528437"/>
                  </a:lnTo>
                  <a:lnTo>
                    <a:pt x="298803" y="499535"/>
                  </a:lnTo>
                  <a:lnTo>
                    <a:pt x="333031" y="478393"/>
                  </a:lnTo>
                  <a:lnTo>
                    <a:pt x="356964" y="469443"/>
                  </a:lnTo>
                  <a:lnTo>
                    <a:pt x="394431" y="458043"/>
                  </a:lnTo>
                  <a:lnTo>
                    <a:pt x="435624" y="442887"/>
                  </a:lnTo>
                  <a:lnTo>
                    <a:pt x="470732" y="422666"/>
                  </a:lnTo>
                  <a:lnTo>
                    <a:pt x="489946" y="396073"/>
                  </a:lnTo>
                  <a:lnTo>
                    <a:pt x="483456" y="361800"/>
                  </a:lnTo>
                  <a:lnTo>
                    <a:pt x="469017" y="352996"/>
                  </a:lnTo>
                  <a:lnTo>
                    <a:pt x="456404" y="344123"/>
                  </a:lnTo>
                  <a:lnTo>
                    <a:pt x="446532" y="335198"/>
                  </a:lnTo>
                  <a:lnTo>
                    <a:pt x="440316" y="326241"/>
                  </a:lnTo>
                  <a:lnTo>
                    <a:pt x="437955" y="317215"/>
                  </a:lnTo>
                  <a:lnTo>
                    <a:pt x="437125" y="304498"/>
                  </a:lnTo>
                  <a:lnTo>
                    <a:pt x="437618" y="288616"/>
                  </a:lnTo>
                  <a:lnTo>
                    <a:pt x="439227" y="270096"/>
                  </a:lnTo>
                  <a:lnTo>
                    <a:pt x="414981" y="264034"/>
                  </a:lnTo>
                  <a:lnTo>
                    <a:pt x="359061" y="246341"/>
                  </a:lnTo>
                  <a:lnTo>
                    <a:pt x="285566" y="212219"/>
                  </a:lnTo>
                  <a:lnTo>
                    <a:pt x="254987" y="180385"/>
                  </a:lnTo>
                  <a:lnTo>
                    <a:pt x="223724" y="116972"/>
                  </a:lnTo>
                  <a:lnTo>
                    <a:pt x="177507" y="0"/>
                  </a:lnTo>
                  <a:close/>
                </a:path>
              </a:pathLst>
            </a:custGeom>
            <a:solidFill>
              <a:srgbClr val="E8C9CD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15321492" y="7890532"/>
              <a:ext cx="534670" cy="680085"/>
            </a:xfrm>
            <a:custGeom>
              <a:avLst/>
              <a:gdLst/>
              <a:ahLst/>
              <a:cxnLst/>
              <a:rect l="l" t="t" r="r" b="b"/>
              <a:pathLst>
                <a:path w="534669" h="680084">
                  <a:moveTo>
                    <a:pt x="78328" y="0"/>
                  </a:moveTo>
                  <a:lnTo>
                    <a:pt x="17937" y="57974"/>
                  </a:lnTo>
                  <a:lnTo>
                    <a:pt x="1633" y="112946"/>
                  </a:lnTo>
                  <a:lnTo>
                    <a:pt x="0" y="155595"/>
                  </a:lnTo>
                  <a:lnTo>
                    <a:pt x="2196" y="205652"/>
                  </a:lnTo>
                  <a:lnTo>
                    <a:pt x="7835" y="261091"/>
                  </a:lnTo>
                  <a:lnTo>
                    <a:pt x="16532" y="319887"/>
                  </a:lnTo>
                  <a:lnTo>
                    <a:pt x="27899" y="380015"/>
                  </a:lnTo>
                  <a:lnTo>
                    <a:pt x="41550" y="439450"/>
                  </a:lnTo>
                  <a:lnTo>
                    <a:pt x="57098" y="496165"/>
                  </a:lnTo>
                  <a:lnTo>
                    <a:pt x="74158" y="548135"/>
                  </a:lnTo>
                  <a:lnTo>
                    <a:pt x="92342" y="593335"/>
                  </a:lnTo>
                  <a:lnTo>
                    <a:pt x="111264" y="629740"/>
                  </a:lnTo>
                  <a:lnTo>
                    <a:pt x="149776" y="668060"/>
                  </a:lnTo>
                  <a:lnTo>
                    <a:pt x="251657" y="679658"/>
                  </a:lnTo>
                  <a:lnTo>
                    <a:pt x="379310" y="676679"/>
                  </a:lnTo>
                  <a:lnTo>
                    <a:pt x="488407" y="668221"/>
                  </a:lnTo>
                  <a:lnTo>
                    <a:pt x="534623" y="663380"/>
                  </a:lnTo>
                  <a:lnTo>
                    <a:pt x="529126" y="618701"/>
                  </a:lnTo>
                  <a:lnTo>
                    <a:pt x="352972" y="584710"/>
                  </a:lnTo>
                  <a:lnTo>
                    <a:pt x="261233" y="565608"/>
                  </a:lnTo>
                  <a:lnTo>
                    <a:pt x="224192" y="554398"/>
                  </a:lnTo>
                  <a:lnTo>
                    <a:pt x="203814" y="493499"/>
                  </a:lnTo>
                  <a:lnTo>
                    <a:pt x="198666" y="443453"/>
                  </a:lnTo>
                  <a:lnTo>
                    <a:pt x="186640" y="315640"/>
                  </a:lnTo>
                  <a:lnTo>
                    <a:pt x="179860" y="246585"/>
                  </a:lnTo>
                  <a:lnTo>
                    <a:pt x="172634" y="179907"/>
                  </a:lnTo>
                  <a:lnTo>
                    <a:pt x="165012" y="119962"/>
                  </a:lnTo>
                  <a:lnTo>
                    <a:pt x="157042" y="71106"/>
                  </a:lnTo>
                  <a:lnTo>
                    <a:pt x="140258" y="24090"/>
                  </a:lnTo>
                  <a:lnTo>
                    <a:pt x="103367" y="3375"/>
                  </a:lnTo>
                  <a:lnTo>
                    <a:pt x="78328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15289827" y="7854316"/>
              <a:ext cx="257175" cy="609600"/>
            </a:xfrm>
            <a:custGeom>
              <a:avLst/>
              <a:gdLst/>
              <a:ahLst/>
              <a:cxnLst/>
              <a:rect l="l" t="t" r="r" b="b"/>
              <a:pathLst>
                <a:path w="257175" h="609600">
                  <a:moveTo>
                    <a:pt x="194282" y="0"/>
                  </a:moveTo>
                  <a:lnTo>
                    <a:pt x="115085" y="3834"/>
                  </a:lnTo>
                  <a:lnTo>
                    <a:pt x="71518" y="10688"/>
                  </a:lnTo>
                  <a:lnTo>
                    <a:pt x="29470" y="53527"/>
                  </a:lnTo>
                  <a:lnTo>
                    <a:pt x="0" y="204392"/>
                  </a:lnTo>
                  <a:lnTo>
                    <a:pt x="23749" y="386968"/>
                  </a:lnTo>
                  <a:lnTo>
                    <a:pt x="64534" y="540827"/>
                  </a:lnTo>
                  <a:lnTo>
                    <a:pt x="86170" y="605541"/>
                  </a:lnTo>
                  <a:lnTo>
                    <a:pt x="108578" y="609361"/>
                  </a:lnTo>
                  <a:lnTo>
                    <a:pt x="133820" y="607752"/>
                  </a:lnTo>
                  <a:lnTo>
                    <a:pt x="177890" y="598119"/>
                  </a:lnTo>
                  <a:lnTo>
                    <a:pt x="256782" y="577867"/>
                  </a:lnTo>
                  <a:lnTo>
                    <a:pt x="224511" y="342555"/>
                  </a:lnTo>
                  <a:lnTo>
                    <a:pt x="221227" y="317252"/>
                  </a:lnTo>
                  <a:lnTo>
                    <a:pt x="218301" y="291908"/>
                  </a:lnTo>
                  <a:lnTo>
                    <a:pt x="215734" y="266527"/>
                  </a:lnTo>
                  <a:lnTo>
                    <a:pt x="213527" y="241113"/>
                  </a:lnTo>
                  <a:lnTo>
                    <a:pt x="194282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5698655" y="8489723"/>
              <a:ext cx="304534" cy="145579"/>
            </a:xfrm>
            <a:prstGeom prst="rect">
              <a:avLst/>
            </a:prstGeom>
          </p:spPr>
        </p:pic>
        <p:sp>
          <p:nvSpPr>
            <p:cNvPr id="184" name="object 184" descr=""/>
            <p:cNvSpPr/>
            <p:nvPr/>
          </p:nvSpPr>
          <p:spPr>
            <a:xfrm>
              <a:off x="15878679" y="8308266"/>
              <a:ext cx="695960" cy="342900"/>
            </a:xfrm>
            <a:custGeom>
              <a:avLst/>
              <a:gdLst/>
              <a:ahLst/>
              <a:cxnLst/>
              <a:rect l="l" t="t" r="r" b="b"/>
              <a:pathLst>
                <a:path w="695959" h="342900">
                  <a:moveTo>
                    <a:pt x="233772" y="0"/>
                  </a:moveTo>
                  <a:lnTo>
                    <a:pt x="117962" y="156650"/>
                  </a:lnTo>
                  <a:lnTo>
                    <a:pt x="37737" y="266197"/>
                  </a:lnTo>
                  <a:lnTo>
                    <a:pt x="0" y="319875"/>
                  </a:lnTo>
                  <a:lnTo>
                    <a:pt x="440646" y="342607"/>
                  </a:lnTo>
                  <a:lnTo>
                    <a:pt x="695643" y="33046"/>
                  </a:lnTo>
                  <a:lnTo>
                    <a:pt x="233772" y="0"/>
                  </a:lnTo>
                  <a:close/>
                </a:path>
              </a:pathLst>
            </a:custGeom>
            <a:solidFill>
              <a:srgbClr val="1382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5897848" y="8309705"/>
              <a:ext cx="676910" cy="354965"/>
            </a:xfrm>
            <a:custGeom>
              <a:avLst/>
              <a:gdLst/>
              <a:ahLst/>
              <a:cxnLst/>
              <a:rect l="l" t="t" r="r" b="b"/>
              <a:pathLst>
                <a:path w="676909" h="354965">
                  <a:moveTo>
                    <a:pt x="234704" y="0"/>
                  </a:moveTo>
                  <a:lnTo>
                    <a:pt x="118428" y="158472"/>
                  </a:lnTo>
                  <a:lnTo>
                    <a:pt x="37883" y="269271"/>
                  </a:lnTo>
                  <a:lnTo>
                    <a:pt x="0" y="323518"/>
                  </a:lnTo>
                  <a:lnTo>
                    <a:pt x="431850" y="354418"/>
                  </a:lnTo>
                  <a:lnTo>
                    <a:pt x="676482" y="31611"/>
                  </a:lnTo>
                  <a:lnTo>
                    <a:pt x="234704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6224958" y="8476366"/>
              <a:ext cx="52069" cy="46990"/>
            </a:xfrm>
            <a:custGeom>
              <a:avLst/>
              <a:gdLst/>
              <a:ahLst/>
              <a:cxnLst/>
              <a:rect l="l" t="t" r="r" b="b"/>
              <a:pathLst>
                <a:path w="52069" h="46990">
                  <a:moveTo>
                    <a:pt x="35851" y="0"/>
                  </a:moveTo>
                  <a:lnTo>
                    <a:pt x="1988" y="21611"/>
                  </a:lnTo>
                  <a:lnTo>
                    <a:pt x="0" y="30824"/>
                  </a:lnTo>
                  <a:lnTo>
                    <a:pt x="1964" y="38606"/>
                  </a:lnTo>
                  <a:lnTo>
                    <a:pt x="7432" y="44149"/>
                  </a:lnTo>
                  <a:lnTo>
                    <a:pt x="15957" y="46647"/>
                  </a:lnTo>
                  <a:lnTo>
                    <a:pt x="26045" y="45479"/>
                  </a:lnTo>
                  <a:lnTo>
                    <a:pt x="35778" y="41024"/>
                  </a:lnTo>
                  <a:lnTo>
                    <a:pt x="44066" y="33978"/>
                  </a:lnTo>
                  <a:lnTo>
                    <a:pt x="49819" y="25035"/>
                  </a:lnTo>
                  <a:lnTo>
                    <a:pt x="51813" y="15823"/>
                  </a:lnTo>
                  <a:lnTo>
                    <a:pt x="49848" y="8041"/>
                  </a:lnTo>
                  <a:lnTo>
                    <a:pt x="44377" y="2498"/>
                  </a:lnTo>
                  <a:lnTo>
                    <a:pt x="35851" y="0"/>
                  </a:lnTo>
                  <a:close/>
                </a:path>
              </a:pathLst>
            </a:custGeom>
            <a:solidFill>
              <a:srgbClr val="AECD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5140915" y="8545442"/>
              <a:ext cx="948055" cy="1257300"/>
            </a:xfrm>
            <a:custGeom>
              <a:avLst/>
              <a:gdLst/>
              <a:ahLst/>
              <a:cxnLst/>
              <a:rect l="l" t="t" r="r" b="b"/>
              <a:pathLst>
                <a:path w="948055" h="1257300">
                  <a:moveTo>
                    <a:pt x="947699" y="103225"/>
                  </a:moveTo>
                  <a:lnTo>
                    <a:pt x="939292" y="62928"/>
                  </a:lnTo>
                  <a:lnTo>
                    <a:pt x="916622" y="30086"/>
                  </a:lnTo>
                  <a:lnTo>
                    <a:pt x="883081" y="8001"/>
                  </a:lnTo>
                  <a:lnTo>
                    <a:pt x="842060" y="0"/>
                  </a:lnTo>
                  <a:lnTo>
                    <a:pt x="62547" y="2540"/>
                  </a:lnTo>
                  <a:lnTo>
                    <a:pt x="38138" y="7467"/>
                  </a:lnTo>
                  <a:lnTo>
                    <a:pt x="18237" y="20764"/>
                  </a:lnTo>
                  <a:lnTo>
                    <a:pt x="4851" y="40411"/>
                  </a:lnTo>
                  <a:lnTo>
                    <a:pt x="0" y="64439"/>
                  </a:lnTo>
                  <a:lnTo>
                    <a:pt x="139" y="106324"/>
                  </a:lnTo>
                  <a:lnTo>
                    <a:pt x="865314" y="103505"/>
                  </a:lnTo>
                  <a:lnTo>
                    <a:pt x="868972" y="1256830"/>
                  </a:lnTo>
                  <a:lnTo>
                    <a:pt x="919784" y="1256652"/>
                  </a:lnTo>
                  <a:lnTo>
                    <a:pt x="916114" y="103339"/>
                  </a:lnTo>
                  <a:lnTo>
                    <a:pt x="947699" y="103225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4767061" y="9089817"/>
              <a:ext cx="878205" cy="892810"/>
            </a:xfrm>
            <a:custGeom>
              <a:avLst/>
              <a:gdLst/>
              <a:ahLst/>
              <a:cxnLst/>
              <a:rect l="l" t="t" r="r" b="b"/>
              <a:pathLst>
                <a:path w="878205" h="892809">
                  <a:moveTo>
                    <a:pt x="437588" y="0"/>
                  </a:moveTo>
                  <a:lnTo>
                    <a:pt x="389830" y="2780"/>
                  </a:lnTo>
                  <a:lnTo>
                    <a:pt x="343561" y="10621"/>
                  </a:lnTo>
                  <a:lnTo>
                    <a:pt x="299050" y="23246"/>
                  </a:lnTo>
                  <a:lnTo>
                    <a:pt x="256567" y="40381"/>
                  </a:lnTo>
                  <a:lnTo>
                    <a:pt x="216380" y="61750"/>
                  </a:lnTo>
                  <a:lnTo>
                    <a:pt x="178758" y="87077"/>
                  </a:lnTo>
                  <a:lnTo>
                    <a:pt x="143971" y="116089"/>
                  </a:lnTo>
                  <a:lnTo>
                    <a:pt x="112288" y="148508"/>
                  </a:lnTo>
                  <a:lnTo>
                    <a:pt x="83977" y="184061"/>
                  </a:lnTo>
                  <a:lnTo>
                    <a:pt x="59307" y="222471"/>
                  </a:lnTo>
                  <a:lnTo>
                    <a:pt x="38548" y="263464"/>
                  </a:lnTo>
                  <a:lnTo>
                    <a:pt x="21969" y="306764"/>
                  </a:lnTo>
                  <a:lnTo>
                    <a:pt x="9838" y="352096"/>
                  </a:lnTo>
                  <a:lnTo>
                    <a:pt x="2426" y="399185"/>
                  </a:lnTo>
                  <a:lnTo>
                    <a:pt x="0" y="447756"/>
                  </a:lnTo>
                  <a:lnTo>
                    <a:pt x="2733" y="496309"/>
                  </a:lnTo>
                  <a:lnTo>
                    <a:pt x="10444" y="543348"/>
                  </a:lnTo>
                  <a:lnTo>
                    <a:pt x="22861" y="588599"/>
                  </a:lnTo>
                  <a:lnTo>
                    <a:pt x="39713" y="631789"/>
                  </a:lnTo>
                  <a:lnTo>
                    <a:pt x="60731" y="672645"/>
                  </a:lnTo>
                  <a:lnTo>
                    <a:pt x="85642" y="710892"/>
                  </a:lnTo>
                  <a:lnTo>
                    <a:pt x="114177" y="746258"/>
                  </a:lnTo>
                  <a:lnTo>
                    <a:pt x="146064" y="778469"/>
                  </a:lnTo>
                  <a:lnTo>
                    <a:pt x="181033" y="807251"/>
                  </a:lnTo>
                  <a:lnTo>
                    <a:pt x="218813" y="832331"/>
                  </a:lnTo>
                  <a:lnTo>
                    <a:pt x="259134" y="853436"/>
                  </a:lnTo>
                  <a:lnTo>
                    <a:pt x="301724" y="870292"/>
                  </a:lnTo>
                  <a:lnTo>
                    <a:pt x="346313" y="882625"/>
                  </a:lnTo>
                  <a:lnTo>
                    <a:pt x="392630" y="890163"/>
                  </a:lnTo>
                  <a:lnTo>
                    <a:pt x="440405" y="892632"/>
                  </a:lnTo>
                  <a:lnTo>
                    <a:pt x="488165" y="889851"/>
                  </a:lnTo>
                  <a:lnTo>
                    <a:pt x="534435" y="882010"/>
                  </a:lnTo>
                  <a:lnTo>
                    <a:pt x="578947" y="869385"/>
                  </a:lnTo>
                  <a:lnTo>
                    <a:pt x="621431" y="852250"/>
                  </a:lnTo>
                  <a:lnTo>
                    <a:pt x="635205" y="844927"/>
                  </a:lnTo>
                  <a:lnTo>
                    <a:pt x="440258" y="844927"/>
                  </a:lnTo>
                  <a:lnTo>
                    <a:pt x="394587" y="842390"/>
                  </a:lnTo>
                  <a:lnTo>
                    <a:pt x="350430" y="834676"/>
                  </a:lnTo>
                  <a:lnTo>
                    <a:pt x="308085" y="822084"/>
                  </a:lnTo>
                  <a:lnTo>
                    <a:pt x="267848" y="804915"/>
                  </a:lnTo>
                  <a:lnTo>
                    <a:pt x="230018" y="783470"/>
                  </a:lnTo>
                  <a:lnTo>
                    <a:pt x="194892" y="758049"/>
                  </a:lnTo>
                  <a:lnTo>
                    <a:pt x="162767" y="728952"/>
                  </a:lnTo>
                  <a:lnTo>
                    <a:pt x="133940" y="696481"/>
                  </a:lnTo>
                  <a:lnTo>
                    <a:pt x="108710" y="660934"/>
                  </a:lnTo>
                  <a:lnTo>
                    <a:pt x="87373" y="622614"/>
                  </a:lnTo>
                  <a:lnTo>
                    <a:pt x="70227" y="581819"/>
                  </a:lnTo>
                  <a:lnTo>
                    <a:pt x="57570" y="538852"/>
                  </a:lnTo>
                  <a:lnTo>
                    <a:pt x="49698" y="494011"/>
                  </a:lnTo>
                  <a:lnTo>
                    <a:pt x="46909" y="447598"/>
                  </a:lnTo>
                  <a:lnTo>
                    <a:pt x="49406" y="401168"/>
                  </a:lnTo>
                  <a:lnTo>
                    <a:pt x="56995" y="356277"/>
                  </a:lnTo>
                  <a:lnTo>
                    <a:pt x="69382" y="313228"/>
                  </a:lnTo>
                  <a:lnTo>
                    <a:pt x="86270" y="272322"/>
                  </a:lnTo>
                  <a:lnTo>
                    <a:pt x="107365" y="233862"/>
                  </a:lnTo>
                  <a:lnTo>
                    <a:pt x="132370" y="198152"/>
                  </a:lnTo>
                  <a:lnTo>
                    <a:pt x="160991" y="165492"/>
                  </a:lnTo>
                  <a:lnTo>
                    <a:pt x="192931" y="136186"/>
                  </a:lnTo>
                  <a:lnTo>
                    <a:pt x="227895" y="110535"/>
                  </a:lnTo>
                  <a:lnTo>
                    <a:pt x="265588" y="88843"/>
                  </a:lnTo>
                  <a:lnTo>
                    <a:pt x="305714" y="71411"/>
                  </a:lnTo>
                  <a:lnTo>
                    <a:pt x="347977" y="58543"/>
                  </a:lnTo>
                  <a:lnTo>
                    <a:pt x="392083" y="50540"/>
                  </a:lnTo>
                  <a:lnTo>
                    <a:pt x="437735" y="47705"/>
                  </a:lnTo>
                  <a:lnTo>
                    <a:pt x="635113" y="47705"/>
                  </a:lnTo>
                  <a:lnTo>
                    <a:pt x="618860" y="39197"/>
                  </a:lnTo>
                  <a:lnTo>
                    <a:pt x="576269" y="22341"/>
                  </a:lnTo>
                  <a:lnTo>
                    <a:pt x="531680" y="10007"/>
                  </a:lnTo>
                  <a:lnTo>
                    <a:pt x="485363" y="2468"/>
                  </a:lnTo>
                  <a:lnTo>
                    <a:pt x="437588" y="0"/>
                  </a:lnTo>
                  <a:close/>
                </a:path>
                <a:path w="878205" h="892809">
                  <a:moveTo>
                    <a:pt x="635113" y="47705"/>
                  </a:moveTo>
                  <a:lnTo>
                    <a:pt x="437735" y="47705"/>
                  </a:lnTo>
                  <a:lnTo>
                    <a:pt x="483406" y="50241"/>
                  </a:lnTo>
                  <a:lnTo>
                    <a:pt x="527563" y="57956"/>
                  </a:lnTo>
                  <a:lnTo>
                    <a:pt x="569909" y="70547"/>
                  </a:lnTo>
                  <a:lnTo>
                    <a:pt x="610145" y="87716"/>
                  </a:lnTo>
                  <a:lnTo>
                    <a:pt x="647975" y="109161"/>
                  </a:lnTo>
                  <a:lnTo>
                    <a:pt x="683101" y="134582"/>
                  </a:lnTo>
                  <a:lnTo>
                    <a:pt x="715226" y="163679"/>
                  </a:lnTo>
                  <a:lnTo>
                    <a:pt x="744053" y="196151"/>
                  </a:lnTo>
                  <a:lnTo>
                    <a:pt x="769283" y="231697"/>
                  </a:lnTo>
                  <a:lnTo>
                    <a:pt x="790620" y="270018"/>
                  </a:lnTo>
                  <a:lnTo>
                    <a:pt x="807766" y="310812"/>
                  </a:lnTo>
                  <a:lnTo>
                    <a:pt x="820423" y="353780"/>
                  </a:lnTo>
                  <a:lnTo>
                    <a:pt x="828295" y="398620"/>
                  </a:lnTo>
                  <a:lnTo>
                    <a:pt x="831084" y="445033"/>
                  </a:lnTo>
                  <a:lnTo>
                    <a:pt x="828589" y="491463"/>
                  </a:lnTo>
                  <a:lnTo>
                    <a:pt x="821002" y="536354"/>
                  </a:lnTo>
                  <a:lnTo>
                    <a:pt x="808616" y="579404"/>
                  </a:lnTo>
                  <a:lnTo>
                    <a:pt x="791729" y="620310"/>
                  </a:lnTo>
                  <a:lnTo>
                    <a:pt x="770635" y="658769"/>
                  </a:lnTo>
                  <a:lnTo>
                    <a:pt x="745631" y="694480"/>
                  </a:lnTo>
                  <a:lnTo>
                    <a:pt x="717010" y="727140"/>
                  </a:lnTo>
                  <a:lnTo>
                    <a:pt x="685070" y="756446"/>
                  </a:lnTo>
                  <a:lnTo>
                    <a:pt x="650106" y="782096"/>
                  </a:lnTo>
                  <a:lnTo>
                    <a:pt x="612412" y="803789"/>
                  </a:lnTo>
                  <a:lnTo>
                    <a:pt x="572285" y="821220"/>
                  </a:lnTo>
                  <a:lnTo>
                    <a:pt x="530020" y="834089"/>
                  </a:lnTo>
                  <a:lnTo>
                    <a:pt x="485913" y="842092"/>
                  </a:lnTo>
                  <a:lnTo>
                    <a:pt x="440258" y="844927"/>
                  </a:lnTo>
                  <a:lnTo>
                    <a:pt x="635205" y="844927"/>
                  </a:lnTo>
                  <a:lnTo>
                    <a:pt x="699240" y="805554"/>
                  </a:lnTo>
                  <a:lnTo>
                    <a:pt x="734027" y="776543"/>
                  </a:lnTo>
                  <a:lnTo>
                    <a:pt x="765711" y="744123"/>
                  </a:lnTo>
                  <a:lnTo>
                    <a:pt x="794022" y="708571"/>
                  </a:lnTo>
                  <a:lnTo>
                    <a:pt x="818692" y="670161"/>
                  </a:lnTo>
                  <a:lnTo>
                    <a:pt x="839451" y="629168"/>
                  </a:lnTo>
                  <a:lnTo>
                    <a:pt x="856031" y="585868"/>
                  </a:lnTo>
                  <a:lnTo>
                    <a:pt x="868162" y="540535"/>
                  </a:lnTo>
                  <a:lnTo>
                    <a:pt x="875576" y="493446"/>
                  </a:lnTo>
                  <a:lnTo>
                    <a:pt x="878004" y="444876"/>
                  </a:lnTo>
                  <a:lnTo>
                    <a:pt x="875269" y="396324"/>
                  </a:lnTo>
                  <a:lnTo>
                    <a:pt x="867556" y="349287"/>
                  </a:lnTo>
                  <a:lnTo>
                    <a:pt x="855138" y="304036"/>
                  </a:lnTo>
                  <a:lnTo>
                    <a:pt x="838284" y="260847"/>
                  </a:lnTo>
                  <a:lnTo>
                    <a:pt x="817266" y="219991"/>
                  </a:lnTo>
                  <a:lnTo>
                    <a:pt x="792354" y="181744"/>
                  </a:lnTo>
                  <a:lnTo>
                    <a:pt x="763818" y="146378"/>
                  </a:lnTo>
                  <a:lnTo>
                    <a:pt x="731930" y="114167"/>
                  </a:lnTo>
                  <a:lnTo>
                    <a:pt x="696961" y="85384"/>
                  </a:lnTo>
                  <a:lnTo>
                    <a:pt x="659181" y="60303"/>
                  </a:lnTo>
                  <a:lnTo>
                    <a:pt x="635113" y="47705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9" name="object 189" descr=""/>
          <p:cNvSpPr/>
          <p:nvPr/>
        </p:nvSpPr>
        <p:spPr>
          <a:xfrm>
            <a:off x="11060859" y="5602899"/>
            <a:ext cx="26670" cy="6985"/>
          </a:xfrm>
          <a:custGeom>
            <a:avLst/>
            <a:gdLst/>
            <a:ahLst/>
            <a:cxnLst/>
            <a:rect l="l" t="t" r="r" b="b"/>
            <a:pathLst>
              <a:path w="26670" h="6985">
                <a:moveTo>
                  <a:pt x="26334" y="0"/>
                </a:moveTo>
                <a:lnTo>
                  <a:pt x="0" y="6586"/>
                </a:lnTo>
              </a:path>
            </a:pathLst>
          </a:custGeom>
          <a:solidFill>
            <a:srgbClr val="FADBDE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0" name="object 190" descr=""/>
          <p:cNvGrpSpPr/>
          <p:nvPr/>
        </p:nvGrpSpPr>
        <p:grpSpPr>
          <a:xfrm>
            <a:off x="8562359" y="6936952"/>
            <a:ext cx="1428115" cy="3094355"/>
            <a:chOff x="8562359" y="6936952"/>
            <a:chExt cx="1428115" cy="3094355"/>
          </a:xfrm>
        </p:grpSpPr>
        <p:sp>
          <p:nvSpPr>
            <p:cNvPr id="191" name="object 191" descr=""/>
            <p:cNvSpPr/>
            <p:nvPr/>
          </p:nvSpPr>
          <p:spPr>
            <a:xfrm>
              <a:off x="8914105" y="9643650"/>
              <a:ext cx="146685" cy="349885"/>
            </a:xfrm>
            <a:custGeom>
              <a:avLst/>
              <a:gdLst/>
              <a:ahLst/>
              <a:cxnLst/>
              <a:rect l="l" t="t" r="r" b="b"/>
              <a:pathLst>
                <a:path w="146684" h="349884">
                  <a:moveTo>
                    <a:pt x="146659" y="331165"/>
                  </a:moveTo>
                  <a:lnTo>
                    <a:pt x="146011" y="310121"/>
                  </a:lnTo>
                  <a:lnTo>
                    <a:pt x="134404" y="249275"/>
                  </a:lnTo>
                  <a:lnTo>
                    <a:pt x="127558" y="214655"/>
                  </a:lnTo>
                  <a:lnTo>
                    <a:pt x="130365" y="0"/>
                  </a:lnTo>
                  <a:lnTo>
                    <a:pt x="0" y="0"/>
                  </a:lnTo>
                  <a:lnTo>
                    <a:pt x="48844" y="205752"/>
                  </a:lnTo>
                  <a:lnTo>
                    <a:pt x="51803" y="228409"/>
                  </a:lnTo>
                  <a:lnTo>
                    <a:pt x="51892" y="246037"/>
                  </a:lnTo>
                  <a:lnTo>
                    <a:pt x="47853" y="264223"/>
                  </a:lnTo>
                  <a:lnTo>
                    <a:pt x="38760" y="291249"/>
                  </a:lnTo>
                  <a:lnTo>
                    <a:pt x="32397" y="324243"/>
                  </a:lnTo>
                  <a:lnTo>
                    <a:pt x="34823" y="341287"/>
                  </a:lnTo>
                  <a:lnTo>
                    <a:pt x="50126" y="347840"/>
                  </a:lnTo>
                  <a:lnTo>
                    <a:pt x="82410" y="349351"/>
                  </a:lnTo>
                  <a:lnTo>
                    <a:pt x="116954" y="348589"/>
                  </a:lnTo>
                  <a:lnTo>
                    <a:pt x="137668" y="343255"/>
                  </a:lnTo>
                  <a:lnTo>
                    <a:pt x="146659" y="331165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8944563" y="9933432"/>
              <a:ext cx="121920" cy="97155"/>
            </a:xfrm>
            <a:custGeom>
              <a:avLst/>
              <a:gdLst/>
              <a:ahLst/>
              <a:cxnLst/>
              <a:rect l="l" t="t" r="r" b="b"/>
              <a:pathLst>
                <a:path w="121920" h="97154">
                  <a:moveTo>
                    <a:pt x="111724" y="0"/>
                  </a:moveTo>
                  <a:lnTo>
                    <a:pt x="87709" y="33636"/>
                  </a:lnTo>
                  <a:lnTo>
                    <a:pt x="68931" y="44999"/>
                  </a:lnTo>
                  <a:lnTo>
                    <a:pt x="45694" y="34227"/>
                  </a:lnTo>
                  <a:lnTo>
                    <a:pt x="8303" y="1455"/>
                  </a:lnTo>
                  <a:lnTo>
                    <a:pt x="2391" y="33041"/>
                  </a:lnTo>
                  <a:lnTo>
                    <a:pt x="0" y="52163"/>
                  </a:lnTo>
                  <a:lnTo>
                    <a:pt x="749" y="66553"/>
                  </a:lnTo>
                  <a:lnTo>
                    <a:pt x="4261" y="83945"/>
                  </a:lnTo>
                  <a:lnTo>
                    <a:pt x="14699" y="91300"/>
                  </a:lnTo>
                  <a:lnTo>
                    <a:pt x="24196" y="95076"/>
                  </a:lnTo>
                  <a:lnTo>
                    <a:pt x="38168" y="96468"/>
                  </a:lnTo>
                  <a:lnTo>
                    <a:pt x="62029" y="96667"/>
                  </a:lnTo>
                  <a:lnTo>
                    <a:pt x="87549" y="94679"/>
                  </a:lnTo>
                  <a:lnTo>
                    <a:pt x="105960" y="90306"/>
                  </a:lnTo>
                  <a:lnTo>
                    <a:pt x="117114" y="85932"/>
                  </a:lnTo>
                  <a:lnTo>
                    <a:pt x="120865" y="83945"/>
                  </a:lnTo>
                  <a:lnTo>
                    <a:pt x="121394" y="49426"/>
                  </a:lnTo>
                  <a:lnTo>
                    <a:pt x="120618" y="29175"/>
                  </a:lnTo>
                  <a:lnTo>
                    <a:pt x="117680" y="15323"/>
                  </a:lnTo>
                  <a:lnTo>
                    <a:pt x="111724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9557554" y="9624491"/>
              <a:ext cx="202565" cy="234315"/>
            </a:xfrm>
            <a:custGeom>
              <a:avLst/>
              <a:gdLst/>
              <a:ahLst/>
              <a:cxnLst/>
              <a:rect l="l" t="t" r="r" b="b"/>
              <a:pathLst>
                <a:path w="202565" h="234315">
                  <a:moveTo>
                    <a:pt x="114488" y="0"/>
                  </a:moveTo>
                  <a:lnTo>
                    <a:pt x="0" y="28313"/>
                  </a:lnTo>
                  <a:lnTo>
                    <a:pt x="145304" y="234233"/>
                  </a:lnTo>
                  <a:lnTo>
                    <a:pt x="201941" y="161523"/>
                  </a:lnTo>
                  <a:lnTo>
                    <a:pt x="114488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733776" y="8110413"/>
              <a:ext cx="1012094" cy="1638201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9696054" y="9786013"/>
              <a:ext cx="219710" cy="180340"/>
            </a:xfrm>
            <a:custGeom>
              <a:avLst/>
              <a:gdLst/>
              <a:ahLst/>
              <a:cxnLst/>
              <a:rect l="l" t="t" r="r" b="b"/>
              <a:pathLst>
                <a:path w="219709" h="180340">
                  <a:moveTo>
                    <a:pt x="63432" y="0"/>
                  </a:moveTo>
                  <a:lnTo>
                    <a:pt x="0" y="72647"/>
                  </a:lnTo>
                  <a:lnTo>
                    <a:pt x="180507" y="180308"/>
                  </a:lnTo>
                  <a:lnTo>
                    <a:pt x="219658" y="169418"/>
                  </a:lnTo>
                  <a:lnTo>
                    <a:pt x="216475" y="147273"/>
                  </a:lnTo>
                  <a:lnTo>
                    <a:pt x="150314" y="92210"/>
                  </a:lnTo>
                  <a:lnTo>
                    <a:pt x="112318" y="58515"/>
                  </a:lnTo>
                  <a:lnTo>
                    <a:pt x="88140" y="32380"/>
                  </a:lnTo>
                  <a:lnTo>
                    <a:pt x="63432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8800669" y="7414975"/>
              <a:ext cx="592455" cy="1049020"/>
            </a:xfrm>
            <a:custGeom>
              <a:avLst/>
              <a:gdLst/>
              <a:ahLst/>
              <a:cxnLst/>
              <a:rect l="l" t="t" r="r" b="b"/>
              <a:pathLst>
                <a:path w="592454" h="1049020">
                  <a:moveTo>
                    <a:pt x="385764" y="0"/>
                  </a:moveTo>
                  <a:lnTo>
                    <a:pt x="200178" y="9559"/>
                  </a:lnTo>
                  <a:lnTo>
                    <a:pt x="165304" y="9697"/>
                  </a:lnTo>
                  <a:lnTo>
                    <a:pt x="121853" y="11127"/>
                  </a:lnTo>
                  <a:lnTo>
                    <a:pt x="77673" y="18861"/>
                  </a:lnTo>
                  <a:lnTo>
                    <a:pt x="40612" y="37910"/>
                  </a:lnTo>
                  <a:lnTo>
                    <a:pt x="18519" y="73285"/>
                  </a:lnTo>
                  <a:lnTo>
                    <a:pt x="20363" y="86898"/>
                  </a:lnTo>
                  <a:lnTo>
                    <a:pt x="33894" y="129584"/>
                  </a:lnTo>
                  <a:lnTo>
                    <a:pt x="36445" y="145670"/>
                  </a:lnTo>
                  <a:lnTo>
                    <a:pt x="33125" y="201459"/>
                  </a:lnTo>
                  <a:lnTo>
                    <a:pt x="32730" y="264864"/>
                  </a:lnTo>
                  <a:lnTo>
                    <a:pt x="34061" y="329622"/>
                  </a:lnTo>
                  <a:lnTo>
                    <a:pt x="35919" y="389471"/>
                  </a:lnTo>
                  <a:lnTo>
                    <a:pt x="37103" y="438151"/>
                  </a:lnTo>
                  <a:lnTo>
                    <a:pt x="36413" y="469399"/>
                  </a:lnTo>
                  <a:lnTo>
                    <a:pt x="18565" y="644912"/>
                  </a:lnTo>
                  <a:lnTo>
                    <a:pt x="13733" y="696752"/>
                  </a:lnTo>
                  <a:lnTo>
                    <a:pt x="9260" y="749342"/>
                  </a:lnTo>
                  <a:lnTo>
                    <a:pt x="5399" y="801464"/>
                  </a:lnTo>
                  <a:lnTo>
                    <a:pt x="2404" y="851900"/>
                  </a:lnTo>
                  <a:lnTo>
                    <a:pt x="217" y="912563"/>
                  </a:lnTo>
                  <a:lnTo>
                    <a:pt x="0" y="940254"/>
                  </a:lnTo>
                  <a:lnTo>
                    <a:pt x="456" y="965750"/>
                  </a:lnTo>
                  <a:lnTo>
                    <a:pt x="28296" y="1011519"/>
                  </a:lnTo>
                  <a:lnTo>
                    <a:pt x="98337" y="1037619"/>
                  </a:lnTo>
                  <a:lnTo>
                    <a:pt x="144640" y="1044509"/>
                  </a:lnTo>
                  <a:lnTo>
                    <a:pt x="196044" y="1047939"/>
                  </a:lnTo>
                  <a:lnTo>
                    <a:pt x="250730" y="1048394"/>
                  </a:lnTo>
                  <a:lnTo>
                    <a:pt x="306883" y="1046362"/>
                  </a:lnTo>
                  <a:lnTo>
                    <a:pt x="362684" y="1042326"/>
                  </a:lnTo>
                  <a:lnTo>
                    <a:pt x="416318" y="1036774"/>
                  </a:lnTo>
                  <a:lnTo>
                    <a:pt x="465967" y="1030191"/>
                  </a:lnTo>
                  <a:lnTo>
                    <a:pt x="509814" y="1023062"/>
                  </a:lnTo>
                  <a:lnTo>
                    <a:pt x="572837" y="1009110"/>
                  </a:lnTo>
                  <a:lnTo>
                    <a:pt x="591514" y="960774"/>
                  </a:lnTo>
                  <a:lnTo>
                    <a:pt x="592255" y="914016"/>
                  </a:lnTo>
                  <a:lnTo>
                    <a:pt x="588834" y="857906"/>
                  </a:lnTo>
                  <a:lnTo>
                    <a:pt x="582428" y="796726"/>
                  </a:lnTo>
                  <a:lnTo>
                    <a:pt x="574214" y="734757"/>
                  </a:lnTo>
                  <a:lnTo>
                    <a:pt x="565368" y="676279"/>
                  </a:lnTo>
                  <a:lnTo>
                    <a:pt x="557069" y="625574"/>
                  </a:lnTo>
                  <a:lnTo>
                    <a:pt x="550492" y="586924"/>
                  </a:lnTo>
                  <a:lnTo>
                    <a:pt x="544124" y="541398"/>
                  </a:lnTo>
                  <a:lnTo>
                    <a:pt x="538450" y="487799"/>
                  </a:lnTo>
                  <a:lnTo>
                    <a:pt x="527642" y="372941"/>
                  </a:lnTo>
                  <a:lnTo>
                    <a:pt x="521737" y="319961"/>
                  </a:lnTo>
                  <a:lnTo>
                    <a:pt x="514983" y="275465"/>
                  </a:lnTo>
                  <a:lnTo>
                    <a:pt x="493646" y="208047"/>
                  </a:lnTo>
                  <a:lnTo>
                    <a:pt x="476568" y="170824"/>
                  </a:lnTo>
                  <a:lnTo>
                    <a:pt x="444395" y="109087"/>
                  </a:lnTo>
                  <a:lnTo>
                    <a:pt x="385764" y="0"/>
                  </a:lnTo>
                  <a:close/>
                </a:path>
              </a:pathLst>
            </a:custGeom>
            <a:solidFill>
              <a:srgbClr val="0120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9261468" y="7581396"/>
              <a:ext cx="102235" cy="246379"/>
            </a:xfrm>
            <a:custGeom>
              <a:avLst/>
              <a:gdLst/>
              <a:ahLst/>
              <a:cxnLst/>
              <a:rect l="l" t="t" r="r" b="b"/>
              <a:pathLst>
                <a:path w="102234" h="246379">
                  <a:moveTo>
                    <a:pt x="10589" y="0"/>
                  </a:moveTo>
                  <a:lnTo>
                    <a:pt x="0" y="3217"/>
                  </a:lnTo>
                  <a:lnTo>
                    <a:pt x="29179" y="50546"/>
                  </a:lnTo>
                  <a:lnTo>
                    <a:pt x="42642" y="88027"/>
                  </a:lnTo>
                  <a:lnTo>
                    <a:pt x="43752" y="135193"/>
                  </a:lnTo>
                  <a:lnTo>
                    <a:pt x="35873" y="211577"/>
                  </a:lnTo>
                  <a:lnTo>
                    <a:pt x="38442" y="218823"/>
                  </a:lnTo>
                  <a:lnTo>
                    <a:pt x="47304" y="233699"/>
                  </a:lnTo>
                  <a:lnTo>
                    <a:pt x="64188" y="245909"/>
                  </a:lnTo>
                  <a:lnTo>
                    <a:pt x="90824" y="245157"/>
                  </a:lnTo>
                  <a:lnTo>
                    <a:pt x="102133" y="224767"/>
                  </a:lnTo>
                  <a:lnTo>
                    <a:pt x="97159" y="184327"/>
                  </a:lnTo>
                  <a:lnTo>
                    <a:pt x="81723" y="133608"/>
                  </a:lnTo>
                  <a:lnTo>
                    <a:pt x="61648" y="82377"/>
                  </a:lnTo>
                  <a:lnTo>
                    <a:pt x="42756" y="40404"/>
                  </a:lnTo>
                  <a:lnTo>
                    <a:pt x="23129" y="5785"/>
                  </a:lnTo>
                  <a:lnTo>
                    <a:pt x="17334" y="410"/>
                  </a:lnTo>
                  <a:lnTo>
                    <a:pt x="10589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175045" y="7447990"/>
              <a:ext cx="405584" cy="1859985"/>
            </a:xfrm>
            <a:prstGeom prst="rect">
              <a:avLst/>
            </a:prstGeom>
          </p:spPr>
        </p:pic>
        <p:sp>
          <p:nvSpPr>
            <p:cNvPr id="199" name="object 199" descr=""/>
            <p:cNvSpPr/>
            <p:nvPr/>
          </p:nvSpPr>
          <p:spPr>
            <a:xfrm>
              <a:off x="8971079" y="7823340"/>
              <a:ext cx="93980" cy="63500"/>
            </a:xfrm>
            <a:custGeom>
              <a:avLst/>
              <a:gdLst/>
              <a:ahLst/>
              <a:cxnLst/>
              <a:rect l="l" t="t" r="r" b="b"/>
              <a:pathLst>
                <a:path w="93979" h="63500">
                  <a:moveTo>
                    <a:pt x="93866" y="0"/>
                  </a:moveTo>
                  <a:lnTo>
                    <a:pt x="53605" y="5933"/>
                  </a:lnTo>
                  <a:lnTo>
                    <a:pt x="5334" y="18721"/>
                  </a:lnTo>
                  <a:lnTo>
                    <a:pt x="0" y="29080"/>
                  </a:lnTo>
                  <a:lnTo>
                    <a:pt x="2754" y="43154"/>
                  </a:lnTo>
                  <a:lnTo>
                    <a:pt x="12524" y="56079"/>
                  </a:lnTo>
                  <a:lnTo>
                    <a:pt x="28234" y="62992"/>
                  </a:lnTo>
                  <a:lnTo>
                    <a:pt x="48790" y="54440"/>
                  </a:lnTo>
                  <a:lnTo>
                    <a:pt x="70207" y="32642"/>
                  </a:lnTo>
                  <a:lnTo>
                    <a:pt x="87044" y="10272"/>
                  </a:lnTo>
                  <a:lnTo>
                    <a:pt x="93866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9261470" y="7792974"/>
              <a:ext cx="91440" cy="60960"/>
            </a:xfrm>
            <a:custGeom>
              <a:avLst/>
              <a:gdLst/>
              <a:ahLst/>
              <a:cxnLst/>
              <a:rect l="l" t="t" r="r" b="b"/>
              <a:pathLst>
                <a:path w="91440" h="60959">
                  <a:moveTo>
                    <a:pt x="35873" y="0"/>
                  </a:moveTo>
                  <a:lnTo>
                    <a:pt x="27585" y="417"/>
                  </a:lnTo>
                  <a:lnTo>
                    <a:pt x="21085" y="3338"/>
                  </a:lnTo>
                  <a:lnTo>
                    <a:pt x="13011" y="11268"/>
                  </a:lnTo>
                  <a:lnTo>
                    <a:pt x="0" y="26711"/>
                  </a:lnTo>
                  <a:lnTo>
                    <a:pt x="2261" y="34164"/>
                  </a:lnTo>
                  <a:lnTo>
                    <a:pt x="8575" y="49132"/>
                  </a:lnTo>
                  <a:lnTo>
                    <a:pt x="18235" y="60522"/>
                  </a:lnTo>
                  <a:lnTo>
                    <a:pt x="30533" y="57244"/>
                  </a:lnTo>
                  <a:lnTo>
                    <a:pt x="48227" y="47748"/>
                  </a:lnTo>
                  <a:lnTo>
                    <a:pt x="86164" y="41356"/>
                  </a:lnTo>
                  <a:lnTo>
                    <a:pt x="90824" y="33580"/>
                  </a:lnTo>
                  <a:lnTo>
                    <a:pt x="81912" y="21570"/>
                  </a:lnTo>
                  <a:lnTo>
                    <a:pt x="66494" y="10778"/>
                  </a:lnTo>
                  <a:lnTo>
                    <a:pt x="49502" y="2992"/>
                  </a:lnTo>
                  <a:lnTo>
                    <a:pt x="35873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946592" y="9894382"/>
              <a:ext cx="118410" cy="109138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9198101" y="7427244"/>
              <a:ext cx="405765" cy="1860550"/>
            </a:xfrm>
            <a:custGeom>
              <a:avLst/>
              <a:gdLst/>
              <a:ahLst/>
              <a:cxnLst/>
              <a:rect l="l" t="t" r="r" b="b"/>
              <a:pathLst>
                <a:path w="405765" h="1860550">
                  <a:moveTo>
                    <a:pt x="0" y="0"/>
                  </a:moveTo>
                  <a:lnTo>
                    <a:pt x="2439" y="15620"/>
                  </a:lnTo>
                  <a:lnTo>
                    <a:pt x="5086" y="51383"/>
                  </a:lnTo>
                  <a:lnTo>
                    <a:pt x="18043" y="76329"/>
                  </a:lnTo>
                  <a:lnTo>
                    <a:pt x="47227" y="151479"/>
                  </a:lnTo>
                  <a:lnTo>
                    <a:pt x="62400" y="199314"/>
                  </a:lnTo>
                  <a:lnTo>
                    <a:pt x="77256" y="252409"/>
                  </a:lnTo>
                  <a:lnTo>
                    <a:pt x="91269" y="309582"/>
                  </a:lnTo>
                  <a:lnTo>
                    <a:pt x="103910" y="369646"/>
                  </a:lnTo>
                  <a:lnTo>
                    <a:pt x="111148" y="418047"/>
                  </a:lnTo>
                  <a:lnTo>
                    <a:pt x="114777" y="466198"/>
                  </a:lnTo>
                  <a:lnTo>
                    <a:pt x="115781" y="514306"/>
                  </a:lnTo>
                  <a:lnTo>
                    <a:pt x="115144" y="562579"/>
                  </a:lnTo>
                  <a:lnTo>
                    <a:pt x="113851" y="611225"/>
                  </a:lnTo>
                  <a:lnTo>
                    <a:pt x="112885" y="660450"/>
                  </a:lnTo>
                  <a:lnTo>
                    <a:pt x="113229" y="710463"/>
                  </a:lnTo>
                  <a:lnTo>
                    <a:pt x="113586" y="734190"/>
                  </a:lnTo>
                  <a:lnTo>
                    <a:pt x="113501" y="759229"/>
                  </a:lnTo>
                  <a:lnTo>
                    <a:pt x="113061" y="785723"/>
                  </a:lnTo>
                  <a:lnTo>
                    <a:pt x="109508" y="909176"/>
                  </a:lnTo>
                  <a:lnTo>
                    <a:pt x="108612" y="945136"/>
                  </a:lnTo>
                  <a:lnTo>
                    <a:pt x="107888" y="983426"/>
                  </a:lnTo>
                  <a:lnTo>
                    <a:pt x="107424" y="1024192"/>
                  </a:lnTo>
                  <a:lnTo>
                    <a:pt x="107308" y="1067580"/>
                  </a:lnTo>
                  <a:lnTo>
                    <a:pt x="107627" y="1113734"/>
                  </a:lnTo>
                  <a:lnTo>
                    <a:pt x="108471" y="1162802"/>
                  </a:lnTo>
                  <a:lnTo>
                    <a:pt x="109926" y="1214928"/>
                  </a:lnTo>
                  <a:lnTo>
                    <a:pt x="112081" y="1270258"/>
                  </a:lnTo>
                  <a:lnTo>
                    <a:pt x="115023" y="1328938"/>
                  </a:lnTo>
                  <a:lnTo>
                    <a:pt x="118840" y="1391113"/>
                  </a:lnTo>
                  <a:lnTo>
                    <a:pt x="123620" y="1456929"/>
                  </a:lnTo>
                  <a:lnTo>
                    <a:pt x="129450" y="1526532"/>
                  </a:lnTo>
                  <a:lnTo>
                    <a:pt x="136420" y="1600068"/>
                  </a:lnTo>
                  <a:lnTo>
                    <a:pt x="144616" y="1677682"/>
                  </a:lnTo>
                  <a:lnTo>
                    <a:pt x="154127" y="1759520"/>
                  </a:lnTo>
                  <a:lnTo>
                    <a:pt x="165039" y="1845727"/>
                  </a:lnTo>
                  <a:lnTo>
                    <a:pt x="205545" y="1859984"/>
                  </a:lnTo>
                  <a:lnTo>
                    <a:pt x="287909" y="1840080"/>
                  </a:lnTo>
                  <a:lnTo>
                    <a:pt x="368975" y="1810317"/>
                  </a:lnTo>
                  <a:lnTo>
                    <a:pt x="405587" y="1794995"/>
                  </a:lnTo>
                  <a:lnTo>
                    <a:pt x="390572" y="1686781"/>
                  </a:lnTo>
                  <a:lnTo>
                    <a:pt x="375574" y="1585168"/>
                  </a:lnTo>
                  <a:lnTo>
                    <a:pt x="360647" y="1489951"/>
                  </a:lnTo>
                  <a:lnTo>
                    <a:pt x="345845" y="1400920"/>
                  </a:lnTo>
                  <a:lnTo>
                    <a:pt x="331224" y="1317870"/>
                  </a:lnTo>
                  <a:lnTo>
                    <a:pt x="316837" y="1240593"/>
                  </a:lnTo>
                  <a:lnTo>
                    <a:pt x="302740" y="1168882"/>
                  </a:lnTo>
                  <a:lnTo>
                    <a:pt x="288986" y="1102529"/>
                  </a:lnTo>
                  <a:lnTo>
                    <a:pt x="275631" y="1041327"/>
                  </a:lnTo>
                  <a:lnTo>
                    <a:pt x="262728" y="985070"/>
                  </a:lnTo>
                  <a:lnTo>
                    <a:pt x="250333" y="933549"/>
                  </a:lnTo>
                  <a:lnTo>
                    <a:pt x="238500" y="886558"/>
                  </a:lnTo>
                  <a:lnTo>
                    <a:pt x="227284" y="843889"/>
                  </a:lnTo>
                  <a:lnTo>
                    <a:pt x="216739" y="805336"/>
                  </a:lnTo>
                  <a:lnTo>
                    <a:pt x="189676" y="712293"/>
                  </a:lnTo>
                  <a:lnTo>
                    <a:pt x="170617" y="648826"/>
                  </a:lnTo>
                  <a:lnTo>
                    <a:pt x="166297" y="633276"/>
                  </a:lnTo>
                  <a:lnTo>
                    <a:pt x="163085" y="620183"/>
                  </a:lnTo>
                  <a:lnTo>
                    <a:pt x="161035" y="609340"/>
                  </a:lnTo>
                  <a:lnTo>
                    <a:pt x="160202" y="600539"/>
                  </a:lnTo>
                  <a:lnTo>
                    <a:pt x="160502" y="568698"/>
                  </a:lnTo>
                  <a:lnTo>
                    <a:pt x="163928" y="487055"/>
                  </a:lnTo>
                  <a:lnTo>
                    <a:pt x="164758" y="439632"/>
                  </a:lnTo>
                  <a:lnTo>
                    <a:pt x="163469" y="389393"/>
                  </a:lnTo>
                  <a:lnTo>
                    <a:pt x="158913" y="337527"/>
                  </a:lnTo>
                  <a:lnTo>
                    <a:pt x="149942" y="285225"/>
                  </a:lnTo>
                  <a:lnTo>
                    <a:pt x="135408" y="233675"/>
                  </a:lnTo>
                  <a:lnTo>
                    <a:pt x="114165" y="184067"/>
                  </a:lnTo>
                  <a:lnTo>
                    <a:pt x="85063" y="137590"/>
                  </a:lnTo>
                  <a:lnTo>
                    <a:pt x="40298" y="73317"/>
                  </a:lnTo>
                  <a:lnTo>
                    <a:pt x="14291" y="28916"/>
                  </a:lnTo>
                  <a:lnTo>
                    <a:pt x="2404" y="44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8562359" y="7463720"/>
              <a:ext cx="478155" cy="1793875"/>
            </a:xfrm>
            <a:custGeom>
              <a:avLst/>
              <a:gdLst/>
              <a:ahLst/>
              <a:cxnLst/>
              <a:rect l="l" t="t" r="r" b="b"/>
              <a:pathLst>
                <a:path w="478154" h="1793875">
                  <a:moveTo>
                    <a:pt x="285404" y="0"/>
                  </a:moveTo>
                  <a:lnTo>
                    <a:pt x="211721" y="224925"/>
                  </a:lnTo>
                  <a:lnTo>
                    <a:pt x="227201" y="269746"/>
                  </a:lnTo>
                  <a:lnTo>
                    <a:pt x="234524" y="320514"/>
                  </a:lnTo>
                  <a:lnTo>
                    <a:pt x="235318" y="374743"/>
                  </a:lnTo>
                  <a:lnTo>
                    <a:pt x="231210" y="429950"/>
                  </a:lnTo>
                  <a:lnTo>
                    <a:pt x="223826" y="483651"/>
                  </a:lnTo>
                  <a:lnTo>
                    <a:pt x="214792" y="533363"/>
                  </a:lnTo>
                  <a:lnTo>
                    <a:pt x="205737" y="576601"/>
                  </a:lnTo>
                  <a:lnTo>
                    <a:pt x="198287" y="610881"/>
                  </a:lnTo>
                  <a:lnTo>
                    <a:pt x="196133" y="622317"/>
                  </a:lnTo>
                  <a:lnTo>
                    <a:pt x="193870" y="636537"/>
                  </a:lnTo>
                  <a:lnTo>
                    <a:pt x="191430" y="653646"/>
                  </a:lnTo>
                  <a:lnTo>
                    <a:pt x="169237" y="822828"/>
                  </a:lnTo>
                  <a:lnTo>
                    <a:pt x="157318" y="907074"/>
                  </a:lnTo>
                  <a:lnTo>
                    <a:pt x="150203" y="954889"/>
                  </a:lnTo>
                  <a:lnTo>
                    <a:pt x="142226" y="1006639"/>
                  </a:lnTo>
                  <a:lnTo>
                    <a:pt x="133319" y="1062428"/>
                  </a:lnTo>
                  <a:lnTo>
                    <a:pt x="123413" y="1122360"/>
                  </a:lnTo>
                  <a:lnTo>
                    <a:pt x="112440" y="1186540"/>
                  </a:lnTo>
                  <a:lnTo>
                    <a:pt x="100332" y="1255073"/>
                  </a:lnTo>
                  <a:lnTo>
                    <a:pt x="87019" y="1328063"/>
                  </a:lnTo>
                  <a:lnTo>
                    <a:pt x="72434" y="1405615"/>
                  </a:lnTo>
                  <a:lnTo>
                    <a:pt x="56508" y="1487832"/>
                  </a:lnTo>
                  <a:lnTo>
                    <a:pt x="39173" y="1574820"/>
                  </a:lnTo>
                  <a:lnTo>
                    <a:pt x="20359" y="1666684"/>
                  </a:lnTo>
                  <a:lnTo>
                    <a:pt x="0" y="1763527"/>
                  </a:lnTo>
                  <a:lnTo>
                    <a:pt x="54918" y="1773082"/>
                  </a:lnTo>
                  <a:lnTo>
                    <a:pt x="181771" y="1789259"/>
                  </a:lnTo>
                  <a:lnTo>
                    <a:pt x="323707" y="1793327"/>
                  </a:lnTo>
                  <a:lnTo>
                    <a:pt x="423871" y="1766553"/>
                  </a:lnTo>
                  <a:lnTo>
                    <a:pt x="451599" y="1727492"/>
                  </a:lnTo>
                  <a:lnTo>
                    <a:pt x="466929" y="1667788"/>
                  </a:lnTo>
                  <a:lnTo>
                    <a:pt x="473041" y="1589381"/>
                  </a:lnTo>
                  <a:lnTo>
                    <a:pt x="473633" y="1543772"/>
                  </a:lnTo>
                  <a:lnTo>
                    <a:pt x="473112" y="1494215"/>
                  </a:lnTo>
                  <a:lnTo>
                    <a:pt x="468843" y="1324288"/>
                  </a:lnTo>
                  <a:lnTo>
                    <a:pt x="467843" y="1261369"/>
                  </a:lnTo>
                  <a:lnTo>
                    <a:pt x="467716" y="1195716"/>
                  </a:lnTo>
                  <a:lnTo>
                    <a:pt x="468859" y="1127573"/>
                  </a:lnTo>
                  <a:lnTo>
                    <a:pt x="471671" y="1057182"/>
                  </a:lnTo>
                  <a:lnTo>
                    <a:pt x="474191" y="1003806"/>
                  </a:lnTo>
                  <a:lnTo>
                    <a:pt x="476086" y="950825"/>
                  </a:lnTo>
                  <a:lnTo>
                    <a:pt x="477354" y="898241"/>
                  </a:lnTo>
                  <a:lnTo>
                    <a:pt x="477996" y="846052"/>
                  </a:lnTo>
                  <a:lnTo>
                    <a:pt x="478013" y="794260"/>
                  </a:lnTo>
                  <a:lnTo>
                    <a:pt x="477403" y="742863"/>
                  </a:lnTo>
                  <a:lnTo>
                    <a:pt x="476167" y="691863"/>
                  </a:lnTo>
                  <a:lnTo>
                    <a:pt x="474305" y="641258"/>
                  </a:lnTo>
                  <a:lnTo>
                    <a:pt x="471818" y="591050"/>
                  </a:lnTo>
                  <a:lnTo>
                    <a:pt x="468704" y="541237"/>
                  </a:lnTo>
                  <a:lnTo>
                    <a:pt x="464964" y="491820"/>
                  </a:lnTo>
                  <a:lnTo>
                    <a:pt x="460598" y="442799"/>
                  </a:lnTo>
                  <a:lnTo>
                    <a:pt x="455607" y="394175"/>
                  </a:lnTo>
                  <a:lnTo>
                    <a:pt x="449989" y="345946"/>
                  </a:lnTo>
                  <a:lnTo>
                    <a:pt x="443746" y="298113"/>
                  </a:lnTo>
                  <a:lnTo>
                    <a:pt x="436876" y="250676"/>
                  </a:lnTo>
                  <a:lnTo>
                    <a:pt x="429381" y="203635"/>
                  </a:lnTo>
                  <a:lnTo>
                    <a:pt x="421259" y="156990"/>
                  </a:lnTo>
                  <a:lnTo>
                    <a:pt x="412512" y="110741"/>
                  </a:lnTo>
                  <a:lnTo>
                    <a:pt x="403139" y="64888"/>
                  </a:lnTo>
                  <a:lnTo>
                    <a:pt x="28540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8593819" y="7587885"/>
              <a:ext cx="314960" cy="1491615"/>
            </a:xfrm>
            <a:custGeom>
              <a:avLst/>
              <a:gdLst/>
              <a:ahLst/>
              <a:cxnLst/>
              <a:rect l="l" t="t" r="r" b="b"/>
              <a:pathLst>
                <a:path w="314959" h="1491615">
                  <a:moveTo>
                    <a:pt x="308933" y="0"/>
                  </a:moveTo>
                  <a:lnTo>
                    <a:pt x="199292" y="42668"/>
                  </a:lnTo>
                  <a:lnTo>
                    <a:pt x="180266" y="100761"/>
                  </a:lnTo>
                  <a:lnTo>
                    <a:pt x="179677" y="181697"/>
                  </a:lnTo>
                  <a:lnTo>
                    <a:pt x="179266" y="305856"/>
                  </a:lnTo>
                  <a:lnTo>
                    <a:pt x="178764" y="352956"/>
                  </a:lnTo>
                  <a:lnTo>
                    <a:pt x="177609" y="392654"/>
                  </a:lnTo>
                  <a:lnTo>
                    <a:pt x="171984" y="457596"/>
                  </a:lnTo>
                  <a:lnTo>
                    <a:pt x="161842" y="507658"/>
                  </a:lnTo>
                  <a:lnTo>
                    <a:pt x="155240" y="532842"/>
                  </a:lnTo>
                  <a:lnTo>
                    <a:pt x="143106" y="583980"/>
                  </a:lnTo>
                  <a:lnTo>
                    <a:pt x="121525" y="682785"/>
                  </a:lnTo>
                  <a:lnTo>
                    <a:pt x="110123" y="744367"/>
                  </a:lnTo>
                  <a:lnTo>
                    <a:pt x="102746" y="787836"/>
                  </a:lnTo>
                  <a:lnTo>
                    <a:pt x="94513" y="838024"/>
                  </a:lnTo>
                  <a:lnTo>
                    <a:pt x="85618" y="893633"/>
                  </a:lnTo>
                  <a:lnTo>
                    <a:pt x="66625" y="1015918"/>
                  </a:lnTo>
                  <a:lnTo>
                    <a:pt x="47331" y="1144298"/>
                  </a:lnTo>
                  <a:lnTo>
                    <a:pt x="29299" y="1268383"/>
                  </a:lnTo>
                  <a:lnTo>
                    <a:pt x="14093" y="1377781"/>
                  </a:lnTo>
                  <a:lnTo>
                    <a:pt x="8037" y="1423725"/>
                  </a:lnTo>
                  <a:lnTo>
                    <a:pt x="3274" y="1462101"/>
                  </a:lnTo>
                  <a:lnTo>
                    <a:pt x="0" y="1491609"/>
                  </a:lnTo>
                  <a:lnTo>
                    <a:pt x="253165" y="780039"/>
                  </a:lnTo>
                  <a:lnTo>
                    <a:pt x="267814" y="734024"/>
                  </a:lnTo>
                  <a:lnTo>
                    <a:pt x="279236" y="687391"/>
                  </a:lnTo>
                  <a:lnTo>
                    <a:pt x="287382" y="640280"/>
                  </a:lnTo>
                  <a:lnTo>
                    <a:pt x="292201" y="592831"/>
                  </a:lnTo>
                  <a:lnTo>
                    <a:pt x="293642" y="545185"/>
                  </a:lnTo>
                  <a:lnTo>
                    <a:pt x="291656" y="497482"/>
                  </a:lnTo>
                  <a:lnTo>
                    <a:pt x="288758" y="442215"/>
                  </a:lnTo>
                  <a:lnTo>
                    <a:pt x="289064" y="391744"/>
                  </a:lnTo>
                  <a:lnTo>
                    <a:pt x="292574" y="346068"/>
                  </a:lnTo>
                  <a:lnTo>
                    <a:pt x="299289" y="305184"/>
                  </a:lnTo>
                  <a:lnTo>
                    <a:pt x="306559" y="264295"/>
                  </a:lnTo>
                  <a:lnTo>
                    <a:pt x="311564" y="219417"/>
                  </a:lnTo>
                  <a:lnTo>
                    <a:pt x="314304" y="170548"/>
                  </a:lnTo>
                  <a:lnTo>
                    <a:pt x="314779" y="117689"/>
                  </a:lnTo>
                  <a:lnTo>
                    <a:pt x="312988" y="60840"/>
                  </a:lnTo>
                  <a:lnTo>
                    <a:pt x="30893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9167803" y="7399970"/>
              <a:ext cx="276860" cy="548005"/>
            </a:xfrm>
            <a:custGeom>
              <a:avLst/>
              <a:gdLst/>
              <a:ahLst/>
              <a:cxnLst/>
              <a:rect l="l" t="t" r="r" b="b"/>
              <a:pathLst>
                <a:path w="276859" h="548004">
                  <a:moveTo>
                    <a:pt x="12847" y="0"/>
                  </a:moveTo>
                  <a:lnTo>
                    <a:pt x="5298" y="125"/>
                  </a:lnTo>
                  <a:lnTo>
                    <a:pt x="0" y="6481"/>
                  </a:lnTo>
                  <a:lnTo>
                    <a:pt x="2219" y="12764"/>
                  </a:lnTo>
                  <a:lnTo>
                    <a:pt x="13293" y="46163"/>
                  </a:lnTo>
                  <a:lnTo>
                    <a:pt x="25925" y="87352"/>
                  </a:lnTo>
                  <a:lnTo>
                    <a:pt x="71157" y="241178"/>
                  </a:lnTo>
                  <a:lnTo>
                    <a:pt x="88009" y="297049"/>
                  </a:lnTo>
                  <a:lnTo>
                    <a:pt x="105413" y="352471"/>
                  </a:lnTo>
                  <a:lnTo>
                    <a:pt x="123168" y="405798"/>
                  </a:lnTo>
                  <a:lnTo>
                    <a:pt x="141073" y="455382"/>
                  </a:lnTo>
                  <a:lnTo>
                    <a:pt x="158927" y="499576"/>
                  </a:lnTo>
                  <a:lnTo>
                    <a:pt x="192730" y="541424"/>
                  </a:lnTo>
                  <a:lnTo>
                    <a:pt x="230557" y="547419"/>
                  </a:lnTo>
                  <a:lnTo>
                    <a:pt x="262013" y="534207"/>
                  </a:lnTo>
                  <a:lnTo>
                    <a:pt x="276703" y="518434"/>
                  </a:lnTo>
                  <a:lnTo>
                    <a:pt x="276727" y="497223"/>
                  </a:lnTo>
                  <a:lnTo>
                    <a:pt x="271351" y="460204"/>
                  </a:lnTo>
                  <a:lnTo>
                    <a:pt x="261371" y="411126"/>
                  </a:lnTo>
                  <a:lnTo>
                    <a:pt x="247578" y="353734"/>
                  </a:lnTo>
                  <a:lnTo>
                    <a:pt x="230767" y="291775"/>
                  </a:lnTo>
                  <a:lnTo>
                    <a:pt x="211731" y="228994"/>
                  </a:lnTo>
                  <a:lnTo>
                    <a:pt x="191263" y="169140"/>
                  </a:lnTo>
                  <a:lnTo>
                    <a:pt x="170156" y="115958"/>
                  </a:lnTo>
                  <a:lnTo>
                    <a:pt x="149204" y="73194"/>
                  </a:lnTo>
                  <a:lnTo>
                    <a:pt x="98407" y="20545"/>
                  </a:lnTo>
                  <a:lnTo>
                    <a:pt x="36349" y="1120"/>
                  </a:lnTo>
                  <a:lnTo>
                    <a:pt x="1284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9006729" y="7823639"/>
              <a:ext cx="427990" cy="121920"/>
            </a:xfrm>
            <a:custGeom>
              <a:avLst/>
              <a:gdLst/>
              <a:ahLst/>
              <a:cxnLst/>
              <a:rect l="l" t="t" r="r" b="b"/>
              <a:pathLst>
                <a:path w="427990" h="121920">
                  <a:moveTo>
                    <a:pt x="64155" y="0"/>
                  </a:moveTo>
                  <a:lnTo>
                    <a:pt x="16447" y="12621"/>
                  </a:lnTo>
                  <a:lnTo>
                    <a:pt x="0" y="70493"/>
                  </a:lnTo>
                  <a:lnTo>
                    <a:pt x="16060" y="66697"/>
                  </a:lnTo>
                  <a:lnTo>
                    <a:pt x="29688" y="65257"/>
                  </a:lnTo>
                  <a:lnTo>
                    <a:pt x="48333" y="66017"/>
                  </a:lnTo>
                  <a:lnTo>
                    <a:pt x="79442" y="68818"/>
                  </a:lnTo>
                  <a:lnTo>
                    <a:pt x="139850" y="91535"/>
                  </a:lnTo>
                  <a:lnTo>
                    <a:pt x="197065" y="107123"/>
                  </a:lnTo>
                  <a:lnTo>
                    <a:pt x="250195" y="116649"/>
                  </a:lnTo>
                  <a:lnTo>
                    <a:pt x="298351" y="121180"/>
                  </a:lnTo>
                  <a:lnTo>
                    <a:pt x="340641" y="121783"/>
                  </a:lnTo>
                  <a:lnTo>
                    <a:pt x="376174" y="119526"/>
                  </a:lnTo>
                  <a:lnTo>
                    <a:pt x="404060" y="115476"/>
                  </a:lnTo>
                  <a:lnTo>
                    <a:pt x="415737" y="109902"/>
                  </a:lnTo>
                  <a:lnTo>
                    <a:pt x="424225" y="99749"/>
                  </a:lnTo>
                  <a:lnTo>
                    <a:pt x="427761" y="87514"/>
                  </a:lnTo>
                  <a:lnTo>
                    <a:pt x="424583" y="75697"/>
                  </a:lnTo>
                  <a:lnTo>
                    <a:pt x="389458" y="41251"/>
                  </a:lnTo>
                  <a:lnTo>
                    <a:pt x="344173" y="21230"/>
                  </a:lnTo>
                  <a:lnTo>
                    <a:pt x="294105" y="12423"/>
                  </a:lnTo>
                  <a:lnTo>
                    <a:pt x="244633" y="11622"/>
                  </a:lnTo>
                  <a:lnTo>
                    <a:pt x="201135" y="15615"/>
                  </a:lnTo>
                  <a:lnTo>
                    <a:pt x="164260" y="13631"/>
                  </a:lnTo>
                  <a:lnTo>
                    <a:pt x="113516" y="5899"/>
                  </a:lnTo>
                  <a:lnTo>
                    <a:pt x="64155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8863518" y="7812492"/>
              <a:ext cx="438150" cy="208279"/>
            </a:xfrm>
            <a:custGeom>
              <a:avLst/>
              <a:gdLst/>
              <a:ahLst/>
              <a:cxnLst/>
              <a:rect l="l" t="t" r="r" b="b"/>
              <a:pathLst>
                <a:path w="438150" h="208279">
                  <a:moveTo>
                    <a:pt x="434561" y="0"/>
                  </a:moveTo>
                  <a:lnTo>
                    <a:pt x="422411" y="418"/>
                  </a:lnTo>
                  <a:lnTo>
                    <a:pt x="397945" y="7198"/>
                  </a:lnTo>
                  <a:lnTo>
                    <a:pt x="285256" y="28493"/>
                  </a:lnTo>
                  <a:lnTo>
                    <a:pt x="206241" y="40201"/>
                  </a:lnTo>
                  <a:lnTo>
                    <a:pt x="123591" y="46473"/>
                  </a:lnTo>
                  <a:lnTo>
                    <a:pt x="0" y="51459"/>
                  </a:lnTo>
                  <a:lnTo>
                    <a:pt x="29171" y="204512"/>
                  </a:lnTo>
                  <a:lnTo>
                    <a:pt x="98480" y="201239"/>
                  </a:lnTo>
                  <a:lnTo>
                    <a:pt x="147762" y="185787"/>
                  </a:lnTo>
                  <a:lnTo>
                    <a:pt x="202088" y="164054"/>
                  </a:lnTo>
                  <a:lnTo>
                    <a:pt x="257929" y="138240"/>
                  </a:lnTo>
                  <a:lnTo>
                    <a:pt x="311754" y="110542"/>
                  </a:lnTo>
                  <a:lnTo>
                    <a:pt x="360034" y="83158"/>
                  </a:lnTo>
                  <a:lnTo>
                    <a:pt x="399238" y="58287"/>
                  </a:lnTo>
                  <a:lnTo>
                    <a:pt x="436300" y="24873"/>
                  </a:lnTo>
                  <a:lnTo>
                    <a:pt x="437992" y="7599"/>
                  </a:lnTo>
                  <a:lnTo>
                    <a:pt x="43456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8736402" y="7418830"/>
              <a:ext cx="255270" cy="601980"/>
            </a:xfrm>
            <a:custGeom>
              <a:avLst/>
              <a:gdLst/>
              <a:ahLst/>
              <a:cxnLst/>
              <a:rect l="l" t="t" r="r" b="b"/>
              <a:pathLst>
                <a:path w="255270" h="601979">
                  <a:moveTo>
                    <a:pt x="193649" y="0"/>
                  </a:moveTo>
                  <a:lnTo>
                    <a:pt x="149303" y="3355"/>
                  </a:lnTo>
                  <a:lnTo>
                    <a:pt x="92474" y="12846"/>
                  </a:lnTo>
                  <a:lnTo>
                    <a:pt x="39846" y="31665"/>
                  </a:lnTo>
                  <a:lnTo>
                    <a:pt x="8105" y="63003"/>
                  </a:lnTo>
                  <a:lnTo>
                    <a:pt x="0" y="139888"/>
                  </a:lnTo>
                  <a:lnTo>
                    <a:pt x="5785" y="189698"/>
                  </a:lnTo>
                  <a:lnTo>
                    <a:pt x="16671" y="244267"/>
                  </a:lnTo>
                  <a:lnTo>
                    <a:pt x="31567" y="301477"/>
                  </a:lnTo>
                  <a:lnTo>
                    <a:pt x="49378" y="359212"/>
                  </a:lnTo>
                  <a:lnTo>
                    <a:pt x="69013" y="415358"/>
                  </a:lnTo>
                  <a:lnTo>
                    <a:pt x="89378" y="467798"/>
                  </a:lnTo>
                  <a:lnTo>
                    <a:pt x="109381" y="514416"/>
                  </a:lnTo>
                  <a:lnTo>
                    <a:pt x="127929" y="553096"/>
                  </a:lnTo>
                  <a:lnTo>
                    <a:pt x="156289" y="598180"/>
                  </a:lnTo>
                  <a:lnTo>
                    <a:pt x="179084" y="601980"/>
                  </a:lnTo>
                  <a:lnTo>
                    <a:pt x="212155" y="585885"/>
                  </a:lnTo>
                  <a:lnTo>
                    <a:pt x="241941" y="546070"/>
                  </a:lnTo>
                  <a:lnTo>
                    <a:pt x="254882" y="478707"/>
                  </a:lnTo>
                  <a:lnTo>
                    <a:pt x="254707" y="452041"/>
                  </a:lnTo>
                  <a:lnTo>
                    <a:pt x="254021" y="410591"/>
                  </a:lnTo>
                  <a:lnTo>
                    <a:pt x="252589" y="358027"/>
                  </a:lnTo>
                  <a:lnTo>
                    <a:pt x="250173" y="298017"/>
                  </a:lnTo>
                  <a:lnTo>
                    <a:pt x="246538" y="234229"/>
                  </a:lnTo>
                  <a:lnTo>
                    <a:pt x="241446" y="170333"/>
                  </a:lnTo>
                  <a:lnTo>
                    <a:pt x="234660" y="109997"/>
                  </a:lnTo>
                  <a:lnTo>
                    <a:pt x="225944" y="56890"/>
                  </a:lnTo>
                  <a:lnTo>
                    <a:pt x="215062" y="14680"/>
                  </a:lnTo>
                  <a:lnTo>
                    <a:pt x="19364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9663481" y="9839674"/>
              <a:ext cx="327025" cy="191770"/>
            </a:xfrm>
            <a:custGeom>
              <a:avLst/>
              <a:gdLst/>
              <a:ahLst/>
              <a:cxnLst/>
              <a:rect l="l" t="t" r="r" b="b"/>
              <a:pathLst>
                <a:path w="327025" h="191770">
                  <a:moveTo>
                    <a:pt x="326771" y="135572"/>
                  </a:moveTo>
                  <a:lnTo>
                    <a:pt x="322745" y="125272"/>
                  </a:lnTo>
                  <a:lnTo>
                    <a:pt x="314820" y="118198"/>
                  </a:lnTo>
                  <a:lnTo>
                    <a:pt x="303784" y="113804"/>
                  </a:lnTo>
                  <a:lnTo>
                    <a:pt x="303415" y="113703"/>
                  </a:lnTo>
                  <a:lnTo>
                    <a:pt x="290461" y="108851"/>
                  </a:lnTo>
                  <a:lnTo>
                    <a:pt x="290461" y="169265"/>
                  </a:lnTo>
                  <a:lnTo>
                    <a:pt x="290461" y="108851"/>
                  </a:lnTo>
                  <a:lnTo>
                    <a:pt x="248691" y="88823"/>
                  </a:lnTo>
                  <a:lnTo>
                    <a:pt x="204635" y="49314"/>
                  </a:lnTo>
                  <a:lnTo>
                    <a:pt x="201485" y="45313"/>
                  </a:lnTo>
                  <a:lnTo>
                    <a:pt x="195592" y="44386"/>
                  </a:lnTo>
                  <a:lnTo>
                    <a:pt x="190792" y="47726"/>
                  </a:lnTo>
                  <a:lnTo>
                    <a:pt x="190182" y="48285"/>
                  </a:lnTo>
                  <a:lnTo>
                    <a:pt x="173482" y="68694"/>
                  </a:lnTo>
                  <a:lnTo>
                    <a:pt x="165442" y="71501"/>
                  </a:lnTo>
                  <a:lnTo>
                    <a:pt x="114947" y="52933"/>
                  </a:lnTo>
                  <a:lnTo>
                    <a:pt x="74574" y="31102"/>
                  </a:lnTo>
                  <a:lnTo>
                    <a:pt x="25298" y="0"/>
                  </a:lnTo>
                  <a:lnTo>
                    <a:pt x="19494" y="7467"/>
                  </a:lnTo>
                  <a:lnTo>
                    <a:pt x="10553" y="24371"/>
                  </a:lnTo>
                  <a:lnTo>
                    <a:pt x="3911" y="46520"/>
                  </a:lnTo>
                  <a:lnTo>
                    <a:pt x="990" y="72351"/>
                  </a:lnTo>
                  <a:lnTo>
                    <a:pt x="3175" y="100317"/>
                  </a:lnTo>
                  <a:lnTo>
                    <a:pt x="4064" y="103111"/>
                  </a:lnTo>
                  <a:lnTo>
                    <a:pt x="194754" y="176479"/>
                  </a:lnTo>
                  <a:lnTo>
                    <a:pt x="247484" y="187083"/>
                  </a:lnTo>
                  <a:lnTo>
                    <a:pt x="300990" y="191198"/>
                  </a:lnTo>
                  <a:lnTo>
                    <a:pt x="309295" y="191338"/>
                  </a:lnTo>
                  <a:lnTo>
                    <a:pt x="316687" y="185293"/>
                  </a:lnTo>
                  <a:lnTo>
                    <a:pt x="320776" y="169811"/>
                  </a:lnTo>
                  <a:lnTo>
                    <a:pt x="326123" y="149682"/>
                  </a:lnTo>
                  <a:lnTo>
                    <a:pt x="326771" y="135572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9663481" y="9903352"/>
              <a:ext cx="321310" cy="128270"/>
            </a:xfrm>
            <a:custGeom>
              <a:avLst/>
              <a:gdLst/>
              <a:ahLst/>
              <a:cxnLst/>
              <a:rect l="l" t="t" r="r" b="b"/>
              <a:pathLst>
                <a:path w="321309" h="128270">
                  <a:moveTo>
                    <a:pt x="153212" y="4051"/>
                  </a:moveTo>
                  <a:lnTo>
                    <a:pt x="149009" y="2743"/>
                  </a:lnTo>
                  <a:lnTo>
                    <a:pt x="145313" y="1231"/>
                  </a:lnTo>
                  <a:lnTo>
                    <a:pt x="141274" y="0"/>
                  </a:lnTo>
                  <a:lnTo>
                    <a:pt x="118833" y="27406"/>
                  </a:lnTo>
                  <a:lnTo>
                    <a:pt x="119329" y="30899"/>
                  </a:lnTo>
                  <a:lnTo>
                    <a:pt x="121907" y="32829"/>
                  </a:lnTo>
                  <a:lnTo>
                    <a:pt x="124472" y="34759"/>
                  </a:lnTo>
                  <a:lnTo>
                    <a:pt x="128143" y="34391"/>
                  </a:lnTo>
                  <a:lnTo>
                    <a:pt x="153212" y="4051"/>
                  </a:lnTo>
                  <a:close/>
                </a:path>
                <a:path w="321309" h="128270">
                  <a:moveTo>
                    <a:pt x="320789" y="106121"/>
                  </a:moveTo>
                  <a:lnTo>
                    <a:pt x="260172" y="102920"/>
                  </a:lnTo>
                  <a:lnTo>
                    <a:pt x="200418" y="91414"/>
                  </a:lnTo>
                  <a:lnTo>
                    <a:pt x="4076" y="39420"/>
                  </a:lnTo>
                  <a:lnTo>
                    <a:pt x="0" y="54813"/>
                  </a:lnTo>
                  <a:lnTo>
                    <a:pt x="194754" y="112801"/>
                  </a:lnTo>
                  <a:lnTo>
                    <a:pt x="247484" y="123405"/>
                  </a:lnTo>
                  <a:lnTo>
                    <a:pt x="300990" y="127520"/>
                  </a:lnTo>
                  <a:lnTo>
                    <a:pt x="309295" y="127660"/>
                  </a:lnTo>
                  <a:lnTo>
                    <a:pt x="316687" y="121615"/>
                  </a:lnTo>
                  <a:lnTo>
                    <a:pt x="320789" y="106121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8731005" y="6936952"/>
              <a:ext cx="591820" cy="768350"/>
            </a:xfrm>
            <a:custGeom>
              <a:avLst/>
              <a:gdLst/>
              <a:ahLst/>
              <a:cxnLst/>
              <a:rect l="l" t="t" r="r" b="b"/>
              <a:pathLst>
                <a:path w="591820" h="768350">
                  <a:moveTo>
                    <a:pt x="320420" y="0"/>
                  </a:moveTo>
                  <a:lnTo>
                    <a:pt x="247605" y="14141"/>
                  </a:lnTo>
                  <a:lnTo>
                    <a:pt x="211981" y="32314"/>
                  </a:lnTo>
                  <a:lnTo>
                    <a:pt x="180088" y="60336"/>
                  </a:lnTo>
                  <a:lnTo>
                    <a:pt x="154332" y="100044"/>
                  </a:lnTo>
                  <a:lnTo>
                    <a:pt x="137120" y="153274"/>
                  </a:lnTo>
                  <a:lnTo>
                    <a:pt x="125052" y="231254"/>
                  </a:lnTo>
                  <a:lnTo>
                    <a:pt x="119958" y="296091"/>
                  </a:lnTo>
                  <a:lnTo>
                    <a:pt x="117521" y="348689"/>
                  </a:lnTo>
                  <a:lnTo>
                    <a:pt x="113424" y="389949"/>
                  </a:lnTo>
                  <a:lnTo>
                    <a:pt x="103351" y="420774"/>
                  </a:lnTo>
                  <a:lnTo>
                    <a:pt x="86473" y="441257"/>
                  </a:lnTo>
                  <a:lnTo>
                    <a:pt x="70008" y="447106"/>
                  </a:lnTo>
                  <a:lnTo>
                    <a:pt x="50812" y="452079"/>
                  </a:lnTo>
                  <a:lnTo>
                    <a:pt x="25741" y="469935"/>
                  </a:lnTo>
                  <a:lnTo>
                    <a:pt x="9966" y="491675"/>
                  </a:lnTo>
                  <a:lnTo>
                    <a:pt x="1386" y="518382"/>
                  </a:lnTo>
                  <a:lnTo>
                    <a:pt x="0" y="550059"/>
                  </a:lnTo>
                  <a:lnTo>
                    <a:pt x="5805" y="586706"/>
                  </a:lnTo>
                  <a:lnTo>
                    <a:pt x="29967" y="550804"/>
                  </a:lnTo>
                  <a:lnTo>
                    <a:pt x="52206" y="529262"/>
                  </a:lnTo>
                  <a:lnTo>
                    <a:pt x="72522" y="522081"/>
                  </a:lnTo>
                  <a:lnTo>
                    <a:pt x="90912" y="529263"/>
                  </a:lnTo>
                  <a:lnTo>
                    <a:pt x="110529" y="548683"/>
                  </a:lnTo>
                  <a:lnTo>
                    <a:pt x="138648" y="579502"/>
                  </a:lnTo>
                  <a:lnTo>
                    <a:pt x="173986" y="617486"/>
                  </a:lnTo>
                  <a:lnTo>
                    <a:pt x="215260" y="658405"/>
                  </a:lnTo>
                  <a:lnTo>
                    <a:pt x="261189" y="698023"/>
                  </a:lnTo>
                  <a:lnTo>
                    <a:pt x="310489" y="732109"/>
                  </a:lnTo>
                  <a:lnTo>
                    <a:pt x="361878" y="756429"/>
                  </a:lnTo>
                  <a:lnTo>
                    <a:pt x="411750" y="768009"/>
                  </a:lnTo>
                  <a:lnTo>
                    <a:pt x="456902" y="767689"/>
                  </a:lnTo>
                  <a:lnTo>
                    <a:pt x="496666" y="756946"/>
                  </a:lnTo>
                  <a:lnTo>
                    <a:pt x="530378" y="737255"/>
                  </a:lnTo>
                  <a:lnTo>
                    <a:pt x="557370" y="710091"/>
                  </a:lnTo>
                  <a:lnTo>
                    <a:pt x="576976" y="676930"/>
                  </a:lnTo>
                  <a:lnTo>
                    <a:pt x="588530" y="639249"/>
                  </a:lnTo>
                  <a:lnTo>
                    <a:pt x="591581" y="576874"/>
                  </a:lnTo>
                  <a:lnTo>
                    <a:pt x="579535" y="525411"/>
                  </a:lnTo>
                  <a:lnTo>
                    <a:pt x="558926" y="481269"/>
                  </a:lnTo>
                  <a:lnTo>
                    <a:pt x="536291" y="440857"/>
                  </a:lnTo>
                  <a:lnTo>
                    <a:pt x="521623" y="404742"/>
                  </a:lnTo>
                  <a:lnTo>
                    <a:pt x="511495" y="360400"/>
                  </a:lnTo>
                  <a:lnTo>
                    <a:pt x="505171" y="308448"/>
                  </a:lnTo>
                  <a:lnTo>
                    <a:pt x="501915" y="249500"/>
                  </a:lnTo>
                  <a:lnTo>
                    <a:pt x="500994" y="184174"/>
                  </a:lnTo>
                  <a:lnTo>
                    <a:pt x="494850" y="131337"/>
                  </a:lnTo>
                  <a:lnTo>
                    <a:pt x="478042" y="86911"/>
                  </a:lnTo>
                  <a:lnTo>
                    <a:pt x="453000" y="51249"/>
                  </a:lnTo>
                  <a:lnTo>
                    <a:pt x="422158" y="24701"/>
                  </a:lnTo>
                  <a:lnTo>
                    <a:pt x="387947" y="7620"/>
                  </a:lnTo>
                  <a:lnTo>
                    <a:pt x="352799" y="358"/>
                  </a:lnTo>
                  <a:lnTo>
                    <a:pt x="32042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8940534" y="7057796"/>
              <a:ext cx="262255" cy="368935"/>
            </a:xfrm>
            <a:custGeom>
              <a:avLst/>
              <a:gdLst/>
              <a:ahLst/>
              <a:cxnLst/>
              <a:rect l="l" t="t" r="r" b="b"/>
              <a:pathLst>
                <a:path w="262254" h="368934">
                  <a:moveTo>
                    <a:pt x="89234" y="0"/>
                  </a:moveTo>
                  <a:lnTo>
                    <a:pt x="41962" y="30780"/>
                  </a:lnTo>
                  <a:lnTo>
                    <a:pt x="20325" y="68804"/>
                  </a:lnTo>
                  <a:lnTo>
                    <a:pt x="5965" y="115666"/>
                  </a:lnTo>
                  <a:lnTo>
                    <a:pt x="0" y="168879"/>
                  </a:lnTo>
                  <a:lnTo>
                    <a:pt x="3543" y="225957"/>
                  </a:lnTo>
                  <a:lnTo>
                    <a:pt x="16891" y="272910"/>
                  </a:lnTo>
                  <a:lnTo>
                    <a:pt x="40407" y="314351"/>
                  </a:lnTo>
                  <a:lnTo>
                    <a:pt x="70969" y="346610"/>
                  </a:lnTo>
                  <a:lnTo>
                    <a:pt x="105456" y="366016"/>
                  </a:lnTo>
                  <a:lnTo>
                    <a:pt x="140749" y="368899"/>
                  </a:lnTo>
                  <a:lnTo>
                    <a:pt x="173726" y="351587"/>
                  </a:lnTo>
                  <a:lnTo>
                    <a:pt x="202345" y="320270"/>
                  </a:lnTo>
                  <a:lnTo>
                    <a:pt x="226633" y="283586"/>
                  </a:lnTo>
                  <a:lnTo>
                    <a:pt x="246590" y="241534"/>
                  </a:lnTo>
                  <a:lnTo>
                    <a:pt x="262216" y="194115"/>
                  </a:lnTo>
                  <a:lnTo>
                    <a:pt x="217538" y="126691"/>
                  </a:lnTo>
                  <a:lnTo>
                    <a:pt x="177901" y="73568"/>
                  </a:lnTo>
                  <a:lnTo>
                    <a:pt x="143304" y="34744"/>
                  </a:lnTo>
                  <a:lnTo>
                    <a:pt x="113749" y="10221"/>
                  </a:lnTo>
                  <a:lnTo>
                    <a:pt x="89234" y="0"/>
                  </a:lnTo>
                  <a:close/>
                </a:path>
              </a:pathLst>
            </a:custGeom>
            <a:solidFill>
              <a:srgbClr val="259CA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8756744" y="7301030"/>
              <a:ext cx="457834" cy="235585"/>
            </a:xfrm>
            <a:custGeom>
              <a:avLst/>
              <a:gdLst/>
              <a:ahLst/>
              <a:cxnLst/>
              <a:rect l="l" t="t" r="r" b="b"/>
              <a:pathLst>
                <a:path w="457834" h="235584">
                  <a:moveTo>
                    <a:pt x="169939" y="86646"/>
                  </a:moveTo>
                  <a:lnTo>
                    <a:pt x="48884" y="86646"/>
                  </a:lnTo>
                  <a:lnTo>
                    <a:pt x="76781" y="91660"/>
                  </a:lnTo>
                  <a:lnTo>
                    <a:pt x="107598" y="105860"/>
                  </a:lnTo>
                  <a:lnTo>
                    <a:pt x="143694" y="128804"/>
                  </a:lnTo>
                  <a:lnTo>
                    <a:pt x="184594" y="156533"/>
                  </a:lnTo>
                  <a:lnTo>
                    <a:pt x="228278" y="185053"/>
                  </a:lnTo>
                  <a:lnTo>
                    <a:pt x="272724" y="210370"/>
                  </a:lnTo>
                  <a:lnTo>
                    <a:pt x="315912" y="228489"/>
                  </a:lnTo>
                  <a:lnTo>
                    <a:pt x="355821" y="235416"/>
                  </a:lnTo>
                  <a:lnTo>
                    <a:pt x="404435" y="226350"/>
                  </a:lnTo>
                  <a:lnTo>
                    <a:pt x="437544" y="205040"/>
                  </a:lnTo>
                  <a:lnTo>
                    <a:pt x="441510" y="199491"/>
                  </a:lnTo>
                  <a:lnTo>
                    <a:pt x="355821" y="199491"/>
                  </a:lnTo>
                  <a:lnTo>
                    <a:pt x="323508" y="190876"/>
                  </a:lnTo>
                  <a:lnTo>
                    <a:pt x="285931" y="173034"/>
                  </a:lnTo>
                  <a:lnTo>
                    <a:pt x="245138" y="147525"/>
                  </a:lnTo>
                  <a:lnTo>
                    <a:pt x="203178" y="115908"/>
                  </a:lnTo>
                  <a:lnTo>
                    <a:pt x="169939" y="86646"/>
                  </a:lnTo>
                  <a:close/>
                </a:path>
                <a:path w="457834" h="235584">
                  <a:moveTo>
                    <a:pt x="448740" y="160593"/>
                  </a:moveTo>
                  <a:lnTo>
                    <a:pt x="431065" y="176700"/>
                  </a:lnTo>
                  <a:lnTo>
                    <a:pt x="401186" y="194587"/>
                  </a:lnTo>
                  <a:lnTo>
                    <a:pt x="355821" y="199491"/>
                  </a:lnTo>
                  <a:lnTo>
                    <a:pt x="441510" y="199491"/>
                  </a:lnTo>
                  <a:lnTo>
                    <a:pt x="455210" y="180323"/>
                  </a:lnTo>
                  <a:lnTo>
                    <a:pt x="457493" y="161031"/>
                  </a:lnTo>
                  <a:lnTo>
                    <a:pt x="448740" y="160593"/>
                  </a:lnTo>
                  <a:close/>
                </a:path>
                <a:path w="457834" h="235584">
                  <a:moveTo>
                    <a:pt x="90772" y="0"/>
                  </a:moveTo>
                  <a:lnTo>
                    <a:pt x="82745" y="45253"/>
                  </a:lnTo>
                  <a:lnTo>
                    <a:pt x="61080" y="76947"/>
                  </a:lnTo>
                  <a:lnTo>
                    <a:pt x="26443" y="87446"/>
                  </a:lnTo>
                  <a:lnTo>
                    <a:pt x="2439" y="103494"/>
                  </a:lnTo>
                  <a:lnTo>
                    <a:pt x="0" y="105860"/>
                  </a:lnTo>
                  <a:lnTo>
                    <a:pt x="1863" y="104185"/>
                  </a:lnTo>
                  <a:lnTo>
                    <a:pt x="23911" y="90820"/>
                  </a:lnTo>
                  <a:lnTo>
                    <a:pt x="48884" y="86646"/>
                  </a:lnTo>
                  <a:lnTo>
                    <a:pt x="169939" y="86646"/>
                  </a:lnTo>
                  <a:lnTo>
                    <a:pt x="162098" y="79742"/>
                  </a:lnTo>
                  <a:lnTo>
                    <a:pt x="123946" y="40586"/>
                  </a:lnTo>
                  <a:lnTo>
                    <a:pt x="90772" y="0"/>
                  </a:lnTo>
                  <a:close/>
                </a:path>
              </a:pathLst>
            </a:custGeom>
            <a:solidFill>
              <a:srgbClr val="259CA6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8953672" y="7012689"/>
              <a:ext cx="260985" cy="365125"/>
            </a:xfrm>
            <a:custGeom>
              <a:avLst/>
              <a:gdLst/>
              <a:ahLst/>
              <a:cxnLst/>
              <a:rect l="l" t="t" r="r" b="b"/>
              <a:pathLst>
                <a:path w="260984" h="365125">
                  <a:moveTo>
                    <a:pt x="137329" y="0"/>
                  </a:moveTo>
                  <a:lnTo>
                    <a:pt x="87155" y="10685"/>
                  </a:lnTo>
                  <a:lnTo>
                    <a:pt x="54818" y="32194"/>
                  </a:lnTo>
                  <a:lnTo>
                    <a:pt x="21228" y="71725"/>
                  </a:lnTo>
                  <a:lnTo>
                    <a:pt x="3322" y="117014"/>
                  </a:lnTo>
                  <a:lnTo>
                    <a:pt x="0" y="168162"/>
                  </a:lnTo>
                  <a:lnTo>
                    <a:pt x="6905" y="218959"/>
                  </a:lnTo>
                  <a:lnTo>
                    <a:pt x="19681" y="263199"/>
                  </a:lnTo>
                  <a:lnTo>
                    <a:pt x="57564" y="321864"/>
                  </a:lnTo>
                  <a:lnTo>
                    <a:pt x="89774" y="344282"/>
                  </a:lnTo>
                  <a:lnTo>
                    <a:pt x="152481" y="365119"/>
                  </a:lnTo>
                  <a:lnTo>
                    <a:pt x="179228" y="354154"/>
                  </a:lnTo>
                  <a:lnTo>
                    <a:pt x="207961" y="326092"/>
                  </a:lnTo>
                  <a:lnTo>
                    <a:pt x="233104" y="288186"/>
                  </a:lnTo>
                  <a:lnTo>
                    <a:pt x="249085" y="247688"/>
                  </a:lnTo>
                  <a:lnTo>
                    <a:pt x="257460" y="201633"/>
                  </a:lnTo>
                  <a:lnTo>
                    <a:pt x="260501" y="147787"/>
                  </a:lnTo>
                  <a:lnTo>
                    <a:pt x="253682" y="94476"/>
                  </a:lnTo>
                  <a:lnTo>
                    <a:pt x="232478" y="50029"/>
                  </a:lnTo>
                  <a:lnTo>
                    <a:pt x="204084" y="21269"/>
                  </a:lnTo>
                  <a:lnTo>
                    <a:pt x="156471" y="836"/>
                  </a:lnTo>
                  <a:lnTo>
                    <a:pt x="13732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8953670" y="7069574"/>
              <a:ext cx="130175" cy="304800"/>
            </a:xfrm>
            <a:custGeom>
              <a:avLst/>
              <a:gdLst/>
              <a:ahLst/>
              <a:cxnLst/>
              <a:rect l="l" t="t" r="r" b="b"/>
              <a:pathLst>
                <a:path w="130175" h="304800">
                  <a:moveTo>
                    <a:pt x="59216" y="0"/>
                  </a:moveTo>
                  <a:lnTo>
                    <a:pt x="25458" y="8659"/>
                  </a:lnTo>
                  <a:lnTo>
                    <a:pt x="21228" y="14847"/>
                  </a:lnTo>
                  <a:lnTo>
                    <a:pt x="3322" y="60135"/>
                  </a:lnTo>
                  <a:lnTo>
                    <a:pt x="0" y="111280"/>
                  </a:lnTo>
                  <a:lnTo>
                    <a:pt x="6905" y="162075"/>
                  </a:lnTo>
                  <a:lnTo>
                    <a:pt x="19681" y="206312"/>
                  </a:lnTo>
                  <a:lnTo>
                    <a:pt x="51826" y="259733"/>
                  </a:lnTo>
                  <a:lnTo>
                    <a:pt x="103104" y="294273"/>
                  </a:lnTo>
                  <a:lnTo>
                    <a:pt x="129581" y="304420"/>
                  </a:lnTo>
                  <a:lnTo>
                    <a:pt x="119900" y="252334"/>
                  </a:lnTo>
                  <a:lnTo>
                    <a:pt x="102126" y="213909"/>
                  </a:lnTo>
                  <a:lnTo>
                    <a:pt x="80489" y="183730"/>
                  </a:lnTo>
                  <a:lnTo>
                    <a:pt x="59216" y="156382"/>
                  </a:lnTo>
                  <a:lnTo>
                    <a:pt x="49217" y="133312"/>
                  </a:lnTo>
                  <a:lnTo>
                    <a:pt x="45526" y="101136"/>
                  </a:lnTo>
                  <a:lnTo>
                    <a:pt x="48141" y="59857"/>
                  </a:lnTo>
                  <a:lnTo>
                    <a:pt x="57059" y="9476"/>
                  </a:lnTo>
                  <a:lnTo>
                    <a:pt x="59216" y="0"/>
                  </a:lnTo>
                  <a:close/>
                </a:path>
              </a:pathLst>
            </a:custGeom>
            <a:solidFill>
              <a:srgbClr val="703B1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8953665" y="7012689"/>
              <a:ext cx="260985" cy="168275"/>
            </a:xfrm>
            <a:custGeom>
              <a:avLst/>
              <a:gdLst/>
              <a:ahLst/>
              <a:cxnLst/>
              <a:rect l="l" t="t" r="r" b="b"/>
              <a:pathLst>
                <a:path w="260984" h="168275">
                  <a:moveTo>
                    <a:pt x="145775" y="94"/>
                  </a:moveTo>
                  <a:lnTo>
                    <a:pt x="87162" y="10685"/>
                  </a:lnTo>
                  <a:lnTo>
                    <a:pt x="54824" y="32194"/>
                  </a:lnTo>
                  <a:lnTo>
                    <a:pt x="21234" y="71725"/>
                  </a:lnTo>
                  <a:lnTo>
                    <a:pt x="3357" y="116876"/>
                  </a:lnTo>
                  <a:lnTo>
                    <a:pt x="0" y="167869"/>
                  </a:lnTo>
                  <a:lnTo>
                    <a:pt x="22601" y="133822"/>
                  </a:lnTo>
                  <a:lnTo>
                    <a:pt x="55541" y="103113"/>
                  </a:lnTo>
                  <a:lnTo>
                    <a:pt x="98586" y="80903"/>
                  </a:lnTo>
                  <a:lnTo>
                    <a:pt x="151503" y="72353"/>
                  </a:lnTo>
                  <a:lnTo>
                    <a:pt x="187186" y="77937"/>
                  </a:lnTo>
                  <a:lnTo>
                    <a:pt x="217243" y="94690"/>
                  </a:lnTo>
                  <a:lnTo>
                    <a:pt x="241675" y="122615"/>
                  </a:lnTo>
                  <a:lnTo>
                    <a:pt x="260484" y="161712"/>
                  </a:lnTo>
                  <a:lnTo>
                    <a:pt x="259656" y="130816"/>
                  </a:lnTo>
                  <a:lnTo>
                    <a:pt x="246464" y="73486"/>
                  </a:lnTo>
                  <a:lnTo>
                    <a:pt x="207209" y="23792"/>
                  </a:lnTo>
                  <a:lnTo>
                    <a:pt x="163829" y="1995"/>
                  </a:lnTo>
                  <a:lnTo>
                    <a:pt x="145775" y="94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7" name="object 217" descr=""/>
          <p:cNvGrpSpPr/>
          <p:nvPr/>
        </p:nvGrpSpPr>
        <p:grpSpPr>
          <a:xfrm>
            <a:off x="10263506" y="2539969"/>
            <a:ext cx="1102995" cy="2983865"/>
            <a:chOff x="10263506" y="2539969"/>
            <a:chExt cx="1102995" cy="2983865"/>
          </a:xfrm>
        </p:grpSpPr>
        <p:sp>
          <p:nvSpPr>
            <p:cNvPr id="218" name="object 218" descr=""/>
            <p:cNvSpPr/>
            <p:nvPr/>
          </p:nvSpPr>
          <p:spPr>
            <a:xfrm>
              <a:off x="10928594" y="5016477"/>
              <a:ext cx="233679" cy="295275"/>
            </a:xfrm>
            <a:custGeom>
              <a:avLst/>
              <a:gdLst/>
              <a:ahLst/>
              <a:cxnLst/>
              <a:rect l="l" t="t" r="r" b="b"/>
              <a:pathLst>
                <a:path w="233679" h="295275">
                  <a:moveTo>
                    <a:pt x="60144" y="0"/>
                  </a:moveTo>
                  <a:lnTo>
                    <a:pt x="0" y="78395"/>
                  </a:lnTo>
                  <a:lnTo>
                    <a:pt x="60978" y="155384"/>
                  </a:lnTo>
                  <a:lnTo>
                    <a:pt x="93006" y="197475"/>
                  </a:lnTo>
                  <a:lnTo>
                    <a:pt x="106617" y="219455"/>
                  </a:lnTo>
                  <a:lnTo>
                    <a:pt x="112342" y="236107"/>
                  </a:lnTo>
                  <a:lnTo>
                    <a:pt x="128791" y="294902"/>
                  </a:lnTo>
                  <a:lnTo>
                    <a:pt x="209438" y="242024"/>
                  </a:lnTo>
                  <a:lnTo>
                    <a:pt x="232820" y="157471"/>
                  </a:lnTo>
                  <a:lnTo>
                    <a:pt x="233157" y="156979"/>
                  </a:lnTo>
                  <a:lnTo>
                    <a:pt x="232913" y="155747"/>
                  </a:lnTo>
                  <a:lnTo>
                    <a:pt x="227538" y="152873"/>
                  </a:lnTo>
                  <a:lnTo>
                    <a:pt x="212485" y="147451"/>
                  </a:lnTo>
                  <a:lnTo>
                    <a:pt x="164285" y="116433"/>
                  </a:lnTo>
                  <a:lnTo>
                    <a:pt x="114628" y="66634"/>
                  </a:lnTo>
                  <a:lnTo>
                    <a:pt x="75815" y="20379"/>
                  </a:lnTo>
                  <a:lnTo>
                    <a:pt x="60144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0980386" y="5159135"/>
              <a:ext cx="271780" cy="362585"/>
            </a:xfrm>
            <a:custGeom>
              <a:avLst/>
              <a:gdLst/>
              <a:ahLst/>
              <a:cxnLst/>
              <a:rect l="l" t="t" r="r" b="b"/>
              <a:pathLst>
                <a:path w="271779" h="362585">
                  <a:moveTo>
                    <a:pt x="88798" y="110010"/>
                  </a:moveTo>
                  <a:lnTo>
                    <a:pt x="73344" y="110759"/>
                  </a:lnTo>
                  <a:lnTo>
                    <a:pt x="58786" y="117334"/>
                  </a:lnTo>
                  <a:lnTo>
                    <a:pt x="52615" y="129619"/>
                  </a:lnTo>
                  <a:lnTo>
                    <a:pt x="48131" y="187451"/>
                  </a:lnTo>
                  <a:lnTo>
                    <a:pt x="34218" y="237337"/>
                  </a:lnTo>
                  <a:lnTo>
                    <a:pt x="16543" y="280804"/>
                  </a:lnTo>
                  <a:lnTo>
                    <a:pt x="774" y="319382"/>
                  </a:lnTo>
                  <a:lnTo>
                    <a:pt x="0" y="327518"/>
                  </a:lnTo>
                  <a:lnTo>
                    <a:pt x="46720" y="360941"/>
                  </a:lnTo>
                  <a:lnTo>
                    <a:pt x="52783" y="362072"/>
                  </a:lnTo>
                  <a:lnTo>
                    <a:pt x="59212" y="361517"/>
                  </a:lnTo>
                  <a:lnTo>
                    <a:pt x="121213" y="318479"/>
                  </a:lnTo>
                  <a:lnTo>
                    <a:pt x="151279" y="278160"/>
                  </a:lnTo>
                  <a:lnTo>
                    <a:pt x="177675" y="233921"/>
                  </a:lnTo>
                  <a:lnTo>
                    <a:pt x="216721" y="154243"/>
                  </a:lnTo>
                  <a:lnTo>
                    <a:pt x="236201" y="120686"/>
                  </a:lnTo>
                  <a:lnTo>
                    <a:pt x="239723" y="115200"/>
                  </a:lnTo>
                  <a:lnTo>
                    <a:pt x="97661" y="115200"/>
                  </a:lnTo>
                  <a:lnTo>
                    <a:pt x="88798" y="110010"/>
                  </a:lnTo>
                  <a:close/>
                </a:path>
                <a:path w="271779" h="362585">
                  <a:moveTo>
                    <a:pt x="165669" y="0"/>
                  </a:moveTo>
                  <a:lnTo>
                    <a:pt x="157903" y="61016"/>
                  </a:lnTo>
                  <a:lnTo>
                    <a:pt x="125021" y="99494"/>
                  </a:lnTo>
                  <a:lnTo>
                    <a:pt x="97661" y="115200"/>
                  </a:lnTo>
                  <a:lnTo>
                    <a:pt x="239723" y="115200"/>
                  </a:lnTo>
                  <a:lnTo>
                    <a:pt x="254252" y="92569"/>
                  </a:lnTo>
                  <a:lnTo>
                    <a:pt x="268567" y="70908"/>
                  </a:lnTo>
                  <a:lnTo>
                    <a:pt x="271454" y="63023"/>
                  </a:lnTo>
                  <a:lnTo>
                    <a:pt x="270575" y="55088"/>
                  </a:lnTo>
                  <a:lnTo>
                    <a:pt x="266243" y="48019"/>
                  </a:lnTo>
                  <a:lnTo>
                    <a:pt x="258776" y="42731"/>
                  </a:lnTo>
                  <a:lnTo>
                    <a:pt x="165669" y="0"/>
                  </a:lnTo>
                  <a:close/>
                </a:path>
              </a:pathLst>
            </a:custGeom>
            <a:solidFill>
              <a:srgbClr val="139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1007789" y="5194394"/>
              <a:ext cx="244475" cy="327025"/>
            </a:xfrm>
            <a:custGeom>
              <a:avLst/>
              <a:gdLst/>
              <a:ahLst/>
              <a:cxnLst/>
              <a:rect l="l" t="t" r="r" b="b"/>
              <a:pathLst>
                <a:path w="244475" h="327025">
                  <a:moveTo>
                    <a:pt x="104698" y="128346"/>
                  </a:moveTo>
                  <a:lnTo>
                    <a:pt x="101485" y="60375"/>
                  </a:lnTo>
                  <a:lnTo>
                    <a:pt x="97612" y="64236"/>
                  </a:lnTo>
                  <a:lnTo>
                    <a:pt x="90525" y="70078"/>
                  </a:lnTo>
                  <a:lnTo>
                    <a:pt x="83667" y="74345"/>
                  </a:lnTo>
                  <a:lnTo>
                    <a:pt x="76949" y="77482"/>
                  </a:lnTo>
                  <a:lnTo>
                    <a:pt x="70256" y="79946"/>
                  </a:lnTo>
                  <a:lnTo>
                    <a:pt x="72720" y="103847"/>
                  </a:lnTo>
                  <a:lnTo>
                    <a:pt x="73939" y="116992"/>
                  </a:lnTo>
                  <a:lnTo>
                    <a:pt x="74244" y="124028"/>
                  </a:lnTo>
                  <a:lnTo>
                    <a:pt x="74015" y="129616"/>
                  </a:lnTo>
                  <a:lnTo>
                    <a:pt x="78041" y="138633"/>
                  </a:lnTo>
                  <a:lnTo>
                    <a:pt x="88011" y="142049"/>
                  </a:lnTo>
                  <a:lnTo>
                    <a:pt x="98653" y="138938"/>
                  </a:lnTo>
                  <a:lnTo>
                    <a:pt x="104698" y="128346"/>
                  </a:lnTo>
                  <a:close/>
                </a:path>
                <a:path w="244475" h="327025">
                  <a:moveTo>
                    <a:pt x="244043" y="27774"/>
                  </a:moveTo>
                  <a:lnTo>
                    <a:pt x="243166" y="19837"/>
                  </a:lnTo>
                  <a:lnTo>
                    <a:pt x="238836" y="12763"/>
                  </a:lnTo>
                  <a:lnTo>
                    <a:pt x="231368" y="7480"/>
                  </a:lnTo>
                  <a:lnTo>
                    <a:pt x="214045" y="0"/>
                  </a:lnTo>
                  <a:lnTo>
                    <a:pt x="216916" y="6489"/>
                  </a:lnTo>
                  <a:lnTo>
                    <a:pt x="217449" y="11290"/>
                  </a:lnTo>
                  <a:lnTo>
                    <a:pt x="215303" y="16802"/>
                  </a:lnTo>
                  <a:lnTo>
                    <a:pt x="210070" y="25374"/>
                  </a:lnTo>
                  <a:lnTo>
                    <a:pt x="196367" y="46355"/>
                  </a:lnTo>
                  <a:lnTo>
                    <a:pt x="180111" y="71755"/>
                  </a:lnTo>
                  <a:lnTo>
                    <a:pt x="162293" y="102870"/>
                  </a:lnTo>
                  <a:lnTo>
                    <a:pt x="143903" y="140995"/>
                  </a:lnTo>
                  <a:lnTo>
                    <a:pt x="135445" y="159359"/>
                  </a:lnTo>
                  <a:lnTo>
                    <a:pt x="125590" y="178892"/>
                  </a:lnTo>
                  <a:lnTo>
                    <a:pt x="102400" y="219240"/>
                  </a:lnTo>
                  <a:lnTo>
                    <a:pt x="78016" y="254850"/>
                  </a:lnTo>
                  <a:lnTo>
                    <a:pt x="52006" y="285305"/>
                  </a:lnTo>
                  <a:lnTo>
                    <a:pt x="0" y="316915"/>
                  </a:lnTo>
                  <a:lnTo>
                    <a:pt x="19316" y="325691"/>
                  </a:lnTo>
                  <a:lnTo>
                    <a:pt x="25374" y="326821"/>
                  </a:lnTo>
                  <a:lnTo>
                    <a:pt x="31813" y="326263"/>
                  </a:lnTo>
                  <a:lnTo>
                    <a:pt x="62357" y="313156"/>
                  </a:lnTo>
                  <a:lnTo>
                    <a:pt x="93802" y="283222"/>
                  </a:lnTo>
                  <a:lnTo>
                    <a:pt x="123875" y="242900"/>
                  </a:lnTo>
                  <a:lnTo>
                    <a:pt x="150266" y="198666"/>
                  </a:lnTo>
                  <a:lnTo>
                    <a:pt x="189306" y="118986"/>
                  </a:lnTo>
                  <a:lnTo>
                    <a:pt x="208788" y="85432"/>
                  </a:lnTo>
                  <a:lnTo>
                    <a:pt x="226847" y="57315"/>
                  </a:lnTo>
                  <a:lnTo>
                    <a:pt x="241147" y="35661"/>
                  </a:lnTo>
                  <a:lnTo>
                    <a:pt x="244043" y="277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0727675" y="5249582"/>
              <a:ext cx="212255" cy="273675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10516572" y="3788727"/>
              <a:ext cx="567055" cy="1584960"/>
            </a:xfrm>
            <a:custGeom>
              <a:avLst/>
              <a:gdLst/>
              <a:ahLst/>
              <a:cxnLst/>
              <a:rect l="l" t="t" r="r" b="b"/>
              <a:pathLst>
                <a:path w="567054" h="1584960">
                  <a:moveTo>
                    <a:pt x="549522" y="0"/>
                  </a:moveTo>
                  <a:lnTo>
                    <a:pt x="296116" y="0"/>
                  </a:lnTo>
                  <a:lnTo>
                    <a:pt x="0" y="0"/>
                  </a:lnTo>
                  <a:lnTo>
                    <a:pt x="269091" y="326754"/>
                  </a:lnTo>
                  <a:lnTo>
                    <a:pt x="290357" y="325508"/>
                  </a:lnTo>
                  <a:lnTo>
                    <a:pt x="229773" y="1543701"/>
                  </a:lnTo>
                  <a:lnTo>
                    <a:pt x="383244" y="1584632"/>
                  </a:lnTo>
                  <a:lnTo>
                    <a:pt x="566684" y="286420"/>
                  </a:lnTo>
                  <a:lnTo>
                    <a:pt x="54952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0759655" y="3788729"/>
              <a:ext cx="323850" cy="1434465"/>
            </a:xfrm>
            <a:custGeom>
              <a:avLst/>
              <a:gdLst/>
              <a:ahLst/>
              <a:cxnLst/>
              <a:rect l="l" t="t" r="r" b="b"/>
              <a:pathLst>
                <a:path w="323850" h="1434464">
                  <a:moveTo>
                    <a:pt x="306430" y="0"/>
                  </a:moveTo>
                  <a:lnTo>
                    <a:pt x="165523" y="1133305"/>
                  </a:lnTo>
                  <a:lnTo>
                    <a:pt x="4334" y="1188864"/>
                  </a:lnTo>
                  <a:lnTo>
                    <a:pt x="0" y="1275982"/>
                  </a:lnTo>
                  <a:lnTo>
                    <a:pt x="161461" y="1433914"/>
                  </a:lnTo>
                  <a:lnTo>
                    <a:pt x="323592" y="286420"/>
                  </a:lnTo>
                  <a:lnTo>
                    <a:pt x="306430" y="0"/>
                  </a:lnTo>
                  <a:close/>
                </a:path>
              </a:pathLst>
            </a:custGeom>
            <a:solidFill>
              <a:srgbClr val="585858">
                <a:alpha val="36997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0459692" y="3788727"/>
              <a:ext cx="646430" cy="1425575"/>
            </a:xfrm>
            <a:custGeom>
              <a:avLst/>
              <a:gdLst/>
              <a:ahLst/>
              <a:cxnLst/>
              <a:rect l="l" t="t" r="r" b="b"/>
              <a:pathLst>
                <a:path w="646429" h="1425575">
                  <a:moveTo>
                    <a:pt x="345891" y="0"/>
                  </a:moveTo>
                  <a:lnTo>
                    <a:pt x="49774" y="0"/>
                  </a:lnTo>
                  <a:lnTo>
                    <a:pt x="13362" y="438712"/>
                  </a:lnTo>
                  <a:lnTo>
                    <a:pt x="0" y="677222"/>
                  </a:lnTo>
                  <a:lnTo>
                    <a:pt x="8585" y="798575"/>
                  </a:lnTo>
                  <a:lnTo>
                    <a:pt x="38015" y="885815"/>
                  </a:lnTo>
                  <a:lnTo>
                    <a:pt x="131702" y="1025139"/>
                  </a:lnTo>
                  <a:lnTo>
                    <a:pt x="286472" y="1204426"/>
                  </a:lnTo>
                  <a:lnTo>
                    <a:pt x="431369" y="1359246"/>
                  </a:lnTo>
                  <a:lnTo>
                    <a:pt x="495436" y="1425171"/>
                  </a:lnTo>
                  <a:lnTo>
                    <a:pt x="646028" y="1341781"/>
                  </a:lnTo>
                  <a:lnTo>
                    <a:pt x="257140" y="821147"/>
                  </a:lnTo>
                  <a:lnTo>
                    <a:pt x="331682" y="323152"/>
                  </a:lnTo>
                  <a:lnTo>
                    <a:pt x="345891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0469193" y="3046333"/>
              <a:ext cx="619488" cy="937238"/>
            </a:xfrm>
            <a:prstGeom prst="rect">
              <a:avLst/>
            </a:prstGeom>
          </p:spPr>
        </p:pic>
        <p:pic>
          <p:nvPicPr>
            <p:cNvPr id="226" name="object 22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0392674" y="3039688"/>
              <a:ext cx="336424" cy="1044758"/>
            </a:xfrm>
            <a:prstGeom prst="rect">
              <a:avLst/>
            </a:prstGeom>
          </p:spPr>
        </p:pic>
        <p:pic>
          <p:nvPicPr>
            <p:cNvPr id="227" name="object 227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0899301" y="3039687"/>
              <a:ext cx="296496" cy="1025624"/>
            </a:xfrm>
            <a:prstGeom prst="rect">
              <a:avLst/>
            </a:prstGeom>
          </p:spPr>
        </p:pic>
        <p:sp>
          <p:nvSpPr>
            <p:cNvPr id="228" name="object 228" descr=""/>
            <p:cNvSpPr/>
            <p:nvPr/>
          </p:nvSpPr>
          <p:spPr>
            <a:xfrm>
              <a:off x="10400766" y="3301074"/>
              <a:ext cx="147320" cy="349885"/>
            </a:xfrm>
            <a:custGeom>
              <a:avLst/>
              <a:gdLst/>
              <a:ahLst/>
              <a:cxnLst/>
              <a:rect l="l" t="t" r="r" b="b"/>
              <a:pathLst>
                <a:path w="147320" h="349885">
                  <a:moveTo>
                    <a:pt x="44488" y="0"/>
                  </a:moveTo>
                  <a:lnTo>
                    <a:pt x="20523" y="5818"/>
                  </a:lnTo>
                  <a:lnTo>
                    <a:pt x="6146" y="26372"/>
                  </a:lnTo>
                  <a:lnTo>
                    <a:pt x="0" y="58480"/>
                  </a:lnTo>
                  <a:lnTo>
                    <a:pt x="725" y="98959"/>
                  </a:lnTo>
                  <a:lnTo>
                    <a:pt x="6966" y="144628"/>
                  </a:lnTo>
                  <a:lnTo>
                    <a:pt x="17363" y="192305"/>
                  </a:lnTo>
                  <a:lnTo>
                    <a:pt x="30559" y="238808"/>
                  </a:lnTo>
                  <a:lnTo>
                    <a:pt x="45197" y="280955"/>
                  </a:lnTo>
                  <a:lnTo>
                    <a:pt x="73367" y="339453"/>
                  </a:lnTo>
                  <a:lnTo>
                    <a:pt x="84183" y="349441"/>
                  </a:lnTo>
                  <a:lnTo>
                    <a:pt x="91010" y="342345"/>
                  </a:lnTo>
                  <a:lnTo>
                    <a:pt x="104291" y="286256"/>
                  </a:lnTo>
                  <a:lnTo>
                    <a:pt x="122648" y="204289"/>
                  </a:lnTo>
                  <a:lnTo>
                    <a:pt x="138915" y="130289"/>
                  </a:lnTo>
                  <a:lnTo>
                    <a:pt x="147029" y="91871"/>
                  </a:lnTo>
                  <a:lnTo>
                    <a:pt x="146422" y="82531"/>
                  </a:lnTo>
                  <a:lnTo>
                    <a:pt x="141831" y="59873"/>
                  </a:lnTo>
                  <a:lnTo>
                    <a:pt x="126950" y="34504"/>
                  </a:lnTo>
                  <a:lnTo>
                    <a:pt x="96321" y="12515"/>
                  </a:lnTo>
                  <a:lnTo>
                    <a:pt x="44488" y="0"/>
                  </a:lnTo>
                  <a:close/>
                </a:path>
              </a:pathLst>
            </a:custGeom>
            <a:solidFill>
              <a:srgbClr val="139946">
                <a:alpha val="3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9" name="object 229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0814393" y="3005452"/>
              <a:ext cx="228311" cy="226851"/>
            </a:xfrm>
            <a:prstGeom prst="rect">
              <a:avLst/>
            </a:prstGeom>
          </p:spPr>
        </p:pic>
        <p:pic>
          <p:nvPicPr>
            <p:cNvPr id="230" name="object 23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0263506" y="3139349"/>
              <a:ext cx="364538" cy="573343"/>
            </a:xfrm>
            <a:prstGeom prst="rect">
              <a:avLst/>
            </a:prstGeom>
          </p:spPr>
        </p:pic>
        <p:sp>
          <p:nvSpPr>
            <p:cNvPr id="231" name="object 231" descr=""/>
            <p:cNvSpPr/>
            <p:nvPr/>
          </p:nvSpPr>
          <p:spPr>
            <a:xfrm>
              <a:off x="11068838" y="3143395"/>
              <a:ext cx="127000" cy="899794"/>
            </a:xfrm>
            <a:custGeom>
              <a:avLst/>
              <a:gdLst/>
              <a:ahLst/>
              <a:cxnLst/>
              <a:rect l="l" t="t" r="r" b="b"/>
              <a:pathLst>
                <a:path w="127000" h="899795">
                  <a:moveTo>
                    <a:pt x="126949" y="39141"/>
                  </a:moveTo>
                  <a:lnTo>
                    <a:pt x="108280" y="10947"/>
                  </a:lnTo>
                  <a:lnTo>
                    <a:pt x="86436" y="0"/>
                  </a:lnTo>
                  <a:lnTo>
                    <a:pt x="69316" y="5257"/>
                  </a:lnTo>
                  <a:lnTo>
                    <a:pt x="46316" y="54470"/>
                  </a:lnTo>
                  <a:lnTo>
                    <a:pt x="39027" y="93497"/>
                  </a:lnTo>
                  <a:lnTo>
                    <a:pt x="33591" y="138861"/>
                  </a:lnTo>
                  <a:lnTo>
                    <a:pt x="29286" y="188074"/>
                  </a:lnTo>
                  <a:lnTo>
                    <a:pt x="25412" y="238683"/>
                  </a:lnTo>
                  <a:lnTo>
                    <a:pt x="21247" y="288226"/>
                  </a:lnTo>
                  <a:lnTo>
                    <a:pt x="16065" y="334213"/>
                  </a:lnTo>
                  <a:lnTo>
                    <a:pt x="9169" y="374192"/>
                  </a:lnTo>
                  <a:lnTo>
                    <a:pt x="1981" y="423265"/>
                  </a:lnTo>
                  <a:lnTo>
                    <a:pt x="0" y="477075"/>
                  </a:lnTo>
                  <a:lnTo>
                    <a:pt x="1981" y="533971"/>
                  </a:lnTo>
                  <a:lnTo>
                    <a:pt x="6731" y="592251"/>
                  </a:lnTo>
                  <a:lnTo>
                    <a:pt x="12992" y="650214"/>
                  </a:lnTo>
                  <a:lnTo>
                    <a:pt x="19558" y="706196"/>
                  </a:lnTo>
                  <a:lnTo>
                    <a:pt x="25184" y="758494"/>
                  </a:lnTo>
                  <a:lnTo>
                    <a:pt x="28663" y="805434"/>
                  </a:lnTo>
                  <a:lnTo>
                    <a:pt x="28752" y="845312"/>
                  </a:lnTo>
                  <a:lnTo>
                    <a:pt x="24244" y="876465"/>
                  </a:lnTo>
                  <a:lnTo>
                    <a:pt x="13906" y="897178"/>
                  </a:lnTo>
                  <a:lnTo>
                    <a:pt x="13589" y="899464"/>
                  </a:lnTo>
                  <a:lnTo>
                    <a:pt x="48983" y="864768"/>
                  </a:lnTo>
                  <a:lnTo>
                    <a:pt x="53936" y="805954"/>
                  </a:lnTo>
                  <a:lnTo>
                    <a:pt x="51930" y="758151"/>
                  </a:lnTo>
                  <a:lnTo>
                    <a:pt x="48209" y="702551"/>
                  </a:lnTo>
                  <a:lnTo>
                    <a:pt x="43726" y="642493"/>
                  </a:lnTo>
                  <a:lnTo>
                    <a:pt x="39420" y="581329"/>
                  </a:lnTo>
                  <a:lnTo>
                    <a:pt x="36245" y="522401"/>
                  </a:lnTo>
                  <a:lnTo>
                    <a:pt x="35166" y="469049"/>
                  </a:lnTo>
                  <a:lnTo>
                    <a:pt x="37122" y="424637"/>
                  </a:lnTo>
                  <a:lnTo>
                    <a:pt x="42735" y="384022"/>
                  </a:lnTo>
                  <a:lnTo>
                    <a:pt x="52171" y="333654"/>
                  </a:lnTo>
                  <a:lnTo>
                    <a:pt x="64312" y="277837"/>
                  </a:lnTo>
                  <a:lnTo>
                    <a:pt x="78054" y="220903"/>
                  </a:lnTo>
                  <a:lnTo>
                    <a:pt x="92252" y="167157"/>
                  </a:lnTo>
                  <a:lnTo>
                    <a:pt x="109931" y="114757"/>
                  </a:lnTo>
                  <a:lnTo>
                    <a:pt x="124510" y="72910"/>
                  </a:lnTo>
                  <a:lnTo>
                    <a:pt x="126949" y="39141"/>
                  </a:lnTo>
                  <a:close/>
                </a:path>
              </a:pathLst>
            </a:custGeom>
            <a:solidFill>
              <a:srgbClr val="139946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1036292" y="3127873"/>
              <a:ext cx="321634" cy="628692"/>
            </a:xfrm>
            <a:prstGeom prst="rect">
              <a:avLst/>
            </a:prstGeom>
          </p:spPr>
        </p:pic>
        <p:pic>
          <p:nvPicPr>
            <p:cNvPr id="233" name="object 23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1133711" y="3554541"/>
              <a:ext cx="232168" cy="196925"/>
            </a:xfrm>
            <a:prstGeom prst="rect">
              <a:avLst/>
            </a:prstGeom>
          </p:spPr>
        </p:pic>
        <p:pic>
          <p:nvPicPr>
            <p:cNvPr id="234" name="object 23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580217" y="3005452"/>
              <a:ext cx="223836" cy="226851"/>
            </a:xfrm>
            <a:prstGeom prst="rect">
              <a:avLst/>
            </a:prstGeom>
          </p:spPr>
        </p:pic>
        <p:sp>
          <p:nvSpPr>
            <p:cNvPr id="235" name="object 235" descr=""/>
            <p:cNvSpPr/>
            <p:nvPr/>
          </p:nvSpPr>
          <p:spPr>
            <a:xfrm>
              <a:off x="10709684" y="2820670"/>
              <a:ext cx="192405" cy="280670"/>
            </a:xfrm>
            <a:custGeom>
              <a:avLst/>
              <a:gdLst/>
              <a:ahLst/>
              <a:cxnLst/>
              <a:rect l="l" t="t" r="r" b="b"/>
              <a:pathLst>
                <a:path w="192404" h="280669">
                  <a:moveTo>
                    <a:pt x="191847" y="0"/>
                  </a:moveTo>
                  <a:lnTo>
                    <a:pt x="0" y="0"/>
                  </a:lnTo>
                  <a:lnTo>
                    <a:pt x="0" y="251437"/>
                  </a:lnTo>
                  <a:lnTo>
                    <a:pt x="12493" y="263044"/>
                  </a:lnTo>
                  <a:lnTo>
                    <a:pt x="34006" y="272296"/>
                  </a:lnTo>
                  <a:lnTo>
                    <a:pt x="62497" y="278417"/>
                  </a:lnTo>
                  <a:lnTo>
                    <a:pt x="95923" y="280630"/>
                  </a:lnTo>
                  <a:lnTo>
                    <a:pt x="129350" y="278417"/>
                  </a:lnTo>
                  <a:lnTo>
                    <a:pt x="157840" y="272296"/>
                  </a:lnTo>
                  <a:lnTo>
                    <a:pt x="179353" y="263044"/>
                  </a:lnTo>
                  <a:lnTo>
                    <a:pt x="191847" y="251437"/>
                  </a:lnTo>
                  <a:lnTo>
                    <a:pt x="19184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0709684" y="2860221"/>
              <a:ext cx="191847" cy="193219"/>
            </a:xfrm>
            <a:prstGeom prst="rect">
              <a:avLst/>
            </a:prstGeom>
          </p:spPr>
        </p:pic>
        <p:sp>
          <p:nvSpPr>
            <p:cNvPr id="237" name="object 237" descr=""/>
            <p:cNvSpPr/>
            <p:nvPr/>
          </p:nvSpPr>
          <p:spPr>
            <a:xfrm>
              <a:off x="10641533" y="2600435"/>
              <a:ext cx="351790" cy="441959"/>
            </a:xfrm>
            <a:custGeom>
              <a:avLst/>
              <a:gdLst/>
              <a:ahLst/>
              <a:cxnLst/>
              <a:rect l="l" t="t" r="r" b="b"/>
              <a:pathLst>
                <a:path w="351790" h="441960">
                  <a:moveTo>
                    <a:pt x="97928" y="0"/>
                  </a:moveTo>
                  <a:lnTo>
                    <a:pt x="58447" y="7380"/>
                  </a:lnTo>
                  <a:lnTo>
                    <a:pt x="36822" y="36004"/>
                  </a:lnTo>
                  <a:lnTo>
                    <a:pt x="18952" y="94179"/>
                  </a:lnTo>
                  <a:lnTo>
                    <a:pt x="1500" y="128800"/>
                  </a:lnTo>
                  <a:lnTo>
                    <a:pt x="0" y="162686"/>
                  </a:lnTo>
                  <a:lnTo>
                    <a:pt x="18336" y="215947"/>
                  </a:lnTo>
                  <a:lnTo>
                    <a:pt x="60396" y="308696"/>
                  </a:lnTo>
                  <a:lnTo>
                    <a:pt x="69088" y="328867"/>
                  </a:lnTo>
                  <a:lnTo>
                    <a:pt x="107818" y="377238"/>
                  </a:lnTo>
                  <a:lnTo>
                    <a:pt x="155972" y="416795"/>
                  </a:lnTo>
                  <a:lnTo>
                    <a:pt x="198098" y="441843"/>
                  </a:lnTo>
                  <a:lnTo>
                    <a:pt x="208758" y="440859"/>
                  </a:lnTo>
                  <a:lnTo>
                    <a:pt x="264699" y="411745"/>
                  </a:lnTo>
                  <a:lnTo>
                    <a:pt x="300482" y="379454"/>
                  </a:lnTo>
                  <a:lnTo>
                    <a:pt x="315955" y="329340"/>
                  </a:lnTo>
                  <a:lnTo>
                    <a:pt x="327355" y="272713"/>
                  </a:lnTo>
                  <a:lnTo>
                    <a:pt x="336764" y="216908"/>
                  </a:lnTo>
                  <a:lnTo>
                    <a:pt x="346340" y="181219"/>
                  </a:lnTo>
                  <a:lnTo>
                    <a:pt x="351601" y="149316"/>
                  </a:lnTo>
                  <a:lnTo>
                    <a:pt x="347195" y="114236"/>
                  </a:lnTo>
                  <a:lnTo>
                    <a:pt x="327770" y="69017"/>
                  </a:lnTo>
                  <a:lnTo>
                    <a:pt x="317161" y="27262"/>
                  </a:lnTo>
                  <a:lnTo>
                    <a:pt x="297124" y="6732"/>
                  </a:lnTo>
                  <a:lnTo>
                    <a:pt x="252809" y="1479"/>
                  </a:lnTo>
                  <a:lnTo>
                    <a:pt x="169366" y="5553"/>
                  </a:lnTo>
                  <a:lnTo>
                    <a:pt x="97928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0609212" y="2539980"/>
              <a:ext cx="464184" cy="516255"/>
            </a:xfrm>
            <a:custGeom>
              <a:avLst/>
              <a:gdLst/>
              <a:ahLst/>
              <a:cxnLst/>
              <a:rect l="l" t="t" r="r" b="b"/>
              <a:pathLst>
                <a:path w="464184" h="516255">
                  <a:moveTo>
                    <a:pt x="464134" y="118503"/>
                  </a:moveTo>
                  <a:lnTo>
                    <a:pt x="455523" y="97269"/>
                  </a:lnTo>
                  <a:lnTo>
                    <a:pt x="444576" y="87947"/>
                  </a:lnTo>
                  <a:lnTo>
                    <a:pt x="433057" y="65278"/>
                  </a:lnTo>
                  <a:lnTo>
                    <a:pt x="414477" y="56032"/>
                  </a:lnTo>
                  <a:lnTo>
                    <a:pt x="396074" y="57721"/>
                  </a:lnTo>
                  <a:lnTo>
                    <a:pt x="385114" y="67818"/>
                  </a:lnTo>
                  <a:lnTo>
                    <a:pt x="376529" y="56184"/>
                  </a:lnTo>
                  <a:lnTo>
                    <a:pt x="365061" y="54711"/>
                  </a:lnTo>
                  <a:lnTo>
                    <a:pt x="354609" y="59778"/>
                  </a:lnTo>
                  <a:lnTo>
                    <a:pt x="349072" y="67805"/>
                  </a:lnTo>
                  <a:lnTo>
                    <a:pt x="338861" y="33159"/>
                  </a:lnTo>
                  <a:lnTo>
                    <a:pt x="314985" y="14325"/>
                  </a:lnTo>
                  <a:lnTo>
                    <a:pt x="288569" y="9918"/>
                  </a:lnTo>
                  <a:lnTo>
                    <a:pt x="270764" y="18567"/>
                  </a:lnTo>
                  <a:lnTo>
                    <a:pt x="251142" y="2082"/>
                  </a:lnTo>
                  <a:lnTo>
                    <a:pt x="230162" y="0"/>
                  </a:lnTo>
                  <a:lnTo>
                    <a:pt x="212750" y="8305"/>
                  </a:lnTo>
                  <a:lnTo>
                    <a:pt x="203809" y="23025"/>
                  </a:lnTo>
                  <a:lnTo>
                    <a:pt x="196037" y="7480"/>
                  </a:lnTo>
                  <a:lnTo>
                    <a:pt x="176606" y="5829"/>
                  </a:lnTo>
                  <a:lnTo>
                    <a:pt x="156781" y="15328"/>
                  </a:lnTo>
                  <a:lnTo>
                    <a:pt x="147789" y="33248"/>
                  </a:lnTo>
                  <a:lnTo>
                    <a:pt x="132067" y="21742"/>
                  </a:lnTo>
                  <a:lnTo>
                    <a:pt x="114096" y="24130"/>
                  </a:lnTo>
                  <a:lnTo>
                    <a:pt x="100545" y="35344"/>
                  </a:lnTo>
                  <a:lnTo>
                    <a:pt x="98120" y="50317"/>
                  </a:lnTo>
                  <a:lnTo>
                    <a:pt x="70256" y="43268"/>
                  </a:lnTo>
                  <a:lnTo>
                    <a:pt x="48996" y="55422"/>
                  </a:lnTo>
                  <a:lnTo>
                    <a:pt x="37579" y="76733"/>
                  </a:lnTo>
                  <a:lnTo>
                    <a:pt x="39243" y="97180"/>
                  </a:lnTo>
                  <a:lnTo>
                    <a:pt x="17602" y="120637"/>
                  </a:lnTo>
                  <a:lnTo>
                    <a:pt x="14287" y="146418"/>
                  </a:lnTo>
                  <a:lnTo>
                    <a:pt x="20066" y="167208"/>
                  </a:lnTo>
                  <a:lnTo>
                    <a:pt x="25717" y="175729"/>
                  </a:lnTo>
                  <a:lnTo>
                    <a:pt x="9512" y="175844"/>
                  </a:lnTo>
                  <a:lnTo>
                    <a:pt x="1676" y="180835"/>
                  </a:lnTo>
                  <a:lnTo>
                    <a:pt x="0" y="195173"/>
                  </a:lnTo>
                  <a:lnTo>
                    <a:pt x="2298" y="223316"/>
                  </a:lnTo>
                  <a:lnTo>
                    <a:pt x="2108" y="240258"/>
                  </a:lnTo>
                  <a:lnTo>
                    <a:pt x="4419" y="250507"/>
                  </a:lnTo>
                  <a:lnTo>
                    <a:pt x="11391" y="258203"/>
                  </a:lnTo>
                  <a:lnTo>
                    <a:pt x="25158" y="267487"/>
                  </a:lnTo>
                  <a:lnTo>
                    <a:pt x="19037" y="280784"/>
                  </a:lnTo>
                  <a:lnTo>
                    <a:pt x="22237" y="297980"/>
                  </a:lnTo>
                  <a:lnTo>
                    <a:pt x="29451" y="312915"/>
                  </a:lnTo>
                  <a:lnTo>
                    <a:pt x="35306" y="319405"/>
                  </a:lnTo>
                  <a:lnTo>
                    <a:pt x="37947" y="338391"/>
                  </a:lnTo>
                  <a:lnTo>
                    <a:pt x="47663" y="351447"/>
                  </a:lnTo>
                  <a:lnTo>
                    <a:pt x="58788" y="358444"/>
                  </a:lnTo>
                  <a:lnTo>
                    <a:pt x="65633" y="359232"/>
                  </a:lnTo>
                  <a:lnTo>
                    <a:pt x="67513" y="374586"/>
                  </a:lnTo>
                  <a:lnTo>
                    <a:pt x="72313" y="384746"/>
                  </a:lnTo>
                  <a:lnTo>
                    <a:pt x="83807" y="394233"/>
                  </a:lnTo>
                  <a:lnTo>
                    <a:pt x="98806" y="403377"/>
                  </a:lnTo>
                  <a:lnTo>
                    <a:pt x="98183" y="417842"/>
                  </a:lnTo>
                  <a:lnTo>
                    <a:pt x="108229" y="440207"/>
                  </a:lnTo>
                  <a:lnTo>
                    <a:pt x="124574" y="456844"/>
                  </a:lnTo>
                  <a:lnTo>
                    <a:pt x="142455" y="462902"/>
                  </a:lnTo>
                  <a:lnTo>
                    <a:pt x="152120" y="483069"/>
                  </a:lnTo>
                  <a:lnTo>
                    <a:pt x="161988" y="494271"/>
                  </a:lnTo>
                  <a:lnTo>
                    <a:pt x="169659" y="499110"/>
                  </a:lnTo>
                  <a:lnTo>
                    <a:pt x="172758" y="500151"/>
                  </a:lnTo>
                  <a:lnTo>
                    <a:pt x="186994" y="511251"/>
                  </a:lnTo>
                  <a:lnTo>
                    <a:pt x="201815" y="516026"/>
                  </a:lnTo>
                  <a:lnTo>
                    <a:pt x="215988" y="516115"/>
                  </a:lnTo>
                  <a:lnTo>
                    <a:pt x="228320" y="513168"/>
                  </a:lnTo>
                  <a:lnTo>
                    <a:pt x="240703" y="515353"/>
                  </a:lnTo>
                  <a:lnTo>
                    <a:pt x="254876" y="514388"/>
                  </a:lnTo>
                  <a:lnTo>
                    <a:pt x="258064" y="513168"/>
                  </a:lnTo>
                  <a:lnTo>
                    <a:pt x="269595" y="508711"/>
                  </a:lnTo>
                  <a:lnTo>
                    <a:pt x="283578" y="496747"/>
                  </a:lnTo>
                  <a:lnTo>
                    <a:pt x="301485" y="496493"/>
                  </a:lnTo>
                  <a:lnTo>
                    <a:pt x="311797" y="492848"/>
                  </a:lnTo>
                  <a:lnTo>
                    <a:pt x="318389" y="482612"/>
                  </a:lnTo>
                  <a:lnTo>
                    <a:pt x="325183" y="462559"/>
                  </a:lnTo>
                  <a:lnTo>
                    <a:pt x="336067" y="454914"/>
                  </a:lnTo>
                  <a:lnTo>
                    <a:pt x="347332" y="437667"/>
                  </a:lnTo>
                  <a:lnTo>
                    <a:pt x="353339" y="414769"/>
                  </a:lnTo>
                  <a:lnTo>
                    <a:pt x="350037" y="398043"/>
                  </a:lnTo>
                  <a:lnTo>
                    <a:pt x="348475" y="390156"/>
                  </a:lnTo>
                  <a:lnTo>
                    <a:pt x="360972" y="379006"/>
                  </a:lnTo>
                  <a:lnTo>
                    <a:pt x="365506" y="372110"/>
                  </a:lnTo>
                  <a:lnTo>
                    <a:pt x="367220" y="369519"/>
                  </a:lnTo>
                  <a:lnTo>
                    <a:pt x="367474" y="367766"/>
                  </a:lnTo>
                  <a:lnTo>
                    <a:pt x="369125" y="356489"/>
                  </a:lnTo>
                  <a:lnTo>
                    <a:pt x="368795" y="344208"/>
                  </a:lnTo>
                  <a:lnTo>
                    <a:pt x="368706" y="340842"/>
                  </a:lnTo>
                  <a:lnTo>
                    <a:pt x="368630" y="337997"/>
                  </a:lnTo>
                  <a:lnTo>
                    <a:pt x="368693" y="333692"/>
                  </a:lnTo>
                  <a:lnTo>
                    <a:pt x="369862" y="326072"/>
                  </a:lnTo>
                  <a:lnTo>
                    <a:pt x="370268" y="318681"/>
                  </a:lnTo>
                  <a:lnTo>
                    <a:pt x="369697" y="308508"/>
                  </a:lnTo>
                  <a:lnTo>
                    <a:pt x="368134" y="291528"/>
                  </a:lnTo>
                  <a:lnTo>
                    <a:pt x="364185" y="294398"/>
                  </a:lnTo>
                  <a:lnTo>
                    <a:pt x="362724" y="306235"/>
                  </a:lnTo>
                  <a:lnTo>
                    <a:pt x="359714" y="322072"/>
                  </a:lnTo>
                  <a:lnTo>
                    <a:pt x="352412" y="335699"/>
                  </a:lnTo>
                  <a:lnTo>
                    <a:pt x="338061" y="340842"/>
                  </a:lnTo>
                  <a:lnTo>
                    <a:pt x="337235" y="339356"/>
                  </a:lnTo>
                  <a:lnTo>
                    <a:pt x="334721" y="334860"/>
                  </a:lnTo>
                  <a:lnTo>
                    <a:pt x="334060" y="333692"/>
                  </a:lnTo>
                  <a:lnTo>
                    <a:pt x="326415" y="330225"/>
                  </a:lnTo>
                  <a:lnTo>
                    <a:pt x="320509" y="330454"/>
                  </a:lnTo>
                  <a:lnTo>
                    <a:pt x="320509" y="374484"/>
                  </a:lnTo>
                  <a:lnTo>
                    <a:pt x="320128" y="380111"/>
                  </a:lnTo>
                  <a:lnTo>
                    <a:pt x="282638" y="396494"/>
                  </a:lnTo>
                  <a:lnTo>
                    <a:pt x="266065" y="398043"/>
                  </a:lnTo>
                  <a:lnTo>
                    <a:pt x="252399" y="397967"/>
                  </a:lnTo>
                  <a:lnTo>
                    <a:pt x="214896" y="383311"/>
                  </a:lnTo>
                  <a:lnTo>
                    <a:pt x="210858" y="367766"/>
                  </a:lnTo>
                  <a:lnTo>
                    <a:pt x="232981" y="375793"/>
                  </a:lnTo>
                  <a:lnTo>
                    <a:pt x="265633" y="379933"/>
                  </a:lnTo>
                  <a:lnTo>
                    <a:pt x="298221" y="379082"/>
                  </a:lnTo>
                  <a:lnTo>
                    <a:pt x="320192" y="372110"/>
                  </a:lnTo>
                  <a:lnTo>
                    <a:pt x="320509" y="374484"/>
                  </a:lnTo>
                  <a:lnTo>
                    <a:pt x="320509" y="330454"/>
                  </a:lnTo>
                  <a:lnTo>
                    <a:pt x="317258" y="330568"/>
                  </a:lnTo>
                  <a:lnTo>
                    <a:pt x="308737" y="334860"/>
                  </a:lnTo>
                  <a:lnTo>
                    <a:pt x="305041" y="330441"/>
                  </a:lnTo>
                  <a:lnTo>
                    <a:pt x="293865" y="326504"/>
                  </a:lnTo>
                  <a:lnTo>
                    <a:pt x="277418" y="327875"/>
                  </a:lnTo>
                  <a:lnTo>
                    <a:pt x="257949" y="339356"/>
                  </a:lnTo>
                  <a:lnTo>
                    <a:pt x="255739" y="337997"/>
                  </a:lnTo>
                  <a:lnTo>
                    <a:pt x="239750" y="328142"/>
                  </a:lnTo>
                  <a:lnTo>
                    <a:pt x="223278" y="328079"/>
                  </a:lnTo>
                  <a:lnTo>
                    <a:pt x="211429" y="333311"/>
                  </a:lnTo>
                  <a:lnTo>
                    <a:pt x="207073" y="337997"/>
                  </a:lnTo>
                  <a:lnTo>
                    <a:pt x="193865" y="331698"/>
                  </a:lnTo>
                  <a:lnTo>
                    <a:pt x="176288" y="330377"/>
                  </a:lnTo>
                  <a:lnTo>
                    <a:pt x="160007" y="334429"/>
                  </a:lnTo>
                  <a:lnTo>
                    <a:pt x="150672" y="344208"/>
                  </a:lnTo>
                  <a:lnTo>
                    <a:pt x="128206" y="331597"/>
                  </a:lnTo>
                  <a:lnTo>
                    <a:pt x="117398" y="312508"/>
                  </a:lnTo>
                  <a:lnTo>
                    <a:pt x="113830" y="292874"/>
                  </a:lnTo>
                  <a:lnTo>
                    <a:pt x="113118" y="278574"/>
                  </a:lnTo>
                  <a:lnTo>
                    <a:pt x="105410" y="277863"/>
                  </a:lnTo>
                  <a:lnTo>
                    <a:pt x="103162" y="297865"/>
                  </a:lnTo>
                  <a:lnTo>
                    <a:pt x="101473" y="307022"/>
                  </a:lnTo>
                  <a:lnTo>
                    <a:pt x="100139" y="307733"/>
                  </a:lnTo>
                  <a:lnTo>
                    <a:pt x="92989" y="307695"/>
                  </a:lnTo>
                  <a:lnTo>
                    <a:pt x="70840" y="275501"/>
                  </a:lnTo>
                  <a:lnTo>
                    <a:pt x="65570" y="229895"/>
                  </a:lnTo>
                  <a:lnTo>
                    <a:pt x="71348" y="211099"/>
                  </a:lnTo>
                  <a:lnTo>
                    <a:pt x="84950" y="205041"/>
                  </a:lnTo>
                  <a:lnTo>
                    <a:pt x="98755" y="206590"/>
                  </a:lnTo>
                  <a:lnTo>
                    <a:pt x="105130" y="210667"/>
                  </a:lnTo>
                  <a:lnTo>
                    <a:pt x="106705" y="264972"/>
                  </a:lnTo>
                  <a:lnTo>
                    <a:pt x="112953" y="264972"/>
                  </a:lnTo>
                  <a:lnTo>
                    <a:pt x="115316" y="257822"/>
                  </a:lnTo>
                  <a:lnTo>
                    <a:pt x="117830" y="249072"/>
                  </a:lnTo>
                  <a:lnTo>
                    <a:pt x="129540" y="203835"/>
                  </a:lnTo>
                  <a:lnTo>
                    <a:pt x="149567" y="199034"/>
                  </a:lnTo>
                  <a:lnTo>
                    <a:pt x="165862" y="186296"/>
                  </a:lnTo>
                  <a:lnTo>
                    <a:pt x="176225" y="170916"/>
                  </a:lnTo>
                  <a:lnTo>
                    <a:pt x="178447" y="158165"/>
                  </a:lnTo>
                  <a:lnTo>
                    <a:pt x="199593" y="183718"/>
                  </a:lnTo>
                  <a:lnTo>
                    <a:pt x="214998" y="193687"/>
                  </a:lnTo>
                  <a:lnTo>
                    <a:pt x="232156" y="189407"/>
                  </a:lnTo>
                  <a:lnTo>
                    <a:pt x="258572" y="172161"/>
                  </a:lnTo>
                  <a:lnTo>
                    <a:pt x="284556" y="207441"/>
                  </a:lnTo>
                  <a:lnTo>
                    <a:pt x="303377" y="220954"/>
                  </a:lnTo>
                  <a:lnTo>
                    <a:pt x="324218" y="214249"/>
                  </a:lnTo>
                  <a:lnTo>
                    <a:pt x="356222" y="188912"/>
                  </a:lnTo>
                  <a:lnTo>
                    <a:pt x="378371" y="204724"/>
                  </a:lnTo>
                  <a:lnTo>
                    <a:pt x="404825" y="200596"/>
                  </a:lnTo>
                  <a:lnTo>
                    <a:pt x="426250" y="184099"/>
                  </a:lnTo>
                  <a:lnTo>
                    <a:pt x="433324" y="162839"/>
                  </a:lnTo>
                  <a:lnTo>
                    <a:pt x="460146" y="143167"/>
                  </a:lnTo>
                  <a:lnTo>
                    <a:pt x="464134" y="118503"/>
                  </a:lnTo>
                  <a:close/>
                </a:path>
              </a:pathLst>
            </a:custGeom>
            <a:solidFill>
              <a:srgbClr val="0202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0806546" y="3020567"/>
              <a:ext cx="279400" cy="339090"/>
            </a:xfrm>
            <a:custGeom>
              <a:avLst/>
              <a:gdLst/>
              <a:ahLst/>
              <a:cxnLst/>
              <a:rect l="l" t="t" r="r" b="b"/>
              <a:pathLst>
                <a:path w="279400" h="339089">
                  <a:moveTo>
                    <a:pt x="117519" y="0"/>
                  </a:moveTo>
                  <a:lnTo>
                    <a:pt x="911" y="272929"/>
                  </a:lnTo>
                  <a:lnTo>
                    <a:pt x="0" y="280026"/>
                  </a:lnTo>
                  <a:lnTo>
                    <a:pt x="2278" y="286734"/>
                  </a:lnTo>
                  <a:lnTo>
                    <a:pt x="7305" y="292308"/>
                  </a:lnTo>
                  <a:lnTo>
                    <a:pt x="14639" y="296007"/>
                  </a:lnTo>
                  <a:lnTo>
                    <a:pt x="153472" y="337891"/>
                  </a:lnTo>
                  <a:lnTo>
                    <a:pt x="161815" y="338923"/>
                  </a:lnTo>
                  <a:lnTo>
                    <a:pt x="169592" y="337213"/>
                  </a:lnTo>
                  <a:lnTo>
                    <a:pt x="175948" y="333111"/>
                  </a:lnTo>
                  <a:lnTo>
                    <a:pt x="180026" y="326970"/>
                  </a:lnTo>
                  <a:lnTo>
                    <a:pt x="278421" y="65993"/>
                  </a:lnTo>
                  <a:lnTo>
                    <a:pt x="279333" y="58896"/>
                  </a:lnTo>
                  <a:lnTo>
                    <a:pt x="277055" y="52189"/>
                  </a:lnTo>
                  <a:lnTo>
                    <a:pt x="272028" y="46614"/>
                  </a:lnTo>
                  <a:lnTo>
                    <a:pt x="264694" y="42915"/>
                  </a:lnTo>
                  <a:lnTo>
                    <a:pt x="125861" y="1032"/>
                  </a:lnTo>
                  <a:lnTo>
                    <a:pt x="11751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0971294" y="3073283"/>
              <a:ext cx="29209" cy="24765"/>
            </a:xfrm>
            <a:custGeom>
              <a:avLst/>
              <a:gdLst/>
              <a:ahLst/>
              <a:cxnLst/>
              <a:rect l="l" t="t" r="r" b="b"/>
              <a:pathLst>
                <a:path w="29209" h="24764">
                  <a:moveTo>
                    <a:pt x="11455" y="0"/>
                  </a:moveTo>
                  <a:lnTo>
                    <a:pt x="4272" y="2952"/>
                  </a:lnTo>
                  <a:lnTo>
                    <a:pt x="0" y="14292"/>
                  </a:lnTo>
                  <a:lnTo>
                    <a:pt x="3717" y="20533"/>
                  </a:lnTo>
                  <a:lnTo>
                    <a:pt x="17151" y="24596"/>
                  </a:lnTo>
                  <a:lnTo>
                    <a:pt x="24334" y="21643"/>
                  </a:lnTo>
                  <a:lnTo>
                    <a:pt x="26470" y="15968"/>
                  </a:lnTo>
                  <a:lnTo>
                    <a:pt x="28606" y="10292"/>
                  </a:lnTo>
                  <a:lnTo>
                    <a:pt x="24889" y="4052"/>
                  </a:lnTo>
                  <a:lnTo>
                    <a:pt x="114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0313213" y="3150101"/>
              <a:ext cx="1025525" cy="602615"/>
            </a:xfrm>
            <a:custGeom>
              <a:avLst/>
              <a:gdLst/>
              <a:ahLst/>
              <a:cxnLst/>
              <a:rect l="l" t="t" r="r" b="b"/>
              <a:pathLst>
                <a:path w="1025525" h="602614">
                  <a:moveTo>
                    <a:pt x="1025296" y="568236"/>
                  </a:moveTo>
                  <a:lnTo>
                    <a:pt x="1025067" y="528891"/>
                  </a:lnTo>
                  <a:lnTo>
                    <a:pt x="1018451" y="488518"/>
                  </a:lnTo>
                  <a:lnTo>
                    <a:pt x="995133" y="433870"/>
                  </a:lnTo>
                  <a:lnTo>
                    <a:pt x="962317" y="389978"/>
                  </a:lnTo>
                  <a:lnTo>
                    <a:pt x="919848" y="336080"/>
                  </a:lnTo>
                  <a:lnTo>
                    <a:pt x="836282" y="232473"/>
                  </a:lnTo>
                  <a:lnTo>
                    <a:pt x="810399" y="199872"/>
                  </a:lnTo>
                  <a:lnTo>
                    <a:pt x="802894" y="190703"/>
                  </a:lnTo>
                  <a:lnTo>
                    <a:pt x="794677" y="181813"/>
                  </a:lnTo>
                  <a:lnTo>
                    <a:pt x="785964" y="173380"/>
                  </a:lnTo>
                  <a:lnTo>
                    <a:pt x="776935" y="165569"/>
                  </a:lnTo>
                  <a:lnTo>
                    <a:pt x="776236" y="163741"/>
                  </a:lnTo>
                  <a:lnTo>
                    <a:pt x="770585" y="149428"/>
                  </a:lnTo>
                  <a:lnTo>
                    <a:pt x="765657" y="136994"/>
                  </a:lnTo>
                  <a:lnTo>
                    <a:pt x="757288" y="118338"/>
                  </a:lnTo>
                  <a:lnTo>
                    <a:pt x="757110" y="117957"/>
                  </a:lnTo>
                  <a:lnTo>
                    <a:pt x="756627" y="116878"/>
                  </a:lnTo>
                  <a:lnTo>
                    <a:pt x="755002" y="114096"/>
                  </a:lnTo>
                  <a:lnTo>
                    <a:pt x="747420" y="101092"/>
                  </a:lnTo>
                  <a:lnTo>
                    <a:pt x="736307" y="87312"/>
                  </a:lnTo>
                  <a:lnTo>
                    <a:pt x="708787" y="59969"/>
                  </a:lnTo>
                  <a:lnTo>
                    <a:pt x="674382" y="32359"/>
                  </a:lnTo>
                  <a:lnTo>
                    <a:pt x="617893" y="7366"/>
                  </a:lnTo>
                  <a:lnTo>
                    <a:pt x="573925" y="0"/>
                  </a:lnTo>
                  <a:lnTo>
                    <a:pt x="572681" y="9220"/>
                  </a:lnTo>
                  <a:lnTo>
                    <a:pt x="580694" y="18262"/>
                  </a:lnTo>
                  <a:lnTo>
                    <a:pt x="593763" y="25971"/>
                  </a:lnTo>
                  <a:lnTo>
                    <a:pt x="607720" y="31203"/>
                  </a:lnTo>
                  <a:lnTo>
                    <a:pt x="622604" y="37820"/>
                  </a:lnTo>
                  <a:lnTo>
                    <a:pt x="638746" y="48056"/>
                  </a:lnTo>
                  <a:lnTo>
                    <a:pt x="652360" y="58254"/>
                  </a:lnTo>
                  <a:lnTo>
                    <a:pt x="659676" y="64757"/>
                  </a:lnTo>
                  <a:lnTo>
                    <a:pt x="661263" y="66611"/>
                  </a:lnTo>
                  <a:lnTo>
                    <a:pt x="666940" y="72402"/>
                  </a:lnTo>
                  <a:lnTo>
                    <a:pt x="673976" y="78968"/>
                  </a:lnTo>
                  <a:lnTo>
                    <a:pt x="672211" y="80683"/>
                  </a:lnTo>
                  <a:lnTo>
                    <a:pt x="671347" y="81559"/>
                  </a:lnTo>
                  <a:lnTo>
                    <a:pt x="633133" y="66167"/>
                  </a:lnTo>
                  <a:lnTo>
                    <a:pt x="571652" y="47358"/>
                  </a:lnTo>
                  <a:lnTo>
                    <a:pt x="544207" y="42519"/>
                  </a:lnTo>
                  <a:lnTo>
                    <a:pt x="528383" y="46062"/>
                  </a:lnTo>
                  <a:lnTo>
                    <a:pt x="528713" y="54952"/>
                  </a:lnTo>
                  <a:lnTo>
                    <a:pt x="541058" y="63017"/>
                  </a:lnTo>
                  <a:lnTo>
                    <a:pt x="561555" y="70675"/>
                  </a:lnTo>
                  <a:lnTo>
                    <a:pt x="586346" y="78397"/>
                  </a:lnTo>
                  <a:lnTo>
                    <a:pt x="601167" y="83807"/>
                  </a:lnTo>
                  <a:lnTo>
                    <a:pt x="617613" y="91084"/>
                  </a:lnTo>
                  <a:lnTo>
                    <a:pt x="634860" y="99504"/>
                  </a:lnTo>
                  <a:lnTo>
                    <a:pt x="652145" y="108318"/>
                  </a:lnTo>
                  <a:lnTo>
                    <a:pt x="651243" y="110197"/>
                  </a:lnTo>
                  <a:lnTo>
                    <a:pt x="650316" y="112420"/>
                  </a:lnTo>
                  <a:lnTo>
                    <a:pt x="649681" y="114096"/>
                  </a:lnTo>
                  <a:lnTo>
                    <a:pt x="643343" y="113042"/>
                  </a:lnTo>
                  <a:lnTo>
                    <a:pt x="643343" y="148526"/>
                  </a:lnTo>
                  <a:lnTo>
                    <a:pt x="643204" y="149428"/>
                  </a:lnTo>
                  <a:lnTo>
                    <a:pt x="632853" y="146888"/>
                  </a:lnTo>
                  <a:lnTo>
                    <a:pt x="622833" y="144602"/>
                  </a:lnTo>
                  <a:lnTo>
                    <a:pt x="605891" y="140919"/>
                  </a:lnTo>
                  <a:lnTo>
                    <a:pt x="592772" y="136677"/>
                  </a:lnTo>
                  <a:lnTo>
                    <a:pt x="578142" y="130314"/>
                  </a:lnTo>
                  <a:lnTo>
                    <a:pt x="563549" y="123596"/>
                  </a:lnTo>
                  <a:lnTo>
                    <a:pt x="550583" y="118338"/>
                  </a:lnTo>
                  <a:lnTo>
                    <a:pt x="586257" y="129603"/>
                  </a:lnTo>
                  <a:lnTo>
                    <a:pt x="603224" y="135178"/>
                  </a:lnTo>
                  <a:lnTo>
                    <a:pt x="617004" y="140309"/>
                  </a:lnTo>
                  <a:lnTo>
                    <a:pt x="622668" y="142494"/>
                  </a:lnTo>
                  <a:lnTo>
                    <a:pt x="629056" y="144627"/>
                  </a:lnTo>
                  <a:lnTo>
                    <a:pt x="636003" y="146659"/>
                  </a:lnTo>
                  <a:lnTo>
                    <a:pt x="643343" y="148526"/>
                  </a:lnTo>
                  <a:lnTo>
                    <a:pt x="643343" y="113042"/>
                  </a:lnTo>
                  <a:lnTo>
                    <a:pt x="622820" y="109588"/>
                  </a:lnTo>
                  <a:lnTo>
                    <a:pt x="616089" y="108318"/>
                  </a:lnTo>
                  <a:lnTo>
                    <a:pt x="568071" y="97383"/>
                  </a:lnTo>
                  <a:lnTo>
                    <a:pt x="545553" y="92951"/>
                  </a:lnTo>
                  <a:lnTo>
                    <a:pt x="531583" y="92024"/>
                  </a:lnTo>
                  <a:lnTo>
                    <a:pt x="524802" y="94132"/>
                  </a:lnTo>
                  <a:lnTo>
                    <a:pt x="520547" y="97383"/>
                  </a:lnTo>
                  <a:lnTo>
                    <a:pt x="519544" y="101625"/>
                  </a:lnTo>
                  <a:lnTo>
                    <a:pt x="522541" y="106705"/>
                  </a:lnTo>
                  <a:lnTo>
                    <a:pt x="525957" y="109004"/>
                  </a:lnTo>
                  <a:lnTo>
                    <a:pt x="531914" y="111696"/>
                  </a:lnTo>
                  <a:lnTo>
                    <a:pt x="539902" y="114706"/>
                  </a:lnTo>
                  <a:lnTo>
                    <a:pt x="549465" y="117957"/>
                  </a:lnTo>
                  <a:lnTo>
                    <a:pt x="542975" y="115887"/>
                  </a:lnTo>
                  <a:lnTo>
                    <a:pt x="538149" y="115506"/>
                  </a:lnTo>
                  <a:lnTo>
                    <a:pt x="537248" y="116916"/>
                  </a:lnTo>
                  <a:lnTo>
                    <a:pt x="532180" y="113360"/>
                  </a:lnTo>
                  <a:lnTo>
                    <a:pt x="483565" y="96469"/>
                  </a:lnTo>
                  <a:lnTo>
                    <a:pt x="443865" y="89687"/>
                  </a:lnTo>
                  <a:lnTo>
                    <a:pt x="443293" y="89623"/>
                  </a:lnTo>
                  <a:lnTo>
                    <a:pt x="437261" y="89687"/>
                  </a:lnTo>
                  <a:lnTo>
                    <a:pt x="434467" y="89573"/>
                  </a:lnTo>
                  <a:lnTo>
                    <a:pt x="431482" y="89941"/>
                  </a:lnTo>
                  <a:lnTo>
                    <a:pt x="467283" y="63220"/>
                  </a:lnTo>
                  <a:lnTo>
                    <a:pt x="488035" y="60134"/>
                  </a:lnTo>
                  <a:lnTo>
                    <a:pt x="499897" y="55105"/>
                  </a:lnTo>
                  <a:lnTo>
                    <a:pt x="505231" y="47028"/>
                  </a:lnTo>
                  <a:lnTo>
                    <a:pt x="504774" y="39916"/>
                  </a:lnTo>
                  <a:lnTo>
                    <a:pt x="499275" y="37744"/>
                  </a:lnTo>
                  <a:lnTo>
                    <a:pt x="485368" y="39370"/>
                  </a:lnTo>
                  <a:lnTo>
                    <a:pt x="464185" y="41224"/>
                  </a:lnTo>
                  <a:lnTo>
                    <a:pt x="422249" y="52514"/>
                  </a:lnTo>
                  <a:lnTo>
                    <a:pt x="379476" y="97066"/>
                  </a:lnTo>
                  <a:lnTo>
                    <a:pt x="372757" y="99301"/>
                  </a:lnTo>
                  <a:lnTo>
                    <a:pt x="369023" y="104711"/>
                  </a:lnTo>
                  <a:lnTo>
                    <a:pt x="364718" y="114401"/>
                  </a:lnTo>
                  <a:lnTo>
                    <a:pt x="354596" y="131165"/>
                  </a:lnTo>
                  <a:lnTo>
                    <a:pt x="339077" y="153403"/>
                  </a:lnTo>
                  <a:lnTo>
                    <a:pt x="323837" y="176352"/>
                  </a:lnTo>
                  <a:lnTo>
                    <a:pt x="314604" y="195224"/>
                  </a:lnTo>
                  <a:lnTo>
                    <a:pt x="311746" y="197535"/>
                  </a:lnTo>
                  <a:lnTo>
                    <a:pt x="310261" y="198780"/>
                  </a:lnTo>
                  <a:lnTo>
                    <a:pt x="276098" y="230149"/>
                  </a:lnTo>
                  <a:lnTo>
                    <a:pt x="228981" y="274574"/>
                  </a:lnTo>
                  <a:lnTo>
                    <a:pt x="180251" y="318160"/>
                  </a:lnTo>
                  <a:lnTo>
                    <a:pt x="141224" y="347027"/>
                  </a:lnTo>
                  <a:lnTo>
                    <a:pt x="80225" y="376936"/>
                  </a:lnTo>
                  <a:lnTo>
                    <a:pt x="52209" y="396036"/>
                  </a:lnTo>
                  <a:lnTo>
                    <a:pt x="28181" y="424141"/>
                  </a:lnTo>
                  <a:lnTo>
                    <a:pt x="9829" y="463130"/>
                  </a:lnTo>
                  <a:lnTo>
                    <a:pt x="0" y="505675"/>
                  </a:lnTo>
                  <a:lnTo>
                    <a:pt x="2146" y="542671"/>
                  </a:lnTo>
                  <a:lnTo>
                    <a:pt x="19748" y="564984"/>
                  </a:lnTo>
                  <a:lnTo>
                    <a:pt x="49504" y="569633"/>
                  </a:lnTo>
                  <a:lnTo>
                    <a:pt x="83261" y="562470"/>
                  </a:lnTo>
                  <a:lnTo>
                    <a:pt x="147561" y="529297"/>
                  </a:lnTo>
                  <a:lnTo>
                    <a:pt x="204609" y="465632"/>
                  </a:lnTo>
                  <a:lnTo>
                    <a:pt x="241414" y="416318"/>
                  </a:lnTo>
                  <a:lnTo>
                    <a:pt x="277279" y="365620"/>
                  </a:lnTo>
                  <a:lnTo>
                    <a:pt x="307390" y="321221"/>
                  </a:lnTo>
                  <a:lnTo>
                    <a:pt x="340563" y="268439"/>
                  </a:lnTo>
                  <a:lnTo>
                    <a:pt x="352907" y="247345"/>
                  </a:lnTo>
                  <a:lnTo>
                    <a:pt x="355650" y="247205"/>
                  </a:lnTo>
                  <a:lnTo>
                    <a:pt x="395770" y="222808"/>
                  </a:lnTo>
                  <a:lnTo>
                    <a:pt x="404926" y="209880"/>
                  </a:lnTo>
                  <a:lnTo>
                    <a:pt x="407060" y="210121"/>
                  </a:lnTo>
                  <a:lnTo>
                    <a:pt x="409168" y="210235"/>
                  </a:lnTo>
                  <a:lnTo>
                    <a:pt x="411213" y="210210"/>
                  </a:lnTo>
                  <a:lnTo>
                    <a:pt x="430961" y="211937"/>
                  </a:lnTo>
                  <a:lnTo>
                    <a:pt x="453034" y="215925"/>
                  </a:lnTo>
                  <a:lnTo>
                    <a:pt x="470992" y="219964"/>
                  </a:lnTo>
                  <a:lnTo>
                    <a:pt x="478409" y="221805"/>
                  </a:lnTo>
                  <a:lnTo>
                    <a:pt x="491121" y="225844"/>
                  </a:lnTo>
                  <a:lnTo>
                    <a:pt x="499135" y="227901"/>
                  </a:lnTo>
                  <a:lnTo>
                    <a:pt x="505828" y="228625"/>
                  </a:lnTo>
                  <a:lnTo>
                    <a:pt x="514616" y="228650"/>
                  </a:lnTo>
                  <a:lnTo>
                    <a:pt x="529234" y="228511"/>
                  </a:lnTo>
                  <a:lnTo>
                    <a:pt x="536435" y="219722"/>
                  </a:lnTo>
                  <a:lnTo>
                    <a:pt x="510476" y="210210"/>
                  </a:lnTo>
                  <a:lnTo>
                    <a:pt x="509574" y="209880"/>
                  </a:lnTo>
                  <a:lnTo>
                    <a:pt x="503859" y="207746"/>
                  </a:lnTo>
                  <a:lnTo>
                    <a:pt x="495820" y="204546"/>
                  </a:lnTo>
                  <a:lnTo>
                    <a:pt x="487133" y="200837"/>
                  </a:lnTo>
                  <a:lnTo>
                    <a:pt x="475564" y="196545"/>
                  </a:lnTo>
                  <a:lnTo>
                    <a:pt x="457403" y="190461"/>
                  </a:lnTo>
                  <a:lnTo>
                    <a:pt x="415683" y="177292"/>
                  </a:lnTo>
                  <a:lnTo>
                    <a:pt x="416483" y="173342"/>
                  </a:lnTo>
                  <a:lnTo>
                    <a:pt x="416864" y="171284"/>
                  </a:lnTo>
                  <a:lnTo>
                    <a:pt x="434009" y="169735"/>
                  </a:lnTo>
                  <a:lnTo>
                    <a:pt x="440867" y="169354"/>
                  </a:lnTo>
                  <a:lnTo>
                    <a:pt x="445795" y="169494"/>
                  </a:lnTo>
                  <a:lnTo>
                    <a:pt x="490397" y="177647"/>
                  </a:lnTo>
                  <a:lnTo>
                    <a:pt x="509905" y="185039"/>
                  </a:lnTo>
                  <a:lnTo>
                    <a:pt x="521373" y="188633"/>
                  </a:lnTo>
                  <a:lnTo>
                    <a:pt x="532396" y="189255"/>
                  </a:lnTo>
                  <a:lnTo>
                    <a:pt x="539699" y="184238"/>
                  </a:lnTo>
                  <a:lnTo>
                    <a:pt x="538353" y="175272"/>
                  </a:lnTo>
                  <a:lnTo>
                    <a:pt x="455168" y="141986"/>
                  </a:lnTo>
                  <a:lnTo>
                    <a:pt x="420763" y="136474"/>
                  </a:lnTo>
                  <a:lnTo>
                    <a:pt x="420763" y="130327"/>
                  </a:lnTo>
                  <a:lnTo>
                    <a:pt x="446722" y="118643"/>
                  </a:lnTo>
                  <a:lnTo>
                    <a:pt x="469290" y="119164"/>
                  </a:lnTo>
                  <a:lnTo>
                    <a:pt x="483336" y="120383"/>
                  </a:lnTo>
                  <a:lnTo>
                    <a:pt x="494728" y="123215"/>
                  </a:lnTo>
                  <a:lnTo>
                    <a:pt x="509333" y="128587"/>
                  </a:lnTo>
                  <a:lnTo>
                    <a:pt x="525183" y="132918"/>
                  </a:lnTo>
                  <a:lnTo>
                    <a:pt x="534974" y="132321"/>
                  </a:lnTo>
                  <a:lnTo>
                    <a:pt x="539711" y="129057"/>
                  </a:lnTo>
                  <a:lnTo>
                    <a:pt x="553961" y="142773"/>
                  </a:lnTo>
                  <a:lnTo>
                    <a:pt x="573684" y="156260"/>
                  </a:lnTo>
                  <a:lnTo>
                    <a:pt x="592366" y="165138"/>
                  </a:lnTo>
                  <a:lnTo>
                    <a:pt x="604723" y="169557"/>
                  </a:lnTo>
                  <a:lnTo>
                    <a:pt x="618159" y="174675"/>
                  </a:lnTo>
                  <a:lnTo>
                    <a:pt x="631913" y="179565"/>
                  </a:lnTo>
                  <a:lnTo>
                    <a:pt x="645236" y="183235"/>
                  </a:lnTo>
                  <a:lnTo>
                    <a:pt x="648576" y="186931"/>
                  </a:lnTo>
                  <a:lnTo>
                    <a:pt x="700214" y="218109"/>
                  </a:lnTo>
                  <a:lnTo>
                    <a:pt x="729653" y="224078"/>
                  </a:lnTo>
                  <a:lnTo>
                    <a:pt x="739406" y="254038"/>
                  </a:lnTo>
                  <a:lnTo>
                    <a:pt x="749884" y="284861"/>
                  </a:lnTo>
                  <a:lnTo>
                    <a:pt x="760222" y="314159"/>
                  </a:lnTo>
                  <a:lnTo>
                    <a:pt x="769543" y="339547"/>
                  </a:lnTo>
                  <a:lnTo>
                    <a:pt x="783297" y="378714"/>
                  </a:lnTo>
                  <a:lnTo>
                    <a:pt x="800011" y="427342"/>
                  </a:lnTo>
                  <a:lnTo>
                    <a:pt x="818934" y="477824"/>
                  </a:lnTo>
                  <a:lnTo>
                    <a:pt x="839330" y="522566"/>
                  </a:lnTo>
                  <a:lnTo>
                    <a:pt x="895756" y="578840"/>
                  </a:lnTo>
                  <a:lnTo>
                    <a:pt x="940943" y="595884"/>
                  </a:lnTo>
                  <a:lnTo>
                    <a:pt x="984224" y="602094"/>
                  </a:lnTo>
                  <a:lnTo>
                    <a:pt x="1013891" y="594436"/>
                  </a:lnTo>
                  <a:lnTo>
                    <a:pt x="1025296" y="568236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2" name="object 242" descr=""/>
          <p:cNvGrpSpPr/>
          <p:nvPr/>
        </p:nvGrpSpPr>
        <p:grpSpPr>
          <a:xfrm>
            <a:off x="5715782" y="7122369"/>
            <a:ext cx="1038860" cy="2908935"/>
            <a:chOff x="5715782" y="7122369"/>
            <a:chExt cx="1038860" cy="2908935"/>
          </a:xfrm>
        </p:grpSpPr>
        <p:pic>
          <p:nvPicPr>
            <p:cNvPr id="243" name="object 24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778764" y="7122369"/>
              <a:ext cx="798424" cy="2908498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715782" y="7559429"/>
              <a:ext cx="1038766" cy="688177"/>
            </a:xfrm>
            <a:prstGeom prst="rect">
              <a:avLst/>
            </a:prstGeom>
          </p:spPr>
        </p:pic>
        <p:sp>
          <p:nvSpPr>
            <p:cNvPr id="245" name="object 245" descr=""/>
            <p:cNvSpPr/>
            <p:nvPr/>
          </p:nvSpPr>
          <p:spPr>
            <a:xfrm>
              <a:off x="5905944" y="7816678"/>
              <a:ext cx="669925" cy="346075"/>
            </a:xfrm>
            <a:custGeom>
              <a:avLst/>
              <a:gdLst/>
              <a:ahLst/>
              <a:cxnLst/>
              <a:rect l="l" t="t" r="r" b="b"/>
              <a:pathLst>
                <a:path w="669925" h="346075">
                  <a:moveTo>
                    <a:pt x="36207" y="232498"/>
                  </a:moveTo>
                  <a:lnTo>
                    <a:pt x="34544" y="192176"/>
                  </a:lnTo>
                  <a:lnTo>
                    <a:pt x="28359" y="123291"/>
                  </a:lnTo>
                  <a:lnTo>
                    <a:pt x="24688" y="66738"/>
                  </a:lnTo>
                  <a:lnTo>
                    <a:pt x="22059" y="32931"/>
                  </a:lnTo>
                  <a:lnTo>
                    <a:pt x="19037" y="32270"/>
                  </a:lnTo>
                  <a:lnTo>
                    <a:pt x="14376" y="59740"/>
                  </a:lnTo>
                  <a:lnTo>
                    <a:pt x="10833" y="100215"/>
                  </a:lnTo>
                  <a:lnTo>
                    <a:pt x="6642" y="181851"/>
                  </a:lnTo>
                  <a:lnTo>
                    <a:pt x="0" y="332816"/>
                  </a:lnTo>
                  <a:lnTo>
                    <a:pt x="22923" y="333895"/>
                  </a:lnTo>
                  <a:lnTo>
                    <a:pt x="28397" y="305257"/>
                  </a:lnTo>
                  <a:lnTo>
                    <a:pt x="33489" y="270827"/>
                  </a:lnTo>
                  <a:lnTo>
                    <a:pt x="36207" y="232498"/>
                  </a:lnTo>
                  <a:close/>
                </a:path>
                <a:path w="669925" h="346075">
                  <a:moveTo>
                    <a:pt x="652043" y="185343"/>
                  </a:moveTo>
                  <a:lnTo>
                    <a:pt x="617448" y="134810"/>
                  </a:lnTo>
                  <a:lnTo>
                    <a:pt x="581456" y="92633"/>
                  </a:lnTo>
                  <a:lnTo>
                    <a:pt x="542226" y="50355"/>
                  </a:lnTo>
                  <a:lnTo>
                    <a:pt x="506895" y="16611"/>
                  </a:lnTo>
                  <a:lnTo>
                    <a:pt x="482587" y="0"/>
                  </a:lnTo>
                  <a:lnTo>
                    <a:pt x="476440" y="9169"/>
                  </a:lnTo>
                  <a:lnTo>
                    <a:pt x="477913" y="28575"/>
                  </a:lnTo>
                  <a:lnTo>
                    <a:pt x="474878" y="45910"/>
                  </a:lnTo>
                  <a:lnTo>
                    <a:pt x="469176" y="60591"/>
                  </a:lnTo>
                  <a:lnTo>
                    <a:pt x="462622" y="72034"/>
                  </a:lnTo>
                  <a:lnTo>
                    <a:pt x="457796" y="79959"/>
                  </a:lnTo>
                  <a:lnTo>
                    <a:pt x="453567" y="88163"/>
                  </a:lnTo>
                  <a:lnTo>
                    <a:pt x="449897" y="96596"/>
                  </a:lnTo>
                  <a:lnTo>
                    <a:pt x="446735" y="105232"/>
                  </a:lnTo>
                  <a:lnTo>
                    <a:pt x="427431" y="162483"/>
                  </a:lnTo>
                  <a:lnTo>
                    <a:pt x="416521" y="194678"/>
                  </a:lnTo>
                  <a:lnTo>
                    <a:pt x="406501" y="224104"/>
                  </a:lnTo>
                  <a:lnTo>
                    <a:pt x="396252" y="255206"/>
                  </a:lnTo>
                  <a:lnTo>
                    <a:pt x="391096" y="278218"/>
                  </a:lnTo>
                  <a:lnTo>
                    <a:pt x="389483" y="304558"/>
                  </a:lnTo>
                  <a:lnTo>
                    <a:pt x="389851" y="345579"/>
                  </a:lnTo>
                  <a:lnTo>
                    <a:pt x="430060" y="345046"/>
                  </a:lnTo>
                  <a:lnTo>
                    <a:pt x="465302" y="259892"/>
                  </a:lnTo>
                  <a:lnTo>
                    <a:pt x="482904" y="203060"/>
                  </a:lnTo>
                  <a:lnTo>
                    <a:pt x="488124" y="148945"/>
                  </a:lnTo>
                  <a:lnTo>
                    <a:pt x="486244" y="71945"/>
                  </a:lnTo>
                  <a:lnTo>
                    <a:pt x="595172" y="143065"/>
                  </a:lnTo>
                  <a:lnTo>
                    <a:pt x="650608" y="183489"/>
                  </a:lnTo>
                  <a:lnTo>
                    <a:pt x="652043" y="185343"/>
                  </a:lnTo>
                  <a:close/>
                </a:path>
                <a:path w="669925" h="346075">
                  <a:moveTo>
                    <a:pt x="669899" y="232410"/>
                  </a:moveTo>
                  <a:lnTo>
                    <a:pt x="669785" y="208254"/>
                  </a:lnTo>
                  <a:lnTo>
                    <a:pt x="652043" y="185343"/>
                  </a:lnTo>
                  <a:lnTo>
                    <a:pt x="663651" y="208140"/>
                  </a:lnTo>
                  <a:lnTo>
                    <a:pt x="669201" y="226352"/>
                  </a:lnTo>
                  <a:lnTo>
                    <a:pt x="669899" y="23241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6" name="object 246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569466" y="8080487"/>
              <a:ext cx="181523" cy="167115"/>
            </a:xfrm>
            <a:prstGeom prst="rect">
              <a:avLst/>
            </a:prstGeom>
          </p:spPr>
        </p:pic>
        <p:sp>
          <p:nvSpPr>
            <p:cNvPr id="247" name="object 247" descr=""/>
            <p:cNvSpPr/>
            <p:nvPr/>
          </p:nvSpPr>
          <p:spPr>
            <a:xfrm>
              <a:off x="6012129" y="8789155"/>
              <a:ext cx="221615" cy="969010"/>
            </a:xfrm>
            <a:custGeom>
              <a:avLst/>
              <a:gdLst/>
              <a:ahLst/>
              <a:cxnLst/>
              <a:rect l="l" t="t" r="r" b="b"/>
              <a:pathLst>
                <a:path w="221614" h="969009">
                  <a:moveTo>
                    <a:pt x="111582" y="0"/>
                  </a:moveTo>
                  <a:lnTo>
                    <a:pt x="0" y="967206"/>
                  </a:lnTo>
                  <a:lnTo>
                    <a:pt x="56845" y="955522"/>
                  </a:lnTo>
                  <a:lnTo>
                    <a:pt x="111582" y="0"/>
                  </a:lnTo>
                  <a:close/>
                </a:path>
                <a:path w="221614" h="969009">
                  <a:moveTo>
                    <a:pt x="221500" y="968768"/>
                  </a:moveTo>
                  <a:lnTo>
                    <a:pt x="192608" y="888796"/>
                  </a:lnTo>
                  <a:lnTo>
                    <a:pt x="171538" y="761225"/>
                  </a:lnTo>
                  <a:lnTo>
                    <a:pt x="147967" y="495236"/>
                  </a:lnTo>
                  <a:lnTo>
                    <a:pt x="111582" y="0"/>
                  </a:lnTo>
                  <a:lnTo>
                    <a:pt x="151015" y="955548"/>
                  </a:lnTo>
                  <a:lnTo>
                    <a:pt x="221500" y="968768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8" name="object 248" descr=""/>
          <p:cNvGrpSpPr/>
          <p:nvPr/>
        </p:nvGrpSpPr>
        <p:grpSpPr>
          <a:xfrm>
            <a:off x="3943629" y="7008173"/>
            <a:ext cx="1184275" cy="3023235"/>
            <a:chOff x="3943629" y="7008173"/>
            <a:chExt cx="1184275" cy="3023235"/>
          </a:xfrm>
        </p:grpSpPr>
        <p:pic>
          <p:nvPicPr>
            <p:cNvPr id="249" name="object 249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945993" y="7008173"/>
              <a:ext cx="1038860" cy="3022692"/>
            </a:xfrm>
            <a:prstGeom prst="rect">
              <a:avLst/>
            </a:prstGeom>
          </p:spPr>
        </p:pic>
        <p:pic>
          <p:nvPicPr>
            <p:cNvPr id="250" name="object 250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4688904" y="7974301"/>
              <a:ext cx="438500" cy="2015142"/>
            </a:xfrm>
            <a:prstGeom prst="rect">
              <a:avLst/>
            </a:prstGeom>
          </p:spPr>
        </p:pic>
        <p:pic>
          <p:nvPicPr>
            <p:cNvPr id="251" name="object 251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4095219" y="7531074"/>
              <a:ext cx="113616" cy="106665"/>
            </a:xfrm>
            <a:prstGeom prst="rect">
              <a:avLst/>
            </a:prstGeom>
          </p:spPr>
        </p:pic>
        <p:sp>
          <p:nvSpPr>
            <p:cNvPr id="252" name="object 252" descr=""/>
            <p:cNvSpPr/>
            <p:nvPr/>
          </p:nvSpPr>
          <p:spPr>
            <a:xfrm>
              <a:off x="4241491" y="7094248"/>
              <a:ext cx="227329" cy="283210"/>
            </a:xfrm>
            <a:custGeom>
              <a:avLst/>
              <a:gdLst/>
              <a:ahLst/>
              <a:cxnLst/>
              <a:rect l="l" t="t" r="r" b="b"/>
              <a:pathLst>
                <a:path w="227329" h="283209">
                  <a:moveTo>
                    <a:pt x="106102" y="0"/>
                  </a:moveTo>
                  <a:lnTo>
                    <a:pt x="9794" y="39539"/>
                  </a:lnTo>
                  <a:lnTo>
                    <a:pt x="0" y="54157"/>
                  </a:lnTo>
                  <a:lnTo>
                    <a:pt x="1491" y="60198"/>
                  </a:lnTo>
                  <a:lnTo>
                    <a:pt x="105320" y="273783"/>
                  </a:lnTo>
                  <a:lnTo>
                    <a:pt x="109206" y="278815"/>
                  </a:lnTo>
                  <a:lnTo>
                    <a:pt x="114671" y="281950"/>
                  </a:lnTo>
                  <a:lnTo>
                    <a:pt x="120999" y="282942"/>
                  </a:lnTo>
                  <a:lnTo>
                    <a:pt x="127477" y="281542"/>
                  </a:lnTo>
                  <a:lnTo>
                    <a:pt x="217306" y="243407"/>
                  </a:lnTo>
                  <a:lnTo>
                    <a:pt x="222683" y="239775"/>
                  </a:lnTo>
                  <a:lnTo>
                    <a:pt x="226036" y="234679"/>
                  </a:lnTo>
                  <a:lnTo>
                    <a:pt x="227101" y="228782"/>
                  </a:lnTo>
                  <a:lnTo>
                    <a:pt x="225610" y="222748"/>
                  </a:lnTo>
                  <a:lnTo>
                    <a:pt x="121780" y="9163"/>
                  </a:lnTo>
                  <a:lnTo>
                    <a:pt x="117894" y="4129"/>
                  </a:lnTo>
                  <a:lnTo>
                    <a:pt x="112430" y="991"/>
                  </a:lnTo>
                  <a:lnTo>
                    <a:pt x="106102" y="0"/>
                  </a:lnTo>
                  <a:close/>
                </a:path>
              </a:pathLst>
            </a:custGeom>
            <a:solidFill>
              <a:srgbClr val="0676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4232251" y="7094248"/>
              <a:ext cx="227329" cy="283210"/>
            </a:xfrm>
            <a:custGeom>
              <a:avLst/>
              <a:gdLst/>
              <a:ahLst/>
              <a:cxnLst/>
              <a:rect l="l" t="t" r="r" b="b"/>
              <a:pathLst>
                <a:path w="227329" h="283209">
                  <a:moveTo>
                    <a:pt x="106102" y="0"/>
                  </a:moveTo>
                  <a:lnTo>
                    <a:pt x="9794" y="39539"/>
                  </a:lnTo>
                  <a:lnTo>
                    <a:pt x="0" y="54157"/>
                  </a:lnTo>
                  <a:lnTo>
                    <a:pt x="1491" y="60198"/>
                  </a:lnTo>
                  <a:lnTo>
                    <a:pt x="105320" y="273783"/>
                  </a:lnTo>
                  <a:lnTo>
                    <a:pt x="109206" y="278815"/>
                  </a:lnTo>
                  <a:lnTo>
                    <a:pt x="114671" y="281950"/>
                  </a:lnTo>
                  <a:lnTo>
                    <a:pt x="120999" y="282942"/>
                  </a:lnTo>
                  <a:lnTo>
                    <a:pt x="127477" y="281542"/>
                  </a:lnTo>
                  <a:lnTo>
                    <a:pt x="217306" y="243407"/>
                  </a:lnTo>
                  <a:lnTo>
                    <a:pt x="222683" y="239775"/>
                  </a:lnTo>
                  <a:lnTo>
                    <a:pt x="226036" y="234679"/>
                  </a:lnTo>
                  <a:lnTo>
                    <a:pt x="227101" y="228782"/>
                  </a:lnTo>
                  <a:lnTo>
                    <a:pt x="225610" y="222748"/>
                  </a:lnTo>
                  <a:lnTo>
                    <a:pt x="121780" y="9163"/>
                  </a:lnTo>
                  <a:lnTo>
                    <a:pt x="117894" y="4129"/>
                  </a:lnTo>
                  <a:lnTo>
                    <a:pt x="112430" y="991"/>
                  </a:lnTo>
                  <a:lnTo>
                    <a:pt x="106102" y="0"/>
                  </a:lnTo>
                  <a:close/>
                </a:path>
              </a:pathLst>
            </a:custGeom>
            <a:solidFill>
              <a:srgbClr val="64BD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3953606" y="7349774"/>
              <a:ext cx="393065" cy="448309"/>
            </a:xfrm>
            <a:custGeom>
              <a:avLst/>
              <a:gdLst/>
              <a:ahLst/>
              <a:cxnLst/>
              <a:rect l="l" t="t" r="r" b="b"/>
              <a:pathLst>
                <a:path w="393064" h="448309">
                  <a:moveTo>
                    <a:pt x="377540" y="0"/>
                  </a:moveTo>
                  <a:lnTo>
                    <a:pt x="319519" y="44231"/>
                  </a:lnTo>
                  <a:lnTo>
                    <a:pt x="284616" y="76611"/>
                  </a:lnTo>
                  <a:lnTo>
                    <a:pt x="204150" y="148960"/>
                  </a:lnTo>
                  <a:lnTo>
                    <a:pt x="162194" y="187183"/>
                  </a:lnTo>
                  <a:lnTo>
                    <a:pt x="121494" y="225608"/>
                  </a:lnTo>
                  <a:lnTo>
                    <a:pt x="83857" y="263360"/>
                  </a:lnTo>
                  <a:lnTo>
                    <a:pt x="51084" y="299567"/>
                  </a:lnTo>
                  <a:lnTo>
                    <a:pt x="24981" y="333354"/>
                  </a:lnTo>
                  <a:lnTo>
                    <a:pt x="0" y="390179"/>
                  </a:lnTo>
                  <a:lnTo>
                    <a:pt x="7487" y="421240"/>
                  </a:lnTo>
                  <a:lnTo>
                    <a:pt x="32459" y="443774"/>
                  </a:lnTo>
                  <a:lnTo>
                    <a:pt x="72203" y="448238"/>
                  </a:lnTo>
                  <a:lnTo>
                    <a:pt x="124006" y="425089"/>
                  </a:lnTo>
                  <a:lnTo>
                    <a:pt x="176569" y="372420"/>
                  </a:lnTo>
                  <a:lnTo>
                    <a:pt x="204129" y="335520"/>
                  </a:lnTo>
                  <a:lnTo>
                    <a:pt x="232373" y="293510"/>
                  </a:lnTo>
                  <a:lnTo>
                    <a:pt x="261174" y="247841"/>
                  </a:lnTo>
                  <a:lnTo>
                    <a:pt x="319933" y="151333"/>
                  </a:lnTo>
                  <a:lnTo>
                    <a:pt x="349639" y="103395"/>
                  </a:lnTo>
                  <a:lnTo>
                    <a:pt x="379391" y="57602"/>
                  </a:lnTo>
                  <a:lnTo>
                    <a:pt x="386258" y="40073"/>
                  </a:lnTo>
                  <a:lnTo>
                    <a:pt x="392714" y="9743"/>
                  </a:lnTo>
                  <a:lnTo>
                    <a:pt x="377540" y="0"/>
                  </a:lnTo>
                  <a:close/>
                </a:path>
              </a:pathLst>
            </a:custGeom>
            <a:solidFill>
              <a:srgbClr val="A2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5" name="object 255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3943629" y="7575649"/>
              <a:ext cx="250421" cy="230022"/>
            </a:xfrm>
            <a:prstGeom prst="rect">
              <a:avLst/>
            </a:prstGeom>
          </p:spPr>
        </p:pic>
        <p:sp>
          <p:nvSpPr>
            <p:cNvPr id="256" name="object 256" descr=""/>
            <p:cNvSpPr/>
            <p:nvPr/>
          </p:nvSpPr>
          <p:spPr>
            <a:xfrm>
              <a:off x="4263363" y="7138965"/>
              <a:ext cx="114300" cy="262890"/>
            </a:xfrm>
            <a:custGeom>
              <a:avLst/>
              <a:gdLst/>
              <a:ahLst/>
              <a:cxnLst/>
              <a:rect l="l" t="t" r="r" b="b"/>
              <a:pathLst>
                <a:path w="114300" h="262890">
                  <a:moveTo>
                    <a:pt x="26281" y="0"/>
                  </a:moveTo>
                  <a:lnTo>
                    <a:pt x="18316" y="1472"/>
                  </a:lnTo>
                  <a:lnTo>
                    <a:pt x="14407" y="7232"/>
                  </a:lnTo>
                  <a:lnTo>
                    <a:pt x="0" y="137699"/>
                  </a:lnTo>
                  <a:lnTo>
                    <a:pt x="240" y="141155"/>
                  </a:lnTo>
                  <a:lnTo>
                    <a:pt x="25245" y="239016"/>
                  </a:lnTo>
                  <a:lnTo>
                    <a:pt x="26742" y="244879"/>
                  </a:lnTo>
                  <a:lnTo>
                    <a:pt x="30156" y="250188"/>
                  </a:lnTo>
                  <a:lnTo>
                    <a:pt x="35192" y="253968"/>
                  </a:lnTo>
                  <a:lnTo>
                    <a:pt x="45070" y="259669"/>
                  </a:lnTo>
                  <a:lnTo>
                    <a:pt x="57862" y="262319"/>
                  </a:lnTo>
                  <a:lnTo>
                    <a:pt x="72805" y="258639"/>
                  </a:lnTo>
                  <a:lnTo>
                    <a:pt x="89138" y="245351"/>
                  </a:lnTo>
                  <a:lnTo>
                    <a:pt x="108928" y="221228"/>
                  </a:lnTo>
                  <a:lnTo>
                    <a:pt x="113796" y="205272"/>
                  </a:lnTo>
                  <a:lnTo>
                    <a:pt x="102186" y="190358"/>
                  </a:lnTo>
                  <a:lnTo>
                    <a:pt x="72542" y="169363"/>
                  </a:lnTo>
                  <a:lnTo>
                    <a:pt x="49621" y="136118"/>
                  </a:lnTo>
                  <a:lnTo>
                    <a:pt x="45600" y="129277"/>
                  </a:lnTo>
                  <a:lnTo>
                    <a:pt x="42657" y="122017"/>
                  </a:lnTo>
                  <a:lnTo>
                    <a:pt x="40826" y="114447"/>
                  </a:lnTo>
                  <a:lnTo>
                    <a:pt x="40145" y="106674"/>
                  </a:lnTo>
                  <a:lnTo>
                    <a:pt x="29569" y="83973"/>
                  </a:lnTo>
                  <a:lnTo>
                    <a:pt x="35108" y="19295"/>
                  </a:lnTo>
                  <a:lnTo>
                    <a:pt x="33485" y="5159"/>
                  </a:lnTo>
                  <a:lnTo>
                    <a:pt x="26281" y="0"/>
                  </a:lnTo>
                  <a:close/>
                </a:path>
              </a:pathLst>
            </a:custGeom>
            <a:solidFill>
              <a:srgbClr val="A2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7" name="object 257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4271235" y="7151718"/>
              <a:ext cx="88646" cy="103373"/>
            </a:xfrm>
            <a:prstGeom prst="rect">
              <a:avLst/>
            </a:prstGeom>
          </p:spPr>
        </p:pic>
        <p:pic>
          <p:nvPicPr>
            <p:cNvPr id="258" name="object 258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4062542" y="7531804"/>
              <a:ext cx="146362" cy="126634"/>
            </a:xfrm>
            <a:prstGeom prst="rect">
              <a:avLst/>
            </a:prstGeom>
          </p:spPr>
        </p:pic>
      </p:grpSp>
      <p:grpSp>
        <p:nvGrpSpPr>
          <p:cNvPr id="259" name="object 259" descr=""/>
          <p:cNvGrpSpPr/>
          <p:nvPr/>
        </p:nvGrpSpPr>
        <p:grpSpPr>
          <a:xfrm>
            <a:off x="11870174" y="7133039"/>
            <a:ext cx="906144" cy="2898140"/>
            <a:chOff x="11870174" y="7133039"/>
            <a:chExt cx="906144" cy="2898140"/>
          </a:xfrm>
        </p:grpSpPr>
        <p:pic>
          <p:nvPicPr>
            <p:cNvPr id="260" name="object 260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1870174" y="7212941"/>
              <a:ext cx="905800" cy="2817614"/>
            </a:xfrm>
            <a:prstGeom prst="rect">
              <a:avLst/>
            </a:prstGeom>
          </p:spPr>
        </p:pic>
        <p:pic>
          <p:nvPicPr>
            <p:cNvPr id="261" name="object 261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2273772" y="7141605"/>
              <a:ext cx="199725" cy="323529"/>
            </a:xfrm>
            <a:prstGeom prst="rect">
              <a:avLst/>
            </a:prstGeom>
          </p:spPr>
        </p:pic>
        <p:sp>
          <p:nvSpPr>
            <p:cNvPr id="262" name="object 262" descr=""/>
            <p:cNvSpPr/>
            <p:nvPr/>
          </p:nvSpPr>
          <p:spPr>
            <a:xfrm>
              <a:off x="12424471" y="7456184"/>
              <a:ext cx="33655" cy="46990"/>
            </a:xfrm>
            <a:custGeom>
              <a:avLst/>
              <a:gdLst/>
              <a:ahLst/>
              <a:cxnLst/>
              <a:rect l="l" t="t" r="r" b="b"/>
              <a:pathLst>
                <a:path w="33654" h="46990">
                  <a:moveTo>
                    <a:pt x="14051" y="0"/>
                  </a:moveTo>
                  <a:lnTo>
                    <a:pt x="10127" y="2762"/>
                  </a:lnTo>
                  <a:lnTo>
                    <a:pt x="5408" y="7274"/>
                  </a:lnTo>
                  <a:lnTo>
                    <a:pt x="1497" y="14020"/>
                  </a:lnTo>
                  <a:lnTo>
                    <a:pt x="0" y="23486"/>
                  </a:lnTo>
                  <a:lnTo>
                    <a:pt x="1414" y="32637"/>
                  </a:lnTo>
                  <a:lnTo>
                    <a:pt x="4955" y="40030"/>
                  </a:lnTo>
                  <a:lnTo>
                    <a:pt x="10204" y="44972"/>
                  </a:lnTo>
                  <a:lnTo>
                    <a:pt x="16742" y="46773"/>
                  </a:lnTo>
                  <a:lnTo>
                    <a:pt x="23310" y="44972"/>
                  </a:lnTo>
                  <a:lnTo>
                    <a:pt x="28611" y="40030"/>
                  </a:lnTo>
                  <a:lnTo>
                    <a:pt x="32153" y="32637"/>
                  </a:lnTo>
                  <a:lnTo>
                    <a:pt x="33444" y="23486"/>
                  </a:lnTo>
                  <a:lnTo>
                    <a:pt x="33444" y="16198"/>
                  </a:lnTo>
                  <a:lnTo>
                    <a:pt x="31161" y="9790"/>
                  </a:lnTo>
                  <a:lnTo>
                    <a:pt x="27517" y="5539"/>
                  </a:lnTo>
                  <a:lnTo>
                    <a:pt x="25978" y="6586"/>
                  </a:lnTo>
                  <a:lnTo>
                    <a:pt x="23046" y="8387"/>
                  </a:lnTo>
                  <a:lnTo>
                    <a:pt x="25789" y="11675"/>
                  </a:lnTo>
                  <a:lnTo>
                    <a:pt x="27810" y="17015"/>
                  </a:lnTo>
                  <a:lnTo>
                    <a:pt x="27810" y="34512"/>
                  </a:lnTo>
                  <a:lnTo>
                    <a:pt x="21957" y="42197"/>
                  </a:lnTo>
                  <a:lnTo>
                    <a:pt x="11486" y="42197"/>
                  </a:lnTo>
                  <a:lnTo>
                    <a:pt x="4910" y="34983"/>
                  </a:lnTo>
                  <a:lnTo>
                    <a:pt x="5329" y="11926"/>
                  </a:lnTo>
                  <a:lnTo>
                    <a:pt x="9444" y="9727"/>
                  </a:lnTo>
                  <a:lnTo>
                    <a:pt x="14062" y="5340"/>
                  </a:lnTo>
                  <a:lnTo>
                    <a:pt x="14051" y="0"/>
                  </a:lnTo>
                  <a:close/>
                </a:path>
              </a:pathLst>
            </a:custGeom>
            <a:solidFill>
              <a:srgbClr val="92C6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3" name="object 263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2085527" y="7133039"/>
              <a:ext cx="278290" cy="436813"/>
            </a:xfrm>
            <a:prstGeom prst="rect">
              <a:avLst/>
            </a:prstGeom>
          </p:spPr>
        </p:pic>
      </p:grpSp>
      <p:pic>
        <p:nvPicPr>
          <p:cNvPr id="264" name="object 264" descr=""/>
          <p:cNvPicPr/>
          <p:nvPr/>
        </p:nvPicPr>
        <p:blipFill>
          <a:blip r:embed="rId70" cstate="print"/>
          <a:stretch>
            <a:fillRect/>
          </a:stretch>
        </p:blipFill>
        <p:spPr>
          <a:xfrm>
            <a:off x="18211206" y="2143767"/>
            <a:ext cx="1137379" cy="3494806"/>
          </a:xfrm>
          <a:prstGeom prst="rect">
            <a:avLst/>
          </a:prstGeom>
        </p:spPr>
      </p:pic>
      <p:pic>
        <p:nvPicPr>
          <p:cNvPr id="265" name="object 265" descr=""/>
          <p:cNvPicPr/>
          <p:nvPr/>
        </p:nvPicPr>
        <p:blipFill>
          <a:blip r:embed="rId71" cstate="print"/>
          <a:stretch>
            <a:fillRect/>
          </a:stretch>
        </p:blipFill>
        <p:spPr>
          <a:xfrm>
            <a:off x="429875" y="6878308"/>
            <a:ext cx="1618317" cy="3152281"/>
          </a:xfrm>
          <a:prstGeom prst="rect">
            <a:avLst/>
          </a:prstGeom>
        </p:spPr>
      </p:pic>
      <p:grpSp>
        <p:nvGrpSpPr>
          <p:cNvPr id="266" name="object 266" descr=""/>
          <p:cNvGrpSpPr/>
          <p:nvPr/>
        </p:nvGrpSpPr>
        <p:grpSpPr>
          <a:xfrm>
            <a:off x="15134369" y="2428777"/>
            <a:ext cx="1156970" cy="3094990"/>
            <a:chOff x="15134369" y="2428777"/>
            <a:chExt cx="1156970" cy="3094990"/>
          </a:xfrm>
        </p:grpSpPr>
        <p:sp>
          <p:nvSpPr>
            <p:cNvPr id="267" name="object 267" descr=""/>
            <p:cNvSpPr/>
            <p:nvPr/>
          </p:nvSpPr>
          <p:spPr>
            <a:xfrm>
              <a:off x="15562896" y="2885723"/>
              <a:ext cx="306070" cy="138430"/>
            </a:xfrm>
            <a:custGeom>
              <a:avLst/>
              <a:gdLst/>
              <a:ahLst/>
              <a:cxnLst/>
              <a:rect l="l" t="t" r="r" b="b"/>
              <a:pathLst>
                <a:path w="306069" h="138430">
                  <a:moveTo>
                    <a:pt x="151817" y="0"/>
                  </a:moveTo>
                  <a:lnTo>
                    <a:pt x="18282" y="30763"/>
                  </a:lnTo>
                  <a:lnTo>
                    <a:pt x="0" y="69484"/>
                  </a:lnTo>
                  <a:lnTo>
                    <a:pt x="18282" y="134341"/>
                  </a:lnTo>
                  <a:lnTo>
                    <a:pt x="285499" y="137943"/>
                  </a:lnTo>
                  <a:lnTo>
                    <a:pt x="305927" y="69484"/>
                  </a:lnTo>
                  <a:lnTo>
                    <a:pt x="297331" y="30763"/>
                  </a:lnTo>
                  <a:lnTo>
                    <a:pt x="151817" y="0"/>
                  </a:lnTo>
                  <a:close/>
                </a:path>
              </a:pathLst>
            </a:custGeom>
            <a:solidFill>
              <a:srgbClr val="C5AE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8" name="object 268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5245026" y="5289923"/>
              <a:ext cx="215340" cy="233331"/>
            </a:xfrm>
            <a:prstGeom prst="rect">
              <a:avLst/>
            </a:prstGeom>
          </p:spPr>
        </p:pic>
        <p:pic>
          <p:nvPicPr>
            <p:cNvPr id="269" name="object 26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5921745" y="5289923"/>
              <a:ext cx="215349" cy="233331"/>
            </a:xfrm>
            <a:prstGeom prst="rect">
              <a:avLst/>
            </a:prstGeom>
          </p:spPr>
        </p:pic>
        <p:pic>
          <p:nvPicPr>
            <p:cNvPr id="270" name="object 270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5263534" y="3734221"/>
              <a:ext cx="861836" cy="1622067"/>
            </a:xfrm>
            <a:prstGeom prst="rect">
              <a:avLst/>
            </a:prstGeom>
          </p:spPr>
        </p:pic>
        <p:sp>
          <p:nvSpPr>
            <p:cNvPr id="271" name="object 271" descr=""/>
            <p:cNvSpPr/>
            <p:nvPr/>
          </p:nvSpPr>
          <p:spPr>
            <a:xfrm>
              <a:off x="15305189" y="4769922"/>
              <a:ext cx="741045" cy="64769"/>
            </a:xfrm>
            <a:custGeom>
              <a:avLst/>
              <a:gdLst/>
              <a:ahLst/>
              <a:cxnLst/>
              <a:rect l="l" t="t" r="r" b="b"/>
              <a:pathLst>
                <a:path w="741044" h="64770">
                  <a:moveTo>
                    <a:pt x="134251" y="0"/>
                  </a:moveTo>
                  <a:lnTo>
                    <a:pt x="119799" y="11341"/>
                  </a:lnTo>
                  <a:lnTo>
                    <a:pt x="103593" y="19875"/>
                  </a:lnTo>
                  <a:lnTo>
                    <a:pt x="85928" y="25247"/>
                  </a:lnTo>
                  <a:lnTo>
                    <a:pt x="67119" y="27127"/>
                  </a:lnTo>
                  <a:lnTo>
                    <a:pt x="48310" y="25247"/>
                  </a:lnTo>
                  <a:lnTo>
                    <a:pt x="30657" y="19875"/>
                  </a:lnTo>
                  <a:lnTo>
                    <a:pt x="14452" y="11341"/>
                  </a:lnTo>
                  <a:lnTo>
                    <a:pt x="0" y="0"/>
                  </a:lnTo>
                  <a:lnTo>
                    <a:pt x="7518" y="24993"/>
                  </a:lnTo>
                  <a:lnTo>
                    <a:pt x="22313" y="45123"/>
                  </a:lnTo>
                  <a:lnTo>
                    <a:pt x="42722" y="58547"/>
                  </a:lnTo>
                  <a:lnTo>
                    <a:pt x="67119" y="63423"/>
                  </a:lnTo>
                  <a:lnTo>
                    <a:pt x="91528" y="58547"/>
                  </a:lnTo>
                  <a:lnTo>
                    <a:pt x="111937" y="45123"/>
                  </a:lnTo>
                  <a:lnTo>
                    <a:pt x="126720" y="24993"/>
                  </a:lnTo>
                  <a:lnTo>
                    <a:pt x="134251" y="0"/>
                  </a:lnTo>
                  <a:close/>
                </a:path>
                <a:path w="741044" h="64770">
                  <a:moveTo>
                    <a:pt x="740575" y="1308"/>
                  </a:moveTo>
                  <a:lnTo>
                    <a:pt x="722909" y="12649"/>
                  </a:lnTo>
                  <a:lnTo>
                    <a:pt x="703097" y="21183"/>
                  </a:lnTo>
                  <a:lnTo>
                    <a:pt x="681520" y="26555"/>
                  </a:lnTo>
                  <a:lnTo>
                    <a:pt x="658533" y="28435"/>
                  </a:lnTo>
                  <a:lnTo>
                    <a:pt x="635546" y="26555"/>
                  </a:lnTo>
                  <a:lnTo>
                    <a:pt x="613968" y="21183"/>
                  </a:lnTo>
                  <a:lnTo>
                    <a:pt x="594156" y="12649"/>
                  </a:lnTo>
                  <a:lnTo>
                    <a:pt x="576491" y="1308"/>
                  </a:lnTo>
                  <a:lnTo>
                    <a:pt x="585698" y="26301"/>
                  </a:lnTo>
                  <a:lnTo>
                    <a:pt x="603758" y="46431"/>
                  </a:lnTo>
                  <a:lnTo>
                    <a:pt x="628713" y="59855"/>
                  </a:lnTo>
                  <a:lnTo>
                    <a:pt x="658533" y="64731"/>
                  </a:lnTo>
                  <a:lnTo>
                    <a:pt x="688365" y="59855"/>
                  </a:lnTo>
                  <a:lnTo>
                    <a:pt x="713308" y="46431"/>
                  </a:lnTo>
                  <a:lnTo>
                    <a:pt x="731380" y="26301"/>
                  </a:lnTo>
                  <a:lnTo>
                    <a:pt x="740575" y="1308"/>
                  </a:lnTo>
                  <a:close/>
                </a:path>
              </a:pathLst>
            </a:custGeom>
            <a:solidFill>
              <a:srgbClr val="218D9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5134369" y="2428777"/>
              <a:ext cx="1156446" cy="1927923"/>
            </a:xfrm>
            <a:prstGeom prst="rect">
              <a:avLst/>
            </a:prstGeom>
          </p:spPr>
        </p:pic>
      </p:grpSp>
      <p:grpSp>
        <p:nvGrpSpPr>
          <p:cNvPr id="273" name="object 273" descr=""/>
          <p:cNvGrpSpPr/>
          <p:nvPr/>
        </p:nvGrpSpPr>
        <p:grpSpPr>
          <a:xfrm>
            <a:off x="5497262" y="2277624"/>
            <a:ext cx="1393190" cy="3246120"/>
            <a:chOff x="5497262" y="2277624"/>
            <a:chExt cx="1393190" cy="3246120"/>
          </a:xfrm>
        </p:grpSpPr>
        <p:pic>
          <p:nvPicPr>
            <p:cNvPr id="274" name="object 274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5724520" y="5311242"/>
              <a:ext cx="186881" cy="211999"/>
            </a:xfrm>
            <a:prstGeom prst="rect">
              <a:avLst/>
            </a:prstGeom>
          </p:spPr>
        </p:pic>
        <p:sp>
          <p:nvSpPr>
            <p:cNvPr id="275" name="object 275" descr=""/>
            <p:cNvSpPr/>
            <p:nvPr/>
          </p:nvSpPr>
          <p:spPr>
            <a:xfrm>
              <a:off x="6453559" y="5344506"/>
              <a:ext cx="436880" cy="142240"/>
            </a:xfrm>
            <a:custGeom>
              <a:avLst/>
              <a:gdLst/>
              <a:ahLst/>
              <a:cxnLst/>
              <a:rect l="l" t="t" r="r" b="b"/>
              <a:pathLst>
                <a:path w="436879" h="142239">
                  <a:moveTo>
                    <a:pt x="27716" y="0"/>
                  </a:moveTo>
                  <a:lnTo>
                    <a:pt x="11969" y="23760"/>
                  </a:lnTo>
                  <a:lnTo>
                    <a:pt x="3833" y="38246"/>
                  </a:lnTo>
                  <a:lnTo>
                    <a:pt x="709" y="49364"/>
                  </a:lnTo>
                  <a:lnTo>
                    <a:pt x="0" y="63024"/>
                  </a:lnTo>
                  <a:lnTo>
                    <a:pt x="621" y="81143"/>
                  </a:lnTo>
                  <a:lnTo>
                    <a:pt x="13088" y="122833"/>
                  </a:lnTo>
                  <a:lnTo>
                    <a:pt x="60331" y="126874"/>
                  </a:lnTo>
                  <a:lnTo>
                    <a:pt x="162319" y="127891"/>
                  </a:lnTo>
                  <a:lnTo>
                    <a:pt x="216071" y="130562"/>
                  </a:lnTo>
                  <a:lnTo>
                    <a:pt x="248019" y="134888"/>
                  </a:lnTo>
                  <a:lnTo>
                    <a:pt x="275415" y="139132"/>
                  </a:lnTo>
                  <a:lnTo>
                    <a:pt x="315508" y="141555"/>
                  </a:lnTo>
                  <a:lnTo>
                    <a:pt x="368088" y="141202"/>
                  </a:lnTo>
                  <a:lnTo>
                    <a:pt x="418625" y="133011"/>
                  </a:lnTo>
                  <a:lnTo>
                    <a:pt x="436335" y="118237"/>
                  </a:lnTo>
                  <a:lnTo>
                    <a:pt x="436078" y="96007"/>
                  </a:lnTo>
                  <a:lnTo>
                    <a:pt x="379224" y="55987"/>
                  </a:lnTo>
                  <a:lnTo>
                    <a:pt x="340551" y="47715"/>
                  </a:lnTo>
                  <a:lnTo>
                    <a:pt x="289480" y="42376"/>
                  </a:lnTo>
                  <a:lnTo>
                    <a:pt x="258170" y="38438"/>
                  </a:lnTo>
                  <a:lnTo>
                    <a:pt x="208822" y="32999"/>
                  </a:lnTo>
                  <a:lnTo>
                    <a:pt x="149628" y="28975"/>
                  </a:lnTo>
                  <a:lnTo>
                    <a:pt x="99929" y="26479"/>
                  </a:lnTo>
                  <a:lnTo>
                    <a:pt x="79065" y="25622"/>
                  </a:lnTo>
                  <a:lnTo>
                    <a:pt x="27716" y="0"/>
                  </a:lnTo>
                  <a:close/>
                </a:path>
              </a:pathLst>
            </a:custGeom>
            <a:solidFill>
              <a:srgbClr val="E6E7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6447825" y="5296664"/>
              <a:ext cx="442595" cy="170815"/>
            </a:xfrm>
            <a:custGeom>
              <a:avLst/>
              <a:gdLst/>
              <a:ahLst/>
              <a:cxnLst/>
              <a:rect l="l" t="t" r="r" b="b"/>
              <a:pathLst>
                <a:path w="442595" h="170814">
                  <a:moveTo>
                    <a:pt x="37211" y="0"/>
                  </a:moveTo>
                  <a:lnTo>
                    <a:pt x="2288" y="29697"/>
                  </a:lnTo>
                  <a:lnTo>
                    <a:pt x="0" y="54825"/>
                  </a:lnTo>
                  <a:lnTo>
                    <a:pt x="100" y="76429"/>
                  </a:lnTo>
                  <a:lnTo>
                    <a:pt x="2180" y="117910"/>
                  </a:lnTo>
                  <a:lnTo>
                    <a:pt x="30858" y="150205"/>
                  </a:lnTo>
                  <a:lnTo>
                    <a:pt x="107143" y="155220"/>
                  </a:lnTo>
                  <a:lnTo>
                    <a:pt x="168472" y="156741"/>
                  </a:lnTo>
                  <a:lnTo>
                    <a:pt x="222219" y="159407"/>
                  </a:lnTo>
                  <a:lnTo>
                    <a:pt x="254167" y="163724"/>
                  </a:lnTo>
                  <a:lnTo>
                    <a:pt x="281562" y="167960"/>
                  </a:lnTo>
                  <a:lnTo>
                    <a:pt x="321650" y="170384"/>
                  </a:lnTo>
                  <a:lnTo>
                    <a:pt x="374234" y="170030"/>
                  </a:lnTo>
                  <a:lnTo>
                    <a:pt x="424768" y="161861"/>
                  </a:lnTo>
                  <a:lnTo>
                    <a:pt x="442194" y="147875"/>
                  </a:lnTo>
                  <a:lnTo>
                    <a:pt x="441458" y="126977"/>
                  </a:lnTo>
                  <a:lnTo>
                    <a:pt x="385366" y="84806"/>
                  </a:lnTo>
                  <a:lnTo>
                    <a:pt x="323191" y="71886"/>
                  </a:lnTo>
                  <a:lnTo>
                    <a:pt x="296848" y="70728"/>
                  </a:lnTo>
                  <a:lnTo>
                    <a:pt x="264322" y="67267"/>
                  </a:lnTo>
                  <a:lnTo>
                    <a:pt x="213158" y="49579"/>
                  </a:lnTo>
                  <a:lnTo>
                    <a:pt x="174315" y="26818"/>
                  </a:lnTo>
                  <a:lnTo>
                    <a:pt x="165930" y="19979"/>
                  </a:lnTo>
                  <a:lnTo>
                    <a:pt x="156507" y="13062"/>
                  </a:lnTo>
                  <a:lnTo>
                    <a:pt x="147335" y="10444"/>
                  </a:lnTo>
                  <a:lnTo>
                    <a:pt x="139698" y="16504"/>
                  </a:lnTo>
                  <a:lnTo>
                    <a:pt x="73299" y="4276"/>
                  </a:lnTo>
                  <a:lnTo>
                    <a:pt x="37211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6618647" y="5332093"/>
              <a:ext cx="92880" cy="63639"/>
            </a:xfrm>
            <a:prstGeom prst="rect">
              <a:avLst/>
            </a:prstGeom>
          </p:spPr>
        </p:pic>
        <p:sp>
          <p:nvSpPr>
            <p:cNvPr id="278" name="object 278" descr=""/>
            <p:cNvSpPr/>
            <p:nvPr/>
          </p:nvSpPr>
          <p:spPr>
            <a:xfrm>
              <a:off x="5613515" y="3667884"/>
              <a:ext cx="1031240" cy="1671320"/>
            </a:xfrm>
            <a:custGeom>
              <a:avLst/>
              <a:gdLst/>
              <a:ahLst/>
              <a:cxnLst/>
              <a:rect l="l" t="t" r="r" b="b"/>
              <a:pathLst>
                <a:path w="1031240" h="1671320">
                  <a:moveTo>
                    <a:pt x="848166" y="0"/>
                  </a:moveTo>
                  <a:lnTo>
                    <a:pt x="123235" y="24679"/>
                  </a:lnTo>
                  <a:lnTo>
                    <a:pt x="89246" y="72977"/>
                  </a:lnTo>
                  <a:lnTo>
                    <a:pt x="61548" y="117767"/>
                  </a:lnTo>
                  <a:lnTo>
                    <a:pt x="39650" y="160234"/>
                  </a:lnTo>
                  <a:lnTo>
                    <a:pt x="23062" y="201564"/>
                  </a:lnTo>
                  <a:lnTo>
                    <a:pt x="11293" y="242942"/>
                  </a:lnTo>
                  <a:lnTo>
                    <a:pt x="3854" y="285552"/>
                  </a:lnTo>
                  <a:lnTo>
                    <a:pt x="253" y="330579"/>
                  </a:lnTo>
                  <a:lnTo>
                    <a:pt x="0" y="379209"/>
                  </a:lnTo>
                  <a:lnTo>
                    <a:pt x="2604" y="432625"/>
                  </a:lnTo>
                  <a:lnTo>
                    <a:pt x="7574" y="492013"/>
                  </a:lnTo>
                  <a:lnTo>
                    <a:pt x="14422" y="558558"/>
                  </a:lnTo>
                  <a:lnTo>
                    <a:pt x="20637" y="611569"/>
                  </a:lnTo>
                  <a:lnTo>
                    <a:pt x="28217" y="669747"/>
                  </a:lnTo>
                  <a:lnTo>
                    <a:pt x="36664" y="730818"/>
                  </a:lnTo>
                  <a:lnTo>
                    <a:pt x="62256" y="908655"/>
                  </a:lnTo>
                  <a:lnTo>
                    <a:pt x="69217" y="958563"/>
                  </a:lnTo>
                  <a:lnTo>
                    <a:pt x="74567" y="999996"/>
                  </a:lnTo>
                  <a:lnTo>
                    <a:pt x="77811" y="1030681"/>
                  </a:lnTo>
                  <a:lnTo>
                    <a:pt x="78451" y="1048345"/>
                  </a:lnTo>
                  <a:lnTo>
                    <a:pt x="75371" y="1098379"/>
                  </a:lnTo>
                  <a:lnTo>
                    <a:pt x="73679" y="1152653"/>
                  </a:lnTo>
                  <a:lnTo>
                    <a:pt x="73328" y="1209901"/>
                  </a:lnTo>
                  <a:lnTo>
                    <a:pt x="74273" y="1268859"/>
                  </a:lnTo>
                  <a:lnTo>
                    <a:pt x="76468" y="1328264"/>
                  </a:lnTo>
                  <a:lnTo>
                    <a:pt x="79869" y="1386851"/>
                  </a:lnTo>
                  <a:lnTo>
                    <a:pt x="84427" y="1443355"/>
                  </a:lnTo>
                  <a:lnTo>
                    <a:pt x="90100" y="1496512"/>
                  </a:lnTo>
                  <a:lnTo>
                    <a:pt x="96839" y="1545058"/>
                  </a:lnTo>
                  <a:lnTo>
                    <a:pt x="104601" y="1587728"/>
                  </a:lnTo>
                  <a:lnTo>
                    <a:pt x="123007" y="1650386"/>
                  </a:lnTo>
                  <a:lnTo>
                    <a:pt x="232739" y="1671120"/>
                  </a:lnTo>
                  <a:lnTo>
                    <a:pt x="283355" y="1668803"/>
                  </a:lnTo>
                  <a:lnTo>
                    <a:pt x="301204" y="1657827"/>
                  </a:lnTo>
                  <a:lnTo>
                    <a:pt x="302088" y="1635122"/>
                  </a:lnTo>
                  <a:lnTo>
                    <a:pt x="303703" y="1614471"/>
                  </a:lnTo>
                  <a:lnTo>
                    <a:pt x="310257" y="1584644"/>
                  </a:lnTo>
                  <a:lnTo>
                    <a:pt x="320620" y="1547016"/>
                  </a:lnTo>
                  <a:lnTo>
                    <a:pt x="348244" y="1453846"/>
                  </a:lnTo>
                  <a:lnTo>
                    <a:pt x="363242" y="1401050"/>
                  </a:lnTo>
                  <a:lnTo>
                    <a:pt x="377522" y="1345944"/>
                  </a:lnTo>
                  <a:lnTo>
                    <a:pt x="389951" y="1289901"/>
                  </a:lnTo>
                  <a:lnTo>
                    <a:pt x="399399" y="1234295"/>
                  </a:lnTo>
                  <a:lnTo>
                    <a:pt x="404734" y="1180497"/>
                  </a:lnTo>
                  <a:lnTo>
                    <a:pt x="404823" y="1129881"/>
                  </a:lnTo>
                  <a:lnTo>
                    <a:pt x="398536" y="1083820"/>
                  </a:lnTo>
                  <a:lnTo>
                    <a:pt x="408892" y="1004690"/>
                  </a:lnTo>
                  <a:lnTo>
                    <a:pt x="438119" y="858954"/>
                  </a:lnTo>
                  <a:lnTo>
                    <a:pt x="468585" y="718670"/>
                  </a:lnTo>
                  <a:lnTo>
                    <a:pt x="482659" y="655896"/>
                  </a:lnTo>
                  <a:lnTo>
                    <a:pt x="585713" y="1049873"/>
                  </a:lnTo>
                  <a:lnTo>
                    <a:pt x="593104" y="1128271"/>
                  </a:lnTo>
                  <a:lnTo>
                    <a:pt x="605732" y="1201606"/>
                  </a:lnTo>
                  <a:lnTo>
                    <a:pt x="622661" y="1269773"/>
                  </a:lnTo>
                  <a:lnTo>
                    <a:pt x="642955" y="1332670"/>
                  </a:lnTo>
                  <a:lnTo>
                    <a:pt x="665680" y="1390192"/>
                  </a:lnTo>
                  <a:lnTo>
                    <a:pt x="689899" y="1442236"/>
                  </a:lnTo>
                  <a:lnTo>
                    <a:pt x="714677" y="1488697"/>
                  </a:lnTo>
                  <a:lnTo>
                    <a:pt x="739077" y="1529473"/>
                  </a:lnTo>
                  <a:lnTo>
                    <a:pt x="762165" y="1564459"/>
                  </a:lnTo>
                  <a:lnTo>
                    <a:pt x="800661" y="1616647"/>
                  </a:lnTo>
                  <a:lnTo>
                    <a:pt x="850348" y="1655426"/>
                  </a:lnTo>
                  <a:lnTo>
                    <a:pt x="903414" y="1663322"/>
                  </a:lnTo>
                  <a:lnTo>
                    <a:pt x="963445" y="1666425"/>
                  </a:lnTo>
                  <a:lnTo>
                    <a:pt x="1012012" y="1663045"/>
                  </a:lnTo>
                  <a:lnTo>
                    <a:pt x="1030684" y="1651488"/>
                  </a:lnTo>
                  <a:lnTo>
                    <a:pt x="975821" y="1305178"/>
                  </a:lnTo>
                  <a:lnTo>
                    <a:pt x="955321" y="1172577"/>
                  </a:lnTo>
                  <a:lnTo>
                    <a:pt x="946663" y="1115027"/>
                  </a:lnTo>
                  <a:lnTo>
                    <a:pt x="939704" y="1067140"/>
                  </a:lnTo>
                  <a:lnTo>
                    <a:pt x="932802" y="1011843"/>
                  </a:lnTo>
                  <a:lnTo>
                    <a:pt x="920105" y="757172"/>
                  </a:lnTo>
                  <a:lnTo>
                    <a:pt x="913600" y="637021"/>
                  </a:lnTo>
                  <a:lnTo>
                    <a:pt x="906240" y="511112"/>
                  </a:lnTo>
                  <a:lnTo>
                    <a:pt x="902312" y="448605"/>
                  </a:lnTo>
                  <a:lnTo>
                    <a:pt x="898257" y="387788"/>
                  </a:lnTo>
                  <a:lnTo>
                    <a:pt x="894104" y="329704"/>
                  </a:lnTo>
                  <a:lnTo>
                    <a:pt x="889882" y="275397"/>
                  </a:lnTo>
                  <a:lnTo>
                    <a:pt x="885620" y="225909"/>
                  </a:lnTo>
                  <a:lnTo>
                    <a:pt x="876786" y="158001"/>
                  </a:lnTo>
                  <a:lnTo>
                    <a:pt x="864243" y="83968"/>
                  </a:lnTo>
                  <a:lnTo>
                    <a:pt x="853024" y="24428"/>
                  </a:lnTo>
                  <a:lnTo>
                    <a:pt x="84816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6096168" y="4124366"/>
              <a:ext cx="449580" cy="1209040"/>
            </a:xfrm>
            <a:custGeom>
              <a:avLst/>
              <a:gdLst/>
              <a:ahLst/>
              <a:cxnLst/>
              <a:rect l="l" t="t" r="r" b="b"/>
              <a:pathLst>
                <a:path w="449579" h="1209039">
                  <a:moveTo>
                    <a:pt x="135765" y="0"/>
                  </a:moveTo>
                  <a:lnTo>
                    <a:pt x="78646" y="10041"/>
                  </a:lnTo>
                  <a:lnTo>
                    <a:pt x="54730" y="70214"/>
                  </a:lnTo>
                  <a:lnTo>
                    <a:pt x="38565" y="109999"/>
                  </a:lnTo>
                  <a:lnTo>
                    <a:pt x="22779" y="147148"/>
                  </a:lnTo>
                  <a:lnTo>
                    <a:pt x="0" y="199418"/>
                  </a:lnTo>
                  <a:lnTo>
                    <a:pt x="103054" y="593385"/>
                  </a:lnTo>
                  <a:lnTo>
                    <a:pt x="110445" y="671784"/>
                  </a:lnTo>
                  <a:lnTo>
                    <a:pt x="123073" y="745120"/>
                  </a:lnTo>
                  <a:lnTo>
                    <a:pt x="140003" y="813289"/>
                  </a:lnTo>
                  <a:lnTo>
                    <a:pt x="160298" y="876186"/>
                  </a:lnTo>
                  <a:lnTo>
                    <a:pt x="183024" y="933708"/>
                  </a:lnTo>
                  <a:lnTo>
                    <a:pt x="207243" y="985752"/>
                  </a:lnTo>
                  <a:lnTo>
                    <a:pt x="232022" y="1032214"/>
                  </a:lnTo>
                  <a:lnTo>
                    <a:pt x="256423" y="1072990"/>
                  </a:lnTo>
                  <a:lnTo>
                    <a:pt x="279511" y="1107976"/>
                  </a:lnTo>
                  <a:lnTo>
                    <a:pt x="318006" y="1160165"/>
                  </a:lnTo>
                  <a:lnTo>
                    <a:pt x="353150" y="1195023"/>
                  </a:lnTo>
                  <a:lnTo>
                    <a:pt x="412289" y="1205946"/>
                  </a:lnTo>
                  <a:lnTo>
                    <a:pt x="449567" y="1208999"/>
                  </a:lnTo>
                  <a:lnTo>
                    <a:pt x="434242" y="1187906"/>
                  </a:lnTo>
                  <a:lnTo>
                    <a:pt x="416447" y="1162329"/>
                  </a:lnTo>
                  <a:lnTo>
                    <a:pt x="375587" y="1098585"/>
                  </a:lnTo>
                  <a:lnTo>
                    <a:pt x="353595" y="1060849"/>
                  </a:lnTo>
                  <a:lnTo>
                    <a:pt x="331275" y="1019490"/>
                  </a:lnTo>
                  <a:lnTo>
                    <a:pt x="309163" y="974722"/>
                  </a:lnTo>
                  <a:lnTo>
                    <a:pt x="287794" y="926763"/>
                  </a:lnTo>
                  <a:lnTo>
                    <a:pt x="267705" y="875825"/>
                  </a:lnTo>
                  <a:lnTo>
                    <a:pt x="249431" y="822125"/>
                  </a:lnTo>
                  <a:lnTo>
                    <a:pt x="233508" y="765878"/>
                  </a:lnTo>
                  <a:lnTo>
                    <a:pt x="220470" y="707298"/>
                  </a:lnTo>
                  <a:lnTo>
                    <a:pt x="210855" y="646602"/>
                  </a:lnTo>
                  <a:lnTo>
                    <a:pt x="205197" y="584003"/>
                  </a:lnTo>
                  <a:lnTo>
                    <a:pt x="135765" y="0"/>
                  </a:lnTo>
                  <a:close/>
                </a:path>
              </a:pathLst>
            </a:custGeom>
            <a:solidFill>
              <a:srgbClr val="BABBBB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5613515" y="3610979"/>
              <a:ext cx="757555" cy="1725295"/>
            </a:xfrm>
            <a:custGeom>
              <a:avLst/>
              <a:gdLst/>
              <a:ahLst/>
              <a:cxnLst/>
              <a:rect l="l" t="t" r="r" b="b"/>
              <a:pathLst>
                <a:path w="757554" h="1725295">
                  <a:moveTo>
                    <a:pt x="728591" y="0"/>
                  </a:moveTo>
                  <a:lnTo>
                    <a:pt x="417918" y="0"/>
                  </a:lnTo>
                  <a:lnTo>
                    <a:pt x="123235" y="81587"/>
                  </a:lnTo>
                  <a:lnTo>
                    <a:pt x="89246" y="129882"/>
                  </a:lnTo>
                  <a:lnTo>
                    <a:pt x="61548" y="174671"/>
                  </a:lnTo>
                  <a:lnTo>
                    <a:pt x="39650" y="217138"/>
                  </a:lnTo>
                  <a:lnTo>
                    <a:pt x="23062" y="258468"/>
                  </a:lnTo>
                  <a:lnTo>
                    <a:pt x="11293" y="299846"/>
                  </a:lnTo>
                  <a:lnTo>
                    <a:pt x="3854" y="342456"/>
                  </a:lnTo>
                  <a:lnTo>
                    <a:pt x="253" y="387484"/>
                  </a:lnTo>
                  <a:lnTo>
                    <a:pt x="0" y="436115"/>
                  </a:lnTo>
                  <a:lnTo>
                    <a:pt x="2604" y="489532"/>
                  </a:lnTo>
                  <a:lnTo>
                    <a:pt x="7574" y="548921"/>
                  </a:lnTo>
                  <a:lnTo>
                    <a:pt x="14422" y="615466"/>
                  </a:lnTo>
                  <a:lnTo>
                    <a:pt x="20637" y="668477"/>
                  </a:lnTo>
                  <a:lnTo>
                    <a:pt x="28217" y="726654"/>
                  </a:lnTo>
                  <a:lnTo>
                    <a:pt x="36664" y="787724"/>
                  </a:lnTo>
                  <a:lnTo>
                    <a:pt x="45483" y="849413"/>
                  </a:lnTo>
                  <a:lnTo>
                    <a:pt x="54178" y="909448"/>
                  </a:lnTo>
                  <a:lnTo>
                    <a:pt x="62254" y="965556"/>
                  </a:lnTo>
                  <a:lnTo>
                    <a:pt x="69214" y="1015462"/>
                  </a:lnTo>
                  <a:lnTo>
                    <a:pt x="74562" y="1056895"/>
                  </a:lnTo>
                  <a:lnTo>
                    <a:pt x="77803" y="1087579"/>
                  </a:lnTo>
                  <a:lnTo>
                    <a:pt x="78441" y="1105242"/>
                  </a:lnTo>
                  <a:lnTo>
                    <a:pt x="75363" y="1155279"/>
                  </a:lnTo>
                  <a:lnTo>
                    <a:pt x="73672" y="1209554"/>
                  </a:lnTo>
                  <a:lnTo>
                    <a:pt x="73323" y="1266804"/>
                  </a:lnTo>
                  <a:lnTo>
                    <a:pt x="74270" y="1325763"/>
                  </a:lnTo>
                  <a:lnTo>
                    <a:pt x="76466" y="1385169"/>
                  </a:lnTo>
                  <a:lnTo>
                    <a:pt x="79867" y="1443756"/>
                  </a:lnTo>
                  <a:lnTo>
                    <a:pt x="84426" y="1500260"/>
                  </a:lnTo>
                  <a:lnTo>
                    <a:pt x="90099" y="1553417"/>
                  </a:lnTo>
                  <a:lnTo>
                    <a:pt x="96839" y="1601962"/>
                  </a:lnTo>
                  <a:lnTo>
                    <a:pt x="104601" y="1644631"/>
                  </a:lnTo>
                  <a:lnTo>
                    <a:pt x="123007" y="1707285"/>
                  </a:lnTo>
                  <a:lnTo>
                    <a:pt x="160329" y="1725177"/>
                  </a:lnTo>
                  <a:lnTo>
                    <a:pt x="218990" y="1723177"/>
                  </a:lnTo>
                  <a:lnTo>
                    <a:pt x="277068" y="1713782"/>
                  </a:lnTo>
                  <a:lnTo>
                    <a:pt x="302088" y="1692030"/>
                  </a:lnTo>
                  <a:lnTo>
                    <a:pt x="303703" y="1671376"/>
                  </a:lnTo>
                  <a:lnTo>
                    <a:pt x="310257" y="1641548"/>
                  </a:lnTo>
                  <a:lnTo>
                    <a:pt x="320620" y="1603919"/>
                  </a:lnTo>
                  <a:lnTo>
                    <a:pt x="333660" y="1559862"/>
                  </a:lnTo>
                  <a:lnTo>
                    <a:pt x="348244" y="1510749"/>
                  </a:lnTo>
                  <a:lnTo>
                    <a:pt x="363242" y="1457954"/>
                  </a:lnTo>
                  <a:lnTo>
                    <a:pt x="377522" y="1402849"/>
                  </a:lnTo>
                  <a:lnTo>
                    <a:pt x="389951" y="1346807"/>
                  </a:lnTo>
                  <a:lnTo>
                    <a:pt x="399399" y="1291201"/>
                  </a:lnTo>
                  <a:lnTo>
                    <a:pt x="404734" y="1237404"/>
                  </a:lnTo>
                  <a:lnTo>
                    <a:pt x="404823" y="1186789"/>
                  </a:lnTo>
                  <a:lnTo>
                    <a:pt x="398536" y="1140728"/>
                  </a:lnTo>
                  <a:lnTo>
                    <a:pt x="396134" y="1117685"/>
                  </a:lnTo>
                  <a:lnTo>
                    <a:pt x="404096" y="1065429"/>
                  </a:lnTo>
                  <a:lnTo>
                    <a:pt x="430309" y="943841"/>
                  </a:lnTo>
                  <a:lnTo>
                    <a:pt x="482659" y="712804"/>
                  </a:lnTo>
                  <a:lnTo>
                    <a:pt x="563065" y="528778"/>
                  </a:lnTo>
                  <a:lnTo>
                    <a:pt x="618414" y="513386"/>
                  </a:lnTo>
                  <a:lnTo>
                    <a:pt x="625164" y="510839"/>
                  </a:lnTo>
                  <a:lnTo>
                    <a:pt x="654749" y="474452"/>
                  </a:lnTo>
                  <a:lnTo>
                    <a:pt x="692729" y="402416"/>
                  </a:lnTo>
                  <a:lnTo>
                    <a:pt x="713053" y="355284"/>
                  </a:lnTo>
                  <a:lnTo>
                    <a:pt x="731632" y="302475"/>
                  </a:lnTo>
                  <a:lnTo>
                    <a:pt x="746493" y="245288"/>
                  </a:lnTo>
                  <a:lnTo>
                    <a:pt x="755661" y="185024"/>
                  </a:lnTo>
                  <a:lnTo>
                    <a:pt x="757160" y="122980"/>
                  </a:lnTo>
                  <a:lnTo>
                    <a:pt x="749017" y="60457"/>
                  </a:lnTo>
                  <a:lnTo>
                    <a:pt x="728591" y="0"/>
                  </a:lnTo>
                  <a:close/>
                </a:path>
              </a:pathLst>
            </a:custGeom>
            <a:solidFill>
              <a:srgbClr val="BABBBB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5726679" y="4717754"/>
              <a:ext cx="193166" cy="67903"/>
            </a:xfrm>
            <a:prstGeom prst="rect">
              <a:avLst/>
            </a:prstGeom>
          </p:spPr>
        </p:pic>
        <p:pic>
          <p:nvPicPr>
            <p:cNvPr id="282" name="object 282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5662733" y="3892970"/>
              <a:ext cx="202653" cy="149817"/>
            </a:xfrm>
            <a:prstGeom prst="rect">
              <a:avLst/>
            </a:prstGeom>
          </p:spPr>
        </p:pic>
        <p:pic>
          <p:nvPicPr>
            <p:cNvPr id="283" name="object 283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5613247" y="3612524"/>
              <a:ext cx="1030952" cy="1723611"/>
            </a:xfrm>
            <a:prstGeom prst="rect">
              <a:avLst/>
            </a:prstGeom>
          </p:spPr>
        </p:pic>
        <p:sp>
          <p:nvSpPr>
            <p:cNvPr id="284" name="object 284" descr=""/>
            <p:cNvSpPr/>
            <p:nvPr/>
          </p:nvSpPr>
          <p:spPr>
            <a:xfrm>
              <a:off x="5868557" y="2732085"/>
              <a:ext cx="306070" cy="279400"/>
            </a:xfrm>
            <a:custGeom>
              <a:avLst/>
              <a:gdLst/>
              <a:ahLst/>
              <a:cxnLst/>
              <a:rect l="l" t="t" r="r" b="b"/>
              <a:pathLst>
                <a:path w="306070" h="279400">
                  <a:moveTo>
                    <a:pt x="201281" y="0"/>
                  </a:moveTo>
                  <a:lnTo>
                    <a:pt x="44459" y="16020"/>
                  </a:lnTo>
                  <a:lnTo>
                    <a:pt x="11918" y="40515"/>
                  </a:lnTo>
                  <a:lnTo>
                    <a:pt x="0" y="56207"/>
                  </a:lnTo>
                  <a:lnTo>
                    <a:pt x="29465" y="121106"/>
                  </a:lnTo>
                  <a:lnTo>
                    <a:pt x="240819" y="279331"/>
                  </a:lnTo>
                  <a:lnTo>
                    <a:pt x="305781" y="122362"/>
                  </a:lnTo>
                  <a:lnTo>
                    <a:pt x="261971" y="23151"/>
                  </a:lnTo>
                  <a:lnTo>
                    <a:pt x="201281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6183485" y="2846882"/>
              <a:ext cx="517525" cy="479425"/>
            </a:xfrm>
            <a:custGeom>
              <a:avLst/>
              <a:gdLst/>
              <a:ahLst/>
              <a:cxnLst/>
              <a:rect l="l" t="t" r="r" b="b"/>
              <a:pathLst>
                <a:path w="517525" h="479425">
                  <a:moveTo>
                    <a:pt x="85754" y="0"/>
                  </a:moveTo>
                  <a:lnTo>
                    <a:pt x="25304" y="11918"/>
                  </a:lnTo>
                  <a:lnTo>
                    <a:pt x="0" y="64134"/>
                  </a:lnTo>
                  <a:lnTo>
                    <a:pt x="1885" y="90404"/>
                  </a:lnTo>
                  <a:lnTo>
                    <a:pt x="22153" y="152941"/>
                  </a:lnTo>
                  <a:lnTo>
                    <a:pt x="40874" y="188106"/>
                  </a:lnTo>
                  <a:lnTo>
                    <a:pt x="65546" y="225135"/>
                  </a:lnTo>
                  <a:lnTo>
                    <a:pt x="96337" y="263476"/>
                  </a:lnTo>
                  <a:lnTo>
                    <a:pt x="133417" y="302581"/>
                  </a:lnTo>
                  <a:lnTo>
                    <a:pt x="176956" y="341897"/>
                  </a:lnTo>
                  <a:lnTo>
                    <a:pt x="227123" y="380874"/>
                  </a:lnTo>
                  <a:lnTo>
                    <a:pt x="284086" y="418962"/>
                  </a:lnTo>
                  <a:lnTo>
                    <a:pt x="348017" y="455611"/>
                  </a:lnTo>
                  <a:lnTo>
                    <a:pt x="428552" y="479049"/>
                  </a:lnTo>
                  <a:lnTo>
                    <a:pt x="486224" y="452727"/>
                  </a:lnTo>
                  <a:lnTo>
                    <a:pt x="517278" y="351604"/>
                  </a:lnTo>
                  <a:lnTo>
                    <a:pt x="513543" y="332360"/>
                  </a:lnTo>
                  <a:lnTo>
                    <a:pt x="478504" y="280844"/>
                  </a:lnTo>
                  <a:lnTo>
                    <a:pt x="447503" y="248166"/>
                  </a:lnTo>
                  <a:lnTo>
                    <a:pt x="407715" y="210602"/>
                  </a:lnTo>
                  <a:lnTo>
                    <a:pt x="359291" y="167950"/>
                  </a:lnTo>
                  <a:lnTo>
                    <a:pt x="302383" y="120006"/>
                  </a:lnTo>
                  <a:lnTo>
                    <a:pt x="237140" y="66565"/>
                  </a:lnTo>
                  <a:lnTo>
                    <a:pt x="180878" y="28742"/>
                  </a:lnTo>
                  <a:lnTo>
                    <a:pt x="129842" y="7647"/>
                  </a:lnTo>
                  <a:lnTo>
                    <a:pt x="8575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6183487" y="2850680"/>
              <a:ext cx="509270" cy="474980"/>
            </a:xfrm>
            <a:custGeom>
              <a:avLst/>
              <a:gdLst/>
              <a:ahLst/>
              <a:cxnLst/>
              <a:rect l="l" t="t" r="r" b="b"/>
              <a:pathLst>
                <a:path w="509270" h="474979">
                  <a:moveTo>
                    <a:pt x="45398" y="0"/>
                  </a:moveTo>
                  <a:lnTo>
                    <a:pt x="11878" y="20538"/>
                  </a:lnTo>
                  <a:lnTo>
                    <a:pt x="0" y="60334"/>
                  </a:lnTo>
                  <a:lnTo>
                    <a:pt x="1885" y="86606"/>
                  </a:lnTo>
                  <a:lnTo>
                    <a:pt x="22153" y="149143"/>
                  </a:lnTo>
                  <a:lnTo>
                    <a:pt x="40874" y="184308"/>
                  </a:lnTo>
                  <a:lnTo>
                    <a:pt x="65546" y="221337"/>
                  </a:lnTo>
                  <a:lnTo>
                    <a:pt x="96337" y="259678"/>
                  </a:lnTo>
                  <a:lnTo>
                    <a:pt x="133417" y="298783"/>
                  </a:lnTo>
                  <a:lnTo>
                    <a:pt x="176956" y="338099"/>
                  </a:lnTo>
                  <a:lnTo>
                    <a:pt x="227123" y="377078"/>
                  </a:lnTo>
                  <a:lnTo>
                    <a:pt x="284086" y="415168"/>
                  </a:lnTo>
                  <a:lnTo>
                    <a:pt x="348017" y="451818"/>
                  </a:lnTo>
                  <a:lnTo>
                    <a:pt x="415321" y="474617"/>
                  </a:lnTo>
                  <a:lnTo>
                    <a:pt x="468974" y="463714"/>
                  </a:lnTo>
                  <a:lnTo>
                    <a:pt x="508870" y="402919"/>
                  </a:lnTo>
                  <a:lnTo>
                    <a:pt x="479113" y="416861"/>
                  </a:lnTo>
                  <a:lnTo>
                    <a:pt x="457164" y="419938"/>
                  </a:lnTo>
                  <a:lnTo>
                    <a:pt x="432197" y="410739"/>
                  </a:lnTo>
                  <a:lnTo>
                    <a:pt x="393387" y="387852"/>
                  </a:lnTo>
                  <a:lnTo>
                    <a:pt x="330256" y="351696"/>
                  </a:lnTo>
                  <a:lnTo>
                    <a:pt x="273914" y="314134"/>
                  </a:lnTo>
                  <a:lnTo>
                    <a:pt x="224198" y="275695"/>
                  </a:lnTo>
                  <a:lnTo>
                    <a:pt x="180944" y="236906"/>
                  </a:lnTo>
                  <a:lnTo>
                    <a:pt x="143990" y="198297"/>
                  </a:lnTo>
                  <a:lnTo>
                    <a:pt x="113172" y="160395"/>
                  </a:lnTo>
                  <a:lnTo>
                    <a:pt x="88326" y="123730"/>
                  </a:lnTo>
                  <a:lnTo>
                    <a:pt x="69289" y="88829"/>
                  </a:lnTo>
                  <a:lnTo>
                    <a:pt x="47988" y="26435"/>
                  </a:lnTo>
                  <a:lnTo>
                    <a:pt x="45398" y="0"/>
                  </a:lnTo>
                  <a:close/>
                </a:path>
              </a:pathLst>
            </a:custGeom>
            <a:solidFill>
              <a:srgbClr val="057C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6442122" y="3170964"/>
              <a:ext cx="254000" cy="359410"/>
            </a:xfrm>
            <a:custGeom>
              <a:avLst/>
              <a:gdLst/>
              <a:ahLst/>
              <a:cxnLst/>
              <a:rect l="l" t="t" r="r" b="b"/>
              <a:pathLst>
                <a:path w="254000" h="359410">
                  <a:moveTo>
                    <a:pt x="96584" y="0"/>
                  </a:moveTo>
                  <a:lnTo>
                    <a:pt x="56280" y="52674"/>
                  </a:lnTo>
                  <a:lnTo>
                    <a:pt x="43312" y="97370"/>
                  </a:lnTo>
                  <a:lnTo>
                    <a:pt x="26818" y="170777"/>
                  </a:lnTo>
                  <a:lnTo>
                    <a:pt x="0" y="300149"/>
                  </a:lnTo>
                  <a:lnTo>
                    <a:pt x="20119" y="320914"/>
                  </a:lnTo>
                  <a:lnTo>
                    <a:pt x="52061" y="341903"/>
                  </a:lnTo>
                  <a:lnTo>
                    <a:pt x="83194" y="356784"/>
                  </a:lnTo>
                  <a:lnTo>
                    <a:pt x="100886" y="359226"/>
                  </a:lnTo>
                  <a:lnTo>
                    <a:pt x="113979" y="345859"/>
                  </a:lnTo>
                  <a:lnTo>
                    <a:pt x="161786" y="284646"/>
                  </a:lnTo>
                  <a:lnTo>
                    <a:pt x="190050" y="239830"/>
                  </a:lnTo>
                  <a:lnTo>
                    <a:pt x="216919" y="187564"/>
                  </a:lnTo>
                  <a:lnTo>
                    <a:pt x="239169" y="129363"/>
                  </a:lnTo>
                  <a:lnTo>
                    <a:pt x="253573" y="66742"/>
                  </a:lnTo>
                  <a:lnTo>
                    <a:pt x="237797" y="44992"/>
                  </a:lnTo>
                  <a:lnTo>
                    <a:pt x="195513" y="23082"/>
                  </a:lnTo>
                  <a:lnTo>
                    <a:pt x="143012" y="6316"/>
                  </a:lnTo>
                  <a:lnTo>
                    <a:pt x="9658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6442125" y="3192018"/>
              <a:ext cx="152400" cy="338455"/>
            </a:xfrm>
            <a:custGeom>
              <a:avLst/>
              <a:gdLst/>
              <a:ahLst/>
              <a:cxnLst/>
              <a:rect l="l" t="t" r="r" b="b"/>
              <a:pathLst>
                <a:path w="152400" h="338454">
                  <a:moveTo>
                    <a:pt x="68343" y="0"/>
                  </a:moveTo>
                  <a:lnTo>
                    <a:pt x="52003" y="48776"/>
                  </a:lnTo>
                  <a:lnTo>
                    <a:pt x="39437" y="94107"/>
                  </a:lnTo>
                  <a:lnTo>
                    <a:pt x="24238" y="162157"/>
                  </a:lnTo>
                  <a:lnTo>
                    <a:pt x="0" y="279090"/>
                  </a:lnTo>
                  <a:lnTo>
                    <a:pt x="20113" y="299855"/>
                  </a:lnTo>
                  <a:lnTo>
                    <a:pt x="52053" y="320846"/>
                  </a:lnTo>
                  <a:lnTo>
                    <a:pt x="83188" y="335730"/>
                  </a:lnTo>
                  <a:lnTo>
                    <a:pt x="100886" y="338178"/>
                  </a:lnTo>
                  <a:lnTo>
                    <a:pt x="108501" y="330699"/>
                  </a:lnTo>
                  <a:lnTo>
                    <a:pt x="120251" y="317691"/>
                  </a:lnTo>
                  <a:lnTo>
                    <a:pt x="135188" y="299611"/>
                  </a:lnTo>
                  <a:lnTo>
                    <a:pt x="152361" y="276913"/>
                  </a:lnTo>
                  <a:lnTo>
                    <a:pt x="139167" y="268962"/>
                  </a:lnTo>
                  <a:lnTo>
                    <a:pt x="122667" y="250911"/>
                  </a:lnTo>
                  <a:lnTo>
                    <a:pt x="92541" y="190748"/>
                  </a:lnTo>
                  <a:lnTo>
                    <a:pt x="83576" y="153027"/>
                  </a:lnTo>
                  <a:lnTo>
                    <a:pt x="76095" y="106022"/>
                  </a:lnTo>
                  <a:lnTo>
                    <a:pt x="70788" y="53693"/>
                  </a:lnTo>
                  <a:lnTo>
                    <a:pt x="68343" y="0"/>
                  </a:lnTo>
                  <a:close/>
                </a:path>
              </a:pathLst>
            </a:custGeom>
            <a:solidFill>
              <a:srgbClr val="057C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9" name="object 289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5497262" y="2277624"/>
              <a:ext cx="1050123" cy="1667348"/>
            </a:xfrm>
            <a:prstGeom prst="rect">
              <a:avLst/>
            </a:prstGeom>
          </p:spPr>
        </p:pic>
      </p:grpSp>
      <p:grpSp>
        <p:nvGrpSpPr>
          <p:cNvPr id="290" name="object 290" descr=""/>
          <p:cNvGrpSpPr/>
          <p:nvPr/>
        </p:nvGrpSpPr>
        <p:grpSpPr>
          <a:xfrm>
            <a:off x="7187360" y="6973765"/>
            <a:ext cx="1047750" cy="3056890"/>
            <a:chOff x="7187360" y="6973765"/>
            <a:chExt cx="1047750" cy="3056890"/>
          </a:xfrm>
        </p:grpSpPr>
        <p:pic>
          <p:nvPicPr>
            <p:cNvPr id="291" name="object 291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7448395" y="7346179"/>
              <a:ext cx="234983" cy="231469"/>
            </a:xfrm>
            <a:prstGeom prst="rect">
              <a:avLst/>
            </a:prstGeom>
          </p:spPr>
        </p:pic>
        <p:sp>
          <p:nvSpPr>
            <p:cNvPr id="292" name="object 292" descr=""/>
            <p:cNvSpPr/>
            <p:nvPr/>
          </p:nvSpPr>
          <p:spPr>
            <a:xfrm>
              <a:off x="7328700" y="6973766"/>
              <a:ext cx="471805" cy="809625"/>
            </a:xfrm>
            <a:custGeom>
              <a:avLst/>
              <a:gdLst/>
              <a:ahLst/>
              <a:cxnLst/>
              <a:rect l="l" t="t" r="r" b="b"/>
              <a:pathLst>
                <a:path w="471804" h="809625">
                  <a:moveTo>
                    <a:pt x="471779" y="89674"/>
                  </a:moveTo>
                  <a:lnTo>
                    <a:pt x="437210" y="37846"/>
                  </a:lnTo>
                  <a:lnTo>
                    <a:pt x="421144" y="13258"/>
                  </a:lnTo>
                  <a:lnTo>
                    <a:pt x="402145" y="1663"/>
                  </a:lnTo>
                  <a:lnTo>
                    <a:pt x="306247" y="5219"/>
                  </a:lnTo>
                  <a:lnTo>
                    <a:pt x="248564" y="12585"/>
                  </a:lnTo>
                  <a:lnTo>
                    <a:pt x="201815" y="24460"/>
                  </a:lnTo>
                  <a:lnTo>
                    <a:pt x="164617" y="43815"/>
                  </a:lnTo>
                  <a:lnTo>
                    <a:pt x="135559" y="73596"/>
                  </a:lnTo>
                  <a:lnTo>
                    <a:pt x="113245" y="116763"/>
                  </a:lnTo>
                  <a:lnTo>
                    <a:pt x="96532" y="172834"/>
                  </a:lnTo>
                  <a:lnTo>
                    <a:pt x="90258" y="217665"/>
                  </a:lnTo>
                  <a:lnTo>
                    <a:pt x="87553" y="256870"/>
                  </a:lnTo>
                  <a:lnTo>
                    <a:pt x="81546" y="296049"/>
                  </a:lnTo>
                  <a:lnTo>
                    <a:pt x="80657" y="303733"/>
                  </a:lnTo>
                  <a:lnTo>
                    <a:pt x="74155" y="336689"/>
                  </a:lnTo>
                  <a:lnTo>
                    <a:pt x="58178" y="376542"/>
                  </a:lnTo>
                  <a:lnTo>
                    <a:pt x="38023" y="420865"/>
                  </a:lnTo>
                  <a:lnTo>
                    <a:pt x="18453" y="469887"/>
                  </a:lnTo>
                  <a:lnTo>
                    <a:pt x="4216" y="523798"/>
                  </a:lnTo>
                  <a:lnTo>
                    <a:pt x="25" y="562698"/>
                  </a:lnTo>
                  <a:lnTo>
                    <a:pt x="0" y="603453"/>
                  </a:lnTo>
                  <a:lnTo>
                    <a:pt x="3581" y="642124"/>
                  </a:lnTo>
                  <a:lnTo>
                    <a:pt x="10172" y="674738"/>
                  </a:lnTo>
                  <a:lnTo>
                    <a:pt x="36766" y="731253"/>
                  </a:lnTo>
                  <a:lnTo>
                    <a:pt x="45389" y="741540"/>
                  </a:lnTo>
                  <a:lnTo>
                    <a:pt x="41656" y="802728"/>
                  </a:lnTo>
                  <a:lnTo>
                    <a:pt x="75082" y="775970"/>
                  </a:lnTo>
                  <a:lnTo>
                    <a:pt x="103352" y="800100"/>
                  </a:lnTo>
                  <a:lnTo>
                    <a:pt x="116687" y="809282"/>
                  </a:lnTo>
                  <a:lnTo>
                    <a:pt x="301104" y="595020"/>
                  </a:lnTo>
                  <a:lnTo>
                    <a:pt x="388645" y="524929"/>
                  </a:lnTo>
                  <a:lnTo>
                    <a:pt x="396405" y="484289"/>
                  </a:lnTo>
                  <a:lnTo>
                    <a:pt x="399707" y="480453"/>
                  </a:lnTo>
                  <a:lnTo>
                    <a:pt x="397446" y="478802"/>
                  </a:lnTo>
                  <a:lnTo>
                    <a:pt x="471779" y="89674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7392250" y="7197282"/>
              <a:ext cx="117475" cy="434340"/>
            </a:xfrm>
            <a:custGeom>
              <a:avLst/>
              <a:gdLst/>
              <a:ahLst/>
              <a:cxnLst/>
              <a:rect l="l" t="t" r="r" b="b"/>
              <a:pathLst>
                <a:path w="117475" h="434340">
                  <a:moveTo>
                    <a:pt x="106428" y="0"/>
                  </a:moveTo>
                  <a:lnTo>
                    <a:pt x="90959" y="38693"/>
                  </a:lnTo>
                  <a:lnTo>
                    <a:pt x="74981" y="77300"/>
                  </a:lnTo>
                  <a:lnTo>
                    <a:pt x="56493" y="120069"/>
                  </a:lnTo>
                  <a:lnTo>
                    <a:pt x="27538" y="180617"/>
                  </a:lnTo>
                  <a:lnTo>
                    <a:pt x="17069" y="209639"/>
                  </a:lnTo>
                  <a:lnTo>
                    <a:pt x="6798" y="253259"/>
                  </a:lnTo>
                  <a:lnTo>
                    <a:pt x="2360" y="280626"/>
                  </a:lnTo>
                  <a:lnTo>
                    <a:pt x="260" y="304159"/>
                  </a:lnTo>
                  <a:lnTo>
                    <a:pt x="0" y="324004"/>
                  </a:lnTo>
                  <a:lnTo>
                    <a:pt x="1081" y="340303"/>
                  </a:lnTo>
                  <a:lnTo>
                    <a:pt x="1678" y="345759"/>
                  </a:lnTo>
                  <a:lnTo>
                    <a:pt x="10777" y="345738"/>
                  </a:lnTo>
                  <a:lnTo>
                    <a:pt x="12581" y="327708"/>
                  </a:lnTo>
                  <a:lnTo>
                    <a:pt x="14353" y="313977"/>
                  </a:lnTo>
                  <a:lnTo>
                    <a:pt x="25490" y="257836"/>
                  </a:lnTo>
                  <a:lnTo>
                    <a:pt x="43750" y="229856"/>
                  </a:lnTo>
                  <a:lnTo>
                    <a:pt x="37069" y="275122"/>
                  </a:lnTo>
                  <a:lnTo>
                    <a:pt x="33252" y="302868"/>
                  </a:lnTo>
                  <a:lnTo>
                    <a:pt x="31545" y="327340"/>
                  </a:lnTo>
                  <a:lnTo>
                    <a:pt x="31555" y="362242"/>
                  </a:lnTo>
                  <a:lnTo>
                    <a:pt x="32891" y="421275"/>
                  </a:lnTo>
                  <a:lnTo>
                    <a:pt x="45197" y="428295"/>
                  </a:lnTo>
                  <a:lnTo>
                    <a:pt x="52487" y="432839"/>
                  </a:lnTo>
                  <a:lnTo>
                    <a:pt x="53341" y="434311"/>
                  </a:lnTo>
                  <a:lnTo>
                    <a:pt x="52189" y="412781"/>
                  </a:lnTo>
                  <a:lnTo>
                    <a:pt x="56164" y="361502"/>
                  </a:lnTo>
                  <a:lnTo>
                    <a:pt x="63927" y="297445"/>
                  </a:lnTo>
                  <a:lnTo>
                    <a:pt x="74136" y="237584"/>
                  </a:lnTo>
                  <a:lnTo>
                    <a:pt x="83053" y="196822"/>
                  </a:lnTo>
                  <a:lnTo>
                    <a:pt x="100507" y="152927"/>
                  </a:lnTo>
                  <a:lnTo>
                    <a:pt x="117098" y="129535"/>
                  </a:lnTo>
                  <a:lnTo>
                    <a:pt x="106428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7228500" y="7503662"/>
              <a:ext cx="302895" cy="984885"/>
            </a:xfrm>
            <a:custGeom>
              <a:avLst/>
              <a:gdLst/>
              <a:ahLst/>
              <a:cxnLst/>
              <a:rect l="l" t="t" r="r" b="b"/>
              <a:pathLst>
                <a:path w="302895" h="984884">
                  <a:moveTo>
                    <a:pt x="302459" y="0"/>
                  </a:moveTo>
                  <a:lnTo>
                    <a:pt x="249968" y="8771"/>
                  </a:lnTo>
                  <a:lnTo>
                    <a:pt x="210859" y="37695"/>
                  </a:lnTo>
                  <a:lnTo>
                    <a:pt x="188335" y="86868"/>
                  </a:lnTo>
                  <a:lnTo>
                    <a:pt x="178252" y="128934"/>
                  </a:lnTo>
                  <a:lnTo>
                    <a:pt x="168701" y="179696"/>
                  </a:lnTo>
                  <a:lnTo>
                    <a:pt x="159490" y="236934"/>
                  </a:lnTo>
                  <a:lnTo>
                    <a:pt x="150429" y="298431"/>
                  </a:lnTo>
                  <a:lnTo>
                    <a:pt x="141327" y="361968"/>
                  </a:lnTo>
                  <a:lnTo>
                    <a:pt x="131993" y="425327"/>
                  </a:lnTo>
                  <a:lnTo>
                    <a:pt x="120828" y="495498"/>
                  </a:lnTo>
                  <a:lnTo>
                    <a:pt x="109596" y="560981"/>
                  </a:lnTo>
                  <a:lnTo>
                    <a:pt x="98779" y="620216"/>
                  </a:lnTo>
                  <a:lnTo>
                    <a:pt x="88856" y="671640"/>
                  </a:lnTo>
                  <a:lnTo>
                    <a:pt x="80307" y="713690"/>
                  </a:lnTo>
                  <a:lnTo>
                    <a:pt x="69251" y="763421"/>
                  </a:lnTo>
                  <a:lnTo>
                    <a:pt x="49384" y="810879"/>
                  </a:lnTo>
                  <a:lnTo>
                    <a:pt x="21212" y="864075"/>
                  </a:lnTo>
                  <a:lnTo>
                    <a:pt x="0" y="913239"/>
                  </a:lnTo>
                  <a:lnTo>
                    <a:pt x="1012" y="948599"/>
                  </a:lnTo>
                  <a:lnTo>
                    <a:pt x="12936" y="963419"/>
                  </a:lnTo>
                  <a:lnTo>
                    <a:pt x="23571" y="970298"/>
                  </a:lnTo>
                  <a:lnTo>
                    <a:pt x="35664" y="972024"/>
                  </a:lnTo>
                  <a:lnTo>
                    <a:pt x="63872" y="971030"/>
                  </a:lnTo>
                  <a:lnTo>
                    <a:pt x="78403" y="971258"/>
                  </a:lnTo>
                  <a:lnTo>
                    <a:pt x="113687" y="976634"/>
                  </a:lnTo>
                  <a:lnTo>
                    <a:pt x="145377" y="983896"/>
                  </a:lnTo>
                  <a:lnTo>
                    <a:pt x="172532" y="984649"/>
                  </a:lnTo>
                  <a:lnTo>
                    <a:pt x="202610" y="952370"/>
                  </a:lnTo>
                  <a:lnTo>
                    <a:pt x="223541" y="867054"/>
                  </a:lnTo>
                  <a:lnTo>
                    <a:pt x="240157" y="775113"/>
                  </a:lnTo>
                  <a:lnTo>
                    <a:pt x="252344" y="697750"/>
                  </a:lnTo>
                  <a:lnTo>
                    <a:pt x="257078" y="665236"/>
                  </a:lnTo>
                  <a:lnTo>
                    <a:pt x="302459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7280464" y="8227262"/>
              <a:ext cx="160655" cy="261620"/>
            </a:xfrm>
            <a:custGeom>
              <a:avLst/>
              <a:gdLst/>
              <a:ahLst/>
              <a:cxnLst/>
              <a:rect l="l" t="t" r="r" b="b"/>
              <a:pathLst>
                <a:path w="160654" h="261620">
                  <a:moveTo>
                    <a:pt x="126666" y="0"/>
                  </a:moveTo>
                  <a:lnTo>
                    <a:pt x="57956" y="18920"/>
                  </a:lnTo>
                  <a:lnTo>
                    <a:pt x="28746" y="101679"/>
                  </a:lnTo>
                  <a:lnTo>
                    <a:pt x="13267" y="147409"/>
                  </a:lnTo>
                  <a:lnTo>
                    <a:pt x="2827" y="193093"/>
                  </a:lnTo>
                  <a:lnTo>
                    <a:pt x="26" y="234879"/>
                  </a:lnTo>
                  <a:lnTo>
                    <a:pt x="0" y="247783"/>
                  </a:lnTo>
                  <a:lnTo>
                    <a:pt x="11908" y="247429"/>
                  </a:lnTo>
                  <a:lnTo>
                    <a:pt x="26438" y="247657"/>
                  </a:lnTo>
                  <a:lnTo>
                    <a:pt x="61723" y="253039"/>
                  </a:lnTo>
                  <a:lnTo>
                    <a:pt x="93413" y="260303"/>
                  </a:lnTo>
                  <a:lnTo>
                    <a:pt x="120567" y="261053"/>
                  </a:lnTo>
                  <a:lnTo>
                    <a:pt x="150645" y="228769"/>
                  </a:lnTo>
                  <a:lnTo>
                    <a:pt x="157757" y="187085"/>
                  </a:lnTo>
                  <a:lnTo>
                    <a:pt x="160199" y="155000"/>
                  </a:lnTo>
                  <a:lnTo>
                    <a:pt x="159789" y="126905"/>
                  </a:lnTo>
                  <a:lnTo>
                    <a:pt x="155440" y="106258"/>
                  </a:lnTo>
                  <a:lnTo>
                    <a:pt x="145407" y="73838"/>
                  </a:lnTo>
                  <a:lnTo>
                    <a:pt x="132163" y="10780"/>
                  </a:lnTo>
                  <a:lnTo>
                    <a:pt x="126666" y="0"/>
                  </a:lnTo>
                  <a:close/>
                </a:path>
              </a:pathLst>
            </a:custGeom>
            <a:solidFill>
              <a:srgbClr val="92C8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7699697" y="7011615"/>
              <a:ext cx="177165" cy="516255"/>
            </a:xfrm>
            <a:custGeom>
              <a:avLst/>
              <a:gdLst/>
              <a:ahLst/>
              <a:cxnLst/>
              <a:rect l="l" t="t" r="r" b="b"/>
              <a:pathLst>
                <a:path w="177165" h="516254">
                  <a:moveTo>
                    <a:pt x="66217" y="0"/>
                  </a:moveTo>
                  <a:lnTo>
                    <a:pt x="0" y="515753"/>
                  </a:lnTo>
                  <a:lnTo>
                    <a:pt x="21103" y="513058"/>
                  </a:lnTo>
                  <a:lnTo>
                    <a:pt x="68619" y="504835"/>
                  </a:lnTo>
                  <a:lnTo>
                    <a:pt x="118859" y="490883"/>
                  </a:lnTo>
                  <a:lnTo>
                    <a:pt x="155367" y="450260"/>
                  </a:lnTo>
                  <a:lnTo>
                    <a:pt x="157465" y="414106"/>
                  </a:lnTo>
                  <a:lnTo>
                    <a:pt x="158675" y="393548"/>
                  </a:lnTo>
                  <a:lnTo>
                    <a:pt x="160271" y="373025"/>
                  </a:lnTo>
                  <a:lnTo>
                    <a:pt x="161228" y="347126"/>
                  </a:lnTo>
                  <a:lnTo>
                    <a:pt x="164324" y="301314"/>
                  </a:lnTo>
                  <a:lnTo>
                    <a:pt x="172340" y="221050"/>
                  </a:lnTo>
                  <a:lnTo>
                    <a:pt x="176831" y="152234"/>
                  </a:lnTo>
                  <a:lnTo>
                    <a:pt x="172286" y="99788"/>
                  </a:lnTo>
                  <a:lnTo>
                    <a:pt x="157829" y="59926"/>
                  </a:lnTo>
                  <a:lnTo>
                    <a:pt x="132582" y="28857"/>
                  </a:lnTo>
                  <a:lnTo>
                    <a:pt x="95255" y="8254"/>
                  </a:lnTo>
                  <a:lnTo>
                    <a:pt x="66217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7586062" y="7286914"/>
              <a:ext cx="184150" cy="264160"/>
            </a:xfrm>
            <a:custGeom>
              <a:avLst/>
              <a:gdLst/>
              <a:ahLst/>
              <a:cxnLst/>
              <a:rect l="l" t="t" r="r" b="b"/>
              <a:pathLst>
                <a:path w="184150" h="264159">
                  <a:moveTo>
                    <a:pt x="70531" y="0"/>
                  </a:moveTo>
                  <a:lnTo>
                    <a:pt x="59432" y="18690"/>
                  </a:lnTo>
                  <a:lnTo>
                    <a:pt x="41735" y="49511"/>
                  </a:lnTo>
                  <a:lnTo>
                    <a:pt x="0" y="123441"/>
                  </a:lnTo>
                  <a:lnTo>
                    <a:pt x="15131" y="177292"/>
                  </a:lnTo>
                  <a:lnTo>
                    <a:pt x="18051" y="186863"/>
                  </a:lnTo>
                  <a:lnTo>
                    <a:pt x="22130" y="204930"/>
                  </a:lnTo>
                  <a:lnTo>
                    <a:pt x="30127" y="230756"/>
                  </a:lnTo>
                  <a:lnTo>
                    <a:pt x="45604" y="253909"/>
                  </a:lnTo>
                  <a:lnTo>
                    <a:pt x="72123" y="263960"/>
                  </a:lnTo>
                  <a:lnTo>
                    <a:pt x="108148" y="257210"/>
                  </a:lnTo>
                  <a:lnTo>
                    <a:pt x="144229" y="240522"/>
                  </a:lnTo>
                  <a:lnTo>
                    <a:pt x="172126" y="219125"/>
                  </a:lnTo>
                  <a:lnTo>
                    <a:pt x="183596" y="198245"/>
                  </a:lnTo>
                  <a:lnTo>
                    <a:pt x="180590" y="175708"/>
                  </a:lnTo>
                  <a:lnTo>
                    <a:pt x="171982" y="145460"/>
                  </a:lnTo>
                  <a:lnTo>
                    <a:pt x="159964" y="107215"/>
                  </a:lnTo>
                  <a:lnTo>
                    <a:pt x="143803" y="50789"/>
                  </a:lnTo>
                  <a:lnTo>
                    <a:pt x="118684" y="13812"/>
                  </a:lnTo>
                  <a:lnTo>
                    <a:pt x="80463" y="806"/>
                  </a:lnTo>
                  <a:lnTo>
                    <a:pt x="73532" y="693"/>
                  </a:lnTo>
                  <a:lnTo>
                    <a:pt x="70741" y="450"/>
                  </a:lnTo>
                  <a:lnTo>
                    <a:pt x="70531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8" name="object 298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7586062" y="7291877"/>
              <a:ext cx="146728" cy="181554"/>
            </a:xfrm>
            <a:prstGeom prst="rect">
              <a:avLst/>
            </a:prstGeom>
          </p:spPr>
        </p:pic>
        <p:sp>
          <p:nvSpPr>
            <p:cNvPr id="299" name="object 299" descr=""/>
            <p:cNvSpPr/>
            <p:nvPr/>
          </p:nvSpPr>
          <p:spPr>
            <a:xfrm>
              <a:off x="7485197" y="7068988"/>
              <a:ext cx="280670" cy="360680"/>
            </a:xfrm>
            <a:custGeom>
              <a:avLst/>
              <a:gdLst/>
              <a:ahLst/>
              <a:cxnLst/>
              <a:rect l="l" t="t" r="r" b="b"/>
              <a:pathLst>
                <a:path w="280670" h="360679">
                  <a:moveTo>
                    <a:pt x="136027" y="0"/>
                  </a:moveTo>
                  <a:lnTo>
                    <a:pt x="76684" y="17584"/>
                  </a:lnTo>
                  <a:lnTo>
                    <a:pt x="43674" y="48091"/>
                  </a:lnTo>
                  <a:lnTo>
                    <a:pt x="16755" y="89574"/>
                  </a:lnTo>
                  <a:lnTo>
                    <a:pt x="3073" y="157737"/>
                  </a:lnTo>
                  <a:lnTo>
                    <a:pt x="0" y="206369"/>
                  </a:lnTo>
                  <a:lnTo>
                    <a:pt x="958" y="237152"/>
                  </a:lnTo>
                  <a:lnTo>
                    <a:pt x="34402" y="309313"/>
                  </a:lnTo>
                  <a:lnTo>
                    <a:pt x="65886" y="342700"/>
                  </a:lnTo>
                  <a:lnTo>
                    <a:pt x="101688" y="360317"/>
                  </a:lnTo>
                  <a:lnTo>
                    <a:pt x="124746" y="355996"/>
                  </a:lnTo>
                  <a:lnTo>
                    <a:pt x="189702" y="326967"/>
                  </a:lnTo>
                  <a:lnTo>
                    <a:pt x="234882" y="292926"/>
                  </a:lnTo>
                  <a:lnTo>
                    <a:pt x="261442" y="250195"/>
                  </a:lnTo>
                  <a:lnTo>
                    <a:pt x="276687" y="187974"/>
                  </a:lnTo>
                  <a:lnTo>
                    <a:pt x="280197" y="144896"/>
                  </a:lnTo>
                  <a:lnTo>
                    <a:pt x="274489" y="99257"/>
                  </a:lnTo>
                  <a:lnTo>
                    <a:pt x="263723" y="61216"/>
                  </a:lnTo>
                  <a:lnTo>
                    <a:pt x="234843" y="19137"/>
                  </a:lnTo>
                  <a:lnTo>
                    <a:pt x="171817" y="905"/>
                  </a:lnTo>
                  <a:lnTo>
                    <a:pt x="136027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0" name="object 300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7734844" y="7195742"/>
              <a:ext cx="68630" cy="95712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7306070" y="9314794"/>
              <a:ext cx="308357" cy="668283"/>
            </a:xfrm>
            <a:prstGeom prst="rect">
              <a:avLst/>
            </a:prstGeom>
          </p:spPr>
        </p:pic>
        <p:pic>
          <p:nvPicPr>
            <p:cNvPr id="302" name="object 302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7885483" y="9917279"/>
              <a:ext cx="258782" cy="113315"/>
            </a:xfrm>
            <a:prstGeom prst="rect">
              <a:avLst/>
            </a:prstGeom>
          </p:spPr>
        </p:pic>
        <p:pic>
          <p:nvPicPr>
            <p:cNvPr id="303" name="object 303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7801385" y="9237122"/>
              <a:ext cx="329094" cy="756898"/>
            </a:xfrm>
            <a:prstGeom prst="rect">
              <a:avLst/>
            </a:prstGeom>
          </p:spPr>
        </p:pic>
        <p:pic>
          <p:nvPicPr>
            <p:cNvPr id="304" name="object 304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7287641" y="8221257"/>
              <a:ext cx="859545" cy="1240204"/>
            </a:xfrm>
            <a:prstGeom prst="rect">
              <a:avLst/>
            </a:prstGeom>
          </p:spPr>
        </p:pic>
        <p:pic>
          <p:nvPicPr>
            <p:cNvPr id="305" name="object 305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7630290" y="8521646"/>
              <a:ext cx="72249" cy="919406"/>
            </a:xfrm>
            <a:prstGeom prst="rect">
              <a:avLst/>
            </a:prstGeom>
          </p:spPr>
        </p:pic>
        <p:pic>
          <p:nvPicPr>
            <p:cNvPr id="306" name="object 306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7340865" y="8176593"/>
              <a:ext cx="806320" cy="1239287"/>
            </a:xfrm>
            <a:prstGeom prst="rect">
              <a:avLst/>
            </a:prstGeom>
          </p:spPr>
        </p:pic>
        <p:sp>
          <p:nvSpPr>
            <p:cNvPr id="307" name="object 307" descr=""/>
            <p:cNvSpPr/>
            <p:nvPr/>
          </p:nvSpPr>
          <p:spPr>
            <a:xfrm>
              <a:off x="7189393" y="7825014"/>
              <a:ext cx="234950" cy="321310"/>
            </a:xfrm>
            <a:custGeom>
              <a:avLst/>
              <a:gdLst/>
              <a:ahLst/>
              <a:cxnLst/>
              <a:rect l="l" t="t" r="r" b="b"/>
              <a:pathLst>
                <a:path w="234950" h="321309">
                  <a:moveTo>
                    <a:pt x="110939" y="0"/>
                  </a:moveTo>
                  <a:lnTo>
                    <a:pt x="68046" y="87822"/>
                  </a:lnTo>
                  <a:lnTo>
                    <a:pt x="43600" y="138922"/>
                  </a:lnTo>
                  <a:lnTo>
                    <a:pt x="11235" y="215197"/>
                  </a:lnTo>
                  <a:lnTo>
                    <a:pt x="0" y="257698"/>
                  </a:lnTo>
                  <a:lnTo>
                    <a:pt x="125" y="266138"/>
                  </a:lnTo>
                  <a:lnTo>
                    <a:pt x="21316" y="303083"/>
                  </a:lnTo>
                  <a:lnTo>
                    <a:pt x="56748" y="320076"/>
                  </a:lnTo>
                  <a:lnTo>
                    <a:pt x="65829" y="320808"/>
                  </a:lnTo>
                  <a:lnTo>
                    <a:pt x="75174" y="320780"/>
                  </a:lnTo>
                  <a:lnTo>
                    <a:pt x="94897" y="319236"/>
                  </a:lnTo>
                  <a:lnTo>
                    <a:pt x="142896" y="313226"/>
                  </a:lnTo>
                  <a:lnTo>
                    <a:pt x="103598" y="314472"/>
                  </a:lnTo>
                  <a:lnTo>
                    <a:pt x="145545" y="215899"/>
                  </a:lnTo>
                  <a:lnTo>
                    <a:pt x="234893" y="36218"/>
                  </a:lnTo>
                  <a:lnTo>
                    <a:pt x="110939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7474442" y="7040681"/>
              <a:ext cx="259079" cy="140335"/>
            </a:xfrm>
            <a:custGeom>
              <a:avLst/>
              <a:gdLst/>
              <a:ahLst/>
              <a:cxnLst/>
              <a:rect l="l" t="t" r="r" b="b"/>
              <a:pathLst>
                <a:path w="259079" h="140334">
                  <a:moveTo>
                    <a:pt x="137430" y="0"/>
                  </a:moveTo>
                  <a:lnTo>
                    <a:pt x="96998" y="19460"/>
                  </a:lnTo>
                  <a:lnTo>
                    <a:pt x="53370" y="51736"/>
                  </a:lnTo>
                  <a:lnTo>
                    <a:pt x="20405" y="86195"/>
                  </a:lnTo>
                  <a:lnTo>
                    <a:pt x="0" y="113284"/>
                  </a:lnTo>
                  <a:lnTo>
                    <a:pt x="7046" y="136770"/>
                  </a:lnTo>
                  <a:lnTo>
                    <a:pt x="14762" y="138366"/>
                  </a:lnTo>
                  <a:lnTo>
                    <a:pt x="37349" y="140188"/>
                  </a:lnTo>
                  <a:lnTo>
                    <a:pt x="73970" y="137791"/>
                  </a:lnTo>
                  <a:lnTo>
                    <a:pt x="123786" y="126729"/>
                  </a:lnTo>
                  <a:lnTo>
                    <a:pt x="167997" y="112949"/>
                  </a:lnTo>
                  <a:lnTo>
                    <a:pt x="222863" y="83768"/>
                  </a:lnTo>
                  <a:lnTo>
                    <a:pt x="258840" y="54898"/>
                  </a:lnTo>
                  <a:lnTo>
                    <a:pt x="247479" y="34250"/>
                  </a:lnTo>
                  <a:lnTo>
                    <a:pt x="209155" y="7863"/>
                  </a:lnTo>
                  <a:lnTo>
                    <a:pt x="171655" y="790"/>
                  </a:lnTo>
                  <a:lnTo>
                    <a:pt x="152046" y="607"/>
                  </a:lnTo>
                  <a:lnTo>
                    <a:pt x="13743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9" name="object 309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7686915" y="7080296"/>
              <a:ext cx="146906" cy="127036"/>
            </a:xfrm>
            <a:prstGeom prst="rect">
              <a:avLst/>
            </a:prstGeom>
          </p:spPr>
        </p:pic>
        <p:pic>
          <p:nvPicPr>
            <p:cNvPr id="310" name="object 310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7187360" y="7291492"/>
              <a:ext cx="1047457" cy="1247219"/>
            </a:xfrm>
            <a:prstGeom prst="rect">
              <a:avLst/>
            </a:prstGeom>
          </p:spPr>
        </p:pic>
        <p:sp>
          <p:nvSpPr>
            <p:cNvPr id="311" name="object 311" descr=""/>
            <p:cNvSpPr/>
            <p:nvPr/>
          </p:nvSpPr>
          <p:spPr>
            <a:xfrm>
              <a:off x="7694600" y="7021074"/>
              <a:ext cx="67310" cy="90170"/>
            </a:xfrm>
            <a:custGeom>
              <a:avLst/>
              <a:gdLst/>
              <a:ahLst/>
              <a:cxnLst/>
              <a:rect l="l" t="t" r="r" b="b"/>
              <a:pathLst>
                <a:path w="67309" h="90170">
                  <a:moveTo>
                    <a:pt x="63181" y="0"/>
                  </a:moveTo>
                  <a:lnTo>
                    <a:pt x="31119" y="28281"/>
                  </a:lnTo>
                  <a:lnTo>
                    <a:pt x="5276" y="72404"/>
                  </a:lnTo>
                  <a:lnTo>
                    <a:pt x="0" y="87829"/>
                  </a:lnTo>
                  <a:lnTo>
                    <a:pt x="4837" y="89944"/>
                  </a:lnTo>
                  <a:lnTo>
                    <a:pt x="38037" y="51704"/>
                  </a:lnTo>
                  <a:lnTo>
                    <a:pt x="60195" y="20200"/>
                  </a:lnTo>
                  <a:lnTo>
                    <a:pt x="67003" y="2125"/>
                  </a:lnTo>
                  <a:lnTo>
                    <a:pt x="63181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7657887" y="7119810"/>
              <a:ext cx="48895" cy="37465"/>
            </a:xfrm>
            <a:custGeom>
              <a:avLst/>
              <a:gdLst/>
              <a:ahLst/>
              <a:cxnLst/>
              <a:rect l="l" t="t" r="r" b="b"/>
              <a:pathLst>
                <a:path w="48895" h="37465">
                  <a:moveTo>
                    <a:pt x="47729" y="15800"/>
                  </a:moveTo>
                  <a:lnTo>
                    <a:pt x="25936" y="15800"/>
                  </a:lnTo>
                  <a:lnTo>
                    <a:pt x="35046" y="17664"/>
                  </a:lnTo>
                  <a:lnTo>
                    <a:pt x="35810" y="37140"/>
                  </a:lnTo>
                  <a:lnTo>
                    <a:pt x="37744" y="33994"/>
                  </a:lnTo>
                  <a:lnTo>
                    <a:pt x="42027" y="26819"/>
                  </a:lnTo>
                  <a:lnTo>
                    <a:pt x="46376" y="19006"/>
                  </a:lnTo>
                  <a:lnTo>
                    <a:pt x="47729" y="15800"/>
                  </a:lnTo>
                  <a:close/>
                </a:path>
                <a:path w="48895" h="37465">
                  <a:moveTo>
                    <a:pt x="36794" y="0"/>
                  </a:moveTo>
                  <a:lnTo>
                    <a:pt x="0" y="25077"/>
                  </a:lnTo>
                  <a:lnTo>
                    <a:pt x="2770" y="23367"/>
                  </a:lnTo>
                  <a:lnTo>
                    <a:pt x="9548" y="19744"/>
                  </a:lnTo>
                  <a:lnTo>
                    <a:pt x="18036" y="16468"/>
                  </a:lnTo>
                  <a:lnTo>
                    <a:pt x="25936" y="15800"/>
                  </a:lnTo>
                  <a:lnTo>
                    <a:pt x="47729" y="15800"/>
                  </a:lnTo>
                  <a:lnTo>
                    <a:pt x="48511" y="13947"/>
                  </a:lnTo>
                  <a:lnTo>
                    <a:pt x="48867" y="10544"/>
                  </a:lnTo>
                  <a:lnTo>
                    <a:pt x="36794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3" name="object 313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11950762" y="2142167"/>
            <a:ext cx="1020007" cy="3385435"/>
          </a:xfrm>
          <a:prstGeom prst="rect">
            <a:avLst/>
          </a:prstGeom>
        </p:spPr>
      </p:pic>
      <p:pic>
        <p:nvPicPr>
          <p:cNvPr id="314" name="object 314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13276208" y="2287639"/>
            <a:ext cx="1193908" cy="3217839"/>
          </a:xfrm>
          <a:prstGeom prst="rect">
            <a:avLst/>
          </a:prstGeom>
        </p:spPr>
      </p:pic>
      <p:pic>
        <p:nvPicPr>
          <p:cNvPr id="315" name="object 315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8420680" y="2369333"/>
            <a:ext cx="1485373" cy="3189270"/>
          </a:xfrm>
          <a:prstGeom prst="rect">
            <a:avLst/>
          </a:prstGeom>
        </p:spPr>
      </p:pic>
      <p:grpSp>
        <p:nvGrpSpPr>
          <p:cNvPr id="316" name="object 316" descr=""/>
          <p:cNvGrpSpPr/>
          <p:nvPr/>
        </p:nvGrpSpPr>
        <p:grpSpPr>
          <a:xfrm>
            <a:off x="891101" y="2169091"/>
            <a:ext cx="1144905" cy="3408679"/>
            <a:chOff x="891101" y="2169091"/>
            <a:chExt cx="1144905" cy="3408679"/>
          </a:xfrm>
        </p:grpSpPr>
        <p:pic>
          <p:nvPicPr>
            <p:cNvPr id="317" name="object 317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286511" y="5224830"/>
              <a:ext cx="177875" cy="233985"/>
            </a:xfrm>
            <a:prstGeom prst="rect">
              <a:avLst/>
            </a:prstGeom>
          </p:spPr>
        </p:pic>
        <p:sp>
          <p:nvSpPr>
            <p:cNvPr id="318" name="object 318" descr=""/>
            <p:cNvSpPr/>
            <p:nvPr/>
          </p:nvSpPr>
          <p:spPr>
            <a:xfrm>
              <a:off x="1260402" y="5400662"/>
              <a:ext cx="407670" cy="132715"/>
            </a:xfrm>
            <a:custGeom>
              <a:avLst/>
              <a:gdLst/>
              <a:ahLst/>
              <a:cxnLst/>
              <a:rect l="l" t="t" r="r" b="b"/>
              <a:pathLst>
                <a:path w="407669" h="132714">
                  <a:moveTo>
                    <a:pt x="16809" y="0"/>
                  </a:moveTo>
                  <a:lnTo>
                    <a:pt x="12129" y="10554"/>
                  </a:lnTo>
                  <a:lnTo>
                    <a:pt x="4893" y="33239"/>
                  </a:lnTo>
                  <a:lnTo>
                    <a:pt x="0" y="61453"/>
                  </a:lnTo>
                  <a:lnTo>
                    <a:pt x="589" y="92942"/>
                  </a:lnTo>
                  <a:lnTo>
                    <a:pt x="9804" y="125451"/>
                  </a:lnTo>
                  <a:lnTo>
                    <a:pt x="11689" y="128509"/>
                  </a:lnTo>
                  <a:lnTo>
                    <a:pt x="239253" y="132404"/>
                  </a:lnTo>
                  <a:lnTo>
                    <a:pt x="261075" y="132375"/>
                  </a:lnTo>
                  <a:lnTo>
                    <a:pt x="312352" y="130404"/>
                  </a:lnTo>
                  <a:lnTo>
                    <a:pt x="352465" y="125897"/>
                  </a:lnTo>
                  <a:lnTo>
                    <a:pt x="406892" y="114436"/>
                  </a:lnTo>
                  <a:lnTo>
                    <a:pt x="407300" y="89002"/>
                  </a:lnTo>
                  <a:lnTo>
                    <a:pt x="403919" y="72073"/>
                  </a:lnTo>
                  <a:lnTo>
                    <a:pt x="396108" y="61043"/>
                  </a:lnTo>
                  <a:lnTo>
                    <a:pt x="384631" y="54998"/>
                  </a:lnTo>
                  <a:lnTo>
                    <a:pt x="370254" y="53024"/>
                  </a:lnTo>
                  <a:lnTo>
                    <a:pt x="369783" y="53014"/>
                  </a:lnTo>
                  <a:lnTo>
                    <a:pt x="329830" y="48754"/>
                  </a:lnTo>
                  <a:lnTo>
                    <a:pt x="303389" y="43066"/>
                  </a:lnTo>
                  <a:lnTo>
                    <a:pt x="163779" y="43066"/>
                  </a:lnTo>
                  <a:lnTo>
                    <a:pt x="135618" y="40646"/>
                  </a:lnTo>
                  <a:lnTo>
                    <a:pt x="107843" y="36383"/>
                  </a:lnTo>
                  <a:lnTo>
                    <a:pt x="80453" y="30287"/>
                  </a:lnTo>
                  <a:lnTo>
                    <a:pt x="53552" y="22376"/>
                  </a:lnTo>
                  <a:lnTo>
                    <a:pt x="16809" y="0"/>
                  </a:lnTo>
                  <a:close/>
                </a:path>
                <a:path w="407669" h="132714">
                  <a:moveTo>
                    <a:pt x="208217" y="1895"/>
                  </a:moveTo>
                  <a:lnTo>
                    <a:pt x="200961" y="2533"/>
                  </a:lnTo>
                  <a:lnTo>
                    <a:pt x="196249" y="7905"/>
                  </a:lnTo>
                  <a:lnTo>
                    <a:pt x="195704" y="8743"/>
                  </a:lnTo>
                  <a:lnTo>
                    <a:pt x="186123" y="28931"/>
                  </a:lnTo>
                  <a:lnTo>
                    <a:pt x="182166" y="34981"/>
                  </a:lnTo>
                  <a:lnTo>
                    <a:pt x="176893" y="39536"/>
                  </a:lnTo>
                  <a:lnTo>
                    <a:pt x="170662" y="42323"/>
                  </a:lnTo>
                  <a:lnTo>
                    <a:pt x="163779" y="43066"/>
                  </a:lnTo>
                  <a:lnTo>
                    <a:pt x="303389" y="43066"/>
                  </a:lnTo>
                  <a:lnTo>
                    <a:pt x="287294" y="39604"/>
                  </a:lnTo>
                  <a:lnTo>
                    <a:pt x="246842" y="25333"/>
                  </a:lnTo>
                  <a:lnTo>
                    <a:pt x="213114" y="5706"/>
                  </a:lnTo>
                  <a:lnTo>
                    <a:pt x="208217" y="1895"/>
                  </a:lnTo>
                  <a:close/>
                </a:path>
                <a:path w="407669" h="132714">
                  <a:moveTo>
                    <a:pt x="213138" y="5706"/>
                  </a:moveTo>
                  <a:close/>
                </a:path>
              </a:pathLst>
            </a:custGeom>
            <a:solidFill>
              <a:srgbClr val="4446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273479" y="5442133"/>
              <a:ext cx="395605" cy="118110"/>
            </a:xfrm>
            <a:custGeom>
              <a:avLst/>
              <a:gdLst/>
              <a:ahLst/>
              <a:cxnLst/>
              <a:rect l="l" t="t" r="r" b="b"/>
              <a:pathLst>
                <a:path w="395605" h="118110">
                  <a:moveTo>
                    <a:pt x="158038" y="1701"/>
                  </a:moveTo>
                  <a:lnTo>
                    <a:pt x="151079" y="1257"/>
                  </a:lnTo>
                  <a:lnTo>
                    <a:pt x="144818" y="355"/>
                  </a:lnTo>
                  <a:lnTo>
                    <a:pt x="138125" y="0"/>
                  </a:lnTo>
                  <a:lnTo>
                    <a:pt x="114058" y="50723"/>
                  </a:lnTo>
                  <a:lnTo>
                    <a:pt x="116179" y="55918"/>
                  </a:lnTo>
                  <a:lnTo>
                    <a:pt x="120878" y="57899"/>
                  </a:lnTo>
                  <a:lnTo>
                    <a:pt x="125564" y="59867"/>
                  </a:lnTo>
                  <a:lnTo>
                    <a:pt x="131064" y="57912"/>
                  </a:lnTo>
                  <a:lnTo>
                    <a:pt x="158038" y="1701"/>
                  </a:lnTo>
                  <a:close/>
                </a:path>
                <a:path w="395605" h="118110">
                  <a:moveTo>
                    <a:pt x="395503" y="72961"/>
                  </a:moveTo>
                  <a:lnTo>
                    <a:pt x="356133" y="81241"/>
                  </a:lnTo>
                  <a:lnTo>
                    <a:pt x="312394" y="87007"/>
                  </a:lnTo>
                  <a:lnTo>
                    <a:pt x="268300" y="90246"/>
                  </a:lnTo>
                  <a:lnTo>
                    <a:pt x="227863" y="90932"/>
                  </a:lnTo>
                  <a:lnTo>
                    <a:pt x="304" y="87033"/>
                  </a:lnTo>
                  <a:lnTo>
                    <a:pt x="0" y="106476"/>
                  </a:lnTo>
                  <a:lnTo>
                    <a:pt x="7112" y="114173"/>
                  </a:lnTo>
                  <a:lnTo>
                    <a:pt x="227444" y="117970"/>
                  </a:lnTo>
                  <a:lnTo>
                    <a:pt x="263550" y="117487"/>
                  </a:lnTo>
                  <a:lnTo>
                    <a:pt x="303377" y="115011"/>
                  </a:lnTo>
                  <a:lnTo>
                    <a:pt x="342950" y="110566"/>
                  </a:lnTo>
                  <a:lnTo>
                    <a:pt x="385140" y="101219"/>
                  </a:lnTo>
                  <a:lnTo>
                    <a:pt x="395376" y="81902"/>
                  </a:lnTo>
                  <a:lnTo>
                    <a:pt x="395503" y="72961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0" name="object 320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961346" y="5241209"/>
              <a:ext cx="184020" cy="232633"/>
            </a:xfrm>
            <a:prstGeom prst="rect">
              <a:avLst/>
            </a:prstGeom>
          </p:spPr>
        </p:pic>
        <p:sp>
          <p:nvSpPr>
            <p:cNvPr id="321" name="object 321" descr=""/>
            <p:cNvSpPr/>
            <p:nvPr/>
          </p:nvSpPr>
          <p:spPr>
            <a:xfrm>
              <a:off x="931468" y="5382766"/>
              <a:ext cx="403860" cy="168910"/>
            </a:xfrm>
            <a:custGeom>
              <a:avLst/>
              <a:gdLst/>
              <a:ahLst/>
              <a:cxnLst/>
              <a:rect l="l" t="t" r="r" b="b"/>
              <a:pathLst>
                <a:path w="403859" h="168910">
                  <a:moveTo>
                    <a:pt x="28151" y="0"/>
                  </a:moveTo>
                  <a:lnTo>
                    <a:pt x="22141" y="9863"/>
                  </a:lnTo>
                  <a:lnTo>
                    <a:pt x="12021" y="31414"/>
                  </a:lnTo>
                  <a:lnTo>
                    <a:pt x="3504" y="58753"/>
                  </a:lnTo>
                  <a:lnTo>
                    <a:pt x="0" y="90052"/>
                  </a:lnTo>
                  <a:lnTo>
                    <a:pt x="4916" y="123483"/>
                  </a:lnTo>
                  <a:lnTo>
                    <a:pt x="231517" y="160173"/>
                  </a:lnTo>
                  <a:lnTo>
                    <a:pt x="278686" y="165658"/>
                  </a:lnTo>
                  <a:lnTo>
                    <a:pt x="326027" y="168591"/>
                  </a:lnTo>
                  <a:lnTo>
                    <a:pt x="344612" y="168435"/>
                  </a:lnTo>
                  <a:lnTo>
                    <a:pt x="363162" y="167637"/>
                  </a:lnTo>
                  <a:lnTo>
                    <a:pt x="381657" y="166201"/>
                  </a:lnTo>
                  <a:lnTo>
                    <a:pt x="400077" y="164131"/>
                  </a:lnTo>
                  <a:lnTo>
                    <a:pt x="403773" y="138969"/>
                  </a:lnTo>
                  <a:lnTo>
                    <a:pt x="402622" y="121746"/>
                  </a:lnTo>
                  <a:lnTo>
                    <a:pt x="396312" y="109796"/>
                  </a:lnTo>
                  <a:lnTo>
                    <a:pt x="385719" y="102312"/>
                  </a:lnTo>
                  <a:lnTo>
                    <a:pt x="371722" y="98489"/>
                  </a:lnTo>
                  <a:lnTo>
                    <a:pt x="371251" y="98415"/>
                  </a:lnTo>
                  <a:lnTo>
                    <a:pt x="332188" y="89005"/>
                  </a:lnTo>
                  <a:lnTo>
                    <a:pt x="291201" y="74410"/>
                  </a:lnTo>
                  <a:lnTo>
                    <a:pt x="266638" y="61950"/>
                  </a:lnTo>
                  <a:lnTo>
                    <a:pt x="175205" y="61950"/>
                  </a:lnTo>
                  <a:lnTo>
                    <a:pt x="113687" y="47908"/>
                  </a:lnTo>
                  <a:lnTo>
                    <a:pt x="61669" y="26962"/>
                  </a:lnTo>
                  <a:lnTo>
                    <a:pt x="28151" y="0"/>
                  </a:lnTo>
                  <a:close/>
                </a:path>
                <a:path w="403859" h="168910">
                  <a:moveTo>
                    <a:pt x="210408" y="26438"/>
                  </a:moveTo>
                  <a:lnTo>
                    <a:pt x="205028" y="31171"/>
                  </a:lnTo>
                  <a:lnTo>
                    <a:pt x="204397" y="31904"/>
                  </a:lnTo>
                  <a:lnTo>
                    <a:pt x="192282" y="50679"/>
                  </a:lnTo>
                  <a:lnTo>
                    <a:pt x="187569" y="56164"/>
                  </a:lnTo>
                  <a:lnTo>
                    <a:pt x="181746" y="59996"/>
                  </a:lnTo>
                  <a:lnTo>
                    <a:pt x="175205" y="61950"/>
                  </a:lnTo>
                  <a:lnTo>
                    <a:pt x="266638" y="61950"/>
                  </a:lnTo>
                  <a:lnTo>
                    <a:pt x="252947" y="55006"/>
                  </a:lnTo>
                  <a:lnTo>
                    <a:pt x="222051" y="31150"/>
                  </a:lnTo>
                  <a:lnTo>
                    <a:pt x="217695" y="26742"/>
                  </a:lnTo>
                  <a:lnTo>
                    <a:pt x="210408" y="26438"/>
                  </a:lnTo>
                  <a:close/>
                </a:path>
              </a:pathLst>
            </a:custGeom>
            <a:solidFill>
              <a:srgbClr val="5356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1767974" y="3757518"/>
              <a:ext cx="233045" cy="1769110"/>
            </a:xfrm>
            <a:custGeom>
              <a:avLst/>
              <a:gdLst/>
              <a:ahLst/>
              <a:cxnLst/>
              <a:rect l="l" t="t" r="r" b="b"/>
              <a:pathLst>
                <a:path w="233044" h="1769110">
                  <a:moveTo>
                    <a:pt x="118383" y="0"/>
                  </a:moveTo>
                  <a:lnTo>
                    <a:pt x="59970" y="2214"/>
                  </a:lnTo>
                  <a:lnTo>
                    <a:pt x="14084" y="50754"/>
                  </a:lnTo>
                  <a:lnTo>
                    <a:pt x="5454" y="119326"/>
                  </a:lnTo>
                  <a:lnTo>
                    <a:pt x="0" y="1768951"/>
                  </a:lnTo>
                  <a:lnTo>
                    <a:pt x="40983" y="1768700"/>
                  </a:lnTo>
                  <a:lnTo>
                    <a:pt x="31454" y="119326"/>
                  </a:lnTo>
                  <a:lnTo>
                    <a:pt x="34143" y="104999"/>
                  </a:lnTo>
                  <a:lnTo>
                    <a:pt x="45880" y="73446"/>
                  </a:lnTo>
                  <a:lnTo>
                    <a:pt x="72174" y="41805"/>
                  </a:lnTo>
                  <a:lnTo>
                    <a:pt x="118530" y="27213"/>
                  </a:lnTo>
                  <a:lnTo>
                    <a:pt x="189193" y="27213"/>
                  </a:lnTo>
                  <a:lnTo>
                    <a:pt x="181574" y="18177"/>
                  </a:lnTo>
                  <a:lnTo>
                    <a:pt x="118383" y="0"/>
                  </a:lnTo>
                  <a:close/>
                </a:path>
                <a:path w="233044" h="1769110">
                  <a:moveTo>
                    <a:pt x="189193" y="27213"/>
                  </a:moveTo>
                  <a:lnTo>
                    <a:pt x="118530" y="27213"/>
                  </a:lnTo>
                  <a:lnTo>
                    <a:pt x="166508" y="28347"/>
                  </a:lnTo>
                  <a:lnTo>
                    <a:pt x="191681" y="38208"/>
                  </a:lnTo>
                  <a:lnTo>
                    <a:pt x="202312" y="65330"/>
                  </a:lnTo>
                  <a:lnTo>
                    <a:pt x="206663" y="118247"/>
                  </a:lnTo>
                  <a:lnTo>
                    <a:pt x="208621" y="128509"/>
                  </a:lnTo>
                  <a:lnTo>
                    <a:pt x="231197" y="128373"/>
                  </a:lnTo>
                  <a:lnTo>
                    <a:pt x="232684" y="118090"/>
                  </a:lnTo>
                  <a:lnTo>
                    <a:pt x="229935" y="99547"/>
                  </a:lnTo>
                  <a:lnTo>
                    <a:pt x="215828" y="58801"/>
                  </a:lnTo>
                  <a:lnTo>
                    <a:pt x="189193" y="27213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3" name="object 323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755944" y="5443407"/>
              <a:ext cx="66825" cy="83136"/>
            </a:xfrm>
            <a:prstGeom prst="rect">
              <a:avLst/>
            </a:prstGeom>
          </p:spPr>
        </p:pic>
        <p:pic>
          <p:nvPicPr>
            <p:cNvPr id="324" name="object 324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818169" y="3670101"/>
              <a:ext cx="217489" cy="193786"/>
            </a:xfrm>
            <a:prstGeom prst="rect">
              <a:avLst/>
            </a:prstGeom>
          </p:spPr>
        </p:pic>
        <p:sp>
          <p:nvSpPr>
            <p:cNvPr id="325" name="object 325" descr=""/>
            <p:cNvSpPr/>
            <p:nvPr/>
          </p:nvSpPr>
          <p:spPr>
            <a:xfrm>
              <a:off x="1480060" y="2649900"/>
              <a:ext cx="415290" cy="1058545"/>
            </a:xfrm>
            <a:custGeom>
              <a:avLst/>
              <a:gdLst/>
              <a:ahLst/>
              <a:cxnLst/>
              <a:rect l="l" t="t" r="r" b="b"/>
              <a:pathLst>
                <a:path w="415289" h="1058545">
                  <a:moveTo>
                    <a:pt x="0" y="0"/>
                  </a:moveTo>
                  <a:lnTo>
                    <a:pt x="30148" y="119882"/>
                  </a:lnTo>
                  <a:lnTo>
                    <a:pt x="65008" y="265005"/>
                  </a:lnTo>
                  <a:lnTo>
                    <a:pt x="79071" y="325914"/>
                  </a:lnTo>
                  <a:lnTo>
                    <a:pt x="89653" y="375183"/>
                  </a:lnTo>
                  <a:lnTo>
                    <a:pt x="94785" y="405463"/>
                  </a:lnTo>
                  <a:lnTo>
                    <a:pt x="94667" y="411003"/>
                  </a:lnTo>
                  <a:lnTo>
                    <a:pt x="88868" y="437867"/>
                  </a:lnTo>
                  <a:lnTo>
                    <a:pt x="89690" y="482230"/>
                  </a:lnTo>
                  <a:lnTo>
                    <a:pt x="95837" y="538201"/>
                  </a:lnTo>
                  <a:lnTo>
                    <a:pt x="106012" y="599889"/>
                  </a:lnTo>
                  <a:lnTo>
                    <a:pt x="118920" y="661402"/>
                  </a:lnTo>
                  <a:lnTo>
                    <a:pt x="133266" y="716851"/>
                  </a:lnTo>
                  <a:lnTo>
                    <a:pt x="147754" y="760343"/>
                  </a:lnTo>
                  <a:lnTo>
                    <a:pt x="205082" y="866674"/>
                  </a:lnTo>
                  <a:lnTo>
                    <a:pt x="260651" y="955367"/>
                  </a:lnTo>
                  <a:lnTo>
                    <a:pt x="307606" y="1026930"/>
                  </a:lnTo>
                  <a:lnTo>
                    <a:pt x="347465" y="1058211"/>
                  </a:lnTo>
                  <a:lnTo>
                    <a:pt x="360034" y="1058277"/>
                  </a:lnTo>
                  <a:lnTo>
                    <a:pt x="370380" y="1056045"/>
                  </a:lnTo>
                  <a:lnTo>
                    <a:pt x="406331" y="1032812"/>
                  </a:lnTo>
                  <a:lnTo>
                    <a:pt x="414950" y="1020146"/>
                  </a:lnTo>
                  <a:lnTo>
                    <a:pt x="408248" y="1001485"/>
                  </a:lnTo>
                  <a:lnTo>
                    <a:pt x="397760" y="964143"/>
                  </a:lnTo>
                  <a:lnTo>
                    <a:pt x="383873" y="913134"/>
                  </a:lnTo>
                  <a:lnTo>
                    <a:pt x="366974" y="853470"/>
                  </a:lnTo>
                  <a:lnTo>
                    <a:pt x="347448" y="790161"/>
                  </a:lnTo>
                  <a:lnTo>
                    <a:pt x="325682" y="728220"/>
                  </a:lnTo>
                  <a:lnTo>
                    <a:pt x="302064" y="672660"/>
                  </a:lnTo>
                  <a:lnTo>
                    <a:pt x="295682" y="651735"/>
                  </a:lnTo>
                  <a:lnTo>
                    <a:pt x="288742" y="616182"/>
                  </a:lnTo>
                  <a:lnTo>
                    <a:pt x="281262" y="568872"/>
                  </a:lnTo>
                  <a:lnTo>
                    <a:pt x="273258" y="512680"/>
                  </a:lnTo>
                  <a:lnTo>
                    <a:pt x="255750" y="385146"/>
                  </a:lnTo>
                  <a:lnTo>
                    <a:pt x="246279" y="319551"/>
                  </a:lnTo>
                  <a:lnTo>
                    <a:pt x="236355" y="256569"/>
                  </a:lnTo>
                  <a:lnTo>
                    <a:pt x="225994" y="199074"/>
                  </a:lnTo>
                  <a:lnTo>
                    <a:pt x="215214" y="149940"/>
                  </a:lnTo>
                  <a:lnTo>
                    <a:pt x="204032" y="112040"/>
                  </a:lnTo>
                  <a:lnTo>
                    <a:pt x="145849" y="52253"/>
                  </a:lnTo>
                  <a:lnTo>
                    <a:pt x="81527" y="24385"/>
                  </a:lnTo>
                  <a:lnTo>
                    <a:pt x="24558" y="6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564936" y="2958398"/>
              <a:ext cx="87630" cy="477520"/>
            </a:xfrm>
            <a:custGeom>
              <a:avLst/>
              <a:gdLst/>
              <a:ahLst/>
              <a:cxnLst/>
              <a:rect l="l" t="t" r="r" b="b"/>
              <a:pathLst>
                <a:path w="87630" h="477520">
                  <a:moveTo>
                    <a:pt x="43297" y="0"/>
                  </a:moveTo>
                  <a:lnTo>
                    <a:pt x="30534" y="7013"/>
                  </a:lnTo>
                  <a:lnTo>
                    <a:pt x="19100" y="16775"/>
                  </a:lnTo>
                  <a:lnTo>
                    <a:pt x="8940" y="29076"/>
                  </a:lnTo>
                  <a:lnTo>
                    <a:pt x="0" y="43705"/>
                  </a:lnTo>
                  <a:lnTo>
                    <a:pt x="4776" y="66689"/>
                  </a:lnTo>
                  <a:lnTo>
                    <a:pt x="8158" y="84733"/>
                  </a:lnTo>
                  <a:lnTo>
                    <a:pt x="9908" y="96961"/>
                  </a:lnTo>
                  <a:lnTo>
                    <a:pt x="9790" y="102499"/>
                  </a:lnTo>
                  <a:lnTo>
                    <a:pt x="3991" y="129363"/>
                  </a:lnTo>
                  <a:lnTo>
                    <a:pt x="4813" y="173728"/>
                  </a:lnTo>
                  <a:lnTo>
                    <a:pt x="10960" y="229700"/>
                  </a:lnTo>
                  <a:lnTo>
                    <a:pt x="21135" y="291389"/>
                  </a:lnTo>
                  <a:lnTo>
                    <a:pt x="34043" y="352903"/>
                  </a:lnTo>
                  <a:lnTo>
                    <a:pt x="48389" y="408350"/>
                  </a:lnTo>
                  <a:lnTo>
                    <a:pt x="62877" y="451839"/>
                  </a:lnTo>
                  <a:lnTo>
                    <a:pt x="74584" y="477367"/>
                  </a:lnTo>
                  <a:lnTo>
                    <a:pt x="87524" y="319303"/>
                  </a:lnTo>
                  <a:lnTo>
                    <a:pt x="74788" y="164483"/>
                  </a:lnTo>
                  <a:lnTo>
                    <a:pt x="54128" y="46763"/>
                  </a:lnTo>
                  <a:lnTo>
                    <a:pt x="4329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200347" y="3549942"/>
              <a:ext cx="415925" cy="1863725"/>
            </a:xfrm>
            <a:custGeom>
              <a:avLst/>
              <a:gdLst/>
              <a:ahLst/>
              <a:cxnLst/>
              <a:rect l="l" t="t" r="r" b="b"/>
              <a:pathLst>
                <a:path w="415925" h="1863725">
                  <a:moveTo>
                    <a:pt x="189041" y="0"/>
                  </a:moveTo>
                  <a:lnTo>
                    <a:pt x="139770" y="6423"/>
                  </a:lnTo>
                  <a:lnTo>
                    <a:pt x="85921" y="46337"/>
                  </a:lnTo>
                  <a:lnTo>
                    <a:pt x="49447" y="81400"/>
                  </a:lnTo>
                  <a:lnTo>
                    <a:pt x="20887" y="130825"/>
                  </a:lnTo>
                  <a:lnTo>
                    <a:pt x="7903" y="178968"/>
                  </a:lnTo>
                  <a:lnTo>
                    <a:pt x="925" y="244317"/>
                  </a:lnTo>
                  <a:lnTo>
                    <a:pt x="0" y="284796"/>
                  </a:lnTo>
                  <a:lnTo>
                    <a:pt x="949" y="331200"/>
                  </a:lnTo>
                  <a:lnTo>
                    <a:pt x="3897" y="384069"/>
                  </a:lnTo>
                  <a:lnTo>
                    <a:pt x="8969" y="443946"/>
                  </a:lnTo>
                  <a:lnTo>
                    <a:pt x="16290" y="511371"/>
                  </a:lnTo>
                  <a:lnTo>
                    <a:pt x="25983" y="586884"/>
                  </a:lnTo>
                  <a:lnTo>
                    <a:pt x="38172" y="671029"/>
                  </a:lnTo>
                  <a:lnTo>
                    <a:pt x="52984" y="764344"/>
                  </a:lnTo>
                  <a:lnTo>
                    <a:pt x="70541" y="867372"/>
                  </a:lnTo>
                  <a:lnTo>
                    <a:pt x="90968" y="980654"/>
                  </a:lnTo>
                  <a:lnTo>
                    <a:pt x="93279" y="1007518"/>
                  </a:lnTo>
                  <a:lnTo>
                    <a:pt x="92388" y="1042469"/>
                  </a:lnTo>
                  <a:lnTo>
                    <a:pt x="89025" y="1084522"/>
                  </a:lnTo>
                  <a:lnTo>
                    <a:pt x="83920" y="1132693"/>
                  </a:lnTo>
                  <a:lnTo>
                    <a:pt x="71398" y="1243447"/>
                  </a:lnTo>
                  <a:lnTo>
                    <a:pt x="65439" y="1304061"/>
                  </a:lnTo>
                  <a:lnTo>
                    <a:pt x="60655" y="1366852"/>
                  </a:lnTo>
                  <a:lnTo>
                    <a:pt x="53738" y="1466032"/>
                  </a:lnTo>
                  <a:lnTo>
                    <a:pt x="50728" y="1519657"/>
                  </a:lnTo>
                  <a:lnTo>
                    <a:pt x="49258" y="1573968"/>
                  </a:lnTo>
                  <a:lnTo>
                    <a:pt x="50257" y="1627462"/>
                  </a:lnTo>
                  <a:lnTo>
                    <a:pt x="60561" y="1853340"/>
                  </a:lnTo>
                  <a:lnTo>
                    <a:pt x="128543" y="1863599"/>
                  </a:lnTo>
                  <a:lnTo>
                    <a:pt x="201373" y="1859850"/>
                  </a:lnTo>
                  <a:lnTo>
                    <a:pt x="259447" y="1851040"/>
                  </a:lnTo>
                  <a:lnTo>
                    <a:pt x="283161" y="1846115"/>
                  </a:lnTo>
                  <a:lnTo>
                    <a:pt x="331398" y="1543869"/>
                  </a:lnTo>
                  <a:lnTo>
                    <a:pt x="383667" y="1224062"/>
                  </a:lnTo>
                  <a:lnTo>
                    <a:pt x="393129" y="1164902"/>
                  </a:lnTo>
                  <a:lnTo>
                    <a:pt x="401226" y="1112761"/>
                  </a:lnTo>
                  <a:lnTo>
                    <a:pt x="407653" y="1069350"/>
                  </a:lnTo>
                  <a:lnTo>
                    <a:pt x="415754" y="830244"/>
                  </a:lnTo>
                  <a:lnTo>
                    <a:pt x="406141" y="519488"/>
                  </a:lnTo>
                  <a:lnTo>
                    <a:pt x="393133" y="236182"/>
                  </a:lnTo>
                  <a:lnTo>
                    <a:pt x="386603" y="112398"/>
                  </a:lnTo>
                  <a:lnTo>
                    <a:pt x="261922" y="33260"/>
                  </a:lnTo>
                  <a:lnTo>
                    <a:pt x="189041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200347" y="3562022"/>
              <a:ext cx="194310" cy="1639570"/>
            </a:xfrm>
            <a:custGeom>
              <a:avLst/>
              <a:gdLst/>
              <a:ahLst/>
              <a:cxnLst/>
              <a:rect l="l" t="t" r="r" b="b"/>
              <a:pathLst>
                <a:path w="194309" h="1639570">
                  <a:moveTo>
                    <a:pt x="136592" y="0"/>
                  </a:moveTo>
                  <a:lnTo>
                    <a:pt x="85921" y="34257"/>
                  </a:lnTo>
                  <a:lnTo>
                    <a:pt x="49447" y="69321"/>
                  </a:lnTo>
                  <a:lnTo>
                    <a:pt x="20887" y="118745"/>
                  </a:lnTo>
                  <a:lnTo>
                    <a:pt x="7903" y="166888"/>
                  </a:lnTo>
                  <a:lnTo>
                    <a:pt x="925" y="232237"/>
                  </a:lnTo>
                  <a:lnTo>
                    <a:pt x="0" y="272716"/>
                  </a:lnTo>
                  <a:lnTo>
                    <a:pt x="949" y="319120"/>
                  </a:lnTo>
                  <a:lnTo>
                    <a:pt x="3897" y="371990"/>
                  </a:lnTo>
                  <a:lnTo>
                    <a:pt x="8969" y="431866"/>
                  </a:lnTo>
                  <a:lnTo>
                    <a:pt x="16290" y="499291"/>
                  </a:lnTo>
                  <a:lnTo>
                    <a:pt x="25983" y="574805"/>
                  </a:lnTo>
                  <a:lnTo>
                    <a:pt x="38172" y="658949"/>
                  </a:lnTo>
                  <a:lnTo>
                    <a:pt x="52984" y="752265"/>
                  </a:lnTo>
                  <a:lnTo>
                    <a:pt x="70541" y="855293"/>
                  </a:lnTo>
                  <a:lnTo>
                    <a:pt x="90968" y="968575"/>
                  </a:lnTo>
                  <a:lnTo>
                    <a:pt x="93279" y="995438"/>
                  </a:lnTo>
                  <a:lnTo>
                    <a:pt x="92388" y="1030389"/>
                  </a:lnTo>
                  <a:lnTo>
                    <a:pt x="89025" y="1072442"/>
                  </a:lnTo>
                  <a:lnTo>
                    <a:pt x="83920" y="1120613"/>
                  </a:lnTo>
                  <a:lnTo>
                    <a:pt x="71398" y="1231367"/>
                  </a:lnTo>
                  <a:lnTo>
                    <a:pt x="65439" y="1291981"/>
                  </a:lnTo>
                  <a:lnTo>
                    <a:pt x="60655" y="1354772"/>
                  </a:lnTo>
                  <a:lnTo>
                    <a:pt x="55221" y="1442655"/>
                  </a:lnTo>
                  <a:lnTo>
                    <a:pt x="52675" y="1492475"/>
                  </a:lnTo>
                  <a:lnTo>
                    <a:pt x="50874" y="1543293"/>
                  </a:lnTo>
                  <a:lnTo>
                    <a:pt x="50294" y="1592919"/>
                  </a:lnTo>
                  <a:lnTo>
                    <a:pt x="51409" y="1639161"/>
                  </a:lnTo>
                  <a:lnTo>
                    <a:pt x="73182" y="1605009"/>
                  </a:lnTo>
                  <a:lnTo>
                    <a:pt x="86527" y="1563235"/>
                  </a:lnTo>
                  <a:lnTo>
                    <a:pt x="94845" y="1515180"/>
                  </a:lnTo>
                  <a:lnTo>
                    <a:pt x="101534" y="1462185"/>
                  </a:lnTo>
                  <a:lnTo>
                    <a:pt x="109995" y="1405592"/>
                  </a:lnTo>
                  <a:lnTo>
                    <a:pt x="123627" y="1346741"/>
                  </a:lnTo>
                  <a:lnTo>
                    <a:pt x="133996" y="1304745"/>
                  </a:lnTo>
                  <a:lnTo>
                    <a:pt x="144480" y="1251711"/>
                  </a:lnTo>
                  <a:lnTo>
                    <a:pt x="154675" y="1192302"/>
                  </a:lnTo>
                  <a:lnTo>
                    <a:pt x="164177" y="1131181"/>
                  </a:lnTo>
                  <a:lnTo>
                    <a:pt x="172581" y="1073010"/>
                  </a:lnTo>
                  <a:lnTo>
                    <a:pt x="179485" y="1022452"/>
                  </a:lnTo>
                  <a:lnTo>
                    <a:pt x="187175" y="962826"/>
                  </a:lnTo>
                  <a:lnTo>
                    <a:pt x="194186" y="822853"/>
                  </a:lnTo>
                  <a:lnTo>
                    <a:pt x="191970" y="657666"/>
                  </a:lnTo>
                  <a:lnTo>
                    <a:pt x="186362" y="519933"/>
                  </a:lnTo>
                  <a:lnTo>
                    <a:pt x="183196" y="462318"/>
                  </a:lnTo>
                  <a:lnTo>
                    <a:pt x="176110" y="173899"/>
                  </a:lnTo>
                  <a:lnTo>
                    <a:pt x="163615" y="33170"/>
                  </a:lnTo>
                  <a:lnTo>
                    <a:pt x="136592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948417" y="3575998"/>
              <a:ext cx="447040" cy="1842135"/>
            </a:xfrm>
            <a:custGeom>
              <a:avLst/>
              <a:gdLst/>
              <a:ahLst/>
              <a:cxnLst/>
              <a:rect l="l" t="t" r="r" b="b"/>
              <a:pathLst>
                <a:path w="447040" h="1842135">
                  <a:moveTo>
                    <a:pt x="236864" y="0"/>
                  </a:moveTo>
                  <a:lnTo>
                    <a:pt x="151754" y="13701"/>
                  </a:lnTo>
                  <a:lnTo>
                    <a:pt x="112766" y="45776"/>
                  </a:lnTo>
                  <a:lnTo>
                    <a:pt x="80594" y="92796"/>
                  </a:lnTo>
                  <a:lnTo>
                    <a:pt x="64050" y="139769"/>
                  </a:lnTo>
                  <a:lnTo>
                    <a:pt x="52209" y="204372"/>
                  </a:lnTo>
                  <a:lnTo>
                    <a:pt x="48261" y="244657"/>
                  </a:lnTo>
                  <a:lnTo>
                    <a:pt x="45741" y="290999"/>
                  </a:lnTo>
                  <a:lnTo>
                    <a:pt x="44731" y="343945"/>
                  </a:lnTo>
                  <a:lnTo>
                    <a:pt x="45316" y="404045"/>
                  </a:lnTo>
                  <a:lnTo>
                    <a:pt x="47578" y="471849"/>
                  </a:lnTo>
                  <a:lnTo>
                    <a:pt x="51603" y="547906"/>
                  </a:lnTo>
                  <a:lnTo>
                    <a:pt x="57473" y="632765"/>
                  </a:lnTo>
                  <a:lnTo>
                    <a:pt x="65272" y="726976"/>
                  </a:lnTo>
                  <a:lnTo>
                    <a:pt x="75083" y="831089"/>
                  </a:lnTo>
                  <a:lnTo>
                    <a:pt x="86992" y="945651"/>
                  </a:lnTo>
                  <a:lnTo>
                    <a:pt x="87289" y="972616"/>
                  </a:lnTo>
                  <a:lnTo>
                    <a:pt x="83792" y="1007393"/>
                  </a:lnTo>
                  <a:lnTo>
                    <a:pt x="77300" y="1049057"/>
                  </a:lnTo>
                  <a:lnTo>
                    <a:pt x="68613" y="1096683"/>
                  </a:lnTo>
                  <a:lnTo>
                    <a:pt x="47853" y="1206125"/>
                  </a:lnTo>
                  <a:lnTo>
                    <a:pt x="37382" y="1266091"/>
                  </a:lnTo>
                  <a:lnTo>
                    <a:pt x="27915" y="1328320"/>
                  </a:lnTo>
                  <a:lnTo>
                    <a:pt x="13508" y="1437150"/>
                  </a:lnTo>
                  <a:lnTo>
                    <a:pt x="5798" y="1524059"/>
                  </a:lnTo>
                  <a:lnTo>
                    <a:pt x="2167" y="1634616"/>
                  </a:lnTo>
                  <a:lnTo>
                    <a:pt x="0" y="1814389"/>
                  </a:lnTo>
                  <a:lnTo>
                    <a:pt x="46468" y="1833321"/>
                  </a:lnTo>
                  <a:lnTo>
                    <a:pt x="85107" y="1841566"/>
                  </a:lnTo>
                  <a:lnTo>
                    <a:pt x="136751" y="1840867"/>
                  </a:lnTo>
                  <a:lnTo>
                    <a:pt x="222234" y="1832965"/>
                  </a:lnTo>
                  <a:lnTo>
                    <a:pt x="301760" y="1483991"/>
                  </a:lnTo>
                  <a:lnTo>
                    <a:pt x="362548" y="1213583"/>
                  </a:lnTo>
                  <a:lnTo>
                    <a:pt x="403024" y="1026612"/>
                  </a:lnTo>
                  <a:lnTo>
                    <a:pt x="420008" y="930882"/>
                  </a:lnTo>
                  <a:lnTo>
                    <a:pt x="430208" y="802797"/>
                  </a:lnTo>
                  <a:lnTo>
                    <a:pt x="437708" y="555799"/>
                  </a:lnTo>
                  <a:lnTo>
                    <a:pt x="446593" y="103331"/>
                  </a:lnTo>
                  <a:lnTo>
                    <a:pt x="413538" y="80091"/>
                  </a:lnTo>
                  <a:lnTo>
                    <a:pt x="333877" y="33889"/>
                  </a:lnTo>
                  <a:lnTo>
                    <a:pt x="236864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0" name="object 330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999598" y="3711558"/>
              <a:ext cx="140095" cy="243483"/>
            </a:xfrm>
            <a:prstGeom prst="rect">
              <a:avLst/>
            </a:prstGeom>
          </p:spPr>
        </p:pic>
        <p:sp>
          <p:nvSpPr>
            <p:cNvPr id="331" name="object 331" descr=""/>
            <p:cNvSpPr/>
            <p:nvPr/>
          </p:nvSpPr>
          <p:spPr>
            <a:xfrm>
              <a:off x="1237780" y="2211964"/>
              <a:ext cx="417830" cy="652780"/>
            </a:xfrm>
            <a:custGeom>
              <a:avLst/>
              <a:gdLst/>
              <a:ahLst/>
              <a:cxnLst/>
              <a:rect l="l" t="t" r="r" b="b"/>
              <a:pathLst>
                <a:path w="417830" h="652780">
                  <a:moveTo>
                    <a:pt x="417576" y="148780"/>
                  </a:moveTo>
                  <a:lnTo>
                    <a:pt x="401116" y="88087"/>
                  </a:lnTo>
                  <a:lnTo>
                    <a:pt x="374205" y="56997"/>
                  </a:lnTo>
                  <a:lnTo>
                    <a:pt x="330022" y="29159"/>
                  </a:lnTo>
                  <a:lnTo>
                    <a:pt x="264998" y="7366"/>
                  </a:lnTo>
                  <a:lnTo>
                    <a:pt x="214947" y="0"/>
                  </a:lnTo>
                  <a:lnTo>
                    <a:pt x="179412" y="4165"/>
                  </a:lnTo>
                  <a:lnTo>
                    <a:pt x="140144" y="41897"/>
                  </a:lnTo>
                  <a:lnTo>
                    <a:pt x="123786" y="110185"/>
                  </a:lnTo>
                  <a:lnTo>
                    <a:pt x="116903" y="152539"/>
                  </a:lnTo>
                  <a:lnTo>
                    <a:pt x="92671" y="265290"/>
                  </a:lnTo>
                  <a:lnTo>
                    <a:pt x="75272" y="311607"/>
                  </a:lnTo>
                  <a:lnTo>
                    <a:pt x="47726" y="352869"/>
                  </a:lnTo>
                  <a:lnTo>
                    <a:pt x="0" y="408419"/>
                  </a:lnTo>
                  <a:lnTo>
                    <a:pt x="157162" y="652500"/>
                  </a:lnTo>
                  <a:lnTo>
                    <a:pt x="242265" y="437921"/>
                  </a:lnTo>
                  <a:lnTo>
                    <a:pt x="236156" y="387299"/>
                  </a:lnTo>
                  <a:lnTo>
                    <a:pt x="237667" y="367677"/>
                  </a:lnTo>
                  <a:lnTo>
                    <a:pt x="279920" y="379501"/>
                  </a:lnTo>
                  <a:lnTo>
                    <a:pt x="311848" y="374345"/>
                  </a:lnTo>
                  <a:lnTo>
                    <a:pt x="340855" y="348945"/>
                  </a:lnTo>
                  <a:lnTo>
                    <a:pt x="366242" y="309892"/>
                  </a:lnTo>
                  <a:lnTo>
                    <a:pt x="387311" y="263766"/>
                  </a:lnTo>
                  <a:lnTo>
                    <a:pt x="403364" y="217157"/>
                  </a:lnTo>
                  <a:lnTo>
                    <a:pt x="413677" y="176631"/>
                  </a:lnTo>
                  <a:lnTo>
                    <a:pt x="417576" y="14878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942885" y="2620215"/>
              <a:ext cx="765175" cy="1116330"/>
            </a:xfrm>
            <a:custGeom>
              <a:avLst/>
              <a:gdLst/>
              <a:ahLst/>
              <a:cxnLst/>
              <a:rect l="l" t="t" r="r" b="b"/>
              <a:pathLst>
                <a:path w="765175" h="1116329">
                  <a:moveTo>
                    <a:pt x="300845" y="0"/>
                  </a:moveTo>
                  <a:lnTo>
                    <a:pt x="283936" y="39020"/>
                  </a:lnTo>
                  <a:lnTo>
                    <a:pt x="271240" y="99168"/>
                  </a:lnTo>
                  <a:lnTo>
                    <a:pt x="260500" y="145396"/>
                  </a:lnTo>
                  <a:lnTo>
                    <a:pt x="245433" y="189169"/>
                  </a:lnTo>
                  <a:lnTo>
                    <a:pt x="222784" y="228663"/>
                  </a:lnTo>
                  <a:lnTo>
                    <a:pt x="196603" y="264801"/>
                  </a:lnTo>
                  <a:lnTo>
                    <a:pt x="172328" y="300643"/>
                  </a:lnTo>
                  <a:lnTo>
                    <a:pt x="149894" y="336154"/>
                  </a:lnTo>
                  <a:lnTo>
                    <a:pt x="129237" y="371297"/>
                  </a:lnTo>
                  <a:lnTo>
                    <a:pt x="98620" y="428886"/>
                  </a:lnTo>
                  <a:lnTo>
                    <a:pt x="72433" y="485178"/>
                  </a:lnTo>
                  <a:lnTo>
                    <a:pt x="44489" y="557645"/>
                  </a:lnTo>
                  <a:lnTo>
                    <a:pt x="23998" y="627283"/>
                  </a:lnTo>
                  <a:lnTo>
                    <a:pt x="10237" y="693696"/>
                  </a:lnTo>
                  <a:lnTo>
                    <a:pt x="2479" y="756493"/>
                  </a:lnTo>
                  <a:lnTo>
                    <a:pt x="0" y="815278"/>
                  </a:lnTo>
                  <a:lnTo>
                    <a:pt x="2072" y="869657"/>
                  </a:lnTo>
                  <a:lnTo>
                    <a:pt x="7973" y="919237"/>
                  </a:lnTo>
                  <a:lnTo>
                    <a:pt x="16975" y="963624"/>
                  </a:lnTo>
                  <a:lnTo>
                    <a:pt x="28354" y="1002423"/>
                  </a:lnTo>
                  <a:lnTo>
                    <a:pt x="55340" y="1061682"/>
                  </a:lnTo>
                  <a:lnTo>
                    <a:pt x="83129" y="1093863"/>
                  </a:lnTo>
                  <a:lnTo>
                    <a:pt x="132925" y="1102036"/>
                  </a:lnTo>
                  <a:lnTo>
                    <a:pt x="225686" y="1108971"/>
                  </a:lnTo>
                  <a:lnTo>
                    <a:pt x="327587" y="1115013"/>
                  </a:lnTo>
                  <a:lnTo>
                    <a:pt x="474983" y="1115782"/>
                  </a:lnTo>
                  <a:lnTo>
                    <a:pt x="574725" y="1105919"/>
                  </a:lnTo>
                  <a:lnTo>
                    <a:pt x="631288" y="1093833"/>
                  </a:lnTo>
                  <a:lnTo>
                    <a:pt x="654247" y="1071177"/>
                  </a:lnTo>
                  <a:lnTo>
                    <a:pt x="653138" y="1055025"/>
                  </a:lnTo>
                  <a:lnTo>
                    <a:pt x="642269" y="965222"/>
                  </a:lnTo>
                  <a:lnTo>
                    <a:pt x="629181" y="905243"/>
                  </a:lnTo>
                  <a:lnTo>
                    <a:pt x="618766" y="867007"/>
                  </a:lnTo>
                  <a:lnTo>
                    <a:pt x="615914" y="842435"/>
                  </a:lnTo>
                  <a:lnTo>
                    <a:pt x="642427" y="728874"/>
                  </a:lnTo>
                  <a:lnTo>
                    <a:pt x="693295" y="538742"/>
                  </a:lnTo>
                  <a:lnTo>
                    <a:pt x="742727" y="360092"/>
                  </a:lnTo>
                  <a:lnTo>
                    <a:pt x="764935" y="280975"/>
                  </a:lnTo>
                  <a:lnTo>
                    <a:pt x="763348" y="188639"/>
                  </a:lnTo>
                  <a:lnTo>
                    <a:pt x="745212" y="133827"/>
                  </a:lnTo>
                  <a:lnTo>
                    <a:pt x="694679" y="94907"/>
                  </a:lnTo>
                  <a:lnTo>
                    <a:pt x="660289" y="79358"/>
                  </a:lnTo>
                  <a:lnTo>
                    <a:pt x="457426" y="79358"/>
                  </a:lnTo>
                  <a:lnTo>
                    <a:pt x="403630" y="66607"/>
                  </a:lnTo>
                  <a:lnTo>
                    <a:pt x="359004" y="45353"/>
                  </a:lnTo>
                  <a:lnTo>
                    <a:pt x="324443" y="21262"/>
                  </a:lnTo>
                  <a:lnTo>
                    <a:pt x="300845" y="0"/>
                  </a:lnTo>
                  <a:close/>
                </a:path>
                <a:path w="765175" h="1116329">
                  <a:moveTo>
                    <a:pt x="537424" y="30637"/>
                  </a:moveTo>
                  <a:lnTo>
                    <a:pt x="529190" y="47719"/>
                  </a:lnTo>
                  <a:lnTo>
                    <a:pt x="514313" y="64905"/>
                  </a:lnTo>
                  <a:lnTo>
                    <a:pt x="490992" y="77136"/>
                  </a:lnTo>
                  <a:lnTo>
                    <a:pt x="457426" y="79358"/>
                  </a:lnTo>
                  <a:lnTo>
                    <a:pt x="660289" y="79358"/>
                  </a:lnTo>
                  <a:lnTo>
                    <a:pt x="595904" y="50249"/>
                  </a:lnTo>
                  <a:lnTo>
                    <a:pt x="582349" y="44766"/>
                  </a:lnTo>
                  <a:lnTo>
                    <a:pt x="568101" y="39654"/>
                  </a:lnTo>
                  <a:lnTo>
                    <a:pt x="553134" y="34937"/>
                  </a:lnTo>
                  <a:lnTo>
                    <a:pt x="537424" y="30637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995345" y="2977482"/>
              <a:ext cx="227965" cy="755650"/>
            </a:xfrm>
            <a:custGeom>
              <a:avLst/>
              <a:gdLst/>
              <a:ahLst/>
              <a:cxnLst/>
              <a:rect l="l" t="t" r="r" b="b"/>
              <a:pathLst>
                <a:path w="227965" h="755650">
                  <a:moveTo>
                    <a:pt x="93049" y="0"/>
                  </a:moveTo>
                  <a:lnTo>
                    <a:pt x="58444" y="36417"/>
                  </a:lnTo>
                  <a:lnTo>
                    <a:pt x="30219" y="93810"/>
                  </a:lnTo>
                  <a:lnTo>
                    <a:pt x="10551" y="173820"/>
                  </a:lnTo>
                  <a:lnTo>
                    <a:pt x="4304" y="223432"/>
                  </a:lnTo>
                  <a:lnTo>
                    <a:pt x="898" y="275922"/>
                  </a:lnTo>
                  <a:lnTo>
                    <a:pt x="0" y="330464"/>
                  </a:lnTo>
                  <a:lnTo>
                    <a:pt x="1275" y="386231"/>
                  </a:lnTo>
                  <a:lnTo>
                    <a:pt x="4391" y="442398"/>
                  </a:lnTo>
                  <a:lnTo>
                    <a:pt x="9013" y="498140"/>
                  </a:lnTo>
                  <a:lnTo>
                    <a:pt x="14808" y="552629"/>
                  </a:lnTo>
                  <a:lnTo>
                    <a:pt x="21444" y="605040"/>
                  </a:lnTo>
                  <a:lnTo>
                    <a:pt x="28585" y="654548"/>
                  </a:lnTo>
                  <a:lnTo>
                    <a:pt x="35898" y="700325"/>
                  </a:lnTo>
                  <a:lnTo>
                    <a:pt x="43050" y="741548"/>
                  </a:lnTo>
                  <a:lnTo>
                    <a:pt x="123975" y="748202"/>
                  </a:lnTo>
                  <a:lnTo>
                    <a:pt x="173225" y="751705"/>
                  </a:lnTo>
                  <a:lnTo>
                    <a:pt x="227861" y="755139"/>
                  </a:lnTo>
                  <a:lnTo>
                    <a:pt x="215234" y="474420"/>
                  </a:lnTo>
                  <a:lnTo>
                    <a:pt x="167955" y="232922"/>
                  </a:lnTo>
                  <a:lnTo>
                    <a:pt x="116926" y="63747"/>
                  </a:lnTo>
                  <a:lnTo>
                    <a:pt x="9304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336713" y="2397977"/>
              <a:ext cx="281940" cy="269875"/>
            </a:xfrm>
            <a:custGeom>
              <a:avLst/>
              <a:gdLst/>
              <a:ahLst/>
              <a:cxnLst/>
              <a:rect l="l" t="t" r="r" b="b"/>
              <a:pathLst>
                <a:path w="281940" h="269875">
                  <a:moveTo>
                    <a:pt x="11272" y="0"/>
                  </a:moveTo>
                  <a:lnTo>
                    <a:pt x="0" y="61510"/>
                  </a:lnTo>
                  <a:lnTo>
                    <a:pt x="3133" y="114196"/>
                  </a:lnTo>
                  <a:lnTo>
                    <a:pt x="17954" y="158462"/>
                  </a:lnTo>
                  <a:lnTo>
                    <a:pt x="41742" y="194711"/>
                  </a:lnTo>
                  <a:lnTo>
                    <a:pt x="71780" y="223347"/>
                  </a:lnTo>
                  <a:lnTo>
                    <a:pt x="105348" y="244775"/>
                  </a:lnTo>
                  <a:lnTo>
                    <a:pt x="172197" y="267620"/>
                  </a:lnTo>
                  <a:lnTo>
                    <a:pt x="200041" y="269845"/>
                  </a:lnTo>
                  <a:lnTo>
                    <a:pt x="242870" y="266019"/>
                  </a:lnTo>
                  <a:lnTo>
                    <a:pt x="265650" y="246424"/>
                  </a:lnTo>
                  <a:lnTo>
                    <a:pt x="276036" y="194572"/>
                  </a:lnTo>
                  <a:lnTo>
                    <a:pt x="281682" y="93976"/>
                  </a:lnTo>
                  <a:lnTo>
                    <a:pt x="272179" y="115299"/>
                  </a:lnTo>
                  <a:lnTo>
                    <a:pt x="265735" y="125879"/>
                  </a:lnTo>
                  <a:lnTo>
                    <a:pt x="259401" y="128839"/>
                  </a:lnTo>
                  <a:lnTo>
                    <a:pt x="250228" y="127305"/>
                  </a:lnTo>
                  <a:lnTo>
                    <a:pt x="223422" y="110458"/>
                  </a:lnTo>
                  <a:lnTo>
                    <a:pt x="195426" y="105183"/>
                  </a:lnTo>
                  <a:lnTo>
                    <a:pt x="133195" y="98918"/>
                  </a:lnTo>
                  <a:lnTo>
                    <a:pt x="84099" y="77239"/>
                  </a:lnTo>
                  <a:lnTo>
                    <a:pt x="56367" y="50201"/>
                  </a:lnTo>
                  <a:lnTo>
                    <a:pt x="11272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891101" y="2620375"/>
              <a:ext cx="423545" cy="1155700"/>
            </a:xfrm>
            <a:custGeom>
              <a:avLst/>
              <a:gdLst/>
              <a:ahLst/>
              <a:cxnLst/>
              <a:rect l="l" t="t" r="r" b="b"/>
              <a:pathLst>
                <a:path w="423544" h="1155700">
                  <a:moveTo>
                    <a:pt x="346680" y="0"/>
                  </a:moveTo>
                  <a:lnTo>
                    <a:pt x="259619" y="4161"/>
                  </a:lnTo>
                  <a:lnTo>
                    <a:pt x="207022" y="16994"/>
                  </a:lnTo>
                  <a:lnTo>
                    <a:pt x="167669" y="48800"/>
                  </a:lnTo>
                  <a:lnTo>
                    <a:pt x="120341" y="109881"/>
                  </a:lnTo>
                  <a:lnTo>
                    <a:pt x="90688" y="176275"/>
                  </a:lnTo>
                  <a:lnTo>
                    <a:pt x="76319" y="225200"/>
                  </a:lnTo>
                  <a:lnTo>
                    <a:pt x="62546" y="281282"/>
                  </a:lnTo>
                  <a:lnTo>
                    <a:pt x="49586" y="342025"/>
                  </a:lnTo>
                  <a:lnTo>
                    <a:pt x="37659" y="404935"/>
                  </a:lnTo>
                  <a:lnTo>
                    <a:pt x="26983" y="467514"/>
                  </a:lnTo>
                  <a:lnTo>
                    <a:pt x="17776" y="527268"/>
                  </a:lnTo>
                  <a:lnTo>
                    <a:pt x="10255" y="581701"/>
                  </a:lnTo>
                  <a:lnTo>
                    <a:pt x="4640" y="628317"/>
                  </a:lnTo>
                  <a:lnTo>
                    <a:pt x="0" y="688115"/>
                  </a:lnTo>
                  <a:lnTo>
                    <a:pt x="2093" y="715819"/>
                  </a:lnTo>
                  <a:lnTo>
                    <a:pt x="7743" y="757452"/>
                  </a:lnTo>
                  <a:lnTo>
                    <a:pt x="16344" y="809335"/>
                  </a:lnTo>
                  <a:lnTo>
                    <a:pt x="27289" y="867788"/>
                  </a:lnTo>
                  <a:lnTo>
                    <a:pt x="39973" y="929132"/>
                  </a:lnTo>
                  <a:lnTo>
                    <a:pt x="53790" y="989688"/>
                  </a:lnTo>
                  <a:lnTo>
                    <a:pt x="68132" y="1045777"/>
                  </a:lnTo>
                  <a:lnTo>
                    <a:pt x="82395" y="1093719"/>
                  </a:lnTo>
                  <a:lnTo>
                    <a:pt x="95973" y="1129835"/>
                  </a:lnTo>
                  <a:lnTo>
                    <a:pt x="133840" y="1155169"/>
                  </a:lnTo>
                  <a:lnTo>
                    <a:pt x="146234" y="1153871"/>
                  </a:lnTo>
                  <a:lnTo>
                    <a:pt x="188762" y="1142723"/>
                  </a:lnTo>
                  <a:lnTo>
                    <a:pt x="208321" y="890620"/>
                  </a:lnTo>
                  <a:lnTo>
                    <a:pt x="202016" y="767920"/>
                  </a:lnTo>
                  <a:lnTo>
                    <a:pt x="199639" y="713096"/>
                  </a:lnTo>
                  <a:lnTo>
                    <a:pt x="199187" y="685183"/>
                  </a:lnTo>
                  <a:lnTo>
                    <a:pt x="224466" y="601748"/>
                  </a:lnTo>
                  <a:lnTo>
                    <a:pt x="280386" y="471104"/>
                  </a:lnTo>
                  <a:lnTo>
                    <a:pt x="336365" y="350637"/>
                  </a:lnTo>
                  <a:lnTo>
                    <a:pt x="361821" y="297729"/>
                  </a:lnTo>
                  <a:lnTo>
                    <a:pt x="409169" y="203857"/>
                  </a:lnTo>
                  <a:lnTo>
                    <a:pt x="423374" y="141553"/>
                  </a:lnTo>
                  <a:lnTo>
                    <a:pt x="403018" y="82904"/>
                  </a:lnTo>
                  <a:lnTo>
                    <a:pt x="34668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307624" y="2169091"/>
              <a:ext cx="321310" cy="229235"/>
            </a:xfrm>
            <a:custGeom>
              <a:avLst/>
              <a:gdLst/>
              <a:ahLst/>
              <a:cxnLst/>
              <a:rect l="l" t="t" r="r" b="b"/>
              <a:pathLst>
                <a:path w="321310" h="229235">
                  <a:moveTo>
                    <a:pt x="146660" y="0"/>
                  </a:moveTo>
                  <a:lnTo>
                    <a:pt x="106112" y="4012"/>
                  </a:lnTo>
                  <a:lnTo>
                    <a:pt x="70456" y="17691"/>
                  </a:lnTo>
                  <a:lnTo>
                    <a:pt x="42593" y="41294"/>
                  </a:lnTo>
                  <a:lnTo>
                    <a:pt x="0" y="123238"/>
                  </a:lnTo>
                  <a:lnTo>
                    <a:pt x="3923" y="181872"/>
                  </a:lnTo>
                  <a:lnTo>
                    <a:pt x="26621" y="217114"/>
                  </a:lnTo>
                  <a:lnTo>
                    <a:pt x="40352" y="228880"/>
                  </a:lnTo>
                  <a:lnTo>
                    <a:pt x="108990" y="220161"/>
                  </a:lnTo>
                  <a:lnTo>
                    <a:pt x="139703" y="207896"/>
                  </a:lnTo>
                  <a:lnTo>
                    <a:pt x="139541" y="183663"/>
                  </a:lnTo>
                  <a:lnTo>
                    <a:pt x="115554" y="139040"/>
                  </a:lnTo>
                  <a:lnTo>
                    <a:pt x="106235" y="120942"/>
                  </a:lnTo>
                  <a:lnTo>
                    <a:pt x="100268" y="104759"/>
                  </a:lnTo>
                  <a:lnTo>
                    <a:pt x="97280" y="90385"/>
                  </a:lnTo>
                  <a:lnTo>
                    <a:pt x="96895" y="77712"/>
                  </a:lnTo>
                  <a:lnTo>
                    <a:pt x="97251" y="72435"/>
                  </a:lnTo>
                  <a:lnTo>
                    <a:pt x="124308" y="49535"/>
                  </a:lnTo>
                  <a:lnTo>
                    <a:pt x="209743" y="53235"/>
                  </a:lnTo>
                  <a:lnTo>
                    <a:pt x="271332" y="76781"/>
                  </a:lnTo>
                  <a:lnTo>
                    <a:pt x="308620" y="103290"/>
                  </a:lnTo>
                  <a:lnTo>
                    <a:pt x="321150" y="115878"/>
                  </a:lnTo>
                  <a:lnTo>
                    <a:pt x="299695" y="75439"/>
                  </a:lnTo>
                  <a:lnTo>
                    <a:pt x="268616" y="43373"/>
                  </a:lnTo>
                  <a:lnTo>
                    <a:pt x="230814" y="19939"/>
                  </a:lnTo>
                  <a:lnTo>
                    <a:pt x="189195" y="5395"/>
                  </a:lnTo>
                  <a:lnTo>
                    <a:pt x="1466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7" name="object 337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891102" y="2620215"/>
              <a:ext cx="1003908" cy="1153324"/>
            </a:xfrm>
            <a:prstGeom prst="rect">
              <a:avLst/>
            </a:prstGeom>
          </p:spPr>
        </p:pic>
        <p:sp>
          <p:nvSpPr>
            <p:cNvPr id="338" name="object 338" descr=""/>
            <p:cNvSpPr/>
            <p:nvPr/>
          </p:nvSpPr>
          <p:spPr>
            <a:xfrm>
              <a:off x="936713" y="5441130"/>
              <a:ext cx="396875" cy="136525"/>
            </a:xfrm>
            <a:custGeom>
              <a:avLst/>
              <a:gdLst/>
              <a:ahLst/>
              <a:cxnLst/>
              <a:rect l="l" t="t" r="r" b="b"/>
              <a:pathLst>
                <a:path w="396875" h="136525">
                  <a:moveTo>
                    <a:pt x="170319" y="4267"/>
                  </a:moveTo>
                  <a:lnTo>
                    <a:pt x="163474" y="2921"/>
                  </a:lnTo>
                  <a:lnTo>
                    <a:pt x="157391" y="1219"/>
                  </a:lnTo>
                  <a:lnTo>
                    <a:pt x="150787" y="0"/>
                  </a:lnTo>
                  <a:lnTo>
                    <a:pt x="120345" y="47167"/>
                  </a:lnTo>
                  <a:lnTo>
                    <a:pt x="121780" y="52590"/>
                  </a:lnTo>
                  <a:lnTo>
                    <a:pt x="126174" y="55156"/>
                  </a:lnTo>
                  <a:lnTo>
                    <a:pt x="130556" y="57734"/>
                  </a:lnTo>
                  <a:lnTo>
                    <a:pt x="136271" y="56502"/>
                  </a:lnTo>
                  <a:lnTo>
                    <a:pt x="170319" y="4267"/>
                  </a:lnTo>
                  <a:close/>
                </a:path>
                <a:path w="396875" h="136525">
                  <a:moveTo>
                    <a:pt x="396519" y="105765"/>
                  </a:moveTo>
                  <a:lnTo>
                    <a:pt x="356400" y="108851"/>
                  </a:lnTo>
                  <a:lnTo>
                    <a:pt x="312280" y="108889"/>
                  </a:lnTo>
                  <a:lnTo>
                    <a:pt x="268147" y="106375"/>
                  </a:lnTo>
                  <a:lnTo>
                    <a:pt x="227952" y="101815"/>
                  </a:lnTo>
                  <a:lnTo>
                    <a:pt x="2832" y="68402"/>
                  </a:lnTo>
                  <a:lnTo>
                    <a:pt x="0" y="87630"/>
                  </a:lnTo>
                  <a:lnTo>
                    <a:pt x="224028" y="128562"/>
                  </a:lnTo>
                  <a:lnTo>
                    <a:pt x="299707" y="135496"/>
                  </a:lnTo>
                  <a:lnTo>
                    <a:pt x="339521" y="136232"/>
                  </a:lnTo>
                  <a:lnTo>
                    <a:pt x="375424" y="134467"/>
                  </a:lnTo>
                  <a:lnTo>
                    <a:pt x="382562" y="132435"/>
                  </a:lnTo>
                  <a:lnTo>
                    <a:pt x="388531" y="128117"/>
                  </a:lnTo>
                  <a:lnTo>
                    <a:pt x="392887" y="122021"/>
                  </a:lnTo>
                  <a:lnTo>
                    <a:pt x="395224" y="114630"/>
                  </a:lnTo>
                  <a:lnTo>
                    <a:pt x="396519" y="105765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948413" y="3766025"/>
              <a:ext cx="117475" cy="1631314"/>
            </a:xfrm>
            <a:custGeom>
              <a:avLst/>
              <a:gdLst/>
              <a:ahLst/>
              <a:cxnLst/>
              <a:rect l="l" t="t" r="r" b="b"/>
              <a:pathLst>
                <a:path w="117475" h="1631314">
                  <a:moveTo>
                    <a:pt x="58655" y="0"/>
                  </a:moveTo>
                  <a:lnTo>
                    <a:pt x="49618" y="38476"/>
                  </a:lnTo>
                  <a:lnTo>
                    <a:pt x="45824" y="98826"/>
                  </a:lnTo>
                  <a:lnTo>
                    <a:pt x="44738" y="171003"/>
                  </a:lnTo>
                  <a:lnTo>
                    <a:pt x="45275" y="211941"/>
                  </a:lnTo>
                  <a:lnTo>
                    <a:pt x="46564" y="256331"/>
                  </a:lnTo>
                  <a:lnTo>
                    <a:pt x="48632" y="304340"/>
                  </a:lnTo>
                  <a:lnTo>
                    <a:pt x="51503" y="356133"/>
                  </a:lnTo>
                  <a:lnTo>
                    <a:pt x="55202" y="411876"/>
                  </a:lnTo>
                  <a:lnTo>
                    <a:pt x="59754" y="471733"/>
                  </a:lnTo>
                  <a:lnTo>
                    <a:pt x="65185" y="535871"/>
                  </a:lnTo>
                  <a:lnTo>
                    <a:pt x="71520" y="604454"/>
                  </a:lnTo>
                  <a:lnTo>
                    <a:pt x="78784" y="677648"/>
                  </a:lnTo>
                  <a:lnTo>
                    <a:pt x="87002" y="755619"/>
                  </a:lnTo>
                  <a:lnTo>
                    <a:pt x="87296" y="782587"/>
                  </a:lnTo>
                  <a:lnTo>
                    <a:pt x="83797" y="817365"/>
                  </a:lnTo>
                  <a:lnTo>
                    <a:pt x="77302" y="859029"/>
                  </a:lnTo>
                  <a:lnTo>
                    <a:pt x="68614" y="906655"/>
                  </a:lnTo>
                  <a:lnTo>
                    <a:pt x="47854" y="1016094"/>
                  </a:lnTo>
                  <a:lnTo>
                    <a:pt x="37382" y="1076059"/>
                  </a:lnTo>
                  <a:lnTo>
                    <a:pt x="27915" y="1138288"/>
                  </a:lnTo>
                  <a:lnTo>
                    <a:pt x="13514" y="1247124"/>
                  </a:lnTo>
                  <a:lnTo>
                    <a:pt x="5806" y="1334035"/>
                  </a:lnTo>
                  <a:lnTo>
                    <a:pt x="2173" y="1444589"/>
                  </a:lnTo>
                  <a:lnTo>
                    <a:pt x="0" y="1624357"/>
                  </a:lnTo>
                  <a:lnTo>
                    <a:pt x="2826" y="1628304"/>
                  </a:lnTo>
                  <a:lnTo>
                    <a:pt x="6828" y="1630331"/>
                  </a:lnTo>
                  <a:lnTo>
                    <a:pt x="14758" y="1631077"/>
                  </a:lnTo>
                  <a:lnTo>
                    <a:pt x="29370" y="1631184"/>
                  </a:lnTo>
                  <a:lnTo>
                    <a:pt x="37912" y="1518553"/>
                  </a:lnTo>
                  <a:lnTo>
                    <a:pt x="58877" y="1259923"/>
                  </a:lnTo>
                  <a:lnTo>
                    <a:pt x="85277" y="974192"/>
                  </a:lnTo>
                  <a:lnTo>
                    <a:pt x="110122" y="780257"/>
                  </a:lnTo>
                  <a:lnTo>
                    <a:pt x="113739" y="754245"/>
                  </a:lnTo>
                  <a:lnTo>
                    <a:pt x="115971" y="720307"/>
                  </a:lnTo>
                  <a:lnTo>
                    <a:pt x="116937" y="679546"/>
                  </a:lnTo>
                  <a:lnTo>
                    <a:pt x="116752" y="633067"/>
                  </a:lnTo>
                  <a:lnTo>
                    <a:pt x="115533" y="581973"/>
                  </a:lnTo>
                  <a:lnTo>
                    <a:pt x="113397" y="527368"/>
                  </a:lnTo>
                  <a:lnTo>
                    <a:pt x="110460" y="470355"/>
                  </a:lnTo>
                  <a:lnTo>
                    <a:pt x="106839" y="412039"/>
                  </a:lnTo>
                  <a:lnTo>
                    <a:pt x="102650" y="353523"/>
                  </a:lnTo>
                  <a:lnTo>
                    <a:pt x="98011" y="295911"/>
                  </a:lnTo>
                  <a:lnTo>
                    <a:pt x="93037" y="240306"/>
                  </a:lnTo>
                  <a:lnTo>
                    <a:pt x="87845" y="187812"/>
                  </a:lnTo>
                  <a:lnTo>
                    <a:pt x="82553" y="139534"/>
                  </a:lnTo>
                  <a:lnTo>
                    <a:pt x="77276" y="96574"/>
                  </a:lnTo>
                  <a:lnTo>
                    <a:pt x="67234" y="31027"/>
                  </a:lnTo>
                  <a:lnTo>
                    <a:pt x="62704" y="10646"/>
                  </a:lnTo>
                  <a:lnTo>
                    <a:pt x="58655" y="0"/>
                  </a:lnTo>
                  <a:close/>
                </a:path>
              </a:pathLst>
            </a:custGeom>
            <a:solidFill>
              <a:srgbClr val="212C61">
                <a:alpha val="25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0" name="object 340" descr=""/>
          <p:cNvGrpSpPr/>
          <p:nvPr/>
        </p:nvGrpSpPr>
        <p:grpSpPr>
          <a:xfrm>
            <a:off x="18160276" y="6738783"/>
            <a:ext cx="1267460" cy="3326765"/>
            <a:chOff x="18160276" y="6738783"/>
            <a:chExt cx="1267460" cy="3326765"/>
          </a:xfrm>
        </p:grpSpPr>
        <p:pic>
          <p:nvPicPr>
            <p:cNvPr id="341" name="object 341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8181047" y="6738783"/>
              <a:ext cx="1191553" cy="3326353"/>
            </a:xfrm>
            <a:prstGeom prst="rect">
              <a:avLst/>
            </a:prstGeom>
          </p:spPr>
        </p:pic>
        <p:pic>
          <p:nvPicPr>
            <p:cNvPr id="342" name="object 342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8540063" y="7923486"/>
              <a:ext cx="659980" cy="1108824"/>
            </a:xfrm>
            <a:prstGeom prst="rect">
              <a:avLst/>
            </a:prstGeom>
          </p:spPr>
        </p:pic>
        <p:sp>
          <p:nvSpPr>
            <p:cNvPr id="343" name="object 343" descr=""/>
            <p:cNvSpPr/>
            <p:nvPr/>
          </p:nvSpPr>
          <p:spPr>
            <a:xfrm>
              <a:off x="18610996" y="7888621"/>
              <a:ext cx="399415" cy="94615"/>
            </a:xfrm>
            <a:custGeom>
              <a:avLst/>
              <a:gdLst/>
              <a:ahLst/>
              <a:cxnLst/>
              <a:rect l="l" t="t" r="r" b="b"/>
              <a:pathLst>
                <a:path w="399415" h="94615">
                  <a:moveTo>
                    <a:pt x="0" y="0"/>
                  </a:moveTo>
                  <a:lnTo>
                    <a:pt x="7539" y="57328"/>
                  </a:lnTo>
                  <a:lnTo>
                    <a:pt x="48321" y="76907"/>
                  </a:lnTo>
                  <a:lnTo>
                    <a:pt x="99186" y="88961"/>
                  </a:lnTo>
                  <a:lnTo>
                    <a:pt x="173816" y="94342"/>
                  </a:lnTo>
                  <a:lnTo>
                    <a:pt x="220707" y="92251"/>
                  </a:lnTo>
                  <a:lnTo>
                    <a:pt x="271837" y="84941"/>
                  </a:lnTo>
                  <a:lnTo>
                    <a:pt x="329064" y="70855"/>
                  </a:lnTo>
                  <a:lnTo>
                    <a:pt x="394249" y="48438"/>
                  </a:lnTo>
                  <a:lnTo>
                    <a:pt x="399370" y="5015"/>
                  </a:lnTo>
                  <a:lnTo>
                    <a:pt x="321992" y="29608"/>
                  </a:lnTo>
                  <a:lnTo>
                    <a:pt x="251530" y="42360"/>
                  </a:lnTo>
                  <a:lnTo>
                    <a:pt x="188554" y="45649"/>
                  </a:lnTo>
                  <a:lnTo>
                    <a:pt x="133638" y="41858"/>
                  </a:lnTo>
                  <a:lnTo>
                    <a:pt x="87354" y="33366"/>
                  </a:lnTo>
                  <a:lnTo>
                    <a:pt x="50276" y="22553"/>
                  </a:lnTo>
                  <a:lnTo>
                    <a:pt x="6026" y="34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18779923" y="6794926"/>
              <a:ext cx="243840" cy="384810"/>
            </a:xfrm>
            <a:custGeom>
              <a:avLst/>
              <a:gdLst/>
              <a:ahLst/>
              <a:cxnLst/>
              <a:rect l="l" t="t" r="r" b="b"/>
              <a:pathLst>
                <a:path w="243840" h="384809">
                  <a:moveTo>
                    <a:pt x="67038" y="0"/>
                  </a:moveTo>
                  <a:lnTo>
                    <a:pt x="17239" y="20784"/>
                  </a:lnTo>
                  <a:lnTo>
                    <a:pt x="3795" y="34130"/>
                  </a:lnTo>
                  <a:lnTo>
                    <a:pt x="0" y="42700"/>
                  </a:lnTo>
                  <a:lnTo>
                    <a:pt x="6470" y="50201"/>
                  </a:lnTo>
                  <a:lnTo>
                    <a:pt x="23825" y="60343"/>
                  </a:lnTo>
                  <a:lnTo>
                    <a:pt x="44774" y="68922"/>
                  </a:lnTo>
                  <a:lnTo>
                    <a:pt x="60824" y="72780"/>
                  </a:lnTo>
                  <a:lnTo>
                    <a:pt x="70755" y="77191"/>
                  </a:lnTo>
                  <a:lnTo>
                    <a:pt x="73352" y="87431"/>
                  </a:lnTo>
                  <a:lnTo>
                    <a:pt x="72650" y="102921"/>
                  </a:lnTo>
                  <a:lnTo>
                    <a:pt x="75828" y="118171"/>
                  </a:lnTo>
                  <a:lnTo>
                    <a:pt x="86404" y="131093"/>
                  </a:lnTo>
                  <a:lnTo>
                    <a:pt x="107895" y="139597"/>
                  </a:lnTo>
                  <a:lnTo>
                    <a:pt x="123610" y="147637"/>
                  </a:lnTo>
                  <a:lnTo>
                    <a:pt x="123742" y="160358"/>
                  </a:lnTo>
                  <a:lnTo>
                    <a:pt x="122136" y="177466"/>
                  </a:lnTo>
                  <a:lnTo>
                    <a:pt x="132638" y="198664"/>
                  </a:lnTo>
                  <a:lnTo>
                    <a:pt x="146803" y="217525"/>
                  </a:lnTo>
                  <a:lnTo>
                    <a:pt x="145841" y="226663"/>
                  </a:lnTo>
                  <a:lnTo>
                    <a:pt x="138986" y="236232"/>
                  </a:lnTo>
                  <a:lnTo>
                    <a:pt x="135476" y="256390"/>
                  </a:lnTo>
                  <a:lnTo>
                    <a:pt x="138836" y="277897"/>
                  </a:lnTo>
                  <a:lnTo>
                    <a:pt x="144883" y="290902"/>
                  </a:lnTo>
                  <a:lnTo>
                    <a:pt x="151053" y="298817"/>
                  </a:lnTo>
                  <a:lnTo>
                    <a:pt x="154784" y="305058"/>
                  </a:lnTo>
                  <a:lnTo>
                    <a:pt x="160864" y="337612"/>
                  </a:lnTo>
                  <a:lnTo>
                    <a:pt x="160018" y="353071"/>
                  </a:lnTo>
                  <a:lnTo>
                    <a:pt x="156438" y="357730"/>
                  </a:lnTo>
                  <a:lnTo>
                    <a:pt x="154313" y="357884"/>
                  </a:lnTo>
                  <a:lnTo>
                    <a:pt x="243525" y="384218"/>
                  </a:lnTo>
                  <a:lnTo>
                    <a:pt x="157632" y="37988"/>
                  </a:lnTo>
                  <a:lnTo>
                    <a:pt x="67038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5" name="object 345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8610222" y="6784954"/>
              <a:ext cx="194092" cy="189168"/>
            </a:xfrm>
            <a:prstGeom prst="rect">
              <a:avLst/>
            </a:prstGeom>
          </p:spPr>
        </p:pic>
        <p:sp>
          <p:nvSpPr>
            <p:cNvPr id="346" name="object 346" descr=""/>
            <p:cNvSpPr/>
            <p:nvPr/>
          </p:nvSpPr>
          <p:spPr>
            <a:xfrm>
              <a:off x="18545893" y="6824644"/>
              <a:ext cx="201295" cy="400050"/>
            </a:xfrm>
            <a:custGeom>
              <a:avLst/>
              <a:gdLst/>
              <a:ahLst/>
              <a:cxnLst/>
              <a:rect l="l" t="t" r="r" b="b"/>
              <a:pathLst>
                <a:path w="201294" h="400050">
                  <a:moveTo>
                    <a:pt x="174788" y="0"/>
                  </a:moveTo>
                  <a:lnTo>
                    <a:pt x="133119" y="22267"/>
                  </a:lnTo>
                  <a:lnTo>
                    <a:pt x="114953" y="53753"/>
                  </a:lnTo>
                  <a:lnTo>
                    <a:pt x="109016" y="57941"/>
                  </a:lnTo>
                  <a:lnTo>
                    <a:pt x="71268" y="67156"/>
                  </a:lnTo>
                  <a:lnTo>
                    <a:pt x="56065" y="92611"/>
                  </a:lnTo>
                  <a:lnTo>
                    <a:pt x="56159" y="97333"/>
                  </a:lnTo>
                  <a:lnTo>
                    <a:pt x="61531" y="113479"/>
                  </a:lnTo>
                  <a:lnTo>
                    <a:pt x="61593" y="117186"/>
                  </a:lnTo>
                  <a:lnTo>
                    <a:pt x="60127" y="124821"/>
                  </a:lnTo>
                  <a:lnTo>
                    <a:pt x="56020" y="131708"/>
                  </a:lnTo>
                  <a:lnTo>
                    <a:pt x="50087" y="138152"/>
                  </a:lnTo>
                  <a:lnTo>
                    <a:pt x="35103" y="151834"/>
                  </a:lnTo>
                  <a:lnTo>
                    <a:pt x="28195" y="159785"/>
                  </a:lnTo>
                  <a:lnTo>
                    <a:pt x="23688" y="168771"/>
                  </a:lnTo>
                  <a:lnTo>
                    <a:pt x="22851" y="179247"/>
                  </a:lnTo>
                  <a:lnTo>
                    <a:pt x="23804" y="186953"/>
                  </a:lnTo>
                  <a:lnTo>
                    <a:pt x="41332" y="210565"/>
                  </a:lnTo>
                  <a:lnTo>
                    <a:pt x="41531" y="224418"/>
                  </a:lnTo>
                  <a:lnTo>
                    <a:pt x="23375" y="245088"/>
                  </a:lnTo>
                  <a:lnTo>
                    <a:pt x="20799" y="249726"/>
                  </a:lnTo>
                  <a:lnTo>
                    <a:pt x="16934" y="260951"/>
                  </a:lnTo>
                  <a:lnTo>
                    <a:pt x="16945" y="272770"/>
                  </a:lnTo>
                  <a:lnTo>
                    <a:pt x="20640" y="283996"/>
                  </a:lnTo>
                  <a:lnTo>
                    <a:pt x="27825" y="293442"/>
                  </a:lnTo>
                  <a:lnTo>
                    <a:pt x="37741" y="301568"/>
                  </a:lnTo>
                  <a:lnTo>
                    <a:pt x="40767" y="310635"/>
                  </a:lnTo>
                  <a:lnTo>
                    <a:pt x="35552" y="317075"/>
                  </a:lnTo>
                  <a:lnTo>
                    <a:pt x="27594" y="321986"/>
                  </a:lnTo>
                  <a:lnTo>
                    <a:pt x="12684" y="329326"/>
                  </a:lnTo>
                  <a:lnTo>
                    <a:pt x="8600" y="333410"/>
                  </a:lnTo>
                  <a:lnTo>
                    <a:pt x="2996" y="341426"/>
                  </a:lnTo>
                  <a:lnTo>
                    <a:pt x="319" y="350417"/>
                  </a:lnTo>
                  <a:lnTo>
                    <a:pt x="0" y="359537"/>
                  </a:lnTo>
                  <a:lnTo>
                    <a:pt x="1470" y="367942"/>
                  </a:lnTo>
                  <a:lnTo>
                    <a:pt x="21626" y="399753"/>
                  </a:lnTo>
                  <a:lnTo>
                    <a:pt x="24663" y="397481"/>
                  </a:lnTo>
                  <a:lnTo>
                    <a:pt x="24966" y="395334"/>
                  </a:lnTo>
                  <a:lnTo>
                    <a:pt x="18802" y="386901"/>
                  </a:lnTo>
                  <a:lnTo>
                    <a:pt x="14353" y="380102"/>
                  </a:lnTo>
                  <a:lnTo>
                    <a:pt x="10702" y="373228"/>
                  </a:lnTo>
                  <a:lnTo>
                    <a:pt x="8066" y="366089"/>
                  </a:lnTo>
                  <a:lnTo>
                    <a:pt x="6769" y="358121"/>
                  </a:lnTo>
                  <a:lnTo>
                    <a:pt x="7293" y="350516"/>
                  </a:lnTo>
                  <a:lnTo>
                    <a:pt x="9546" y="343740"/>
                  </a:lnTo>
                  <a:lnTo>
                    <a:pt x="13438" y="338258"/>
                  </a:lnTo>
                  <a:lnTo>
                    <a:pt x="16726" y="334970"/>
                  </a:lnTo>
                  <a:lnTo>
                    <a:pt x="30924" y="327996"/>
                  </a:lnTo>
                  <a:lnTo>
                    <a:pt x="33479" y="326404"/>
                  </a:lnTo>
                  <a:lnTo>
                    <a:pt x="39212" y="321889"/>
                  </a:lnTo>
                  <a:lnTo>
                    <a:pt x="43636" y="316157"/>
                  </a:lnTo>
                  <a:lnTo>
                    <a:pt x="45939" y="309599"/>
                  </a:lnTo>
                  <a:lnTo>
                    <a:pt x="45311" y="302604"/>
                  </a:lnTo>
                  <a:lnTo>
                    <a:pt x="43604" y="297494"/>
                  </a:lnTo>
                  <a:lnTo>
                    <a:pt x="32474" y="288395"/>
                  </a:lnTo>
                  <a:lnTo>
                    <a:pt x="26744" y="280794"/>
                  </a:lnTo>
                  <a:lnTo>
                    <a:pt x="23772" y="271668"/>
                  </a:lnTo>
                  <a:lnTo>
                    <a:pt x="23730" y="262070"/>
                  </a:lnTo>
                  <a:lnTo>
                    <a:pt x="26788" y="253056"/>
                  </a:lnTo>
                  <a:lnTo>
                    <a:pt x="29008" y="249056"/>
                  </a:lnTo>
                  <a:lnTo>
                    <a:pt x="40246" y="236107"/>
                  </a:lnTo>
                  <a:lnTo>
                    <a:pt x="44348" y="230312"/>
                  </a:lnTo>
                  <a:lnTo>
                    <a:pt x="47240" y="223965"/>
                  </a:lnTo>
                  <a:lnTo>
                    <a:pt x="48274" y="216837"/>
                  </a:lnTo>
                  <a:lnTo>
                    <a:pt x="48149" y="208251"/>
                  </a:lnTo>
                  <a:lnTo>
                    <a:pt x="30380" y="184315"/>
                  </a:lnTo>
                  <a:lnTo>
                    <a:pt x="29647" y="178399"/>
                  </a:lnTo>
                  <a:lnTo>
                    <a:pt x="30447" y="170264"/>
                  </a:lnTo>
                  <a:lnTo>
                    <a:pt x="34366" y="162984"/>
                  </a:lnTo>
                  <a:lnTo>
                    <a:pt x="40434" y="156213"/>
                  </a:lnTo>
                  <a:lnTo>
                    <a:pt x="55304" y="142634"/>
                  </a:lnTo>
                  <a:lnTo>
                    <a:pt x="62010" y="135156"/>
                  </a:lnTo>
                  <a:lnTo>
                    <a:pt x="66740" y="126771"/>
                  </a:lnTo>
                  <a:lnTo>
                    <a:pt x="68441" y="117081"/>
                  </a:lnTo>
                  <a:lnTo>
                    <a:pt x="68368" y="112317"/>
                  </a:lnTo>
                  <a:lnTo>
                    <a:pt x="62996" y="96150"/>
                  </a:lnTo>
                  <a:lnTo>
                    <a:pt x="62777" y="85270"/>
                  </a:lnTo>
                  <a:lnTo>
                    <a:pt x="67478" y="77616"/>
                  </a:lnTo>
                  <a:lnTo>
                    <a:pt x="83048" y="67857"/>
                  </a:lnTo>
                  <a:lnTo>
                    <a:pt x="111539" y="64538"/>
                  </a:lnTo>
                  <a:lnTo>
                    <a:pt x="120220" y="58423"/>
                  </a:lnTo>
                  <a:lnTo>
                    <a:pt x="145199" y="18615"/>
                  </a:lnTo>
                  <a:lnTo>
                    <a:pt x="174552" y="6817"/>
                  </a:lnTo>
                  <a:lnTo>
                    <a:pt x="185354" y="8684"/>
                  </a:lnTo>
                  <a:lnTo>
                    <a:pt x="195233" y="13545"/>
                  </a:lnTo>
                  <a:lnTo>
                    <a:pt x="196930" y="14728"/>
                  </a:lnTo>
                  <a:lnTo>
                    <a:pt x="199055" y="14351"/>
                  </a:lnTo>
                  <a:lnTo>
                    <a:pt x="201233" y="11273"/>
                  </a:lnTo>
                  <a:lnTo>
                    <a:pt x="200867" y="9137"/>
                  </a:lnTo>
                  <a:lnTo>
                    <a:pt x="199076" y="7870"/>
                  </a:lnTo>
                  <a:lnTo>
                    <a:pt x="187522" y="2201"/>
                  </a:lnTo>
                  <a:lnTo>
                    <a:pt x="174788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7" name="object 347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8918885" y="6871789"/>
              <a:ext cx="89264" cy="134467"/>
            </a:xfrm>
            <a:prstGeom prst="rect">
              <a:avLst/>
            </a:prstGeom>
          </p:spPr>
        </p:pic>
        <p:pic>
          <p:nvPicPr>
            <p:cNvPr id="348" name="object 348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8698981" y="7913570"/>
              <a:ext cx="79536" cy="81840"/>
            </a:xfrm>
            <a:prstGeom prst="rect">
              <a:avLst/>
            </a:prstGeom>
          </p:spPr>
        </p:pic>
        <p:sp>
          <p:nvSpPr>
            <p:cNvPr id="349" name="object 349" descr=""/>
            <p:cNvSpPr/>
            <p:nvPr/>
          </p:nvSpPr>
          <p:spPr>
            <a:xfrm>
              <a:off x="18889745" y="7893631"/>
              <a:ext cx="309245" cy="1107440"/>
            </a:xfrm>
            <a:custGeom>
              <a:avLst/>
              <a:gdLst/>
              <a:ahLst/>
              <a:cxnLst/>
              <a:rect l="l" t="t" r="r" b="b"/>
              <a:pathLst>
                <a:path w="309244" h="1107440">
                  <a:moveTo>
                    <a:pt x="120624" y="0"/>
                  </a:moveTo>
                  <a:lnTo>
                    <a:pt x="68799" y="17834"/>
                  </a:lnTo>
                  <a:lnTo>
                    <a:pt x="30855" y="27641"/>
                  </a:lnTo>
                  <a:lnTo>
                    <a:pt x="0" y="33444"/>
                  </a:lnTo>
                  <a:lnTo>
                    <a:pt x="35742" y="108339"/>
                  </a:lnTo>
                  <a:lnTo>
                    <a:pt x="67434" y="181525"/>
                  </a:lnTo>
                  <a:lnTo>
                    <a:pt x="95334" y="252877"/>
                  </a:lnTo>
                  <a:lnTo>
                    <a:pt x="119704" y="322270"/>
                  </a:lnTo>
                  <a:lnTo>
                    <a:pt x="140802" y="389579"/>
                  </a:lnTo>
                  <a:lnTo>
                    <a:pt x="158890" y="454681"/>
                  </a:lnTo>
                  <a:lnTo>
                    <a:pt x="174226" y="517450"/>
                  </a:lnTo>
                  <a:lnTo>
                    <a:pt x="187071" y="577763"/>
                  </a:lnTo>
                  <a:lnTo>
                    <a:pt x="197684" y="635495"/>
                  </a:lnTo>
                  <a:lnTo>
                    <a:pt x="206326" y="690522"/>
                  </a:lnTo>
                  <a:lnTo>
                    <a:pt x="213257" y="742719"/>
                  </a:lnTo>
                  <a:lnTo>
                    <a:pt x="218736" y="791962"/>
                  </a:lnTo>
                  <a:lnTo>
                    <a:pt x="223024" y="838126"/>
                  </a:lnTo>
                  <a:lnTo>
                    <a:pt x="226380" y="881087"/>
                  </a:lnTo>
                  <a:lnTo>
                    <a:pt x="233458" y="989509"/>
                  </a:lnTo>
                  <a:lnTo>
                    <a:pt x="235687" y="1018414"/>
                  </a:lnTo>
                  <a:lnTo>
                    <a:pt x="241510" y="1064624"/>
                  </a:lnTo>
                  <a:lnTo>
                    <a:pt x="257555" y="1103073"/>
                  </a:lnTo>
                  <a:lnTo>
                    <a:pt x="265893" y="1107161"/>
                  </a:lnTo>
                  <a:lnTo>
                    <a:pt x="276159" y="1106678"/>
                  </a:lnTo>
                  <a:lnTo>
                    <a:pt x="296124" y="1101631"/>
                  </a:lnTo>
                  <a:lnTo>
                    <a:pt x="309100" y="1097778"/>
                  </a:lnTo>
                  <a:lnTo>
                    <a:pt x="301838" y="993673"/>
                  </a:lnTo>
                  <a:lnTo>
                    <a:pt x="283827" y="757618"/>
                  </a:lnTo>
                  <a:lnTo>
                    <a:pt x="260734" y="503999"/>
                  </a:lnTo>
                  <a:lnTo>
                    <a:pt x="238223" y="347204"/>
                  </a:lnTo>
                  <a:lnTo>
                    <a:pt x="221077" y="289657"/>
                  </a:lnTo>
                  <a:lnTo>
                    <a:pt x="202674" y="238062"/>
                  </a:lnTo>
                  <a:lnTo>
                    <a:pt x="171596" y="163247"/>
                  </a:lnTo>
                  <a:lnTo>
                    <a:pt x="116425" y="36040"/>
                  </a:lnTo>
                  <a:lnTo>
                    <a:pt x="120624" y="0"/>
                  </a:lnTo>
                  <a:close/>
                </a:path>
              </a:pathLst>
            </a:custGeom>
            <a:solidFill>
              <a:srgbClr val="036F79">
                <a:alpha val="1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0" name="object 350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9287723" y="8357858"/>
              <a:ext cx="139597" cy="227898"/>
            </a:xfrm>
            <a:prstGeom prst="rect">
              <a:avLst/>
            </a:prstGeom>
          </p:spPr>
        </p:pic>
        <p:pic>
          <p:nvPicPr>
            <p:cNvPr id="351" name="object 351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8160276" y="7435566"/>
              <a:ext cx="171171" cy="253117"/>
            </a:xfrm>
            <a:prstGeom prst="rect">
              <a:avLst/>
            </a:prstGeom>
          </p:spPr>
        </p:pic>
      </p:grpSp>
      <p:grpSp>
        <p:nvGrpSpPr>
          <p:cNvPr id="352" name="object 352" descr=""/>
          <p:cNvGrpSpPr/>
          <p:nvPr/>
        </p:nvGrpSpPr>
        <p:grpSpPr>
          <a:xfrm>
            <a:off x="3863476" y="2167213"/>
            <a:ext cx="1422400" cy="3356610"/>
            <a:chOff x="3863476" y="2167213"/>
            <a:chExt cx="1422400" cy="3356610"/>
          </a:xfrm>
        </p:grpSpPr>
        <p:sp>
          <p:nvSpPr>
            <p:cNvPr id="353" name="object 353" descr=""/>
            <p:cNvSpPr/>
            <p:nvPr/>
          </p:nvSpPr>
          <p:spPr>
            <a:xfrm>
              <a:off x="4068353" y="5206448"/>
              <a:ext cx="253365" cy="265430"/>
            </a:xfrm>
            <a:custGeom>
              <a:avLst/>
              <a:gdLst/>
              <a:ahLst/>
              <a:cxnLst/>
              <a:rect l="l" t="t" r="r" b="b"/>
              <a:pathLst>
                <a:path w="253364" h="265429">
                  <a:moveTo>
                    <a:pt x="253133" y="0"/>
                  </a:moveTo>
                  <a:lnTo>
                    <a:pt x="151084" y="0"/>
                  </a:lnTo>
                  <a:lnTo>
                    <a:pt x="135665" y="77596"/>
                  </a:lnTo>
                  <a:lnTo>
                    <a:pt x="119692" y="123624"/>
                  </a:lnTo>
                  <a:lnTo>
                    <a:pt x="93416" y="156231"/>
                  </a:lnTo>
                  <a:lnTo>
                    <a:pt x="47087" y="193564"/>
                  </a:lnTo>
                  <a:lnTo>
                    <a:pt x="0" y="235919"/>
                  </a:lnTo>
                  <a:lnTo>
                    <a:pt x="138739" y="265143"/>
                  </a:lnTo>
                  <a:lnTo>
                    <a:pt x="213134" y="215585"/>
                  </a:lnTo>
                  <a:lnTo>
                    <a:pt x="206705" y="192203"/>
                  </a:lnTo>
                  <a:lnTo>
                    <a:pt x="211252" y="152338"/>
                  </a:lnTo>
                  <a:lnTo>
                    <a:pt x="227512" y="87361"/>
                  </a:lnTo>
                  <a:lnTo>
                    <a:pt x="244976" y="26754"/>
                  </a:lnTo>
                  <a:lnTo>
                    <a:pt x="253133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3868793" y="5387055"/>
              <a:ext cx="430530" cy="118110"/>
            </a:xfrm>
            <a:custGeom>
              <a:avLst/>
              <a:gdLst/>
              <a:ahLst/>
              <a:cxnLst/>
              <a:rect l="l" t="t" r="r" b="b"/>
              <a:pathLst>
                <a:path w="430529" h="118110">
                  <a:moveTo>
                    <a:pt x="228171" y="0"/>
                  </a:moveTo>
                  <a:lnTo>
                    <a:pt x="187408" y="24227"/>
                  </a:lnTo>
                  <a:lnTo>
                    <a:pt x="131390" y="47869"/>
                  </a:lnTo>
                  <a:lnTo>
                    <a:pt x="90279" y="58197"/>
                  </a:lnTo>
                  <a:lnTo>
                    <a:pt x="51252" y="66909"/>
                  </a:lnTo>
                  <a:lnTo>
                    <a:pt x="22935" y="73760"/>
                  </a:lnTo>
                  <a:lnTo>
                    <a:pt x="5720" y="81914"/>
                  </a:lnTo>
                  <a:lnTo>
                    <a:pt x="0" y="94531"/>
                  </a:lnTo>
                  <a:lnTo>
                    <a:pt x="40698" y="110690"/>
                  </a:lnTo>
                  <a:lnTo>
                    <a:pt x="129960" y="116971"/>
                  </a:lnTo>
                  <a:lnTo>
                    <a:pt x="219169" y="117623"/>
                  </a:lnTo>
                  <a:lnTo>
                    <a:pt x="259709" y="116896"/>
                  </a:lnTo>
                  <a:lnTo>
                    <a:pt x="430374" y="111368"/>
                  </a:lnTo>
                  <a:lnTo>
                    <a:pt x="418468" y="27308"/>
                  </a:lnTo>
                  <a:lnTo>
                    <a:pt x="387499" y="36533"/>
                  </a:lnTo>
                  <a:lnTo>
                    <a:pt x="367199" y="41270"/>
                  </a:lnTo>
                  <a:lnTo>
                    <a:pt x="348590" y="43016"/>
                  </a:lnTo>
                  <a:lnTo>
                    <a:pt x="322691" y="43265"/>
                  </a:lnTo>
                  <a:lnTo>
                    <a:pt x="291592" y="42003"/>
                  </a:lnTo>
                  <a:lnTo>
                    <a:pt x="266645" y="38726"/>
                  </a:lnTo>
                  <a:lnTo>
                    <a:pt x="247161" y="34201"/>
                  </a:lnTo>
                  <a:lnTo>
                    <a:pt x="232453" y="29192"/>
                  </a:lnTo>
                  <a:lnTo>
                    <a:pt x="239316" y="17342"/>
                  </a:lnTo>
                  <a:lnTo>
                    <a:pt x="237007" y="8117"/>
                  </a:lnTo>
                  <a:lnTo>
                    <a:pt x="231350" y="2131"/>
                  </a:lnTo>
                  <a:lnTo>
                    <a:pt x="228171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3863467" y="5417953"/>
              <a:ext cx="436880" cy="105410"/>
            </a:xfrm>
            <a:custGeom>
              <a:avLst/>
              <a:gdLst/>
              <a:ahLst/>
              <a:cxnLst/>
              <a:rect l="l" t="t" r="r" b="b"/>
              <a:pathLst>
                <a:path w="436879" h="105410">
                  <a:moveTo>
                    <a:pt x="280568" y="10325"/>
                  </a:moveTo>
                  <a:lnTo>
                    <a:pt x="268630" y="8064"/>
                  </a:lnTo>
                  <a:lnTo>
                    <a:pt x="258279" y="5499"/>
                  </a:lnTo>
                  <a:lnTo>
                    <a:pt x="249389" y="2781"/>
                  </a:lnTo>
                  <a:lnTo>
                    <a:pt x="241858" y="0"/>
                  </a:lnTo>
                  <a:lnTo>
                    <a:pt x="225018" y="7251"/>
                  </a:lnTo>
                  <a:lnTo>
                    <a:pt x="211404" y="12649"/>
                  </a:lnTo>
                  <a:lnTo>
                    <a:pt x="189001" y="21120"/>
                  </a:lnTo>
                  <a:lnTo>
                    <a:pt x="178943" y="29578"/>
                  </a:lnTo>
                  <a:lnTo>
                    <a:pt x="179387" y="39166"/>
                  </a:lnTo>
                  <a:lnTo>
                    <a:pt x="190360" y="44335"/>
                  </a:lnTo>
                  <a:lnTo>
                    <a:pt x="211912" y="39522"/>
                  </a:lnTo>
                  <a:lnTo>
                    <a:pt x="280568" y="10325"/>
                  </a:lnTo>
                  <a:close/>
                </a:path>
                <a:path w="436879" h="105410">
                  <a:moveTo>
                    <a:pt x="436397" y="78536"/>
                  </a:moveTo>
                  <a:lnTo>
                    <a:pt x="149034" y="78536"/>
                  </a:lnTo>
                  <a:lnTo>
                    <a:pt x="90538" y="76974"/>
                  </a:lnTo>
                  <a:lnTo>
                    <a:pt x="44284" y="73533"/>
                  </a:lnTo>
                  <a:lnTo>
                    <a:pt x="13779" y="70065"/>
                  </a:lnTo>
                  <a:lnTo>
                    <a:pt x="2540" y="68453"/>
                  </a:lnTo>
                  <a:lnTo>
                    <a:pt x="0" y="95250"/>
                  </a:lnTo>
                  <a:lnTo>
                    <a:pt x="12026" y="96989"/>
                  </a:lnTo>
                  <a:lnTo>
                    <a:pt x="42646" y="100431"/>
                  </a:lnTo>
                  <a:lnTo>
                    <a:pt x="89204" y="103797"/>
                  </a:lnTo>
                  <a:lnTo>
                    <a:pt x="149034" y="105308"/>
                  </a:lnTo>
                  <a:lnTo>
                    <a:pt x="436397" y="105308"/>
                  </a:lnTo>
                  <a:lnTo>
                    <a:pt x="436397" y="78536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6" name="object 356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4748485" y="5222807"/>
              <a:ext cx="212361" cy="300450"/>
            </a:xfrm>
            <a:prstGeom prst="rect">
              <a:avLst/>
            </a:prstGeom>
          </p:spPr>
        </p:pic>
        <p:sp>
          <p:nvSpPr>
            <p:cNvPr id="357" name="object 357" descr=""/>
            <p:cNvSpPr/>
            <p:nvPr/>
          </p:nvSpPr>
          <p:spPr>
            <a:xfrm>
              <a:off x="4162597" y="3566747"/>
              <a:ext cx="945515" cy="1798320"/>
            </a:xfrm>
            <a:custGeom>
              <a:avLst/>
              <a:gdLst/>
              <a:ahLst/>
              <a:cxnLst/>
              <a:rect l="l" t="t" r="r" b="b"/>
              <a:pathLst>
                <a:path w="945514" h="1798320">
                  <a:moveTo>
                    <a:pt x="330345" y="534"/>
                  </a:moveTo>
                  <a:lnTo>
                    <a:pt x="165230" y="895909"/>
                  </a:lnTo>
                  <a:lnTo>
                    <a:pt x="0" y="1751580"/>
                  </a:lnTo>
                  <a:lnTo>
                    <a:pt x="184434" y="1797819"/>
                  </a:lnTo>
                  <a:lnTo>
                    <a:pt x="382585" y="967248"/>
                  </a:lnTo>
                  <a:lnTo>
                    <a:pt x="600473" y="372093"/>
                  </a:lnTo>
                  <a:lnTo>
                    <a:pt x="945348" y="372093"/>
                  </a:lnTo>
                  <a:lnTo>
                    <a:pt x="945489" y="318471"/>
                  </a:lnTo>
                  <a:lnTo>
                    <a:pt x="928799" y="198659"/>
                  </a:lnTo>
                  <a:lnTo>
                    <a:pt x="896298" y="96968"/>
                  </a:lnTo>
                  <a:lnTo>
                    <a:pt x="864608" y="26410"/>
                  </a:lnTo>
                  <a:lnTo>
                    <a:pt x="852001" y="3057"/>
                  </a:lnTo>
                  <a:lnTo>
                    <a:pt x="603259" y="3057"/>
                  </a:lnTo>
                  <a:lnTo>
                    <a:pt x="330345" y="534"/>
                  </a:lnTo>
                  <a:close/>
                </a:path>
                <a:path w="945514" h="1798320">
                  <a:moveTo>
                    <a:pt x="945347" y="372606"/>
                  </a:moveTo>
                  <a:lnTo>
                    <a:pt x="631059" y="372606"/>
                  </a:lnTo>
                  <a:lnTo>
                    <a:pt x="611175" y="1742889"/>
                  </a:lnTo>
                  <a:lnTo>
                    <a:pt x="770301" y="1765181"/>
                  </a:lnTo>
                  <a:lnTo>
                    <a:pt x="874014" y="1022198"/>
                  </a:lnTo>
                  <a:lnTo>
                    <a:pt x="926834" y="623838"/>
                  </a:lnTo>
                  <a:lnTo>
                    <a:pt x="945184" y="434472"/>
                  </a:lnTo>
                  <a:lnTo>
                    <a:pt x="945347" y="372606"/>
                  </a:lnTo>
                  <a:close/>
                </a:path>
                <a:path w="945514" h="1798320">
                  <a:moveTo>
                    <a:pt x="945348" y="372093"/>
                  </a:moveTo>
                  <a:lnTo>
                    <a:pt x="600473" y="372093"/>
                  </a:lnTo>
                  <a:lnTo>
                    <a:pt x="606463" y="374135"/>
                  </a:lnTo>
                  <a:lnTo>
                    <a:pt x="620776" y="374428"/>
                  </a:lnTo>
                  <a:lnTo>
                    <a:pt x="631059" y="372606"/>
                  </a:lnTo>
                  <a:lnTo>
                    <a:pt x="945347" y="372606"/>
                  </a:lnTo>
                  <a:lnTo>
                    <a:pt x="945348" y="372093"/>
                  </a:lnTo>
                  <a:close/>
                </a:path>
                <a:path w="945514" h="1798320">
                  <a:moveTo>
                    <a:pt x="850351" y="0"/>
                  </a:moveTo>
                  <a:lnTo>
                    <a:pt x="629111" y="3057"/>
                  </a:lnTo>
                  <a:lnTo>
                    <a:pt x="852001" y="3057"/>
                  </a:lnTo>
                  <a:lnTo>
                    <a:pt x="85035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4773764" y="3939355"/>
              <a:ext cx="66675" cy="1370330"/>
            </a:xfrm>
            <a:custGeom>
              <a:avLst/>
              <a:gdLst/>
              <a:ahLst/>
              <a:cxnLst/>
              <a:rect l="l" t="t" r="r" b="b"/>
              <a:pathLst>
                <a:path w="66675" h="1370329">
                  <a:moveTo>
                    <a:pt x="66306" y="809244"/>
                  </a:moveTo>
                  <a:lnTo>
                    <a:pt x="64884" y="705459"/>
                  </a:lnTo>
                  <a:lnTo>
                    <a:pt x="56032" y="525183"/>
                  </a:lnTo>
                  <a:lnTo>
                    <a:pt x="40767" y="290461"/>
                  </a:lnTo>
                  <a:lnTo>
                    <a:pt x="26314" y="86880"/>
                  </a:lnTo>
                  <a:lnTo>
                    <a:pt x="19888" y="0"/>
                  </a:lnTo>
                  <a:lnTo>
                    <a:pt x="0" y="1370291"/>
                  </a:lnTo>
                  <a:lnTo>
                    <a:pt x="39941" y="1079334"/>
                  </a:lnTo>
                  <a:lnTo>
                    <a:pt x="60020" y="913091"/>
                  </a:lnTo>
                  <a:lnTo>
                    <a:pt x="66306" y="809244"/>
                  </a:lnTo>
                  <a:close/>
                </a:path>
              </a:pathLst>
            </a:custGeom>
            <a:solidFill>
              <a:srgbClr val="9DDCF8">
                <a:alpha val="3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4311269" y="3934131"/>
              <a:ext cx="451484" cy="1430655"/>
            </a:xfrm>
            <a:custGeom>
              <a:avLst/>
              <a:gdLst/>
              <a:ahLst/>
              <a:cxnLst/>
              <a:rect l="l" t="t" r="r" b="b"/>
              <a:pathLst>
                <a:path w="451485" h="1430654">
                  <a:moveTo>
                    <a:pt x="451305" y="0"/>
                  </a:moveTo>
                  <a:lnTo>
                    <a:pt x="281436" y="407160"/>
                  </a:lnTo>
                  <a:lnTo>
                    <a:pt x="260135" y="451197"/>
                  </a:lnTo>
                  <a:lnTo>
                    <a:pt x="240005" y="495754"/>
                  </a:lnTo>
                  <a:lnTo>
                    <a:pt x="221054" y="540806"/>
                  </a:lnTo>
                  <a:lnTo>
                    <a:pt x="203290" y="586331"/>
                  </a:lnTo>
                  <a:lnTo>
                    <a:pt x="186724" y="632305"/>
                  </a:lnTo>
                  <a:lnTo>
                    <a:pt x="171365" y="678705"/>
                  </a:lnTo>
                  <a:lnTo>
                    <a:pt x="157220" y="725507"/>
                  </a:lnTo>
                  <a:lnTo>
                    <a:pt x="144299" y="772688"/>
                  </a:lnTo>
                  <a:lnTo>
                    <a:pt x="0" y="1419621"/>
                  </a:lnTo>
                  <a:lnTo>
                    <a:pt x="35758" y="1430438"/>
                  </a:lnTo>
                  <a:lnTo>
                    <a:pt x="233919" y="599866"/>
                  </a:lnTo>
                  <a:lnTo>
                    <a:pt x="451305" y="0"/>
                  </a:lnTo>
                  <a:close/>
                </a:path>
              </a:pathLst>
            </a:custGeom>
            <a:solidFill>
              <a:srgbClr val="9DDCF8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0" name="object 360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4420417" y="2653405"/>
              <a:ext cx="660702" cy="1084741"/>
            </a:xfrm>
            <a:prstGeom prst="rect">
              <a:avLst/>
            </a:prstGeom>
          </p:spPr>
        </p:pic>
        <p:pic>
          <p:nvPicPr>
            <p:cNvPr id="361" name="object 361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4277273" y="2167213"/>
              <a:ext cx="1007984" cy="1678113"/>
            </a:xfrm>
            <a:prstGeom prst="rect">
              <a:avLst/>
            </a:prstGeom>
          </p:spPr>
        </p:pic>
      </p:grpSp>
      <p:pic>
        <p:nvPicPr>
          <p:cNvPr id="362" name="object 362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10201683" y="6679305"/>
            <a:ext cx="1406887" cy="3378658"/>
          </a:xfrm>
          <a:prstGeom prst="rect">
            <a:avLst/>
          </a:prstGeom>
        </p:spPr>
      </p:pic>
      <p:sp>
        <p:nvSpPr>
          <p:cNvPr id="363" name="object 363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4" name="object 364" descr=""/>
          <p:cNvSpPr txBox="1"/>
          <p:nvPr/>
        </p:nvSpPr>
        <p:spPr>
          <a:xfrm>
            <a:off x="732793" y="781072"/>
            <a:ext cx="213741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Character</a:t>
            </a:r>
            <a:r>
              <a:rPr dirty="0" sz="1950" spc="4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set</a:t>
            </a:r>
            <a:r>
              <a:rPr dirty="0" sz="1950" spc="45" b="1">
                <a:latin typeface="Open Sans"/>
                <a:cs typeface="Open Sans"/>
              </a:rPr>
              <a:t> </a:t>
            </a:r>
            <a:r>
              <a:rPr dirty="0" sz="1950" spc="-50" b="1">
                <a:latin typeface="Open Sans"/>
                <a:cs typeface="Open Sans"/>
              </a:rPr>
              <a:t>A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Solid</a:t>
            </a:r>
            <a:r>
              <a:rPr dirty="0" sz="1950" spc="35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ﬁll</a:t>
            </a:r>
            <a:r>
              <a:rPr dirty="0" sz="1950" spc="35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characters</a:t>
            </a:r>
            <a:endParaRPr sz="1950">
              <a:latin typeface="Open Sans Light"/>
              <a:cs typeface="Open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2835298"/>
            <a:ext cx="20104100" cy="8419465"/>
            <a:chOff x="0" y="2835298"/>
            <a:chExt cx="20104100" cy="8419465"/>
          </a:xfrm>
        </p:grpSpPr>
        <p:sp>
          <p:nvSpPr>
            <p:cNvPr id="3" name="object 3" descr=""/>
            <p:cNvSpPr/>
            <p:nvPr/>
          </p:nvSpPr>
          <p:spPr>
            <a:xfrm>
              <a:off x="0" y="6592930"/>
              <a:ext cx="20104100" cy="4661535"/>
            </a:xfrm>
            <a:custGeom>
              <a:avLst/>
              <a:gdLst/>
              <a:ahLst/>
              <a:cxnLst/>
              <a:rect l="l" t="t" r="r" b="b"/>
              <a:pathLst>
                <a:path w="20104100" h="4661534">
                  <a:moveTo>
                    <a:pt x="0" y="0"/>
                  </a:moveTo>
                  <a:lnTo>
                    <a:pt x="0" y="4661342"/>
                  </a:lnTo>
                  <a:lnTo>
                    <a:pt x="20104099" y="4661342"/>
                  </a:lnTo>
                  <a:lnTo>
                    <a:pt x="201040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DDCF8">
                <a:alpha val="154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0250" y="3500402"/>
              <a:ext cx="3866141" cy="518432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87195" y="4383129"/>
              <a:ext cx="1665258" cy="113497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624288" y="4859433"/>
              <a:ext cx="43180" cy="492759"/>
            </a:xfrm>
            <a:custGeom>
              <a:avLst/>
              <a:gdLst/>
              <a:ahLst/>
              <a:cxnLst/>
              <a:rect l="l" t="t" r="r" b="b"/>
              <a:pathLst>
                <a:path w="43180" h="492760">
                  <a:moveTo>
                    <a:pt x="23213" y="492529"/>
                  </a:moveTo>
                  <a:lnTo>
                    <a:pt x="39572" y="347976"/>
                  </a:lnTo>
                  <a:lnTo>
                    <a:pt x="42607" y="248487"/>
                  </a:lnTo>
                  <a:lnTo>
                    <a:pt x="30141" y="147886"/>
                  </a:lnTo>
                  <a:lnTo>
                    <a:pt x="0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4309" y="4434668"/>
              <a:ext cx="697322" cy="1019248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2161" y="3743449"/>
              <a:ext cx="2262123" cy="480177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21764" y="7088984"/>
              <a:ext cx="2757261" cy="345340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3150084" y="4721688"/>
              <a:ext cx="478790" cy="2256790"/>
            </a:xfrm>
            <a:custGeom>
              <a:avLst/>
              <a:gdLst/>
              <a:ahLst/>
              <a:cxnLst/>
              <a:rect l="l" t="t" r="r" b="b"/>
              <a:pathLst>
                <a:path w="478790" h="2256790">
                  <a:moveTo>
                    <a:pt x="241844" y="0"/>
                  </a:moveTo>
                  <a:lnTo>
                    <a:pt x="165813" y="4079"/>
                  </a:lnTo>
                  <a:lnTo>
                    <a:pt x="56647" y="18259"/>
                  </a:lnTo>
                  <a:lnTo>
                    <a:pt x="40263" y="455494"/>
                  </a:lnTo>
                  <a:lnTo>
                    <a:pt x="30963" y="728613"/>
                  </a:lnTo>
                  <a:lnTo>
                    <a:pt x="25294" y="952256"/>
                  </a:lnTo>
                  <a:lnTo>
                    <a:pt x="13018" y="1596705"/>
                  </a:lnTo>
                  <a:lnTo>
                    <a:pt x="6621" y="1911649"/>
                  </a:lnTo>
                  <a:lnTo>
                    <a:pt x="0" y="2222643"/>
                  </a:lnTo>
                  <a:lnTo>
                    <a:pt x="175246" y="2248128"/>
                  </a:lnTo>
                  <a:lnTo>
                    <a:pt x="283524" y="2256623"/>
                  </a:lnTo>
                  <a:lnTo>
                    <a:pt x="369708" y="2248128"/>
                  </a:lnTo>
                  <a:lnTo>
                    <a:pt x="478676" y="2222643"/>
                  </a:lnTo>
                  <a:lnTo>
                    <a:pt x="437211" y="24469"/>
                  </a:lnTo>
                  <a:lnTo>
                    <a:pt x="320418" y="6602"/>
                  </a:lnTo>
                  <a:lnTo>
                    <a:pt x="2418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3150084" y="4721688"/>
              <a:ext cx="478790" cy="2256790"/>
            </a:xfrm>
            <a:custGeom>
              <a:avLst/>
              <a:gdLst/>
              <a:ahLst/>
              <a:cxnLst/>
              <a:rect l="l" t="t" r="r" b="b"/>
              <a:pathLst>
                <a:path w="478790" h="2256790">
                  <a:moveTo>
                    <a:pt x="437211" y="24469"/>
                  </a:moveTo>
                  <a:lnTo>
                    <a:pt x="320418" y="6602"/>
                  </a:lnTo>
                  <a:lnTo>
                    <a:pt x="241844" y="0"/>
                  </a:lnTo>
                  <a:lnTo>
                    <a:pt x="165813" y="4079"/>
                  </a:lnTo>
                  <a:lnTo>
                    <a:pt x="56647" y="18259"/>
                  </a:lnTo>
                  <a:lnTo>
                    <a:pt x="40263" y="455494"/>
                  </a:lnTo>
                  <a:lnTo>
                    <a:pt x="30963" y="728613"/>
                  </a:lnTo>
                  <a:lnTo>
                    <a:pt x="25294" y="952256"/>
                  </a:lnTo>
                  <a:lnTo>
                    <a:pt x="19800" y="1241060"/>
                  </a:lnTo>
                  <a:lnTo>
                    <a:pt x="13018" y="1596705"/>
                  </a:lnTo>
                  <a:lnTo>
                    <a:pt x="6621" y="1911649"/>
                  </a:lnTo>
                  <a:lnTo>
                    <a:pt x="1864" y="2136695"/>
                  </a:lnTo>
                  <a:lnTo>
                    <a:pt x="0" y="2222643"/>
                  </a:lnTo>
                  <a:lnTo>
                    <a:pt x="175246" y="2248128"/>
                  </a:lnTo>
                  <a:lnTo>
                    <a:pt x="283524" y="2256623"/>
                  </a:lnTo>
                  <a:lnTo>
                    <a:pt x="369708" y="2248128"/>
                  </a:lnTo>
                  <a:lnTo>
                    <a:pt x="478676" y="2222643"/>
                  </a:lnTo>
                  <a:lnTo>
                    <a:pt x="437211" y="24469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00625" y="4115438"/>
              <a:ext cx="1127621" cy="326188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156447" y="4348434"/>
              <a:ext cx="1075459" cy="286789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4924360" y="4372031"/>
              <a:ext cx="213360" cy="2254250"/>
            </a:xfrm>
            <a:custGeom>
              <a:avLst/>
              <a:gdLst/>
              <a:ahLst/>
              <a:cxnLst/>
              <a:rect l="l" t="t" r="r" b="b"/>
              <a:pathLst>
                <a:path w="213359" h="2254250">
                  <a:moveTo>
                    <a:pt x="7507" y="94"/>
                  </a:moveTo>
                  <a:lnTo>
                    <a:pt x="4952" y="0"/>
                  </a:lnTo>
                  <a:lnTo>
                    <a:pt x="3612" y="450"/>
                  </a:lnTo>
                  <a:lnTo>
                    <a:pt x="910" y="2502"/>
                  </a:lnTo>
                  <a:lnTo>
                    <a:pt x="0" y="4408"/>
                  </a:lnTo>
                  <a:lnTo>
                    <a:pt x="43747" y="2249868"/>
                  </a:lnTo>
                  <a:lnTo>
                    <a:pt x="44773" y="2251763"/>
                  </a:lnTo>
                  <a:lnTo>
                    <a:pt x="47516" y="2253627"/>
                  </a:lnTo>
                  <a:lnTo>
                    <a:pt x="48741" y="2253994"/>
                  </a:lnTo>
                  <a:lnTo>
                    <a:pt x="49988" y="2253994"/>
                  </a:lnTo>
                  <a:lnTo>
                    <a:pt x="51474" y="2253858"/>
                  </a:lnTo>
                  <a:lnTo>
                    <a:pt x="211197" y="2194425"/>
                  </a:lnTo>
                  <a:lnTo>
                    <a:pt x="212852" y="2191922"/>
                  </a:lnTo>
                  <a:lnTo>
                    <a:pt x="112949" y="33108"/>
                  </a:lnTo>
                  <a:lnTo>
                    <a:pt x="111137" y="30805"/>
                  </a:lnTo>
                  <a:lnTo>
                    <a:pt x="7507" y="94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918041" y="4365753"/>
              <a:ext cx="226060" cy="2266950"/>
            </a:xfrm>
            <a:custGeom>
              <a:avLst/>
              <a:gdLst/>
              <a:ahLst/>
              <a:cxnLst/>
              <a:rect l="l" t="t" r="r" b="b"/>
              <a:pathLst>
                <a:path w="226059" h="2266950">
                  <a:moveTo>
                    <a:pt x="13832" y="0"/>
                  </a:moveTo>
                  <a:lnTo>
                    <a:pt x="9915" y="0"/>
                  </a:lnTo>
                  <a:lnTo>
                    <a:pt x="7235" y="879"/>
                  </a:lnTo>
                  <a:lnTo>
                    <a:pt x="1832" y="4994"/>
                  </a:lnTo>
                  <a:lnTo>
                    <a:pt x="0" y="8806"/>
                  </a:lnTo>
                  <a:lnTo>
                    <a:pt x="43820" y="2258297"/>
                  </a:lnTo>
                  <a:lnTo>
                    <a:pt x="45862" y="2262077"/>
                  </a:lnTo>
                  <a:lnTo>
                    <a:pt x="51349" y="2265815"/>
                  </a:lnTo>
                  <a:lnTo>
                    <a:pt x="53809" y="2266548"/>
                  </a:lnTo>
                  <a:lnTo>
                    <a:pt x="57778" y="2266548"/>
                  </a:lnTo>
                  <a:lnTo>
                    <a:pt x="59265" y="2266287"/>
                  </a:lnTo>
                  <a:lnTo>
                    <a:pt x="92332" y="2253983"/>
                  </a:lnTo>
                  <a:lnTo>
                    <a:pt x="56301" y="2253983"/>
                  </a:lnTo>
                  <a:lnTo>
                    <a:pt x="12638" y="12565"/>
                  </a:lnTo>
                  <a:lnTo>
                    <a:pt x="56858" y="12565"/>
                  </a:lnTo>
                  <a:lnTo>
                    <a:pt x="15036" y="167"/>
                  </a:lnTo>
                  <a:lnTo>
                    <a:pt x="13832" y="0"/>
                  </a:lnTo>
                  <a:close/>
                </a:path>
                <a:path w="226059" h="2266950">
                  <a:moveTo>
                    <a:pt x="56858" y="12565"/>
                  </a:moveTo>
                  <a:lnTo>
                    <a:pt x="12638" y="12565"/>
                  </a:lnTo>
                  <a:lnTo>
                    <a:pt x="113116" y="42344"/>
                  </a:lnTo>
                  <a:lnTo>
                    <a:pt x="212768" y="2195765"/>
                  </a:lnTo>
                  <a:lnTo>
                    <a:pt x="56301" y="2253983"/>
                  </a:lnTo>
                  <a:lnTo>
                    <a:pt x="92332" y="2253983"/>
                  </a:lnTo>
                  <a:lnTo>
                    <a:pt x="222265" y="2205639"/>
                  </a:lnTo>
                  <a:lnTo>
                    <a:pt x="225563" y="2200645"/>
                  </a:lnTo>
                  <a:lnTo>
                    <a:pt x="125420" y="36417"/>
                  </a:lnTo>
                  <a:lnTo>
                    <a:pt x="121818" y="31821"/>
                  </a:lnTo>
                  <a:lnTo>
                    <a:pt x="5685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4291498" y="4384541"/>
              <a:ext cx="213360" cy="2254250"/>
            </a:xfrm>
            <a:custGeom>
              <a:avLst/>
              <a:gdLst/>
              <a:ahLst/>
              <a:cxnLst/>
              <a:rect l="l" t="t" r="r" b="b"/>
              <a:pathLst>
                <a:path w="213359" h="2254250">
                  <a:moveTo>
                    <a:pt x="207899" y="0"/>
                  </a:moveTo>
                  <a:lnTo>
                    <a:pt x="205941" y="0"/>
                  </a:lnTo>
                  <a:lnTo>
                    <a:pt x="101714" y="30794"/>
                  </a:lnTo>
                  <a:lnTo>
                    <a:pt x="99902" y="33098"/>
                  </a:lnTo>
                  <a:lnTo>
                    <a:pt x="0" y="2191922"/>
                  </a:lnTo>
                  <a:lnTo>
                    <a:pt x="1654" y="2194414"/>
                  </a:lnTo>
                  <a:lnTo>
                    <a:pt x="161377" y="2253847"/>
                  </a:lnTo>
                  <a:lnTo>
                    <a:pt x="162864" y="2253983"/>
                  </a:lnTo>
                  <a:lnTo>
                    <a:pt x="164110" y="2253983"/>
                  </a:lnTo>
                  <a:lnTo>
                    <a:pt x="165335" y="2253617"/>
                  </a:lnTo>
                  <a:lnTo>
                    <a:pt x="168078" y="2251753"/>
                  </a:lnTo>
                  <a:lnTo>
                    <a:pt x="169104" y="2249858"/>
                  </a:lnTo>
                  <a:lnTo>
                    <a:pt x="212852" y="4397"/>
                  </a:lnTo>
                  <a:lnTo>
                    <a:pt x="211941" y="2502"/>
                  </a:lnTo>
                  <a:lnTo>
                    <a:pt x="209239" y="439"/>
                  </a:lnTo>
                  <a:lnTo>
                    <a:pt x="20789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092313" y="3804573"/>
              <a:ext cx="1241788" cy="2840232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418643" y="3564710"/>
              <a:ext cx="3510098" cy="510033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5869325" y="5743782"/>
              <a:ext cx="801370" cy="2349500"/>
            </a:xfrm>
            <a:custGeom>
              <a:avLst/>
              <a:gdLst/>
              <a:ahLst/>
              <a:cxnLst/>
              <a:rect l="l" t="t" r="r" b="b"/>
              <a:pathLst>
                <a:path w="801369" h="2349500">
                  <a:moveTo>
                    <a:pt x="776636" y="0"/>
                  </a:moveTo>
                  <a:lnTo>
                    <a:pt x="418500" y="0"/>
                  </a:lnTo>
                  <a:lnTo>
                    <a:pt x="0" y="0"/>
                  </a:lnTo>
                  <a:lnTo>
                    <a:pt x="380313" y="484393"/>
                  </a:lnTo>
                  <a:lnTo>
                    <a:pt x="410353" y="482540"/>
                  </a:lnTo>
                  <a:lnTo>
                    <a:pt x="324733" y="2288432"/>
                  </a:lnTo>
                  <a:lnTo>
                    <a:pt x="541637" y="2349111"/>
                  </a:lnTo>
                  <a:lnTo>
                    <a:pt x="800886" y="424604"/>
                  </a:lnTo>
                  <a:lnTo>
                    <a:pt x="7766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869325" y="5743782"/>
              <a:ext cx="801370" cy="2349500"/>
            </a:xfrm>
            <a:custGeom>
              <a:avLst/>
              <a:gdLst/>
              <a:ahLst/>
              <a:cxnLst/>
              <a:rect l="l" t="t" r="r" b="b"/>
              <a:pathLst>
                <a:path w="801369" h="2349500">
                  <a:moveTo>
                    <a:pt x="418500" y="0"/>
                  </a:moveTo>
                  <a:lnTo>
                    <a:pt x="383726" y="0"/>
                  </a:lnTo>
                  <a:lnTo>
                    <a:pt x="0" y="0"/>
                  </a:lnTo>
                  <a:lnTo>
                    <a:pt x="380313" y="484393"/>
                  </a:lnTo>
                  <a:lnTo>
                    <a:pt x="410353" y="482540"/>
                  </a:lnTo>
                  <a:lnTo>
                    <a:pt x="324733" y="2288432"/>
                  </a:lnTo>
                  <a:lnTo>
                    <a:pt x="541637" y="2349111"/>
                  </a:lnTo>
                  <a:lnTo>
                    <a:pt x="800886" y="424604"/>
                  </a:lnTo>
                  <a:lnTo>
                    <a:pt x="776636" y="0"/>
                  </a:lnTo>
                  <a:lnTo>
                    <a:pt x="418500" y="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788941" y="5743782"/>
              <a:ext cx="913130" cy="2113280"/>
            </a:xfrm>
            <a:custGeom>
              <a:avLst/>
              <a:gdLst/>
              <a:ahLst/>
              <a:cxnLst/>
              <a:rect l="l" t="t" r="r" b="b"/>
              <a:pathLst>
                <a:path w="913130" h="2113279">
                  <a:moveTo>
                    <a:pt x="70344" y="0"/>
                  </a:moveTo>
                  <a:lnTo>
                    <a:pt x="18884" y="650363"/>
                  </a:lnTo>
                  <a:lnTo>
                    <a:pt x="0" y="1003939"/>
                  </a:lnTo>
                  <a:lnTo>
                    <a:pt x="12133" y="1183836"/>
                  </a:lnTo>
                  <a:lnTo>
                    <a:pt x="53727" y="1313164"/>
                  </a:lnTo>
                  <a:lnTo>
                    <a:pt x="186133" y="1519697"/>
                  </a:lnTo>
                  <a:lnTo>
                    <a:pt x="404869" y="1785478"/>
                  </a:lnTo>
                  <a:lnTo>
                    <a:pt x="609653" y="2014991"/>
                  </a:lnTo>
                  <a:lnTo>
                    <a:pt x="700199" y="2112721"/>
                  </a:lnTo>
                  <a:lnTo>
                    <a:pt x="913031" y="1989101"/>
                  </a:lnTo>
                  <a:lnTo>
                    <a:pt x="363414" y="1217292"/>
                  </a:lnTo>
                  <a:lnTo>
                    <a:pt x="468751" y="486215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6068425" y="6271310"/>
              <a:ext cx="534035" cy="1439545"/>
            </a:xfrm>
            <a:custGeom>
              <a:avLst/>
              <a:gdLst/>
              <a:ahLst/>
              <a:cxnLst/>
              <a:rect l="l" t="t" r="r" b="b"/>
              <a:pathLst>
                <a:path w="534034" h="1439545">
                  <a:moveTo>
                    <a:pt x="150707" y="0"/>
                  </a:moveTo>
                  <a:lnTo>
                    <a:pt x="0" y="744982"/>
                  </a:lnTo>
                  <a:lnTo>
                    <a:pt x="533502" y="1439369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5923049" y="7069661"/>
              <a:ext cx="97155" cy="56515"/>
            </a:xfrm>
            <a:custGeom>
              <a:avLst/>
              <a:gdLst/>
              <a:ahLst/>
              <a:cxnLst/>
              <a:rect l="l" t="t" r="r" b="b"/>
              <a:pathLst>
                <a:path w="97155" h="56515">
                  <a:moveTo>
                    <a:pt x="0" y="55935"/>
                  </a:moveTo>
                  <a:lnTo>
                    <a:pt x="28569" y="49732"/>
                  </a:lnTo>
                  <a:lnTo>
                    <a:pt x="55930" y="36814"/>
                  </a:lnTo>
                  <a:lnTo>
                    <a:pt x="79607" y="19472"/>
                  </a:lnTo>
                  <a:lnTo>
                    <a:pt x="97127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6222112" y="6219955"/>
              <a:ext cx="81280" cy="8255"/>
            </a:xfrm>
            <a:custGeom>
              <a:avLst/>
              <a:gdLst/>
              <a:ahLst/>
              <a:cxnLst/>
              <a:rect l="l" t="t" r="r" b="b"/>
              <a:pathLst>
                <a:path w="81280" h="8254">
                  <a:moveTo>
                    <a:pt x="0" y="0"/>
                  </a:moveTo>
                  <a:lnTo>
                    <a:pt x="19490" y="6040"/>
                  </a:lnTo>
                  <a:lnTo>
                    <a:pt x="41138" y="7711"/>
                  </a:lnTo>
                  <a:lnTo>
                    <a:pt x="62510" y="5527"/>
                  </a:lnTo>
                  <a:lnTo>
                    <a:pt x="81170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788940" y="5743782"/>
              <a:ext cx="913130" cy="2113280"/>
            </a:xfrm>
            <a:custGeom>
              <a:avLst/>
              <a:gdLst/>
              <a:ahLst/>
              <a:cxnLst/>
              <a:rect l="l" t="t" r="r" b="b"/>
              <a:pathLst>
                <a:path w="913130" h="2113279">
                  <a:moveTo>
                    <a:pt x="488843" y="0"/>
                  </a:moveTo>
                  <a:lnTo>
                    <a:pt x="70343" y="0"/>
                  </a:lnTo>
                  <a:lnTo>
                    <a:pt x="18883" y="650363"/>
                  </a:lnTo>
                  <a:lnTo>
                    <a:pt x="0" y="1003939"/>
                  </a:lnTo>
                  <a:lnTo>
                    <a:pt x="12136" y="1183836"/>
                  </a:lnTo>
                  <a:lnTo>
                    <a:pt x="53736" y="1313164"/>
                  </a:lnTo>
                  <a:lnTo>
                    <a:pt x="186136" y="1519697"/>
                  </a:lnTo>
                  <a:lnTo>
                    <a:pt x="404869" y="1785478"/>
                  </a:lnTo>
                  <a:lnTo>
                    <a:pt x="609652" y="2014991"/>
                  </a:lnTo>
                  <a:lnTo>
                    <a:pt x="700198" y="2112721"/>
                  </a:lnTo>
                  <a:lnTo>
                    <a:pt x="913029" y="1989101"/>
                  </a:lnTo>
                  <a:lnTo>
                    <a:pt x="363413" y="1217292"/>
                  </a:lnTo>
                  <a:lnTo>
                    <a:pt x="468760" y="479043"/>
                  </a:lnTo>
                  <a:lnTo>
                    <a:pt x="4888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788940" y="5743782"/>
              <a:ext cx="913130" cy="2113280"/>
            </a:xfrm>
            <a:custGeom>
              <a:avLst/>
              <a:gdLst/>
              <a:ahLst/>
              <a:cxnLst/>
              <a:rect l="l" t="t" r="r" b="b"/>
              <a:pathLst>
                <a:path w="913130" h="2113279">
                  <a:moveTo>
                    <a:pt x="488843" y="0"/>
                  </a:moveTo>
                  <a:lnTo>
                    <a:pt x="454069" y="0"/>
                  </a:lnTo>
                  <a:lnTo>
                    <a:pt x="70343" y="0"/>
                  </a:lnTo>
                  <a:lnTo>
                    <a:pt x="18883" y="650363"/>
                  </a:lnTo>
                  <a:lnTo>
                    <a:pt x="0" y="1003939"/>
                  </a:lnTo>
                  <a:lnTo>
                    <a:pt x="12136" y="1183836"/>
                  </a:lnTo>
                  <a:lnTo>
                    <a:pt x="53736" y="1313164"/>
                  </a:lnTo>
                  <a:lnTo>
                    <a:pt x="186136" y="1519697"/>
                  </a:lnTo>
                  <a:lnTo>
                    <a:pt x="404869" y="1785478"/>
                  </a:lnTo>
                  <a:lnTo>
                    <a:pt x="609652" y="2014991"/>
                  </a:lnTo>
                  <a:lnTo>
                    <a:pt x="700198" y="2112721"/>
                  </a:lnTo>
                  <a:lnTo>
                    <a:pt x="913029" y="1989101"/>
                  </a:lnTo>
                  <a:lnTo>
                    <a:pt x="363413" y="1217292"/>
                  </a:lnTo>
                  <a:lnTo>
                    <a:pt x="468760" y="479043"/>
                  </a:lnTo>
                  <a:lnTo>
                    <a:pt x="488843" y="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96083" y="4636949"/>
              <a:ext cx="888077" cy="1401957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509399" y="3869281"/>
              <a:ext cx="1572748" cy="228633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6996290" y="8822518"/>
              <a:ext cx="5770880" cy="306705"/>
            </a:xfrm>
            <a:custGeom>
              <a:avLst/>
              <a:gdLst/>
              <a:ahLst/>
              <a:cxnLst/>
              <a:rect l="l" t="t" r="r" b="b"/>
              <a:pathLst>
                <a:path w="5770880" h="306704">
                  <a:moveTo>
                    <a:pt x="2572816" y="153276"/>
                  </a:moveTo>
                  <a:lnTo>
                    <a:pt x="2536329" y="116878"/>
                  </a:lnTo>
                  <a:lnTo>
                    <a:pt x="2492337" y="99796"/>
                  </a:lnTo>
                  <a:lnTo>
                    <a:pt x="2432608" y="83616"/>
                  </a:lnTo>
                  <a:lnTo>
                    <a:pt x="2358225" y="68491"/>
                  </a:lnTo>
                  <a:lnTo>
                    <a:pt x="2315883" y="61353"/>
                  </a:lnTo>
                  <a:lnTo>
                    <a:pt x="2270264" y="54521"/>
                  </a:lnTo>
                  <a:lnTo>
                    <a:pt x="2221534" y="48018"/>
                  </a:lnTo>
                  <a:lnTo>
                    <a:pt x="2169807" y="41859"/>
                  </a:lnTo>
                  <a:lnTo>
                    <a:pt x="2115223" y="36042"/>
                  </a:lnTo>
                  <a:lnTo>
                    <a:pt x="2057920" y="30619"/>
                  </a:lnTo>
                  <a:lnTo>
                    <a:pt x="1998027" y="25565"/>
                  </a:lnTo>
                  <a:lnTo>
                    <a:pt x="1935683" y="20929"/>
                  </a:lnTo>
                  <a:lnTo>
                    <a:pt x="1871014" y="16700"/>
                  </a:lnTo>
                  <a:lnTo>
                    <a:pt x="1804174" y="12915"/>
                  </a:lnTo>
                  <a:lnTo>
                    <a:pt x="1735277" y="9588"/>
                  </a:lnTo>
                  <a:lnTo>
                    <a:pt x="1664474" y="6731"/>
                  </a:lnTo>
                  <a:lnTo>
                    <a:pt x="1591881" y="4343"/>
                  </a:lnTo>
                  <a:lnTo>
                    <a:pt x="1517650" y="2463"/>
                  </a:lnTo>
                  <a:lnTo>
                    <a:pt x="1441894" y="1104"/>
                  </a:lnTo>
                  <a:lnTo>
                    <a:pt x="1364780" y="279"/>
                  </a:lnTo>
                  <a:lnTo>
                    <a:pt x="1286408" y="0"/>
                  </a:lnTo>
                  <a:lnTo>
                    <a:pt x="1208049" y="279"/>
                  </a:lnTo>
                  <a:lnTo>
                    <a:pt x="1130922" y="1104"/>
                  </a:lnTo>
                  <a:lnTo>
                    <a:pt x="1055179" y="2463"/>
                  </a:lnTo>
                  <a:lnTo>
                    <a:pt x="980948" y="4343"/>
                  </a:lnTo>
                  <a:lnTo>
                    <a:pt x="908354" y="6731"/>
                  </a:lnTo>
                  <a:lnTo>
                    <a:pt x="837539" y="9588"/>
                  </a:lnTo>
                  <a:lnTo>
                    <a:pt x="768642" y="12915"/>
                  </a:lnTo>
                  <a:lnTo>
                    <a:pt x="701802" y="16700"/>
                  </a:lnTo>
                  <a:lnTo>
                    <a:pt x="637133" y="20929"/>
                  </a:lnTo>
                  <a:lnTo>
                    <a:pt x="574789" y="25565"/>
                  </a:lnTo>
                  <a:lnTo>
                    <a:pt x="514896" y="30619"/>
                  </a:lnTo>
                  <a:lnTo>
                    <a:pt x="457593" y="36042"/>
                  </a:lnTo>
                  <a:lnTo>
                    <a:pt x="403009" y="41859"/>
                  </a:lnTo>
                  <a:lnTo>
                    <a:pt x="351282" y="48018"/>
                  </a:lnTo>
                  <a:lnTo>
                    <a:pt x="302552" y="54521"/>
                  </a:lnTo>
                  <a:lnTo>
                    <a:pt x="256946" y="61353"/>
                  </a:lnTo>
                  <a:lnTo>
                    <a:pt x="214591" y="68491"/>
                  </a:lnTo>
                  <a:lnTo>
                    <a:pt x="175641" y="75907"/>
                  </a:lnTo>
                  <a:lnTo>
                    <a:pt x="108445" y="91579"/>
                  </a:lnTo>
                  <a:lnTo>
                    <a:pt x="56451" y="108229"/>
                  </a:lnTo>
                  <a:lnTo>
                    <a:pt x="20726" y="125717"/>
                  </a:lnTo>
                  <a:lnTo>
                    <a:pt x="0" y="153276"/>
                  </a:lnTo>
                  <a:lnTo>
                    <a:pt x="2349" y="162610"/>
                  </a:lnTo>
                  <a:lnTo>
                    <a:pt x="36487" y="189674"/>
                  </a:lnTo>
                  <a:lnTo>
                    <a:pt x="80479" y="206756"/>
                  </a:lnTo>
                  <a:lnTo>
                    <a:pt x="140208" y="222935"/>
                  </a:lnTo>
                  <a:lnTo>
                    <a:pt x="214591" y="238061"/>
                  </a:lnTo>
                  <a:lnTo>
                    <a:pt x="256946" y="245198"/>
                  </a:lnTo>
                  <a:lnTo>
                    <a:pt x="302552" y="252031"/>
                  </a:lnTo>
                  <a:lnTo>
                    <a:pt x="351282" y="258533"/>
                  </a:lnTo>
                  <a:lnTo>
                    <a:pt x="403009" y="264693"/>
                  </a:lnTo>
                  <a:lnTo>
                    <a:pt x="457593" y="270497"/>
                  </a:lnTo>
                  <a:lnTo>
                    <a:pt x="514896" y="275932"/>
                  </a:lnTo>
                  <a:lnTo>
                    <a:pt x="574789" y="280974"/>
                  </a:lnTo>
                  <a:lnTo>
                    <a:pt x="637133" y="285623"/>
                  </a:lnTo>
                  <a:lnTo>
                    <a:pt x="701802" y="289839"/>
                  </a:lnTo>
                  <a:lnTo>
                    <a:pt x="768642" y="293624"/>
                  </a:lnTo>
                  <a:lnTo>
                    <a:pt x="837539" y="296951"/>
                  </a:lnTo>
                  <a:lnTo>
                    <a:pt x="908354" y="299821"/>
                  </a:lnTo>
                  <a:lnTo>
                    <a:pt x="980948" y="302196"/>
                  </a:lnTo>
                  <a:lnTo>
                    <a:pt x="1055179" y="304076"/>
                  </a:lnTo>
                  <a:lnTo>
                    <a:pt x="1130922" y="305435"/>
                  </a:lnTo>
                  <a:lnTo>
                    <a:pt x="1208049" y="306260"/>
                  </a:lnTo>
                  <a:lnTo>
                    <a:pt x="1286408" y="306539"/>
                  </a:lnTo>
                  <a:lnTo>
                    <a:pt x="1364780" y="306260"/>
                  </a:lnTo>
                  <a:lnTo>
                    <a:pt x="1441894" y="305435"/>
                  </a:lnTo>
                  <a:lnTo>
                    <a:pt x="1517650" y="304076"/>
                  </a:lnTo>
                  <a:lnTo>
                    <a:pt x="1591881" y="302196"/>
                  </a:lnTo>
                  <a:lnTo>
                    <a:pt x="1664474" y="299821"/>
                  </a:lnTo>
                  <a:lnTo>
                    <a:pt x="1735277" y="296951"/>
                  </a:lnTo>
                  <a:lnTo>
                    <a:pt x="1804174" y="293624"/>
                  </a:lnTo>
                  <a:lnTo>
                    <a:pt x="1871014" y="289839"/>
                  </a:lnTo>
                  <a:lnTo>
                    <a:pt x="1935683" y="285623"/>
                  </a:lnTo>
                  <a:lnTo>
                    <a:pt x="1998027" y="280974"/>
                  </a:lnTo>
                  <a:lnTo>
                    <a:pt x="2057920" y="275932"/>
                  </a:lnTo>
                  <a:lnTo>
                    <a:pt x="2115223" y="270497"/>
                  </a:lnTo>
                  <a:lnTo>
                    <a:pt x="2169807" y="264693"/>
                  </a:lnTo>
                  <a:lnTo>
                    <a:pt x="2221534" y="258533"/>
                  </a:lnTo>
                  <a:lnTo>
                    <a:pt x="2270264" y="252031"/>
                  </a:lnTo>
                  <a:lnTo>
                    <a:pt x="2315883" y="245198"/>
                  </a:lnTo>
                  <a:lnTo>
                    <a:pt x="2358225" y="238061"/>
                  </a:lnTo>
                  <a:lnTo>
                    <a:pt x="2397175" y="230632"/>
                  </a:lnTo>
                  <a:lnTo>
                    <a:pt x="2464371" y="214960"/>
                  </a:lnTo>
                  <a:lnTo>
                    <a:pt x="2516365" y="198323"/>
                  </a:lnTo>
                  <a:lnTo>
                    <a:pt x="2552090" y="180822"/>
                  </a:lnTo>
                  <a:lnTo>
                    <a:pt x="2572816" y="153276"/>
                  </a:lnTo>
                  <a:close/>
                </a:path>
                <a:path w="5770880" h="306704">
                  <a:moveTo>
                    <a:pt x="5770308" y="160223"/>
                  </a:moveTo>
                  <a:lnTo>
                    <a:pt x="5728030" y="126682"/>
                  </a:lnTo>
                  <a:lnTo>
                    <a:pt x="5677382" y="111175"/>
                  </a:lnTo>
                  <a:lnTo>
                    <a:pt x="5609031" y="96748"/>
                  </a:lnTo>
                  <a:lnTo>
                    <a:pt x="5568683" y="89979"/>
                  </a:lnTo>
                  <a:lnTo>
                    <a:pt x="5524462" y="83553"/>
                  </a:lnTo>
                  <a:lnTo>
                    <a:pt x="5476557" y="77457"/>
                  </a:lnTo>
                  <a:lnTo>
                    <a:pt x="5425135" y="71742"/>
                  </a:lnTo>
                  <a:lnTo>
                    <a:pt x="5370411" y="66408"/>
                  </a:lnTo>
                  <a:lnTo>
                    <a:pt x="5312537" y="61493"/>
                  </a:lnTo>
                  <a:lnTo>
                    <a:pt x="5251716" y="57010"/>
                  </a:lnTo>
                  <a:lnTo>
                    <a:pt x="5188128" y="52971"/>
                  </a:lnTo>
                  <a:lnTo>
                    <a:pt x="5121961" y="49403"/>
                  </a:lnTo>
                  <a:lnTo>
                    <a:pt x="5053393" y="46329"/>
                  </a:lnTo>
                  <a:lnTo>
                    <a:pt x="4982616" y="43776"/>
                  </a:lnTo>
                  <a:lnTo>
                    <a:pt x="4909807" y="41744"/>
                  </a:lnTo>
                  <a:lnTo>
                    <a:pt x="4835156" y="40271"/>
                  </a:lnTo>
                  <a:lnTo>
                    <a:pt x="4758842" y="39370"/>
                  </a:lnTo>
                  <a:lnTo>
                    <a:pt x="4681055" y="39065"/>
                  </a:lnTo>
                  <a:lnTo>
                    <a:pt x="4603267" y="39370"/>
                  </a:lnTo>
                  <a:lnTo>
                    <a:pt x="4526953" y="40271"/>
                  </a:lnTo>
                  <a:lnTo>
                    <a:pt x="4452302" y="41744"/>
                  </a:lnTo>
                  <a:lnTo>
                    <a:pt x="4379493" y="43776"/>
                  </a:lnTo>
                  <a:lnTo>
                    <a:pt x="4308703" y="46329"/>
                  </a:lnTo>
                  <a:lnTo>
                    <a:pt x="4240149" y="49403"/>
                  </a:lnTo>
                  <a:lnTo>
                    <a:pt x="4173969" y="52971"/>
                  </a:lnTo>
                  <a:lnTo>
                    <a:pt x="4110393" y="57010"/>
                  </a:lnTo>
                  <a:lnTo>
                    <a:pt x="4049572" y="61493"/>
                  </a:lnTo>
                  <a:lnTo>
                    <a:pt x="3991699" y="66408"/>
                  </a:lnTo>
                  <a:lnTo>
                    <a:pt x="3936974" y="71742"/>
                  </a:lnTo>
                  <a:lnTo>
                    <a:pt x="3885552" y="77457"/>
                  </a:lnTo>
                  <a:lnTo>
                    <a:pt x="3837648" y="83553"/>
                  </a:lnTo>
                  <a:lnTo>
                    <a:pt x="3793426" y="89979"/>
                  </a:lnTo>
                  <a:lnTo>
                    <a:pt x="3753078" y="96748"/>
                  </a:lnTo>
                  <a:lnTo>
                    <a:pt x="3684727" y="111175"/>
                  </a:lnTo>
                  <a:lnTo>
                    <a:pt x="3634079" y="126682"/>
                  </a:lnTo>
                  <a:lnTo>
                    <a:pt x="3594531" y="151561"/>
                  </a:lnTo>
                  <a:lnTo>
                    <a:pt x="3591801" y="160223"/>
                  </a:lnTo>
                  <a:lnTo>
                    <a:pt x="3594531" y="168871"/>
                  </a:lnTo>
                  <a:lnTo>
                    <a:pt x="3634079" y="193763"/>
                  </a:lnTo>
                  <a:lnTo>
                    <a:pt x="3684727" y="209257"/>
                  </a:lnTo>
                  <a:lnTo>
                    <a:pt x="3753078" y="223685"/>
                  </a:lnTo>
                  <a:lnTo>
                    <a:pt x="3793426" y="230454"/>
                  </a:lnTo>
                  <a:lnTo>
                    <a:pt x="3837648" y="236893"/>
                  </a:lnTo>
                  <a:lnTo>
                    <a:pt x="3885552" y="242976"/>
                  </a:lnTo>
                  <a:lnTo>
                    <a:pt x="3936974" y="248691"/>
                  </a:lnTo>
                  <a:lnTo>
                    <a:pt x="3991699" y="254025"/>
                  </a:lnTo>
                  <a:lnTo>
                    <a:pt x="4049572" y="258940"/>
                  </a:lnTo>
                  <a:lnTo>
                    <a:pt x="4110393" y="263436"/>
                  </a:lnTo>
                  <a:lnTo>
                    <a:pt x="4173969" y="267462"/>
                  </a:lnTo>
                  <a:lnTo>
                    <a:pt x="4240149" y="271030"/>
                  </a:lnTo>
                  <a:lnTo>
                    <a:pt x="4308703" y="274104"/>
                  </a:lnTo>
                  <a:lnTo>
                    <a:pt x="4379493" y="276669"/>
                  </a:lnTo>
                  <a:lnTo>
                    <a:pt x="4452302" y="278688"/>
                  </a:lnTo>
                  <a:lnTo>
                    <a:pt x="4526953" y="280162"/>
                  </a:lnTo>
                  <a:lnTo>
                    <a:pt x="4603267" y="281063"/>
                  </a:lnTo>
                  <a:lnTo>
                    <a:pt x="4681055" y="281368"/>
                  </a:lnTo>
                  <a:lnTo>
                    <a:pt x="4758842" y="281063"/>
                  </a:lnTo>
                  <a:lnTo>
                    <a:pt x="4835156" y="280162"/>
                  </a:lnTo>
                  <a:lnTo>
                    <a:pt x="4909807" y="278688"/>
                  </a:lnTo>
                  <a:lnTo>
                    <a:pt x="4982616" y="276669"/>
                  </a:lnTo>
                  <a:lnTo>
                    <a:pt x="5053393" y="274104"/>
                  </a:lnTo>
                  <a:lnTo>
                    <a:pt x="5121961" y="271030"/>
                  </a:lnTo>
                  <a:lnTo>
                    <a:pt x="5188128" y="267462"/>
                  </a:lnTo>
                  <a:lnTo>
                    <a:pt x="5251716" y="263436"/>
                  </a:lnTo>
                  <a:lnTo>
                    <a:pt x="5312537" y="258940"/>
                  </a:lnTo>
                  <a:lnTo>
                    <a:pt x="5370411" y="254025"/>
                  </a:lnTo>
                  <a:lnTo>
                    <a:pt x="5425135" y="248691"/>
                  </a:lnTo>
                  <a:lnTo>
                    <a:pt x="5476557" y="242976"/>
                  </a:lnTo>
                  <a:lnTo>
                    <a:pt x="5524462" y="236893"/>
                  </a:lnTo>
                  <a:lnTo>
                    <a:pt x="5568683" y="230454"/>
                  </a:lnTo>
                  <a:lnTo>
                    <a:pt x="5609031" y="223685"/>
                  </a:lnTo>
                  <a:lnTo>
                    <a:pt x="5677382" y="209257"/>
                  </a:lnTo>
                  <a:lnTo>
                    <a:pt x="5728030" y="193763"/>
                  </a:lnTo>
                  <a:lnTo>
                    <a:pt x="5767578" y="168871"/>
                  </a:lnTo>
                  <a:lnTo>
                    <a:pt x="5770308" y="160223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63581" y="3971554"/>
              <a:ext cx="2350912" cy="461247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71282" y="3977836"/>
              <a:ext cx="996891" cy="1103778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50452" y="3136370"/>
              <a:ext cx="1830664" cy="288247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76926" y="2973840"/>
              <a:ext cx="1880037" cy="6028813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967025" y="3954055"/>
              <a:ext cx="471818" cy="1647510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7795428" y="2841581"/>
              <a:ext cx="683895" cy="528320"/>
            </a:xfrm>
            <a:custGeom>
              <a:avLst/>
              <a:gdLst/>
              <a:ahLst/>
              <a:cxnLst/>
              <a:rect l="l" t="t" r="r" b="b"/>
              <a:pathLst>
                <a:path w="683895" h="528320">
                  <a:moveTo>
                    <a:pt x="281249" y="0"/>
                  </a:moveTo>
                  <a:lnTo>
                    <a:pt x="216559" y="7870"/>
                  </a:lnTo>
                  <a:lnTo>
                    <a:pt x="146278" y="29858"/>
                  </a:lnTo>
                  <a:lnTo>
                    <a:pt x="91639" y="58655"/>
                  </a:lnTo>
                  <a:lnTo>
                    <a:pt x="52529" y="87485"/>
                  </a:lnTo>
                  <a:lnTo>
                    <a:pt x="19011" y="144135"/>
                  </a:lnTo>
                  <a:lnTo>
                    <a:pt x="10268" y="183463"/>
                  </a:lnTo>
                  <a:lnTo>
                    <a:pt x="3601" y="227106"/>
                  </a:lnTo>
                  <a:lnTo>
                    <a:pt x="0" y="274612"/>
                  </a:lnTo>
                  <a:lnTo>
                    <a:pt x="455" y="325530"/>
                  </a:lnTo>
                  <a:lnTo>
                    <a:pt x="5957" y="379408"/>
                  </a:lnTo>
                  <a:lnTo>
                    <a:pt x="17497" y="435794"/>
                  </a:lnTo>
                  <a:lnTo>
                    <a:pt x="32472" y="484436"/>
                  </a:lnTo>
                  <a:lnTo>
                    <a:pt x="50187" y="528241"/>
                  </a:lnTo>
                  <a:lnTo>
                    <a:pt x="115547" y="229758"/>
                  </a:lnTo>
                  <a:lnTo>
                    <a:pt x="142862" y="242958"/>
                  </a:lnTo>
                  <a:lnTo>
                    <a:pt x="204139" y="268282"/>
                  </a:lnTo>
                  <a:lnTo>
                    <a:pt x="293287" y="295563"/>
                  </a:lnTo>
                  <a:lnTo>
                    <a:pt x="346528" y="306952"/>
                  </a:lnTo>
                  <a:lnTo>
                    <a:pt x="397375" y="314658"/>
                  </a:lnTo>
                  <a:lnTo>
                    <a:pt x="445381" y="319226"/>
                  </a:lnTo>
                  <a:lnTo>
                    <a:pt x="490098" y="321204"/>
                  </a:lnTo>
                  <a:lnTo>
                    <a:pt x="531080" y="321135"/>
                  </a:lnTo>
                  <a:lnTo>
                    <a:pt x="567878" y="319567"/>
                  </a:lnTo>
                  <a:lnTo>
                    <a:pt x="573923" y="331280"/>
                  </a:lnTo>
                  <a:lnTo>
                    <a:pt x="590904" y="369754"/>
                  </a:lnTo>
                  <a:lnTo>
                    <a:pt x="605102" y="412990"/>
                  </a:lnTo>
                  <a:lnTo>
                    <a:pt x="614144" y="453792"/>
                  </a:lnTo>
                  <a:lnTo>
                    <a:pt x="620610" y="525603"/>
                  </a:lnTo>
                  <a:lnTo>
                    <a:pt x="635718" y="491537"/>
                  </a:lnTo>
                  <a:lnTo>
                    <a:pt x="650355" y="452299"/>
                  </a:lnTo>
                  <a:lnTo>
                    <a:pt x="663488" y="408109"/>
                  </a:lnTo>
                  <a:lnTo>
                    <a:pt x="674085" y="359189"/>
                  </a:lnTo>
                  <a:lnTo>
                    <a:pt x="681480" y="301468"/>
                  </a:lnTo>
                  <a:lnTo>
                    <a:pt x="683523" y="248732"/>
                  </a:lnTo>
                  <a:lnTo>
                    <a:pt x="681590" y="201697"/>
                  </a:lnTo>
                  <a:lnTo>
                    <a:pt x="677058" y="161080"/>
                  </a:lnTo>
                  <a:lnTo>
                    <a:pt x="649957" y="128794"/>
                  </a:lnTo>
                  <a:lnTo>
                    <a:pt x="605752" y="92401"/>
                  </a:lnTo>
                  <a:lnTo>
                    <a:pt x="569326" y="71801"/>
                  </a:lnTo>
                  <a:lnTo>
                    <a:pt x="504833" y="49427"/>
                  </a:lnTo>
                  <a:lnTo>
                    <a:pt x="480970" y="44853"/>
                  </a:lnTo>
                  <a:lnTo>
                    <a:pt x="462618" y="35904"/>
                  </a:lnTo>
                  <a:lnTo>
                    <a:pt x="431942" y="23570"/>
                  </a:lnTo>
                  <a:lnTo>
                    <a:pt x="390469" y="11224"/>
                  </a:lnTo>
                  <a:lnTo>
                    <a:pt x="339729" y="2243"/>
                  </a:lnTo>
                  <a:lnTo>
                    <a:pt x="2812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795428" y="2841581"/>
              <a:ext cx="683895" cy="528320"/>
            </a:xfrm>
            <a:custGeom>
              <a:avLst/>
              <a:gdLst/>
              <a:ahLst/>
              <a:cxnLst/>
              <a:rect l="l" t="t" r="r" b="b"/>
              <a:pathLst>
                <a:path w="683895" h="528320">
                  <a:moveTo>
                    <a:pt x="620610" y="525603"/>
                  </a:moveTo>
                  <a:lnTo>
                    <a:pt x="650355" y="452299"/>
                  </a:lnTo>
                  <a:lnTo>
                    <a:pt x="663488" y="408109"/>
                  </a:lnTo>
                  <a:lnTo>
                    <a:pt x="674085" y="359189"/>
                  </a:lnTo>
                  <a:lnTo>
                    <a:pt x="681480" y="301468"/>
                  </a:lnTo>
                  <a:lnTo>
                    <a:pt x="683523" y="248732"/>
                  </a:lnTo>
                  <a:lnTo>
                    <a:pt x="681590" y="201697"/>
                  </a:lnTo>
                  <a:lnTo>
                    <a:pt x="677058" y="161080"/>
                  </a:lnTo>
                  <a:lnTo>
                    <a:pt x="649957" y="128794"/>
                  </a:lnTo>
                  <a:lnTo>
                    <a:pt x="605752" y="92401"/>
                  </a:lnTo>
                  <a:lnTo>
                    <a:pt x="569326" y="71801"/>
                  </a:lnTo>
                  <a:lnTo>
                    <a:pt x="504833" y="49427"/>
                  </a:lnTo>
                  <a:lnTo>
                    <a:pt x="480970" y="44853"/>
                  </a:lnTo>
                  <a:lnTo>
                    <a:pt x="462618" y="35904"/>
                  </a:lnTo>
                  <a:lnTo>
                    <a:pt x="431942" y="23570"/>
                  </a:lnTo>
                  <a:lnTo>
                    <a:pt x="390469" y="11224"/>
                  </a:lnTo>
                  <a:lnTo>
                    <a:pt x="339729" y="2243"/>
                  </a:lnTo>
                  <a:lnTo>
                    <a:pt x="281249" y="0"/>
                  </a:lnTo>
                  <a:lnTo>
                    <a:pt x="216559" y="7870"/>
                  </a:lnTo>
                  <a:lnTo>
                    <a:pt x="146278" y="29858"/>
                  </a:lnTo>
                  <a:lnTo>
                    <a:pt x="91639" y="58655"/>
                  </a:lnTo>
                  <a:lnTo>
                    <a:pt x="52529" y="87485"/>
                  </a:lnTo>
                  <a:lnTo>
                    <a:pt x="19011" y="144135"/>
                  </a:lnTo>
                  <a:lnTo>
                    <a:pt x="10268" y="183463"/>
                  </a:lnTo>
                  <a:lnTo>
                    <a:pt x="3601" y="227106"/>
                  </a:lnTo>
                  <a:lnTo>
                    <a:pt x="0" y="274612"/>
                  </a:lnTo>
                  <a:lnTo>
                    <a:pt x="455" y="325530"/>
                  </a:lnTo>
                  <a:lnTo>
                    <a:pt x="5957" y="379408"/>
                  </a:lnTo>
                  <a:lnTo>
                    <a:pt x="17497" y="435794"/>
                  </a:lnTo>
                  <a:lnTo>
                    <a:pt x="32472" y="484436"/>
                  </a:lnTo>
                  <a:lnTo>
                    <a:pt x="50187" y="528241"/>
                  </a:lnTo>
                  <a:lnTo>
                    <a:pt x="59036" y="487360"/>
                  </a:lnTo>
                  <a:lnTo>
                    <a:pt x="67926" y="446438"/>
                  </a:lnTo>
                  <a:lnTo>
                    <a:pt x="76858" y="405476"/>
                  </a:lnTo>
                  <a:lnTo>
                    <a:pt x="85830" y="364477"/>
                  </a:lnTo>
                  <a:lnTo>
                    <a:pt x="100661" y="297047"/>
                  </a:lnTo>
                  <a:lnTo>
                    <a:pt x="115547" y="229758"/>
                  </a:lnTo>
                  <a:lnTo>
                    <a:pt x="142862" y="242958"/>
                  </a:lnTo>
                  <a:lnTo>
                    <a:pt x="172393" y="255877"/>
                  </a:lnTo>
                  <a:lnTo>
                    <a:pt x="238098" y="279945"/>
                  </a:lnTo>
                  <a:lnTo>
                    <a:pt x="293287" y="295563"/>
                  </a:lnTo>
                  <a:lnTo>
                    <a:pt x="346528" y="306952"/>
                  </a:lnTo>
                  <a:lnTo>
                    <a:pt x="397375" y="314658"/>
                  </a:lnTo>
                  <a:lnTo>
                    <a:pt x="445381" y="319226"/>
                  </a:lnTo>
                  <a:lnTo>
                    <a:pt x="490098" y="321204"/>
                  </a:lnTo>
                  <a:lnTo>
                    <a:pt x="531080" y="321135"/>
                  </a:lnTo>
                  <a:lnTo>
                    <a:pt x="567878" y="319567"/>
                  </a:lnTo>
                  <a:lnTo>
                    <a:pt x="573923" y="331280"/>
                  </a:lnTo>
                  <a:lnTo>
                    <a:pt x="590904" y="369754"/>
                  </a:lnTo>
                  <a:lnTo>
                    <a:pt x="605102" y="412990"/>
                  </a:lnTo>
                  <a:lnTo>
                    <a:pt x="614144" y="453792"/>
                  </a:lnTo>
                  <a:lnTo>
                    <a:pt x="618993" y="491537"/>
                  </a:lnTo>
                  <a:lnTo>
                    <a:pt x="620610" y="525603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52230" y="3782015"/>
              <a:ext cx="1749396" cy="2315229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677360" y="5528864"/>
              <a:ext cx="1828749" cy="3437492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1416726" y="4154779"/>
              <a:ext cx="520065" cy="408305"/>
            </a:xfrm>
            <a:custGeom>
              <a:avLst/>
              <a:gdLst/>
              <a:ahLst/>
              <a:cxnLst/>
              <a:rect l="l" t="t" r="r" b="b"/>
              <a:pathLst>
                <a:path w="520065" h="408304">
                  <a:moveTo>
                    <a:pt x="131134" y="8261"/>
                  </a:moveTo>
                  <a:lnTo>
                    <a:pt x="127658" y="8261"/>
                  </a:lnTo>
                  <a:lnTo>
                    <a:pt x="125375" y="8889"/>
                  </a:lnTo>
                  <a:lnTo>
                    <a:pt x="113596" y="50935"/>
                  </a:lnTo>
                  <a:lnTo>
                    <a:pt x="111920" y="84227"/>
                  </a:lnTo>
                  <a:lnTo>
                    <a:pt x="109093" y="130155"/>
                  </a:lnTo>
                  <a:lnTo>
                    <a:pt x="100168" y="169607"/>
                  </a:lnTo>
                  <a:lnTo>
                    <a:pt x="78914" y="199392"/>
                  </a:lnTo>
                  <a:lnTo>
                    <a:pt x="39105" y="216318"/>
                  </a:lnTo>
                  <a:lnTo>
                    <a:pt x="34509" y="217166"/>
                  </a:lnTo>
                  <a:lnTo>
                    <a:pt x="30760" y="220485"/>
                  </a:lnTo>
                  <a:lnTo>
                    <a:pt x="19860" y="258668"/>
                  </a:lnTo>
                  <a:lnTo>
                    <a:pt x="14819" y="278036"/>
                  </a:lnTo>
                  <a:lnTo>
                    <a:pt x="12662" y="286229"/>
                  </a:lnTo>
                  <a:lnTo>
                    <a:pt x="10406" y="294607"/>
                  </a:lnTo>
                  <a:lnTo>
                    <a:pt x="7557" y="304838"/>
                  </a:lnTo>
                  <a:lnTo>
                    <a:pt x="5368" y="309885"/>
                  </a:lnTo>
                  <a:lnTo>
                    <a:pt x="2737" y="316216"/>
                  </a:lnTo>
                  <a:lnTo>
                    <a:pt x="693" y="322812"/>
                  </a:lnTo>
                  <a:lnTo>
                    <a:pt x="0" y="329525"/>
                  </a:lnTo>
                  <a:lnTo>
                    <a:pt x="1421" y="336209"/>
                  </a:lnTo>
                  <a:lnTo>
                    <a:pt x="38436" y="359658"/>
                  </a:lnTo>
                  <a:lnTo>
                    <a:pt x="76266" y="372815"/>
                  </a:lnTo>
                  <a:lnTo>
                    <a:pt x="118261" y="383947"/>
                  </a:lnTo>
                  <a:lnTo>
                    <a:pt x="211879" y="398483"/>
                  </a:lnTo>
                  <a:lnTo>
                    <a:pt x="286613" y="406694"/>
                  </a:lnTo>
                  <a:lnTo>
                    <a:pt x="324269" y="408029"/>
                  </a:lnTo>
                  <a:lnTo>
                    <a:pt x="333494" y="407935"/>
                  </a:lnTo>
                  <a:lnTo>
                    <a:pt x="391811" y="401249"/>
                  </a:lnTo>
                  <a:lnTo>
                    <a:pt x="410611" y="395464"/>
                  </a:lnTo>
                  <a:lnTo>
                    <a:pt x="324269" y="395464"/>
                  </a:lnTo>
                  <a:lnTo>
                    <a:pt x="283103" y="393846"/>
                  </a:lnTo>
                  <a:lnTo>
                    <a:pt x="241777" y="389748"/>
                  </a:lnTo>
                  <a:lnTo>
                    <a:pt x="201539" y="384301"/>
                  </a:lnTo>
                  <a:lnTo>
                    <a:pt x="143033" y="375547"/>
                  </a:lnTo>
                  <a:lnTo>
                    <a:pt x="101648" y="367308"/>
                  </a:lnTo>
                  <a:lnTo>
                    <a:pt x="63042" y="355135"/>
                  </a:lnTo>
                  <a:lnTo>
                    <a:pt x="22725" y="339165"/>
                  </a:lnTo>
                  <a:lnTo>
                    <a:pt x="12906" y="325916"/>
                  </a:lnTo>
                  <a:lnTo>
                    <a:pt x="14868" y="319687"/>
                  </a:lnTo>
                  <a:lnTo>
                    <a:pt x="17759" y="312877"/>
                  </a:lnTo>
                  <a:lnTo>
                    <a:pt x="20111" y="306618"/>
                  </a:lnTo>
                  <a:lnTo>
                    <a:pt x="25674" y="286183"/>
                  </a:lnTo>
                  <a:lnTo>
                    <a:pt x="30733" y="266754"/>
                  </a:lnTo>
                  <a:lnTo>
                    <a:pt x="35880" y="247489"/>
                  </a:lnTo>
                  <a:lnTo>
                    <a:pt x="41377" y="228673"/>
                  </a:lnTo>
                  <a:lnTo>
                    <a:pt x="83214" y="212073"/>
                  </a:lnTo>
                  <a:lnTo>
                    <a:pt x="107500" y="183778"/>
                  </a:lnTo>
                  <a:lnTo>
                    <a:pt x="119276" y="147147"/>
                  </a:lnTo>
                  <a:lnTo>
                    <a:pt x="123582" y="105539"/>
                  </a:lnTo>
                  <a:lnTo>
                    <a:pt x="125461" y="62312"/>
                  </a:lnTo>
                  <a:lnTo>
                    <a:pt x="129951" y="20826"/>
                  </a:lnTo>
                  <a:lnTo>
                    <a:pt x="193226" y="20826"/>
                  </a:lnTo>
                  <a:lnTo>
                    <a:pt x="163128" y="15941"/>
                  </a:lnTo>
                  <a:lnTo>
                    <a:pt x="133469" y="8764"/>
                  </a:lnTo>
                  <a:lnTo>
                    <a:pt x="132317" y="8429"/>
                  </a:lnTo>
                  <a:lnTo>
                    <a:pt x="131134" y="8261"/>
                  </a:lnTo>
                  <a:close/>
                </a:path>
                <a:path w="520065" h="408304">
                  <a:moveTo>
                    <a:pt x="512729" y="304964"/>
                  </a:moveTo>
                  <a:lnTo>
                    <a:pt x="498013" y="304964"/>
                  </a:lnTo>
                  <a:lnTo>
                    <a:pt x="505435" y="317756"/>
                  </a:lnTo>
                  <a:lnTo>
                    <a:pt x="504935" y="320248"/>
                  </a:lnTo>
                  <a:lnTo>
                    <a:pt x="502868" y="323778"/>
                  </a:lnTo>
                  <a:lnTo>
                    <a:pt x="505583" y="339685"/>
                  </a:lnTo>
                  <a:lnTo>
                    <a:pt x="473757" y="353514"/>
                  </a:lnTo>
                  <a:lnTo>
                    <a:pt x="403180" y="385079"/>
                  </a:lnTo>
                  <a:lnTo>
                    <a:pt x="358520" y="394019"/>
                  </a:lnTo>
                  <a:lnTo>
                    <a:pt x="324269" y="395464"/>
                  </a:lnTo>
                  <a:lnTo>
                    <a:pt x="410611" y="395464"/>
                  </a:lnTo>
                  <a:lnTo>
                    <a:pt x="420044" y="392561"/>
                  </a:lnTo>
                  <a:lnTo>
                    <a:pt x="445171" y="381850"/>
                  </a:lnTo>
                  <a:lnTo>
                    <a:pt x="478661" y="365108"/>
                  </a:lnTo>
                  <a:lnTo>
                    <a:pt x="489093" y="360038"/>
                  </a:lnTo>
                  <a:lnTo>
                    <a:pt x="499393" y="355467"/>
                  </a:lnTo>
                  <a:lnTo>
                    <a:pt x="509646" y="351570"/>
                  </a:lnTo>
                  <a:lnTo>
                    <a:pt x="515949" y="349423"/>
                  </a:lnTo>
                  <a:lnTo>
                    <a:pt x="519478" y="342722"/>
                  </a:lnTo>
                  <a:lnTo>
                    <a:pt x="516483" y="332000"/>
                  </a:lnTo>
                  <a:lnTo>
                    <a:pt x="515908" y="329183"/>
                  </a:lnTo>
                  <a:lnTo>
                    <a:pt x="515625" y="327435"/>
                  </a:lnTo>
                  <a:lnTo>
                    <a:pt x="516808" y="325916"/>
                  </a:lnTo>
                  <a:lnTo>
                    <a:pt x="517478" y="324356"/>
                  </a:lnTo>
                  <a:lnTo>
                    <a:pt x="517855" y="323047"/>
                  </a:lnTo>
                  <a:lnTo>
                    <a:pt x="518259" y="319687"/>
                  </a:lnTo>
                  <a:lnTo>
                    <a:pt x="518316" y="317756"/>
                  </a:lnTo>
                  <a:lnTo>
                    <a:pt x="517144" y="313189"/>
                  </a:lnTo>
                  <a:lnTo>
                    <a:pt x="513916" y="306909"/>
                  </a:lnTo>
                  <a:lnTo>
                    <a:pt x="512729" y="304964"/>
                  </a:lnTo>
                  <a:close/>
                </a:path>
                <a:path w="520065" h="408304">
                  <a:moveTo>
                    <a:pt x="413586" y="12565"/>
                  </a:moveTo>
                  <a:lnTo>
                    <a:pt x="401042" y="12565"/>
                  </a:lnTo>
                  <a:lnTo>
                    <a:pt x="399365" y="54238"/>
                  </a:lnTo>
                  <a:lnTo>
                    <a:pt x="393320" y="104165"/>
                  </a:lnTo>
                  <a:lnTo>
                    <a:pt x="388476" y="154644"/>
                  </a:lnTo>
                  <a:lnTo>
                    <a:pt x="390404" y="197973"/>
                  </a:lnTo>
                  <a:lnTo>
                    <a:pt x="403760" y="223543"/>
                  </a:lnTo>
                  <a:lnTo>
                    <a:pt x="431655" y="259481"/>
                  </a:lnTo>
                  <a:lnTo>
                    <a:pt x="464924" y="291513"/>
                  </a:lnTo>
                  <a:lnTo>
                    <a:pt x="494400" y="305362"/>
                  </a:lnTo>
                  <a:lnTo>
                    <a:pt x="495657" y="305362"/>
                  </a:lnTo>
                  <a:lnTo>
                    <a:pt x="496861" y="305236"/>
                  </a:lnTo>
                  <a:lnTo>
                    <a:pt x="498013" y="304964"/>
                  </a:lnTo>
                  <a:lnTo>
                    <a:pt x="512729" y="304964"/>
                  </a:lnTo>
                  <a:lnTo>
                    <a:pt x="508683" y="298336"/>
                  </a:lnTo>
                  <a:lnTo>
                    <a:pt x="506358" y="294587"/>
                  </a:lnTo>
                  <a:lnTo>
                    <a:pt x="503034" y="292797"/>
                  </a:lnTo>
                  <a:lnTo>
                    <a:pt x="494400" y="292797"/>
                  </a:lnTo>
                  <a:lnTo>
                    <a:pt x="470397" y="280099"/>
                  </a:lnTo>
                  <a:lnTo>
                    <a:pt x="440822" y="250835"/>
                  </a:lnTo>
                  <a:lnTo>
                    <a:pt x="415121" y="218249"/>
                  </a:lnTo>
                  <a:lnTo>
                    <a:pt x="402738" y="195585"/>
                  </a:lnTo>
                  <a:lnTo>
                    <a:pt x="400676" y="173630"/>
                  </a:lnTo>
                  <a:lnTo>
                    <a:pt x="401435" y="148055"/>
                  </a:lnTo>
                  <a:lnTo>
                    <a:pt x="404055" y="120230"/>
                  </a:lnTo>
                  <a:lnTo>
                    <a:pt x="407576" y="91526"/>
                  </a:lnTo>
                  <a:lnTo>
                    <a:pt x="410327" y="69361"/>
                  </a:lnTo>
                  <a:lnTo>
                    <a:pt x="412547" y="48330"/>
                  </a:lnTo>
                  <a:lnTo>
                    <a:pt x="413781" y="28946"/>
                  </a:lnTo>
                  <a:lnTo>
                    <a:pt x="413586" y="12565"/>
                  </a:lnTo>
                  <a:close/>
                </a:path>
                <a:path w="520065" h="408304">
                  <a:moveTo>
                    <a:pt x="502295" y="292399"/>
                  </a:moveTo>
                  <a:lnTo>
                    <a:pt x="497081" y="292399"/>
                  </a:lnTo>
                  <a:lnTo>
                    <a:pt x="496139" y="292504"/>
                  </a:lnTo>
                  <a:lnTo>
                    <a:pt x="495050" y="292755"/>
                  </a:lnTo>
                  <a:lnTo>
                    <a:pt x="494798" y="292797"/>
                  </a:lnTo>
                  <a:lnTo>
                    <a:pt x="503034" y="292797"/>
                  </a:lnTo>
                  <a:lnTo>
                    <a:pt x="502295" y="292399"/>
                  </a:lnTo>
                  <a:close/>
                </a:path>
                <a:path w="520065" h="408304">
                  <a:moveTo>
                    <a:pt x="193226" y="20826"/>
                  </a:moveTo>
                  <a:lnTo>
                    <a:pt x="129951" y="20826"/>
                  </a:lnTo>
                  <a:lnTo>
                    <a:pt x="160178" y="28179"/>
                  </a:lnTo>
                  <a:lnTo>
                    <a:pt x="193896" y="33707"/>
                  </a:lnTo>
                  <a:lnTo>
                    <a:pt x="229766" y="37187"/>
                  </a:lnTo>
                  <a:lnTo>
                    <a:pt x="266449" y="38396"/>
                  </a:lnTo>
                  <a:lnTo>
                    <a:pt x="305106" y="36921"/>
                  </a:lnTo>
                  <a:lnTo>
                    <a:pt x="341516" y="32309"/>
                  </a:lnTo>
                  <a:lnTo>
                    <a:pt x="367766" y="25831"/>
                  </a:lnTo>
                  <a:lnTo>
                    <a:pt x="266449" y="25831"/>
                  </a:lnTo>
                  <a:lnTo>
                    <a:pt x="231130" y="24668"/>
                  </a:lnTo>
                  <a:lnTo>
                    <a:pt x="196186" y="21306"/>
                  </a:lnTo>
                  <a:lnTo>
                    <a:pt x="193226" y="20826"/>
                  </a:lnTo>
                  <a:close/>
                </a:path>
                <a:path w="520065" h="408304">
                  <a:moveTo>
                    <a:pt x="403073" y="0"/>
                  </a:moveTo>
                  <a:lnTo>
                    <a:pt x="398874" y="0"/>
                  </a:lnTo>
                  <a:lnTo>
                    <a:pt x="396707" y="565"/>
                  </a:lnTo>
                  <a:lnTo>
                    <a:pt x="394770" y="1675"/>
                  </a:lnTo>
                  <a:lnTo>
                    <a:pt x="371153" y="12022"/>
                  </a:lnTo>
                  <a:lnTo>
                    <a:pt x="341368" y="19596"/>
                  </a:lnTo>
                  <a:lnTo>
                    <a:pt x="306204" y="24248"/>
                  </a:lnTo>
                  <a:lnTo>
                    <a:pt x="266449" y="25831"/>
                  </a:lnTo>
                  <a:lnTo>
                    <a:pt x="367766" y="25831"/>
                  </a:lnTo>
                  <a:lnTo>
                    <a:pt x="374041" y="24283"/>
                  </a:lnTo>
                  <a:lnTo>
                    <a:pt x="401042" y="12565"/>
                  </a:lnTo>
                  <a:lnTo>
                    <a:pt x="413586" y="12565"/>
                  </a:lnTo>
                  <a:lnTo>
                    <a:pt x="413576" y="11716"/>
                  </a:lnTo>
                  <a:lnTo>
                    <a:pt x="413282" y="7392"/>
                  </a:lnTo>
                  <a:lnTo>
                    <a:pt x="410780" y="3518"/>
                  </a:lnTo>
                  <a:lnTo>
                    <a:pt x="405105" y="492"/>
                  </a:lnTo>
                  <a:lnTo>
                    <a:pt x="403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71415" y="4290121"/>
              <a:ext cx="939098" cy="1314389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0565125" y="4283838"/>
              <a:ext cx="952500" cy="1327150"/>
            </a:xfrm>
            <a:custGeom>
              <a:avLst/>
              <a:gdLst/>
              <a:ahLst/>
              <a:cxnLst/>
              <a:rect l="l" t="t" r="r" b="b"/>
              <a:pathLst>
                <a:path w="952500" h="1327150">
                  <a:moveTo>
                    <a:pt x="937332" y="0"/>
                  </a:moveTo>
                  <a:lnTo>
                    <a:pt x="927699" y="0"/>
                  </a:lnTo>
                  <a:lnTo>
                    <a:pt x="924903" y="596"/>
                  </a:lnTo>
                  <a:lnTo>
                    <a:pt x="868465" y="25779"/>
                  </a:lnTo>
                  <a:lnTo>
                    <a:pt x="855770" y="29109"/>
                  </a:lnTo>
                  <a:lnTo>
                    <a:pt x="789313" y="38959"/>
                  </a:lnTo>
                  <a:lnTo>
                    <a:pt x="736148" y="44947"/>
                  </a:lnTo>
                  <a:lnTo>
                    <a:pt x="670089" y="51288"/>
                  </a:lnTo>
                  <a:lnTo>
                    <a:pt x="591436" y="57715"/>
                  </a:lnTo>
                  <a:lnTo>
                    <a:pt x="541524" y="64410"/>
                  </a:lnTo>
                  <a:lnTo>
                    <a:pt x="494612" y="76593"/>
                  </a:lnTo>
                  <a:lnTo>
                    <a:pt x="451114" y="93991"/>
                  </a:lnTo>
                  <a:lnTo>
                    <a:pt x="411447" y="116330"/>
                  </a:lnTo>
                  <a:lnTo>
                    <a:pt x="376027" y="143337"/>
                  </a:lnTo>
                  <a:lnTo>
                    <a:pt x="345269" y="174739"/>
                  </a:lnTo>
                  <a:lnTo>
                    <a:pt x="319589" y="210263"/>
                  </a:lnTo>
                  <a:lnTo>
                    <a:pt x="299404" y="249636"/>
                  </a:lnTo>
                  <a:lnTo>
                    <a:pt x="280077" y="299574"/>
                  </a:lnTo>
                  <a:lnTo>
                    <a:pt x="265849" y="338093"/>
                  </a:lnTo>
                  <a:lnTo>
                    <a:pt x="249162" y="384034"/>
                  </a:lnTo>
                  <a:lnTo>
                    <a:pt x="230451" y="436188"/>
                  </a:lnTo>
                  <a:lnTo>
                    <a:pt x="210155" y="493348"/>
                  </a:lnTo>
                  <a:lnTo>
                    <a:pt x="188711" y="554304"/>
                  </a:lnTo>
                  <a:lnTo>
                    <a:pt x="166555" y="617849"/>
                  </a:lnTo>
                  <a:lnTo>
                    <a:pt x="144126" y="682773"/>
                  </a:lnTo>
                  <a:lnTo>
                    <a:pt x="121859" y="747869"/>
                  </a:lnTo>
                  <a:lnTo>
                    <a:pt x="100193" y="811927"/>
                  </a:lnTo>
                  <a:lnTo>
                    <a:pt x="79565" y="873740"/>
                  </a:lnTo>
                  <a:lnTo>
                    <a:pt x="60412" y="932099"/>
                  </a:lnTo>
                  <a:lnTo>
                    <a:pt x="43171" y="985795"/>
                  </a:lnTo>
                  <a:lnTo>
                    <a:pt x="28279" y="1033621"/>
                  </a:lnTo>
                  <a:lnTo>
                    <a:pt x="16174" y="1074367"/>
                  </a:lnTo>
                  <a:lnTo>
                    <a:pt x="2072" y="1129787"/>
                  </a:lnTo>
                  <a:lnTo>
                    <a:pt x="0" y="1155021"/>
                  </a:lnTo>
                  <a:lnTo>
                    <a:pt x="3066" y="1179668"/>
                  </a:lnTo>
                  <a:lnTo>
                    <a:pt x="24532" y="1226863"/>
                  </a:lnTo>
                  <a:lnTo>
                    <a:pt x="60702" y="1265701"/>
                  </a:lnTo>
                  <a:lnTo>
                    <a:pt x="104000" y="1295075"/>
                  </a:lnTo>
                  <a:lnTo>
                    <a:pt x="147240" y="1314907"/>
                  </a:lnTo>
                  <a:lnTo>
                    <a:pt x="190119" y="1326357"/>
                  </a:lnTo>
                  <a:lnTo>
                    <a:pt x="198307" y="1326954"/>
                  </a:lnTo>
                  <a:lnTo>
                    <a:pt x="208286" y="1326954"/>
                  </a:lnTo>
                  <a:lnTo>
                    <a:pt x="259897" y="1323316"/>
                  </a:lnTo>
                  <a:lnTo>
                    <a:pt x="318665" y="1314592"/>
                  </a:lnTo>
                  <a:lnTo>
                    <a:pt x="319737" y="1314389"/>
                  </a:lnTo>
                  <a:lnTo>
                    <a:pt x="199490" y="1314389"/>
                  </a:lnTo>
                  <a:lnTo>
                    <a:pt x="191752" y="1313886"/>
                  </a:lnTo>
                  <a:lnTo>
                    <a:pt x="150856" y="1302916"/>
                  </a:lnTo>
                  <a:lnTo>
                    <a:pt x="110508" y="1284352"/>
                  </a:lnTo>
                  <a:lnTo>
                    <a:pt x="70553" y="1257524"/>
                  </a:lnTo>
                  <a:lnTo>
                    <a:pt x="37130" y="1222890"/>
                  </a:lnTo>
                  <a:lnTo>
                    <a:pt x="16375" y="1180908"/>
                  </a:lnTo>
                  <a:lnTo>
                    <a:pt x="14428" y="1132038"/>
                  </a:lnTo>
                  <a:lnTo>
                    <a:pt x="19556" y="1109517"/>
                  </a:lnTo>
                  <a:lnTo>
                    <a:pt x="40287" y="1037263"/>
                  </a:lnTo>
                  <a:lnTo>
                    <a:pt x="55026" y="989923"/>
                  </a:lnTo>
                  <a:lnTo>
                    <a:pt x="72106" y="936705"/>
                  </a:lnTo>
                  <a:lnTo>
                    <a:pt x="91097" y="878804"/>
                  </a:lnTo>
                  <a:lnTo>
                    <a:pt x="111566" y="817418"/>
                  </a:lnTo>
                  <a:lnTo>
                    <a:pt x="133083" y="753745"/>
                  </a:lnTo>
                  <a:lnTo>
                    <a:pt x="155215" y="688980"/>
                  </a:lnTo>
                  <a:lnTo>
                    <a:pt x="177533" y="624321"/>
                  </a:lnTo>
                  <a:lnTo>
                    <a:pt x="199605" y="560965"/>
                  </a:lnTo>
                  <a:lnTo>
                    <a:pt x="221000" y="500110"/>
                  </a:lnTo>
                  <a:lnTo>
                    <a:pt x="241286" y="442951"/>
                  </a:lnTo>
                  <a:lnTo>
                    <a:pt x="260032" y="390686"/>
                  </a:lnTo>
                  <a:lnTo>
                    <a:pt x="276807" y="344512"/>
                  </a:lnTo>
                  <a:lnTo>
                    <a:pt x="291180" y="305625"/>
                  </a:lnTo>
                  <a:lnTo>
                    <a:pt x="310995" y="254505"/>
                  </a:lnTo>
                  <a:lnTo>
                    <a:pt x="331119" y="215637"/>
                  </a:lnTo>
                  <a:lnTo>
                    <a:pt x="358030" y="179301"/>
                  </a:lnTo>
                  <a:lnTo>
                    <a:pt x="391670" y="146487"/>
                  </a:lnTo>
                  <a:lnTo>
                    <a:pt x="431982" y="118185"/>
                  </a:lnTo>
                  <a:lnTo>
                    <a:pt x="478909" y="95385"/>
                  </a:lnTo>
                  <a:lnTo>
                    <a:pt x="532394" y="79076"/>
                  </a:lnTo>
                  <a:lnTo>
                    <a:pt x="592379" y="70249"/>
                  </a:lnTo>
                  <a:lnTo>
                    <a:pt x="663279" y="64485"/>
                  </a:lnTo>
                  <a:lnTo>
                    <a:pt x="727183" y="58469"/>
                  </a:lnTo>
                  <a:lnTo>
                    <a:pt x="782139" y="52464"/>
                  </a:lnTo>
                  <a:lnTo>
                    <a:pt x="826191" y="46735"/>
                  </a:lnTo>
                  <a:lnTo>
                    <a:pt x="873773" y="37161"/>
                  </a:lnTo>
                  <a:lnTo>
                    <a:pt x="928400" y="12784"/>
                  </a:lnTo>
                  <a:lnTo>
                    <a:pt x="929489" y="12565"/>
                  </a:lnTo>
                  <a:lnTo>
                    <a:pt x="949851" y="12565"/>
                  </a:lnTo>
                  <a:lnTo>
                    <a:pt x="943667" y="3382"/>
                  </a:lnTo>
                  <a:lnTo>
                    <a:pt x="937332" y="0"/>
                  </a:lnTo>
                  <a:close/>
                </a:path>
                <a:path w="952500" h="1327150">
                  <a:moveTo>
                    <a:pt x="949851" y="12565"/>
                  </a:moveTo>
                  <a:lnTo>
                    <a:pt x="935740" y="12565"/>
                  </a:lnTo>
                  <a:lnTo>
                    <a:pt x="939970" y="17852"/>
                  </a:lnTo>
                  <a:lnTo>
                    <a:pt x="937772" y="23276"/>
                  </a:lnTo>
                  <a:lnTo>
                    <a:pt x="918471" y="77352"/>
                  </a:lnTo>
                  <a:lnTo>
                    <a:pt x="901354" y="150550"/>
                  </a:lnTo>
                  <a:lnTo>
                    <a:pt x="892079" y="211049"/>
                  </a:lnTo>
                  <a:lnTo>
                    <a:pt x="882072" y="274342"/>
                  </a:lnTo>
                  <a:lnTo>
                    <a:pt x="872561" y="333572"/>
                  </a:lnTo>
                  <a:lnTo>
                    <a:pt x="865878" y="374847"/>
                  </a:lnTo>
                  <a:lnTo>
                    <a:pt x="506863" y="397411"/>
                  </a:lnTo>
                  <a:lnTo>
                    <a:pt x="437576" y="399975"/>
                  </a:lnTo>
                  <a:lnTo>
                    <a:pt x="382242" y="401402"/>
                  </a:lnTo>
                  <a:lnTo>
                    <a:pt x="341828" y="405206"/>
                  </a:lnTo>
                  <a:lnTo>
                    <a:pt x="317296" y="414903"/>
                  </a:lnTo>
                  <a:lnTo>
                    <a:pt x="309613" y="434007"/>
                  </a:lnTo>
                  <a:lnTo>
                    <a:pt x="310965" y="453859"/>
                  </a:lnTo>
                  <a:lnTo>
                    <a:pt x="318114" y="538758"/>
                  </a:lnTo>
                  <a:lnTo>
                    <a:pt x="323246" y="596827"/>
                  </a:lnTo>
                  <a:lnTo>
                    <a:pt x="328975" y="660659"/>
                  </a:lnTo>
                  <a:lnTo>
                    <a:pt x="334967" y="726765"/>
                  </a:lnTo>
                  <a:lnTo>
                    <a:pt x="340891" y="791655"/>
                  </a:lnTo>
                  <a:lnTo>
                    <a:pt x="351207" y="903835"/>
                  </a:lnTo>
                  <a:lnTo>
                    <a:pt x="357632" y="973268"/>
                  </a:lnTo>
                  <a:lnTo>
                    <a:pt x="396657" y="976954"/>
                  </a:lnTo>
                  <a:lnTo>
                    <a:pt x="399662" y="986336"/>
                  </a:lnTo>
                  <a:lnTo>
                    <a:pt x="393736" y="990891"/>
                  </a:lnTo>
                  <a:lnTo>
                    <a:pt x="370445" y="1012343"/>
                  </a:lnTo>
                  <a:lnTo>
                    <a:pt x="348376" y="1044051"/>
                  </a:lnTo>
                  <a:lnTo>
                    <a:pt x="335196" y="1086236"/>
                  </a:lnTo>
                  <a:lnTo>
                    <a:pt x="338575" y="1139117"/>
                  </a:lnTo>
                  <a:lnTo>
                    <a:pt x="355662" y="1189499"/>
                  </a:lnTo>
                  <a:lnTo>
                    <a:pt x="376667" y="1226863"/>
                  </a:lnTo>
                  <a:lnTo>
                    <a:pt x="416793" y="1268903"/>
                  </a:lnTo>
                  <a:lnTo>
                    <a:pt x="422185" y="1272851"/>
                  </a:lnTo>
                  <a:lnTo>
                    <a:pt x="420300" y="1281311"/>
                  </a:lnTo>
                  <a:lnTo>
                    <a:pt x="371964" y="1291723"/>
                  </a:lnTo>
                  <a:lnTo>
                    <a:pt x="316962" y="1302147"/>
                  </a:lnTo>
                  <a:lnTo>
                    <a:pt x="258997" y="1310786"/>
                  </a:lnTo>
                  <a:lnTo>
                    <a:pt x="208286" y="1314389"/>
                  </a:lnTo>
                  <a:lnTo>
                    <a:pt x="319737" y="1314389"/>
                  </a:lnTo>
                  <a:lnTo>
                    <a:pt x="374307" y="1304067"/>
                  </a:lnTo>
                  <a:lnTo>
                    <a:pt x="416541" y="1295028"/>
                  </a:lnTo>
                  <a:lnTo>
                    <a:pt x="433714" y="1271374"/>
                  </a:lnTo>
                  <a:lnTo>
                    <a:pt x="430708" y="1263521"/>
                  </a:lnTo>
                  <a:lnTo>
                    <a:pt x="424227" y="1258767"/>
                  </a:lnTo>
                  <a:lnTo>
                    <a:pt x="406898" y="1243742"/>
                  </a:lnTo>
                  <a:lnTo>
                    <a:pt x="386748" y="1219358"/>
                  </a:lnTo>
                  <a:lnTo>
                    <a:pt x="366976" y="1184022"/>
                  </a:lnTo>
                  <a:lnTo>
                    <a:pt x="350784" y="1136143"/>
                  </a:lnTo>
                  <a:lnTo>
                    <a:pt x="347723" y="1088041"/>
                  </a:lnTo>
                  <a:lnTo>
                    <a:pt x="359764" y="1049581"/>
                  </a:lnTo>
                  <a:lnTo>
                    <a:pt x="379967" y="1020579"/>
                  </a:lnTo>
                  <a:lnTo>
                    <a:pt x="401390" y="1000849"/>
                  </a:lnTo>
                  <a:lnTo>
                    <a:pt x="405827" y="996219"/>
                  </a:lnTo>
                  <a:lnTo>
                    <a:pt x="408553" y="990655"/>
                  </a:lnTo>
                  <a:lnTo>
                    <a:pt x="409452" y="984534"/>
                  </a:lnTo>
                  <a:lnTo>
                    <a:pt x="408405" y="978231"/>
                  </a:lnTo>
                  <a:lnTo>
                    <a:pt x="405673" y="969918"/>
                  </a:lnTo>
                  <a:lnTo>
                    <a:pt x="398238" y="964420"/>
                  </a:lnTo>
                  <a:lnTo>
                    <a:pt x="369370" y="963813"/>
                  </a:lnTo>
                  <a:lnTo>
                    <a:pt x="362213" y="886367"/>
                  </a:lnTo>
                  <a:lnTo>
                    <a:pt x="356718" y="826630"/>
                  </a:lnTo>
                  <a:lnTo>
                    <a:pt x="350512" y="758844"/>
                  </a:lnTo>
                  <a:lnTo>
                    <a:pt x="344021" y="687481"/>
                  </a:lnTo>
                  <a:lnTo>
                    <a:pt x="337670" y="617011"/>
                  </a:lnTo>
                  <a:lnTo>
                    <a:pt x="331883" y="551906"/>
                  </a:lnTo>
                  <a:lnTo>
                    <a:pt x="327087" y="496635"/>
                  </a:lnTo>
                  <a:lnTo>
                    <a:pt x="323707" y="455671"/>
                  </a:lnTo>
                  <a:lnTo>
                    <a:pt x="321968" y="428730"/>
                  </a:lnTo>
                  <a:lnTo>
                    <a:pt x="323246" y="426699"/>
                  </a:lnTo>
                  <a:lnTo>
                    <a:pt x="388340" y="413745"/>
                  </a:lnTo>
                  <a:lnTo>
                    <a:pt x="462853" y="411880"/>
                  </a:lnTo>
                  <a:lnTo>
                    <a:pt x="484553" y="411090"/>
                  </a:lnTo>
                  <a:lnTo>
                    <a:pt x="859920" y="390228"/>
                  </a:lnTo>
                  <a:lnTo>
                    <a:pt x="884694" y="337271"/>
                  </a:lnTo>
                  <a:lnTo>
                    <a:pt x="894219" y="277943"/>
                  </a:lnTo>
                  <a:lnTo>
                    <a:pt x="904919" y="210263"/>
                  </a:lnTo>
                  <a:lnTo>
                    <a:pt x="913783" y="152393"/>
                  </a:lnTo>
                  <a:lnTo>
                    <a:pt x="921054" y="115299"/>
                  </a:lnTo>
                  <a:lnTo>
                    <a:pt x="930582" y="80734"/>
                  </a:lnTo>
                  <a:lnTo>
                    <a:pt x="940618" y="50903"/>
                  </a:lnTo>
                  <a:lnTo>
                    <a:pt x="949415" y="28009"/>
                  </a:lnTo>
                  <a:lnTo>
                    <a:pt x="951960" y="21727"/>
                  </a:lnTo>
                  <a:lnTo>
                    <a:pt x="951248" y="14638"/>
                  </a:lnTo>
                  <a:lnTo>
                    <a:pt x="949851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0571419" y="4290121"/>
              <a:ext cx="939165" cy="1314450"/>
            </a:xfrm>
            <a:custGeom>
              <a:avLst/>
              <a:gdLst/>
              <a:ahLst/>
              <a:cxnLst/>
              <a:rect l="l" t="t" r="r" b="b"/>
              <a:pathLst>
                <a:path w="939165" h="1314450">
                  <a:moveTo>
                    <a:pt x="928947" y="0"/>
                  </a:moveTo>
                  <a:lnTo>
                    <a:pt x="922278" y="0"/>
                  </a:lnTo>
                  <a:lnTo>
                    <a:pt x="920340" y="408"/>
                  </a:lnTo>
                  <a:lnTo>
                    <a:pt x="864824" y="25182"/>
                  </a:lnTo>
                  <a:lnTo>
                    <a:pt x="850002" y="29114"/>
                  </a:lnTo>
                  <a:lnTo>
                    <a:pt x="778477" y="39553"/>
                  </a:lnTo>
                  <a:lnTo>
                    <a:pt x="724325" y="45533"/>
                  </a:lnTo>
                  <a:lnTo>
                    <a:pt x="659613" y="51668"/>
                  </a:lnTo>
                  <a:lnTo>
                    <a:pt x="585618" y="57694"/>
                  </a:lnTo>
                  <a:lnTo>
                    <a:pt x="529811" y="65648"/>
                  </a:lnTo>
                  <a:lnTo>
                    <a:pt x="477939" y="80573"/>
                  </a:lnTo>
                  <a:lnTo>
                    <a:pt x="430609" y="102070"/>
                  </a:lnTo>
                  <a:lnTo>
                    <a:pt x="388433" y="129739"/>
                  </a:lnTo>
                  <a:lnTo>
                    <a:pt x="352019" y="163181"/>
                  </a:lnTo>
                  <a:lnTo>
                    <a:pt x="321976" y="201995"/>
                  </a:lnTo>
                  <a:lnTo>
                    <a:pt x="298914" y="245783"/>
                  </a:lnTo>
                  <a:lnTo>
                    <a:pt x="279611" y="295651"/>
                  </a:lnTo>
                  <a:lnTo>
                    <a:pt x="265400" y="334115"/>
                  </a:lnTo>
                  <a:lnTo>
                    <a:pt x="230046" y="432068"/>
                  </a:lnTo>
                  <a:lnTo>
                    <a:pt x="188358" y="550010"/>
                  </a:lnTo>
                  <a:lnTo>
                    <a:pt x="143829" y="678289"/>
                  </a:lnTo>
                  <a:lnTo>
                    <a:pt x="121591" y="743288"/>
                  </a:lnTo>
                  <a:lnTo>
                    <a:pt x="99952" y="807251"/>
                  </a:lnTo>
                  <a:lnTo>
                    <a:pt x="79351" y="868971"/>
                  </a:lnTo>
                  <a:lnTo>
                    <a:pt x="60222" y="927242"/>
                  </a:lnTo>
                  <a:lnTo>
                    <a:pt x="43003" y="980857"/>
                  </a:lnTo>
                  <a:lnTo>
                    <a:pt x="28131" y="1028609"/>
                  </a:lnTo>
                  <a:lnTo>
                    <a:pt x="16042" y="1069293"/>
                  </a:lnTo>
                  <a:lnTo>
                    <a:pt x="1960" y="1124625"/>
                  </a:lnTo>
                  <a:lnTo>
                    <a:pt x="0" y="1148609"/>
                  </a:lnTo>
                  <a:lnTo>
                    <a:pt x="2932" y="1172054"/>
                  </a:lnTo>
                  <a:lnTo>
                    <a:pt x="23404" y="1217010"/>
                  </a:lnTo>
                  <a:lnTo>
                    <a:pt x="58620" y="1254808"/>
                  </a:lnTo>
                  <a:lnTo>
                    <a:pt x="100808" y="1283400"/>
                  </a:lnTo>
                  <a:lnTo>
                    <a:pt x="142960" y="1302710"/>
                  </a:lnTo>
                  <a:lnTo>
                    <a:pt x="184468" y="1313802"/>
                  </a:lnTo>
                  <a:lnTo>
                    <a:pt x="192530" y="1314389"/>
                  </a:lnTo>
                  <a:lnTo>
                    <a:pt x="202006" y="1314389"/>
                  </a:lnTo>
                  <a:lnTo>
                    <a:pt x="253150" y="1310768"/>
                  </a:lnTo>
                  <a:lnTo>
                    <a:pt x="311516" y="1302084"/>
                  </a:lnTo>
                  <a:lnTo>
                    <a:pt x="366843" y="1291608"/>
                  </a:lnTo>
                  <a:lnTo>
                    <a:pt x="414345" y="1281385"/>
                  </a:lnTo>
                  <a:lnTo>
                    <a:pt x="414220" y="1257553"/>
                  </a:lnTo>
                  <a:lnTo>
                    <a:pt x="396297" y="1242022"/>
                  </a:lnTo>
                  <a:lnTo>
                    <a:pt x="375467" y="1216883"/>
                  </a:lnTo>
                  <a:lnTo>
                    <a:pt x="355053" y="1180527"/>
                  </a:lnTo>
                  <a:lnTo>
                    <a:pt x="338379" y="1131347"/>
                  </a:lnTo>
                  <a:lnTo>
                    <a:pt x="335155" y="1080897"/>
                  </a:lnTo>
                  <a:lnTo>
                    <a:pt x="347736" y="1040592"/>
                  </a:lnTo>
                  <a:lnTo>
                    <a:pt x="368864" y="1010223"/>
                  </a:lnTo>
                  <a:lnTo>
                    <a:pt x="391278" y="989582"/>
                  </a:lnTo>
                  <a:lnTo>
                    <a:pt x="396136" y="985854"/>
                  </a:lnTo>
                  <a:lnTo>
                    <a:pt x="398053" y="979697"/>
                  </a:lnTo>
                  <a:lnTo>
                    <a:pt x="394252" y="968159"/>
                  </a:lnTo>
                  <a:lnTo>
                    <a:pt x="389111" y="964358"/>
                  </a:lnTo>
                  <a:lnTo>
                    <a:pt x="358043" y="963708"/>
                  </a:lnTo>
                  <a:lnTo>
                    <a:pt x="357310" y="963300"/>
                  </a:lnTo>
                  <a:lnTo>
                    <a:pt x="318721" y="539198"/>
                  </a:lnTo>
                  <a:lnTo>
                    <a:pt x="311044" y="448494"/>
                  </a:lnTo>
                  <a:lnTo>
                    <a:pt x="309595" y="427452"/>
                  </a:lnTo>
                  <a:lnTo>
                    <a:pt x="309364" y="421987"/>
                  </a:lnTo>
                  <a:lnTo>
                    <a:pt x="310652" y="417955"/>
                  </a:lnTo>
                  <a:lnTo>
                    <a:pt x="349767" y="403233"/>
                  </a:lnTo>
                  <a:lnTo>
                    <a:pt x="435976" y="399864"/>
                  </a:lnTo>
                  <a:lnTo>
                    <a:pt x="477987" y="398525"/>
                  </a:lnTo>
                  <a:lnTo>
                    <a:pt x="859944" y="377297"/>
                  </a:lnTo>
                  <a:lnTo>
                    <a:pt x="891541" y="208643"/>
                  </a:lnTo>
                  <a:lnTo>
                    <a:pt x="901273" y="145189"/>
                  </a:lnTo>
                  <a:lnTo>
                    <a:pt x="908630" y="107652"/>
                  </a:lnTo>
                  <a:lnTo>
                    <a:pt x="918262" y="72686"/>
                  </a:lnTo>
                  <a:lnTo>
                    <a:pt x="928405" y="42514"/>
                  </a:lnTo>
                  <a:lnTo>
                    <a:pt x="939094" y="14952"/>
                  </a:lnTo>
                  <a:lnTo>
                    <a:pt x="938612" y="10188"/>
                  </a:lnTo>
                  <a:lnTo>
                    <a:pt x="933335" y="2345"/>
                  </a:lnTo>
                  <a:lnTo>
                    <a:pt x="928947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565124" y="4283838"/>
              <a:ext cx="952500" cy="1327150"/>
            </a:xfrm>
            <a:custGeom>
              <a:avLst/>
              <a:gdLst/>
              <a:ahLst/>
              <a:cxnLst/>
              <a:rect l="l" t="t" r="r" b="b"/>
              <a:pathLst>
                <a:path w="952500" h="1327150">
                  <a:moveTo>
                    <a:pt x="937332" y="0"/>
                  </a:moveTo>
                  <a:lnTo>
                    <a:pt x="927698" y="0"/>
                  </a:lnTo>
                  <a:lnTo>
                    <a:pt x="924903" y="596"/>
                  </a:lnTo>
                  <a:lnTo>
                    <a:pt x="868465" y="25779"/>
                  </a:lnTo>
                  <a:lnTo>
                    <a:pt x="855769" y="29109"/>
                  </a:lnTo>
                  <a:lnTo>
                    <a:pt x="789313" y="38959"/>
                  </a:lnTo>
                  <a:lnTo>
                    <a:pt x="736147" y="44947"/>
                  </a:lnTo>
                  <a:lnTo>
                    <a:pt x="670089" y="51288"/>
                  </a:lnTo>
                  <a:lnTo>
                    <a:pt x="591436" y="57715"/>
                  </a:lnTo>
                  <a:lnTo>
                    <a:pt x="541524" y="64410"/>
                  </a:lnTo>
                  <a:lnTo>
                    <a:pt x="494612" y="76593"/>
                  </a:lnTo>
                  <a:lnTo>
                    <a:pt x="451114" y="93991"/>
                  </a:lnTo>
                  <a:lnTo>
                    <a:pt x="411448" y="116330"/>
                  </a:lnTo>
                  <a:lnTo>
                    <a:pt x="376029" y="143337"/>
                  </a:lnTo>
                  <a:lnTo>
                    <a:pt x="345274" y="174739"/>
                  </a:lnTo>
                  <a:lnTo>
                    <a:pt x="319596" y="210263"/>
                  </a:lnTo>
                  <a:lnTo>
                    <a:pt x="299414" y="249636"/>
                  </a:lnTo>
                  <a:lnTo>
                    <a:pt x="280087" y="299574"/>
                  </a:lnTo>
                  <a:lnTo>
                    <a:pt x="265859" y="338092"/>
                  </a:lnTo>
                  <a:lnTo>
                    <a:pt x="249171" y="384033"/>
                  </a:lnTo>
                  <a:lnTo>
                    <a:pt x="230460" y="436187"/>
                  </a:lnTo>
                  <a:lnTo>
                    <a:pt x="210163" y="493346"/>
                  </a:lnTo>
                  <a:lnTo>
                    <a:pt x="188717" y="554301"/>
                  </a:lnTo>
                  <a:lnTo>
                    <a:pt x="166561" y="617845"/>
                  </a:lnTo>
                  <a:lnTo>
                    <a:pt x="144131" y="682769"/>
                  </a:lnTo>
                  <a:lnTo>
                    <a:pt x="121863" y="747865"/>
                  </a:lnTo>
                  <a:lnTo>
                    <a:pt x="100197" y="811923"/>
                  </a:lnTo>
                  <a:lnTo>
                    <a:pt x="79568" y="873736"/>
                  </a:lnTo>
                  <a:lnTo>
                    <a:pt x="60414" y="932095"/>
                  </a:lnTo>
                  <a:lnTo>
                    <a:pt x="43172" y="985791"/>
                  </a:lnTo>
                  <a:lnTo>
                    <a:pt x="28280" y="1033617"/>
                  </a:lnTo>
                  <a:lnTo>
                    <a:pt x="16174" y="1074364"/>
                  </a:lnTo>
                  <a:lnTo>
                    <a:pt x="2072" y="1129787"/>
                  </a:lnTo>
                  <a:lnTo>
                    <a:pt x="0" y="1155021"/>
                  </a:lnTo>
                  <a:lnTo>
                    <a:pt x="3067" y="1179668"/>
                  </a:lnTo>
                  <a:lnTo>
                    <a:pt x="24543" y="1226863"/>
                  </a:lnTo>
                  <a:lnTo>
                    <a:pt x="60706" y="1265701"/>
                  </a:lnTo>
                  <a:lnTo>
                    <a:pt x="104001" y="1295075"/>
                  </a:lnTo>
                  <a:lnTo>
                    <a:pt x="147240" y="1314907"/>
                  </a:lnTo>
                  <a:lnTo>
                    <a:pt x="190119" y="1326357"/>
                  </a:lnTo>
                  <a:lnTo>
                    <a:pt x="198307" y="1326954"/>
                  </a:lnTo>
                  <a:lnTo>
                    <a:pt x="208286" y="1326954"/>
                  </a:lnTo>
                  <a:lnTo>
                    <a:pt x="259901" y="1323316"/>
                  </a:lnTo>
                  <a:lnTo>
                    <a:pt x="318668" y="1314592"/>
                  </a:lnTo>
                  <a:lnTo>
                    <a:pt x="319741" y="1314389"/>
                  </a:lnTo>
                  <a:lnTo>
                    <a:pt x="199490" y="1314389"/>
                  </a:lnTo>
                  <a:lnTo>
                    <a:pt x="191752" y="1313886"/>
                  </a:lnTo>
                  <a:lnTo>
                    <a:pt x="150856" y="1302916"/>
                  </a:lnTo>
                  <a:lnTo>
                    <a:pt x="110508" y="1284352"/>
                  </a:lnTo>
                  <a:lnTo>
                    <a:pt x="70553" y="1257524"/>
                  </a:lnTo>
                  <a:lnTo>
                    <a:pt x="37129" y="1222890"/>
                  </a:lnTo>
                  <a:lnTo>
                    <a:pt x="16375" y="1180908"/>
                  </a:lnTo>
                  <a:lnTo>
                    <a:pt x="14428" y="1132038"/>
                  </a:lnTo>
                  <a:lnTo>
                    <a:pt x="19556" y="1109517"/>
                  </a:lnTo>
                  <a:lnTo>
                    <a:pt x="40287" y="1037263"/>
                  </a:lnTo>
                  <a:lnTo>
                    <a:pt x="55026" y="989923"/>
                  </a:lnTo>
                  <a:lnTo>
                    <a:pt x="72106" y="936705"/>
                  </a:lnTo>
                  <a:lnTo>
                    <a:pt x="91097" y="878804"/>
                  </a:lnTo>
                  <a:lnTo>
                    <a:pt x="111566" y="817418"/>
                  </a:lnTo>
                  <a:lnTo>
                    <a:pt x="133082" y="753745"/>
                  </a:lnTo>
                  <a:lnTo>
                    <a:pt x="155215" y="688980"/>
                  </a:lnTo>
                  <a:lnTo>
                    <a:pt x="177533" y="624321"/>
                  </a:lnTo>
                  <a:lnTo>
                    <a:pt x="199605" y="560965"/>
                  </a:lnTo>
                  <a:lnTo>
                    <a:pt x="221000" y="500110"/>
                  </a:lnTo>
                  <a:lnTo>
                    <a:pt x="241286" y="442951"/>
                  </a:lnTo>
                  <a:lnTo>
                    <a:pt x="260032" y="390686"/>
                  </a:lnTo>
                  <a:lnTo>
                    <a:pt x="276807" y="344512"/>
                  </a:lnTo>
                  <a:lnTo>
                    <a:pt x="291180" y="305625"/>
                  </a:lnTo>
                  <a:lnTo>
                    <a:pt x="310995" y="254505"/>
                  </a:lnTo>
                  <a:lnTo>
                    <a:pt x="331119" y="215637"/>
                  </a:lnTo>
                  <a:lnTo>
                    <a:pt x="358029" y="179301"/>
                  </a:lnTo>
                  <a:lnTo>
                    <a:pt x="391670" y="146487"/>
                  </a:lnTo>
                  <a:lnTo>
                    <a:pt x="431982" y="118185"/>
                  </a:lnTo>
                  <a:lnTo>
                    <a:pt x="478909" y="95385"/>
                  </a:lnTo>
                  <a:lnTo>
                    <a:pt x="532394" y="79076"/>
                  </a:lnTo>
                  <a:lnTo>
                    <a:pt x="592379" y="70249"/>
                  </a:lnTo>
                  <a:lnTo>
                    <a:pt x="663279" y="64485"/>
                  </a:lnTo>
                  <a:lnTo>
                    <a:pt x="727184" y="58469"/>
                  </a:lnTo>
                  <a:lnTo>
                    <a:pt x="782140" y="52464"/>
                  </a:lnTo>
                  <a:lnTo>
                    <a:pt x="826194" y="46735"/>
                  </a:lnTo>
                  <a:lnTo>
                    <a:pt x="873784" y="37161"/>
                  </a:lnTo>
                  <a:lnTo>
                    <a:pt x="928400" y="12784"/>
                  </a:lnTo>
                  <a:lnTo>
                    <a:pt x="929489" y="12565"/>
                  </a:lnTo>
                  <a:lnTo>
                    <a:pt x="949851" y="12565"/>
                  </a:lnTo>
                  <a:lnTo>
                    <a:pt x="943666" y="3382"/>
                  </a:lnTo>
                  <a:lnTo>
                    <a:pt x="937332" y="0"/>
                  </a:lnTo>
                  <a:close/>
                </a:path>
                <a:path w="952500" h="1327150">
                  <a:moveTo>
                    <a:pt x="949851" y="12565"/>
                  </a:moveTo>
                  <a:lnTo>
                    <a:pt x="935740" y="12565"/>
                  </a:lnTo>
                  <a:lnTo>
                    <a:pt x="939970" y="17852"/>
                  </a:lnTo>
                  <a:lnTo>
                    <a:pt x="937771" y="23276"/>
                  </a:lnTo>
                  <a:lnTo>
                    <a:pt x="918475" y="77352"/>
                  </a:lnTo>
                  <a:lnTo>
                    <a:pt x="901354" y="150550"/>
                  </a:lnTo>
                  <a:lnTo>
                    <a:pt x="892461" y="208635"/>
                  </a:lnTo>
                  <a:lnTo>
                    <a:pt x="882071" y="274342"/>
                  </a:lnTo>
                  <a:lnTo>
                    <a:pt x="872561" y="333572"/>
                  </a:lnTo>
                  <a:lnTo>
                    <a:pt x="865878" y="374847"/>
                  </a:lnTo>
                  <a:lnTo>
                    <a:pt x="506873" y="397411"/>
                  </a:lnTo>
                  <a:lnTo>
                    <a:pt x="437581" y="399975"/>
                  </a:lnTo>
                  <a:lnTo>
                    <a:pt x="382244" y="401402"/>
                  </a:lnTo>
                  <a:lnTo>
                    <a:pt x="341828" y="405206"/>
                  </a:lnTo>
                  <a:lnTo>
                    <a:pt x="317296" y="414903"/>
                  </a:lnTo>
                  <a:lnTo>
                    <a:pt x="309612" y="434007"/>
                  </a:lnTo>
                  <a:lnTo>
                    <a:pt x="310965" y="453859"/>
                  </a:lnTo>
                  <a:lnTo>
                    <a:pt x="318114" y="538758"/>
                  </a:lnTo>
                  <a:lnTo>
                    <a:pt x="323246" y="596827"/>
                  </a:lnTo>
                  <a:lnTo>
                    <a:pt x="328975" y="660659"/>
                  </a:lnTo>
                  <a:lnTo>
                    <a:pt x="334967" y="726765"/>
                  </a:lnTo>
                  <a:lnTo>
                    <a:pt x="340891" y="791655"/>
                  </a:lnTo>
                  <a:lnTo>
                    <a:pt x="351319" y="905042"/>
                  </a:lnTo>
                  <a:lnTo>
                    <a:pt x="357632" y="973268"/>
                  </a:lnTo>
                  <a:lnTo>
                    <a:pt x="396657" y="976954"/>
                  </a:lnTo>
                  <a:lnTo>
                    <a:pt x="399662" y="986336"/>
                  </a:lnTo>
                  <a:lnTo>
                    <a:pt x="393736" y="990891"/>
                  </a:lnTo>
                  <a:lnTo>
                    <a:pt x="370445" y="1012343"/>
                  </a:lnTo>
                  <a:lnTo>
                    <a:pt x="348376" y="1044051"/>
                  </a:lnTo>
                  <a:lnTo>
                    <a:pt x="335196" y="1086236"/>
                  </a:lnTo>
                  <a:lnTo>
                    <a:pt x="338575" y="1139117"/>
                  </a:lnTo>
                  <a:lnTo>
                    <a:pt x="355666" y="1189499"/>
                  </a:lnTo>
                  <a:lnTo>
                    <a:pt x="376672" y="1226863"/>
                  </a:lnTo>
                  <a:lnTo>
                    <a:pt x="416803" y="1268903"/>
                  </a:lnTo>
                  <a:lnTo>
                    <a:pt x="422185" y="1272851"/>
                  </a:lnTo>
                  <a:lnTo>
                    <a:pt x="420300" y="1281311"/>
                  </a:lnTo>
                  <a:lnTo>
                    <a:pt x="371964" y="1291723"/>
                  </a:lnTo>
                  <a:lnTo>
                    <a:pt x="316962" y="1302147"/>
                  </a:lnTo>
                  <a:lnTo>
                    <a:pt x="258997" y="1310786"/>
                  </a:lnTo>
                  <a:lnTo>
                    <a:pt x="208286" y="1314389"/>
                  </a:lnTo>
                  <a:lnTo>
                    <a:pt x="319741" y="1314389"/>
                  </a:lnTo>
                  <a:lnTo>
                    <a:pt x="374308" y="1304067"/>
                  </a:lnTo>
                  <a:lnTo>
                    <a:pt x="416541" y="1295028"/>
                  </a:lnTo>
                  <a:lnTo>
                    <a:pt x="433713" y="1271374"/>
                  </a:lnTo>
                  <a:lnTo>
                    <a:pt x="430708" y="1263521"/>
                  </a:lnTo>
                  <a:lnTo>
                    <a:pt x="424227" y="1258767"/>
                  </a:lnTo>
                  <a:lnTo>
                    <a:pt x="406900" y="1243741"/>
                  </a:lnTo>
                  <a:lnTo>
                    <a:pt x="386751" y="1219354"/>
                  </a:lnTo>
                  <a:lnTo>
                    <a:pt x="366980" y="1184018"/>
                  </a:lnTo>
                  <a:lnTo>
                    <a:pt x="350784" y="1136143"/>
                  </a:lnTo>
                  <a:lnTo>
                    <a:pt x="347723" y="1088041"/>
                  </a:lnTo>
                  <a:lnTo>
                    <a:pt x="359764" y="1049581"/>
                  </a:lnTo>
                  <a:lnTo>
                    <a:pt x="379967" y="1020579"/>
                  </a:lnTo>
                  <a:lnTo>
                    <a:pt x="401390" y="1000849"/>
                  </a:lnTo>
                  <a:lnTo>
                    <a:pt x="405827" y="996225"/>
                  </a:lnTo>
                  <a:lnTo>
                    <a:pt x="408553" y="990663"/>
                  </a:lnTo>
                  <a:lnTo>
                    <a:pt x="409452" y="984540"/>
                  </a:lnTo>
                  <a:lnTo>
                    <a:pt x="408405" y="978231"/>
                  </a:lnTo>
                  <a:lnTo>
                    <a:pt x="405683" y="969918"/>
                  </a:lnTo>
                  <a:lnTo>
                    <a:pt x="398238" y="964420"/>
                  </a:lnTo>
                  <a:lnTo>
                    <a:pt x="369380" y="963813"/>
                  </a:lnTo>
                  <a:lnTo>
                    <a:pt x="363825" y="903835"/>
                  </a:lnTo>
                  <a:lnTo>
                    <a:pt x="358028" y="840934"/>
                  </a:lnTo>
                  <a:lnTo>
                    <a:pt x="351888" y="773970"/>
                  </a:lnTo>
                  <a:lnTo>
                    <a:pt x="345753" y="706628"/>
                  </a:lnTo>
                  <a:lnTo>
                    <a:pt x="339856" y="641387"/>
                  </a:lnTo>
                  <a:lnTo>
                    <a:pt x="334433" y="580727"/>
                  </a:lnTo>
                  <a:lnTo>
                    <a:pt x="329718" y="527128"/>
                  </a:lnTo>
                  <a:lnTo>
                    <a:pt x="325945" y="483068"/>
                  </a:lnTo>
                  <a:lnTo>
                    <a:pt x="322167" y="433484"/>
                  </a:lnTo>
                  <a:lnTo>
                    <a:pt x="321968" y="428730"/>
                  </a:lnTo>
                  <a:lnTo>
                    <a:pt x="323246" y="426699"/>
                  </a:lnTo>
                  <a:lnTo>
                    <a:pt x="388340" y="413745"/>
                  </a:lnTo>
                  <a:lnTo>
                    <a:pt x="462853" y="411880"/>
                  </a:lnTo>
                  <a:lnTo>
                    <a:pt x="484553" y="411090"/>
                  </a:lnTo>
                  <a:lnTo>
                    <a:pt x="859920" y="390228"/>
                  </a:lnTo>
                  <a:lnTo>
                    <a:pt x="885457" y="332564"/>
                  </a:lnTo>
                  <a:lnTo>
                    <a:pt x="894981" y="273193"/>
                  </a:lnTo>
                  <a:lnTo>
                    <a:pt x="905217" y="208382"/>
                  </a:lnTo>
                  <a:lnTo>
                    <a:pt x="913783" y="152393"/>
                  </a:lnTo>
                  <a:lnTo>
                    <a:pt x="921058" y="115288"/>
                  </a:lnTo>
                  <a:lnTo>
                    <a:pt x="930586" y="80722"/>
                  </a:lnTo>
                  <a:lnTo>
                    <a:pt x="940620" y="50896"/>
                  </a:lnTo>
                  <a:lnTo>
                    <a:pt x="949415" y="28009"/>
                  </a:lnTo>
                  <a:lnTo>
                    <a:pt x="951959" y="21716"/>
                  </a:lnTo>
                  <a:lnTo>
                    <a:pt x="951247" y="14638"/>
                  </a:lnTo>
                  <a:lnTo>
                    <a:pt x="949851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730890" y="4610779"/>
              <a:ext cx="1022350" cy="1141095"/>
            </a:xfrm>
            <a:custGeom>
              <a:avLst/>
              <a:gdLst/>
              <a:ahLst/>
              <a:cxnLst/>
              <a:rect l="l" t="t" r="r" b="b"/>
              <a:pathLst>
                <a:path w="1022350" h="1141095">
                  <a:moveTo>
                    <a:pt x="1021930" y="985710"/>
                  </a:moveTo>
                  <a:lnTo>
                    <a:pt x="834009" y="35153"/>
                  </a:lnTo>
                  <a:lnTo>
                    <a:pt x="803732" y="2628"/>
                  </a:lnTo>
                  <a:lnTo>
                    <a:pt x="786980" y="0"/>
                  </a:lnTo>
                  <a:lnTo>
                    <a:pt x="782154" y="152"/>
                  </a:lnTo>
                  <a:lnTo>
                    <a:pt x="40462" y="99174"/>
                  </a:lnTo>
                  <a:lnTo>
                    <a:pt x="3454" y="124777"/>
                  </a:lnTo>
                  <a:lnTo>
                    <a:pt x="0" y="139446"/>
                  </a:lnTo>
                  <a:lnTo>
                    <a:pt x="596" y="147027"/>
                  </a:lnTo>
                  <a:lnTo>
                    <a:pt x="175272" y="1105649"/>
                  </a:lnTo>
                  <a:lnTo>
                    <a:pt x="205549" y="1138161"/>
                  </a:lnTo>
                  <a:lnTo>
                    <a:pt x="222300" y="1140790"/>
                  </a:lnTo>
                  <a:lnTo>
                    <a:pt x="227126" y="1140637"/>
                  </a:lnTo>
                  <a:lnTo>
                    <a:pt x="968819" y="1041577"/>
                  </a:lnTo>
                  <a:lnTo>
                    <a:pt x="1005522" y="1021664"/>
                  </a:lnTo>
                  <a:lnTo>
                    <a:pt x="1021930" y="9857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0724612" y="4604486"/>
              <a:ext cx="1035050" cy="1153795"/>
            </a:xfrm>
            <a:custGeom>
              <a:avLst/>
              <a:gdLst/>
              <a:ahLst/>
              <a:cxnLst/>
              <a:rect l="l" t="t" r="r" b="b"/>
              <a:pathLst>
                <a:path w="1035050" h="1153795">
                  <a:moveTo>
                    <a:pt x="793264" y="0"/>
                  </a:moveTo>
                  <a:lnTo>
                    <a:pt x="790573" y="0"/>
                  </a:lnTo>
                  <a:lnTo>
                    <a:pt x="787840" y="178"/>
                  </a:lnTo>
                  <a:lnTo>
                    <a:pt x="45915" y="99243"/>
                  </a:lnTo>
                  <a:lnTo>
                    <a:pt x="8638" y="120614"/>
                  </a:lnTo>
                  <a:lnTo>
                    <a:pt x="0" y="145588"/>
                  </a:lnTo>
                  <a:lnTo>
                    <a:pt x="691" y="154445"/>
                  </a:lnTo>
                  <a:lnTo>
                    <a:pt x="175366" y="1113055"/>
                  </a:lnTo>
                  <a:lnTo>
                    <a:pt x="209657" y="1150343"/>
                  </a:lnTo>
                  <a:lnTo>
                    <a:pt x="228590" y="1153357"/>
                  </a:lnTo>
                  <a:lnTo>
                    <a:pt x="231281" y="1153357"/>
                  </a:lnTo>
                  <a:lnTo>
                    <a:pt x="234014" y="1153179"/>
                  </a:lnTo>
                  <a:lnTo>
                    <a:pt x="326763" y="1140792"/>
                  </a:lnTo>
                  <a:lnTo>
                    <a:pt x="228590" y="1140792"/>
                  </a:lnTo>
                  <a:lnTo>
                    <a:pt x="214194" y="1138564"/>
                  </a:lnTo>
                  <a:lnTo>
                    <a:pt x="201835" y="1132351"/>
                  </a:lnTo>
                  <a:lnTo>
                    <a:pt x="192640" y="1122862"/>
                  </a:lnTo>
                  <a:lnTo>
                    <a:pt x="187732" y="1110803"/>
                  </a:lnTo>
                  <a:lnTo>
                    <a:pt x="13047" y="152194"/>
                  </a:lnTo>
                  <a:lnTo>
                    <a:pt x="13773" y="138132"/>
                  </a:lnTo>
                  <a:lnTo>
                    <a:pt x="47580" y="111692"/>
                  </a:lnTo>
                  <a:lnTo>
                    <a:pt x="788992" y="12701"/>
                  </a:lnTo>
                  <a:lnTo>
                    <a:pt x="791138" y="12565"/>
                  </a:lnTo>
                  <a:lnTo>
                    <a:pt x="829348" y="12565"/>
                  </a:lnTo>
                  <a:lnTo>
                    <a:pt x="828235" y="11372"/>
                  </a:lnTo>
                  <a:lnTo>
                    <a:pt x="812190" y="3010"/>
                  </a:lnTo>
                  <a:lnTo>
                    <a:pt x="793264" y="0"/>
                  </a:lnTo>
                  <a:close/>
                </a:path>
                <a:path w="1035050" h="1153795">
                  <a:moveTo>
                    <a:pt x="829348" y="12565"/>
                  </a:moveTo>
                  <a:lnTo>
                    <a:pt x="793264" y="12565"/>
                  </a:lnTo>
                  <a:lnTo>
                    <a:pt x="807654" y="14791"/>
                  </a:lnTo>
                  <a:lnTo>
                    <a:pt x="820010" y="21001"/>
                  </a:lnTo>
                  <a:lnTo>
                    <a:pt x="829208" y="30490"/>
                  </a:lnTo>
                  <a:lnTo>
                    <a:pt x="834121" y="42553"/>
                  </a:lnTo>
                  <a:lnTo>
                    <a:pt x="1022053" y="993205"/>
                  </a:lnTo>
                  <a:lnTo>
                    <a:pt x="1018548" y="1008580"/>
                  </a:lnTo>
                  <a:lnTo>
                    <a:pt x="991537" y="1035546"/>
                  </a:lnTo>
                  <a:lnTo>
                    <a:pt x="232862" y="1140656"/>
                  </a:lnTo>
                  <a:lnTo>
                    <a:pt x="230705" y="1140792"/>
                  </a:lnTo>
                  <a:lnTo>
                    <a:pt x="326763" y="1140792"/>
                  </a:lnTo>
                  <a:lnTo>
                    <a:pt x="975928" y="1054093"/>
                  </a:lnTo>
                  <a:lnTo>
                    <a:pt x="1016661" y="1032026"/>
                  </a:lnTo>
                  <a:lnTo>
                    <a:pt x="1034565" y="992022"/>
                  </a:lnTo>
                  <a:lnTo>
                    <a:pt x="1034461" y="991184"/>
                  </a:lnTo>
                  <a:lnTo>
                    <a:pt x="846456" y="40124"/>
                  </a:lnTo>
                  <a:lnTo>
                    <a:pt x="840093" y="24079"/>
                  </a:lnTo>
                  <a:lnTo>
                    <a:pt x="82934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1828206" y="4302864"/>
              <a:ext cx="772160" cy="1671320"/>
            </a:xfrm>
            <a:custGeom>
              <a:avLst/>
              <a:gdLst/>
              <a:ahLst/>
              <a:cxnLst/>
              <a:rect l="l" t="t" r="r" b="b"/>
              <a:pathLst>
                <a:path w="772159" h="1671320">
                  <a:moveTo>
                    <a:pt x="19570" y="0"/>
                  </a:moveTo>
                  <a:lnTo>
                    <a:pt x="12764" y="0"/>
                  </a:lnTo>
                  <a:lnTo>
                    <a:pt x="7549" y="2628"/>
                  </a:lnTo>
                  <a:lnTo>
                    <a:pt x="984" y="11434"/>
                  </a:lnTo>
                  <a:lnTo>
                    <a:pt x="0" y="17015"/>
                  </a:lnTo>
                  <a:lnTo>
                    <a:pt x="15873" y="70133"/>
                  </a:lnTo>
                  <a:lnTo>
                    <a:pt x="22164" y="80781"/>
                  </a:lnTo>
                  <a:lnTo>
                    <a:pt x="35680" y="107406"/>
                  </a:lnTo>
                  <a:lnTo>
                    <a:pt x="52481" y="149064"/>
                  </a:lnTo>
                  <a:lnTo>
                    <a:pt x="68018" y="203742"/>
                  </a:lnTo>
                  <a:lnTo>
                    <a:pt x="77938" y="257000"/>
                  </a:lnTo>
                  <a:lnTo>
                    <a:pt x="89255" y="336323"/>
                  </a:lnTo>
                  <a:lnTo>
                    <a:pt x="94791" y="386971"/>
                  </a:lnTo>
                  <a:lnTo>
                    <a:pt x="99565" y="443984"/>
                  </a:lnTo>
                  <a:lnTo>
                    <a:pt x="103064" y="506643"/>
                  </a:lnTo>
                  <a:lnTo>
                    <a:pt x="104779" y="574228"/>
                  </a:lnTo>
                  <a:lnTo>
                    <a:pt x="104197" y="646020"/>
                  </a:lnTo>
                  <a:lnTo>
                    <a:pt x="100808" y="721300"/>
                  </a:lnTo>
                  <a:lnTo>
                    <a:pt x="94101" y="799347"/>
                  </a:lnTo>
                  <a:lnTo>
                    <a:pt x="88503" y="857952"/>
                  </a:lnTo>
                  <a:lnTo>
                    <a:pt x="83985" y="918760"/>
                  </a:lnTo>
                  <a:lnTo>
                    <a:pt x="80464" y="980962"/>
                  </a:lnTo>
                  <a:lnTo>
                    <a:pt x="77854" y="1043748"/>
                  </a:lnTo>
                  <a:lnTo>
                    <a:pt x="76070" y="1106310"/>
                  </a:lnTo>
                  <a:lnTo>
                    <a:pt x="75025" y="1167839"/>
                  </a:lnTo>
                  <a:lnTo>
                    <a:pt x="74635" y="1227525"/>
                  </a:lnTo>
                  <a:lnTo>
                    <a:pt x="74814" y="1284559"/>
                  </a:lnTo>
                  <a:lnTo>
                    <a:pt x="75476" y="1338132"/>
                  </a:lnTo>
                  <a:lnTo>
                    <a:pt x="76537" y="1387435"/>
                  </a:lnTo>
                  <a:lnTo>
                    <a:pt x="77911" y="1431659"/>
                  </a:lnTo>
                  <a:lnTo>
                    <a:pt x="79512" y="1469995"/>
                  </a:lnTo>
                  <a:lnTo>
                    <a:pt x="83055" y="1525765"/>
                  </a:lnTo>
                  <a:lnTo>
                    <a:pt x="90624" y="1593769"/>
                  </a:lnTo>
                  <a:lnTo>
                    <a:pt x="99464" y="1638714"/>
                  </a:lnTo>
                  <a:lnTo>
                    <a:pt x="124268" y="1671153"/>
                  </a:lnTo>
                  <a:lnTo>
                    <a:pt x="125493" y="1671153"/>
                  </a:lnTo>
                  <a:lnTo>
                    <a:pt x="157837" y="1648134"/>
                  </a:lnTo>
                  <a:lnTo>
                    <a:pt x="206162" y="1601186"/>
                  </a:lnTo>
                  <a:lnTo>
                    <a:pt x="255156" y="1550446"/>
                  </a:lnTo>
                  <a:lnTo>
                    <a:pt x="287656" y="1515796"/>
                  </a:lnTo>
                  <a:lnTo>
                    <a:pt x="345371" y="1327331"/>
                  </a:lnTo>
                  <a:lnTo>
                    <a:pt x="345340" y="1325949"/>
                  </a:lnTo>
                  <a:lnTo>
                    <a:pt x="292943" y="1178424"/>
                  </a:lnTo>
                  <a:lnTo>
                    <a:pt x="320806" y="935971"/>
                  </a:lnTo>
                  <a:lnTo>
                    <a:pt x="369287" y="1114269"/>
                  </a:lnTo>
                  <a:lnTo>
                    <a:pt x="370753" y="1115861"/>
                  </a:lnTo>
                  <a:lnTo>
                    <a:pt x="373370" y="1116814"/>
                  </a:lnTo>
                  <a:lnTo>
                    <a:pt x="376093" y="1116929"/>
                  </a:lnTo>
                  <a:lnTo>
                    <a:pt x="377360" y="1116541"/>
                  </a:lnTo>
                  <a:lnTo>
                    <a:pt x="395653" y="1104755"/>
                  </a:lnTo>
                  <a:lnTo>
                    <a:pt x="440055" y="1080574"/>
                  </a:lnTo>
                  <a:lnTo>
                    <a:pt x="502860" y="1055089"/>
                  </a:lnTo>
                  <a:lnTo>
                    <a:pt x="575301" y="1040146"/>
                  </a:lnTo>
                  <a:lnTo>
                    <a:pt x="578715" y="1039884"/>
                  </a:lnTo>
                  <a:lnTo>
                    <a:pt x="585500" y="1039758"/>
                  </a:lnTo>
                  <a:lnTo>
                    <a:pt x="652072" y="1055007"/>
                  </a:lnTo>
                  <a:lnTo>
                    <a:pt x="707596" y="1088629"/>
                  </a:lnTo>
                  <a:lnTo>
                    <a:pt x="745772" y="1122435"/>
                  </a:lnTo>
                  <a:lnTo>
                    <a:pt x="760301" y="1138237"/>
                  </a:lnTo>
                  <a:lnTo>
                    <a:pt x="761516" y="1139734"/>
                  </a:lnTo>
                  <a:lnTo>
                    <a:pt x="763327" y="1140551"/>
                  </a:lnTo>
                  <a:lnTo>
                    <a:pt x="766887" y="1140373"/>
                  </a:lnTo>
                  <a:lnTo>
                    <a:pt x="770290" y="1138876"/>
                  </a:lnTo>
                  <a:lnTo>
                    <a:pt x="771798" y="1136143"/>
                  </a:lnTo>
                  <a:lnTo>
                    <a:pt x="770279" y="1125043"/>
                  </a:lnTo>
                  <a:lnTo>
                    <a:pt x="767799" y="1103128"/>
                  </a:lnTo>
                  <a:lnTo>
                    <a:pt x="765062" y="1071122"/>
                  </a:lnTo>
                  <a:lnTo>
                    <a:pt x="763180" y="1032534"/>
                  </a:lnTo>
                  <a:lnTo>
                    <a:pt x="761653" y="1016612"/>
                  </a:lnTo>
                  <a:lnTo>
                    <a:pt x="751744" y="958151"/>
                  </a:lnTo>
                  <a:lnTo>
                    <a:pt x="743712" y="917665"/>
                  </a:lnTo>
                  <a:lnTo>
                    <a:pt x="733862" y="871046"/>
                  </a:lnTo>
                  <a:lnTo>
                    <a:pt x="722368" y="819321"/>
                  </a:lnTo>
                  <a:lnTo>
                    <a:pt x="709406" y="763517"/>
                  </a:lnTo>
                  <a:lnTo>
                    <a:pt x="695150" y="704661"/>
                  </a:lnTo>
                  <a:lnTo>
                    <a:pt x="679775" y="643781"/>
                  </a:lnTo>
                  <a:lnTo>
                    <a:pt x="663456" y="581903"/>
                  </a:lnTo>
                  <a:lnTo>
                    <a:pt x="646368" y="520055"/>
                  </a:lnTo>
                  <a:lnTo>
                    <a:pt x="628686" y="459265"/>
                  </a:lnTo>
                  <a:lnTo>
                    <a:pt x="610585" y="400559"/>
                  </a:lnTo>
                  <a:lnTo>
                    <a:pt x="592240" y="344964"/>
                  </a:lnTo>
                  <a:lnTo>
                    <a:pt x="573825" y="293509"/>
                  </a:lnTo>
                  <a:lnTo>
                    <a:pt x="546347" y="234991"/>
                  </a:lnTo>
                  <a:lnTo>
                    <a:pt x="512971" y="187130"/>
                  </a:lnTo>
                  <a:lnTo>
                    <a:pt x="475047" y="148803"/>
                  </a:lnTo>
                  <a:lnTo>
                    <a:pt x="433928" y="118888"/>
                  </a:lnTo>
                  <a:lnTo>
                    <a:pt x="390967" y="96261"/>
                  </a:lnTo>
                  <a:lnTo>
                    <a:pt x="347514" y="79801"/>
                  </a:lnTo>
                  <a:lnTo>
                    <a:pt x="304921" y="68384"/>
                  </a:lnTo>
                  <a:lnTo>
                    <a:pt x="264541" y="60888"/>
                  </a:lnTo>
                  <a:lnTo>
                    <a:pt x="177786" y="51508"/>
                  </a:lnTo>
                  <a:lnTo>
                    <a:pt x="163398" y="49736"/>
                  </a:lnTo>
                  <a:lnTo>
                    <a:pt x="132458" y="44004"/>
                  </a:lnTo>
                  <a:lnTo>
                    <a:pt x="111309" y="38295"/>
                  </a:lnTo>
                  <a:lnTo>
                    <a:pt x="95875" y="32177"/>
                  </a:lnTo>
                  <a:lnTo>
                    <a:pt x="71618" y="19788"/>
                  </a:lnTo>
                  <a:lnTo>
                    <a:pt x="58814" y="13633"/>
                  </a:lnTo>
                  <a:lnTo>
                    <a:pt x="48866" y="9301"/>
                  </a:lnTo>
                  <a:lnTo>
                    <a:pt x="39443" y="5659"/>
                  </a:lnTo>
                  <a:lnTo>
                    <a:pt x="30578" y="2716"/>
                  </a:lnTo>
                  <a:lnTo>
                    <a:pt x="22302" y="481"/>
                  </a:lnTo>
                  <a:lnTo>
                    <a:pt x="195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1821610" y="4296584"/>
              <a:ext cx="785495" cy="1684020"/>
            </a:xfrm>
            <a:custGeom>
              <a:avLst/>
              <a:gdLst/>
              <a:ahLst/>
              <a:cxnLst/>
              <a:rect l="l" t="t" r="r" b="b"/>
              <a:pathLst>
                <a:path w="785495" h="1684020">
                  <a:moveTo>
                    <a:pt x="26648" y="0"/>
                  </a:moveTo>
                  <a:lnTo>
                    <a:pt x="17371" y="0"/>
                  </a:lnTo>
                  <a:lnTo>
                    <a:pt x="10282" y="3570"/>
                  </a:lnTo>
                  <a:lnTo>
                    <a:pt x="1340" y="15580"/>
                  </a:lnTo>
                  <a:lnTo>
                    <a:pt x="0" y="23182"/>
                  </a:lnTo>
                  <a:lnTo>
                    <a:pt x="16638" y="78803"/>
                  </a:lnTo>
                  <a:lnTo>
                    <a:pt x="17161" y="79913"/>
                  </a:lnTo>
                  <a:lnTo>
                    <a:pt x="17831" y="80939"/>
                  </a:lnTo>
                  <a:lnTo>
                    <a:pt x="23413" y="90362"/>
                  </a:lnTo>
                  <a:lnTo>
                    <a:pt x="53203" y="157571"/>
                  </a:lnTo>
                  <a:lnTo>
                    <a:pt x="68479" y="211386"/>
                  </a:lnTo>
                  <a:lnTo>
                    <a:pt x="78360" y="264450"/>
                  </a:lnTo>
                  <a:lnTo>
                    <a:pt x="89633" y="343495"/>
                  </a:lnTo>
                  <a:lnTo>
                    <a:pt x="95147" y="393968"/>
                  </a:lnTo>
                  <a:lnTo>
                    <a:pt x="99901" y="450785"/>
                  </a:lnTo>
                  <a:lnTo>
                    <a:pt x="103386" y="513231"/>
                  </a:lnTo>
                  <a:lnTo>
                    <a:pt x="105092" y="580588"/>
                  </a:lnTo>
                  <a:lnTo>
                    <a:pt x="104510" y="652139"/>
                  </a:lnTo>
                  <a:lnTo>
                    <a:pt x="101132" y="727169"/>
                  </a:lnTo>
                  <a:lnTo>
                    <a:pt x="94447" y="804959"/>
                  </a:lnTo>
                  <a:lnTo>
                    <a:pt x="88838" y="863667"/>
                  </a:lnTo>
                  <a:lnTo>
                    <a:pt x="84313" y="924581"/>
                  </a:lnTo>
                  <a:lnTo>
                    <a:pt x="80786" y="986890"/>
                  </a:lnTo>
                  <a:lnTo>
                    <a:pt x="78172" y="1049784"/>
                  </a:lnTo>
                  <a:lnTo>
                    <a:pt x="76384" y="1112453"/>
                  </a:lnTo>
                  <a:lnTo>
                    <a:pt x="75339" y="1174085"/>
                  </a:lnTo>
                  <a:lnTo>
                    <a:pt x="74949" y="1233872"/>
                  </a:lnTo>
                  <a:lnTo>
                    <a:pt x="75129" y="1291001"/>
                  </a:lnTo>
                  <a:lnTo>
                    <a:pt x="75795" y="1344664"/>
                  </a:lnTo>
                  <a:lnTo>
                    <a:pt x="76860" y="1394048"/>
                  </a:lnTo>
                  <a:lnTo>
                    <a:pt x="78238" y="1438345"/>
                  </a:lnTo>
                  <a:lnTo>
                    <a:pt x="79845" y="1476743"/>
                  </a:lnTo>
                  <a:lnTo>
                    <a:pt x="83400" y="1532602"/>
                  </a:lnTo>
                  <a:lnTo>
                    <a:pt x="91525" y="1604474"/>
                  </a:lnTo>
                  <a:lnTo>
                    <a:pt x="101341" y="1651058"/>
                  </a:lnTo>
                  <a:lnTo>
                    <a:pt x="130865" y="1683718"/>
                  </a:lnTo>
                  <a:lnTo>
                    <a:pt x="132592" y="1683718"/>
                  </a:lnTo>
                  <a:lnTo>
                    <a:pt x="134341" y="1683508"/>
                  </a:lnTo>
                  <a:lnTo>
                    <a:pt x="136058" y="1683090"/>
                  </a:lnTo>
                  <a:lnTo>
                    <a:pt x="153028" y="1671153"/>
                  </a:lnTo>
                  <a:lnTo>
                    <a:pt x="130865" y="1671153"/>
                  </a:lnTo>
                  <a:lnTo>
                    <a:pt x="119282" y="1662028"/>
                  </a:lnTo>
                  <a:lnTo>
                    <a:pt x="102365" y="1591401"/>
                  </a:lnTo>
                  <a:lnTo>
                    <a:pt x="95913" y="1531482"/>
                  </a:lnTo>
                  <a:lnTo>
                    <a:pt x="92354" y="1475690"/>
                  </a:lnTo>
                  <a:lnTo>
                    <a:pt x="90746" y="1437420"/>
                  </a:lnTo>
                  <a:lnTo>
                    <a:pt x="89367" y="1393300"/>
                  </a:lnTo>
                  <a:lnTo>
                    <a:pt x="88302" y="1344131"/>
                  </a:lnTo>
                  <a:lnTo>
                    <a:pt x="87636" y="1290711"/>
                  </a:lnTo>
                  <a:lnTo>
                    <a:pt x="87455" y="1233840"/>
                  </a:lnTo>
                  <a:lnTo>
                    <a:pt x="87848" y="1174085"/>
                  </a:lnTo>
                  <a:lnTo>
                    <a:pt x="88903" y="1112453"/>
                  </a:lnTo>
                  <a:lnTo>
                    <a:pt x="90705" y="1049784"/>
                  </a:lnTo>
                  <a:lnTo>
                    <a:pt x="93287" y="987845"/>
                  </a:lnTo>
                  <a:lnTo>
                    <a:pt x="96812" y="925716"/>
                  </a:lnTo>
                  <a:lnTo>
                    <a:pt x="101334" y="864934"/>
                  </a:lnTo>
                  <a:lnTo>
                    <a:pt x="107058" y="804959"/>
                  </a:lnTo>
                  <a:lnTo>
                    <a:pt x="112825" y="739962"/>
                  </a:lnTo>
                  <a:lnTo>
                    <a:pt x="116272" y="674960"/>
                  </a:lnTo>
                  <a:lnTo>
                    <a:pt x="117572" y="611796"/>
                  </a:lnTo>
                  <a:lnTo>
                    <a:pt x="117014" y="550969"/>
                  </a:lnTo>
                  <a:lnTo>
                    <a:pt x="114893" y="492982"/>
                  </a:lnTo>
                  <a:lnTo>
                    <a:pt x="111499" y="438336"/>
                  </a:lnTo>
                  <a:lnTo>
                    <a:pt x="107124" y="387531"/>
                  </a:lnTo>
                  <a:lnTo>
                    <a:pt x="102060" y="341069"/>
                  </a:lnTo>
                  <a:lnTo>
                    <a:pt x="96599" y="299451"/>
                  </a:lnTo>
                  <a:lnTo>
                    <a:pt x="85653" y="232752"/>
                  </a:lnTo>
                  <a:lnTo>
                    <a:pt x="64820" y="152645"/>
                  </a:lnTo>
                  <a:lnTo>
                    <a:pt x="47658" y="110249"/>
                  </a:lnTo>
                  <a:lnTo>
                    <a:pt x="28323" y="74029"/>
                  </a:lnTo>
                  <a:lnTo>
                    <a:pt x="12010" y="19475"/>
                  </a:lnTo>
                  <a:lnTo>
                    <a:pt x="17622" y="12565"/>
                  </a:lnTo>
                  <a:lnTo>
                    <a:pt x="64257" y="12565"/>
                  </a:lnTo>
                  <a:lnTo>
                    <a:pt x="57786" y="9747"/>
                  </a:lnTo>
                  <a:lnTo>
                    <a:pt x="48078" y="5998"/>
                  </a:lnTo>
                  <a:lnTo>
                    <a:pt x="38913" y="2962"/>
                  </a:lnTo>
                  <a:lnTo>
                    <a:pt x="30323" y="649"/>
                  </a:lnTo>
                  <a:lnTo>
                    <a:pt x="28512" y="219"/>
                  </a:lnTo>
                  <a:lnTo>
                    <a:pt x="26648" y="0"/>
                  </a:lnTo>
                  <a:close/>
                </a:path>
                <a:path w="785495" h="1684020">
                  <a:moveTo>
                    <a:pt x="324880" y="909071"/>
                  </a:moveTo>
                  <a:lnTo>
                    <a:pt x="293132" y="1185440"/>
                  </a:lnTo>
                  <a:lnTo>
                    <a:pt x="345570" y="1333069"/>
                  </a:lnTo>
                  <a:lnTo>
                    <a:pt x="288996" y="1518498"/>
                  </a:lnTo>
                  <a:lnTo>
                    <a:pt x="209392" y="1604067"/>
                  </a:lnTo>
                  <a:lnTo>
                    <a:pt x="166621" y="1648462"/>
                  </a:lnTo>
                  <a:lnTo>
                    <a:pt x="133137" y="1670870"/>
                  </a:lnTo>
                  <a:lnTo>
                    <a:pt x="131608" y="1671153"/>
                  </a:lnTo>
                  <a:lnTo>
                    <a:pt x="153028" y="1671153"/>
                  </a:lnTo>
                  <a:lnTo>
                    <a:pt x="204864" y="1624420"/>
                  </a:lnTo>
                  <a:lnTo>
                    <a:pt x="253592" y="1574511"/>
                  </a:lnTo>
                  <a:lnTo>
                    <a:pt x="299509" y="1525649"/>
                  </a:lnTo>
                  <a:lnTo>
                    <a:pt x="358366" y="1334158"/>
                  </a:lnTo>
                  <a:lnTo>
                    <a:pt x="358313" y="1331394"/>
                  </a:lnTo>
                  <a:lnTo>
                    <a:pt x="305948" y="1183974"/>
                  </a:lnTo>
                  <a:lnTo>
                    <a:pt x="329906" y="975425"/>
                  </a:lnTo>
                  <a:lnTo>
                    <a:pt x="342926" y="975425"/>
                  </a:lnTo>
                  <a:lnTo>
                    <a:pt x="324880" y="909071"/>
                  </a:lnTo>
                  <a:close/>
                </a:path>
                <a:path w="785495" h="1684020">
                  <a:moveTo>
                    <a:pt x="687573" y="1052323"/>
                  </a:moveTo>
                  <a:lnTo>
                    <a:pt x="592107" y="1052323"/>
                  </a:lnTo>
                  <a:lnTo>
                    <a:pt x="656626" y="1067214"/>
                  </a:lnTo>
                  <a:lnTo>
                    <a:pt x="710624" y="1100045"/>
                  </a:lnTo>
                  <a:lnTo>
                    <a:pt x="747844" y="1133056"/>
                  </a:lnTo>
                  <a:lnTo>
                    <a:pt x="762029" y="1148488"/>
                  </a:lnTo>
                  <a:lnTo>
                    <a:pt x="764479" y="1151483"/>
                  </a:lnTo>
                  <a:lnTo>
                    <a:pt x="768081" y="1153106"/>
                  </a:lnTo>
                  <a:lnTo>
                    <a:pt x="773473" y="1153106"/>
                  </a:lnTo>
                  <a:lnTo>
                    <a:pt x="775201" y="1152760"/>
                  </a:lnTo>
                  <a:lnTo>
                    <a:pt x="781997" y="1149755"/>
                  </a:lnTo>
                  <a:lnTo>
                    <a:pt x="785023" y="1144310"/>
                  </a:lnTo>
                  <a:lnTo>
                    <a:pt x="784465" y="1140541"/>
                  </a:lnTo>
                  <a:lnTo>
                    <a:pt x="771767" y="1140541"/>
                  </a:lnTo>
                  <a:lnTo>
                    <a:pt x="722742" y="1082276"/>
                  </a:lnTo>
                  <a:lnTo>
                    <a:pt x="687685" y="1052356"/>
                  </a:lnTo>
                  <a:close/>
                </a:path>
                <a:path w="785495" h="1684020">
                  <a:moveTo>
                    <a:pt x="64257" y="12565"/>
                  </a:moveTo>
                  <a:lnTo>
                    <a:pt x="25664" y="12565"/>
                  </a:lnTo>
                  <a:lnTo>
                    <a:pt x="26554" y="12659"/>
                  </a:lnTo>
                  <a:lnTo>
                    <a:pt x="27444" y="12879"/>
                  </a:lnTo>
                  <a:lnTo>
                    <a:pt x="105068" y="46493"/>
                  </a:lnTo>
                  <a:lnTo>
                    <a:pt x="129481" y="54482"/>
                  </a:lnTo>
                  <a:lnTo>
                    <a:pt x="169021" y="62228"/>
                  </a:lnTo>
                  <a:lnTo>
                    <a:pt x="191563" y="64792"/>
                  </a:lnTo>
                  <a:lnTo>
                    <a:pt x="221559" y="67507"/>
                  </a:lnTo>
                  <a:lnTo>
                    <a:pt x="257479" y="71606"/>
                  </a:lnTo>
                  <a:lnTo>
                    <a:pt x="297794" y="78320"/>
                  </a:lnTo>
                  <a:lnTo>
                    <a:pt x="340974" y="88880"/>
                  </a:lnTo>
                  <a:lnTo>
                    <a:pt x="385488" y="104518"/>
                  </a:lnTo>
                  <a:lnTo>
                    <a:pt x="429808" y="126467"/>
                  </a:lnTo>
                  <a:lnTo>
                    <a:pt x="472402" y="155956"/>
                  </a:lnTo>
                  <a:lnTo>
                    <a:pt x="511742" y="194219"/>
                  </a:lnTo>
                  <a:lnTo>
                    <a:pt x="546297" y="242487"/>
                  </a:lnTo>
                  <a:lnTo>
                    <a:pt x="574537" y="301990"/>
                  </a:lnTo>
                  <a:lnTo>
                    <a:pt x="592622" y="352551"/>
                  </a:lnTo>
                  <a:lnTo>
                    <a:pt x="610717" y="407432"/>
                  </a:lnTo>
                  <a:lnTo>
                    <a:pt x="628640" y="465588"/>
                  </a:lnTo>
                  <a:lnTo>
                    <a:pt x="646207" y="525976"/>
                  </a:lnTo>
                  <a:lnTo>
                    <a:pt x="663234" y="587552"/>
                  </a:lnTo>
                  <a:lnTo>
                    <a:pt x="679538" y="649272"/>
                  </a:lnTo>
                  <a:lnTo>
                    <a:pt x="694937" y="710092"/>
                  </a:lnTo>
                  <a:lnTo>
                    <a:pt x="709245" y="768968"/>
                  </a:lnTo>
                  <a:lnTo>
                    <a:pt x="722281" y="824856"/>
                  </a:lnTo>
                  <a:lnTo>
                    <a:pt x="733860" y="876713"/>
                  </a:lnTo>
                  <a:lnTo>
                    <a:pt x="743800" y="923494"/>
                  </a:lnTo>
                  <a:lnTo>
                    <a:pt x="751917" y="964156"/>
                  </a:lnTo>
                  <a:lnTo>
                    <a:pt x="761947" y="1022944"/>
                  </a:lnTo>
                  <a:lnTo>
                    <a:pt x="765410" y="1078193"/>
                  </a:lnTo>
                  <a:lnTo>
                    <a:pt x="768184" y="1110510"/>
                  </a:lnTo>
                  <a:lnTo>
                    <a:pt x="770763" y="1133056"/>
                  </a:lnTo>
                  <a:lnTo>
                    <a:pt x="771767" y="1140541"/>
                  </a:lnTo>
                  <a:lnTo>
                    <a:pt x="784465" y="1140541"/>
                  </a:lnTo>
                  <a:lnTo>
                    <a:pt x="784196" y="1138719"/>
                  </a:lnTo>
                  <a:lnTo>
                    <a:pt x="783100" y="1130463"/>
                  </a:lnTo>
                  <a:lnTo>
                    <a:pt x="780642" y="1108709"/>
                  </a:lnTo>
                  <a:lnTo>
                    <a:pt x="777927" y="1076943"/>
                  </a:lnTo>
                  <a:lnTo>
                    <a:pt x="776060" y="1038649"/>
                  </a:lnTo>
                  <a:lnTo>
                    <a:pt x="774528" y="1022663"/>
                  </a:lnTo>
                  <a:lnTo>
                    <a:pt x="764594" y="964000"/>
                  </a:lnTo>
                  <a:lnTo>
                    <a:pt x="756543" y="923385"/>
                  </a:lnTo>
                  <a:lnTo>
                    <a:pt x="746671" y="876620"/>
                  </a:lnTo>
                  <a:lnTo>
                    <a:pt x="735151" y="824739"/>
                  </a:lnTo>
                  <a:lnTo>
                    <a:pt x="722160" y="768770"/>
                  </a:lnTo>
                  <a:lnTo>
                    <a:pt x="707873" y="709745"/>
                  </a:lnTo>
                  <a:lnTo>
                    <a:pt x="692465" y="648695"/>
                  </a:lnTo>
                  <a:lnTo>
                    <a:pt x="676112" y="586650"/>
                  </a:lnTo>
                  <a:lnTo>
                    <a:pt x="658989" y="524641"/>
                  </a:lnTo>
                  <a:lnTo>
                    <a:pt x="641272" y="463699"/>
                  </a:lnTo>
                  <a:lnTo>
                    <a:pt x="623135" y="404855"/>
                  </a:lnTo>
                  <a:lnTo>
                    <a:pt x="604755" y="349139"/>
                  </a:lnTo>
                  <a:lnTo>
                    <a:pt x="586306" y="297582"/>
                  </a:lnTo>
                  <a:lnTo>
                    <a:pt x="561181" y="243000"/>
                  </a:lnTo>
                  <a:lnTo>
                    <a:pt x="531030" y="197466"/>
                  </a:lnTo>
                  <a:lnTo>
                    <a:pt x="496878" y="160123"/>
                  </a:lnTo>
                  <a:lnTo>
                    <a:pt x="459754" y="130111"/>
                  </a:lnTo>
                  <a:lnTo>
                    <a:pt x="420686" y="106572"/>
                  </a:lnTo>
                  <a:lnTo>
                    <a:pt x="380701" y="88647"/>
                  </a:lnTo>
                  <a:lnTo>
                    <a:pt x="340826" y="75478"/>
                  </a:lnTo>
                  <a:lnTo>
                    <a:pt x="302088" y="66207"/>
                  </a:lnTo>
                  <a:lnTo>
                    <a:pt x="232137" y="55922"/>
                  </a:lnTo>
                  <a:lnTo>
                    <a:pt x="185113" y="51545"/>
                  </a:lnTo>
                  <a:lnTo>
                    <a:pt x="177511" y="50712"/>
                  </a:lnTo>
                  <a:lnTo>
                    <a:pt x="120273" y="38772"/>
                  </a:lnTo>
                  <a:lnTo>
                    <a:pt x="86527" y="23271"/>
                  </a:lnTo>
                  <a:lnTo>
                    <a:pt x="81004" y="20439"/>
                  </a:lnTo>
                  <a:lnTo>
                    <a:pt x="74758" y="17362"/>
                  </a:lnTo>
                  <a:lnTo>
                    <a:pt x="68008" y="14198"/>
                  </a:lnTo>
                  <a:lnTo>
                    <a:pt x="64257" y="12565"/>
                  </a:lnTo>
                  <a:close/>
                </a:path>
                <a:path w="785495" h="1684020">
                  <a:moveTo>
                    <a:pt x="342926" y="975425"/>
                  </a:moveTo>
                  <a:lnTo>
                    <a:pt x="329906" y="975425"/>
                  </a:lnTo>
                  <a:lnTo>
                    <a:pt x="370365" y="1124175"/>
                  </a:lnTo>
                  <a:lnTo>
                    <a:pt x="373297" y="1127358"/>
                  </a:lnTo>
                  <a:lnTo>
                    <a:pt x="378532" y="1129243"/>
                  </a:lnTo>
                  <a:lnTo>
                    <a:pt x="379977" y="1129494"/>
                  </a:lnTo>
                  <a:lnTo>
                    <a:pt x="383967" y="1129494"/>
                  </a:lnTo>
                  <a:lnTo>
                    <a:pt x="386490" y="1128709"/>
                  </a:lnTo>
                  <a:lnTo>
                    <a:pt x="388637" y="1127211"/>
                  </a:lnTo>
                  <a:lnTo>
                    <a:pt x="404704" y="1116929"/>
                  </a:lnTo>
                  <a:lnTo>
                    <a:pt x="381412" y="1116929"/>
                  </a:lnTo>
                  <a:lnTo>
                    <a:pt x="342926" y="975425"/>
                  </a:lnTo>
                  <a:close/>
                </a:path>
                <a:path w="785495" h="1684020">
                  <a:moveTo>
                    <a:pt x="592107" y="1039758"/>
                  </a:moveTo>
                  <a:lnTo>
                    <a:pt x="588557" y="1039758"/>
                  </a:lnTo>
                  <a:lnTo>
                    <a:pt x="584997" y="1039884"/>
                  </a:lnTo>
                  <a:lnTo>
                    <a:pt x="507105" y="1055478"/>
                  </a:lnTo>
                  <a:lnTo>
                    <a:pt x="443135" y="1081497"/>
                  </a:lnTo>
                  <a:lnTo>
                    <a:pt x="398308" y="1106041"/>
                  </a:lnTo>
                  <a:lnTo>
                    <a:pt x="381412" y="1116929"/>
                  </a:lnTo>
                  <a:lnTo>
                    <a:pt x="404704" y="1116929"/>
                  </a:lnTo>
                  <a:lnTo>
                    <a:pt x="405626" y="1116339"/>
                  </a:lnTo>
                  <a:lnTo>
                    <a:pt x="449373" y="1092511"/>
                  </a:lnTo>
                  <a:lnTo>
                    <a:pt x="511190" y="1067403"/>
                  </a:lnTo>
                  <a:lnTo>
                    <a:pt x="582390" y="1052690"/>
                  </a:lnTo>
                  <a:lnTo>
                    <a:pt x="585594" y="1052449"/>
                  </a:lnTo>
                  <a:lnTo>
                    <a:pt x="588861" y="1052323"/>
                  </a:lnTo>
                  <a:lnTo>
                    <a:pt x="687573" y="1052323"/>
                  </a:lnTo>
                  <a:lnTo>
                    <a:pt x="649755" y="1041333"/>
                  </a:lnTo>
                  <a:lnTo>
                    <a:pt x="592107" y="10397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2217462" y="5335904"/>
              <a:ext cx="355600" cy="317500"/>
            </a:xfrm>
            <a:custGeom>
              <a:avLst/>
              <a:gdLst/>
              <a:ahLst/>
              <a:cxnLst/>
              <a:rect l="l" t="t" r="r" b="b"/>
              <a:pathLst>
                <a:path w="355600" h="317500">
                  <a:moveTo>
                    <a:pt x="200140" y="0"/>
                  </a:moveTo>
                  <a:lnTo>
                    <a:pt x="192695" y="0"/>
                  </a:lnTo>
                  <a:lnTo>
                    <a:pt x="132232" y="6634"/>
                  </a:lnTo>
                  <a:lnTo>
                    <a:pt x="81015" y="23780"/>
                  </a:lnTo>
                  <a:lnTo>
                    <a:pt x="38151" y="47305"/>
                  </a:lnTo>
                  <a:lnTo>
                    <a:pt x="869" y="74573"/>
                  </a:lnTo>
                  <a:lnTo>
                    <a:pt x="0" y="77023"/>
                  </a:lnTo>
                  <a:lnTo>
                    <a:pt x="1800" y="84981"/>
                  </a:lnTo>
                  <a:lnTo>
                    <a:pt x="9509" y="115007"/>
                  </a:lnTo>
                  <a:lnTo>
                    <a:pt x="12315" y="133058"/>
                  </a:lnTo>
                  <a:lnTo>
                    <a:pt x="11510" y="150402"/>
                  </a:lnTo>
                  <a:lnTo>
                    <a:pt x="5361" y="166947"/>
                  </a:lnTo>
                  <a:lnTo>
                    <a:pt x="4282" y="168811"/>
                  </a:lnTo>
                  <a:lnTo>
                    <a:pt x="4230" y="171115"/>
                  </a:lnTo>
                  <a:lnTo>
                    <a:pt x="6230" y="174947"/>
                  </a:lnTo>
                  <a:lnTo>
                    <a:pt x="8156" y="176204"/>
                  </a:lnTo>
                  <a:lnTo>
                    <a:pt x="70332" y="183297"/>
                  </a:lnTo>
                  <a:lnTo>
                    <a:pt x="123541" y="194367"/>
                  </a:lnTo>
                  <a:lnTo>
                    <a:pt x="170033" y="209626"/>
                  </a:lnTo>
                  <a:lnTo>
                    <a:pt x="209898" y="229118"/>
                  </a:lnTo>
                  <a:lnTo>
                    <a:pt x="243229" y="252889"/>
                  </a:lnTo>
                  <a:lnTo>
                    <a:pt x="270116" y="280983"/>
                  </a:lnTo>
                  <a:lnTo>
                    <a:pt x="290650" y="313445"/>
                  </a:lnTo>
                  <a:lnTo>
                    <a:pt x="291676" y="315498"/>
                  </a:lnTo>
                  <a:lnTo>
                    <a:pt x="293729" y="316817"/>
                  </a:lnTo>
                  <a:lnTo>
                    <a:pt x="296106" y="316911"/>
                  </a:lnTo>
                  <a:lnTo>
                    <a:pt x="298462" y="316911"/>
                  </a:lnTo>
                  <a:lnTo>
                    <a:pt x="330598" y="251498"/>
                  </a:lnTo>
                  <a:lnTo>
                    <a:pt x="349382" y="178245"/>
                  </a:lnTo>
                  <a:lnTo>
                    <a:pt x="355506" y="134754"/>
                  </a:lnTo>
                  <a:lnTo>
                    <a:pt x="354910" y="124341"/>
                  </a:lnTo>
                  <a:lnTo>
                    <a:pt x="336806" y="86748"/>
                  </a:lnTo>
                  <a:lnTo>
                    <a:pt x="307076" y="46512"/>
                  </a:lnTo>
                  <a:lnTo>
                    <a:pt x="254715" y="9175"/>
                  </a:lnTo>
                  <a:lnTo>
                    <a:pt x="215396" y="869"/>
                  </a:lnTo>
                  <a:lnTo>
                    <a:pt x="207773" y="293"/>
                  </a:lnTo>
                  <a:lnTo>
                    <a:pt x="200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2210801" y="5329623"/>
              <a:ext cx="368935" cy="329565"/>
            </a:xfrm>
            <a:custGeom>
              <a:avLst/>
              <a:gdLst/>
              <a:ahLst/>
              <a:cxnLst/>
              <a:rect l="l" t="t" r="r" b="b"/>
              <a:pathLst>
                <a:path w="368934" h="329564">
                  <a:moveTo>
                    <a:pt x="206957" y="0"/>
                  </a:moveTo>
                  <a:lnTo>
                    <a:pt x="199355" y="0"/>
                  </a:lnTo>
                  <a:lnTo>
                    <a:pt x="137571" y="6758"/>
                  </a:lnTo>
                  <a:lnTo>
                    <a:pt x="85287" y="24227"/>
                  </a:lnTo>
                  <a:lnTo>
                    <a:pt x="41568" y="48193"/>
                  </a:lnTo>
                  <a:lnTo>
                    <a:pt x="5476" y="74447"/>
                  </a:lnTo>
                  <a:lnTo>
                    <a:pt x="0" y="82353"/>
                  </a:lnTo>
                  <a:lnTo>
                    <a:pt x="2355" y="92719"/>
                  </a:lnTo>
                  <a:lnTo>
                    <a:pt x="5413" y="104206"/>
                  </a:lnTo>
                  <a:lnTo>
                    <a:pt x="9867" y="121906"/>
                  </a:lnTo>
                  <a:lnTo>
                    <a:pt x="12605" y="138910"/>
                  </a:lnTo>
                  <a:lnTo>
                    <a:pt x="12043" y="155025"/>
                  </a:lnTo>
                  <a:lnTo>
                    <a:pt x="6596" y="170057"/>
                  </a:lnTo>
                  <a:lnTo>
                    <a:pt x="4418" y="173795"/>
                  </a:lnTo>
                  <a:lnTo>
                    <a:pt x="4314" y="178392"/>
                  </a:lnTo>
                  <a:lnTo>
                    <a:pt x="8334" y="186057"/>
                  </a:lnTo>
                  <a:lnTo>
                    <a:pt x="12177" y="188591"/>
                  </a:lnTo>
                  <a:lnTo>
                    <a:pt x="16491" y="188915"/>
                  </a:lnTo>
                  <a:lnTo>
                    <a:pt x="75533" y="195706"/>
                  </a:lnTo>
                  <a:lnTo>
                    <a:pt x="127849" y="206524"/>
                  </a:lnTo>
                  <a:lnTo>
                    <a:pt x="173530" y="221412"/>
                  </a:lnTo>
                  <a:lnTo>
                    <a:pt x="212665" y="240414"/>
                  </a:lnTo>
                  <a:lnTo>
                    <a:pt x="245344" y="263574"/>
                  </a:lnTo>
                  <a:lnTo>
                    <a:pt x="291697" y="322545"/>
                  </a:lnTo>
                  <a:lnTo>
                    <a:pt x="293760" y="326639"/>
                  </a:lnTo>
                  <a:lnTo>
                    <a:pt x="297875" y="329288"/>
                  </a:lnTo>
                  <a:lnTo>
                    <a:pt x="302608" y="329476"/>
                  </a:lnTo>
                  <a:lnTo>
                    <a:pt x="307330" y="329476"/>
                  </a:lnTo>
                  <a:lnTo>
                    <a:pt x="311414" y="327183"/>
                  </a:lnTo>
                  <a:lnTo>
                    <a:pt x="313697" y="323403"/>
                  </a:lnTo>
                  <a:lnTo>
                    <a:pt x="317132" y="316911"/>
                  </a:lnTo>
                  <a:lnTo>
                    <a:pt x="302933" y="316911"/>
                  </a:lnTo>
                  <a:lnTo>
                    <a:pt x="280158" y="281417"/>
                  </a:lnTo>
                  <a:lnTo>
                    <a:pt x="250704" y="251643"/>
                  </a:lnTo>
                  <a:lnTo>
                    <a:pt x="214978" y="227242"/>
                  </a:lnTo>
                  <a:lnTo>
                    <a:pt x="173384" y="207865"/>
                  </a:lnTo>
                  <a:lnTo>
                    <a:pt x="126329" y="193163"/>
                  </a:lnTo>
                  <a:lnTo>
                    <a:pt x="74217" y="182788"/>
                  </a:lnTo>
                  <a:lnTo>
                    <a:pt x="17454" y="176392"/>
                  </a:lnTo>
                  <a:lnTo>
                    <a:pt x="24914" y="154067"/>
                  </a:lnTo>
                  <a:lnTo>
                    <a:pt x="24327" y="130920"/>
                  </a:lnTo>
                  <a:lnTo>
                    <a:pt x="19270" y="107478"/>
                  </a:lnTo>
                  <a:lnTo>
                    <a:pt x="13318" y="84269"/>
                  </a:lnTo>
                  <a:lnTo>
                    <a:pt x="50769" y="57308"/>
                  </a:lnTo>
                  <a:lnTo>
                    <a:pt x="93579" y="34411"/>
                  </a:lnTo>
                  <a:lnTo>
                    <a:pt x="142768" y="18516"/>
                  </a:lnTo>
                  <a:lnTo>
                    <a:pt x="199355" y="12565"/>
                  </a:lnTo>
                  <a:lnTo>
                    <a:pt x="269226" y="12565"/>
                  </a:lnTo>
                  <a:lnTo>
                    <a:pt x="263615" y="9525"/>
                  </a:lnTo>
                  <a:lnTo>
                    <a:pt x="222527" y="879"/>
                  </a:lnTo>
                  <a:lnTo>
                    <a:pt x="214757" y="293"/>
                  </a:lnTo>
                  <a:lnTo>
                    <a:pt x="206957" y="0"/>
                  </a:lnTo>
                  <a:close/>
                </a:path>
                <a:path w="368934" h="329564">
                  <a:moveTo>
                    <a:pt x="269226" y="12565"/>
                  </a:moveTo>
                  <a:lnTo>
                    <a:pt x="206580" y="12565"/>
                  </a:lnTo>
                  <a:lnTo>
                    <a:pt x="213993" y="12837"/>
                  </a:lnTo>
                  <a:lnTo>
                    <a:pt x="221584" y="13413"/>
                  </a:lnTo>
                  <a:lnTo>
                    <a:pt x="285993" y="35674"/>
                  </a:lnTo>
                  <a:lnTo>
                    <a:pt x="326387" y="79547"/>
                  </a:lnTo>
                  <a:lnTo>
                    <a:pt x="351346" y="118938"/>
                  </a:lnTo>
                  <a:lnTo>
                    <a:pt x="355800" y="143503"/>
                  </a:lnTo>
                  <a:lnTo>
                    <a:pt x="354486" y="156671"/>
                  </a:lnTo>
                  <a:lnTo>
                    <a:pt x="341932" y="220633"/>
                  </a:lnTo>
                  <a:lnTo>
                    <a:pt x="318299" y="287854"/>
                  </a:lnTo>
                  <a:lnTo>
                    <a:pt x="302933" y="316911"/>
                  </a:lnTo>
                  <a:lnTo>
                    <a:pt x="317132" y="316911"/>
                  </a:lnTo>
                  <a:lnTo>
                    <a:pt x="343153" y="259944"/>
                  </a:lnTo>
                  <a:lnTo>
                    <a:pt x="362219" y="185585"/>
                  </a:lnTo>
                  <a:lnTo>
                    <a:pt x="368454" y="140840"/>
                  </a:lnTo>
                  <a:lnTo>
                    <a:pt x="367800" y="129744"/>
                  </a:lnTo>
                  <a:lnTo>
                    <a:pt x="348945" y="89910"/>
                  </a:lnTo>
                  <a:lnTo>
                    <a:pt x="318196" y="48310"/>
                  </a:lnTo>
                  <a:lnTo>
                    <a:pt x="294671" y="26349"/>
                  </a:lnTo>
                  <a:lnTo>
                    <a:pt x="269226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828211" y="4302864"/>
              <a:ext cx="771788" cy="167115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1821617" y="4296583"/>
              <a:ext cx="785495" cy="1684020"/>
            </a:xfrm>
            <a:custGeom>
              <a:avLst/>
              <a:gdLst/>
              <a:ahLst/>
              <a:cxnLst/>
              <a:rect l="l" t="t" r="r" b="b"/>
              <a:pathLst>
                <a:path w="785495" h="1684020">
                  <a:moveTo>
                    <a:pt x="26637" y="0"/>
                  </a:moveTo>
                  <a:lnTo>
                    <a:pt x="17360" y="0"/>
                  </a:lnTo>
                  <a:lnTo>
                    <a:pt x="10271" y="3570"/>
                  </a:lnTo>
                  <a:lnTo>
                    <a:pt x="1329" y="15580"/>
                  </a:lnTo>
                  <a:lnTo>
                    <a:pt x="0" y="23182"/>
                  </a:lnTo>
                  <a:lnTo>
                    <a:pt x="16627" y="78803"/>
                  </a:lnTo>
                  <a:lnTo>
                    <a:pt x="17151" y="79924"/>
                  </a:lnTo>
                  <a:lnTo>
                    <a:pt x="17821" y="80939"/>
                  </a:lnTo>
                  <a:lnTo>
                    <a:pt x="23402" y="90362"/>
                  </a:lnTo>
                  <a:lnTo>
                    <a:pt x="53193" y="157571"/>
                  </a:lnTo>
                  <a:lnTo>
                    <a:pt x="68469" y="211386"/>
                  </a:lnTo>
                  <a:lnTo>
                    <a:pt x="78351" y="264447"/>
                  </a:lnTo>
                  <a:lnTo>
                    <a:pt x="89626" y="343489"/>
                  </a:lnTo>
                  <a:lnTo>
                    <a:pt x="95141" y="393960"/>
                  </a:lnTo>
                  <a:lnTo>
                    <a:pt x="99895" y="450777"/>
                  </a:lnTo>
                  <a:lnTo>
                    <a:pt x="103380" y="513222"/>
                  </a:lnTo>
                  <a:lnTo>
                    <a:pt x="105086" y="580579"/>
                  </a:lnTo>
                  <a:lnTo>
                    <a:pt x="104503" y="652132"/>
                  </a:lnTo>
                  <a:lnTo>
                    <a:pt x="101123" y="727164"/>
                  </a:lnTo>
                  <a:lnTo>
                    <a:pt x="94436" y="804959"/>
                  </a:lnTo>
                  <a:lnTo>
                    <a:pt x="88828" y="863669"/>
                  </a:lnTo>
                  <a:lnTo>
                    <a:pt x="84303" y="924584"/>
                  </a:lnTo>
                  <a:lnTo>
                    <a:pt x="80777" y="986894"/>
                  </a:lnTo>
                  <a:lnTo>
                    <a:pt x="78163" y="1049789"/>
                  </a:lnTo>
                  <a:lnTo>
                    <a:pt x="76376" y="1112457"/>
                  </a:lnTo>
                  <a:lnTo>
                    <a:pt x="75331" y="1174090"/>
                  </a:lnTo>
                  <a:lnTo>
                    <a:pt x="74942" y="1233876"/>
                  </a:lnTo>
                  <a:lnTo>
                    <a:pt x="75123" y="1291004"/>
                  </a:lnTo>
                  <a:lnTo>
                    <a:pt x="75789" y="1344666"/>
                  </a:lnTo>
                  <a:lnTo>
                    <a:pt x="76854" y="1394050"/>
                  </a:lnTo>
                  <a:lnTo>
                    <a:pt x="78232" y="1438346"/>
                  </a:lnTo>
                  <a:lnTo>
                    <a:pt x="79837" y="1476744"/>
                  </a:lnTo>
                  <a:lnTo>
                    <a:pt x="83390" y="1532602"/>
                  </a:lnTo>
                  <a:lnTo>
                    <a:pt x="91514" y="1604474"/>
                  </a:lnTo>
                  <a:lnTo>
                    <a:pt x="101330" y="1651058"/>
                  </a:lnTo>
                  <a:lnTo>
                    <a:pt x="130854" y="1683718"/>
                  </a:lnTo>
                  <a:lnTo>
                    <a:pt x="132582" y="1683718"/>
                  </a:lnTo>
                  <a:lnTo>
                    <a:pt x="134330" y="1683508"/>
                  </a:lnTo>
                  <a:lnTo>
                    <a:pt x="136058" y="1683090"/>
                  </a:lnTo>
                  <a:lnTo>
                    <a:pt x="153024" y="1671153"/>
                  </a:lnTo>
                  <a:lnTo>
                    <a:pt x="130854" y="1671153"/>
                  </a:lnTo>
                  <a:lnTo>
                    <a:pt x="119272" y="1662028"/>
                  </a:lnTo>
                  <a:lnTo>
                    <a:pt x="102359" y="1591401"/>
                  </a:lnTo>
                  <a:lnTo>
                    <a:pt x="95913" y="1531482"/>
                  </a:lnTo>
                  <a:lnTo>
                    <a:pt x="92351" y="1475690"/>
                  </a:lnTo>
                  <a:lnTo>
                    <a:pt x="90742" y="1437420"/>
                  </a:lnTo>
                  <a:lnTo>
                    <a:pt x="89363" y="1393300"/>
                  </a:lnTo>
                  <a:lnTo>
                    <a:pt x="88297" y="1344131"/>
                  </a:lnTo>
                  <a:lnTo>
                    <a:pt x="87632" y="1290711"/>
                  </a:lnTo>
                  <a:lnTo>
                    <a:pt x="87451" y="1233840"/>
                  </a:lnTo>
                  <a:lnTo>
                    <a:pt x="87845" y="1174090"/>
                  </a:lnTo>
                  <a:lnTo>
                    <a:pt x="88900" y="1112457"/>
                  </a:lnTo>
                  <a:lnTo>
                    <a:pt x="90703" y="1049789"/>
                  </a:lnTo>
                  <a:lnTo>
                    <a:pt x="93286" y="987845"/>
                  </a:lnTo>
                  <a:lnTo>
                    <a:pt x="96811" y="925716"/>
                  </a:lnTo>
                  <a:lnTo>
                    <a:pt x="101334" y="864934"/>
                  </a:lnTo>
                  <a:lnTo>
                    <a:pt x="107058" y="804959"/>
                  </a:lnTo>
                  <a:lnTo>
                    <a:pt x="112825" y="739962"/>
                  </a:lnTo>
                  <a:lnTo>
                    <a:pt x="116272" y="674960"/>
                  </a:lnTo>
                  <a:lnTo>
                    <a:pt x="117571" y="611796"/>
                  </a:lnTo>
                  <a:lnTo>
                    <a:pt x="117014" y="550969"/>
                  </a:lnTo>
                  <a:lnTo>
                    <a:pt x="114892" y="492982"/>
                  </a:lnTo>
                  <a:lnTo>
                    <a:pt x="111497" y="438336"/>
                  </a:lnTo>
                  <a:lnTo>
                    <a:pt x="107122" y="387531"/>
                  </a:lnTo>
                  <a:lnTo>
                    <a:pt x="102057" y="341069"/>
                  </a:lnTo>
                  <a:lnTo>
                    <a:pt x="96595" y="299451"/>
                  </a:lnTo>
                  <a:lnTo>
                    <a:pt x="85645" y="232752"/>
                  </a:lnTo>
                  <a:lnTo>
                    <a:pt x="64809" y="152645"/>
                  </a:lnTo>
                  <a:lnTo>
                    <a:pt x="47647" y="110249"/>
                  </a:lnTo>
                  <a:lnTo>
                    <a:pt x="28313" y="74029"/>
                  </a:lnTo>
                  <a:lnTo>
                    <a:pt x="11999" y="19475"/>
                  </a:lnTo>
                  <a:lnTo>
                    <a:pt x="17612" y="12565"/>
                  </a:lnTo>
                  <a:lnTo>
                    <a:pt x="64256" y="12565"/>
                  </a:lnTo>
                  <a:lnTo>
                    <a:pt x="57785" y="9747"/>
                  </a:lnTo>
                  <a:lnTo>
                    <a:pt x="48074" y="5998"/>
                  </a:lnTo>
                  <a:lnTo>
                    <a:pt x="38909" y="2962"/>
                  </a:lnTo>
                  <a:lnTo>
                    <a:pt x="30323" y="649"/>
                  </a:lnTo>
                  <a:lnTo>
                    <a:pt x="28501" y="219"/>
                  </a:lnTo>
                  <a:lnTo>
                    <a:pt x="26637" y="0"/>
                  </a:lnTo>
                  <a:close/>
                </a:path>
                <a:path w="785495" h="1684020">
                  <a:moveTo>
                    <a:pt x="324869" y="909071"/>
                  </a:moveTo>
                  <a:lnTo>
                    <a:pt x="293121" y="1185440"/>
                  </a:lnTo>
                  <a:lnTo>
                    <a:pt x="345560" y="1333069"/>
                  </a:lnTo>
                  <a:lnTo>
                    <a:pt x="288996" y="1518498"/>
                  </a:lnTo>
                  <a:lnTo>
                    <a:pt x="209391" y="1604067"/>
                  </a:lnTo>
                  <a:lnTo>
                    <a:pt x="166620" y="1648462"/>
                  </a:lnTo>
                  <a:lnTo>
                    <a:pt x="133126" y="1670870"/>
                  </a:lnTo>
                  <a:lnTo>
                    <a:pt x="131598" y="1671153"/>
                  </a:lnTo>
                  <a:lnTo>
                    <a:pt x="153024" y="1671153"/>
                  </a:lnTo>
                  <a:lnTo>
                    <a:pt x="204856" y="1624421"/>
                  </a:lnTo>
                  <a:lnTo>
                    <a:pt x="253586" y="1574516"/>
                  </a:lnTo>
                  <a:lnTo>
                    <a:pt x="298210" y="1527052"/>
                  </a:lnTo>
                  <a:lnTo>
                    <a:pt x="358366" y="1334158"/>
                  </a:lnTo>
                  <a:lnTo>
                    <a:pt x="358303" y="1331394"/>
                  </a:lnTo>
                  <a:lnTo>
                    <a:pt x="305938" y="1183974"/>
                  </a:lnTo>
                  <a:lnTo>
                    <a:pt x="329895" y="975425"/>
                  </a:lnTo>
                  <a:lnTo>
                    <a:pt x="342916" y="975425"/>
                  </a:lnTo>
                  <a:lnTo>
                    <a:pt x="324869" y="909071"/>
                  </a:lnTo>
                  <a:close/>
                </a:path>
                <a:path w="785495" h="1684020">
                  <a:moveTo>
                    <a:pt x="687562" y="1052323"/>
                  </a:moveTo>
                  <a:lnTo>
                    <a:pt x="592097" y="1052323"/>
                  </a:lnTo>
                  <a:lnTo>
                    <a:pt x="656707" y="1067214"/>
                  </a:lnTo>
                  <a:lnTo>
                    <a:pt x="710693" y="1100043"/>
                  </a:lnTo>
                  <a:lnTo>
                    <a:pt x="747860" y="1133052"/>
                  </a:lnTo>
                  <a:lnTo>
                    <a:pt x="762018" y="1148478"/>
                  </a:lnTo>
                  <a:lnTo>
                    <a:pt x="764458" y="1151483"/>
                  </a:lnTo>
                  <a:lnTo>
                    <a:pt x="768070" y="1153106"/>
                  </a:lnTo>
                  <a:lnTo>
                    <a:pt x="773463" y="1153106"/>
                  </a:lnTo>
                  <a:lnTo>
                    <a:pt x="775180" y="1152760"/>
                  </a:lnTo>
                  <a:lnTo>
                    <a:pt x="781997" y="1149766"/>
                  </a:lnTo>
                  <a:lnTo>
                    <a:pt x="785012" y="1144310"/>
                  </a:lnTo>
                  <a:lnTo>
                    <a:pt x="784455" y="1140541"/>
                  </a:lnTo>
                  <a:lnTo>
                    <a:pt x="771756" y="1140541"/>
                  </a:lnTo>
                  <a:lnTo>
                    <a:pt x="722731" y="1082276"/>
                  </a:lnTo>
                  <a:lnTo>
                    <a:pt x="687675" y="1052356"/>
                  </a:lnTo>
                  <a:close/>
                </a:path>
                <a:path w="785495" h="1684020">
                  <a:moveTo>
                    <a:pt x="64256" y="12565"/>
                  </a:moveTo>
                  <a:lnTo>
                    <a:pt x="25653" y="12565"/>
                  </a:lnTo>
                  <a:lnTo>
                    <a:pt x="26543" y="12669"/>
                  </a:lnTo>
                  <a:lnTo>
                    <a:pt x="27444" y="12879"/>
                  </a:lnTo>
                  <a:lnTo>
                    <a:pt x="105059" y="46493"/>
                  </a:lnTo>
                  <a:lnTo>
                    <a:pt x="129471" y="54482"/>
                  </a:lnTo>
                  <a:lnTo>
                    <a:pt x="169010" y="62228"/>
                  </a:lnTo>
                  <a:lnTo>
                    <a:pt x="191552" y="64792"/>
                  </a:lnTo>
                  <a:lnTo>
                    <a:pt x="221549" y="67507"/>
                  </a:lnTo>
                  <a:lnTo>
                    <a:pt x="257471" y="71606"/>
                  </a:lnTo>
                  <a:lnTo>
                    <a:pt x="297787" y="78320"/>
                  </a:lnTo>
                  <a:lnTo>
                    <a:pt x="340967" y="88880"/>
                  </a:lnTo>
                  <a:lnTo>
                    <a:pt x="385482" y="104518"/>
                  </a:lnTo>
                  <a:lnTo>
                    <a:pt x="429802" y="126467"/>
                  </a:lnTo>
                  <a:lnTo>
                    <a:pt x="472396" y="155956"/>
                  </a:lnTo>
                  <a:lnTo>
                    <a:pt x="511735" y="194219"/>
                  </a:lnTo>
                  <a:lnTo>
                    <a:pt x="546288" y="242487"/>
                  </a:lnTo>
                  <a:lnTo>
                    <a:pt x="574527" y="301990"/>
                  </a:lnTo>
                  <a:lnTo>
                    <a:pt x="592611" y="352551"/>
                  </a:lnTo>
                  <a:lnTo>
                    <a:pt x="610707" y="407432"/>
                  </a:lnTo>
                  <a:lnTo>
                    <a:pt x="628629" y="465588"/>
                  </a:lnTo>
                  <a:lnTo>
                    <a:pt x="646196" y="525976"/>
                  </a:lnTo>
                  <a:lnTo>
                    <a:pt x="663223" y="587552"/>
                  </a:lnTo>
                  <a:lnTo>
                    <a:pt x="679528" y="649272"/>
                  </a:lnTo>
                  <a:lnTo>
                    <a:pt x="694926" y="710092"/>
                  </a:lnTo>
                  <a:lnTo>
                    <a:pt x="709235" y="768968"/>
                  </a:lnTo>
                  <a:lnTo>
                    <a:pt x="722271" y="824856"/>
                  </a:lnTo>
                  <a:lnTo>
                    <a:pt x="733850" y="876713"/>
                  </a:lnTo>
                  <a:lnTo>
                    <a:pt x="743790" y="923494"/>
                  </a:lnTo>
                  <a:lnTo>
                    <a:pt x="751906" y="964156"/>
                  </a:lnTo>
                  <a:lnTo>
                    <a:pt x="761937" y="1022944"/>
                  </a:lnTo>
                  <a:lnTo>
                    <a:pt x="765404" y="1078193"/>
                  </a:lnTo>
                  <a:lnTo>
                    <a:pt x="768178" y="1110510"/>
                  </a:lnTo>
                  <a:lnTo>
                    <a:pt x="770753" y="1133052"/>
                  </a:lnTo>
                  <a:lnTo>
                    <a:pt x="771756" y="1140541"/>
                  </a:lnTo>
                  <a:lnTo>
                    <a:pt x="784455" y="1140541"/>
                  </a:lnTo>
                  <a:lnTo>
                    <a:pt x="784185" y="1138719"/>
                  </a:lnTo>
                  <a:lnTo>
                    <a:pt x="783090" y="1130469"/>
                  </a:lnTo>
                  <a:lnTo>
                    <a:pt x="780634" y="1108717"/>
                  </a:lnTo>
                  <a:lnTo>
                    <a:pt x="777917" y="1076949"/>
                  </a:lnTo>
                  <a:lnTo>
                    <a:pt x="776039" y="1038649"/>
                  </a:lnTo>
                  <a:lnTo>
                    <a:pt x="774509" y="1022667"/>
                  </a:lnTo>
                  <a:lnTo>
                    <a:pt x="764579" y="964012"/>
                  </a:lnTo>
                  <a:lnTo>
                    <a:pt x="756530" y="923400"/>
                  </a:lnTo>
                  <a:lnTo>
                    <a:pt x="746659" y="876639"/>
                  </a:lnTo>
                  <a:lnTo>
                    <a:pt x="735141" y="824760"/>
                  </a:lnTo>
                  <a:lnTo>
                    <a:pt x="722152" y="768793"/>
                  </a:lnTo>
                  <a:lnTo>
                    <a:pt x="707866" y="709769"/>
                  </a:lnTo>
                  <a:lnTo>
                    <a:pt x="692459" y="648719"/>
                  </a:lnTo>
                  <a:lnTo>
                    <a:pt x="676106" y="586673"/>
                  </a:lnTo>
                  <a:lnTo>
                    <a:pt x="658983" y="524662"/>
                  </a:lnTo>
                  <a:lnTo>
                    <a:pt x="641266" y="463717"/>
                  </a:lnTo>
                  <a:lnTo>
                    <a:pt x="623128" y="404868"/>
                  </a:lnTo>
                  <a:lnTo>
                    <a:pt x="604746" y="349146"/>
                  </a:lnTo>
                  <a:lnTo>
                    <a:pt x="586296" y="297582"/>
                  </a:lnTo>
                  <a:lnTo>
                    <a:pt x="561171" y="243000"/>
                  </a:lnTo>
                  <a:lnTo>
                    <a:pt x="531019" y="197466"/>
                  </a:lnTo>
                  <a:lnTo>
                    <a:pt x="496868" y="160123"/>
                  </a:lnTo>
                  <a:lnTo>
                    <a:pt x="459744" y="130111"/>
                  </a:lnTo>
                  <a:lnTo>
                    <a:pt x="420676" y="106572"/>
                  </a:lnTo>
                  <a:lnTo>
                    <a:pt x="380690" y="88647"/>
                  </a:lnTo>
                  <a:lnTo>
                    <a:pt x="340815" y="75478"/>
                  </a:lnTo>
                  <a:lnTo>
                    <a:pt x="302078" y="66207"/>
                  </a:lnTo>
                  <a:lnTo>
                    <a:pt x="232126" y="55922"/>
                  </a:lnTo>
                  <a:lnTo>
                    <a:pt x="185104" y="51549"/>
                  </a:lnTo>
                  <a:lnTo>
                    <a:pt x="177505" y="50716"/>
                  </a:lnTo>
                  <a:lnTo>
                    <a:pt x="120273" y="38776"/>
                  </a:lnTo>
                  <a:lnTo>
                    <a:pt x="86526" y="23273"/>
                  </a:lnTo>
                  <a:lnTo>
                    <a:pt x="81000" y="20443"/>
                  </a:lnTo>
                  <a:lnTo>
                    <a:pt x="74873" y="17422"/>
                  </a:lnTo>
                  <a:lnTo>
                    <a:pt x="68008" y="14198"/>
                  </a:lnTo>
                  <a:lnTo>
                    <a:pt x="64256" y="12565"/>
                  </a:lnTo>
                  <a:close/>
                </a:path>
                <a:path w="785495" h="1684020">
                  <a:moveTo>
                    <a:pt x="342916" y="975425"/>
                  </a:moveTo>
                  <a:lnTo>
                    <a:pt x="329895" y="975425"/>
                  </a:lnTo>
                  <a:lnTo>
                    <a:pt x="370355" y="1124175"/>
                  </a:lnTo>
                  <a:lnTo>
                    <a:pt x="373287" y="1127358"/>
                  </a:lnTo>
                  <a:lnTo>
                    <a:pt x="378522" y="1129243"/>
                  </a:lnTo>
                  <a:lnTo>
                    <a:pt x="379967" y="1129494"/>
                  </a:lnTo>
                  <a:lnTo>
                    <a:pt x="383956" y="1129494"/>
                  </a:lnTo>
                  <a:lnTo>
                    <a:pt x="386490" y="1128709"/>
                  </a:lnTo>
                  <a:lnTo>
                    <a:pt x="388637" y="1127211"/>
                  </a:lnTo>
                  <a:lnTo>
                    <a:pt x="404703" y="1116929"/>
                  </a:lnTo>
                  <a:lnTo>
                    <a:pt x="381401" y="1116929"/>
                  </a:lnTo>
                  <a:lnTo>
                    <a:pt x="342916" y="975425"/>
                  </a:lnTo>
                  <a:close/>
                </a:path>
                <a:path w="785495" h="1684020">
                  <a:moveTo>
                    <a:pt x="592097" y="1039758"/>
                  </a:moveTo>
                  <a:lnTo>
                    <a:pt x="588557" y="1039758"/>
                  </a:lnTo>
                  <a:lnTo>
                    <a:pt x="584987" y="1039884"/>
                  </a:lnTo>
                  <a:lnTo>
                    <a:pt x="507094" y="1055478"/>
                  </a:lnTo>
                  <a:lnTo>
                    <a:pt x="443125" y="1081497"/>
                  </a:lnTo>
                  <a:lnTo>
                    <a:pt x="398297" y="1106041"/>
                  </a:lnTo>
                  <a:lnTo>
                    <a:pt x="381401" y="1116929"/>
                  </a:lnTo>
                  <a:lnTo>
                    <a:pt x="404703" y="1116929"/>
                  </a:lnTo>
                  <a:lnTo>
                    <a:pt x="405625" y="1116339"/>
                  </a:lnTo>
                  <a:lnTo>
                    <a:pt x="449368" y="1092511"/>
                  </a:lnTo>
                  <a:lnTo>
                    <a:pt x="511182" y="1067403"/>
                  </a:lnTo>
                  <a:lnTo>
                    <a:pt x="582380" y="1052690"/>
                  </a:lnTo>
                  <a:lnTo>
                    <a:pt x="585584" y="1052449"/>
                  </a:lnTo>
                  <a:lnTo>
                    <a:pt x="588851" y="1052323"/>
                  </a:lnTo>
                  <a:lnTo>
                    <a:pt x="687562" y="1052323"/>
                  </a:lnTo>
                  <a:lnTo>
                    <a:pt x="649744" y="1041333"/>
                  </a:lnTo>
                  <a:lnTo>
                    <a:pt x="592097" y="10397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719438" y="5756511"/>
              <a:ext cx="537439" cy="749579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712826" y="4616527"/>
              <a:ext cx="953735" cy="1895846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1942540" y="3819316"/>
              <a:ext cx="127635" cy="153035"/>
            </a:xfrm>
            <a:custGeom>
              <a:avLst/>
              <a:gdLst/>
              <a:ahLst/>
              <a:cxnLst/>
              <a:rect l="l" t="t" r="r" b="b"/>
              <a:pathLst>
                <a:path w="127634" h="153035">
                  <a:moveTo>
                    <a:pt x="33234" y="15403"/>
                  </a:moveTo>
                  <a:lnTo>
                    <a:pt x="0" y="136813"/>
                  </a:lnTo>
                  <a:lnTo>
                    <a:pt x="3433" y="144219"/>
                  </a:lnTo>
                  <a:lnTo>
                    <a:pt x="7325" y="148357"/>
                  </a:lnTo>
                  <a:lnTo>
                    <a:pt x="14148" y="150728"/>
                  </a:lnTo>
                  <a:lnTo>
                    <a:pt x="26376" y="152833"/>
                  </a:lnTo>
                  <a:lnTo>
                    <a:pt x="45783" y="145790"/>
                  </a:lnTo>
                  <a:lnTo>
                    <a:pt x="86212" y="107612"/>
                  </a:lnTo>
                  <a:lnTo>
                    <a:pt x="117711" y="61259"/>
                  </a:lnTo>
                  <a:lnTo>
                    <a:pt x="127096" y="39591"/>
                  </a:lnTo>
                  <a:lnTo>
                    <a:pt x="123212" y="25399"/>
                  </a:lnTo>
                  <a:lnTo>
                    <a:pt x="107326" y="10408"/>
                  </a:lnTo>
                  <a:lnTo>
                    <a:pt x="82497" y="0"/>
                  </a:lnTo>
                  <a:lnTo>
                    <a:pt x="58500" y="2960"/>
                  </a:lnTo>
                  <a:lnTo>
                    <a:pt x="40394" y="10893"/>
                  </a:lnTo>
                  <a:lnTo>
                    <a:pt x="33234" y="15403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1379503" y="3744053"/>
              <a:ext cx="97155" cy="164465"/>
            </a:xfrm>
            <a:custGeom>
              <a:avLst/>
              <a:gdLst/>
              <a:ahLst/>
              <a:cxnLst/>
              <a:rect l="l" t="t" r="r" b="b"/>
              <a:pathLst>
                <a:path w="97154" h="164464">
                  <a:moveTo>
                    <a:pt x="96932" y="29773"/>
                  </a:moveTo>
                  <a:lnTo>
                    <a:pt x="88367" y="155015"/>
                  </a:lnTo>
                  <a:lnTo>
                    <a:pt x="82681" y="161017"/>
                  </a:lnTo>
                  <a:lnTo>
                    <a:pt x="77628" y="163767"/>
                  </a:lnTo>
                  <a:lnTo>
                    <a:pt x="70366" y="163940"/>
                  </a:lnTo>
                  <a:lnTo>
                    <a:pt x="58054" y="162209"/>
                  </a:lnTo>
                  <a:lnTo>
                    <a:pt x="27171" y="124860"/>
                  </a:lnTo>
                  <a:lnTo>
                    <a:pt x="1742" y="47184"/>
                  </a:lnTo>
                  <a:lnTo>
                    <a:pt x="0" y="23751"/>
                  </a:lnTo>
                  <a:lnTo>
                    <a:pt x="8366" y="11499"/>
                  </a:lnTo>
                  <a:lnTo>
                    <a:pt x="28369" y="2192"/>
                  </a:lnTo>
                  <a:lnTo>
                    <a:pt x="55325" y="0"/>
                  </a:lnTo>
                  <a:lnTo>
                    <a:pt x="77089" y="10203"/>
                  </a:lnTo>
                  <a:lnTo>
                    <a:pt x="91634" y="23296"/>
                  </a:lnTo>
                  <a:lnTo>
                    <a:pt x="96932" y="29773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1379493" y="3399846"/>
              <a:ext cx="690245" cy="798830"/>
            </a:xfrm>
            <a:custGeom>
              <a:avLst/>
              <a:gdLst/>
              <a:ahLst/>
              <a:cxnLst/>
              <a:rect l="l" t="t" r="r" b="b"/>
              <a:pathLst>
                <a:path w="690245" h="798829">
                  <a:moveTo>
                    <a:pt x="690143" y="459066"/>
                  </a:moveTo>
                  <a:lnTo>
                    <a:pt x="686257" y="444881"/>
                  </a:lnTo>
                  <a:lnTo>
                    <a:pt x="670369" y="429882"/>
                  </a:lnTo>
                  <a:lnTo>
                    <a:pt x="645541" y="419481"/>
                  </a:lnTo>
                  <a:lnTo>
                    <a:pt x="631418" y="421233"/>
                  </a:lnTo>
                  <a:lnTo>
                    <a:pt x="660565" y="262636"/>
                  </a:lnTo>
                  <a:lnTo>
                    <a:pt x="618705" y="155968"/>
                  </a:lnTo>
                  <a:lnTo>
                    <a:pt x="539457" y="74803"/>
                  </a:lnTo>
                  <a:lnTo>
                    <a:pt x="397370" y="21463"/>
                  </a:lnTo>
                  <a:lnTo>
                    <a:pt x="238810" y="0"/>
                  </a:lnTo>
                  <a:lnTo>
                    <a:pt x="151333" y="8686"/>
                  </a:lnTo>
                  <a:lnTo>
                    <a:pt x="103809" y="61810"/>
                  </a:lnTo>
                  <a:lnTo>
                    <a:pt x="65062" y="173609"/>
                  </a:lnTo>
                  <a:lnTo>
                    <a:pt x="65163" y="176695"/>
                  </a:lnTo>
                  <a:lnTo>
                    <a:pt x="59867" y="243281"/>
                  </a:lnTo>
                  <a:lnTo>
                    <a:pt x="55968" y="297167"/>
                  </a:lnTo>
                  <a:lnTo>
                    <a:pt x="53086" y="344398"/>
                  </a:lnTo>
                  <a:lnTo>
                    <a:pt x="28371" y="346405"/>
                  </a:lnTo>
                  <a:lnTo>
                    <a:pt x="8369" y="355714"/>
                  </a:lnTo>
                  <a:lnTo>
                    <a:pt x="0" y="367969"/>
                  </a:lnTo>
                  <a:lnTo>
                    <a:pt x="1752" y="391401"/>
                  </a:lnTo>
                  <a:lnTo>
                    <a:pt x="12077" y="434251"/>
                  </a:lnTo>
                  <a:lnTo>
                    <a:pt x="41998" y="493725"/>
                  </a:lnTo>
                  <a:lnTo>
                    <a:pt x="48641" y="498983"/>
                  </a:lnTo>
                  <a:lnTo>
                    <a:pt x="49555" y="537768"/>
                  </a:lnTo>
                  <a:lnTo>
                    <a:pt x="53987" y="580148"/>
                  </a:lnTo>
                  <a:lnTo>
                    <a:pt x="84328" y="637794"/>
                  </a:lnTo>
                  <a:lnTo>
                    <a:pt x="113652" y="678027"/>
                  </a:lnTo>
                  <a:lnTo>
                    <a:pt x="146824" y="719455"/>
                  </a:lnTo>
                  <a:lnTo>
                    <a:pt x="180352" y="754989"/>
                  </a:lnTo>
                  <a:lnTo>
                    <a:pt x="245732" y="791349"/>
                  </a:lnTo>
                  <a:lnTo>
                    <a:pt x="316369" y="798791"/>
                  </a:lnTo>
                  <a:lnTo>
                    <a:pt x="351155" y="793203"/>
                  </a:lnTo>
                  <a:lnTo>
                    <a:pt x="430352" y="750938"/>
                  </a:lnTo>
                  <a:lnTo>
                    <a:pt x="477786" y="717499"/>
                  </a:lnTo>
                  <a:lnTo>
                    <a:pt x="521322" y="683945"/>
                  </a:lnTo>
                  <a:lnTo>
                    <a:pt x="554126" y="656361"/>
                  </a:lnTo>
                  <a:lnTo>
                    <a:pt x="598893" y="578904"/>
                  </a:lnTo>
                  <a:lnTo>
                    <a:pt x="601243" y="568020"/>
                  </a:lnTo>
                  <a:lnTo>
                    <a:pt x="608825" y="565264"/>
                  </a:lnTo>
                  <a:lnTo>
                    <a:pt x="631012" y="546493"/>
                  </a:lnTo>
                  <a:lnTo>
                    <a:pt x="649249" y="527088"/>
                  </a:lnTo>
                  <a:lnTo>
                    <a:pt x="656831" y="518160"/>
                  </a:lnTo>
                  <a:lnTo>
                    <a:pt x="680758" y="480733"/>
                  </a:lnTo>
                  <a:lnTo>
                    <a:pt x="690143" y="45906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1427778" y="3399840"/>
              <a:ext cx="612775" cy="798830"/>
            </a:xfrm>
            <a:custGeom>
              <a:avLst/>
              <a:gdLst/>
              <a:ahLst/>
              <a:cxnLst/>
              <a:rect l="l" t="t" r="r" b="b"/>
              <a:pathLst>
                <a:path w="612775" h="798829">
                  <a:moveTo>
                    <a:pt x="612279" y="262630"/>
                  </a:moveTo>
                  <a:lnTo>
                    <a:pt x="574346" y="469079"/>
                  </a:lnTo>
                  <a:lnTo>
                    <a:pt x="550615" y="578910"/>
                  </a:lnTo>
                  <a:lnTo>
                    <a:pt x="531107" y="629035"/>
                  </a:lnTo>
                  <a:lnTo>
                    <a:pt x="473039" y="683942"/>
                  </a:lnTo>
                  <a:lnTo>
                    <a:pt x="429505" y="717495"/>
                  </a:lnTo>
                  <a:lnTo>
                    <a:pt x="382077" y="750942"/>
                  </a:lnTo>
                  <a:lnTo>
                    <a:pt x="337589" y="778205"/>
                  </a:lnTo>
                  <a:lnTo>
                    <a:pt x="268091" y="798787"/>
                  </a:lnTo>
                  <a:lnTo>
                    <a:pt x="232801" y="798294"/>
                  </a:lnTo>
                  <a:lnTo>
                    <a:pt x="162492" y="777599"/>
                  </a:lnTo>
                  <a:lnTo>
                    <a:pt x="98539" y="719449"/>
                  </a:lnTo>
                  <a:lnTo>
                    <a:pt x="65367" y="678030"/>
                  </a:lnTo>
                  <a:lnTo>
                    <a:pt x="36044" y="637798"/>
                  </a:lnTo>
                  <a:lnTo>
                    <a:pt x="14057" y="605813"/>
                  </a:lnTo>
                  <a:lnTo>
                    <a:pt x="1270" y="537773"/>
                  </a:lnTo>
                  <a:lnTo>
                    <a:pt x="0" y="483475"/>
                  </a:lnTo>
                  <a:lnTo>
                    <a:pt x="1145" y="422070"/>
                  </a:lnTo>
                  <a:lnTo>
                    <a:pt x="3956" y="358364"/>
                  </a:lnTo>
                  <a:lnTo>
                    <a:pt x="7685" y="297166"/>
                  </a:lnTo>
                  <a:lnTo>
                    <a:pt x="11581" y="243283"/>
                  </a:lnTo>
                  <a:lnTo>
                    <a:pt x="14895" y="201524"/>
                  </a:lnTo>
                  <a:lnTo>
                    <a:pt x="16877" y="176696"/>
                  </a:lnTo>
                  <a:lnTo>
                    <a:pt x="16779" y="173606"/>
                  </a:lnTo>
                  <a:lnTo>
                    <a:pt x="55526" y="61807"/>
                  </a:lnTo>
                  <a:lnTo>
                    <a:pt x="103058" y="8693"/>
                  </a:lnTo>
                  <a:lnTo>
                    <a:pt x="190529" y="0"/>
                  </a:lnTo>
                  <a:lnTo>
                    <a:pt x="349094" y="21464"/>
                  </a:lnTo>
                  <a:lnTo>
                    <a:pt x="491172" y="74806"/>
                  </a:lnTo>
                  <a:lnTo>
                    <a:pt x="570425" y="155967"/>
                  </a:lnTo>
                  <a:lnTo>
                    <a:pt x="604808" y="230168"/>
                  </a:lnTo>
                  <a:lnTo>
                    <a:pt x="612279" y="26263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1420289" y="3717888"/>
              <a:ext cx="595630" cy="568960"/>
            </a:xfrm>
            <a:custGeom>
              <a:avLst/>
              <a:gdLst/>
              <a:ahLst/>
              <a:cxnLst/>
              <a:rect l="l" t="t" r="r" b="b"/>
              <a:pathLst>
                <a:path w="595629" h="568960">
                  <a:moveTo>
                    <a:pt x="13582" y="49045"/>
                  </a:moveTo>
                  <a:lnTo>
                    <a:pt x="3893" y="178298"/>
                  </a:lnTo>
                  <a:lnTo>
                    <a:pt x="0" y="250865"/>
                  </a:lnTo>
                  <a:lnTo>
                    <a:pt x="1303" y="293282"/>
                  </a:lnTo>
                  <a:lnTo>
                    <a:pt x="7205" y="332084"/>
                  </a:lnTo>
                  <a:lnTo>
                    <a:pt x="18722" y="370790"/>
                  </a:lnTo>
                  <a:lnTo>
                    <a:pt x="39379" y="411787"/>
                  </a:lnTo>
                  <a:lnTo>
                    <a:pt x="67579" y="452619"/>
                  </a:lnTo>
                  <a:lnTo>
                    <a:pt x="101721" y="490830"/>
                  </a:lnTo>
                  <a:lnTo>
                    <a:pt x="140208" y="523964"/>
                  </a:lnTo>
                  <a:lnTo>
                    <a:pt x="181440" y="549564"/>
                  </a:lnTo>
                  <a:lnTo>
                    <a:pt x="187880" y="552485"/>
                  </a:lnTo>
                  <a:lnTo>
                    <a:pt x="191094" y="553941"/>
                  </a:lnTo>
                  <a:lnTo>
                    <a:pt x="193639" y="555061"/>
                  </a:lnTo>
                  <a:lnTo>
                    <a:pt x="196152" y="556391"/>
                  </a:lnTo>
                  <a:lnTo>
                    <a:pt x="198696" y="557386"/>
                  </a:lnTo>
                  <a:lnTo>
                    <a:pt x="237491" y="567762"/>
                  </a:lnTo>
                  <a:lnTo>
                    <a:pt x="257193" y="568881"/>
                  </a:lnTo>
                  <a:lnTo>
                    <a:pt x="267381" y="568426"/>
                  </a:lnTo>
                  <a:lnTo>
                    <a:pt x="277752" y="567354"/>
                  </a:lnTo>
                  <a:lnTo>
                    <a:pt x="279867" y="567092"/>
                  </a:lnTo>
                  <a:lnTo>
                    <a:pt x="282024" y="566558"/>
                  </a:lnTo>
                  <a:lnTo>
                    <a:pt x="284175" y="566229"/>
                  </a:lnTo>
                  <a:lnTo>
                    <a:pt x="288264" y="565553"/>
                  </a:lnTo>
                  <a:lnTo>
                    <a:pt x="292337" y="564998"/>
                  </a:lnTo>
                  <a:lnTo>
                    <a:pt x="296505" y="564066"/>
                  </a:lnTo>
                  <a:lnTo>
                    <a:pt x="343147" y="549546"/>
                  </a:lnTo>
                  <a:lnTo>
                    <a:pt x="389127" y="527062"/>
                  </a:lnTo>
                  <a:lnTo>
                    <a:pt x="432240" y="498592"/>
                  </a:lnTo>
                  <a:lnTo>
                    <a:pt x="470283" y="466111"/>
                  </a:lnTo>
                  <a:lnTo>
                    <a:pt x="501051" y="431596"/>
                  </a:lnTo>
                  <a:lnTo>
                    <a:pt x="522341" y="397024"/>
                  </a:lnTo>
                  <a:lnTo>
                    <a:pt x="525605" y="386969"/>
                  </a:lnTo>
                  <a:lnTo>
                    <a:pt x="330266" y="386969"/>
                  </a:lnTo>
                  <a:lnTo>
                    <a:pt x="262747" y="379758"/>
                  </a:lnTo>
                  <a:lnTo>
                    <a:pt x="196352" y="358368"/>
                  </a:lnTo>
                  <a:lnTo>
                    <a:pt x="163729" y="325614"/>
                  </a:lnTo>
                  <a:lnTo>
                    <a:pt x="152921" y="295610"/>
                  </a:lnTo>
                  <a:lnTo>
                    <a:pt x="151975" y="282473"/>
                  </a:lnTo>
                  <a:lnTo>
                    <a:pt x="167703" y="282211"/>
                  </a:lnTo>
                  <a:lnTo>
                    <a:pt x="555559" y="282211"/>
                  </a:lnTo>
                  <a:lnTo>
                    <a:pt x="556354" y="278902"/>
                  </a:lnTo>
                  <a:lnTo>
                    <a:pt x="459652" y="278902"/>
                  </a:lnTo>
                  <a:lnTo>
                    <a:pt x="431352" y="278647"/>
                  </a:lnTo>
                  <a:lnTo>
                    <a:pt x="395511" y="270275"/>
                  </a:lnTo>
                  <a:lnTo>
                    <a:pt x="350393" y="258607"/>
                  </a:lnTo>
                  <a:lnTo>
                    <a:pt x="294264" y="248463"/>
                  </a:lnTo>
                  <a:lnTo>
                    <a:pt x="266610" y="244976"/>
                  </a:lnTo>
                  <a:lnTo>
                    <a:pt x="211012" y="240965"/>
                  </a:lnTo>
                  <a:lnTo>
                    <a:pt x="162992" y="240965"/>
                  </a:lnTo>
                  <a:lnTo>
                    <a:pt x="126141" y="240172"/>
                  </a:lnTo>
                  <a:lnTo>
                    <a:pt x="98710" y="233396"/>
                  </a:lnTo>
                  <a:lnTo>
                    <a:pt x="98364" y="233207"/>
                  </a:lnTo>
                  <a:lnTo>
                    <a:pt x="97966" y="233050"/>
                  </a:lnTo>
                  <a:lnTo>
                    <a:pt x="97631" y="232862"/>
                  </a:lnTo>
                  <a:lnTo>
                    <a:pt x="93904" y="230945"/>
                  </a:lnTo>
                  <a:lnTo>
                    <a:pt x="90993" y="228757"/>
                  </a:lnTo>
                  <a:lnTo>
                    <a:pt x="87872" y="226631"/>
                  </a:lnTo>
                  <a:lnTo>
                    <a:pt x="84386" y="224076"/>
                  </a:lnTo>
                  <a:lnTo>
                    <a:pt x="80794" y="221595"/>
                  </a:lnTo>
                  <a:lnTo>
                    <a:pt x="51413" y="154079"/>
                  </a:lnTo>
                  <a:lnTo>
                    <a:pt x="35845" y="85986"/>
                  </a:lnTo>
                  <a:lnTo>
                    <a:pt x="29089" y="51181"/>
                  </a:lnTo>
                  <a:lnTo>
                    <a:pt x="14545" y="51181"/>
                  </a:lnTo>
                  <a:lnTo>
                    <a:pt x="13582" y="49045"/>
                  </a:lnTo>
                  <a:close/>
                </a:path>
                <a:path w="595629" h="568960">
                  <a:moveTo>
                    <a:pt x="555559" y="282211"/>
                  </a:moveTo>
                  <a:lnTo>
                    <a:pt x="167703" y="282211"/>
                  </a:lnTo>
                  <a:lnTo>
                    <a:pt x="185677" y="283287"/>
                  </a:lnTo>
                  <a:lnTo>
                    <a:pt x="217357" y="286746"/>
                  </a:lnTo>
                  <a:lnTo>
                    <a:pt x="274202" y="293635"/>
                  </a:lnTo>
                  <a:lnTo>
                    <a:pt x="334282" y="302029"/>
                  </a:lnTo>
                  <a:lnTo>
                    <a:pt x="390104" y="311884"/>
                  </a:lnTo>
                  <a:lnTo>
                    <a:pt x="395308" y="313152"/>
                  </a:lnTo>
                  <a:lnTo>
                    <a:pt x="384119" y="359910"/>
                  </a:lnTo>
                  <a:lnTo>
                    <a:pt x="366581" y="382434"/>
                  </a:lnTo>
                  <a:lnTo>
                    <a:pt x="330266" y="386969"/>
                  </a:lnTo>
                  <a:lnTo>
                    <a:pt x="525605" y="386969"/>
                  </a:lnTo>
                  <a:lnTo>
                    <a:pt x="544035" y="330193"/>
                  </a:lnTo>
                  <a:lnTo>
                    <a:pt x="555559" y="282211"/>
                  </a:lnTo>
                  <a:close/>
                </a:path>
                <a:path w="595629" h="568960">
                  <a:moveTo>
                    <a:pt x="595176" y="88175"/>
                  </a:moveTo>
                  <a:lnTo>
                    <a:pt x="556194" y="166143"/>
                  </a:lnTo>
                  <a:lnTo>
                    <a:pt x="533009" y="209828"/>
                  </a:lnTo>
                  <a:lnTo>
                    <a:pt x="497347" y="258054"/>
                  </a:lnTo>
                  <a:lnTo>
                    <a:pt x="475944" y="273447"/>
                  </a:lnTo>
                  <a:lnTo>
                    <a:pt x="471903" y="275049"/>
                  </a:lnTo>
                  <a:lnTo>
                    <a:pt x="468332" y="276326"/>
                  </a:lnTo>
                  <a:lnTo>
                    <a:pt x="464940" y="277729"/>
                  </a:lnTo>
                  <a:lnTo>
                    <a:pt x="460458" y="278745"/>
                  </a:lnTo>
                  <a:lnTo>
                    <a:pt x="460029" y="278808"/>
                  </a:lnTo>
                  <a:lnTo>
                    <a:pt x="459652" y="278902"/>
                  </a:lnTo>
                  <a:lnTo>
                    <a:pt x="556354" y="278902"/>
                  </a:lnTo>
                  <a:lnTo>
                    <a:pt x="566126" y="238212"/>
                  </a:lnTo>
                  <a:lnTo>
                    <a:pt x="583288" y="156817"/>
                  </a:lnTo>
                  <a:lnTo>
                    <a:pt x="589832" y="123577"/>
                  </a:lnTo>
                  <a:lnTo>
                    <a:pt x="588705" y="123577"/>
                  </a:lnTo>
                  <a:lnTo>
                    <a:pt x="591422" y="108954"/>
                  </a:lnTo>
                  <a:lnTo>
                    <a:pt x="595176" y="88175"/>
                  </a:lnTo>
                  <a:close/>
                </a:path>
                <a:path w="595629" h="568960">
                  <a:moveTo>
                    <a:pt x="209677" y="240868"/>
                  </a:moveTo>
                  <a:lnTo>
                    <a:pt x="162992" y="240965"/>
                  </a:lnTo>
                  <a:lnTo>
                    <a:pt x="211012" y="240965"/>
                  </a:lnTo>
                  <a:lnTo>
                    <a:pt x="209677" y="240868"/>
                  </a:lnTo>
                  <a:close/>
                </a:path>
                <a:path w="595629" h="568960">
                  <a:moveTo>
                    <a:pt x="590192" y="121744"/>
                  </a:moveTo>
                  <a:lnTo>
                    <a:pt x="588705" y="123577"/>
                  </a:lnTo>
                  <a:lnTo>
                    <a:pt x="589832" y="123577"/>
                  </a:lnTo>
                  <a:lnTo>
                    <a:pt x="590192" y="121744"/>
                  </a:lnTo>
                  <a:close/>
                </a:path>
                <a:path w="595629" h="568960">
                  <a:moveTo>
                    <a:pt x="19581" y="0"/>
                  </a:moveTo>
                  <a:lnTo>
                    <a:pt x="17641" y="17309"/>
                  </a:lnTo>
                  <a:lnTo>
                    <a:pt x="16470" y="28410"/>
                  </a:lnTo>
                  <a:lnTo>
                    <a:pt x="15595" y="38101"/>
                  </a:lnTo>
                  <a:lnTo>
                    <a:pt x="14545" y="51181"/>
                  </a:lnTo>
                  <a:lnTo>
                    <a:pt x="29089" y="51181"/>
                  </a:lnTo>
                  <a:lnTo>
                    <a:pt x="24176" y="25873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1420289" y="3717888"/>
              <a:ext cx="595630" cy="568960"/>
            </a:xfrm>
            <a:custGeom>
              <a:avLst/>
              <a:gdLst/>
              <a:ahLst/>
              <a:cxnLst/>
              <a:rect l="l" t="t" r="r" b="b"/>
              <a:pathLst>
                <a:path w="595629" h="568960">
                  <a:moveTo>
                    <a:pt x="262747" y="379758"/>
                  </a:moveTo>
                  <a:lnTo>
                    <a:pt x="196352" y="358368"/>
                  </a:lnTo>
                  <a:lnTo>
                    <a:pt x="163729" y="325614"/>
                  </a:lnTo>
                  <a:lnTo>
                    <a:pt x="152921" y="295610"/>
                  </a:lnTo>
                  <a:lnTo>
                    <a:pt x="151975" y="282473"/>
                  </a:lnTo>
                  <a:lnTo>
                    <a:pt x="167703" y="282211"/>
                  </a:lnTo>
                  <a:lnTo>
                    <a:pt x="217357" y="286746"/>
                  </a:lnTo>
                  <a:lnTo>
                    <a:pt x="274202" y="293635"/>
                  </a:lnTo>
                  <a:lnTo>
                    <a:pt x="334282" y="302029"/>
                  </a:lnTo>
                  <a:lnTo>
                    <a:pt x="390104" y="311884"/>
                  </a:lnTo>
                  <a:lnTo>
                    <a:pt x="395308" y="313152"/>
                  </a:lnTo>
                  <a:lnTo>
                    <a:pt x="384119" y="359910"/>
                  </a:lnTo>
                  <a:lnTo>
                    <a:pt x="366581" y="382434"/>
                  </a:lnTo>
                  <a:lnTo>
                    <a:pt x="330266" y="386969"/>
                  </a:lnTo>
                  <a:lnTo>
                    <a:pt x="262747" y="379758"/>
                  </a:lnTo>
                  <a:close/>
                </a:path>
                <a:path w="595629" h="568960">
                  <a:moveTo>
                    <a:pt x="14545" y="51181"/>
                  </a:moveTo>
                  <a:lnTo>
                    <a:pt x="13979" y="49935"/>
                  </a:lnTo>
                  <a:lnTo>
                    <a:pt x="13582" y="49045"/>
                  </a:lnTo>
                  <a:lnTo>
                    <a:pt x="3893" y="178298"/>
                  </a:lnTo>
                  <a:lnTo>
                    <a:pt x="0" y="250865"/>
                  </a:lnTo>
                  <a:lnTo>
                    <a:pt x="1303" y="293282"/>
                  </a:lnTo>
                  <a:lnTo>
                    <a:pt x="7205" y="332084"/>
                  </a:lnTo>
                  <a:lnTo>
                    <a:pt x="18722" y="370790"/>
                  </a:lnTo>
                  <a:lnTo>
                    <a:pt x="39379" y="411787"/>
                  </a:lnTo>
                  <a:lnTo>
                    <a:pt x="67579" y="452619"/>
                  </a:lnTo>
                  <a:lnTo>
                    <a:pt x="101721" y="490830"/>
                  </a:lnTo>
                  <a:lnTo>
                    <a:pt x="140208" y="523964"/>
                  </a:lnTo>
                  <a:lnTo>
                    <a:pt x="181440" y="549564"/>
                  </a:lnTo>
                  <a:lnTo>
                    <a:pt x="187880" y="552485"/>
                  </a:lnTo>
                  <a:lnTo>
                    <a:pt x="191094" y="553941"/>
                  </a:lnTo>
                  <a:lnTo>
                    <a:pt x="193639" y="555061"/>
                  </a:lnTo>
                  <a:lnTo>
                    <a:pt x="196152" y="556391"/>
                  </a:lnTo>
                  <a:lnTo>
                    <a:pt x="198696" y="557386"/>
                  </a:lnTo>
                  <a:lnTo>
                    <a:pt x="237491" y="567762"/>
                  </a:lnTo>
                  <a:lnTo>
                    <a:pt x="257193" y="568881"/>
                  </a:lnTo>
                  <a:lnTo>
                    <a:pt x="267381" y="568426"/>
                  </a:lnTo>
                  <a:lnTo>
                    <a:pt x="277752" y="567354"/>
                  </a:lnTo>
                  <a:lnTo>
                    <a:pt x="279867" y="567092"/>
                  </a:lnTo>
                  <a:lnTo>
                    <a:pt x="282024" y="566558"/>
                  </a:lnTo>
                  <a:lnTo>
                    <a:pt x="284149" y="566234"/>
                  </a:lnTo>
                  <a:lnTo>
                    <a:pt x="288264" y="565553"/>
                  </a:lnTo>
                  <a:lnTo>
                    <a:pt x="292337" y="564998"/>
                  </a:lnTo>
                  <a:lnTo>
                    <a:pt x="296505" y="564066"/>
                  </a:lnTo>
                  <a:lnTo>
                    <a:pt x="343147" y="549546"/>
                  </a:lnTo>
                  <a:lnTo>
                    <a:pt x="389127" y="527062"/>
                  </a:lnTo>
                  <a:lnTo>
                    <a:pt x="432240" y="498592"/>
                  </a:lnTo>
                  <a:lnTo>
                    <a:pt x="470283" y="466111"/>
                  </a:lnTo>
                  <a:lnTo>
                    <a:pt x="501051" y="431596"/>
                  </a:lnTo>
                  <a:lnTo>
                    <a:pt x="522341" y="397024"/>
                  </a:lnTo>
                  <a:lnTo>
                    <a:pt x="544035" y="330193"/>
                  </a:lnTo>
                  <a:lnTo>
                    <a:pt x="566126" y="238212"/>
                  </a:lnTo>
                  <a:lnTo>
                    <a:pt x="583288" y="156817"/>
                  </a:lnTo>
                  <a:lnTo>
                    <a:pt x="590192" y="121744"/>
                  </a:lnTo>
                  <a:lnTo>
                    <a:pt x="589574" y="122498"/>
                  </a:lnTo>
                  <a:lnTo>
                    <a:pt x="588705" y="123577"/>
                  </a:lnTo>
                  <a:lnTo>
                    <a:pt x="591422" y="108954"/>
                  </a:lnTo>
                  <a:lnTo>
                    <a:pt x="593457" y="97795"/>
                  </a:lnTo>
                  <a:lnTo>
                    <a:pt x="594734" y="90676"/>
                  </a:lnTo>
                  <a:lnTo>
                    <a:pt x="595176" y="88175"/>
                  </a:lnTo>
                  <a:lnTo>
                    <a:pt x="556194" y="166143"/>
                  </a:lnTo>
                  <a:lnTo>
                    <a:pt x="533009" y="209828"/>
                  </a:lnTo>
                  <a:lnTo>
                    <a:pt x="497347" y="258054"/>
                  </a:lnTo>
                  <a:lnTo>
                    <a:pt x="483839" y="269572"/>
                  </a:lnTo>
                  <a:lnTo>
                    <a:pt x="483693" y="269677"/>
                  </a:lnTo>
                  <a:lnTo>
                    <a:pt x="483525" y="269771"/>
                  </a:lnTo>
                  <a:lnTo>
                    <a:pt x="480070" y="271928"/>
                  </a:lnTo>
                  <a:lnTo>
                    <a:pt x="475944" y="273447"/>
                  </a:lnTo>
                  <a:lnTo>
                    <a:pt x="471903" y="275049"/>
                  </a:lnTo>
                  <a:lnTo>
                    <a:pt x="468332" y="276326"/>
                  </a:lnTo>
                  <a:lnTo>
                    <a:pt x="464940" y="277729"/>
                  </a:lnTo>
                  <a:lnTo>
                    <a:pt x="460835" y="278651"/>
                  </a:lnTo>
                  <a:lnTo>
                    <a:pt x="460458" y="278745"/>
                  </a:lnTo>
                  <a:lnTo>
                    <a:pt x="460029" y="278808"/>
                  </a:lnTo>
                  <a:lnTo>
                    <a:pt x="459652" y="278902"/>
                  </a:lnTo>
                  <a:lnTo>
                    <a:pt x="431352" y="278647"/>
                  </a:lnTo>
                  <a:lnTo>
                    <a:pt x="395511" y="270275"/>
                  </a:lnTo>
                  <a:lnTo>
                    <a:pt x="350393" y="258607"/>
                  </a:lnTo>
                  <a:lnTo>
                    <a:pt x="294264" y="248463"/>
                  </a:lnTo>
                  <a:lnTo>
                    <a:pt x="289667" y="247887"/>
                  </a:lnTo>
                  <a:lnTo>
                    <a:pt x="285217" y="247332"/>
                  </a:lnTo>
                  <a:lnTo>
                    <a:pt x="280432" y="246735"/>
                  </a:lnTo>
                  <a:lnTo>
                    <a:pt x="275657" y="246128"/>
                  </a:lnTo>
                  <a:lnTo>
                    <a:pt x="271207" y="245552"/>
                  </a:lnTo>
                  <a:lnTo>
                    <a:pt x="266610" y="244976"/>
                  </a:lnTo>
                  <a:lnTo>
                    <a:pt x="209677" y="240868"/>
                  </a:lnTo>
                  <a:lnTo>
                    <a:pt x="162992" y="240965"/>
                  </a:lnTo>
                  <a:lnTo>
                    <a:pt x="126141" y="240172"/>
                  </a:lnTo>
                  <a:lnTo>
                    <a:pt x="98710" y="233396"/>
                  </a:lnTo>
                  <a:lnTo>
                    <a:pt x="98364" y="233207"/>
                  </a:lnTo>
                  <a:lnTo>
                    <a:pt x="97966" y="233050"/>
                  </a:lnTo>
                  <a:lnTo>
                    <a:pt x="97631" y="232862"/>
                  </a:lnTo>
                  <a:lnTo>
                    <a:pt x="93904" y="230945"/>
                  </a:lnTo>
                  <a:lnTo>
                    <a:pt x="90993" y="228757"/>
                  </a:lnTo>
                  <a:lnTo>
                    <a:pt x="87872" y="226631"/>
                  </a:lnTo>
                  <a:lnTo>
                    <a:pt x="84386" y="224076"/>
                  </a:lnTo>
                  <a:lnTo>
                    <a:pt x="80794" y="221595"/>
                  </a:lnTo>
                  <a:lnTo>
                    <a:pt x="78009" y="218653"/>
                  </a:lnTo>
                  <a:lnTo>
                    <a:pt x="77873" y="218516"/>
                  </a:lnTo>
                  <a:lnTo>
                    <a:pt x="77768" y="218380"/>
                  </a:lnTo>
                  <a:lnTo>
                    <a:pt x="51413" y="154079"/>
                  </a:lnTo>
                  <a:lnTo>
                    <a:pt x="35845" y="85986"/>
                  </a:lnTo>
                  <a:lnTo>
                    <a:pt x="24176" y="25873"/>
                  </a:lnTo>
                  <a:lnTo>
                    <a:pt x="19581" y="0"/>
                  </a:lnTo>
                  <a:lnTo>
                    <a:pt x="17641" y="17309"/>
                  </a:lnTo>
                  <a:lnTo>
                    <a:pt x="16470" y="28410"/>
                  </a:lnTo>
                  <a:lnTo>
                    <a:pt x="15595" y="38101"/>
                  </a:lnTo>
                  <a:lnTo>
                    <a:pt x="14545" y="51181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821610" y="4296583"/>
              <a:ext cx="785023" cy="1683719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513858" y="3630926"/>
              <a:ext cx="1705373" cy="3838755"/>
            </a:xfrm>
            <a:prstGeom prst="rect">
              <a:avLst/>
            </a:prstGeom>
          </p:spPr>
        </p:pic>
      </p:grpSp>
      <p:sp>
        <p:nvSpPr>
          <p:cNvPr id="62" name="object 62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732793" y="781072"/>
            <a:ext cx="344932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Introducing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character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set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spc="-50" b="1">
                <a:latin typeface="Open Sans"/>
                <a:cs typeface="Open Sans"/>
              </a:rPr>
              <a:t>B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Outlined</a:t>
            </a:r>
            <a:r>
              <a:rPr dirty="0" sz="1950" spc="45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characters</a:t>
            </a:r>
            <a:endParaRPr sz="1950">
              <a:latin typeface="Open Sans Light"/>
              <a:cs typeface="Open Sans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249655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13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84289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14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04463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15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066688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16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889751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17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736309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18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699738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19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8635456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20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81591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01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323216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02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49655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03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84289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04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104463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05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066688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06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889751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07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736309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08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6699738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09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8635456" y="5870805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10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281591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11</a:t>
            </a:r>
            <a:endParaRPr sz="950">
              <a:latin typeface="Open Sans"/>
              <a:cs typeface="Open San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323216" y="10341534"/>
            <a:ext cx="16319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25" b="1">
                <a:solidFill>
                  <a:srgbClr val="62666A"/>
                </a:solidFill>
                <a:latin typeface="Open Sans"/>
                <a:cs typeface="Open Sans"/>
              </a:rPr>
              <a:t>12</a:t>
            </a:r>
            <a:endParaRPr sz="950">
              <a:latin typeface="Open Sans"/>
              <a:cs typeface="Open Sans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0547" y="1890507"/>
            <a:ext cx="1231364" cy="371338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5441" y="6759163"/>
            <a:ext cx="1523561" cy="3226795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4595703" y="2075240"/>
            <a:ext cx="1492250" cy="3528695"/>
            <a:chOff x="4595703" y="2075240"/>
            <a:chExt cx="1492250" cy="3528695"/>
          </a:xfrm>
        </p:grpSpPr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95703" y="2576722"/>
              <a:ext cx="1327641" cy="3027170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5065" y="2583004"/>
              <a:ext cx="703842" cy="1147273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52706" y="2075240"/>
              <a:ext cx="1034675" cy="1751506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6767492" y="6491021"/>
            <a:ext cx="1371600" cy="3461385"/>
            <a:chOff x="6767492" y="6491021"/>
            <a:chExt cx="1371600" cy="3461385"/>
          </a:xfrm>
        </p:grpSpPr>
        <p:pic>
          <p:nvPicPr>
            <p:cNvPr id="29" name="object 2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7492" y="7032489"/>
              <a:ext cx="1143817" cy="2919718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030471" y="7038772"/>
              <a:ext cx="643655" cy="714887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947889" y="6491021"/>
              <a:ext cx="1191003" cy="1870002"/>
            </a:xfrm>
            <a:prstGeom prst="rect">
              <a:avLst/>
            </a:prstGeom>
          </p:spPr>
        </p:pic>
      </p:grpSp>
      <p:grpSp>
        <p:nvGrpSpPr>
          <p:cNvPr id="32" name="object 32" descr=""/>
          <p:cNvGrpSpPr/>
          <p:nvPr/>
        </p:nvGrpSpPr>
        <p:grpSpPr>
          <a:xfrm>
            <a:off x="18135683" y="6804890"/>
            <a:ext cx="1146175" cy="3146425"/>
            <a:chOff x="18135683" y="6804890"/>
            <a:chExt cx="1146175" cy="3146425"/>
          </a:xfrm>
        </p:grpSpPr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229706" y="7306128"/>
              <a:ext cx="993196" cy="264510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8317493" y="7328375"/>
              <a:ext cx="197485" cy="2078355"/>
            </a:xfrm>
            <a:custGeom>
              <a:avLst/>
              <a:gdLst/>
              <a:ahLst/>
              <a:cxnLst/>
              <a:rect l="l" t="t" r="r" b="b"/>
              <a:pathLst>
                <a:path w="197484" h="2078354">
                  <a:moveTo>
                    <a:pt x="192214" y="0"/>
                  </a:moveTo>
                  <a:lnTo>
                    <a:pt x="190255" y="0"/>
                  </a:lnTo>
                  <a:lnTo>
                    <a:pt x="93902" y="28470"/>
                  </a:lnTo>
                  <a:lnTo>
                    <a:pt x="92091" y="30773"/>
                  </a:lnTo>
                  <a:lnTo>
                    <a:pt x="0" y="2020818"/>
                  </a:lnTo>
                  <a:lnTo>
                    <a:pt x="1643" y="2023320"/>
                  </a:lnTo>
                  <a:lnTo>
                    <a:pt x="149115" y="2078188"/>
                  </a:lnTo>
                  <a:lnTo>
                    <a:pt x="150602" y="2078324"/>
                  </a:lnTo>
                  <a:lnTo>
                    <a:pt x="151848" y="2078324"/>
                  </a:lnTo>
                  <a:lnTo>
                    <a:pt x="153073" y="2077957"/>
                  </a:lnTo>
                  <a:lnTo>
                    <a:pt x="155817" y="2076093"/>
                  </a:lnTo>
                  <a:lnTo>
                    <a:pt x="156843" y="2074198"/>
                  </a:lnTo>
                  <a:lnTo>
                    <a:pt x="197166" y="4397"/>
                  </a:lnTo>
                  <a:lnTo>
                    <a:pt x="196245" y="2492"/>
                  </a:lnTo>
                  <a:lnTo>
                    <a:pt x="193554" y="439"/>
                  </a:lnTo>
                  <a:lnTo>
                    <a:pt x="192214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8311098" y="7322092"/>
              <a:ext cx="210185" cy="2091055"/>
            </a:xfrm>
            <a:custGeom>
              <a:avLst/>
              <a:gdLst/>
              <a:ahLst/>
              <a:cxnLst/>
              <a:rect l="l" t="t" r="r" b="b"/>
              <a:pathLst>
                <a:path w="210184" h="2091054">
                  <a:moveTo>
                    <a:pt x="199962" y="0"/>
                  </a:moveTo>
                  <a:lnTo>
                    <a:pt x="196046" y="0"/>
                  </a:lnTo>
                  <a:lnTo>
                    <a:pt x="194842" y="167"/>
                  </a:lnTo>
                  <a:lnTo>
                    <a:pt x="95944" y="29486"/>
                  </a:lnTo>
                  <a:lnTo>
                    <a:pt x="92332" y="34093"/>
                  </a:lnTo>
                  <a:lnTo>
                    <a:pt x="0" y="2029540"/>
                  </a:lnTo>
                  <a:lnTo>
                    <a:pt x="3298" y="2034534"/>
                  </a:lnTo>
                  <a:lnTo>
                    <a:pt x="154037" y="2090627"/>
                  </a:lnTo>
                  <a:lnTo>
                    <a:pt x="155524" y="2090889"/>
                  </a:lnTo>
                  <a:lnTo>
                    <a:pt x="159492" y="2090889"/>
                  </a:lnTo>
                  <a:lnTo>
                    <a:pt x="157000" y="2078324"/>
                  </a:lnTo>
                  <a:lnTo>
                    <a:pt x="12795" y="2024660"/>
                  </a:lnTo>
                  <a:lnTo>
                    <a:pt x="104646" y="40009"/>
                  </a:lnTo>
                  <a:lnTo>
                    <a:pt x="197240" y="12565"/>
                  </a:lnTo>
                  <a:lnTo>
                    <a:pt x="209805" y="12565"/>
                  </a:lnTo>
                  <a:lnTo>
                    <a:pt x="209878" y="8806"/>
                  </a:lnTo>
                  <a:lnTo>
                    <a:pt x="208046" y="4994"/>
                  </a:lnTo>
                  <a:lnTo>
                    <a:pt x="202643" y="879"/>
                  </a:lnTo>
                  <a:lnTo>
                    <a:pt x="199962" y="0"/>
                  </a:lnTo>
                  <a:close/>
                </a:path>
                <a:path w="210184" h="2091054">
                  <a:moveTo>
                    <a:pt x="209805" y="12565"/>
                  </a:moveTo>
                  <a:lnTo>
                    <a:pt x="197240" y="12565"/>
                  </a:lnTo>
                  <a:lnTo>
                    <a:pt x="157000" y="2078324"/>
                  </a:lnTo>
                  <a:lnTo>
                    <a:pt x="169565" y="2078324"/>
                  </a:lnTo>
                  <a:lnTo>
                    <a:pt x="209805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8900769" y="7339899"/>
              <a:ext cx="197485" cy="2078355"/>
            </a:xfrm>
            <a:custGeom>
              <a:avLst/>
              <a:gdLst/>
              <a:ahLst/>
              <a:cxnLst/>
              <a:rect l="l" t="t" r="r" b="b"/>
              <a:pathLst>
                <a:path w="197484" h="2078354">
                  <a:moveTo>
                    <a:pt x="7507" y="83"/>
                  </a:moveTo>
                  <a:lnTo>
                    <a:pt x="4952" y="0"/>
                  </a:lnTo>
                  <a:lnTo>
                    <a:pt x="3612" y="439"/>
                  </a:lnTo>
                  <a:lnTo>
                    <a:pt x="921" y="2492"/>
                  </a:lnTo>
                  <a:lnTo>
                    <a:pt x="0" y="4397"/>
                  </a:lnTo>
                  <a:lnTo>
                    <a:pt x="40312" y="2074198"/>
                  </a:lnTo>
                  <a:lnTo>
                    <a:pt x="41339" y="2076093"/>
                  </a:lnTo>
                  <a:lnTo>
                    <a:pt x="44082" y="2077957"/>
                  </a:lnTo>
                  <a:lnTo>
                    <a:pt x="45307" y="2078324"/>
                  </a:lnTo>
                  <a:lnTo>
                    <a:pt x="46553" y="2078324"/>
                  </a:lnTo>
                  <a:lnTo>
                    <a:pt x="48040" y="2078188"/>
                  </a:lnTo>
                  <a:lnTo>
                    <a:pt x="195512" y="2023320"/>
                  </a:lnTo>
                  <a:lnTo>
                    <a:pt x="197156" y="2020818"/>
                  </a:lnTo>
                  <a:lnTo>
                    <a:pt x="105064" y="30763"/>
                  </a:lnTo>
                  <a:lnTo>
                    <a:pt x="103253" y="28459"/>
                  </a:lnTo>
                  <a:lnTo>
                    <a:pt x="7507" y="83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8894443" y="7333614"/>
              <a:ext cx="210185" cy="2091055"/>
            </a:xfrm>
            <a:custGeom>
              <a:avLst/>
              <a:gdLst/>
              <a:ahLst/>
              <a:cxnLst/>
              <a:rect l="l" t="t" r="r" b="b"/>
              <a:pathLst>
                <a:path w="210184" h="2091054">
                  <a:moveTo>
                    <a:pt x="13832" y="0"/>
                  </a:moveTo>
                  <a:lnTo>
                    <a:pt x="9915" y="0"/>
                  </a:lnTo>
                  <a:lnTo>
                    <a:pt x="7235" y="879"/>
                  </a:lnTo>
                  <a:lnTo>
                    <a:pt x="1832" y="4994"/>
                  </a:lnTo>
                  <a:lnTo>
                    <a:pt x="0" y="8806"/>
                  </a:lnTo>
                  <a:lnTo>
                    <a:pt x="40396" y="2082638"/>
                  </a:lnTo>
                  <a:lnTo>
                    <a:pt x="42448" y="2086418"/>
                  </a:lnTo>
                  <a:lnTo>
                    <a:pt x="47925" y="2090145"/>
                  </a:lnTo>
                  <a:lnTo>
                    <a:pt x="50385" y="2090889"/>
                  </a:lnTo>
                  <a:lnTo>
                    <a:pt x="54354" y="2090889"/>
                  </a:lnTo>
                  <a:lnTo>
                    <a:pt x="55841" y="2090627"/>
                  </a:lnTo>
                  <a:lnTo>
                    <a:pt x="88904" y="2078324"/>
                  </a:lnTo>
                  <a:lnTo>
                    <a:pt x="52877" y="2078324"/>
                  </a:lnTo>
                  <a:lnTo>
                    <a:pt x="12638" y="12565"/>
                  </a:lnTo>
                  <a:lnTo>
                    <a:pt x="56855" y="12565"/>
                  </a:lnTo>
                  <a:lnTo>
                    <a:pt x="15036" y="167"/>
                  </a:lnTo>
                  <a:lnTo>
                    <a:pt x="13832" y="0"/>
                  </a:lnTo>
                  <a:close/>
                </a:path>
                <a:path w="210184" h="2091054">
                  <a:moveTo>
                    <a:pt x="56855" y="12565"/>
                  </a:moveTo>
                  <a:lnTo>
                    <a:pt x="12638" y="12565"/>
                  </a:lnTo>
                  <a:lnTo>
                    <a:pt x="105232" y="40009"/>
                  </a:lnTo>
                  <a:lnTo>
                    <a:pt x="197083" y="2024671"/>
                  </a:lnTo>
                  <a:lnTo>
                    <a:pt x="52877" y="2078324"/>
                  </a:lnTo>
                  <a:lnTo>
                    <a:pt x="88904" y="2078324"/>
                  </a:lnTo>
                  <a:lnTo>
                    <a:pt x="206580" y="2034534"/>
                  </a:lnTo>
                  <a:lnTo>
                    <a:pt x="209878" y="2029540"/>
                  </a:lnTo>
                  <a:lnTo>
                    <a:pt x="117546" y="34082"/>
                  </a:lnTo>
                  <a:lnTo>
                    <a:pt x="113933" y="29486"/>
                  </a:lnTo>
                  <a:lnTo>
                    <a:pt x="56855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135683" y="6804890"/>
              <a:ext cx="1146173" cy="1679315"/>
            </a:xfrm>
            <a:prstGeom prst="rect">
              <a:avLst/>
            </a:prstGeom>
          </p:spPr>
        </p:pic>
      </p:grpSp>
      <p:grpSp>
        <p:nvGrpSpPr>
          <p:cNvPr id="39" name="object 39" descr=""/>
          <p:cNvGrpSpPr/>
          <p:nvPr/>
        </p:nvGrpSpPr>
        <p:grpSpPr>
          <a:xfrm>
            <a:off x="12445079" y="6810912"/>
            <a:ext cx="1266190" cy="3171190"/>
            <a:chOff x="12445079" y="6810912"/>
            <a:chExt cx="1266190" cy="3171190"/>
          </a:xfrm>
        </p:grpSpPr>
        <p:pic>
          <p:nvPicPr>
            <p:cNvPr id="40" name="object 4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261050" y="7407050"/>
              <a:ext cx="83704" cy="135671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016513" y="7309945"/>
              <a:ext cx="288074" cy="61338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445079" y="6810912"/>
              <a:ext cx="1265838" cy="3170836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475629" y="7327381"/>
              <a:ext cx="768432" cy="613593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2469450" y="7321096"/>
              <a:ext cx="781050" cy="626745"/>
            </a:xfrm>
            <a:custGeom>
              <a:avLst/>
              <a:gdLst/>
              <a:ahLst/>
              <a:cxnLst/>
              <a:rect l="l" t="t" r="r" b="b"/>
              <a:pathLst>
                <a:path w="781050" h="626745">
                  <a:moveTo>
                    <a:pt x="70702" y="0"/>
                  </a:moveTo>
                  <a:lnTo>
                    <a:pt x="66724" y="0"/>
                  </a:lnTo>
                  <a:lnTo>
                    <a:pt x="62692" y="240"/>
                  </a:lnTo>
                  <a:lnTo>
                    <a:pt x="26657" y="18512"/>
                  </a:lnTo>
                  <a:lnTo>
                    <a:pt x="3092" y="81002"/>
                  </a:lnTo>
                  <a:lnTo>
                    <a:pt x="0" y="120744"/>
                  </a:lnTo>
                  <a:lnTo>
                    <a:pt x="1014" y="167159"/>
                  </a:lnTo>
                  <a:lnTo>
                    <a:pt x="5835" y="218505"/>
                  </a:lnTo>
                  <a:lnTo>
                    <a:pt x="14164" y="273036"/>
                  </a:lnTo>
                  <a:lnTo>
                    <a:pt x="25699" y="329008"/>
                  </a:lnTo>
                  <a:lnTo>
                    <a:pt x="40141" y="384679"/>
                  </a:lnTo>
                  <a:lnTo>
                    <a:pt x="57189" y="438303"/>
                  </a:lnTo>
                  <a:lnTo>
                    <a:pt x="76545" y="488137"/>
                  </a:lnTo>
                  <a:lnTo>
                    <a:pt x="97907" y="532437"/>
                  </a:lnTo>
                  <a:lnTo>
                    <a:pt x="120976" y="569459"/>
                  </a:lnTo>
                  <a:lnTo>
                    <a:pt x="171034" y="614693"/>
                  </a:lnTo>
                  <a:lnTo>
                    <a:pt x="220836" y="625437"/>
                  </a:lnTo>
                  <a:lnTo>
                    <a:pt x="241818" y="626158"/>
                  </a:lnTo>
                  <a:lnTo>
                    <a:pt x="289198" y="623257"/>
                  </a:lnTo>
                  <a:lnTo>
                    <a:pt x="341616" y="614913"/>
                  </a:lnTo>
                  <a:lnTo>
                    <a:pt x="347116" y="613593"/>
                  </a:lnTo>
                  <a:lnTo>
                    <a:pt x="241818" y="613593"/>
                  </a:lnTo>
                  <a:lnTo>
                    <a:pt x="222603" y="612965"/>
                  </a:lnTo>
                  <a:lnTo>
                    <a:pt x="176029" y="603154"/>
                  </a:lnTo>
                  <a:lnTo>
                    <a:pt x="129496" y="559703"/>
                  </a:lnTo>
                  <a:lnTo>
                    <a:pt x="107471" y="523404"/>
                  </a:lnTo>
                  <a:lnTo>
                    <a:pt x="86795" y="479724"/>
                  </a:lnTo>
                  <a:lnTo>
                    <a:pt x="67859" y="430416"/>
                  </a:lnTo>
                  <a:lnTo>
                    <a:pt x="51053" y="377231"/>
                  </a:lnTo>
                  <a:lnTo>
                    <a:pt x="36769" y="321922"/>
                  </a:lnTo>
                  <a:lnTo>
                    <a:pt x="25397" y="266240"/>
                  </a:lnTo>
                  <a:lnTo>
                    <a:pt x="17327" y="211937"/>
                  </a:lnTo>
                  <a:lnTo>
                    <a:pt x="12951" y="160766"/>
                  </a:lnTo>
                  <a:lnTo>
                    <a:pt x="12659" y="114478"/>
                  </a:lnTo>
                  <a:lnTo>
                    <a:pt x="16842" y="74824"/>
                  </a:lnTo>
                  <a:lnTo>
                    <a:pt x="40196" y="22430"/>
                  </a:lnTo>
                  <a:lnTo>
                    <a:pt x="114880" y="12565"/>
                  </a:lnTo>
                  <a:lnTo>
                    <a:pt x="105707" y="6777"/>
                  </a:lnTo>
                  <a:lnTo>
                    <a:pt x="70702" y="0"/>
                  </a:lnTo>
                  <a:close/>
                </a:path>
                <a:path w="781050" h="626745">
                  <a:moveTo>
                    <a:pt x="723972" y="315047"/>
                  </a:moveTo>
                  <a:lnTo>
                    <a:pt x="707468" y="315047"/>
                  </a:lnTo>
                  <a:lnTo>
                    <a:pt x="768210" y="386511"/>
                  </a:lnTo>
                  <a:lnTo>
                    <a:pt x="697333" y="444855"/>
                  </a:lnTo>
                  <a:lnTo>
                    <a:pt x="645921" y="481452"/>
                  </a:lnTo>
                  <a:lnTo>
                    <a:pt x="588964" y="511737"/>
                  </a:lnTo>
                  <a:lnTo>
                    <a:pt x="501454" y="551145"/>
                  </a:lnTo>
                  <a:lnTo>
                    <a:pt x="448047" y="572364"/>
                  </a:lnTo>
                  <a:lnTo>
                    <a:pt x="393301" y="589692"/>
                  </a:lnTo>
                  <a:lnTo>
                    <a:pt x="339295" y="602655"/>
                  </a:lnTo>
                  <a:lnTo>
                    <a:pt x="288108" y="610780"/>
                  </a:lnTo>
                  <a:lnTo>
                    <a:pt x="241818" y="613593"/>
                  </a:lnTo>
                  <a:lnTo>
                    <a:pt x="347116" y="613593"/>
                  </a:lnTo>
                  <a:lnTo>
                    <a:pt x="396816" y="601669"/>
                  </a:lnTo>
                  <a:lnTo>
                    <a:pt x="452543" y="584064"/>
                  </a:lnTo>
                  <a:lnTo>
                    <a:pt x="506543" y="562642"/>
                  </a:lnTo>
                  <a:lnTo>
                    <a:pt x="577848" y="527655"/>
                  </a:lnTo>
                  <a:lnTo>
                    <a:pt x="642009" y="490614"/>
                  </a:lnTo>
                  <a:lnTo>
                    <a:pt x="696478" y="455229"/>
                  </a:lnTo>
                  <a:lnTo>
                    <a:pt x="738820" y="425130"/>
                  </a:lnTo>
                  <a:lnTo>
                    <a:pt x="776273" y="396145"/>
                  </a:lnTo>
                  <a:lnTo>
                    <a:pt x="781016" y="384239"/>
                  </a:lnTo>
                  <a:lnTo>
                    <a:pt x="779958" y="380920"/>
                  </a:lnTo>
                  <a:lnTo>
                    <a:pt x="723972" y="315047"/>
                  </a:lnTo>
                  <a:close/>
                </a:path>
                <a:path w="781050" h="626745">
                  <a:moveTo>
                    <a:pt x="114880" y="12565"/>
                  </a:moveTo>
                  <a:lnTo>
                    <a:pt x="70671" y="12565"/>
                  </a:lnTo>
                  <a:lnTo>
                    <a:pt x="103254" y="19374"/>
                  </a:lnTo>
                  <a:lnTo>
                    <a:pt x="131334" y="38462"/>
                  </a:lnTo>
                  <a:lnTo>
                    <a:pt x="175902" y="105285"/>
                  </a:lnTo>
                  <a:lnTo>
                    <a:pt x="193349" y="148928"/>
                  </a:lnTo>
                  <a:lnTo>
                    <a:pt x="208210" y="196665"/>
                  </a:lnTo>
                  <a:lnTo>
                    <a:pt x="220964" y="246449"/>
                  </a:lnTo>
                  <a:lnTo>
                    <a:pt x="232089" y="296233"/>
                  </a:lnTo>
                  <a:lnTo>
                    <a:pt x="242067" y="343972"/>
                  </a:lnTo>
                  <a:lnTo>
                    <a:pt x="251374" y="387620"/>
                  </a:lnTo>
                  <a:lnTo>
                    <a:pt x="260519" y="425214"/>
                  </a:lnTo>
                  <a:lnTo>
                    <a:pt x="269897" y="454456"/>
                  </a:lnTo>
                  <a:lnTo>
                    <a:pt x="280071" y="473552"/>
                  </a:lnTo>
                  <a:lnTo>
                    <a:pt x="291492" y="480372"/>
                  </a:lnTo>
                  <a:lnTo>
                    <a:pt x="291963" y="480362"/>
                  </a:lnTo>
                  <a:lnTo>
                    <a:pt x="328635" y="467744"/>
                  </a:lnTo>
                  <a:lnTo>
                    <a:pt x="291837" y="467744"/>
                  </a:lnTo>
                  <a:lnTo>
                    <a:pt x="281886" y="451188"/>
                  </a:lnTo>
                  <a:lnTo>
                    <a:pt x="271586" y="417658"/>
                  </a:lnTo>
                  <a:lnTo>
                    <a:pt x="261569" y="375296"/>
                  </a:lnTo>
                  <a:lnTo>
                    <a:pt x="252467" y="332241"/>
                  </a:lnTo>
                  <a:lnTo>
                    <a:pt x="242291" y="283918"/>
                  </a:lnTo>
                  <a:lnTo>
                    <a:pt x="230807" y="233764"/>
                  </a:lnTo>
                  <a:lnTo>
                    <a:pt x="217503" y="183786"/>
                  </a:lnTo>
                  <a:lnTo>
                    <a:pt x="201864" y="135991"/>
                  </a:lnTo>
                  <a:lnTo>
                    <a:pt x="183378" y="92386"/>
                  </a:lnTo>
                  <a:lnTo>
                    <a:pt x="161532" y="54977"/>
                  </a:lnTo>
                  <a:lnTo>
                    <a:pt x="135813" y="25772"/>
                  </a:lnTo>
                  <a:lnTo>
                    <a:pt x="114880" y="12565"/>
                  </a:lnTo>
                  <a:close/>
                </a:path>
                <a:path w="781050" h="626745">
                  <a:moveTo>
                    <a:pt x="711081" y="302482"/>
                  </a:moveTo>
                  <a:lnTo>
                    <a:pt x="705824" y="302482"/>
                  </a:lnTo>
                  <a:lnTo>
                    <a:pt x="704160" y="302807"/>
                  </a:lnTo>
                  <a:lnTo>
                    <a:pt x="479447" y="396190"/>
                  </a:lnTo>
                  <a:lnTo>
                    <a:pt x="377065" y="437226"/>
                  </a:lnTo>
                  <a:lnTo>
                    <a:pt x="337016" y="452621"/>
                  </a:lnTo>
                  <a:lnTo>
                    <a:pt x="307764" y="463155"/>
                  </a:lnTo>
                  <a:lnTo>
                    <a:pt x="291837" y="467744"/>
                  </a:lnTo>
                  <a:lnTo>
                    <a:pt x="328635" y="467744"/>
                  </a:lnTo>
                  <a:lnTo>
                    <a:pt x="368565" y="454006"/>
                  </a:lnTo>
                  <a:lnTo>
                    <a:pt x="510097" y="397237"/>
                  </a:lnTo>
                  <a:lnTo>
                    <a:pt x="707468" y="315047"/>
                  </a:lnTo>
                  <a:lnTo>
                    <a:pt x="723972" y="315047"/>
                  </a:lnTo>
                  <a:lnTo>
                    <a:pt x="714610" y="304032"/>
                  </a:lnTo>
                  <a:lnTo>
                    <a:pt x="711081" y="30248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2781055" y="7066573"/>
              <a:ext cx="183515" cy="299720"/>
            </a:xfrm>
            <a:custGeom>
              <a:avLst/>
              <a:gdLst/>
              <a:ahLst/>
              <a:cxnLst/>
              <a:rect l="l" t="t" r="r" b="b"/>
              <a:pathLst>
                <a:path w="183515" h="299720">
                  <a:moveTo>
                    <a:pt x="67149" y="0"/>
                  </a:moveTo>
                  <a:lnTo>
                    <a:pt x="40903" y="74552"/>
                  </a:lnTo>
                  <a:lnTo>
                    <a:pt x="24250" y="143473"/>
                  </a:lnTo>
                  <a:lnTo>
                    <a:pt x="7967" y="202823"/>
                  </a:lnTo>
                  <a:lnTo>
                    <a:pt x="0" y="230171"/>
                  </a:lnTo>
                  <a:lnTo>
                    <a:pt x="115" y="231752"/>
                  </a:lnTo>
                  <a:lnTo>
                    <a:pt x="50714" y="282534"/>
                  </a:lnTo>
                  <a:lnTo>
                    <a:pt x="117567" y="299331"/>
                  </a:lnTo>
                  <a:lnTo>
                    <a:pt x="141907" y="296445"/>
                  </a:lnTo>
                  <a:lnTo>
                    <a:pt x="174165" y="275110"/>
                  </a:lnTo>
                  <a:lnTo>
                    <a:pt x="182180" y="237300"/>
                  </a:lnTo>
                  <a:lnTo>
                    <a:pt x="183280" y="183647"/>
                  </a:lnTo>
                  <a:lnTo>
                    <a:pt x="182528" y="150707"/>
                  </a:lnTo>
                  <a:lnTo>
                    <a:pt x="180363" y="104835"/>
                  </a:lnTo>
                  <a:lnTo>
                    <a:pt x="161160" y="65417"/>
                  </a:lnTo>
                  <a:lnTo>
                    <a:pt x="130959" y="37720"/>
                  </a:lnTo>
                  <a:lnTo>
                    <a:pt x="96407" y="11591"/>
                  </a:lnTo>
                  <a:lnTo>
                    <a:pt x="671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2774591" y="7060290"/>
              <a:ext cx="196215" cy="312420"/>
            </a:xfrm>
            <a:custGeom>
              <a:avLst/>
              <a:gdLst/>
              <a:ahLst/>
              <a:cxnLst/>
              <a:rect l="l" t="t" r="r" b="b"/>
              <a:pathLst>
                <a:path w="196215" h="312420">
                  <a:moveTo>
                    <a:pt x="73610" y="0"/>
                  </a:moveTo>
                  <a:lnTo>
                    <a:pt x="41148" y="79979"/>
                  </a:lnTo>
                  <a:lnTo>
                    <a:pt x="24581" y="148418"/>
                  </a:lnTo>
                  <a:lnTo>
                    <a:pt x="8377" y="207431"/>
                  </a:lnTo>
                  <a:lnTo>
                    <a:pt x="890" y="233176"/>
                  </a:lnTo>
                  <a:lnTo>
                    <a:pt x="0" y="236128"/>
                  </a:lnTo>
                  <a:lnTo>
                    <a:pt x="230" y="239301"/>
                  </a:lnTo>
                  <a:lnTo>
                    <a:pt x="23377" y="272329"/>
                  </a:lnTo>
                  <a:lnTo>
                    <a:pt x="89015" y="307433"/>
                  </a:lnTo>
                  <a:lnTo>
                    <a:pt x="124027" y="311896"/>
                  </a:lnTo>
                  <a:lnTo>
                    <a:pt x="150728" y="308629"/>
                  </a:lnTo>
                  <a:lnTo>
                    <a:pt x="171629" y="299331"/>
                  </a:lnTo>
                  <a:lnTo>
                    <a:pt x="124027" y="299331"/>
                  </a:lnTo>
                  <a:lnTo>
                    <a:pt x="91980" y="295210"/>
                  </a:lnTo>
                  <a:lnTo>
                    <a:pt x="60095" y="283130"/>
                  </a:lnTo>
                  <a:lnTo>
                    <a:pt x="32398" y="263514"/>
                  </a:lnTo>
                  <a:lnTo>
                    <a:pt x="12921" y="236788"/>
                  </a:lnTo>
                  <a:lnTo>
                    <a:pt x="40049" y="145603"/>
                  </a:lnTo>
                  <a:lnTo>
                    <a:pt x="54233" y="93307"/>
                  </a:lnTo>
                  <a:lnTo>
                    <a:pt x="60101" y="60191"/>
                  </a:lnTo>
                  <a:lnTo>
                    <a:pt x="62280" y="26543"/>
                  </a:lnTo>
                  <a:lnTo>
                    <a:pt x="62731" y="16617"/>
                  </a:lnTo>
                  <a:lnTo>
                    <a:pt x="66982" y="12565"/>
                  </a:lnTo>
                  <a:lnTo>
                    <a:pt x="105648" y="12565"/>
                  </a:lnTo>
                  <a:lnTo>
                    <a:pt x="102519" y="10311"/>
                  </a:lnTo>
                  <a:lnTo>
                    <a:pt x="73610" y="0"/>
                  </a:lnTo>
                  <a:close/>
                </a:path>
                <a:path w="196215" h="312420">
                  <a:moveTo>
                    <a:pt x="105648" y="12565"/>
                  </a:moveTo>
                  <a:lnTo>
                    <a:pt x="73610" y="12565"/>
                  </a:lnTo>
                  <a:lnTo>
                    <a:pt x="102531" y="25028"/>
                  </a:lnTo>
                  <a:lnTo>
                    <a:pt x="137481" y="52448"/>
                  </a:lnTo>
                  <a:lnTo>
                    <a:pt x="167025" y="79979"/>
                  </a:lnTo>
                  <a:lnTo>
                    <a:pt x="181370" y="122060"/>
                  </a:lnTo>
                  <a:lnTo>
                    <a:pt x="183390" y="184497"/>
                  </a:lnTo>
                  <a:lnTo>
                    <a:pt x="183436" y="212523"/>
                  </a:lnTo>
                  <a:lnTo>
                    <a:pt x="182584" y="239420"/>
                  </a:lnTo>
                  <a:lnTo>
                    <a:pt x="174562" y="279315"/>
                  </a:lnTo>
                  <a:lnTo>
                    <a:pt x="124027" y="299331"/>
                  </a:lnTo>
                  <a:lnTo>
                    <a:pt x="171629" y="299331"/>
                  </a:lnTo>
                  <a:lnTo>
                    <a:pt x="193030" y="264892"/>
                  </a:lnTo>
                  <a:lnTo>
                    <a:pt x="195902" y="219104"/>
                  </a:lnTo>
                  <a:lnTo>
                    <a:pt x="195901" y="184497"/>
                  </a:lnTo>
                  <a:lnTo>
                    <a:pt x="194223" y="131451"/>
                  </a:lnTo>
                  <a:lnTo>
                    <a:pt x="191606" y="88489"/>
                  </a:lnTo>
                  <a:lnTo>
                    <a:pt x="136061" y="34467"/>
                  </a:lnTo>
                  <a:lnTo>
                    <a:pt x="10564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2794856" y="6967092"/>
              <a:ext cx="327025" cy="287655"/>
            </a:xfrm>
            <a:custGeom>
              <a:avLst/>
              <a:gdLst/>
              <a:ahLst/>
              <a:cxnLst/>
              <a:rect l="l" t="t" r="r" b="b"/>
              <a:pathLst>
                <a:path w="327025" h="287654">
                  <a:moveTo>
                    <a:pt x="123756" y="0"/>
                  </a:moveTo>
                  <a:lnTo>
                    <a:pt x="89414" y="36815"/>
                  </a:lnTo>
                  <a:lnTo>
                    <a:pt x="84180" y="44773"/>
                  </a:lnTo>
                  <a:lnTo>
                    <a:pt x="80153" y="48121"/>
                  </a:lnTo>
                  <a:lnTo>
                    <a:pt x="77716" y="48804"/>
                  </a:lnTo>
                  <a:lnTo>
                    <a:pt x="75548" y="48804"/>
                  </a:lnTo>
                  <a:lnTo>
                    <a:pt x="70857" y="47202"/>
                  </a:lnTo>
                  <a:lnTo>
                    <a:pt x="63800" y="36459"/>
                  </a:lnTo>
                  <a:lnTo>
                    <a:pt x="58634" y="30354"/>
                  </a:lnTo>
                  <a:lnTo>
                    <a:pt x="51541" y="24895"/>
                  </a:lnTo>
                  <a:lnTo>
                    <a:pt x="42991" y="20970"/>
                  </a:lnTo>
                  <a:lnTo>
                    <a:pt x="33455" y="19465"/>
                  </a:lnTo>
                  <a:lnTo>
                    <a:pt x="26481" y="20305"/>
                  </a:lnTo>
                  <a:lnTo>
                    <a:pt x="18804" y="23454"/>
                  </a:lnTo>
                  <a:lnTo>
                    <a:pt x="11044" y="29855"/>
                  </a:lnTo>
                  <a:lnTo>
                    <a:pt x="3823" y="40449"/>
                  </a:lnTo>
                  <a:lnTo>
                    <a:pt x="0" y="56601"/>
                  </a:lnTo>
                  <a:lnTo>
                    <a:pt x="3708" y="71914"/>
                  </a:lnTo>
                  <a:lnTo>
                    <a:pt x="12033" y="86166"/>
                  </a:lnTo>
                  <a:lnTo>
                    <a:pt x="26785" y="105053"/>
                  </a:lnTo>
                  <a:lnTo>
                    <a:pt x="31025" y="110788"/>
                  </a:lnTo>
                  <a:lnTo>
                    <a:pt x="34218" y="116070"/>
                  </a:lnTo>
                  <a:lnTo>
                    <a:pt x="35801" y="120624"/>
                  </a:lnTo>
                  <a:lnTo>
                    <a:pt x="36115" y="122875"/>
                  </a:lnTo>
                  <a:lnTo>
                    <a:pt x="36377" y="131859"/>
                  </a:lnTo>
                  <a:lnTo>
                    <a:pt x="38159" y="161566"/>
                  </a:lnTo>
                  <a:lnTo>
                    <a:pt x="45188" y="200665"/>
                  </a:lnTo>
                  <a:lnTo>
                    <a:pt x="62135" y="240472"/>
                  </a:lnTo>
                  <a:lnTo>
                    <a:pt x="93671" y="272301"/>
                  </a:lnTo>
                  <a:lnTo>
                    <a:pt x="144468" y="287467"/>
                  </a:lnTo>
                  <a:lnTo>
                    <a:pt x="150185" y="287656"/>
                  </a:lnTo>
                  <a:lnTo>
                    <a:pt x="194855" y="276257"/>
                  </a:lnTo>
                  <a:lnTo>
                    <a:pt x="233315" y="246748"/>
                  </a:lnTo>
                  <a:lnTo>
                    <a:pt x="265386" y="206159"/>
                  </a:lnTo>
                  <a:lnTo>
                    <a:pt x="290887" y="161520"/>
                  </a:lnTo>
                  <a:lnTo>
                    <a:pt x="309641" y="119860"/>
                  </a:lnTo>
                  <a:lnTo>
                    <a:pt x="326713" y="71819"/>
                  </a:lnTo>
                  <a:lnTo>
                    <a:pt x="326431" y="69903"/>
                  </a:lnTo>
                  <a:lnTo>
                    <a:pt x="324389" y="66814"/>
                  </a:lnTo>
                  <a:lnTo>
                    <a:pt x="322745" y="65799"/>
                  </a:lnTo>
                  <a:lnTo>
                    <a:pt x="311912" y="64375"/>
                  </a:lnTo>
                  <a:lnTo>
                    <a:pt x="289430" y="60796"/>
                  </a:lnTo>
                  <a:lnTo>
                    <a:pt x="226319" y="46134"/>
                  </a:lnTo>
                  <a:lnTo>
                    <a:pt x="167113" y="15425"/>
                  </a:lnTo>
                  <a:lnTo>
                    <a:pt x="151699" y="7559"/>
                  </a:lnTo>
                  <a:lnTo>
                    <a:pt x="137174" y="2066"/>
                  </a:lnTo>
                  <a:lnTo>
                    <a:pt x="1237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2788540" y="6960817"/>
              <a:ext cx="339725" cy="300355"/>
            </a:xfrm>
            <a:custGeom>
              <a:avLst/>
              <a:gdLst/>
              <a:ahLst/>
              <a:cxnLst/>
              <a:rect l="l" t="t" r="r" b="b"/>
              <a:pathLst>
                <a:path w="339725" h="300354">
                  <a:moveTo>
                    <a:pt x="39773" y="19465"/>
                  </a:moveTo>
                  <a:lnTo>
                    <a:pt x="4570" y="43831"/>
                  </a:lnTo>
                  <a:lnTo>
                    <a:pt x="0" y="62521"/>
                  </a:lnTo>
                  <a:lnTo>
                    <a:pt x="3939" y="79900"/>
                  </a:lnTo>
                  <a:lnTo>
                    <a:pt x="12925" y="95626"/>
                  </a:lnTo>
                  <a:lnTo>
                    <a:pt x="23491" y="109357"/>
                  </a:lnTo>
                  <a:lnTo>
                    <a:pt x="35355" y="124038"/>
                  </a:lnTo>
                  <a:lnTo>
                    <a:pt x="36130" y="129503"/>
                  </a:lnTo>
                  <a:lnTo>
                    <a:pt x="38276" y="169181"/>
                  </a:lnTo>
                  <a:lnTo>
                    <a:pt x="45672" y="209786"/>
                  </a:lnTo>
                  <a:lnTo>
                    <a:pt x="63533" y="251135"/>
                  </a:lnTo>
                  <a:lnTo>
                    <a:pt x="96791" y="284214"/>
                  </a:lnTo>
                  <a:lnTo>
                    <a:pt x="150377" y="300011"/>
                  </a:lnTo>
                  <a:lnTo>
                    <a:pt x="154472" y="300210"/>
                  </a:lnTo>
                  <a:lnTo>
                    <a:pt x="156503" y="300210"/>
                  </a:lnTo>
                  <a:lnTo>
                    <a:pt x="202965" y="288572"/>
                  </a:lnTo>
                  <a:lnTo>
                    <a:pt x="204192" y="287645"/>
                  </a:lnTo>
                  <a:lnTo>
                    <a:pt x="154733" y="287645"/>
                  </a:lnTo>
                  <a:lnTo>
                    <a:pt x="152974" y="287593"/>
                  </a:lnTo>
                  <a:lnTo>
                    <a:pt x="98049" y="269847"/>
                  </a:lnTo>
                  <a:lnTo>
                    <a:pt x="67737" y="233217"/>
                  </a:lnTo>
                  <a:lnTo>
                    <a:pt x="53704" y="189225"/>
                  </a:lnTo>
                  <a:lnTo>
                    <a:pt x="49418" y="149633"/>
                  </a:lnTo>
                  <a:lnTo>
                    <a:pt x="48328" y="126017"/>
                  </a:lnTo>
                  <a:lnTo>
                    <a:pt x="39941" y="109917"/>
                  </a:lnTo>
                  <a:lnTo>
                    <a:pt x="25334" y="91371"/>
                  </a:lnTo>
                  <a:lnTo>
                    <a:pt x="14073" y="71046"/>
                  </a:lnTo>
                  <a:lnTo>
                    <a:pt x="15722" y="49611"/>
                  </a:lnTo>
                  <a:lnTo>
                    <a:pt x="21123" y="41395"/>
                  </a:lnTo>
                  <a:lnTo>
                    <a:pt x="27088" y="35959"/>
                  </a:lnTo>
                  <a:lnTo>
                    <a:pt x="33383" y="32954"/>
                  </a:lnTo>
                  <a:lnTo>
                    <a:pt x="39773" y="32030"/>
                  </a:lnTo>
                  <a:lnTo>
                    <a:pt x="69255" y="32030"/>
                  </a:lnTo>
                  <a:lnTo>
                    <a:pt x="60969" y="25673"/>
                  </a:lnTo>
                  <a:lnTo>
                    <a:pt x="50989" y="21173"/>
                  </a:lnTo>
                  <a:lnTo>
                    <a:pt x="39773" y="19465"/>
                  </a:lnTo>
                  <a:close/>
                </a:path>
                <a:path w="339725" h="300354">
                  <a:moveTo>
                    <a:pt x="207693" y="285000"/>
                  </a:moveTo>
                  <a:lnTo>
                    <a:pt x="156503" y="287645"/>
                  </a:lnTo>
                  <a:lnTo>
                    <a:pt x="204192" y="287645"/>
                  </a:lnTo>
                  <a:lnTo>
                    <a:pt x="207693" y="285000"/>
                  </a:lnTo>
                  <a:close/>
                </a:path>
                <a:path w="339725" h="300354">
                  <a:moveTo>
                    <a:pt x="292027" y="189225"/>
                  </a:moveTo>
                  <a:lnTo>
                    <a:pt x="276004" y="217002"/>
                  </a:lnTo>
                  <a:lnTo>
                    <a:pt x="242846" y="258443"/>
                  </a:lnTo>
                  <a:lnTo>
                    <a:pt x="207693" y="285000"/>
                  </a:lnTo>
                  <a:lnTo>
                    <a:pt x="219866" y="284371"/>
                  </a:lnTo>
                  <a:lnTo>
                    <a:pt x="258694" y="261451"/>
                  </a:lnTo>
                  <a:lnTo>
                    <a:pt x="288922" y="199240"/>
                  </a:lnTo>
                  <a:lnTo>
                    <a:pt x="292027" y="189225"/>
                  </a:lnTo>
                  <a:close/>
                </a:path>
                <a:path w="339725" h="300354">
                  <a:moveTo>
                    <a:pt x="169321" y="12565"/>
                  </a:moveTo>
                  <a:lnTo>
                    <a:pt x="130074" y="12565"/>
                  </a:lnTo>
                  <a:lnTo>
                    <a:pt x="152632" y="18337"/>
                  </a:lnTo>
                  <a:lnTo>
                    <a:pt x="178507" y="31780"/>
                  </a:lnTo>
                  <a:lnTo>
                    <a:pt x="230773" y="58417"/>
                  </a:lnTo>
                  <a:lnTo>
                    <a:pt x="295047" y="73343"/>
                  </a:lnTo>
                  <a:lnTo>
                    <a:pt x="326487" y="78091"/>
                  </a:lnTo>
                  <a:lnTo>
                    <a:pt x="292027" y="189225"/>
                  </a:lnTo>
                  <a:lnTo>
                    <a:pt x="321575" y="128891"/>
                  </a:lnTo>
                  <a:lnTo>
                    <a:pt x="338529" y="81662"/>
                  </a:lnTo>
                  <a:lnTo>
                    <a:pt x="339583" y="78091"/>
                  </a:lnTo>
                  <a:lnTo>
                    <a:pt x="339010" y="74269"/>
                  </a:lnTo>
                  <a:lnTo>
                    <a:pt x="334937" y="68081"/>
                  </a:lnTo>
                  <a:lnTo>
                    <a:pt x="331639" y="66050"/>
                  </a:lnTo>
                  <a:lnTo>
                    <a:pt x="327953" y="65610"/>
                  </a:lnTo>
                  <a:lnTo>
                    <a:pt x="319061" y="64424"/>
                  </a:lnTo>
                  <a:lnTo>
                    <a:pt x="266794" y="54908"/>
                  </a:lnTo>
                  <a:lnTo>
                    <a:pt x="224821" y="42714"/>
                  </a:lnTo>
                  <a:lnTo>
                    <a:pt x="176015" y="15955"/>
                  </a:lnTo>
                  <a:lnTo>
                    <a:pt x="169321" y="12565"/>
                  </a:lnTo>
                  <a:close/>
                </a:path>
                <a:path w="339725" h="300354">
                  <a:moveTo>
                    <a:pt x="69255" y="32030"/>
                  </a:moveTo>
                  <a:lnTo>
                    <a:pt x="39773" y="32030"/>
                  </a:lnTo>
                  <a:lnTo>
                    <a:pt x="47465" y="33247"/>
                  </a:lnTo>
                  <a:lnTo>
                    <a:pt x="54505" y="36454"/>
                  </a:lnTo>
                  <a:lnTo>
                    <a:pt x="60451" y="40988"/>
                  </a:lnTo>
                  <a:lnTo>
                    <a:pt x="64862" y="46187"/>
                  </a:lnTo>
                  <a:lnTo>
                    <a:pt x="69218" y="52815"/>
                  </a:lnTo>
                  <a:lnTo>
                    <a:pt x="76097" y="61359"/>
                  </a:lnTo>
                  <a:lnTo>
                    <a:pt x="84023" y="61359"/>
                  </a:lnTo>
                  <a:lnTo>
                    <a:pt x="89718" y="59835"/>
                  </a:lnTo>
                  <a:lnTo>
                    <a:pt x="95641" y="54732"/>
                  </a:lnTo>
                  <a:lnTo>
                    <a:pt x="99500" y="48679"/>
                  </a:lnTo>
                  <a:lnTo>
                    <a:pt x="83908" y="48679"/>
                  </a:lnTo>
                  <a:lnTo>
                    <a:pt x="82955" y="48228"/>
                  </a:lnTo>
                  <a:lnTo>
                    <a:pt x="80013" y="46354"/>
                  </a:lnTo>
                  <a:lnTo>
                    <a:pt x="75364" y="39286"/>
                  </a:lnTo>
                  <a:lnTo>
                    <a:pt x="69255" y="32030"/>
                  </a:lnTo>
                  <a:close/>
                </a:path>
                <a:path w="339725" h="300354">
                  <a:moveTo>
                    <a:pt x="130074" y="0"/>
                  </a:moveTo>
                  <a:lnTo>
                    <a:pt x="95856" y="26533"/>
                  </a:lnTo>
                  <a:lnTo>
                    <a:pt x="89919" y="43789"/>
                  </a:lnTo>
                  <a:lnTo>
                    <a:pt x="85154" y="47862"/>
                  </a:lnTo>
                  <a:lnTo>
                    <a:pt x="83908" y="48679"/>
                  </a:lnTo>
                  <a:lnTo>
                    <a:pt x="99500" y="48679"/>
                  </a:lnTo>
                  <a:lnTo>
                    <a:pt x="101681" y="45257"/>
                  </a:lnTo>
                  <a:lnTo>
                    <a:pt x="107730" y="30616"/>
                  </a:lnTo>
                  <a:lnTo>
                    <a:pt x="111719" y="22274"/>
                  </a:lnTo>
                  <a:lnTo>
                    <a:pt x="116852" y="16682"/>
                  </a:lnTo>
                  <a:lnTo>
                    <a:pt x="123011" y="13545"/>
                  </a:lnTo>
                  <a:lnTo>
                    <a:pt x="130074" y="12565"/>
                  </a:lnTo>
                  <a:lnTo>
                    <a:pt x="169321" y="12565"/>
                  </a:lnTo>
                  <a:lnTo>
                    <a:pt x="159950" y="7819"/>
                  </a:lnTo>
                  <a:lnTo>
                    <a:pt x="144596" y="2136"/>
                  </a:lnTo>
                  <a:lnTo>
                    <a:pt x="1300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3302264" y="7407931"/>
              <a:ext cx="36195" cy="30480"/>
            </a:xfrm>
            <a:custGeom>
              <a:avLst/>
              <a:gdLst/>
              <a:ahLst/>
              <a:cxnLst/>
              <a:rect l="l" t="t" r="r" b="b"/>
              <a:pathLst>
                <a:path w="36194" h="30479">
                  <a:moveTo>
                    <a:pt x="27842" y="0"/>
                  </a:moveTo>
                  <a:lnTo>
                    <a:pt x="7832" y="0"/>
                  </a:lnTo>
                  <a:lnTo>
                    <a:pt x="0" y="6565"/>
                  </a:lnTo>
                  <a:lnTo>
                    <a:pt x="0" y="23329"/>
                  </a:lnTo>
                  <a:lnTo>
                    <a:pt x="7832" y="29894"/>
                  </a:lnTo>
                  <a:lnTo>
                    <a:pt x="17842" y="29894"/>
                  </a:lnTo>
                  <a:lnTo>
                    <a:pt x="27842" y="29894"/>
                  </a:lnTo>
                  <a:lnTo>
                    <a:pt x="35684" y="23329"/>
                  </a:lnTo>
                  <a:lnTo>
                    <a:pt x="35684" y="6565"/>
                  </a:lnTo>
                  <a:lnTo>
                    <a:pt x="278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3295978" y="7401651"/>
              <a:ext cx="48260" cy="42545"/>
            </a:xfrm>
            <a:custGeom>
              <a:avLst/>
              <a:gdLst/>
              <a:ahLst/>
              <a:cxnLst/>
              <a:rect l="l" t="t" r="r" b="b"/>
              <a:pathLst>
                <a:path w="48259" h="42545">
                  <a:moveTo>
                    <a:pt x="24124" y="0"/>
                  </a:moveTo>
                  <a:lnTo>
                    <a:pt x="14648" y="1642"/>
                  </a:lnTo>
                  <a:lnTo>
                    <a:pt x="6989" y="6147"/>
                  </a:lnTo>
                  <a:lnTo>
                    <a:pt x="1867" y="12885"/>
                  </a:lnTo>
                  <a:lnTo>
                    <a:pt x="0" y="21224"/>
                  </a:lnTo>
                  <a:lnTo>
                    <a:pt x="1867" y="29563"/>
                  </a:lnTo>
                  <a:lnTo>
                    <a:pt x="6989" y="36301"/>
                  </a:lnTo>
                  <a:lnTo>
                    <a:pt x="14648" y="40806"/>
                  </a:lnTo>
                  <a:lnTo>
                    <a:pt x="24124" y="42448"/>
                  </a:lnTo>
                  <a:lnTo>
                    <a:pt x="33601" y="40806"/>
                  </a:lnTo>
                  <a:lnTo>
                    <a:pt x="41260" y="36301"/>
                  </a:lnTo>
                  <a:lnTo>
                    <a:pt x="46139" y="29883"/>
                  </a:lnTo>
                  <a:lnTo>
                    <a:pt x="17737" y="29883"/>
                  </a:lnTo>
                  <a:lnTo>
                    <a:pt x="12565" y="26009"/>
                  </a:lnTo>
                  <a:lnTo>
                    <a:pt x="12565" y="16439"/>
                  </a:lnTo>
                  <a:lnTo>
                    <a:pt x="17737" y="12565"/>
                  </a:lnTo>
                  <a:lnTo>
                    <a:pt x="46139" y="12565"/>
                  </a:lnTo>
                  <a:lnTo>
                    <a:pt x="41260" y="6147"/>
                  </a:lnTo>
                  <a:lnTo>
                    <a:pt x="33601" y="1642"/>
                  </a:lnTo>
                  <a:lnTo>
                    <a:pt x="24124" y="0"/>
                  </a:lnTo>
                  <a:close/>
                </a:path>
                <a:path w="48259" h="42545">
                  <a:moveTo>
                    <a:pt x="46139" y="12565"/>
                  </a:moveTo>
                  <a:lnTo>
                    <a:pt x="30512" y="12565"/>
                  </a:lnTo>
                  <a:lnTo>
                    <a:pt x="35684" y="16439"/>
                  </a:lnTo>
                  <a:lnTo>
                    <a:pt x="35684" y="26009"/>
                  </a:lnTo>
                  <a:lnTo>
                    <a:pt x="30512" y="29883"/>
                  </a:lnTo>
                  <a:lnTo>
                    <a:pt x="46139" y="29883"/>
                  </a:lnTo>
                  <a:lnTo>
                    <a:pt x="46382" y="29563"/>
                  </a:lnTo>
                  <a:lnTo>
                    <a:pt x="48249" y="21224"/>
                  </a:lnTo>
                  <a:lnTo>
                    <a:pt x="46382" y="12885"/>
                  </a:lnTo>
                  <a:lnTo>
                    <a:pt x="46139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10558304" y="6932135"/>
            <a:ext cx="1091565" cy="3079115"/>
            <a:chOff x="10558304" y="6932135"/>
            <a:chExt cx="1091565" cy="3079115"/>
          </a:xfrm>
        </p:grpSpPr>
        <p:pic>
          <p:nvPicPr>
            <p:cNvPr id="52" name="object 5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66920" y="9783145"/>
              <a:ext cx="247479" cy="160090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0860502" y="9857021"/>
              <a:ext cx="260350" cy="92710"/>
            </a:xfrm>
            <a:custGeom>
              <a:avLst/>
              <a:gdLst/>
              <a:ahLst/>
              <a:cxnLst/>
              <a:rect l="l" t="t" r="r" b="b"/>
              <a:pathLst>
                <a:path w="260350" h="92709">
                  <a:moveTo>
                    <a:pt x="254938" y="91306"/>
                  </a:moveTo>
                  <a:lnTo>
                    <a:pt x="61359" y="91306"/>
                  </a:lnTo>
                  <a:lnTo>
                    <a:pt x="200496" y="92499"/>
                  </a:lnTo>
                  <a:lnTo>
                    <a:pt x="225770" y="92355"/>
                  </a:lnTo>
                  <a:lnTo>
                    <a:pt x="254494" y="91735"/>
                  </a:lnTo>
                  <a:lnTo>
                    <a:pt x="254938" y="91306"/>
                  </a:lnTo>
                  <a:close/>
                </a:path>
                <a:path w="260350" h="92709">
                  <a:moveTo>
                    <a:pt x="111012" y="11455"/>
                  </a:moveTo>
                  <a:lnTo>
                    <a:pt x="105640" y="11455"/>
                  </a:lnTo>
                  <a:lnTo>
                    <a:pt x="76322" y="12522"/>
                  </a:lnTo>
                  <a:lnTo>
                    <a:pt x="43019" y="19867"/>
                  </a:lnTo>
                  <a:lnTo>
                    <a:pt x="14695" y="39704"/>
                  </a:lnTo>
                  <a:lnTo>
                    <a:pt x="314" y="78248"/>
                  </a:lnTo>
                  <a:lnTo>
                    <a:pt x="0" y="81819"/>
                  </a:lnTo>
                  <a:lnTo>
                    <a:pt x="1225" y="85358"/>
                  </a:lnTo>
                  <a:lnTo>
                    <a:pt x="6062" y="90499"/>
                  </a:lnTo>
                  <a:lnTo>
                    <a:pt x="9371" y="91923"/>
                  </a:lnTo>
                  <a:lnTo>
                    <a:pt x="13078" y="91913"/>
                  </a:lnTo>
                  <a:lnTo>
                    <a:pt x="35671" y="91456"/>
                  </a:lnTo>
                  <a:lnTo>
                    <a:pt x="254938" y="91306"/>
                  </a:lnTo>
                  <a:lnTo>
                    <a:pt x="259793" y="86604"/>
                  </a:lnTo>
                  <a:lnTo>
                    <a:pt x="260180" y="79934"/>
                  </a:lnTo>
                  <a:lnTo>
                    <a:pt x="200496" y="79934"/>
                  </a:lnTo>
                  <a:lnTo>
                    <a:pt x="12826" y="79358"/>
                  </a:lnTo>
                  <a:lnTo>
                    <a:pt x="22525" y="50352"/>
                  </a:lnTo>
                  <a:lnTo>
                    <a:pt x="43239" y="33591"/>
                  </a:lnTo>
                  <a:lnTo>
                    <a:pt x="72011" y="25880"/>
                  </a:lnTo>
                  <a:lnTo>
                    <a:pt x="105881" y="24020"/>
                  </a:lnTo>
                  <a:lnTo>
                    <a:pt x="159010" y="24020"/>
                  </a:lnTo>
                  <a:lnTo>
                    <a:pt x="148937" y="18799"/>
                  </a:lnTo>
                  <a:lnTo>
                    <a:pt x="135390" y="13799"/>
                  </a:lnTo>
                  <a:lnTo>
                    <a:pt x="121451" y="11664"/>
                  </a:lnTo>
                  <a:lnTo>
                    <a:pt x="111012" y="11455"/>
                  </a:lnTo>
                  <a:close/>
                </a:path>
                <a:path w="260350" h="92709">
                  <a:moveTo>
                    <a:pt x="254233" y="12565"/>
                  </a:moveTo>
                  <a:lnTo>
                    <a:pt x="241636" y="12565"/>
                  </a:lnTo>
                  <a:lnTo>
                    <a:pt x="241949" y="27130"/>
                  </a:lnTo>
                  <a:lnTo>
                    <a:pt x="244390" y="46265"/>
                  </a:lnTo>
                  <a:lnTo>
                    <a:pt x="246840" y="64404"/>
                  </a:lnTo>
                  <a:lnTo>
                    <a:pt x="247636" y="79358"/>
                  </a:lnTo>
                  <a:lnTo>
                    <a:pt x="236223" y="79625"/>
                  </a:lnTo>
                  <a:lnTo>
                    <a:pt x="200496" y="79934"/>
                  </a:lnTo>
                  <a:lnTo>
                    <a:pt x="260180" y="79934"/>
                  </a:lnTo>
                  <a:lnTo>
                    <a:pt x="260171" y="72930"/>
                  </a:lnTo>
                  <a:lnTo>
                    <a:pt x="259478" y="64404"/>
                  </a:lnTo>
                  <a:lnTo>
                    <a:pt x="258374" y="55387"/>
                  </a:lnTo>
                  <a:lnTo>
                    <a:pt x="255795" y="37083"/>
                  </a:lnTo>
                  <a:lnTo>
                    <a:pt x="254712" y="28406"/>
                  </a:lnTo>
                  <a:lnTo>
                    <a:pt x="254048" y="20684"/>
                  </a:lnTo>
                  <a:lnTo>
                    <a:pt x="254170" y="13989"/>
                  </a:lnTo>
                  <a:lnTo>
                    <a:pt x="254233" y="12565"/>
                  </a:lnTo>
                  <a:close/>
                </a:path>
                <a:path w="260350" h="92709">
                  <a:moveTo>
                    <a:pt x="61359" y="78741"/>
                  </a:moveTo>
                  <a:lnTo>
                    <a:pt x="36590" y="78881"/>
                  </a:lnTo>
                  <a:lnTo>
                    <a:pt x="12826" y="79358"/>
                  </a:lnTo>
                  <a:lnTo>
                    <a:pt x="132732" y="79358"/>
                  </a:lnTo>
                  <a:lnTo>
                    <a:pt x="61359" y="78741"/>
                  </a:lnTo>
                  <a:close/>
                </a:path>
                <a:path w="260350" h="92709">
                  <a:moveTo>
                    <a:pt x="159010" y="24020"/>
                  </a:moveTo>
                  <a:lnTo>
                    <a:pt x="110918" y="24020"/>
                  </a:lnTo>
                  <a:lnTo>
                    <a:pt x="121158" y="24229"/>
                  </a:lnTo>
                  <a:lnTo>
                    <a:pt x="143521" y="30121"/>
                  </a:lnTo>
                  <a:lnTo>
                    <a:pt x="165759" y="42421"/>
                  </a:lnTo>
                  <a:lnTo>
                    <a:pt x="186889" y="54593"/>
                  </a:lnTo>
                  <a:lnTo>
                    <a:pt x="205930" y="60102"/>
                  </a:lnTo>
                  <a:lnTo>
                    <a:pt x="212699" y="58992"/>
                  </a:lnTo>
                  <a:lnTo>
                    <a:pt x="218922" y="55387"/>
                  </a:lnTo>
                  <a:lnTo>
                    <a:pt x="224537" y="48878"/>
                  </a:lnTo>
                  <a:lnTo>
                    <a:pt x="225211" y="47537"/>
                  </a:lnTo>
                  <a:lnTo>
                    <a:pt x="205930" y="47537"/>
                  </a:lnTo>
                  <a:lnTo>
                    <a:pt x="199392" y="46265"/>
                  </a:lnTo>
                  <a:lnTo>
                    <a:pt x="191640" y="42928"/>
                  </a:lnTo>
                  <a:lnTo>
                    <a:pt x="183131" y="38243"/>
                  </a:lnTo>
                  <a:lnTo>
                    <a:pt x="175415" y="33591"/>
                  </a:lnTo>
                  <a:lnTo>
                    <a:pt x="161959" y="25548"/>
                  </a:lnTo>
                  <a:lnTo>
                    <a:pt x="159010" y="24020"/>
                  </a:lnTo>
                  <a:close/>
                </a:path>
                <a:path w="260350" h="92709">
                  <a:moveTo>
                    <a:pt x="248631" y="0"/>
                  </a:moveTo>
                  <a:lnTo>
                    <a:pt x="241636" y="0"/>
                  </a:lnTo>
                  <a:lnTo>
                    <a:pt x="238443" y="52"/>
                  </a:lnTo>
                  <a:lnTo>
                    <a:pt x="219239" y="31527"/>
                  </a:lnTo>
                  <a:lnTo>
                    <a:pt x="218150" y="33611"/>
                  </a:lnTo>
                  <a:lnTo>
                    <a:pt x="217794" y="34438"/>
                  </a:lnTo>
                  <a:lnTo>
                    <a:pt x="212621" y="47537"/>
                  </a:lnTo>
                  <a:lnTo>
                    <a:pt x="225211" y="47537"/>
                  </a:lnTo>
                  <a:lnTo>
                    <a:pt x="229479" y="39056"/>
                  </a:lnTo>
                  <a:lnTo>
                    <a:pt x="232148" y="32584"/>
                  </a:lnTo>
                  <a:lnTo>
                    <a:pt x="234835" y="24876"/>
                  </a:lnTo>
                  <a:lnTo>
                    <a:pt x="237884" y="17634"/>
                  </a:lnTo>
                  <a:lnTo>
                    <a:pt x="241636" y="12565"/>
                  </a:lnTo>
                  <a:lnTo>
                    <a:pt x="254233" y="12565"/>
                  </a:lnTo>
                  <a:lnTo>
                    <a:pt x="254233" y="5622"/>
                  </a:lnTo>
                  <a:lnTo>
                    <a:pt x="2486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308380" y="9777028"/>
              <a:ext cx="221794" cy="139587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1302657" y="9858991"/>
              <a:ext cx="347345" cy="90805"/>
            </a:xfrm>
            <a:custGeom>
              <a:avLst/>
              <a:gdLst/>
              <a:ahLst/>
              <a:cxnLst/>
              <a:rect l="l" t="t" r="r" b="b"/>
              <a:pathLst>
                <a:path w="347345" h="90804">
                  <a:moveTo>
                    <a:pt x="346964" y="77127"/>
                  </a:moveTo>
                  <a:lnTo>
                    <a:pt x="309765" y="36855"/>
                  </a:lnTo>
                  <a:lnTo>
                    <a:pt x="271449" y="20662"/>
                  </a:lnTo>
                  <a:lnTo>
                    <a:pt x="243928" y="11150"/>
                  </a:lnTo>
                  <a:lnTo>
                    <a:pt x="236601" y="8369"/>
                  </a:lnTo>
                  <a:lnTo>
                    <a:pt x="235102" y="8102"/>
                  </a:lnTo>
                  <a:lnTo>
                    <a:pt x="231114" y="8102"/>
                  </a:lnTo>
                  <a:lnTo>
                    <a:pt x="228663" y="8839"/>
                  </a:lnTo>
                  <a:lnTo>
                    <a:pt x="220992" y="14033"/>
                  </a:lnTo>
                  <a:lnTo>
                    <a:pt x="203085" y="28638"/>
                  </a:lnTo>
                  <a:lnTo>
                    <a:pt x="198247" y="32423"/>
                  </a:lnTo>
                  <a:lnTo>
                    <a:pt x="180797" y="47586"/>
                  </a:lnTo>
                  <a:lnTo>
                    <a:pt x="177419" y="48691"/>
                  </a:lnTo>
                  <a:lnTo>
                    <a:pt x="175704" y="49034"/>
                  </a:lnTo>
                  <a:lnTo>
                    <a:pt x="173088" y="49225"/>
                  </a:lnTo>
                  <a:lnTo>
                    <a:pt x="166535" y="49225"/>
                  </a:lnTo>
                  <a:lnTo>
                    <a:pt x="152501" y="48590"/>
                  </a:lnTo>
                  <a:lnTo>
                    <a:pt x="148170" y="48590"/>
                  </a:lnTo>
                  <a:lnTo>
                    <a:pt x="81318" y="49034"/>
                  </a:lnTo>
                  <a:lnTo>
                    <a:pt x="68376" y="49771"/>
                  </a:lnTo>
                  <a:lnTo>
                    <a:pt x="63080" y="49771"/>
                  </a:lnTo>
                  <a:lnTo>
                    <a:pt x="61569" y="49644"/>
                  </a:lnTo>
                  <a:lnTo>
                    <a:pt x="60617" y="49517"/>
                  </a:lnTo>
                  <a:lnTo>
                    <a:pt x="60159" y="48272"/>
                  </a:lnTo>
                  <a:lnTo>
                    <a:pt x="57861" y="40640"/>
                  </a:lnTo>
                  <a:lnTo>
                    <a:pt x="56984" y="38354"/>
                  </a:lnTo>
                  <a:lnTo>
                    <a:pt x="23215" y="1041"/>
                  </a:lnTo>
                  <a:lnTo>
                    <a:pt x="19913" y="0"/>
                  </a:lnTo>
                  <a:lnTo>
                    <a:pt x="16052" y="0"/>
                  </a:lnTo>
                  <a:lnTo>
                    <a:pt x="1612" y="60947"/>
                  </a:lnTo>
                  <a:lnTo>
                    <a:pt x="1054" y="67665"/>
                  </a:lnTo>
                  <a:lnTo>
                    <a:pt x="64871" y="89319"/>
                  </a:lnTo>
                  <a:lnTo>
                    <a:pt x="274256" y="90271"/>
                  </a:lnTo>
                  <a:lnTo>
                    <a:pt x="337883" y="90246"/>
                  </a:lnTo>
                  <a:lnTo>
                    <a:pt x="341731" y="88226"/>
                  </a:lnTo>
                  <a:lnTo>
                    <a:pt x="346430" y="81445"/>
                  </a:lnTo>
                  <a:lnTo>
                    <a:pt x="346887" y="77711"/>
                  </a:lnTo>
                  <a:lnTo>
                    <a:pt x="346964" y="771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0841063" y="7504693"/>
              <a:ext cx="452120" cy="2130425"/>
            </a:xfrm>
            <a:custGeom>
              <a:avLst/>
              <a:gdLst/>
              <a:ahLst/>
              <a:cxnLst/>
              <a:rect l="l" t="t" r="r" b="b"/>
              <a:pathLst>
                <a:path w="452120" h="2130425">
                  <a:moveTo>
                    <a:pt x="39140" y="23089"/>
                  </a:moveTo>
                  <a:lnTo>
                    <a:pt x="149374" y="6229"/>
                  </a:lnTo>
                  <a:lnTo>
                    <a:pt x="223533" y="0"/>
                  </a:lnTo>
                  <a:lnTo>
                    <a:pt x="295292" y="3851"/>
                  </a:lnTo>
                  <a:lnTo>
                    <a:pt x="398322" y="17236"/>
                  </a:lnTo>
                  <a:lnTo>
                    <a:pt x="413791" y="429908"/>
                  </a:lnTo>
                  <a:lnTo>
                    <a:pt x="422570" y="687687"/>
                  </a:lnTo>
                  <a:lnTo>
                    <a:pt x="427922" y="898770"/>
                  </a:lnTo>
                  <a:lnTo>
                    <a:pt x="433107" y="1171358"/>
                  </a:lnTo>
                  <a:lnTo>
                    <a:pt x="439512" y="1507026"/>
                  </a:lnTo>
                  <a:lnTo>
                    <a:pt x="445550" y="1804278"/>
                  </a:lnTo>
                  <a:lnTo>
                    <a:pt x="450039" y="2016681"/>
                  </a:lnTo>
                  <a:lnTo>
                    <a:pt x="451797" y="2097801"/>
                  </a:lnTo>
                  <a:lnTo>
                    <a:pt x="286389" y="2121855"/>
                  </a:lnTo>
                  <a:lnTo>
                    <a:pt x="184190" y="2129873"/>
                  </a:lnTo>
                  <a:lnTo>
                    <a:pt x="102846" y="2121855"/>
                  </a:lnTo>
                  <a:lnTo>
                    <a:pt x="0" y="2097801"/>
                  </a:lnTo>
                  <a:lnTo>
                    <a:pt x="39140" y="23089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558304" y="6932135"/>
              <a:ext cx="1065140" cy="3078991"/>
            </a:xfrm>
            <a:prstGeom prst="rect">
              <a:avLst/>
            </a:prstGeom>
          </p:spPr>
        </p:pic>
      </p:grpSp>
      <p:grpSp>
        <p:nvGrpSpPr>
          <p:cNvPr id="58" name="object 58" descr=""/>
          <p:cNvGrpSpPr/>
          <p:nvPr/>
        </p:nvGrpSpPr>
        <p:grpSpPr>
          <a:xfrm>
            <a:off x="8732658" y="6659708"/>
            <a:ext cx="1183640" cy="3330575"/>
            <a:chOff x="8732658" y="6659708"/>
            <a:chExt cx="1183640" cy="3330575"/>
          </a:xfrm>
        </p:grpSpPr>
        <p:pic>
          <p:nvPicPr>
            <p:cNvPr id="59" name="object 5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58597" y="7625615"/>
              <a:ext cx="708648" cy="2364609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70904" y="7638184"/>
              <a:ext cx="696341" cy="1305436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732658" y="6659708"/>
              <a:ext cx="1183598" cy="225551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44008" y="6812389"/>
              <a:ext cx="322712" cy="135393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9110180" y="7045420"/>
              <a:ext cx="337185" cy="53340"/>
            </a:xfrm>
            <a:custGeom>
              <a:avLst/>
              <a:gdLst/>
              <a:ahLst/>
              <a:cxnLst/>
              <a:rect l="l" t="t" r="r" b="b"/>
              <a:pathLst>
                <a:path w="337184" h="53340">
                  <a:moveTo>
                    <a:pt x="50393" y="26822"/>
                  </a:moveTo>
                  <a:lnTo>
                    <a:pt x="48018" y="17094"/>
                  </a:lnTo>
                  <a:lnTo>
                    <a:pt x="42303" y="9296"/>
                  </a:lnTo>
                  <a:lnTo>
                    <a:pt x="34074" y="4216"/>
                  </a:lnTo>
                  <a:lnTo>
                    <a:pt x="24180" y="2628"/>
                  </a:lnTo>
                  <a:lnTo>
                    <a:pt x="14452" y="5003"/>
                  </a:lnTo>
                  <a:lnTo>
                    <a:pt x="6667" y="10731"/>
                  </a:lnTo>
                  <a:lnTo>
                    <a:pt x="1587" y="18961"/>
                  </a:lnTo>
                  <a:lnTo>
                    <a:pt x="0" y="28841"/>
                  </a:lnTo>
                  <a:lnTo>
                    <a:pt x="2374" y="38569"/>
                  </a:lnTo>
                  <a:lnTo>
                    <a:pt x="8089" y="46367"/>
                  </a:lnTo>
                  <a:lnTo>
                    <a:pt x="16319" y="51447"/>
                  </a:lnTo>
                  <a:lnTo>
                    <a:pt x="26212" y="53035"/>
                  </a:lnTo>
                  <a:lnTo>
                    <a:pt x="35941" y="50660"/>
                  </a:lnTo>
                  <a:lnTo>
                    <a:pt x="43726" y="44932"/>
                  </a:lnTo>
                  <a:lnTo>
                    <a:pt x="48806" y="36715"/>
                  </a:lnTo>
                  <a:lnTo>
                    <a:pt x="50393" y="26822"/>
                  </a:lnTo>
                  <a:close/>
                </a:path>
                <a:path w="337184" h="53340">
                  <a:moveTo>
                    <a:pt x="337096" y="21501"/>
                  </a:moveTo>
                  <a:lnTo>
                    <a:pt x="335000" y="12852"/>
                  </a:lnTo>
                  <a:lnTo>
                    <a:pt x="329907" y="5930"/>
                  </a:lnTo>
                  <a:lnTo>
                    <a:pt x="322605" y="1409"/>
                  </a:lnTo>
                  <a:lnTo>
                    <a:pt x="313817" y="0"/>
                  </a:lnTo>
                  <a:lnTo>
                    <a:pt x="305168" y="2108"/>
                  </a:lnTo>
                  <a:lnTo>
                    <a:pt x="298246" y="7200"/>
                  </a:lnTo>
                  <a:lnTo>
                    <a:pt x="293738" y="14503"/>
                  </a:lnTo>
                  <a:lnTo>
                    <a:pt x="292328" y="23291"/>
                  </a:lnTo>
                  <a:lnTo>
                    <a:pt x="294436" y="31927"/>
                  </a:lnTo>
                  <a:lnTo>
                    <a:pt x="299516" y="38862"/>
                  </a:lnTo>
                  <a:lnTo>
                    <a:pt x="306819" y="43370"/>
                  </a:lnTo>
                  <a:lnTo>
                    <a:pt x="315607" y="44780"/>
                  </a:lnTo>
                  <a:lnTo>
                    <a:pt x="324256" y="42672"/>
                  </a:lnTo>
                  <a:lnTo>
                    <a:pt x="331177" y="37592"/>
                  </a:lnTo>
                  <a:lnTo>
                    <a:pt x="335686" y="30276"/>
                  </a:lnTo>
                  <a:lnTo>
                    <a:pt x="337096" y="21501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114683" y="7174137"/>
              <a:ext cx="318320" cy="204085"/>
            </a:xfrm>
            <a:prstGeom prst="rect">
              <a:avLst/>
            </a:prstGeom>
          </p:spPr>
        </p:pic>
      </p:grpSp>
      <p:grpSp>
        <p:nvGrpSpPr>
          <p:cNvPr id="65" name="object 65" descr=""/>
          <p:cNvGrpSpPr/>
          <p:nvPr/>
        </p:nvGrpSpPr>
        <p:grpSpPr>
          <a:xfrm>
            <a:off x="875038" y="6822472"/>
            <a:ext cx="1075690" cy="3134360"/>
            <a:chOff x="875038" y="6822472"/>
            <a:chExt cx="1075690" cy="3134360"/>
          </a:xfrm>
        </p:grpSpPr>
        <p:pic>
          <p:nvPicPr>
            <p:cNvPr id="66" name="object 66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149051" y="6822472"/>
              <a:ext cx="798654" cy="1701275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18588" y="9309769"/>
              <a:ext cx="214573" cy="621803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512070" y="9303488"/>
              <a:ext cx="227965" cy="634365"/>
            </a:xfrm>
            <a:custGeom>
              <a:avLst/>
              <a:gdLst/>
              <a:ahLst/>
              <a:cxnLst/>
              <a:rect l="l" t="t" r="r" b="b"/>
              <a:pathLst>
                <a:path w="227964" h="634365">
                  <a:moveTo>
                    <a:pt x="108442" y="0"/>
                  </a:moveTo>
                  <a:lnTo>
                    <a:pt x="55163" y="12694"/>
                  </a:lnTo>
                  <a:lnTo>
                    <a:pt x="22947" y="49851"/>
                  </a:lnTo>
                  <a:lnTo>
                    <a:pt x="6549" y="116502"/>
                  </a:lnTo>
                  <a:lnTo>
                    <a:pt x="1961" y="161169"/>
                  </a:lnTo>
                  <a:lnTo>
                    <a:pt x="0" y="211655"/>
                  </a:lnTo>
                  <a:lnTo>
                    <a:pt x="828" y="266656"/>
                  </a:lnTo>
                  <a:lnTo>
                    <a:pt x="4611" y="324868"/>
                  </a:lnTo>
                  <a:lnTo>
                    <a:pt x="11512" y="384985"/>
                  </a:lnTo>
                  <a:lnTo>
                    <a:pt x="21695" y="445701"/>
                  </a:lnTo>
                  <a:lnTo>
                    <a:pt x="35323" y="505712"/>
                  </a:lnTo>
                  <a:lnTo>
                    <a:pt x="32890" y="517833"/>
                  </a:lnTo>
                  <a:lnTo>
                    <a:pt x="29352" y="529605"/>
                  </a:lnTo>
                  <a:lnTo>
                    <a:pt x="25043" y="541236"/>
                  </a:lnTo>
                  <a:lnTo>
                    <a:pt x="20539" y="552328"/>
                  </a:lnTo>
                  <a:lnTo>
                    <a:pt x="14230" y="568209"/>
                  </a:lnTo>
                  <a:lnTo>
                    <a:pt x="9566" y="583585"/>
                  </a:lnTo>
                  <a:lnTo>
                    <a:pt x="8006" y="598397"/>
                  </a:lnTo>
                  <a:lnTo>
                    <a:pt x="11010" y="612588"/>
                  </a:lnTo>
                  <a:lnTo>
                    <a:pt x="20786" y="625179"/>
                  </a:lnTo>
                  <a:lnTo>
                    <a:pt x="34232" y="631645"/>
                  </a:lnTo>
                  <a:lnTo>
                    <a:pt x="47948" y="634027"/>
                  </a:lnTo>
                  <a:lnTo>
                    <a:pt x="58537" y="634368"/>
                  </a:lnTo>
                  <a:lnTo>
                    <a:pt x="66952" y="634187"/>
                  </a:lnTo>
                  <a:lnTo>
                    <a:pt x="75742" y="633705"/>
                  </a:lnTo>
                  <a:lnTo>
                    <a:pt x="114642" y="630582"/>
                  </a:lnTo>
                  <a:lnTo>
                    <a:pt x="124785" y="630040"/>
                  </a:lnTo>
                  <a:lnTo>
                    <a:pt x="134765" y="629834"/>
                  </a:lnTo>
                  <a:lnTo>
                    <a:pt x="153784" y="627764"/>
                  </a:lnTo>
                  <a:lnTo>
                    <a:pt x="167009" y="622443"/>
                  </a:lnTo>
                  <a:lnTo>
                    <a:pt x="167759" y="621803"/>
                  </a:lnTo>
                  <a:lnTo>
                    <a:pt x="58537" y="621803"/>
                  </a:lnTo>
                  <a:lnTo>
                    <a:pt x="46051" y="621158"/>
                  </a:lnTo>
                  <a:lnTo>
                    <a:pt x="35611" y="618913"/>
                  </a:lnTo>
                  <a:lnTo>
                    <a:pt x="27654" y="614602"/>
                  </a:lnTo>
                  <a:lnTo>
                    <a:pt x="22612" y="607761"/>
                  </a:lnTo>
                  <a:lnTo>
                    <a:pt x="21574" y="587414"/>
                  </a:lnTo>
                  <a:lnTo>
                    <a:pt x="29618" y="563298"/>
                  </a:lnTo>
                  <a:lnTo>
                    <a:pt x="40530" y="535697"/>
                  </a:lnTo>
                  <a:lnTo>
                    <a:pt x="48098" y="504895"/>
                  </a:lnTo>
                  <a:lnTo>
                    <a:pt x="36295" y="453682"/>
                  </a:lnTo>
                  <a:lnTo>
                    <a:pt x="26674" y="398810"/>
                  </a:lnTo>
                  <a:lnTo>
                    <a:pt x="19402" y="341976"/>
                  </a:lnTo>
                  <a:lnTo>
                    <a:pt x="14648" y="284877"/>
                  </a:lnTo>
                  <a:lnTo>
                    <a:pt x="12578" y="229210"/>
                  </a:lnTo>
                  <a:lnTo>
                    <a:pt x="13361" y="176670"/>
                  </a:lnTo>
                  <a:lnTo>
                    <a:pt x="17165" y="128955"/>
                  </a:lnTo>
                  <a:lnTo>
                    <a:pt x="24158" y="87760"/>
                  </a:lnTo>
                  <a:lnTo>
                    <a:pt x="47509" y="34594"/>
                  </a:lnTo>
                  <a:lnTo>
                    <a:pt x="85762" y="14630"/>
                  </a:lnTo>
                  <a:lnTo>
                    <a:pt x="108442" y="12565"/>
                  </a:lnTo>
                  <a:lnTo>
                    <a:pt x="179316" y="12565"/>
                  </a:lnTo>
                  <a:lnTo>
                    <a:pt x="147813" y="4209"/>
                  </a:lnTo>
                  <a:lnTo>
                    <a:pt x="108442" y="0"/>
                  </a:lnTo>
                  <a:close/>
                </a:path>
                <a:path w="227964" h="634365">
                  <a:moveTo>
                    <a:pt x="179316" y="12565"/>
                  </a:moveTo>
                  <a:lnTo>
                    <a:pt x="108442" y="12565"/>
                  </a:lnTo>
                  <a:lnTo>
                    <a:pt x="146332" y="16740"/>
                  </a:lnTo>
                  <a:lnTo>
                    <a:pt x="180349" y="25925"/>
                  </a:lnTo>
                  <a:lnTo>
                    <a:pt x="204878" y="35111"/>
                  </a:lnTo>
                  <a:lnTo>
                    <a:pt x="214302" y="39286"/>
                  </a:lnTo>
                  <a:lnTo>
                    <a:pt x="165847" y="252333"/>
                  </a:lnTo>
                  <a:lnTo>
                    <a:pt x="140276" y="371946"/>
                  </a:lnTo>
                  <a:lnTo>
                    <a:pt x="129111" y="441865"/>
                  </a:lnTo>
                  <a:lnTo>
                    <a:pt x="123815" y="506696"/>
                  </a:lnTo>
                  <a:lnTo>
                    <a:pt x="123624" y="509450"/>
                  </a:lnTo>
                  <a:lnTo>
                    <a:pt x="123038" y="516455"/>
                  </a:lnTo>
                  <a:lnTo>
                    <a:pt x="158163" y="559997"/>
                  </a:lnTo>
                  <a:lnTo>
                    <a:pt x="170390" y="591564"/>
                  </a:lnTo>
                  <a:lnTo>
                    <a:pt x="161873" y="610780"/>
                  </a:lnTo>
                  <a:lnTo>
                    <a:pt x="134765" y="617269"/>
                  </a:lnTo>
                  <a:lnTo>
                    <a:pt x="114877" y="617977"/>
                  </a:lnTo>
                  <a:lnTo>
                    <a:pt x="75964" y="621094"/>
                  </a:lnTo>
                  <a:lnTo>
                    <a:pt x="58537" y="621803"/>
                  </a:lnTo>
                  <a:lnTo>
                    <a:pt x="167759" y="621803"/>
                  </a:lnTo>
                  <a:lnTo>
                    <a:pt x="175489" y="615199"/>
                  </a:lnTo>
                  <a:lnTo>
                    <a:pt x="180272" y="607363"/>
                  </a:lnTo>
                  <a:lnTo>
                    <a:pt x="182748" y="589047"/>
                  </a:lnTo>
                  <a:lnTo>
                    <a:pt x="176174" y="566978"/>
                  </a:lnTo>
                  <a:lnTo>
                    <a:pt x="160586" y="541236"/>
                  </a:lnTo>
                  <a:lnTo>
                    <a:pt x="136022" y="511900"/>
                  </a:lnTo>
                  <a:lnTo>
                    <a:pt x="136294" y="508455"/>
                  </a:lnTo>
                  <a:lnTo>
                    <a:pt x="141227" y="464902"/>
                  </a:lnTo>
                  <a:lnTo>
                    <a:pt x="150376" y="408698"/>
                  </a:lnTo>
                  <a:lnTo>
                    <a:pt x="162556" y="343208"/>
                  </a:lnTo>
                  <a:lnTo>
                    <a:pt x="176468" y="273552"/>
                  </a:lnTo>
                  <a:lnTo>
                    <a:pt x="190814" y="204854"/>
                  </a:lnTo>
                  <a:lnTo>
                    <a:pt x="204295" y="142236"/>
                  </a:lnTo>
                  <a:lnTo>
                    <a:pt x="215611" y="90819"/>
                  </a:lnTo>
                  <a:lnTo>
                    <a:pt x="227862" y="36375"/>
                  </a:lnTo>
                  <a:lnTo>
                    <a:pt x="225045" y="30522"/>
                  </a:lnTo>
                  <a:lnTo>
                    <a:pt x="219779" y="27967"/>
                  </a:lnTo>
                  <a:lnTo>
                    <a:pt x="208820" y="23116"/>
                  </a:lnTo>
                  <a:lnTo>
                    <a:pt x="183052" y="13555"/>
                  </a:lnTo>
                  <a:lnTo>
                    <a:pt x="179316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26746" y="9232504"/>
              <a:ext cx="419997" cy="715088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920709" y="9226217"/>
              <a:ext cx="433070" cy="727710"/>
            </a:xfrm>
            <a:custGeom>
              <a:avLst/>
              <a:gdLst/>
              <a:ahLst/>
              <a:cxnLst/>
              <a:rect l="l" t="t" r="r" b="b"/>
              <a:pathLst>
                <a:path w="433069" h="727709">
                  <a:moveTo>
                    <a:pt x="250557" y="0"/>
                  </a:moveTo>
                  <a:lnTo>
                    <a:pt x="206578" y="24366"/>
                  </a:lnTo>
                  <a:lnTo>
                    <a:pt x="196340" y="77922"/>
                  </a:lnTo>
                  <a:lnTo>
                    <a:pt x="193772" y="123495"/>
                  </a:lnTo>
                  <a:lnTo>
                    <a:pt x="192541" y="177135"/>
                  </a:lnTo>
                  <a:lnTo>
                    <a:pt x="192421" y="252900"/>
                  </a:lnTo>
                  <a:lnTo>
                    <a:pt x="192770" y="302213"/>
                  </a:lnTo>
                  <a:lnTo>
                    <a:pt x="194212" y="425430"/>
                  </a:lnTo>
                  <a:lnTo>
                    <a:pt x="194391" y="454178"/>
                  </a:lnTo>
                  <a:lnTo>
                    <a:pt x="194452" y="497535"/>
                  </a:lnTo>
                  <a:lnTo>
                    <a:pt x="192821" y="570464"/>
                  </a:lnTo>
                  <a:lnTo>
                    <a:pt x="192601" y="574097"/>
                  </a:lnTo>
                  <a:lnTo>
                    <a:pt x="192529" y="576024"/>
                  </a:lnTo>
                  <a:lnTo>
                    <a:pt x="161970" y="604628"/>
                  </a:lnTo>
                  <a:lnTo>
                    <a:pt x="90627" y="625220"/>
                  </a:lnTo>
                  <a:lnTo>
                    <a:pt x="68202" y="632014"/>
                  </a:lnTo>
                  <a:lnTo>
                    <a:pt x="26292" y="651121"/>
                  </a:lnTo>
                  <a:lnTo>
                    <a:pt x="0" y="689696"/>
                  </a:lnTo>
                  <a:lnTo>
                    <a:pt x="5091" y="698601"/>
                  </a:lnTo>
                  <a:lnTo>
                    <a:pt x="18318" y="706728"/>
                  </a:lnTo>
                  <a:lnTo>
                    <a:pt x="44221" y="712650"/>
                  </a:lnTo>
                  <a:lnTo>
                    <a:pt x="87337" y="714941"/>
                  </a:lnTo>
                  <a:lnTo>
                    <a:pt x="98184" y="715379"/>
                  </a:lnTo>
                  <a:lnTo>
                    <a:pt x="111665" y="716544"/>
                  </a:lnTo>
                  <a:lnTo>
                    <a:pt x="166327" y="722816"/>
                  </a:lnTo>
                  <a:lnTo>
                    <a:pt x="189432" y="725225"/>
                  </a:lnTo>
                  <a:lnTo>
                    <a:pt x="211915" y="726976"/>
                  </a:lnTo>
                  <a:lnTo>
                    <a:pt x="232725" y="727653"/>
                  </a:lnTo>
                  <a:lnTo>
                    <a:pt x="243039" y="727420"/>
                  </a:lnTo>
                  <a:lnTo>
                    <a:pt x="252107" y="726717"/>
                  </a:lnTo>
                  <a:lnTo>
                    <a:pt x="259990" y="725537"/>
                  </a:lnTo>
                  <a:lnTo>
                    <a:pt x="266745" y="723873"/>
                  </a:lnTo>
                  <a:lnTo>
                    <a:pt x="274242" y="721838"/>
                  </a:lnTo>
                  <a:lnTo>
                    <a:pt x="280975" y="720454"/>
                  </a:lnTo>
                  <a:lnTo>
                    <a:pt x="287080" y="719517"/>
                  </a:lnTo>
                  <a:lnTo>
                    <a:pt x="292692" y="718826"/>
                  </a:lnTo>
                  <a:lnTo>
                    <a:pt x="305834" y="716625"/>
                  </a:lnTo>
                  <a:lnTo>
                    <a:pt x="309544" y="715088"/>
                  </a:lnTo>
                  <a:lnTo>
                    <a:pt x="232725" y="715088"/>
                  </a:lnTo>
                  <a:lnTo>
                    <a:pt x="194829" y="713101"/>
                  </a:lnTo>
                  <a:lnTo>
                    <a:pt x="116051" y="704362"/>
                  </a:lnTo>
                  <a:lnTo>
                    <a:pt x="87337" y="702376"/>
                  </a:lnTo>
                  <a:lnTo>
                    <a:pt x="54946" y="701120"/>
                  </a:lnTo>
                  <a:lnTo>
                    <a:pt x="24465" y="695643"/>
                  </a:lnTo>
                  <a:lnTo>
                    <a:pt x="11826" y="683381"/>
                  </a:lnTo>
                  <a:lnTo>
                    <a:pt x="32962" y="661770"/>
                  </a:lnTo>
                  <a:lnTo>
                    <a:pt x="81303" y="641017"/>
                  </a:lnTo>
                  <a:lnTo>
                    <a:pt x="132867" y="627148"/>
                  </a:lnTo>
                  <a:lnTo>
                    <a:pt x="177470" y="611347"/>
                  </a:lnTo>
                  <a:lnTo>
                    <a:pt x="204925" y="584798"/>
                  </a:lnTo>
                  <a:lnTo>
                    <a:pt x="205046" y="577123"/>
                  </a:lnTo>
                  <a:lnTo>
                    <a:pt x="205190" y="574097"/>
                  </a:lnTo>
                  <a:lnTo>
                    <a:pt x="205392" y="570464"/>
                  </a:lnTo>
                  <a:lnTo>
                    <a:pt x="206770" y="531895"/>
                  </a:lnTo>
                  <a:lnTo>
                    <a:pt x="207127" y="481923"/>
                  </a:lnTo>
                  <a:lnTo>
                    <a:pt x="206778" y="425430"/>
                  </a:lnTo>
                  <a:lnTo>
                    <a:pt x="205318" y="299818"/>
                  </a:lnTo>
                  <a:lnTo>
                    <a:pt x="204991" y="252900"/>
                  </a:lnTo>
                  <a:lnTo>
                    <a:pt x="205046" y="196339"/>
                  </a:lnTo>
                  <a:lnTo>
                    <a:pt x="206288" y="125844"/>
                  </a:lnTo>
                  <a:lnTo>
                    <a:pt x="208790" y="79959"/>
                  </a:lnTo>
                  <a:lnTo>
                    <a:pt x="217858" y="29903"/>
                  </a:lnTo>
                  <a:lnTo>
                    <a:pt x="250557" y="12565"/>
                  </a:lnTo>
                  <a:lnTo>
                    <a:pt x="300940" y="12565"/>
                  </a:lnTo>
                  <a:lnTo>
                    <a:pt x="250557" y="0"/>
                  </a:lnTo>
                  <a:close/>
                </a:path>
                <a:path w="433069" h="727709">
                  <a:moveTo>
                    <a:pt x="300940" y="12565"/>
                  </a:moveTo>
                  <a:lnTo>
                    <a:pt x="250557" y="12565"/>
                  </a:lnTo>
                  <a:lnTo>
                    <a:pt x="302295" y="26077"/>
                  </a:lnTo>
                  <a:lnTo>
                    <a:pt x="357517" y="55816"/>
                  </a:lnTo>
                  <a:lnTo>
                    <a:pt x="401471" y="85556"/>
                  </a:lnTo>
                  <a:lnTo>
                    <a:pt x="419400" y="99075"/>
                  </a:lnTo>
                  <a:lnTo>
                    <a:pt x="371925" y="328474"/>
                  </a:lnTo>
                  <a:lnTo>
                    <a:pt x="345480" y="454178"/>
                  </a:lnTo>
                  <a:lnTo>
                    <a:pt x="330506" y="520503"/>
                  </a:lnTo>
                  <a:lnTo>
                    <a:pt x="317445" y="571762"/>
                  </a:lnTo>
                  <a:lnTo>
                    <a:pt x="314943" y="580212"/>
                  </a:lnTo>
                  <a:lnTo>
                    <a:pt x="319586" y="607109"/>
                  </a:lnTo>
                  <a:lnTo>
                    <a:pt x="324657" y="633836"/>
                  </a:lnTo>
                  <a:lnTo>
                    <a:pt x="326717" y="659531"/>
                  </a:lnTo>
                  <a:lnTo>
                    <a:pt x="322325" y="683329"/>
                  </a:lnTo>
                  <a:lnTo>
                    <a:pt x="313159" y="698948"/>
                  </a:lnTo>
                  <a:lnTo>
                    <a:pt x="301700" y="704778"/>
                  </a:lnTo>
                  <a:lnTo>
                    <a:pt x="285737" y="707017"/>
                  </a:lnTo>
                  <a:lnTo>
                    <a:pt x="263060" y="711863"/>
                  </a:lnTo>
                  <a:lnTo>
                    <a:pt x="256868" y="713338"/>
                  </a:lnTo>
                  <a:lnTo>
                    <a:pt x="249667" y="714339"/>
                  </a:lnTo>
                  <a:lnTo>
                    <a:pt x="241579" y="714908"/>
                  </a:lnTo>
                  <a:lnTo>
                    <a:pt x="232725" y="715088"/>
                  </a:lnTo>
                  <a:lnTo>
                    <a:pt x="309544" y="715088"/>
                  </a:lnTo>
                  <a:lnTo>
                    <a:pt x="338673" y="668719"/>
                  </a:lnTo>
                  <a:lnTo>
                    <a:pt x="339023" y="648865"/>
                  </a:lnTo>
                  <a:lnTo>
                    <a:pt x="336542" y="628657"/>
                  </a:lnTo>
                  <a:lnTo>
                    <a:pt x="332680" y="608442"/>
                  </a:lnTo>
                  <a:lnTo>
                    <a:pt x="331315" y="601670"/>
                  </a:lnTo>
                  <a:lnTo>
                    <a:pt x="329984" y="594784"/>
                  </a:lnTo>
                  <a:lnTo>
                    <a:pt x="328793" y="588061"/>
                  </a:lnTo>
                  <a:lnTo>
                    <a:pt x="327770" y="581343"/>
                  </a:lnTo>
                  <a:lnTo>
                    <a:pt x="328419" y="579249"/>
                  </a:lnTo>
                  <a:lnTo>
                    <a:pt x="329026" y="577123"/>
                  </a:lnTo>
                  <a:lnTo>
                    <a:pt x="347668" y="497535"/>
                  </a:lnTo>
                  <a:lnTo>
                    <a:pt x="359949" y="441609"/>
                  </a:lnTo>
                  <a:lnTo>
                    <a:pt x="373324" y="379531"/>
                  </a:lnTo>
                  <a:lnTo>
                    <a:pt x="386993" y="315296"/>
                  </a:lnTo>
                  <a:lnTo>
                    <a:pt x="400154" y="252900"/>
                  </a:lnTo>
                  <a:lnTo>
                    <a:pt x="412006" y="196339"/>
                  </a:lnTo>
                  <a:lnTo>
                    <a:pt x="421749" y="149608"/>
                  </a:lnTo>
                  <a:lnTo>
                    <a:pt x="432667" y="96981"/>
                  </a:lnTo>
                  <a:lnTo>
                    <a:pt x="430929" y="92196"/>
                  </a:lnTo>
                  <a:lnTo>
                    <a:pt x="427222" y="89243"/>
                  </a:lnTo>
                  <a:lnTo>
                    <a:pt x="406654" y="73761"/>
                  </a:lnTo>
                  <a:lnTo>
                    <a:pt x="361083" y="43255"/>
                  </a:lnTo>
                  <a:lnTo>
                    <a:pt x="304415" y="13431"/>
                  </a:lnTo>
                  <a:lnTo>
                    <a:pt x="300940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90715" y="8237774"/>
              <a:ext cx="861964" cy="1226193"/>
            </a:xfrm>
            <a:prstGeom prst="rect">
              <a:avLst/>
            </a:prstGeom>
          </p:spPr>
        </p:pic>
        <p:pic>
          <p:nvPicPr>
            <p:cNvPr id="72" name="object 7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07414" y="7069305"/>
              <a:ext cx="1042706" cy="1502524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886515" y="9818989"/>
              <a:ext cx="387985" cy="115570"/>
            </a:xfrm>
            <a:custGeom>
              <a:avLst/>
              <a:gdLst/>
              <a:ahLst/>
              <a:cxnLst/>
              <a:rect l="l" t="t" r="r" b="b"/>
              <a:pathLst>
                <a:path w="387984" h="115570">
                  <a:moveTo>
                    <a:pt x="205826" y="0"/>
                  </a:moveTo>
                  <a:lnTo>
                    <a:pt x="203679" y="0"/>
                  </a:lnTo>
                  <a:lnTo>
                    <a:pt x="202559" y="293"/>
                  </a:lnTo>
                  <a:lnTo>
                    <a:pt x="191080" y="6857"/>
                  </a:lnTo>
                  <a:lnTo>
                    <a:pt x="164205" y="20678"/>
                  </a:lnTo>
                  <a:lnTo>
                    <a:pt x="126456" y="37089"/>
                  </a:lnTo>
                  <a:lnTo>
                    <a:pt x="83358" y="50815"/>
                  </a:lnTo>
                  <a:lnTo>
                    <a:pt x="31005" y="62634"/>
                  </a:lnTo>
                  <a:lnTo>
                    <a:pt x="14129" y="68393"/>
                  </a:lnTo>
                  <a:lnTo>
                    <a:pt x="3572" y="76480"/>
                  </a:lnTo>
                  <a:lnTo>
                    <a:pt x="0" y="88594"/>
                  </a:lnTo>
                  <a:lnTo>
                    <a:pt x="2764" y="96343"/>
                  </a:lnTo>
                  <a:lnTo>
                    <a:pt x="21679" y="105029"/>
                  </a:lnTo>
                  <a:lnTo>
                    <a:pt x="72863" y="112108"/>
                  </a:lnTo>
                  <a:lnTo>
                    <a:pt x="172445" y="115033"/>
                  </a:lnTo>
                  <a:lnTo>
                    <a:pt x="196046" y="114915"/>
                  </a:lnTo>
                  <a:lnTo>
                    <a:pt x="383590" y="103043"/>
                  </a:lnTo>
                  <a:lnTo>
                    <a:pt x="387852" y="97630"/>
                  </a:lnTo>
                  <a:lnTo>
                    <a:pt x="376302" y="27234"/>
                  </a:lnTo>
                  <a:lnTo>
                    <a:pt x="375245" y="25653"/>
                  </a:lnTo>
                  <a:lnTo>
                    <a:pt x="372700" y="24072"/>
                  </a:lnTo>
                  <a:lnTo>
                    <a:pt x="371548" y="23758"/>
                  </a:lnTo>
                  <a:lnTo>
                    <a:pt x="369779" y="23758"/>
                  </a:lnTo>
                  <a:lnTo>
                    <a:pt x="360747" y="26215"/>
                  </a:lnTo>
                  <a:lnTo>
                    <a:pt x="341281" y="30887"/>
                  </a:lnTo>
                  <a:lnTo>
                    <a:pt x="315075" y="35535"/>
                  </a:lnTo>
                  <a:lnTo>
                    <a:pt x="287048" y="37642"/>
                  </a:lnTo>
                  <a:lnTo>
                    <a:pt x="267592" y="37076"/>
                  </a:lnTo>
                  <a:lnTo>
                    <a:pt x="249680" y="35383"/>
                  </a:lnTo>
                  <a:lnTo>
                    <a:pt x="233359" y="32571"/>
                  </a:lnTo>
                  <a:lnTo>
                    <a:pt x="218673" y="28648"/>
                  </a:lnTo>
                  <a:lnTo>
                    <a:pt x="220883" y="24323"/>
                  </a:lnTo>
                  <a:lnTo>
                    <a:pt x="221103" y="20491"/>
                  </a:lnTo>
                  <a:lnTo>
                    <a:pt x="219270" y="7214"/>
                  </a:lnTo>
                  <a:lnTo>
                    <a:pt x="206852" y="251"/>
                  </a:lnTo>
                  <a:lnTo>
                    <a:pt x="2058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880225" y="9812706"/>
              <a:ext cx="400685" cy="127635"/>
            </a:xfrm>
            <a:custGeom>
              <a:avLst/>
              <a:gdLst/>
              <a:ahLst/>
              <a:cxnLst/>
              <a:rect l="l" t="t" r="r" b="b"/>
              <a:pathLst>
                <a:path w="400684" h="127634">
                  <a:moveTo>
                    <a:pt x="213145" y="0"/>
                  </a:moveTo>
                  <a:lnTo>
                    <a:pt x="208852" y="0"/>
                  </a:lnTo>
                  <a:lnTo>
                    <a:pt x="206601" y="607"/>
                  </a:lnTo>
                  <a:lnTo>
                    <a:pt x="204611" y="1811"/>
                  </a:lnTo>
                  <a:lnTo>
                    <a:pt x="194267" y="7683"/>
                  </a:lnTo>
                  <a:lnTo>
                    <a:pt x="130572" y="37482"/>
                  </a:lnTo>
                  <a:lnTo>
                    <a:pt x="88164" y="50993"/>
                  </a:lnTo>
                  <a:lnTo>
                    <a:pt x="58511" y="57642"/>
                  </a:lnTo>
                  <a:lnTo>
                    <a:pt x="34947" y="63078"/>
                  </a:lnTo>
                  <a:lnTo>
                    <a:pt x="16376" y="69764"/>
                  </a:lnTo>
                  <a:lnTo>
                    <a:pt x="4244" y="79714"/>
                  </a:lnTo>
                  <a:lnTo>
                    <a:pt x="0" y="94939"/>
                  </a:lnTo>
                  <a:lnTo>
                    <a:pt x="4922" y="107005"/>
                  </a:lnTo>
                  <a:lnTo>
                    <a:pt x="40638" y="120513"/>
                  </a:lnTo>
                  <a:lnTo>
                    <a:pt x="92100" y="125530"/>
                  </a:lnTo>
                  <a:lnTo>
                    <a:pt x="146785" y="127367"/>
                  </a:lnTo>
                  <a:lnTo>
                    <a:pt x="178706" y="127598"/>
                  </a:lnTo>
                  <a:lnTo>
                    <a:pt x="221426" y="127219"/>
                  </a:lnTo>
                  <a:lnTo>
                    <a:pt x="239469" y="126812"/>
                  </a:lnTo>
                  <a:lnTo>
                    <a:pt x="392103" y="115462"/>
                  </a:lnTo>
                  <a:lnTo>
                    <a:pt x="392909" y="115033"/>
                  </a:lnTo>
                  <a:lnTo>
                    <a:pt x="178706" y="115033"/>
                  </a:lnTo>
                  <a:lnTo>
                    <a:pt x="124552" y="114306"/>
                  </a:lnTo>
                  <a:lnTo>
                    <a:pt x="70615" y="111410"/>
                  </a:lnTo>
                  <a:lnTo>
                    <a:pt x="29189" y="105270"/>
                  </a:lnTo>
                  <a:lnTo>
                    <a:pt x="12565" y="94813"/>
                  </a:lnTo>
                  <a:lnTo>
                    <a:pt x="17544" y="83835"/>
                  </a:lnTo>
                  <a:lnTo>
                    <a:pt x="32522" y="76742"/>
                  </a:lnTo>
                  <a:lnTo>
                    <a:pt x="57160" y="70781"/>
                  </a:lnTo>
                  <a:lnTo>
                    <a:pt x="91117" y="63202"/>
                  </a:lnTo>
                  <a:lnTo>
                    <a:pt x="135370" y="49109"/>
                  </a:lnTo>
                  <a:lnTo>
                    <a:pt x="173708" y="32421"/>
                  </a:lnTo>
                  <a:lnTo>
                    <a:pt x="200829" y="18428"/>
                  </a:lnTo>
                  <a:lnTo>
                    <a:pt x="211103" y="12565"/>
                  </a:lnTo>
                  <a:lnTo>
                    <a:pt x="228951" y="12565"/>
                  </a:lnTo>
                  <a:lnTo>
                    <a:pt x="225349" y="7806"/>
                  </a:lnTo>
                  <a:lnTo>
                    <a:pt x="220332" y="3551"/>
                  </a:lnTo>
                  <a:lnTo>
                    <a:pt x="217061" y="1497"/>
                  </a:lnTo>
                  <a:lnTo>
                    <a:pt x="215197" y="502"/>
                  </a:lnTo>
                  <a:lnTo>
                    <a:pt x="213145" y="0"/>
                  </a:lnTo>
                  <a:close/>
                </a:path>
                <a:path w="400684" h="127634">
                  <a:moveTo>
                    <a:pt x="389412" y="36323"/>
                  </a:moveTo>
                  <a:lnTo>
                    <a:pt x="376679" y="36323"/>
                  </a:lnTo>
                  <a:lnTo>
                    <a:pt x="387653" y="103190"/>
                  </a:lnTo>
                  <a:lnTo>
                    <a:pt x="238547" y="114279"/>
                  </a:lnTo>
                  <a:lnTo>
                    <a:pt x="211772" y="114938"/>
                  </a:lnTo>
                  <a:lnTo>
                    <a:pt x="178706" y="115033"/>
                  </a:lnTo>
                  <a:lnTo>
                    <a:pt x="392931" y="115021"/>
                  </a:lnTo>
                  <a:lnTo>
                    <a:pt x="395349" y="113734"/>
                  </a:lnTo>
                  <a:lnTo>
                    <a:pt x="399715" y="108195"/>
                  </a:lnTo>
                  <a:lnTo>
                    <a:pt x="400626" y="104635"/>
                  </a:lnTo>
                  <a:lnTo>
                    <a:pt x="389412" y="36323"/>
                  </a:lnTo>
                  <a:close/>
                </a:path>
                <a:path w="400684" h="127634">
                  <a:moveTo>
                    <a:pt x="228951" y="12565"/>
                  </a:moveTo>
                  <a:lnTo>
                    <a:pt x="211103" y="12565"/>
                  </a:lnTo>
                  <a:lnTo>
                    <a:pt x="221993" y="18792"/>
                  </a:lnTo>
                  <a:lnTo>
                    <a:pt x="226010" y="23513"/>
                  </a:lnTo>
                  <a:lnTo>
                    <a:pt x="223503" y="29108"/>
                  </a:lnTo>
                  <a:lnTo>
                    <a:pt x="214820" y="37956"/>
                  </a:lnTo>
                  <a:lnTo>
                    <a:pt x="227621" y="42318"/>
                  </a:lnTo>
                  <a:lnTo>
                    <a:pt x="244575" y="46257"/>
                  </a:lnTo>
                  <a:lnTo>
                    <a:pt x="266281" y="49109"/>
                  </a:lnTo>
                  <a:lnTo>
                    <a:pt x="293341" y="50207"/>
                  </a:lnTo>
                  <a:lnTo>
                    <a:pt x="322288" y="48038"/>
                  </a:lnTo>
                  <a:lnTo>
                    <a:pt x="349166" y="43265"/>
                  </a:lnTo>
                  <a:lnTo>
                    <a:pt x="368966" y="38492"/>
                  </a:lnTo>
                  <a:lnTo>
                    <a:pt x="371988" y="37642"/>
                  </a:lnTo>
                  <a:lnTo>
                    <a:pt x="293341" y="37642"/>
                  </a:lnTo>
                  <a:lnTo>
                    <a:pt x="276403" y="37211"/>
                  </a:lnTo>
                  <a:lnTo>
                    <a:pt x="260683" y="35920"/>
                  </a:lnTo>
                  <a:lnTo>
                    <a:pt x="246211" y="33773"/>
                  </a:lnTo>
                  <a:lnTo>
                    <a:pt x="233019" y="30773"/>
                  </a:lnTo>
                  <a:lnTo>
                    <a:pt x="233574" y="27883"/>
                  </a:lnTo>
                  <a:lnTo>
                    <a:pt x="233532" y="25255"/>
                  </a:lnTo>
                  <a:lnTo>
                    <a:pt x="233228" y="23067"/>
                  </a:lnTo>
                  <a:lnTo>
                    <a:pt x="230263" y="14298"/>
                  </a:lnTo>
                  <a:lnTo>
                    <a:pt x="228951" y="12565"/>
                  </a:lnTo>
                  <a:close/>
                </a:path>
                <a:path w="400684" h="127634">
                  <a:moveTo>
                    <a:pt x="379004" y="23758"/>
                  </a:moveTo>
                  <a:lnTo>
                    <a:pt x="375454" y="23758"/>
                  </a:lnTo>
                  <a:lnTo>
                    <a:pt x="374218" y="23936"/>
                  </a:lnTo>
                  <a:lnTo>
                    <a:pt x="373025" y="24302"/>
                  </a:lnTo>
                  <a:lnTo>
                    <a:pt x="365363" y="26444"/>
                  </a:lnTo>
                  <a:lnTo>
                    <a:pt x="346282" y="31023"/>
                  </a:lnTo>
                  <a:lnTo>
                    <a:pt x="320652" y="35577"/>
                  </a:lnTo>
                  <a:lnTo>
                    <a:pt x="293341" y="37642"/>
                  </a:lnTo>
                  <a:lnTo>
                    <a:pt x="371988" y="37642"/>
                  </a:lnTo>
                  <a:lnTo>
                    <a:pt x="376679" y="36323"/>
                  </a:lnTo>
                  <a:lnTo>
                    <a:pt x="389412" y="36323"/>
                  </a:lnTo>
                  <a:lnTo>
                    <a:pt x="388490" y="30711"/>
                  </a:lnTo>
                  <a:lnTo>
                    <a:pt x="386386" y="27569"/>
                  </a:lnTo>
                  <a:lnTo>
                    <a:pt x="381297" y="24407"/>
                  </a:lnTo>
                  <a:lnTo>
                    <a:pt x="379004" y="237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81596" y="9905424"/>
              <a:ext cx="393065" cy="45085"/>
            </a:xfrm>
            <a:custGeom>
              <a:avLst/>
              <a:gdLst/>
              <a:ahLst/>
              <a:cxnLst/>
              <a:rect l="l" t="t" r="r" b="b"/>
              <a:pathLst>
                <a:path w="393065" h="45084">
                  <a:moveTo>
                    <a:pt x="9832" y="83"/>
                  </a:moveTo>
                  <a:lnTo>
                    <a:pt x="0" y="32292"/>
                  </a:lnTo>
                  <a:lnTo>
                    <a:pt x="2293" y="35265"/>
                  </a:lnTo>
                  <a:lnTo>
                    <a:pt x="17782" y="37560"/>
                  </a:lnTo>
                  <a:lnTo>
                    <a:pt x="44931" y="40556"/>
                  </a:lnTo>
                  <a:lnTo>
                    <a:pt x="85064" y="43383"/>
                  </a:lnTo>
                  <a:lnTo>
                    <a:pt x="136247" y="44637"/>
                  </a:lnTo>
                  <a:lnTo>
                    <a:pt x="389757" y="44637"/>
                  </a:lnTo>
                  <a:lnTo>
                    <a:pt x="392563" y="41820"/>
                  </a:lnTo>
                  <a:lnTo>
                    <a:pt x="392563" y="11580"/>
                  </a:lnTo>
                  <a:lnTo>
                    <a:pt x="389757" y="8774"/>
                  </a:lnTo>
                  <a:lnTo>
                    <a:pt x="136247" y="8774"/>
                  </a:lnTo>
                  <a:lnTo>
                    <a:pt x="86007" y="7428"/>
                  </a:lnTo>
                  <a:lnTo>
                    <a:pt x="46067" y="4460"/>
                  </a:lnTo>
                  <a:lnTo>
                    <a:pt x="19614" y="1477"/>
                  </a:lnTo>
                  <a:lnTo>
                    <a:pt x="9832" y="83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875038" y="9899144"/>
              <a:ext cx="405765" cy="57785"/>
            </a:xfrm>
            <a:custGeom>
              <a:avLst/>
              <a:gdLst/>
              <a:ahLst/>
              <a:cxnLst/>
              <a:rect l="l" t="t" r="r" b="b"/>
              <a:pathLst>
                <a:path w="405765" h="57784">
                  <a:moveTo>
                    <a:pt x="16020" y="0"/>
                  </a:moveTo>
                  <a:lnTo>
                    <a:pt x="12586" y="0"/>
                  </a:lnTo>
                  <a:lnTo>
                    <a:pt x="9874" y="910"/>
                  </a:lnTo>
                  <a:lnTo>
                    <a:pt x="4900" y="4743"/>
                  </a:lnTo>
                  <a:lnTo>
                    <a:pt x="3141" y="7915"/>
                  </a:lnTo>
                  <a:lnTo>
                    <a:pt x="0" y="41265"/>
                  </a:lnTo>
                  <a:lnTo>
                    <a:pt x="4565" y="47192"/>
                  </a:lnTo>
                  <a:lnTo>
                    <a:pt x="48859" y="52874"/>
                  </a:lnTo>
                  <a:lnTo>
                    <a:pt x="90015" y="55858"/>
                  </a:lnTo>
                  <a:lnTo>
                    <a:pt x="142801" y="57202"/>
                  </a:lnTo>
                  <a:lnTo>
                    <a:pt x="399778" y="57202"/>
                  </a:lnTo>
                  <a:lnTo>
                    <a:pt x="405411" y="51579"/>
                  </a:lnTo>
                  <a:lnTo>
                    <a:pt x="405411" y="44637"/>
                  </a:lnTo>
                  <a:lnTo>
                    <a:pt x="142801" y="44637"/>
                  </a:lnTo>
                  <a:lnTo>
                    <a:pt x="90736" y="43319"/>
                  </a:lnTo>
                  <a:lnTo>
                    <a:pt x="50232" y="40394"/>
                  </a:lnTo>
                  <a:lnTo>
                    <a:pt x="23595" y="37401"/>
                  </a:lnTo>
                  <a:lnTo>
                    <a:pt x="13130" y="35883"/>
                  </a:lnTo>
                  <a:lnTo>
                    <a:pt x="15329" y="12565"/>
                  </a:lnTo>
                  <a:lnTo>
                    <a:pt x="403575" y="12565"/>
                  </a:lnTo>
                  <a:lnTo>
                    <a:pt x="399778" y="8774"/>
                  </a:lnTo>
                  <a:lnTo>
                    <a:pt x="142801" y="8774"/>
                  </a:lnTo>
                  <a:lnTo>
                    <a:pt x="92820" y="7441"/>
                  </a:lnTo>
                  <a:lnTo>
                    <a:pt x="53214" y="4502"/>
                  </a:lnTo>
                  <a:lnTo>
                    <a:pt x="27046" y="1547"/>
                  </a:lnTo>
                  <a:lnTo>
                    <a:pt x="17381" y="167"/>
                  </a:lnTo>
                  <a:lnTo>
                    <a:pt x="16701" y="52"/>
                  </a:lnTo>
                  <a:lnTo>
                    <a:pt x="16020" y="0"/>
                  </a:lnTo>
                  <a:close/>
                </a:path>
                <a:path w="405765" h="57784">
                  <a:moveTo>
                    <a:pt x="403575" y="12565"/>
                  </a:moveTo>
                  <a:lnTo>
                    <a:pt x="15329" y="12565"/>
                  </a:lnTo>
                  <a:lnTo>
                    <a:pt x="25110" y="13971"/>
                  </a:lnTo>
                  <a:lnTo>
                    <a:pt x="51658" y="16983"/>
                  </a:lnTo>
                  <a:lnTo>
                    <a:pt x="91909" y="19980"/>
                  </a:lnTo>
                  <a:lnTo>
                    <a:pt x="142801" y="21339"/>
                  </a:lnTo>
                  <a:lnTo>
                    <a:pt x="392846" y="21339"/>
                  </a:lnTo>
                  <a:lnTo>
                    <a:pt x="392846" y="44637"/>
                  </a:lnTo>
                  <a:lnTo>
                    <a:pt x="405411" y="44637"/>
                  </a:lnTo>
                  <a:lnTo>
                    <a:pt x="405411" y="14397"/>
                  </a:lnTo>
                  <a:lnTo>
                    <a:pt x="403575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05623" y="9809976"/>
              <a:ext cx="208810" cy="137054"/>
            </a:xfrm>
            <a:prstGeom prst="rect">
              <a:avLst/>
            </a:prstGeom>
          </p:spPr>
        </p:pic>
      </p:grpSp>
      <p:grpSp>
        <p:nvGrpSpPr>
          <p:cNvPr id="78" name="object 78" descr=""/>
          <p:cNvGrpSpPr/>
          <p:nvPr/>
        </p:nvGrpSpPr>
        <p:grpSpPr>
          <a:xfrm>
            <a:off x="2585939" y="6610996"/>
            <a:ext cx="1469390" cy="3362325"/>
            <a:chOff x="2585939" y="6610996"/>
            <a:chExt cx="1469390" cy="3362325"/>
          </a:xfrm>
        </p:grpSpPr>
        <p:pic>
          <p:nvPicPr>
            <p:cNvPr id="79" name="object 7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871629" y="6610996"/>
              <a:ext cx="1183472" cy="3361941"/>
            </a:xfrm>
            <a:prstGeom prst="rect">
              <a:avLst/>
            </a:prstGeom>
          </p:spPr>
        </p:pic>
        <p:pic>
          <p:nvPicPr>
            <p:cNvPr id="80" name="object 8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921634" y="7201295"/>
              <a:ext cx="1115388" cy="761296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3116444" y="7527217"/>
              <a:ext cx="28575" cy="330835"/>
            </a:xfrm>
            <a:custGeom>
              <a:avLst/>
              <a:gdLst/>
              <a:ahLst/>
              <a:cxnLst/>
              <a:rect l="l" t="t" r="r" b="b"/>
              <a:pathLst>
                <a:path w="28575" h="330834">
                  <a:moveTo>
                    <a:pt x="13006" y="330377"/>
                  </a:moveTo>
                  <a:lnTo>
                    <a:pt x="2035" y="233415"/>
                  </a:lnTo>
                  <a:lnTo>
                    <a:pt x="0" y="166680"/>
                  </a:lnTo>
                  <a:lnTo>
                    <a:pt x="8360" y="99199"/>
                  </a:lnTo>
                  <a:lnTo>
                    <a:pt x="28576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85939" y="7238167"/>
              <a:ext cx="475620" cy="691954"/>
            </a:xfrm>
            <a:prstGeom prst="rect">
              <a:avLst/>
            </a:prstGeom>
          </p:spPr>
        </p:pic>
      </p:grpSp>
      <p:grpSp>
        <p:nvGrpSpPr>
          <p:cNvPr id="83" name="object 83" descr=""/>
          <p:cNvGrpSpPr/>
          <p:nvPr/>
        </p:nvGrpSpPr>
        <p:grpSpPr>
          <a:xfrm>
            <a:off x="15900195" y="2977181"/>
            <a:ext cx="1762125" cy="2626995"/>
            <a:chOff x="15900195" y="2977181"/>
            <a:chExt cx="1762125" cy="2626995"/>
          </a:xfrm>
        </p:grpSpPr>
        <p:pic>
          <p:nvPicPr>
            <p:cNvPr id="84" name="object 8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900195" y="2977181"/>
              <a:ext cx="1548386" cy="2489516"/>
            </a:xfrm>
            <a:prstGeom prst="rect">
              <a:avLst/>
            </a:prstGeom>
          </p:spPr>
        </p:pic>
        <p:pic>
          <p:nvPicPr>
            <p:cNvPr id="85" name="object 85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253023" y="3862073"/>
              <a:ext cx="973363" cy="817242"/>
            </a:xfrm>
            <a:prstGeom prst="rect">
              <a:avLst/>
            </a:prstGeom>
          </p:spPr>
        </p:pic>
        <p:pic>
          <p:nvPicPr>
            <p:cNvPr id="86" name="object 8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976348" y="3430586"/>
              <a:ext cx="1685774" cy="2173304"/>
            </a:xfrm>
            <a:prstGeom prst="rect">
              <a:avLst/>
            </a:prstGeom>
          </p:spPr>
        </p:pic>
      </p:grpSp>
      <p:pic>
        <p:nvPicPr>
          <p:cNvPr id="87" name="object 87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0552831" y="2116081"/>
            <a:ext cx="1382364" cy="3487812"/>
          </a:xfrm>
          <a:prstGeom prst="rect">
            <a:avLst/>
          </a:prstGeom>
        </p:spPr>
      </p:pic>
      <p:grpSp>
        <p:nvGrpSpPr>
          <p:cNvPr id="88" name="object 88" descr=""/>
          <p:cNvGrpSpPr/>
          <p:nvPr/>
        </p:nvGrpSpPr>
        <p:grpSpPr>
          <a:xfrm>
            <a:off x="14147944" y="1984691"/>
            <a:ext cx="1180465" cy="3613150"/>
            <a:chOff x="14147944" y="1984691"/>
            <a:chExt cx="1180465" cy="3613150"/>
          </a:xfrm>
        </p:grpSpPr>
        <p:pic>
          <p:nvPicPr>
            <p:cNvPr id="89" name="object 89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4220784" y="2065804"/>
              <a:ext cx="1107153" cy="3531456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4568547" y="2641644"/>
              <a:ext cx="275970" cy="963656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14568547" y="2641644"/>
              <a:ext cx="276225" cy="963930"/>
            </a:xfrm>
            <a:custGeom>
              <a:avLst/>
              <a:gdLst/>
              <a:ahLst/>
              <a:cxnLst/>
              <a:rect l="l" t="t" r="r" b="b"/>
              <a:pathLst>
                <a:path w="276225" h="963929">
                  <a:moveTo>
                    <a:pt x="121409" y="66458"/>
                  </a:moveTo>
                  <a:lnTo>
                    <a:pt x="131061" y="58244"/>
                  </a:lnTo>
                  <a:lnTo>
                    <a:pt x="140711" y="50029"/>
                  </a:lnTo>
                  <a:lnTo>
                    <a:pt x="150360" y="41815"/>
                  </a:lnTo>
                  <a:lnTo>
                    <a:pt x="160005" y="33601"/>
                  </a:lnTo>
                  <a:lnTo>
                    <a:pt x="155120" y="25488"/>
                  </a:lnTo>
                  <a:lnTo>
                    <a:pt x="150234" y="17376"/>
                  </a:lnTo>
                  <a:lnTo>
                    <a:pt x="145347" y="9264"/>
                  </a:lnTo>
                  <a:lnTo>
                    <a:pt x="140456" y="1151"/>
                  </a:lnTo>
                  <a:lnTo>
                    <a:pt x="128078" y="3468"/>
                  </a:lnTo>
                  <a:lnTo>
                    <a:pt x="115696" y="5786"/>
                  </a:lnTo>
                  <a:lnTo>
                    <a:pt x="103313" y="8106"/>
                  </a:lnTo>
                  <a:lnTo>
                    <a:pt x="90929" y="10429"/>
                  </a:lnTo>
                  <a:lnTo>
                    <a:pt x="73988" y="7821"/>
                  </a:lnTo>
                  <a:lnTo>
                    <a:pt x="57045" y="5214"/>
                  </a:lnTo>
                  <a:lnTo>
                    <a:pt x="40102" y="2607"/>
                  </a:lnTo>
                  <a:lnTo>
                    <a:pt x="23161" y="0"/>
                  </a:lnTo>
                  <a:lnTo>
                    <a:pt x="17372" y="7038"/>
                  </a:lnTo>
                  <a:lnTo>
                    <a:pt x="11580" y="14079"/>
                  </a:lnTo>
                  <a:lnTo>
                    <a:pt x="5789" y="21122"/>
                  </a:lnTo>
                  <a:lnTo>
                    <a:pt x="0" y="28166"/>
                  </a:lnTo>
                  <a:lnTo>
                    <a:pt x="14204" y="36445"/>
                  </a:lnTo>
                  <a:lnTo>
                    <a:pt x="28407" y="44726"/>
                  </a:lnTo>
                  <a:lnTo>
                    <a:pt x="42610" y="53007"/>
                  </a:lnTo>
                  <a:lnTo>
                    <a:pt x="56815" y="61286"/>
                  </a:lnTo>
                  <a:lnTo>
                    <a:pt x="96374" y="846633"/>
                  </a:lnTo>
                  <a:lnTo>
                    <a:pt x="224935" y="963656"/>
                  </a:lnTo>
                  <a:lnTo>
                    <a:pt x="237695" y="932347"/>
                  </a:lnTo>
                  <a:lnTo>
                    <a:pt x="250453" y="901041"/>
                  </a:lnTo>
                  <a:lnTo>
                    <a:pt x="263210" y="869738"/>
                  </a:lnTo>
                  <a:lnTo>
                    <a:pt x="275970" y="838435"/>
                  </a:lnTo>
                  <a:lnTo>
                    <a:pt x="267261" y="802847"/>
                  </a:lnTo>
                  <a:lnTo>
                    <a:pt x="258171" y="762195"/>
                  </a:lnTo>
                  <a:lnTo>
                    <a:pt x="248756" y="717202"/>
                  </a:lnTo>
                  <a:lnTo>
                    <a:pt x="239068" y="668592"/>
                  </a:lnTo>
                  <a:lnTo>
                    <a:pt x="229164" y="617088"/>
                  </a:lnTo>
                  <a:lnTo>
                    <a:pt x="219096" y="563413"/>
                  </a:lnTo>
                  <a:lnTo>
                    <a:pt x="208920" y="508291"/>
                  </a:lnTo>
                  <a:lnTo>
                    <a:pt x="198690" y="452446"/>
                  </a:lnTo>
                  <a:lnTo>
                    <a:pt x="188459" y="396601"/>
                  </a:lnTo>
                  <a:lnTo>
                    <a:pt x="178283" y="341480"/>
                  </a:lnTo>
                  <a:lnTo>
                    <a:pt x="168216" y="287805"/>
                  </a:lnTo>
                  <a:lnTo>
                    <a:pt x="158311" y="236301"/>
                  </a:lnTo>
                  <a:lnTo>
                    <a:pt x="148624" y="187691"/>
                  </a:lnTo>
                  <a:lnTo>
                    <a:pt x="139208" y="142698"/>
                  </a:lnTo>
                  <a:lnTo>
                    <a:pt x="130119" y="102046"/>
                  </a:lnTo>
                  <a:lnTo>
                    <a:pt x="121409" y="66458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4559221" y="3640249"/>
              <a:ext cx="391160" cy="115570"/>
            </a:xfrm>
            <a:custGeom>
              <a:avLst/>
              <a:gdLst/>
              <a:ahLst/>
              <a:cxnLst/>
              <a:rect l="l" t="t" r="r" b="b"/>
              <a:pathLst>
                <a:path w="391159" h="115570">
                  <a:moveTo>
                    <a:pt x="380574" y="0"/>
                  </a:moveTo>
                  <a:lnTo>
                    <a:pt x="313566" y="7963"/>
                  </a:lnTo>
                  <a:lnTo>
                    <a:pt x="240683" y="13130"/>
                  </a:lnTo>
                  <a:lnTo>
                    <a:pt x="188895" y="14616"/>
                  </a:lnTo>
                  <a:lnTo>
                    <a:pt x="139413" y="14347"/>
                  </a:lnTo>
                  <a:lnTo>
                    <a:pt x="92366" y="12562"/>
                  </a:lnTo>
                  <a:lnTo>
                    <a:pt x="47880" y="9500"/>
                  </a:lnTo>
                  <a:lnTo>
                    <a:pt x="6083" y="5402"/>
                  </a:lnTo>
                  <a:lnTo>
                    <a:pt x="0" y="101975"/>
                  </a:lnTo>
                  <a:lnTo>
                    <a:pt x="45974" y="108478"/>
                  </a:lnTo>
                  <a:lnTo>
                    <a:pt x="98138" y="113212"/>
                  </a:lnTo>
                  <a:lnTo>
                    <a:pt x="155972" y="115223"/>
                  </a:lnTo>
                  <a:lnTo>
                    <a:pt x="218956" y="113556"/>
                  </a:lnTo>
                  <a:lnTo>
                    <a:pt x="267540" y="109509"/>
                  </a:lnTo>
                  <a:lnTo>
                    <a:pt x="312542" y="103577"/>
                  </a:lnTo>
                  <a:lnTo>
                    <a:pt x="353764" y="96264"/>
                  </a:lnTo>
                  <a:lnTo>
                    <a:pt x="391003" y="88070"/>
                  </a:lnTo>
                  <a:lnTo>
                    <a:pt x="3805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4559221" y="3640249"/>
              <a:ext cx="391160" cy="115570"/>
            </a:xfrm>
            <a:custGeom>
              <a:avLst/>
              <a:gdLst/>
              <a:ahLst/>
              <a:cxnLst/>
              <a:rect l="l" t="t" r="r" b="b"/>
              <a:pathLst>
                <a:path w="391159" h="115570">
                  <a:moveTo>
                    <a:pt x="380574" y="0"/>
                  </a:moveTo>
                  <a:lnTo>
                    <a:pt x="313566" y="7963"/>
                  </a:lnTo>
                  <a:lnTo>
                    <a:pt x="240683" y="13130"/>
                  </a:lnTo>
                  <a:lnTo>
                    <a:pt x="188895" y="14616"/>
                  </a:lnTo>
                  <a:lnTo>
                    <a:pt x="139413" y="14347"/>
                  </a:lnTo>
                  <a:lnTo>
                    <a:pt x="92366" y="12562"/>
                  </a:lnTo>
                  <a:lnTo>
                    <a:pt x="47880" y="9500"/>
                  </a:lnTo>
                  <a:lnTo>
                    <a:pt x="6083" y="5402"/>
                  </a:lnTo>
                  <a:lnTo>
                    <a:pt x="4561" y="29549"/>
                  </a:lnTo>
                  <a:lnTo>
                    <a:pt x="3041" y="53693"/>
                  </a:lnTo>
                  <a:lnTo>
                    <a:pt x="1521" y="77835"/>
                  </a:lnTo>
                  <a:lnTo>
                    <a:pt x="0" y="101975"/>
                  </a:lnTo>
                  <a:lnTo>
                    <a:pt x="45974" y="108478"/>
                  </a:lnTo>
                  <a:lnTo>
                    <a:pt x="98138" y="113212"/>
                  </a:lnTo>
                  <a:lnTo>
                    <a:pt x="155972" y="115223"/>
                  </a:lnTo>
                  <a:lnTo>
                    <a:pt x="218956" y="113556"/>
                  </a:lnTo>
                  <a:lnTo>
                    <a:pt x="267540" y="109509"/>
                  </a:lnTo>
                  <a:lnTo>
                    <a:pt x="312542" y="103577"/>
                  </a:lnTo>
                  <a:lnTo>
                    <a:pt x="353764" y="96264"/>
                  </a:lnTo>
                  <a:lnTo>
                    <a:pt x="391003" y="88070"/>
                  </a:lnTo>
                  <a:lnTo>
                    <a:pt x="388396" y="66051"/>
                  </a:lnTo>
                  <a:lnTo>
                    <a:pt x="385789" y="44035"/>
                  </a:lnTo>
                  <a:lnTo>
                    <a:pt x="383182" y="22018"/>
                  </a:lnTo>
                  <a:lnTo>
                    <a:pt x="380574" y="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4253892" y="2601854"/>
              <a:ext cx="378460" cy="1289685"/>
            </a:xfrm>
            <a:custGeom>
              <a:avLst/>
              <a:gdLst/>
              <a:ahLst/>
              <a:cxnLst/>
              <a:rect l="l" t="t" r="r" b="b"/>
              <a:pathLst>
                <a:path w="378459" h="1289685">
                  <a:moveTo>
                    <a:pt x="194884" y="0"/>
                  </a:moveTo>
                  <a:lnTo>
                    <a:pt x="141062" y="2755"/>
                  </a:lnTo>
                  <a:lnTo>
                    <a:pt x="79850" y="10544"/>
                  </a:lnTo>
                  <a:lnTo>
                    <a:pt x="36964" y="17568"/>
                  </a:lnTo>
                  <a:lnTo>
                    <a:pt x="0" y="26187"/>
                  </a:lnTo>
                  <a:lnTo>
                    <a:pt x="5819" y="75636"/>
                  </a:lnTo>
                  <a:lnTo>
                    <a:pt x="10644" y="125577"/>
                  </a:lnTo>
                  <a:lnTo>
                    <a:pt x="23134" y="276383"/>
                  </a:lnTo>
                  <a:lnTo>
                    <a:pt x="27959" y="326325"/>
                  </a:lnTo>
                  <a:lnTo>
                    <a:pt x="33779" y="375779"/>
                  </a:lnTo>
                  <a:lnTo>
                    <a:pt x="94227" y="1289447"/>
                  </a:lnTo>
                  <a:lnTo>
                    <a:pt x="169017" y="1285464"/>
                  </a:lnTo>
                  <a:lnTo>
                    <a:pt x="218779" y="1275051"/>
                  </a:lnTo>
                  <a:lnTo>
                    <a:pt x="273185" y="1255480"/>
                  </a:lnTo>
                  <a:lnTo>
                    <a:pt x="333745" y="1221093"/>
                  </a:lnTo>
                  <a:lnTo>
                    <a:pt x="374302" y="1187838"/>
                  </a:lnTo>
                  <a:lnTo>
                    <a:pt x="376180" y="1141625"/>
                  </a:lnTo>
                  <a:lnTo>
                    <a:pt x="377378" y="1094048"/>
                  </a:lnTo>
                  <a:lnTo>
                    <a:pt x="377834" y="1045141"/>
                  </a:lnTo>
                  <a:lnTo>
                    <a:pt x="377483" y="994937"/>
                  </a:lnTo>
                  <a:lnTo>
                    <a:pt x="376262" y="943469"/>
                  </a:lnTo>
                  <a:lnTo>
                    <a:pt x="374105" y="890772"/>
                  </a:lnTo>
                  <a:lnTo>
                    <a:pt x="370951" y="836879"/>
                  </a:lnTo>
                  <a:lnTo>
                    <a:pt x="366734" y="781823"/>
                  </a:lnTo>
                  <a:lnTo>
                    <a:pt x="361391" y="725637"/>
                  </a:lnTo>
                  <a:lnTo>
                    <a:pt x="354858" y="668356"/>
                  </a:lnTo>
                  <a:lnTo>
                    <a:pt x="347478" y="612858"/>
                  </a:lnTo>
                  <a:lnTo>
                    <a:pt x="339240" y="558490"/>
                  </a:lnTo>
                  <a:lnTo>
                    <a:pt x="330203" y="505268"/>
                  </a:lnTo>
                  <a:lnTo>
                    <a:pt x="320426" y="453208"/>
                  </a:lnTo>
                  <a:lnTo>
                    <a:pt x="309967" y="402326"/>
                  </a:lnTo>
                  <a:lnTo>
                    <a:pt x="298885" y="352638"/>
                  </a:lnTo>
                  <a:lnTo>
                    <a:pt x="287239" y="304159"/>
                  </a:lnTo>
                  <a:lnTo>
                    <a:pt x="275089" y="256905"/>
                  </a:lnTo>
                  <a:lnTo>
                    <a:pt x="262493" y="210893"/>
                  </a:lnTo>
                  <a:lnTo>
                    <a:pt x="249510" y="166137"/>
                  </a:lnTo>
                  <a:lnTo>
                    <a:pt x="236198" y="122654"/>
                  </a:lnTo>
                  <a:lnTo>
                    <a:pt x="222617" y="80460"/>
                  </a:lnTo>
                  <a:lnTo>
                    <a:pt x="208826" y="39569"/>
                  </a:lnTo>
                  <a:lnTo>
                    <a:pt x="194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4253892" y="2601854"/>
              <a:ext cx="378460" cy="1289685"/>
            </a:xfrm>
            <a:custGeom>
              <a:avLst/>
              <a:gdLst/>
              <a:ahLst/>
              <a:cxnLst/>
              <a:rect l="l" t="t" r="r" b="b"/>
              <a:pathLst>
                <a:path w="378459" h="1289685">
                  <a:moveTo>
                    <a:pt x="194884" y="0"/>
                  </a:moveTo>
                  <a:lnTo>
                    <a:pt x="208826" y="39569"/>
                  </a:lnTo>
                  <a:lnTo>
                    <a:pt x="222617" y="80460"/>
                  </a:lnTo>
                  <a:lnTo>
                    <a:pt x="236198" y="122654"/>
                  </a:lnTo>
                  <a:lnTo>
                    <a:pt x="249510" y="166137"/>
                  </a:lnTo>
                  <a:lnTo>
                    <a:pt x="262493" y="210893"/>
                  </a:lnTo>
                  <a:lnTo>
                    <a:pt x="275089" y="256905"/>
                  </a:lnTo>
                  <a:lnTo>
                    <a:pt x="287239" y="304159"/>
                  </a:lnTo>
                  <a:lnTo>
                    <a:pt x="298885" y="352638"/>
                  </a:lnTo>
                  <a:lnTo>
                    <a:pt x="309967" y="402326"/>
                  </a:lnTo>
                  <a:lnTo>
                    <a:pt x="320426" y="453208"/>
                  </a:lnTo>
                  <a:lnTo>
                    <a:pt x="330203" y="505268"/>
                  </a:lnTo>
                  <a:lnTo>
                    <a:pt x="339240" y="558490"/>
                  </a:lnTo>
                  <a:lnTo>
                    <a:pt x="347478" y="612858"/>
                  </a:lnTo>
                  <a:lnTo>
                    <a:pt x="354858" y="668356"/>
                  </a:lnTo>
                  <a:lnTo>
                    <a:pt x="361391" y="725637"/>
                  </a:lnTo>
                  <a:lnTo>
                    <a:pt x="366734" y="781823"/>
                  </a:lnTo>
                  <a:lnTo>
                    <a:pt x="370951" y="836879"/>
                  </a:lnTo>
                  <a:lnTo>
                    <a:pt x="374105" y="890772"/>
                  </a:lnTo>
                  <a:lnTo>
                    <a:pt x="376262" y="943469"/>
                  </a:lnTo>
                  <a:lnTo>
                    <a:pt x="377483" y="994937"/>
                  </a:lnTo>
                  <a:lnTo>
                    <a:pt x="377834" y="1045141"/>
                  </a:lnTo>
                  <a:lnTo>
                    <a:pt x="377378" y="1094048"/>
                  </a:lnTo>
                  <a:lnTo>
                    <a:pt x="376180" y="1141625"/>
                  </a:lnTo>
                  <a:lnTo>
                    <a:pt x="374302" y="1187838"/>
                  </a:lnTo>
                  <a:lnTo>
                    <a:pt x="333745" y="1221093"/>
                  </a:lnTo>
                  <a:lnTo>
                    <a:pt x="273185" y="1255480"/>
                  </a:lnTo>
                  <a:lnTo>
                    <a:pt x="218779" y="1275051"/>
                  </a:lnTo>
                  <a:lnTo>
                    <a:pt x="169017" y="1285464"/>
                  </a:lnTo>
                  <a:lnTo>
                    <a:pt x="126599" y="1289377"/>
                  </a:lnTo>
                  <a:lnTo>
                    <a:pt x="94227" y="1289447"/>
                  </a:lnTo>
                  <a:lnTo>
                    <a:pt x="90869" y="1238688"/>
                  </a:lnTo>
                  <a:lnTo>
                    <a:pt x="87511" y="1187928"/>
                  </a:lnTo>
                  <a:lnTo>
                    <a:pt x="84153" y="1137169"/>
                  </a:lnTo>
                  <a:lnTo>
                    <a:pt x="80795" y="1086410"/>
                  </a:lnTo>
                  <a:lnTo>
                    <a:pt x="77437" y="1035650"/>
                  </a:lnTo>
                  <a:lnTo>
                    <a:pt x="74078" y="984891"/>
                  </a:lnTo>
                  <a:lnTo>
                    <a:pt x="70720" y="934132"/>
                  </a:lnTo>
                  <a:lnTo>
                    <a:pt x="67361" y="883372"/>
                  </a:lnTo>
                  <a:lnTo>
                    <a:pt x="64003" y="832613"/>
                  </a:lnTo>
                  <a:lnTo>
                    <a:pt x="60644" y="781854"/>
                  </a:lnTo>
                  <a:lnTo>
                    <a:pt x="57286" y="731094"/>
                  </a:lnTo>
                  <a:lnTo>
                    <a:pt x="53927" y="680335"/>
                  </a:lnTo>
                  <a:lnTo>
                    <a:pt x="50569" y="629575"/>
                  </a:lnTo>
                  <a:lnTo>
                    <a:pt x="47211" y="578816"/>
                  </a:lnTo>
                  <a:lnTo>
                    <a:pt x="43852" y="528057"/>
                  </a:lnTo>
                  <a:lnTo>
                    <a:pt x="40494" y="477297"/>
                  </a:lnTo>
                  <a:lnTo>
                    <a:pt x="37136" y="426538"/>
                  </a:lnTo>
                  <a:lnTo>
                    <a:pt x="33779" y="375779"/>
                  </a:lnTo>
                  <a:lnTo>
                    <a:pt x="27959" y="326325"/>
                  </a:lnTo>
                  <a:lnTo>
                    <a:pt x="23134" y="276383"/>
                  </a:lnTo>
                  <a:lnTo>
                    <a:pt x="18904" y="226146"/>
                  </a:lnTo>
                  <a:lnTo>
                    <a:pt x="14874" y="175812"/>
                  </a:lnTo>
                  <a:lnTo>
                    <a:pt x="10644" y="125577"/>
                  </a:lnTo>
                  <a:lnTo>
                    <a:pt x="5819" y="75636"/>
                  </a:lnTo>
                  <a:lnTo>
                    <a:pt x="0" y="26187"/>
                  </a:lnTo>
                  <a:lnTo>
                    <a:pt x="18787" y="21221"/>
                  </a:lnTo>
                  <a:lnTo>
                    <a:pt x="56622" y="14315"/>
                  </a:lnTo>
                  <a:lnTo>
                    <a:pt x="111296" y="5914"/>
                  </a:lnTo>
                  <a:lnTo>
                    <a:pt x="168980" y="853"/>
                  </a:lnTo>
                  <a:lnTo>
                    <a:pt x="194884" y="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4779617" y="2644949"/>
              <a:ext cx="241300" cy="1212850"/>
            </a:xfrm>
            <a:custGeom>
              <a:avLst/>
              <a:gdLst/>
              <a:ahLst/>
              <a:cxnLst/>
              <a:rect l="l" t="t" r="r" b="b"/>
              <a:pathLst>
                <a:path w="241300" h="1212850">
                  <a:moveTo>
                    <a:pt x="0" y="0"/>
                  </a:moveTo>
                  <a:lnTo>
                    <a:pt x="35590" y="303689"/>
                  </a:lnTo>
                  <a:lnTo>
                    <a:pt x="69938" y="609419"/>
                  </a:lnTo>
                  <a:lnTo>
                    <a:pt x="102266" y="910008"/>
                  </a:lnTo>
                  <a:lnTo>
                    <a:pt x="122718" y="1107484"/>
                  </a:lnTo>
                  <a:lnTo>
                    <a:pt x="241154" y="1212381"/>
                  </a:lnTo>
                  <a:lnTo>
                    <a:pt x="239626" y="1165211"/>
                  </a:lnTo>
                  <a:lnTo>
                    <a:pt x="237831" y="1117665"/>
                  </a:lnTo>
                  <a:lnTo>
                    <a:pt x="235764" y="1069746"/>
                  </a:lnTo>
                  <a:lnTo>
                    <a:pt x="233419" y="1021457"/>
                  </a:lnTo>
                  <a:lnTo>
                    <a:pt x="230790" y="972802"/>
                  </a:lnTo>
                  <a:lnTo>
                    <a:pt x="227871" y="923784"/>
                  </a:lnTo>
                  <a:lnTo>
                    <a:pt x="224656" y="874406"/>
                  </a:lnTo>
                  <a:lnTo>
                    <a:pt x="221139" y="824671"/>
                  </a:lnTo>
                  <a:lnTo>
                    <a:pt x="217315" y="774583"/>
                  </a:lnTo>
                  <a:lnTo>
                    <a:pt x="207842" y="657504"/>
                  </a:lnTo>
                  <a:lnTo>
                    <a:pt x="203779" y="600168"/>
                  </a:lnTo>
                  <a:lnTo>
                    <a:pt x="194958" y="462690"/>
                  </a:lnTo>
                  <a:lnTo>
                    <a:pt x="191718" y="421273"/>
                  </a:lnTo>
                  <a:lnTo>
                    <a:pt x="187616" y="378511"/>
                  </a:lnTo>
                  <a:lnTo>
                    <a:pt x="182227" y="332274"/>
                  </a:lnTo>
                  <a:lnTo>
                    <a:pt x="175124" y="280431"/>
                  </a:lnTo>
                  <a:lnTo>
                    <a:pt x="165879" y="220851"/>
                  </a:lnTo>
                  <a:lnTo>
                    <a:pt x="159555" y="46302"/>
                  </a:lnTo>
                  <a:lnTo>
                    <a:pt x="111308" y="29311"/>
                  </a:lnTo>
                  <a:lnTo>
                    <a:pt x="41008" y="8959"/>
                  </a:lnTo>
                  <a:lnTo>
                    <a:pt x="12986" y="24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4779617" y="2644949"/>
              <a:ext cx="241300" cy="1212850"/>
            </a:xfrm>
            <a:custGeom>
              <a:avLst/>
              <a:gdLst/>
              <a:ahLst/>
              <a:cxnLst/>
              <a:rect l="l" t="t" r="r" b="b"/>
              <a:pathLst>
                <a:path w="241300" h="1212850">
                  <a:moveTo>
                    <a:pt x="159555" y="46302"/>
                  </a:moveTo>
                  <a:lnTo>
                    <a:pt x="139215" y="38137"/>
                  </a:lnTo>
                  <a:lnTo>
                    <a:pt x="111308" y="29311"/>
                  </a:lnTo>
                  <a:lnTo>
                    <a:pt x="81614" y="20712"/>
                  </a:lnTo>
                  <a:lnTo>
                    <a:pt x="55914" y="13224"/>
                  </a:lnTo>
                  <a:lnTo>
                    <a:pt x="41008" y="8959"/>
                  </a:lnTo>
                  <a:lnTo>
                    <a:pt x="26677" y="5375"/>
                  </a:lnTo>
                  <a:lnTo>
                    <a:pt x="12986" y="2409"/>
                  </a:lnTo>
                  <a:lnTo>
                    <a:pt x="0" y="0"/>
                  </a:lnTo>
                  <a:lnTo>
                    <a:pt x="6016" y="50472"/>
                  </a:lnTo>
                  <a:lnTo>
                    <a:pt x="11999" y="101002"/>
                  </a:lnTo>
                  <a:lnTo>
                    <a:pt x="17948" y="151589"/>
                  </a:lnTo>
                  <a:lnTo>
                    <a:pt x="23863" y="202232"/>
                  </a:lnTo>
                  <a:lnTo>
                    <a:pt x="29743" y="252932"/>
                  </a:lnTo>
                  <a:lnTo>
                    <a:pt x="35590" y="303689"/>
                  </a:lnTo>
                  <a:lnTo>
                    <a:pt x="41401" y="354503"/>
                  </a:lnTo>
                  <a:lnTo>
                    <a:pt x="47179" y="405373"/>
                  </a:lnTo>
                  <a:lnTo>
                    <a:pt x="52921" y="456300"/>
                  </a:lnTo>
                  <a:lnTo>
                    <a:pt x="58629" y="507283"/>
                  </a:lnTo>
                  <a:lnTo>
                    <a:pt x="64301" y="558323"/>
                  </a:lnTo>
                  <a:lnTo>
                    <a:pt x="69938" y="609419"/>
                  </a:lnTo>
                  <a:lnTo>
                    <a:pt x="75540" y="660571"/>
                  </a:lnTo>
                  <a:lnTo>
                    <a:pt x="81107" y="711779"/>
                  </a:lnTo>
                  <a:lnTo>
                    <a:pt x="86464" y="761407"/>
                  </a:lnTo>
                  <a:lnTo>
                    <a:pt x="91776" y="810988"/>
                  </a:lnTo>
                  <a:lnTo>
                    <a:pt x="97043" y="860522"/>
                  </a:lnTo>
                  <a:lnTo>
                    <a:pt x="102266" y="910008"/>
                  </a:lnTo>
                  <a:lnTo>
                    <a:pt x="107445" y="959448"/>
                  </a:lnTo>
                  <a:lnTo>
                    <a:pt x="112580" y="1008841"/>
                  </a:lnTo>
                  <a:lnTo>
                    <a:pt x="117671" y="1058186"/>
                  </a:lnTo>
                  <a:lnTo>
                    <a:pt x="122718" y="1107484"/>
                  </a:lnTo>
                  <a:lnTo>
                    <a:pt x="241154" y="1212381"/>
                  </a:lnTo>
                  <a:lnTo>
                    <a:pt x="239626" y="1165211"/>
                  </a:lnTo>
                  <a:lnTo>
                    <a:pt x="237831" y="1117665"/>
                  </a:lnTo>
                  <a:lnTo>
                    <a:pt x="235764" y="1069746"/>
                  </a:lnTo>
                  <a:lnTo>
                    <a:pt x="233419" y="1021457"/>
                  </a:lnTo>
                  <a:lnTo>
                    <a:pt x="230790" y="972802"/>
                  </a:lnTo>
                  <a:lnTo>
                    <a:pt x="227871" y="923784"/>
                  </a:lnTo>
                  <a:lnTo>
                    <a:pt x="224656" y="874406"/>
                  </a:lnTo>
                  <a:lnTo>
                    <a:pt x="221139" y="824671"/>
                  </a:lnTo>
                  <a:lnTo>
                    <a:pt x="217315" y="774583"/>
                  </a:lnTo>
                  <a:lnTo>
                    <a:pt x="213176" y="724145"/>
                  </a:lnTo>
                  <a:lnTo>
                    <a:pt x="207842" y="657504"/>
                  </a:lnTo>
                  <a:lnTo>
                    <a:pt x="203779" y="600168"/>
                  </a:lnTo>
                  <a:lnTo>
                    <a:pt x="200562" y="550007"/>
                  </a:lnTo>
                  <a:lnTo>
                    <a:pt x="197764" y="504891"/>
                  </a:lnTo>
                  <a:lnTo>
                    <a:pt x="194958" y="462690"/>
                  </a:lnTo>
                  <a:lnTo>
                    <a:pt x="191718" y="421273"/>
                  </a:lnTo>
                  <a:lnTo>
                    <a:pt x="187616" y="378511"/>
                  </a:lnTo>
                  <a:lnTo>
                    <a:pt x="182227" y="332274"/>
                  </a:lnTo>
                  <a:lnTo>
                    <a:pt x="175124" y="280431"/>
                  </a:lnTo>
                  <a:lnTo>
                    <a:pt x="165879" y="220851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4468956" y="1990974"/>
              <a:ext cx="399415" cy="309245"/>
            </a:xfrm>
            <a:custGeom>
              <a:avLst/>
              <a:gdLst/>
              <a:ahLst/>
              <a:cxnLst/>
              <a:rect l="l" t="t" r="r" b="b"/>
              <a:pathLst>
                <a:path w="399415" h="309244">
                  <a:moveTo>
                    <a:pt x="181340" y="0"/>
                  </a:moveTo>
                  <a:lnTo>
                    <a:pt x="125890" y="4563"/>
                  </a:lnTo>
                  <a:lnTo>
                    <a:pt x="84781" y="17420"/>
                  </a:lnTo>
                  <a:lnTo>
                    <a:pt x="29948" y="51127"/>
                  </a:lnTo>
                  <a:lnTo>
                    <a:pt x="6420" y="101268"/>
                  </a:lnTo>
                  <a:lnTo>
                    <a:pt x="21" y="146422"/>
                  </a:lnTo>
                  <a:lnTo>
                    <a:pt x="0" y="198092"/>
                  </a:lnTo>
                  <a:lnTo>
                    <a:pt x="9464" y="254859"/>
                  </a:lnTo>
                  <a:lnTo>
                    <a:pt x="13598" y="269438"/>
                  </a:lnTo>
                  <a:lnTo>
                    <a:pt x="18218" y="283314"/>
                  </a:lnTo>
                  <a:lnTo>
                    <a:pt x="23238" y="296483"/>
                  </a:lnTo>
                  <a:lnTo>
                    <a:pt x="28573" y="308942"/>
                  </a:lnTo>
                  <a:lnTo>
                    <a:pt x="66803" y="134350"/>
                  </a:lnTo>
                  <a:lnTo>
                    <a:pt x="82781" y="142066"/>
                  </a:lnTo>
                  <a:lnTo>
                    <a:pt x="118626" y="156879"/>
                  </a:lnTo>
                  <a:lnTo>
                    <a:pt x="194246" y="178046"/>
                  </a:lnTo>
                  <a:lnTo>
                    <a:pt x="245916" y="185551"/>
                  </a:lnTo>
                  <a:lnTo>
                    <a:pt x="292096" y="187926"/>
                  </a:lnTo>
                  <a:lnTo>
                    <a:pt x="331381" y="186882"/>
                  </a:lnTo>
                  <a:lnTo>
                    <a:pt x="334916" y="193730"/>
                  </a:lnTo>
                  <a:lnTo>
                    <a:pt x="353155" y="241519"/>
                  </a:lnTo>
                  <a:lnTo>
                    <a:pt x="361282" y="287464"/>
                  </a:lnTo>
                  <a:lnTo>
                    <a:pt x="362228" y="307392"/>
                  </a:lnTo>
                  <a:lnTo>
                    <a:pt x="371064" y="287467"/>
                  </a:lnTo>
                  <a:lnTo>
                    <a:pt x="387307" y="238667"/>
                  </a:lnTo>
                  <a:lnTo>
                    <a:pt x="397829" y="176293"/>
                  </a:lnTo>
                  <a:lnTo>
                    <a:pt x="399023" y="145446"/>
                  </a:lnTo>
                  <a:lnTo>
                    <a:pt x="397893" y="117934"/>
                  </a:lnTo>
                  <a:lnTo>
                    <a:pt x="379396" y="75292"/>
                  </a:lnTo>
                  <a:lnTo>
                    <a:pt x="332234" y="41953"/>
                  </a:lnTo>
                  <a:lnTo>
                    <a:pt x="294513" y="28867"/>
                  </a:lnTo>
                  <a:lnTo>
                    <a:pt x="280555" y="26196"/>
                  </a:lnTo>
                  <a:lnTo>
                    <a:pt x="261693" y="17478"/>
                  </a:lnTo>
                  <a:lnTo>
                    <a:pt x="227614" y="6525"/>
                  </a:lnTo>
                  <a:lnTo>
                    <a:pt x="1813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4468956" y="1990974"/>
              <a:ext cx="399415" cy="309245"/>
            </a:xfrm>
            <a:custGeom>
              <a:avLst/>
              <a:gdLst/>
              <a:ahLst/>
              <a:cxnLst/>
              <a:rect l="l" t="t" r="r" b="b"/>
              <a:pathLst>
                <a:path w="399415" h="309244">
                  <a:moveTo>
                    <a:pt x="362228" y="307392"/>
                  </a:moveTo>
                  <a:lnTo>
                    <a:pt x="379626" y="264515"/>
                  </a:lnTo>
                  <a:lnTo>
                    <a:pt x="393505" y="210054"/>
                  </a:lnTo>
                  <a:lnTo>
                    <a:pt x="399023" y="145446"/>
                  </a:lnTo>
                  <a:lnTo>
                    <a:pt x="397893" y="117934"/>
                  </a:lnTo>
                  <a:lnTo>
                    <a:pt x="379396" y="75292"/>
                  </a:lnTo>
                  <a:lnTo>
                    <a:pt x="332234" y="41953"/>
                  </a:lnTo>
                  <a:lnTo>
                    <a:pt x="294513" y="28867"/>
                  </a:lnTo>
                  <a:lnTo>
                    <a:pt x="280555" y="26196"/>
                  </a:lnTo>
                  <a:lnTo>
                    <a:pt x="261693" y="17478"/>
                  </a:lnTo>
                  <a:lnTo>
                    <a:pt x="227614" y="6525"/>
                  </a:lnTo>
                  <a:lnTo>
                    <a:pt x="181340" y="0"/>
                  </a:lnTo>
                  <a:lnTo>
                    <a:pt x="125890" y="4563"/>
                  </a:lnTo>
                  <a:lnTo>
                    <a:pt x="84781" y="17420"/>
                  </a:lnTo>
                  <a:lnTo>
                    <a:pt x="29948" y="51127"/>
                  </a:lnTo>
                  <a:lnTo>
                    <a:pt x="6420" y="101268"/>
                  </a:lnTo>
                  <a:lnTo>
                    <a:pt x="21" y="146422"/>
                  </a:lnTo>
                  <a:lnTo>
                    <a:pt x="0" y="198092"/>
                  </a:lnTo>
                  <a:lnTo>
                    <a:pt x="9464" y="254859"/>
                  </a:lnTo>
                  <a:lnTo>
                    <a:pt x="13598" y="269438"/>
                  </a:lnTo>
                  <a:lnTo>
                    <a:pt x="18218" y="283314"/>
                  </a:lnTo>
                  <a:lnTo>
                    <a:pt x="23238" y="296483"/>
                  </a:lnTo>
                  <a:lnTo>
                    <a:pt x="28573" y="308942"/>
                  </a:lnTo>
                  <a:lnTo>
                    <a:pt x="33753" y="285026"/>
                  </a:lnTo>
                  <a:lnTo>
                    <a:pt x="38955" y="261090"/>
                  </a:lnTo>
                  <a:lnTo>
                    <a:pt x="49431" y="213143"/>
                  </a:lnTo>
                  <a:lnTo>
                    <a:pt x="58101" y="173703"/>
                  </a:lnTo>
                  <a:lnTo>
                    <a:pt x="66803" y="134350"/>
                  </a:lnTo>
                  <a:lnTo>
                    <a:pt x="82781" y="142066"/>
                  </a:lnTo>
                  <a:lnTo>
                    <a:pt x="100057" y="149622"/>
                  </a:lnTo>
                  <a:lnTo>
                    <a:pt x="138486" y="163700"/>
                  </a:lnTo>
                  <a:lnTo>
                    <a:pt x="194246" y="178046"/>
                  </a:lnTo>
                  <a:lnTo>
                    <a:pt x="245916" y="185551"/>
                  </a:lnTo>
                  <a:lnTo>
                    <a:pt x="292096" y="187926"/>
                  </a:lnTo>
                  <a:lnTo>
                    <a:pt x="331381" y="186882"/>
                  </a:lnTo>
                  <a:lnTo>
                    <a:pt x="334916" y="193730"/>
                  </a:lnTo>
                  <a:lnTo>
                    <a:pt x="353155" y="241519"/>
                  </a:lnTo>
                  <a:lnTo>
                    <a:pt x="361282" y="287464"/>
                  </a:lnTo>
                  <a:lnTo>
                    <a:pt x="362228" y="307392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674733" y="2563126"/>
              <a:ext cx="115713" cy="167073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442488" y="2538407"/>
              <a:ext cx="188297" cy="196423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14754617" y="2657032"/>
              <a:ext cx="415925" cy="644525"/>
            </a:xfrm>
            <a:custGeom>
              <a:avLst/>
              <a:gdLst/>
              <a:ahLst/>
              <a:cxnLst/>
              <a:rect l="l" t="t" r="r" b="b"/>
              <a:pathLst>
                <a:path w="415925" h="644525">
                  <a:moveTo>
                    <a:pt x="78049" y="0"/>
                  </a:moveTo>
                  <a:lnTo>
                    <a:pt x="163754" y="250369"/>
                  </a:lnTo>
                  <a:lnTo>
                    <a:pt x="167763" y="308217"/>
                  </a:lnTo>
                  <a:lnTo>
                    <a:pt x="165535" y="348000"/>
                  </a:lnTo>
                  <a:lnTo>
                    <a:pt x="158556" y="377262"/>
                  </a:lnTo>
                  <a:lnTo>
                    <a:pt x="136285" y="434401"/>
                  </a:lnTo>
                  <a:lnTo>
                    <a:pt x="123964" y="477367"/>
                  </a:lnTo>
                  <a:lnTo>
                    <a:pt x="96599" y="495082"/>
                  </a:lnTo>
                  <a:lnTo>
                    <a:pt x="61416" y="515505"/>
                  </a:lnTo>
                  <a:lnTo>
                    <a:pt x="26516" y="535279"/>
                  </a:lnTo>
                  <a:lnTo>
                    <a:pt x="0" y="551051"/>
                  </a:lnTo>
                  <a:lnTo>
                    <a:pt x="55893" y="584245"/>
                  </a:lnTo>
                  <a:lnTo>
                    <a:pt x="91625" y="600780"/>
                  </a:lnTo>
                  <a:lnTo>
                    <a:pt x="132550" y="615876"/>
                  </a:lnTo>
                  <a:lnTo>
                    <a:pt x="196339" y="633439"/>
                  </a:lnTo>
                  <a:lnTo>
                    <a:pt x="248197" y="642081"/>
                  </a:lnTo>
                  <a:lnTo>
                    <a:pt x="291184" y="644143"/>
                  </a:lnTo>
                  <a:lnTo>
                    <a:pt x="328356" y="641969"/>
                  </a:lnTo>
                  <a:lnTo>
                    <a:pt x="328419" y="641540"/>
                  </a:lnTo>
                  <a:lnTo>
                    <a:pt x="339487" y="641498"/>
                  </a:lnTo>
                  <a:lnTo>
                    <a:pt x="372412" y="633832"/>
                  </a:lnTo>
                  <a:lnTo>
                    <a:pt x="397961" y="614457"/>
                  </a:lnTo>
                  <a:lnTo>
                    <a:pt x="413254" y="586781"/>
                  </a:lnTo>
                  <a:lnTo>
                    <a:pt x="415411" y="554213"/>
                  </a:lnTo>
                  <a:lnTo>
                    <a:pt x="410448" y="526423"/>
                  </a:lnTo>
                  <a:lnTo>
                    <a:pt x="395705" y="465738"/>
                  </a:lnTo>
                  <a:lnTo>
                    <a:pt x="367660" y="386693"/>
                  </a:lnTo>
                  <a:lnTo>
                    <a:pt x="346218" y="341343"/>
                  </a:lnTo>
                  <a:lnTo>
                    <a:pt x="319403" y="291167"/>
                  </a:lnTo>
                  <a:lnTo>
                    <a:pt x="285436" y="230181"/>
                  </a:lnTo>
                  <a:lnTo>
                    <a:pt x="270232" y="195047"/>
                  </a:lnTo>
                  <a:lnTo>
                    <a:pt x="255082" y="151207"/>
                  </a:lnTo>
                  <a:lnTo>
                    <a:pt x="237476" y="104544"/>
                  </a:lnTo>
                  <a:lnTo>
                    <a:pt x="214904" y="60940"/>
                  </a:lnTo>
                  <a:lnTo>
                    <a:pt x="164451" y="25582"/>
                  </a:lnTo>
                  <a:lnTo>
                    <a:pt x="132600" y="16398"/>
                  </a:lnTo>
                  <a:lnTo>
                    <a:pt x="780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4754617" y="2657032"/>
              <a:ext cx="415925" cy="644525"/>
            </a:xfrm>
            <a:custGeom>
              <a:avLst/>
              <a:gdLst/>
              <a:ahLst/>
              <a:cxnLst/>
              <a:rect l="l" t="t" r="r" b="b"/>
              <a:pathLst>
                <a:path w="415925" h="644525">
                  <a:moveTo>
                    <a:pt x="163754" y="250369"/>
                  </a:moveTo>
                  <a:lnTo>
                    <a:pt x="167763" y="308217"/>
                  </a:lnTo>
                  <a:lnTo>
                    <a:pt x="165535" y="348000"/>
                  </a:lnTo>
                  <a:lnTo>
                    <a:pt x="158556" y="377262"/>
                  </a:lnTo>
                  <a:lnTo>
                    <a:pt x="148311" y="403547"/>
                  </a:lnTo>
                  <a:lnTo>
                    <a:pt x="136285" y="434401"/>
                  </a:lnTo>
                  <a:lnTo>
                    <a:pt x="123964" y="477367"/>
                  </a:lnTo>
                  <a:lnTo>
                    <a:pt x="96599" y="495082"/>
                  </a:lnTo>
                  <a:lnTo>
                    <a:pt x="61416" y="515505"/>
                  </a:lnTo>
                  <a:lnTo>
                    <a:pt x="26516" y="535279"/>
                  </a:lnTo>
                  <a:lnTo>
                    <a:pt x="0" y="551051"/>
                  </a:lnTo>
                  <a:lnTo>
                    <a:pt x="55893" y="584245"/>
                  </a:lnTo>
                  <a:lnTo>
                    <a:pt x="91625" y="600780"/>
                  </a:lnTo>
                  <a:lnTo>
                    <a:pt x="132550" y="615876"/>
                  </a:lnTo>
                  <a:lnTo>
                    <a:pt x="196339" y="633439"/>
                  </a:lnTo>
                  <a:lnTo>
                    <a:pt x="248197" y="642081"/>
                  </a:lnTo>
                  <a:lnTo>
                    <a:pt x="291184" y="644143"/>
                  </a:lnTo>
                  <a:lnTo>
                    <a:pt x="328356" y="641969"/>
                  </a:lnTo>
                  <a:lnTo>
                    <a:pt x="328366" y="641833"/>
                  </a:lnTo>
                  <a:lnTo>
                    <a:pt x="328398" y="641676"/>
                  </a:lnTo>
                  <a:lnTo>
                    <a:pt x="328419" y="641540"/>
                  </a:lnTo>
                  <a:lnTo>
                    <a:pt x="332126" y="641530"/>
                  </a:lnTo>
                  <a:lnTo>
                    <a:pt x="335885" y="641572"/>
                  </a:lnTo>
                  <a:lnTo>
                    <a:pt x="339487" y="641498"/>
                  </a:lnTo>
                  <a:lnTo>
                    <a:pt x="372412" y="633832"/>
                  </a:lnTo>
                  <a:lnTo>
                    <a:pt x="397961" y="614457"/>
                  </a:lnTo>
                  <a:lnTo>
                    <a:pt x="413254" y="586781"/>
                  </a:lnTo>
                  <a:lnTo>
                    <a:pt x="415411" y="554213"/>
                  </a:lnTo>
                  <a:lnTo>
                    <a:pt x="410448" y="526423"/>
                  </a:lnTo>
                  <a:lnTo>
                    <a:pt x="395705" y="465738"/>
                  </a:lnTo>
                  <a:lnTo>
                    <a:pt x="367660" y="386693"/>
                  </a:lnTo>
                  <a:lnTo>
                    <a:pt x="346218" y="341343"/>
                  </a:lnTo>
                  <a:lnTo>
                    <a:pt x="319403" y="291167"/>
                  </a:lnTo>
                  <a:lnTo>
                    <a:pt x="285436" y="230181"/>
                  </a:lnTo>
                  <a:lnTo>
                    <a:pt x="270232" y="195047"/>
                  </a:lnTo>
                  <a:lnTo>
                    <a:pt x="255082" y="151207"/>
                  </a:lnTo>
                  <a:lnTo>
                    <a:pt x="237476" y="104544"/>
                  </a:lnTo>
                  <a:lnTo>
                    <a:pt x="214904" y="60940"/>
                  </a:lnTo>
                  <a:lnTo>
                    <a:pt x="164451" y="25582"/>
                  </a:lnTo>
                  <a:lnTo>
                    <a:pt x="132600" y="16398"/>
                  </a:lnTo>
                  <a:lnTo>
                    <a:pt x="99965" y="6638"/>
                  </a:lnTo>
                  <a:lnTo>
                    <a:pt x="78049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4802466" y="2974596"/>
              <a:ext cx="251154" cy="140584"/>
            </a:xfrm>
            <a:prstGeom prst="rect">
              <a:avLst/>
            </a:prstGeom>
          </p:spPr>
        </p:pic>
        <p:sp>
          <p:nvSpPr>
            <p:cNvPr id="105" name="object 105" descr=""/>
            <p:cNvSpPr/>
            <p:nvPr/>
          </p:nvSpPr>
          <p:spPr>
            <a:xfrm>
              <a:off x="14154226" y="2626137"/>
              <a:ext cx="773430" cy="718820"/>
            </a:xfrm>
            <a:custGeom>
              <a:avLst/>
              <a:gdLst/>
              <a:ahLst/>
              <a:cxnLst/>
              <a:rect l="l" t="t" r="r" b="b"/>
              <a:pathLst>
                <a:path w="773430" h="718820">
                  <a:moveTo>
                    <a:pt x="105748" y="0"/>
                  </a:moveTo>
                  <a:lnTo>
                    <a:pt x="67985" y="25624"/>
                  </a:lnTo>
                  <a:lnTo>
                    <a:pt x="39783" y="60218"/>
                  </a:lnTo>
                  <a:lnTo>
                    <a:pt x="20011" y="101781"/>
                  </a:lnTo>
                  <a:lnTo>
                    <a:pt x="7542" y="148310"/>
                  </a:lnTo>
                  <a:lnTo>
                    <a:pt x="1248" y="197805"/>
                  </a:lnTo>
                  <a:lnTo>
                    <a:pt x="0" y="248265"/>
                  </a:lnTo>
                  <a:lnTo>
                    <a:pt x="2668" y="297688"/>
                  </a:lnTo>
                  <a:lnTo>
                    <a:pt x="8126" y="344072"/>
                  </a:lnTo>
                  <a:lnTo>
                    <a:pt x="15244" y="385416"/>
                  </a:lnTo>
                  <a:lnTo>
                    <a:pt x="29949" y="444981"/>
                  </a:lnTo>
                  <a:lnTo>
                    <a:pt x="58238" y="520400"/>
                  </a:lnTo>
                  <a:lnTo>
                    <a:pt x="79302" y="565196"/>
                  </a:lnTo>
                  <a:lnTo>
                    <a:pt x="105950" y="613768"/>
                  </a:lnTo>
                  <a:lnTo>
                    <a:pt x="138909" y="665403"/>
                  </a:lnTo>
                  <a:lnTo>
                    <a:pt x="193264" y="709494"/>
                  </a:lnTo>
                  <a:lnTo>
                    <a:pt x="227520" y="718654"/>
                  </a:lnTo>
                  <a:lnTo>
                    <a:pt x="263743" y="717978"/>
                  </a:lnTo>
                  <a:lnTo>
                    <a:pt x="302405" y="711033"/>
                  </a:lnTo>
                  <a:lnTo>
                    <a:pt x="343605" y="702069"/>
                  </a:lnTo>
                  <a:lnTo>
                    <a:pt x="387012" y="690809"/>
                  </a:lnTo>
                  <a:lnTo>
                    <a:pt x="432295" y="676979"/>
                  </a:lnTo>
                  <a:lnTo>
                    <a:pt x="479123" y="660301"/>
                  </a:lnTo>
                  <a:lnTo>
                    <a:pt x="527165" y="640500"/>
                  </a:lnTo>
                  <a:lnTo>
                    <a:pt x="576089" y="617300"/>
                  </a:lnTo>
                  <a:lnTo>
                    <a:pt x="623478" y="591640"/>
                  </a:lnTo>
                  <a:lnTo>
                    <a:pt x="666518" y="565320"/>
                  </a:lnTo>
                  <a:lnTo>
                    <a:pt x="705306" y="538867"/>
                  </a:lnTo>
                  <a:lnTo>
                    <a:pt x="739936" y="512808"/>
                  </a:lnTo>
                  <a:lnTo>
                    <a:pt x="770502" y="487671"/>
                  </a:lnTo>
                  <a:lnTo>
                    <a:pt x="773181" y="459174"/>
                  </a:lnTo>
                  <a:lnTo>
                    <a:pt x="768136" y="434986"/>
                  </a:lnTo>
                  <a:lnTo>
                    <a:pt x="734939" y="393082"/>
                  </a:lnTo>
                  <a:lnTo>
                    <a:pt x="690965" y="375224"/>
                  </a:lnTo>
                  <a:lnTo>
                    <a:pt x="651818" y="393037"/>
                  </a:lnTo>
                  <a:lnTo>
                    <a:pt x="608350" y="410850"/>
                  </a:lnTo>
                  <a:lnTo>
                    <a:pt x="560625" y="428157"/>
                  </a:lnTo>
                  <a:lnTo>
                    <a:pt x="508709" y="444457"/>
                  </a:lnTo>
                  <a:lnTo>
                    <a:pt x="449829" y="459920"/>
                  </a:lnTo>
                  <a:lnTo>
                    <a:pt x="394251" y="471700"/>
                  </a:lnTo>
                  <a:lnTo>
                    <a:pt x="342487" y="480303"/>
                  </a:lnTo>
                  <a:lnTo>
                    <a:pt x="295051" y="486236"/>
                  </a:lnTo>
                  <a:lnTo>
                    <a:pt x="283033" y="439809"/>
                  </a:lnTo>
                  <a:lnTo>
                    <a:pt x="271331" y="392385"/>
                  </a:lnTo>
                  <a:lnTo>
                    <a:pt x="259980" y="343975"/>
                  </a:lnTo>
                  <a:lnTo>
                    <a:pt x="249016" y="294591"/>
                  </a:lnTo>
                  <a:lnTo>
                    <a:pt x="238476" y="244243"/>
                  </a:lnTo>
                  <a:lnTo>
                    <a:pt x="1057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4154226" y="2626137"/>
              <a:ext cx="773430" cy="718820"/>
            </a:xfrm>
            <a:custGeom>
              <a:avLst/>
              <a:gdLst/>
              <a:ahLst/>
              <a:cxnLst/>
              <a:rect l="l" t="t" r="r" b="b"/>
              <a:pathLst>
                <a:path w="773430" h="718820">
                  <a:moveTo>
                    <a:pt x="238476" y="244243"/>
                  </a:moveTo>
                  <a:lnTo>
                    <a:pt x="249016" y="294591"/>
                  </a:lnTo>
                  <a:lnTo>
                    <a:pt x="259980" y="343975"/>
                  </a:lnTo>
                  <a:lnTo>
                    <a:pt x="271331" y="392385"/>
                  </a:lnTo>
                  <a:lnTo>
                    <a:pt x="283033" y="439809"/>
                  </a:lnTo>
                  <a:lnTo>
                    <a:pt x="295051" y="486236"/>
                  </a:lnTo>
                  <a:lnTo>
                    <a:pt x="342487" y="480303"/>
                  </a:lnTo>
                  <a:lnTo>
                    <a:pt x="394251" y="471700"/>
                  </a:lnTo>
                  <a:lnTo>
                    <a:pt x="449829" y="459920"/>
                  </a:lnTo>
                  <a:lnTo>
                    <a:pt x="508709" y="444457"/>
                  </a:lnTo>
                  <a:lnTo>
                    <a:pt x="560625" y="428157"/>
                  </a:lnTo>
                  <a:lnTo>
                    <a:pt x="608350" y="410850"/>
                  </a:lnTo>
                  <a:lnTo>
                    <a:pt x="651818" y="393037"/>
                  </a:lnTo>
                  <a:lnTo>
                    <a:pt x="690965" y="375224"/>
                  </a:lnTo>
                  <a:lnTo>
                    <a:pt x="701055" y="377504"/>
                  </a:lnTo>
                  <a:lnTo>
                    <a:pt x="752827" y="409097"/>
                  </a:lnTo>
                  <a:lnTo>
                    <a:pt x="773181" y="459174"/>
                  </a:lnTo>
                  <a:lnTo>
                    <a:pt x="772469" y="477967"/>
                  </a:lnTo>
                  <a:lnTo>
                    <a:pt x="739936" y="512808"/>
                  </a:lnTo>
                  <a:lnTo>
                    <a:pt x="705306" y="538867"/>
                  </a:lnTo>
                  <a:lnTo>
                    <a:pt x="666518" y="565320"/>
                  </a:lnTo>
                  <a:lnTo>
                    <a:pt x="623478" y="591640"/>
                  </a:lnTo>
                  <a:lnTo>
                    <a:pt x="576089" y="617300"/>
                  </a:lnTo>
                  <a:lnTo>
                    <a:pt x="527165" y="640500"/>
                  </a:lnTo>
                  <a:lnTo>
                    <a:pt x="479123" y="660301"/>
                  </a:lnTo>
                  <a:lnTo>
                    <a:pt x="432295" y="676979"/>
                  </a:lnTo>
                  <a:lnTo>
                    <a:pt x="387012" y="690809"/>
                  </a:lnTo>
                  <a:lnTo>
                    <a:pt x="343605" y="702069"/>
                  </a:lnTo>
                  <a:lnTo>
                    <a:pt x="302405" y="711033"/>
                  </a:lnTo>
                  <a:lnTo>
                    <a:pt x="263743" y="717978"/>
                  </a:lnTo>
                  <a:lnTo>
                    <a:pt x="227520" y="718654"/>
                  </a:lnTo>
                  <a:lnTo>
                    <a:pt x="193264" y="709494"/>
                  </a:lnTo>
                  <a:lnTo>
                    <a:pt x="138909" y="665403"/>
                  </a:lnTo>
                  <a:lnTo>
                    <a:pt x="105950" y="613768"/>
                  </a:lnTo>
                  <a:lnTo>
                    <a:pt x="79302" y="565196"/>
                  </a:lnTo>
                  <a:lnTo>
                    <a:pt x="58238" y="520400"/>
                  </a:lnTo>
                  <a:lnTo>
                    <a:pt x="42030" y="480091"/>
                  </a:lnTo>
                  <a:lnTo>
                    <a:pt x="22895" y="419720"/>
                  </a:lnTo>
                  <a:lnTo>
                    <a:pt x="8126" y="344072"/>
                  </a:lnTo>
                  <a:lnTo>
                    <a:pt x="2668" y="297688"/>
                  </a:lnTo>
                  <a:lnTo>
                    <a:pt x="0" y="248265"/>
                  </a:lnTo>
                  <a:lnTo>
                    <a:pt x="1248" y="197805"/>
                  </a:lnTo>
                  <a:lnTo>
                    <a:pt x="7542" y="148310"/>
                  </a:lnTo>
                  <a:lnTo>
                    <a:pt x="20011" y="101781"/>
                  </a:lnTo>
                  <a:lnTo>
                    <a:pt x="39783" y="60218"/>
                  </a:lnTo>
                  <a:lnTo>
                    <a:pt x="67985" y="25624"/>
                  </a:lnTo>
                  <a:lnTo>
                    <a:pt x="105748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4387042" y="3000709"/>
              <a:ext cx="232473" cy="151215"/>
            </a:xfrm>
            <a:prstGeom prst="rect">
              <a:avLst/>
            </a:prstGeom>
          </p:spPr>
        </p:pic>
      </p:grpSp>
      <p:grpSp>
        <p:nvGrpSpPr>
          <p:cNvPr id="108" name="object 108" descr=""/>
          <p:cNvGrpSpPr/>
          <p:nvPr/>
        </p:nvGrpSpPr>
        <p:grpSpPr>
          <a:xfrm>
            <a:off x="12125225" y="2255441"/>
            <a:ext cx="1416685" cy="3348990"/>
            <a:chOff x="12125225" y="2255441"/>
            <a:chExt cx="1416685" cy="3348990"/>
          </a:xfrm>
        </p:grpSpPr>
        <p:pic>
          <p:nvPicPr>
            <p:cNvPr id="109" name="object 109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500285" y="2766358"/>
              <a:ext cx="1041323" cy="2837534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549231" y="2772632"/>
              <a:ext cx="963928" cy="1193649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125225" y="2255441"/>
              <a:ext cx="1415466" cy="1717121"/>
            </a:xfrm>
            <a:prstGeom prst="rect">
              <a:avLst/>
            </a:prstGeom>
          </p:spPr>
        </p:pic>
      </p:grpSp>
      <p:grpSp>
        <p:nvGrpSpPr>
          <p:cNvPr id="112" name="object 112" descr=""/>
          <p:cNvGrpSpPr/>
          <p:nvPr/>
        </p:nvGrpSpPr>
        <p:grpSpPr>
          <a:xfrm>
            <a:off x="2663579" y="2017820"/>
            <a:ext cx="1500505" cy="3588385"/>
            <a:chOff x="2663579" y="2017820"/>
            <a:chExt cx="1500505" cy="3588385"/>
          </a:xfrm>
        </p:grpSpPr>
        <p:pic>
          <p:nvPicPr>
            <p:cNvPr id="113" name="object 113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921416" y="2017820"/>
              <a:ext cx="1242099" cy="3587798"/>
            </a:xfrm>
            <a:prstGeom prst="rect">
              <a:avLst/>
            </a:prstGeom>
          </p:spPr>
        </p:pic>
        <p:pic>
          <p:nvPicPr>
            <p:cNvPr id="114" name="object 114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123325" y="3003135"/>
              <a:ext cx="189177" cy="54071"/>
            </a:xfrm>
            <a:prstGeom prst="rect">
              <a:avLst/>
            </a:prstGeom>
          </p:spPr>
        </p:pic>
        <p:pic>
          <p:nvPicPr>
            <p:cNvPr id="115" name="object 115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3116809" y="2996858"/>
              <a:ext cx="201972" cy="66636"/>
            </a:xfrm>
            <a:prstGeom prst="rect">
              <a:avLst/>
            </a:prstGeom>
          </p:spPr>
        </p:pic>
        <p:pic>
          <p:nvPicPr>
            <p:cNvPr id="116" name="object 116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335371" y="2769595"/>
              <a:ext cx="165335" cy="851398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3328869" y="2763246"/>
              <a:ext cx="178435" cy="864235"/>
            </a:xfrm>
            <a:custGeom>
              <a:avLst/>
              <a:gdLst/>
              <a:ahLst/>
              <a:cxnLst/>
              <a:rect l="l" t="t" r="r" b="b"/>
              <a:pathLst>
                <a:path w="178435" h="864235">
                  <a:moveTo>
                    <a:pt x="66678" y="0"/>
                  </a:moveTo>
                  <a:lnTo>
                    <a:pt x="64312" y="0"/>
                  </a:lnTo>
                  <a:lnTo>
                    <a:pt x="63003" y="209"/>
                  </a:lnTo>
                  <a:lnTo>
                    <a:pt x="5643" y="18784"/>
                  </a:lnTo>
                  <a:lnTo>
                    <a:pt x="2816" y="21381"/>
                  </a:lnTo>
                  <a:lnTo>
                    <a:pt x="0" y="28156"/>
                  </a:lnTo>
                  <a:lnTo>
                    <a:pt x="136" y="31988"/>
                  </a:lnTo>
                  <a:lnTo>
                    <a:pt x="28962" y="71474"/>
                  </a:lnTo>
                  <a:lnTo>
                    <a:pt x="38826" y="80144"/>
                  </a:lnTo>
                  <a:lnTo>
                    <a:pt x="36827" y="119789"/>
                  </a:lnTo>
                  <a:lnTo>
                    <a:pt x="34823" y="167139"/>
                  </a:lnTo>
                  <a:lnTo>
                    <a:pt x="32819" y="220519"/>
                  </a:lnTo>
                  <a:lnTo>
                    <a:pt x="30822" y="278253"/>
                  </a:lnTo>
                  <a:lnTo>
                    <a:pt x="28836" y="338665"/>
                  </a:lnTo>
                  <a:lnTo>
                    <a:pt x="24837" y="463455"/>
                  </a:lnTo>
                  <a:lnTo>
                    <a:pt x="22788" y="525695"/>
                  </a:lnTo>
                  <a:lnTo>
                    <a:pt x="20729" y="584945"/>
                  </a:lnTo>
                  <a:lnTo>
                    <a:pt x="18665" y="639351"/>
                  </a:lnTo>
                  <a:lnTo>
                    <a:pt x="16601" y="687057"/>
                  </a:lnTo>
                  <a:lnTo>
                    <a:pt x="14496" y="726962"/>
                  </a:lnTo>
                  <a:lnTo>
                    <a:pt x="14376" y="728888"/>
                  </a:lnTo>
                  <a:lnTo>
                    <a:pt x="15088" y="731558"/>
                  </a:lnTo>
                  <a:lnTo>
                    <a:pt x="99913" y="861900"/>
                  </a:lnTo>
                  <a:lnTo>
                    <a:pt x="103881" y="864026"/>
                  </a:lnTo>
                  <a:lnTo>
                    <a:pt x="108740" y="864015"/>
                  </a:lnTo>
                  <a:lnTo>
                    <a:pt x="113640" y="863649"/>
                  </a:lnTo>
                  <a:lnTo>
                    <a:pt x="117661" y="860832"/>
                  </a:lnTo>
                  <a:lnTo>
                    <a:pt x="121907" y="851460"/>
                  </a:lnTo>
                  <a:lnTo>
                    <a:pt x="108111" y="851460"/>
                  </a:lnTo>
                  <a:lnTo>
                    <a:pt x="27088" y="726962"/>
                  </a:lnTo>
                  <a:lnTo>
                    <a:pt x="30964" y="646120"/>
                  </a:lnTo>
                  <a:lnTo>
                    <a:pt x="32857" y="597152"/>
                  </a:lnTo>
                  <a:lnTo>
                    <a:pt x="34753" y="543579"/>
                  </a:lnTo>
                  <a:lnTo>
                    <a:pt x="36651" y="486719"/>
                  </a:lnTo>
                  <a:lnTo>
                    <a:pt x="42357" y="309560"/>
                  </a:lnTo>
                  <a:lnTo>
                    <a:pt x="44263" y="252699"/>
                  </a:lnTo>
                  <a:lnTo>
                    <a:pt x="46173" y="199127"/>
                  </a:lnTo>
                  <a:lnTo>
                    <a:pt x="47973" y="152749"/>
                  </a:lnTo>
                  <a:lnTo>
                    <a:pt x="49870" y="109756"/>
                  </a:lnTo>
                  <a:lnTo>
                    <a:pt x="51768" y="73997"/>
                  </a:lnTo>
                  <a:lnTo>
                    <a:pt x="47003" y="70992"/>
                  </a:lnTo>
                  <a:lnTo>
                    <a:pt x="19253" y="40543"/>
                  </a:lnTo>
                  <a:lnTo>
                    <a:pt x="13004" y="29611"/>
                  </a:lnTo>
                  <a:lnTo>
                    <a:pt x="65621" y="12565"/>
                  </a:lnTo>
                  <a:lnTo>
                    <a:pt x="116008" y="12565"/>
                  </a:lnTo>
                  <a:lnTo>
                    <a:pt x="67725" y="136"/>
                  </a:lnTo>
                  <a:lnTo>
                    <a:pt x="66678" y="0"/>
                  </a:lnTo>
                  <a:close/>
                </a:path>
                <a:path w="178435" h="864235">
                  <a:moveTo>
                    <a:pt x="116008" y="12565"/>
                  </a:moveTo>
                  <a:lnTo>
                    <a:pt x="65621" y="12565"/>
                  </a:lnTo>
                  <a:lnTo>
                    <a:pt x="114530" y="25161"/>
                  </a:lnTo>
                  <a:lnTo>
                    <a:pt x="108984" y="39074"/>
                  </a:lnTo>
                  <a:lnTo>
                    <a:pt x="83233" y="71296"/>
                  </a:lnTo>
                  <a:lnTo>
                    <a:pt x="89554" y="107110"/>
                  </a:lnTo>
                  <a:lnTo>
                    <a:pt x="95876" y="150159"/>
                  </a:lnTo>
                  <a:lnTo>
                    <a:pt x="102198" y="199127"/>
                  </a:lnTo>
                  <a:lnTo>
                    <a:pt x="108520" y="252699"/>
                  </a:lnTo>
                  <a:lnTo>
                    <a:pt x="114842" y="309560"/>
                  </a:lnTo>
                  <a:lnTo>
                    <a:pt x="121164" y="368393"/>
                  </a:lnTo>
                  <a:lnTo>
                    <a:pt x="127487" y="427885"/>
                  </a:lnTo>
                  <a:lnTo>
                    <a:pt x="133809" y="486719"/>
                  </a:lnTo>
                  <a:lnTo>
                    <a:pt x="140131" y="543579"/>
                  </a:lnTo>
                  <a:lnTo>
                    <a:pt x="146454" y="597152"/>
                  </a:lnTo>
                  <a:lnTo>
                    <a:pt x="152775" y="646120"/>
                  </a:lnTo>
                  <a:lnTo>
                    <a:pt x="159097" y="689169"/>
                  </a:lnTo>
                  <a:lnTo>
                    <a:pt x="165419" y="724983"/>
                  </a:lnTo>
                  <a:lnTo>
                    <a:pt x="108111" y="851460"/>
                  </a:lnTo>
                  <a:lnTo>
                    <a:pt x="121907" y="851460"/>
                  </a:lnTo>
                  <a:lnTo>
                    <a:pt x="177952" y="727778"/>
                  </a:lnTo>
                  <a:lnTo>
                    <a:pt x="178131" y="726208"/>
                  </a:lnTo>
                  <a:lnTo>
                    <a:pt x="178231" y="724983"/>
                  </a:lnTo>
                  <a:lnTo>
                    <a:pt x="177743" y="722532"/>
                  </a:lnTo>
                  <a:lnTo>
                    <a:pt x="170929" y="683493"/>
                  </a:lnTo>
                  <a:lnTo>
                    <a:pt x="164083" y="635873"/>
                  </a:lnTo>
                  <a:lnTo>
                    <a:pt x="157228" y="581534"/>
                  </a:lnTo>
                  <a:lnTo>
                    <a:pt x="150384" y="522335"/>
                  </a:lnTo>
                  <a:lnTo>
                    <a:pt x="143575" y="460135"/>
                  </a:lnTo>
                  <a:lnTo>
                    <a:pt x="130265" y="335286"/>
                  </a:lnTo>
                  <a:lnTo>
                    <a:pt x="123651" y="274769"/>
                  </a:lnTo>
                  <a:lnTo>
                    <a:pt x="116995" y="216913"/>
                  </a:lnTo>
                  <a:lnTo>
                    <a:pt x="110313" y="163384"/>
                  </a:lnTo>
                  <a:lnTo>
                    <a:pt x="103623" y="115849"/>
                  </a:lnTo>
                  <a:lnTo>
                    <a:pt x="96939" y="75976"/>
                  </a:lnTo>
                  <a:lnTo>
                    <a:pt x="98688" y="74322"/>
                  </a:lnTo>
                  <a:lnTo>
                    <a:pt x="121675" y="41631"/>
                  </a:lnTo>
                  <a:lnTo>
                    <a:pt x="127556" y="25685"/>
                  </a:lnTo>
                  <a:lnTo>
                    <a:pt x="127200" y="22104"/>
                  </a:lnTo>
                  <a:lnTo>
                    <a:pt x="123860" y="16062"/>
                  </a:lnTo>
                  <a:lnTo>
                    <a:pt x="121012" y="13852"/>
                  </a:lnTo>
                  <a:lnTo>
                    <a:pt x="11600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2928619" y="3636851"/>
              <a:ext cx="274320" cy="306070"/>
            </a:xfrm>
            <a:custGeom>
              <a:avLst/>
              <a:gdLst/>
              <a:ahLst/>
              <a:cxnLst/>
              <a:rect l="l" t="t" r="r" b="b"/>
              <a:pathLst>
                <a:path w="274319" h="306070">
                  <a:moveTo>
                    <a:pt x="88709" y="0"/>
                  </a:moveTo>
                  <a:lnTo>
                    <a:pt x="86280" y="0"/>
                  </a:lnTo>
                  <a:lnTo>
                    <a:pt x="85808" y="52"/>
                  </a:lnTo>
                  <a:lnTo>
                    <a:pt x="37157" y="21886"/>
                  </a:lnTo>
                  <a:lnTo>
                    <a:pt x="1382" y="59893"/>
                  </a:lnTo>
                  <a:lnTo>
                    <a:pt x="0" y="62060"/>
                  </a:lnTo>
                  <a:lnTo>
                    <a:pt x="73" y="64846"/>
                  </a:lnTo>
                  <a:lnTo>
                    <a:pt x="18868" y="91222"/>
                  </a:lnTo>
                  <a:lnTo>
                    <a:pt x="20522" y="97750"/>
                  </a:lnTo>
                  <a:lnTo>
                    <a:pt x="36566" y="138524"/>
                  </a:lnTo>
                  <a:lnTo>
                    <a:pt x="51471" y="162587"/>
                  </a:lnTo>
                  <a:lnTo>
                    <a:pt x="56144" y="170142"/>
                  </a:lnTo>
                  <a:lnTo>
                    <a:pt x="95657" y="250577"/>
                  </a:lnTo>
                  <a:lnTo>
                    <a:pt x="108677" y="283478"/>
                  </a:lnTo>
                  <a:lnTo>
                    <a:pt x="111206" y="292257"/>
                  </a:lnTo>
                  <a:lnTo>
                    <a:pt x="113999" y="299242"/>
                  </a:lnTo>
                  <a:lnTo>
                    <a:pt x="117682" y="303957"/>
                  </a:lnTo>
                  <a:lnTo>
                    <a:pt x="122886" y="305927"/>
                  </a:lnTo>
                  <a:lnTo>
                    <a:pt x="131011" y="305948"/>
                  </a:lnTo>
                  <a:lnTo>
                    <a:pt x="135430" y="297509"/>
                  </a:lnTo>
                  <a:lnTo>
                    <a:pt x="138110" y="291153"/>
                  </a:lnTo>
                  <a:lnTo>
                    <a:pt x="141204" y="279094"/>
                  </a:lnTo>
                  <a:lnTo>
                    <a:pt x="141156" y="266591"/>
                  </a:lnTo>
                  <a:lnTo>
                    <a:pt x="138671" y="254100"/>
                  </a:lnTo>
                  <a:lnTo>
                    <a:pt x="134456" y="242076"/>
                  </a:lnTo>
                  <a:lnTo>
                    <a:pt x="174325" y="242076"/>
                  </a:lnTo>
                  <a:lnTo>
                    <a:pt x="175823" y="241584"/>
                  </a:lnTo>
                  <a:lnTo>
                    <a:pt x="184504" y="236535"/>
                  </a:lnTo>
                  <a:lnTo>
                    <a:pt x="191289" y="230794"/>
                  </a:lnTo>
                  <a:lnTo>
                    <a:pt x="196255" y="225218"/>
                  </a:lnTo>
                  <a:lnTo>
                    <a:pt x="260607" y="225218"/>
                  </a:lnTo>
                  <a:lnTo>
                    <a:pt x="261022" y="224795"/>
                  </a:lnTo>
                  <a:lnTo>
                    <a:pt x="265456" y="217844"/>
                  </a:lnTo>
                  <a:lnTo>
                    <a:pt x="268180" y="211124"/>
                  </a:lnTo>
                  <a:lnTo>
                    <a:pt x="270284" y="204088"/>
                  </a:lnTo>
                  <a:lnTo>
                    <a:pt x="269771" y="197805"/>
                  </a:lnTo>
                  <a:lnTo>
                    <a:pt x="262817" y="187732"/>
                  </a:lnTo>
                  <a:lnTo>
                    <a:pt x="237720" y="187732"/>
                  </a:lnTo>
                  <a:lnTo>
                    <a:pt x="233804" y="187345"/>
                  </a:lnTo>
                  <a:lnTo>
                    <a:pt x="196538" y="165502"/>
                  </a:lnTo>
                  <a:lnTo>
                    <a:pt x="172863" y="107661"/>
                  </a:lnTo>
                  <a:lnTo>
                    <a:pt x="273220" y="107661"/>
                  </a:lnTo>
                  <a:lnTo>
                    <a:pt x="274033" y="105902"/>
                  </a:lnTo>
                  <a:lnTo>
                    <a:pt x="274274" y="97724"/>
                  </a:lnTo>
                  <a:lnTo>
                    <a:pt x="248049" y="87416"/>
                  </a:lnTo>
                  <a:lnTo>
                    <a:pt x="239461" y="83691"/>
                  </a:lnTo>
                  <a:lnTo>
                    <a:pt x="229769" y="78902"/>
                  </a:lnTo>
                  <a:lnTo>
                    <a:pt x="219050" y="72762"/>
                  </a:lnTo>
                  <a:lnTo>
                    <a:pt x="210035" y="67212"/>
                  </a:lnTo>
                  <a:lnTo>
                    <a:pt x="193889" y="53275"/>
                  </a:lnTo>
                  <a:lnTo>
                    <a:pt x="184140" y="48417"/>
                  </a:lnTo>
                  <a:lnTo>
                    <a:pt x="142244" y="34231"/>
                  </a:lnTo>
                  <a:lnTo>
                    <a:pt x="111221" y="29161"/>
                  </a:lnTo>
                  <a:lnTo>
                    <a:pt x="90615" y="931"/>
                  </a:lnTo>
                  <a:lnTo>
                    <a:pt x="88709" y="0"/>
                  </a:lnTo>
                  <a:close/>
                </a:path>
                <a:path w="274319" h="306070">
                  <a:moveTo>
                    <a:pt x="174325" y="242076"/>
                  </a:moveTo>
                  <a:lnTo>
                    <a:pt x="134456" y="242076"/>
                  </a:lnTo>
                  <a:lnTo>
                    <a:pt x="140938" y="244736"/>
                  </a:lnTo>
                  <a:lnTo>
                    <a:pt x="147827" y="246160"/>
                  </a:lnTo>
                  <a:lnTo>
                    <a:pt x="158267" y="246160"/>
                  </a:lnTo>
                  <a:lnTo>
                    <a:pt x="161764" y="245793"/>
                  </a:lnTo>
                  <a:lnTo>
                    <a:pt x="165167" y="245081"/>
                  </a:lnTo>
                  <a:lnTo>
                    <a:pt x="174325" y="242076"/>
                  </a:lnTo>
                  <a:close/>
                </a:path>
                <a:path w="274319" h="306070">
                  <a:moveTo>
                    <a:pt x="260607" y="225218"/>
                  </a:moveTo>
                  <a:lnTo>
                    <a:pt x="196255" y="225218"/>
                  </a:lnTo>
                  <a:lnTo>
                    <a:pt x="199972" y="227155"/>
                  </a:lnTo>
                  <a:lnTo>
                    <a:pt x="235971" y="237804"/>
                  </a:lnTo>
                  <a:lnTo>
                    <a:pt x="239940" y="237804"/>
                  </a:lnTo>
                  <a:lnTo>
                    <a:pt x="243542" y="237123"/>
                  </a:lnTo>
                  <a:lnTo>
                    <a:pt x="247008" y="235710"/>
                  </a:lnTo>
                  <a:lnTo>
                    <a:pt x="254873" y="231057"/>
                  </a:lnTo>
                  <a:lnTo>
                    <a:pt x="260607" y="225218"/>
                  </a:lnTo>
                  <a:close/>
                </a:path>
                <a:path w="274319" h="306070">
                  <a:moveTo>
                    <a:pt x="262651" y="187491"/>
                  </a:moveTo>
                  <a:lnTo>
                    <a:pt x="250945" y="187491"/>
                  </a:lnTo>
                  <a:lnTo>
                    <a:pt x="244275" y="187732"/>
                  </a:lnTo>
                  <a:lnTo>
                    <a:pt x="262817" y="187732"/>
                  </a:lnTo>
                  <a:lnTo>
                    <a:pt x="262651" y="187491"/>
                  </a:lnTo>
                  <a:close/>
                </a:path>
                <a:path w="274319" h="306070">
                  <a:moveTo>
                    <a:pt x="273220" y="107661"/>
                  </a:moveTo>
                  <a:lnTo>
                    <a:pt x="172863" y="107661"/>
                  </a:lnTo>
                  <a:lnTo>
                    <a:pt x="174780" y="107808"/>
                  </a:lnTo>
                  <a:lnTo>
                    <a:pt x="176685" y="107996"/>
                  </a:lnTo>
                  <a:lnTo>
                    <a:pt x="213270" y="120726"/>
                  </a:lnTo>
                  <a:lnTo>
                    <a:pt x="219378" y="123218"/>
                  </a:lnTo>
                  <a:lnTo>
                    <a:pt x="226015" y="125071"/>
                  </a:lnTo>
                  <a:lnTo>
                    <a:pt x="233532" y="126006"/>
                  </a:lnTo>
                  <a:lnTo>
                    <a:pt x="234359" y="126048"/>
                  </a:lnTo>
                  <a:lnTo>
                    <a:pt x="236055" y="126069"/>
                  </a:lnTo>
                  <a:lnTo>
                    <a:pt x="248524" y="124675"/>
                  </a:lnTo>
                  <a:lnTo>
                    <a:pt x="260761" y="120670"/>
                  </a:lnTo>
                  <a:lnTo>
                    <a:pt x="270140" y="114323"/>
                  </a:lnTo>
                  <a:lnTo>
                    <a:pt x="273220" y="1076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2921943" y="3630566"/>
              <a:ext cx="287020" cy="318770"/>
            </a:xfrm>
            <a:custGeom>
              <a:avLst/>
              <a:gdLst/>
              <a:ahLst/>
              <a:cxnLst/>
              <a:rect l="l" t="t" r="r" b="b"/>
              <a:pathLst>
                <a:path w="287019" h="318770">
                  <a:moveTo>
                    <a:pt x="97379" y="0"/>
                  </a:moveTo>
                  <a:lnTo>
                    <a:pt x="92489" y="0"/>
                  </a:lnTo>
                  <a:lnTo>
                    <a:pt x="91557" y="104"/>
                  </a:lnTo>
                  <a:lnTo>
                    <a:pt x="55432" y="13496"/>
                  </a:lnTo>
                  <a:lnTo>
                    <a:pt x="13663" y="47876"/>
                  </a:lnTo>
                  <a:lnTo>
                    <a:pt x="0" y="67118"/>
                  </a:lnTo>
                  <a:lnTo>
                    <a:pt x="146" y="72688"/>
                  </a:lnTo>
                  <a:lnTo>
                    <a:pt x="19727" y="100154"/>
                  </a:lnTo>
                  <a:lnTo>
                    <a:pt x="21377" y="106559"/>
                  </a:lnTo>
                  <a:lnTo>
                    <a:pt x="37683" y="147750"/>
                  </a:lnTo>
                  <a:lnTo>
                    <a:pt x="52817" y="172203"/>
                  </a:lnTo>
                  <a:lnTo>
                    <a:pt x="57426" y="179652"/>
                  </a:lnTo>
                  <a:lnTo>
                    <a:pt x="96613" y="259464"/>
                  </a:lnTo>
                  <a:lnTo>
                    <a:pt x="109284" y="291394"/>
                  </a:lnTo>
                  <a:lnTo>
                    <a:pt x="112156" y="301180"/>
                  </a:lnTo>
                  <a:lnTo>
                    <a:pt x="115831" y="309650"/>
                  </a:lnTo>
                  <a:lnTo>
                    <a:pt x="121191" y="315763"/>
                  </a:lnTo>
                  <a:lnTo>
                    <a:pt x="129116" y="318482"/>
                  </a:lnTo>
                  <a:lnTo>
                    <a:pt x="129912" y="318513"/>
                  </a:lnTo>
                  <a:lnTo>
                    <a:pt x="130215" y="318513"/>
                  </a:lnTo>
                  <a:lnTo>
                    <a:pt x="138421" y="316247"/>
                  </a:lnTo>
                  <a:lnTo>
                    <a:pt x="144379" y="310917"/>
                  </a:lnTo>
                  <a:lnTo>
                    <a:pt x="147558" y="305948"/>
                  </a:lnTo>
                  <a:lnTo>
                    <a:pt x="130006" y="305948"/>
                  </a:lnTo>
                  <a:lnTo>
                    <a:pt x="126721" y="303458"/>
                  </a:lnTo>
                  <a:lnTo>
                    <a:pt x="124045" y="297225"/>
                  </a:lnTo>
                  <a:lnTo>
                    <a:pt x="121460" y="288304"/>
                  </a:lnTo>
                  <a:lnTo>
                    <a:pt x="118446" y="277750"/>
                  </a:lnTo>
                  <a:lnTo>
                    <a:pt x="116586" y="272997"/>
                  </a:lnTo>
                  <a:lnTo>
                    <a:pt x="100098" y="237239"/>
                  </a:lnTo>
                  <a:lnTo>
                    <a:pt x="82684" y="200035"/>
                  </a:lnTo>
                  <a:lnTo>
                    <a:pt x="56263" y="154296"/>
                  </a:lnTo>
                  <a:lnTo>
                    <a:pt x="47472" y="139428"/>
                  </a:lnTo>
                  <a:lnTo>
                    <a:pt x="32606" y="99878"/>
                  </a:lnTo>
                  <a:lnTo>
                    <a:pt x="31391" y="94866"/>
                  </a:lnTo>
                  <a:lnTo>
                    <a:pt x="13350" y="69568"/>
                  </a:lnTo>
                  <a:lnTo>
                    <a:pt x="44018" y="35850"/>
                  </a:lnTo>
                  <a:lnTo>
                    <a:pt x="78437" y="16954"/>
                  </a:lnTo>
                  <a:lnTo>
                    <a:pt x="93421" y="12565"/>
                  </a:lnTo>
                  <a:lnTo>
                    <a:pt x="108981" y="12565"/>
                  </a:lnTo>
                  <a:lnTo>
                    <a:pt x="101180" y="1874"/>
                  </a:lnTo>
                  <a:lnTo>
                    <a:pt x="97379" y="0"/>
                  </a:lnTo>
                  <a:close/>
                </a:path>
                <a:path w="287019" h="318770">
                  <a:moveTo>
                    <a:pt x="121975" y="226055"/>
                  </a:moveTo>
                  <a:lnTo>
                    <a:pt x="129581" y="238686"/>
                  </a:lnTo>
                  <a:lnTo>
                    <a:pt x="137448" y="256068"/>
                  </a:lnTo>
                  <a:lnTo>
                    <a:pt x="141833" y="275684"/>
                  </a:lnTo>
                  <a:lnTo>
                    <a:pt x="138990" y="295017"/>
                  </a:lnTo>
                  <a:lnTo>
                    <a:pt x="134393" y="305948"/>
                  </a:lnTo>
                  <a:lnTo>
                    <a:pt x="147558" y="305948"/>
                  </a:lnTo>
                  <a:lnTo>
                    <a:pt x="148343" y="304722"/>
                  </a:lnTo>
                  <a:lnTo>
                    <a:pt x="150571" y="299865"/>
                  </a:lnTo>
                  <a:lnTo>
                    <a:pt x="153634" y="289607"/>
                  </a:lnTo>
                  <a:lnTo>
                    <a:pt x="154564" y="279067"/>
                  </a:lnTo>
                  <a:lnTo>
                    <a:pt x="153670" y="268413"/>
                  </a:lnTo>
                  <a:lnTo>
                    <a:pt x="151262" y="257814"/>
                  </a:lnTo>
                  <a:lnTo>
                    <a:pt x="171717" y="257814"/>
                  </a:lnTo>
                  <a:lnTo>
                    <a:pt x="173125" y="257520"/>
                  </a:lnTo>
                  <a:lnTo>
                    <a:pt x="183296" y="254379"/>
                  </a:lnTo>
                  <a:lnTo>
                    <a:pt x="191888" y="249919"/>
                  </a:lnTo>
                  <a:lnTo>
                    <a:pt x="196981" y="246160"/>
                  </a:lnTo>
                  <a:lnTo>
                    <a:pt x="161440" y="246160"/>
                  </a:lnTo>
                  <a:lnTo>
                    <a:pt x="150389" y="244813"/>
                  </a:lnTo>
                  <a:lnTo>
                    <a:pt x="139834" y="240894"/>
                  </a:lnTo>
                  <a:lnTo>
                    <a:pt x="130216" y="234582"/>
                  </a:lnTo>
                  <a:lnTo>
                    <a:pt x="121975" y="226055"/>
                  </a:lnTo>
                  <a:close/>
                </a:path>
                <a:path w="287019" h="318770">
                  <a:moveTo>
                    <a:pt x="171717" y="257814"/>
                  </a:moveTo>
                  <a:lnTo>
                    <a:pt x="151262" y="257814"/>
                  </a:lnTo>
                  <a:lnTo>
                    <a:pt x="154613" y="258410"/>
                  </a:lnTo>
                  <a:lnTo>
                    <a:pt x="158026" y="258725"/>
                  </a:lnTo>
                  <a:lnTo>
                    <a:pt x="165377" y="258725"/>
                  </a:lnTo>
                  <a:lnTo>
                    <a:pt x="169303" y="258316"/>
                  </a:lnTo>
                  <a:lnTo>
                    <a:pt x="171717" y="257814"/>
                  </a:lnTo>
                  <a:close/>
                </a:path>
                <a:path w="287019" h="318770">
                  <a:moveTo>
                    <a:pt x="268327" y="239301"/>
                  </a:moveTo>
                  <a:lnTo>
                    <a:pt x="204548" y="239301"/>
                  </a:lnTo>
                  <a:lnTo>
                    <a:pt x="207051" y="240463"/>
                  </a:lnTo>
                  <a:lnTo>
                    <a:pt x="242641" y="250369"/>
                  </a:lnTo>
                  <a:lnTo>
                    <a:pt x="247374" y="250369"/>
                  </a:lnTo>
                  <a:lnTo>
                    <a:pt x="251887" y="249510"/>
                  </a:lnTo>
                  <a:lnTo>
                    <a:pt x="256065" y="247814"/>
                  </a:lnTo>
                  <a:lnTo>
                    <a:pt x="265304" y="242361"/>
                  </a:lnTo>
                  <a:lnTo>
                    <a:pt x="268327" y="239301"/>
                  </a:lnTo>
                  <a:close/>
                </a:path>
                <a:path w="287019" h="318770">
                  <a:moveTo>
                    <a:pt x="201040" y="223281"/>
                  </a:moveTo>
                  <a:lnTo>
                    <a:pt x="167534" y="245845"/>
                  </a:lnTo>
                  <a:lnTo>
                    <a:pt x="164487" y="246160"/>
                  </a:lnTo>
                  <a:lnTo>
                    <a:pt x="196981" y="246160"/>
                  </a:lnTo>
                  <a:lnTo>
                    <a:pt x="198954" y="244704"/>
                  </a:lnTo>
                  <a:lnTo>
                    <a:pt x="204548" y="239301"/>
                  </a:lnTo>
                  <a:lnTo>
                    <a:pt x="268327" y="239301"/>
                  </a:lnTo>
                  <a:lnTo>
                    <a:pt x="269807" y="237804"/>
                  </a:lnTo>
                  <a:lnTo>
                    <a:pt x="242641" y="237804"/>
                  </a:lnTo>
                  <a:lnTo>
                    <a:pt x="236725" y="237239"/>
                  </a:lnTo>
                  <a:lnTo>
                    <a:pt x="230464" y="235714"/>
                  </a:lnTo>
                  <a:lnTo>
                    <a:pt x="223794" y="233479"/>
                  </a:lnTo>
                  <a:lnTo>
                    <a:pt x="209888" y="228202"/>
                  </a:lnTo>
                  <a:lnTo>
                    <a:pt x="204580" y="225354"/>
                  </a:lnTo>
                  <a:lnTo>
                    <a:pt x="201040" y="223281"/>
                  </a:lnTo>
                  <a:close/>
                </a:path>
                <a:path w="287019" h="318770">
                  <a:moveTo>
                    <a:pt x="281305" y="200056"/>
                  </a:moveTo>
                  <a:lnTo>
                    <a:pt x="263279" y="200056"/>
                  </a:lnTo>
                  <a:lnTo>
                    <a:pt x="266400" y="200601"/>
                  </a:lnTo>
                  <a:lnTo>
                    <a:pt x="268264" y="203292"/>
                  </a:lnTo>
                  <a:lnTo>
                    <a:pt x="248515" y="237312"/>
                  </a:lnTo>
                  <a:lnTo>
                    <a:pt x="245636" y="237804"/>
                  </a:lnTo>
                  <a:lnTo>
                    <a:pt x="269807" y="237804"/>
                  </a:lnTo>
                  <a:lnTo>
                    <a:pt x="272513" y="235066"/>
                  </a:lnTo>
                  <a:lnTo>
                    <a:pt x="277703" y="226993"/>
                  </a:lnTo>
                  <a:lnTo>
                    <a:pt x="280881" y="219207"/>
                  </a:lnTo>
                  <a:lnTo>
                    <a:pt x="283530" y="210297"/>
                  </a:lnTo>
                  <a:lnTo>
                    <a:pt x="282724" y="202109"/>
                  </a:lnTo>
                  <a:lnTo>
                    <a:pt x="281305" y="200056"/>
                  </a:lnTo>
                  <a:close/>
                </a:path>
                <a:path w="287019" h="318770">
                  <a:moveTo>
                    <a:pt x="176539" y="107441"/>
                  </a:moveTo>
                  <a:lnTo>
                    <a:pt x="172015" y="107441"/>
                  </a:lnTo>
                  <a:lnTo>
                    <a:pt x="170110" y="107483"/>
                  </a:lnTo>
                  <a:lnTo>
                    <a:pt x="197805" y="175146"/>
                  </a:lnTo>
                  <a:lnTo>
                    <a:pt x="235312" y="198946"/>
                  </a:lnTo>
                  <a:lnTo>
                    <a:pt x="244934" y="200297"/>
                  </a:lnTo>
                  <a:lnTo>
                    <a:pt x="252798" y="200297"/>
                  </a:lnTo>
                  <a:lnTo>
                    <a:pt x="256159" y="200056"/>
                  </a:lnTo>
                  <a:lnTo>
                    <a:pt x="281305" y="200056"/>
                  </a:lnTo>
                  <a:lnTo>
                    <a:pt x="272786" y="187732"/>
                  </a:lnTo>
                  <a:lnTo>
                    <a:pt x="244851" y="187732"/>
                  </a:lnTo>
                  <a:lnTo>
                    <a:pt x="241353" y="187397"/>
                  </a:lnTo>
                  <a:lnTo>
                    <a:pt x="189481" y="121629"/>
                  </a:lnTo>
                  <a:lnTo>
                    <a:pt x="223748" y="121629"/>
                  </a:lnTo>
                  <a:lnTo>
                    <a:pt x="216164" y="118200"/>
                  </a:lnTo>
                  <a:lnTo>
                    <a:pt x="203286" y="112505"/>
                  </a:lnTo>
                  <a:lnTo>
                    <a:pt x="186099" y="108310"/>
                  </a:lnTo>
                  <a:lnTo>
                    <a:pt x="180989" y="107619"/>
                  </a:lnTo>
                  <a:lnTo>
                    <a:pt x="176539" y="107441"/>
                  </a:lnTo>
                  <a:close/>
                </a:path>
                <a:path w="287019" h="318770">
                  <a:moveTo>
                    <a:pt x="272619" y="187491"/>
                  </a:moveTo>
                  <a:lnTo>
                    <a:pt x="257552" y="187491"/>
                  </a:lnTo>
                  <a:lnTo>
                    <a:pt x="250861" y="187732"/>
                  </a:lnTo>
                  <a:lnTo>
                    <a:pt x="272786" y="187732"/>
                  </a:lnTo>
                  <a:lnTo>
                    <a:pt x="272619" y="187491"/>
                  </a:lnTo>
                  <a:close/>
                </a:path>
                <a:path w="287019" h="318770">
                  <a:moveTo>
                    <a:pt x="223748" y="121629"/>
                  </a:moveTo>
                  <a:lnTo>
                    <a:pt x="189481" y="121629"/>
                  </a:lnTo>
                  <a:lnTo>
                    <a:pt x="198475" y="123472"/>
                  </a:lnTo>
                  <a:lnTo>
                    <a:pt x="211239" y="129786"/>
                  </a:lnTo>
                  <a:lnTo>
                    <a:pt x="241783" y="138634"/>
                  </a:lnTo>
                  <a:lnTo>
                    <a:pt x="242736" y="138634"/>
                  </a:lnTo>
                  <a:lnTo>
                    <a:pt x="257265" y="136941"/>
                  </a:lnTo>
                  <a:lnTo>
                    <a:pt x="271506" y="131931"/>
                  </a:lnTo>
                  <a:lnTo>
                    <a:pt x="279290" y="126069"/>
                  </a:lnTo>
                  <a:lnTo>
                    <a:pt x="241249" y="126058"/>
                  </a:lnTo>
                  <a:lnTo>
                    <a:pt x="240505" y="126017"/>
                  </a:lnTo>
                  <a:lnTo>
                    <a:pt x="227612" y="123377"/>
                  </a:lnTo>
                  <a:lnTo>
                    <a:pt x="223748" y="121629"/>
                  </a:lnTo>
                  <a:close/>
                </a:path>
                <a:path w="287019" h="318770">
                  <a:moveTo>
                    <a:pt x="108981" y="12565"/>
                  </a:moveTo>
                  <a:lnTo>
                    <a:pt x="93421" y="12565"/>
                  </a:lnTo>
                  <a:lnTo>
                    <a:pt x="114488" y="41433"/>
                  </a:lnTo>
                  <a:lnTo>
                    <a:pt x="120478" y="41967"/>
                  </a:lnTo>
                  <a:lnTo>
                    <a:pt x="128708" y="42930"/>
                  </a:lnTo>
                  <a:lnTo>
                    <a:pt x="173663" y="54150"/>
                  </a:lnTo>
                  <a:lnTo>
                    <a:pt x="211006" y="76628"/>
                  </a:lnTo>
                  <a:lnTo>
                    <a:pt x="222433" y="84395"/>
                  </a:lnTo>
                  <a:lnTo>
                    <a:pt x="243805" y="95809"/>
                  </a:lnTo>
                  <a:lnTo>
                    <a:pt x="260263" y="102660"/>
                  </a:lnTo>
                  <a:lnTo>
                    <a:pt x="270805" y="107278"/>
                  </a:lnTo>
                  <a:lnTo>
                    <a:pt x="274431" y="111996"/>
                  </a:lnTo>
                  <a:lnTo>
                    <a:pt x="271596" y="116898"/>
                  </a:lnTo>
                  <a:lnTo>
                    <a:pt x="264371" y="121436"/>
                  </a:lnTo>
                  <a:lnTo>
                    <a:pt x="254252" y="124771"/>
                  </a:lnTo>
                  <a:lnTo>
                    <a:pt x="242736" y="126069"/>
                  </a:lnTo>
                  <a:lnTo>
                    <a:pt x="279290" y="126069"/>
                  </a:lnTo>
                  <a:lnTo>
                    <a:pt x="282426" y="123708"/>
                  </a:lnTo>
                  <a:lnTo>
                    <a:pt x="286943" y="112505"/>
                  </a:lnTo>
                  <a:lnTo>
                    <a:pt x="286913" y="111996"/>
                  </a:lnTo>
                  <a:lnTo>
                    <a:pt x="257200" y="87922"/>
                  </a:lnTo>
                  <a:lnTo>
                    <a:pt x="248834" y="84298"/>
                  </a:lnTo>
                  <a:lnTo>
                    <a:pt x="239413" y="79649"/>
                  </a:lnTo>
                  <a:lnTo>
                    <a:pt x="229019" y="73704"/>
                  </a:lnTo>
                  <a:lnTo>
                    <a:pt x="220443" y="68416"/>
                  </a:lnTo>
                  <a:lnTo>
                    <a:pt x="204077" y="54291"/>
                  </a:lnTo>
                  <a:lnTo>
                    <a:pt x="193606" y="49077"/>
                  </a:lnTo>
                  <a:lnTo>
                    <a:pt x="150349" y="34393"/>
                  </a:lnTo>
                  <a:lnTo>
                    <a:pt x="121336" y="29496"/>
                  </a:lnTo>
                  <a:lnTo>
                    <a:pt x="108981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2669864" y="2714583"/>
              <a:ext cx="372745" cy="1016635"/>
            </a:xfrm>
            <a:custGeom>
              <a:avLst/>
              <a:gdLst/>
              <a:ahLst/>
              <a:cxnLst/>
              <a:rect l="l" t="t" r="r" b="b"/>
              <a:pathLst>
                <a:path w="372744" h="1016635">
                  <a:moveTo>
                    <a:pt x="258499" y="0"/>
                  </a:moveTo>
                  <a:lnTo>
                    <a:pt x="225420" y="27062"/>
                  </a:lnTo>
                  <a:lnTo>
                    <a:pt x="198703" y="60532"/>
                  </a:lnTo>
                  <a:lnTo>
                    <a:pt x="174016" y="98777"/>
                  </a:lnTo>
                  <a:lnTo>
                    <a:pt x="131270" y="172310"/>
                  </a:lnTo>
                  <a:lnTo>
                    <a:pt x="121363" y="188672"/>
                  </a:lnTo>
                  <a:lnTo>
                    <a:pt x="87860" y="250507"/>
                  </a:lnTo>
                  <a:lnTo>
                    <a:pt x="68742" y="295835"/>
                  </a:lnTo>
                  <a:lnTo>
                    <a:pt x="53131" y="340264"/>
                  </a:lnTo>
                  <a:lnTo>
                    <a:pt x="40255" y="383578"/>
                  </a:lnTo>
                  <a:lnTo>
                    <a:pt x="29341" y="425560"/>
                  </a:lnTo>
                  <a:lnTo>
                    <a:pt x="6758" y="518797"/>
                  </a:lnTo>
                  <a:lnTo>
                    <a:pt x="2287" y="535700"/>
                  </a:lnTo>
                  <a:lnTo>
                    <a:pt x="542" y="544386"/>
                  </a:lnTo>
                  <a:lnTo>
                    <a:pt x="0" y="553178"/>
                  </a:lnTo>
                  <a:lnTo>
                    <a:pt x="659" y="561956"/>
                  </a:lnTo>
                  <a:lnTo>
                    <a:pt x="16037" y="611344"/>
                  </a:lnTo>
                  <a:lnTo>
                    <a:pt x="33495" y="654491"/>
                  </a:lnTo>
                  <a:lnTo>
                    <a:pt x="54243" y="699397"/>
                  </a:lnTo>
                  <a:lnTo>
                    <a:pt x="77633" y="745418"/>
                  </a:lnTo>
                  <a:lnTo>
                    <a:pt x="103017" y="791911"/>
                  </a:lnTo>
                  <a:lnTo>
                    <a:pt x="129747" y="838233"/>
                  </a:lnTo>
                  <a:lnTo>
                    <a:pt x="157175" y="883741"/>
                  </a:lnTo>
                  <a:lnTo>
                    <a:pt x="184652" y="927791"/>
                  </a:lnTo>
                  <a:lnTo>
                    <a:pt x="211529" y="969739"/>
                  </a:lnTo>
                  <a:lnTo>
                    <a:pt x="239422" y="1012377"/>
                  </a:lnTo>
                  <a:lnTo>
                    <a:pt x="243955" y="1016482"/>
                  </a:lnTo>
                  <a:lnTo>
                    <a:pt x="252699" y="1016482"/>
                  </a:lnTo>
                  <a:lnTo>
                    <a:pt x="320125" y="980366"/>
                  </a:lnTo>
                  <a:lnTo>
                    <a:pt x="353125" y="947893"/>
                  </a:lnTo>
                  <a:lnTo>
                    <a:pt x="372590" y="915584"/>
                  </a:lnTo>
                  <a:lnTo>
                    <a:pt x="372486" y="913982"/>
                  </a:lnTo>
                  <a:lnTo>
                    <a:pt x="359549" y="884898"/>
                  </a:lnTo>
                  <a:lnTo>
                    <a:pt x="346526" y="854606"/>
                  </a:lnTo>
                  <a:lnTo>
                    <a:pt x="297137" y="736762"/>
                  </a:lnTo>
                  <a:lnTo>
                    <a:pt x="275718" y="686566"/>
                  </a:lnTo>
                  <a:lnTo>
                    <a:pt x="254950" y="639888"/>
                  </a:lnTo>
                  <a:lnTo>
                    <a:pt x="235302" y="598832"/>
                  </a:lnTo>
                  <a:lnTo>
                    <a:pt x="217244" y="565501"/>
                  </a:lnTo>
                  <a:lnTo>
                    <a:pt x="241578" y="526144"/>
                  </a:lnTo>
                  <a:lnTo>
                    <a:pt x="262450" y="485333"/>
                  </a:lnTo>
                  <a:lnTo>
                    <a:pt x="280675" y="443573"/>
                  </a:lnTo>
                  <a:lnTo>
                    <a:pt x="297068" y="401365"/>
                  </a:lnTo>
                  <a:lnTo>
                    <a:pt x="328626" y="314910"/>
                  </a:lnTo>
                  <a:lnTo>
                    <a:pt x="337068" y="292798"/>
                  </a:lnTo>
                  <a:lnTo>
                    <a:pt x="345827" y="271038"/>
                  </a:lnTo>
                  <a:lnTo>
                    <a:pt x="353780" y="233861"/>
                  </a:lnTo>
                  <a:lnTo>
                    <a:pt x="352732" y="184537"/>
                  </a:lnTo>
                  <a:lnTo>
                    <a:pt x="343844" y="130168"/>
                  </a:lnTo>
                  <a:lnTo>
                    <a:pt x="328276" y="77859"/>
                  </a:lnTo>
                  <a:lnTo>
                    <a:pt x="307189" y="34710"/>
                  </a:lnTo>
                  <a:lnTo>
                    <a:pt x="271358" y="2185"/>
                  </a:lnTo>
                  <a:lnTo>
                    <a:pt x="2584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2663579" y="2708303"/>
              <a:ext cx="385445" cy="1029335"/>
            </a:xfrm>
            <a:custGeom>
              <a:avLst/>
              <a:gdLst/>
              <a:ahLst/>
              <a:cxnLst/>
              <a:rect l="l" t="t" r="r" b="b"/>
              <a:pathLst>
                <a:path w="385444" h="1029335">
                  <a:moveTo>
                    <a:pt x="264925" y="0"/>
                  </a:moveTo>
                  <a:lnTo>
                    <a:pt x="227416" y="28728"/>
                  </a:lnTo>
                  <a:lnTo>
                    <a:pt x="200179" y="62732"/>
                  </a:lnTo>
                  <a:lnTo>
                    <a:pt x="175127" y="101473"/>
                  </a:lnTo>
                  <a:lnTo>
                    <a:pt x="151368" y="142236"/>
                  </a:lnTo>
                  <a:lnTo>
                    <a:pt x="141865" y="158777"/>
                  </a:lnTo>
                  <a:lnTo>
                    <a:pt x="132215" y="175281"/>
                  </a:lnTo>
                  <a:lnTo>
                    <a:pt x="122438" y="191430"/>
                  </a:lnTo>
                  <a:lnTo>
                    <a:pt x="112374" y="207166"/>
                  </a:lnTo>
                  <a:lnTo>
                    <a:pt x="112050" y="207710"/>
                  </a:lnTo>
                  <a:lnTo>
                    <a:pt x="88467" y="254079"/>
                  </a:lnTo>
                  <a:lnTo>
                    <a:pt x="69206" y="299720"/>
                  </a:lnTo>
                  <a:lnTo>
                    <a:pt x="53487" y="344424"/>
                  </a:lnTo>
                  <a:lnTo>
                    <a:pt x="40531" y="387983"/>
                  </a:lnTo>
                  <a:lnTo>
                    <a:pt x="29555" y="430189"/>
                  </a:lnTo>
                  <a:lnTo>
                    <a:pt x="19780" y="470833"/>
                  </a:lnTo>
                  <a:lnTo>
                    <a:pt x="15511" y="488804"/>
                  </a:lnTo>
                  <a:lnTo>
                    <a:pt x="11267" y="506335"/>
                  </a:lnTo>
                  <a:lnTo>
                    <a:pt x="6961" y="523489"/>
                  </a:lnTo>
                  <a:lnTo>
                    <a:pt x="2503" y="540329"/>
                  </a:lnTo>
                  <a:lnTo>
                    <a:pt x="593" y="549857"/>
                  </a:lnTo>
                  <a:lnTo>
                    <a:pt x="16362" y="619616"/>
                  </a:lnTo>
                  <a:lnTo>
                    <a:pt x="33900" y="662994"/>
                  </a:lnTo>
                  <a:lnTo>
                    <a:pt x="54731" y="708112"/>
                  </a:lnTo>
                  <a:lnTo>
                    <a:pt x="78206" y="754328"/>
                  </a:lnTo>
                  <a:lnTo>
                    <a:pt x="103674" y="800999"/>
                  </a:lnTo>
                  <a:lnTo>
                    <a:pt x="130488" y="847482"/>
                  </a:lnTo>
                  <a:lnTo>
                    <a:pt x="157997" y="893134"/>
                  </a:lnTo>
                  <a:lnTo>
                    <a:pt x="185552" y="937313"/>
                  </a:lnTo>
                  <a:lnTo>
                    <a:pt x="212504" y="979376"/>
                  </a:lnTo>
                  <a:lnTo>
                    <a:pt x="238203" y="1018681"/>
                  </a:lnTo>
                  <a:lnTo>
                    <a:pt x="249983" y="1029036"/>
                  </a:lnTo>
                  <a:lnTo>
                    <a:pt x="258977" y="1029036"/>
                  </a:lnTo>
                  <a:lnTo>
                    <a:pt x="292686" y="1017845"/>
                  </a:lnTo>
                  <a:lnTo>
                    <a:pt x="294619" y="1016482"/>
                  </a:lnTo>
                  <a:lnTo>
                    <a:pt x="254391" y="1016482"/>
                  </a:lnTo>
                  <a:lnTo>
                    <a:pt x="250831" y="1015016"/>
                  </a:lnTo>
                  <a:lnTo>
                    <a:pt x="221787" y="970577"/>
                  </a:lnTo>
                  <a:lnTo>
                    <a:pt x="194146" y="927339"/>
                  </a:lnTo>
                  <a:lnTo>
                    <a:pt x="166341" y="882615"/>
                  </a:lnTo>
                  <a:lnTo>
                    <a:pt x="138940" y="836968"/>
                  </a:lnTo>
                  <a:lnTo>
                    <a:pt x="112510" y="790958"/>
                  </a:lnTo>
                  <a:lnTo>
                    <a:pt x="87622" y="745149"/>
                  </a:lnTo>
                  <a:lnTo>
                    <a:pt x="64842" y="700100"/>
                  </a:lnTo>
                  <a:lnTo>
                    <a:pt x="44739" y="656373"/>
                  </a:lnTo>
                  <a:lnTo>
                    <a:pt x="27882" y="614531"/>
                  </a:lnTo>
                  <a:lnTo>
                    <a:pt x="14838" y="575134"/>
                  </a:lnTo>
                  <a:lnTo>
                    <a:pt x="12558" y="559401"/>
                  </a:lnTo>
                  <a:lnTo>
                    <a:pt x="13050" y="551477"/>
                  </a:lnTo>
                  <a:lnTo>
                    <a:pt x="14629" y="543637"/>
                  </a:lnTo>
                  <a:lnTo>
                    <a:pt x="25477" y="501078"/>
                  </a:lnTo>
                  <a:lnTo>
                    <a:pt x="36051" y="456707"/>
                  </a:lnTo>
                  <a:lnTo>
                    <a:pt x="47444" y="410701"/>
                  </a:lnTo>
                  <a:lnTo>
                    <a:pt x="60747" y="363235"/>
                  </a:lnTo>
                  <a:lnTo>
                    <a:pt x="77051" y="314485"/>
                  </a:lnTo>
                  <a:lnTo>
                    <a:pt x="97450" y="264627"/>
                  </a:lnTo>
                  <a:lnTo>
                    <a:pt x="123034" y="213836"/>
                  </a:lnTo>
                  <a:lnTo>
                    <a:pt x="149819" y="170114"/>
                  </a:lnTo>
                  <a:lnTo>
                    <a:pt x="176151" y="124391"/>
                  </a:lnTo>
                  <a:lnTo>
                    <a:pt x="203268" y="80402"/>
                  </a:lnTo>
                  <a:lnTo>
                    <a:pt x="232405" y="41882"/>
                  </a:lnTo>
                  <a:lnTo>
                    <a:pt x="264799" y="12565"/>
                  </a:lnTo>
                  <a:lnTo>
                    <a:pt x="296611" y="12565"/>
                  </a:lnTo>
                  <a:lnTo>
                    <a:pt x="293107" y="9436"/>
                  </a:lnTo>
                  <a:lnTo>
                    <a:pt x="279309" y="2364"/>
                  </a:lnTo>
                  <a:lnTo>
                    <a:pt x="264925" y="0"/>
                  </a:lnTo>
                  <a:close/>
                </a:path>
                <a:path w="385444" h="1029335">
                  <a:moveTo>
                    <a:pt x="296611" y="12565"/>
                  </a:moveTo>
                  <a:lnTo>
                    <a:pt x="264925" y="12565"/>
                  </a:lnTo>
                  <a:lnTo>
                    <a:pt x="291210" y="23968"/>
                  </a:lnTo>
                  <a:lnTo>
                    <a:pt x="314027" y="54144"/>
                  </a:lnTo>
                  <a:lnTo>
                    <a:pt x="332525" y="97038"/>
                  </a:lnTo>
                  <a:lnTo>
                    <a:pt x="345857" y="146599"/>
                  </a:lnTo>
                  <a:lnTo>
                    <a:pt x="353173" y="196772"/>
                  </a:lnTo>
                  <a:lnTo>
                    <a:pt x="353627" y="241505"/>
                  </a:lnTo>
                  <a:lnTo>
                    <a:pt x="346367" y="274745"/>
                  </a:lnTo>
                  <a:lnTo>
                    <a:pt x="326948" y="324559"/>
                  </a:lnTo>
                  <a:lnTo>
                    <a:pt x="308555" y="375171"/>
                  </a:lnTo>
                  <a:lnTo>
                    <a:pt x="289729" y="425878"/>
                  </a:lnTo>
                  <a:lnTo>
                    <a:pt x="269010" y="475978"/>
                  </a:lnTo>
                  <a:lnTo>
                    <a:pt x="244939" y="524771"/>
                  </a:lnTo>
                  <a:lnTo>
                    <a:pt x="216057" y="571553"/>
                  </a:lnTo>
                  <a:lnTo>
                    <a:pt x="233361" y="602814"/>
                  </a:lnTo>
                  <a:lnTo>
                    <a:pt x="252327" y="641894"/>
                  </a:lnTo>
                  <a:lnTo>
                    <a:pt x="272444" y="686666"/>
                  </a:lnTo>
                  <a:lnTo>
                    <a:pt x="293200" y="735003"/>
                  </a:lnTo>
                  <a:lnTo>
                    <a:pt x="314086" y="784777"/>
                  </a:lnTo>
                  <a:lnTo>
                    <a:pt x="334589" y="833861"/>
                  </a:lnTo>
                  <a:lnTo>
                    <a:pt x="354200" y="880127"/>
                  </a:lnTo>
                  <a:lnTo>
                    <a:pt x="372408" y="921448"/>
                  </a:lnTo>
                  <a:lnTo>
                    <a:pt x="354384" y="950472"/>
                  </a:lnTo>
                  <a:lnTo>
                    <a:pt x="322863" y="981565"/>
                  </a:lnTo>
                  <a:lnTo>
                    <a:pt x="287756" y="1006358"/>
                  </a:lnTo>
                  <a:lnTo>
                    <a:pt x="258977" y="1016482"/>
                  </a:lnTo>
                  <a:lnTo>
                    <a:pt x="294619" y="1016482"/>
                  </a:lnTo>
                  <a:lnTo>
                    <a:pt x="331400" y="990543"/>
                  </a:lnTo>
                  <a:lnTo>
                    <a:pt x="365256" y="956538"/>
                  </a:lnTo>
                  <a:lnTo>
                    <a:pt x="384387" y="925238"/>
                  </a:lnTo>
                  <a:lnTo>
                    <a:pt x="385329" y="922286"/>
                  </a:lnTo>
                  <a:lnTo>
                    <a:pt x="385130" y="919081"/>
                  </a:lnTo>
                  <a:lnTo>
                    <a:pt x="383843" y="916254"/>
                  </a:lnTo>
                  <a:lnTo>
                    <a:pt x="371581" y="888656"/>
                  </a:lnTo>
                  <a:lnTo>
                    <a:pt x="358585" y="858425"/>
                  </a:lnTo>
                  <a:lnTo>
                    <a:pt x="344968" y="826123"/>
                  </a:lnTo>
                  <a:lnTo>
                    <a:pt x="309690" y="741760"/>
                  </a:lnTo>
                  <a:lnTo>
                    <a:pt x="288697" y="692505"/>
                  </a:lnTo>
                  <a:lnTo>
                    <a:pt x="268292" y="646498"/>
                  </a:lnTo>
                  <a:lnTo>
                    <a:pt x="248905" y="605687"/>
                  </a:lnTo>
                  <a:lnTo>
                    <a:pt x="230968" y="572024"/>
                  </a:lnTo>
                  <a:lnTo>
                    <a:pt x="260237" y="522828"/>
                  </a:lnTo>
                  <a:lnTo>
                    <a:pt x="284582" y="471751"/>
                  </a:lnTo>
                  <a:lnTo>
                    <a:pt x="305541" y="419702"/>
                  </a:lnTo>
                  <a:lnTo>
                    <a:pt x="324651" y="367590"/>
                  </a:lnTo>
                  <a:lnTo>
                    <a:pt x="332622" y="345564"/>
                  </a:lnTo>
                  <a:lnTo>
                    <a:pt x="340791" y="323395"/>
                  </a:lnTo>
                  <a:lnTo>
                    <a:pt x="349220" y="301318"/>
                  </a:lnTo>
                  <a:lnTo>
                    <a:pt x="357969" y="279562"/>
                  </a:lnTo>
                  <a:lnTo>
                    <a:pt x="366146" y="241501"/>
                  </a:lnTo>
                  <a:lnTo>
                    <a:pt x="365145" y="190975"/>
                  </a:lnTo>
                  <a:lnTo>
                    <a:pt x="356132" y="135281"/>
                  </a:lnTo>
                  <a:lnTo>
                    <a:pt x="340277" y="81717"/>
                  </a:lnTo>
                  <a:lnTo>
                    <a:pt x="318745" y="37580"/>
                  </a:lnTo>
                  <a:lnTo>
                    <a:pt x="306269" y="21185"/>
                  </a:lnTo>
                  <a:lnTo>
                    <a:pt x="296611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2" name="object 122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401444" y="1850908"/>
            <a:ext cx="1698387" cy="3752982"/>
          </a:xfrm>
          <a:prstGeom prst="rect">
            <a:avLst/>
          </a:prstGeom>
        </p:spPr>
      </p:pic>
      <p:grpSp>
        <p:nvGrpSpPr>
          <p:cNvPr id="123" name="object 123" descr=""/>
          <p:cNvGrpSpPr/>
          <p:nvPr/>
        </p:nvGrpSpPr>
        <p:grpSpPr>
          <a:xfrm>
            <a:off x="18130518" y="2268749"/>
            <a:ext cx="1179195" cy="3329304"/>
            <a:chOff x="18130518" y="2268749"/>
            <a:chExt cx="1179195" cy="3329304"/>
          </a:xfrm>
        </p:grpSpPr>
        <p:sp>
          <p:nvSpPr>
            <p:cNvPr id="124" name="object 124" descr=""/>
            <p:cNvSpPr/>
            <p:nvPr/>
          </p:nvSpPr>
          <p:spPr>
            <a:xfrm>
              <a:off x="18496573" y="2303442"/>
              <a:ext cx="474345" cy="534670"/>
            </a:xfrm>
            <a:custGeom>
              <a:avLst/>
              <a:gdLst/>
              <a:ahLst/>
              <a:cxnLst/>
              <a:rect l="l" t="t" r="r" b="b"/>
              <a:pathLst>
                <a:path w="474344" h="534669">
                  <a:moveTo>
                    <a:pt x="211429" y="395668"/>
                  </a:moveTo>
                  <a:lnTo>
                    <a:pt x="211366" y="392163"/>
                  </a:lnTo>
                  <a:lnTo>
                    <a:pt x="209994" y="389077"/>
                  </a:lnTo>
                  <a:lnTo>
                    <a:pt x="205930" y="368541"/>
                  </a:lnTo>
                  <a:lnTo>
                    <a:pt x="203047" y="332600"/>
                  </a:lnTo>
                  <a:lnTo>
                    <a:pt x="201015" y="287451"/>
                  </a:lnTo>
                  <a:lnTo>
                    <a:pt x="199402" y="238569"/>
                  </a:lnTo>
                  <a:lnTo>
                    <a:pt x="198513" y="215315"/>
                  </a:lnTo>
                  <a:lnTo>
                    <a:pt x="198513" y="394182"/>
                  </a:lnTo>
                  <a:lnTo>
                    <a:pt x="178282" y="405574"/>
                  </a:lnTo>
                  <a:lnTo>
                    <a:pt x="161544" y="420712"/>
                  </a:lnTo>
                  <a:lnTo>
                    <a:pt x="148361" y="438886"/>
                  </a:lnTo>
                  <a:lnTo>
                    <a:pt x="138760" y="459409"/>
                  </a:lnTo>
                  <a:lnTo>
                    <a:pt x="137617" y="462686"/>
                  </a:lnTo>
                  <a:lnTo>
                    <a:pt x="138176" y="468782"/>
                  </a:lnTo>
                  <a:lnTo>
                    <a:pt x="138252" y="471398"/>
                  </a:lnTo>
                  <a:lnTo>
                    <a:pt x="103619" y="496925"/>
                  </a:lnTo>
                  <a:lnTo>
                    <a:pt x="91122" y="497027"/>
                  </a:lnTo>
                  <a:lnTo>
                    <a:pt x="76771" y="495998"/>
                  </a:lnTo>
                  <a:lnTo>
                    <a:pt x="61849" y="492379"/>
                  </a:lnTo>
                  <a:lnTo>
                    <a:pt x="47129" y="485406"/>
                  </a:lnTo>
                  <a:lnTo>
                    <a:pt x="33337" y="474268"/>
                  </a:lnTo>
                  <a:lnTo>
                    <a:pt x="59016" y="468782"/>
                  </a:lnTo>
                  <a:lnTo>
                    <a:pt x="73177" y="463842"/>
                  </a:lnTo>
                  <a:lnTo>
                    <a:pt x="80822" y="456641"/>
                  </a:lnTo>
                  <a:lnTo>
                    <a:pt x="86245" y="445846"/>
                  </a:lnTo>
                  <a:lnTo>
                    <a:pt x="86982" y="444385"/>
                  </a:lnTo>
                  <a:lnTo>
                    <a:pt x="76847" y="445846"/>
                  </a:lnTo>
                  <a:lnTo>
                    <a:pt x="64135" y="445846"/>
                  </a:lnTo>
                  <a:lnTo>
                    <a:pt x="53733" y="445490"/>
                  </a:lnTo>
                  <a:lnTo>
                    <a:pt x="43091" y="444207"/>
                  </a:lnTo>
                  <a:lnTo>
                    <a:pt x="33007" y="441693"/>
                  </a:lnTo>
                  <a:lnTo>
                    <a:pt x="24320" y="437616"/>
                  </a:lnTo>
                  <a:lnTo>
                    <a:pt x="44488" y="425081"/>
                  </a:lnTo>
                  <a:lnTo>
                    <a:pt x="54902" y="412508"/>
                  </a:lnTo>
                  <a:lnTo>
                    <a:pt x="58902" y="392341"/>
                  </a:lnTo>
                  <a:lnTo>
                    <a:pt x="59791" y="357035"/>
                  </a:lnTo>
                  <a:lnTo>
                    <a:pt x="53721" y="332841"/>
                  </a:lnTo>
                  <a:lnTo>
                    <a:pt x="39687" y="294297"/>
                  </a:lnTo>
                  <a:lnTo>
                    <a:pt x="24384" y="254482"/>
                  </a:lnTo>
                  <a:lnTo>
                    <a:pt x="14478" y="226504"/>
                  </a:lnTo>
                  <a:lnTo>
                    <a:pt x="12941" y="215874"/>
                  </a:lnTo>
                  <a:lnTo>
                    <a:pt x="12458" y="192354"/>
                  </a:lnTo>
                  <a:lnTo>
                    <a:pt x="16725" y="159702"/>
                  </a:lnTo>
                  <a:lnTo>
                    <a:pt x="29451" y="121678"/>
                  </a:lnTo>
                  <a:lnTo>
                    <a:pt x="54356" y="82054"/>
                  </a:lnTo>
                  <a:lnTo>
                    <a:pt x="95148" y="44589"/>
                  </a:lnTo>
                  <a:lnTo>
                    <a:pt x="155524" y="13042"/>
                  </a:lnTo>
                  <a:lnTo>
                    <a:pt x="157162" y="12560"/>
                  </a:lnTo>
                  <a:lnTo>
                    <a:pt x="157962" y="12560"/>
                  </a:lnTo>
                  <a:lnTo>
                    <a:pt x="177241" y="66408"/>
                  </a:lnTo>
                  <a:lnTo>
                    <a:pt x="182143" y="122466"/>
                  </a:lnTo>
                  <a:lnTo>
                    <a:pt x="185191" y="187960"/>
                  </a:lnTo>
                  <a:lnTo>
                    <a:pt x="187363" y="255371"/>
                  </a:lnTo>
                  <a:lnTo>
                    <a:pt x="189649" y="317207"/>
                  </a:lnTo>
                  <a:lnTo>
                    <a:pt x="193040" y="365975"/>
                  </a:lnTo>
                  <a:lnTo>
                    <a:pt x="198513" y="394182"/>
                  </a:lnTo>
                  <a:lnTo>
                    <a:pt x="198513" y="215315"/>
                  </a:lnTo>
                  <a:lnTo>
                    <a:pt x="195757" y="143217"/>
                  </a:lnTo>
                  <a:lnTo>
                    <a:pt x="190893" y="74968"/>
                  </a:lnTo>
                  <a:lnTo>
                    <a:pt x="183705" y="30835"/>
                  </a:lnTo>
                  <a:lnTo>
                    <a:pt x="157962" y="0"/>
                  </a:lnTo>
                  <a:lnTo>
                    <a:pt x="155625" y="0"/>
                  </a:lnTo>
                  <a:lnTo>
                    <a:pt x="85775" y="35699"/>
                  </a:lnTo>
                  <a:lnTo>
                    <a:pt x="42316" y="76644"/>
                  </a:lnTo>
                  <a:lnTo>
                    <a:pt x="16395" y="119875"/>
                  </a:lnTo>
                  <a:lnTo>
                    <a:pt x="3708" y="161086"/>
                  </a:lnTo>
                  <a:lnTo>
                    <a:pt x="0" y="196024"/>
                  </a:lnTo>
                  <a:lnTo>
                    <a:pt x="977" y="220383"/>
                  </a:lnTo>
                  <a:lnTo>
                    <a:pt x="14389" y="263525"/>
                  </a:lnTo>
                  <a:lnTo>
                    <a:pt x="28676" y="300697"/>
                  </a:lnTo>
                  <a:lnTo>
                    <a:pt x="37452" y="324332"/>
                  </a:lnTo>
                  <a:lnTo>
                    <a:pt x="44361" y="344703"/>
                  </a:lnTo>
                  <a:lnTo>
                    <a:pt x="47231" y="356920"/>
                  </a:lnTo>
                  <a:lnTo>
                    <a:pt x="42595" y="389597"/>
                  </a:lnTo>
                  <a:lnTo>
                    <a:pt x="32829" y="411022"/>
                  </a:lnTo>
                  <a:lnTo>
                    <a:pt x="22936" y="422859"/>
                  </a:lnTo>
                  <a:lnTo>
                    <a:pt x="17932" y="426796"/>
                  </a:lnTo>
                  <a:lnTo>
                    <a:pt x="14224" y="429044"/>
                  </a:lnTo>
                  <a:lnTo>
                    <a:pt x="11874" y="433082"/>
                  </a:lnTo>
                  <a:lnTo>
                    <a:pt x="46774" y="457441"/>
                  </a:lnTo>
                  <a:lnTo>
                    <a:pt x="41135" y="459435"/>
                  </a:lnTo>
                  <a:lnTo>
                    <a:pt x="35547" y="460984"/>
                  </a:lnTo>
                  <a:lnTo>
                    <a:pt x="26339" y="462876"/>
                  </a:lnTo>
                  <a:lnTo>
                    <a:pt x="22682" y="466166"/>
                  </a:lnTo>
                  <a:lnTo>
                    <a:pt x="19977" y="474941"/>
                  </a:lnTo>
                  <a:lnTo>
                    <a:pt x="21120" y="479717"/>
                  </a:lnTo>
                  <a:lnTo>
                    <a:pt x="24320" y="483019"/>
                  </a:lnTo>
                  <a:lnTo>
                    <a:pt x="38112" y="494499"/>
                  </a:lnTo>
                  <a:lnTo>
                    <a:pt x="54000" y="502818"/>
                  </a:lnTo>
                  <a:lnTo>
                    <a:pt x="71742" y="507885"/>
                  </a:lnTo>
                  <a:lnTo>
                    <a:pt x="91122" y="509587"/>
                  </a:lnTo>
                  <a:lnTo>
                    <a:pt x="107403" y="508520"/>
                  </a:lnTo>
                  <a:lnTo>
                    <a:pt x="145465" y="491451"/>
                  </a:lnTo>
                  <a:lnTo>
                    <a:pt x="150888" y="471398"/>
                  </a:lnTo>
                  <a:lnTo>
                    <a:pt x="150418" y="464083"/>
                  </a:lnTo>
                  <a:lnTo>
                    <a:pt x="150571" y="463702"/>
                  </a:lnTo>
                  <a:lnTo>
                    <a:pt x="171602" y="428396"/>
                  </a:lnTo>
                  <a:lnTo>
                    <a:pt x="203403" y="405752"/>
                  </a:lnTo>
                  <a:lnTo>
                    <a:pt x="206502" y="404444"/>
                  </a:lnTo>
                  <a:lnTo>
                    <a:pt x="208953" y="401942"/>
                  </a:lnTo>
                  <a:lnTo>
                    <a:pt x="211429" y="395668"/>
                  </a:lnTo>
                  <a:close/>
                </a:path>
                <a:path w="474344" h="534669">
                  <a:moveTo>
                    <a:pt x="474116" y="207403"/>
                  </a:moveTo>
                  <a:lnTo>
                    <a:pt x="469709" y="164503"/>
                  </a:lnTo>
                  <a:lnTo>
                    <a:pt x="461632" y="141960"/>
                  </a:lnTo>
                  <a:lnTo>
                    <a:pt x="461632" y="203504"/>
                  </a:lnTo>
                  <a:lnTo>
                    <a:pt x="459447" y="236372"/>
                  </a:lnTo>
                  <a:lnTo>
                    <a:pt x="454380" y="259346"/>
                  </a:lnTo>
                  <a:lnTo>
                    <a:pt x="450811" y="269468"/>
                  </a:lnTo>
                  <a:lnTo>
                    <a:pt x="435635" y="294982"/>
                  </a:lnTo>
                  <a:lnTo>
                    <a:pt x="412864" y="331038"/>
                  </a:lnTo>
                  <a:lnTo>
                    <a:pt x="391579" y="366102"/>
                  </a:lnTo>
                  <a:lnTo>
                    <a:pt x="380911" y="388645"/>
                  </a:lnTo>
                  <a:lnTo>
                    <a:pt x="379145" y="427177"/>
                  </a:lnTo>
                  <a:lnTo>
                    <a:pt x="386232" y="453936"/>
                  </a:lnTo>
                  <a:lnTo>
                    <a:pt x="395414" y="469544"/>
                  </a:lnTo>
                  <a:lnTo>
                    <a:pt x="399973" y="474599"/>
                  </a:lnTo>
                  <a:lnTo>
                    <a:pt x="394766" y="476656"/>
                  </a:lnTo>
                  <a:lnTo>
                    <a:pt x="388569" y="477443"/>
                  </a:lnTo>
                  <a:lnTo>
                    <a:pt x="382117" y="477443"/>
                  </a:lnTo>
                  <a:lnTo>
                    <a:pt x="366179" y="476123"/>
                  </a:lnTo>
                  <a:lnTo>
                    <a:pt x="351726" y="473227"/>
                  </a:lnTo>
                  <a:lnTo>
                    <a:pt x="341236" y="470331"/>
                  </a:lnTo>
                  <a:lnTo>
                    <a:pt x="337197" y="469023"/>
                  </a:lnTo>
                  <a:lnTo>
                    <a:pt x="346697" y="484682"/>
                  </a:lnTo>
                  <a:lnTo>
                    <a:pt x="362546" y="497306"/>
                  </a:lnTo>
                  <a:lnTo>
                    <a:pt x="377418" y="505726"/>
                  </a:lnTo>
                  <a:lnTo>
                    <a:pt x="383997" y="508787"/>
                  </a:lnTo>
                  <a:lnTo>
                    <a:pt x="373367" y="514883"/>
                  </a:lnTo>
                  <a:lnTo>
                    <a:pt x="362610" y="518883"/>
                  </a:lnTo>
                  <a:lnTo>
                    <a:pt x="351904" y="521081"/>
                  </a:lnTo>
                  <a:lnTo>
                    <a:pt x="341426" y="521741"/>
                  </a:lnTo>
                  <a:lnTo>
                    <a:pt x="320408" y="519328"/>
                  </a:lnTo>
                  <a:lnTo>
                    <a:pt x="303110" y="514019"/>
                  </a:lnTo>
                  <a:lnTo>
                    <a:pt x="291401" y="508698"/>
                  </a:lnTo>
                  <a:lnTo>
                    <a:pt x="287083" y="506285"/>
                  </a:lnTo>
                  <a:lnTo>
                    <a:pt x="281305" y="495350"/>
                  </a:lnTo>
                  <a:lnTo>
                    <a:pt x="281305" y="492709"/>
                  </a:lnTo>
                  <a:lnTo>
                    <a:pt x="281698" y="484733"/>
                  </a:lnTo>
                  <a:lnTo>
                    <a:pt x="283997" y="476961"/>
                  </a:lnTo>
                  <a:lnTo>
                    <a:pt x="283489" y="473659"/>
                  </a:lnTo>
                  <a:lnTo>
                    <a:pt x="278066" y="451662"/>
                  </a:lnTo>
                  <a:lnTo>
                    <a:pt x="268681" y="431266"/>
                  </a:lnTo>
                  <a:lnTo>
                    <a:pt x="255231" y="413156"/>
                  </a:lnTo>
                  <a:lnTo>
                    <a:pt x="237617" y="398030"/>
                  </a:lnTo>
                  <a:lnTo>
                    <a:pt x="248348" y="371830"/>
                  </a:lnTo>
                  <a:lnTo>
                    <a:pt x="261023" y="325412"/>
                  </a:lnTo>
                  <a:lnTo>
                    <a:pt x="275145" y="266077"/>
                  </a:lnTo>
                  <a:lnTo>
                    <a:pt x="290245" y="201142"/>
                  </a:lnTo>
                  <a:lnTo>
                    <a:pt x="305828" y="137909"/>
                  </a:lnTo>
                  <a:lnTo>
                    <a:pt x="321411" y="83680"/>
                  </a:lnTo>
                  <a:lnTo>
                    <a:pt x="336524" y="45796"/>
                  </a:lnTo>
                  <a:lnTo>
                    <a:pt x="350672" y="31534"/>
                  </a:lnTo>
                  <a:lnTo>
                    <a:pt x="351828" y="31534"/>
                  </a:lnTo>
                  <a:lnTo>
                    <a:pt x="407174" y="75311"/>
                  </a:lnTo>
                  <a:lnTo>
                    <a:pt x="439864" y="120002"/>
                  </a:lnTo>
                  <a:lnTo>
                    <a:pt x="456565" y="163728"/>
                  </a:lnTo>
                  <a:lnTo>
                    <a:pt x="461632" y="203504"/>
                  </a:lnTo>
                  <a:lnTo>
                    <a:pt x="461632" y="141960"/>
                  </a:lnTo>
                  <a:lnTo>
                    <a:pt x="418084" y="68414"/>
                  </a:lnTo>
                  <a:lnTo>
                    <a:pt x="372605" y="31534"/>
                  </a:lnTo>
                  <a:lnTo>
                    <a:pt x="354190" y="18973"/>
                  </a:lnTo>
                  <a:lnTo>
                    <a:pt x="350672" y="18973"/>
                  </a:lnTo>
                  <a:lnTo>
                    <a:pt x="321056" y="49022"/>
                  </a:lnTo>
                  <a:lnTo>
                    <a:pt x="305904" y="91274"/>
                  </a:lnTo>
                  <a:lnTo>
                    <a:pt x="288391" y="155879"/>
                  </a:lnTo>
                  <a:lnTo>
                    <a:pt x="266903" y="245948"/>
                  </a:lnTo>
                  <a:lnTo>
                    <a:pt x="255968" y="292874"/>
                  </a:lnTo>
                  <a:lnTo>
                    <a:pt x="245160" y="336753"/>
                  </a:lnTo>
                  <a:lnTo>
                    <a:pt x="235331" y="371436"/>
                  </a:lnTo>
                  <a:lnTo>
                    <a:pt x="227342" y="390791"/>
                  </a:lnTo>
                  <a:lnTo>
                    <a:pt x="225399" y="393547"/>
                  </a:lnTo>
                  <a:lnTo>
                    <a:pt x="224637" y="396976"/>
                  </a:lnTo>
                  <a:lnTo>
                    <a:pt x="225856" y="403593"/>
                  </a:lnTo>
                  <a:lnTo>
                    <a:pt x="227761" y="406527"/>
                  </a:lnTo>
                  <a:lnTo>
                    <a:pt x="230555" y="408432"/>
                  </a:lnTo>
                  <a:lnTo>
                    <a:pt x="245440" y="421132"/>
                  </a:lnTo>
                  <a:lnTo>
                    <a:pt x="257327" y="436829"/>
                  </a:lnTo>
                  <a:lnTo>
                    <a:pt x="265950" y="455117"/>
                  </a:lnTo>
                  <a:lnTo>
                    <a:pt x="271145" y="475970"/>
                  </a:lnTo>
                  <a:lnTo>
                    <a:pt x="269252" y="483044"/>
                  </a:lnTo>
                  <a:lnTo>
                    <a:pt x="268401" y="492721"/>
                  </a:lnTo>
                  <a:lnTo>
                    <a:pt x="298983" y="525881"/>
                  </a:lnTo>
                  <a:lnTo>
                    <a:pt x="341426" y="534301"/>
                  </a:lnTo>
                  <a:lnTo>
                    <a:pt x="354901" y="533349"/>
                  </a:lnTo>
                  <a:lnTo>
                    <a:pt x="367703" y="530504"/>
                  </a:lnTo>
                  <a:lnTo>
                    <a:pt x="379793" y="525754"/>
                  </a:lnTo>
                  <a:lnTo>
                    <a:pt x="386664" y="521741"/>
                  </a:lnTo>
                  <a:lnTo>
                    <a:pt x="391121" y="519137"/>
                  </a:lnTo>
                  <a:lnTo>
                    <a:pt x="394906" y="516521"/>
                  </a:lnTo>
                  <a:lnTo>
                    <a:pt x="396963" y="512051"/>
                  </a:lnTo>
                  <a:lnTo>
                    <a:pt x="396011" y="502920"/>
                  </a:lnTo>
                  <a:lnTo>
                    <a:pt x="393077" y="498970"/>
                  </a:lnTo>
                  <a:lnTo>
                    <a:pt x="384403" y="495350"/>
                  </a:lnTo>
                  <a:lnTo>
                    <a:pt x="379196" y="492709"/>
                  </a:lnTo>
                  <a:lnTo>
                    <a:pt x="374078" y="489673"/>
                  </a:lnTo>
                  <a:lnTo>
                    <a:pt x="376758" y="489889"/>
                  </a:lnTo>
                  <a:lnTo>
                    <a:pt x="379450" y="490004"/>
                  </a:lnTo>
                  <a:lnTo>
                    <a:pt x="390779" y="490004"/>
                  </a:lnTo>
                  <a:lnTo>
                    <a:pt x="392747" y="489673"/>
                  </a:lnTo>
                  <a:lnTo>
                    <a:pt x="398335" y="488759"/>
                  </a:lnTo>
                  <a:lnTo>
                    <a:pt x="408660" y="484682"/>
                  </a:lnTo>
                  <a:lnTo>
                    <a:pt x="411607" y="481063"/>
                  </a:lnTo>
                  <a:lnTo>
                    <a:pt x="412242" y="477443"/>
                  </a:lnTo>
                  <a:lnTo>
                    <a:pt x="413105" y="472427"/>
                  </a:lnTo>
                  <a:lnTo>
                    <a:pt x="411543" y="468020"/>
                  </a:lnTo>
                  <a:lnTo>
                    <a:pt x="408241" y="465137"/>
                  </a:lnTo>
                  <a:lnTo>
                    <a:pt x="404164" y="460362"/>
                  </a:lnTo>
                  <a:lnTo>
                    <a:pt x="396811" y="446849"/>
                  </a:lnTo>
                  <a:lnTo>
                    <a:pt x="391414" y="423938"/>
                  </a:lnTo>
                  <a:lnTo>
                    <a:pt x="393255" y="390982"/>
                  </a:lnTo>
                  <a:lnTo>
                    <a:pt x="398437" y="379564"/>
                  </a:lnTo>
                  <a:lnTo>
                    <a:pt x="409194" y="360934"/>
                  </a:lnTo>
                  <a:lnTo>
                    <a:pt x="422402" y="339471"/>
                  </a:lnTo>
                  <a:lnTo>
                    <a:pt x="443674" y="305803"/>
                  </a:lnTo>
                  <a:lnTo>
                    <a:pt x="451358" y="293497"/>
                  </a:lnTo>
                  <a:lnTo>
                    <a:pt x="457606" y="283121"/>
                  </a:lnTo>
                  <a:lnTo>
                    <a:pt x="462000" y="275158"/>
                  </a:lnTo>
                  <a:lnTo>
                    <a:pt x="465239" y="266077"/>
                  </a:lnTo>
                  <a:lnTo>
                    <a:pt x="470941" y="242392"/>
                  </a:lnTo>
                  <a:lnTo>
                    <a:pt x="474116" y="2074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8835612" y="5030404"/>
              <a:ext cx="246379" cy="327025"/>
            </a:xfrm>
            <a:custGeom>
              <a:avLst/>
              <a:gdLst/>
              <a:ahLst/>
              <a:cxnLst/>
              <a:rect l="l" t="t" r="r" b="b"/>
              <a:pathLst>
                <a:path w="246380" h="327025">
                  <a:moveTo>
                    <a:pt x="63464" y="0"/>
                  </a:moveTo>
                  <a:lnTo>
                    <a:pt x="0" y="86772"/>
                  </a:lnTo>
                  <a:lnTo>
                    <a:pt x="64349" y="171987"/>
                  </a:lnTo>
                  <a:lnTo>
                    <a:pt x="98148" y="218575"/>
                  </a:lnTo>
                  <a:lnTo>
                    <a:pt x="112511" y="242902"/>
                  </a:lnTo>
                  <a:lnTo>
                    <a:pt x="118551" y="261332"/>
                  </a:lnTo>
                  <a:lnTo>
                    <a:pt x="135901" y="326408"/>
                  </a:lnTo>
                  <a:lnTo>
                    <a:pt x="221008" y="267887"/>
                  </a:lnTo>
                  <a:lnTo>
                    <a:pt x="245678" y="174298"/>
                  </a:lnTo>
                  <a:lnTo>
                    <a:pt x="246030" y="173756"/>
                  </a:lnTo>
                  <a:lnTo>
                    <a:pt x="245772" y="172392"/>
                  </a:lnTo>
                  <a:lnTo>
                    <a:pt x="240103" y="169206"/>
                  </a:lnTo>
                  <a:lnTo>
                    <a:pt x="224223" y="163199"/>
                  </a:lnTo>
                  <a:lnTo>
                    <a:pt x="173360" y="128873"/>
                  </a:lnTo>
                  <a:lnTo>
                    <a:pt x="120959" y="73754"/>
                  </a:lnTo>
                  <a:lnTo>
                    <a:pt x="80001" y="22557"/>
                  </a:lnTo>
                  <a:lnTo>
                    <a:pt x="6346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8835612" y="5030404"/>
              <a:ext cx="246379" cy="327025"/>
            </a:xfrm>
            <a:custGeom>
              <a:avLst/>
              <a:gdLst/>
              <a:ahLst/>
              <a:cxnLst/>
              <a:rect l="l" t="t" r="r" b="b"/>
              <a:pathLst>
                <a:path w="246380" h="327025">
                  <a:moveTo>
                    <a:pt x="245678" y="174298"/>
                  </a:moveTo>
                  <a:lnTo>
                    <a:pt x="246030" y="173756"/>
                  </a:lnTo>
                  <a:lnTo>
                    <a:pt x="245772" y="172392"/>
                  </a:lnTo>
                  <a:lnTo>
                    <a:pt x="240103" y="169206"/>
                  </a:lnTo>
                  <a:lnTo>
                    <a:pt x="224223" y="163199"/>
                  </a:lnTo>
                  <a:lnTo>
                    <a:pt x="173360" y="128873"/>
                  </a:lnTo>
                  <a:lnTo>
                    <a:pt x="120959" y="73754"/>
                  </a:lnTo>
                  <a:lnTo>
                    <a:pt x="80001" y="22557"/>
                  </a:lnTo>
                  <a:lnTo>
                    <a:pt x="63464" y="0"/>
                  </a:lnTo>
                  <a:lnTo>
                    <a:pt x="0" y="86772"/>
                  </a:lnTo>
                  <a:lnTo>
                    <a:pt x="64349" y="171987"/>
                  </a:lnTo>
                  <a:lnTo>
                    <a:pt x="98148" y="218575"/>
                  </a:lnTo>
                  <a:lnTo>
                    <a:pt x="118551" y="261332"/>
                  </a:lnTo>
                  <a:lnTo>
                    <a:pt x="135901" y="326408"/>
                  </a:lnTo>
                  <a:lnTo>
                    <a:pt x="221008" y="267887"/>
                  </a:lnTo>
                  <a:lnTo>
                    <a:pt x="245678" y="174298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8890267" y="5188300"/>
              <a:ext cx="287020" cy="401320"/>
            </a:xfrm>
            <a:custGeom>
              <a:avLst/>
              <a:gdLst/>
              <a:ahLst/>
              <a:cxnLst/>
              <a:rect l="l" t="t" r="r" b="b"/>
              <a:pathLst>
                <a:path w="287019" h="401320">
                  <a:moveTo>
                    <a:pt x="93707" y="121766"/>
                  </a:moveTo>
                  <a:lnTo>
                    <a:pt x="77395" y="122594"/>
                  </a:lnTo>
                  <a:lnTo>
                    <a:pt x="62030" y="129871"/>
                  </a:lnTo>
                  <a:lnTo>
                    <a:pt x="55514" y="143472"/>
                  </a:lnTo>
                  <a:lnTo>
                    <a:pt x="50788" y="207479"/>
                  </a:lnTo>
                  <a:lnTo>
                    <a:pt x="36109" y="262696"/>
                  </a:lnTo>
                  <a:lnTo>
                    <a:pt x="17459" y="310809"/>
                  </a:lnTo>
                  <a:lnTo>
                    <a:pt x="824" y="353507"/>
                  </a:lnTo>
                  <a:lnTo>
                    <a:pt x="0" y="362511"/>
                  </a:lnTo>
                  <a:lnTo>
                    <a:pt x="49305" y="399506"/>
                  </a:lnTo>
                  <a:lnTo>
                    <a:pt x="55702" y="400762"/>
                  </a:lnTo>
                  <a:lnTo>
                    <a:pt x="62487" y="400144"/>
                  </a:lnTo>
                  <a:lnTo>
                    <a:pt x="127906" y="352509"/>
                  </a:lnTo>
                  <a:lnTo>
                    <a:pt x="159631" y="307882"/>
                  </a:lnTo>
                  <a:lnTo>
                    <a:pt x="187486" y="258915"/>
                  </a:lnTo>
                  <a:lnTo>
                    <a:pt x="209059" y="212757"/>
                  </a:lnTo>
                  <a:lnTo>
                    <a:pt x="216154" y="196494"/>
                  </a:lnTo>
                  <a:lnTo>
                    <a:pt x="223596" y="180819"/>
                  </a:lnTo>
                  <a:lnTo>
                    <a:pt x="244151" y="142347"/>
                  </a:lnTo>
                  <a:lnTo>
                    <a:pt x="252858" y="127514"/>
                  </a:lnTo>
                  <a:lnTo>
                    <a:pt x="103062" y="127514"/>
                  </a:lnTo>
                  <a:lnTo>
                    <a:pt x="93707" y="121766"/>
                  </a:lnTo>
                  <a:close/>
                </a:path>
                <a:path w="287019" h="401320">
                  <a:moveTo>
                    <a:pt x="174819" y="0"/>
                  </a:moveTo>
                  <a:lnTo>
                    <a:pt x="172023" y="42054"/>
                  </a:lnTo>
                  <a:lnTo>
                    <a:pt x="154599" y="86796"/>
                  </a:lnTo>
                  <a:lnTo>
                    <a:pt x="124444" y="116599"/>
                  </a:lnTo>
                  <a:lnTo>
                    <a:pt x="103062" y="127514"/>
                  </a:lnTo>
                  <a:lnTo>
                    <a:pt x="252858" y="127514"/>
                  </a:lnTo>
                  <a:lnTo>
                    <a:pt x="254241" y="125194"/>
                  </a:lnTo>
                  <a:lnTo>
                    <a:pt x="259110" y="117200"/>
                  </a:lnTo>
                  <a:lnTo>
                    <a:pt x="266075" y="105986"/>
                  </a:lnTo>
                  <a:lnTo>
                    <a:pt x="278346" y="86570"/>
                  </a:lnTo>
                  <a:lnTo>
                    <a:pt x="283392" y="78489"/>
                  </a:lnTo>
                  <a:lnTo>
                    <a:pt x="285109" y="75704"/>
                  </a:lnTo>
                  <a:lnTo>
                    <a:pt x="286104" y="72741"/>
                  </a:lnTo>
                  <a:lnTo>
                    <a:pt x="286606" y="68270"/>
                  </a:lnTo>
                  <a:lnTo>
                    <a:pt x="286606" y="66783"/>
                  </a:lnTo>
                  <a:lnTo>
                    <a:pt x="285674" y="57956"/>
                  </a:lnTo>
                  <a:lnTo>
                    <a:pt x="280921" y="51076"/>
                  </a:lnTo>
                  <a:lnTo>
                    <a:pt x="1748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8890267" y="5188300"/>
              <a:ext cx="287020" cy="401320"/>
            </a:xfrm>
            <a:custGeom>
              <a:avLst/>
              <a:gdLst/>
              <a:ahLst/>
              <a:cxnLst/>
              <a:rect l="l" t="t" r="r" b="b"/>
              <a:pathLst>
                <a:path w="287019" h="401320">
                  <a:moveTo>
                    <a:pt x="273067" y="47296"/>
                  </a:moveTo>
                  <a:lnTo>
                    <a:pt x="246073" y="34302"/>
                  </a:lnTo>
                  <a:lnTo>
                    <a:pt x="211006" y="17423"/>
                  </a:lnTo>
                  <a:lnTo>
                    <a:pt x="174819" y="0"/>
                  </a:lnTo>
                  <a:lnTo>
                    <a:pt x="172023" y="42054"/>
                  </a:lnTo>
                  <a:lnTo>
                    <a:pt x="166623" y="67545"/>
                  </a:lnTo>
                  <a:lnTo>
                    <a:pt x="131930" y="110132"/>
                  </a:lnTo>
                  <a:lnTo>
                    <a:pt x="103062" y="127514"/>
                  </a:lnTo>
                  <a:lnTo>
                    <a:pt x="93707" y="121766"/>
                  </a:lnTo>
                  <a:lnTo>
                    <a:pt x="77395" y="122594"/>
                  </a:lnTo>
                  <a:lnTo>
                    <a:pt x="62030" y="129871"/>
                  </a:lnTo>
                  <a:lnTo>
                    <a:pt x="55514" y="143472"/>
                  </a:lnTo>
                  <a:lnTo>
                    <a:pt x="50788" y="207479"/>
                  </a:lnTo>
                  <a:lnTo>
                    <a:pt x="36109" y="262696"/>
                  </a:lnTo>
                  <a:lnTo>
                    <a:pt x="17459" y="310809"/>
                  </a:lnTo>
                  <a:lnTo>
                    <a:pt x="824" y="353507"/>
                  </a:lnTo>
                  <a:lnTo>
                    <a:pt x="0" y="362511"/>
                  </a:lnTo>
                  <a:lnTo>
                    <a:pt x="3005" y="370919"/>
                  </a:lnTo>
                  <a:lnTo>
                    <a:pt x="8849" y="378178"/>
                  </a:lnTo>
                  <a:lnTo>
                    <a:pt x="16541" y="383737"/>
                  </a:lnTo>
                  <a:lnTo>
                    <a:pt x="17117" y="384093"/>
                  </a:lnTo>
                  <a:lnTo>
                    <a:pt x="22855" y="386878"/>
                  </a:lnTo>
                  <a:lnTo>
                    <a:pt x="28918" y="389789"/>
                  </a:lnTo>
                  <a:lnTo>
                    <a:pt x="29326" y="389988"/>
                  </a:lnTo>
                  <a:lnTo>
                    <a:pt x="29735" y="390187"/>
                  </a:lnTo>
                  <a:lnTo>
                    <a:pt x="30143" y="390386"/>
                  </a:lnTo>
                  <a:lnTo>
                    <a:pt x="31745" y="391150"/>
                  </a:lnTo>
                  <a:lnTo>
                    <a:pt x="33305" y="391893"/>
                  </a:lnTo>
                  <a:lnTo>
                    <a:pt x="34802" y="392616"/>
                  </a:lnTo>
                  <a:lnTo>
                    <a:pt x="35001" y="392710"/>
                  </a:lnTo>
                  <a:lnTo>
                    <a:pt x="39630" y="394919"/>
                  </a:lnTo>
                  <a:lnTo>
                    <a:pt x="43336" y="396689"/>
                  </a:lnTo>
                  <a:lnTo>
                    <a:pt x="43807" y="396909"/>
                  </a:lnTo>
                  <a:lnTo>
                    <a:pt x="49305" y="399506"/>
                  </a:lnTo>
                  <a:lnTo>
                    <a:pt x="55702" y="400762"/>
                  </a:lnTo>
                  <a:lnTo>
                    <a:pt x="94721" y="385646"/>
                  </a:lnTo>
                  <a:lnTo>
                    <a:pt x="127906" y="352509"/>
                  </a:lnTo>
                  <a:lnTo>
                    <a:pt x="159631" y="307882"/>
                  </a:lnTo>
                  <a:lnTo>
                    <a:pt x="187486" y="258915"/>
                  </a:lnTo>
                  <a:lnTo>
                    <a:pt x="209059" y="212757"/>
                  </a:lnTo>
                  <a:lnTo>
                    <a:pt x="216154" y="196494"/>
                  </a:lnTo>
                  <a:lnTo>
                    <a:pt x="223596" y="180819"/>
                  </a:lnTo>
                  <a:lnTo>
                    <a:pt x="244151" y="142347"/>
                  </a:lnTo>
                  <a:lnTo>
                    <a:pt x="266075" y="105986"/>
                  </a:lnTo>
                  <a:lnTo>
                    <a:pt x="278346" y="86570"/>
                  </a:lnTo>
                  <a:lnTo>
                    <a:pt x="283392" y="78489"/>
                  </a:lnTo>
                  <a:lnTo>
                    <a:pt x="285109" y="75704"/>
                  </a:lnTo>
                  <a:lnTo>
                    <a:pt x="286104" y="72741"/>
                  </a:lnTo>
                  <a:lnTo>
                    <a:pt x="286439" y="69757"/>
                  </a:lnTo>
                  <a:lnTo>
                    <a:pt x="286606" y="68270"/>
                  </a:lnTo>
                  <a:lnTo>
                    <a:pt x="286606" y="66783"/>
                  </a:lnTo>
                  <a:lnTo>
                    <a:pt x="286460" y="65317"/>
                  </a:lnTo>
                  <a:lnTo>
                    <a:pt x="285674" y="57956"/>
                  </a:lnTo>
                  <a:lnTo>
                    <a:pt x="280921" y="51076"/>
                  </a:lnTo>
                  <a:lnTo>
                    <a:pt x="273067" y="47296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8617322" y="5282134"/>
              <a:ext cx="236539" cy="315480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18400851" y="3671495"/>
              <a:ext cx="598170" cy="1754505"/>
            </a:xfrm>
            <a:custGeom>
              <a:avLst/>
              <a:gdLst/>
              <a:ahLst/>
              <a:cxnLst/>
              <a:rect l="l" t="t" r="r" b="b"/>
              <a:pathLst>
                <a:path w="598169" h="1754504">
                  <a:moveTo>
                    <a:pt x="579856" y="0"/>
                  </a:moveTo>
                  <a:lnTo>
                    <a:pt x="312461" y="0"/>
                  </a:lnTo>
                  <a:lnTo>
                    <a:pt x="0" y="0"/>
                  </a:lnTo>
                  <a:lnTo>
                    <a:pt x="283949" y="361664"/>
                  </a:lnTo>
                  <a:lnTo>
                    <a:pt x="306378" y="360282"/>
                  </a:lnTo>
                  <a:lnTo>
                    <a:pt x="242453" y="1708618"/>
                  </a:lnTo>
                  <a:lnTo>
                    <a:pt x="404396" y="1753925"/>
                  </a:lnTo>
                  <a:lnTo>
                    <a:pt x="597960" y="317026"/>
                  </a:lnTo>
                  <a:lnTo>
                    <a:pt x="579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8400851" y="3671495"/>
              <a:ext cx="598170" cy="1754505"/>
            </a:xfrm>
            <a:custGeom>
              <a:avLst/>
              <a:gdLst/>
              <a:ahLst/>
              <a:cxnLst/>
              <a:rect l="l" t="t" r="r" b="b"/>
              <a:pathLst>
                <a:path w="598169" h="1754504">
                  <a:moveTo>
                    <a:pt x="312461" y="0"/>
                  </a:moveTo>
                  <a:lnTo>
                    <a:pt x="286493" y="0"/>
                  </a:lnTo>
                  <a:lnTo>
                    <a:pt x="0" y="0"/>
                  </a:lnTo>
                  <a:lnTo>
                    <a:pt x="283949" y="361664"/>
                  </a:lnTo>
                  <a:lnTo>
                    <a:pt x="306378" y="360282"/>
                  </a:lnTo>
                  <a:lnTo>
                    <a:pt x="242453" y="1708618"/>
                  </a:lnTo>
                  <a:lnTo>
                    <a:pt x="404396" y="1753925"/>
                  </a:lnTo>
                  <a:lnTo>
                    <a:pt x="597960" y="317026"/>
                  </a:lnTo>
                  <a:lnTo>
                    <a:pt x="579856" y="0"/>
                  </a:lnTo>
                  <a:lnTo>
                    <a:pt x="312461" y="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8340833" y="3671495"/>
              <a:ext cx="681990" cy="1577975"/>
            </a:xfrm>
            <a:custGeom>
              <a:avLst/>
              <a:gdLst/>
              <a:ahLst/>
              <a:cxnLst/>
              <a:rect l="l" t="t" r="r" b="b"/>
              <a:pathLst>
                <a:path w="681990" h="1577975">
                  <a:moveTo>
                    <a:pt x="52518" y="0"/>
                  </a:moveTo>
                  <a:lnTo>
                    <a:pt x="14098" y="485584"/>
                  </a:lnTo>
                  <a:lnTo>
                    <a:pt x="0" y="749576"/>
                  </a:lnTo>
                  <a:lnTo>
                    <a:pt x="9058" y="883893"/>
                  </a:lnTo>
                  <a:lnTo>
                    <a:pt x="40110" y="980451"/>
                  </a:lnTo>
                  <a:lnTo>
                    <a:pt x="138966" y="1134658"/>
                  </a:lnTo>
                  <a:lnTo>
                    <a:pt x="302282" y="1333099"/>
                  </a:lnTo>
                  <a:lnTo>
                    <a:pt x="455181" y="1504460"/>
                  </a:lnTo>
                  <a:lnTo>
                    <a:pt x="522786" y="1577428"/>
                  </a:lnTo>
                  <a:lnTo>
                    <a:pt x="681692" y="1485127"/>
                  </a:lnTo>
                  <a:lnTo>
                    <a:pt x="271328" y="908872"/>
                  </a:lnTo>
                  <a:lnTo>
                    <a:pt x="349985" y="363025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18549504" y="4065366"/>
              <a:ext cx="398780" cy="1075055"/>
            </a:xfrm>
            <a:custGeom>
              <a:avLst/>
              <a:gdLst/>
              <a:ahLst/>
              <a:cxnLst/>
              <a:rect l="l" t="t" r="r" b="b"/>
              <a:pathLst>
                <a:path w="398780" h="1075054">
                  <a:moveTo>
                    <a:pt x="112520" y="0"/>
                  </a:moveTo>
                  <a:lnTo>
                    <a:pt x="0" y="556223"/>
                  </a:lnTo>
                  <a:lnTo>
                    <a:pt x="398322" y="1074679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8440960" y="4661435"/>
              <a:ext cx="73025" cy="41910"/>
            </a:xfrm>
            <a:custGeom>
              <a:avLst/>
              <a:gdLst/>
              <a:ahLst/>
              <a:cxnLst/>
              <a:rect l="l" t="t" r="r" b="b"/>
              <a:pathLst>
                <a:path w="73025" h="41910">
                  <a:moveTo>
                    <a:pt x="0" y="41768"/>
                  </a:moveTo>
                  <a:lnTo>
                    <a:pt x="21333" y="37135"/>
                  </a:lnTo>
                  <a:lnTo>
                    <a:pt x="41761" y="27488"/>
                  </a:lnTo>
                  <a:lnTo>
                    <a:pt x="59439" y="14539"/>
                  </a:lnTo>
                  <a:lnTo>
                    <a:pt x="72521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8664248" y="4027021"/>
              <a:ext cx="60960" cy="6350"/>
            </a:xfrm>
            <a:custGeom>
              <a:avLst/>
              <a:gdLst/>
              <a:ahLst/>
              <a:cxnLst/>
              <a:rect l="l" t="t" r="r" b="b"/>
              <a:pathLst>
                <a:path w="60959" h="6350">
                  <a:moveTo>
                    <a:pt x="0" y="0"/>
                  </a:moveTo>
                  <a:lnTo>
                    <a:pt x="14551" y="4508"/>
                  </a:lnTo>
                  <a:lnTo>
                    <a:pt x="30715" y="5756"/>
                  </a:lnTo>
                  <a:lnTo>
                    <a:pt x="46672" y="4125"/>
                  </a:lnTo>
                  <a:lnTo>
                    <a:pt x="60605" y="0"/>
                  </a:lnTo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8340827" y="3671495"/>
              <a:ext cx="681990" cy="1577975"/>
            </a:xfrm>
            <a:custGeom>
              <a:avLst/>
              <a:gdLst/>
              <a:ahLst/>
              <a:cxnLst/>
              <a:rect l="l" t="t" r="r" b="b"/>
              <a:pathLst>
                <a:path w="681990" h="1577975">
                  <a:moveTo>
                    <a:pt x="364987" y="0"/>
                  </a:moveTo>
                  <a:lnTo>
                    <a:pt x="52525" y="0"/>
                  </a:lnTo>
                  <a:lnTo>
                    <a:pt x="14100" y="485584"/>
                  </a:lnTo>
                  <a:lnTo>
                    <a:pt x="0" y="749576"/>
                  </a:lnTo>
                  <a:lnTo>
                    <a:pt x="9060" y="883893"/>
                  </a:lnTo>
                  <a:lnTo>
                    <a:pt x="40117" y="980451"/>
                  </a:lnTo>
                  <a:lnTo>
                    <a:pt x="138974" y="1134658"/>
                  </a:lnTo>
                  <a:lnTo>
                    <a:pt x="302290" y="1333099"/>
                  </a:lnTo>
                  <a:lnTo>
                    <a:pt x="455189" y="1504460"/>
                  </a:lnTo>
                  <a:lnTo>
                    <a:pt x="522794" y="1577428"/>
                  </a:lnTo>
                  <a:lnTo>
                    <a:pt x="681700" y="1485127"/>
                  </a:lnTo>
                  <a:lnTo>
                    <a:pt x="271335" y="908872"/>
                  </a:lnTo>
                  <a:lnTo>
                    <a:pt x="349993" y="357674"/>
                  </a:lnTo>
                  <a:lnTo>
                    <a:pt x="3649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8340827" y="3671495"/>
              <a:ext cx="681990" cy="1577975"/>
            </a:xfrm>
            <a:custGeom>
              <a:avLst/>
              <a:gdLst/>
              <a:ahLst/>
              <a:cxnLst/>
              <a:rect l="l" t="t" r="r" b="b"/>
              <a:pathLst>
                <a:path w="681990" h="1577975">
                  <a:moveTo>
                    <a:pt x="364987" y="0"/>
                  </a:moveTo>
                  <a:lnTo>
                    <a:pt x="339030" y="0"/>
                  </a:lnTo>
                  <a:lnTo>
                    <a:pt x="52525" y="0"/>
                  </a:lnTo>
                  <a:lnTo>
                    <a:pt x="14100" y="485584"/>
                  </a:lnTo>
                  <a:lnTo>
                    <a:pt x="0" y="749576"/>
                  </a:lnTo>
                  <a:lnTo>
                    <a:pt x="9060" y="883893"/>
                  </a:lnTo>
                  <a:lnTo>
                    <a:pt x="40117" y="980451"/>
                  </a:lnTo>
                  <a:lnTo>
                    <a:pt x="138974" y="1134658"/>
                  </a:lnTo>
                  <a:lnTo>
                    <a:pt x="302290" y="1333099"/>
                  </a:lnTo>
                  <a:lnTo>
                    <a:pt x="455189" y="1504460"/>
                  </a:lnTo>
                  <a:lnTo>
                    <a:pt x="522794" y="1577428"/>
                  </a:lnTo>
                  <a:lnTo>
                    <a:pt x="681700" y="1485127"/>
                  </a:lnTo>
                  <a:lnTo>
                    <a:pt x="271335" y="908872"/>
                  </a:lnTo>
                  <a:lnTo>
                    <a:pt x="349993" y="357674"/>
                  </a:lnTo>
                  <a:lnTo>
                    <a:pt x="364987" y="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8344570" y="2843508"/>
              <a:ext cx="666251" cy="1049926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8130518" y="2268749"/>
              <a:ext cx="1179078" cy="1713415"/>
            </a:xfrm>
            <a:prstGeom prst="rect">
              <a:avLst/>
            </a:prstGeom>
          </p:spPr>
        </p:pic>
      </p:grpSp>
      <p:pic>
        <p:nvPicPr>
          <p:cNvPr id="140" name="object 140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6098851" y="6868143"/>
            <a:ext cx="1172993" cy="3119863"/>
          </a:xfrm>
          <a:prstGeom prst="rect">
            <a:avLst/>
          </a:prstGeom>
        </p:spPr>
      </p:pic>
      <p:grpSp>
        <p:nvGrpSpPr>
          <p:cNvPr id="141" name="object 141" descr=""/>
          <p:cNvGrpSpPr/>
          <p:nvPr/>
        </p:nvGrpSpPr>
        <p:grpSpPr>
          <a:xfrm>
            <a:off x="8702395" y="2235443"/>
            <a:ext cx="1231265" cy="3335654"/>
            <a:chOff x="8702395" y="2235443"/>
            <a:chExt cx="1231265" cy="3335654"/>
          </a:xfrm>
        </p:grpSpPr>
        <p:pic>
          <p:nvPicPr>
            <p:cNvPr id="142" name="object 142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770783" y="3509860"/>
              <a:ext cx="1102655" cy="2060720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9209907" y="2688140"/>
              <a:ext cx="323215" cy="254635"/>
            </a:xfrm>
            <a:custGeom>
              <a:avLst/>
              <a:gdLst/>
              <a:ahLst/>
              <a:cxnLst/>
              <a:rect l="l" t="t" r="r" b="b"/>
              <a:pathLst>
                <a:path w="323215" h="254635">
                  <a:moveTo>
                    <a:pt x="85704" y="4942"/>
                  </a:moveTo>
                  <a:lnTo>
                    <a:pt x="82227" y="4942"/>
                  </a:lnTo>
                  <a:lnTo>
                    <a:pt x="79955" y="5570"/>
                  </a:lnTo>
                  <a:lnTo>
                    <a:pt x="69117" y="45138"/>
                  </a:lnTo>
                  <a:lnTo>
                    <a:pt x="68698" y="55234"/>
                  </a:lnTo>
                  <a:lnTo>
                    <a:pt x="66792" y="83551"/>
                  </a:lnTo>
                  <a:lnTo>
                    <a:pt x="61530" y="105592"/>
                  </a:lnTo>
                  <a:lnTo>
                    <a:pt x="50000" y="121003"/>
                  </a:lnTo>
                  <a:lnTo>
                    <a:pt x="29287" y="129441"/>
                  </a:lnTo>
                  <a:lnTo>
                    <a:pt x="24690" y="130289"/>
                  </a:lnTo>
                  <a:lnTo>
                    <a:pt x="20941" y="133618"/>
                  </a:lnTo>
                  <a:lnTo>
                    <a:pt x="8711" y="178078"/>
                  </a:lnTo>
                  <a:lnTo>
                    <a:pt x="6471" y="185973"/>
                  </a:lnTo>
                  <a:lnTo>
                    <a:pt x="5689" y="187659"/>
                  </a:lnTo>
                  <a:lnTo>
                    <a:pt x="0" y="200779"/>
                  </a:lnTo>
                  <a:lnTo>
                    <a:pt x="2994" y="208025"/>
                  </a:lnTo>
                  <a:lnTo>
                    <a:pt x="46166" y="231228"/>
                  </a:lnTo>
                  <a:lnTo>
                    <a:pt x="88733" y="241776"/>
                  </a:lnTo>
                  <a:lnTo>
                    <a:pt x="132900" y="248364"/>
                  </a:lnTo>
                  <a:lnTo>
                    <a:pt x="177958" y="253304"/>
                  </a:lnTo>
                  <a:lnTo>
                    <a:pt x="200737" y="254107"/>
                  </a:lnTo>
                  <a:lnTo>
                    <a:pt x="208318" y="254107"/>
                  </a:lnTo>
                  <a:lnTo>
                    <a:pt x="259594" y="244615"/>
                  </a:lnTo>
                  <a:lnTo>
                    <a:pt x="266816" y="241542"/>
                  </a:lnTo>
                  <a:lnTo>
                    <a:pt x="200737" y="241542"/>
                  </a:lnTo>
                  <a:lnTo>
                    <a:pt x="176114" y="240575"/>
                  </a:lnTo>
                  <a:lnTo>
                    <a:pt x="127334" y="234867"/>
                  </a:lnTo>
                  <a:lnTo>
                    <a:pt x="80045" y="227494"/>
                  </a:lnTo>
                  <a:lnTo>
                    <a:pt x="31701" y="212844"/>
                  </a:lnTo>
                  <a:lnTo>
                    <a:pt x="13182" y="199784"/>
                  </a:lnTo>
                  <a:lnTo>
                    <a:pt x="17549" y="192947"/>
                  </a:lnTo>
                  <a:lnTo>
                    <a:pt x="19194" y="187135"/>
                  </a:lnTo>
                  <a:lnTo>
                    <a:pt x="22514" y="174863"/>
                  </a:lnTo>
                  <a:lnTo>
                    <a:pt x="25191" y="164572"/>
                  </a:lnTo>
                  <a:lnTo>
                    <a:pt x="28219" y="153222"/>
                  </a:lnTo>
                  <a:lnTo>
                    <a:pt x="31559" y="141807"/>
                  </a:lnTo>
                  <a:lnTo>
                    <a:pt x="64963" y="124164"/>
                  </a:lnTo>
                  <a:lnTo>
                    <a:pt x="78145" y="93046"/>
                  </a:lnTo>
                  <a:lnTo>
                    <a:pt x="81278" y="55223"/>
                  </a:lnTo>
                  <a:lnTo>
                    <a:pt x="84531" y="17507"/>
                  </a:lnTo>
                  <a:lnTo>
                    <a:pt x="235256" y="17507"/>
                  </a:lnTo>
                  <a:lnTo>
                    <a:pt x="239984" y="15455"/>
                  </a:lnTo>
                  <a:lnTo>
                    <a:pt x="166152" y="15455"/>
                  </a:lnTo>
                  <a:lnTo>
                    <a:pt x="145387" y="14771"/>
                  </a:lnTo>
                  <a:lnTo>
                    <a:pt x="124854" y="12798"/>
                  </a:lnTo>
                  <a:lnTo>
                    <a:pt x="105445" y="9650"/>
                  </a:lnTo>
                  <a:lnTo>
                    <a:pt x="88049" y="5444"/>
                  </a:lnTo>
                  <a:lnTo>
                    <a:pt x="86897" y="5109"/>
                  </a:lnTo>
                  <a:lnTo>
                    <a:pt x="85704" y="4942"/>
                  </a:lnTo>
                  <a:close/>
                </a:path>
                <a:path w="323215" h="254635">
                  <a:moveTo>
                    <a:pt x="319432" y="187428"/>
                  </a:moveTo>
                  <a:lnTo>
                    <a:pt x="304639" y="187428"/>
                  </a:lnTo>
                  <a:lnTo>
                    <a:pt x="309072" y="195072"/>
                  </a:lnTo>
                  <a:lnTo>
                    <a:pt x="308770" y="196560"/>
                  </a:lnTo>
                  <a:lnTo>
                    <a:pt x="307534" y="198671"/>
                  </a:lnTo>
                  <a:lnTo>
                    <a:pt x="309163" y="208182"/>
                  </a:lnTo>
                  <a:lnTo>
                    <a:pt x="290126" y="216452"/>
                  </a:lnTo>
                  <a:lnTo>
                    <a:pt x="247923" y="235330"/>
                  </a:lnTo>
                  <a:lnTo>
                    <a:pt x="207690" y="241542"/>
                  </a:lnTo>
                  <a:lnTo>
                    <a:pt x="266816" y="241542"/>
                  </a:lnTo>
                  <a:lnTo>
                    <a:pt x="275004" y="238057"/>
                  </a:lnTo>
                  <a:lnTo>
                    <a:pt x="288985" y="231113"/>
                  </a:lnTo>
                  <a:lnTo>
                    <a:pt x="295230" y="227948"/>
                  </a:lnTo>
                  <a:lnTo>
                    <a:pt x="301328" y="224982"/>
                  </a:lnTo>
                  <a:lnTo>
                    <a:pt x="307312" y="222322"/>
                  </a:lnTo>
                  <a:lnTo>
                    <a:pt x="313215" y="220077"/>
                  </a:lnTo>
                  <a:lnTo>
                    <a:pt x="319519" y="217920"/>
                  </a:lnTo>
                  <a:lnTo>
                    <a:pt x="323058" y="211218"/>
                  </a:lnTo>
                  <a:lnTo>
                    <a:pt x="320836" y="203239"/>
                  </a:lnTo>
                  <a:lnTo>
                    <a:pt x="320670" y="202590"/>
                  </a:lnTo>
                  <a:lnTo>
                    <a:pt x="320503" y="201815"/>
                  </a:lnTo>
                  <a:lnTo>
                    <a:pt x="320901" y="200999"/>
                  </a:lnTo>
                  <a:lnTo>
                    <a:pt x="321173" y="200255"/>
                  </a:lnTo>
                  <a:lnTo>
                    <a:pt x="323173" y="193439"/>
                  </a:lnTo>
                  <a:lnTo>
                    <a:pt x="319432" y="187428"/>
                  </a:lnTo>
                  <a:close/>
                </a:path>
                <a:path w="323215" h="254635">
                  <a:moveTo>
                    <a:pt x="259186" y="12565"/>
                  </a:moveTo>
                  <a:lnTo>
                    <a:pt x="246641" y="12565"/>
                  </a:lnTo>
                  <a:lnTo>
                    <a:pt x="245639" y="37487"/>
                  </a:lnTo>
                  <a:lnTo>
                    <a:pt x="242026" y="67343"/>
                  </a:lnTo>
                  <a:lnTo>
                    <a:pt x="239132" y="97529"/>
                  </a:lnTo>
                  <a:lnTo>
                    <a:pt x="240285" y="123441"/>
                  </a:lnTo>
                  <a:lnTo>
                    <a:pt x="248269" y="138732"/>
                  </a:lnTo>
                  <a:lnTo>
                    <a:pt x="264951" y="160222"/>
                  </a:lnTo>
                  <a:lnTo>
                    <a:pt x="284847" y="179377"/>
                  </a:lnTo>
                  <a:lnTo>
                    <a:pt x="302472" y="187659"/>
                  </a:lnTo>
                  <a:lnTo>
                    <a:pt x="303226" y="187659"/>
                  </a:lnTo>
                  <a:lnTo>
                    <a:pt x="303948" y="187585"/>
                  </a:lnTo>
                  <a:lnTo>
                    <a:pt x="304639" y="187428"/>
                  </a:lnTo>
                  <a:lnTo>
                    <a:pt x="319432" y="187428"/>
                  </a:lnTo>
                  <a:lnTo>
                    <a:pt x="312974" y="177052"/>
                  </a:lnTo>
                  <a:lnTo>
                    <a:pt x="309300" y="175073"/>
                  </a:lnTo>
                  <a:lnTo>
                    <a:pt x="302304" y="175073"/>
                  </a:lnTo>
                  <a:lnTo>
                    <a:pt x="299194" y="173842"/>
                  </a:lnTo>
                  <a:lnTo>
                    <a:pt x="265816" y="141571"/>
                  </a:lnTo>
                  <a:lnTo>
                    <a:pt x="251459" y="108229"/>
                  </a:lnTo>
                  <a:lnTo>
                    <a:pt x="251992" y="93046"/>
                  </a:lnTo>
                  <a:lnTo>
                    <a:pt x="253544" y="76844"/>
                  </a:lnTo>
                  <a:lnTo>
                    <a:pt x="257230" y="46982"/>
                  </a:lnTo>
                  <a:lnTo>
                    <a:pt x="258574" y="34195"/>
                  </a:lnTo>
                  <a:lnTo>
                    <a:pt x="259189" y="24376"/>
                  </a:lnTo>
                  <a:lnTo>
                    <a:pt x="259186" y="12565"/>
                  </a:lnTo>
                  <a:close/>
                </a:path>
                <a:path w="323215" h="254635">
                  <a:moveTo>
                    <a:pt x="308912" y="174863"/>
                  </a:moveTo>
                  <a:lnTo>
                    <a:pt x="303865" y="174863"/>
                  </a:lnTo>
                  <a:lnTo>
                    <a:pt x="303090" y="174926"/>
                  </a:lnTo>
                  <a:lnTo>
                    <a:pt x="302304" y="175073"/>
                  </a:lnTo>
                  <a:lnTo>
                    <a:pt x="309300" y="175073"/>
                  </a:lnTo>
                  <a:lnTo>
                    <a:pt x="308912" y="174863"/>
                  </a:lnTo>
                  <a:close/>
                </a:path>
                <a:path w="323215" h="254635">
                  <a:moveTo>
                    <a:pt x="235256" y="17507"/>
                  </a:moveTo>
                  <a:lnTo>
                    <a:pt x="84531" y="17507"/>
                  </a:lnTo>
                  <a:lnTo>
                    <a:pt x="102603" y="21901"/>
                  </a:lnTo>
                  <a:lnTo>
                    <a:pt x="122765" y="25209"/>
                  </a:lnTo>
                  <a:lnTo>
                    <a:pt x="144216" y="27294"/>
                  </a:lnTo>
                  <a:lnTo>
                    <a:pt x="166152" y="28020"/>
                  </a:lnTo>
                  <a:lnTo>
                    <a:pt x="189271" y="27136"/>
                  </a:lnTo>
                  <a:lnTo>
                    <a:pt x="211045" y="24376"/>
                  </a:lnTo>
                  <a:lnTo>
                    <a:pt x="230495" y="19574"/>
                  </a:lnTo>
                  <a:lnTo>
                    <a:pt x="235256" y="17507"/>
                  </a:lnTo>
                  <a:close/>
                </a:path>
                <a:path w="323215" h="254635">
                  <a:moveTo>
                    <a:pt x="248673" y="0"/>
                  </a:moveTo>
                  <a:lnTo>
                    <a:pt x="244474" y="0"/>
                  </a:lnTo>
                  <a:lnTo>
                    <a:pt x="242306" y="565"/>
                  </a:lnTo>
                  <a:lnTo>
                    <a:pt x="240369" y="1675"/>
                  </a:lnTo>
                  <a:lnTo>
                    <a:pt x="226864" y="7521"/>
                  </a:lnTo>
                  <a:lnTo>
                    <a:pt x="209559" y="11847"/>
                  </a:lnTo>
                  <a:lnTo>
                    <a:pt x="189104" y="14532"/>
                  </a:lnTo>
                  <a:lnTo>
                    <a:pt x="166152" y="15455"/>
                  </a:lnTo>
                  <a:lnTo>
                    <a:pt x="239984" y="15455"/>
                  </a:lnTo>
                  <a:lnTo>
                    <a:pt x="246641" y="12565"/>
                  </a:lnTo>
                  <a:lnTo>
                    <a:pt x="259186" y="12565"/>
                  </a:lnTo>
                  <a:lnTo>
                    <a:pt x="259173" y="11685"/>
                  </a:lnTo>
                  <a:lnTo>
                    <a:pt x="258882" y="7392"/>
                  </a:lnTo>
                  <a:lnTo>
                    <a:pt x="256379" y="3518"/>
                  </a:lnTo>
                  <a:lnTo>
                    <a:pt x="250704" y="492"/>
                  </a:lnTo>
                  <a:lnTo>
                    <a:pt x="2486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4" name="object 14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708685" y="2771602"/>
              <a:ext cx="566758" cy="791075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8702396" y="2765317"/>
              <a:ext cx="579755" cy="803910"/>
            </a:xfrm>
            <a:custGeom>
              <a:avLst/>
              <a:gdLst/>
              <a:ahLst/>
              <a:cxnLst/>
              <a:rect l="l" t="t" r="r" b="b"/>
              <a:pathLst>
                <a:path w="579754" h="803910">
                  <a:moveTo>
                    <a:pt x="567285" y="0"/>
                  </a:moveTo>
                  <a:lnTo>
                    <a:pt x="559128" y="0"/>
                  </a:lnTo>
                  <a:lnTo>
                    <a:pt x="556772" y="502"/>
                  </a:lnTo>
                  <a:lnTo>
                    <a:pt x="522270" y="15884"/>
                  </a:lnTo>
                  <a:lnTo>
                    <a:pt x="507367" y="19058"/>
                  </a:lnTo>
                  <a:lnTo>
                    <a:pt x="474554" y="23579"/>
                  </a:lnTo>
                  <a:lnTo>
                    <a:pt x="424622" y="28914"/>
                  </a:lnTo>
                  <a:lnTo>
                    <a:pt x="358359" y="34532"/>
                  </a:lnTo>
                  <a:lnTo>
                    <a:pt x="310339" y="42726"/>
                  </a:lnTo>
                  <a:lnTo>
                    <a:pt x="267393" y="59296"/>
                  </a:lnTo>
                  <a:lnTo>
                    <a:pt x="230568" y="83554"/>
                  </a:lnTo>
                  <a:lnTo>
                    <a:pt x="200906" y="114812"/>
                  </a:lnTo>
                  <a:lnTo>
                    <a:pt x="179453" y="152382"/>
                  </a:lnTo>
                  <a:lnTo>
                    <a:pt x="156759" y="212468"/>
                  </a:lnTo>
                  <a:lnTo>
                    <a:pt x="138511" y="263133"/>
                  </a:lnTo>
                  <a:lnTo>
                    <a:pt x="119047" y="318075"/>
                  </a:lnTo>
                  <a:lnTo>
                    <a:pt x="97428" y="380018"/>
                  </a:lnTo>
                  <a:lnTo>
                    <a:pt x="75497" y="443824"/>
                  </a:lnTo>
                  <a:lnTo>
                    <a:pt x="54402" y="506321"/>
                  </a:lnTo>
                  <a:lnTo>
                    <a:pt x="35289" y="564336"/>
                  </a:lnTo>
                  <a:lnTo>
                    <a:pt x="19307" y="614698"/>
                  </a:lnTo>
                  <a:lnTo>
                    <a:pt x="7602" y="654233"/>
                  </a:lnTo>
                  <a:lnTo>
                    <a:pt x="0" y="695871"/>
                  </a:lnTo>
                  <a:lnTo>
                    <a:pt x="1943" y="711581"/>
                  </a:lnTo>
                  <a:lnTo>
                    <a:pt x="37974" y="765673"/>
                  </a:lnTo>
                  <a:lnTo>
                    <a:pt x="91494" y="796145"/>
                  </a:lnTo>
                  <a:lnTo>
                    <a:pt x="123340" y="803640"/>
                  </a:lnTo>
                  <a:lnTo>
                    <a:pt x="129612" y="803640"/>
                  </a:lnTo>
                  <a:lnTo>
                    <a:pt x="160839" y="801449"/>
                  </a:lnTo>
                  <a:lnTo>
                    <a:pt x="196300" y="796196"/>
                  </a:lnTo>
                  <a:lnTo>
                    <a:pt x="223407" y="791075"/>
                  </a:lnTo>
                  <a:lnTo>
                    <a:pt x="124356" y="791075"/>
                  </a:lnTo>
                  <a:lnTo>
                    <a:pt x="119728" y="790771"/>
                  </a:lnTo>
                  <a:lnTo>
                    <a:pt x="47249" y="757068"/>
                  </a:lnTo>
                  <a:lnTo>
                    <a:pt x="19880" y="724335"/>
                  </a:lnTo>
                  <a:lnTo>
                    <a:pt x="13689" y="682021"/>
                  </a:lnTo>
                  <a:lnTo>
                    <a:pt x="19854" y="656989"/>
                  </a:lnTo>
                  <a:lnTo>
                    <a:pt x="31401" y="618013"/>
                  </a:lnTo>
                  <a:lnTo>
                    <a:pt x="47199" y="568229"/>
                  </a:lnTo>
                  <a:lnTo>
                    <a:pt x="66118" y="510773"/>
                  </a:lnTo>
                  <a:lnTo>
                    <a:pt x="87029" y="448782"/>
                  </a:lnTo>
                  <a:lnTo>
                    <a:pt x="108800" y="385393"/>
                  </a:lnTo>
                  <a:lnTo>
                    <a:pt x="130304" y="323742"/>
                  </a:lnTo>
                  <a:lnTo>
                    <a:pt x="150409" y="266964"/>
                  </a:lnTo>
                  <a:lnTo>
                    <a:pt x="167985" y="218197"/>
                  </a:lnTo>
                  <a:lnTo>
                    <a:pt x="181904" y="180577"/>
                  </a:lnTo>
                  <a:lnTo>
                    <a:pt x="214759" y="117528"/>
                  </a:lnTo>
                  <a:lnTo>
                    <a:pt x="250835" y="83811"/>
                  </a:lnTo>
                  <a:lnTo>
                    <a:pt x="299077" y="59263"/>
                  </a:lnTo>
                  <a:lnTo>
                    <a:pt x="359301" y="47056"/>
                  </a:lnTo>
                  <a:lnTo>
                    <a:pt x="421407" y="41820"/>
                  </a:lnTo>
                  <a:lnTo>
                    <a:pt x="472785" y="36424"/>
                  </a:lnTo>
                  <a:lnTo>
                    <a:pt x="509493" y="31399"/>
                  </a:lnTo>
                  <a:lnTo>
                    <a:pt x="527589" y="27276"/>
                  </a:lnTo>
                  <a:lnTo>
                    <a:pt x="560248" y="12690"/>
                  </a:lnTo>
                  <a:lnTo>
                    <a:pt x="560908" y="12565"/>
                  </a:lnTo>
                  <a:lnTo>
                    <a:pt x="579062" y="12565"/>
                  </a:lnTo>
                  <a:lnTo>
                    <a:pt x="579043" y="12387"/>
                  </a:lnTo>
                  <a:lnTo>
                    <a:pt x="572635" y="2858"/>
                  </a:lnTo>
                  <a:lnTo>
                    <a:pt x="567285" y="0"/>
                  </a:lnTo>
                  <a:close/>
                </a:path>
                <a:path w="579754" h="803910">
                  <a:moveTo>
                    <a:pt x="579062" y="12565"/>
                  </a:moveTo>
                  <a:lnTo>
                    <a:pt x="564646" y="12565"/>
                  </a:lnTo>
                  <a:lnTo>
                    <a:pt x="567169" y="15727"/>
                  </a:lnTo>
                  <a:lnTo>
                    <a:pt x="565817" y="19058"/>
                  </a:lnTo>
                  <a:lnTo>
                    <a:pt x="548513" y="72417"/>
                  </a:lnTo>
                  <a:lnTo>
                    <a:pt x="538785" y="129668"/>
                  </a:lnTo>
                  <a:lnTo>
                    <a:pt x="532547" y="169112"/>
                  </a:lnTo>
                  <a:lnTo>
                    <a:pt x="522867" y="229218"/>
                  </a:lnTo>
                  <a:lnTo>
                    <a:pt x="308172" y="242704"/>
                  </a:lnTo>
                  <a:lnTo>
                    <a:pt x="220408" y="245923"/>
                  </a:lnTo>
                  <a:lnTo>
                    <a:pt x="197548" y="251272"/>
                  </a:lnTo>
                  <a:lnTo>
                    <a:pt x="190207" y="264588"/>
                  </a:lnTo>
                  <a:lnTo>
                    <a:pt x="192428" y="293857"/>
                  </a:lnTo>
                  <a:lnTo>
                    <a:pt x="197292" y="349899"/>
                  </a:lnTo>
                  <a:lnTo>
                    <a:pt x="203574" y="419860"/>
                  </a:lnTo>
                  <a:lnTo>
                    <a:pt x="210054" y="490884"/>
                  </a:lnTo>
                  <a:lnTo>
                    <a:pt x="218929" y="587081"/>
                  </a:lnTo>
                  <a:lnTo>
                    <a:pt x="242258" y="589280"/>
                  </a:lnTo>
                  <a:lnTo>
                    <a:pt x="244059" y="594892"/>
                  </a:lnTo>
                  <a:lnTo>
                    <a:pt x="240520" y="597615"/>
                  </a:lnTo>
                  <a:lnTo>
                    <a:pt x="226588" y="610445"/>
                  </a:lnTo>
                  <a:lnTo>
                    <a:pt x="213390" y="629408"/>
                  </a:lnTo>
                  <a:lnTo>
                    <a:pt x="205507" y="654636"/>
                  </a:lnTo>
                  <a:lnTo>
                    <a:pt x="207526" y="686261"/>
                  </a:lnTo>
                  <a:lnTo>
                    <a:pt x="230297" y="738715"/>
                  </a:lnTo>
                  <a:lnTo>
                    <a:pt x="257524" y="766227"/>
                  </a:lnTo>
                  <a:lnTo>
                    <a:pt x="256404" y="771285"/>
                  </a:lnTo>
                  <a:lnTo>
                    <a:pt x="194602" y="783752"/>
                  </a:lnTo>
                  <a:lnTo>
                    <a:pt x="129612" y="791075"/>
                  </a:lnTo>
                  <a:lnTo>
                    <a:pt x="223407" y="791075"/>
                  </a:lnTo>
                  <a:lnTo>
                    <a:pt x="261849" y="782949"/>
                  </a:lnTo>
                  <a:lnTo>
                    <a:pt x="269754" y="764521"/>
                  </a:lnTo>
                  <a:lnTo>
                    <a:pt x="267147" y="757704"/>
                  </a:lnTo>
                  <a:lnTo>
                    <a:pt x="261734" y="753736"/>
                  </a:lnTo>
                  <a:lnTo>
                    <a:pt x="251857" y="745153"/>
                  </a:lnTo>
                  <a:lnTo>
                    <a:pt x="240353" y="731174"/>
                  </a:lnTo>
                  <a:lnTo>
                    <a:pt x="229040" y="710860"/>
                  </a:lnTo>
                  <a:lnTo>
                    <a:pt x="219735" y="683277"/>
                  </a:lnTo>
                  <a:lnTo>
                    <a:pt x="217788" y="657582"/>
                  </a:lnTo>
                  <a:lnTo>
                    <a:pt x="223769" y="636564"/>
                  </a:lnTo>
                  <a:lnTo>
                    <a:pt x="234842" y="619979"/>
                  </a:lnTo>
                  <a:lnTo>
                    <a:pt x="248174" y="607583"/>
                  </a:lnTo>
                  <a:lnTo>
                    <a:pt x="253996" y="603112"/>
                  </a:lnTo>
                  <a:lnTo>
                    <a:pt x="256373" y="595426"/>
                  </a:lnTo>
                  <a:lnTo>
                    <a:pt x="251776" y="581427"/>
                  </a:lnTo>
                  <a:lnTo>
                    <a:pt x="245483" y="576778"/>
                  </a:lnTo>
                  <a:lnTo>
                    <a:pt x="230562" y="576474"/>
                  </a:lnTo>
                  <a:lnTo>
                    <a:pt x="226897" y="536852"/>
                  </a:lnTo>
                  <a:lnTo>
                    <a:pt x="221421" y="477274"/>
                  </a:lnTo>
                  <a:lnTo>
                    <a:pt x="215201" y="408973"/>
                  </a:lnTo>
                  <a:lnTo>
                    <a:pt x="209306" y="343182"/>
                  </a:lnTo>
                  <a:lnTo>
                    <a:pt x="204803" y="291135"/>
                  </a:lnTo>
                  <a:lnTo>
                    <a:pt x="202801" y="264588"/>
                  </a:lnTo>
                  <a:lnTo>
                    <a:pt x="202845" y="262787"/>
                  </a:lnTo>
                  <a:lnTo>
                    <a:pt x="209877" y="259961"/>
                  </a:lnTo>
                  <a:lnTo>
                    <a:pt x="223364" y="258301"/>
                  </a:lnTo>
                  <a:lnTo>
                    <a:pt x="240458" y="257433"/>
                  </a:lnTo>
                  <a:lnTo>
                    <a:pt x="282029" y="256408"/>
                  </a:lnTo>
                  <a:lnTo>
                    <a:pt x="295055" y="255932"/>
                  </a:lnTo>
                  <a:lnTo>
                    <a:pt x="527726" y="242997"/>
                  </a:lnTo>
                  <a:lnTo>
                    <a:pt x="544797" y="172091"/>
                  </a:lnTo>
                  <a:lnTo>
                    <a:pt x="551127" y="132070"/>
                  </a:lnTo>
                  <a:lnTo>
                    <a:pt x="556510" y="96928"/>
                  </a:lnTo>
                  <a:lnTo>
                    <a:pt x="560787" y="75118"/>
                  </a:lnTo>
                  <a:lnTo>
                    <a:pt x="566397" y="54773"/>
                  </a:lnTo>
                  <a:lnTo>
                    <a:pt x="572310" y="37199"/>
                  </a:lnTo>
                  <a:lnTo>
                    <a:pt x="577545" y="23579"/>
                  </a:lnTo>
                  <a:lnTo>
                    <a:pt x="579661" y="18386"/>
                  </a:lnTo>
                  <a:lnTo>
                    <a:pt x="579062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8708685" y="2771602"/>
              <a:ext cx="567055" cy="791210"/>
            </a:xfrm>
            <a:custGeom>
              <a:avLst/>
              <a:gdLst/>
              <a:ahLst/>
              <a:cxnLst/>
              <a:rect l="l" t="t" r="r" b="b"/>
              <a:pathLst>
                <a:path w="567054" h="791210">
                  <a:moveTo>
                    <a:pt x="558900" y="0"/>
                  </a:moveTo>
                  <a:lnTo>
                    <a:pt x="553717" y="0"/>
                  </a:lnTo>
                  <a:lnTo>
                    <a:pt x="552209" y="314"/>
                  </a:lnTo>
                  <a:lnTo>
                    <a:pt x="518629" y="15297"/>
                  </a:lnTo>
                  <a:lnTo>
                    <a:pt x="502158" y="18950"/>
                  </a:lnTo>
                  <a:lnTo>
                    <a:pt x="467022" y="23750"/>
                  </a:lnTo>
                  <a:lnTo>
                    <a:pt x="416171" y="29127"/>
                  </a:lnTo>
                  <a:lnTo>
                    <a:pt x="352551" y="34512"/>
                  </a:lnTo>
                  <a:lnTo>
                    <a:pt x="305909" y="42451"/>
                  </a:lnTo>
                  <a:lnTo>
                    <a:pt x="264216" y="58488"/>
                  </a:lnTo>
                  <a:lnTo>
                    <a:pt x="228482" y="81957"/>
                  </a:lnTo>
                  <a:lnTo>
                    <a:pt x="199721" y="112192"/>
                  </a:lnTo>
                  <a:lnTo>
                    <a:pt x="178943" y="148529"/>
                  </a:lnTo>
                  <a:lnTo>
                    <a:pt x="156303" y="208491"/>
                  </a:lnTo>
                  <a:lnTo>
                    <a:pt x="138790" y="257081"/>
                  </a:lnTo>
                  <a:lnTo>
                    <a:pt x="118674" y="313857"/>
                  </a:lnTo>
                  <a:lnTo>
                    <a:pt x="97102" y="375654"/>
                  </a:lnTo>
                  <a:lnTo>
                    <a:pt x="75219" y="439305"/>
                  </a:lnTo>
                  <a:lnTo>
                    <a:pt x="54170" y="501647"/>
                  </a:lnTo>
                  <a:lnTo>
                    <a:pt x="35100" y="559513"/>
                  </a:lnTo>
                  <a:lnTo>
                    <a:pt x="19155" y="609738"/>
                  </a:lnTo>
                  <a:lnTo>
                    <a:pt x="7480" y="649158"/>
                  </a:lnTo>
                  <a:lnTo>
                    <a:pt x="0" y="689459"/>
                  </a:lnTo>
                  <a:lnTo>
                    <a:pt x="1807" y="703966"/>
                  </a:lnTo>
                  <a:lnTo>
                    <a:pt x="35898" y="754771"/>
                  </a:lnTo>
                  <a:lnTo>
                    <a:pt x="87220" y="783941"/>
                  </a:lnTo>
                  <a:lnTo>
                    <a:pt x="117511" y="791075"/>
                  </a:lnTo>
                  <a:lnTo>
                    <a:pt x="123332" y="791075"/>
                  </a:lnTo>
                  <a:lnTo>
                    <a:pt x="189158" y="783693"/>
                  </a:lnTo>
                  <a:lnTo>
                    <a:pt x="251852" y="771055"/>
                  </a:lnTo>
                  <a:lnTo>
                    <a:pt x="251737" y="752521"/>
                  </a:lnTo>
                  <a:lnTo>
                    <a:pt x="241257" y="743438"/>
                  </a:lnTo>
                  <a:lnTo>
                    <a:pt x="229075" y="728712"/>
                  </a:lnTo>
                  <a:lnTo>
                    <a:pt x="217125" y="707383"/>
                  </a:lnTo>
                  <a:lnTo>
                    <a:pt x="207340" y="678492"/>
                  </a:lnTo>
                  <a:lnTo>
                    <a:pt x="205482" y="649260"/>
                  </a:lnTo>
                  <a:lnTo>
                    <a:pt x="212789" y="625898"/>
                  </a:lnTo>
                  <a:lnTo>
                    <a:pt x="225050" y="608286"/>
                  </a:lnTo>
                  <a:lnTo>
                    <a:pt x="238051" y="596306"/>
                  </a:lnTo>
                  <a:lnTo>
                    <a:pt x="241821" y="593416"/>
                  </a:lnTo>
                  <a:lnTo>
                    <a:pt x="243308" y="588641"/>
                  </a:lnTo>
                  <a:lnTo>
                    <a:pt x="240366" y="579678"/>
                  </a:lnTo>
                  <a:lnTo>
                    <a:pt x="236366" y="576715"/>
                  </a:lnTo>
                  <a:lnTo>
                    <a:pt x="218534" y="576348"/>
                  </a:lnTo>
                  <a:lnTo>
                    <a:pt x="202882" y="405664"/>
                  </a:lnTo>
                  <a:lnTo>
                    <a:pt x="192282" y="285603"/>
                  </a:lnTo>
                  <a:lnTo>
                    <a:pt x="190053" y="254735"/>
                  </a:lnTo>
                  <a:lnTo>
                    <a:pt x="191058" y="253227"/>
                  </a:lnTo>
                  <a:lnTo>
                    <a:pt x="230758" y="244973"/>
                  </a:lnTo>
                  <a:lnTo>
                    <a:pt x="288480" y="243372"/>
                  </a:lnTo>
                  <a:lnTo>
                    <a:pt x="518106" y="230610"/>
                  </a:lnTo>
                  <a:lnTo>
                    <a:pt x="522294" y="226862"/>
                  </a:lnTo>
                  <a:lnTo>
                    <a:pt x="529955" y="179468"/>
                  </a:lnTo>
                  <a:lnTo>
                    <a:pt x="544011" y="89714"/>
                  </a:lnTo>
                  <a:lnTo>
                    <a:pt x="548375" y="67432"/>
                  </a:lnTo>
                  <a:lnTo>
                    <a:pt x="554093" y="46684"/>
                  </a:lnTo>
                  <a:lnTo>
                    <a:pt x="560115" y="28786"/>
                  </a:lnTo>
                  <a:lnTo>
                    <a:pt x="566764" y="11675"/>
                  </a:lnTo>
                  <a:lnTo>
                    <a:pt x="566377" y="7874"/>
                  </a:lnTo>
                  <a:lnTo>
                    <a:pt x="562303" y="1821"/>
                  </a:lnTo>
                  <a:lnTo>
                    <a:pt x="558900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8702395" y="2765317"/>
              <a:ext cx="579755" cy="803910"/>
            </a:xfrm>
            <a:custGeom>
              <a:avLst/>
              <a:gdLst/>
              <a:ahLst/>
              <a:cxnLst/>
              <a:rect l="l" t="t" r="r" b="b"/>
              <a:pathLst>
                <a:path w="579754" h="803910">
                  <a:moveTo>
                    <a:pt x="567285" y="0"/>
                  </a:moveTo>
                  <a:lnTo>
                    <a:pt x="559128" y="0"/>
                  </a:lnTo>
                  <a:lnTo>
                    <a:pt x="556772" y="502"/>
                  </a:lnTo>
                  <a:lnTo>
                    <a:pt x="522270" y="15884"/>
                  </a:lnTo>
                  <a:lnTo>
                    <a:pt x="507363" y="19058"/>
                  </a:lnTo>
                  <a:lnTo>
                    <a:pt x="474552" y="23579"/>
                  </a:lnTo>
                  <a:lnTo>
                    <a:pt x="424625" y="28914"/>
                  </a:lnTo>
                  <a:lnTo>
                    <a:pt x="358369" y="34532"/>
                  </a:lnTo>
                  <a:lnTo>
                    <a:pt x="310344" y="42726"/>
                  </a:lnTo>
                  <a:lnTo>
                    <a:pt x="267396" y="59296"/>
                  </a:lnTo>
                  <a:lnTo>
                    <a:pt x="230568" y="83554"/>
                  </a:lnTo>
                  <a:lnTo>
                    <a:pt x="200906" y="114812"/>
                  </a:lnTo>
                  <a:lnTo>
                    <a:pt x="179453" y="152382"/>
                  </a:lnTo>
                  <a:lnTo>
                    <a:pt x="156763" y="212467"/>
                  </a:lnTo>
                  <a:lnTo>
                    <a:pt x="138514" y="263133"/>
                  </a:lnTo>
                  <a:lnTo>
                    <a:pt x="119052" y="318072"/>
                  </a:lnTo>
                  <a:lnTo>
                    <a:pt x="97433" y="380014"/>
                  </a:lnTo>
                  <a:lnTo>
                    <a:pt x="75501" y="443820"/>
                  </a:lnTo>
                  <a:lnTo>
                    <a:pt x="54404" y="506316"/>
                  </a:lnTo>
                  <a:lnTo>
                    <a:pt x="35291" y="564332"/>
                  </a:lnTo>
                  <a:lnTo>
                    <a:pt x="19307" y="614694"/>
                  </a:lnTo>
                  <a:lnTo>
                    <a:pt x="7602" y="654231"/>
                  </a:lnTo>
                  <a:lnTo>
                    <a:pt x="0" y="695871"/>
                  </a:lnTo>
                  <a:lnTo>
                    <a:pt x="1943" y="711581"/>
                  </a:lnTo>
                  <a:lnTo>
                    <a:pt x="37978" y="765673"/>
                  </a:lnTo>
                  <a:lnTo>
                    <a:pt x="91496" y="796145"/>
                  </a:lnTo>
                  <a:lnTo>
                    <a:pt x="123340" y="803640"/>
                  </a:lnTo>
                  <a:lnTo>
                    <a:pt x="129612" y="803640"/>
                  </a:lnTo>
                  <a:lnTo>
                    <a:pt x="160845" y="801451"/>
                  </a:lnTo>
                  <a:lnTo>
                    <a:pt x="196309" y="796200"/>
                  </a:lnTo>
                  <a:lnTo>
                    <a:pt x="223440" y="791075"/>
                  </a:lnTo>
                  <a:lnTo>
                    <a:pt x="124356" y="791075"/>
                  </a:lnTo>
                  <a:lnTo>
                    <a:pt x="119728" y="790771"/>
                  </a:lnTo>
                  <a:lnTo>
                    <a:pt x="47253" y="757068"/>
                  </a:lnTo>
                  <a:lnTo>
                    <a:pt x="19884" y="724335"/>
                  </a:lnTo>
                  <a:lnTo>
                    <a:pt x="13689" y="682021"/>
                  </a:lnTo>
                  <a:lnTo>
                    <a:pt x="19854" y="656989"/>
                  </a:lnTo>
                  <a:lnTo>
                    <a:pt x="31401" y="618013"/>
                  </a:lnTo>
                  <a:lnTo>
                    <a:pt x="47199" y="568229"/>
                  </a:lnTo>
                  <a:lnTo>
                    <a:pt x="66118" y="510773"/>
                  </a:lnTo>
                  <a:lnTo>
                    <a:pt x="87029" y="448782"/>
                  </a:lnTo>
                  <a:lnTo>
                    <a:pt x="108800" y="385393"/>
                  </a:lnTo>
                  <a:lnTo>
                    <a:pt x="130304" y="323742"/>
                  </a:lnTo>
                  <a:lnTo>
                    <a:pt x="150409" y="266964"/>
                  </a:lnTo>
                  <a:lnTo>
                    <a:pt x="167985" y="218197"/>
                  </a:lnTo>
                  <a:lnTo>
                    <a:pt x="181904" y="180577"/>
                  </a:lnTo>
                  <a:lnTo>
                    <a:pt x="214760" y="117528"/>
                  </a:lnTo>
                  <a:lnTo>
                    <a:pt x="250836" y="83811"/>
                  </a:lnTo>
                  <a:lnTo>
                    <a:pt x="299081" y="59263"/>
                  </a:lnTo>
                  <a:lnTo>
                    <a:pt x="359312" y="47056"/>
                  </a:lnTo>
                  <a:lnTo>
                    <a:pt x="421413" y="41820"/>
                  </a:lnTo>
                  <a:lnTo>
                    <a:pt x="472790" y="36424"/>
                  </a:lnTo>
                  <a:lnTo>
                    <a:pt x="509498" y="31399"/>
                  </a:lnTo>
                  <a:lnTo>
                    <a:pt x="527589" y="27276"/>
                  </a:lnTo>
                  <a:lnTo>
                    <a:pt x="560248" y="12690"/>
                  </a:lnTo>
                  <a:lnTo>
                    <a:pt x="560908" y="12565"/>
                  </a:lnTo>
                  <a:lnTo>
                    <a:pt x="579062" y="12565"/>
                  </a:lnTo>
                  <a:lnTo>
                    <a:pt x="579043" y="12376"/>
                  </a:lnTo>
                  <a:lnTo>
                    <a:pt x="572635" y="2858"/>
                  </a:lnTo>
                  <a:lnTo>
                    <a:pt x="567285" y="0"/>
                  </a:lnTo>
                  <a:close/>
                </a:path>
                <a:path w="579754" h="803910">
                  <a:moveTo>
                    <a:pt x="579062" y="12565"/>
                  </a:moveTo>
                  <a:lnTo>
                    <a:pt x="564646" y="12565"/>
                  </a:lnTo>
                  <a:lnTo>
                    <a:pt x="567180" y="15727"/>
                  </a:lnTo>
                  <a:lnTo>
                    <a:pt x="565828" y="19058"/>
                  </a:lnTo>
                  <a:lnTo>
                    <a:pt x="548513" y="72417"/>
                  </a:lnTo>
                  <a:lnTo>
                    <a:pt x="538785" y="129668"/>
                  </a:lnTo>
                  <a:lnTo>
                    <a:pt x="532542" y="169146"/>
                  </a:lnTo>
                  <a:lnTo>
                    <a:pt x="522867" y="229218"/>
                  </a:lnTo>
                  <a:lnTo>
                    <a:pt x="308172" y="242704"/>
                  </a:lnTo>
                  <a:lnTo>
                    <a:pt x="220413" y="245923"/>
                  </a:lnTo>
                  <a:lnTo>
                    <a:pt x="197557" y="251272"/>
                  </a:lnTo>
                  <a:lnTo>
                    <a:pt x="190218" y="264588"/>
                  </a:lnTo>
                  <a:lnTo>
                    <a:pt x="192434" y="293857"/>
                  </a:lnTo>
                  <a:lnTo>
                    <a:pt x="197295" y="349899"/>
                  </a:lnTo>
                  <a:lnTo>
                    <a:pt x="203576" y="419860"/>
                  </a:lnTo>
                  <a:lnTo>
                    <a:pt x="210054" y="490884"/>
                  </a:lnTo>
                  <a:lnTo>
                    <a:pt x="218929" y="587081"/>
                  </a:lnTo>
                  <a:lnTo>
                    <a:pt x="242258" y="589280"/>
                  </a:lnTo>
                  <a:lnTo>
                    <a:pt x="244059" y="594892"/>
                  </a:lnTo>
                  <a:lnTo>
                    <a:pt x="240520" y="597615"/>
                  </a:lnTo>
                  <a:lnTo>
                    <a:pt x="226588" y="610445"/>
                  </a:lnTo>
                  <a:lnTo>
                    <a:pt x="213390" y="629408"/>
                  </a:lnTo>
                  <a:lnTo>
                    <a:pt x="205507" y="654636"/>
                  </a:lnTo>
                  <a:lnTo>
                    <a:pt x="207526" y="686261"/>
                  </a:lnTo>
                  <a:lnTo>
                    <a:pt x="230297" y="738715"/>
                  </a:lnTo>
                  <a:lnTo>
                    <a:pt x="257524" y="766227"/>
                  </a:lnTo>
                  <a:lnTo>
                    <a:pt x="256404" y="771285"/>
                  </a:lnTo>
                  <a:lnTo>
                    <a:pt x="194606" y="783752"/>
                  </a:lnTo>
                  <a:lnTo>
                    <a:pt x="129612" y="791075"/>
                  </a:lnTo>
                  <a:lnTo>
                    <a:pt x="223440" y="791075"/>
                  </a:lnTo>
                  <a:lnTo>
                    <a:pt x="261849" y="782949"/>
                  </a:lnTo>
                  <a:lnTo>
                    <a:pt x="269765" y="764521"/>
                  </a:lnTo>
                  <a:lnTo>
                    <a:pt x="267158" y="757704"/>
                  </a:lnTo>
                  <a:lnTo>
                    <a:pt x="261744" y="753736"/>
                  </a:lnTo>
                  <a:lnTo>
                    <a:pt x="251861" y="745155"/>
                  </a:lnTo>
                  <a:lnTo>
                    <a:pt x="240355" y="731177"/>
                  </a:lnTo>
                  <a:lnTo>
                    <a:pt x="229041" y="710865"/>
                  </a:lnTo>
                  <a:lnTo>
                    <a:pt x="219735" y="683277"/>
                  </a:lnTo>
                  <a:lnTo>
                    <a:pt x="217788" y="657582"/>
                  </a:lnTo>
                  <a:lnTo>
                    <a:pt x="223769" y="636564"/>
                  </a:lnTo>
                  <a:lnTo>
                    <a:pt x="234842" y="619979"/>
                  </a:lnTo>
                  <a:lnTo>
                    <a:pt x="248174" y="607583"/>
                  </a:lnTo>
                  <a:lnTo>
                    <a:pt x="253996" y="603112"/>
                  </a:lnTo>
                  <a:lnTo>
                    <a:pt x="256373" y="595426"/>
                  </a:lnTo>
                  <a:lnTo>
                    <a:pt x="251776" y="581427"/>
                  </a:lnTo>
                  <a:lnTo>
                    <a:pt x="245483" y="576778"/>
                  </a:lnTo>
                  <a:lnTo>
                    <a:pt x="230562" y="576474"/>
                  </a:lnTo>
                  <a:lnTo>
                    <a:pt x="224994" y="516196"/>
                  </a:lnTo>
                  <a:lnTo>
                    <a:pt x="218968" y="450419"/>
                  </a:lnTo>
                  <a:lnTo>
                    <a:pt x="213078" y="385393"/>
                  </a:lnTo>
                  <a:lnTo>
                    <a:pt x="208038" y="328718"/>
                  </a:lnTo>
                  <a:lnTo>
                    <a:pt x="204381" y="285967"/>
                  </a:lnTo>
                  <a:lnTo>
                    <a:pt x="202800" y="264588"/>
                  </a:lnTo>
                  <a:lnTo>
                    <a:pt x="202856" y="262787"/>
                  </a:lnTo>
                  <a:lnTo>
                    <a:pt x="209877" y="259961"/>
                  </a:lnTo>
                  <a:lnTo>
                    <a:pt x="223366" y="258301"/>
                  </a:lnTo>
                  <a:lnTo>
                    <a:pt x="240463" y="257433"/>
                  </a:lnTo>
                  <a:lnTo>
                    <a:pt x="282030" y="256408"/>
                  </a:lnTo>
                  <a:lnTo>
                    <a:pt x="295055" y="255932"/>
                  </a:lnTo>
                  <a:lnTo>
                    <a:pt x="527726" y="243008"/>
                  </a:lnTo>
                  <a:lnTo>
                    <a:pt x="539587" y="204531"/>
                  </a:lnTo>
                  <a:lnTo>
                    <a:pt x="551367" y="130524"/>
                  </a:lnTo>
                  <a:lnTo>
                    <a:pt x="556510" y="96928"/>
                  </a:lnTo>
                  <a:lnTo>
                    <a:pt x="560789" y="75108"/>
                  </a:lnTo>
                  <a:lnTo>
                    <a:pt x="566401" y="54761"/>
                  </a:lnTo>
                  <a:lnTo>
                    <a:pt x="572314" y="37192"/>
                  </a:lnTo>
                  <a:lnTo>
                    <a:pt x="577545" y="23579"/>
                  </a:lnTo>
                  <a:lnTo>
                    <a:pt x="579651" y="18386"/>
                  </a:lnTo>
                  <a:lnTo>
                    <a:pt x="579062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8803208" y="2963360"/>
              <a:ext cx="617220" cy="687705"/>
            </a:xfrm>
            <a:custGeom>
              <a:avLst/>
              <a:gdLst/>
              <a:ahLst/>
              <a:cxnLst/>
              <a:rect l="l" t="t" r="r" b="b"/>
              <a:pathLst>
                <a:path w="617220" h="687704">
                  <a:moveTo>
                    <a:pt x="616978" y="591502"/>
                  </a:moveTo>
                  <a:lnTo>
                    <a:pt x="504609" y="23088"/>
                  </a:lnTo>
                  <a:lnTo>
                    <a:pt x="473989" y="0"/>
                  </a:lnTo>
                  <a:lnTo>
                    <a:pt x="472452" y="0"/>
                  </a:lnTo>
                  <a:lnTo>
                    <a:pt x="18415" y="60528"/>
                  </a:lnTo>
                  <a:lnTo>
                    <a:pt x="10579" y="64998"/>
                  </a:lnTo>
                  <a:lnTo>
                    <a:pt x="1612" y="77343"/>
                  </a:lnTo>
                  <a:lnTo>
                    <a:pt x="0" y="84188"/>
                  </a:lnTo>
                  <a:lnTo>
                    <a:pt x="105702" y="664171"/>
                  </a:lnTo>
                  <a:lnTo>
                    <a:pt x="109359" y="673417"/>
                  </a:lnTo>
                  <a:lnTo>
                    <a:pt x="116192" y="680732"/>
                  </a:lnTo>
                  <a:lnTo>
                    <a:pt x="125412" y="685533"/>
                  </a:lnTo>
                  <a:lnTo>
                    <a:pt x="136309" y="687260"/>
                  </a:lnTo>
                  <a:lnTo>
                    <a:pt x="139420" y="687146"/>
                  </a:lnTo>
                  <a:lnTo>
                    <a:pt x="583069" y="627913"/>
                  </a:lnTo>
                  <a:lnTo>
                    <a:pt x="614629" y="603859"/>
                  </a:lnTo>
                  <a:lnTo>
                    <a:pt x="616978" y="5915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8797779" y="2957071"/>
              <a:ext cx="629285" cy="700405"/>
            </a:xfrm>
            <a:custGeom>
              <a:avLst/>
              <a:gdLst/>
              <a:ahLst/>
              <a:cxnLst/>
              <a:rect l="l" t="t" r="r" b="b"/>
              <a:pathLst>
                <a:path w="629284" h="700404">
                  <a:moveTo>
                    <a:pt x="479430" y="0"/>
                  </a:moveTo>
                  <a:lnTo>
                    <a:pt x="477598" y="0"/>
                  </a:lnTo>
                  <a:lnTo>
                    <a:pt x="475744" y="125"/>
                  </a:lnTo>
                  <a:lnTo>
                    <a:pt x="31841" y="59390"/>
                  </a:lnTo>
                  <a:lnTo>
                    <a:pt x="793" y="85776"/>
                  </a:lnTo>
                  <a:lnTo>
                    <a:pt x="0" y="92003"/>
                  </a:lnTo>
                  <a:lnTo>
                    <a:pt x="502" y="98332"/>
                  </a:lnTo>
                  <a:lnTo>
                    <a:pt x="104949" y="671581"/>
                  </a:lnTo>
                  <a:lnTo>
                    <a:pt x="141744" y="699821"/>
                  </a:lnTo>
                  <a:lnTo>
                    <a:pt x="143576" y="699821"/>
                  </a:lnTo>
                  <a:lnTo>
                    <a:pt x="145440" y="699695"/>
                  </a:lnTo>
                  <a:lnTo>
                    <a:pt x="238596" y="687256"/>
                  </a:lnTo>
                  <a:lnTo>
                    <a:pt x="141744" y="687256"/>
                  </a:lnTo>
                  <a:lnTo>
                    <a:pt x="133137" y="685925"/>
                  </a:lnTo>
                  <a:lnTo>
                    <a:pt x="125748" y="682212"/>
                  </a:lnTo>
                  <a:lnTo>
                    <a:pt x="120250" y="676539"/>
                  </a:lnTo>
                  <a:lnTo>
                    <a:pt x="117315" y="669330"/>
                  </a:lnTo>
                  <a:lnTo>
                    <a:pt x="12858" y="96059"/>
                  </a:lnTo>
                  <a:lnTo>
                    <a:pt x="13289" y="87653"/>
                  </a:lnTo>
                  <a:lnTo>
                    <a:pt x="476875" y="12648"/>
                  </a:lnTo>
                  <a:lnTo>
                    <a:pt x="478163" y="12565"/>
                  </a:lnTo>
                  <a:lnTo>
                    <a:pt x="507825" y="12565"/>
                  </a:lnTo>
                  <a:lnTo>
                    <a:pt x="503580" y="7964"/>
                  </a:lnTo>
                  <a:lnTo>
                    <a:pt x="492494" y="2109"/>
                  </a:lnTo>
                  <a:lnTo>
                    <a:pt x="479430" y="0"/>
                  </a:lnTo>
                  <a:close/>
                </a:path>
                <a:path w="629284" h="700404">
                  <a:moveTo>
                    <a:pt x="507825" y="12565"/>
                  </a:moveTo>
                  <a:lnTo>
                    <a:pt x="479430" y="12565"/>
                  </a:lnTo>
                  <a:lnTo>
                    <a:pt x="488037" y="13896"/>
                  </a:lnTo>
                  <a:lnTo>
                    <a:pt x="495426" y="17610"/>
                  </a:lnTo>
                  <a:lnTo>
                    <a:pt x="500924" y="23286"/>
                  </a:lnTo>
                  <a:lnTo>
                    <a:pt x="503859" y="30501"/>
                  </a:lnTo>
                  <a:lnTo>
                    <a:pt x="616253" y="598997"/>
                  </a:lnTo>
                  <a:lnTo>
                    <a:pt x="614153" y="608192"/>
                  </a:lnTo>
                  <a:lnTo>
                    <a:pt x="144299" y="687172"/>
                  </a:lnTo>
                  <a:lnTo>
                    <a:pt x="143011" y="687256"/>
                  </a:lnTo>
                  <a:lnTo>
                    <a:pt x="238596" y="687256"/>
                  </a:lnTo>
                  <a:lnTo>
                    <a:pt x="589343" y="640420"/>
                  </a:lnTo>
                  <a:lnTo>
                    <a:pt x="626043" y="612356"/>
                  </a:lnTo>
                  <a:lnTo>
                    <a:pt x="628766" y="597814"/>
                  </a:lnTo>
                  <a:lnTo>
                    <a:pt x="628661" y="596976"/>
                  </a:lnTo>
                  <a:lnTo>
                    <a:pt x="516193" y="28061"/>
                  </a:lnTo>
                  <a:lnTo>
                    <a:pt x="511782" y="16852"/>
                  </a:lnTo>
                  <a:lnTo>
                    <a:pt x="507825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9460144" y="2779225"/>
              <a:ext cx="467359" cy="1004569"/>
            </a:xfrm>
            <a:custGeom>
              <a:avLst/>
              <a:gdLst/>
              <a:ahLst/>
              <a:cxnLst/>
              <a:rect l="l" t="t" r="r" b="b"/>
              <a:pathLst>
                <a:path w="467359" h="1004570">
                  <a:moveTo>
                    <a:pt x="9486" y="0"/>
                  </a:moveTo>
                  <a:lnTo>
                    <a:pt x="5612" y="1947"/>
                  </a:lnTo>
                  <a:lnTo>
                    <a:pt x="732" y="8502"/>
                  </a:lnTo>
                  <a:lnTo>
                    <a:pt x="0" y="12659"/>
                  </a:lnTo>
                  <a:lnTo>
                    <a:pt x="9790" y="45422"/>
                  </a:lnTo>
                  <a:lnTo>
                    <a:pt x="13746" y="52134"/>
                  </a:lnTo>
                  <a:lnTo>
                    <a:pt x="21724" y="67848"/>
                  </a:lnTo>
                  <a:lnTo>
                    <a:pt x="40857" y="124907"/>
                  </a:lnTo>
                  <a:lnTo>
                    <a:pt x="48145" y="165214"/>
                  </a:lnTo>
                  <a:lnTo>
                    <a:pt x="54008" y="208052"/>
                  </a:lnTo>
                  <a:lnTo>
                    <a:pt x="59302" y="263135"/>
                  </a:lnTo>
                  <a:lnTo>
                    <a:pt x="62491" y="328304"/>
                  </a:lnTo>
                  <a:lnTo>
                    <a:pt x="62038" y="401401"/>
                  </a:lnTo>
                  <a:lnTo>
                    <a:pt x="56406" y="480268"/>
                  </a:lnTo>
                  <a:lnTo>
                    <a:pt x="51474" y="535469"/>
                  </a:lnTo>
                  <a:lnTo>
                    <a:pt x="48041" y="593203"/>
                  </a:lnTo>
                  <a:lnTo>
                    <a:pt x="45914" y="651647"/>
                  </a:lnTo>
                  <a:lnTo>
                    <a:pt x="44900" y="708978"/>
                  </a:lnTo>
                  <a:lnTo>
                    <a:pt x="44808" y="763376"/>
                  </a:lnTo>
                  <a:lnTo>
                    <a:pt x="45444" y="813016"/>
                  </a:lnTo>
                  <a:lnTo>
                    <a:pt x="46616" y="856078"/>
                  </a:lnTo>
                  <a:lnTo>
                    <a:pt x="49799" y="915176"/>
                  </a:lnTo>
                  <a:lnTo>
                    <a:pt x="54551" y="957621"/>
                  </a:lnTo>
                  <a:lnTo>
                    <a:pt x="67444" y="999975"/>
                  </a:lnTo>
                  <a:lnTo>
                    <a:pt x="76961" y="1004419"/>
                  </a:lnTo>
                  <a:lnTo>
                    <a:pt x="77903" y="1004419"/>
                  </a:lnTo>
                  <a:lnTo>
                    <a:pt x="122970" y="966670"/>
                  </a:lnTo>
                  <a:lnTo>
                    <a:pt x="152158" y="936644"/>
                  </a:lnTo>
                  <a:lnTo>
                    <a:pt x="211763" y="796509"/>
                  </a:lnTo>
                  <a:lnTo>
                    <a:pt x="211731" y="795127"/>
                  </a:lnTo>
                  <a:lnTo>
                    <a:pt x="180413" y="706941"/>
                  </a:lnTo>
                  <a:lnTo>
                    <a:pt x="195501" y="575574"/>
                  </a:lnTo>
                  <a:lnTo>
                    <a:pt x="221270" y="670325"/>
                  </a:lnTo>
                  <a:lnTo>
                    <a:pt x="222736" y="671916"/>
                  </a:lnTo>
                  <a:lnTo>
                    <a:pt x="225354" y="672859"/>
                  </a:lnTo>
                  <a:lnTo>
                    <a:pt x="228076" y="672984"/>
                  </a:lnTo>
                  <a:lnTo>
                    <a:pt x="229333" y="672597"/>
                  </a:lnTo>
                  <a:lnTo>
                    <a:pt x="240611" y="665312"/>
                  </a:lnTo>
                  <a:lnTo>
                    <a:pt x="266902" y="650994"/>
                  </a:lnTo>
                  <a:lnTo>
                    <a:pt x="304063" y="635904"/>
                  </a:lnTo>
                  <a:lnTo>
                    <a:pt x="346879" y="627059"/>
                  </a:lnTo>
                  <a:lnTo>
                    <a:pt x="352785" y="626829"/>
                  </a:lnTo>
                  <a:lnTo>
                    <a:pt x="391775" y="635805"/>
                  </a:lnTo>
                  <a:lnTo>
                    <a:pt x="424369" y="655596"/>
                  </a:lnTo>
                  <a:lnTo>
                    <a:pt x="446816" y="675495"/>
                  </a:lnTo>
                  <a:lnTo>
                    <a:pt x="456593" y="686293"/>
                  </a:lnTo>
                  <a:lnTo>
                    <a:pt x="458394" y="687099"/>
                  </a:lnTo>
                  <a:lnTo>
                    <a:pt x="461954" y="686931"/>
                  </a:lnTo>
                  <a:lnTo>
                    <a:pt x="465357" y="685434"/>
                  </a:lnTo>
                  <a:lnTo>
                    <a:pt x="466854" y="682701"/>
                  </a:lnTo>
                  <a:lnTo>
                    <a:pt x="464311" y="661924"/>
                  </a:lnTo>
                  <a:lnTo>
                    <a:pt x="462681" y="642880"/>
                  </a:lnTo>
                  <a:lnTo>
                    <a:pt x="459249" y="600910"/>
                  </a:lnTo>
                  <a:lnTo>
                    <a:pt x="444005" y="523154"/>
                  </a:lnTo>
                  <a:lnTo>
                    <a:pt x="432038" y="470106"/>
                  </a:lnTo>
                  <a:lnTo>
                    <a:pt x="417821" y="411410"/>
                  </a:lnTo>
                  <a:lnTo>
                    <a:pt x="401840" y="349918"/>
                  </a:lnTo>
                  <a:lnTo>
                    <a:pt x="384578" y="288478"/>
                  </a:lnTo>
                  <a:lnTo>
                    <a:pt x="366522" y="229941"/>
                  </a:lnTo>
                  <a:lnTo>
                    <a:pt x="348156" y="177156"/>
                  </a:lnTo>
                  <a:lnTo>
                    <a:pt x="318444" y="121777"/>
                  </a:lnTo>
                  <a:lnTo>
                    <a:pt x="280375" y="83054"/>
                  </a:lnTo>
                  <a:lnTo>
                    <a:pt x="237720" y="57842"/>
                  </a:lnTo>
                  <a:lnTo>
                    <a:pt x="194252" y="42993"/>
                  </a:lnTo>
                  <a:lnTo>
                    <a:pt x="153743" y="35361"/>
                  </a:lnTo>
                  <a:lnTo>
                    <a:pt x="105640" y="30554"/>
                  </a:lnTo>
                  <a:lnTo>
                    <a:pt x="82569" y="26423"/>
                  </a:lnTo>
                  <a:lnTo>
                    <a:pt x="70212" y="23118"/>
                  </a:lnTo>
                  <a:lnTo>
                    <a:pt x="61162" y="19536"/>
                  </a:lnTo>
                  <a:lnTo>
                    <a:pt x="44605" y="10994"/>
                  </a:lnTo>
                  <a:lnTo>
                    <a:pt x="30595" y="4586"/>
                  </a:lnTo>
                  <a:lnTo>
                    <a:pt x="23088" y="1884"/>
                  </a:lnTo>
                  <a:lnTo>
                    <a:pt x="15559" y="115"/>
                  </a:lnTo>
                  <a:lnTo>
                    <a:pt x="94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9453552" y="2772940"/>
              <a:ext cx="480695" cy="1017269"/>
            </a:xfrm>
            <a:custGeom>
              <a:avLst/>
              <a:gdLst/>
              <a:ahLst/>
              <a:cxnLst/>
              <a:rect l="l" t="t" r="r" b="b"/>
              <a:pathLst>
                <a:path w="480695" h="1017270">
                  <a:moveTo>
                    <a:pt x="21622" y="0"/>
                  </a:moveTo>
                  <a:lnTo>
                    <a:pt x="14093" y="0"/>
                  </a:lnTo>
                  <a:lnTo>
                    <a:pt x="8334" y="2900"/>
                  </a:lnTo>
                  <a:lnTo>
                    <a:pt x="1078" y="12648"/>
                  </a:lnTo>
                  <a:lnTo>
                    <a:pt x="0" y="18816"/>
                  </a:lnTo>
                  <a:lnTo>
                    <a:pt x="10544" y="54092"/>
                  </a:lnTo>
                  <a:lnTo>
                    <a:pt x="11067" y="55212"/>
                  </a:lnTo>
                  <a:lnTo>
                    <a:pt x="11737" y="56239"/>
                  </a:lnTo>
                  <a:lnTo>
                    <a:pt x="14988" y="61744"/>
                  </a:lnTo>
                  <a:lnTo>
                    <a:pt x="32378" y="101065"/>
                  </a:lnTo>
                  <a:lnTo>
                    <a:pt x="43691" y="144354"/>
                  </a:lnTo>
                  <a:lnTo>
                    <a:pt x="54389" y="215222"/>
                  </a:lnTo>
                  <a:lnTo>
                    <a:pt x="59650" y="269991"/>
                  </a:lnTo>
                  <a:lnTo>
                    <a:pt x="62817" y="334788"/>
                  </a:lnTo>
                  <a:lnTo>
                    <a:pt x="62363" y="407467"/>
                  </a:lnTo>
                  <a:lnTo>
                    <a:pt x="56762" y="485880"/>
                  </a:lnTo>
                  <a:lnTo>
                    <a:pt x="51816" y="541211"/>
                  </a:lnTo>
                  <a:lnTo>
                    <a:pt x="48372" y="599092"/>
                  </a:lnTo>
                  <a:lnTo>
                    <a:pt x="46239" y="657694"/>
                  </a:lnTo>
                  <a:lnTo>
                    <a:pt x="45244" y="713957"/>
                  </a:lnTo>
                  <a:lnTo>
                    <a:pt x="45130" y="769744"/>
                  </a:lnTo>
                  <a:lnTo>
                    <a:pt x="45768" y="819534"/>
                  </a:lnTo>
                  <a:lnTo>
                    <a:pt x="46943" y="862731"/>
                  </a:lnTo>
                  <a:lnTo>
                    <a:pt x="50134" y="922024"/>
                  </a:lnTo>
                  <a:lnTo>
                    <a:pt x="54841" y="964563"/>
                  </a:lnTo>
                  <a:lnTo>
                    <a:pt x="70169" y="1011381"/>
                  </a:lnTo>
                  <a:lnTo>
                    <a:pt x="83557" y="1016984"/>
                  </a:lnTo>
                  <a:lnTo>
                    <a:pt x="84981" y="1016984"/>
                  </a:lnTo>
                  <a:lnTo>
                    <a:pt x="86426" y="1016817"/>
                  </a:lnTo>
                  <a:lnTo>
                    <a:pt x="87840" y="1016471"/>
                  </a:lnTo>
                  <a:lnTo>
                    <a:pt x="105307" y="1004419"/>
                  </a:lnTo>
                  <a:lnTo>
                    <a:pt x="83557" y="1004419"/>
                  </a:lnTo>
                  <a:lnTo>
                    <a:pt x="76628" y="998963"/>
                  </a:lnTo>
                  <a:lnTo>
                    <a:pt x="66512" y="956729"/>
                  </a:lnTo>
                  <a:lnTo>
                    <a:pt x="60987" y="896454"/>
                  </a:lnTo>
                  <a:lnTo>
                    <a:pt x="58294" y="818965"/>
                  </a:lnTo>
                  <a:lnTo>
                    <a:pt x="57659" y="769744"/>
                  </a:lnTo>
                  <a:lnTo>
                    <a:pt x="57771" y="713957"/>
                  </a:lnTo>
                  <a:lnTo>
                    <a:pt x="58778" y="657694"/>
                  </a:lnTo>
                  <a:lnTo>
                    <a:pt x="60884" y="599953"/>
                  </a:lnTo>
                  <a:lnTo>
                    <a:pt x="64315" y="542360"/>
                  </a:lnTo>
                  <a:lnTo>
                    <a:pt x="69243" y="487231"/>
                  </a:lnTo>
                  <a:lnTo>
                    <a:pt x="74376" y="419696"/>
                  </a:lnTo>
                  <a:lnTo>
                    <a:pt x="75563" y="356417"/>
                  </a:lnTo>
                  <a:lnTo>
                    <a:pt x="75573" y="354668"/>
                  </a:lnTo>
                  <a:lnTo>
                    <a:pt x="73756" y="295066"/>
                  </a:lnTo>
                  <a:lnTo>
                    <a:pt x="69760" y="240990"/>
                  </a:lnTo>
                  <a:lnTo>
                    <a:pt x="64480" y="194420"/>
                  </a:lnTo>
                  <a:lnTo>
                    <a:pt x="53579" y="129838"/>
                  </a:lnTo>
                  <a:lnTo>
                    <a:pt x="33745" y="70888"/>
                  </a:lnTo>
                  <a:lnTo>
                    <a:pt x="22229" y="49317"/>
                  </a:lnTo>
                  <a:lnTo>
                    <a:pt x="12481" y="16701"/>
                  </a:lnTo>
                  <a:lnTo>
                    <a:pt x="15831" y="12565"/>
                  </a:lnTo>
                  <a:lnTo>
                    <a:pt x="55740" y="12565"/>
                  </a:lnTo>
                  <a:lnTo>
                    <a:pt x="54008" y="11654"/>
                  </a:lnTo>
                  <a:lnTo>
                    <a:pt x="39422" y="4984"/>
                  </a:lnTo>
                  <a:lnTo>
                    <a:pt x="31517" y="2146"/>
                  </a:lnTo>
                  <a:lnTo>
                    <a:pt x="23119" y="178"/>
                  </a:lnTo>
                  <a:lnTo>
                    <a:pt x="21622" y="0"/>
                  </a:lnTo>
                  <a:close/>
                </a:path>
                <a:path w="480695" h="1017270">
                  <a:moveTo>
                    <a:pt x="199585" y="548684"/>
                  </a:moveTo>
                  <a:lnTo>
                    <a:pt x="180591" y="713957"/>
                  </a:lnTo>
                  <a:lnTo>
                    <a:pt x="211951" y="802247"/>
                  </a:lnTo>
                  <a:lnTo>
                    <a:pt x="178120" y="913134"/>
                  </a:lnTo>
                  <a:lnTo>
                    <a:pt x="130516" y="964304"/>
                  </a:lnTo>
                  <a:lnTo>
                    <a:pt x="92649" y="1001320"/>
                  </a:lnTo>
                  <a:lnTo>
                    <a:pt x="83997" y="1004419"/>
                  </a:lnTo>
                  <a:lnTo>
                    <a:pt x="105307" y="1004419"/>
                  </a:lnTo>
                  <a:lnTo>
                    <a:pt x="134485" y="977093"/>
                  </a:lnTo>
                  <a:lnTo>
                    <a:pt x="164117" y="946514"/>
                  </a:lnTo>
                  <a:lnTo>
                    <a:pt x="224747" y="803336"/>
                  </a:lnTo>
                  <a:lnTo>
                    <a:pt x="224694" y="800572"/>
                  </a:lnTo>
                  <a:lnTo>
                    <a:pt x="193407" y="712501"/>
                  </a:lnTo>
                  <a:lnTo>
                    <a:pt x="204611" y="615038"/>
                  </a:lnTo>
                  <a:lnTo>
                    <a:pt x="217628" y="615038"/>
                  </a:lnTo>
                  <a:lnTo>
                    <a:pt x="199585" y="548684"/>
                  </a:lnTo>
                  <a:close/>
                </a:path>
                <a:path w="480695" h="1017270">
                  <a:moveTo>
                    <a:pt x="422433" y="639404"/>
                  </a:moveTo>
                  <a:lnTo>
                    <a:pt x="359381" y="639404"/>
                  </a:lnTo>
                  <a:lnTo>
                    <a:pt x="396318" y="648022"/>
                  </a:lnTo>
                  <a:lnTo>
                    <a:pt x="427383" y="667022"/>
                  </a:lnTo>
                  <a:lnTo>
                    <a:pt x="448873" y="686127"/>
                  </a:lnTo>
                  <a:lnTo>
                    <a:pt x="457085" y="695057"/>
                  </a:lnTo>
                  <a:lnTo>
                    <a:pt x="459535" y="698041"/>
                  </a:lnTo>
                  <a:lnTo>
                    <a:pt x="463137" y="699664"/>
                  </a:lnTo>
                  <a:lnTo>
                    <a:pt x="468530" y="699664"/>
                  </a:lnTo>
                  <a:lnTo>
                    <a:pt x="470257" y="699319"/>
                  </a:lnTo>
                  <a:lnTo>
                    <a:pt x="477053" y="696313"/>
                  </a:lnTo>
                  <a:lnTo>
                    <a:pt x="480069" y="690879"/>
                  </a:lnTo>
                  <a:lnTo>
                    <a:pt x="479518" y="687109"/>
                  </a:lnTo>
                  <a:lnTo>
                    <a:pt x="466823" y="687109"/>
                  </a:lnTo>
                  <a:lnTo>
                    <a:pt x="437503" y="652266"/>
                  </a:lnTo>
                  <a:lnTo>
                    <a:pt x="422433" y="639404"/>
                  </a:lnTo>
                  <a:close/>
                </a:path>
                <a:path w="480695" h="1017270">
                  <a:moveTo>
                    <a:pt x="55740" y="12565"/>
                  </a:moveTo>
                  <a:lnTo>
                    <a:pt x="20638" y="12565"/>
                  </a:lnTo>
                  <a:lnTo>
                    <a:pt x="21261" y="12648"/>
                  </a:lnTo>
                  <a:lnTo>
                    <a:pt x="26742" y="13936"/>
                  </a:lnTo>
                  <a:lnTo>
                    <a:pt x="33684" y="16177"/>
                  </a:lnTo>
                  <a:lnTo>
                    <a:pt x="42846" y="20376"/>
                  </a:lnTo>
                  <a:lnTo>
                    <a:pt x="68127" y="32853"/>
                  </a:lnTo>
                  <a:lnTo>
                    <a:pt x="82725" y="37629"/>
                  </a:lnTo>
                  <a:lnTo>
                    <a:pt x="106373" y="42260"/>
                  </a:lnTo>
                  <a:lnTo>
                    <a:pt x="162576" y="48331"/>
                  </a:lnTo>
                  <a:lnTo>
                    <a:pt x="201704" y="56120"/>
                  </a:lnTo>
                  <a:lnTo>
                    <a:pt x="243448" y="70888"/>
                  </a:lnTo>
                  <a:lnTo>
                    <a:pt x="284259" y="95494"/>
                  </a:lnTo>
                  <a:lnTo>
                    <a:pt x="320586" y="132795"/>
                  </a:lnTo>
                  <a:lnTo>
                    <a:pt x="348879" y="185648"/>
                  </a:lnTo>
                  <a:lnTo>
                    <a:pt x="366913" y="237515"/>
                  </a:lnTo>
                  <a:lnTo>
                    <a:pt x="384762" y="295402"/>
                  </a:lnTo>
                  <a:lnTo>
                    <a:pt x="401919" y="356417"/>
                  </a:lnTo>
                  <a:lnTo>
                    <a:pt x="417874" y="417672"/>
                  </a:lnTo>
                  <a:lnTo>
                    <a:pt x="432121" y="476276"/>
                  </a:lnTo>
                  <a:lnTo>
                    <a:pt x="444152" y="529338"/>
                  </a:lnTo>
                  <a:lnTo>
                    <a:pt x="453459" y="573970"/>
                  </a:lnTo>
                  <a:lnTo>
                    <a:pt x="461829" y="626043"/>
                  </a:lnTo>
                  <a:lnTo>
                    <a:pt x="463020" y="649827"/>
                  </a:lnTo>
                  <a:lnTo>
                    <a:pt x="464680" y="669152"/>
                  </a:lnTo>
                  <a:lnTo>
                    <a:pt x="466174" y="682273"/>
                  </a:lnTo>
                  <a:lnTo>
                    <a:pt x="466823" y="687109"/>
                  </a:lnTo>
                  <a:lnTo>
                    <a:pt x="479518" y="687109"/>
                  </a:lnTo>
                  <a:lnTo>
                    <a:pt x="478583" y="680241"/>
                  </a:lnTo>
                  <a:lnTo>
                    <a:pt x="477146" y="667520"/>
                  </a:lnTo>
                  <a:lnTo>
                    <a:pt x="475635" y="649827"/>
                  </a:lnTo>
                  <a:lnTo>
                    <a:pt x="475506" y="648022"/>
                  </a:lnTo>
                  <a:lnTo>
                    <a:pt x="474435" y="626043"/>
                  </a:lnTo>
                  <a:lnTo>
                    <a:pt x="472114" y="606911"/>
                  </a:lnTo>
                  <a:lnTo>
                    <a:pt x="456809" y="528732"/>
                  </a:lnTo>
                  <a:lnTo>
                    <a:pt x="444798" y="475417"/>
                  </a:lnTo>
                  <a:lnTo>
                    <a:pt x="430532" y="416440"/>
                  </a:lnTo>
                  <a:lnTo>
                    <a:pt x="414497" y="354668"/>
                  </a:lnTo>
                  <a:lnTo>
                    <a:pt x="397180" y="292967"/>
                  </a:lnTo>
                  <a:lnTo>
                    <a:pt x="379068" y="234202"/>
                  </a:lnTo>
                  <a:lnTo>
                    <a:pt x="360648" y="181240"/>
                  </a:lnTo>
                  <a:lnTo>
                    <a:pt x="329819" y="124256"/>
                  </a:lnTo>
                  <a:lnTo>
                    <a:pt x="290109" y="84377"/>
                  </a:lnTo>
                  <a:lnTo>
                    <a:pt x="245752" y="58400"/>
                  </a:lnTo>
                  <a:lnTo>
                    <a:pt x="200981" y="43119"/>
                  </a:lnTo>
                  <a:lnTo>
                    <a:pt x="160028" y="35331"/>
                  </a:lnTo>
                  <a:lnTo>
                    <a:pt x="112907" y="30574"/>
                  </a:lnTo>
                  <a:lnTo>
                    <a:pt x="108331" y="29852"/>
                  </a:lnTo>
                  <a:lnTo>
                    <a:pt x="90804" y="26630"/>
                  </a:lnTo>
                  <a:lnTo>
                    <a:pt x="78932" y="23466"/>
                  </a:lnTo>
                  <a:lnTo>
                    <a:pt x="70283" y="20053"/>
                  </a:lnTo>
                  <a:lnTo>
                    <a:pt x="62427" y="16083"/>
                  </a:lnTo>
                  <a:lnTo>
                    <a:pt x="55740" y="12565"/>
                  </a:lnTo>
                  <a:close/>
                </a:path>
                <a:path w="480695" h="1017270">
                  <a:moveTo>
                    <a:pt x="217628" y="615038"/>
                  </a:moveTo>
                  <a:lnTo>
                    <a:pt x="204611" y="615038"/>
                  </a:lnTo>
                  <a:lnTo>
                    <a:pt x="222338" y="680241"/>
                  </a:lnTo>
                  <a:lnTo>
                    <a:pt x="225270" y="683413"/>
                  </a:lnTo>
                  <a:lnTo>
                    <a:pt x="230506" y="685308"/>
                  </a:lnTo>
                  <a:lnTo>
                    <a:pt x="231951" y="685549"/>
                  </a:lnTo>
                  <a:lnTo>
                    <a:pt x="235940" y="685549"/>
                  </a:lnTo>
                  <a:lnTo>
                    <a:pt x="238463" y="684774"/>
                  </a:lnTo>
                  <a:lnTo>
                    <a:pt x="240610" y="683267"/>
                  </a:lnTo>
                  <a:lnTo>
                    <a:pt x="250572" y="676896"/>
                  </a:lnTo>
                  <a:lnTo>
                    <a:pt x="257754" y="672984"/>
                  </a:lnTo>
                  <a:lnTo>
                    <a:pt x="233385" y="672984"/>
                  </a:lnTo>
                  <a:lnTo>
                    <a:pt x="217628" y="615038"/>
                  </a:lnTo>
                  <a:close/>
                </a:path>
                <a:path w="480695" h="1017270">
                  <a:moveTo>
                    <a:pt x="359381" y="626839"/>
                  </a:moveTo>
                  <a:lnTo>
                    <a:pt x="357266" y="626839"/>
                  </a:lnTo>
                  <a:lnTo>
                    <a:pt x="355130" y="626912"/>
                  </a:lnTo>
                  <a:lnTo>
                    <a:pt x="308547" y="636236"/>
                  </a:lnTo>
                  <a:lnTo>
                    <a:pt x="270294" y="651795"/>
                  </a:lnTo>
                  <a:lnTo>
                    <a:pt x="233385" y="672984"/>
                  </a:lnTo>
                  <a:lnTo>
                    <a:pt x="257754" y="672984"/>
                  </a:lnTo>
                  <a:lnTo>
                    <a:pt x="276206" y="662932"/>
                  </a:lnTo>
                  <a:lnTo>
                    <a:pt x="312378" y="648222"/>
                  </a:lnTo>
                  <a:lnTo>
                    <a:pt x="353957" y="639614"/>
                  </a:lnTo>
                  <a:lnTo>
                    <a:pt x="355779" y="639467"/>
                  </a:lnTo>
                  <a:lnTo>
                    <a:pt x="357580" y="639404"/>
                  </a:lnTo>
                  <a:lnTo>
                    <a:pt x="422433" y="639404"/>
                  </a:lnTo>
                  <a:lnTo>
                    <a:pt x="416538" y="634373"/>
                  </a:lnTo>
                  <a:lnTo>
                    <a:pt x="393855" y="627781"/>
                  </a:lnTo>
                  <a:lnTo>
                    <a:pt x="359381" y="6268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9686243" y="3390711"/>
              <a:ext cx="230660" cy="207135"/>
            </a:xfrm>
            <a:prstGeom prst="rect">
              <a:avLst/>
            </a:prstGeom>
          </p:spPr>
        </p:pic>
        <p:pic>
          <p:nvPicPr>
            <p:cNvPr id="153" name="object 15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460134" y="2779225"/>
              <a:ext cx="466865" cy="1004419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9453544" y="2772940"/>
              <a:ext cx="480695" cy="1017269"/>
            </a:xfrm>
            <a:custGeom>
              <a:avLst/>
              <a:gdLst/>
              <a:ahLst/>
              <a:cxnLst/>
              <a:rect l="l" t="t" r="r" b="b"/>
              <a:pathLst>
                <a:path w="480695" h="1017270">
                  <a:moveTo>
                    <a:pt x="21632" y="0"/>
                  </a:moveTo>
                  <a:lnTo>
                    <a:pt x="14104" y="0"/>
                  </a:lnTo>
                  <a:lnTo>
                    <a:pt x="8345" y="2900"/>
                  </a:lnTo>
                  <a:lnTo>
                    <a:pt x="1088" y="12638"/>
                  </a:lnTo>
                  <a:lnTo>
                    <a:pt x="0" y="18816"/>
                  </a:lnTo>
                  <a:lnTo>
                    <a:pt x="10554" y="54092"/>
                  </a:lnTo>
                  <a:lnTo>
                    <a:pt x="11078" y="55212"/>
                  </a:lnTo>
                  <a:lnTo>
                    <a:pt x="11748" y="56239"/>
                  </a:lnTo>
                  <a:lnTo>
                    <a:pt x="14999" y="61744"/>
                  </a:lnTo>
                  <a:lnTo>
                    <a:pt x="32389" y="101065"/>
                  </a:lnTo>
                  <a:lnTo>
                    <a:pt x="43698" y="144353"/>
                  </a:lnTo>
                  <a:lnTo>
                    <a:pt x="54391" y="215215"/>
                  </a:lnTo>
                  <a:lnTo>
                    <a:pt x="59651" y="269982"/>
                  </a:lnTo>
                  <a:lnTo>
                    <a:pt x="62817" y="334779"/>
                  </a:lnTo>
                  <a:lnTo>
                    <a:pt x="62363" y="407460"/>
                  </a:lnTo>
                  <a:lnTo>
                    <a:pt x="56762" y="485880"/>
                  </a:lnTo>
                  <a:lnTo>
                    <a:pt x="51819" y="541217"/>
                  </a:lnTo>
                  <a:lnTo>
                    <a:pt x="48378" y="599102"/>
                  </a:lnTo>
                  <a:lnTo>
                    <a:pt x="46246" y="657705"/>
                  </a:lnTo>
                  <a:lnTo>
                    <a:pt x="45253" y="713957"/>
                  </a:lnTo>
                  <a:lnTo>
                    <a:pt x="45139" y="769755"/>
                  </a:lnTo>
                  <a:lnTo>
                    <a:pt x="45778" y="819544"/>
                  </a:lnTo>
                  <a:lnTo>
                    <a:pt x="46954" y="862737"/>
                  </a:lnTo>
                  <a:lnTo>
                    <a:pt x="50145" y="922024"/>
                  </a:lnTo>
                  <a:lnTo>
                    <a:pt x="54852" y="964563"/>
                  </a:lnTo>
                  <a:lnTo>
                    <a:pt x="70179" y="1011381"/>
                  </a:lnTo>
                  <a:lnTo>
                    <a:pt x="83568" y="1016984"/>
                  </a:lnTo>
                  <a:lnTo>
                    <a:pt x="84992" y="1016984"/>
                  </a:lnTo>
                  <a:lnTo>
                    <a:pt x="86437" y="1016817"/>
                  </a:lnTo>
                  <a:lnTo>
                    <a:pt x="87850" y="1016471"/>
                  </a:lnTo>
                  <a:lnTo>
                    <a:pt x="105316" y="1004419"/>
                  </a:lnTo>
                  <a:lnTo>
                    <a:pt x="83568" y="1004419"/>
                  </a:lnTo>
                  <a:lnTo>
                    <a:pt x="76638" y="998963"/>
                  </a:lnTo>
                  <a:lnTo>
                    <a:pt x="66518" y="956729"/>
                  </a:lnTo>
                  <a:lnTo>
                    <a:pt x="60987" y="896454"/>
                  </a:lnTo>
                  <a:lnTo>
                    <a:pt x="58294" y="818965"/>
                  </a:lnTo>
                  <a:lnTo>
                    <a:pt x="57660" y="769755"/>
                  </a:lnTo>
                  <a:lnTo>
                    <a:pt x="57773" y="713957"/>
                  </a:lnTo>
                  <a:lnTo>
                    <a:pt x="58781" y="657705"/>
                  </a:lnTo>
                  <a:lnTo>
                    <a:pt x="60889" y="599953"/>
                  </a:lnTo>
                  <a:lnTo>
                    <a:pt x="64322" y="542360"/>
                  </a:lnTo>
                  <a:lnTo>
                    <a:pt x="69254" y="487231"/>
                  </a:lnTo>
                  <a:lnTo>
                    <a:pt x="74387" y="419696"/>
                  </a:lnTo>
                  <a:lnTo>
                    <a:pt x="75574" y="356417"/>
                  </a:lnTo>
                  <a:lnTo>
                    <a:pt x="75584" y="354675"/>
                  </a:lnTo>
                  <a:lnTo>
                    <a:pt x="73766" y="295066"/>
                  </a:lnTo>
                  <a:lnTo>
                    <a:pt x="69771" y="240990"/>
                  </a:lnTo>
                  <a:lnTo>
                    <a:pt x="64490" y="194420"/>
                  </a:lnTo>
                  <a:lnTo>
                    <a:pt x="53589" y="129838"/>
                  </a:lnTo>
                  <a:lnTo>
                    <a:pt x="33752" y="70888"/>
                  </a:lnTo>
                  <a:lnTo>
                    <a:pt x="22240" y="49317"/>
                  </a:lnTo>
                  <a:lnTo>
                    <a:pt x="12481" y="16701"/>
                  </a:lnTo>
                  <a:lnTo>
                    <a:pt x="15842" y="12565"/>
                  </a:lnTo>
                  <a:lnTo>
                    <a:pt x="55740" y="12565"/>
                  </a:lnTo>
                  <a:lnTo>
                    <a:pt x="54008" y="11654"/>
                  </a:lnTo>
                  <a:lnTo>
                    <a:pt x="39422" y="4984"/>
                  </a:lnTo>
                  <a:lnTo>
                    <a:pt x="31527" y="2146"/>
                  </a:lnTo>
                  <a:lnTo>
                    <a:pt x="23130" y="178"/>
                  </a:lnTo>
                  <a:lnTo>
                    <a:pt x="21632" y="0"/>
                  </a:lnTo>
                  <a:close/>
                </a:path>
                <a:path w="480695" h="1017270">
                  <a:moveTo>
                    <a:pt x="199585" y="548684"/>
                  </a:moveTo>
                  <a:lnTo>
                    <a:pt x="180601" y="713957"/>
                  </a:lnTo>
                  <a:lnTo>
                    <a:pt x="211962" y="802247"/>
                  </a:lnTo>
                  <a:lnTo>
                    <a:pt x="178130" y="913134"/>
                  </a:lnTo>
                  <a:lnTo>
                    <a:pt x="130527" y="964304"/>
                  </a:lnTo>
                  <a:lnTo>
                    <a:pt x="92659" y="1001320"/>
                  </a:lnTo>
                  <a:lnTo>
                    <a:pt x="84007" y="1004419"/>
                  </a:lnTo>
                  <a:lnTo>
                    <a:pt x="105316" y="1004419"/>
                  </a:lnTo>
                  <a:lnTo>
                    <a:pt x="134491" y="977093"/>
                  </a:lnTo>
                  <a:lnTo>
                    <a:pt x="164123" y="946514"/>
                  </a:lnTo>
                  <a:lnTo>
                    <a:pt x="224757" y="803336"/>
                  </a:lnTo>
                  <a:lnTo>
                    <a:pt x="224694" y="800572"/>
                  </a:lnTo>
                  <a:lnTo>
                    <a:pt x="193418" y="712501"/>
                  </a:lnTo>
                  <a:lnTo>
                    <a:pt x="204611" y="615038"/>
                  </a:lnTo>
                  <a:lnTo>
                    <a:pt x="217634" y="615038"/>
                  </a:lnTo>
                  <a:lnTo>
                    <a:pt x="199585" y="548684"/>
                  </a:lnTo>
                  <a:close/>
                </a:path>
                <a:path w="480695" h="1017270">
                  <a:moveTo>
                    <a:pt x="422441" y="639404"/>
                  </a:moveTo>
                  <a:lnTo>
                    <a:pt x="359392" y="639404"/>
                  </a:lnTo>
                  <a:lnTo>
                    <a:pt x="396328" y="648022"/>
                  </a:lnTo>
                  <a:lnTo>
                    <a:pt x="427394" y="667022"/>
                  </a:lnTo>
                  <a:lnTo>
                    <a:pt x="448884" y="686127"/>
                  </a:lnTo>
                  <a:lnTo>
                    <a:pt x="457096" y="695057"/>
                  </a:lnTo>
                  <a:lnTo>
                    <a:pt x="459546" y="698041"/>
                  </a:lnTo>
                  <a:lnTo>
                    <a:pt x="463148" y="699664"/>
                  </a:lnTo>
                  <a:lnTo>
                    <a:pt x="468540" y="699664"/>
                  </a:lnTo>
                  <a:lnTo>
                    <a:pt x="470268" y="699319"/>
                  </a:lnTo>
                  <a:lnTo>
                    <a:pt x="477064" y="696313"/>
                  </a:lnTo>
                  <a:lnTo>
                    <a:pt x="480079" y="690879"/>
                  </a:lnTo>
                  <a:lnTo>
                    <a:pt x="479529" y="687109"/>
                  </a:lnTo>
                  <a:lnTo>
                    <a:pt x="466823" y="687109"/>
                  </a:lnTo>
                  <a:lnTo>
                    <a:pt x="437509" y="652266"/>
                  </a:lnTo>
                  <a:lnTo>
                    <a:pt x="422441" y="639404"/>
                  </a:lnTo>
                  <a:close/>
                </a:path>
                <a:path w="480695" h="1017270">
                  <a:moveTo>
                    <a:pt x="55740" y="12565"/>
                  </a:moveTo>
                  <a:lnTo>
                    <a:pt x="20648" y="12565"/>
                  </a:lnTo>
                  <a:lnTo>
                    <a:pt x="21227" y="12638"/>
                  </a:lnTo>
                  <a:lnTo>
                    <a:pt x="26753" y="13936"/>
                  </a:lnTo>
                  <a:lnTo>
                    <a:pt x="33695" y="16177"/>
                  </a:lnTo>
                  <a:lnTo>
                    <a:pt x="42846" y="20376"/>
                  </a:lnTo>
                  <a:lnTo>
                    <a:pt x="68135" y="32853"/>
                  </a:lnTo>
                  <a:lnTo>
                    <a:pt x="82731" y="37629"/>
                  </a:lnTo>
                  <a:lnTo>
                    <a:pt x="106373" y="42260"/>
                  </a:lnTo>
                  <a:lnTo>
                    <a:pt x="162583" y="48331"/>
                  </a:lnTo>
                  <a:lnTo>
                    <a:pt x="201711" y="56120"/>
                  </a:lnTo>
                  <a:lnTo>
                    <a:pt x="243455" y="70888"/>
                  </a:lnTo>
                  <a:lnTo>
                    <a:pt x="284265" y="95494"/>
                  </a:lnTo>
                  <a:lnTo>
                    <a:pt x="320590" y="132795"/>
                  </a:lnTo>
                  <a:lnTo>
                    <a:pt x="348879" y="185648"/>
                  </a:lnTo>
                  <a:lnTo>
                    <a:pt x="366916" y="237515"/>
                  </a:lnTo>
                  <a:lnTo>
                    <a:pt x="384768" y="295402"/>
                  </a:lnTo>
                  <a:lnTo>
                    <a:pt x="401926" y="356417"/>
                  </a:lnTo>
                  <a:lnTo>
                    <a:pt x="417883" y="417672"/>
                  </a:lnTo>
                  <a:lnTo>
                    <a:pt x="432131" y="476276"/>
                  </a:lnTo>
                  <a:lnTo>
                    <a:pt x="444162" y="529338"/>
                  </a:lnTo>
                  <a:lnTo>
                    <a:pt x="453470" y="573970"/>
                  </a:lnTo>
                  <a:lnTo>
                    <a:pt x="461840" y="626043"/>
                  </a:lnTo>
                  <a:lnTo>
                    <a:pt x="463028" y="649827"/>
                  </a:lnTo>
                  <a:lnTo>
                    <a:pt x="464686" y="669152"/>
                  </a:lnTo>
                  <a:lnTo>
                    <a:pt x="466176" y="682273"/>
                  </a:lnTo>
                  <a:lnTo>
                    <a:pt x="466823" y="687109"/>
                  </a:lnTo>
                  <a:lnTo>
                    <a:pt x="479529" y="687109"/>
                  </a:lnTo>
                  <a:lnTo>
                    <a:pt x="478593" y="680241"/>
                  </a:lnTo>
                  <a:lnTo>
                    <a:pt x="477156" y="667520"/>
                  </a:lnTo>
                  <a:lnTo>
                    <a:pt x="475645" y="649827"/>
                  </a:lnTo>
                  <a:lnTo>
                    <a:pt x="475517" y="648022"/>
                  </a:lnTo>
                  <a:lnTo>
                    <a:pt x="474446" y="626043"/>
                  </a:lnTo>
                  <a:lnTo>
                    <a:pt x="472125" y="606914"/>
                  </a:lnTo>
                  <a:lnTo>
                    <a:pt x="456819" y="528738"/>
                  </a:lnTo>
                  <a:lnTo>
                    <a:pt x="444808" y="475425"/>
                  </a:lnTo>
                  <a:lnTo>
                    <a:pt x="430541" y="416448"/>
                  </a:lnTo>
                  <a:lnTo>
                    <a:pt x="414504" y="354675"/>
                  </a:lnTo>
                  <a:lnTo>
                    <a:pt x="397185" y="292972"/>
                  </a:lnTo>
                  <a:lnTo>
                    <a:pt x="379071" y="234205"/>
                  </a:lnTo>
                  <a:lnTo>
                    <a:pt x="360648" y="181240"/>
                  </a:lnTo>
                  <a:lnTo>
                    <a:pt x="329822" y="124256"/>
                  </a:lnTo>
                  <a:lnTo>
                    <a:pt x="290114" y="84377"/>
                  </a:lnTo>
                  <a:lnTo>
                    <a:pt x="245756" y="58400"/>
                  </a:lnTo>
                  <a:lnTo>
                    <a:pt x="200983" y="43119"/>
                  </a:lnTo>
                  <a:lnTo>
                    <a:pt x="160029" y="35331"/>
                  </a:lnTo>
                  <a:lnTo>
                    <a:pt x="112918" y="30574"/>
                  </a:lnTo>
                  <a:lnTo>
                    <a:pt x="108342" y="29852"/>
                  </a:lnTo>
                  <a:lnTo>
                    <a:pt x="90815" y="26630"/>
                  </a:lnTo>
                  <a:lnTo>
                    <a:pt x="78941" y="23466"/>
                  </a:lnTo>
                  <a:lnTo>
                    <a:pt x="70289" y="20053"/>
                  </a:lnTo>
                  <a:lnTo>
                    <a:pt x="62427" y="16083"/>
                  </a:lnTo>
                  <a:lnTo>
                    <a:pt x="55740" y="12565"/>
                  </a:lnTo>
                  <a:close/>
                </a:path>
                <a:path w="480695" h="1017270">
                  <a:moveTo>
                    <a:pt x="217634" y="615038"/>
                  </a:moveTo>
                  <a:lnTo>
                    <a:pt x="204611" y="615038"/>
                  </a:lnTo>
                  <a:lnTo>
                    <a:pt x="222338" y="680241"/>
                  </a:lnTo>
                  <a:lnTo>
                    <a:pt x="225281" y="683413"/>
                  </a:lnTo>
                  <a:lnTo>
                    <a:pt x="230516" y="685308"/>
                  </a:lnTo>
                  <a:lnTo>
                    <a:pt x="231951" y="685549"/>
                  </a:lnTo>
                  <a:lnTo>
                    <a:pt x="235940" y="685549"/>
                  </a:lnTo>
                  <a:lnTo>
                    <a:pt x="238474" y="684774"/>
                  </a:lnTo>
                  <a:lnTo>
                    <a:pt x="240620" y="683267"/>
                  </a:lnTo>
                  <a:lnTo>
                    <a:pt x="250583" y="676896"/>
                  </a:lnTo>
                  <a:lnTo>
                    <a:pt x="257764" y="672984"/>
                  </a:lnTo>
                  <a:lnTo>
                    <a:pt x="233396" y="672984"/>
                  </a:lnTo>
                  <a:lnTo>
                    <a:pt x="217634" y="615038"/>
                  </a:lnTo>
                  <a:close/>
                </a:path>
                <a:path w="480695" h="1017270">
                  <a:moveTo>
                    <a:pt x="359392" y="626839"/>
                  </a:moveTo>
                  <a:lnTo>
                    <a:pt x="357266" y="626839"/>
                  </a:lnTo>
                  <a:lnTo>
                    <a:pt x="355141" y="626912"/>
                  </a:lnTo>
                  <a:lnTo>
                    <a:pt x="308558" y="636236"/>
                  </a:lnTo>
                  <a:lnTo>
                    <a:pt x="270304" y="651795"/>
                  </a:lnTo>
                  <a:lnTo>
                    <a:pt x="233396" y="672984"/>
                  </a:lnTo>
                  <a:lnTo>
                    <a:pt x="257764" y="672984"/>
                  </a:lnTo>
                  <a:lnTo>
                    <a:pt x="276216" y="662932"/>
                  </a:lnTo>
                  <a:lnTo>
                    <a:pt x="312389" y="648222"/>
                  </a:lnTo>
                  <a:lnTo>
                    <a:pt x="353968" y="639614"/>
                  </a:lnTo>
                  <a:lnTo>
                    <a:pt x="355779" y="639467"/>
                  </a:lnTo>
                  <a:lnTo>
                    <a:pt x="357591" y="639404"/>
                  </a:lnTo>
                  <a:lnTo>
                    <a:pt x="422441" y="639404"/>
                  </a:lnTo>
                  <a:lnTo>
                    <a:pt x="416547" y="634373"/>
                  </a:lnTo>
                  <a:lnTo>
                    <a:pt x="393865" y="627781"/>
                  </a:lnTo>
                  <a:lnTo>
                    <a:pt x="359392" y="6268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5" name="object 155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797075" y="3648525"/>
              <a:ext cx="326691" cy="453305"/>
            </a:xfrm>
            <a:prstGeom prst="rect">
              <a:avLst/>
            </a:prstGeom>
          </p:spPr>
        </p:pic>
        <p:pic>
          <p:nvPicPr>
            <p:cNvPr id="156" name="object 156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790460" y="2969322"/>
              <a:ext cx="575664" cy="1138788"/>
            </a:xfrm>
            <a:prstGeom prst="rect">
              <a:avLst/>
            </a:prstGeom>
          </p:spPr>
        </p:pic>
        <p:sp>
          <p:nvSpPr>
            <p:cNvPr id="157" name="object 157" descr=""/>
            <p:cNvSpPr/>
            <p:nvPr/>
          </p:nvSpPr>
          <p:spPr>
            <a:xfrm>
              <a:off x="9531166" y="2492580"/>
              <a:ext cx="76200" cy="91440"/>
            </a:xfrm>
            <a:custGeom>
              <a:avLst/>
              <a:gdLst/>
              <a:ahLst/>
              <a:cxnLst/>
              <a:rect l="l" t="t" r="r" b="b"/>
              <a:pathLst>
                <a:path w="76200" h="91439">
                  <a:moveTo>
                    <a:pt x="19873" y="9210"/>
                  </a:moveTo>
                  <a:lnTo>
                    <a:pt x="0" y="81815"/>
                  </a:lnTo>
                  <a:lnTo>
                    <a:pt x="3214" y="89427"/>
                  </a:lnTo>
                  <a:lnTo>
                    <a:pt x="40645" y="75956"/>
                  </a:lnTo>
                  <a:lnTo>
                    <a:pt x="70391" y="36634"/>
                  </a:lnTo>
                  <a:lnTo>
                    <a:pt x="76004" y="23677"/>
                  </a:lnTo>
                  <a:lnTo>
                    <a:pt x="73679" y="15190"/>
                  </a:lnTo>
                  <a:lnTo>
                    <a:pt x="64176" y="6226"/>
                  </a:lnTo>
                  <a:lnTo>
                    <a:pt x="49333" y="0"/>
                  </a:lnTo>
                  <a:lnTo>
                    <a:pt x="34984" y="1769"/>
                  </a:lnTo>
                  <a:lnTo>
                    <a:pt x="24155" y="6513"/>
                  </a:lnTo>
                  <a:lnTo>
                    <a:pt x="19873" y="921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9531166" y="2492580"/>
              <a:ext cx="76200" cy="91440"/>
            </a:xfrm>
            <a:custGeom>
              <a:avLst/>
              <a:gdLst/>
              <a:ahLst/>
              <a:cxnLst/>
              <a:rect l="l" t="t" r="r" b="b"/>
              <a:pathLst>
                <a:path w="76200" h="91439">
                  <a:moveTo>
                    <a:pt x="49333" y="0"/>
                  </a:moveTo>
                  <a:lnTo>
                    <a:pt x="34984" y="1769"/>
                  </a:lnTo>
                  <a:lnTo>
                    <a:pt x="24155" y="6513"/>
                  </a:lnTo>
                  <a:lnTo>
                    <a:pt x="19873" y="9210"/>
                  </a:lnTo>
                  <a:lnTo>
                    <a:pt x="0" y="81815"/>
                  </a:lnTo>
                  <a:lnTo>
                    <a:pt x="3214" y="89427"/>
                  </a:lnTo>
                  <a:lnTo>
                    <a:pt x="15769" y="91396"/>
                  </a:lnTo>
                  <a:lnTo>
                    <a:pt x="27377" y="87184"/>
                  </a:lnTo>
                  <a:lnTo>
                    <a:pt x="56082" y="59009"/>
                  </a:lnTo>
                  <a:lnTo>
                    <a:pt x="76004" y="23677"/>
                  </a:lnTo>
                  <a:lnTo>
                    <a:pt x="73679" y="15190"/>
                  </a:lnTo>
                  <a:lnTo>
                    <a:pt x="64176" y="6226"/>
                  </a:lnTo>
                  <a:lnTo>
                    <a:pt x="493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9194461" y="2447569"/>
              <a:ext cx="58419" cy="99060"/>
            </a:xfrm>
            <a:custGeom>
              <a:avLst/>
              <a:gdLst/>
              <a:ahLst/>
              <a:cxnLst/>
              <a:rect l="l" t="t" r="r" b="b"/>
              <a:pathLst>
                <a:path w="58420" h="99060">
                  <a:moveTo>
                    <a:pt x="57968" y="17806"/>
                  </a:moveTo>
                  <a:lnTo>
                    <a:pt x="52847" y="92704"/>
                  </a:lnTo>
                  <a:lnTo>
                    <a:pt x="47298" y="98966"/>
                  </a:lnTo>
                  <a:lnTo>
                    <a:pt x="16249" y="74673"/>
                  </a:lnTo>
                  <a:lnTo>
                    <a:pt x="1042" y="28224"/>
                  </a:lnTo>
                  <a:lnTo>
                    <a:pt x="0" y="14211"/>
                  </a:lnTo>
                  <a:lnTo>
                    <a:pt x="5002" y="6882"/>
                  </a:lnTo>
                  <a:lnTo>
                    <a:pt x="16964" y="1314"/>
                  </a:lnTo>
                  <a:lnTo>
                    <a:pt x="33084" y="0"/>
                  </a:lnTo>
                  <a:lnTo>
                    <a:pt x="46100" y="6101"/>
                  </a:lnTo>
                  <a:lnTo>
                    <a:pt x="54799" y="13932"/>
                  </a:lnTo>
                  <a:lnTo>
                    <a:pt x="57968" y="17806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9194457" y="2241733"/>
              <a:ext cx="395605" cy="478155"/>
            </a:xfrm>
            <a:custGeom>
              <a:avLst/>
              <a:gdLst/>
              <a:ahLst/>
              <a:cxnLst/>
              <a:rect l="l" t="t" r="r" b="b"/>
              <a:pathLst>
                <a:path w="395604" h="478155">
                  <a:moveTo>
                    <a:pt x="395020" y="157060"/>
                  </a:moveTo>
                  <a:lnTo>
                    <a:pt x="369989" y="93268"/>
                  </a:lnTo>
                  <a:lnTo>
                    <a:pt x="322592" y="44729"/>
                  </a:lnTo>
                  <a:lnTo>
                    <a:pt x="237629" y="12827"/>
                  </a:lnTo>
                  <a:lnTo>
                    <a:pt x="142798" y="0"/>
                  </a:lnTo>
                  <a:lnTo>
                    <a:pt x="90487" y="5194"/>
                  </a:lnTo>
                  <a:lnTo>
                    <a:pt x="62064" y="36969"/>
                  </a:lnTo>
                  <a:lnTo>
                    <a:pt x="38900" y="103822"/>
                  </a:lnTo>
                  <a:lnTo>
                    <a:pt x="38277" y="114300"/>
                  </a:lnTo>
                  <a:lnTo>
                    <a:pt x="35039" y="155562"/>
                  </a:lnTo>
                  <a:lnTo>
                    <a:pt x="31775" y="205955"/>
                  </a:lnTo>
                  <a:lnTo>
                    <a:pt x="16967" y="207162"/>
                  </a:lnTo>
                  <a:lnTo>
                    <a:pt x="5003" y="212725"/>
                  </a:lnTo>
                  <a:lnTo>
                    <a:pt x="0" y="220052"/>
                  </a:lnTo>
                  <a:lnTo>
                    <a:pt x="1041" y="234061"/>
                  </a:lnTo>
                  <a:lnTo>
                    <a:pt x="7213" y="259689"/>
                  </a:lnTo>
                  <a:lnTo>
                    <a:pt x="9740" y="266153"/>
                  </a:lnTo>
                  <a:lnTo>
                    <a:pt x="16243" y="280517"/>
                  </a:lnTo>
                  <a:lnTo>
                    <a:pt x="25107" y="295262"/>
                  </a:lnTo>
                  <a:lnTo>
                    <a:pt x="29489" y="298729"/>
                  </a:lnTo>
                  <a:lnTo>
                    <a:pt x="30289" y="330974"/>
                  </a:lnTo>
                  <a:lnTo>
                    <a:pt x="54483" y="387134"/>
                  </a:lnTo>
                  <a:lnTo>
                    <a:pt x="77724" y="418033"/>
                  </a:lnTo>
                  <a:lnTo>
                    <a:pt x="102933" y="446747"/>
                  </a:lnTo>
                  <a:lnTo>
                    <a:pt x="146951" y="473240"/>
                  </a:lnTo>
                  <a:lnTo>
                    <a:pt x="189191" y="477685"/>
                  </a:lnTo>
                  <a:lnTo>
                    <a:pt x="209994" y="474345"/>
                  </a:lnTo>
                  <a:lnTo>
                    <a:pt x="271564" y="439305"/>
                  </a:lnTo>
                  <a:lnTo>
                    <a:pt x="305689" y="413829"/>
                  </a:lnTo>
                  <a:lnTo>
                    <a:pt x="346481" y="376174"/>
                  </a:lnTo>
                  <a:lnTo>
                    <a:pt x="372338" y="280517"/>
                  </a:lnTo>
                  <a:lnTo>
                    <a:pt x="395020" y="1570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9223426" y="2241725"/>
              <a:ext cx="366395" cy="478155"/>
            </a:xfrm>
            <a:custGeom>
              <a:avLst/>
              <a:gdLst/>
              <a:ahLst/>
              <a:cxnLst/>
              <a:rect l="l" t="t" r="r" b="b"/>
              <a:pathLst>
                <a:path w="366395" h="478155">
                  <a:moveTo>
                    <a:pt x="366056" y="157057"/>
                  </a:moveTo>
                  <a:lnTo>
                    <a:pt x="343375" y="280519"/>
                  </a:lnTo>
                  <a:lnTo>
                    <a:pt x="329184" y="346199"/>
                  </a:lnTo>
                  <a:lnTo>
                    <a:pt x="302404" y="392516"/>
                  </a:lnTo>
                  <a:lnTo>
                    <a:pt x="242606" y="439309"/>
                  </a:lnTo>
                  <a:lnTo>
                    <a:pt x="208046" y="461847"/>
                  </a:lnTo>
                  <a:lnTo>
                    <a:pt x="160225" y="477688"/>
                  </a:lnTo>
                  <a:lnTo>
                    <a:pt x="139123" y="477393"/>
                  </a:lnTo>
                  <a:lnTo>
                    <a:pt x="97080" y="465016"/>
                  </a:lnTo>
                  <a:lnTo>
                    <a:pt x="48757" y="418034"/>
                  </a:lnTo>
                  <a:lnTo>
                    <a:pt x="25515" y="387132"/>
                  </a:lnTo>
                  <a:lnTo>
                    <a:pt x="1323" y="330978"/>
                  </a:lnTo>
                  <a:lnTo>
                    <a:pt x="0" y="277214"/>
                  </a:lnTo>
                  <a:lnTo>
                    <a:pt x="2274" y="214305"/>
                  </a:lnTo>
                  <a:lnTo>
                    <a:pt x="6072" y="155563"/>
                  </a:lnTo>
                  <a:lnTo>
                    <a:pt x="9319" y="114299"/>
                  </a:lnTo>
                  <a:lnTo>
                    <a:pt x="9941" y="103823"/>
                  </a:lnTo>
                  <a:lnTo>
                    <a:pt x="33107" y="36965"/>
                  </a:lnTo>
                  <a:lnTo>
                    <a:pt x="61530" y="5201"/>
                  </a:lnTo>
                  <a:lnTo>
                    <a:pt x="113840" y="0"/>
                  </a:lnTo>
                  <a:lnTo>
                    <a:pt x="208668" y="12831"/>
                  </a:lnTo>
                  <a:lnTo>
                    <a:pt x="293633" y="44731"/>
                  </a:lnTo>
                  <a:lnTo>
                    <a:pt x="341027" y="93269"/>
                  </a:lnTo>
                  <a:lnTo>
                    <a:pt x="361589" y="137644"/>
                  </a:lnTo>
                  <a:lnTo>
                    <a:pt x="366056" y="157057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9218852" y="2431921"/>
              <a:ext cx="356235" cy="340995"/>
            </a:xfrm>
            <a:custGeom>
              <a:avLst/>
              <a:gdLst/>
              <a:ahLst/>
              <a:cxnLst/>
              <a:rect l="l" t="t" r="r" b="b"/>
              <a:pathLst>
                <a:path w="356234" h="340994">
                  <a:moveTo>
                    <a:pt x="11707" y="0"/>
                  </a:moveTo>
                  <a:lnTo>
                    <a:pt x="10547" y="10355"/>
                  </a:lnTo>
                  <a:lnTo>
                    <a:pt x="9847" y="16996"/>
                  </a:lnTo>
                  <a:lnTo>
                    <a:pt x="9326" y="22793"/>
                  </a:lnTo>
                  <a:lnTo>
                    <a:pt x="8702" y="30616"/>
                  </a:lnTo>
                  <a:lnTo>
                    <a:pt x="8030" y="30616"/>
                  </a:lnTo>
                  <a:lnTo>
                    <a:pt x="2330" y="106621"/>
                  </a:lnTo>
                  <a:lnTo>
                    <a:pt x="0" y="150017"/>
                  </a:lnTo>
                  <a:lnTo>
                    <a:pt x="777" y="175384"/>
                  </a:lnTo>
                  <a:lnTo>
                    <a:pt x="16748" y="233918"/>
                  </a:lnTo>
                  <a:lnTo>
                    <a:pt x="40414" y="270676"/>
                  </a:lnTo>
                  <a:lnTo>
                    <a:pt x="72078" y="303906"/>
                  </a:lnTo>
                  <a:lnTo>
                    <a:pt x="108511" y="328649"/>
                  </a:lnTo>
                  <a:lnTo>
                    <a:pt x="112353" y="330398"/>
                  </a:lnTo>
                  <a:lnTo>
                    <a:pt x="115798" y="331937"/>
                  </a:lnTo>
                  <a:lnTo>
                    <a:pt x="117306" y="332733"/>
                  </a:lnTo>
                  <a:lnTo>
                    <a:pt x="126583" y="336450"/>
                  </a:lnTo>
                  <a:lnTo>
                    <a:pt x="134363" y="338617"/>
                  </a:lnTo>
                  <a:lnTo>
                    <a:pt x="142028" y="339528"/>
                  </a:lnTo>
                  <a:lnTo>
                    <a:pt x="149672" y="340555"/>
                  </a:lnTo>
                  <a:lnTo>
                    <a:pt x="157766" y="340377"/>
                  </a:lnTo>
                  <a:lnTo>
                    <a:pt x="167357" y="339131"/>
                  </a:lnTo>
                  <a:lnTo>
                    <a:pt x="168655" y="338816"/>
                  </a:lnTo>
                  <a:lnTo>
                    <a:pt x="172383" y="338209"/>
                  </a:lnTo>
                  <a:lnTo>
                    <a:pt x="219090" y="322437"/>
                  </a:lnTo>
                  <a:lnTo>
                    <a:pt x="258490" y="298167"/>
                  </a:lnTo>
                  <a:lnTo>
                    <a:pt x="291066" y="268500"/>
                  </a:lnTo>
                  <a:lnTo>
                    <a:pt x="314320" y="231416"/>
                  </a:lnTo>
                  <a:lnTo>
                    <a:pt x="197504" y="231416"/>
                  </a:lnTo>
                  <a:lnTo>
                    <a:pt x="157127" y="227103"/>
                  </a:lnTo>
                  <a:lnTo>
                    <a:pt x="117423" y="214311"/>
                  </a:lnTo>
                  <a:lnTo>
                    <a:pt x="97915" y="194724"/>
                  </a:lnTo>
                  <a:lnTo>
                    <a:pt x="91453" y="176782"/>
                  </a:lnTo>
                  <a:lnTo>
                    <a:pt x="90888" y="168926"/>
                  </a:lnTo>
                  <a:lnTo>
                    <a:pt x="100294" y="168771"/>
                  </a:lnTo>
                  <a:lnTo>
                    <a:pt x="332233" y="168771"/>
                  </a:lnTo>
                  <a:lnTo>
                    <a:pt x="332709" y="166790"/>
                  </a:lnTo>
                  <a:lnTo>
                    <a:pt x="274882" y="166790"/>
                  </a:lnTo>
                  <a:lnTo>
                    <a:pt x="257957" y="166637"/>
                  </a:lnTo>
                  <a:lnTo>
                    <a:pt x="236521" y="161628"/>
                  </a:lnTo>
                  <a:lnTo>
                    <a:pt x="209539" y="154648"/>
                  </a:lnTo>
                  <a:lnTo>
                    <a:pt x="175975" y="148581"/>
                  </a:lnTo>
                  <a:lnTo>
                    <a:pt x="159441" y="146498"/>
                  </a:lnTo>
                  <a:lnTo>
                    <a:pt x="126208" y="144101"/>
                  </a:lnTo>
                  <a:lnTo>
                    <a:pt x="97474" y="144101"/>
                  </a:lnTo>
                  <a:lnTo>
                    <a:pt x="75437" y="143628"/>
                  </a:lnTo>
                  <a:lnTo>
                    <a:pt x="59036" y="139576"/>
                  </a:lnTo>
                  <a:lnTo>
                    <a:pt x="58826" y="139461"/>
                  </a:lnTo>
                  <a:lnTo>
                    <a:pt x="58585" y="139367"/>
                  </a:lnTo>
                  <a:lnTo>
                    <a:pt x="56156" y="138110"/>
                  </a:lnTo>
                  <a:lnTo>
                    <a:pt x="54418" y="136802"/>
                  </a:lnTo>
                  <a:lnTo>
                    <a:pt x="52554" y="135535"/>
                  </a:lnTo>
                  <a:lnTo>
                    <a:pt x="50470" y="134006"/>
                  </a:lnTo>
                  <a:lnTo>
                    <a:pt x="48324" y="132519"/>
                  </a:lnTo>
                  <a:lnTo>
                    <a:pt x="46429" y="130519"/>
                  </a:lnTo>
                  <a:lnTo>
                    <a:pt x="30746" y="92147"/>
                  </a:lnTo>
                  <a:lnTo>
                    <a:pt x="21435" y="51425"/>
                  </a:lnTo>
                  <a:lnTo>
                    <a:pt x="17395" y="30616"/>
                  </a:lnTo>
                  <a:lnTo>
                    <a:pt x="8702" y="30616"/>
                  </a:lnTo>
                  <a:lnTo>
                    <a:pt x="8126" y="29328"/>
                  </a:lnTo>
                  <a:lnTo>
                    <a:pt x="17145" y="29328"/>
                  </a:lnTo>
                  <a:lnTo>
                    <a:pt x="14456" y="15474"/>
                  </a:lnTo>
                  <a:lnTo>
                    <a:pt x="11707" y="0"/>
                  </a:lnTo>
                  <a:close/>
                </a:path>
                <a:path w="356234" h="340994">
                  <a:moveTo>
                    <a:pt x="332233" y="168771"/>
                  </a:moveTo>
                  <a:lnTo>
                    <a:pt x="100294" y="168771"/>
                  </a:lnTo>
                  <a:lnTo>
                    <a:pt x="111042" y="169414"/>
                  </a:lnTo>
                  <a:lnTo>
                    <a:pt x="129985" y="171481"/>
                  </a:lnTo>
                  <a:lnTo>
                    <a:pt x="199905" y="180619"/>
                  </a:lnTo>
                  <a:lnTo>
                    <a:pt x="236402" y="187271"/>
                  </a:lnTo>
                  <a:lnTo>
                    <a:pt x="229709" y="215234"/>
                  </a:lnTo>
                  <a:lnTo>
                    <a:pt x="219221" y="228705"/>
                  </a:lnTo>
                  <a:lnTo>
                    <a:pt x="197504" y="231416"/>
                  </a:lnTo>
                  <a:lnTo>
                    <a:pt x="314320" y="231416"/>
                  </a:lnTo>
                  <a:lnTo>
                    <a:pt x="325343" y="197463"/>
                  </a:lnTo>
                  <a:lnTo>
                    <a:pt x="332233" y="168771"/>
                  </a:lnTo>
                  <a:close/>
                </a:path>
                <a:path w="356234" h="340994">
                  <a:moveTo>
                    <a:pt x="355927" y="52731"/>
                  </a:moveTo>
                  <a:lnTo>
                    <a:pt x="332614" y="99358"/>
                  </a:lnTo>
                  <a:lnTo>
                    <a:pt x="308848" y="140633"/>
                  </a:lnTo>
                  <a:lnTo>
                    <a:pt x="284620" y="163523"/>
                  </a:lnTo>
                  <a:lnTo>
                    <a:pt x="282202" y="164487"/>
                  </a:lnTo>
                  <a:lnTo>
                    <a:pt x="280066" y="165251"/>
                  </a:lnTo>
                  <a:lnTo>
                    <a:pt x="278045" y="166089"/>
                  </a:lnTo>
                  <a:lnTo>
                    <a:pt x="274882" y="166790"/>
                  </a:lnTo>
                  <a:lnTo>
                    <a:pt x="332709" y="166790"/>
                  </a:lnTo>
                  <a:lnTo>
                    <a:pt x="338553" y="142456"/>
                  </a:lnTo>
                  <a:lnTo>
                    <a:pt x="348815" y="93779"/>
                  </a:lnTo>
                  <a:lnTo>
                    <a:pt x="352727" y="73903"/>
                  </a:lnTo>
                  <a:lnTo>
                    <a:pt x="352053" y="73903"/>
                  </a:lnTo>
                  <a:lnTo>
                    <a:pt x="354472" y="61013"/>
                  </a:lnTo>
                  <a:lnTo>
                    <a:pt x="355927" y="52731"/>
                  </a:lnTo>
                  <a:close/>
                </a:path>
                <a:path w="356234" h="340994">
                  <a:moveTo>
                    <a:pt x="125394" y="144042"/>
                  </a:moveTo>
                  <a:lnTo>
                    <a:pt x="97474" y="144101"/>
                  </a:lnTo>
                  <a:lnTo>
                    <a:pt x="126208" y="144101"/>
                  </a:lnTo>
                  <a:lnTo>
                    <a:pt x="125394" y="144042"/>
                  </a:lnTo>
                  <a:close/>
                </a:path>
                <a:path w="356234" h="340994">
                  <a:moveTo>
                    <a:pt x="352943" y="72804"/>
                  </a:moveTo>
                  <a:lnTo>
                    <a:pt x="352053" y="73903"/>
                  </a:lnTo>
                  <a:lnTo>
                    <a:pt x="352727" y="73903"/>
                  </a:lnTo>
                  <a:lnTo>
                    <a:pt x="352943" y="728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303458" y="2594411"/>
              <a:ext cx="158078" cy="75209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9218852" y="2431921"/>
              <a:ext cx="356235" cy="340995"/>
            </a:xfrm>
            <a:custGeom>
              <a:avLst/>
              <a:gdLst/>
              <a:ahLst/>
              <a:cxnLst/>
              <a:rect l="l" t="t" r="r" b="b"/>
              <a:pathLst>
                <a:path w="356234" h="340994">
                  <a:moveTo>
                    <a:pt x="8702" y="30616"/>
                  </a:moveTo>
                  <a:lnTo>
                    <a:pt x="8357" y="29862"/>
                  </a:lnTo>
                  <a:lnTo>
                    <a:pt x="8126" y="29328"/>
                  </a:lnTo>
                  <a:lnTo>
                    <a:pt x="2330" y="106621"/>
                  </a:lnTo>
                  <a:lnTo>
                    <a:pt x="0" y="150017"/>
                  </a:lnTo>
                  <a:lnTo>
                    <a:pt x="777" y="175384"/>
                  </a:lnTo>
                  <a:lnTo>
                    <a:pt x="16748" y="233918"/>
                  </a:lnTo>
                  <a:lnTo>
                    <a:pt x="40414" y="270676"/>
                  </a:lnTo>
                  <a:lnTo>
                    <a:pt x="72078" y="303906"/>
                  </a:lnTo>
                  <a:lnTo>
                    <a:pt x="108511" y="328649"/>
                  </a:lnTo>
                  <a:lnTo>
                    <a:pt x="112353" y="330398"/>
                  </a:lnTo>
                  <a:lnTo>
                    <a:pt x="114280" y="331267"/>
                  </a:lnTo>
                  <a:lnTo>
                    <a:pt x="115798" y="331937"/>
                  </a:lnTo>
                  <a:lnTo>
                    <a:pt x="117306" y="332733"/>
                  </a:lnTo>
                  <a:lnTo>
                    <a:pt x="118824" y="333330"/>
                  </a:lnTo>
                  <a:lnTo>
                    <a:pt x="126583" y="336450"/>
                  </a:lnTo>
                  <a:lnTo>
                    <a:pt x="134363" y="338617"/>
                  </a:lnTo>
                  <a:lnTo>
                    <a:pt x="142028" y="339528"/>
                  </a:lnTo>
                  <a:lnTo>
                    <a:pt x="149672" y="340555"/>
                  </a:lnTo>
                  <a:lnTo>
                    <a:pt x="157766" y="340377"/>
                  </a:lnTo>
                  <a:lnTo>
                    <a:pt x="166100" y="339288"/>
                  </a:lnTo>
                  <a:lnTo>
                    <a:pt x="167357" y="339131"/>
                  </a:lnTo>
                  <a:lnTo>
                    <a:pt x="168655" y="338816"/>
                  </a:lnTo>
                  <a:lnTo>
                    <a:pt x="169933" y="338617"/>
                  </a:lnTo>
                  <a:lnTo>
                    <a:pt x="172383" y="338209"/>
                  </a:lnTo>
                  <a:lnTo>
                    <a:pt x="219090" y="322437"/>
                  </a:lnTo>
                  <a:lnTo>
                    <a:pt x="258490" y="298167"/>
                  </a:lnTo>
                  <a:lnTo>
                    <a:pt x="291066" y="268500"/>
                  </a:lnTo>
                  <a:lnTo>
                    <a:pt x="325343" y="197463"/>
                  </a:lnTo>
                  <a:lnTo>
                    <a:pt x="338553" y="142456"/>
                  </a:lnTo>
                  <a:lnTo>
                    <a:pt x="348815" y="93779"/>
                  </a:lnTo>
                  <a:lnTo>
                    <a:pt x="352943" y="72804"/>
                  </a:lnTo>
                  <a:lnTo>
                    <a:pt x="352576" y="73254"/>
                  </a:lnTo>
                  <a:lnTo>
                    <a:pt x="352053" y="73903"/>
                  </a:lnTo>
                  <a:lnTo>
                    <a:pt x="354472" y="61013"/>
                  </a:lnTo>
                  <a:lnTo>
                    <a:pt x="355927" y="52731"/>
                  </a:lnTo>
                  <a:lnTo>
                    <a:pt x="332614" y="99358"/>
                  </a:lnTo>
                  <a:lnTo>
                    <a:pt x="318749" y="125484"/>
                  </a:lnTo>
                  <a:lnTo>
                    <a:pt x="295102" y="157000"/>
                  </a:lnTo>
                  <a:lnTo>
                    <a:pt x="289343" y="161209"/>
                  </a:lnTo>
                  <a:lnTo>
                    <a:pt x="289154" y="161335"/>
                  </a:lnTo>
                  <a:lnTo>
                    <a:pt x="287081" y="162623"/>
                  </a:lnTo>
                  <a:lnTo>
                    <a:pt x="284620" y="163523"/>
                  </a:lnTo>
                  <a:lnTo>
                    <a:pt x="282202" y="164487"/>
                  </a:lnTo>
                  <a:lnTo>
                    <a:pt x="280066" y="165251"/>
                  </a:lnTo>
                  <a:lnTo>
                    <a:pt x="278045" y="166089"/>
                  </a:lnTo>
                  <a:lnTo>
                    <a:pt x="275584" y="166644"/>
                  </a:lnTo>
                  <a:lnTo>
                    <a:pt x="275364" y="166696"/>
                  </a:lnTo>
                  <a:lnTo>
                    <a:pt x="275102" y="166738"/>
                  </a:lnTo>
                  <a:lnTo>
                    <a:pt x="274882" y="166790"/>
                  </a:lnTo>
                  <a:lnTo>
                    <a:pt x="257957" y="166637"/>
                  </a:lnTo>
                  <a:lnTo>
                    <a:pt x="236521" y="161628"/>
                  </a:lnTo>
                  <a:lnTo>
                    <a:pt x="209539" y="154648"/>
                  </a:lnTo>
                  <a:lnTo>
                    <a:pt x="175975" y="148581"/>
                  </a:lnTo>
                  <a:lnTo>
                    <a:pt x="173221" y="148236"/>
                  </a:lnTo>
                  <a:lnTo>
                    <a:pt x="170561" y="147911"/>
                  </a:lnTo>
                  <a:lnTo>
                    <a:pt x="167703" y="147555"/>
                  </a:lnTo>
                  <a:lnTo>
                    <a:pt x="164844" y="147189"/>
                  </a:lnTo>
                  <a:lnTo>
                    <a:pt x="162184" y="146854"/>
                  </a:lnTo>
                  <a:lnTo>
                    <a:pt x="159441" y="146498"/>
                  </a:lnTo>
                  <a:lnTo>
                    <a:pt x="125394" y="144042"/>
                  </a:lnTo>
                  <a:lnTo>
                    <a:pt x="97474" y="144101"/>
                  </a:lnTo>
                  <a:lnTo>
                    <a:pt x="75437" y="143628"/>
                  </a:lnTo>
                  <a:lnTo>
                    <a:pt x="59036" y="139576"/>
                  </a:lnTo>
                  <a:lnTo>
                    <a:pt x="58826" y="139461"/>
                  </a:lnTo>
                  <a:lnTo>
                    <a:pt x="58585" y="139367"/>
                  </a:lnTo>
                  <a:lnTo>
                    <a:pt x="58386" y="139262"/>
                  </a:lnTo>
                  <a:lnTo>
                    <a:pt x="56156" y="138110"/>
                  </a:lnTo>
                  <a:lnTo>
                    <a:pt x="54418" y="136802"/>
                  </a:lnTo>
                  <a:lnTo>
                    <a:pt x="52554" y="135535"/>
                  </a:lnTo>
                  <a:lnTo>
                    <a:pt x="50470" y="134006"/>
                  </a:lnTo>
                  <a:lnTo>
                    <a:pt x="48324" y="132519"/>
                  </a:lnTo>
                  <a:lnTo>
                    <a:pt x="46649" y="130760"/>
                  </a:lnTo>
                  <a:lnTo>
                    <a:pt x="46502" y="130592"/>
                  </a:lnTo>
                  <a:lnTo>
                    <a:pt x="30746" y="92147"/>
                  </a:lnTo>
                  <a:lnTo>
                    <a:pt x="21435" y="51425"/>
                  </a:lnTo>
                  <a:lnTo>
                    <a:pt x="11707" y="0"/>
                  </a:lnTo>
                  <a:lnTo>
                    <a:pt x="10547" y="10355"/>
                  </a:lnTo>
                  <a:lnTo>
                    <a:pt x="9847" y="16996"/>
                  </a:lnTo>
                  <a:lnTo>
                    <a:pt x="9326" y="22793"/>
                  </a:lnTo>
                  <a:lnTo>
                    <a:pt x="8702" y="30616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453544" y="2772940"/>
              <a:ext cx="480079" cy="1016984"/>
            </a:xfrm>
            <a:prstGeom prst="rect">
              <a:avLst/>
            </a:prstGeom>
          </p:spPr>
        </p:pic>
      </p:grpSp>
      <p:pic>
        <p:nvPicPr>
          <p:cNvPr id="166" name="object 166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14428613" y="6928953"/>
            <a:ext cx="983555" cy="3027802"/>
          </a:xfrm>
          <a:prstGeom prst="rect">
            <a:avLst/>
          </a:prstGeom>
        </p:spPr>
      </p:pic>
      <p:sp>
        <p:nvSpPr>
          <p:cNvPr id="167" name="object 167" descr=""/>
          <p:cNvSpPr txBox="1"/>
          <p:nvPr/>
        </p:nvSpPr>
        <p:spPr>
          <a:xfrm>
            <a:off x="732793" y="781072"/>
            <a:ext cx="225171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Character</a:t>
            </a:r>
            <a:r>
              <a:rPr dirty="0" sz="1950" spc="4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set</a:t>
            </a:r>
            <a:r>
              <a:rPr dirty="0" sz="1950" spc="45" b="1">
                <a:latin typeface="Open Sans"/>
                <a:cs typeface="Open Sans"/>
              </a:rPr>
              <a:t> </a:t>
            </a:r>
            <a:r>
              <a:rPr dirty="0" sz="1950" spc="-50" b="1">
                <a:latin typeface="Open Sans"/>
                <a:cs typeface="Open Sans"/>
              </a:rPr>
              <a:t>B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Outlined</a:t>
            </a:r>
            <a:r>
              <a:rPr dirty="0" sz="1950" spc="45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characters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168" name="object 168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151778" y="8556889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4988947" y="8556889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38794" y="8104776"/>
            <a:ext cx="104583" cy="354646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4178584" y="8104776"/>
            <a:ext cx="831850" cy="923925"/>
            <a:chOff x="14178584" y="8104776"/>
            <a:chExt cx="831850" cy="92392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45363" y="8104776"/>
              <a:ext cx="104583" cy="35464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4178584" y="8292062"/>
              <a:ext cx="831850" cy="736600"/>
            </a:xfrm>
            <a:custGeom>
              <a:avLst/>
              <a:gdLst/>
              <a:ahLst/>
              <a:cxnLst/>
              <a:rect l="l" t="t" r="r" b="b"/>
              <a:pathLst>
                <a:path w="831850" h="736600">
                  <a:moveTo>
                    <a:pt x="415788" y="0"/>
                  </a:moveTo>
                  <a:lnTo>
                    <a:pt x="360484" y="2377"/>
                  </a:lnTo>
                  <a:lnTo>
                    <a:pt x="307386" y="9308"/>
                  </a:lnTo>
                  <a:lnTo>
                    <a:pt x="256961" y="20487"/>
                  </a:lnTo>
                  <a:lnTo>
                    <a:pt x="209674" y="35611"/>
                  </a:lnTo>
                  <a:lnTo>
                    <a:pt x="165991" y="54377"/>
                  </a:lnTo>
                  <a:lnTo>
                    <a:pt x="126378" y="76479"/>
                  </a:lnTo>
                  <a:lnTo>
                    <a:pt x="91300" y="101614"/>
                  </a:lnTo>
                  <a:lnTo>
                    <a:pt x="61224" y="129479"/>
                  </a:lnTo>
                  <a:lnTo>
                    <a:pt x="36616" y="159768"/>
                  </a:lnTo>
                  <a:lnTo>
                    <a:pt x="5663" y="226407"/>
                  </a:lnTo>
                  <a:lnTo>
                    <a:pt x="0" y="683853"/>
                  </a:lnTo>
                  <a:lnTo>
                    <a:pt x="5302" y="704156"/>
                  </a:lnTo>
                  <a:lnTo>
                    <a:pt x="19761" y="720738"/>
                  </a:lnTo>
                  <a:lnTo>
                    <a:pt x="41205" y="731919"/>
                  </a:lnTo>
                  <a:lnTo>
                    <a:pt x="67463" y="736019"/>
                  </a:lnTo>
                  <a:lnTo>
                    <a:pt x="764112" y="736019"/>
                  </a:lnTo>
                  <a:lnTo>
                    <a:pt x="790369" y="731919"/>
                  </a:lnTo>
                  <a:lnTo>
                    <a:pt x="811810" y="720738"/>
                  </a:lnTo>
                  <a:lnTo>
                    <a:pt x="826265" y="704156"/>
                  </a:lnTo>
                  <a:lnTo>
                    <a:pt x="831566" y="683853"/>
                  </a:lnTo>
                  <a:lnTo>
                    <a:pt x="831472" y="263594"/>
                  </a:lnTo>
                  <a:lnTo>
                    <a:pt x="813626" y="192179"/>
                  </a:lnTo>
                  <a:lnTo>
                    <a:pt x="770341" y="129479"/>
                  </a:lnTo>
                  <a:lnTo>
                    <a:pt x="740266" y="101614"/>
                  </a:lnTo>
                  <a:lnTo>
                    <a:pt x="705189" y="76479"/>
                  </a:lnTo>
                  <a:lnTo>
                    <a:pt x="665576" y="54377"/>
                  </a:lnTo>
                  <a:lnTo>
                    <a:pt x="621894" y="35611"/>
                  </a:lnTo>
                  <a:lnTo>
                    <a:pt x="574609" y="20487"/>
                  </a:lnTo>
                  <a:lnTo>
                    <a:pt x="524185" y="9308"/>
                  </a:lnTo>
                  <a:lnTo>
                    <a:pt x="471090" y="2377"/>
                  </a:lnTo>
                  <a:lnTo>
                    <a:pt x="41578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4178585" y="8422621"/>
              <a:ext cx="831850" cy="605790"/>
            </a:xfrm>
            <a:custGeom>
              <a:avLst/>
              <a:gdLst/>
              <a:ahLst/>
              <a:cxnLst/>
              <a:rect l="l" t="t" r="r" b="b"/>
              <a:pathLst>
                <a:path w="831850" h="605790">
                  <a:moveTo>
                    <a:pt x="727075" y="446646"/>
                  </a:moveTo>
                  <a:lnTo>
                    <a:pt x="726998" y="219735"/>
                  </a:lnTo>
                  <a:lnTo>
                    <a:pt x="720318" y="179070"/>
                  </a:lnTo>
                  <a:lnTo>
                    <a:pt x="704824" y="142011"/>
                  </a:lnTo>
                  <a:lnTo>
                    <a:pt x="681228" y="107937"/>
                  </a:lnTo>
                  <a:lnTo>
                    <a:pt x="650367" y="77457"/>
                  </a:lnTo>
                  <a:lnTo>
                    <a:pt x="613041" y="51181"/>
                  </a:lnTo>
                  <a:lnTo>
                    <a:pt x="570090" y="29692"/>
                  </a:lnTo>
                  <a:lnTo>
                    <a:pt x="522351" y="13601"/>
                  </a:lnTo>
                  <a:lnTo>
                    <a:pt x="470636" y="3505"/>
                  </a:lnTo>
                  <a:lnTo>
                    <a:pt x="415772" y="0"/>
                  </a:lnTo>
                  <a:lnTo>
                    <a:pt x="360921" y="3505"/>
                  </a:lnTo>
                  <a:lnTo>
                    <a:pt x="309206" y="13601"/>
                  </a:lnTo>
                  <a:lnTo>
                    <a:pt x="261467" y="29692"/>
                  </a:lnTo>
                  <a:lnTo>
                    <a:pt x="218516" y="51181"/>
                  </a:lnTo>
                  <a:lnTo>
                    <a:pt x="181190" y="77457"/>
                  </a:lnTo>
                  <a:lnTo>
                    <a:pt x="150329" y="107937"/>
                  </a:lnTo>
                  <a:lnTo>
                    <a:pt x="126733" y="142011"/>
                  </a:lnTo>
                  <a:lnTo>
                    <a:pt x="111239" y="179070"/>
                  </a:lnTo>
                  <a:lnTo>
                    <a:pt x="104559" y="219735"/>
                  </a:lnTo>
                  <a:lnTo>
                    <a:pt x="104482" y="446646"/>
                  </a:lnTo>
                  <a:lnTo>
                    <a:pt x="727075" y="446646"/>
                  </a:lnTo>
                  <a:close/>
                </a:path>
                <a:path w="831850" h="605790">
                  <a:moveTo>
                    <a:pt x="831570" y="537044"/>
                  </a:moveTo>
                  <a:lnTo>
                    <a:pt x="826262" y="550049"/>
                  </a:lnTo>
                  <a:lnTo>
                    <a:pt x="811809" y="560666"/>
                  </a:lnTo>
                  <a:lnTo>
                    <a:pt x="790359" y="567817"/>
                  </a:lnTo>
                  <a:lnTo>
                    <a:pt x="764095" y="570445"/>
                  </a:lnTo>
                  <a:lnTo>
                    <a:pt x="67449" y="570445"/>
                  </a:lnTo>
                  <a:lnTo>
                    <a:pt x="41198" y="567817"/>
                  </a:lnTo>
                  <a:lnTo>
                    <a:pt x="19761" y="560666"/>
                  </a:lnTo>
                  <a:lnTo>
                    <a:pt x="5295" y="550049"/>
                  </a:lnTo>
                  <a:lnTo>
                    <a:pt x="0" y="537044"/>
                  </a:lnTo>
                  <a:lnTo>
                    <a:pt x="0" y="572058"/>
                  </a:lnTo>
                  <a:lnTo>
                    <a:pt x="5295" y="585063"/>
                  </a:lnTo>
                  <a:lnTo>
                    <a:pt x="19761" y="595680"/>
                  </a:lnTo>
                  <a:lnTo>
                    <a:pt x="41198" y="602830"/>
                  </a:lnTo>
                  <a:lnTo>
                    <a:pt x="67449" y="605459"/>
                  </a:lnTo>
                  <a:lnTo>
                    <a:pt x="764095" y="605459"/>
                  </a:lnTo>
                  <a:lnTo>
                    <a:pt x="790359" y="602830"/>
                  </a:lnTo>
                  <a:lnTo>
                    <a:pt x="811809" y="595680"/>
                  </a:lnTo>
                  <a:lnTo>
                    <a:pt x="826262" y="585063"/>
                  </a:lnTo>
                  <a:lnTo>
                    <a:pt x="831570" y="572058"/>
                  </a:lnTo>
                  <a:lnTo>
                    <a:pt x="831570" y="537044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4283076" y="8450440"/>
              <a:ext cx="622935" cy="419100"/>
            </a:xfrm>
            <a:custGeom>
              <a:avLst/>
              <a:gdLst/>
              <a:ahLst/>
              <a:cxnLst/>
              <a:rect l="l" t="t" r="r" b="b"/>
              <a:pathLst>
                <a:path w="622934" h="4191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73" y="206046"/>
                  </a:lnTo>
                  <a:lnTo>
                    <a:pt x="0" y="418814"/>
                  </a:lnTo>
                  <a:lnTo>
                    <a:pt x="622588" y="418814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</a:pathLst>
            </a:custGeom>
            <a:solidFill>
              <a:srgbClr val="3C46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14283075" y="8450439"/>
              <a:ext cx="622935" cy="254000"/>
            </a:xfrm>
            <a:custGeom>
              <a:avLst/>
              <a:gdLst/>
              <a:ahLst/>
              <a:cxnLst/>
              <a:rect l="l" t="t" r="r" b="b"/>
              <a:pathLst>
                <a:path w="622934" h="2540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188" y="204915"/>
                  </a:lnTo>
                  <a:lnTo>
                    <a:pt x="0" y="253657"/>
                  </a:lnTo>
                  <a:lnTo>
                    <a:pt x="73" y="252526"/>
                  </a:lnTo>
                  <a:lnTo>
                    <a:pt x="188" y="251395"/>
                  </a:lnTo>
                  <a:lnTo>
                    <a:pt x="22243" y="179641"/>
                  </a:lnTo>
                  <a:lnTo>
                    <a:pt x="45838" y="147692"/>
                  </a:lnTo>
                  <a:lnTo>
                    <a:pt x="76711" y="119113"/>
                  </a:lnTo>
                  <a:lnTo>
                    <a:pt x="114033" y="94467"/>
                  </a:lnTo>
                  <a:lnTo>
                    <a:pt x="156978" y="74318"/>
                  </a:lnTo>
                  <a:lnTo>
                    <a:pt x="204720" y="59228"/>
                  </a:lnTo>
                  <a:lnTo>
                    <a:pt x="256433" y="49761"/>
                  </a:lnTo>
                  <a:lnTo>
                    <a:pt x="311288" y="46480"/>
                  </a:lnTo>
                  <a:lnTo>
                    <a:pt x="505341" y="46480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  <a:path w="622934" h="254000">
                  <a:moveTo>
                    <a:pt x="505341" y="46480"/>
                  </a:moveTo>
                  <a:lnTo>
                    <a:pt x="311288" y="46480"/>
                  </a:lnTo>
                  <a:lnTo>
                    <a:pt x="366147" y="49761"/>
                  </a:lnTo>
                  <a:lnTo>
                    <a:pt x="417862" y="59228"/>
                  </a:lnTo>
                  <a:lnTo>
                    <a:pt x="465606" y="74318"/>
                  </a:lnTo>
                  <a:lnTo>
                    <a:pt x="508553" y="94467"/>
                  </a:lnTo>
                  <a:lnTo>
                    <a:pt x="545876" y="119113"/>
                  </a:lnTo>
                  <a:lnTo>
                    <a:pt x="576749" y="147692"/>
                  </a:lnTo>
                  <a:lnTo>
                    <a:pt x="600345" y="179641"/>
                  </a:lnTo>
                  <a:lnTo>
                    <a:pt x="622399" y="251395"/>
                  </a:lnTo>
                  <a:lnTo>
                    <a:pt x="622588" y="253657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505341" y="46480"/>
                  </a:lnTo>
                  <a:close/>
                </a:path>
              </a:pathLst>
            </a:custGeom>
            <a:solidFill>
              <a:srgbClr val="2C3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382826" y="8599811"/>
              <a:ext cx="441959" cy="60325"/>
            </a:xfrm>
            <a:custGeom>
              <a:avLst/>
              <a:gdLst/>
              <a:ahLst/>
              <a:cxnLst/>
              <a:rect l="l" t="t" r="r" b="b"/>
              <a:pathLst>
                <a:path w="441959" h="60325">
                  <a:moveTo>
                    <a:pt x="60032" y="30022"/>
                  </a:moveTo>
                  <a:lnTo>
                    <a:pt x="57670" y="18338"/>
                  </a:lnTo>
                  <a:lnTo>
                    <a:pt x="51244" y="8788"/>
                  </a:lnTo>
                  <a:lnTo>
                    <a:pt x="41694" y="2362"/>
                  </a:lnTo>
                  <a:lnTo>
                    <a:pt x="30010" y="0"/>
                  </a:lnTo>
                  <a:lnTo>
                    <a:pt x="18326" y="2362"/>
                  </a:lnTo>
                  <a:lnTo>
                    <a:pt x="8788" y="8788"/>
                  </a:lnTo>
                  <a:lnTo>
                    <a:pt x="2349" y="18338"/>
                  </a:lnTo>
                  <a:lnTo>
                    <a:pt x="0" y="30022"/>
                  </a:lnTo>
                  <a:lnTo>
                    <a:pt x="2349" y="41706"/>
                  </a:lnTo>
                  <a:lnTo>
                    <a:pt x="8788" y="51244"/>
                  </a:lnTo>
                  <a:lnTo>
                    <a:pt x="18326" y="57683"/>
                  </a:lnTo>
                  <a:lnTo>
                    <a:pt x="30010" y="60045"/>
                  </a:lnTo>
                  <a:lnTo>
                    <a:pt x="41694" y="57683"/>
                  </a:lnTo>
                  <a:lnTo>
                    <a:pt x="51244" y="51244"/>
                  </a:lnTo>
                  <a:lnTo>
                    <a:pt x="57670" y="41706"/>
                  </a:lnTo>
                  <a:lnTo>
                    <a:pt x="60032" y="30022"/>
                  </a:lnTo>
                  <a:close/>
                </a:path>
                <a:path w="441959" h="60325">
                  <a:moveTo>
                    <a:pt x="441579" y="30022"/>
                  </a:moveTo>
                  <a:lnTo>
                    <a:pt x="439216" y="18338"/>
                  </a:lnTo>
                  <a:lnTo>
                    <a:pt x="432790" y="8788"/>
                  </a:lnTo>
                  <a:lnTo>
                    <a:pt x="423240" y="2362"/>
                  </a:lnTo>
                  <a:lnTo>
                    <a:pt x="411556" y="0"/>
                  </a:lnTo>
                  <a:lnTo>
                    <a:pt x="399884" y="2362"/>
                  </a:lnTo>
                  <a:lnTo>
                    <a:pt x="390334" y="8788"/>
                  </a:lnTo>
                  <a:lnTo>
                    <a:pt x="383895" y="18338"/>
                  </a:lnTo>
                  <a:lnTo>
                    <a:pt x="381546" y="30022"/>
                  </a:lnTo>
                  <a:lnTo>
                    <a:pt x="383895" y="41706"/>
                  </a:lnTo>
                  <a:lnTo>
                    <a:pt x="390334" y="51244"/>
                  </a:lnTo>
                  <a:lnTo>
                    <a:pt x="399884" y="57683"/>
                  </a:lnTo>
                  <a:lnTo>
                    <a:pt x="411556" y="60045"/>
                  </a:lnTo>
                  <a:lnTo>
                    <a:pt x="423240" y="57683"/>
                  </a:lnTo>
                  <a:lnTo>
                    <a:pt x="432790" y="51244"/>
                  </a:lnTo>
                  <a:lnTo>
                    <a:pt x="439216" y="41706"/>
                  </a:lnTo>
                  <a:lnTo>
                    <a:pt x="441579" y="30022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487864" y="8734204"/>
              <a:ext cx="214517" cy="91494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15302174" y="8556889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6139343" y="8556889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89187" y="8104776"/>
            <a:ext cx="104583" cy="354646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15328979" y="8104776"/>
            <a:ext cx="831850" cy="923925"/>
            <a:chOff x="15328979" y="8104776"/>
            <a:chExt cx="831850" cy="923925"/>
          </a:xfrm>
        </p:grpSpPr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995759" y="8104776"/>
              <a:ext cx="104583" cy="354646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5328979" y="8292062"/>
              <a:ext cx="831850" cy="736600"/>
            </a:xfrm>
            <a:custGeom>
              <a:avLst/>
              <a:gdLst/>
              <a:ahLst/>
              <a:cxnLst/>
              <a:rect l="l" t="t" r="r" b="b"/>
              <a:pathLst>
                <a:path w="831850" h="736600">
                  <a:moveTo>
                    <a:pt x="415788" y="0"/>
                  </a:moveTo>
                  <a:lnTo>
                    <a:pt x="360486" y="2377"/>
                  </a:lnTo>
                  <a:lnTo>
                    <a:pt x="307390" y="9308"/>
                  </a:lnTo>
                  <a:lnTo>
                    <a:pt x="256965" y="20487"/>
                  </a:lnTo>
                  <a:lnTo>
                    <a:pt x="209679" y="35611"/>
                  </a:lnTo>
                  <a:lnTo>
                    <a:pt x="165995" y="54377"/>
                  </a:lnTo>
                  <a:lnTo>
                    <a:pt x="126382" y="76479"/>
                  </a:lnTo>
                  <a:lnTo>
                    <a:pt x="91304" y="101614"/>
                  </a:lnTo>
                  <a:lnTo>
                    <a:pt x="61227" y="129479"/>
                  </a:lnTo>
                  <a:lnTo>
                    <a:pt x="36617" y="159768"/>
                  </a:lnTo>
                  <a:lnTo>
                    <a:pt x="5663" y="226407"/>
                  </a:lnTo>
                  <a:lnTo>
                    <a:pt x="0" y="683853"/>
                  </a:lnTo>
                  <a:lnTo>
                    <a:pt x="5302" y="704156"/>
                  </a:lnTo>
                  <a:lnTo>
                    <a:pt x="19761" y="720738"/>
                  </a:lnTo>
                  <a:lnTo>
                    <a:pt x="41205" y="731919"/>
                  </a:lnTo>
                  <a:lnTo>
                    <a:pt x="67463" y="736019"/>
                  </a:lnTo>
                  <a:lnTo>
                    <a:pt x="764112" y="736019"/>
                  </a:lnTo>
                  <a:lnTo>
                    <a:pt x="790369" y="731919"/>
                  </a:lnTo>
                  <a:lnTo>
                    <a:pt x="811810" y="720738"/>
                  </a:lnTo>
                  <a:lnTo>
                    <a:pt x="826265" y="704156"/>
                  </a:lnTo>
                  <a:lnTo>
                    <a:pt x="831566" y="683853"/>
                  </a:lnTo>
                  <a:lnTo>
                    <a:pt x="831472" y="263594"/>
                  </a:lnTo>
                  <a:lnTo>
                    <a:pt x="813626" y="192179"/>
                  </a:lnTo>
                  <a:lnTo>
                    <a:pt x="770341" y="129479"/>
                  </a:lnTo>
                  <a:lnTo>
                    <a:pt x="740266" y="101614"/>
                  </a:lnTo>
                  <a:lnTo>
                    <a:pt x="705189" y="76479"/>
                  </a:lnTo>
                  <a:lnTo>
                    <a:pt x="665576" y="54377"/>
                  </a:lnTo>
                  <a:lnTo>
                    <a:pt x="621894" y="35611"/>
                  </a:lnTo>
                  <a:lnTo>
                    <a:pt x="574609" y="20487"/>
                  </a:lnTo>
                  <a:lnTo>
                    <a:pt x="524185" y="9308"/>
                  </a:lnTo>
                  <a:lnTo>
                    <a:pt x="471090" y="2377"/>
                  </a:lnTo>
                  <a:lnTo>
                    <a:pt x="41578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5328977" y="8422621"/>
              <a:ext cx="831850" cy="605790"/>
            </a:xfrm>
            <a:custGeom>
              <a:avLst/>
              <a:gdLst/>
              <a:ahLst/>
              <a:cxnLst/>
              <a:rect l="l" t="t" r="r" b="b"/>
              <a:pathLst>
                <a:path w="831850" h="605790">
                  <a:moveTo>
                    <a:pt x="727075" y="446646"/>
                  </a:moveTo>
                  <a:lnTo>
                    <a:pt x="726998" y="219735"/>
                  </a:lnTo>
                  <a:lnTo>
                    <a:pt x="720331" y="179070"/>
                  </a:lnTo>
                  <a:lnTo>
                    <a:pt x="704837" y="142011"/>
                  </a:lnTo>
                  <a:lnTo>
                    <a:pt x="681240" y="107937"/>
                  </a:lnTo>
                  <a:lnTo>
                    <a:pt x="650367" y="77457"/>
                  </a:lnTo>
                  <a:lnTo>
                    <a:pt x="613041" y="51181"/>
                  </a:lnTo>
                  <a:lnTo>
                    <a:pt x="570090" y="29692"/>
                  </a:lnTo>
                  <a:lnTo>
                    <a:pt x="522351" y="13601"/>
                  </a:lnTo>
                  <a:lnTo>
                    <a:pt x="470636" y="3505"/>
                  </a:lnTo>
                  <a:lnTo>
                    <a:pt x="415772" y="0"/>
                  </a:lnTo>
                  <a:lnTo>
                    <a:pt x="360921" y="3505"/>
                  </a:lnTo>
                  <a:lnTo>
                    <a:pt x="309206" y="13601"/>
                  </a:lnTo>
                  <a:lnTo>
                    <a:pt x="261467" y="29692"/>
                  </a:lnTo>
                  <a:lnTo>
                    <a:pt x="218516" y="51181"/>
                  </a:lnTo>
                  <a:lnTo>
                    <a:pt x="181203" y="77457"/>
                  </a:lnTo>
                  <a:lnTo>
                    <a:pt x="150329" y="107937"/>
                  </a:lnTo>
                  <a:lnTo>
                    <a:pt x="126733" y="142011"/>
                  </a:lnTo>
                  <a:lnTo>
                    <a:pt x="111239" y="179070"/>
                  </a:lnTo>
                  <a:lnTo>
                    <a:pt x="104559" y="219735"/>
                  </a:lnTo>
                  <a:lnTo>
                    <a:pt x="104482" y="446646"/>
                  </a:lnTo>
                  <a:lnTo>
                    <a:pt x="727075" y="446646"/>
                  </a:lnTo>
                  <a:close/>
                </a:path>
                <a:path w="831850" h="605790">
                  <a:moveTo>
                    <a:pt x="831570" y="537044"/>
                  </a:moveTo>
                  <a:lnTo>
                    <a:pt x="826262" y="550049"/>
                  </a:lnTo>
                  <a:lnTo>
                    <a:pt x="811809" y="560666"/>
                  </a:lnTo>
                  <a:lnTo>
                    <a:pt x="790359" y="567817"/>
                  </a:lnTo>
                  <a:lnTo>
                    <a:pt x="764108" y="570445"/>
                  </a:lnTo>
                  <a:lnTo>
                    <a:pt x="67449" y="570445"/>
                  </a:lnTo>
                  <a:lnTo>
                    <a:pt x="41198" y="567817"/>
                  </a:lnTo>
                  <a:lnTo>
                    <a:pt x="19761" y="560666"/>
                  </a:lnTo>
                  <a:lnTo>
                    <a:pt x="5295" y="550049"/>
                  </a:lnTo>
                  <a:lnTo>
                    <a:pt x="0" y="537044"/>
                  </a:lnTo>
                  <a:lnTo>
                    <a:pt x="0" y="572058"/>
                  </a:lnTo>
                  <a:lnTo>
                    <a:pt x="5295" y="585063"/>
                  </a:lnTo>
                  <a:lnTo>
                    <a:pt x="19761" y="595680"/>
                  </a:lnTo>
                  <a:lnTo>
                    <a:pt x="41198" y="602830"/>
                  </a:lnTo>
                  <a:lnTo>
                    <a:pt x="67449" y="605459"/>
                  </a:lnTo>
                  <a:lnTo>
                    <a:pt x="764108" y="605459"/>
                  </a:lnTo>
                  <a:lnTo>
                    <a:pt x="790359" y="602830"/>
                  </a:lnTo>
                  <a:lnTo>
                    <a:pt x="811809" y="595680"/>
                  </a:lnTo>
                  <a:lnTo>
                    <a:pt x="826262" y="585063"/>
                  </a:lnTo>
                  <a:lnTo>
                    <a:pt x="831570" y="572058"/>
                  </a:lnTo>
                  <a:lnTo>
                    <a:pt x="831570" y="537044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5433472" y="8450440"/>
              <a:ext cx="622935" cy="419100"/>
            </a:xfrm>
            <a:custGeom>
              <a:avLst/>
              <a:gdLst/>
              <a:ahLst/>
              <a:cxnLst/>
              <a:rect l="l" t="t" r="r" b="b"/>
              <a:pathLst>
                <a:path w="622934" h="4191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73" y="206046"/>
                  </a:lnTo>
                  <a:lnTo>
                    <a:pt x="0" y="418814"/>
                  </a:lnTo>
                  <a:lnTo>
                    <a:pt x="622588" y="418814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</a:pathLst>
            </a:custGeom>
            <a:solidFill>
              <a:srgbClr val="3C46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5433471" y="8450439"/>
              <a:ext cx="622935" cy="254000"/>
            </a:xfrm>
            <a:custGeom>
              <a:avLst/>
              <a:gdLst/>
              <a:ahLst/>
              <a:cxnLst/>
              <a:rect l="l" t="t" r="r" b="b"/>
              <a:pathLst>
                <a:path w="622934" h="2540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188" y="204915"/>
                  </a:lnTo>
                  <a:lnTo>
                    <a:pt x="0" y="253657"/>
                  </a:lnTo>
                  <a:lnTo>
                    <a:pt x="73" y="252526"/>
                  </a:lnTo>
                  <a:lnTo>
                    <a:pt x="188" y="251395"/>
                  </a:lnTo>
                  <a:lnTo>
                    <a:pt x="22243" y="179641"/>
                  </a:lnTo>
                  <a:lnTo>
                    <a:pt x="45838" y="147692"/>
                  </a:lnTo>
                  <a:lnTo>
                    <a:pt x="76711" y="119113"/>
                  </a:lnTo>
                  <a:lnTo>
                    <a:pt x="114033" y="94467"/>
                  </a:lnTo>
                  <a:lnTo>
                    <a:pt x="156978" y="74318"/>
                  </a:lnTo>
                  <a:lnTo>
                    <a:pt x="204720" y="59228"/>
                  </a:lnTo>
                  <a:lnTo>
                    <a:pt x="256433" y="49761"/>
                  </a:lnTo>
                  <a:lnTo>
                    <a:pt x="311288" y="46480"/>
                  </a:lnTo>
                  <a:lnTo>
                    <a:pt x="505341" y="46480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  <a:path w="622934" h="254000">
                  <a:moveTo>
                    <a:pt x="505341" y="46480"/>
                  </a:moveTo>
                  <a:lnTo>
                    <a:pt x="311288" y="46480"/>
                  </a:lnTo>
                  <a:lnTo>
                    <a:pt x="366147" y="49761"/>
                  </a:lnTo>
                  <a:lnTo>
                    <a:pt x="417862" y="59228"/>
                  </a:lnTo>
                  <a:lnTo>
                    <a:pt x="465606" y="74318"/>
                  </a:lnTo>
                  <a:lnTo>
                    <a:pt x="508553" y="94467"/>
                  </a:lnTo>
                  <a:lnTo>
                    <a:pt x="545876" y="119113"/>
                  </a:lnTo>
                  <a:lnTo>
                    <a:pt x="576749" y="147692"/>
                  </a:lnTo>
                  <a:lnTo>
                    <a:pt x="600345" y="179641"/>
                  </a:lnTo>
                  <a:lnTo>
                    <a:pt x="622399" y="251395"/>
                  </a:lnTo>
                  <a:lnTo>
                    <a:pt x="622588" y="253657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505341" y="46480"/>
                  </a:lnTo>
                  <a:close/>
                </a:path>
              </a:pathLst>
            </a:custGeom>
            <a:solidFill>
              <a:srgbClr val="2C35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638258" y="8743855"/>
              <a:ext cx="214527" cy="9149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535276" y="8589085"/>
              <a:ext cx="74935" cy="74931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889076" y="8589085"/>
              <a:ext cx="74940" cy="74931"/>
            </a:xfrm>
            <a:prstGeom prst="rect">
              <a:avLst/>
            </a:prstGeom>
          </p:spPr>
        </p:pic>
      </p:grpSp>
      <p:sp>
        <p:nvSpPr>
          <p:cNvPr id="25" name="object 25" descr=""/>
          <p:cNvSpPr/>
          <p:nvPr/>
        </p:nvSpPr>
        <p:spPr>
          <a:xfrm>
            <a:off x="16452567" y="8556889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7289738" y="8556889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539582" y="8104776"/>
            <a:ext cx="104583" cy="354646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16479373" y="8104776"/>
            <a:ext cx="831850" cy="923925"/>
            <a:chOff x="16479373" y="8104776"/>
            <a:chExt cx="831850" cy="923925"/>
          </a:xfrm>
        </p:grpSpPr>
        <p:pic>
          <p:nvPicPr>
            <p:cNvPr id="29" name="object 2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146153" y="8104776"/>
              <a:ext cx="104583" cy="354646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6479373" y="8292062"/>
              <a:ext cx="831850" cy="736600"/>
            </a:xfrm>
            <a:custGeom>
              <a:avLst/>
              <a:gdLst/>
              <a:ahLst/>
              <a:cxnLst/>
              <a:rect l="l" t="t" r="r" b="b"/>
              <a:pathLst>
                <a:path w="831850" h="736600">
                  <a:moveTo>
                    <a:pt x="415788" y="0"/>
                  </a:moveTo>
                  <a:lnTo>
                    <a:pt x="360484" y="2377"/>
                  </a:lnTo>
                  <a:lnTo>
                    <a:pt x="307386" y="9308"/>
                  </a:lnTo>
                  <a:lnTo>
                    <a:pt x="256961" y="20487"/>
                  </a:lnTo>
                  <a:lnTo>
                    <a:pt x="209674" y="35611"/>
                  </a:lnTo>
                  <a:lnTo>
                    <a:pt x="165991" y="54377"/>
                  </a:lnTo>
                  <a:lnTo>
                    <a:pt x="126378" y="76479"/>
                  </a:lnTo>
                  <a:lnTo>
                    <a:pt x="91300" y="101614"/>
                  </a:lnTo>
                  <a:lnTo>
                    <a:pt x="61224" y="129479"/>
                  </a:lnTo>
                  <a:lnTo>
                    <a:pt x="36616" y="159768"/>
                  </a:lnTo>
                  <a:lnTo>
                    <a:pt x="5663" y="226407"/>
                  </a:lnTo>
                  <a:lnTo>
                    <a:pt x="0" y="683853"/>
                  </a:lnTo>
                  <a:lnTo>
                    <a:pt x="5302" y="704156"/>
                  </a:lnTo>
                  <a:lnTo>
                    <a:pt x="19761" y="720738"/>
                  </a:lnTo>
                  <a:lnTo>
                    <a:pt x="41205" y="731919"/>
                  </a:lnTo>
                  <a:lnTo>
                    <a:pt x="67463" y="736019"/>
                  </a:lnTo>
                  <a:lnTo>
                    <a:pt x="764112" y="736019"/>
                  </a:lnTo>
                  <a:lnTo>
                    <a:pt x="790369" y="731919"/>
                  </a:lnTo>
                  <a:lnTo>
                    <a:pt x="811810" y="720738"/>
                  </a:lnTo>
                  <a:lnTo>
                    <a:pt x="826265" y="704156"/>
                  </a:lnTo>
                  <a:lnTo>
                    <a:pt x="831566" y="683853"/>
                  </a:lnTo>
                  <a:lnTo>
                    <a:pt x="831472" y="263594"/>
                  </a:lnTo>
                  <a:lnTo>
                    <a:pt x="813626" y="192179"/>
                  </a:lnTo>
                  <a:lnTo>
                    <a:pt x="770341" y="129479"/>
                  </a:lnTo>
                  <a:lnTo>
                    <a:pt x="740266" y="101614"/>
                  </a:lnTo>
                  <a:lnTo>
                    <a:pt x="705189" y="76479"/>
                  </a:lnTo>
                  <a:lnTo>
                    <a:pt x="665576" y="54377"/>
                  </a:lnTo>
                  <a:lnTo>
                    <a:pt x="621894" y="35611"/>
                  </a:lnTo>
                  <a:lnTo>
                    <a:pt x="574609" y="20487"/>
                  </a:lnTo>
                  <a:lnTo>
                    <a:pt x="524185" y="9308"/>
                  </a:lnTo>
                  <a:lnTo>
                    <a:pt x="471090" y="2377"/>
                  </a:lnTo>
                  <a:lnTo>
                    <a:pt x="41578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6479368" y="8422621"/>
              <a:ext cx="831850" cy="605790"/>
            </a:xfrm>
            <a:custGeom>
              <a:avLst/>
              <a:gdLst/>
              <a:ahLst/>
              <a:cxnLst/>
              <a:rect l="l" t="t" r="r" b="b"/>
              <a:pathLst>
                <a:path w="831850" h="605790">
                  <a:moveTo>
                    <a:pt x="727075" y="446646"/>
                  </a:moveTo>
                  <a:lnTo>
                    <a:pt x="727011" y="219735"/>
                  </a:lnTo>
                  <a:lnTo>
                    <a:pt x="720331" y="179070"/>
                  </a:lnTo>
                  <a:lnTo>
                    <a:pt x="704837" y="142011"/>
                  </a:lnTo>
                  <a:lnTo>
                    <a:pt x="681240" y="107937"/>
                  </a:lnTo>
                  <a:lnTo>
                    <a:pt x="650367" y="77457"/>
                  </a:lnTo>
                  <a:lnTo>
                    <a:pt x="613041" y="51181"/>
                  </a:lnTo>
                  <a:lnTo>
                    <a:pt x="570103" y="29692"/>
                  </a:lnTo>
                  <a:lnTo>
                    <a:pt x="522351" y="13601"/>
                  </a:lnTo>
                  <a:lnTo>
                    <a:pt x="470636" y="3505"/>
                  </a:lnTo>
                  <a:lnTo>
                    <a:pt x="415785" y="0"/>
                  </a:lnTo>
                  <a:lnTo>
                    <a:pt x="360921" y="3505"/>
                  </a:lnTo>
                  <a:lnTo>
                    <a:pt x="309219" y="13601"/>
                  </a:lnTo>
                  <a:lnTo>
                    <a:pt x="261467" y="29692"/>
                  </a:lnTo>
                  <a:lnTo>
                    <a:pt x="218528" y="51181"/>
                  </a:lnTo>
                  <a:lnTo>
                    <a:pt x="181203" y="77457"/>
                  </a:lnTo>
                  <a:lnTo>
                    <a:pt x="150329" y="107937"/>
                  </a:lnTo>
                  <a:lnTo>
                    <a:pt x="126733" y="142011"/>
                  </a:lnTo>
                  <a:lnTo>
                    <a:pt x="111239" y="179070"/>
                  </a:lnTo>
                  <a:lnTo>
                    <a:pt x="104571" y="219735"/>
                  </a:lnTo>
                  <a:lnTo>
                    <a:pt x="104495" y="446646"/>
                  </a:lnTo>
                  <a:lnTo>
                    <a:pt x="727075" y="446646"/>
                  </a:lnTo>
                  <a:close/>
                </a:path>
                <a:path w="831850" h="605790">
                  <a:moveTo>
                    <a:pt x="831570" y="537044"/>
                  </a:moveTo>
                  <a:lnTo>
                    <a:pt x="826274" y="550049"/>
                  </a:lnTo>
                  <a:lnTo>
                    <a:pt x="811809" y="560666"/>
                  </a:lnTo>
                  <a:lnTo>
                    <a:pt x="790371" y="567817"/>
                  </a:lnTo>
                  <a:lnTo>
                    <a:pt x="764108" y="570445"/>
                  </a:lnTo>
                  <a:lnTo>
                    <a:pt x="67462" y="570445"/>
                  </a:lnTo>
                  <a:lnTo>
                    <a:pt x="41198" y="567817"/>
                  </a:lnTo>
                  <a:lnTo>
                    <a:pt x="19761" y="560666"/>
                  </a:lnTo>
                  <a:lnTo>
                    <a:pt x="5308" y="550049"/>
                  </a:lnTo>
                  <a:lnTo>
                    <a:pt x="0" y="537044"/>
                  </a:lnTo>
                  <a:lnTo>
                    <a:pt x="0" y="572058"/>
                  </a:lnTo>
                  <a:lnTo>
                    <a:pt x="5308" y="585063"/>
                  </a:lnTo>
                  <a:lnTo>
                    <a:pt x="19761" y="595680"/>
                  </a:lnTo>
                  <a:lnTo>
                    <a:pt x="41198" y="602830"/>
                  </a:lnTo>
                  <a:lnTo>
                    <a:pt x="67462" y="605459"/>
                  </a:lnTo>
                  <a:lnTo>
                    <a:pt x="764108" y="605459"/>
                  </a:lnTo>
                  <a:lnTo>
                    <a:pt x="790371" y="602830"/>
                  </a:lnTo>
                  <a:lnTo>
                    <a:pt x="811809" y="595680"/>
                  </a:lnTo>
                  <a:lnTo>
                    <a:pt x="826274" y="585063"/>
                  </a:lnTo>
                  <a:lnTo>
                    <a:pt x="831570" y="572058"/>
                  </a:lnTo>
                  <a:lnTo>
                    <a:pt x="831570" y="537044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6583867" y="8450440"/>
              <a:ext cx="622935" cy="419100"/>
            </a:xfrm>
            <a:custGeom>
              <a:avLst/>
              <a:gdLst/>
              <a:ahLst/>
              <a:cxnLst/>
              <a:rect l="l" t="t" r="r" b="b"/>
              <a:pathLst>
                <a:path w="622934" h="4191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73" y="206046"/>
                  </a:lnTo>
                  <a:lnTo>
                    <a:pt x="0" y="418814"/>
                  </a:lnTo>
                  <a:lnTo>
                    <a:pt x="622588" y="418814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</a:pathLst>
            </a:custGeom>
            <a:solidFill>
              <a:srgbClr val="3C46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6583866" y="8450439"/>
              <a:ext cx="622935" cy="254000"/>
            </a:xfrm>
            <a:custGeom>
              <a:avLst/>
              <a:gdLst/>
              <a:ahLst/>
              <a:cxnLst/>
              <a:rect l="l" t="t" r="r" b="b"/>
              <a:pathLst>
                <a:path w="622934" h="2540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188" y="204915"/>
                  </a:lnTo>
                  <a:lnTo>
                    <a:pt x="0" y="253657"/>
                  </a:lnTo>
                  <a:lnTo>
                    <a:pt x="73" y="252526"/>
                  </a:lnTo>
                  <a:lnTo>
                    <a:pt x="188" y="251395"/>
                  </a:lnTo>
                  <a:lnTo>
                    <a:pt x="22243" y="179641"/>
                  </a:lnTo>
                  <a:lnTo>
                    <a:pt x="45838" y="147692"/>
                  </a:lnTo>
                  <a:lnTo>
                    <a:pt x="76711" y="119113"/>
                  </a:lnTo>
                  <a:lnTo>
                    <a:pt x="114033" y="94467"/>
                  </a:lnTo>
                  <a:lnTo>
                    <a:pt x="156978" y="74318"/>
                  </a:lnTo>
                  <a:lnTo>
                    <a:pt x="204720" y="59228"/>
                  </a:lnTo>
                  <a:lnTo>
                    <a:pt x="256433" y="49761"/>
                  </a:lnTo>
                  <a:lnTo>
                    <a:pt x="311288" y="46480"/>
                  </a:lnTo>
                  <a:lnTo>
                    <a:pt x="505341" y="46480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  <a:path w="622934" h="254000">
                  <a:moveTo>
                    <a:pt x="505341" y="46480"/>
                  </a:moveTo>
                  <a:lnTo>
                    <a:pt x="311288" y="46480"/>
                  </a:lnTo>
                  <a:lnTo>
                    <a:pt x="366147" y="49761"/>
                  </a:lnTo>
                  <a:lnTo>
                    <a:pt x="417862" y="59228"/>
                  </a:lnTo>
                  <a:lnTo>
                    <a:pt x="465606" y="74318"/>
                  </a:lnTo>
                  <a:lnTo>
                    <a:pt x="508553" y="94467"/>
                  </a:lnTo>
                  <a:lnTo>
                    <a:pt x="545876" y="119113"/>
                  </a:lnTo>
                  <a:lnTo>
                    <a:pt x="576749" y="147692"/>
                  </a:lnTo>
                  <a:lnTo>
                    <a:pt x="600345" y="179641"/>
                  </a:lnTo>
                  <a:lnTo>
                    <a:pt x="622399" y="251395"/>
                  </a:lnTo>
                  <a:lnTo>
                    <a:pt x="622588" y="253657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505341" y="46480"/>
                  </a:lnTo>
                  <a:close/>
                </a:path>
              </a:pathLst>
            </a:custGeom>
            <a:solidFill>
              <a:srgbClr val="2C3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6676485" y="8605056"/>
              <a:ext cx="436880" cy="59690"/>
            </a:xfrm>
            <a:custGeom>
              <a:avLst/>
              <a:gdLst/>
              <a:ahLst/>
              <a:cxnLst/>
              <a:rect l="l" t="t" r="r" b="b"/>
              <a:pathLst>
                <a:path w="436880" h="59690">
                  <a:moveTo>
                    <a:pt x="121767" y="55841"/>
                  </a:moveTo>
                  <a:lnTo>
                    <a:pt x="95796" y="7975"/>
                  </a:lnTo>
                  <a:lnTo>
                    <a:pt x="61544" y="0"/>
                  </a:lnTo>
                  <a:lnTo>
                    <a:pt x="34226" y="5245"/>
                  </a:lnTo>
                  <a:lnTo>
                    <a:pt x="16002" y="17843"/>
                  </a:lnTo>
                  <a:lnTo>
                    <a:pt x="5207" y="33489"/>
                  </a:lnTo>
                  <a:lnTo>
                    <a:pt x="647" y="47904"/>
                  </a:lnTo>
                  <a:lnTo>
                    <a:pt x="0" y="52146"/>
                  </a:lnTo>
                  <a:lnTo>
                    <a:pt x="2921" y="56083"/>
                  </a:lnTo>
                  <a:lnTo>
                    <a:pt x="11379" y="57365"/>
                  </a:lnTo>
                  <a:lnTo>
                    <a:pt x="15328" y="54457"/>
                  </a:lnTo>
                  <a:lnTo>
                    <a:pt x="15963" y="50215"/>
                  </a:lnTo>
                  <a:lnTo>
                    <a:pt x="17551" y="44221"/>
                  </a:lnTo>
                  <a:lnTo>
                    <a:pt x="23812" y="32385"/>
                  </a:lnTo>
                  <a:lnTo>
                    <a:pt x="37452" y="20789"/>
                  </a:lnTo>
                  <a:lnTo>
                    <a:pt x="61175" y="15494"/>
                  </a:lnTo>
                  <a:lnTo>
                    <a:pt x="74282" y="16598"/>
                  </a:lnTo>
                  <a:lnTo>
                    <a:pt x="105943" y="42202"/>
                  </a:lnTo>
                  <a:lnTo>
                    <a:pt x="106273" y="55981"/>
                  </a:lnTo>
                  <a:lnTo>
                    <a:pt x="109728" y="59397"/>
                  </a:lnTo>
                  <a:lnTo>
                    <a:pt x="114058" y="59397"/>
                  </a:lnTo>
                  <a:lnTo>
                    <a:pt x="118338" y="59347"/>
                  </a:lnTo>
                  <a:lnTo>
                    <a:pt x="121767" y="55841"/>
                  </a:lnTo>
                  <a:close/>
                </a:path>
                <a:path w="436880" h="59690">
                  <a:moveTo>
                    <a:pt x="436829" y="55841"/>
                  </a:moveTo>
                  <a:lnTo>
                    <a:pt x="410857" y="7975"/>
                  </a:lnTo>
                  <a:lnTo>
                    <a:pt x="376618" y="0"/>
                  </a:lnTo>
                  <a:lnTo>
                    <a:pt x="349288" y="5245"/>
                  </a:lnTo>
                  <a:lnTo>
                    <a:pt x="331063" y="17843"/>
                  </a:lnTo>
                  <a:lnTo>
                    <a:pt x="320268" y="33489"/>
                  </a:lnTo>
                  <a:lnTo>
                    <a:pt x="315709" y="47904"/>
                  </a:lnTo>
                  <a:lnTo>
                    <a:pt x="315074" y="52146"/>
                  </a:lnTo>
                  <a:lnTo>
                    <a:pt x="317982" y="56083"/>
                  </a:lnTo>
                  <a:lnTo>
                    <a:pt x="326440" y="57365"/>
                  </a:lnTo>
                  <a:lnTo>
                    <a:pt x="330403" y="54457"/>
                  </a:lnTo>
                  <a:lnTo>
                    <a:pt x="331025" y="50215"/>
                  </a:lnTo>
                  <a:lnTo>
                    <a:pt x="332625" y="44221"/>
                  </a:lnTo>
                  <a:lnTo>
                    <a:pt x="338886" y="32385"/>
                  </a:lnTo>
                  <a:lnTo>
                    <a:pt x="352513" y="20789"/>
                  </a:lnTo>
                  <a:lnTo>
                    <a:pt x="376237" y="15494"/>
                  </a:lnTo>
                  <a:lnTo>
                    <a:pt x="389343" y="16598"/>
                  </a:lnTo>
                  <a:lnTo>
                    <a:pt x="421017" y="42202"/>
                  </a:lnTo>
                  <a:lnTo>
                    <a:pt x="421335" y="55981"/>
                  </a:lnTo>
                  <a:lnTo>
                    <a:pt x="424789" y="59397"/>
                  </a:lnTo>
                  <a:lnTo>
                    <a:pt x="429133" y="59397"/>
                  </a:lnTo>
                  <a:lnTo>
                    <a:pt x="433400" y="59347"/>
                  </a:lnTo>
                  <a:lnTo>
                    <a:pt x="436829" y="55841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775716" y="8733523"/>
              <a:ext cx="238882" cy="89745"/>
            </a:xfrm>
            <a:prstGeom prst="rect">
              <a:avLst/>
            </a:prstGeom>
          </p:spPr>
        </p:pic>
      </p:grpSp>
      <p:sp>
        <p:nvSpPr>
          <p:cNvPr id="36" name="object 36" descr=""/>
          <p:cNvSpPr/>
          <p:nvPr/>
        </p:nvSpPr>
        <p:spPr>
          <a:xfrm>
            <a:off x="14146107" y="9866581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4983276" y="9866581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4233121" y="9414469"/>
            <a:ext cx="104583" cy="354645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4172911" y="9414469"/>
            <a:ext cx="831850" cy="923925"/>
            <a:chOff x="14172911" y="9414469"/>
            <a:chExt cx="831850" cy="923925"/>
          </a:xfrm>
        </p:grpSpPr>
        <p:pic>
          <p:nvPicPr>
            <p:cNvPr id="40" name="object 4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839692" y="9414469"/>
              <a:ext cx="104583" cy="354645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4172911" y="9601753"/>
              <a:ext cx="831850" cy="736600"/>
            </a:xfrm>
            <a:custGeom>
              <a:avLst/>
              <a:gdLst/>
              <a:ahLst/>
              <a:cxnLst/>
              <a:rect l="l" t="t" r="r" b="b"/>
              <a:pathLst>
                <a:path w="831850" h="736600">
                  <a:moveTo>
                    <a:pt x="415788" y="0"/>
                  </a:moveTo>
                  <a:lnTo>
                    <a:pt x="360484" y="2377"/>
                  </a:lnTo>
                  <a:lnTo>
                    <a:pt x="307386" y="9308"/>
                  </a:lnTo>
                  <a:lnTo>
                    <a:pt x="256961" y="20487"/>
                  </a:lnTo>
                  <a:lnTo>
                    <a:pt x="209674" y="35611"/>
                  </a:lnTo>
                  <a:lnTo>
                    <a:pt x="165991" y="54377"/>
                  </a:lnTo>
                  <a:lnTo>
                    <a:pt x="126378" y="76479"/>
                  </a:lnTo>
                  <a:lnTo>
                    <a:pt x="91300" y="101614"/>
                  </a:lnTo>
                  <a:lnTo>
                    <a:pt x="61224" y="129479"/>
                  </a:lnTo>
                  <a:lnTo>
                    <a:pt x="36616" y="159768"/>
                  </a:lnTo>
                  <a:lnTo>
                    <a:pt x="5663" y="226407"/>
                  </a:lnTo>
                  <a:lnTo>
                    <a:pt x="0" y="683853"/>
                  </a:lnTo>
                  <a:lnTo>
                    <a:pt x="5302" y="704156"/>
                  </a:lnTo>
                  <a:lnTo>
                    <a:pt x="19761" y="720738"/>
                  </a:lnTo>
                  <a:lnTo>
                    <a:pt x="41205" y="731919"/>
                  </a:lnTo>
                  <a:lnTo>
                    <a:pt x="67463" y="736019"/>
                  </a:lnTo>
                  <a:lnTo>
                    <a:pt x="764112" y="736019"/>
                  </a:lnTo>
                  <a:lnTo>
                    <a:pt x="790369" y="731919"/>
                  </a:lnTo>
                  <a:lnTo>
                    <a:pt x="811810" y="720738"/>
                  </a:lnTo>
                  <a:lnTo>
                    <a:pt x="826265" y="704156"/>
                  </a:lnTo>
                  <a:lnTo>
                    <a:pt x="831566" y="683853"/>
                  </a:lnTo>
                  <a:lnTo>
                    <a:pt x="831472" y="263594"/>
                  </a:lnTo>
                  <a:lnTo>
                    <a:pt x="813626" y="192179"/>
                  </a:lnTo>
                  <a:lnTo>
                    <a:pt x="770341" y="129479"/>
                  </a:lnTo>
                  <a:lnTo>
                    <a:pt x="740266" y="101614"/>
                  </a:lnTo>
                  <a:lnTo>
                    <a:pt x="705189" y="76479"/>
                  </a:lnTo>
                  <a:lnTo>
                    <a:pt x="665576" y="54377"/>
                  </a:lnTo>
                  <a:lnTo>
                    <a:pt x="621894" y="35611"/>
                  </a:lnTo>
                  <a:lnTo>
                    <a:pt x="574609" y="20487"/>
                  </a:lnTo>
                  <a:lnTo>
                    <a:pt x="524185" y="9308"/>
                  </a:lnTo>
                  <a:lnTo>
                    <a:pt x="471090" y="2377"/>
                  </a:lnTo>
                  <a:lnTo>
                    <a:pt x="41578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172908" y="9732321"/>
              <a:ext cx="831850" cy="605790"/>
            </a:xfrm>
            <a:custGeom>
              <a:avLst/>
              <a:gdLst/>
              <a:ahLst/>
              <a:cxnLst/>
              <a:rect l="l" t="t" r="r" b="b"/>
              <a:pathLst>
                <a:path w="831850" h="605790">
                  <a:moveTo>
                    <a:pt x="727075" y="446633"/>
                  </a:moveTo>
                  <a:lnTo>
                    <a:pt x="727011" y="219722"/>
                  </a:lnTo>
                  <a:lnTo>
                    <a:pt x="720331" y="179070"/>
                  </a:lnTo>
                  <a:lnTo>
                    <a:pt x="704837" y="141998"/>
                  </a:lnTo>
                  <a:lnTo>
                    <a:pt x="681240" y="107937"/>
                  </a:lnTo>
                  <a:lnTo>
                    <a:pt x="650367" y="77457"/>
                  </a:lnTo>
                  <a:lnTo>
                    <a:pt x="613041" y="51168"/>
                  </a:lnTo>
                  <a:lnTo>
                    <a:pt x="570103" y="29679"/>
                  </a:lnTo>
                  <a:lnTo>
                    <a:pt x="522351" y="13589"/>
                  </a:lnTo>
                  <a:lnTo>
                    <a:pt x="470636" y="3492"/>
                  </a:lnTo>
                  <a:lnTo>
                    <a:pt x="415785" y="0"/>
                  </a:lnTo>
                  <a:lnTo>
                    <a:pt x="360921" y="3492"/>
                  </a:lnTo>
                  <a:lnTo>
                    <a:pt x="309206" y="13589"/>
                  </a:lnTo>
                  <a:lnTo>
                    <a:pt x="261467" y="29679"/>
                  </a:lnTo>
                  <a:lnTo>
                    <a:pt x="218528" y="51168"/>
                  </a:lnTo>
                  <a:lnTo>
                    <a:pt x="181203" y="77457"/>
                  </a:lnTo>
                  <a:lnTo>
                    <a:pt x="150329" y="107937"/>
                  </a:lnTo>
                  <a:lnTo>
                    <a:pt x="126733" y="141998"/>
                  </a:lnTo>
                  <a:lnTo>
                    <a:pt x="111239" y="179070"/>
                  </a:lnTo>
                  <a:lnTo>
                    <a:pt x="104559" y="219722"/>
                  </a:lnTo>
                  <a:lnTo>
                    <a:pt x="104495" y="446633"/>
                  </a:lnTo>
                  <a:lnTo>
                    <a:pt x="727075" y="446633"/>
                  </a:lnTo>
                  <a:close/>
                </a:path>
                <a:path w="831850" h="605790">
                  <a:moveTo>
                    <a:pt x="831570" y="537032"/>
                  </a:moveTo>
                  <a:lnTo>
                    <a:pt x="826262" y="550037"/>
                  </a:lnTo>
                  <a:lnTo>
                    <a:pt x="811809" y="560654"/>
                  </a:lnTo>
                  <a:lnTo>
                    <a:pt x="790359" y="567817"/>
                  </a:lnTo>
                  <a:lnTo>
                    <a:pt x="764108" y="570433"/>
                  </a:lnTo>
                  <a:lnTo>
                    <a:pt x="67462" y="570433"/>
                  </a:lnTo>
                  <a:lnTo>
                    <a:pt x="41198" y="567817"/>
                  </a:lnTo>
                  <a:lnTo>
                    <a:pt x="19761" y="560654"/>
                  </a:lnTo>
                  <a:lnTo>
                    <a:pt x="5308" y="550037"/>
                  </a:lnTo>
                  <a:lnTo>
                    <a:pt x="0" y="537032"/>
                  </a:lnTo>
                  <a:lnTo>
                    <a:pt x="0" y="572046"/>
                  </a:lnTo>
                  <a:lnTo>
                    <a:pt x="5308" y="585050"/>
                  </a:lnTo>
                  <a:lnTo>
                    <a:pt x="19761" y="595668"/>
                  </a:lnTo>
                  <a:lnTo>
                    <a:pt x="41198" y="602830"/>
                  </a:lnTo>
                  <a:lnTo>
                    <a:pt x="67462" y="605447"/>
                  </a:lnTo>
                  <a:lnTo>
                    <a:pt x="764108" y="605447"/>
                  </a:lnTo>
                  <a:lnTo>
                    <a:pt x="790359" y="602830"/>
                  </a:lnTo>
                  <a:lnTo>
                    <a:pt x="811809" y="595668"/>
                  </a:lnTo>
                  <a:lnTo>
                    <a:pt x="826262" y="585050"/>
                  </a:lnTo>
                  <a:lnTo>
                    <a:pt x="831570" y="572046"/>
                  </a:lnTo>
                  <a:lnTo>
                    <a:pt x="831570" y="537032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277404" y="9760133"/>
              <a:ext cx="622935" cy="419100"/>
            </a:xfrm>
            <a:custGeom>
              <a:avLst/>
              <a:gdLst/>
              <a:ahLst/>
              <a:cxnLst/>
              <a:rect l="l" t="t" r="r" b="b"/>
              <a:pathLst>
                <a:path w="622934" h="4191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6"/>
                  </a:lnTo>
                  <a:lnTo>
                    <a:pt x="156978" y="27835"/>
                  </a:lnTo>
                  <a:lnTo>
                    <a:pt x="114033" y="47983"/>
                  </a:lnTo>
                  <a:lnTo>
                    <a:pt x="76711" y="72629"/>
                  </a:lnTo>
                  <a:lnTo>
                    <a:pt x="45838" y="101207"/>
                  </a:lnTo>
                  <a:lnTo>
                    <a:pt x="22243" y="133156"/>
                  </a:lnTo>
                  <a:lnTo>
                    <a:pt x="73" y="206035"/>
                  </a:lnTo>
                  <a:lnTo>
                    <a:pt x="0" y="418814"/>
                  </a:lnTo>
                  <a:lnTo>
                    <a:pt x="622588" y="418814"/>
                  </a:lnTo>
                  <a:lnTo>
                    <a:pt x="622515" y="206035"/>
                  </a:lnTo>
                  <a:lnTo>
                    <a:pt x="615837" y="167913"/>
                  </a:lnTo>
                  <a:lnTo>
                    <a:pt x="576749" y="101207"/>
                  </a:lnTo>
                  <a:lnTo>
                    <a:pt x="545876" y="72629"/>
                  </a:lnTo>
                  <a:lnTo>
                    <a:pt x="508553" y="47983"/>
                  </a:lnTo>
                  <a:lnTo>
                    <a:pt x="465606" y="27835"/>
                  </a:lnTo>
                  <a:lnTo>
                    <a:pt x="417862" y="12746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</a:pathLst>
            </a:custGeom>
            <a:solidFill>
              <a:srgbClr val="3C46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4277402" y="9760132"/>
              <a:ext cx="622935" cy="254000"/>
            </a:xfrm>
            <a:custGeom>
              <a:avLst/>
              <a:gdLst/>
              <a:ahLst/>
              <a:cxnLst/>
              <a:rect l="l" t="t" r="r" b="b"/>
              <a:pathLst>
                <a:path w="622934" h="2540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188" y="204915"/>
                  </a:lnTo>
                  <a:lnTo>
                    <a:pt x="0" y="253657"/>
                  </a:lnTo>
                  <a:lnTo>
                    <a:pt x="73" y="252526"/>
                  </a:lnTo>
                  <a:lnTo>
                    <a:pt x="188" y="251395"/>
                  </a:lnTo>
                  <a:lnTo>
                    <a:pt x="22243" y="179641"/>
                  </a:lnTo>
                  <a:lnTo>
                    <a:pt x="45838" y="147692"/>
                  </a:lnTo>
                  <a:lnTo>
                    <a:pt x="76711" y="119113"/>
                  </a:lnTo>
                  <a:lnTo>
                    <a:pt x="114033" y="94467"/>
                  </a:lnTo>
                  <a:lnTo>
                    <a:pt x="156978" y="74318"/>
                  </a:lnTo>
                  <a:lnTo>
                    <a:pt x="204720" y="59228"/>
                  </a:lnTo>
                  <a:lnTo>
                    <a:pt x="256433" y="49761"/>
                  </a:lnTo>
                  <a:lnTo>
                    <a:pt x="311288" y="46480"/>
                  </a:lnTo>
                  <a:lnTo>
                    <a:pt x="505341" y="46480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  <a:path w="622934" h="254000">
                  <a:moveTo>
                    <a:pt x="505341" y="46480"/>
                  </a:moveTo>
                  <a:lnTo>
                    <a:pt x="311288" y="46480"/>
                  </a:lnTo>
                  <a:lnTo>
                    <a:pt x="366147" y="49761"/>
                  </a:lnTo>
                  <a:lnTo>
                    <a:pt x="417862" y="59228"/>
                  </a:lnTo>
                  <a:lnTo>
                    <a:pt x="465606" y="74318"/>
                  </a:lnTo>
                  <a:lnTo>
                    <a:pt x="508553" y="94467"/>
                  </a:lnTo>
                  <a:lnTo>
                    <a:pt x="545876" y="119113"/>
                  </a:lnTo>
                  <a:lnTo>
                    <a:pt x="576749" y="147692"/>
                  </a:lnTo>
                  <a:lnTo>
                    <a:pt x="600345" y="179641"/>
                  </a:lnTo>
                  <a:lnTo>
                    <a:pt x="622399" y="251395"/>
                  </a:lnTo>
                  <a:lnTo>
                    <a:pt x="622588" y="253657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505341" y="46480"/>
                  </a:lnTo>
                  <a:close/>
                </a:path>
              </a:pathLst>
            </a:custGeom>
            <a:solidFill>
              <a:srgbClr val="2C3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4457044" y="9888097"/>
              <a:ext cx="290830" cy="217804"/>
            </a:xfrm>
            <a:custGeom>
              <a:avLst/>
              <a:gdLst/>
              <a:ahLst/>
              <a:cxnLst/>
              <a:rect l="l" t="t" r="r" b="b"/>
              <a:pathLst>
                <a:path w="290830" h="217804">
                  <a:moveTo>
                    <a:pt x="55835" y="0"/>
                  </a:moveTo>
                  <a:lnTo>
                    <a:pt x="35461" y="9353"/>
                  </a:lnTo>
                  <a:lnTo>
                    <a:pt x="11796" y="39051"/>
                  </a:lnTo>
                  <a:lnTo>
                    <a:pt x="0" y="108611"/>
                  </a:lnTo>
                  <a:lnTo>
                    <a:pt x="44593" y="165230"/>
                  </a:lnTo>
                  <a:lnTo>
                    <a:pt x="102753" y="203307"/>
                  </a:lnTo>
                  <a:lnTo>
                    <a:pt x="131656" y="217244"/>
                  </a:lnTo>
                  <a:lnTo>
                    <a:pt x="241643" y="169850"/>
                  </a:lnTo>
                  <a:lnTo>
                    <a:pt x="290790" y="135490"/>
                  </a:lnTo>
                  <a:lnTo>
                    <a:pt x="290332" y="97459"/>
                  </a:lnTo>
                  <a:lnTo>
                    <a:pt x="251506" y="39051"/>
                  </a:lnTo>
                  <a:lnTo>
                    <a:pt x="216435" y="17534"/>
                  </a:lnTo>
                  <a:lnTo>
                    <a:pt x="177052" y="21816"/>
                  </a:lnTo>
                  <a:lnTo>
                    <a:pt x="131656" y="44286"/>
                  </a:lnTo>
                  <a:lnTo>
                    <a:pt x="84154" y="11480"/>
                  </a:lnTo>
                  <a:lnTo>
                    <a:pt x="55835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/>
          <p:nvPr/>
        </p:nvSpPr>
        <p:spPr>
          <a:xfrm>
            <a:off x="16492422" y="9866581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800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800" y="297498"/>
                </a:lnTo>
                <a:lnTo>
                  <a:pt x="35666" y="296280"/>
                </a:lnTo>
                <a:lnTo>
                  <a:pt x="42090" y="292958"/>
                </a:lnTo>
                <a:lnTo>
                  <a:pt x="46421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1" y="9457"/>
                </a:lnTo>
                <a:lnTo>
                  <a:pt x="42090" y="4535"/>
                </a:lnTo>
                <a:lnTo>
                  <a:pt x="35666" y="1216"/>
                </a:lnTo>
                <a:lnTo>
                  <a:pt x="27800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17329593" y="9866581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800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800" y="297498"/>
                </a:lnTo>
                <a:lnTo>
                  <a:pt x="35666" y="296280"/>
                </a:lnTo>
                <a:lnTo>
                  <a:pt x="42090" y="292958"/>
                </a:lnTo>
                <a:lnTo>
                  <a:pt x="46421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1" y="9457"/>
                </a:lnTo>
                <a:lnTo>
                  <a:pt x="42090" y="4535"/>
                </a:lnTo>
                <a:lnTo>
                  <a:pt x="35666" y="1216"/>
                </a:lnTo>
                <a:lnTo>
                  <a:pt x="27800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8" name="object 4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579436" y="9414469"/>
            <a:ext cx="104583" cy="354645"/>
          </a:xfrm>
          <a:prstGeom prst="rect">
            <a:avLst/>
          </a:prstGeom>
        </p:spPr>
      </p:pic>
      <p:grpSp>
        <p:nvGrpSpPr>
          <p:cNvPr id="49" name="object 49" descr=""/>
          <p:cNvGrpSpPr/>
          <p:nvPr/>
        </p:nvGrpSpPr>
        <p:grpSpPr>
          <a:xfrm>
            <a:off x="16519227" y="9414469"/>
            <a:ext cx="831850" cy="923925"/>
            <a:chOff x="16519227" y="9414469"/>
            <a:chExt cx="831850" cy="923925"/>
          </a:xfrm>
        </p:grpSpPr>
        <p:pic>
          <p:nvPicPr>
            <p:cNvPr id="50" name="object 5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186009" y="9414469"/>
              <a:ext cx="104583" cy="354645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16519227" y="9601753"/>
              <a:ext cx="831850" cy="736600"/>
            </a:xfrm>
            <a:custGeom>
              <a:avLst/>
              <a:gdLst/>
              <a:ahLst/>
              <a:cxnLst/>
              <a:rect l="l" t="t" r="r" b="b"/>
              <a:pathLst>
                <a:path w="831850" h="736600">
                  <a:moveTo>
                    <a:pt x="415788" y="0"/>
                  </a:moveTo>
                  <a:lnTo>
                    <a:pt x="360486" y="2377"/>
                  </a:lnTo>
                  <a:lnTo>
                    <a:pt x="307390" y="9308"/>
                  </a:lnTo>
                  <a:lnTo>
                    <a:pt x="256965" y="20487"/>
                  </a:lnTo>
                  <a:lnTo>
                    <a:pt x="209679" y="35611"/>
                  </a:lnTo>
                  <a:lnTo>
                    <a:pt x="165995" y="54377"/>
                  </a:lnTo>
                  <a:lnTo>
                    <a:pt x="126382" y="76479"/>
                  </a:lnTo>
                  <a:lnTo>
                    <a:pt x="91304" y="101614"/>
                  </a:lnTo>
                  <a:lnTo>
                    <a:pt x="61227" y="129479"/>
                  </a:lnTo>
                  <a:lnTo>
                    <a:pt x="36617" y="159768"/>
                  </a:lnTo>
                  <a:lnTo>
                    <a:pt x="5663" y="226407"/>
                  </a:lnTo>
                  <a:lnTo>
                    <a:pt x="0" y="683853"/>
                  </a:lnTo>
                  <a:lnTo>
                    <a:pt x="5302" y="704156"/>
                  </a:lnTo>
                  <a:lnTo>
                    <a:pt x="19761" y="720738"/>
                  </a:lnTo>
                  <a:lnTo>
                    <a:pt x="41205" y="731919"/>
                  </a:lnTo>
                  <a:lnTo>
                    <a:pt x="67463" y="736019"/>
                  </a:lnTo>
                  <a:lnTo>
                    <a:pt x="764112" y="736019"/>
                  </a:lnTo>
                  <a:lnTo>
                    <a:pt x="790369" y="731919"/>
                  </a:lnTo>
                  <a:lnTo>
                    <a:pt x="811810" y="720738"/>
                  </a:lnTo>
                  <a:lnTo>
                    <a:pt x="826265" y="704156"/>
                  </a:lnTo>
                  <a:lnTo>
                    <a:pt x="831566" y="683853"/>
                  </a:lnTo>
                  <a:lnTo>
                    <a:pt x="831472" y="263594"/>
                  </a:lnTo>
                  <a:lnTo>
                    <a:pt x="813626" y="192179"/>
                  </a:lnTo>
                  <a:lnTo>
                    <a:pt x="770341" y="129479"/>
                  </a:lnTo>
                  <a:lnTo>
                    <a:pt x="740266" y="101614"/>
                  </a:lnTo>
                  <a:lnTo>
                    <a:pt x="705189" y="76479"/>
                  </a:lnTo>
                  <a:lnTo>
                    <a:pt x="665576" y="54377"/>
                  </a:lnTo>
                  <a:lnTo>
                    <a:pt x="621894" y="35611"/>
                  </a:lnTo>
                  <a:lnTo>
                    <a:pt x="574609" y="20487"/>
                  </a:lnTo>
                  <a:lnTo>
                    <a:pt x="524185" y="9308"/>
                  </a:lnTo>
                  <a:lnTo>
                    <a:pt x="471090" y="2377"/>
                  </a:lnTo>
                  <a:lnTo>
                    <a:pt x="41578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6519233" y="9732321"/>
              <a:ext cx="831850" cy="605790"/>
            </a:xfrm>
            <a:custGeom>
              <a:avLst/>
              <a:gdLst/>
              <a:ahLst/>
              <a:cxnLst/>
              <a:rect l="l" t="t" r="r" b="b"/>
              <a:pathLst>
                <a:path w="831850" h="605790">
                  <a:moveTo>
                    <a:pt x="727075" y="446633"/>
                  </a:moveTo>
                  <a:lnTo>
                    <a:pt x="726998" y="219722"/>
                  </a:lnTo>
                  <a:lnTo>
                    <a:pt x="720318" y="179070"/>
                  </a:lnTo>
                  <a:lnTo>
                    <a:pt x="704824" y="141998"/>
                  </a:lnTo>
                  <a:lnTo>
                    <a:pt x="681228" y="107937"/>
                  </a:lnTo>
                  <a:lnTo>
                    <a:pt x="650354" y="77457"/>
                  </a:lnTo>
                  <a:lnTo>
                    <a:pt x="613041" y="51168"/>
                  </a:lnTo>
                  <a:lnTo>
                    <a:pt x="570090" y="29679"/>
                  </a:lnTo>
                  <a:lnTo>
                    <a:pt x="522351" y="13589"/>
                  </a:lnTo>
                  <a:lnTo>
                    <a:pt x="470636" y="3492"/>
                  </a:lnTo>
                  <a:lnTo>
                    <a:pt x="415772" y="0"/>
                  </a:lnTo>
                  <a:lnTo>
                    <a:pt x="360921" y="3492"/>
                  </a:lnTo>
                  <a:lnTo>
                    <a:pt x="309206" y="13589"/>
                  </a:lnTo>
                  <a:lnTo>
                    <a:pt x="261467" y="29679"/>
                  </a:lnTo>
                  <a:lnTo>
                    <a:pt x="218516" y="51168"/>
                  </a:lnTo>
                  <a:lnTo>
                    <a:pt x="181190" y="77457"/>
                  </a:lnTo>
                  <a:lnTo>
                    <a:pt x="150317" y="107937"/>
                  </a:lnTo>
                  <a:lnTo>
                    <a:pt x="126720" y="141998"/>
                  </a:lnTo>
                  <a:lnTo>
                    <a:pt x="111239" y="179070"/>
                  </a:lnTo>
                  <a:lnTo>
                    <a:pt x="104559" y="219722"/>
                  </a:lnTo>
                  <a:lnTo>
                    <a:pt x="104482" y="446633"/>
                  </a:lnTo>
                  <a:lnTo>
                    <a:pt x="727075" y="446633"/>
                  </a:lnTo>
                  <a:close/>
                </a:path>
                <a:path w="831850" h="605790">
                  <a:moveTo>
                    <a:pt x="831557" y="537032"/>
                  </a:moveTo>
                  <a:lnTo>
                    <a:pt x="826262" y="550037"/>
                  </a:lnTo>
                  <a:lnTo>
                    <a:pt x="811796" y="560654"/>
                  </a:lnTo>
                  <a:lnTo>
                    <a:pt x="790359" y="567817"/>
                  </a:lnTo>
                  <a:lnTo>
                    <a:pt x="764095" y="570433"/>
                  </a:lnTo>
                  <a:lnTo>
                    <a:pt x="67449" y="570433"/>
                  </a:lnTo>
                  <a:lnTo>
                    <a:pt x="41186" y="567817"/>
                  </a:lnTo>
                  <a:lnTo>
                    <a:pt x="19748" y="560654"/>
                  </a:lnTo>
                  <a:lnTo>
                    <a:pt x="5295" y="550037"/>
                  </a:lnTo>
                  <a:lnTo>
                    <a:pt x="0" y="537032"/>
                  </a:lnTo>
                  <a:lnTo>
                    <a:pt x="0" y="572046"/>
                  </a:lnTo>
                  <a:lnTo>
                    <a:pt x="5295" y="585050"/>
                  </a:lnTo>
                  <a:lnTo>
                    <a:pt x="19748" y="595668"/>
                  </a:lnTo>
                  <a:lnTo>
                    <a:pt x="41186" y="602830"/>
                  </a:lnTo>
                  <a:lnTo>
                    <a:pt x="67449" y="605447"/>
                  </a:lnTo>
                  <a:lnTo>
                    <a:pt x="764095" y="605447"/>
                  </a:lnTo>
                  <a:lnTo>
                    <a:pt x="790359" y="602830"/>
                  </a:lnTo>
                  <a:lnTo>
                    <a:pt x="811796" y="595668"/>
                  </a:lnTo>
                  <a:lnTo>
                    <a:pt x="826262" y="585050"/>
                  </a:lnTo>
                  <a:lnTo>
                    <a:pt x="831557" y="572046"/>
                  </a:lnTo>
                  <a:lnTo>
                    <a:pt x="831557" y="537032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6623721" y="9760133"/>
              <a:ext cx="622935" cy="419100"/>
            </a:xfrm>
            <a:custGeom>
              <a:avLst/>
              <a:gdLst/>
              <a:ahLst/>
              <a:cxnLst/>
              <a:rect l="l" t="t" r="r" b="b"/>
              <a:pathLst>
                <a:path w="622934" h="4191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6"/>
                  </a:lnTo>
                  <a:lnTo>
                    <a:pt x="156978" y="27835"/>
                  </a:lnTo>
                  <a:lnTo>
                    <a:pt x="114033" y="47983"/>
                  </a:lnTo>
                  <a:lnTo>
                    <a:pt x="76711" y="72629"/>
                  </a:lnTo>
                  <a:lnTo>
                    <a:pt x="45838" y="101207"/>
                  </a:lnTo>
                  <a:lnTo>
                    <a:pt x="22243" y="133156"/>
                  </a:lnTo>
                  <a:lnTo>
                    <a:pt x="73" y="206035"/>
                  </a:lnTo>
                  <a:lnTo>
                    <a:pt x="0" y="418814"/>
                  </a:lnTo>
                  <a:lnTo>
                    <a:pt x="622588" y="418814"/>
                  </a:lnTo>
                  <a:lnTo>
                    <a:pt x="622515" y="206035"/>
                  </a:lnTo>
                  <a:lnTo>
                    <a:pt x="615837" y="167913"/>
                  </a:lnTo>
                  <a:lnTo>
                    <a:pt x="576749" y="101207"/>
                  </a:lnTo>
                  <a:lnTo>
                    <a:pt x="545876" y="72629"/>
                  </a:lnTo>
                  <a:lnTo>
                    <a:pt x="508553" y="47983"/>
                  </a:lnTo>
                  <a:lnTo>
                    <a:pt x="465606" y="27835"/>
                  </a:lnTo>
                  <a:lnTo>
                    <a:pt x="417862" y="12746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</a:pathLst>
            </a:custGeom>
            <a:solidFill>
              <a:srgbClr val="3C46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6623719" y="9760132"/>
              <a:ext cx="622935" cy="254000"/>
            </a:xfrm>
            <a:custGeom>
              <a:avLst/>
              <a:gdLst/>
              <a:ahLst/>
              <a:cxnLst/>
              <a:rect l="l" t="t" r="r" b="b"/>
              <a:pathLst>
                <a:path w="622934" h="2540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188" y="204915"/>
                  </a:lnTo>
                  <a:lnTo>
                    <a:pt x="0" y="253657"/>
                  </a:lnTo>
                  <a:lnTo>
                    <a:pt x="73" y="252526"/>
                  </a:lnTo>
                  <a:lnTo>
                    <a:pt x="188" y="251395"/>
                  </a:lnTo>
                  <a:lnTo>
                    <a:pt x="22243" y="179641"/>
                  </a:lnTo>
                  <a:lnTo>
                    <a:pt x="45838" y="147692"/>
                  </a:lnTo>
                  <a:lnTo>
                    <a:pt x="76711" y="119113"/>
                  </a:lnTo>
                  <a:lnTo>
                    <a:pt x="114033" y="94467"/>
                  </a:lnTo>
                  <a:lnTo>
                    <a:pt x="156978" y="74318"/>
                  </a:lnTo>
                  <a:lnTo>
                    <a:pt x="204720" y="59228"/>
                  </a:lnTo>
                  <a:lnTo>
                    <a:pt x="256433" y="49761"/>
                  </a:lnTo>
                  <a:lnTo>
                    <a:pt x="311288" y="46480"/>
                  </a:lnTo>
                  <a:lnTo>
                    <a:pt x="505341" y="46480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  <a:path w="622934" h="254000">
                  <a:moveTo>
                    <a:pt x="505341" y="46480"/>
                  </a:moveTo>
                  <a:lnTo>
                    <a:pt x="311288" y="46480"/>
                  </a:lnTo>
                  <a:lnTo>
                    <a:pt x="366147" y="49761"/>
                  </a:lnTo>
                  <a:lnTo>
                    <a:pt x="417862" y="59228"/>
                  </a:lnTo>
                  <a:lnTo>
                    <a:pt x="465606" y="74318"/>
                  </a:lnTo>
                  <a:lnTo>
                    <a:pt x="508553" y="94467"/>
                  </a:lnTo>
                  <a:lnTo>
                    <a:pt x="545876" y="119113"/>
                  </a:lnTo>
                  <a:lnTo>
                    <a:pt x="576749" y="147692"/>
                  </a:lnTo>
                  <a:lnTo>
                    <a:pt x="600345" y="179641"/>
                  </a:lnTo>
                  <a:lnTo>
                    <a:pt x="622399" y="251395"/>
                  </a:lnTo>
                  <a:lnTo>
                    <a:pt x="622588" y="253657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505341" y="46480"/>
                  </a:lnTo>
                  <a:close/>
                </a:path>
              </a:pathLst>
            </a:custGeom>
            <a:solidFill>
              <a:srgbClr val="2C35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6815571" y="10043220"/>
              <a:ext cx="238882" cy="89745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16703002" y="9924332"/>
              <a:ext cx="464184" cy="59055"/>
            </a:xfrm>
            <a:custGeom>
              <a:avLst/>
              <a:gdLst/>
              <a:ahLst/>
              <a:cxnLst/>
              <a:rect l="l" t="t" r="r" b="b"/>
              <a:pathLst>
                <a:path w="464184" h="59054">
                  <a:moveTo>
                    <a:pt x="88544" y="46126"/>
                  </a:moveTo>
                  <a:lnTo>
                    <a:pt x="86512" y="39484"/>
                  </a:lnTo>
                  <a:lnTo>
                    <a:pt x="81165" y="36626"/>
                  </a:lnTo>
                  <a:lnTo>
                    <a:pt x="12344" y="0"/>
                  </a:lnTo>
                  <a:lnTo>
                    <a:pt x="5702" y="2019"/>
                  </a:lnTo>
                  <a:lnTo>
                    <a:pt x="0" y="12738"/>
                  </a:lnTo>
                  <a:lnTo>
                    <a:pt x="2032" y="19380"/>
                  </a:lnTo>
                  <a:lnTo>
                    <a:pt x="76200" y="58864"/>
                  </a:lnTo>
                  <a:lnTo>
                    <a:pt x="82842" y="56832"/>
                  </a:lnTo>
                  <a:lnTo>
                    <a:pt x="88544" y="46126"/>
                  </a:lnTo>
                  <a:close/>
                </a:path>
                <a:path w="464184" h="59054">
                  <a:moveTo>
                    <a:pt x="464007" y="12738"/>
                  </a:moveTo>
                  <a:lnTo>
                    <a:pt x="458317" y="2019"/>
                  </a:lnTo>
                  <a:lnTo>
                    <a:pt x="451662" y="0"/>
                  </a:lnTo>
                  <a:lnTo>
                    <a:pt x="382854" y="36626"/>
                  </a:lnTo>
                  <a:lnTo>
                    <a:pt x="377494" y="39484"/>
                  </a:lnTo>
                  <a:lnTo>
                    <a:pt x="375462" y="46126"/>
                  </a:lnTo>
                  <a:lnTo>
                    <a:pt x="381165" y="56832"/>
                  </a:lnTo>
                  <a:lnTo>
                    <a:pt x="387807" y="58864"/>
                  </a:lnTo>
                  <a:lnTo>
                    <a:pt x="461975" y="19380"/>
                  </a:lnTo>
                  <a:lnTo>
                    <a:pt x="464007" y="12738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/>
          <p:nvPr/>
        </p:nvSpPr>
        <p:spPr>
          <a:xfrm>
            <a:off x="17602964" y="8556889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46" y="1216"/>
                </a:lnTo>
                <a:lnTo>
                  <a:pt x="5919" y="4535"/>
                </a:lnTo>
                <a:lnTo>
                  <a:pt x="1588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8" y="288032"/>
                </a:lnTo>
                <a:lnTo>
                  <a:pt x="5919" y="292958"/>
                </a:lnTo>
                <a:lnTo>
                  <a:pt x="12346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/>
          <p:nvPr/>
        </p:nvSpPr>
        <p:spPr>
          <a:xfrm>
            <a:off x="18440133" y="8556889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789" y="0"/>
                </a:moveTo>
                <a:lnTo>
                  <a:pt x="20219" y="0"/>
                </a:lnTo>
                <a:lnTo>
                  <a:pt x="12346" y="1216"/>
                </a:lnTo>
                <a:lnTo>
                  <a:pt x="5919" y="4535"/>
                </a:lnTo>
                <a:lnTo>
                  <a:pt x="1588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8" y="288032"/>
                </a:lnTo>
                <a:lnTo>
                  <a:pt x="5919" y="292958"/>
                </a:lnTo>
                <a:lnTo>
                  <a:pt x="12346" y="296280"/>
                </a:lnTo>
                <a:lnTo>
                  <a:pt x="20219" y="297498"/>
                </a:lnTo>
                <a:lnTo>
                  <a:pt x="27789" y="297498"/>
                </a:lnTo>
                <a:lnTo>
                  <a:pt x="35662" y="296280"/>
                </a:lnTo>
                <a:lnTo>
                  <a:pt x="42089" y="292958"/>
                </a:lnTo>
                <a:lnTo>
                  <a:pt x="46420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0" y="9457"/>
                </a:lnTo>
                <a:lnTo>
                  <a:pt x="42089" y="4535"/>
                </a:lnTo>
                <a:lnTo>
                  <a:pt x="35662" y="1216"/>
                </a:lnTo>
                <a:lnTo>
                  <a:pt x="27789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9" name="object 59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689979" y="8104776"/>
            <a:ext cx="104583" cy="354646"/>
          </a:xfrm>
          <a:prstGeom prst="rect">
            <a:avLst/>
          </a:prstGeom>
        </p:spPr>
      </p:pic>
      <p:grpSp>
        <p:nvGrpSpPr>
          <p:cNvPr id="60" name="object 60" descr=""/>
          <p:cNvGrpSpPr/>
          <p:nvPr/>
        </p:nvGrpSpPr>
        <p:grpSpPr>
          <a:xfrm>
            <a:off x="17629768" y="8104776"/>
            <a:ext cx="831850" cy="923925"/>
            <a:chOff x="17629768" y="8104776"/>
            <a:chExt cx="831850" cy="923925"/>
          </a:xfrm>
        </p:grpSpPr>
        <p:pic>
          <p:nvPicPr>
            <p:cNvPr id="61" name="object 61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296549" y="8104776"/>
              <a:ext cx="104583" cy="354646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17629768" y="8292062"/>
              <a:ext cx="831850" cy="736600"/>
            </a:xfrm>
            <a:custGeom>
              <a:avLst/>
              <a:gdLst/>
              <a:ahLst/>
              <a:cxnLst/>
              <a:rect l="l" t="t" r="r" b="b"/>
              <a:pathLst>
                <a:path w="831850" h="736600">
                  <a:moveTo>
                    <a:pt x="415788" y="0"/>
                  </a:moveTo>
                  <a:lnTo>
                    <a:pt x="360484" y="2377"/>
                  </a:lnTo>
                  <a:lnTo>
                    <a:pt x="307386" y="9308"/>
                  </a:lnTo>
                  <a:lnTo>
                    <a:pt x="256961" y="20487"/>
                  </a:lnTo>
                  <a:lnTo>
                    <a:pt x="209674" y="35611"/>
                  </a:lnTo>
                  <a:lnTo>
                    <a:pt x="165991" y="54377"/>
                  </a:lnTo>
                  <a:lnTo>
                    <a:pt x="126378" y="76479"/>
                  </a:lnTo>
                  <a:lnTo>
                    <a:pt x="91300" y="101614"/>
                  </a:lnTo>
                  <a:lnTo>
                    <a:pt x="61224" y="129479"/>
                  </a:lnTo>
                  <a:lnTo>
                    <a:pt x="36616" y="159768"/>
                  </a:lnTo>
                  <a:lnTo>
                    <a:pt x="5663" y="226407"/>
                  </a:lnTo>
                  <a:lnTo>
                    <a:pt x="0" y="683853"/>
                  </a:lnTo>
                  <a:lnTo>
                    <a:pt x="5302" y="704156"/>
                  </a:lnTo>
                  <a:lnTo>
                    <a:pt x="19761" y="720738"/>
                  </a:lnTo>
                  <a:lnTo>
                    <a:pt x="41205" y="731919"/>
                  </a:lnTo>
                  <a:lnTo>
                    <a:pt x="67463" y="736019"/>
                  </a:lnTo>
                  <a:lnTo>
                    <a:pt x="764112" y="736019"/>
                  </a:lnTo>
                  <a:lnTo>
                    <a:pt x="790369" y="731919"/>
                  </a:lnTo>
                  <a:lnTo>
                    <a:pt x="811810" y="720738"/>
                  </a:lnTo>
                  <a:lnTo>
                    <a:pt x="826265" y="704156"/>
                  </a:lnTo>
                  <a:lnTo>
                    <a:pt x="831566" y="683853"/>
                  </a:lnTo>
                  <a:lnTo>
                    <a:pt x="831472" y="263594"/>
                  </a:lnTo>
                  <a:lnTo>
                    <a:pt x="813626" y="192179"/>
                  </a:lnTo>
                  <a:lnTo>
                    <a:pt x="770341" y="129479"/>
                  </a:lnTo>
                  <a:lnTo>
                    <a:pt x="740266" y="101614"/>
                  </a:lnTo>
                  <a:lnTo>
                    <a:pt x="705189" y="76479"/>
                  </a:lnTo>
                  <a:lnTo>
                    <a:pt x="665576" y="54377"/>
                  </a:lnTo>
                  <a:lnTo>
                    <a:pt x="621894" y="35611"/>
                  </a:lnTo>
                  <a:lnTo>
                    <a:pt x="574609" y="20487"/>
                  </a:lnTo>
                  <a:lnTo>
                    <a:pt x="524185" y="9308"/>
                  </a:lnTo>
                  <a:lnTo>
                    <a:pt x="471090" y="2377"/>
                  </a:lnTo>
                  <a:lnTo>
                    <a:pt x="41578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7629772" y="8422621"/>
              <a:ext cx="831850" cy="605790"/>
            </a:xfrm>
            <a:custGeom>
              <a:avLst/>
              <a:gdLst/>
              <a:ahLst/>
              <a:cxnLst/>
              <a:rect l="l" t="t" r="r" b="b"/>
              <a:pathLst>
                <a:path w="831850" h="605790">
                  <a:moveTo>
                    <a:pt x="727075" y="446646"/>
                  </a:moveTo>
                  <a:lnTo>
                    <a:pt x="726998" y="219735"/>
                  </a:lnTo>
                  <a:lnTo>
                    <a:pt x="720318" y="179070"/>
                  </a:lnTo>
                  <a:lnTo>
                    <a:pt x="704824" y="142011"/>
                  </a:lnTo>
                  <a:lnTo>
                    <a:pt x="681228" y="107937"/>
                  </a:lnTo>
                  <a:lnTo>
                    <a:pt x="650354" y="77457"/>
                  </a:lnTo>
                  <a:lnTo>
                    <a:pt x="613041" y="51181"/>
                  </a:lnTo>
                  <a:lnTo>
                    <a:pt x="570090" y="29692"/>
                  </a:lnTo>
                  <a:lnTo>
                    <a:pt x="522338" y="13601"/>
                  </a:lnTo>
                  <a:lnTo>
                    <a:pt x="470623" y="3505"/>
                  </a:lnTo>
                  <a:lnTo>
                    <a:pt x="415772" y="0"/>
                  </a:lnTo>
                  <a:lnTo>
                    <a:pt x="360921" y="3505"/>
                  </a:lnTo>
                  <a:lnTo>
                    <a:pt x="309206" y="13601"/>
                  </a:lnTo>
                  <a:lnTo>
                    <a:pt x="261454" y="29692"/>
                  </a:lnTo>
                  <a:lnTo>
                    <a:pt x="218516" y="51181"/>
                  </a:lnTo>
                  <a:lnTo>
                    <a:pt x="181190" y="77457"/>
                  </a:lnTo>
                  <a:lnTo>
                    <a:pt x="150317" y="107937"/>
                  </a:lnTo>
                  <a:lnTo>
                    <a:pt x="126720" y="142011"/>
                  </a:lnTo>
                  <a:lnTo>
                    <a:pt x="111226" y="179070"/>
                  </a:lnTo>
                  <a:lnTo>
                    <a:pt x="104559" y="219735"/>
                  </a:lnTo>
                  <a:lnTo>
                    <a:pt x="104482" y="446646"/>
                  </a:lnTo>
                  <a:lnTo>
                    <a:pt x="727075" y="446646"/>
                  </a:lnTo>
                  <a:close/>
                </a:path>
                <a:path w="831850" h="605790">
                  <a:moveTo>
                    <a:pt x="831557" y="537044"/>
                  </a:moveTo>
                  <a:lnTo>
                    <a:pt x="826262" y="550049"/>
                  </a:lnTo>
                  <a:lnTo>
                    <a:pt x="811796" y="560666"/>
                  </a:lnTo>
                  <a:lnTo>
                    <a:pt x="790359" y="567817"/>
                  </a:lnTo>
                  <a:lnTo>
                    <a:pt x="764095" y="570445"/>
                  </a:lnTo>
                  <a:lnTo>
                    <a:pt x="67449" y="570445"/>
                  </a:lnTo>
                  <a:lnTo>
                    <a:pt x="41198" y="567817"/>
                  </a:lnTo>
                  <a:lnTo>
                    <a:pt x="19748" y="560666"/>
                  </a:lnTo>
                  <a:lnTo>
                    <a:pt x="5295" y="550049"/>
                  </a:lnTo>
                  <a:lnTo>
                    <a:pt x="0" y="537044"/>
                  </a:lnTo>
                  <a:lnTo>
                    <a:pt x="0" y="572058"/>
                  </a:lnTo>
                  <a:lnTo>
                    <a:pt x="5295" y="585063"/>
                  </a:lnTo>
                  <a:lnTo>
                    <a:pt x="19748" y="595680"/>
                  </a:lnTo>
                  <a:lnTo>
                    <a:pt x="41198" y="602830"/>
                  </a:lnTo>
                  <a:lnTo>
                    <a:pt x="67449" y="605459"/>
                  </a:lnTo>
                  <a:lnTo>
                    <a:pt x="764095" y="605459"/>
                  </a:lnTo>
                  <a:lnTo>
                    <a:pt x="790359" y="602830"/>
                  </a:lnTo>
                  <a:lnTo>
                    <a:pt x="811796" y="595680"/>
                  </a:lnTo>
                  <a:lnTo>
                    <a:pt x="826262" y="585063"/>
                  </a:lnTo>
                  <a:lnTo>
                    <a:pt x="831557" y="572058"/>
                  </a:lnTo>
                  <a:lnTo>
                    <a:pt x="831557" y="537044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7734259" y="8450440"/>
              <a:ext cx="622935" cy="419100"/>
            </a:xfrm>
            <a:custGeom>
              <a:avLst/>
              <a:gdLst/>
              <a:ahLst/>
              <a:cxnLst/>
              <a:rect l="l" t="t" r="r" b="b"/>
              <a:pathLst>
                <a:path w="622934" h="4191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73" y="206046"/>
                  </a:lnTo>
                  <a:lnTo>
                    <a:pt x="0" y="418814"/>
                  </a:lnTo>
                  <a:lnTo>
                    <a:pt x="622588" y="418814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</a:pathLst>
            </a:custGeom>
            <a:solidFill>
              <a:srgbClr val="3C46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7734259" y="8450439"/>
              <a:ext cx="622935" cy="254000"/>
            </a:xfrm>
            <a:custGeom>
              <a:avLst/>
              <a:gdLst/>
              <a:ahLst/>
              <a:cxnLst/>
              <a:rect l="l" t="t" r="r" b="b"/>
              <a:pathLst>
                <a:path w="622934" h="2540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7"/>
                  </a:lnTo>
                  <a:lnTo>
                    <a:pt x="156978" y="27837"/>
                  </a:lnTo>
                  <a:lnTo>
                    <a:pt x="114033" y="47987"/>
                  </a:lnTo>
                  <a:lnTo>
                    <a:pt x="76711" y="72633"/>
                  </a:lnTo>
                  <a:lnTo>
                    <a:pt x="45838" y="101212"/>
                  </a:lnTo>
                  <a:lnTo>
                    <a:pt x="22243" y="133161"/>
                  </a:lnTo>
                  <a:lnTo>
                    <a:pt x="188" y="204915"/>
                  </a:lnTo>
                  <a:lnTo>
                    <a:pt x="0" y="253657"/>
                  </a:lnTo>
                  <a:lnTo>
                    <a:pt x="73" y="252526"/>
                  </a:lnTo>
                  <a:lnTo>
                    <a:pt x="188" y="251395"/>
                  </a:lnTo>
                  <a:lnTo>
                    <a:pt x="22243" y="179641"/>
                  </a:lnTo>
                  <a:lnTo>
                    <a:pt x="45838" y="147692"/>
                  </a:lnTo>
                  <a:lnTo>
                    <a:pt x="76711" y="119113"/>
                  </a:lnTo>
                  <a:lnTo>
                    <a:pt x="114033" y="94467"/>
                  </a:lnTo>
                  <a:lnTo>
                    <a:pt x="156978" y="74318"/>
                  </a:lnTo>
                  <a:lnTo>
                    <a:pt x="204720" y="59228"/>
                  </a:lnTo>
                  <a:lnTo>
                    <a:pt x="256433" y="49761"/>
                  </a:lnTo>
                  <a:lnTo>
                    <a:pt x="311288" y="46480"/>
                  </a:lnTo>
                  <a:lnTo>
                    <a:pt x="505341" y="46480"/>
                  </a:lnTo>
                  <a:lnTo>
                    <a:pt x="465606" y="27837"/>
                  </a:lnTo>
                  <a:lnTo>
                    <a:pt x="417862" y="12747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  <a:path w="622934" h="254000">
                  <a:moveTo>
                    <a:pt x="505341" y="46480"/>
                  </a:moveTo>
                  <a:lnTo>
                    <a:pt x="311288" y="46480"/>
                  </a:lnTo>
                  <a:lnTo>
                    <a:pt x="366147" y="49761"/>
                  </a:lnTo>
                  <a:lnTo>
                    <a:pt x="417862" y="59228"/>
                  </a:lnTo>
                  <a:lnTo>
                    <a:pt x="465606" y="74318"/>
                  </a:lnTo>
                  <a:lnTo>
                    <a:pt x="508553" y="94467"/>
                  </a:lnTo>
                  <a:lnTo>
                    <a:pt x="545876" y="119113"/>
                  </a:lnTo>
                  <a:lnTo>
                    <a:pt x="576749" y="147692"/>
                  </a:lnTo>
                  <a:lnTo>
                    <a:pt x="600345" y="179641"/>
                  </a:lnTo>
                  <a:lnTo>
                    <a:pt x="622399" y="251395"/>
                  </a:lnTo>
                  <a:lnTo>
                    <a:pt x="622588" y="253657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6" y="72633"/>
                  </a:lnTo>
                  <a:lnTo>
                    <a:pt x="508553" y="47987"/>
                  </a:lnTo>
                  <a:lnTo>
                    <a:pt x="505341" y="46480"/>
                  </a:lnTo>
                  <a:close/>
                </a:path>
              </a:pathLst>
            </a:custGeom>
            <a:solidFill>
              <a:srgbClr val="2C35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805337" y="8584982"/>
              <a:ext cx="111096" cy="111106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174674" y="8584982"/>
              <a:ext cx="111096" cy="11110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8014566" y="8744505"/>
              <a:ext cx="62230" cy="79375"/>
            </a:xfrm>
            <a:custGeom>
              <a:avLst/>
              <a:gdLst/>
              <a:ahLst/>
              <a:cxnLst/>
              <a:rect l="l" t="t" r="r" b="b"/>
              <a:pathLst>
                <a:path w="62230" h="79375">
                  <a:moveTo>
                    <a:pt x="30983" y="0"/>
                  </a:moveTo>
                  <a:lnTo>
                    <a:pt x="18924" y="3094"/>
                  </a:lnTo>
                  <a:lnTo>
                    <a:pt x="9075" y="11534"/>
                  </a:lnTo>
                  <a:lnTo>
                    <a:pt x="2435" y="24052"/>
                  </a:lnTo>
                  <a:lnTo>
                    <a:pt x="0" y="39380"/>
                  </a:lnTo>
                  <a:lnTo>
                    <a:pt x="2435" y="54709"/>
                  </a:lnTo>
                  <a:lnTo>
                    <a:pt x="9075" y="67227"/>
                  </a:lnTo>
                  <a:lnTo>
                    <a:pt x="18924" y="75667"/>
                  </a:lnTo>
                  <a:lnTo>
                    <a:pt x="30983" y="78761"/>
                  </a:lnTo>
                  <a:lnTo>
                    <a:pt x="43048" y="75667"/>
                  </a:lnTo>
                  <a:lnTo>
                    <a:pt x="52900" y="67227"/>
                  </a:lnTo>
                  <a:lnTo>
                    <a:pt x="59541" y="54709"/>
                  </a:lnTo>
                  <a:lnTo>
                    <a:pt x="61977" y="39380"/>
                  </a:lnTo>
                  <a:lnTo>
                    <a:pt x="59541" y="24052"/>
                  </a:lnTo>
                  <a:lnTo>
                    <a:pt x="52900" y="11534"/>
                  </a:lnTo>
                  <a:lnTo>
                    <a:pt x="43048" y="3094"/>
                  </a:lnTo>
                  <a:lnTo>
                    <a:pt x="30983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/>
          <p:nvPr/>
        </p:nvSpPr>
        <p:spPr>
          <a:xfrm>
            <a:off x="15319264" y="9866581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800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800" y="297498"/>
                </a:lnTo>
                <a:lnTo>
                  <a:pt x="35666" y="296280"/>
                </a:lnTo>
                <a:lnTo>
                  <a:pt x="42090" y="292958"/>
                </a:lnTo>
                <a:lnTo>
                  <a:pt x="46421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1" y="9457"/>
                </a:lnTo>
                <a:lnTo>
                  <a:pt x="42090" y="4535"/>
                </a:lnTo>
                <a:lnTo>
                  <a:pt x="35666" y="1216"/>
                </a:lnTo>
                <a:lnTo>
                  <a:pt x="27800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16156433" y="9866581"/>
            <a:ext cx="48260" cy="297815"/>
          </a:xfrm>
          <a:custGeom>
            <a:avLst/>
            <a:gdLst/>
            <a:ahLst/>
            <a:cxnLst/>
            <a:rect l="l" t="t" r="r" b="b"/>
            <a:pathLst>
              <a:path w="48259" h="297815">
                <a:moveTo>
                  <a:pt x="27800" y="0"/>
                </a:moveTo>
                <a:lnTo>
                  <a:pt x="20219" y="0"/>
                </a:lnTo>
                <a:lnTo>
                  <a:pt x="12351" y="1216"/>
                </a:lnTo>
                <a:lnTo>
                  <a:pt x="5923" y="4535"/>
                </a:lnTo>
                <a:lnTo>
                  <a:pt x="1589" y="9457"/>
                </a:lnTo>
                <a:lnTo>
                  <a:pt x="0" y="15486"/>
                </a:lnTo>
                <a:lnTo>
                  <a:pt x="0" y="282001"/>
                </a:lnTo>
                <a:lnTo>
                  <a:pt x="1589" y="288032"/>
                </a:lnTo>
                <a:lnTo>
                  <a:pt x="5923" y="292958"/>
                </a:lnTo>
                <a:lnTo>
                  <a:pt x="12351" y="296280"/>
                </a:lnTo>
                <a:lnTo>
                  <a:pt x="20219" y="297498"/>
                </a:lnTo>
                <a:lnTo>
                  <a:pt x="27800" y="297498"/>
                </a:lnTo>
                <a:lnTo>
                  <a:pt x="35666" y="296280"/>
                </a:lnTo>
                <a:lnTo>
                  <a:pt x="42090" y="292958"/>
                </a:lnTo>
                <a:lnTo>
                  <a:pt x="46421" y="288032"/>
                </a:lnTo>
                <a:lnTo>
                  <a:pt x="48009" y="282001"/>
                </a:lnTo>
                <a:lnTo>
                  <a:pt x="48009" y="15486"/>
                </a:lnTo>
                <a:lnTo>
                  <a:pt x="46421" y="9457"/>
                </a:lnTo>
                <a:lnTo>
                  <a:pt x="42090" y="4535"/>
                </a:lnTo>
                <a:lnTo>
                  <a:pt x="35666" y="1216"/>
                </a:lnTo>
                <a:lnTo>
                  <a:pt x="27800" y="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1" name="object 7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5406279" y="9414469"/>
            <a:ext cx="104583" cy="354645"/>
          </a:xfrm>
          <a:prstGeom prst="rect">
            <a:avLst/>
          </a:prstGeom>
        </p:spPr>
      </p:pic>
      <p:grpSp>
        <p:nvGrpSpPr>
          <p:cNvPr id="72" name="object 72" descr=""/>
          <p:cNvGrpSpPr/>
          <p:nvPr/>
        </p:nvGrpSpPr>
        <p:grpSpPr>
          <a:xfrm>
            <a:off x="15346069" y="9414469"/>
            <a:ext cx="831850" cy="923925"/>
            <a:chOff x="15346069" y="9414469"/>
            <a:chExt cx="831850" cy="923925"/>
          </a:xfrm>
        </p:grpSpPr>
        <p:pic>
          <p:nvPicPr>
            <p:cNvPr id="73" name="object 7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012850" y="9414469"/>
              <a:ext cx="104583" cy="354645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5346069" y="9601753"/>
              <a:ext cx="831850" cy="736600"/>
            </a:xfrm>
            <a:custGeom>
              <a:avLst/>
              <a:gdLst/>
              <a:ahLst/>
              <a:cxnLst/>
              <a:rect l="l" t="t" r="r" b="b"/>
              <a:pathLst>
                <a:path w="831850" h="736600">
                  <a:moveTo>
                    <a:pt x="415788" y="0"/>
                  </a:moveTo>
                  <a:lnTo>
                    <a:pt x="360484" y="2377"/>
                  </a:lnTo>
                  <a:lnTo>
                    <a:pt x="307386" y="9308"/>
                  </a:lnTo>
                  <a:lnTo>
                    <a:pt x="256961" y="20487"/>
                  </a:lnTo>
                  <a:lnTo>
                    <a:pt x="209674" y="35611"/>
                  </a:lnTo>
                  <a:lnTo>
                    <a:pt x="165991" y="54377"/>
                  </a:lnTo>
                  <a:lnTo>
                    <a:pt x="126378" y="76479"/>
                  </a:lnTo>
                  <a:lnTo>
                    <a:pt x="91300" y="101614"/>
                  </a:lnTo>
                  <a:lnTo>
                    <a:pt x="61224" y="129479"/>
                  </a:lnTo>
                  <a:lnTo>
                    <a:pt x="36616" y="159768"/>
                  </a:lnTo>
                  <a:lnTo>
                    <a:pt x="5663" y="226407"/>
                  </a:lnTo>
                  <a:lnTo>
                    <a:pt x="0" y="683853"/>
                  </a:lnTo>
                  <a:lnTo>
                    <a:pt x="5302" y="704156"/>
                  </a:lnTo>
                  <a:lnTo>
                    <a:pt x="19761" y="720738"/>
                  </a:lnTo>
                  <a:lnTo>
                    <a:pt x="41205" y="731919"/>
                  </a:lnTo>
                  <a:lnTo>
                    <a:pt x="67463" y="736019"/>
                  </a:lnTo>
                  <a:lnTo>
                    <a:pt x="764112" y="736019"/>
                  </a:lnTo>
                  <a:lnTo>
                    <a:pt x="790369" y="731919"/>
                  </a:lnTo>
                  <a:lnTo>
                    <a:pt x="811810" y="720738"/>
                  </a:lnTo>
                  <a:lnTo>
                    <a:pt x="826265" y="704156"/>
                  </a:lnTo>
                  <a:lnTo>
                    <a:pt x="831566" y="683853"/>
                  </a:lnTo>
                  <a:lnTo>
                    <a:pt x="831472" y="263594"/>
                  </a:lnTo>
                  <a:lnTo>
                    <a:pt x="813626" y="192179"/>
                  </a:lnTo>
                  <a:lnTo>
                    <a:pt x="770341" y="129479"/>
                  </a:lnTo>
                  <a:lnTo>
                    <a:pt x="740266" y="101614"/>
                  </a:lnTo>
                  <a:lnTo>
                    <a:pt x="705189" y="76479"/>
                  </a:lnTo>
                  <a:lnTo>
                    <a:pt x="665576" y="54377"/>
                  </a:lnTo>
                  <a:lnTo>
                    <a:pt x="621894" y="35611"/>
                  </a:lnTo>
                  <a:lnTo>
                    <a:pt x="574609" y="20487"/>
                  </a:lnTo>
                  <a:lnTo>
                    <a:pt x="524185" y="9308"/>
                  </a:lnTo>
                  <a:lnTo>
                    <a:pt x="471090" y="2377"/>
                  </a:lnTo>
                  <a:lnTo>
                    <a:pt x="415788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5346070" y="9732321"/>
              <a:ext cx="831850" cy="605790"/>
            </a:xfrm>
            <a:custGeom>
              <a:avLst/>
              <a:gdLst/>
              <a:ahLst/>
              <a:cxnLst/>
              <a:rect l="l" t="t" r="r" b="b"/>
              <a:pathLst>
                <a:path w="831850" h="605790">
                  <a:moveTo>
                    <a:pt x="727075" y="446633"/>
                  </a:moveTo>
                  <a:lnTo>
                    <a:pt x="726998" y="219722"/>
                  </a:lnTo>
                  <a:lnTo>
                    <a:pt x="720318" y="179070"/>
                  </a:lnTo>
                  <a:lnTo>
                    <a:pt x="704824" y="141998"/>
                  </a:lnTo>
                  <a:lnTo>
                    <a:pt x="681240" y="107937"/>
                  </a:lnTo>
                  <a:lnTo>
                    <a:pt x="650367" y="77457"/>
                  </a:lnTo>
                  <a:lnTo>
                    <a:pt x="613041" y="51168"/>
                  </a:lnTo>
                  <a:lnTo>
                    <a:pt x="570090" y="29679"/>
                  </a:lnTo>
                  <a:lnTo>
                    <a:pt x="522351" y="13589"/>
                  </a:lnTo>
                  <a:lnTo>
                    <a:pt x="470636" y="3492"/>
                  </a:lnTo>
                  <a:lnTo>
                    <a:pt x="415772" y="0"/>
                  </a:lnTo>
                  <a:lnTo>
                    <a:pt x="360921" y="3492"/>
                  </a:lnTo>
                  <a:lnTo>
                    <a:pt x="309206" y="13589"/>
                  </a:lnTo>
                  <a:lnTo>
                    <a:pt x="261467" y="29679"/>
                  </a:lnTo>
                  <a:lnTo>
                    <a:pt x="218516" y="51168"/>
                  </a:lnTo>
                  <a:lnTo>
                    <a:pt x="181190" y="77457"/>
                  </a:lnTo>
                  <a:lnTo>
                    <a:pt x="150329" y="107937"/>
                  </a:lnTo>
                  <a:lnTo>
                    <a:pt x="126733" y="141998"/>
                  </a:lnTo>
                  <a:lnTo>
                    <a:pt x="111239" y="179070"/>
                  </a:lnTo>
                  <a:lnTo>
                    <a:pt x="104559" y="219722"/>
                  </a:lnTo>
                  <a:lnTo>
                    <a:pt x="104482" y="446633"/>
                  </a:lnTo>
                  <a:lnTo>
                    <a:pt x="727075" y="446633"/>
                  </a:lnTo>
                  <a:close/>
                </a:path>
                <a:path w="831850" h="605790">
                  <a:moveTo>
                    <a:pt x="831570" y="537032"/>
                  </a:moveTo>
                  <a:lnTo>
                    <a:pt x="826262" y="550037"/>
                  </a:lnTo>
                  <a:lnTo>
                    <a:pt x="811809" y="560654"/>
                  </a:lnTo>
                  <a:lnTo>
                    <a:pt x="790359" y="567817"/>
                  </a:lnTo>
                  <a:lnTo>
                    <a:pt x="764095" y="570433"/>
                  </a:lnTo>
                  <a:lnTo>
                    <a:pt x="67449" y="570433"/>
                  </a:lnTo>
                  <a:lnTo>
                    <a:pt x="41198" y="567817"/>
                  </a:lnTo>
                  <a:lnTo>
                    <a:pt x="19748" y="560654"/>
                  </a:lnTo>
                  <a:lnTo>
                    <a:pt x="5295" y="550037"/>
                  </a:lnTo>
                  <a:lnTo>
                    <a:pt x="0" y="537032"/>
                  </a:lnTo>
                  <a:lnTo>
                    <a:pt x="0" y="572046"/>
                  </a:lnTo>
                  <a:lnTo>
                    <a:pt x="5295" y="585050"/>
                  </a:lnTo>
                  <a:lnTo>
                    <a:pt x="19748" y="595668"/>
                  </a:lnTo>
                  <a:lnTo>
                    <a:pt x="41198" y="602830"/>
                  </a:lnTo>
                  <a:lnTo>
                    <a:pt x="67449" y="605447"/>
                  </a:lnTo>
                  <a:lnTo>
                    <a:pt x="764095" y="605447"/>
                  </a:lnTo>
                  <a:lnTo>
                    <a:pt x="790359" y="602830"/>
                  </a:lnTo>
                  <a:lnTo>
                    <a:pt x="811809" y="595668"/>
                  </a:lnTo>
                  <a:lnTo>
                    <a:pt x="826262" y="585050"/>
                  </a:lnTo>
                  <a:lnTo>
                    <a:pt x="831570" y="572046"/>
                  </a:lnTo>
                  <a:lnTo>
                    <a:pt x="831570" y="537032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5450561" y="9760133"/>
              <a:ext cx="622935" cy="419100"/>
            </a:xfrm>
            <a:custGeom>
              <a:avLst/>
              <a:gdLst/>
              <a:ahLst/>
              <a:cxnLst/>
              <a:rect l="l" t="t" r="r" b="b"/>
              <a:pathLst>
                <a:path w="622934" h="419100">
                  <a:moveTo>
                    <a:pt x="311288" y="0"/>
                  </a:moveTo>
                  <a:lnTo>
                    <a:pt x="256433" y="3280"/>
                  </a:lnTo>
                  <a:lnTo>
                    <a:pt x="204720" y="12746"/>
                  </a:lnTo>
                  <a:lnTo>
                    <a:pt x="156978" y="27835"/>
                  </a:lnTo>
                  <a:lnTo>
                    <a:pt x="114033" y="47983"/>
                  </a:lnTo>
                  <a:lnTo>
                    <a:pt x="76711" y="72629"/>
                  </a:lnTo>
                  <a:lnTo>
                    <a:pt x="45838" y="101207"/>
                  </a:lnTo>
                  <a:lnTo>
                    <a:pt x="22243" y="133156"/>
                  </a:lnTo>
                  <a:lnTo>
                    <a:pt x="73" y="206035"/>
                  </a:lnTo>
                  <a:lnTo>
                    <a:pt x="0" y="418814"/>
                  </a:lnTo>
                  <a:lnTo>
                    <a:pt x="622588" y="418814"/>
                  </a:lnTo>
                  <a:lnTo>
                    <a:pt x="622515" y="206035"/>
                  </a:lnTo>
                  <a:lnTo>
                    <a:pt x="615837" y="167913"/>
                  </a:lnTo>
                  <a:lnTo>
                    <a:pt x="576749" y="101207"/>
                  </a:lnTo>
                  <a:lnTo>
                    <a:pt x="545876" y="72629"/>
                  </a:lnTo>
                  <a:lnTo>
                    <a:pt x="508553" y="47983"/>
                  </a:lnTo>
                  <a:lnTo>
                    <a:pt x="465606" y="27835"/>
                  </a:lnTo>
                  <a:lnTo>
                    <a:pt x="417862" y="12746"/>
                  </a:lnTo>
                  <a:lnTo>
                    <a:pt x="366147" y="3280"/>
                  </a:lnTo>
                  <a:lnTo>
                    <a:pt x="311288" y="0"/>
                  </a:lnTo>
                  <a:close/>
                </a:path>
              </a:pathLst>
            </a:custGeom>
            <a:solidFill>
              <a:srgbClr val="3C46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5450560" y="9760132"/>
              <a:ext cx="622935" cy="254000"/>
            </a:xfrm>
            <a:custGeom>
              <a:avLst/>
              <a:gdLst/>
              <a:ahLst/>
              <a:cxnLst/>
              <a:rect l="l" t="t" r="r" b="b"/>
              <a:pathLst>
                <a:path w="622934" h="254000">
                  <a:moveTo>
                    <a:pt x="311299" y="0"/>
                  </a:moveTo>
                  <a:lnTo>
                    <a:pt x="256440" y="3280"/>
                  </a:lnTo>
                  <a:lnTo>
                    <a:pt x="204725" y="12747"/>
                  </a:lnTo>
                  <a:lnTo>
                    <a:pt x="156981" y="27837"/>
                  </a:lnTo>
                  <a:lnTo>
                    <a:pt x="114035" y="47987"/>
                  </a:lnTo>
                  <a:lnTo>
                    <a:pt x="76711" y="72633"/>
                  </a:lnTo>
                  <a:lnTo>
                    <a:pt x="45839" y="101212"/>
                  </a:lnTo>
                  <a:lnTo>
                    <a:pt x="22243" y="133161"/>
                  </a:lnTo>
                  <a:lnTo>
                    <a:pt x="188" y="204915"/>
                  </a:lnTo>
                  <a:lnTo>
                    <a:pt x="0" y="253657"/>
                  </a:lnTo>
                  <a:lnTo>
                    <a:pt x="73" y="252526"/>
                  </a:lnTo>
                  <a:lnTo>
                    <a:pt x="188" y="251395"/>
                  </a:lnTo>
                  <a:lnTo>
                    <a:pt x="22243" y="179641"/>
                  </a:lnTo>
                  <a:lnTo>
                    <a:pt x="45839" y="147692"/>
                  </a:lnTo>
                  <a:lnTo>
                    <a:pt x="76711" y="119113"/>
                  </a:lnTo>
                  <a:lnTo>
                    <a:pt x="114035" y="94467"/>
                  </a:lnTo>
                  <a:lnTo>
                    <a:pt x="156981" y="74318"/>
                  </a:lnTo>
                  <a:lnTo>
                    <a:pt x="204725" y="59228"/>
                  </a:lnTo>
                  <a:lnTo>
                    <a:pt x="256440" y="49761"/>
                  </a:lnTo>
                  <a:lnTo>
                    <a:pt x="311299" y="46480"/>
                  </a:lnTo>
                  <a:lnTo>
                    <a:pt x="505342" y="46480"/>
                  </a:lnTo>
                  <a:lnTo>
                    <a:pt x="465609" y="27837"/>
                  </a:lnTo>
                  <a:lnTo>
                    <a:pt x="417867" y="12747"/>
                  </a:lnTo>
                  <a:lnTo>
                    <a:pt x="366155" y="3280"/>
                  </a:lnTo>
                  <a:lnTo>
                    <a:pt x="311299" y="0"/>
                  </a:lnTo>
                  <a:close/>
                </a:path>
                <a:path w="622934" h="254000">
                  <a:moveTo>
                    <a:pt x="505342" y="46480"/>
                  </a:moveTo>
                  <a:lnTo>
                    <a:pt x="311299" y="46480"/>
                  </a:lnTo>
                  <a:lnTo>
                    <a:pt x="366155" y="49761"/>
                  </a:lnTo>
                  <a:lnTo>
                    <a:pt x="417867" y="59228"/>
                  </a:lnTo>
                  <a:lnTo>
                    <a:pt x="465609" y="74318"/>
                  </a:lnTo>
                  <a:lnTo>
                    <a:pt x="508555" y="94467"/>
                  </a:lnTo>
                  <a:lnTo>
                    <a:pt x="545877" y="119113"/>
                  </a:lnTo>
                  <a:lnTo>
                    <a:pt x="576749" y="147692"/>
                  </a:lnTo>
                  <a:lnTo>
                    <a:pt x="600345" y="179641"/>
                  </a:lnTo>
                  <a:lnTo>
                    <a:pt x="622399" y="251395"/>
                  </a:lnTo>
                  <a:lnTo>
                    <a:pt x="622588" y="253657"/>
                  </a:lnTo>
                  <a:lnTo>
                    <a:pt x="622515" y="206046"/>
                  </a:lnTo>
                  <a:lnTo>
                    <a:pt x="615837" y="167916"/>
                  </a:lnTo>
                  <a:lnTo>
                    <a:pt x="576749" y="101212"/>
                  </a:lnTo>
                  <a:lnTo>
                    <a:pt x="545877" y="72633"/>
                  </a:lnTo>
                  <a:lnTo>
                    <a:pt x="508555" y="47987"/>
                  </a:lnTo>
                  <a:lnTo>
                    <a:pt x="505342" y="46480"/>
                  </a:lnTo>
                  <a:close/>
                </a:path>
              </a:pathLst>
            </a:custGeom>
            <a:solidFill>
              <a:srgbClr val="2C3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5591432" y="9895081"/>
              <a:ext cx="340995" cy="220979"/>
            </a:xfrm>
            <a:custGeom>
              <a:avLst/>
              <a:gdLst/>
              <a:ahLst/>
              <a:cxnLst/>
              <a:rect l="l" t="t" r="r" b="b"/>
              <a:pathLst>
                <a:path w="340994" h="220979">
                  <a:moveTo>
                    <a:pt x="332126" y="0"/>
                  </a:moveTo>
                  <a:lnTo>
                    <a:pt x="7978" y="52"/>
                  </a:lnTo>
                  <a:lnTo>
                    <a:pt x="0" y="8429"/>
                  </a:lnTo>
                  <a:lnTo>
                    <a:pt x="0" y="212349"/>
                  </a:lnTo>
                  <a:lnTo>
                    <a:pt x="9036" y="220789"/>
                  </a:lnTo>
                  <a:lnTo>
                    <a:pt x="332220" y="220789"/>
                  </a:lnTo>
                  <a:lnTo>
                    <a:pt x="340868" y="202716"/>
                  </a:lnTo>
                  <a:lnTo>
                    <a:pt x="17873" y="202716"/>
                  </a:lnTo>
                  <a:lnTo>
                    <a:pt x="18051" y="195407"/>
                  </a:lnTo>
                  <a:lnTo>
                    <a:pt x="18051" y="25381"/>
                  </a:lnTo>
                  <a:lnTo>
                    <a:pt x="52061" y="25381"/>
                  </a:lnTo>
                  <a:lnTo>
                    <a:pt x="40407" y="18062"/>
                  </a:lnTo>
                  <a:lnTo>
                    <a:pt x="340859" y="18062"/>
                  </a:lnTo>
                  <a:lnTo>
                    <a:pt x="340743" y="7549"/>
                  </a:lnTo>
                  <a:lnTo>
                    <a:pt x="333612" y="167"/>
                  </a:lnTo>
                  <a:lnTo>
                    <a:pt x="332126" y="0"/>
                  </a:lnTo>
                  <a:close/>
                </a:path>
                <a:path w="340994" h="220979">
                  <a:moveTo>
                    <a:pt x="340859" y="25381"/>
                  </a:moveTo>
                  <a:lnTo>
                    <a:pt x="322785" y="25381"/>
                  </a:lnTo>
                  <a:lnTo>
                    <a:pt x="322785" y="195407"/>
                  </a:lnTo>
                  <a:lnTo>
                    <a:pt x="323068" y="202716"/>
                  </a:lnTo>
                  <a:lnTo>
                    <a:pt x="340868" y="202716"/>
                  </a:lnTo>
                  <a:lnTo>
                    <a:pt x="340859" y="25381"/>
                  </a:lnTo>
                  <a:close/>
                </a:path>
                <a:path w="340994" h="220979">
                  <a:moveTo>
                    <a:pt x="52061" y="25381"/>
                  </a:moveTo>
                  <a:lnTo>
                    <a:pt x="18051" y="25381"/>
                  </a:lnTo>
                  <a:lnTo>
                    <a:pt x="170424" y="121064"/>
                  </a:lnTo>
                  <a:lnTo>
                    <a:pt x="204421" y="99714"/>
                  </a:lnTo>
                  <a:lnTo>
                    <a:pt x="170424" y="99714"/>
                  </a:lnTo>
                  <a:lnTo>
                    <a:pt x="52061" y="25381"/>
                  </a:lnTo>
                  <a:close/>
                </a:path>
                <a:path w="340994" h="220979">
                  <a:moveTo>
                    <a:pt x="340859" y="18062"/>
                  </a:moveTo>
                  <a:lnTo>
                    <a:pt x="300441" y="18062"/>
                  </a:lnTo>
                  <a:lnTo>
                    <a:pt x="170424" y="99714"/>
                  </a:lnTo>
                  <a:lnTo>
                    <a:pt x="204421" y="99714"/>
                  </a:lnTo>
                  <a:lnTo>
                    <a:pt x="322785" y="25381"/>
                  </a:lnTo>
                  <a:lnTo>
                    <a:pt x="340859" y="25381"/>
                  </a:lnTo>
                  <a:lnTo>
                    <a:pt x="340859" y="18062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/>
          <p:nvPr/>
        </p:nvSpPr>
        <p:spPr>
          <a:xfrm>
            <a:off x="17664304" y="9865346"/>
            <a:ext cx="48895" cy="297815"/>
          </a:xfrm>
          <a:custGeom>
            <a:avLst/>
            <a:gdLst/>
            <a:ahLst/>
            <a:cxnLst/>
            <a:rect l="l" t="t" r="r" b="b"/>
            <a:pathLst>
              <a:path w="48894" h="297815">
                <a:moveTo>
                  <a:pt x="28616" y="20"/>
                </a:moveTo>
                <a:lnTo>
                  <a:pt x="0" y="281949"/>
                </a:lnTo>
                <a:lnTo>
                  <a:pt x="1572" y="287983"/>
                </a:lnTo>
                <a:lnTo>
                  <a:pt x="5889" y="292920"/>
                </a:lnTo>
                <a:lnTo>
                  <a:pt x="12303" y="296258"/>
                </a:lnTo>
                <a:lnTo>
                  <a:pt x="20166" y="297498"/>
                </a:lnTo>
                <a:lnTo>
                  <a:pt x="27747" y="297519"/>
                </a:lnTo>
                <a:lnTo>
                  <a:pt x="35619" y="296324"/>
                </a:lnTo>
                <a:lnTo>
                  <a:pt x="42056" y="293022"/>
                </a:lnTo>
                <a:lnTo>
                  <a:pt x="46404" y="288110"/>
                </a:lnTo>
                <a:lnTo>
                  <a:pt x="48009" y="282085"/>
                </a:lnTo>
                <a:lnTo>
                  <a:pt x="48783" y="15580"/>
                </a:lnTo>
                <a:lnTo>
                  <a:pt x="47215" y="9540"/>
                </a:lnTo>
                <a:lnTo>
                  <a:pt x="42897" y="4600"/>
                </a:lnTo>
                <a:lnTo>
                  <a:pt x="36481" y="1260"/>
                </a:lnTo>
                <a:lnTo>
                  <a:pt x="28616" y="2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 descr=""/>
          <p:cNvSpPr/>
          <p:nvPr/>
        </p:nvSpPr>
        <p:spPr>
          <a:xfrm>
            <a:off x="18501469" y="9867784"/>
            <a:ext cx="48895" cy="297815"/>
          </a:xfrm>
          <a:custGeom>
            <a:avLst/>
            <a:gdLst/>
            <a:ahLst/>
            <a:cxnLst/>
            <a:rect l="l" t="t" r="r" b="b"/>
            <a:pathLst>
              <a:path w="48894" h="297815">
                <a:moveTo>
                  <a:pt x="28616" y="20"/>
                </a:moveTo>
                <a:lnTo>
                  <a:pt x="0" y="281949"/>
                </a:lnTo>
                <a:lnTo>
                  <a:pt x="1572" y="287983"/>
                </a:lnTo>
                <a:lnTo>
                  <a:pt x="5891" y="292920"/>
                </a:lnTo>
                <a:lnTo>
                  <a:pt x="12308" y="296258"/>
                </a:lnTo>
                <a:lnTo>
                  <a:pt x="20177" y="297498"/>
                </a:lnTo>
                <a:lnTo>
                  <a:pt x="27747" y="297519"/>
                </a:lnTo>
                <a:lnTo>
                  <a:pt x="35619" y="296324"/>
                </a:lnTo>
                <a:lnTo>
                  <a:pt x="42056" y="293022"/>
                </a:lnTo>
                <a:lnTo>
                  <a:pt x="46404" y="288110"/>
                </a:lnTo>
                <a:lnTo>
                  <a:pt x="48009" y="282085"/>
                </a:lnTo>
                <a:lnTo>
                  <a:pt x="48783" y="15580"/>
                </a:lnTo>
                <a:lnTo>
                  <a:pt x="47215" y="9540"/>
                </a:lnTo>
                <a:lnTo>
                  <a:pt x="42897" y="4600"/>
                </a:lnTo>
                <a:lnTo>
                  <a:pt x="36481" y="1260"/>
                </a:lnTo>
                <a:lnTo>
                  <a:pt x="28616" y="20"/>
                </a:lnTo>
                <a:close/>
              </a:path>
            </a:pathLst>
          </a:custGeom>
          <a:solidFill>
            <a:srgbClr val="BBBBB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1" name="object 8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7752437" y="9413586"/>
            <a:ext cx="105033" cy="354776"/>
          </a:xfrm>
          <a:prstGeom prst="rect">
            <a:avLst/>
          </a:prstGeom>
        </p:spPr>
      </p:pic>
      <p:grpSp>
        <p:nvGrpSpPr>
          <p:cNvPr id="82" name="object 82" descr=""/>
          <p:cNvGrpSpPr/>
          <p:nvPr/>
        </p:nvGrpSpPr>
        <p:grpSpPr>
          <a:xfrm>
            <a:off x="17690661" y="9415353"/>
            <a:ext cx="833119" cy="923925"/>
            <a:chOff x="17690661" y="9415353"/>
            <a:chExt cx="833119" cy="923925"/>
          </a:xfrm>
        </p:grpSpPr>
        <p:pic>
          <p:nvPicPr>
            <p:cNvPr id="83" name="object 8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359004" y="9415353"/>
              <a:ext cx="105033" cy="354776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17690709" y="9601759"/>
              <a:ext cx="833119" cy="737235"/>
            </a:xfrm>
            <a:custGeom>
              <a:avLst/>
              <a:gdLst/>
              <a:ahLst/>
              <a:cxnLst/>
              <a:rect l="l" t="t" r="r" b="b"/>
              <a:pathLst>
                <a:path w="833119" h="737234">
                  <a:moveTo>
                    <a:pt x="417777" y="0"/>
                  </a:moveTo>
                  <a:lnTo>
                    <a:pt x="362469" y="2215"/>
                  </a:lnTo>
                  <a:lnTo>
                    <a:pt x="309352" y="8990"/>
                  </a:lnTo>
                  <a:lnTo>
                    <a:pt x="258896" y="20022"/>
                  </a:lnTo>
                  <a:lnTo>
                    <a:pt x="211566" y="35008"/>
                  </a:lnTo>
                  <a:lnTo>
                    <a:pt x="167829" y="53645"/>
                  </a:lnTo>
                  <a:lnTo>
                    <a:pt x="128151" y="75632"/>
                  </a:lnTo>
                  <a:lnTo>
                    <a:pt x="93001" y="100665"/>
                  </a:lnTo>
                  <a:lnTo>
                    <a:pt x="62844" y="128442"/>
                  </a:lnTo>
                  <a:lnTo>
                    <a:pt x="38147" y="158659"/>
                  </a:lnTo>
                  <a:lnTo>
                    <a:pt x="7002" y="225208"/>
                  </a:lnTo>
                  <a:lnTo>
                    <a:pt x="1214" y="265300"/>
                  </a:lnTo>
                  <a:lnTo>
                    <a:pt x="0" y="682628"/>
                  </a:lnTo>
                  <a:lnTo>
                    <a:pt x="5242" y="702952"/>
                  </a:lnTo>
                  <a:lnTo>
                    <a:pt x="19651" y="719577"/>
                  </a:lnTo>
                  <a:lnTo>
                    <a:pt x="41061" y="730819"/>
                  </a:lnTo>
                  <a:lnTo>
                    <a:pt x="67306" y="734993"/>
                  </a:lnTo>
                  <a:lnTo>
                    <a:pt x="763955" y="737024"/>
                  </a:lnTo>
                  <a:lnTo>
                    <a:pt x="790225" y="732999"/>
                  </a:lnTo>
                  <a:lnTo>
                    <a:pt x="811700" y="721882"/>
                  </a:lnTo>
                  <a:lnTo>
                    <a:pt x="826205" y="705344"/>
                  </a:lnTo>
                  <a:lnTo>
                    <a:pt x="831566" y="685057"/>
                  </a:lnTo>
                  <a:lnTo>
                    <a:pt x="832686" y="264798"/>
                  </a:lnTo>
                  <a:lnTo>
                    <a:pt x="832540" y="263353"/>
                  </a:lnTo>
                  <a:lnTo>
                    <a:pt x="815056" y="193332"/>
                  </a:lnTo>
                  <a:lnTo>
                    <a:pt x="771955" y="130506"/>
                  </a:lnTo>
                  <a:lnTo>
                    <a:pt x="741961" y="102554"/>
                  </a:lnTo>
                  <a:lnTo>
                    <a:pt x="706957" y="77317"/>
                  </a:lnTo>
                  <a:lnTo>
                    <a:pt x="667409" y="55099"/>
                  </a:lnTo>
                  <a:lnTo>
                    <a:pt x="623781" y="36207"/>
                  </a:lnTo>
                  <a:lnTo>
                    <a:pt x="576539" y="20946"/>
                  </a:lnTo>
                  <a:lnTo>
                    <a:pt x="526148" y="9621"/>
                  </a:lnTo>
                  <a:lnTo>
                    <a:pt x="473072" y="2537"/>
                  </a:lnTo>
                  <a:lnTo>
                    <a:pt x="417777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7690656" y="9732320"/>
              <a:ext cx="831850" cy="607060"/>
            </a:xfrm>
            <a:custGeom>
              <a:avLst/>
              <a:gdLst/>
              <a:ahLst/>
              <a:cxnLst/>
              <a:rect l="l" t="t" r="r" b="b"/>
              <a:pathLst>
                <a:path w="831850" h="607059">
                  <a:moveTo>
                    <a:pt x="728027" y="220637"/>
                  </a:moveTo>
                  <a:lnTo>
                    <a:pt x="721461" y="179959"/>
                  </a:lnTo>
                  <a:lnTo>
                    <a:pt x="706081" y="142849"/>
                  </a:lnTo>
                  <a:lnTo>
                    <a:pt x="682586" y="108712"/>
                  </a:lnTo>
                  <a:lnTo>
                    <a:pt x="651802" y="78143"/>
                  </a:lnTo>
                  <a:lnTo>
                    <a:pt x="614553" y="51752"/>
                  </a:lnTo>
                  <a:lnTo>
                    <a:pt x="571665" y="30137"/>
                  </a:lnTo>
                  <a:lnTo>
                    <a:pt x="523976" y="13906"/>
                  </a:lnTo>
                  <a:lnTo>
                    <a:pt x="472287" y="3657"/>
                  </a:lnTo>
                  <a:lnTo>
                    <a:pt x="417449" y="0"/>
                  </a:lnTo>
                  <a:lnTo>
                    <a:pt x="362585" y="3340"/>
                  </a:lnTo>
                  <a:lnTo>
                    <a:pt x="310832" y="13284"/>
                  </a:lnTo>
                  <a:lnTo>
                    <a:pt x="263042" y="29235"/>
                  </a:lnTo>
                  <a:lnTo>
                    <a:pt x="220040" y="50596"/>
                  </a:lnTo>
                  <a:lnTo>
                    <a:pt x="182638" y="76771"/>
                  </a:lnTo>
                  <a:lnTo>
                    <a:pt x="151676" y="107162"/>
                  </a:lnTo>
                  <a:lnTo>
                    <a:pt x="127977" y="141160"/>
                  </a:lnTo>
                  <a:lnTo>
                    <a:pt x="112382" y="178181"/>
                  </a:lnTo>
                  <a:lnTo>
                    <a:pt x="105575" y="218821"/>
                  </a:lnTo>
                  <a:lnTo>
                    <a:pt x="104851" y="445731"/>
                  </a:lnTo>
                  <a:lnTo>
                    <a:pt x="727430" y="447535"/>
                  </a:lnTo>
                  <a:lnTo>
                    <a:pt x="728027" y="220637"/>
                  </a:lnTo>
                  <a:close/>
                </a:path>
                <a:path w="831850" h="607059">
                  <a:moveTo>
                    <a:pt x="831659" y="538238"/>
                  </a:moveTo>
                  <a:lnTo>
                    <a:pt x="826325" y="551230"/>
                  </a:lnTo>
                  <a:lnTo>
                    <a:pt x="811834" y="561797"/>
                  </a:lnTo>
                  <a:lnTo>
                    <a:pt x="790371" y="568896"/>
                  </a:lnTo>
                  <a:lnTo>
                    <a:pt x="764108" y="571449"/>
                  </a:lnTo>
                  <a:lnTo>
                    <a:pt x="67462" y="569417"/>
                  </a:lnTo>
                  <a:lnTo>
                    <a:pt x="41211" y="566724"/>
                  </a:lnTo>
                  <a:lnTo>
                    <a:pt x="19786" y="559498"/>
                  </a:lnTo>
                  <a:lnTo>
                    <a:pt x="5359" y="548843"/>
                  </a:lnTo>
                  <a:lnTo>
                    <a:pt x="88" y="535813"/>
                  </a:lnTo>
                  <a:lnTo>
                    <a:pt x="0" y="570839"/>
                  </a:lnTo>
                  <a:lnTo>
                    <a:pt x="41109" y="601738"/>
                  </a:lnTo>
                  <a:lnTo>
                    <a:pt x="763993" y="606463"/>
                  </a:lnTo>
                  <a:lnTo>
                    <a:pt x="790257" y="603923"/>
                  </a:lnTo>
                  <a:lnTo>
                    <a:pt x="811733" y="596823"/>
                  </a:lnTo>
                  <a:lnTo>
                    <a:pt x="826211" y="586244"/>
                  </a:lnTo>
                  <a:lnTo>
                    <a:pt x="831557" y="573265"/>
                  </a:lnTo>
                  <a:lnTo>
                    <a:pt x="831659" y="538238"/>
                  </a:lnTo>
                  <a:close/>
                </a:path>
              </a:pathLst>
            </a:custGeom>
            <a:solidFill>
              <a:srgbClr val="BBBB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7795508" y="9760353"/>
              <a:ext cx="623570" cy="419734"/>
            </a:xfrm>
            <a:custGeom>
              <a:avLst/>
              <a:gdLst/>
              <a:ahLst/>
              <a:cxnLst/>
              <a:rect l="l" t="t" r="r" b="b"/>
              <a:pathLst>
                <a:path w="623569" h="419734">
                  <a:moveTo>
                    <a:pt x="312514" y="0"/>
                  </a:moveTo>
                  <a:lnTo>
                    <a:pt x="257648" y="3120"/>
                  </a:lnTo>
                  <a:lnTo>
                    <a:pt x="205908" y="12436"/>
                  </a:lnTo>
                  <a:lnTo>
                    <a:pt x="158121" y="27387"/>
                  </a:lnTo>
                  <a:lnTo>
                    <a:pt x="115116" y="47412"/>
                  </a:lnTo>
                  <a:lnTo>
                    <a:pt x="77721" y="71950"/>
                  </a:lnTo>
                  <a:lnTo>
                    <a:pt x="46766" y="100440"/>
                  </a:lnTo>
                  <a:lnTo>
                    <a:pt x="23077" y="132321"/>
                  </a:lnTo>
                  <a:lnTo>
                    <a:pt x="691" y="205135"/>
                  </a:lnTo>
                  <a:lnTo>
                    <a:pt x="0" y="417913"/>
                  </a:lnTo>
                  <a:lnTo>
                    <a:pt x="622588" y="419725"/>
                  </a:lnTo>
                  <a:lnTo>
                    <a:pt x="623132" y="206957"/>
                  </a:lnTo>
                  <a:lnTo>
                    <a:pt x="616563" y="168806"/>
                  </a:lnTo>
                  <a:lnTo>
                    <a:pt x="577670" y="101987"/>
                  </a:lnTo>
                  <a:lnTo>
                    <a:pt x="546881" y="73317"/>
                  </a:lnTo>
                  <a:lnTo>
                    <a:pt x="509631" y="48562"/>
                  </a:lnTo>
                  <a:lnTo>
                    <a:pt x="466743" y="28288"/>
                  </a:lnTo>
                  <a:lnTo>
                    <a:pt x="419045" y="13058"/>
                  </a:lnTo>
                  <a:lnTo>
                    <a:pt x="367360" y="3441"/>
                  </a:lnTo>
                  <a:lnTo>
                    <a:pt x="312514" y="0"/>
                  </a:lnTo>
                  <a:close/>
                </a:path>
              </a:pathLst>
            </a:custGeom>
            <a:solidFill>
              <a:srgbClr val="3C46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7795984" y="9760126"/>
              <a:ext cx="622935" cy="254635"/>
            </a:xfrm>
            <a:custGeom>
              <a:avLst/>
              <a:gdLst/>
              <a:ahLst/>
              <a:cxnLst/>
              <a:rect l="l" t="t" r="r" b="b"/>
              <a:pathLst>
                <a:path w="622934" h="254634">
                  <a:moveTo>
                    <a:pt x="504754" y="46480"/>
                  </a:moveTo>
                  <a:lnTo>
                    <a:pt x="311906" y="46480"/>
                  </a:lnTo>
                  <a:lnTo>
                    <a:pt x="366753" y="49921"/>
                  </a:lnTo>
                  <a:lnTo>
                    <a:pt x="418438" y="59539"/>
                  </a:lnTo>
                  <a:lnTo>
                    <a:pt x="466136" y="74768"/>
                  </a:lnTo>
                  <a:lnTo>
                    <a:pt x="509023" y="95043"/>
                  </a:lnTo>
                  <a:lnTo>
                    <a:pt x="546274" y="119798"/>
                  </a:lnTo>
                  <a:lnTo>
                    <a:pt x="577063" y="148467"/>
                  </a:lnTo>
                  <a:lnTo>
                    <a:pt x="600566" y="180485"/>
                  </a:lnTo>
                  <a:lnTo>
                    <a:pt x="622410" y="252306"/>
                  </a:lnTo>
                  <a:lnTo>
                    <a:pt x="622592" y="254475"/>
                  </a:lnTo>
                  <a:lnTo>
                    <a:pt x="622718" y="213514"/>
                  </a:lnTo>
                  <a:lnTo>
                    <a:pt x="616092" y="168806"/>
                  </a:lnTo>
                  <a:lnTo>
                    <a:pt x="577199" y="101987"/>
                  </a:lnTo>
                  <a:lnTo>
                    <a:pt x="546410" y="73317"/>
                  </a:lnTo>
                  <a:lnTo>
                    <a:pt x="509160" y="48562"/>
                  </a:lnTo>
                  <a:lnTo>
                    <a:pt x="504754" y="46480"/>
                  </a:lnTo>
                  <a:close/>
                </a:path>
                <a:path w="622934" h="254634">
                  <a:moveTo>
                    <a:pt x="312042" y="0"/>
                  </a:moveTo>
                  <a:lnTo>
                    <a:pt x="257174" y="3120"/>
                  </a:lnTo>
                  <a:lnTo>
                    <a:pt x="205432" y="12436"/>
                  </a:lnTo>
                  <a:lnTo>
                    <a:pt x="157644" y="27387"/>
                  </a:lnTo>
                  <a:lnTo>
                    <a:pt x="114639" y="47412"/>
                  </a:lnTo>
                  <a:lnTo>
                    <a:pt x="77245" y="71950"/>
                  </a:lnTo>
                  <a:lnTo>
                    <a:pt x="46289" y="100440"/>
                  </a:lnTo>
                  <a:lnTo>
                    <a:pt x="22600" y="132321"/>
                  </a:lnTo>
                  <a:lnTo>
                    <a:pt x="335" y="204014"/>
                  </a:lnTo>
                  <a:lnTo>
                    <a:pt x="0" y="253908"/>
                  </a:lnTo>
                  <a:lnTo>
                    <a:pt x="83" y="251625"/>
                  </a:lnTo>
                  <a:lnTo>
                    <a:pt x="198" y="250494"/>
                  </a:lnTo>
                  <a:lnTo>
                    <a:pt x="22465" y="178803"/>
                  </a:lnTo>
                  <a:lnTo>
                    <a:pt x="46155" y="146923"/>
                  </a:lnTo>
                  <a:lnTo>
                    <a:pt x="77112" y="118434"/>
                  </a:lnTo>
                  <a:lnTo>
                    <a:pt x="114508" y="93897"/>
                  </a:lnTo>
                  <a:lnTo>
                    <a:pt x="157513" y="73872"/>
                  </a:lnTo>
                  <a:lnTo>
                    <a:pt x="205300" y="58921"/>
                  </a:lnTo>
                  <a:lnTo>
                    <a:pt x="257041" y="49603"/>
                  </a:lnTo>
                  <a:lnTo>
                    <a:pt x="311906" y="46480"/>
                  </a:lnTo>
                  <a:lnTo>
                    <a:pt x="504754" y="46480"/>
                  </a:lnTo>
                  <a:lnTo>
                    <a:pt x="466272" y="28288"/>
                  </a:lnTo>
                  <a:lnTo>
                    <a:pt x="418574" y="13058"/>
                  </a:lnTo>
                  <a:lnTo>
                    <a:pt x="366889" y="3441"/>
                  </a:lnTo>
                  <a:lnTo>
                    <a:pt x="312042" y="0"/>
                  </a:lnTo>
                  <a:close/>
                </a:path>
              </a:pathLst>
            </a:custGeom>
            <a:solidFill>
              <a:srgbClr val="2C35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7981257" y="9829856"/>
              <a:ext cx="142875" cy="125095"/>
            </a:xfrm>
            <a:custGeom>
              <a:avLst/>
              <a:gdLst/>
              <a:ahLst/>
              <a:cxnLst/>
              <a:rect l="l" t="t" r="r" b="b"/>
              <a:pathLst>
                <a:path w="142875" h="125095">
                  <a:moveTo>
                    <a:pt x="42100" y="114820"/>
                  </a:moveTo>
                  <a:lnTo>
                    <a:pt x="39255" y="111963"/>
                  </a:lnTo>
                  <a:lnTo>
                    <a:pt x="35737" y="111950"/>
                  </a:lnTo>
                  <a:lnTo>
                    <a:pt x="2882" y="111861"/>
                  </a:lnTo>
                  <a:lnTo>
                    <a:pt x="12" y="114706"/>
                  </a:lnTo>
                  <a:lnTo>
                    <a:pt x="0" y="121742"/>
                  </a:lnTo>
                  <a:lnTo>
                    <a:pt x="2844" y="124612"/>
                  </a:lnTo>
                  <a:lnTo>
                    <a:pt x="39217" y="124714"/>
                  </a:lnTo>
                  <a:lnTo>
                    <a:pt x="42075" y="121869"/>
                  </a:lnTo>
                  <a:lnTo>
                    <a:pt x="42100" y="114820"/>
                  </a:lnTo>
                  <a:close/>
                </a:path>
                <a:path w="142875" h="125095">
                  <a:moveTo>
                    <a:pt x="142544" y="2882"/>
                  </a:moveTo>
                  <a:lnTo>
                    <a:pt x="139700" y="25"/>
                  </a:lnTo>
                  <a:lnTo>
                    <a:pt x="132651" y="0"/>
                  </a:lnTo>
                  <a:lnTo>
                    <a:pt x="129794" y="2844"/>
                  </a:lnTo>
                  <a:lnTo>
                    <a:pt x="129692" y="39230"/>
                  </a:lnTo>
                  <a:lnTo>
                    <a:pt x="132537" y="42087"/>
                  </a:lnTo>
                  <a:lnTo>
                    <a:pt x="139573" y="42100"/>
                  </a:lnTo>
                  <a:lnTo>
                    <a:pt x="142443" y="39255"/>
                  </a:lnTo>
                  <a:lnTo>
                    <a:pt x="142455" y="35737"/>
                  </a:lnTo>
                  <a:lnTo>
                    <a:pt x="142544" y="2882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992615" y="9836565"/>
              <a:ext cx="263692" cy="292817"/>
            </a:xfrm>
            <a:prstGeom prst="rect">
              <a:avLst/>
            </a:prstGeom>
          </p:spPr>
        </p:pic>
      </p:grpSp>
      <p:pic>
        <p:nvPicPr>
          <p:cNvPr id="90" name="object 90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4122821" y="5211602"/>
            <a:ext cx="1277992" cy="976416"/>
          </a:xfrm>
          <a:prstGeom prst="rect">
            <a:avLst/>
          </a:prstGeom>
        </p:spPr>
      </p:pic>
      <p:pic>
        <p:nvPicPr>
          <p:cNvPr id="91" name="object 9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7370894" y="5211888"/>
            <a:ext cx="251305" cy="275492"/>
          </a:xfrm>
          <a:prstGeom prst="rect">
            <a:avLst/>
          </a:prstGeom>
        </p:spPr>
      </p:pic>
      <p:grpSp>
        <p:nvGrpSpPr>
          <p:cNvPr id="92" name="object 92" descr=""/>
          <p:cNvGrpSpPr/>
          <p:nvPr/>
        </p:nvGrpSpPr>
        <p:grpSpPr>
          <a:xfrm>
            <a:off x="17274085" y="5219621"/>
            <a:ext cx="1278255" cy="969010"/>
            <a:chOff x="17274085" y="5219621"/>
            <a:chExt cx="1278255" cy="969010"/>
          </a:xfrm>
        </p:grpSpPr>
        <p:pic>
          <p:nvPicPr>
            <p:cNvPr id="93" name="object 9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8215363" y="5219621"/>
              <a:ext cx="251304" cy="275492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7274085" y="5492756"/>
              <a:ext cx="1278255" cy="574040"/>
            </a:xfrm>
            <a:custGeom>
              <a:avLst/>
              <a:gdLst/>
              <a:ahLst/>
              <a:cxnLst/>
              <a:rect l="l" t="t" r="r" b="b"/>
              <a:pathLst>
                <a:path w="1278255" h="574039">
                  <a:moveTo>
                    <a:pt x="638996" y="0"/>
                  </a:moveTo>
                  <a:lnTo>
                    <a:pt x="573662" y="1481"/>
                  </a:lnTo>
                  <a:lnTo>
                    <a:pt x="510215" y="5830"/>
                  </a:lnTo>
                  <a:lnTo>
                    <a:pt x="448977" y="12902"/>
                  </a:lnTo>
                  <a:lnTo>
                    <a:pt x="390268" y="22552"/>
                  </a:lnTo>
                  <a:lnTo>
                    <a:pt x="334411" y="34637"/>
                  </a:lnTo>
                  <a:lnTo>
                    <a:pt x="281726" y="49012"/>
                  </a:lnTo>
                  <a:lnTo>
                    <a:pt x="232534" y="65532"/>
                  </a:lnTo>
                  <a:lnTo>
                    <a:pt x="187156" y="84055"/>
                  </a:lnTo>
                  <a:lnTo>
                    <a:pt x="145914" y="104434"/>
                  </a:lnTo>
                  <a:lnTo>
                    <a:pt x="109129" y="126526"/>
                  </a:lnTo>
                  <a:lnTo>
                    <a:pt x="77122" y="150188"/>
                  </a:lnTo>
                  <a:lnTo>
                    <a:pt x="28727" y="201639"/>
                  </a:lnTo>
                  <a:lnTo>
                    <a:pt x="3299" y="257634"/>
                  </a:lnTo>
                  <a:lnTo>
                    <a:pt x="0" y="286975"/>
                  </a:lnTo>
                  <a:lnTo>
                    <a:pt x="3299" y="316316"/>
                  </a:lnTo>
                  <a:lnTo>
                    <a:pt x="28727" y="372311"/>
                  </a:lnTo>
                  <a:lnTo>
                    <a:pt x="77122" y="423762"/>
                  </a:lnTo>
                  <a:lnTo>
                    <a:pt x="109129" y="447424"/>
                  </a:lnTo>
                  <a:lnTo>
                    <a:pt x="145914" y="469516"/>
                  </a:lnTo>
                  <a:lnTo>
                    <a:pt x="187156" y="489896"/>
                  </a:lnTo>
                  <a:lnTo>
                    <a:pt x="232534" y="508418"/>
                  </a:lnTo>
                  <a:lnTo>
                    <a:pt x="281726" y="524938"/>
                  </a:lnTo>
                  <a:lnTo>
                    <a:pt x="334411" y="539313"/>
                  </a:lnTo>
                  <a:lnTo>
                    <a:pt x="390268" y="551398"/>
                  </a:lnTo>
                  <a:lnTo>
                    <a:pt x="448977" y="561048"/>
                  </a:lnTo>
                  <a:lnTo>
                    <a:pt x="510215" y="568120"/>
                  </a:lnTo>
                  <a:lnTo>
                    <a:pt x="573662" y="572469"/>
                  </a:lnTo>
                  <a:lnTo>
                    <a:pt x="638996" y="573951"/>
                  </a:lnTo>
                  <a:lnTo>
                    <a:pt x="704330" y="572469"/>
                  </a:lnTo>
                  <a:lnTo>
                    <a:pt x="767777" y="568120"/>
                  </a:lnTo>
                  <a:lnTo>
                    <a:pt x="829015" y="561048"/>
                  </a:lnTo>
                  <a:lnTo>
                    <a:pt x="887723" y="551398"/>
                  </a:lnTo>
                  <a:lnTo>
                    <a:pt x="943581" y="539313"/>
                  </a:lnTo>
                  <a:lnTo>
                    <a:pt x="996266" y="524938"/>
                  </a:lnTo>
                  <a:lnTo>
                    <a:pt x="1045458" y="508418"/>
                  </a:lnTo>
                  <a:lnTo>
                    <a:pt x="1090835" y="489896"/>
                  </a:lnTo>
                  <a:lnTo>
                    <a:pt x="1132077" y="469516"/>
                  </a:lnTo>
                  <a:lnTo>
                    <a:pt x="1168862" y="447424"/>
                  </a:lnTo>
                  <a:lnTo>
                    <a:pt x="1200869" y="423762"/>
                  </a:lnTo>
                  <a:lnTo>
                    <a:pt x="1249264" y="372311"/>
                  </a:lnTo>
                  <a:lnTo>
                    <a:pt x="1274693" y="316316"/>
                  </a:lnTo>
                  <a:lnTo>
                    <a:pt x="1277992" y="286975"/>
                  </a:lnTo>
                  <a:lnTo>
                    <a:pt x="1274693" y="257634"/>
                  </a:lnTo>
                  <a:lnTo>
                    <a:pt x="1249264" y="201639"/>
                  </a:lnTo>
                  <a:lnTo>
                    <a:pt x="1200869" y="150188"/>
                  </a:lnTo>
                  <a:lnTo>
                    <a:pt x="1168862" y="126526"/>
                  </a:lnTo>
                  <a:lnTo>
                    <a:pt x="1132077" y="104434"/>
                  </a:lnTo>
                  <a:lnTo>
                    <a:pt x="1090835" y="84055"/>
                  </a:lnTo>
                  <a:lnTo>
                    <a:pt x="1045458" y="65532"/>
                  </a:lnTo>
                  <a:lnTo>
                    <a:pt x="996266" y="49012"/>
                  </a:lnTo>
                  <a:lnTo>
                    <a:pt x="943581" y="34637"/>
                  </a:lnTo>
                  <a:lnTo>
                    <a:pt x="887723" y="22552"/>
                  </a:lnTo>
                  <a:lnTo>
                    <a:pt x="829015" y="12902"/>
                  </a:lnTo>
                  <a:lnTo>
                    <a:pt x="767777" y="5830"/>
                  </a:lnTo>
                  <a:lnTo>
                    <a:pt x="704330" y="1481"/>
                  </a:lnTo>
                  <a:lnTo>
                    <a:pt x="638996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7314330" y="5349106"/>
              <a:ext cx="1198245" cy="839469"/>
            </a:xfrm>
            <a:custGeom>
              <a:avLst/>
              <a:gdLst/>
              <a:ahLst/>
              <a:cxnLst/>
              <a:rect l="l" t="t" r="r" b="b"/>
              <a:pathLst>
                <a:path w="1198244" h="839470">
                  <a:moveTo>
                    <a:pt x="77520" y="596684"/>
                  </a:moveTo>
                  <a:lnTo>
                    <a:pt x="60820" y="547636"/>
                  </a:lnTo>
                  <a:lnTo>
                    <a:pt x="47294" y="497497"/>
                  </a:lnTo>
                  <a:lnTo>
                    <a:pt x="37122" y="447052"/>
                  </a:lnTo>
                  <a:lnTo>
                    <a:pt x="30429" y="397040"/>
                  </a:lnTo>
                  <a:lnTo>
                    <a:pt x="27368" y="348221"/>
                  </a:lnTo>
                  <a:lnTo>
                    <a:pt x="28105" y="301358"/>
                  </a:lnTo>
                  <a:lnTo>
                    <a:pt x="20447" y="308406"/>
                  </a:lnTo>
                  <a:lnTo>
                    <a:pt x="13208" y="315556"/>
                  </a:lnTo>
                  <a:lnTo>
                    <a:pt x="6388" y="322808"/>
                  </a:lnTo>
                  <a:lnTo>
                    <a:pt x="0" y="330161"/>
                  </a:lnTo>
                  <a:lnTo>
                    <a:pt x="1397" y="376250"/>
                  </a:lnTo>
                  <a:lnTo>
                    <a:pt x="6019" y="423748"/>
                  </a:lnTo>
                  <a:lnTo>
                    <a:pt x="13792" y="472071"/>
                  </a:lnTo>
                  <a:lnTo>
                    <a:pt x="24638" y="520598"/>
                  </a:lnTo>
                  <a:lnTo>
                    <a:pt x="38493" y="568744"/>
                  </a:lnTo>
                  <a:lnTo>
                    <a:pt x="67106" y="589902"/>
                  </a:lnTo>
                  <a:lnTo>
                    <a:pt x="77520" y="596684"/>
                  </a:lnTo>
                  <a:close/>
                </a:path>
                <a:path w="1198244" h="839470">
                  <a:moveTo>
                    <a:pt x="1123784" y="355981"/>
                  </a:moveTo>
                  <a:lnTo>
                    <a:pt x="1123734" y="314134"/>
                  </a:lnTo>
                  <a:lnTo>
                    <a:pt x="1121054" y="274751"/>
                  </a:lnTo>
                  <a:lnTo>
                    <a:pt x="1101610" y="195173"/>
                  </a:lnTo>
                  <a:lnTo>
                    <a:pt x="1077506" y="155905"/>
                  </a:lnTo>
                  <a:lnTo>
                    <a:pt x="1045489" y="121081"/>
                  </a:lnTo>
                  <a:lnTo>
                    <a:pt x="1007605" y="91071"/>
                  </a:lnTo>
                  <a:lnTo>
                    <a:pt x="965873" y="66294"/>
                  </a:lnTo>
                  <a:lnTo>
                    <a:pt x="922337" y="47104"/>
                  </a:lnTo>
                  <a:lnTo>
                    <a:pt x="879005" y="33921"/>
                  </a:lnTo>
                  <a:lnTo>
                    <a:pt x="829652" y="23304"/>
                  </a:lnTo>
                  <a:lnTo>
                    <a:pt x="779792" y="14668"/>
                  </a:lnTo>
                  <a:lnTo>
                    <a:pt x="729538" y="8013"/>
                  </a:lnTo>
                  <a:lnTo>
                    <a:pt x="679005" y="3352"/>
                  </a:lnTo>
                  <a:lnTo>
                    <a:pt x="628269" y="673"/>
                  </a:lnTo>
                  <a:lnTo>
                    <a:pt x="577469" y="0"/>
                  </a:lnTo>
                  <a:lnTo>
                    <a:pt x="526707" y="1320"/>
                  </a:lnTo>
                  <a:lnTo>
                    <a:pt x="476072" y="4635"/>
                  </a:lnTo>
                  <a:lnTo>
                    <a:pt x="425678" y="9956"/>
                  </a:lnTo>
                  <a:lnTo>
                    <a:pt x="375627" y="17297"/>
                  </a:lnTo>
                  <a:lnTo>
                    <a:pt x="326047" y="26644"/>
                  </a:lnTo>
                  <a:lnTo>
                    <a:pt x="277876" y="40665"/>
                  </a:lnTo>
                  <a:lnTo>
                    <a:pt x="231470" y="61760"/>
                  </a:lnTo>
                  <a:lnTo>
                    <a:pt x="188429" y="89458"/>
                  </a:lnTo>
                  <a:lnTo>
                    <a:pt x="150304" y="123329"/>
                  </a:lnTo>
                  <a:lnTo>
                    <a:pt x="118719" y="162915"/>
                  </a:lnTo>
                  <a:lnTo>
                    <a:pt x="95237" y="207733"/>
                  </a:lnTo>
                  <a:lnTo>
                    <a:pt x="77508" y="278269"/>
                  </a:lnTo>
                  <a:lnTo>
                    <a:pt x="73914" y="318592"/>
                  </a:lnTo>
                  <a:lnTo>
                    <a:pt x="73736" y="361391"/>
                  </a:lnTo>
                  <a:lnTo>
                    <a:pt x="76873" y="405980"/>
                  </a:lnTo>
                  <a:lnTo>
                    <a:pt x="83261" y="451662"/>
                  </a:lnTo>
                  <a:lnTo>
                    <a:pt x="92824" y="497789"/>
                  </a:lnTo>
                  <a:lnTo>
                    <a:pt x="105460" y="543661"/>
                  </a:lnTo>
                  <a:lnTo>
                    <a:pt x="121107" y="588594"/>
                  </a:lnTo>
                  <a:lnTo>
                    <a:pt x="139674" y="631926"/>
                  </a:lnTo>
                  <a:lnTo>
                    <a:pt x="161086" y="672960"/>
                  </a:lnTo>
                  <a:lnTo>
                    <a:pt x="185254" y="711022"/>
                  </a:lnTo>
                  <a:lnTo>
                    <a:pt x="212115" y="745439"/>
                  </a:lnTo>
                  <a:lnTo>
                    <a:pt x="241579" y="775512"/>
                  </a:lnTo>
                  <a:lnTo>
                    <a:pt x="273558" y="800582"/>
                  </a:lnTo>
                  <a:lnTo>
                    <a:pt x="307975" y="819962"/>
                  </a:lnTo>
                  <a:lnTo>
                    <a:pt x="344754" y="832954"/>
                  </a:lnTo>
                  <a:lnTo>
                    <a:pt x="383819" y="838911"/>
                  </a:lnTo>
                  <a:lnTo>
                    <a:pt x="425069" y="837133"/>
                  </a:lnTo>
                  <a:lnTo>
                    <a:pt x="475894" y="830948"/>
                  </a:lnTo>
                  <a:lnTo>
                    <a:pt x="526884" y="826465"/>
                  </a:lnTo>
                  <a:lnTo>
                    <a:pt x="578002" y="823696"/>
                  </a:lnTo>
                  <a:lnTo>
                    <a:pt x="629196" y="822629"/>
                  </a:lnTo>
                  <a:lnTo>
                    <a:pt x="680427" y="823290"/>
                  </a:lnTo>
                  <a:lnTo>
                    <a:pt x="731647" y="825677"/>
                  </a:lnTo>
                  <a:lnTo>
                    <a:pt x="782828" y="829779"/>
                  </a:lnTo>
                  <a:lnTo>
                    <a:pt x="826947" y="830287"/>
                  </a:lnTo>
                  <a:lnTo>
                    <a:pt x="867816" y="823341"/>
                  </a:lnTo>
                  <a:lnTo>
                    <a:pt x="905510" y="809612"/>
                  </a:lnTo>
                  <a:lnTo>
                    <a:pt x="940041" y="789762"/>
                  </a:lnTo>
                  <a:lnTo>
                    <a:pt x="971473" y="764438"/>
                  </a:lnTo>
                  <a:lnTo>
                    <a:pt x="999832" y="734314"/>
                  </a:lnTo>
                  <a:lnTo>
                    <a:pt x="1025169" y="700049"/>
                  </a:lnTo>
                  <a:lnTo>
                    <a:pt x="1047508" y="662292"/>
                  </a:lnTo>
                  <a:lnTo>
                    <a:pt x="1066914" y="621728"/>
                  </a:lnTo>
                  <a:lnTo>
                    <a:pt x="1083411" y="578993"/>
                  </a:lnTo>
                  <a:lnTo>
                    <a:pt x="1097051" y="534746"/>
                  </a:lnTo>
                  <a:lnTo>
                    <a:pt x="1107859" y="489673"/>
                  </a:lnTo>
                  <a:lnTo>
                    <a:pt x="1115898" y="444411"/>
                  </a:lnTo>
                  <a:lnTo>
                    <a:pt x="1121194" y="399630"/>
                  </a:lnTo>
                  <a:lnTo>
                    <a:pt x="1123784" y="355981"/>
                  </a:lnTo>
                  <a:close/>
                </a:path>
                <a:path w="1198244" h="839470">
                  <a:moveTo>
                    <a:pt x="1197660" y="330377"/>
                  </a:moveTo>
                  <a:lnTo>
                    <a:pt x="1191310" y="323037"/>
                  </a:lnTo>
                  <a:lnTo>
                    <a:pt x="1184529" y="315798"/>
                  </a:lnTo>
                  <a:lnTo>
                    <a:pt x="1177328" y="308660"/>
                  </a:lnTo>
                  <a:lnTo>
                    <a:pt x="1169708" y="301625"/>
                  </a:lnTo>
                  <a:lnTo>
                    <a:pt x="1169949" y="347992"/>
                  </a:lnTo>
                  <a:lnTo>
                    <a:pt x="1167193" y="396189"/>
                  </a:lnTo>
                  <a:lnTo>
                    <a:pt x="1161427" y="445503"/>
                  </a:lnTo>
                  <a:lnTo>
                    <a:pt x="1152613" y="495211"/>
                  </a:lnTo>
                  <a:lnTo>
                    <a:pt x="1140714" y="544614"/>
                  </a:lnTo>
                  <a:lnTo>
                    <a:pt x="1125728" y="592988"/>
                  </a:lnTo>
                  <a:lnTo>
                    <a:pt x="1135710" y="586257"/>
                  </a:lnTo>
                  <a:lnTo>
                    <a:pt x="1175512" y="518045"/>
                  </a:lnTo>
                  <a:lnTo>
                    <a:pt x="1185113" y="470344"/>
                  </a:lnTo>
                  <a:lnTo>
                    <a:pt x="1191983" y="422783"/>
                  </a:lnTo>
                  <a:lnTo>
                    <a:pt x="1196162" y="375932"/>
                  </a:lnTo>
                  <a:lnTo>
                    <a:pt x="1197660" y="3303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7388072" y="5439623"/>
              <a:ext cx="934085" cy="748665"/>
            </a:xfrm>
            <a:custGeom>
              <a:avLst/>
              <a:gdLst/>
              <a:ahLst/>
              <a:cxnLst/>
              <a:rect l="l" t="t" r="r" b="b"/>
              <a:pathLst>
                <a:path w="934084" h="748664">
                  <a:moveTo>
                    <a:pt x="113294" y="0"/>
                  </a:moveTo>
                  <a:lnTo>
                    <a:pt x="59327" y="52595"/>
                  </a:lnTo>
                  <a:lnTo>
                    <a:pt x="21506" y="117221"/>
                  </a:lnTo>
                  <a:lnTo>
                    <a:pt x="3776" y="187748"/>
                  </a:lnTo>
                  <a:lnTo>
                    <a:pt x="184" y="228074"/>
                  </a:lnTo>
                  <a:lnTo>
                    <a:pt x="0" y="270870"/>
                  </a:lnTo>
                  <a:lnTo>
                    <a:pt x="3142" y="315454"/>
                  </a:lnTo>
                  <a:lnTo>
                    <a:pt x="9531" y="361146"/>
                  </a:lnTo>
                  <a:lnTo>
                    <a:pt x="19086" y="407268"/>
                  </a:lnTo>
                  <a:lnTo>
                    <a:pt x="31727" y="453138"/>
                  </a:lnTo>
                  <a:lnTo>
                    <a:pt x="47372" y="498076"/>
                  </a:lnTo>
                  <a:lnTo>
                    <a:pt x="65941" y="541403"/>
                  </a:lnTo>
                  <a:lnTo>
                    <a:pt x="87353" y="582438"/>
                  </a:lnTo>
                  <a:lnTo>
                    <a:pt x="111528" y="620502"/>
                  </a:lnTo>
                  <a:lnTo>
                    <a:pt x="138385" y="654914"/>
                  </a:lnTo>
                  <a:lnTo>
                    <a:pt x="167844" y="684994"/>
                  </a:lnTo>
                  <a:lnTo>
                    <a:pt x="199824" y="710062"/>
                  </a:lnTo>
                  <a:lnTo>
                    <a:pt x="234244" y="729439"/>
                  </a:lnTo>
                  <a:lnTo>
                    <a:pt x="271023" y="742443"/>
                  </a:lnTo>
                  <a:lnTo>
                    <a:pt x="310082" y="748395"/>
                  </a:lnTo>
                  <a:lnTo>
                    <a:pt x="351339" y="746616"/>
                  </a:lnTo>
                  <a:lnTo>
                    <a:pt x="402160" y="740427"/>
                  </a:lnTo>
                  <a:lnTo>
                    <a:pt x="453147" y="735944"/>
                  </a:lnTo>
                  <a:lnTo>
                    <a:pt x="504260" y="733171"/>
                  </a:lnTo>
                  <a:lnTo>
                    <a:pt x="555454" y="732112"/>
                  </a:lnTo>
                  <a:lnTo>
                    <a:pt x="606687" y="732771"/>
                  </a:lnTo>
                  <a:lnTo>
                    <a:pt x="657916" y="735150"/>
                  </a:lnTo>
                  <a:lnTo>
                    <a:pt x="709098" y="739254"/>
                  </a:lnTo>
                  <a:lnTo>
                    <a:pt x="764057" y="738652"/>
                  </a:lnTo>
                  <a:lnTo>
                    <a:pt x="813919" y="726538"/>
                  </a:lnTo>
                  <a:lnTo>
                    <a:pt x="858764" y="704227"/>
                  </a:lnTo>
                  <a:lnTo>
                    <a:pt x="898673" y="673034"/>
                  </a:lnTo>
                  <a:lnTo>
                    <a:pt x="933730" y="634273"/>
                  </a:lnTo>
                  <a:lnTo>
                    <a:pt x="897652" y="656909"/>
                  </a:lnTo>
                  <a:lnTo>
                    <a:pt x="857991" y="672717"/>
                  </a:lnTo>
                  <a:lnTo>
                    <a:pt x="814698" y="680892"/>
                  </a:lnTo>
                  <a:lnTo>
                    <a:pt x="767724" y="680628"/>
                  </a:lnTo>
                  <a:lnTo>
                    <a:pt x="716546" y="676521"/>
                  </a:lnTo>
                  <a:lnTo>
                    <a:pt x="665318" y="674140"/>
                  </a:lnTo>
                  <a:lnTo>
                    <a:pt x="614085" y="673481"/>
                  </a:lnTo>
                  <a:lnTo>
                    <a:pt x="562890" y="674540"/>
                  </a:lnTo>
                  <a:lnTo>
                    <a:pt x="511776" y="677312"/>
                  </a:lnTo>
                  <a:lnTo>
                    <a:pt x="460787" y="681793"/>
                  </a:lnTo>
                  <a:lnTo>
                    <a:pt x="409966" y="687979"/>
                  </a:lnTo>
                  <a:lnTo>
                    <a:pt x="368709" y="689758"/>
                  </a:lnTo>
                  <a:lnTo>
                    <a:pt x="329650" y="683806"/>
                  </a:lnTo>
                  <a:lnTo>
                    <a:pt x="292870" y="670802"/>
                  </a:lnTo>
                  <a:lnTo>
                    <a:pt x="258450" y="651426"/>
                  </a:lnTo>
                  <a:lnTo>
                    <a:pt x="226471" y="626359"/>
                  </a:lnTo>
                  <a:lnTo>
                    <a:pt x="197012" y="596279"/>
                  </a:lnTo>
                  <a:lnTo>
                    <a:pt x="170155" y="561868"/>
                  </a:lnTo>
                  <a:lnTo>
                    <a:pt x="145979" y="523805"/>
                  </a:lnTo>
                  <a:lnTo>
                    <a:pt x="124567" y="482770"/>
                  </a:lnTo>
                  <a:lnTo>
                    <a:pt x="105998" y="439443"/>
                  </a:lnTo>
                  <a:lnTo>
                    <a:pt x="90353" y="394505"/>
                  </a:lnTo>
                  <a:lnTo>
                    <a:pt x="77713" y="348635"/>
                  </a:lnTo>
                  <a:lnTo>
                    <a:pt x="68158" y="302514"/>
                  </a:lnTo>
                  <a:lnTo>
                    <a:pt x="61769" y="256821"/>
                  </a:lnTo>
                  <a:lnTo>
                    <a:pt x="58626" y="212237"/>
                  </a:lnTo>
                  <a:lnTo>
                    <a:pt x="58810" y="169441"/>
                  </a:lnTo>
                  <a:lnTo>
                    <a:pt x="62403" y="129113"/>
                  </a:lnTo>
                  <a:lnTo>
                    <a:pt x="80133" y="58584"/>
                  </a:lnTo>
                  <a:lnTo>
                    <a:pt x="103594" y="13789"/>
                  </a:lnTo>
                  <a:lnTo>
                    <a:pt x="113294" y="0"/>
                  </a:lnTo>
                  <a:close/>
                </a:path>
              </a:pathLst>
            </a:custGeom>
            <a:solidFill>
              <a:srgbClr val="BBBBBB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7456224" y="5529974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099" y="0"/>
                  </a:moveTo>
                  <a:lnTo>
                    <a:pt x="408342" y="378"/>
                  </a:lnTo>
                  <a:lnTo>
                    <a:pt x="359594" y="1512"/>
                  </a:lnTo>
                  <a:lnTo>
                    <a:pt x="310864" y="3403"/>
                  </a:lnTo>
                  <a:lnTo>
                    <a:pt x="262159" y="6051"/>
                  </a:lnTo>
                  <a:lnTo>
                    <a:pt x="213490" y="9455"/>
                  </a:lnTo>
                  <a:lnTo>
                    <a:pt x="149781" y="23508"/>
                  </a:lnTo>
                  <a:lnTo>
                    <a:pt x="95344" y="53086"/>
                  </a:lnTo>
                  <a:lnTo>
                    <a:pt x="51714" y="95132"/>
                  </a:lnTo>
                  <a:lnTo>
                    <a:pt x="20427" y="146588"/>
                  </a:lnTo>
                  <a:lnTo>
                    <a:pt x="3019" y="204398"/>
                  </a:lnTo>
                  <a:lnTo>
                    <a:pt x="0" y="234729"/>
                  </a:lnTo>
                  <a:lnTo>
                    <a:pt x="1026" y="265503"/>
                  </a:lnTo>
                  <a:lnTo>
                    <a:pt x="15984" y="326847"/>
                  </a:lnTo>
                  <a:lnTo>
                    <a:pt x="49430" y="385373"/>
                  </a:lnTo>
                  <a:lnTo>
                    <a:pt x="102898" y="438023"/>
                  </a:lnTo>
                  <a:lnTo>
                    <a:pt x="137621" y="461189"/>
                  </a:lnTo>
                  <a:lnTo>
                    <a:pt x="177926" y="481740"/>
                  </a:lnTo>
                  <a:lnTo>
                    <a:pt x="224004" y="499293"/>
                  </a:lnTo>
                  <a:lnTo>
                    <a:pt x="276049" y="513467"/>
                  </a:lnTo>
                  <a:lnTo>
                    <a:pt x="334251" y="523879"/>
                  </a:lnTo>
                  <a:lnTo>
                    <a:pt x="379831" y="529037"/>
                  </a:lnTo>
                  <a:lnTo>
                    <a:pt x="426737" y="532093"/>
                  </a:lnTo>
                  <a:lnTo>
                    <a:pt x="474501" y="532811"/>
                  </a:lnTo>
                  <a:lnTo>
                    <a:pt x="522651" y="530955"/>
                  </a:lnTo>
                  <a:lnTo>
                    <a:pt x="570718" y="526291"/>
                  </a:lnTo>
                  <a:lnTo>
                    <a:pt x="618233" y="518583"/>
                  </a:lnTo>
                  <a:lnTo>
                    <a:pt x="664723" y="507597"/>
                  </a:lnTo>
                  <a:lnTo>
                    <a:pt x="709721" y="493097"/>
                  </a:lnTo>
                  <a:lnTo>
                    <a:pt x="752756" y="474847"/>
                  </a:lnTo>
                  <a:lnTo>
                    <a:pt x="793357" y="452614"/>
                  </a:lnTo>
                  <a:lnTo>
                    <a:pt x="830641" y="425082"/>
                  </a:lnTo>
                  <a:lnTo>
                    <a:pt x="860743" y="393770"/>
                  </a:lnTo>
                  <a:lnTo>
                    <a:pt x="883887" y="359483"/>
                  </a:lnTo>
                  <a:lnTo>
                    <a:pt x="900299" y="323028"/>
                  </a:lnTo>
                  <a:lnTo>
                    <a:pt x="910203" y="285211"/>
                  </a:lnTo>
                  <a:lnTo>
                    <a:pt x="913823" y="246837"/>
                  </a:lnTo>
                  <a:lnTo>
                    <a:pt x="911385" y="208714"/>
                  </a:lnTo>
                  <a:lnTo>
                    <a:pt x="889229" y="136441"/>
                  </a:lnTo>
                  <a:lnTo>
                    <a:pt x="845532" y="74841"/>
                  </a:lnTo>
                  <a:lnTo>
                    <a:pt x="816166" y="50059"/>
                  </a:lnTo>
                  <a:lnTo>
                    <a:pt x="782090" y="30363"/>
                  </a:lnTo>
                  <a:lnTo>
                    <a:pt x="743526" y="16560"/>
                  </a:lnTo>
                  <a:lnTo>
                    <a:pt x="700700" y="9455"/>
                  </a:lnTo>
                  <a:lnTo>
                    <a:pt x="652034" y="6051"/>
                  </a:lnTo>
                  <a:lnTo>
                    <a:pt x="603331" y="3403"/>
                  </a:lnTo>
                  <a:lnTo>
                    <a:pt x="554602" y="1512"/>
                  </a:lnTo>
                  <a:lnTo>
                    <a:pt x="505855" y="378"/>
                  </a:lnTo>
                  <a:lnTo>
                    <a:pt x="45709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7463292" y="5537069"/>
              <a:ext cx="899794" cy="518795"/>
            </a:xfrm>
            <a:custGeom>
              <a:avLst/>
              <a:gdLst/>
              <a:ahLst/>
              <a:cxnLst/>
              <a:rect l="l" t="t" r="r" b="b"/>
              <a:pathLst>
                <a:path w="899794" h="518795">
                  <a:moveTo>
                    <a:pt x="450028" y="0"/>
                  </a:moveTo>
                  <a:lnTo>
                    <a:pt x="401467" y="380"/>
                  </a:lnTo>
                  <a:lnTo>
                    <a:pt x="352772" y="1517"/>
                  </a:lnTo>
                  <a:lnTo>
                    <a:pt x="304052" y="3408"/>
                  </a:lnTo>
                  <a:lnTo>
                    <a:pt x="255418" y="6048"/>
                  </a:lnTo>
                  <a:lnTo>
                    <a:pt x="206977" y="9434"/>
                  </a:lnTo>
                  <a:lnTo>
                    <a:pt x="159608" y="18297"/>
                  </a:lnTo>
                  <a:lnTo>
                    <a:pt x="116424" y="36506"/>
                  </a:lnTo>
                  <a:lnTo>
                    <a:pt x="78473" y="62950"/>
                  </a:lnTo>
                  <a:lnTo>
                    <a:pt x="46806" y="96516"/>
                  </a:lnTo>
                  <a:lnTo>
                    <a:pt x="22471" y="136093"/>
                  </a:lnTo>
                  <a:lnTo>
                    <a:pt x="6519" y="180568"/>
                  </a:lnTo>
                  <a:lnTo>
                    <a:pt x="0" y="228830"/>
                  </a:lnTo>
                  <a:lnTo>
                    <a:pt x="1709" y="263392"/>
                  </a:lnTo>
                  <a:lnTo>
                    <a:pt x="22724" y="333220"/>
                  </a:lnTo>
                  <a:lnTo>
                    <a:pt x="42927" y="367052"/>
                  </a:lnTo>
                  <a:lnTo>
                    <a:pt x="70192" y="399209"/>
                  </a:lnTo>
                  <a:lnTo>
                    <a:pt x="104968" y="428971"/>
                  </a:lnTo>
                  <a:lnTo>
                    <a:pt x="147702" y="455624"/>
                  </a:lnTo>
                  <a:lnTo>
                    <a:pt x="198844" y="478450"/>
                  </a:lnTo>
                  <a:lnTo>
                    <a:pt x="258843" y="496732"/>
                  </a:lnTo>
                  <a:lnTo>
                    <a:pt x="328147" y="509754"/>
                  </a:lnTo>
                  <a:lnTo>
                    <a:pt x="393027" y="516433"/>
                  </a:lnTo>
                  <a:lnTo>
                    <a:pt x="457462" y="518675"/>
                  </a:lnTo>
                  <a:lnTo>
                    <a:pt x="498263" y="517723"/>
                  </a:lnTo>
                  <a:lnTo>
                    <a:pt x="542789" y="514425"/>
                  </a:lnTo>
                  <a:lnTo>
                    <a:pt x="589932" y="508115"/>
                  </a:lnTo>
                  <a:lnTo>
                    <a:pt x="638586" y="498131"/>
                  </a:lnTo>
                  <a:lnTo>
                    <a:pt x="687643" y="483807"/>
                  </a:lnTo>
                  <a:lnTo>
                    <a:pt x="735997" y="464479"/>
                  </a:lnTo>
                  <a:lnTo>
                    <a:pt x="782541" y="439484"/>
                  </a:lnTo>
                  <a:lnTo>
                    <a:pt x="824224" y="407565"/>
                  </a:lnTo>
                  <a:lnTo>
                    <a:pt x="857320" y="369414"/>
                  </a:lnTo>
                  <a:lnTo>
                    <a:pt x="881285" y="326310"/>
                  </a:lnTo>
                  <a:lnTo>
                    <a:pt x="895575" y="279532"/>
                  </a:lnTo>
                  <a:lnTo>
                    <a:pt x="899643" y="230358"/>
                  </a:lnTo>
                  <a:lnTo>
                    <a:pt x="892946" y="180067"/>
                  </a:lnTo>
                  <a:lnTo>
                    <a:pt x="876839" y="134614"/>
                  </a:lnTo>
                  <a:lnTo>
                    <a:pt x="852537" y="94844"/>
                  </a:lnTo>
                  <a:lnTo>
                    <a:pt x="821024" y="61598"/>
                  </a:lnTo>
                  <a:lnTo>
                    <a:pt x="783286" y="35720"/>
                  </a:lnTo>
                  <a:lnTo>
                    <a:pt x="740309" y="18051"/>
                  </a:lnTo>
                  <a:lnTo>
                    <a:pt x="693078" y="9434"/>
                  </a:lnTo>
                  <a:lnTo>
                    <a:pt x="644638" y="6048"/>
                  </a:lnTo>
                  <a:lnTo>
                    <a:pt x="596004" y="3408"/>
                  </a:lnTo>
                  <a:lnTo>
                    <a:pt x="547286" y="1517"/>
                  </a:lnTo>
                  <a:lnTo>
                    <a:pt x="498594" y="380"/>
                  </a:lnTo>
                  <a:lnTo>
                    <a:pt x="450028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7958441" y="5392540"/>
              <a:ext cx="337185" cy="100330"/>
            </a:xfrm>
            <a:custGeom>
              <a:avLst/>
              <a:gdLst/>
              <a:ahLst/>
              <a:cxnLst/>
              <a:rect l="l" t="t" r="r" b="b"/>
              <a:pathLst>
                <a:path w="337184" h="100329">
                  <a:moveTo>
                    <a:pt x="106048" y="0"/>
                  </a:moveTo>
                  <a:lnTo>
                    <a:pt x="49515" y="8802"/>
                  </a:lnTo>
                  <a:lnTo>
                    <a:pt x="12212" y="24474"/>
                  </a:lnTo>
                  <a:lnTo>
                    <a:pt x="0" y="42682"/>
                  </a:lnTo>
                  <a:lnTo>
                    <a:pt x="14612" y="58932"/>
                  </a:lnTo>
                  <a:lnTo>
                    <a:pt x="50631" y="71542"/>
                  </a:lnTo>
                  <a:lnTo>
                    <a:pt x="102578" y="81667"/>
                  </a:lnTo>
                  <a:lnTo>
                    <a:pt x="164968" y="90461"/>
                  </a:lnTo>
                  <a:lnTo>
                    <a:pt x="227605" y="97267"/>
                  </a:lnTo>
                  <a:lnTo>
                    <a:pt x="280445" y="100213"/>
                  </a:lnTo>
                  <a:lnTo>
                    <a:pt x="318457" y="96835"/>
                  </a:lnTo>
                  <a:lnTo>
                    <a:pt x="336607" y="84670"/>
                  </a:lnTo>
                  <a:lnTo>
                    <a:pt x="329242" y="64022"/>
                  </a:lnTo>
                  <a:lnTo>
                    <a:pt x="296935" y="39668"/>
                  </a:lnTo>
                  <a:lnTo>
                    <a:pt x="244301" y="17247"/>
                  </a:lnTo>
                  <a:lnTo>
                    <a:pt x="175952" y="2400"/>
                  </a:lnTo>
                  <a:lnTo>
                    <a:pt x="106048" y="0"/>
                  </a:lnTo>
                  <a:close/>
                </a:path>
              </a:pathLst>
            </a:custGeom>
            <a:solidFill>
              <a:srgbClr val="CCCCC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7754978" y="5629443"/>
              <a:ext cx="357505" cy="316865"/>
            </a:xfrm>
            <a:custGeom>
              <a:avLst/>
              <a:gdLst/>
              <a:ahLst/>
              <a:cxnLst/>
              <a:rect l="l" t="t" r="r" b="b"/>
              <a:pathLst>
                <a:path w="357505" h="316864">
                  <a:moveTo>
                    <a:pt x="178486" y="0"/>
                  </a:moveTo>
                  <a:lnTo>
                    <a:pt x="165317" y="3378"/>
                  </a:lnTo>
                  <a:lnTo>
                    <a:pt x="155073" y="13515"/>
                  </a:lnTo>
                  <a:lnTo>
                    <a:pt x="3664" y="275779"/>
                  </a:lnTo>
                  <a:lnTo>
                    <a:pt x="0" y="289722"/>
                  </a:lnTo>
                  <a:lnTo>
                    <a:pt x="3656" y="302818"/>
                  </a:lnTo>
                  <a:lnTo>
                    <a:pt x="13167" y="312532"/>
                  </a:lnTo>
                  <a:lnTo>
                    <a:pt x="27066" y="316333"/>
                  </a:lnTo>
                  <a:lnTo>
                    <a:pt x="329905" y="316333"/>
                  </a:lnTo>
                  <a:lnTo>
                    <a:pt x="343809" y="312532"/>
                  </a:lnTo>
                  <a:lnTo>
                    <a:pt x="353321" y="302818"/>
                  </a:lnTo>
                  <a:lnTo>
                    <a:pt x="356978" y="289722"/>
                  </a:lnTo>
                  <a:lnTo>
                    <a:pt x="353318" y="275779"/>
                  </a:lnTo>
                  <a:lnTo>
                    <a:pt x="343785" y="259266"/>
                  </a:lnTo>
                  <a:lnTo>
                    <a:pt x="174989" y="259266"/>
                  </a:lnTo>
                  <a:lnTo>
                    <a:pt x="174989" y="238995"/>
                  </a:lnTo>
                  <a:lnTo>
                    <a:pt x="332081" y="238995"/>
                  </a:lnTo>
                  <a:lnTo>
                    <a:pt x="320371" y="218713"/>
                  </a:lnTo>
                  <a:lnTo>
                    <a:pt x="181669" y="218713"/>
                  </a:lnTo>
                  <a:lnTo>
                    <a:pt x="174989" y="138003"/>
                  </a:lnTo>
                  <a:lnTo>
                    <a:pt x="174989" y="107721"/>
                  </a:lnTo>
                  <a:lnTo>
                    <a:pt x="256289" y="107721"/>
                  </a:lnTo>
                  <a:lnTo>
                    <a:pt x="201899" y="13515"/>
                  </a:lnTo>
                  <a:lnTo>
                    <a:pt x="191655" y="3378"/>
                  </a:lnTo>
                  <a:lnTo>
                    <a:pt x="178486" y="0"/>
                  </a:lnTo>
                  <a:close/>
                </a:path>
                <a:path w="357505" h="316864">
                  <a:moveTo>
                    <a:pt x="332081" y="238995"/>
                  </a:moveTo>
                  <a:lnTo>
                    <a:pt x="201951" y="238995"/>
                  </a:lnTo>
                  <a:lnTo>
                    <a:pt x="201951" y="259266"/>
                  </a:lnTo>
                  <a:lnTo>
                    <a:pt x="343785" y="259266"/>
                  </a:lnTo>
                  <a:lnTo>
                    <a:pt x="332081" y="238995"/>
                  </a:lnTo>
                  <a:close/>
                </a:path>
                <a:path w="357505" h="316864">
                  <a:moveTo>
                    <a:pt x="256289" y="107721"/>
                  </a:moveTo>
                  <a:lnTo>
                    <a:pt x="201951" y="107721"/>
                  </a:lnTo>
                  <a:lnTo>
                    <a:pt x="201951" y="138003"/>
                  </a:lnTo>
                  <a:lnTo>
                    <a:pt x="195281" y="218713"/>
                  </a:lnTo>
                  <a:lnTo>
                    <a:pt x="320371" y="218713"/>
                  </a:lnTo>
                  <a:lnTo>
                    <a:pt x="256289" y="107721"/>
                  </a:lnTo>
                  <a:close/>
                </a:path>
              </a:pathLst>
            </a:custGeom>
            <a:solidFill>
              <a:srgbClr val="93C24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1" name="object 10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5794310" y="5211697"/>
            <a:ext cx="251302" cy="275497"/>
          </a:xfrm>
          <a:prstGeom prst="rect">
            <a:avLst/>
          </a:prstGeom>
        </p:spPr>
      </p:pic>
      <p:grpSp>
        <p:nvGrpSpPr>
          <p:cNvPr id="102" name="object 102" descr=""/>
          <p:cNvGrpSpPr/>
          <p:nvPr/>
        </p:nvGrpSpPr>
        <p:grpSpPr>
          <a:xfrm>
            <a:off x="15698451" y="5219433"/>
            <a:ext cx="1278255" cy="969010"/>
            <a:chOff x="15698451" y="5219433"/>
            <a:chExt cx="1278255" cy="969010"/>
          </a:xfrm>
        </p:grpSpPr>
        <p:pic>
          <p:nvPicPr>
            <p:cNvPr id="103" name="object 10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638784" y="5219433"/>
              <a:ext cx="251304" cy="275493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15698451" y="5492756"/>
              <a:ext cx="1278255" cy="574040"/>
            </a:xfrm>
            <a:custGeom>
              <a:avLst/>
              <a:gdLst/>
              <a:ahLst/>
              <a:cxnLst/>
              <a:rect l="l" t="t" r="r" b="b"/>
              <a:pathLst>
                <a:path w="1278255" h="574039">
                  <a:moveTo>
                    <a:pt x="638996" y="0"/>
                  </a:moveTo>
                  <a:lnTo>
                    <a:pt x="573662" y="1481"/>
                  </a:lnTo>
                  <a:lnTo>
                    <a:pt x="510215" y="5830"/>
                  </a:lnTo>
                  <a:lnTo>
                    <a:pt x="448977" y="12902"/>
                  </a:lnTo>
                  <a:lnTo>
                    <a:pt x="390268" y="22552"/>
                  </a:lnTo>
                  <a:lnTo>
                    <a:pt x="334411" y="34637"/>
                  </a:lnTo>
                  <a:lnTo>
                    <a:pt x="281726" y="49012"/>
                  </a:lnTo>
                  <a:lnTo>
                    <a:pt x="232534" y="65532"/>
                  </a:lnTo>
                  <a:lnTo>
                    <a:pt x="187156" y="84055"/>
                  </a:lnTo>
                  <a:lnTo>
                    <a:pt x="145914" y="104434"/>
                  </a:lnTo>
                  <a:lnTo>
                    <a:pt x="109129" y="126526"/>
                  </a:lnTo>
                  <a:lnTo>
                    <a:pt x="77122" y="150188"/>
                  </a:lnTo>
                  <a:lnTo>
                    <a:pt x="28727" y="201639"/>
                  </a:lnTo>
                  <a:lnTo>
                    <a:pt x="3299" y="257634"/>
                  </a:lnTo>
                  <a:lnTo>
                    <a:pt x="0" y="286975"/>
                  </a:lnTo>
                  <a:lnTo>
                    <a:pt x="3299" y="316316"/>
                  </a:lnTo>
                  <a:lnTo>
                    <a:pt x="28727" y="372311"/>
                  </a:lnTo>
                  <a:lnTo>
                    <a:pt x="77122" y="423762"/>
                  </a:lnTo>
                  <a:lnTo>
                    <a:pt x="109129" y="447424"/>
                  </a:lnTo>
                  <a:lnTo>
                    <a:pt x="145914" y="469516"/>
                  </a:lnTo>
                  <a:lnTo>
                    <a:pt x="187156" y="489896"/>
                  </a:lnTo>
                  <a:lnTo>
                    <a:pt x="232534" y="508418"/>
                  </a:lnTo>
                  <a:lnTo>
                    <a:pt x="281726" y="524938"/>
                  </a:lnTo>
                  <a:lnTo>
                    <a:pt x="334411" y="539313"/>
                  </a:lnTo>
                  <a:lnTo>
                    <a:pt x="390268" y="551398"/>
                  </a:lnTo>
                  <a:lnTo>
                    <a:pt x="448977" y="561048"/>
                  </a:lnTo>
                  <a:lnTo>
                    <a:pt x="510215" y="568120"/>
                  </a:lnTo>
                  <a:lnTo>
                    <a:pt x="573662" y="572469"/>
                  </a:lnTo>
                  <a:lnTo>
                    <a:pt x="638996" y="573951"/>
                  </a:lnTo>
                  <a:lnTo>
                    <a:pt x="704330" y="572469"/>
                  </a:lnTo>
                  <a:lnTo>
                    <a:pt x="767777" y="568120"/>
                  </a:lnTo>
                  <a:lnTo>
                    <a:pt x="829016" y="561048"/>
                  </a:lnTo>
                  <a:lnTo>
                    <a:pt x="887725" y="551398"/>
                  </a:lnTo>
                  <a:lnTo>
                    <a:pt x="943583" y="539313"/>
                  </a:lnTo>
                  <a:lnTo>
                    <a:pt x="996269" y="524938"/>
                  </a:lnTo>
                  <a:lnTo>
                    <a:pt x="1045462" y="508418"/>
                  </a:lnTo>
                  <a:lnTo>
                    <a:pt x="1090841" y="489896"/>
                  </a:lnTo>
                  <a:lnTo>
                    <a:pt x="1132083" y="469516"/>
                  </a:lnTo>
                  <a:lnTo>
                    <a:pt x="1168869" y="447424"/>
                  </a:lnTo>
                  <a:lnTo>
                    <a:pt x="1200877" y="423762"/>
                  </a:lnTo>
                  <a:lnTo>
                    <a:pt x="1249274" y="372311"/>
                  </a:lnTo>
                  <a:lnTo>
                    <a:pt x="1274703" y="316316"/>
                  </a:lnTo>
                  <a:lnTo>
                    <a:pt x="1278002" y="286975"/>
                  </a:lnTo>
                  <a:lnTo>
                    <a:pt x="1274703" y="257634"/>
                  </a:lnTo>
                  <a:lnTo>
                    <a:pt x="1249274" y="201639"/>
                  </a:lnTo>
                  <a:lnTo>
                    <a:pt x="1200877" y="150188"/>
                  </a:lnTo>
                  <a:lnTo>
                    <a:pt x="1168869" y="126526"/>
                  </a:lnTo>
                  <a:lnTo>
                    <a:pt x="1132083" y="104434"/>
                  </a:lnTo>
                  <a:lnTo>
                    <a:pt x="1090841" y="84055"/>
                  </a:lnTo>
                  <a:lnTo>
                    <a:pt x="1045462" y="65532"/>
                  </a:lnTo>
                  <a:lnTo>
                    <a:pt x="996269" y="49012"/>
                  </a:lnTo>
                  <a:lnTo>
                    <a:pt x="943583" y="34637"/>
                  </a:lnTo>
                  <a:lnTo>
                    <a:pt x="887725" y="22552"/>
                  </a:lnTo>
                  <a:lnTo>
                    <a:pt x="829016" y="12902"/>
                  </a:lnTo>
                  <a:lnTo>
                    <a:pt x="767777" y="5830"/>
                  </a:lnTo>
                  <a:lnTo>
                    <a:pt x="704330" y="1481"/>
                  </a:lnTo>
                  <a:lnTo>
                    <a:pt x="638996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5738704" y="5349106"/>
              <a:ext cx="1198245" cy="839469"/>
            </a:xfrm>
            <a:custGeom>
              <a:avLst/>
              <a:gdLst/>
              <a:ahLst/>
              <a:cxnLst/>
              <a:rect l="l" t="t" r="r" b="b"/>
              <a:pathLst>
                <a:path w="1198244" h="839470">
                  <a:moveTo>
                    <a:pt x="77508" y="596684"/>
                  </a:moveTo>
                  <a:lnTo>
                    <a:pt x="60807" y="547636"/>
                  </a:lnTo>
                  <a:lnTo>
                    <a:pt x="47294" y="497497"/>
                  </a:lnTo>
                  <a:lnTo>
                    <a:pt x="37109" y="447052"/>
                  </a:lnTo>
                  <a:lnTo>
                    <a:pt x="30416" y="397040"/>
                  </a:lnTo>
                  <a:lnTo>
                    <a:pt x="27355" y="348221"/>
                  </a:lnTo>
                  <a:lnTo>
                    <a:pt x="28092" y="301358"/>
                  </a:lnTo>
                  <a:lnTo>
                    <a:pt x="20434" y="308406"/>
                  </a:lnTo>
                  <a:lnTo>
                    <a:pt x="13195" y="315556"/>
                  </a:lnTo>
                  <a:lnTo>
                    <a:pt x="6375" y="322808"/>
                  </a:lnTo>
                  <a:lnTo>
                    <a:pt x="0" y="330161"/>
                  </a:lnTo>
                  <a:lnTo>
                    <a:pt x="1397" y="376250"/>
                  </a:lnTo>
                  <a:lnTo>
                    <a:pt x="6019" y="423748"/>
                  </a:lnTo>
                  <a:lnTo>
                    <a:pt x="13792" y="472071"/>
                  </a:lnTo>
                  <a:lnTo>
                    <a:pt x="24638" y="520598"/>
                  </a:lnTo>
                  <a:lnTo>
                    <a:pt x="38493" y="568744"/>
                  </a:lnTo>
                  <a:lnTo>
                    <a:pt x="67106" y="589902"/>
                  </a:lnTo>
                  <a:lnTo>
                    <a:pt x="77508" y="596684"/>
                  </a:lnTo>
                  <a:close/>
                </a:path>
                <a:path w="1198244" h="839470">
                  <a:moveTo>
                    <a:pt x="1123784" y="355981"/>
                  </a:moveTo>
                  <a:lnTo>
                    <a:pt x="1123721" y="314134"/>
                  </a:lnTo>
                  <a:lnTo>
                    <a:pt x="1121041" y="274751"/>
                  </a:lnTo>
                  <a:lnTo>
                    <a:pt x="1101610" y="195173"/>
                  </a:lnTo>
                  <a:lnTo>
                    <a:pt x="1077493" y="155905"/>
                  </a:lnTo>
                  <a:lnTo>
                    <a:pt x="1045476" y="121081"/>
                  </a:lnTo>
                  <a:lnTo>
                    <a:pt x="1007592" y="91071"/>
                  </a:lnTo>
                  <a:lnTo>
                    <a:pt x="965873" y="66294"/>
                  </a:lnTo>
                  <a:lnTo>
                    <a:pt x="922324" y="47104"/>
                  </a:lnTo>
                  <a:lnTo>
                    <a:pt x="878992" y="33921"/>
                  </a:lnTo>
                  <a:lnTo>
                    <a:pt x="829640" y="23304"/>
                  </a:lnTo>
                  <a:lnTo>
                    <a:pt x="779792" y="14668"/>
                  </a:lnTo>
                  <a:lnTo>
                    <a:pt x="729538" y="8013"/>
                  </a:lnTo>
                  <a:lnTo>
                    <a:pt x="678992" y="3352"/>
                  </a:lnTo>
                  <a:lnTo>
                    <a:pt x="628269" y="673"/>
                  </a:lnTo>
                  <a:lnTo>
                    <a:pt x="577469" y="0"/>
                  </a:lnTo>
                  <a:lnTo>
                    <a:pt x="526694" y="1320"/>
                  </a:lnTo>
                  <a:lnTo>
                    <a:pt x="476059" y="4635"/>
                  </a:lnTo>
                  <a:lnTo>
                    <a:pt x="425665" y="9956"/>
                  </a:lnTo>
                  <a:lnTo>
                    <a:pt x="375627" y="17297"/>
                  </a:lnTo>
                  <a:lnTo>
                    <a:pt x="326047" y="26644"/>
                  </a:lnTo>
                  <a:lnTo>
                    <a:pt x="277876" y="40665"/>
                  </a:lnTo>
                  <a:lnTo>
                    <a:pt x="231470" y="61760"/>
                  </a:lnTo>
                  <a:lnTo>
                    <a:pt x="188417" y="89458"/>
                  </a:lnTo>
                  <a:lnTo>
                    <a:pt x="150304" y="123329"/>
                  </a:lnTo>
                  <a:lnTo>
                    <a:pt x="118719" y="162915"/>
                  </a:lnTo>
                  <a:lnTo>
                    <a:pt x="95237" y="207733"/>
                  </a:lnTo>
                  <a:lnTo>
                    <a:pt x="77508" y="278269"/>
                  </a:lnTo>
                  <a:lnTo>
                    <a:pt x="73914" y="318592"/>
                  </a:lnTo>
                  <a:lnTo>
                    <a:pt x="73723" y="361391"/>
                  </a:lnTo>
                  <a:lnTo>
                    <a:pt x="76873" y="405980"/>
                  </a:lnTo>
                  <a:lnTo>
                    <a:pt x="83261" y="451662"/>
                  </a:lnTo>
                  <a:lnTo>
                    <a:pt x="92811" y="497789"/>
                  </a:lnTo>
                  <a:lnTo>
                    <a:pt x="105448" y="543661"/>
                  </a:lnTo>
                  <a:lnTo>
                    <a:pt x="121094" y="588594"/>
                  </a:lnTo>
                  <a:lnTo>
                    <a:pt x="139661" y="631926"/>
                  </a:lnTo>
                  <a:lnTo>
                    <a:pt x="161074" y="672960"/>
                  </a:lnTo>
                  <a:lnTo>
                    <a:pt x="185254" y="711022"/>
                  </a:lnTo>
                  <a:lnTo>
                    <a:pt x="212115" y="745439"/>
                  </a:lnTo>
                  <a:lnTo>
                    <a:pt x="241566" y="775512"/>
                  </a:lnTo>
                  <a:lnTo>
                    <a:pt x="273545" y="800582"/>
                  </a:lnTo>
                  <a:lnTo>
                    <a:pt x="307975" y="819962"/>
                  </a:lnTo>
                  <a:lnTo>
                    <a:pt x="344754" y="832954"/>
                  </a:lnTo>
                  <a:lnTo>
                    <a:pt x="383806" y="838911"/>
                  </a:lnTo>
                  <a:lnTo>
                    <a:pt x="425069" y="837133"/>
                  </a:lnTo>
                  <a:lnTo>
                    <a:pt x="475881" y="830948"/>
                  </a:lnTo>
                  <a:lnTo>
                    <a:pt x="526872" y="826465"/>
                  </a:lnTo>
                  <a:lnTo>
                    <a:pt x="577989" y="823696"/>
                  </a:lnTo>
                  <a:lnTo>
                    <a:pt x="629183" y="822629"/>
                  </a:lnTo>
                  <a:lnTo>
                    <a:pt x="680415" y="823290"/>
                  </a:lnTo>
                  <a:lnTo>
                    <a:pt x="731647" y="825677"/>
                  </a:lnTo>
                  <a:lnTo>
                    <a:pt x="782828" y="829779"/>
                  </a:lnTo>
                  <a:lnTo>
                    <a:pt x="826947" y="830287"/>
                  </a:lnTo>
                  <a:lnTo>
                    <a:pt x="867816" y="823341"/>
                  </a:lnTo>
                  <a:lnTo>
                    <a:pt x="905510" y="809612"/>
                  </a:lnTo>
                  <a:lnTo>
                    <a:pt x="940041" y="789762"/>
                  </a:lnTo>
                  <a:lnTo>
                    <a:pt x="971473" y="764438"/>
                  </a:lnTo>
                  <a:lnTo>
                    <a:pt x="999832" y="734314"/>
                  </a:lnTo>
                  <a:lnTo>
                    <a:pt x="1025156" y="700049"/>
                  </a:lnTo>
                  <a:lnTo>
                    <a:pt x="1047508" y="662292"/>
                  </a:lnTo>
                  <a:lnTo>
                    <a:pt x="1066914" y="621728"/>
                  </a:lnTo>
                  <a:lnTo>
                    <a:pt x="1083411" y="578993"/>
                  </a:lnTo>
                  <a:lnTo>
                    <a:pt x="1097038" y="534746"/>
                  </a:lnTo>
                  <a:lnTo>
                    <a:pt x="1107859" y="489673"/>
                  </a:lnTo>
                  <a:lnTo>
                    <a:pt x="1115885" y="444411"/>
                  </a:lnTo>
                  <a:lnTo>
                    <a:pt x="1121181" y="399630"/>
                  </a:lnTo>
                  <a:lnTo>
                    <a:pt x="1123784" y="355981"/>
                  </a:lnTo>
                  <a:close/>
                </a:path>
                <a:path w="1198244" h="839470">
                  <a:moveTo>
                    <a:pt x="1197660" y="330377"/>
                  </a:moveTo>
                  <a:lnTo>
                    <a:pt x="1191310" y="323037"/>
                  </a:lnTo>
                  <a:lnTo>
                    <a:pt x="1184529" y="315798"/>
                  </a:lnTo>
                  <a:lnTo>
                    <a:pt x="1177315" y="308660"/>
                  </a:lnTo>
                  <a:lnTo>
                    <a:pt x="1169695" y="301625"/>
                  </a:lnTo>
                  <a:lnTo>
                    <a:pt x="1169936" y="347992"/>
                  </a:lnTo>
                  <a:lnTo>
                    <a:pt x="1167193" y="396189"/>
                  </a:lnTo>
                  <a:lnTo>
                    <a:pt x="1161427" y="445503"/>
                  </a:lnTo>
                  <a:lnTo>
                    <a:pt x="1152601" y="495211"/>
                  </a:lnTo>
                  <a:lnTo>
                    <a:pt x="1140714" y="544614"/>
                  </a:lnTo>
                  <a:lnTo>
                    <a:pt x="1125728" y="592988"/>
                  </a:lnTo>
                  <a:lnTo>
                    <a:pt x="1135710" y="586257"/>
                  </a:lnTo>
                  <a:lnTo>
                    <a:pt x="1175499" y="518045"/>
                  </a:lnTo>
                  <a:lnTo>
                    <a:pt x="1185113" y="470344"/>
                  </a:lnTo>
                  <a:lnTo>
                    <a:pt x="1191983" y="422783"/>
                  </a:lnTo>
                  <a:lnTo>
                    <a:pt x="1196149" y="375932"/>
                  </a:lnTo>
                  <a:lnTo>
                    <a:pt x="1197660" y="3303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5812440" y="5439622"/>
              <a:ext cx="934085" cy="748665"/>
            </a:xfrm>
            <a:custGeom>
              <a:avLst/>
              <a:gdLst/>
              <a:ahLst/>
              <a:cxnLst/>
              <a:rect l="l" t="t" r="r" b="b"/>
              <a:pathLst>
                <a:path w="934084" h="748664">
                  <a:moveTo>
                    <a:pt x="113295" y="0"/>
                  </a:moveTo>
                  <a:lnTo>
                    <a:pt x="59328" y="52595"/>
                  </a:lnTo>
                  <a:lnTo>
                    <a:pt x="21507" y="117221"/>
                  </a:lnTo>
                  <a:lnTo>
                    <a:pt x="3777" y="187748"/>
                  </a:lnTo>
                  <a:lnTo>
                    <a:pt x="184" y="228074"/>
                  </a:lnTo>
                  <a:lnTo>
                    <a:pt x="0" y="270870"/>
                  </a:lnTo>
                  <a:lnTo>
                    <a:pt x="3142" y="315454"/>
                  </a:lnTo>
                  <a:lnTo>
                    <a:pt x="9530" y="361146"/>
                  </a:lnTo>
                  <a:lnTo>
                    <a:pt x="19084" y="407268"/>
                  </a:lnTo>
                  <a:lnTo>
                    <a:pt x="31724" y="453138"/>
                  </a:lnTo>
                  <a:lnTo>
                    <a:pt x="47368" y="498076"/>
                  </a:lnTo>
                  <a:lnTo>
                    <a:pt x="65936" y="541403"/>
                  </a:lnTo>
                  <a:lnTo>
                    <a:pt x="87348" y="582438"/>
                  </a:lnTo>
                  <a:lnTo>
                    <a:pt x="111522" y="620502"/>
                  </a:lnTo>
                  <a:lnTo>
                    <a:pt x="138379" y="654914"/>
                  </a:lnTo>
                  <a:lnTo>
                    <a:pt x="167837" y="684994"/>
                  </a:lnTo>
                  <a:lnTo>
                    <a:pt x="199816" y="710062"/>
                  </a:lnTo>
                  <a:lnTo>
                    <a:pt x="234235" y="729439"/>
                  </a:lnTo>
                  <a:lnTo>
                    <a:pt x="271014" y="742443"/>
                  </a:lnTo>
                  <a:lnTo>
                    <a:pt x="310073" y="748395"/>
                  </a:lnTo>
                  <a:lnTo>
                    <a:pt x="351330" y="746616"/>
                  </a:lnTo>
                  <a:lnTo>
                    <a:pt x="402154" y="740427"/>
                  </a:lnTo>
                  <a:lnTo>
                    <a:pt x="453145" y="735944"/>
                  </a:lnTo>
                  <a:lnTo>
                    <a:pt x="504258" y="733171"/>
                  </a:lnTo>
                  <a:lnTo>
                    <a:pt x="555452" y="732112"/>
                  </a:lnTo>
                  <a:lnTo>
                    <a:pt x="606684" y="732771"/>
                  </a:lnTo>
                  <a:lnTo>
                    <a:pt x="657910" y="735150"/>
                  </a:lnTo>
                  <a:lnTo>
                    <a:pt x="709089" y="739254"/>
                  </a:lnTo>
                  <a:lnTo>
                    <a:pt x="764053" y="738652"/>
                  </a:lnTo>
                  <a:lnTo>
                    <a:pt x="813918" y="726538"/>
                  </a:lnTo>
                  <a:lnTo>
                    <a:pt x="858764" y="704227"/>
                  </a:lnTo>
                  <a:lnTo>
                    <a:pt x="898675" y="673034"/>
                  </a:lnTo>
                  <a:lnTo>
                    <a:pt x="933731" y="634273"/>
                  </a:lnTo>
                  <a:lnTo>
                    <a:pt x="897649" y="656909"/>
                  </a:lnTo>
                  <a:lnTo>
                    <a:pt x="857988" y="672717"/>
                  </a:lnTo>
                  <a:lnTo>
                    <a:pt x="814698" y="680892"/>
                  </a:lnTo>
                  <a:lnTo>
                    <a:pt x="767726" y="680628"/>
                  </a:lnTo>
                  <a:lnTo>
                    <a:pt x="716547" y="676521"/>
                  </a:lnTo>
                  <a:lnTo>
                    <a:pt x="665319" y="674140"/>
                  </a:lnTo>
                  <a:lnTo>
                    <a:pt x="614086" y="673481"/>
                  </a:lnTo>
                  <a:lnTo>
                    <a:pt x="562891" y="674540"/>
                  </a:lnTo>
                  <a:lnTo>
                    <a:pt x="511777" y="677312"/>
                  </a:lnTo>
                  <a:lnTo>
                    <a:pt x="460788" y="681793"/>
                  </a:lnTo>
                  <a:lnTo>
                    <a:pt x="409967" y="687979"/>
                  </a:lnTo>
                  <a:lnTo>
                    <a:pt x="368710" y="689758"/>
                  </a:lnTo>
                  <a:lnTo>
                    <a:pt x="329651" y="683806"/>
                  </a:lnTo>
                  <a:lnTo>
                    <a:pt x="292871" y="670802"/>
                  </a:lnTo>
                  <a:lnTo>
                    <a:pt x="258452" y="651426"/>
                  </a:lnTo>
                  <a:lnTo>
                    <a:pt x="226472" y="626359"/>
                  </a:lnTo>
                  <a:lnTo>
                    <a:pt x="197013" y="596279"/>
                  </a:lnTo>
                  <a:lnTo>
                    <a:pt x="170156" y="561868"/>
                  </a:lnTo>
                  <a:lnTo>
                    <a:pt x="145981" y="523805"/>
                  </a:lnTo>
                  <a:lnTo>
                    <a:pt x="124568" y="482770"/>
                  </a:lnTo>
                  <a:lnTo>
                    <a:pt x="105999" y="439443"/>
                  </a:lnTo>
                  <a:lnTo>
                    <a:pt x="90354" y="394505"/>
                  </a:lnTo>
                  <a:lnTo>
                    <a:pt x="77714" y="348635"/>
                  </a:lnTo>
                  <a:lnTo>
                    <a:pt x="68159" y="302514"/>
                  </a:lnTo>
                  <a:lnTo>
                    <a:pt x="61770" y="256821"/>
                  </a:lnTo>
                  <a:lnTo>
                    <a:pt x="58627" y="212237"/>
                  </a:lnTo>
                  <a:lnTo>
                    <a:pt x="58812" y="169441"/>
                  </a:lnTo>
                  <a:lnTo>
                    <a:pt x="62404" y="129113"/>
                  </a:lnTo>
                  <a:lnTo>
                    <a:pt x="80134" y="58584"/>
                  </a:lnTo>
                  <a:lnTo>
                    <a:pt x="103596" y="13789"/>
                  </a:lnTo>
                  <a:lnTo>
                    <a:pt x="113295" y="0"/>
                  </a:lnTo>
                  <a:close/>
                </a:path>
              </a:pathLst>
            </a:custGeom>
            <a:solidFill>
              <a:srgbClr val="BBBBBB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5880592" y="5529974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098" y="0"/>
                  </a:moveTo>
                  <a:lnTo>
                    <a:pt x="408341" y="378"/>
                  </a:lnTo>
                  <a:lnTo>
                    <a:pt x="359593" y="1512"/>
                  </a:lnTo>
                  <a:lnTo>
                    <a:pt x="310862" y="3403"/>
                  </a:lnTo>
                  <a:lnTo>
                    <a:pt x="262158" y="6051"/>
                  </a:lnTo>
                  <a:lnTo>
                    <a:pt x="213489" y="9455"/>
                  </a:lnTo>
                  <a:lnTo>
                    <a:pt x="149780" y="23508"/>
                  </a:lnTo>
                  <a:lnTo>
                    <a:pt x="95343" y="53086"/>
                  </a:lnTo>
                  <a:lnTo>
                    <a:pt x="51713" y="95132"/>
                  </a:lnTo>
                  <a:lnTo>
                    <a:pt x="20426" y="146588"/>
                  </a:lnTo>
                  <a:lnTo>
                    <a:pt x="3018" y="204398"/>
                  </a:lnTo>
                  <a:lnTo>
                    <a:pt x="0" y="234729"/>
                  </a:lnTo>
                  <a:lnTo>
                    <a:pt x="1026" y="265503"/>
                  </a:lnTo>
                  <a:lnTo>
                    <a:pt x="15986" y="326847"/>
                  </a:lnTo>
                  <a:lnTo>
                    <a:pt x="49432" y="385373"/>
                  </a:lnTo>
                  <a:lnTo>
                    <a:pt x="102902" y="438023"/>
                  </a:lnTo>
                  <a:lnTo>
                    <a:pt x="137626" y="461189"/>
                  </a:lnTo>
                  <a:lnTo>
                    <a:pt x="177932" y="481740"/>
                  </a:lnTo>
                  <a:lnTo>
                    <a:pt x="224011" y="499293"/>
                  </a:lnTo>
                  <a:lnTo>
                    <a:pt x="276057" y="513467"/>
                  </a:lnTo>
                  <a:lnTo>
                    <a:pt x="334260" y="523879"/>
                  </a:lnTo>
                  <a:lnTo>
                    <a:pt x="379837" y="529037"/>
                  </a:lnTo>
                  <a:lnTo>
                    <a:pt x="426742" y="532093"/>
                  </a:lnTo>
                  <a:lnTo>
                    <a:pt x="474503" y="532811"/>
                  </a:lnTo>
                  <a:lnTo>
                    <a:pt x="522652" y="530955"/>
                  </a:lnTo>
                  <a:lnTo>
                    <a:pt x="570719" y="526291"/>
                  </a:lnTo>
                  <a:lnTo>
                    <a:pt x="618232" y="518583"/>
                  </a:lnTo>
                  <a:lnTo>
                    <a:pt x="664723" y="507597"/>
                  </a:lnTo>
                  <a:lnTo>
                    <a:pt x="709720" y="493097"/>
                  </a:lnTo>
                  <a:lnTo>
                    <a:pt x="752755" y="474847"/>
                  </a:lnTo>
                  <a:lnTo>
                    <a:pt x="793356" y="452614"/>
                  </a:lnTo>
                  <a:lnTo>
                    <a:pt x="830640" y="425082"/>
                  </a:lnTo>
                  <a:lnTo>
                    <a:pt x="860742" y="393770"/>
                  </a:lnTo>
                  <a:lnTo>
                    <a:pt x="883886" y="359483"/>
                  </a:lnTo>
                  <a:lnTo>
                    <a:pt x="900298" y="323028"/>
                  </a:lnTo>
                  <a:lnTo>
                    <a:pt x="910202" y="285211"/>
                  </a:lnTo>
                  <a:lnTo>
                    <a:pt x="913822" y="246837"/>
                  </a:lnTo>
                  <a:lnTo>
                    <a:pt x="911384" y="208714"/>
                  </a:lnTo>
                  <a:lnTo>
                    <a:pt x="889228" y="136441"/>
                  </a:lnTo>
                  <a:lnTo>
                    <a:pt x="845530" y="74841"/>
                  </a:lnTo>
                  <a:lnTo>
                    <a:pt x="816165" y="50059"/>
                  </a:lnTo>
                  <a:lnTo>
                    <a:pt x="782089" y="30363"/>
                  </a:lnTo>
                  <a:lnTo>
                    <a:pt x="743525" y="16560"/>
                  </a:lnTo>
                  <a:lnTo>
                    <a:pt x="700699" y="9455"/>
                  </a:lnTo>
                  <a:lnTo>
                    <a:pt x="652033" y="6051"/>
                  </a:lnTo>
                  <a:lnTo>
                    <a:pt x="603330" y="3403"/>
                  </a:lnTo>
                  <a:lnTo>
                    <a:pt x="554601" y="1512"/>
                  </a:lnTo>
                  <a:lnTo>
                    <a:pt x="505854" y="378"/>
                  </a:lnTo>
                  <a:lnTo>
                    <a:pt x="45709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5887659" y="5537069"/>
              <a:ext cx="899794" cy="518795"/>
            </a:xfrm>
            <a:custGeom>
              <a:avLst/>
              <a:gdLst/>
              <a:ahLst/>
              <a:cxnLst/>
              <a:rect l="l" t="t" r="r" b="b"/>
              <a:pathLst>
                <a:path w="899794" h="518795">
                  <a:moveTo>
                    <a:pt x="450028" y="0"/>
                  </a:moveTo>
                  <a:lnTo>
                    <a:pt x="401467" y="380"/>
                  </a:lnTo>
                  <a:lnTo>
                    <a:pt x="352772" y="1517"/>
                  </a:lnTo>
                  <a:lnTo>
                    <a:pt x="304052" y="3408"/>
                  </a:lnTo>
                  <a:lnTo>
                    <a:pt x="255418" y="6048"/>
                  </a:lnTo>
                  <a:lnTo>
                    <a:pt x="206977" y="9434"/>
                  </a:lnTo>
                  <a:lnTo>
                    <a:pt x="159608" y="18297"/>
                  </a:lnTo>
                  <a:lnTo>
                    <a:pt x="116424" y="36506"/>
                  </a:lnTo>
                  <a:lnTo>
                    <a:pt x="78473" y="62950"/>
                  </a:lnTo>
                  <a:lnTo>
                    <a:pt x="46806" y="96516"/>
                  </a:lnTo>
                  <a:lnTo>
                    <a:pt x="22471" y="136093"/>
                  </a:lnTo>
                  <a:lnTo>
                    <a:pt x="6519" y="180568"/>
                  </a:lnTo>
                  <a:lnTo>
                    <a:pt x="0" y="228830"/>
                  </a:lnTo>
                  <a:lnTo>
                    <a:pt x="1709" y="263392"/>
                  </a:lnTo>
                  <a:lnTo>
                    <a:pt x="22724" y="333220"/>
                  </a:lnTo>
                  <a:lnTo>
                    <a:pt x="42927" y="367052"/>
                  </a:lnTo>
                  <a:lnTo>
                    <a:pt x="70192" y="399209"/>
                  </a:lnTo>
                  <a:lnTo>
                    <a:pt x="104968" y="428971"/>
                  </a:lnTo>
                  <a:lnTo>
                    <a:pt x="147702" y="455624"/>
                  </a:lnTo>
                  <a:lnTo>
                    <a:pt x="198844" y="478450"/>
                  </a:lnTo>
                  <a:lnTo>
                    <a:pt x="258843" y="496732"/>
                  </a:lnTo>
                  <a:lnTo>
                    <a:pt x="328147" y="509754"/>
                  </a:lnTo>
                  <a:lnTo>
                    <a:pt x="393027" y="516433"/>
                  </a:lnTo>
                  <a:lnTo>
                    <a:pt x="457462" y="518675"/>
                  </a:lnTo>
                  <a:lnTo>
                    <a:pt x="498263" y="517723"/>
                  </a:lnTo>
                  <a:lnTo>
                    <a:pt x="542789" y="514425"/>
                  </a:lnTo>
                  <a:lnTo>
                    <a:pt x="589933" y="508115"/>
                  </a:lnTo>
                  <a:lnTo>
                    <a:pt x="638588" y="498131"/>
                  </a:lnTo>
                  <a:lnTo>
                    <a:pt x="687647" y="483807"/>
                  </a:lnTo>
                  <a:lnTo>
                    <a:pt x="736004" y="464479"/>
                  </a:lnTo>
                  <a:lnTo>
                    <a:pt x="782552" y="439484"/>
                  </a:lnTo>
                  <a:lnTo>
                    <a:pt x="824230" y="407565"/>
                  </a:lnTo>
                  <a:lnTo>
                    <a:pt x="857323" y="369414"/>
                  </a:lnTo>
                  <a:lnTo>
                    <a:pt x="881287" y="326310"/>
                  </a:lnTo>
                  <a:lnTo>
                    <a:pt x="895575" y="279532"/>
                  </a:lnTo>
                  <a:lnTo>
                    <a:pt x="899643" y="230358"/>
                  </a:lnTo>
                  <a:lnTo>
                    <a:pt x="892946" y="180067"/>
                  </a:lnTo>
                  <a:lnTo>
                    <a:pt x="876839" y="134614"/>
                  </a:lnTo>
                  <a:lnTo>
                    <a:pt x="852537" y="94844"/>
                  </a:lnTo>
                  <a:lnTo>
                    <a:pt x="821024" y="61598"/>
                  </a:lnTo>
                  <a:lnTo>
                    <a:pt x="783286" y="35720"/>
                  </a:lnTo>
                  <a:lnTo>
                    <a:pt x="740309" y="18051"/>
                  </a:lnTo>
                  <a:lnTo>
                    <a:pt x="693078" y="9434"/>
                  </a:lnTo>
                  <a:lnTo>
                    <a:pt x="644634" y="6048"/>
                  </a:lnTo>
                  <a:lnTo>
                    <a:pt x="595999" y="3408"/>
                  </a:lnTo>
                  <a:lnTo>
                    <a:pt x="547283" y="1517"/>
                  </a:lnTo>
                  <a:lnTo>
                    <a:pt x="498593" y="380"/>
                  </a:lnTo>
                  <a:lnTo>
                    <a:pt x="450028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6382808" y="5392540"/>
              <a:ext cx="337185" cy="100330"/>
            </a:xfrm>
            <a:custGeom>
              <a:avLst/>
              <a:gdLst/>
              <a:ahLst/>
              <a:cxnLst/>
              <a:rect l="l" t="t" r="r" b="b"/>
              <a:pathLst>
                <a:path w="337184" h="100329">
                  <a:moveTo>
                    <a:pt x="106048" y="0"/>
                  </a:moveTo>
                  <a:lnTo>
                    <a:pt x="49515" y="8802"/>
                  </a:lnTo>
                  <a:lnTo>
                    <a:pt x="12212" y="24474"/>
                  </a:lnTo>
                  <a:lnTo>
                    <a:pt x="0" y="42682"/>
                  </a:lnTo>
                  <a:lnTo>
                    <a:pt x="14612" y="58932"/>
                  </a:lnTo>
                  <a:lnTo>
                    <a:pt x="50631" y="71542"/>
                  </a:lnTo>
                  <a:lnTo>
                    <a:pt x="102578" y="81667"/>
                  </a:lnTo>
                  <a:lnTo>
                    <a:pt x="164968" y="90461"/>
                  </a:lnTo>
                  <a:lnTo>
                    <a:pt x="227603" y="97267"/>
                  </a:lnTo>
                  <a:lnTo>
                    <a:pt x="280441" y="100213"/>
                  </a:lnTo>
                  <a:lnTo>
                    <a:pt x="318452" y="96835"/>
                  </a:lnTo>
                  <a:lnTo>
                    <a:pt x="336607" y="84670"/>
                  </a:lnTo>
                  <a:lnTo>
                    <a:pt x="329242" y="64022"/>
                  </a:lnTo>
                  <a:lnTo>
                    <a:pt x="296935" y="39668"/>
                  </a:lnTo>
                  <a:lnTo>
                    <a:pt x="244301" y="17247"/>
                  </a:lnTo>
                  <a:lnTo>
                    <a:pt x="175952" y="2400"/>
                  </a:lnTo>
                  <a:lnTo>
                    <a:pt x="106048" y="0"/>
                  </a:lnTo>
                  <a:close/>
                </a:path>
              </a:pathLst>
            </a:custGeom>
            <a:solidFill>
              <a:srgbClr val="CCCCC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6309461" y="5913809"/>
              <a:ext cx="56515" cy="43180"/>
            </a:xfrm>
            <a:custGeom>
              <a:avLst/>
              <a:gdLst/>
              <a:ahLst/>
              <a:cxnLst/>
              <a:rect l="l" t="t" r="r" b="b"/>
              <a:pathLst>
                <a:path w="56515" h="43179">
                  <a:moveTo>
                    <a:pt x="56019" y="0"/>
                  </a:moveTo>
                  <a:lnTo>
                    <a:pt x="0" y="0"/>
                  </a:lnTo>
                  <a:lnTo>
                    <a:pt x="0" y="42888"/>
                  </a:lnTo>
                  <a:lnTo>
                    <a:pt x="56019" y="42888"/>
                  </a:lnTo>
                  <a:lnTo>
                    <a:pt x="56019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304366" y="5636120"/>
              <a:ext cx="66207" cy="234809"/>
            </a:xfrm>
            <a:prstGeom prst="rect">
              <a:avLst/>
            </a:prstGeom>
          </p:spPr>
        </p:pic>
      </p:grpSp>
      <p:pic>
        <p:nvPicPr>
          <p:cNvPr id="112" name="object 112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5794310" y="2370661"/>
            <a:ext cx="251302" cy="275493"/>
          </a:xfrm>
          <a:prstGeom prst="rect">
            <a:avLst/>
          </a:prstGeom>
        </p:spPr>
      </p:pic>
      <p:pic>
        <p:nvPicPr>
          <p:cNvPr id="113" name="object 113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6638784" y="2378395"/>
            <a:ext cx="251304" cy="275493"/>
          </a:xfrm>
          <a:prstGeom prst="rect">
            <a:avLst/>
          </a:prstGeom>
        </p:spPr>
      </p:pic>
      <p:pic>
        <p:nvPicPr>
          <p:cNvPr id="114" name="object 114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4218680" y="2370565"/>
            <a:ext cx="251304" cy="275494"/>
          </a:xfrm>
          <a:prstGeom prst="rect">
            <a:avLst/>
          </a:prstGeom>
        </p:spPr>
      </p:pic>
      <p:grpSp>
        <p:nvGrpSpPr>
          <p:cNvPr id="115" name="object 115" descr=""/>
          <p:cNvGrpSpPr/>
          <p:nvPr/>
        </p:nvGrpSpPr>
        <p:grpSpPr>
          <a:xfrm>
            <a:off x="14122821" y="2378300"/>
            <a:ext cx="1278255" cy="969010"/>
            <a:chOff x="14122821" y="2378300"/>
            <a:chExt cx="1278255" cy="969010"/>
          </a:xfrm>
        </p:grpSpPr>
        <p:pic>
          <p:nvPicPr>
            <p:cNvPr id="116" name="object 116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5063151" y="2378300"/>
              <a:ext cx="251304" cy="275493"/>
            </a:xfrm>
            <a:prstGeom prst="rect">
              <a:avLst/>
            </a:prstGeom>
          </p:spPr>
        </p:pic>
        <p:sp>
          <p:nvSpPr>
            <p:cNvPr id="117" name="object 117" descr=""/>
            <p:cNvSpPr/>
            <p:nvPr/>
          </p:nvSpPr>
          <p:spPr>
            <a:xfrm>
              <a:off x="14122821" y="2651717"/>
              <a:ext cx="1278255" cy="574040"/>
            </a:xfrm>
            <a:custGeom>
              <a:avLst/>
              <a:gdLst/>
              <a:ahLst/>
              <a:cxnLst/>
              <a:rect l="l" t="t" r="r" b="b"/>
              <a:pathLst>
                <a:path w="1278255" h="574039">
                  <a:moveTo>
                    <a:pt x="638996" y="0"/>
                  </a:moveTo>
                  <a:lnTo>
                    <a:pt x="573662" y="1481"/>
                  </a:lnTo>
                  <a:lnTo>
                    <a:pt x="510215" y="5830"/>
                  </a:lnTo>
                  <a:lnTo>
                    <a:pt x="448977" y="12902"/>
                  </a:lnTo>
                  <a:lnTo>
                    <a:pt x="390268" y="22552"/>
                  </a:lnTo>
                  <a:lnTo>
                    <a:pt x="334411" y="34637"/>
                  </a:lnTo>
                  <a:lnTo>
                    <a:pt x="281726" y="49012"/>
                  </a:lnTo>
                  <a:lnTo>
                    <a:pt x="232534" y="65532"/>
                  </a:lnTo>
                  <a:lnTo>
                    <a:pt x="187156" y="84055"/>
                  </a:lnTo>
                  <a:lnTo>
                    <a:pt x="145914" y="104434"/>
                  </a:lnTo>
                  <a:lnTo>
                    <a:pt x="109129" y="126526"/>
                  </a:lnTo>
                  <a:lnTo>
                    <a:pt x="77122" y="150188"/>
                  </a:lnTo>
                  <a:lnTo>
                    <a:pt x="28727" y="201639"/>
                  </a:lnTo>
                  <a:lnTo>
                    <a:pt x="3299" y="257634"/>
                  </a:lnTo>
                  <a:lnTo>
                    <a:pt x="0" y="286975"/>
                  </a:lnTo>
                  <a:lnTo>
                    <a:pt x="3299" y="316318"/>
                  </a:lnTo>
                  <a:lnTo>
                    <a:pt x="28727" y="372315"/>
                  </a:lnTo>
                  <a:lnTo>
                    <a:pt x="77122" y="423767"/>
                  </a:lnTo>
                  <a:lnTo>
                    <a:pt x="109129" y="447428"/>
                  </a:lnTo>
                  <a:lnTo>
                    <a:pt x="145914" y="469520"/>
                  </a:lnTo>
                  <a:lnTo>
                    <a:pt x="187156" y="489900"/>
                  </a:lnTo>
                  <a:lnTo>
                    <a:pt x="232534" y="508421"/>
                  </a:lnTo>
                  <a:lnTo>
                    <a:pt x="281726" y="524941"/>
                  </a:lnTo>
                  <a:lnTo>
                    <a:pt x="334411" y="539315"/>
                  </a:lnTo>
                  <a:lnTo>
                    <a:pt x="390268" y="551399"/>
                  </a:lnTo>
                  <a:lnTo>
                    <a:pt x="448977" y="561049"/>
                  </a:lnTo>
                  <a:lnTo>
                    <a:pt x="510215" y="568121"/>
                  </a:lnTo>
                  <a:lnTo>
                    <a:pt x="573662" y="572469"/>
                  </a:lnTo>
                  <a:lnTo>
                    <a:pt x="638996" y="573951"/>
                  </a:lnTo>
                  <a:lnTo>
                    <a:pt x="704330" y="572469"/>
                  </a:lnTo>
                  <a:lnTo>
                    <a:pt x="767777" y="568121"/>
                  </a:lnTo>
                  <a:lnTo>
                    <a:pt x="829015" y="561049"/>
                  </a:lnTo>
                  <a:lnTo>
                    <a:pt x="887723" y="551399"/>
                  </a:lnTo>
                  <a:lnTo>
                    <a:pt x="943581" y="539315"/>
                  </a:lnTo>
                  <a:lnTo>
                    <a:pt x="996266" y="524941"/>
                  </a:lnTo>
                  <a:lnTo>
                    <a:pt x="1045458" y="508421"/>
                  </a:lnTo>
                  <a:lnTo>
                    <a:pt x="1090835" y="489900"/>
                  </a:lnTo>
                  <a:lnTo>
                    <a:pt x="1132077" y="469520"/>
                  </a:lnTo>
                  <a:lnTo>
                    <a:pt x="1168862" y="447428"/>
                  </a:lnTo>
                  <a:lnTo>
                    <a:pt x="1200869" y="423767"/>
                  </a:lnTo>
                  <a:lnTo>
                    <a:pt x="1249264" y="372315"/>
                  </a:lnTo>
                  <a:lnTo>
                    <a:pt x="1274693" y="316318"/>
                  </a:lnTo>
                  <a:lnTo>
                    <a:pt x="1277992" y="286975"/>
                  </a:lnTo>
                  <a:lnTo>
                    <a:pt x="1274693" y="257634"/>
                  </a:lnTo>
                  <a:lnTo>
                    <a:pt x="1249264" y="201639"/>
                  </a:lnTo>
                  <a:lnTo>
                    <a:pt x="1200869" y="150188"/>
                  </a:lnTo>
                  <a:lnTo>
                    <a:pt x="1168862" y="126526"/>
                  </a:lnTo>
                  <a:lnTo>
                    <a:pt x="1132077" y="104434"/>
                  </a:lnTo>
                  <a:lnTo>
                    <a:pt x="1090835" y="84055"/>
                  </a:lnTo>
                  <a:lnTo>
                    <a:pt x="1045458" y="65532"/>
                  </a:lnTo>
                  <a:lnTo>
                    <a:pt x="996266" y="49012"/>
                  </a:lnTo>
                  <a:lnTo>
                    <a:pt x="943581" y="34637"/>
                  </a:lnTo>
                  <a:lnTo>
                    <a:pt x="887723" y="22552"/>
                  </a:lnTo>
                  <a:lnTo>
                    <a:pt x="829015" y="12902"/>
                  </a:lnTo>
                  <a:lnTo>
                    <a:pt x="767777" y="5830"/>
                  </a:lnTo>
                  <a:lnTo>
                    <a:pt x="704330" y="1481"/>
                  </a:lnTo>
                  <a:lnTo>
                    <a:pt x="638996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4163079" y="2508065"/>
              <a:ext cx="1198245" cy="839469"/>
            </a:xfrm>
            <a:custGeom>
              <a:avLst/>
              <a:gdLst/>
              <a:ahLst/>
              <a:cxnLst/>
              <a:rect l="l" t="t" r="r" b="b"/>
              <a:pathLst>
                <a:path w="1198244" h="839470">
                  <a:moveTo>
                    <a:pt x="77495" y="596684"/>
                  </a:moveTo>
                  <a:lnTo>
                    <a:pt x="60794" y="547636"/>
                  </a:lnTo>
                  <a:lnTo>
                    <a:pt x="47282" y="497497"/>
                  </a:lnTo>
                  <a:lnTo>
                    <a:pt x="37109" y="447052"/>
                  </a:lnTo>
                  <a:lnTo>
                    <a:pt x="30403" y="397040"/>
                  </a:lnTo>
                  <a:lnTo>
                    <a:pt x="27355" y="348221"/>
                  </a:lnTo>
                  <a:lnTo>
                    <a:pt x="28092" y="301358"/>
                  </a:lnTo>
                  <a:lnTo>
                    <a:pt x="20421" y="308406"/>
                  </a:lnTo>
                  <a:lnTo>
                    <a:pt x="13182" y="315556"/>
                  </a:lnTo>
                  <a:lnTo>
                    <a:pt x="6375" y="322808"/>
                  </a:lnTo>
                  <a:lnTo>
                    <a:pt x="0" y="330161"/>
                  </a:lnTo>
                  <a:lnTo>
                    <a:pt x="1397" y="376250"/>
                  </a:lnTo>
                  <a:lnTo>
                    <a:pt x="6019" y="423748"/>
                  </a:lnTo>
                  <a:lnTo>
                    <a:pt x="13779" y="472071"/>
                  </a:lnTo>
                  <a:lnTo>
                    <a:pt x="24625" y="520598"/>
                  </a:lnTo>
                  <a:lnTo>
                    <a:pt x="38481" y="568756"/>
                  </a:lnTo>
                  <a:lnTo>
                    <a:pt x="67094" y="589902"/>
                  </a:lnTo>
                  <a:lnTo>
                    <a:pt x="77495" y="596684"/>
                  </a:lnTo>
                  <a:close/>
                </a:path>
                <a:path w="1198244" h="839470">
                  <a:moveTo>
                    <a:pt x="1123772" y="355981"/>
                  </a:moveTo>
                  <a:lnTo>
                    <a:pt x="1123721" y="314134"/>
                  </a:lnTo>
                  <a:lnTo>
                    <a:pt x="1121041" y="274751"/>
                  </a:lnTo>
                  <a:lnTo>
                    <a:pt x="1101598" y="195173"/>
                  </a:lnTo>
                  <a:lnTo>
                    <a:pt x="1077493" y="155905"/>
                  </a:lnTo>
                  <a:lnTo>
                    <a:pt x="1045476" y="121081"/>
                  </a:lnTo>
                  <a:lnTo>
                    <a:pt x="1007592" y="91084"/>
                  </a:lnTo>
                  <a:lnTo>
                    <a:pt x="965860" y="66294"/>
                  </a:lnTo>
                  <a:lnTo>
                    <a:pt x="922324" y="47117"/>
                  </a:lnTo>
                  <a:lnTo>
                    <a:pt x="878992" y="33921"/>
                  </a:lnTo>
                  <a:lnTo>
                    <a:pt x="829640" y="23304"/>
                  </a:lnTo>
                  <a:lnTo>
                    <a:pt x="779780" y="14668"/>
                  </a:lnTo>
                  <a:lnTo>
                    <a:pt x="729526" y="8013"/>
                  </a:lnTo>
                  <a:lnTo>
                    <a:pt x="678980" y="3352"/>
                  </a:lnTo>
                  <a:lnTo>
                    <a:pt x="628256" y="685"/>
                  </a:lnTo>
                  <a:lnTo>
                    <a:pt x="577456" y="0"/>
                  </a:lnTo>
                  <a:lnTo>
                    <a:pt x="526681" y="1320"/>
                  </a:lnTo>
                  <a:lnTo>
                    <a:pt x="476046" y="4635"/>
                  </a:lnTo>
                  <a:lnTo>
                    <a:pt x="425665" y="9969"/>
                  </a:lnTo>
                  <a:lnTo>
                    <a:pt x="375615" y="17297"/>
                  </a:lnTo>
                  <a:lnTo>
                    <a:pt x="326034" y="26644"/>
                  </a:lnTo>
                  <a:lnTo>
                    <a:pt x="277876" y="40665"/>
                  </a:lnTo>
                  <a:lnTo>
                    <a:pt x="231470" y="61760"/>
                  </a:lnTo>
                  <a:lnTo>
                    <a:pt x="188417" y="89458"/>
                  </a:lnTo>
                  <a:lnTo>
                    <a:pt x="150304" y="123329"/>
                  </a:lnTo>
                  <a:lnTo>
                    <a:pt x="118706" y="162915"/>
                  </a:lnTo>
                  <a:lnTo>
                    <a:pt x="95237" y="207746"/>
                  </a:lnTo>
                  <a:lnTo>
                    <a:pt x="77508" y="278269"/>
                  </a:lnTo>
                  <a:lnTo>
                    <a:pt x="73914" y="318592"/>
                  </a:lnTo>
                  <a:lnTo>
                    <a:pt x="73723" y="361391"/>
                  </a:lnTo>
                  <a:lnTo>
                    <a:pt x="76860" y="405980"/>
                  </a:lnTo>
                  <a:lnTo>
                    <a:pt x="83248" y="451675"/>
                  </a:lnTo>
                  <a:lnTo>
                    <a:pt x="92811" y="497789"/>
                  </a:lnTo>
                  <a:lnTo>
                    <a:pt x="105448" y="543661"/>
                  </a:lnTo>
                  <a:lnTo>
                    <a:pt x="121094" y="588606"/>
                  </a:lnTo>
                  <a:lnTo>
                    <a:pt x="139661" y="631926"/>
                  </a:lnTo>
                  <a:lnTo>
                    <a:pt x="161074" y="672960"/>
                  </a:lnTo>
                  <a:lnTo>
                    <a:pt x="185242" y="711022"/>
                  </a:lnTo>
                  <a:lnTo>
                    <a:pt x="212102" y="745439"/>
                  </a:lnTo>
                  <a:lnTo>
                    <a:pt x="241566" y="775512"/>
                  </a:lnTo>
                  <a:lnTo>
                    <a:pt x="273545" y="800582"/>
                  </a:lnTo>
                  <a:lnTo>
                    <a:pt x="307962" y="819962"/>
                  </a:lnTo>
                  <a:lnTo>
                    <a:pt x="344741" y="832967"/>
                  </a:lnTo>
                  <a:lnTo>
                    <a:pt x="383806" y="838911"/>
                  </a:lnTo>
                  <a:lnTo>
                    <a:pt x="425056" y="837133"/>
                  </a:lnTo>
                  <a:lnTo>
                    <a:pt x="475881" y="830948"/>
                  </a:lnTo>
                  <a:lnTo>
                    <a:pt x="526872" y="826465"/>
                  </a:lnTo>
                  <a:lnTo>
                    <a:pt x="577977" y="823696"/>
                  </a:lnTo>
                  <a:lnTo>
                    <a:pt x="629183" y="822642"/>
                  </a:lnTo>
                  <a:lnTo>
                    <a:pt x="680415" y="823302"/>
                  </a:lnTo>
                  <a:lnTo>
                    <a:pt x="731634" y="825677"/>
                  </a:lnTo>
                  <a:lnTo>
                    <a:pt x="782815" y="829779"/>
                  </a:lnTo>
                  <a:lnTo>
                    <a:pt x="826922" y="830287"/>
                  </a:lnTo>
                  <a:lnTo>
                    <a:pt x="867803" y="823341"/>
                  </a:lnTo>
                  <a:lnTo>
                    <a:pt x="905497" y="809612"/>
                  </a:lnTo>
                  <a:lnTo>
                    <a:pt x="940028" y="789762"/>
                  </a:lnTo>
                  <a:lnTo>
                    <a:pt x="971461" y="764438"/>
                  </a:lnTo>
                  <a:lnTo>
                    <a:pt x="999820" y="734314"/>
                  </a:lnTo>
                  <a:lnTo>
                    <a:pt x="1025156" y="700049"/>
                  </a:lnTo>
                  <a:lnTo>
                    <a:pt x="1047496" y="662305"/>
                  </a:lnTo>
                  <a:lnTo>
                    <a:pt x="1066901" y="621728"/>
                  </a:lnTo>
                  <a:lnTo>
                    <a:pt x="1083398" y="578993"/>
                  </a:lnTo>
                  <a:lnTo>
                    <a:pt x="1097038" y="534746"/>
                  </a:lnTo>
                  <a:lnTo>
                    <a:pt x="1107846" y="489673"/>
                  </a:lnTo>
                  <a:lnTo>
                    <a:pt x="1115885" y="444411"/>
                  </a:lnTo>
                  <a:lnTo>
                    <a:pt x="1121181" y="399630"/>
                  </a:lnTo>
                  <a:lnTo>
                    <a:pt x="1123772" y="355981"/>
                  </a:lnTo>
                  <a:close/>
                </a:path>
                <a:path w="1198244" h="839470">
                  <a:moveTo>
                    <a:pt x="1197648" y="330377"/>
                  </a:moveTo>
                  <a:lnTo>
                    <a:pt x="1191298" y="323037"/>
                  </a:lnTo>
                  <a:lnTo>
                    <a:pt x="1184516" y="315798"/>
                  </a:lnTo>
                  <a:lnTo>
                    <a:pt x="1177315" y="308660"/>
                  </a:lnTo>
                  <a:lnTo>
                    <a:pt x="1169695" y="301637"/>
                  </a:lnTo>
                  <a:lnTo>
                    <a:pt x="1169936" y="347992"/>
                  </a:lnTo>
                  <a:lnTo>
                    <a:pt x="1167180" y="396189"/>
                  </a:lnTo>
                  <a:lnTo>
                    <a:pt x="1161415" y="445503"/>
                  </a:lnTo>
                  <a:lnTo>
                    <a:pt x="1152601" y="495223"/>
                  </a:lnTo>
                  <a:lnTo>
                    <a:pt x="1140701" y="544614"/>
                  </a:lnTo>
                  <a:lnTo>
                    <a:pt x="1125715" y="592988"/>
                  </a:lnTo>
                  <a:lnTo>
                    <a:pt x="1135697" y="586257"/>
                  </a:lnTo>
                  <a:lnTo>
                    <a:pt x="1175499" y="518045"/>
                  </a:lnTo>
                  <a:lnTo>
                    <a:pt x="1185100" y="470344"/>
                  </a:lnTo>
                  <a:lnTo>
                    <a:pt x="1191971" y="422783"/>
                  </a:lnTo>
                  <a:lnTo>
                    <a:pt x="1196149" y="375932"/>
                  </a:lnTo>
                  <a:lnTo>
                    <a:pt x="1197648" y="3303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4236809" y="2598584"/>
              <a:ext cx="934085" cy="748665"/>
            </a:xfrm>
            <a:custGeom>
              <a:avLst/>
              <a:gdLst/>
              <a:ahLst/>
              <a:cxnLst/>
              <a:rect l="l" t="t" r="r" b="b"/>
              <a:pathLst>
                <a:path w="934084" h="748664">
                  <a:moveTo>
                    <a:pt x="113295" y="0"/>
                  </a:moveTo>
                  <a:lnTo>
                    <a:pt x="59328" y="52595"/>
                  </a:lnTo>
                  <a:lnTo>
                    <a:pt x="21507" y="117221"/>
                  </a:lnTo>
                  <a:lnTo>
                    <a:pt x="3777" y="187748"/>
                  </a:lnTo>
                  <a:lnTo>
                    <a:pt x="184" y="228074"/>
                  </a:lnTo>
                  <a:lnTo>
                    <a:pt x="0" y="270870"/>
                  </a:lnTo>
                  <a:lnTo>
                    <a:pt x="3142" y="315454"/>
                  </a:lnTo>
                  <a:lnTo>
                    <a:pt x="9530" y="361146"/>
                  </a:lnTo>
                  <a:lnTo>
                    <a:pt x="19084" y="407268"/>
                  </a:lnTo>
                  <a:lnTo>
                    <a:pt x="31724" y="453138"/>
                  </a:lnTo>
                  <a:lnTo>
                    <a:pt x="47368" y="498076"/>
                  </a:lnTo>
                  <a:lnTo>
                    <a:pt x="65936" y="541403"/>
                  </a:lnTo>
                  <a:lnTo>
                    <a:pt x="87348" y="582438"/>
                  </a:lnTo>
                  <a:lnTo>
                    <a:pt x="111522" y="620502"/>
                  </a:lnTo>
                  <a:lnTo>
                    <a:pt x="138379" y="654914"/>
                  </a:lnTo>
                  <a:lnTo>
                    <a:pt x="167837" y="684994"/>
                  </a:lnTo>
                  <a:lnTo>
                    <a:pt x="199816" y="710062"/>
                  </a:lnTo>
                  <a:lnTo>
                    <a:pt x="234235" y="729439"/>
                  </a:lnTo>
                  <a:lnTo>
                    <a:pt x="271014" y="742443"/>
                  </a:lnTo>
                  <a:lnTo>
                    <a:pt x="310073" y="748395"/>
                  </a:lnTo>
                  <a:lnTo>
                    <a:pt x="351330" y="746616"/>
                  </a:lnTo>
                  <a:lnTo>
                    <a:pt x="402155" y="740427"/>
                  </a:lnTo>
                  <a:lnTo>
                    <a:pt x="453147" y="735944"/>
                  </a:lnTo>
                  <a:lnTo>
                    <a:pt x="504262" y="733171"/>
                  </a:lnTo>
                  <a:lnTo>
                    <a:pt x="555459" y="732112"/>
                  </a:lnTo>
                  <a:lnTo>
                    <a:pt x="606692" y="732771"/>
                  </a:lnTo>
                  <a:lnTo>
                    <a:pt x="657920" y="735150"/>
                  </a:lnTo>
                  <a:lnTo>
                    <a:pt x="709099" y="739254"/>
                  </a:lnTo>
                  <a:lnTo>
                    <a:pt x="764058" y="738652"/>
                  </a:lnTo>
                  <a:lnTo>
                    <a:pt x="813920" y="726538"/>
                  </a:lnTo>
                  <a:lnTo>
                    <a:pt x="858765" y="704227"/>
                  </a:lnTo>
                  <a:lnTo>
                    <a:pt x="898675" y="673034"/>
                  </a:lnTo>
                  <a:lnTo>
                    <a:pt x="933731" y="634273"/>
                  </a:lnTo>
                  <a:lnTo>
                    <a:pt x="897653" y="656909"/>
                  </a:lnTo>
                  <a:lnTo>
                    <a:pt x="857992" y="672717"/>
                  </a:lnTo>
                  <a:lnTo>
                    <a:pt x="814700" y="680892"/>
                  </a:lnTo>
                  <a:lnTo>
                    <a:pt x="767726" y="680628"/>
                  </a:lnTo>
                  <a:lnTo>
                    <a:pt x="716547" y="676524"/>
                  </a:lnTo>
                  <a:lnTo>
                    <a:pt x="665319" y="674144"/>
                  </a:lnTo>
                  <a:lnTo>
                    <a:pt x="614086" y="673485"/>
                  </a:lnTo>
                  <a:lnTo>
                    <a:pt x="562891" y="674543"/>
                  </a:lnTo>
                  <a:lnTo>
                    <a:pt x="511777" y="677314"/>
                  </a:lnTo>
                  <a:lnTo>
                    <a:pt x="460788" y="681793"/>
                  </a:lnTo>
                  <a:lnTo>
                    <a:pt x="409967" y="687979"/>
                  </a:lnTo>
                  <a:lnTo>
                    <a:pt x="368710" y="689760"/>
                  </a:lnTo>
                  <a:lnTo>
                    <a:pt x="329651" y="683809"/>
                  </a:lnTo>
                  <a:lnTo>
                    <a:pt x="292871" y="670806"/>
                  </a:lnTo>
                  <a:lnTo>
                    <a:pt x="258452" y="651431"/>
                  </a:lnTo>
                  <a:lnTo>
                    <a:pt x="226472" y="626363"/>
                  </a:lnTo>
                  <a:lnTo>
                    <a:pt x="197013" y="596284"/>
                  </a:lnTo>
                  <a:lnTo>
                    <a:pt x="170156" y="561873"/>
                  </a:lnTo>
                  <a:lnTo>
                    <a:pt x="145981" y="523810"/>
                  </a:lnTo>
                  <a:lnTo>
                    <a:pt x="124568" y="482775"/>
                  </a:lnTo>
                  <a:lnTo>
                    <a:pt x="105999" y="439449"/>
                  </a:lnTo>
                  <a:lnTo>
                    <a:pt x="90354" y="394511"/>
                  </a:lnTo>
                  <a:lnTo>
                    <a:pt x="77714" y="348641"/>
                  </a:lnTo>
                  <a:lnTo>
                    <a:pt x="68159" y="302520"/>
                  </a:lnTo>
                  <a:lnTo>
                    <a:pt x="61770" y="256827"/>
                  </a:lnTo>
                  <a:lnTo>
                    <a:pt x="58627" y="212243"/>
                  </a:lnTo>
                  <a:lnTo>
                    <a:pt x="58812" y="169448"/>
                  </a:lnTo>
                  <a:lnTo>
                    <a:pt x="62404" y="129121"/>
                  </a:lnTo>
                  <a:lnTo>
                    <a:pt x="80134" y="58595"/>
                  </a:lnTo>
                  <a:lnTo>
                    <a:pt x="103596" y="13793"/>
                  </a:lnTo>
                  <a:lnTo>
                    <a:pt x="113295" y="0"/>
                  </a:lnTo>
                  <a:close/>
                </a:path>
              </a:pathLst>
            </a:custGeom>
            <a:solidFill>
              <a:srgbClr val="BBBBBB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4304961" y="2688933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098" y="0"/>
                  </a:moveTo>
                  <a:lnTo>
                    <a:pt x="408342" y="378"/>
                  </a:lnTo>
                  <a:lnTo>
                    <a:pt x="359595" y="1512"/>
                  </a:lnTo>
                  <a:lnTo>
                    <a:pt x="310866" y="3403"/>
                  </a:lnTo>
                  <a:lnTo>
                    <a:pt x="262164" y="6051"/>
                  </a:lnTo>
                  <a:lnTo>
                    <a:pt x="213498" y="9455"/>
                  </a:lnTo>
                  <a:lnTo>
                    <a:pt x="149787" y="23508"/>
                  </a:lnTo>
                  <a:lnTo>
                    <a:pt x="95347" y="53086"/>
                  </a:lnTo>
                  <a:lnTo>
                    <a:pt x="51715" y="95132"/>
                  </a:lnTo>
                  <a:lnTo>
                    <a:pt x="20427" y="146589"/>
                  </a:lnTo>
                  <a:lnTo>
                    <a:pt x="3019" y="204398"/>
                  </a:lnTo>
                  <a:lnTo>
                    <a:pt x="0" y="234731"/>
                  </a:lnTo>
                  <a:lnTo>
                    <a:pt x="1026" y="265504"/>
                  </a:lnTo>
                  <a:lnTo>
                    <a:pt x="15985" y="326849"/>
                  </a:lnTo>
                  <a:lnTo>
                    <a:pt x="49431" y="385376"/>
                  </a:lnTo>
                  <a:lnTo>
                    <a:pt x="102901" y="438028"/>
                  </a:lnTo>
                  <a:lnTo>
                    <a:pt x="137625" y="461195"/>
                  </a:lnTo>
                  <a:lnTo>
                    <a:pt x="177930" y="481747"/>
                  </a:lnTo>
                  <a:lnTo>
                    <a:pt x="224010" y="499301"/>
                  </a:lnTo>
                  <a:lnTo>
                    <a:pt x="276055" y="513476"/>
                  </a:lnTo>
                  <a:lnTo>
                    <a:pt x="334258" y="523889"/>
                  </a:lnTo>
                  <a:lnTo>
                    <a:pt x="379836" y="529048"/>
                  </a:lnTo>
                  <a:lnTo>
                    <a:pt x="426741" y="532103"/>
                  </a:lnTo>
                  <a:lnTo>
                    <a:pt x="474504" y="532819"/>
                  </a:lnTo>
                  <a:lnTo>
                    <a:pt x="522654" y="530962"/>
                  </a:lnTo>
                  <a:lnTo>
                    <a:pt x="570721" y="526296"/>
                  </a:lnTo>
                  <a:lnTo>
                    <a:pt x="618235" y="518587"/>
                  </a:lnTo>
                  <a:lnTo>
                    <a:pt x="664726" y="507599"/>
                  </a:lnTo>
                  <a:lnTo>
                    <a:pt x="709723" y="493098"/>
                  </a:lnTo>
                  <a:lnTo>
                    <a:pt x="752756" y="474848"/>
                  </a:lnTo>
                  <a:lnTo>
                    <a:pt x="793354" y="452614"/>
                  </a:lnTo>
                  <a:lnTo>
                    <a:pt x="830638" y="425084"/>
                  </a:lnTo>
                  <a:lnTo>
                    <a:pt x="860740" y="393773"/>
                  </a:lnTo>
                  <a:lnTo>
                    <a:pt x="883885" y="359488"/>
                  </a:lnTo>
                  <a:lnTo>
                    <a:pt x="900297" y="323034"/>
                  </a:lnTo>
                  <a:lnTo>
                    <a:pt x="910201" y="285217"/>
                  </a:lnTo>
                  <a:lnTo>
                    <a:pt x="913821" y="246845"/>
                  </a:lnTo>
                  <a:lnTo>
                    <a:pt x="911382" y="208722"/>
                  </a:lnTo>
                  <a:lnTo>
                    <a:pt x="889226" y="136449"/>
                  </a:lnTo>
                  <a:lnTo>
                    <a:pt x="845529" y="74847"/>
                  </a:lnTo>
                  <a:lnTo>
                    <a:pt x="816164" y="50064"/>
                  </a:lnTo>
                  <a:lnTo>
                    <a:pt x="782087" y="30367"/>
                  </a:lnTo>
                  <a:lnTo>
                    <a:pt x="743524" y="16561"/>
                  </a:lnTo>
                  <a:lnTo>
                    <a:pt x="700698" y="9455"/>
                  </a:lnTo>
                  <a:lnTo>
                    <a:pt x="652031" y="6051"/>
                  </a:lnTo>
                  <a:lnTo>
                    <a:pt x="603329" y="3403"/>
                  </a:lnTo>
                  <a:lnTo>
                    <a:pt x="554600" y="1512"/>
                  </a:lnTo>
                  <a:lnTo>
                    <a:pt x="505853" y="378"/>
                  </a:lnTo>
                  <a:lnTo>
                    <a:pt x="45709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4312021" y="2696032"/>
              <a:ext cx="899794" cy="518795"/>
            </a:xfrm>
            <a:custGeom>
              <a:avLst/>
              <a:gdLst/>
              <a:ahLst/>
              <a:cxnLst/>
              <a:rect l="l" t="t" r="r" b="b"/>
              <a:pathLst>
                <a:path w="899794" h="518794">
                  <a:moveTo>
                    <a:pt x="450028" y="0"/>
                  </a:moveTo>
                  <a:lnTo>
                    <a:pt x="401472" y="380"/>
                  </a:lnTo>
                  <a:lnTo>
                    <a:pt x="352780" y="1517"/>
                  </a:lnTo>
                  <a:lnTo>
                    <a:pt x="304062" y="3408"/>
                  </a:lnTo>
                  <a:lnTo>
                    <a:pt x="255428" y="6048"/>
                  </a:lnTo>
                  <a:lnTo>
                    <a:pt x="206988" y="9434"/>
                  </a:lnTo>
                  <a:lnTo>
                    <a:pt x="159619" y="18296"/>
                  </a:lnTo>
                  <a:lnTo>
                    <a:pt x="116434" y="36504"/>
                  </a:lnTo>
                  <a:lnTo>
                    <a:pt x="78483" y="62946"/>
                  </a:lnTo>
                  <a:lnTo>
                    <a:pt x="46814" y="96512"/>
                  </a:lnTo>
                  <a:lnTo>
                    <a:pt x="22478" y="136088"/>
                  </a:lnTo>
                  <a:lnTo>
                    <a:pt x="6523" y="180565"/>
                  </a:lnTo>
                  <a:lnTo>
                    <a:pt x="0" y="228830"/>
                  </a:lnTo>
                  <a:lnTo>
                    <a:pt x="1709" y="263392"/>
                  </a:lnTo>
                  <a:lnTo>
                    <a:pt x="22725" y="333220"/>
                  </a:lnTo>
                  <a:lnTo>
                    <a:pt x="42928" y="367052"/>
                  </a:lnTo>
                  <a:lnTo>
                    <a:pt x="70194" y="399209"/>
                  </a:lnTo>
                  <a:lnTo>
                    <a:pt x="104970" y="428971"/>
                  </a:lnTo>
                  <a:lnTo>
                    <a:pt x="147706" y="455624"/>
                  </a:lnTo>
                  <a:lnTo>
                    <a:pt x="198850" y="478450"/>
                  </a:lnTo>
                  <a:lnTo>
                    <a:pt x="258851" y="496732"/>
                  </a:lnTo>
                  <a:lnTo>
                    <a:pt x="328157" y="509754"/>
                  </a:lnTo>
                  <a:lnTo>
                    <a:pt x="393037" y="516433"/>
                  </a:lnTo>
                  <a:lnTo>
                    <a:pt x="457472" y="518675"/>
                  </a:lnTo>
                  <a:lnTo>
                    <a:pt x="498274" y="517723"/>
                  </a:lnTo>
                  <a:lnTo>
                    <a:pt x="542799" y="514425"/>
                  </a:lnTo>
                  <a:lnTo>
                    <a:pt x="589942" y="508115"/>
                  </a:lnTo>
                  <a:lnTo>
                    <a:pt x="638596" y="498131"/>
                  </a:lnTo>
                  <a:lnTo>
                    <a:pt x="687653" y="483807"/>
                  </a:lnTo>
                  <a:lnTo>
                    <a:pt x="736007" y="464479"/>
                  </a:lnTo>
                  <a:lnTo>
                    <a:pt x="782552" y="439484"/>
                  </a:lnTo>
                  <a:lnTo>
                    <a:pt x="824234" y="407565"/>
                  </a:lnTo>
                  <a:lnTo>
                    <a:pt x="857331" y="369414"/>
                  </a:lnTo>
                  <a:lnTo>
                    <a:pt x="881296" y="326310"/>
                  </a:lnTo>
                  <a:lnTo>
                    <a:pt x="895585" y="279532"/>
                  </a:lnTo>
                  <a:lnTo>
                    <a:pt x="899654" y="230358"/>
                  </a:lnTo>
                  <a:lnTo>
                    <a:pt x="892957" y="180067"/>
                  </a:lnTo>
                  <a:lnTo>
                    <a:pt x="876850" y="134614"/>
                  </a:lnTo>
                  <a:lnTo>
                    <a:pt x="852548" y="94844"/>
                  </a:lnTo>
                  <a:lnTo>
                    <a:pt x="821035" y="61598"/>
                  </a:lnTo>
                  <a:lnTo>
                    <a:pt x="783297" y="35720"/>
                  </a:lnTo>
                  <a:lnTo>
                    <a:pt x="740320" y="18051"/>
                  </a:lnTo>
                  <a:lnTo>
                    <a:pt x="693088" y="9434"/>
                  </a:lnTo>
                  <a:lnTo>
                    <a:pt x="644644" y="6048"/>
                  </a:lnTo>
                  <a:lnTo>
                    <a:pt x="596009" y="3408"/>
                  </a:lnTo>
                  <a:lnTo>
                    <a:pt x="547291" y="1517"/>
                  </a:lnTo>
                  <a:lnTo>
                    <a:pt x="498598" y="380"/>
                  </a:lnTo>
                  <a:lnTo>
                    <a:pt x="450028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4807176" y="2551505"/>
              <a:ext cx="337185" cy="100330"/>
            </a:xfrm>
            <a:custGeom>
              <a:avLst/>
              <a:gdLst/>
              <a:ahLst/>
              <a:cxnLst/>
              <a:rect l="l" t="t" r="r" b="b"/>
              <a:pathLst>
                <a:path w="337184" h="100330">
                  <a:moveTo>
                    <a:pt x="106048" y="0"/>
                  </a:moveTo>
                  <a:lnTo>
                    <a:pt x="49515" y="8799"/>
                  </a:lnTo>
                  <a:lnTo>
                    <a:pt x="12212" y="24470"/>
                  </a:lnTo>
                  <a:lnTo>
                    <a:pt x="0" y="42678"/>
                  </a:lnTo>
                  <a:lnTo>
                    <a:pt x="14607" y="58929"/>
                  </a:lnTo>
                  <a:lnTo>
                    <a:pt x="50628" y="71542"/>
                  </a:lnTo>
                  <a:lnTo>
                    <a:pt x="102576" y="81667"/>
                  </a:lnTo>
                  <a:lnTo>
                    <a:pt x="164968" y="90456"/>
                  </a:lnTo>
                  <a:lnTo>
                    <a:pt x="227605" y="97264"/>
                  </a:lnTo>
                  <a:lnTo>
                    <a:pt x="280446" y="100212"/>
                  </a:lnTo>
                  <a:lnTo>
                    <a:pt x="318461" y="96835"/>
                  </a:lnTo>
                  <a:lnTo>
                    <a:pt x="336618" y="84666"/>
                  </a:lnTo>
                  <a:lnTo>
                    <a:pt x="329247" y="64018"/>
                  </a:lnTo>
                  <a:lnTo>
                    <a:pt x="296937" y="39665"/>
                  </a:lnTo>
                  <a:lnTo>
                    <a:pt x="244301" y="17247"/>
                  </a:lnTo>
                  <a:lnTo>
                    <a:pt x="175952" y="2406"/>
                  </a:lnTo>
                  <a:lnTo>
                    <a:pt x="106048" y="0"/>
                  </a:lnTo>
                  <a:close/>
                </a:path>
              </a:pathLst>
            </a:custGeom>
            <a:solidFill>
              <a:srgbClr val="CCCCC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4495666" y="2801283"/>
              <a:ext cx="537845" cy="346710"/>
            </a:xfrm>
            <a:custGeom>
              <a:avLst/>
              <a:gdLst/>
              <a:ahLst/>
              <a:cxnLst/>
              <a:rect l="l" t="t" r="r" b="b"/>
              <a:pathLst>
                <a:path w="537844" h="346710">
                  <a:moveTo>
                    <a:pt x="58585" y="29286"/>
                  </a:moveTo>
                  <a:lnTo>
                    <a:pt x="56273" y="17894"/>
                  </a:lnTo>
                  <a:lnTo>
                    <a:pt x="49999" y="8585"/>
                  </a:lnTo>
                  <a:lnTo>
                    <a:pt x="40690" y="2311"/>
                  </a:lnTo>
                  <a:lnTo>
                    <a:pt x="29298" y="0"/>
                  </a:lnTo>
                  <a:lnTo>
                    <a:pt x="17894" y="2311"/>
                  </a:lnTo>
                  <a:lnTo>
                    <a:pt x="8572" y="8585"/>
                  </a:lnTo>
                  <a:lnTo>
                    <a:pt x="2298" y="17894"/>
                  </a:lnTo>
                  <a:lnTo>
                    <a:pt x="0" y="29286"/>
                  </a:lnTo>
                  <a:lnTo>
                    <a:pt x="2298" y="40690"/>
                  </a:lnTo>
                  <a:lnTo>
                    <a:pt x="8572" y="49999"/>
                  </a:lnTo>
                  <a:lnTo>
                    <a:pt x="17894" y="56273"/>
                  </a:lnTo>
                  <a:lnTo>
                    <a:pt x="29298" y="58572"/>
                  </a:lnTo>
                  <a:lnTo>
                    <a:pt x="40690" y="56273"/>
                  </a:lnTo>
                  <a:lnTo>
                    <a:pt x="49999" y="49999"/>
                  </a:lnTo>
                  <a:lnTo>
                    <a:pt x="56273" y="40690"/>
                  </a:lnTo>
                  <a:lnTo>
                    <a:pt x="58585" y="29286"/>
                  </a:lnTo>
                  <a:close/>
                </a:path>
                <a:path w="537844" h="346710">
                  <a:moveTo>
                    <a:pt x="454202" y="167652"/>
                  </a:moveTo>
                  <a:lnTo>
                    <a:pt x="371030" y="159613"/>
                  </a:lnTo>
                  <a:lnTo>
                    <a:pt x="232587" y="159512"/>
                  </a:lnTo>
                  <a:lnTo>
                    <a:pt x="116801" y="159816"/>
                  </a:lnTo>
                  <a:lnTo>
                    <a:pt x="95707" y="160121"/>
                  </a:lnTo>
                  <a:lnTo>
                    <a:pt x="88315" y="160997"/>
                  </a:lnTo>
                  <a:lnTo>
                    <a:pt x="83032" y="167665"/>
                  </a:lnTo>
                  <a:lnTo>
                    <a:pt x="83896" y="175044"/>
                  </a:lnTo>
                  <a:lnTo>
                    <a:pt x="94996" y="221627"/>
                  </a:lnTo>
                  <a:lnTo>
                    <a:pt x="115951" y="262826"/>
                  </a:lnTo>
                  <a:lnTo>
                    <a:pt x="145275" y="297281"/>
                  </a:lnTo>
                  <a:lnTo>
                    <a:pt x="181495" y="323583"/>
                  </a:lnTo>
                  <a:lnTo>
                    <a:pt x="223100" y="340385"/>
                  </a:lnTo>
                  <a:lnTo>
                    <a:pt x="268617" y="346290"/>
                  </a:lnTo>
                  <a:lnTo>
                    <a:pt x="314134" y="340385"/>
                  </a:lnTo>
                  <a:lnTo>
                    <a:pt x="355752" y="323583"/>
                  </a:lnTo>
                  <a:lnTo>
                    <a:pt x="391960" y="297268"/>
                  </a:lnTo>
                  <a:lnTo>
                    <a:pt x="421284" y="262826"/>
                  </a:lnTo>
                  <a:lnTo>
                    <a:pt x="442252" y="221627"/>
                  </a:lnTo>
                  <a:lnTo>
                    <a:pt x="453339" y="175031"/>
                  </a:lnTo>
                  <a:lnTo>
                    <a:pt x="454202" y="167652"/>
                  </a:lnTo>
                  <a:close/>
                </a:path>
                <a:path w="537844" h="346710">
                  <a:moveTo>
                    <a:pt x="537235" y="29286"/>
                  </a:moveTo>
                  <a:lnTo>
                    <a:pt x="534936" y="17894"/>
                  </a:lnTo>
                  <a:lnTo>
                    <a:pt x="528662" y="8585"/>
                  </a:lnTo>
                  <a:lnTo>
                    <a:pt x="519353" y="2311"/>
                  </a:lnTo>
                  <a:lnTo>
                    <a:pt x="507949" y="0"/>
                  </a:lnTo>
                  <a:lnTo>
                    <a:pt x="496544" y="2311"/>
                  </a:lnTo>
                  <a:lnTo>
                    <a:pt x="487235" y="8585"/>
                  </a:lnTo>
                  <a:lnTo>
                    <a:pt x="480949" y="17894"/>
                  </a:lnTo>
                  <a:lnTo>
                    <a:pt x="478650" y="29286"/>
                  </a:lnTo>
                  <a:lnTo>
                    <a:pt x="480949" y="40690"/>
                  </a:lnTo>
                  <a:lnTo>
                    <a:pt x="487235" y="49999"/>
                  </a:lnTo>
                  <a:lnTo>
                    <a:pt x="496544" y="56273"/>
                  </a:lnTo>
                  <a:lnTo>
                    <a:pt x="507949" y="58572"/>
                  </a:lnTo>
                  <a:lnTo>
                    <a:pt x="519353" y="56273"/>
                  </a:lnTo>
                  <a:lnTo>
                    <a:pt x="528662" y="49999"/>
                  </a:lnTo>
                  <a:lnTo>
                    <a:pt x="534936" y="40690"/>
                  </a:lnTo>
                  <a:lnTo>
                    <a:pt x="537235" y="29286"/>
                  </a:lnTo>
                  <a:close/>
                </a:path>
              </a:pathLst>
            </a:custGeom>
            <a:solidFill>
              <a:srgbClr val="84D4F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4" name="object 12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7370894" y="2370850"/>
            <a:ext cx="251305" cy="275494"/>
          </a:xfrm>
          <a:prstGeom prst="rect">
            <a:avLst/>
          </a:prstGeom>
        </p:spPr>
      </p:pic>
      <p:grpSp>
        <p:nvGrpSpPr>
          <p:cNvPr id="125" name="object 125" descr=""/>
          <p:cNvGrpSpPr/>
          <p:nvPr/>
        </p:nvGrpSpPr>
        <p:grpSpPr>
          <a:xfrm>
            <a:off x="17274085" y="2378584"/>
            <a:ext cx="1278255" cy="969010"/>
            <a:chOff x="17274085" y="2378584"/>
            <a:chExt cx="1278255" cy="969010"/>
          </a:xfrm>
        </p:grpSpPr>
        <p:pic>
          <p:nvPicPr>
            <p:cNvPr id="126" name="object 12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8215363" y="2378584"/>
              <a:ext cx="251304" cy="275495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17274085" y="2651717"/>
              <a:ext cx="1278255" cy="574040"/>
            </a:xfrm>
            <a:custGeom>
              <a:avLst/>
              <a:gdLst/>
              <a:ahLst/>
              <a:cxnLst/>
              <a:rect l="l" t="t" r="r" b="b"/>
              <a:pathLst>
                <a:path w="1278255" h="574039">
                  <a:moveTo>
                    <a:pt x="638996" y="0"/>
                  </a:moveTo>
                  <a:lnTo>
                    <a:pt x="573662" y="1481"/>
                  </a:lnTo>
                  <a:lnTo>
                    <a:pt x="510215" y="5830"/>
                  </a:lnTo>
                  <a:lnTo>
                    <a:pt x="448977" y="12902"/>
                  </a:lnTo>
                  <a:lnTo>
                    <a:pt x="390268" y="22552"/>
                  </a:lnTo>
                  <a:lnTo>
                    <a:pt x="334411" y="34637"/>
                  </a:lnTo>
                  <a:lnTo>
                    <a:pt x="281726" y="49012"/>
                  </a:lnTo>
                  <a:lnTo>
                    <a:pt x="232534" y="65532"/>
                  </a:lnTo>
                  <a:lnTo>
                    <a:pt x="187156" y="84055"/>
                  </a:lnTo>
                  <a:lnTo>
                    <a:pt x="145914" y="104434"/>
                  </a:lnTo>
                  <a:lnTo>
                    <a:pt x="109129" y="126526"/>
                  </a:lnTo>
                  <a:lnTo>
                    <a:pt x="77122" y="150188"/>
                  </a:lnTo>
                  <a:lnTo>
                    <a:pt x="28727" y="201639"/>
                  </a:lnTo>
                  <a:lnTo>
                    <a:pt x="3299" y="257634"/>
                  </a:lnTo>
                  <a:lnTo>
                    <a:pt x="0" y="286975"/>
                  </a:lnTo>
                  <a:lnTo>
                    <a:pt x="3299" y="316318"/>
                  </a:lnTo>
                  <a:lnTo>
                    <a:pt x="28727" y="372315"/>
                  </a:lnTo>
                  <a:lnTo>
                    <a:pt x="77122" y="423767"/>
                  </a:lnTo>
                  <a:lnTo>
                    <a:pt x="109129" y="447428"/>
                  </a:lnTo>
                  <a:lnTo>
                    <a:pt x="145914" y="469520"/>
                  </a:lnTo>
                  <a:lnTo>
                    <a:pt x="187156" y="489900"/>
                  </a:lnTo>
                  <a:lnTo>
                    <a:pt x="232534" y="508421"/>
                  </a:lnTo>
                  <a:lnTo>
                    <a:pt x="281726" y="524941"/>
                  </a:lnTo>
                  <a:lnTo>
                    <a:pt x="334411" y="539315"/>
                  </a:lnTo>
                  <a:lnTo>
                    <a:pt x="390268" y="551399"/>
                  </a:lnTo>
                  <a:lnTo>
                    <a:pt x="448977" y="561049"/>
                  </a:lnTo>
                  <a:lnTo>
                    <a:pt x="510215" y="568121"/>
                  </a:lnTo>
                  <a:lnTo>
                    <a:pt x="573662" y="572469"/>
                  </a:lnTo>
                  <a:lnTo>
                    <a:pt x="638996" y="573951"/>
                  </a:lnTo>
                  <a:lnTo>
                    <a:pt x="704330" y="572469"/>
                  </a:lnTo>
                  <a:lnTo>
                    <a:pt x="767777" y="568121"/>
                  </a:lnTo>
                  <a:lnTo>
                    <a:pt x="829015" y="561049"/>
                  </a:lnTo>
                  <a:lnTo>
                    <a:pt x="887723" y="551399"/>
                  </a:lnTo>
                  <a:lnTo>
                    <a:pt x="943581" y="539315"/>
                  </a:lnTo>
                  <a:lnTo>
                    <a:pt x="996266" y="524941"/>
                  </a:lnTo>
                  <a:lnTo>
                    <a:pt x="1045458" y="508421"/>
                  </a:lnTo>
                  <a:lnTo>
                    <a:pt x="1090835" y="489900"/>
                  </a:lnTo>
                  <a:lnTo>
                    <a:pt x="1132077" y="469520"/>
                  </a:lnTo>
                  <a:lnTo>
                    <a:pt x="1168862" y="447428"/>
                  </a:lnTo>
                  <a:lnTo>
                    <a:pt x="1200869" y="423767"/>
                  </a:lnTo>
                  <a:lnTo>
                    <a:pt x="1249264" y="372315"/>
                  </a:lnTo>
                  <a:lnTo>
                    <a:pt x="1274693" y="316318"/>
                  </a:lnTo>
                  <a:lnTo>
                    <a:pt x="1277992" y="286975"/>
                  </a:lnTo>
                  <a:lnTo>
                    <a:pt x="1274693" y="257634"/>
                  </a:lnTo>
                  <a:lnTo>
                    <a:pt x="1249264" y="201639"/>
                  </a:lnTo>
                  <a:lnTo>
                    <a:pt x="1200869" y="150188"/>
                  </a:lnTo>
                  <a:lnTo>
                    <a:pt x="1168862" y="126526"/>
                  </a:lnTo>
                  <a:lnTo>
                    <a:pt x="1132077" y="104434"/>
                  </a:lnTo>
                  <a:lnTo>
                    <a:pt x="1090835" y="84055"/>
                  </a:lnTo>
                  <a:lnTo>
                    <a:pt x="1045458" y="65532"/>
                  </a:lnTo>
                  <a:lnTo>
                    <a:pt x="996266" y="49012"/>
                  </a:lnTo>
                  <a:lnTo>
                    <a:pt x="943581" y="34637"/>
                  </a:lnTo>
                  <a:lnTo>
                    <a:pt x="887723" y="22552"/>
                  </a:lnTo>
                  <a:lnTo>
                    <a:pt x="829015" y="12902"/>
                  </a:lnTo>
                  <a:lnTo>
                    <a:pt x="767777" y="5830"/>
                  </a:lnTo>
                  <a:lnTo>
                    <a:pt x="704330" y="1481"/>
                  </a:lnTo>
                  <a:lnTo>
                    <a:pt x="638996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7314330" y="2508065"/>
              <a:ext cx="1198245" cy="839469"/>
            </a:xfrm>
            <a:custGeom>
              <a:avLst/>
              <a:gdLst/>
              <a:ahLst/>
              <a:cxnLst/>
              <a:rect l="l" t="t" r="r" b="b"/>
              <a:pathLst>
                <a:path w="1198244" h="839470">
                  <a:moveTo>
                    <a:pt x="77520" y="596684"/>
                  </a:moveTo>
                  <a:lnTo>
                    <a:pt x="60820" y="547636"/>
                  </a:lnTo>
                  <a:lnTo>
                    <a:pt x="47294" y="497497"/>
                  </a:lnTo>
                  <a:lnTo>
                    <a:pt x="37122" y="447052"/>
                  </a:lnTo>
                  <a:lnTo>
                    <a:pt x="30429" y="397040"/>
                  </a:lnTo>
                  <a:lnTo>
                    <a:pt x="27368" y="348221"/>
                  </a:lnTo>
                  <a:lnTo>
                    <a:pt x="28105" y="301358"/>
                  </a:lnTo>
                  <a:lnTo>
                    <a:pt x="20447" y="308406"/>
                  </a:lnTo>
                  <a:lnTo>
                    <a:pt x="13208" y="315556"/>
                  </a:lnTo>
                  <a:lnTo>
                    <a:pt x="6388" y="322808"/>
                  </a:lnTo>
                  <a:lnTo>
                    <a:pt x="0" y="330161"/>
                  </a:lnTo>
                  <a:lnTo>
                    <a:pt x="1397" y="376250"/>
                  </a:lnTo>
                  <a:lnTo>
                    <a:pt x="6019" y="423748"/>
                  </a:lnTo>
                  <a:lnTo>
                    <a:pt x="13792" y="472071"/>
                  </a:lnTo>
                  <a:lnTo>
                    <a:pt x="24638" y="520598"/>
                  </a:lnTo>
                  <a:lnTo>
                    <a:pt x="38493" y="568756"/>
                  </a:lnTo>
                  <a:lnTo>
                    <a:pt x="67106" y="589902"/>
                  </a:lnTo>
                  <a:lnTo>
                    <a:pt x="77520" y="596684"/>
                  </a:lnTo>
                  <a:close/>
                </a:path>
                <a:path w="1198244" h="839470">
                  <a:moveTo>
                    <a:pt x="1123784" y="355981"/>
                  </a:moveTo>
                  <a:lnTo>
                    <a:pt x="1123734" y="314134"/>
                  </a:lnTo>
                  <a:lnTo>
                    <a:pt x="1121054" y="274751"/>
                  </a:lnTo>
                  <a:lnTo>
                    <a:pt x="1101610" y="195173"/>
                  </a:lnTo>
                  <a:lnTo>
                    <a:pt x="1077506" y="155905"/>
                  </a:lnTo>
                  <a:lnTo>
                    <a:pt x="1045489" y="121081"/>
                  </a:lnTo>
                  <a:lnTo>
                    <a:pt x="1007605" y="91084"/>
                  </a:lnTo>
                  <a:lnTo>
                    <a:pt x="965873" y="66294"/>
                  </a:lnTo>
                  <a:lnTo>
                    <a:pt x="922337" y="47117"/>
                  </a:lnTo>
                  <a:lnTo>
                    <a:pt x="879005" y="33921"/>
                  </a:lnTo>
                  <a:lnTo>
                    <a:pt x="829652" y="23304"/>
                  </a:lnTo>
                  <a:lnTo>
                    <a:pt x="779792" y="14668"/>
                  </a:lnTo>
                  <a:lnTo>
                    <a:pt x="729538" y="8013"/>
                  </a:lnTo>
                  <a:lnTo>
                    <a:pt x="679005" y="3352"/>
                  </a:lnTo>
                  <a:lnTo>
                    <a:pt x="628269" y="685"/>
                  </a:lnTo>
                  <a:lnTo>
                    <a:pt x="577469" y="0"/>
                  </a:lnTo>
                  <a:lnTo>
                    <a:pt x="526707" y="1320"/>
                  </a:lnTo>
                  <a:lnTo>
                    <a:pt x="476072" y="4635"/>
                  </a:lnTo>
                  <a:lnTo>
                    <a:pt x="425678" y="9969"/>
                  </a:lnTo>
                  <a:lnTo>
                    <a:pt x="375627" y="17297"/>
                  </a:lnTo>
                  <a:lnTo>
                    <a:pt x="326047" y="26644"/>
                  </a:lnTo>
                  <a:lnTo>
                    <a:pt x="277876" y="40665"/>
                  </a:lnTo>
                  <a:lnTo>
                    <a:pt x="231470" y="61760"/>
                  </a:lnTo>
                  <a:lnTo>
                    <a:pt x="188429" y="89458"/>
                  </a:lnTo>
                  <a:lnTo>
                    <a:pt x="150304" y="123329"/>
                  </a:lnTo>
                  <a:lnTo>
                    <a:pt x="118719" y="162915"/>
                  </a:lnTo>
                  <a:lnTo>
                    <a:pt x="95237" y="207746"/>
                  </a:lnTo>
                  <a:lnTo>
                    <a:pt x="77508" y="278269"/>
                  </a:lnTo>
                  <a:lnTo>
                    <a:pt x="73914" y="318592"/>
                  </a:lnTo>
                  <a:lnTo>
                    <a:pt x="73736" y="361391"/>
                  </a:lnTo>
                  <a:lnTo>
                    <a:pt x="76873" y="405980"/>
                  </a:lnTo>
                  <a:lnTo>
                    <a:pt x="83261" y="451675"/>
                  </a:lnTo>
                  <a:lnTo>
                    <a:pt x="92824" y="497789"/>
                  </a:lnTo>
                  <a:lnTo>
                    <a:pt x="105460" y="543661"/>
                  </a:lnTo>
                  <a:lnTo>
                    <a:pt x="121107" y="588606"/>
                  </a:lnTo>
                  <a:lnTo>
                    <a:pt x="139674" y="631926"/>
                  </a:lnTo>
                  <a:lnTo>
                    <a:pt x="161086" y="672960"/>
                  </a:lnTo>
                  <a:lnTo>
                    <a:pt x="185254" y="711022"/>
                  </a:lnTo>
                  <a:lnTo>
                    <a:pt x="212115" y="745439"/>
                  </a:lnTo>
                  <a:lnTo>
                    <a:pt x="241579" y="775512"/>
                  </a:lnTo>
                  <a:lnTo>
                    <a:pt x="273558" y="800582"/>
                  </a:lnTo>
                  <a:lnTo>
                    <a:pt x="307975" y="819962"/>
                  </a:lnTo>
                  <a:lnTo>
                    <a:pt x="344754" y="832967"/>
                  </a:lnTo>
                  <a:lnTo>
                    <a:pt x="383819" y="838911"/>
                  </a:lnTo>
                  <a:lnTo>
                    <a:pt x="425069" y="837133"/>
                  </a:lnTo>
                  <a:lnTo>
                    <a:pt x="475894" y="830948"/>
                  </a:lnTo>
                  <a:lnTo>
                    <a:pt x="526884" y="826465"/>
                  </a:lnTo>
                  <a:lnTo>
                    <a:pt x="578002" y="823696"/>
                  </a:lnTo>
                  <a:lnTo>
                    <a:pt x="629196" y="822642"/>
                  </a:lnTo>
                  <a:lnTo>
                    <a:pt x="680427" y="823302"/>
                  </a:lnTo>
                  <a:lnTo>
                    <a:pt x="731647" y="825677"/>
                  </a:lnTo>
                  <a:lnTo>
                    <a:pt x="782828" y="829779"/>
                  </a:lnTo>
                  <a:lnTo>
                    <a:pt x="826947" y="830287"/>
                  </a:lnTo>
                  <a:lnTo>
                    <a:pt x="867816" y="823341"/>
                  </a:lnTo>
                  <a:lnTo>
                    <a:pt x="905510" y="809612"/>
                  </a:lnTo>
                  <a:lnTo>
                    <a:pt x="940041" y="789762"/>
                  </a:lnTo>
                  <a:lnTo>
                    <a:pt x="971473" y="764438"/>
                  </a:lnTo>
                  <a:lnTo>
                    <a:pt x="999832" y="734314"/>
                  </a:lnTo>
                  <a:lnTo>
                    <a:pt x="1025169" y="700049"/>
                  </a:lnTo>
                  <a:lnTo>
                    <a:pt x="1047508" y="662305"/>
                  </a:lnTo>
                  <a:lnTo>
                    <a:pt x="1066914" y="621728"/>
                  </a:lnTo>
                  <a:lnTo>
                    <a:pt x="1083411" y="578993"/>
                  </a:lnTo>
                  <a:lnTo>
                    <a:pt x="1097051" y="534746"/>
                  </a:lnTo>
                  <a:lnTo>
                    <a:pt x="1107859" y="489673"/>
                  </a:lnTo>
                  <a:lnTo>
                    <a:pt x="1115898" y="444411"/>
                  </a:lnTo>
                  <a:lnTo>
                    <a:pt x="1121194" y="399630"/>
                  </a:lnTo>
                  <a:lnTo>
                    <a:pt x="1123784" y="355981"/>
                  </a:lnTo>
                  <a:close/>
                </a:path>
                <a:path w="1198244" h="839470">
                  <a:moveTo>
                    <a:pt x="1197660" y="330377"/>
                  </a:moveTo>
                  <a:lnTo>
                    <a:pt x="1191310" y="323037"/>
                  </a:lnTo>
                  <a:lnTo>
                    <a:pt x="1184529" y="315798"/>
                  </a:lnTo>
                  <a:lnTo>
                    <a:pt x="1177328" y="308660"/>
                  </a:lnTo>
                  <a:lnTo>
                    <a:pt x="1169708" y="301637"/>
                  </a:lnTo>
                  <a:lnTo>
                    <a:pt x="1169949" y="347992"/>
                  </a:lnTo>
                  <a:lnTo>
                    <a:pt x="1167193" y="396189"/>
                  </a:lnTo>
                  <a:lnTo>
                    <a:pt x="1161427" y="445503"/>
                  </a:lnTo>
                  <a:lnTo>
                    <a:pt x="1152613" y="495223"/>
                  </a:lnTo>
                  <a:lnTo>
                    <a:pt x="1140714" y="544614"/>
                  </a:lnTo>
                  <a:lnTo>
                    <a:pt x="1125728" y="592988"/>
                  </a:lnTo>
                  <a:lnTo>
                    <a:pt x="1135710" y="586257"/>
                  </a:lnTo>
                  <a:lnTo>
                    <a:pt x="1175512" y="518045"/>
                  </a:lnTo>
                  <a:lnTo>
                    <a:pt x="1185113" y="470344"/>
                  </a:lnTo>
                  <a:lnTo>
                    <a:pt x="1191983" y="422783"/>
                  </a:lnTo>
                  <a:lnTo>
                    <a:pt x="1196162" y="375932"/>
                  </a:lnTo>
                  <a:lnTo>
                    <a:pt x="1197660" y="3303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7388072" y="2598584"/>
              <a:ext cx="934085" cy="748665"/>
            </a:xfrm>
            <a:custGeom>
              <a:avLst/>
              <a:gdLst/>
              <a:ahLst/>
              <a:cxnLst/>
              <a:rect l="l" t="t" r="r" b="b"/>
              <a:pathLst>
                <a:path w="934084" h="748664">
                  <a:moveTo>
                    <a:pt x="113294" y="0"/>
                  </a:moveTo>
                  <a:lnTo>
                    <a:pt x="59327" y="52595"/>
                  </a:lnTo>
                  <a:lnTo>
                    <a:pt x="21506" y="117221"/>
                  </a:lnTo>
                  <a:lnTo>
                    <a:pt x="3776" y="187748"/>
                  </a:lnTo>
                  <a:lnTo>
                    <a:pt x="184" y="228074"/>
                  </a:lnTo>
                  <a:lnTo>
                    <a:pt x="0" y="270870"/>
                  </a:lnTo>
                  <a:lnTo>
                    <a:pt x="3142" y="315454"/>
                  </a:lnTo>
                  <a:lnTo>
                    <a:pt x="9531" y="361146"/>
                  </a:lnTo>
                  <a:lnTo>
                    <a:pt x="19086" y="407268"/>
                  </a:lnTo>
                  <a:lnTo>
                    <a:pt x="31727" y="453138"/>
                  </a:lnTo>
                  <a:lnTo>
                    <a:pt x="47372" y="498076"/>
                  </a:lnTo>
                  <a:lnTo>
                    <a:pt x="65941" y="541403"/>
                  </a:lnTo>
                  <a:lnTo>
                    <a:pt x="87353" y="582438"/>
                  </a:lnTo>
                  <a:lnTo>
                    <a:pt x="111528" y="620502"/>
                  </a:lnTo>
                  <a:lnTo>
                    <a:pt x="138385" y="654914"/>
                  </a:lnTo>
                  <a:lnTo>
                    <a:pt x="167844" y="684994"/>
                  </a:lnTo>
                  <a:lnTo>
                    <a:pt x="199824" y="710062"/>
                  </a:lnTo>
                  <a:lnTo>
                    <a:pt x="234244" y="729439"/>
                  </a:lnTo>
                  <a:lnTo>
                    <a:pt x="271023" y="742443"/>
                  </a:lnTo>
                  <a:lnTo>
                    <a:pt x="310082" y="748395"/>
                  </a:lnTo>
                  <a:lnTo>
                    <a:pt x="351339" y="746616"/>
                  </a:lnTo>
                  <a:lnTo>
                    <a:pt x="402160" y="740427"/>
                  </a:lnTo>
                  <a:lnTo>
                    <a:pt x="453147" y="735944"/>
                  </a:lnTo>
                  <a:lnTo>
                    <a:pt x="504260" y="733171"/>
                  </a:lnTo>
                  <a:lnTo>
                    <a:pt x="555454" y="732112"/>
                  </a:lnTo>
                  <a:lnTo>
                    <a:pt x="606687" y="732771"/>
                  </a:lnTo>
                  <a:lnTo>
                    <a:pt x="657916" y="735150"/>
                  </a:lnTo>
                  <a:lnTo>
                    <a:pt x="709098" y="739254"/>
                  </a:lnTo>
                  <a:lnTo>
                    <a:pt x="764057" y="738652"/>
                  </a:lnTo>
                  <a:lnTo>
                    <a:pt x="813919" y="726538"/>
                  </a:lnTo>
                  <a:lnTo>
                    <a:pt x="858764" y="704227"/>
                  </a:lnTo>
                  <a:lnTo>
                    <a:pt x="898673" y="673034"/>
                  </a:lnTo>
                  <a:lnTo>
                    <a:pt x="933730" y="634273"/>
                  </a:lnTo>
                  <a:lnTo>
                    <a:pt x="897652" y="656909"/>
                  </a:lnTo>
                  <a:lnTo>
                    <a:pt x="857991" y="672717"/>
                  </a:lnTo>
                  <a:lnTo>
                    <a:pt x="814698" y="680892"/>
                  </a:lnTo>
                  <a:lnTo>
                    <a:pt x="767724" y="680628"/>
                  </a:lnTo>
                  <a:lnTo>
                    <a:pt x="716546" y="676524"/>
                  </a:lnTo>
                  <a:lnTo>
                    <a:pt x="665318" y="674144"/>
                  </a:lnTo>
                  <a:lnTo>
                    <a:pt x="614085" y="673485"/>
                  </a:lnTo>
                  <a:lnTo>
                    <a:pt x="562890" y="674543"/>
                  </a:lnTo>
                  <a:lnTo>
                    <a:pt x="511776" y="677314"/>
                  </a:lnTo>
                  <a:lnTo>
                    <a:pt x="460787" y="681793"/>
                  </a:lnTo>
                  <a:lnTo>
                    <a:pt x="409966" y="687979"/>
                  </a:lnTo>
                  <a:lnTo>
                    <a:pt x="368709" y="689760"/>
                  </a:lnTo>
                  <a:lnTo>
                    <a:pt x="329650" y="683809"/>
                  </a:lnTo>
                  <a:lnTo>
                    <a:pt x="292870" y="670806"/>
                  </a:lnTo>
                  <a:lnTo>
                    <a:pt x="258450" y="651431"/>
                  </a:lnTo>
                  <a:lnTo>
                    <a:pt x="226471" y="626363"/>
                  </a:lnTo>
                  <a:lnTo>
                    <a:pt x="197012" y="596284"/>
                  </a:lnTo>
                  <a:lnTo>
                    <a:pt x="170155" y="561873"/>
                  </a:lnTo>
                  <a:lnTo>
                    <a:pt x="145979" y="523810"/>
                  </a:lnTo>
                  <a:lnTo>
                    <a:pt x="124567" y="482775"/>
                  </a:lnTo>
                  <a:lnTo>
                    <a:pt x="105998" y="439449"/>
                  </a:lnTo>
                  <a:lnTo>
                    <a:pt x="90353" y="394511"/>
                  </a:lnTo>
                  <a:lnTo>
                    <a:pt x="77713" y="348641"/>
                  </a:lnTo>
                  <a:lnTo>
                    <a:pt x="68158" y="302520"/>
                  </a:lnTo>
                  <a:lnTo>
                    <a:pt x="61769" y="256827"/>
                  </a:lnTo>
                  <a:lnTo>
                    <a:pt x="58626" y="212243"/>
                  </a:lnTo>
                  <a:lnTo>
                    <a:pt x="58810" y="169448"/>
                  </a:lnTo>
                  <a:lnTo>
                    <a:pt x="62403" y="129121"/>
                  </a:lnTo>
                  <a:lnTo>
                    <a:pt x="80133" y="58595"/>
                  </a:lnTo>
                  <a:lnTo>
                    <a:pt x="103594" y="13793"/>
                  </a:lnTo>
                  <a:lnTo>
                    <a:pt x="113294" y="0"/>
                  </a:lnTo>
                  <a:close/>
                </a:path>
              </a:pathLst>
            </a:custGeom>
            <a:solidFill>
              <a:srgbClr val="BBBBBB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7456224" y="2688933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099" y="0"/>
                  </a:moveTo>
                  <a:lnTo>
                    <a:pt x="408342" y="378"/>
                  </a:lnTo>
                  <a:lnTo>
                    <a:pt x="359594" y="1512"/>
                  </a:lnTo>
                  <a:lnTo>
                    <a:pt x="310864" y="3403"/>
                  </a:lnTo>
                  <a:lnTo>
                    <a:pt x="262159" y="6051"/>
                  </a:lnTo>
                  <a:lnTo>
                    <a:pt x="213490" y="9455"/>
                  </a:lnTo>
                  <a:lnTo>
                    <a:pt x="149781" y="23508"/>
                  </a:lnTo>
                  <a:lnTo>
                    <a:pt x="95344" y="53086"/>
                  </a:lnTo>
                  <a:lnTo>
                    <a:pt x="51714" y="95132"/>
                  </a:lnTo>
                  <a:lnTo>
                    <a:pt x="20427" y="146589"/>
                  </a:lnTo>
                  <a:lnTo>
                    <a:pt x="3019" y="204398"/>
                  </a:lnTo>
                  <a:lnTo>
                    <a:pt x="0" y="234731"/>
                  </a:lnTo>
                  <a:lnTo>
                    <a:pt x="1026" y="265504"/>
                  </a:lnTo>
                  <a:lnTo>
                    <a:pt x="15984" y="326849"/>
                  </a:lnTo>
                  <a:lnTo>
                    <a:pt x="49430" y="385376"/>
                  </a:lnTo>
                  <a:lnTo>
                    <a:pt x="102898" y="438028"/>
                  </a:lnTo>
                  <a:lnTo>
                    <a:pt x="137621" y="461195"/>
                  </a:lnTo>
                  <a:lnTo>
                    <a:pt x="177926" y="481747"/>
                  </a:lnTo>
                  <a:lnTo>
                    <a:pt x="224004" y="499301"/>
                  </a:lnTo>
                  <a:lnTo>
                    <a:pt x="276049" y="513476"/>
                  </a:lnTo>
                  <a:lnTo>
                    <a:pt x="334251" y="523889"/>
                  </a:lnTo>
                  <a:lnTo>
                    <a:pt x="379831" y="529048"/>
                  </a:lnTo>
                  <a:lnTo>
                    <a:pt x="426737" y="532103"/>
                  </a:lnTo>
                  <a:lnTo>
                    <a:pt x="474501" y="532819"/>
                  </a:lnTo>
                  <a:lnTo>
                    <a:pt x="522651" y="530962"/>
                  </a:lnTo>
                  <a:lnTo>
                    <a:pt x="570718" y="526296"/>
                  </a:lnTo>
                  <a:lnTo>
                    <a:pt x="618233" y="518587"/>
                  </a:lnTo>
                  <a:lnTo>
                    <a:pt x="664723" y="507599"/>
                  </a:lnTo>
                  <a:lnTo>
                    <a:pt x="709721" y="493098"/>
                  </a:lnTo>
                  <a:lnTo>
                    <a:pt x="752756" y="474848"/>
                  </a:lnTo>
                  <a:lnTo>
                    <a:pt x="793357" y="452614"/>
                  </a:lnTo>
                  <a:lnTo>
                    <a:pt x="830641" y="425084"/>
                  </a:lnTo>
                  <a:lnTo>
                    <a:pt x="860743" y="393773"/>
                  </a:lnTo>
                  <a:lnTo>
                    <a:pt x="883887" y="359488"/>
                  </a:lnTo>
                  <a:lnTo>
                    <a:pt x="900299" y="323034"/>
                  </a:lnTo>
                  <a:lnTo>
                    <a:pt x="910203" y="285217"/>
                  </a:lnTo>
                  <a:lnTo>
                    <a:pt x="913823" y="246845"/>
                  </a:lnTo>
                  <a:lnTo>
                    <a:pt x="911385" y="208722"/>
                  </a:lnTo>
                  <a:lnTo>
                    <a:pt x="889229" y="136449"/>
                  </a:lnTo>
                  <a:lnTo>
                    <a:pt x="845532" y="74847"/>
                  </a:lnTo>
                  <a:lnTo>
                    <a:pt x="816166" y="50064"/>
                  </a:lnTo>
                  <a:lnTo>
                    <a:pt x="782090" y="30367"/>
                  </a:lnTo>
                  <a:lnTo>
                    <a:pt x="743526" y="16561"/>
                  </a:lnTo>
                  <a:lnTo>
                    <a:pt x="700700" y="9455"/>
                  </a:lnTo>
                  <a:lnTo>
                    <a:pt x="652034" y="6051"/>
                  </a:lnTo>
                  <a:lnTo>
                    <a:pt x="603331" y="3403"/>
                  </a:lnTo>
                  <a:lnTo>
                    <a:pt x="554602" y="1512"/>
                  </a:lnTo>
                  <a:lnTo>
                    <a:pt x="505855" y="378"/>
                  </a:lnTo>
                  <a:lnTo>
                    <a:pt x="45709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7463292" y="2696031"/>
              <a:ext cx="899794" cy="518795"/>
            </a:xfrm>
            <a:custGeom>
              <a:avLst/>
              <a:gdLst/>
              <a:ahLst/>
              <a:cxnLst/>
              <a:rect l="l" t="t" r="r" b="b"/>
              <a:pathLst>
                <a:path w="899794" h="518794">
                  <a:moveTo>
                    <a:pt x="450028" y="0"/>
                  </a:moveTo>
                  <a:lnTo>
                    <a:pt x="401467" y="380"/>
                  </a:lnTo>
                  <a:lnTo>
                    <a:pt x="352772" y="1517"/>
                  </a:lnTo>
                  <a:lnTo>
                    <a:pt x="304052" y="3408"/>
                  </a:lnTo>
                  <a:lnTo>
                    <a:pt x="255418" y="6048"/>
                  </a:lnTo>
                  <a:lnTo>
                    <a:pt x="206977" y="9434"/>
                  </a:lnTo>
                  <a:lnTo>
                    <a:pt x="159608" y="18296"/>
                  </a:lnTo>
                  <a:lnTo>
                    <a:pt x="116424" y="36504"/>
                  </a:lnTo>
                  <a:lnTo>
                    <a:pt x="78473" y="62946"/>
                  </a:lnTo>
                  <a:lnTo>
                    <a:pt x="46806" y="96512"/>
                  </a:lnTo>
                  <a:lnTo>
                    <a:pt x="22471" y="136088"/>
                  </a:lnTo>
                  <a:lnTo>
                    <a:pt x="6519" y="180565"/>
                  </a:lnTo>
                  <a:lnTo>
                    <a:pt x="0" y="228830"/>
                  </a:lnTo>
                  <a:lnTo>
                    <a:pt x="1709" y="263392"/>
                  </a:lnTo>
                  <a:lnTo>
                    <a:pt x="22724" y="333220"/>
                  </a:lnTo>
                  <a:lnTo>
                    <a:pt x="42927" y="367052"/>
                  </a:lnTo>
                  <a:lnTo>
                    <a:pt x="70192" y="399209"/>
                  </a:lnTo>
                  <a:lnTo>
                    <a:pt x="104968" y="428971"/>
                  </a:lnTo>
                  <a:lnTo>
                    <a:pt x="147702" y="455624"/>
                  </a:lnTo>
                  <a:lnTo>
                    <a:pt x="198844" y="478450"/>
                  </a:lnTo>
                  <a:lnTo>
                    <a:pt x="258843" y="496732"/>
                  </a:lnTo>
                  <a:lnTo>
                    <a:pt x="328147" y="509754"/>
                  </a:lnTo>
                  <a:lnTo>
                    <a:pt x="393027" y="516433"/>
                  </a:lnTo>
                  <a:lnTo>
                    <a:pt x="457462" y="518675"/>
                  </a:lnTo>
                  <a:lnTo>
                    <a:pt x="498263" y="517723"/>
                  </a:lnTo>
                  <a:lnTo>
                    <a:pt x="542789" y="514425"/>
                  </a:lnTo>
                  <a:lnTo>
                    <a:pt x="589932" y="508115"/>
                  </a:lnTo>
                  <a:lnTo>
                    <a:pt x="638586" y="498131"/>
                  </a:lnTo>
                  <a:lnTo>
                    <a:pt x="687643" y="483807"/>
                  </a:lnTo>
                  <a:lnTo>
                    <a:pt x="735997" y="464479"/>
                  </a:lnTo>
                  <a:lnTo>
                    <a:pt x="782541" y="439484"/>
                  </a:lnTo>
                  <a:lnTo>
                    <a:pt x="824224" y="407565"/>
                  </a:lnTo>
                  <a:lnTo>
                    <a:pt x="857320" y="369414"/>
                  </a:lnTo>
                  <a:lnTo>
                    <a:pt x="881285" y="326310"/>
                  </a:lnTo>
                  <a:lnTo>
                    <a:pt x="895575" y="279532"/>
                  </a:lnTo>
                  <a:lnTo>
                    <a:pt x="899643" y="230358"/>
                  </a:lnTo>
                  <a:lnTo>
                    <a:pt x="892946" y="180067"/>
                  </a:lnTo>
                  <a:lnTo>
                    <a:pt x="876839" y="134614"/>
                  </a:lnTo>
                  <a:lnTo>
                    <a:pt x="852537" y="94844"/>
                  </a:lnTo>
                  <a:lnTo>
                    <a:pt x="821024" y="61598"/>
                  </a:lnTo>
                  <a:lnTo>
                    <a:pt x="783286" y="35720"/>
                  </a:lnTo>
                  <a:lnTo>
                    <a:pt x="740309" y="18051"/>
                  </a:lnTo>
                  <a:lnTo>
                    <a:pt x="693078" y="9434"/>
                  </a:lnTo>
                  <a:lnTo>
                    <a:pt x="644638" y="6048"/>
                  </a:lnTo>
                  <a:lnTo>
                    <a:pt x="596004" y="3408"/>
                  </a:lnTo>
                  <a:lnTo>
                    <a:pt x="547286" y="1517"/>
                  </a:lnTo>
                  <a:lnTo>
                    <a:pt x="498594" y="380"/>
                  </a:lnTo>
                  <a:lnTo>
                    <a:pt x="450028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7958441" y="2551505"/>
              <a:ext cx="337185" cy="100330"/>
            </a:xfrm>
            <a:custGeom>
              <a:avLst/>
              <a:gdLst/>
              <a:ahLst/>
              <a:cxnLst/>
              <a:rect l="l" t="t" r="r" b="b"/>
              <a:pathLst>
                <a:path w="337184" h="100330">
                  <a:moveTo>
                    <a:pt x="106048" y="0"/>
                  </a:moveTo>
                  <a:lnTo>
                    <a:pt x="49515" y="8799"/>
                  </a:lnTo>
                  <a:lnTo>
                    <a:pt x="12212" y="24470"/>
                  </a:lnTo>
                  <a:lnTo>
                    <a:pt x="0" y="42678"/>
                  </a:lnTo>
                  <a:lnTo>
                    <a:pt x="14612" y="58929"/>
                  </a:lnTo>
                  <a:lnTo>
                    <a:pt x="50631" y="71542"/>
                  </a:lnTo>
                  <a:lnTo>
                    <a:pt x="102578" y="81667"/>
                  </a:lnTo>
                  <a:lnTo>
                    <a:pt x="164968" y="90456"/>
                  </a:lnTo>
                  <a:lnTo>
                    <a:pt x="227605" y="97264"/>
                  </a:lnTo>
                  <a:lnTo>
                    <a:pt x="280445" y="100212"/>
                  </a:lnTo>
                  <a:lnTo>
                    <a:pt x="318457" y="96835"/>
                  </a:lnTo>
                  <a:lnTo>
                    <a:pt x="336607" y="84666"/>
                  </a:lnTo>
                  <a:lnTo>
                    <a:pt x="329242" y="64018"/>
                  </a:lnTo>
                  <a:lnTo>
                    <a:pt x="296935" y="39665"/>
                  </a:lnTo>
                  <a:lnTo>
                    <a:pt x="244301" y="17247"/>
                  </a:lnTo>
                  <a:lnTo>
                    <a:pt x="175952" y="2406"/>
                  </a:lnTo>
                  <a:lnTo>
                    <a:pt x="106048" y="0"/>
                  </a:lnTo>
                  <a:close/>
                </a:path>
              </a:pathLst>
            </a:custGeom>
            <a:solidFill>
              <a:srgbClr val="CCCCC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7833192" y="2794564"/>
              <a:ext cx="170256" cy="256307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17805625" y="3070283"/>
              <a:ext cx="231775" cy="12700"/>
            </a:xfrm>
            <a:custGeom>
              <a:avLst/>
              <a:gdLst/>
              <a:ahLst/>
              <a:cxnLst/>
              <a:rect l="l" t="t" r="r" b="b"/>
              <a:pathLst>
                <a:path w="231775" h="12700">
                  <a:moveTo>
                    <a:pt x="231595" y="0"/>
                  </a:moveTo>
                  <a:lnTo>
                    <a:pt x="0" y="0"/>
                  </a:lnTo>
                  <a:lnTo>
                    <a:pt x="0" y="12355"/>
                  </a:lnTo>
                  <a:lnTo>
                    <a:pt x="231595" y="12355"/>
                  </a:lnTo>
                  <a:lnTo>
                    <a:pt x="231595" y="0"/>
                  </a:lnTo>
                  <a:close/>
                </a:path>
              </a:pathLst>
            </a:custGeom>
            <a:solidFill>
              <a:srgbClr val="84D4F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5" name="object 135" descr=""/>
          <p:cNvGrpSpPr/>
          <p:nvPr/>
        </p:nvGrpSpPr>
        <p:grpSpPr>
          <a:xfrm>
            <a:off x="15698451" y="2508060"/>
            <a:ext cx="1278255" cy="839469"/>
            <a:chOff x="15698451" y="2508060"/>
            <a:chExt cx="1278255" cy="839469"/>
          </a:xfrm>
        </p:grpSpPr>
        <p:sp>
          <p:nvSpPr>
            <p:cNvPr id="136" name="object 136" descr=""/>
            <p:cNvSpPr/>
            <p:nvPr/>
          </p:nvSpPr>
          <p:spPr>
            <a:xfrm>
              <a:off x="15698451" y="2651717"/>
              <a:ext cx="1278255" cy="574040"/>
            </a:xfrm>
            <a:custGeom>
              <a:avLst/>
              <a:gdLst/>
              <a:ahLst/>
              <a:cxnLst/>
              <a:rect l="l" t="t" r="r" b="b"/>
              <a:pathLst>
                <a:path w="1278255" h="574039">
                  <a:moveTo>
                    <a:pt x="638996" y="0"/>
                  </a:moveTo>
                  <a:lnTo>
                    <a:pt x="573662" y="1481"/>
                  </a:lnTo>
                  <a:lnTo>
                    <a:pt x="510215" y="5830"/>
                  </a:lnTo>
                  <a:lnTo>
                    <a:pt x="448977" y="12902"/>
                  </a:lnTo>
                  <a:lnTo>
                    <a:pt x="390268" y="22552"/>
                  </a:lnTo>
                  <a:lnTo>
                    <a:pt x="334411" y="34637"/>
                  </a:lnTo>
                  <a:lnTo>
                    <a:pt x="281726" y="49012"/>
                  </a:lnTo>
                  <a:lnTo>
                    <a:pt x="232534" y="65532"/>
                  </a:lnTo>
                  <a:lnTo>
                    <a:pt x="187156" y="84055"/>
                  </a:lnTo>
                  <a:lnTo>
                    <a:pt x="145914" y="104434"/>
                  </a:lnTo>
                  <a:lnTo>
                    <a:pt x="109129" y="126526"/>
                  </a:lnTo>
                  <a:lnTo>
                    <a:pt x="77122" y="150188"/>
                  </a:lnTo>
                  <a:lnTo>
                    <a:pt x="28727" y="201639"/>
                  </a:lnTo>
                  <a:lnTo>
                    <a:pt x="3299" y="257634"/>
                  </a:lnTo>
                  <a:lnTo>
                    <a:pt x="0" y="286975"/>
                  </a:lnTo>
                  <a:lnTo>
                    <a:pt x="3299" y="316318"/>
                  </a:lnTo>
                  <a:lnTo>
                    <a:pt x="28727" y="372315"/>
                  </a:lnTo>
                  <a:lnTo>
                    <a:pt x="77122" y="423767"/>
                  </a:lnTo>
                  <a:lnTo>
                    <a:pt x="109129" y="447428"/>
                  </a:lnTo>
                  <a:lnTo>
                    <a:pt x="145914" y="469520"/>
                  </a:lnTo>
                  <a:lnTo>
                    <a:pt x="187156" y="489900"/>
                  </a:lnTo>
                  <a:lnTo>
                    <a:pt x="232534" y="508421"/>
                  </a:lnTo>
                  <a:lnTo>
                    <a:pt x="281726" y="524941"/>
                  </a:lnTo>
                  <a:lnTo>
                    <a:pt x="334411" y="539315"/>
                  </a:lnTo>
                  <a:lnTo>
                    <a:pt x="390268" y="551399"/>
                  </a:lnTo>
                  <a:lnTo>
                    <a:pt x="448977" y="561049"/>
                  </a:lnTo>
                  <a:lnTo>
                    <a:pt x="510215" y="568121"/>
                  </a:lnTo>
                  <a:lnTo>
                    <a:pt x="573662" y="572469"/>
                  </a:lnTo>
                  <a:lnTo>
                    <a:pt x="638996" y="573951"/>
                  </a:lnTo>
                  <a:lnTo>
                    <a:pt x="704330" y="572469"/>
                  </a:lnTo>
                  <a:lnTo>
                    <a:pt x="767777" y="568121"/>
                  </a:lnTo>
                  <a:lnTo>
                    <a:pt x="829016" y="561049"/>
                  </a:lnTo>
                  <a:lnTo>
                    <a:pt x="887725" y="551399"/>
                  </a:lnTo>
                  <a:lnTo>
                    <a:pt x="943583" y="539315"/>
                  </a:lnTo>
                  <a:lnTo>
                    <a:pt x="996269" y="524941"/>
                  </a:lnTo>
                  <a:lnTo>
                    <a:pt x="1045462" y="508421"/>
                  </a:lnTo>
                  <a:lnTo>
                    <a:pt x="1090841" y="489900"/>
                  </a:lnTo>
                  <a:lnTo>
                    <a:pt x="1132083" y="469520"/>
                  </a:lnTo>
                  <a:lnTo>
                    <a:pt x="1168869" y="447428"/>
                  </a:lnTo>
                  <a:lnTo>
                    <a:pt x="1200877" y="423767"/>
                  </a:lnTo>
                  <a:lnTo>
                    <a:pt x="1249274" y="372315"/>
                  </a:lnTo>
                  <a:lnTo>
                    <a:pt x="1274703" y="316318"/>
                  </a:lnTo>
                  <a:lnTo>
                    <a:pt x="1278002" y="286975"/>
                  </a:lnTo>
                  <a:lnTo>
                    <a:pt x="1274703" y="257634"/>
                  </a:lnTo>
                  <a:lnTo>
                    <a:pt x="1249274" y="201639"/>
                  </a:lnTo>
                  <a:lnTo>
                    <a:pt x="1200877" y="150188"/>
                  </a:lnTo>
                  <a:lnTo>
                    <a:pt x="1168869" y="126526"/>
                  </a:lnTo>
                  <a:lnTo>
                    <a:pt x="1132083" y="104434"/>
                  </a:lnTo>
                  <a:lnTo>
                    <a:pt x="1090841" y="84055"/>
                  </a:lnTo>
                  <a:lnTo>
                    <a:pt x="1045462" y="65532"/>
                  </a:lnTo>
                  <a:lnTo>
                    <a:pt x="996269" y="49012"/>
                  </a:lnTo>
                  <a:lnTo>
                    <a:pt x="943583" y="34637"/>
                  </a:lnTo>
                  <a:lnTo>
                    <a:pt x="887725" y="22552"/>
                  </a:lnTo>
                  <a:lnTo>
                    <a:pt x="829016" y="12902"/>
                  </a:lnTo>
                  <a:lnTo>
                    <a:pt x="767777" y="5830"/>
                  </a:lnTo>
                  <a:lnTo>
                    <a:pt x="704330" y="1481"/>
                  </a:lnTo>
                  <a:lnTo>
                    <a:pt x="638996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5738704" y="2508065"/>
              <a:ext cx="1198245" cy="839469"/>
            </a:xfrm>
            <a:custGeom>
              <a:avLst/>
              <a:gdLst/>
              <a:ahLst/>
              <a:cxnLst/>
              <a:rect l="l" t="t" r="r" b="b"/>
              <a:pathLst>
                <a:path w="1198244" h="839470">
                  <a:moveTo>
                    <a:pt x="77508" y="596684"/>
                  </a:moveTo>
                  <a:lnTo>
                    <a:pt x="60807" y="547636"/>
                  </a:lnTo>
                  <a:lnTo>
                    <a:pt x="47294" y="497497"/>
                  </a:lnTo>
                  <a:lnTo>
                    <a:pt x="37109" y="447052"/>
                  </a:lnTo>
                  <a:lnTo>
                    <a:pt x="30416" y="397040"/>
                  </a:lnTo>
                  <a:lnTo>
                    <a:pt x="27355" y="348221"/>
                  </a:lnTo>
                  <a:lnTo>
                    <a:pt x="28092" y="301358"/>
                  </a:lnTo>
                  <a:lnTo>
                    <a:pt x="20434" y="308406"/>
                  </a:lnTo>
                  <a:lnTo>
                    <a:pt x="13195" y="315556"/>
                  </a:lnTo>
                  <a:lnTo>
                    <a:pt x="6375" y="322808"/>
                  </a:lnTo>
                  <a:lnTo>
                    <a:pt x="0" y="330161"/>
                  </a:lnTo>
                  <a:lnTo>
                    <a:pt x="1397" y="376250"/>
                  </a:lnTo>
                  <a:lnTo>
                    <a:pt x="6019" y="423748"/>
                  </a:lnTo>
                  <a:lnTo>
                    <a:pt x="13792" y="472071"/>
                  </a:lnTo>
                  <a:lnTo>
                    <a:pt x="24638" y="520598"/>
                  </a:lnTo>
                  <a:lnTo>
                    <a:pt x="38493" y="568756"/>
                  </a:lnTo>
                  <a:lnTo>
                    <a:pt x="67106" y="589902"/>
                  </a:lnTo>
                  <a:lnTo>
                    <a:pt x="77508" y="596684"/>
                  </a:lnTo>
                  <a:close/>
                </a:path>
                <a:path w="1198244" h="839470">
                  <a:moveTo>
                    <a:pt x="1123784" y="355981"/>
                  </a:moveTo>
                  <a:lnTo>
                    <a:pt x="1123721" y="314134"/>
                  </a:lnTo>
                  <a:lnTo>
                    <a:pt x="1121041" y="274751"/>
                  </a:lnTo>
                  <a:lnTo>
                    <a:pt x="1101610" y="195173"/>
                  </a:lnTo>
                  <a:lnTo>
                    <a:pt x="1077493" y="155905"/>
                  </a:lnTo>
                  <a:lnTo>
                    <a:pt x="1045476" y="121081"/>
                  </a:lnTo>
                  <a:lnTo>
                    <a:pt x="1007592" y="91084"/>
                  </a:lnTo>
                  <a:lnTo>
                    <a:pt x="965873" y="66294"/>
                  </a:lnTo>
                  <a:lnTo>
                    <a:pt x="922324" y="47117"/>
                  </a:lnTo>
                  <a:lnTo>
                    <a:pt x="878992" y="33921"/>
                  </a:lnTo>
                  <a:lnTo>
                    <a:pt x="829640" y="23304"/>
                  </a:lnTo>
                  <a:lnTo>
                    <a:pt x="779792" y="14668"/>
                  </a:lnTo>
                  <a:lnTo>
                    <a:pt x="729538" y="8013"/>
                  </a:lnTo>
                  <a:lnTo>
                    <a:pt x="678992" y="3352"/>
                  </a:lnTo>
                  <a:lnTo>
                    <a:pt x="628269" y="685"/>
                  </a:lnTo>
                  <a:lnTo>
                    <a:pt x="577469" y="0"/>
                  </a:lnTo>
                  <a:lnTo>
                    <a:pt x="526694" y="1320"/>
                  </a:lnTo>
                  <a:lnTo>
                    <a:pt x="476059" y="4635"/>
                  </a:lnTo>
                  <a:lnTo>
                    <a:pt x="425665" y="9969"/>
                  </a:lnTo>
                  <a:lnTo>
                    <a:pt x="375627" y="17297"/>
                  </a:lnTo>
                  <a:lnTo>
                    <a:pt x="326047" y="26644"/>
                  </a:lnTo>
                  <a:lnTo>
                    <a:pt x="277876" y="40665"/>
                  </a:lnTo>
                  <a:lnTo>
                    <a:pt x="231470" y="61760"/>
                  </a:lnTo>
                  <a:lnTo>
                    <a:pt x="188417" y="89458"/>
                  </a:lnTo>
                  <a:lnTo>
                    <a:pt x="150304" y="123329"/>
                  </a:lnTo>
                  <a:lnTo>
                    <a:pt x="118719" y="162915"/>
                  </a:lnTo>
                  <a:lnTo>
                    <a:pt x="95237" y="207746"/>
                  </a:lnTo>
                  <a:lnTo>
                    <a:pt x="77508" y="278269"/>
                  </a:lnTo>
                  <a:lnTo>
                    <a:pt x="73914" y="318592"/>
                  </a:lnTo>
                  <a:lnTo>
                    <a:pt x="73723" y="361391"/>
                  </a:lnTo>
                  <a:lnTo>
                    <a:pt x="76873" y="405980"/>
                  </a:lnTo>
                  <a:lnTo>
                    <a:pt x="83261" y="451675"/>
                  </a:lnTo>
                  <a:lnTo>
                    <a:pt x="92811" y="497789"/>
                  </a:lnTo>
                  <a:lnTo>
                    <a:pt x="105448" y="543661"/>
                  </a:lnTo>
                  <a:lnTo>
                    <a:pt x="121094" y="588606"/>
                  </a:lnTo>
                  <a:lnTo>
                    <a:pt x="139661" y="631926"/>
                  </a:lnTo>
                  <a:lnTo>
                    <a:pt x="161074" y="672960"/>
                  </a:lnTo>
                  <a:lnTo>
                    <a:pt x="185254" y="711022"/>
                  </a:lnTo>
                  <a:lnTo>
                    <a:pt x="212115" y="745439"/>
                  </a:lnTo>
                  <a:lnTo>
                    <a:pt x="241566" y="775512"/>
                  </a:lnTo>
                  <a:lnTo>
                    <a:pt x="273545" y="800582"/>
                  </a:lnTo>
                  <a:lnTo>
                    <a:pt x="307975" y="819962"/>
                  </a:lnTo>
                  <a:lnTo>
                    <a:pt x="344754" y="832967"/>
                  </a:lnTo>
                  <a:lnTo>
                    <a:pt x="383806" y="838911"/>
                  </a:lnTo>
                  <a:lnTo>
                    <a:pt x="425069" y="837133"/>
                  </a:lnTo>
                  <a:lnTo>
                    <a:pt x="475881" y="830948"/>
                  </a:lnTo>
                  <a:lnTo>
                    <a:pt x="526872" y="826465"/>
                  </a:lnTo>
                  <a:lnTo>
                    <a:pt x="577989" y="823696"/>
                  </a:lnTo>
                  <a:lnTo>
                    <a:pt x="629183" y="822642"/>
                  </a:lnTo>
                  <a:lnTo>
                    <a:pt x="680415" y="823302"/>
                  </a:lnTo>
                  <a:lnTo>
                    <a:pt x="731647" y="825677"/>
                  </a:lnTo>
                  <a:lnTo>
                    <a:pt x="782828" y="829779"/>
                  </a:lnTo>
                  <a:lnTo>
                    <a:pt x="826947" y="830287"/>
                  </a:lnTo>
                  <a:lnTo>
                    <a:pt x="867816" y="823341"/>
                  </a:lnTo>
                  <a:lnTo>
                    <a:pt x="905510" y="809612"/>
                  </a:lnTo>
                  <a:lnTo>
                    <a:pt x="940041" y="789762"/>
                  </a:lnTo>
                  <a:lnTo>
                    <a:pt x="971473" y="764438"/>
                  </a:lnTo>
                  <a:lnTo>
                    <a:pt x="999832" y="734314"/>
                  </a:lnTo>
                  <a:lnTo>
                    <a:pt x="1025156" y="700049"/>
                  </a:lnTo>
                  <a:lnTo>
                    <a:pt x="1047508" y="662305"/>
                  </a:lnTo>
                  <a:lnTo>
                    <a:pt x="1066914" y="621728"/>
                  </a:lnTo>
                  <a:lnTo>
                    <a:pt x="1083411" y="578993"/>
                  </a:lnTo>
                  <a:lnTo>
                    <a:pt x="1097038" y="534746"/>
                  </a:lnTo>
                  <a:lnTo>
                    <a:pt x="1107859" y="489673"/>
                  </a:lnTo>
                  <a:lnTo>
                    <a:pt x="1115885" y="444411"/>
                  </a:lnTo>
                  <a:lnTo>
                    <a:pt x="1121181" y="399630"/>
                  </a:lnTo>
                  <a:lnTo>
                    <a:pt x="1123784" y="355981"/>
                  </a:lnTo>
                  <a:close/>
                </a:path>
                <a:path w="1198244" h="839470">
                  <a:moveTo>
                    <a:pt x="1197660" y="330377"/>
                  </a:moveTo>
                  <a:lnTo>
                    <a:pt x="1191310" y="323037"/>
                  </a:lnTo>
                  <a:lnTo>
                    <a:pt x="1184529" y="315798"/>
                  </a:lnTo>
                  <a:lnTo>
                    <a:pt x="1177315" y="308660"/>
                  </a:lnTo>
                  <a:lnTo>
                    <a:pt x="1169695" y="301637"/>
                  </a:lnTo>
                  <a:lnTo>
                    <a:pt x="1169936" y="347992"/>
                  </a:lnTo>
                  <a:lnTo>
                    <a:pt x="1167193" y="396189"/>
                  </a:lnTo>
                  <a:lnTo>
                    <a:pt x="1161427" y="445503"/>
                  </a:lnTo>
                  <a:lnTo>
                    <a:pt x="1152601" y="495223"/>
                  </a:lnTo>
                  <a:lnTo>
                    <a:pt x="1140714" y="544614"/>
                  </a:lnTo>
                  <a:lnTo>
                    <a:pt x="1125728" y="592988"/>
                  </a:lnTo>
                  <a:lnTo>
                    <a:pt x="1135710" y="586257"/>
                  </a:lnTo>
                  <a:lnTo>
                    <a:pt x="1175499" y="518045"/>
                  </a:lnTo>
                  <a:lnTo>
                    <a:pt x="1185113" y="470344"/>
                  </a:lnTo>
                  <a:lnTo>
                    <a:pt x="1191983" y="422783"/>
                  </a:lnTo>
                  <a:lnTo>
                    <a:pt x="1196149" y="375932"/>
                  </a:lnTo>
                  <a:lnTo>
                    <a:pt x="1197660" y="3303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5812440" y="2598584"/>
              <a:ext cx="934085" cy="748665"/>
            </a:xfrm>
            <a:custGeom>
              <a:avLst/>
              <a:gdLst/>
              <a:ahLst/>
              <a:cxnLst/>
              <a:rect l="l" t="t" r="r" b="b"/>
              <a:pathLst>
                <a:path w="934084" h="748664">
                  <a:moveTo>
                    <a:pt x="113295" y="0"/>
                  </a:moveTo>
                  <a:lnTo>
                    <a:pt x="59328" y="52595"/>
                  </a:lnTo>
                  <a:lnTo>
                    <a:pt x="21507" y="117221"/>
                  </a:lnTo>
                  <a:lnTo>
                    <a:pt x="3777" y="187748"/>
                  </a:lnTo>
                  <a:lnTo>
                    <a:pt x="184" y="228074"/>
                  </a:lnTo>
                  <a:lnTo>
                    <a:pt x="0" y="270870"/>
                  </a:lnTo>
                  <a:lnTo>
                    <a:pt x="3142" y="315454"/>
                  </a:lnTo>
                  <a:lnTo>
                    <a:pt x="9530" y="361146"/>
                  </a:lnTo>
                  <a:lnTo>
                    <a:pt x="19084" y="407268"/>
                  </a:lnTo>
                  <a:lnTo>
                    <a:pt x="31724" y="453138"/>
                  </a:lnTo>
                  <a:lnTo>
                    <a:pt x="47368" y="498076"/>
                  </a:lnTo>
                  <a:lnTo>
                    <a:pt x="65936" y="541403"/>
                  </a:lnTo>
                  <a:lnTo>
                    <a:pt x="87348" y="582438"/>
                  </a:lnTo>
                  <a:lnTo>
                    <a:pt x="111522" y="620502"/>
                  </a:lnTo>
                  <a:lnTo>
                    <a:pt x="138379" y="654914"/>
                  </a:lnTo>
                  <a:lnTo>
                    <a:pt x="167837" y="684994"/>
                  </a:lnTo>
                  <a:lnTo>
                    <a:pt x="199816" y="710062"/>
                  </a:lnTo>
                  <a:lnTo>
                    <a:pt x="234235" y="729439"/>
                  </a:lnTo>
                  <a:lnTo>
                    <a:pt x="271014" y="742443"/>
                  </a:lnTo>
                  <a:lnTo>
                    <a:pt x="310073" y="748395"/>
                  </a:lnTo>
                  <a:lnTo>
                    <a:pt x="351330" y="746616"/>
                  </a:lnTo>
                  <a:lnTo>
                    <a:pt x="402154" y="740427"/>
                  </a:lnTo>
                  <a:lnTo>
                    <a:pt x="453145" y="735944"/>
                  </a:lnTo>
                  <a:lnTo>
                    <a:pt x="504258" y="733171"/>
                  </a:lnTo>
                  <a:lnTo>
                    <a:pt x="555452" y="732112"/>
                  </a:lnTo>
                  <a:lnTo>
                    <a:pt x="606684" y="732771"/>
                  </a:lnTo>
                  <a:lnTo>
                    <a:pt x="657910" y="735150"/>
                  </a:lnTo>
                  <a:lnTo>
                    <a:pt x="709089" y="739254"/>
                  </a:lnTo>
                  <a:lnTo>
                    <a:pt x="764053" y="738652"/>
                  </a:lnTo>
                  <a:lnTo>
                    <a:pt x="813918" y="726538"/>
                  </a:lnTo>
                  <a:lnTo>
                    <a:pt x="858764" y="704227"/>
                  </a:lnTo>
                  <a:lnTo>
                    <a:pt x="898675" y="673034"/>
                  </a:lnTo>
                  <a:lnTo>
                    <a:pt x="933731" y="634273"/>
                  </a:lnTo>
                  <a:lnTo>
                    <a:pt x="897649" y="656909"/>
                  </a:lnTo>
                  <a:lnTo>
                    <a:pt x="857988" y="672717"/>
                  </a:lnTo>
                  <a:lnTo>
                    <a:pt x="814698" y="680892"/>
                  </a:lnTo>
                  <a:lnTo>
                    <a:pt x="767726" y="680628"/>
                  </a:lnTo>
                  <a:lnTo>
                    <a:pt x="716547" y="676524"/>
                  </a:lnTo>
                  <a:lnTo>
                    <a:pt x="665319" y="674144"/>
                  </a:lnTo>
                  <a:lnTo>
                    <a:pt x="614086" y="673485"/>
                  </a:lnTo>
                  <a:lnTo>
                    <a:pt x="562891" y="674543"/>
                  </a:lnTo>
                  <a:lnTo>
                    <a:pt x="511777" y="677314"/>
                  </a:lnTo>
                  <a:lnTo>
                    <a:pt x="460788" y="681793"/>
                  </a:lnTo>
                  <a:lnTo>
                    <a:pt x="409967" y="687979"/>
                  </a:lnTo>
                  <a:lnTo>
                    <a:pt x="368710" y="689760"/>
                  </a:lnTo>
                  <a:lnTo>
                    <a:pt x="329651" y="683809"/>
                  </a:lnTo>
                  <a:lnTo>
                    <a:pt x="292871" y="670806"/>
                  </a:lnTo>
                  <a:lnTo>
                    <a:pt x="258452" y="651431"/>
                  </a:lnTo>
                  <a:lnTo>
                    <a:pt x="226472" y="626363"/>
                  </a:lnTo>
                  <a:lnTo>
                    <a:pt x="197013" y="596284"/>
                  </a:lnTo>
                  <a:lnTo>
                    <a:pt x="170156" y="561873"/>
                  </a:lnTo>
                  <a:lnTo>
                    <a:pt x="145981" y="523810"/>
                  </a:lnTo>
                  <a:lnTo>
                    <a:pt x="124568" y="482775"/>
                  </a:lnTo>
                  <a:lnTo>
                    <a:pt x="105999" y="439449"/>
                  </a:lnTo>
                  <a:lnTo>
                    <a:pt x="90354" y="394511"/>
                  </a:lnTo>
                  <a:lnTo>
                    <a:pt x="77714" y="348641"/>
                  </a:lnTo>
                  <a:lnTo>
                    <a:pt x="68159" y="302520"/>
                  </a:lnTo>
                  <a:lnTo>
                    <a:pt x="61770" y="256827"/>
                  </a:lnTo>
                  <a:lnTo>
                    <a:pt x="58627" y="212243"/>
                  </a:lnTo>
                  <a:lnTo>
                    <a:pt x="58812" y="169448"/>
                  </a:lnTo>
                  <a:lnTo>
                    <a:pt x="62404" y="129121"/>
                  </a:lnTo>
                  <a:lnTo>
                    <a:pt x="80134" y="58595"/>
                  </a:lnTo>
                  <a:lnTo>
                    <a:pt x="103596" y="13793"/>
                  </a:lnTo>
                  <a:lnTo>
                    <a:pt x="113295" y="0"/>
                  </a:lnTo>
                  <a:close/>
                </a:path>
              </a:pathLst>
            </a:custGeom>
            <a:solidFill>
              <a:srgbClr val="BBBBBB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5880592" y="2688933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098" y="0"/>
                  </a:moveTo>
                  <a:lnTo>
                    <a:pt x="408341" y="378"/>
                  </a:lnTo>
                  <a:lnTo>
                    <a:pt x="359593" y="1512"/>
                  </a:lnTo>
                  <a:lnTo>
                    <a:pt x="310862" y="3403"/>
                  </a:lnTo>
                  <a:lnTo>
                    <a:pt x="262158" y="6051"/>
                  </a:lnTo>
                  <a:lnTo>
                    <a:pt x="213489" y="9455"/>
                  </a:lnTo>
                  <a:lnTo>
                    <a:pt x="149780" y="23508"/>
                  </a:lnTo>
                  <a:lnTo>
                    <a:pt x="95343" y="53086"/>
                  </a:lnTo>
                  <a:lnTo>
                    <a:pt x="51713" y="95132"/>
                  </a:lnTo>
                  <a:lnTo>
                    <a:pt x="20426" y="146589"/>
                  </a:lnTo>
                  <a:lnTo>
                    <a:pt x="3018" y="204398"/>
                  </a:lnTo>
                  <a:lnTo>
                    <a:pt x="0" y="234731"/>
                  </a:lnTo>
                  <a:lnTo>
                    <a:pt x="1026" y="265504"/>
                  </a:lnTo>
                  <a:lnTo>
                    <a:pt x="15986" y="326849"/>
                  </a:lnTo>
                  <a:lnTo>
                    <a:pt x="49432" y="385376"/>
                  </a:lnTo>
                  <a:lnTo>
                    <a:pt x="102902" y="438028"/>
                  </a:lnTo>
                  <a:lnTo>
                    <a:pt x="137626" y="461195"/>
                  </a:lnTo>
                  <a:lnTo>
                    <a:pt x="177932" y="481747"/>
                  </a:lnTo>
                  <a:lnTo>
                    <a:pt x="224011" y="499301"/>
                  </a:lnTo>
                  <a:lnTo>
                    <a:pt x="276057" y="513476"/>
                  </a:lnTo>
                  <a:lnTo>
                    <a:pt x="334260" y="523889"/>
                  </a:lnTo>
                  <a:lnTo>
                    <a:pt x="379837" y="529048"/>
                  </a:lnTo>
                  <a:lnTo>
                    <a:pt x="426742" y="532103"/>
                  </a:lnTo>
                  <a:lnTo>
                    <a:pt x="474503" y="532819"/>
                  </a:lnTo>
                  <a:lnTo>
                    <a:pt x="522652" y="530962"/>
                  </a:lnTo>
                  <a:lnTo>
                    <a:pt x="570719" y="526296"/>
                  </a:lnTo>
                  <a:lnTo>
                    <a:pt x="618232" y="518587"/>
                  </a:lnTo>
                  <a:lnTo>
                    <a:pt x="664723" y="507599"/>
                  </a:lnTo>
                  <a:lnTo>
                    <a:pt x="709720" y="493098"/>
                  </a:lnTo>
                  <a:lnTo>
                    <a:pt x="752755" y="474848"/>
                  </a:lnTo>
                  <a:lnTo>
                    <a:pt x="793356" y="452614"/>
                  </a:lnTo>
                  <a:lnTo>
                    <a:pt x="830640" y="425084"/>
                  </a:lnTo>
                  <a:lnTo>
                    <a:pt x="860742" y="393773"/>
                  </a:lnTo>
                  <a:lnTo>
                    <a:pt x="883886" y="359488"/>
                  </a:lnTo>
                  <a:lnTo>
                    <a:pt x="900298" y="323034"/>
                  </a:lnTo>
                  <a:lnTo>
                    <a:pt x="910202" y="285217"/>
                  </a:lnTo>
                  <a:lnTo>
                    <a:pt x="913822" y="246845"/>
                  </a:lnTo>
                  <a:lnTo>
                    <a:pt x="911384" y="208722"/>
                  </a:lnTo>
                  <a:lnTo>
                    <a:pt x="889228" y="136449"/>
                  </a:lnTo>
                  <a:lnTo>
                    <a:pt x="845530" y="74847"/>
                  </a:lnTo>
                  <a:lnTo>
                    <a:pt x="816165" y="50064"/>
                  </a:lnTo>
                  <a:lnTo>
                    <a:pt x="782089" y="30367"/>
                  </a:lnTo>
                  <a:lnTo>
                    <a:pt x="743525" y="16561"/>
                  </a:lnTo>
                  <a:lnTo>
                    <a:pt x="700699" y="9455"/>
                  </a:lnTo>
                  <a:lnTo>
                    <a:pt x="652033" y="6051"/>
                  </a:lnTo>
                  <a:lnTo>
                    <a:pt x="603330" y="3403"/>
                  </a:lnTo>
                  <a:lnTo>
                    <a:pt x="554601" y="1512"/>
                  </a:lnTo>
                  <a:lnTo>
                    <a:pt x="505854" y="378"/>
                  </a:lnTo>
                  <a:lnTo>
                    <a:pt x="45709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5887659" y="2696032"/>
              <a:ext cx="899794" cy="518795"/>
            </a:xfrm>
            <a:custGeom>
              <a:avLst/>
              <a:gdLst/>
              <a:ahLst/>
              <a:cxnLst/>
              <a:rect l="l" t="t" r="r" b="b"/>
              <a:pathLst>
                <a:path w="899794" h="518794">
                  <a:moveTo>
                    <a:pt x="450028" y="0"/>
                  </a:moveTo>
                  <a:lnTo>
                    <a:pt x="401467" y="380"/>
                  </a:lnTo>
                  <a:lnTo>
                    <a:pt x="352772" y="1517"/>
                  </a:lnTo>
                  <a:lnTo>
                    <a:pt x="304052" y="3408"/>
                  </a:lnTo>
                  <a:lnTo>
                    <a:pt x="255418" y="6048"/>
                  </a:lnTo>
                  <a:lnTo>
                    <a:pt x="206977" y="9434"/>
                  </a:lnTo>
                  <a:lnTo>
                    <a:pt x="159608" y="18296"/>
                  </a:lnTo>
                  <a:lnTo>
                    <a:pt x="116424" y="36504"/>
                  </a:lnTo>
                  <a:lnTo>
                    <a:pt x="78473" y="62946"/>
                  </a:lnTo>
                  <a:lnTo>
                    <a:pt x="46806" y="96512"/>
                  </a:lnTo>
                  <a:lnTo>
                    <a:pt x="22471" y="136088"/>
                  </a:lnTo>
                  <a:lnTo>
                    <a:pt x="6519" y="180565"/>
                  </a:lnTo>
                  <a:lnTo>
                    <a:pt x="0" y="228830"/>
                  </a:lnTo>
                  <a:lnTo>
                    <a:pt x="1709" y="263392"/>
                  </a:lnTo>
                  <a:lnTo>
                    <a:pt x="22724" y="333220"/>
                  </a:lnTo>
                  <a:lnTo>
                    <a:pt x="42927" y="367052"/>
                  </a:lnTo>
                  <a:lnTo>
                    <a:pt x="70192" y="399209"/>
                  </a:lnTo>
                  <a:lnTo>
                    <a:pt x="104968" y="428971"/>
                  </a:lnTo>
                  <a:lnTo>
                    <a:pt x="147702" y="455624"/>
                  </a:lnTo>
                  <a:lnTo>
                    <a:pt x="198844" y="478450"/>
                  </a:lnTo>
                  <a:lnTo>
                    <a:pt x="258843" y="496732"/>
                  </a:lnTo>
                  <a:lnTo>
                    <a:pt x="328147" y="509754"/>
                  </a:lnTo>
                  <a:lnTo>
                    <a:pt x="393027" y="516433"/>
                  </a:lnTo>
                  <a:lnTo>
                    <a:pt x="457462" y="518675"/>
                  </a:lnTo>
                  <a:lnTo>
                    <a:pt x="498263" y="517723"/>
                  </a:lnTo>
                  <a:lnTo>
                    <a:pt x="542789" y="514425"/>
                  </a:lnTo>
                  <a:lnTo>
                    <a:pt x="589933" y="508115"/>
                  </a:lnTo>
                  <a:lnTo>
                    <a:pt x="638588" y="498131"/>
                  </a:lnTo>
                  <a:lnTo>
                    <a:pt x="687647" y="483807"/>
                  </a:lnTo>
                  <a:lnTo>
                    <a:pt x="736004" y="464479"/>
                  </a:lnTo>
                  <a:lnTo>
                    <a:pt x="782552" y="439484"/>
                  </a:lnTo>
                  <a:lnTo>
                    <a:pt x="824230" y="407565"/>
                  </a:lnTo>
                  <a:lnTo>
                    <a:pt x="857323" y="369414"/>
                  </a:lnTo>
                  <a:lnTo>
                    <a:pt x="881287" y="326310"/>
                  </a:lnTo>
                  <a:lnTo>
                    <a:pt x="895575" y="279532"/>
                  </a:lnTo>
                  <a:lnTo>
                    <a:pt x="899643" y="230358"/>
                  </a:lnTo>
                  <a:lnTo>
                    <a:pt x="892946" y="180067"/>
                  </a:lnTo>
                  <a:lnTo>
                    <a:pt x="876839" y="134614"/>
                  </a:lnTo>
                  <a:lnTo>
                    <a:pt x="852537" y="94844"/>
                  </a:lnTo>
                  <a:lnTo>
                    <a:pt x="821024" y="61598"/>
                  </a:lnTo>
                  <a:lnTo>
                    <a:pt x="783286" y="35720"/>
                  </a:lnTo>
                  <a:lnTo>
                    <a:pt x="740309" y="18051"/>
                  </a:lnTo>
                  <a:lnTo>
                    <a:pt x="693078" y="9434"/>
                  </a:lnTo>
                  <a:lnTo>
                    <a:pt x="644634" y="6048"/>
                  </a:lnTo>
                  <a:lnTo>
                    <a:pt x="595999" y="3408"/>
                  </a:lnTo>
                  <a:lnTo>
                    <a:pt x="547283" y="1517"/>
                  </a:lnTo>
                  <a:lnTo>
                    <a:pt x="498593" y="380"/>
                  </a:lnTo>
                  <a:lnTo>
                    <a:pt x="450028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6382808" y="2551505"/>
              <a:ext cx="337185" cy="100330"/>
            </a:xfrm>
            <a:custGeom>
              <a:avLst/>
              <a:gdLst/>
              <a:ahLst/>
              <a:cxnLst/>
              <a:rect l="l" t="t" r="r" b="b"/>
              <a:pathLst>
                <a:path w="337184" h="100330">
                  <a:moveTo>
                    <a:pt x="106048" y="0"/>
                  </a:moveTo>
                  <a:lnTo>
                    <a:pt x="49515" y="8799"/>
                  </a:lnTo>
                  <a:lnTo>
                    <a:pt x="12212" y="24470"/>
                  </a:lnTo>
                  <a:lnTo>
                    <a:pt x="0" y="42678"/>
                  </a:lnTo>
                  <a:lnTo>
                    <a:pt x="14612" y="58929"/>
                  </a:lnTo>
                  <a:lnTo>
                    <a:pt x="50631" y="71542"/>
                  </a:lnTo>
                  <a:lnTo>
                    <a:pt x="102578" y="81667"/>
                  </a:lnTo>
                  <a:lnTo>
                    <a:pt x="164968" y="90456"/>
                  </a:lnTo>
                  <a:lnTo>
                    <a:pt x="227603" y="97264"/>
                  </a:lnTo>
                  <a:lnTo>
                    <a:pt x="280441" y="100212"/>
                  </a:lnTo>
                  <a:lnTo>
                    <a:pt x="318452" y="96835"/>
                  </a:lnTo>
                  <a:lnTo>
                    <a:pt x="336607" y="84666"/>
                  </a:lnTo>
                  <a:lnTo>
                    <a:pt x="329242" y="64018"/>
                  </a:lnTo>
                  <a:lnTo>
                    <a:pt x="296935" y="39665"/>
                  </a:lnTo>
                  <a:lnTo>
                    <a:pt x="244301" y="17247"/>
                  </a:lnTo>
                  <a:lnTo>
                    <a:pt x="175952" y="2406"/>
                  </a:lnTo>
                  <a:lnTo>
                    <a:pt x="106048" y="0"/>
                  </a:lnTo>
                  <a:close/>
                </a:path>
              </a:pathLst>
            </a:custGeom>
            <a:solidFill>
              <a:srgbClr val="CCCCC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5983763" y="2831496"/>
              <a:ext cx="708025" cy="248285"/>
            </a:xfrm>
            <a:custGeom>
              <a:avLst/>
              <a:gdLst/>
              <a:ahLst/>
              <a:cxnLst/>
              <a:rect l="l" t="t" r="r" b="b"/>
              <a:pathLst>
                <a:path w="708025" h="248285">
                  <a:moveTo>
                    <a:pt x="51600" y="74993"/>
                  </a:moveTo>
                  <a:lnTo>
                    <a:pt x="0" y="74993"/>
                  </a:lnTo>
                  <a:lnTo>
                    <a:pt x="0" y="172758"/>
                  </a:lnTo>
                  <a:lnTo>
                    <a:pt x="51600" y="172758"/>
                  </a:lnTo>
                  <a:lnTo>
                    <a:pt x="51600" y="74993"/>
                  </a:lnTo>
                  <a:close/>
                </a:path>
                <a:path w="708025" h="248285">
                  <a:moveTo>
                    <a:pt x="124929" y="60071"/>
                  </a:moveTo>
                  <a:lnTo>
                    <a:pt x="73329" y="60071"/>
                  </a:lnTo>
                  <a:lnTo>
                    <a:pt x="73329" y="187706"/>
                  </a:lnTo>
                  <a:lnTo>
                    <a:pt x="124929" y="187706"/>
                  </a:lnTo>
                  <a:lnTo>
                    <a:pt x="124929" y="60071"/>
                  </a:lnTo>
                  <a:close/>
                </a:path>
                <a:path w="708025" h="248285">
                  <a:moveTo>
                    <a:pt x="198247" y="20675"/>
                  </a:moveTo>
                  <a:lnTo>
                    <a:pt x="146646" y="20675"/>
                  </a:lnTo>
                  <a:lnTo>
                    <a:pt x="146646" y="227076"/>
                  </a:lnTo>
                  <a:lnTo>
                    <a:pt x="198247" y="227076"/>
                  </a:lnTo>
                  <a:lnTo>
                    <a:pt x="198247" y="20675"/>
                  </a:lnTo>
                  <a:close/>
                </a:path>
                <a:path w="708025" h="248285">
                  <a:moveTo>
                    <a:pt x="271564" y="0"/>
                  </a:moveTo>
                  <a:lnTo>
                    <a:pt x="219964" y="0"/>
                  </a:lnTo>
                  <a:lnTo>
                    <a:pt x="219964" y="247751"/>
                  </a:lnTo>
                  <a:lnTo>
                    <a:pt x="271564" y="247751"/>
                  </a:lnTo>
                  <a:lnTo>
                    <a:pt x="271564" y="0"/>
                  </a:lnTo>
                  <a:close/>
                </a:path>
                <a:path w="708025" h="248285">
                  <a:moveTo>
                    <a:pt x="344893" y="0"/>
                  </a:moveTo>
                  <a:lnTo>
                    <a:pt x="293293" y="0"/>
                  </a:lnTo>
                  <a:lnTo>
                    <a:pt x="293293" y="247751"/>
                  </a:lnTo>
                  <a:lnTo>
                    <a:pt x="344893" y="247751"/>
                  </a:lnTo>
                  <a:lnTo>
                    <a:pt x="344893" y="0"/>
                  </a:lnTo>
                  <a:close/>
                </a:path>
                <a:path w="708025" h="248285">
                  <a:moveTo>
                    <a:pt x="418223" y="20675"/>
                  </a:moveTo>
                  <a:lnTo>
                    <a:pt x="366623" y="20675"/>
                  </a:lnTo>
                  <a:lnTo>
                    <a:pt x="366623" y="227076"/>
                  </a:lnTo>
                  <a:lnTo>
                    <a:pt x="418223" y="227076"/>
                  </a:lnTo>
                  <a:lnTo>
                    <a:pt x="418223" y="20675"/>
                  </a:lnTo>
                  <a:close/>
                </a:path>
                <a:path w="708025" h="248285">
                  <a:moveTo>
                    <a:pt x="491553" y="60071"/>
                  </a:moveTo>
                  <a:lnTo>
                    <a:pt x="439953" y="60071"/>
                  </a:lnTo>
                  <a:lnTo>
                    <a:pt x="439953" y="187706"/>
                  </a:lnTo>
                  <a:lnTo>
                    <a:pt x="491553" y="187706"/>
                  </a:lnTo>
                  <a:lnTo>
                    <a:pt x="491553" y="60071"/>
                  </a:lnTo>
                  <a:close/>
                </a:path>
                <a:path w="708025" h="248285">
                  <a:moveTo>
                    <a:pt x="564870" y="20675"/>
                  </a:moveTo>
                  <a:lnTo>
                    <a:pt x="513270" y="20675"/>
                  </a:lnTo>
                  <a:lnTo>
                    <a:pt x="513270" y="227076"/>
                  </a:lnTo>
                  <a:lnTo>
                    <a:pt x="564870" y="227076"/>
                  </a:lnTo>
                  <a:lnTo>
                    <a:pt x="564870" y="20675"/>
                  </a:lnTo>
                  <a:close/>
                </a:path>
                <a:path w="708025" h="248285">
                  <a:moveTo>
                    <a:pt x="638200" y="0"/>
                  </a:moveTo>
                  <a:lnTo>
                    <a:pt x="586600" y="0"/>
                  </a:lnTo>
                  <a:lnTo>
                    <a:pt x="586600" y="247751"/>
                  </a:lnTo>
                  <a:lnTo>
                    <a:pt x="638200" y="247751"/>
                  </a:lnTo>
                  <a:lnTo>
                    <a:pt x="638200" y="0"/>
                  </a:lnTo>
                  <a:close/>
                </a:path>
                <a:path w="708025" h="248285">
                  <a:moveTo>
                    <a:pt x="707402" y="60071"/>
                  </a:moveTo>
                  <a:lnTo>
                    <a:pt x="655802" y="60071"/>
                  </a:lnTo>
                  <a:lnTo>
                    <a:pt x="655802" y="187706"/>
                  </a:lnTo>
                  <a:lnTo>
                    <a:pt x="707402" y="187706"/>
                  </a:lnTo>
                  <a:lnTo>
                    <a:pt x="707402" y="60071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3" name="object 143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4218680" y="6632120"/>
            <a:ext cx="251304" cy="275497"/>
          </a:xfrm>
          <a:prstGeom prst="rect">
            <a:avLst/>
          </a:prstGeom>
        </p:spPr>
      </p:pic>
      <p:grpSp>
        <p:nvGrpSpPr>
          <p:cNvPr id="144" name="object 144" descr=""/>
          <p:cNvGrpSpPr/>
          <p:nvPr/>
        </p:nvGrpSpPr>
        <p:grpSpPr>
          <a:xfrm>
            <a:off x="14122821" y="6639856"/>
            <a:ext cx="1278255" cy="969010"/>
            <a:chOff x="14122821" y="6639856"/>
            <a:chExt cx="1278255" cy="969010"/>
          </a:xfrm>
        </p:grpSpPr>
        <p:pic>
          <p:nvPicPr>
            <p:cNvPr id="145" name="object 145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5063151" y="6639856"/>
              <a:ext cx="251304" cy="275494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14122821" y="6913277"/>
              <a:ext cx="1278255" cy="574040"/>
            </a:xfrm>
            <a:custGeom>
              <a:avLst/>
              <a:gdLst/>
              <a:ahLst/>
              <a:cxnLst/>
              <a:rect l="l" t="t" r="r" b="b"/>
              <a:pathLst>
                <a:path w="1278255" h="574040">
                  <a:moveTo>
                    <a:pt x="638996" y="0"/>
                  </a:moveTo>
                  <a:lnTo>
                    <a:pt x="573662" y="1481"/>
                  </a:lnTo>
                  <a:lnTo>
                    <a:pt x="510215" y="5830"/>
                  </a:lnTo>
                  <a:lnTo>
                    <a:pt x="448977" y="12901"/>
                  </a:lnTo>
                  <a:lnTo>
                    <a:pt x="390268" y="22551"/>
                  </a:lnTo>
                  <a:lnTo>
                    <a:pt x="334411" y="34635"/>
                  </a:lnTo>
                  <a:lnTo>
                    <a:pt x="281726" y="49009"/>
                  </a:lnTo>
                  <a:lnTo>
                    <a:pt x="232534" y="65529"/>
                  </a:lnTo>
                  <a:lnTo>
                    <a:pt x="187156" y="84051"/>
                  </a:lnTo>
                  <a:lnTo>
                    <a:pt x="145914" y="104430"/>
                  </a:lnTo>
                  <a:lnTo>
                    <a:pt x="109129" y="126522"/>
                  </a:lnTo>
                  <a:lnTo>
                    <a:pt x="77122" y="150183"/>
                  </a:lnTo>
                  <a:lnTo>
                    <a:pt x="28727" y="201635"/>
                  </a:lnTo>
                  <a:lnTo>
                    <a:pt x="3299" y="257633"/>
                  </a:lnTo>
                  <a:lnTo>
                    <a:pt x="0" y="286975"/>
                  </a:lnTo>
                  <a:lnTo>
                    <a:pt x="3299" y="316318"/>
                  </a:lnTo>
                  <a:lnTo>
                    <a:pt x="28727" y="372315"/>
                  </a:lnTo>
                  <a:lnTo>
                    <a:pt x="77122" y="423767"/>
                  </a:lnTo>
                  <a:lnTo>
                    <a:pt x="109129" y="447428"/>
                  </a:lnTo>
                  <a:lnTo>
                    <a:pt x="145914" y="469520"/>
                  </a:lnTo>
                  <a:lnTo>
                    <a:pt x="187156" y="489900"/>
                  </a:lnTo>
                  <a:lnTo>
                    <a:pt x="232534" y="508421"/>
                  </a:lnTo>
                  <a:lnTo>
                    <a:pt x="281726" y="524941"/>
                  </a:lnTo>
                  <a:lnTo>
                    <a:pt x="334411" y="539315"/>
                  </a:lnTo>
                  <a:lnTo>
                    <a:pt x="390268" y="551399"/>
                  </a:lnTo>
                  <a:lnTo>
                    <a:pt x="448977" y="561049"/>
                  </a:lnTo>
                  <a:lnTo>
                    <a:pt x="510215" y="568121"/>
                  </a:lnTo>
                  <a:lnTo>
                    <a:pt x="573662" y="572469"/>
                  </a:lnTo>
                  <a:lnTo>
                    <a:pt x="638996" y="573951"/>
                  </a:lnTo>
                  <a:lnTo>
                    <a:pt x="704330" y="572469"/>
                  </a:lnTo>
                  <a:lnTo>
                    <a:pt x="767777" y="568121"/>
                  </a:lnTo>
                  <a:lnTo>
                    <a:pt x="829015" y="561049"/>
                  </a:lnTo>
                  <a:lnTo>
                    <a:pt x="887723" y="551399"/>
                  </a:lnTo>
                  <a:lnTo>
                    <a:pt x="943581" y="539315"/>
                  </a:lnTo>
                  <a:lnTo>
                    <a:pt x="996266" y="524941"/>
                  </a:lnTo>
                  <a:lnTo>
                    <a:pt x="1045458" y="508421"/>
                  </a:lnTo>
                  <a:lnTo>
                    <a:pt x="1090835" y="489900"/>
                  </a:lnTo>
                  <a:lnTo>
                    <a:pt x="1132077" y="469520"/>
                  </a:lnTo>
                  <a:lnTo>
                    <a:pt x="1168862" y="447428"/>
                  </a:lnTo>
                  <a:lnTo>
                    <a:pt x="1200869" y="423767"/>
                  </a:lnTo>
                  <a:lnTo>
                    <a:pt x="1249264" y="372315"/>
                  </a:lnTo>
                  <a:lnTo>
                    <a:pt x="1274693" y="316318"/>
                  </a:lnTo>
                  <a:lnTo>
                    <a:pt x="1277992" y="286975"/>
                  </a:lnTo>
                  <a:lnTo>
                    <a:pt x="1274693" y="257633"/>
                  </a:lnTo>
                  <a:lnTo>
                    <a:pt x="1249264" y="201635"/>
                  </a:lnTo>
                  <a:lnTo>
                    <a:pt x="1200869" y="150183"/>
                  </a:lnTo>
                  <a:lnTo>
                    <a:pt x="1168862" y="126522"/>
                  </a:lnTo>
                  <a:lnTo>
                    <a:pt x="1132077" y="104430"/>
                  </a:lnTo>
                  <a:lnTo>
                    <a:pt x="1090835" y="84051"/>
                  </a:lnTo>
                  <a:lnTo>
                    <a:pt x="1045458" y="65529"/>
                  </a:lnTo>
                  <a:lnTo>
                    <a:pt x="996266" y="49009"/>
                  </a:lnTo>
                  <a:lnTo>
                    <a:pt x="943581" y="34635"/>
                  </a:lnTo>
                  <a:lnTo>
                    <a:pt x="887723" y="22551"/>
                  </a:lnTo>
                  <a:lnTo>
                    <a:pt x="829015" y="12901"/>
                  </a:lnTo>
                  <a:lnTo>
                    <a:pt x="767777" y="5830"/>
                  </a:lnTo>
                  <a:lnTo>
                    <a:pt x="704330" y="1481"/>
                  </a:lnTo>
                  <a:lnTo>
                    <a:pt x="638996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4163079" y="6769627"/>
              <a:ext cx="1198245" cy="839469"/>
            </a:xfrm>
            <a:custGeom>
              <a:avLst/>
              <a:gdLst/>
              <a:ahLst/>
              <a:cxnLst/>
              <a:rect l="l" t="t" r="r" b="b"/>
              <a:pathLst>
                <a:path w="1198244" h="839470">
                  <a:moveTo>
                    <a:pt x="77495" y="596671"/>
                  </a:moveTo>
                  <a:lnTo>
                    <a:pt x="60794" y="547624"/>
                  </a:lnTo>
                  <a:lnTo>
                    <a:pt x="47282" y="497497"/>
                  </a:lnTo>
                  <a:lnTo>
                    <a:pt x="37109" y="447052"/>
                  </a:lnTo>
                  <a:lnTo>
                    <a:pt x="30403" y="397040"/>
                  </a:lnTo>
                  <a:lnTo>
                    <a:pt x="27355" y="348221"/>
                  </a:lnTo>
                  <a:lnTo>
                    <a:pt x="28092" y="301358"/>
                  </a:lnTo>
                  <a:lnTo>
                    <a:pt x="20421" y="308394"/>
                  </a:lnTo>
                  <a:lnTo>
                    <a:pt x="13182" y="315544"/>
                  </a:lnTo>
                  <a:lnTo>
                    <a:pt x="6375" y="322808"/>
                  </a:lnTo>
                  <a:lnTo>
                    <a:pt x="0" y="330161"/>
                  </a:lnTo>
                  <a:lnTo>
                    <a:pt x="1397" y="376237"/>
                  </a:lnTo>
                  <a:lnTo>
                    <a:pt x="6019" y="423748"/>
                  </a:lnTo>
                  <a:lnTo>
                    <a:pt x="13779" y="472071"/>
                  </a:lnTo>
                  <a:lnTo>
                    <a:pt x="24625" y="520598"/>
                  </a:lnTo>
                  <a:lnTo>
                    <a:pt x="38481" y="568744"/>
                  </a:lnTo>
                  <a:lnTo>
                    <a:pt x="67094" y="589902"/>
                  </a:lnTo>
                  <a:lnTo>
                    <a:pt x="77495" y="596671"/>
                  </a:lnTo>
                  <a:close/>
                </a:path>
                <a:path w="1198244" h="839470">
                  <a:moveTo>
                    <a:pt x="1123772" y="355981"/>
                  </a:moveTo>
                  <a:lnTo>
                    <a:pt x="1123721" y="314134"/>
                  </a:lnTo>
                  <a:lnTo>
                    <a:pt x="1121041" y="274751"/>
                  </a:lnTo>
                  <a:lnTo>
                    <a:pt x="1101598" y="195173"/>
                  </a:lnTo>
                  <a:lnTo>
                    <a:pt x="1077493" y="155905"/>
                  </a:lnTo>
                  <a:lnTo>
                    <a:pt x="1045476" y="121081"/>
                  </a:lnTo>
                  <a:lnTo>
                    <a:pt x="1007592" y="91071"/>
                  </a:lnTo>
                  <a:lnTo>
                    <a:pt x="965860" y="66294"/>
                  </a:lnTo>
                  <a:lnTo>
                    <a:pt x="922324" y="47104"/>
                  </a:lnTo>
                  <a:lnTo>
                    <a:pt x="878992" y="33921"/>
                  </a:lnTo>
                  <a:lnTo>
                    <a:pt x="829640" y="23304"/>
                  </a:lnTo>
                  <a:lnTo>
                    <a:pt x="779780" y="14668"/>
                  </a:lnTo>
                  <a:lnTo>
                    <a:pt x="729526" y="8013"/>
                  </a:lnTo>
                  <a:lnTo>
                    <a:pt x="678980" y="3352"/>
                  </a:lnTo>
                  <a:lnTo>
                    <a:pt x="628256" y="673"/>
                  </a:lnTo>
                  <a:lnTo>
                    <a:pt x="577456" y="0"/>
                  </a:lnTo>
                  <a:lnTo>
                    <a:pt x="526681" y="1320"/>
                  </a:lnTo>
                  <a:lnTo>
                    <a:pt x="476046" y="4635"/>
                  </a:lnTo>
                  <a:lnTo>
                    <a:pt x="425665" y="9969"/>
                  </a:lnTo>
                  <a:lnTo>
                    <a:pt x="375615" y="17297"/>
                  </a:lnTo>
                  <a:lnTo>
                    <a:pt x="326034" y="26644"/>
                  </a:lnTo>
                  <a:lnTo>
                    <a:pt x="277876" y="40665"/>
                  </a:lnTo>
                  <a:lnTo>
                    <a:pt x="231470" y="61760"/>
                  </a:lnTo>
                  <a:lnTo>
                    <a:pt x="188417" y="89458"/>
                  </a:lnTo>
                  <a:lnTo>
                    <a:pt x="150304" y="123329"/>
                  </a:lnTo>
                  <a:lnTo>
                    <a:pt x="118706" y="162902"/>
                  </a:lnTo>
                  <a:lnTo>
                    <a:pt x="95237" y="207733"/>
                  </a:lnTo>
                  <a:lnTo>
                    <a:pt x="77508" y="278269"/>
                  </a:lnTo>
                  <a:lnTo>
                    <a:pt x="73914" y="318592"/>
                  </a:lnTo>
                  <a:lnTo>
                    <a:pt x="73723" y="361391"/>
                  </a:lnTo>
                  <a:lnTo>
                    <a:pt x="76860" y="405968"/>
                  </a:lnTo>
                  <a:lnTo>
                    <a:pt x="83248" y="451662"/>
                  </a:lnTo>
                  <a:lnTo>
                    <a:pt x="92811" y="497789"/>
                  </a:lnTo>
                  <a:lnTo>
                    <a:pt x="105448" y="543661"/>
                  </a:lnTo>
                  <a:lnTo>
                    <a:pt x="121094" y="588594"/>
                  </a:lnTo>
                  <a:lnTo>
                    <a:pt x="139661" y="631926"/>
                  </a:lnTo>
                  <a:lnTo>
                    <a:pt x="161074" y="672960"/>
                  </a:lnTo>
                  <a:lnTo>
                    <a:pt x="185242" y="711022"/>
                  </a:lnTo>
                  <a:lnTo>
                    <a:pt x="212102" y="745426"/>
                  </a:lnTo>
                  <a:lnTo>
                    <a:pt x="241566" y="775512"/>
                  </a:lnTo>
                  <a:lnTo>
                    <a:pt x="273545" y="800582"/>
                  </a:lnTo>
                  <a:lnTo>
                    <a:pt x="307962" y="819950"/>
                  </a:lnTo>
                  <a:lnTo>
                    <a:pt x="344741" y="832954"/>
                  </a:lnTo>
                  <a:lnTo>
                    <a:pt x="383806" y="838911"/>
                  </a:lnTo>
                  <a:lnTo>
                    <a:pt x="425056" y="837133"/>
                  </a:lnTo>
                  <a:lnTo>
                    <a:pt x="475881" y="830948"/>
                  </a:lnTo>
                  <a:lnTo>
                    <a:pt x="526872" y="826465"/>
                  </a:lnTo>
                  <a:lnTo>
                    <a:pt x="577977" y="823696"/>
                  </a:lnTo>
                  <a:lnTo>
                    <a:pt x="629183" y="822629"/>
                  </a:lnTo>
                  <a:lnTo>
                    <a:pt x="680415" y="823290"/>
                  </a:lnTo>
                  <a:lnTo>
                    <a:pt x="731634" y="825677"/>
                  </a:lnTo>
                  <a:lnTo>
                    <a:pt x="782815" y="829779"/>
                  </a:lnTo>
                  <a:lnTo>
                    <a:pt x="826922" y="830287"/>
                  </a:lnTo>
                  <a:lnTo>
                    <a:pt x="867803" y="823341"/>
                  </a:lnTo>
                  <a:lnTo>
                    <a:pt x="905497" y="809612"/>
                  </a:lnTo>
                  <a:lnTo>
                    <a:pt x="940028" y="789749"/>
                  </a:lnTo>
                  <a:lnTo>
                    <a:pt x="971461" y="764438"/>
                  </a:lnTo>
                  <a:lnTo>
                    <a:pt x="999820" y="734314"/>
                  </a:lnTo>
                  <a:lnTo>
                    <a:pt x="1025156" y="700049"/>
                  </a:lnTo>
                  <a:lnTo>
                    <a:pt x="1047496" y="662292"/>
                  </a:lnTo>
                  <a:lnTo>
                    <a:pt x="1066901" y="621715"/>
                  </a:lnTo>
                  <a:lnTo>
                    <a:pt x="1083398" y="578980"/>
                  </a:lnTo>
                  <a:lnTo>
                    <a:pt x="1097038" y="534746"/>
                  </a:lnTo>
                  <a:lnTo>
                    <a:pt x="1107846" y="489661"/>
                  </a:lnTo>
                  <a:lnTo>
                    <a:pt x="1115885" y="444411"/>
                  </a:lnTo>
                  <a:lnTo>
                    <a:pt x="1121181" y="399618"/>
                  </a:lnTo>
                  <a:lnTo>
                    <a:pt x="1123772" y="355981"/>
                  </a:lnTo>
                  <a:close/>
                </a:path>
                <a:path w="1198244" h="839470">
                  <a:moveTo>
                    <a:pt x="1197648" y="330377"/>
                  </a:moveTo>
                  <a:lnTo>
                    <a:pt x="1191298" y="323037"/>
                  </a:lnTo>
                  <a:lnTo>
                    <a:pt x="1184516" y="315798"/>
                  </a:lnTo>
                  <a:lnTo>
                    <a:pt x="1177315" y="308660"/>
                  </a:lnTo>
                  <a:lnTo>
                    <a:pt x="1169695" y="301625"/>
                  </a:lnTo>
                  <a:lnTo>
                    <a:pt x="1169936" y="347992"/>
                  </a:lnTo>
                  <a:lnTo>
                    <a:pt x="1167180" y="396189"/>
                  </a:lnTo>
                  <a:lnTo>
                    <a:pt x="1161415" y="445503"/>
                  </a:lnTo>
                  <a:lnTo>
                    <a:pt x="1152601" y="495211"/>
                  </a:lnTo>
                  <a:lnTo>
                    <a:pt x="1140701" y="544614"/>
                  </a:lnTo>
                  <a:lnTo>
                    <a:pt x="1125715" y="592988"/>
                  </a:lnTo>
                  <a:lnTo>
                    <a:pt x="1135697" y="586257"/>
                  </a:lnTo>
                  <a:lnTo>
                    <a:pt x="1175499" y="518045"/>
                  </a:lnTo>
                  <a:lnTo>
                    <a:pt x="1185100" y="470344"/>
                  </a:lnTo>
                  <a:lnTo>
                    <a:pt x="1191971" y="422783"/>
                  </a:lnTo>
                  <a:lnTo>
                    <a:pt x="1196149" y="375932"/>
                  </a:lnTo>
                  <a:lnTo>
                    <a:pt x="1197648" y="3303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4236809" y="6860151"/>
              <a:ext cx="934085" cy="748665"/>
            </a:xfrm>
            <a:custGeom>
              <a:avLst/>
              <a:gdLst/>
              <a:ahLst/>
              <a:cxnLst/>
              <a:rect l="l" t="t" r="r" b="b"/>
              <a:pathLst>
                <a:path w="934084" h="748665">
                  <a:moveTo>
                    <a:pt x="113295" y="0"/>
                  </a:moveTo>
                  <a:lnTo>
                    <a:pt x="59328" y="52586"/>
                  </a:lnTo>
                  <a:lnTo>
                    <a:pt x="21507" y="117211"/>
                  </a:lnTo>
                  <a:lnTo>
                    <a:pt x="3777" y="187737"/>
                  </a:lnTo>
                  <a:lnTo>
                    <a:pt x="184" y="228064"/>
                  </a:lnTo>
                  <a:lnTo>
                    <a:pt x="0" y="270859"/>
                  </a:lnTo>
                  <a:lnTo>
                    <a:pt x="3142" y="315443"/>
                  </a:lnTo>
                  <a:lnTo>
                    <a:pt x="9530" y="361136"/>
                  </a:lnTo>
                  <a:lnTo>
                    <a:pt x="19084" y="407257"/>
                  </a:lnTo>
                  <a:lnTo>
                    <a:pt x="31724" y="453127"/>
                  </a:lnTo>
                  <a:lnTo>
                    <a:pt x="47368" y="498066"/>
                  </a:lnTo>
                  <a:lnTo>
                    <a:pt x="65936" y="541393"/>
                  </a:lnTo>
                  <a:lnTo>
                    <a:pt x="87348" y="582428"/>
                  </a:lnTo>
                  <a:lnTo>
                    <a:pt x="111522" y="620492"/>
                  </a:lnTo>
                  <a:lnTo>
                    <a:pt x="138379" y="654904"/>
                  </a:lnTo>
                  <a:lnTo>
                    <a:pt x="167837" y="684984"/>
                  </a:lnTo>
                  <a:lnTo>
                    <a:pt x="199816" y="710052"/>
                  </a:lnTo>
                  <a:lnTo>
                    <a:pt x="234235" y="729428"/>
                  </a:lnTo>
                  <a:lnTo>
                    <a:pt x="271014" y="742433"/>
                  </a:lnTo>
                  <a:lnTo>
                    <a:pt x="310073" y="748385"/>
                  </a:lnTo>
                  <a:lnTo>
                    <a:pt x="351330" y="746605"/>
                  </a:lnTo>
                  <a:lnTo>
                    <a:pt x="402155" y="740416"/>
                  </a:lnTo>
                  <a:lnTo>
                    <a:pt x="453147" y="735934"/>
                  </a:lnTo>
                  <a:lnTo>
                    <a:pt x="504262" y="733162"/>
                  </a:lnTo>
                  <a:lnTo>
                    <a:pt x="555459" y="732104"/>
                  </a:lnTo>
                  <a:lnTo>
                    <a:pt x="606692" y="732764"/>
                  </a:lnTo>
                  <a:lnTo>
                    <a:pt x="657920" y="735146"/>
                  </a:lnTo>
                  <a:lnTo>
                    <a:pt x="709099" y="739254"/>
                  </a:lnTo>
                  <a:lnTo>
                    <a:pt x="764058" y="738648"/>
                  </a:lnTo>
                  <a:lnTo>
                    <a:pt x="813920" y="726532"/>
                  </a:lnTo>
                  <a:lnTo>
                    <a:pt x="858765" y="704221"/>
                  </a:lnTo>
                  <a:lnTo>
                    <a:pt x="898675" y="673027"/>
                  </a:lnTo>
                  <a:lnTo>
                    <a:pt x="933731" y="634263"/>
                  </a:lnTo>
                  <a:lnTo>
                    <a:pt x="897653" y="656898"/>
                  </a:lnTo>
                  <a:lnTo>
                    <a:pt x="857992" y="672703"/>
                  </a:lnTo>
                  <a:lnTo>
                    <a:pt x="814700" y="680877"/>
                  </a:lnTo>
                  <a:lnTo>
                    <a:pt x="767726" y="680618"/>
                  </a:lnTo>
                  <a:lnTo>
                    <a:pt x="716547" y="676513"/>
                  </a:lnTo>
                  <a:lnTo>
                    <a:pt x="665319" y="674134"/>
                  </a:lnTo>
                  <a:lnTo>
                    <a:pt x="614086" y="673475"/>
                  </a:lnTo>
                  <a:lnTo>
                    <a:pt x="562891" y="674532"/>
                  </a:lnTo>
                  <a:lnTo>
                    <a:pt x="511777" y="677303"/>
                  </a:lnTo>
                  <a:lnTo>
                    <a:pt x="460788" y="681783"/>
                  </a:lnTo>
                  <a:lnTo>
                    <a:pt x="409967" y="687968"/>
                  </a:lnTo>
                  <a:lnTo>
                    <a:pt x="368710" y="689749"/>
                  </a:lnTo>
                  <a:lnTo>
                    <a:pt x="329651" y="683799"/>
                  </a:lnTo>
                  <a:lnTo>
                    <a:pt x="292871" y="670795"/>
                  </a:lnTo>
                  <a:lnTo>
                    <a:pt x="258452" y="651420"/>
                  </a:lnTo>
                  <a:lnTo>
                    <a:pt x="226472" y="626353"/>
                  </a:lnTo>
                  <a:lnTo>
                    <a:pt x="197013" y="596274"/>
                  </a:lnTo>
                  <a:lnTo>
                    <a:pt x="170156" y="561863"/>
                  </a:lnTo>
                  <a:lnTo>
                    <a:pt x="145981" y="523799"/>
                  </a:lnTo>
                  <a:lnTo>
                    <a:pt x="124568" y="482765"/>
                  </a:lnTo>
                  <a:lnTo>
                    <a:pt x="105999" y="439438"/>
                  </a:lnTo>
                  <a:lnTo>
                    <a:pt x="90354" y="394500"/>
                  </a:lnTo>
                  <a:lnTo>
                    <a:pt x="77714" y="348630"/>
                  </a:lnTo>
                  <a:lnTo>
                    <a:pt x="68159" y="302509"/>
                  </a:lnTo>
                  <a:lnTo>
                    <a:pt x="61770" y="256816"/>
                  </a:lnTo>
                  <a:lnTo>
                    <a:pt x="58627" y="212232"/>
                  </a:lnTo>
                  <a:lnTo>
                    <a:pt x="58812" y="169437"/>
                  </a:lnTo>
                  <a:lnTo>
                    <a:pt x="62404" y="129111"/>
                  </a:lnTo>
                  <a:lnTo>
                    <a:pt x="80134" y="58584"/>
                  </a:lnTo>
                  <a:lnTo>
                    <a:pt x="103596" y="13787"/>
                  </a:lnTo>
                  <a:lnTo>
                    <a:pt x="113295" y="0"/>
                  </a:lnTo>
                  <a:close/>
                </a:path>
              </a:pathLst>
            </a:custGeom>
            <a:solidFill>
              <a:srgbClr val="BBBBBB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4304961" y="6950492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098" y="0"/>
                  </a:moveTo>
                  <a:lnTo>
                    <a:pt x="408342" y="378"/>
                  </a:lnTo>
                  <a:lnTo>
                    <a:pt x="359595" y="1512"/>
                  </a:lnTo>
                  <a:lnTo>
                    <a:pt x="310866" y="3403"/>
                  </a:lnTo>
                  <a:lnTo>
                    <a:pt x="262164" y="6051"/>
                  </a:lnTo>
                  <a:lnTo>
                    <a:pt x="213498" y="9455"/>
                  </a:lnTo>
                  <a:lnTo>
                    <a:pt x="149787" y="23508"/>
                  </a:lnTo>
                  <a:lnTo>
                    <a:pt x="95347" y="53086"/>
                  </a:lnTo>
                  <a:lnTo>
                    <a:pt x="51715" y="95132"/>
                  </a:lnTo>
                  <a:lnTo>
                    <a:pt x="20427" y="146588"/>
                  </a:lnTo>
                  <a:lnTo>
                    <a:pt x="3019" y="204398"/>
                  </a:lnTo>
                  <a:lnTo>
                    <a:pt x="0" y="234729"/>
                  </a:lnTo>
                  <a:lnTo>
                    <a:pt x="1026" y="265503"/>
                  </a:lnTo>
                  <a:lnTo>
                    <a:pt x="15985" y="326847"/>
                  </a:lnTo>
                  <a:lnTo>
                    <a:pt x="49431" y="385373"/>
                  </a:lnTo>
                  <a:lnTo>
                    <a:pt x="102901" y="438023"/>
                  </a:lnTo>
                  <a:lnTo>
                    <a:pt x="137625" y="461189"/>
                  </a:lnTo>
                  <a:lnTo>
                    <a:pt x="177930" y="481740"/>
                  </a:lnTo>
                  <a:lnTo>
                    <a:pt x="224010" y="499293"/>
                  </a:lnTo>
                  <a:lnTo>
                    <a:pt x="276055" y="513467"/>
                  </a:lnTo>
                  <a:lnTo>
                    <a:pt x="334258" y="523879"/>
                  </a:lnTo>
                  <a:lnTo>
                    <a:pt x="379836" y="529037"/>
                  </a:lnTo>
                  <a:lnTo>
                    <a:pt x="426741" y="532093"/>
                  </a:lnTo>
                  <a:lnTo>
                    <a:pt x="474504" y="532811"/>
                  </a:lnTo>
                  <a:lnTo>
                    <a:pt x="522654" y="530955"/>
                  </a:lnTo>
                  <a:lnTo>
                    <a:pt x="570721" y="526291"/>
                  </a:lnTo>
                  <a:lnTo>
                    <a:pt x="618235" y="518583"/>
                  </a:lnTo>
                  <a:lnTo>
                    <a:pt x="664726" y="507597"/>
                  </a:lnTo>
                  <a:lnTo>
                    <a:pt x="709723" y="493097"/>
                  </a:lnTo>
                  <a:lnTo>
                    <a:pt x="752756" y="474847"/>
                  </a:lnTo>
                  <a:lnTo>
                    <a:pt x="793354" y="452614"/>
                  </a:lnTo>
                  <a:lnTo>
                    <a:pt x="830638" y="425084"/>
                  </a:lnTo>
                  <a:lnTo>
                    <a:pt x="860740" y="393773"/>
                  </a:lnTo>
                  <a:lnTo>
                    <a:pt x="883885" y="359488"/>
                  </a:lnTo>
                  <a:lnTo>
                    <a:pt x="900297" y="323034"/>
                  </a:lnTo>
                  <a:lnTo>
                    <a:pt x="910201" y="285217"/>
                  </a:lnTo>
                  <a:lnTo>
                    <a:pt x="913821" y="246845"/>
                  </a:lnTo>
                  <a:lnTo>
                    <a:pt x="911382" y="208722"/>
                  </a:lnTo>
                  <a:lnTo>
                    <a:pt x="889226" y="136449"/>
                  </a:lnTo>
                  <a:lnTo>
                    <a:pt x="845529" y="74847"/>
                  </a:lnTo>
                  <a:lnTo>
                    <a:pt x="816164" y="50064"/>
                  </a:lnTo>
                  <a:lnTo>
                    <a:pt x="782087" y="30367"/>
                  </a:lnTo>
                  <a:lnTo>
                    <a:pt x="743524" y="16561"/>
                  </a:lnTo>
                  <a:lnTo>
                    <a:pt x="700698" y="9455"/>
                  </a:lnTo>
                  <a:lnTo>
                    <a:pt x="652031" y="6051"/>
                  </a:lnTo>
                  <a:lnTo>
                    <a:pt x="603329" y="3403"/>
                  </a:lnTo>
                  <a:lnTo>
                    <a:pt x="554600" y="1512"/>
                  </a:lnTo>
                  <a:lnTo>
                    <a:pt x="505853" y="378"/>
                  </a:lnTo>
                  <a:lnTo>
                    <a:pt x="45709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4312021" y="6957594"/>
              <a:ext cx="899794" cy="518795"/>
            </a:xfrm>
            <a:custGeom>
              <a:avLst/>
              <a:gdLst/>
              <a:ahLst/>
              <a:cxnLst/>
              <a:rect l="l" t="t" r="r" b="b"/>
              <a:pathLst>
                <a:path w="899794" h="518795">
                  <a:moveTo>
                    <a:pt x="450028" y="0"/>
                  </a:moveTo>
                  <a:lnTo>
                    <a:pt x="401472" y="380"/>
                  </a:lnTo>
                  <a:lnTo>
                    <a:pt x="352780" y="1517"/>
                  </a:lnTo>
                  <a:lnTo>
                    <a:pt x="304062" y="3408"/>
                  </a:lnTo>
                  <a:lnTo>
                    <a:pt x="255428" y="6048"/>
                  </a:lnTo>
                  <a:lnTo>
                    <a:pt x="206988" y="9434"/>
                  </a:lnTo>
                  <a:lnTo>
                    <a:pt x="159619" y="18293"/>
                  </a:lnTo>
                  <a:lnTo>
                    <a:pt x="116434" y="36499"/>
                  </a:lnTo>
                  <a:lnTo>
                    <a:pt x="78483" y="62941"/>
                  </a:lnTo>
                  <a:lnTo>
                    <a:pt x="46814" y="96506"/>
                  </a:lnTo>
                  <a:lnTo>
                    <a:pt x="22478" y="136083"/>
                  </a:lnTo>
                  <a:lnTo>
                    <a:pt x="6523" y="180558"/>
                  </a:lnTo>
                  <a:lnTo>
                    <a:pt x="0" y="228820"/>
                  </a:lnTo>
                  <a:lnTo>
                    <a:pt x="1709" y="263384"/>
                  </a:lnTo>
                  <a:lnTo>
                    <a:pt x="22725" y="333214"/>
                  </a:lnTo>
                  <a:lnTo>
                    <a:pt x="42928" y="367047"/>
                  </a:lnTo>
                  <a:lnTo>
                    <a:pt x="70194" y="399202"/>
                  </a:lnTo>
                  <a:lnTo>
                    <a:pt x="104970" y="428964"/>
                  </a:lnTo>
                  <a:lnTo>
                    <a:pt x="147706" y="455615"/>
                  </a:lnTo>
                  <a:lnTo>
                    <a:pt x="198850" y="478440"/>
                  </a:lnTo>
                  <a:lnTo>
                    <a:pt x="258851" y="496722"/>
                  </a:lnTo>
                  <a:lnTo>
                    <a:pt x="328157" y="509743"/>
                  </a:lnTo>
                  <a:lnTo>
                    <a:pt x="393037" y="516426"/>
                  </a:lnTo>
                  <a:lnTo>
                    <a:pt x="457472" y="518664"/>
                  </a:lnTo>
                  <a:lnTo>
                    <a:pt x="498274" y="517713"/>
                  </a:lnTo>
                  <a:lnTo>
                    <a:pt x="542799" y="514414"/>
                  </a:lnTo>
                  <a:lnTo>
                    <a:pt x="589942" y="508105"/>
                  </a:lnTo>
                  <a:lnTo>
                    <a:pt x="638596" y="498121"/>
                  </a:lnTo>
                  <a:lnTo>
                    <a:pt x="687653" y="483797"/>
                  </a:lnTo>
                  <a:lnTo>
                    <a:pt x="736007" y="464469"/>
                  </a:lnTo>
                  <a:lnTo>
                    <a:pt x="782552" y="439473"/>
                  </a:lnTo>
                  <a:lnTo>
                    <a:pt x="824234" y="407558"/>
                  </a:lnTo>
                  <a:lnTo>
                    <a:pt x="857331" y="369409"/>
                  </a:lnTo>
                  <a:lnTo>
                    <a:pt x="881296" y="326305"/>
                  </a:lnTo>
                  <a:lnTo>
                    <a:pt x="895585" y="279527"/>
                  </a:lnTo>
                  <a:lnTo>
                    <a:pt x="899654" y="230354"/>
                  </a:lnTo>
                  <a:lnTo>
                    <a:pt x="892957" y="180067"/>
                  </a:lnTo>
                  <a:lnTo>
                    <a:pt x="876850" y="134610"/>
                  </a:lnTo>
                  <a:lnTo>
                    <a:pt x="852548" y="94837"/>
                  </a:lnTo>
                  <a:lnTo>
                    <a:pt x="821035" y="61591"/>
                  </a:lnTo>
                  <a:lnTo>
                    <a:pt x="783297" y="35713"/>
                  </a:lnTo>
                  <a:lnTo>
                    <a:pt x="740320" y="18047"/>
                  </a:lnTo>
                  <a:lnTo>
                    <a:pt x="693088" y="9434"/>
                  </a:lnTo>
                  <a:lnTo>
                    <a:pt x="644644" y="6048"/>
                  </a:lnTo>
                  <a:lnTo>
                    <a:pt x="596009" y="3408"/>
                  </a:lnTo>
                  <a:lnTo>
                    <a:pt x="547291" y="1517"/>
                  </a:lnTo>
                  <a:lnTo>
                    <a:pt x="498598" y="380"/>
                  </a:lnTo>
                  <a:lnTo>
                    <a:pt x="450028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4807176" y="6813061"/>
              <a:ext cx="337185" cy="100330"/>
            </a:xfrm>
            <a:custGeom>
              <a:avLst/>
              <a:gdLst/>
              <a:ahLst/>
              <a:cxnLst/>
              <a:rect l="l" t="t" r="r" b="b"/>
              <a:pathLst>
                <a:path w="337184" h="100329">
                  <a:moveTo>
                    <a:pt x="106048" y="0"/>
                  </a:moveTo>
                  <a:lnTo>
                    <a:pt x="49515" y="8801"/>
                  </a:lnTo>
                  <a:lnTo>
                    <a:pt x="12212" y="24473"/>
                  </a:lnTo>
                  <a:lnTo>
                    <a:pt x="0" y="42676"/>
                  </a:lnTo>
                  <a:lnTo>
                    <a:pt x="14607" y="58928"/>
                  </a:lnTo>
                  <a:lnTo>
                    <a:pt x="50628" y="71540"/>
                  </a:lnTo>
                  <a:lnTo>
                    <a:pt x="102576" y="81666"/>
                  </a:lnTo>
                  <a:lnTo>
                    <a:pt x="164968" y="90455"/>
                  </a:lnTo>
                  <a:lnTo>
                    <a:pt x="227605" y="97263"/>
                  </a:lnTo>
                  <a:lnTo>
                    <a:pt x="280446" y="100211"/>
                  </a:lnTo>
                  <a:lnTo>
                    <a:pt x="318461" y="96833"/>
                  </a:lnTo>
                  <a:lnTo>
                    <a:pt x="336618" y="84664"/>
                  </a:lnTo>
                  <a:lnTo>
                    <a:pt x="329247" y="64016"/>
                  </a:lnTo>
                  <a:lnTo>
                    <a:pt x="296937" y="39663"/>
                  </a:lnTo>
                  <a:lnTo>
                    <a:pt x="244301" y="17246"/>
                  </a:lnTo>
                  <a:lnTo>
                    <a:pt x="175952" y="2405"/>
                  </a:lnTo>
                  <a:lnTo>
                    <a:pt x="106048" y="0"/>
                  </a:lnTo>
                  <a:close/>
                </a:path>
              </a:pathLst>
            </a:custGeom>
            <a:solidFill>
              <a:srgbClr val="CCCCC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4494168" y="7061180"/>
              <a:ext cx="537845" cy="330200"/>
            </a:xfrm>
            <a:custGeom>
              <a:avLst/>
              <a:gdLst/>
              <a:ahLst/>
              <a:cxnLst/>
              <a:rect l="l" t="t" r="r" b="b"/>
              <a:pathLst>
                <a:path w="537844" h="330200">
                  <a:moveTo>
                    <a:pt x="58572" y="29286"/>
                  </a:moveTo>
                  <a:lnTo>
                    <a:pt x="56273" y="17881"/>
                  </a:lnTo>
                  <a:lnTo>
                    <a:pt x="49999" y="8572"/>
                  </a:lnTo>
                  <a:lnTo>
                    <a:pt x="40690" y="2298"/>
                  </a:lnTo>
                  <a:lnTo>
                    <a:pt x="29286" y="0"/>
                  </a:lnTo>
                  <a:lnTo>
                    <a:pt x="17881" y="2298"/>
                  </a:lnTo>
                  <a:lnTo>
                    <a:pt x="8572" y="8572"/>
                  </a:lnTo>
                  <a:lnTo>
                    <a:pt x="2298" y="17881"/>
                  </a:lnTo>
                  <a:lnTo>
                    <a:pt x="0" y="29286"/>
                  </a:lnTo>
                  <a:lnTo>
                    <a:pt x="2298" y="40690"/>
                  </a:lnTo>
                  <a:lnTo>
                    <a:pt x="8572" y="49999"/>
                  </a:lnTo>
                  <a:lnTo>
                    <a:pt x="17881" y="56273"/>
                  </a:lnTo>
                  <a:lnTo>
                    <a:pt x="29286" y="58572"/>
                  </a:lnTo>
                  <a:lnTo>
                    <a:pt x="40690" y="56273"/>
                  </a:lnTo>
                  <a:lnTo>
                    <a:pt x="49999" y="49999"/>
                  </a:lnTo>
                  <a:lnTo>
                    <a:pt x="56273" y="40690"/>
                  </a:lnTo>
                  <a:lnTo>
                    <a:pt x="58572" y="29286"/>
                  </a:lnTo>
                  <a:close/>
                </a:path>
                <a:path w="537844" h="330200">
                  <a:moveTo>
                    <a:pt x="454190" y="322287"/>
                  </a:moveTo>
                  <a:lnTo>
                    <a:pt x="442239" y="268325"/>
                  </a:lnTo>
                  <a:lnTo>
                    <a:pt x="421284" y="227126"/>
                  </a:lnTo>
                  <a:lnTo>
                    <a:pt x="391947" y="192684"/>
                  </a:lnTo>
                  <a:lnTo>
                    <a:pt x="355739" y="166370"/>
                  </a:lnTo>
                  <a:lnTo>
                    <a:pt x="314134" y="149567"/>
                  </a:lnTo>
                  <a:lnTo>
                    <a:pt x="268605" y="143662"/>
                  </a:lnTo>
                  <a:lnTo>
                    <a:pt x="223088" y="149567"/>
                  </a:lnTo>
                  <a:lnTo>
                    <a:pt x="181470" y="166370"/>
                  </a:lnTo>
                  <a:lnTo>
                    <a:pt x="145262" y="192684"/>
                  </a:lnTo>
                  <a:lnTo>
                    <a:pt x="115938" y="227126"/>
                  </a:lnTo>
                  <a:lnTo>
                    <a:pt x="94983" y="268338"/>
                  </a:lnTo>
                  <a:lnTo>
                    <a:pt x="83883" y="314921"/>
                  </a:lnTo>
                  <a:lnTo>
                    <a:pt x="83019" y="322287"/>
                  </a:lnTo>
                  <a:lnTo>
                    <a:pt x="88315" y="328968"/>
                  </a:lnTo>
                  <a:lnTo>
                    <a:pt x="95694" y="329831"/>
                  </a:lnTo>
                  <a:lnTo>
                    <a:pt x="112369" y="321106"/>
                  </a:lnTo>
                  <a:lnTo>
                    <a:pt x="151803" y="301510"/>
                  </a:lnTo>
                  <a:lnTo>
                    <a:pt x="206413" y="281838"/>
                  </a:lnTo>
                  <a:lnTo>
                    <a:pt x="268605" y="272884"/>
                  </a:lnTo>
                  <a:lnTo>
                    <a:pt x="330796" y="281838"/>
                  </a:lnTo>
                  <a:lnTo>
                    <a:pt x="385406" y="301510"/>
                  </a:lnTo>
                  <a:lnTo>
                    <a:pt x="424840" y="321106"/>
                  </a:lnTo>
                  <a:lnTo>
                    <a:pt x="441528" y="329831"/>
                  </a:lnTo>
                  <a:lnTo>
                    <a:pt x="448906" y="328955"/>
                  </a:lnTo>
                  <a:lnTo>
                    <a:pt x="454190" y="322287"/>
                  </a:lnTo>
                  <a:close/>
                </a:path>
                <a:path w="537844" h="330200">
                  <a:moveTo>
                    <a:pt x="537222" y="29286"/>
                  </a:moveTo>
                  <a:lnTo>
                    <a:pt x="534924" y="17881"/>
                  </a:lnTo>
                  <a:lnTo>
                    <a:pt x="528650" y="8572"/>
                  </a:lnTo>
                  <a:lnTo>
                    <a:pt x="519341" y="2298"/>
                  </a:lnTo>
                  <a:lnTo>
                    <a:pt x="507936" y="0"/>
                  </a:lnTo>
                  <a:lnTo>
                    <a:pt x="496531" y="2298"/>
                  </a:lnTo>
                  <a:lnTo>
                    <a:pt x="487222" y="8572"/>
                  </a:lnTo>
                  <a:lnTo>
                    <a:pt x="480949" y="17881"/>
                  </a:lnTo>
                  <a:lnTo>
                    <a:pt x="478650" y="29286"/>
                  </a:lnTo>
                  <a:lnTo>
                    <a:pt x="480949" y="40690"/>
                  </a:lnTo>
                  <a:lnTo>
                    <a:pt x="487222" y="49999"/>
                  </a:lnTo>
                  <a:lnTo>
                    <a:pt x="496531" y="56273"/>
                  </a:lnTo>
                  <a:lnTo>
                    <a:pt x="507936" y="58572"/>
                  </a:lnTo>
                  <a:lnTo>
                    <a:pt x="519341" y="56273"/>
                  </a:lnTo>
                  <a:lnTo>
                    <a:pt x="528650" y="49999"/>
                  </a:lnTo>
                  <a:lnTo>
                    <a:pt x="534924" y="40690"/>
                  </a:lnTo>
                  <a:lnTo>
                    <a:pt x="537222" y="29286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3" name="object 153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5698451" y="6632217"/>
            <a:ext cx="1278002" cy="976318"/>
          </a:xfrm>
          <a:prstGeom prst="rect">
            <a:avLst/>
          </a:prstGeom>
        </p:spPr>
      </p:pic>
      <p:pic>
        <p:nvPicPr>
          <p:cNvPr id="154" name="object 154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17370894" y="6632409"/>
            <a:ext cx="251305" cy="275491"/>
          </a:xfrm>
          <a:prstGeom prst="rect">
            <a:avLst/>
          </a:prstGeom>
        </p:spPr>
      </p:pic>
      <p:grpSp>
        <p:nvGrpSpPr>
          <p:cNvPr id="155" name="object 155" descr=""/>
          <p:cNvGrpSpPr/>
          <p:nvPr/>
        </p:nvGrpSpPr>
        <p:grpSpPr>
          <a:xfrm>
            <a:off x="17274085" y="6640141"/>
            <a:ext cx="1278255" cy="969010"/>
            <a:chOff x="17274085" y="6640141"/>
            <a:chExt cx="1278255" cy="969010"/>
          </a:xfrm>
        </p:grpSpPr>
        <p:pic>
          <p:nvPicPr>
            <p:cNvPr id="156" name="object 15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8215363" y="6640141"/>
              <a:ext cx="251304" cy="275493"/>
            </a:xfrm>
            <a:prstGeom prst="rect">
              <a:avLst/>
            </a:prstGeom>
          </p:spPr>
        </p:pic>
        <p:sp>
          <p:nvSpPr>
            <p:cNvPr id="157" name="object 157" descr=""/>
            <p:cNvSpPr/>
            <p:nvPr/>
          </p:nvSpPr>
          <p:spPr>
            <a:xfrm>
              <a:off x="17274085" y="6913277"/>
              <a:ext cx="1278255" cy="574040"/>
            </a:xfrm>
            <a:custGeom>
              <a:avLst/>
              <a:gdLst/>
              <a:ahLst/>
              <a:cxnLst/>
              <a:rect l="l" t="t" r="r" b="b"/>
              <a:pathLst>
                <a:path w="1278255" h="574040">
                  <a:moveTo>
                    <a:pt x="638996" y="0"/>
                  </a:moveTo>
                  <a:lnTo>
                    <a:pt x="573662" y="1481"/>
                  </a:lnTo>
                  <a:lnTo>
                    <a:pt x="510215" y="5830"/>
                  </a:lnTo>
                  <a:lnTo>
                    <a:pt x="448977" y="12901"/>
                  </a:lnTo>
                  <a:lnTo>
                    <a:pt x="390268" y="22551"/>
                  </a:lnTo>
                  <a:lnTo>
                    <a:pt x="334411" y="34635"/>
                  </a:lnTo>
                  <a:lnTo>
                    <a:pt x="281726" y="49009"/>
                  </a:lnTo>
                  <a:lnTo>
                    <a:pt x="232534" y="65529"/>
                  </a:lnTo>
                  <a:lnTo>
                    <a:pt x="187156" y="84051"/>
                  </a:lnTo>
                  <a:lnTo>
                    <a:pt x="145914" y="104430"/>
                  </a:lnTo>
                  <a:lnTo>
                    <a:pt x="109129" y="126522"/>
                  </a:lnTo>
                  <a:lnTo>
                    <a:pt x="77122" y="150183"/>
                  </a:lnTo>
                  <a:lnTo>
                    <a:pt x="28727" y="201635"/>
                  </a:lnTo>
                  <a:lnTo>
                    <a:pt x="3299" y="257633"/>
                  </a:lnTo>
                  <a:lnTo>
                    <a:pt x="0" y="286975"/>
                  </a:lnTo>
                  <a:lnTo>
                    <a:pt x="3299" y="316318"/>
                  </a:lnTo>
                  <a:lnTo>
                    <a:pt x="28727" y="372315"/>
                  </a:lnTo>
                  <a:lnTo>
                    <a:pt x="77122" y="423767"/>
                  </a:lnTo>
                  <a:lnTo>
                    <a:pt x="109129" y="447428"/>
                  </a:lnTo>
                  <a:lnTo>
                    <a:pt x="145914" y="469520"/>
                  </a:lnTo>
                  <a:lnTo>
                    <a:pt x="187156" y="489900"/>
                  </a:lnTo>
                  <a:lnTo>
                    <a:pt x="232534" y="508421"/>
                  </a:lnTo>
                  <a:lnTo>
                    <a:pt x="281726" y="524941"/>
                  </a:lnTo>
                  <a:lnTo>
                    <a:pt x="334411" y="539315"/>
                  </a:lnTo>
                  <a:lnTo>
                    <a:pt x="390268" y="551399"/>
                  </a:lnTo>
                  <a:lnTo>
                    <a:pt x="448977" y="561049"/>
                  </a:lnTo>
                  <a:lnTo>
                    <a:pt x="510215" y="568121"/>
                  </a:lnTo>
                  <a:lnTo>
                    <a:pt x="573662" y="572469"/>
                  </a:lnTo>
                  <a:lnTo>
                    <a:pt x="638996" y="573951"/>
                  </a:lnTo>
                  <a:lnTo>
                    <a:pt x="704330" y="572469"/>
                  </a:lnTo>
                  <a:lnTo>
                    <a:pt x="767777" y="568121"/>
                  </a:lnTo>
                  <a:lnTo>
                    <a:pt x="829015" y="561049"/>
                  </a:lnTo>
                  <a:lnTo>
                    <a:pt x="887723" y="551399"/>
                  </a:lnTo>
                  <a:lnTo>
                    <a:pt x="943581" y="539315"/>
                  </a:lnTo>
                  <a:lnTo>
                    <a:pt x="996266" y="524941"/>
                  </a:lnTo>
                  <a:lnTo>
                    <a:pt x="1045458" y="508421"/>
                  </a:lnTo>
                  <a:lnTo>
                    <a:pt x="1090835" y="489900"/>
                  </a:lnTo>
                  <a:lnTo>
                    <a:pt x="1132077" y="469520"/>
                  </a:lnTo>
                  <a:lnTo>
                    <a:pt x="1168862" y="447428"/>
                  </a:lnTo>
                  <a:lnTo>
                    <a:pt x="1200869" y="423767"/>
                  </a:lnTo>
                  <a:lnTo>
                    <a:pt x="1249264" y="372315"/>
                  </a:lnTo>
                  <a:lnTo>
                    <a:pt x="1274693" y="316318"/>
                  </a:lnTo>
                  <a:lnTo>
                    <a:pt x="1277992" y="286975"/>
                  </a:lnTo>
                  <a:lnTo>
                    <a:pt x="1274693" y="257633"/>
                  </a:lnTo>
                  <a:lnTo>
                    <a:pt x="1249264" y="201635"/>
                  </a:lnTo>
                  <a:lnTo>
                    <a:pt x="1200869" y="150183"/>
                  </a:lnTo>
                  <a:lnTo>
                    <a:pt x="1168862" y="126522"/>
                  </a:lnTo>
                  <a:lnTo>
                    <a:pt x="1132077" y="104430"/>
                  </a:lnTo>
                  <a:lnTo>
                    <a:pt x="1090835" y="84051"/>
                  </a:lnTo>
                  <a:lnTo>
                    <a:pt x="1045458" y="65529"/>
                  </a:lnTo>
                  <a:lnTo>
                    <a:pt x="996266" y="49009"/>
                  </a:lnTo>
                  <a:lnTo>
                    <a:pt x="943581" y="34635"/>
                  </a:lnTo>
                  <a:lnTo>
                    <a:pt x="887723" y="22551"/>
                  </a:lnTo>
                  <a:lnTo>
                    <a:pt x="829015" y="12901"/>
                  </a:lnTo>
                  <a:lnTo>
                    <a:pt x="767777" y="5830"/>
                  </a:lnTo>
                  <a:lnTo>
                    <a:pt x="704330" y="1481"/>
                  </a:lnTo>
                  <a:lnTo>
                    <a:pt x="638996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7314330" y="6769626"/>
              <a:ext cx="1198245" cy="839469"/>
            </a:xfrm>
            <a:custGeom>
              <a:avLst/>
              <a:gdLst/>
              <a:ahLst/>
              <a:cxnLst/>
              <a:rect l="l" t="t" r="r" b="b"/>
              <a:pathLst>
                <a:path w="1198244" h="839470">
                  <a:moveTo>
                    <a:pt x="77520" y="596671"/>
                  </a:moveTo>
                  <a:lnTo>
                    <a:pt x="60820" y="547624"/>
                  </a:lnTo>
                  <a:lnTo>
                    <a:pt x="47294" y="497497"/>
                  </a:lnTo>
                  <a:lnTo>
                    <a:pt x="37122" y="447052"/>
                  </a:lnTo>
                  <a:lnTo>
                    <a:pt x="30429" y="397040"/>
                  </a:lnTo>
                  <a:lnTo>
                    <a:pt x="27368" y="348221"/>
                  </a:lnTo>
                  <a:lnTo>
                    <a:pt x="28105" y="301358"/>
                  </a:lnTo>
                  <a:lnTo>
                    <a:pt x="20447" y="308394"/>
                  </a:lnTo>
                  <a:lnTo>
                    <a:pt x="13208" y="315544"/>
                  </a:lnTo>
                  <a:lnTo>
                    <a:pt x="6388" y="322808"/>
                  </a:lnTo>
                  <a:lnTo>
                    <a:pt x="0" y="330161"/>
                  </a:lnTo>
                  <a:lnTo>
                    <a:pt x="1397" y="376237"/>
                  </a:lnTo>
                  <a:lnTo>
                    <a:pt x="6019" y="423748"/>
                  </a:lnTo>
                  <a:lnTo>
                    <a:pt x="13792" y="472071"/>
                  </a:lnTo>
                  <a:lnTo>
                    <a:pt x="24638" y="520598"/>
                  </a:lnTo>
                  <a:lnTo>
                    <a:pt x="38493" y="568744"/>
                  </a:lnTo>
                  <a:lnTo>
                    <a:pt x="67106" y="589902"/>
                  </a:lnTo>
                  <a:lnTo>
                    <a:pt x="77520" y="596671"/>
                  </a:lnTo>
                  <a:close/>
                </a:path>
                <a:path w="1198244" h="839470">
                  <a:moveTo>
                    <a:pt x="1123784" y="355981"/>
                  </a:moveTo>
                  <a:lnTo>
                    <a:pt x="1123734" y="314134"/>
                  </a:lnTo>
                  <a:lnTo>
                    <a:pt x="1121054" y="274751"/>
                  </a:lnTo>
                  <a:lnTo>
                    <a:pt x="1101610" y="195173"/>
                  </a:lnTo>
                  <a:lnTo>
                    <a:pt x="1077506" y="155905"/>
                  </a:lnTo>
                  <a:lnTo>
                    <a:pt x="1045489" y="121081"/>
                  </a:lnTo>
                  <a:lnTo>
                    <a:pt x="1007605" y="91071"/>
                  </a:lnTo>
                  <a:lnTo>
                    <a:pt x="965873" y="66294"/>
                  </a:lnTo>
                  <a:lnTo>
                    <a:pt x="922337" y="47104"/>
                  </a:lnTo>
                  <a:lnTo>
                    <a:pt x="879005" y="33921"/>
                  </a:lnTo>
                  <a:lnTo>
                    <a:pt x="829652" y="23304"/>
                  </a:lnTo>
                  <a:lnTo>
                    <a:pt x="779792" y="14668"/>
                  </a:lnTo>
                  <a:lnTo>
                    <a:pt x="729538" y="8013"/>
                  </a:lnTo>
                  <a:lnTo>
                    <a:pt x="679005" y="3352"/>
                  </a:lnTo>
                  <a:lnTo>
                    <a:pt x="628269" y="673"/>
                  </a:lnTo>
                  <a:lnTo>
                    <a:pt x="577469" y="0"/>
                  </a:lnTo>
                  <a:lnTo>
                    <a:pt x="526707" y="1320"/>
                  </a:lnTo>
                  <a:lnTo>
                    <a:pt x="476072" y="4635"/>
                  </a:lnTo>
                  <a:lnTo>
                    <a:pt x="425678" y="9969"/>
                  </a:lnTo>
                  <a:lnTo>
                    <a:pt x="375627" y="17297"/>
                  </a:lnTo>
                  <a:lnTo>
                    <a:pt x="326047" y="26644"/>
                  </a:lnTo>
                  <a:lnTo>
                    <a:pt x="277876" y="40665"/>
                  </a:lnTo>
                  <a:lnTo>
                    <a:pt x="231470" y="61760"/>
                  </a:lnTo>
                  <a:lnTo>
                    <a:pt x="188429" y="89458"/>
                  </a:lnTo>
                  <a:lnTo>
                    <a:pt x="150304" y="123329"/>
                  </a:lnTo>
                  <a:lnTo>
                    <a:pt x="118719" y="162902"/>
                  </a:lnTo>
                  <a:lnTo>
                    <a:pt x="95237" y="207733"/>
                  </a:lnTo>
                  <a:lnTo>
                    <a:pt x="77508" y="278269"/>
                  </a:lnTo>
                  <a:lnTo>
                    <a:pt x="73914" y="318592"/>
                  </a:lnTo>
                  <a:lnTo>
                    <a:pt x="73736" y="361391"/>
                  </a:lnTo>
                  <a:lnTo>
                    <a:pt x="76873" y="405968"/>
                  </a:lnTo>
                  <a:lnTo>
                    <a:pt x="83261" y="451662"/>
                  </a:lnTo>
                  <a:lnTo>
                    <a:pt x="92824" y="497789"/>
                  </a:lnTo>
                  <a:lnTo>
                    <a:pt x="105460" y="543661"/>
                  </a:lnTo>
                  <a:lnTo>
                    <a:pt x="121107" y="588594"/>
                  </a:lnTo>
                  <a:lnTo>
                    <a:pt x="139674" y="631926"/>
                  </a:lnTo>
                  <a:lnTo>
                    <a:pt x="161086" y="672960"/>
                  </a:lnTo>
                  <a:lnTo>
                    <a:pt x="185254" y="711022"/>
                  </a:lnTo>
                  <a:lnTo>
                    <a:pt x="212115" y="745426"/>
                  </a:lnTo>
                  <a:lnTo>
                    <a:pt x="241579" y="775512"/>
                  </a:lnTo>
                  <a:lnTo>
                    <a:pt x="273558" y="800582"/>
                  </a:lnTo>
                  <a:lnTo>
                    <a:pt x="307975" y="819950"/>
                  </a:lnTo>
                  <a:lnTo>
                    <a:pt x="344754" y="832954"/>
                  </a:lnTo>
                  <a:lnTo>
                    <a:pt x="383819" y="838911"/>
                  </a:lnTo>
                  <a:lnTo>
                    <a:pt x="425069" y="837133"/>
                  </a:lnTo>
                  <a:lnTo>
                    <a:pt x="475894" y="830948"/>
                  </a:lnTo>
                  <a:lnTo>
                    <a:pt x="526884" y="826465"/>
                  </a:lnTo>
                  <a:lnTo>
                    <a:pt x="578002" y="823696"/>
                  </a:lnTo>
                  <a:lnTo>
                    <a:pt x="629196" y="822629"/>
                  </a:lnTo>
                  <a:lnTo>
                    <a:pt x="680427" y="823290"/>
                  </a:lnTo>
                  <a:lnTo>
                    <a:pt x="731647" y="825677"/>
                  </a:lnTo>
                  <a:lnTo>
                    <a:pt x="782828" y="829779"/>
                  </a:lnTo>
                  <a:lnTo>
                    <a:pt x="826947" y="830287"/>
                  </a:lnTo>
                  <a:lnTo>
                    <a:pt x="867816" y="823341"/>
                  </a:lnTo>
                  <a:lnTo>
                    <a:pt x="905510" y="809612"/>
                  </a:lnTo>
                  <a:lnTo>
                    <a:pt x="940041" y="789749"/>
                  </a:lnTo>
                  <a:lnTo>
                    <a:pt x="971473" y="764438"/>
                  </a:lnTo>
                  <a:lnTo>
                    <a:pt x="999832" y="734314"/>
                  </a:lnTo>
                  <a:lnTo>
                    <a:pt x="1025169" y="700049"/>
                  </a:lnTo>
                  <a:lnTo>
                    <a:pt x="1047508" y="662292"/>
                  </a:lnTo>
                  <a:lnTo>
                    <a:pt x="1066914" y="621715"/>
                  </a:lnTo>
                  <a:lnTo>
                    <a:pt x="1083411" y="578980"/>
                  </a:lnTo>
                  <a:lnTo>
                    <a:pt x="1097051" y="534746"/>
                  </a:lnTo>
                  <a:lnTo>
                    <a:pt x="1107859" y="489661"/>
                  </a:lnTo>
                  <a:lnTo>
                    <a:pt x="1115898" y="444411"/>
                  </a:lnTo>
                  <a:lnTo>
                    <a:pt x="1121194" y="399618"/>
                  </a:lnTo>
                  <a:lnTo>
                    <a:pt x="1123784" y="355981"/>
                  </a:lnTo>
                  <a:close/>
                </a:path>
                <a:path w="1198244" h="839470">
                  <a:moveTo>
                    <a:pt x="1197660" y="330377"/>
                  </a:moveTo>
                  <a:lnTo>
                    <a:pt x="1191310" y="323037"/>
                  </a:lnTo>
                  <a:lnTo>
                    <a:pt x="1184529" y="315798"/>
                  </a:lnTo>
                  <a:lnTo>
                    <a:pt x="1177328" y="308660"/>
                  </a:lnTo>
                  <a:lnTo>
                    <a:pt x="1169708" y="301625"/>
                  </a:lnTo>
                  <a:lnTo>
                    <a:pt x="1169949" y="347992"/>
                  </a:lnTo>
                  <a:lnTo>
                    <a:pt x="1167193" y="396189"/>
                  </a:lnTo>
                  <a:lnTo>
                    <a:pt x="1161427" y="445503"/>
                  </a:lnTo>
                  <a:lnTo>
                    <a:pt x="1152613" y="495211"/>
                  </a:lnTo>
                  <a:lnTo>
                    <a:pt x="1140714" y="544614"/>
                  </a:lnTo>
                  <a:lnTo>
                    <a:pt x="1125728" y="592988"/>
                  </a:lnTo>
                  <a:lnTo>
                    <a:pt x="1135710" y="586257"/>
                  </a:lnTo>
                  <a:lnTo>
                    <a:pt x="1175512" y="518045"/>
                  </a:lnTo>
                  <a:lnTo>
                    <a:pt x="1185113" y="470344"/>
                  </a:lnTo>
                  <a:lnTo>
                    <a:pt x="1191983" y="422783"/>
                  </a:lnTo>
                  <a:lnTo>
                    <a:pt x="1196162" y="375932"/>
                  </a:lnTo>
                  <a:lnTo>
                    <a:pt x="1197660" y="3303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7388072" y="6860151"/>
              <a:ext cx="934085" cy="748665"/>
            </a:xfrm>
            <a:custGeom>
              <a:avLst/>
              <a:gdLst/>
              <a:ahLst/>
              <a:cxnLst/>
              <a:rect l="l" t="t" r="r" b="b"/>
              <a:pathLst>
                <a:path w="934084" h="748665">
                  <a:moveTo>
                    <a:pt x="113294" y="0"/>
                  </a:moveTo>
                  <a:lnTo>
                    <a:pt x="59327" y="52586"/>
                  </a:lnTo>
                  <a:lnTo>
                    <a:pt x="21506" y="117211"/>
                  </a:lnTo>
                  <a:lnTo>
                    <a:pt x="3776" y="187737"/>
                  </a:lnTo>
                  <a:lnTo>
                    <a:pt x="184" y="228064"/>
                  </a:lnTo>
                  <a:lnTo>
                    <a:pt x="0" y="270859"/>
                  </a:lnTo>
                  <a:lnTo>
                    <a:pt x="3142" y="315443"/>
                  </a:lnTo>
                  <a:lnTo>
                    <a:pt x="9531" y="361136"/>
                  </a:lnTo>
                  <a:lnTo>
                    <a:pt x="19086" y="407257"/>
                  </a:lnTo>
                  <a:lnTo>
                    <a:pt x="31727" y="453127"/>
                  </a:lnTo>
                  <a:lnTo>
                    <a:pt x="47372" y="498066"/>
                  </a:lnTo>
                  <a:lnTo>
                    <a:pt x="65941" y="541393"/>
                  </a:lnTo>
                  <a:lnTo>
                    <a:pt x="87353" y="582428"/>
                  </a:lnTo>
                  <a:lnTo>
                    <a:pt x="111528" y="620492"/>
                  </a:lnTo>
                  <a:lnTo>
                    <a:pt x="138385" y="654904"/>
                  </a:lnTo>
                  <a:lnTo>
                    <a:pt x="167844" y="684984"/>
                  </a:lnTo>
                  <a:lnTo>
                    <a:pt x="199824" y="710052"/>
                  </a:lnTo>
                  <a:lnTo>
                    <a:pt x="234244" y="729428"/>
                  </a:lnTo>
                  <a:lnTo>
                    <a:pt x="271023" y="742433"/>
                  </a:lnTo>
                  <a:lnTo>
                    <a:pt x="310082" y="748385"/>
                  </a:lnTo>
                  <a:lnTo>
                    <a:pt x="351339" y="746605"/>
                  </a:lnTo>
                  <a:lnTo>
                    <a:pt x="402160" y="740416"/>
                  </a:lnTo>
                  <a:lnTo>
                    <a:pt x="453147" y="735934"/>
                  </a:lnTo>
                  <a:lnTo>
                    <a:pt x="504260" y="733162"/>
                  </a:lnTo>
                  <a:lnTo>
                    <a:pt x="555454" y="732104"/>
                  </a:lnTo>
                  <a:lnTo>
                    <a:pt x="606687" y="732764"/>
                  </a:lnTo>
                  <a:lnTo>
                    <a:pt x="657916" y="735146"/>
                  </a:lnTo>
                  <a:lnTo>
                    <a:pt x="709098" y="739254"/>
                  </a:lnTo>
                  <a:lnTo>
                    <a:pt x="764057" y="738648"/>
                  </a:lnTo>
                  <a:lnTo>
                    <a:pt x="813919" y="726532"/>
                  </a:lnTo>
                  <a:lnTo>
                    <a:pt x="858764" y="704221"/>
                  </a:lnTo>
                  <a:lnTo>
                    <a:pt x="898673" y="673027"/>
                  </a:lnTo>
                  <a:lnTo>
                    <a:pt x="933730" y="634263"/>
                  </a:lnTo>
                  <a:lnTo>
                    <a:pt x="897652" y="656898"/>
                  </a:lnTo>
                  <a:lnTo>
                    <a:pt x="857991" y="672703"/>
                  </a:lnTo>
                  <a:lnTo>
                    <a:pt x="814698" y="680877"/>
                  </a:lnTo>
                  <a:lnTo>
                    <a:pt x="767724" y="680618"/>
                  </a:lnTo>
                  <a:lnTo>
                    <a:pt x="716546" y="676513"/>
                  </a:lnTo>
                  <a:lnTo>
                    <a:pt x="665318" y="674134"/>
                  </a:lnTo>
                  <a:lnTo>
                    <a:pt x="614085" y="673475"/>
                  </a:lnTo>
                  <a:lnTo>
                    <a:pt x="562890" y="674532"/>
                  </a:lnTo>
                  <a:lnTo>
                    <a:pt x="511776" y="677303"/>
                  </a:lnTo>
                  <a:lnTo>
                    <a:pt x="460787" y="681783"/>
                  </a:lnTo>
                  <a:lnTo>
                    <a:pt x="409966" y="687968"/>
                  </a:lnTo>
                  <a:lnTo>
                    <a:pt x="368709" y="689749"/>
                  </a:lnTo>
                  <a:lnTo>
                    <a:pt x="329650" y="683799"/>
                  </a:lnTo>
                  <a:lnTo>
                    <a:pt x="292870" y="670795"/>
                  </a:lnTo>
                  <a:lnTo>
                    <a:pt x="258450" y="651420"/>
                  </a:lnTo>
                  <a:lnTo>
                    <a:pt x="226471" y="626353"/>
                  </a:lnTo>
                  <a:lnTo>
                    <a:pt x="197012" y="596274"/>
                  </a:lnTo>
                  <a:lnTo>
                    <a:pt x="170155" y="561863"/>
                  </a:lnTo>
                  <a:lnTo>
                    <a:pt x="145979" y="523799"/>
                  </a:lnTo>
                  <a:lnTo>
                    <a:pt x="124567" y="482765"/>
                  </a:lnTo>
                  <a:lnTo>
                    <a:pt x="105998" y="439438"/>
                  </a:lnTo>
                  <a:lnTo>
                    <a:pt x="90353" y="394500"/>
                  </a:lnTo>
                  <a:lnTo>
                    <a:pt x="77713" y="348630"/>
                  </a:lnTo>
                  <a:lnTo>
                    <a:pt x="68158" y="302509"/>
                  </a:lnTo>
                  <a:lnTo>
                    <a:pt x="61769" y="256816"/>
                  </a:lnTo>
                  <a:lnTo>
                    <a:pt x="58626" y="212232"/>
                  </a:lnTo>
                  <a:lnTo>
                    <a:pt x="58810" y="169437"/>
                  </a:lnTo>
                  <a:lnTo>
                    <a:pt x="62403" y="129111"/>
                  </a:lnTo>
                  <a:lnTo>
                    <a:pt x="80133" y="58584"/>
                  </a:lnTo>
                  <a:lnTo>
                    <a:pt x="103594" y="13787"/>
                  </a:lnTo>
                  <a:lnTo>
                    <a:pt x="113294" y="0"/>
                  </a:lnTo>
                  <a:close/>
                </a:path>
              </a:pathLst>
            </a:custGeom>
            <a:solidFill>
              <a:srgbClr val="BBBBBB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7456224" y="6950491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099" y="0"/>
                  </a:moveTo>
                  <a:lnTo>
                    <a:pt x="408342" y="378"/>
                  </a:lnTo>
                  <a:lnTo>
                    <a:pt x="359594" y="1512"/>
                  </a:lnTo>
                  <a:lnTo>
                    <a:pt x="310864" y="3403"/>
                  </a:lnTo>
                  <a:lnTo>
                    <a:pt x="262159" y="6051"/>
                  </a:lnTo>
                  <a:lnTo>
                    <a:pt x="213490" y="9455"/>
                  </a:lnTo>
                  <a:lnTo>
                    <a:pt x="149781" y="23508"/>
                  </a:lnTo>
                  <a:lnTo>
                    <a:pt x="95344" y="53086"/>
                  </a:lnTo>
                  <a:lnTo>
                    <a:pt x="51714" y="95132"/>
                  </a:lnTo>
                  <a:lnTo>
                    <a:pt x="20427" y="146588"/>
                  </a:lnTo>
                  <a:lnTo>
                    <a:pt x="3019" y="204398"/>
                  </a:lnTo>
                  <a:lnTo>
                    <a:pt x="0" y="234729"/>
                  </a:lnTo>
                  <a:lnTo>
                    <a:pt x="1026" y="265503"/>
                  </a:lnTo>
                  <a:lnTo>
                    <a:pt x="15984" y="326847"/>
                  </a:lnTo>
                  <a:lnTo>
                    <a:pt x="49430" y="385373"/>
                  </a:lnTo>
                  <a:lnTo>
                    <a:pt x="102898" y="438023"/>
                  </a:lnTo>
                  <a:lnTo>
                    <a:pt x="137621" y="461189"/>
                  </a:lnTo>
                  <a:lnTo>
                    <a:pt x="177926" y="481740"/>
                  </a:lnTo>
                  <a:lnTo>
                    <a:pt x="224004" y="499293"/>
                  </a:lnTo>
                  <a:lnTo>
                    <a:pt x="276049" y="513467"/>
                  </a:lnTo>
                  <a:lnTo>
                    <a:pt x="334251" y="523879"/>
                  </a:lnTo>
                  <a:lnTo>
                    <a:pt x="379831" y="529037"/>
                  </a:lnTo>
                  <a:lnTo>
                    <a:pt x="426737" y="532093"/>
                  </a:lnTo>
                  <a:lnTo>
                    <a:pt x="474501" y="532811"/>
                  </a:lnTo>
                  <a:lnTo>
                    <a:pt x="522651" y="530955"/>
                  </a:lnTo>
                  <a:lnTo>
                    <a:pt x="570718" y="526291"/>
                  </a:lnTo>
                  <a:lnTo>
                    <a:pt x="618233" y="518583"/>
                  </a:lnTo>
                  <a:lnTo>
                    <a:pt x="664723" y="507597"/>
                  </a:lnTo>
                  <a:lnTo>
                    <a:pt x="709721" y="493097"/>
                  </a:lnTo>
                  <a:lnTo>
                    <a:pt x="752756" y="474847"/>
                  </a:lnTo>
                  <a:lnTo>
                    <a:pt x="793357" y="452614"/>
                  </a:lnTo>
                  <a:lnTo>
                    <a:pt x="830641" y="425084"/>
                  </a:lnTo>
                  <a:lnTo>
                    <a:pt x="860743" y="393773"/>
                  </a:lnTo>
                  <a:lnTo>
                    <a:pt x="883887" y="359488"/>
                  </a:lnTo>
                  <a:lnTo>
                    <a:pt x="900299" y="323034"/>
                  </a:lnTo>
                  <a:lnTo>
                    <a:pt x="910203" y="285217"/>
                  </a:lnTo>
                  <a:lnTo>
                    <a:pt x="913823" y="246845"/>
                  </a:lnTo>
                  <a:lnTo>
                    <a:pt x="911385" y="208722"/>
                  </a:lnTo>
                  <a:lnTo>
                    <a:pt x="889229" y="136449"/>
                  </a:lnTo>
                  <a:lnTo>
                    <a:pt x="845532" y="74847"/>
                  </a:lnTo>
                  <a:lnTo>
                    <a:pt x="816166" y="50064"/>
                  </a:lnTo>
                  <a:lnTo>
                    <a:pt x="782090" y="30367"/>
                  </a:lnTo>
                  <a:lnTo>
                    <a:pt x="743526" y="16561"/>
                  </a:lnTo>
                  <a:lnTo>
                    <a:pt x="700700" y="9455"/>
                  </a:lnTo>
                  <a:lnTo>
                    <a:pt x="652034" y="6051"/>
                  </a:lnTo>
                  <a:lnTo>
                    <a:pt x="603331" y="3403"/>
                  </a:lnTo>
                  <a:lnTo>
                    <a:pt x="554602" y="1512"/>
                  </a:lnTo>
                  <a:lnTo>
                    <a:pt x="505855" y="378"/>
                  </a:lnTo>
                  <a:lnTo>
                    <a:pt x="45709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7463292" y="6957594"/>
              <a:ext cx="899794" cy="518795"/>
            </a:xfrm>
            <a:custGeom>
              <a:avLst/>
              <a:gdLst/>
              <a:ahLst/>
              <a:cxnLst/>
              <a:rect l="l" t="t" r="r" b="b"/>
              <a:pathLst>
                <a:path w="899794" h="518795">
                  <a:moveTo>
                    <a:pt x="450028" y="0"/>
                  </a:moveTo>
                  <a:lnTo>
                    <a:pt x="401467" y="380"/>
                  </a:lnTo>
                  <a:lnTo>
                    <a:pt x="352772" y="1517"/>
                  </a:lnTo>
                  <a:lnTo>
                    <a:pt x="304052" y="3408"/>
                  </a:lnTo>
                  <a:lnTo>
                    <a:pt x="255418" y="6048"/>
                  </a:lnTo>
                  <a:lnTo>
                    <a:pt x="206977" y="9434"/>
                  </a:lnTo>
                  <a:lnTo>
                    <a:pt x="159608" y="18293"/>
                  </a:lnTo>
                  <a:lnTo>
                    <a:pt x="116424" y="36499"/>
                  </a:lnTo>
                  <a:lnTo>
                    <a:pt x="78473" y="62941"/>
                  </a:lnTo>
                  <a:lnTo>
                    <a:pt x="46806" y="96506"/>
                  </a:lnTo>
                  <a:lnTo>
                    <a:pt x="22471" y="136083"/>
                  </a:lnTo>
                  <a:lnTo>
                    <a:pt x="6519" y="180558"/>
                  </a:lnTo>
                  <a:lnTo>
                    <a:pt x="0" y="228820"/>
                  </a:lnTo>
                  <a:lnTo>
                    <a:pt x="1709" y="263384"/>
                  </a:lnTo>
                  <a:lnTo>
                    <a:pt x="22724" y="333214"/>
                  </a:lnTo>
                  <a:lnTo>
                    <a:pt x="42927" y="367047"/>
                  </a:lnTo>
                  <a:lnTo>
                    <a:pt x="70192" y="399202"/>
                  </a:lnTo>
                  <a:lnTo>
                    <a:pt x="104968" y="428964"/>
                  </a:lnTo>
                  <a:lnTo>
                    <a:pt x="147702" y="455615"/>
                  </a:lnTo>
                  <a:lnTo>
                    <a:pt x="198844" y="478440"/>
                  </a:lnTo>
                  <a:lnTo>
                    <a:pt x="258843" y="496722"/>
                  </a:lnTo>
                  <a:lnTo>
                    <a:pt x="328147" y="509743"/>
                  </a:lnTo>
                  <a:lnTo>
                    <a:pt x="393027" y="516426"/>
                  </a:lnTo>
                  <a:lnTo>
                    <a:pt x="457462" y="518664"/>
                  </a:lnTo>
                  <a:lnTo>
                    <a:pt x="498263" y="517713"/>
                  </a:lnTo>
                  <a:lnTo>
                    <a:pt x="542789" y="514414"/>
                  </a:lnTo>
                  <a:lnTo>
                    <a:pt x="589932" y="508105"/>
                  </a:lnTo>
                  <a:lnTo>
                    <a:pt x="638586" y="498121"/>
                  </a:lnTo>
                  <a:lnTo>
                    <a:pt x="687643" y="483797"/>
                  </a:lnTo>
                  <a:lnTo>
                    <a:pt x="735997" y="464469"/>
                  </a:lnTo>
                  <a:lnTo>
                    <a:pt x="782541" y="439473"/>
                  </a:lnTo>
                  <a:lnTo>
                    <a:pt x="824224" y="407558"/>
                  </a:lnTo>
                  <a:lnTo>
                    <a:pt x="857320" y="369409"/>
                  </a:lnTo>
                  <a:lnTo>
                    <a:pt x="881285" y="326305"/>
                  </a:lnTo>
                  <a:lnTo>
                    <a:pt x="895575" y="279527"/>
                  </a:lnTo>
                  <a:lnTo>
                    <a:pt x="899643" y="230354"/>
                  </a:lnTo>
                  <a:lnTo>
                    <a:pt x="892946" y="180067"/>
                  </a:lnTo>
                  <a:lnTo>
                    <a:pt x="876839" y="134610"/>
                  </a:lnTo>
                  <a:lnTo>
                    <a:pt x="852537" y="94837"/>
                  </a:lnTo>
                  <a:lnTo>
                    <a:pt x="821024" y="61591"/>
                  </a:lnTo>
                  <a:lnTo>
                    <a:pt x="783286" y="35713"/>
                  </a:lnTo>
                  <a:lnTo>
                    <a:pt x="740309" y="18047"/>
                  </a:lnTo>
                  <a:lnTo>
                    <a:pt x="693078" y="9434"/>
                  </a:lnTo>
                  <a:lnTo>
                    <a:pt x="644638" y="6048"/>
                  </a:lnTo>
                  <a:lnTo>
                    <a:pt x="596004" y="3408"/>
                  </a:lnTo>
                  <a:lnTo>
                    <a:pt x="547286" y="1517"/>
                  </a:lnTo>
                  <a:lnTo>
                    <a:pt x="498594" y="380"/>
                  </a:lnTo>
                  <a:lnTo>
                    <a:pt x="450028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7958441" y="6813061"/>
              <a:ext cx="337185" cy="100330"/>
            </a:xfrm>
            <a:custGeom>
              <a:avLst/>
              <a:gdLst/>
              <a:ahLst/>
              <a:cxnLst/>
              <a:rect l="l" t="t" r="r" b="b"/>
              <a:pathLst>
                <a:path w="337184" h="100329">
                  <a:moveTo>
                    <a:pt x="106048" y="0"/>
                  </a:moveTo>
                  <a:lnTo>
                    <a:pt x="49515" y="8801"/>
                  </a:lnTo>
                  <a:lnTo>
                    <a:pt x="12212" y="24473"/>
                  </a:lnTo>
                  <a:lnTo>
                    <a:pt x="0" y="42676"/>
                  </a:lnTo>
                  <a:lnTo>
                    <a:pt x="14612" y="58928"/>
                  </a:lnTo>
                  <a:lnTo>
                    <a:pt x="50631" y="71540"/>
                  </a:lnTo>
                  <a:lnTo>
                    <a:pt x="102578" y="81666"/>
                  </a:lnTo>
                  <a:lnTo>
                    <a:pt x="164968" y="90455"/>
                  </a:lnTo>
                  <a:lnTo>
                    <a:pt x="227605" y="97263"/>
                  </a:lnTo>
                  <a:lnTo>
                    <a:pt x="280445" y="100211"/>
                  </a:lnTo>
                  <a:lnTo>
                    <a:pt x="318457" y="96833"/>
                  </a:lnTo>
                  <a:lnTo>
                    <a:pt x="336607" y="84664"/>
                  </a:lnTo>
                  <a:lnTo>
                    <a:pt x="329242" y="64016"/>
                  </a:lnTo>
                  <a:lnTo>
                    <a:pt x="296935" y="39663"/>
                  </a:lnTo>
                  <a:lnTo>
                    <a:pt x="244301" y="17246"/>
                  </a:lnTo>
                  <a:lnTo>
                    <a:pt x="175952" y="2405"/>
                  </a:lnTo>
                  <a:lnTo>
                    <a:pt x="106048" y="0"/>
                  </a:lnTo>
                  <a:close/>
                </a:path>
              </a:pathLst>
            </a:custGeom>
            <a:solidFill>
              <a:srgbClr val="CCCCC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7642883" y="7074336"/>
              <a:ext cx="541020" cy="285750"/>
            </a:xfrm>
            <a:custGeom>
              <a:avLst/>
              <a:gdLst/>
              <a:ahLst/>
              <a:cxnLst/>
              <a:rect l="l" t="t" r="r" b="b"/>
              <a:pathLst>
                <a:path w="541019" h="285750">
                  <a:moveTo>
                    <a:pt x="450645" y="0"/>
                  </a:moveTo>
                  <a:lnTo>
                    <a:pt x="89766" y="0"/>
                  </a:lnTo>
                  <a:lnTo>
                    <a:pt x="54824" y="7053"/>
                  </a:lnTo>
                  <a:lnTo>
                    <a:pt x="26291" y="26291"/>
                  </a:lnTo>
                  <a:lnTo>
                    <a:pt x="7053" y="54824"/>
                  </a:lnTo>
                  <a:lnTo>
                    <a:pt x="0" y="89766"/>
                  </a:lnTo>
                  <a:lnTo>
                    <a:pt x="0" y="195397"/>
                  </a:lnTo>
                  <a:lnTo>
                    <a:pt x="7055" y="230347"/>
                  </a:lnTo>
                  <a:lnTo>
                    <a:pt x="26297" y="258887"/>
                  </a:lnTo>
                  <a:lnTo>
                    <a:pt x="54837" y="278129"/>
                  </a:lnTo>
                  <a:lnTo>
                    <a:pt x="89787" y="285185"/>
                  </a:lnTo>
                  <a:lnTo>
                    <a:pt x="450645" y="285185"/>
                  </a:lnTo>
                  <a:lnTo>
                    <a:pt x="485596" y="278129"/>
                  </a:lnTo>
                  <a:lnTo>
                    <a:pt x="514136" y="258887"/>
                  </a:lnTo>
                  <a:lnTo>
                    <a:pt x="533378" y="230347"/>
                  </a:lnTo>
                  <a:lnTo>
                    <a:pt x="540433" y="195397"/>
                  </a:lnTo>
                  <a:lnTo>
                    <a:pt x="540433" y="89787"/>
                  </a:lnTo>
                  <a:lnTo>
                    <a:pt x="533378" y="54837"/>
                  </a:lnTo>
                  <a:lnTo>
                    <a:pt x="514136" y="26297"/>
                  </a:lnTo>
                  <a:lnTo>
                    <a:pt x="485596" y="7055"/>
                  </a:lnTo>
                  <a:lnTo>
                    <a:pt x="450645" y="0"/>
                  </a:lnTo>
                  <a:close/>
                </a:path>
              </a:pathLst>
            </a:custGeom>
            <a:solidFill>
              <a:srgbClr val="84D4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7663249" y="7094703"/>
              <a:ext cx="499745" cy="244475"/>
            </a:xfrm>
            <a:custGeom>
              <a:avLst/>
              <a:gdLst/>
              <a:ahLst/>
              <a:cxnLst/>
              <a:rect l="l" t="t" r="r" b="b"/>
              <a:pathLst>
                <a:path w="499744" h="244475">
                  <a:moveTo>
                    <a:pt x="409935" y="0"/>
                  </a:moveTo>
                  <a:lnTo>
                    <a:pt x="89787" y="0"/>
                  </a:lnTo>
                  <a:lnTo>
                    <a:pt x="54837" y="7055"/>
                  </a:lnTo>
                  <a:lnTo>
                    <a:pt x="26297" y="26297"/>
                  </a:lnTo>
                  <a:lnTo>
                    <a:pt x="7055" y="54837"/>
                  </a:lnTo>
                  <a:lnTo>
                    <a:pt x="0" y="89787"/>
                  </a:lnTo>
                  <a:lnTo>
                    <a:pt x="0" y="154654"/>
                  </a:lnTo>
                  <a:lnTo>
                    <a:pt x="7055" y="189605"/>
                  </a:lnTo>
                  <a:lnTo>
                    <a:pt x="26297" y="218145"/>
                  </a:lnTo>
                  <a:lnTo>
                    <a:pt x="54837" y="237387"/>
                  </a:lnTo>
                  <a:lnTo>
                    <a:pt x="89787" y="244442"/>
                  </a:lnTo>
                  <a:lnTo>
                    <a:pt x="409935" y="244442"/>
                  </a:lnTo>
                  <a:lnTo>
                    <a:pt x="444873" y="237388"/>
                  </a:lnTo>
                  <a:lnTo>
                    <a:pt x="473407" y="218151"/>
                  </a:lnTo>
                  <a:lnTo>
                    <a:pt x="492646" y="189618"/>
                  </a:lnTo>
                  <a:lnTo>
                    <a:pt x="499702" y="154675"/>
                  </a:lnTo>
                  <a:lnTo>
                    <a:pt x="499702" y="89766"/>
                  </a:lnTo>
                  <a:lnTo>
                    <a:pt x="492646" y="54824"/>
                  </a:lnTo>
                  <a:lnTo>
                    <a:pt x="473407" y="26291"/>
                  </a:lnTo>
                  <a:lnTo>
                    <a:pt x="444873" y="7053"/>
                  </a:lnTo>
                  <a:lnTo>
                    <a:pt x="409935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7650838" y="7080926"/>
              <a:ext cx="518159" cy="146685"/>
            </a:xfrm>
            <a:custGeom>
              <a:avLst/>
              <a:gdLst/>
              <a:ahLst/>
              <a:cxnLst/>
              <a:rect l="l" t="t" r="r" b="b"/>
              <a:pathLst>
                <a:path w="518159" h="146684">
                  <a:moveTo>
                    <a:pt x="10690" y="0"/>
                  </a:moveTo>
                  <a:lnTo>
                    <a:pt x="0" y="21978"/>
                  </a:lnTo>
                  <a:lnTo>
                    <a:pt x="248903" y="143095"/>
                  </a:lnTo>
                  <a:lnTo>
                    <a:pt x="256783" y="145832"/>
                  </a:lnTo>
                  <a:lnTo>
                    <a:pt x="264922" y="146676"/>
                  </a:lnTo>
                  <a:lnTo>
                    <a:pt x="272965" y="145689"/>
                  </a:lnTo>
                  <a:lnTo>
                    <a:pt x="280556" y="142938"/>
                  </a:lnTo>
                  <a:lnTo>
                    <a:pt x="517565" y="24711"/>
                  </a:lnTo>
                  <a:lnTo>
                    <a:pt x="506654" y="2837"/>
                  </a:lnTo>
                  <a:lnTo>
                    <a:pt x="269646" y="121064"/>
                  </a:lnTo>
                  <a:lnTo>
                    <a:pt x="265094" y="122347"/>
                  </a:lnTo>
                  <a:lnTo>
                    <a:pt x="255685" y="119312"/>
                  </a:lnTo>
                  <a:lnTo>
                    <a:pt x="233479" y="108758"/>
                  </a:lnTo>
                  <a:lnTo>
                    <a:pt x="118921" y="52301"/>
                  </a:lnTo>
                  <a:lnTo>
                    <a:pt x="10690" y="0"/>
                  </a:lnTo>
                  <a:close/>
                </a:path>
              </a:pathLst>
            </a:custGeom>
            <a:solidFill>
              <a:srgbClr val="84D4F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6" name="object 166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4122821" y="3791083"/>
            <a:ext cx="1277992" cy="976416"/>
          </a:xfrm>
          <a:prstGeom prst="rect">
            <a:avLst/>
          </a:prstGeom>
        </p:spPr>
      </p:pic>
      <p:pic>
        <p:nvPicPr>
          <p:cNvPr id="167" name="object 167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5794310" y="3791178"/>
            <a:ext cx="251302" cy="275495"/>
          </a:xfrm>
          <a:prstGeom prst="rect">
            <a:avLst/>
          </a:prstGeom>
        </p:spPr>
      </p:pic>
      <p:grpSp>
        <p:nvGrpSpPr>
          <p:cNvPr id="168" name="object 168" descr=""/>
          <p:cNvGrpSpPr/>
          <p:nvPr/>
        </p:nvGrpSpPr>
        <p:grpSpPr>
          <a:xfrm>
            <a:off x="15698451" y="3798914"/>
            <a:ext cx="1278255" cy="969010"/>
            <a:chOff x="15698451" y="3798914"/>
            <a:chExt cx="1278255" cy="969010"/>
          </a:xfrm>
        </p:grpSpPr>
        <p:pic>
          <p:nvPicPr>
            <p:cNvPr id="169" name="object 16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6638784" y="3798914"/>
              <a:ext cx="251304" cy="275494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15698451" y="4072237"/>
              <a:ext cx="1278255" cy="574040"/>
            </a:xfrm>
            <a:custGeom>
              <a:avLst/>
              <a:gdLst/>
              <a:ahLst/>
              <a:cxnLst/>
              <a:rect l="l" t="t" r="r" b="b"/>
              <a:pathLst>
                <a:path w="1278255" h="574039">
                  <a:moveTo>
                    <a:pt x="638996" y="0"/>
                  </a:moveTo>
                  <a:lnTo>
                    <a:pt x="573662" y="1481"/>
                  </a:lnTo>
                  <a:lnTo>
                    <a:pt x="510215" y="5830"/>
                  </a:lnTo>
                  <a:lnTo>
                    <a:pt x="448977" y="12902"/>
                  </a:lnTo>
                  <a:lnTo>
                    <a:pt x="390268" y="22552"/>
                  </a:lnTo>
                  <a:lnTo>
                    <a:pt x="334411" y="34637"/>
                  </a:lnTo>
                  <a:lnTo>
                    <a:pt x="281726" y="49012"/>
                  </a:lnTo>
                  <a:lnTo>
                    <a:pt x="232534" y="65532"/>
                  </a:lnTo>
                  <a:lnTo>
                    <a:pt x="187156" y="84055"/>
                  </a:lnTo>
                  <a:lnTo>
                    <a:pt x="145914" y="104434"/>
                  </a:lnTo>
                  <a:lnTo>
                    <a:pt x="109129" y="126526"/>
                  </a:lnTo>
                  <a:lnTo>
                    <a:pt x="77122" y="150188"/>
                  </a:lnTo>
                  <a:lnTo>
                    <a:pt x="28727" y="201639"/>
                  </a:lnTo>
                  <a:lnTo>
                    <a:pt x="3299" y="257634"/>
                  </a:lnTo>
                  <a:lnTo>
                    <a:pt x="0" y="286975"/>
                  </a:lnTo>
                  <a:lnTo>
                    <a:pt x="3299" y="316316"/>
                  </a:lnTo>
                  <a:lnTo>
                    <a:pt x="28727" y="372311"/>
                  </a:lnTo>
                  <a:lnTo>
                    <a:pt x="77122" y="423762"/>
                  </a:lnTo>
                  <a:lnTo>
                    <a:pt x="109129" y="447424"/>
                  </a:lnTo>
                  <a:lnTo>
                    <a:pt x="145914" y="469516"/>
                  </a:lnTo>
                  <a:lnTo>
                    <a:pt x="187156" y="489896"/>
                  </a:lnTo>
                  <a:lnTo>
                    <a:pt x="232534" y="508418"/>
                  </a:lnTo>
                  <a:lnTo>
                    <a:pt x="281726" y="524938"/>
                  </a:lnTo>
                  <a:lnTo>
                    <a:pt x="334411" y="539313"/>
                  </a:lnTo>
                  <a:lnTo>
                    <a:pt x="390268" y="551398"/>
                  </a:lnTo>
                  <a:lnTo>
                    <a:pt x="448977" y="561048"/>
                  </a:lnTo>
                  <a:lnTo>
                    <a:pt x="510215" y="568120"/>
                  </a:lnTo>
                  <a:lnTo>
                    <a:pt x="573662" y="572469"/>
                  </a:lnTo>
                  <a:lnTo>
                    <a:pt x="638996" y="573951"/>
                  </a:lnTo>
                  <a:lnTo>
                    <a:pt x="704330" y="572469"/>
                  </a:lnTo>
                  <a:lnTo>
                    <a:pt x="767777" y="568120"/>
                  </a:lnTo>
                  <a:lnTo>
                    <a:pt x="829016" y="561048"/>
                  </a:lnTo>
                  <a:lnTo>
                    <a:pt x="887725" y="551398"/>
                  </a:lnTo>
                  <a:lnTo>
                    <a:pt x="943583" y="539313"/>
                  </a:lnTo>
                  <a:lnTo>
                    <a:pt x="996269" y="524938"/>
                  </a:lnTo>
                  <a:lnTo>
                    <a:pt x="1045462" y="508418"/>
                  </a:lnTo>
                  <a:lnTo>
                    <a:pt x="1090841" y="489896"/>
                  </a:lnTo>
                  <a:lnTo>
                    <a:pt x="1132083" y="469516"/>
                  </a:lnTo>
                  <a:lnTo>
                    <a:pt x="1168869" y="447424"/>
                  </a:lnTo>
                  <a:lnTo>
                    <a:pt x="1200877" y="423762"/>
                  </a:lnTo>
                  <a:lnTo>
                    <a:pt x="1249274" y="372311"/>
                  </a:lnTo>
                  <a:lnTo>
                    <a:pt x="1274703" y="316316"/>
                  </a:lnTo>
                  <a:lnTo>
                    <a:pt x="1278002" y="286975"/>
                  </a:lnTo>
                  <a:lnTo>
                    <a:pt x="1274703" y="257634"/>
                  </a:lnTo>
                  <a:lnTo>
                    <a:pt x="1249274" y="201639"/>
                  </a:lnTo>
                  <a:lnTo>
                    <a:pt x="1200877" y="150188"/>
                  </a:lnTo>
                  <a:lnTo>
                    <a:pt x="1168869" y="126526"/>
                  </a:lnTo>
                  <a:lnTo>
                    <a:pt x="1132083" y="104434"/>
                  </a:lnTo>
                  <a:lnTo>
                    <a:pt x="1090841" y="84055"/>
                  </a:lnTo>
                  <a:lnTo>
                    <a:pt x="1045462" y="65532"/>
                  </a:lnTo>
                  <a:lnTo>
                    <a:pt x="996269" y="49012"/>
                  </a:lnTo>
                  <a:lnTo>
                    <a:pt x="943583" y="34637"/>
                  </a:lnTo>
                  <a:lnTo>
                    <a:pt x="887725" y="22552"/>
                  </a:lnTo>
                  <a:lnTo>
                    <a:pt x="829016" y="12902"/>
                  </a:lnTo>
                  <a:lnTo>
                    <a:pt x="767777" y="5830"/>
                  </a:lnTo>
                  <a:lnTo>
                    <a:pt x="704330" y="1481"/>
                  </a:lnTo>
                  <a:lnTo>
                    <a:pt x="638996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5738704" y="3928585"/>
              <a:ext cx="1198245" cy="839469"/>
            </a:xfrm>
            <a:custGeom>
              <a:avLst/>
              <a:gdLst/>
              <a:ahLst/>
              <a:cxnLst/>
              <a:rect l="l" t="t" r="r" b="b"/>
              <a:pathLst>
                <a:path w="1198244" h="839470">
                  <a:moveTo>
                    <a:pt x="77508" y="596671"/>
                  </a:moveTo>
                  <a:lnTo>
                    <a:pt x="60807" y="547624"/>
                  </a:lnTo>
                  <a:lnTo>
                    <a:pt x="47294" y="497497"/>
                  </a:lnTo>
                  <a:lnTo>
                    <a:pt x="37109" y="447052"/>
                  </a:lnTo>
                  <a:lnTo>
                    <a:pt x="30416" y="397040"/>
                  </a:lnTo>
                  <a:lnTo>
                    <a:pt x="27355" y="348221"/>
                  </a:lnTo>
                  <a:lnTo>
                    <a:pt x="28092" y="301358"/>
                  </a:lnTo>
                  <a:lnTo>
                    <a:pt x="20434" y="308406"/>
                  </a:lnTo>
                  <a:lnTo>
                    <a:pt x="13195" y="315556"/>
                  </a:lnTo>
                  <a:lnTo>
                    <a:pt x="6375" y="322808"/>
                  </a:lnTo>
                  <a:lnTo>
                    <a:pt x="0" y="330161"/>
                  </a:lnTo>
                  <a:lnTo>
                    <a:pt x="1397" y="376250"/>
                  </a:lnTo>
                  <a:lnTo>
                    <a:pt x="6019" y="423748"/>
                  </a:lnTo>
                  <a:lnTo>
                    <a:pt x="13792" y="472071"/>
                  </a:lnTo>
                  <a:lnTo>
                    <a:pt x="24638" y="520598"/>
                  </a:lnTo>
                  <a:lnTo>
                    <a:pt x="38493" y="568744"/>
                  </a:lnTo>
                  <a:lnTo>
                    <a:pt x="67106" y="589902"/>
                  </a:lnTo>
                  <a:lnTo>
                    <a:pt x="77508" y="596671"/>
                  </a:lnTo>
                  <a:close/>
                </a:path>
                <a:path w="1198244" h="839470">
                  <a:moveTo>
                    <a:pt x="1123784" y="355981"/>
                  </a:moveTo>
                  <a:lnTo>
                    <a:pt x="1123721" y="314134"/>
                  </a:lnTo>
                  <a:lnTo>
                    <a:pt x="1121041" y="274751"/>
                  </a:lnTo>
                  <a:lnTo>
                    <a:pt x="1101610" y="195173"/>
                  </a:lnTo>
                  <a:lnTo>
                    <a:pt x="1077493" y="155905"/>
                  </a:lnTo>
                  <a:lnTo>
                    <a:pt x="1045476" y="121081"/>
                  </a:lnTo>
                  <a:lnTo>
                    <a:pt x="1007592" y="91084"/>
                  </a:lnTo>
                  <a:lnTo>
                    <a:pt x="965873" y="66294"/>
                  </a:lnTo>
                  <a:lnTo>
                    <a:pt x="922324" y="47117"/>
                  </a:lnTo>
                  <a:lnTo>
                    <a:pt x="878992" y="33921"/>
                  </a:lnTo>
                  <a:lnTo>
                    <a:pt x="829640" y="23304"/>
                  </a:lnTo>
                  <a:lnTo>
                    <a:pt x="779792" y="14668"/>
                  </a:lnTo>
                  <a:lnTo>
                    <a:pt x="729538" y="8013"/>
                  </a:lnTo>
                  <a:lnTo>
                    <a:pt x="678992" y="3352"/>
                  </a:lnTo>
                  <a:lnTo>
                    <a:pt x="628269" y="673"/>
                  </a:lnTo>
                  <a:lnTo>
                    <a:pt x="577469" y="0"/>
                  </a:lnTo>
                  <a:lnTo>
                    <a:pt x="526694" y="1320"/>
                  </a:lnTo>
                  <a:lnTo>
                    <a:pt x="476059" y="4635"/>
                  </a:lnTo>
                  <a:lnTo>
                    <a:pt x="425665" y="9969"/>
                  </a:lnTo>
                  <a:lnTo>
                    <a:pt x="375627" y="17297"/>
                  </a:lnTo>
                  <a:lnTo>
                    <a:pt x="326047" y="26644"/>
                  </a:lnTo>
                  <a:lnTo>
                    <a:pt x="277876" y="40665"/>
                  </a:lnTo>
                  <a:lnTo>
                    <a:pt x="231470" y="61760"/>
                  </a:lnTo>
                  <a:lnTo>
                    <a:pt x="188417" y="89458"/>
                  </a:lnTo>
                  <a:lnTo>
                    <a:pt x="150304" y="123329"/>
                  </a:lnTo>
                  <a:lnTo>
                    <a:pt x="118719" y="162915"/>
                  </a:lnTo>
                  <a:lnTo>
                    <a:pt x="95237" y="207733"/>
                  </a:lnTo>
                  <a:lnTo>
                    <a:pt x="77508" y="278269"/>
                  </a:lnTo>
                  <a:lnTo>
                    <a:pt x="73914" y="318592"/>
                  </a:lnTo>
                  <a:lnTo>
                    <a:pt x="73723" y="361391"/>
                  </a:lnTo>
                  <a:lnTo>
                    <a:pt x="76873" y="405980"/>
                  </a:lnTo>
                  <a:lnTo>
                    <a:pt x="83261" y="451675"/>
                  </a:lnTo>
                  <a:lnTo>
                    <a:pt x="92811" y="497789"/>
                  </a:lnTo>
                  <a:lnTo>
                    <a:pt x="105448" y="543661"/>
                  </a:lnTo>
                  <a:lnTo>
                    <a:pt x="121094" y="588594"/>
                  </a:lnTo>
                  <a:lnTo>
                    <a:pt x="139661" y="631926"/>
                  </a:lnTo>
                  <a:lnTo>
                    <a:pt x="161074" y="672960"/>
                  </a:lnTo>
                  <a:lnTo>
                    <a:pt x="185254" y="711022"/>
                  </a:lnTo>
                  <a:lnTo>
                    <a:pt x="212115" y="745439"/>
                  </a:lnTo>
                  <a:lnTo>
                    <a:pt x="241566" y="775512"/>
                  </a:lnTo>
                  <a:lnTo>
                    <a:pt x="273545" y="800582"/>
                  </a:lnTo>
                  <a:lnTo>
                    <a:pt x="307975" y="819962"/>
                  </a:lnTo>
                  <a:lnTo>
                    <a:pt x="344754" y="832967"/>
                  </a:lnTo>
                  <a:lnTo>
                    <a:pt x="383806" y="838911"/>
                  </a:lnTo>
                  <a:lnTo>
                    <a:pt x="425069" y="837133"/>
                  </a:lnTo>
                  <a:lnTo>
                    <a:pt x="475881" y="830948"/>
                  </a:lnTo>
                  <a:lnTo>
                    <a:pt x="526872" y="826465"/>
                  </a:lnTo>
                  <a:lnTo>
                    <a:pt x="577989" y="823696"/>
                  </a:lnTo>
                  <a:lnTo>
                    <a:pt x="629183" y="822642"/>
                  </a:lnTo>
                  <a:lnTo>
                    <a:pt x="680415" y="823302"/>
                  </a:lnTo>
                  <a:lnTo>
                    <a:pt x="731647" y="825677"/>
                  </a:lnTo>
                  <a:lnTo>
                    <a:pt x="782828" y="829779"/>
                  </a:lnTo>
                  <a:lnTo>
                    <a:pt x="826947" y="830287"/>
                  </a:lnTo>
                  <a:lnTo>
                    <a:pt x="867816" y="823341"/>
                  </a:lnTo>
                  <a:lnTo>
                    <a:pt x="905510" y="809612"/>
                  </a:lnTo>
                  <a:lnTo>
                    <a:pt x="940041" y="789762"/>
                  </a:lnTo>
                  <a:lnTo>
                    <a:pt x="971473" y="764438"/>
                  </a:lnTo>
                  <a:lnTo>
                    <a:pt x="999832" y="734314"/>
                  </a:lnTo>
                  <a:lnTo>
                    <a:pt x="1025156" y="700049"/>
                  </a:lnTo>
                  <a:lnTo>
                    <a:pt x="1047508" y="662292"/>
                  </a:lnTo>
                  <a:lnTo>
                    <a:pt x="1066914" y="621728"/>
                  </a:lnTo>
                  <a:lnTo>
                    <a:pt x="1083411" y="578993"/>
                  </a:lnTo>
                  <a:lnTo>
                    <a:pt x="1097038" y="534746"/>
                  </a:lnTo>
                  <a:lnTo>
                    <a:pt x="1107859" y="489673"/>
                  </a:lnTo>
                  <a:lnTo>
                    <a:pt x="1115885" y="444411"/>
                  </a:lnTo>
                  <a:lnTo>
                    <a:pt x="1121181" y="399630"/>
                  </a:lnTo>
                  <a:lnTo>
                    <a:pt x="1123784" y="355981"/>
                  </a:lnTo>
                  <a:close/>
                </a:path>
                <a:path w="1198244" h="839470">
                  <a:moveTo>
                    <a:pt x="1197660" y="330377"/>
                  </a:moveTo>
                  <a:lnTo>
                    <a:pt x="1191310" y="323037"/>
                  </a:lnTo>
                  <a:lnTo>
                    <a:pt x="1184529" y="315798"/>
                  </a:lnTo>
                  <a:lnTo>
                    <a:pt x="1177315" y="308660"/>
                  </a:lnTo>
                  <a:lnTo>
                    <a:pt x="1169695" y="301637"/>
                  </a:lnTo>
                  <a:lnTo>
                    <a:pt x="1169936" y="347992"/>
                  </a:lnTo>
                  <a:lnTo>
                    <a:pt x="1167193" y="396189"/>
                  </a:lnTo>
                  <a:lnTo>
                    <a:pt x="1161427" y="445503"/>
                  </a:lnTo>
                  <a:lnTo>
                    <a:pt x="1152601" y="495223"/>
                  </a:lnTo>
                  <a:lnTo>
                    <a:pt x="1140714" y="544614"/>
                  </a:lnTo>
                  <a:lnTo>
                    <a:pt x="1125728" y="592988"/>
                  </a:lnTo>
                  <a:lnTo>
                    <a:pt x="1135710" y="586257"/>
                  </a:lnTo>
                  <a:lnTo>
                    <a:pt x="1175499" y="518045"/>
                  </a:lnTo>
                  <a:lnTo>
                    <a:pt x="1185113" y="470344"/>
                  </a:lnTo>
                  <a:lnTo>
                    <a:pt x="1191983" y="422783"/>
                  </a:lnTo>
                  <a:lnTo>
                    <a:pt x="1196149" y="375932"/>
                  </a:lnTo>
                  <a:lnTo>
                    <a:pt x="1197660" y="330377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5812440" y="4019103"/>
              <a:ext cx="934085" cy="748665"/>
            </a:xfrm>
            <a:custGeom>
              <a:avLst/>
              <a:gdLst/>
              <a:ahLst/>
              <a:cxnLst/>
              <a:rect l="l" t="t" r="r" b="b"/>
              <a:pathLst>
                <a:path w="934084" h="748664">
                  <a:moveTo>
                    <a:pt x="113295" y="0"/>
                  </a:moveTo>
                  <a:lnTo>
                    <a:pt x="59328" y="52595"/>
                  </a:lnTo>
                  <a:lnTo>
                    <a:pt x="21507" y="117221"/>
                  </a:lnTo>
                  <a:lnTo>
                    <a:pt x="3777" y="187748"/>
                  </a:lnTo>
                  <a:lnTo>
                    <a:pt x="184" y="228074"/>
                  </a:lnTo>
                  <a:lnTo>
                    <a:pt x="0" y="270870"/>
                  </a:lnTo>
                  <a:lnTo>
                    <a:pt x="3142" y="315454"/>
                  </a:lnTo>
                  <a:lnTo>
                    <a:pt x="9530" y="361146"/>
                  </a:lnTo>
                  <a:lnTo>
                    <a:pt x="19084" y="407268"/>
                  </a:lnTo>
                  <a:lnTo>
                    <a:pt x="31724" y="453138"/>
                  </a:lnTo>
                  <a:lnTo>
                    <a:pt x="47368" y="498076"/>
                  </a:lnTo>
                  <a:lnTo>
                    <a:pt x="65936" y="541403"/>
                  </a:lnTo>
                  <a:lnTo>
                    <a:pt x="87348" y="582438"/>
                  </a:lnTo>
                  <a:lnTo>
                    <a:pt x="111522" y="620502"/>
                  </a:lnTo>
                  <a:lnTo>
                    <a:pt x="138379" y="654914"/>
                  </a:lnTo>
                  <a:lnTo>
                    <a:pt x="167837" y="684994"/>
                  </a:lnTo>
                  <a:lnTo>
                    <a:pt x="199816" y="710062"/>
                  </a:lnTo>
                  <a:lnTo>
                    <a:pt x="234235" y="729439"/>
                  </a:lnTo>
                  <a:lnTo>
                    <a:pt x="271014" y="742443"/>
                  </a:lnTo>
                  <a:lnTo>
                    <a:pt x="310073" y="748395"/>
                  </a:lnTo>
                  <a:lnTo>
                    <a:pt x="351330" y="746616"/>
                  </a:lnTo>
                  <a:lnTo>
                    <a:pt x="402154" y="740427"/>
                  </a:lnTo>
                  <a:lnTo>
                    <a:pt x="453145" y="735944"/>
                  </a:lnTo>
                  <a:lnTo>
                    <a:pt x="504258" y="733171"/>
                  </a:lnTo>
                  <a:lnTo>
                    <a:pt x="555452" y="732112"/>
                  </a:lnTo>
                  <a:lnTo>
                    <a:pt x="606684" y="732771"/>
                  </a:lnTo>
                  <a:lnTo>
                    <a:pt x="657910" y="735150"/>
                  </a:lnTo>
                  <a:lnTo>
                    <a:pt x="709089" y="739254"/>
                  </a:lnTo>
                  <a:lnTo>
                    <a:pt x="764053" y="738652"/>
                  </a:lnTo>
                  <a:lnTo>
                    <a:pt x="813918" y="726538"/>
                  </a:lnTo>
                  <a:lnTo>
                    <a:pt x="858764" y="704227"/>
                  </a:lnTo>
                  <a:lnTo>
                    <a:pt x="898675" y="673034"/>
                  </a:lnTo>
                  <a:lnTo>
                    <a:pt x="933731" y="634273"/>
                  </a:lnTo>
                  <a:lnTo>
                    <a:pt x="897649" y="656908"/>
                  </a:lnTo>
                  <a:lnTo>
                    <a:pt x="857988" y="672713"/>
                  </a:lnTo>
                  <a:lnTo>
                    <a:pt x="814698" y="680887"/>
                  </a:lnTo>
                  <a:lnTo>
                    <a:pt x="767726" y="680628"/>
                  </a:lnTo>
                  <a:lnTo>
                    <a:pt x="716547" y="676524"/>
                  </a:lnTo>
                  <a:lnTo>
                    <a:pt x="665319" y="674144"/>
                  </a:lnTo>
                  <a:lnTo>
                    <a:pt x="614086" y="673485"/>
                  </a:lnTo>
                  <a:lnTo>
                    <a:pt x="562891" y="674543"/>
                  </a:lnTo>
                  <a:lnTo>
                    <a:pt x="511777" y="677314"/>
                  </a:lnTo>
                  <a:lnTo>
                    <a:pt x="460788" y="681793"/>
                  </a:lnTo>
                  <a:lnTo>
                    <a:pt x="409967" y="687979"/>
                  </a:lnTo>
                  <a:lnTo>
                    <a:pt x="368710" y="689760"/>
                  </a:lnTo>
                  <a:lnTo>
                    <a:pt x="329651" y="683809"/>
                  </a:lnTo>
                  <a:lnTo>
                    <a:pt x="292871" y="670806"/>
                  </a:lnTo>
                  <a:lnTo>
                    <a:pt x="258452" y="651431"/>
                  </a:lnTo>
                  <a:lnTo>
                    <a:pt x="226472" y="626363"/>
                  </a:lnTo>
                  <a:lnTo>
                    <a:pt x="197013" y="596284"/>
                  </a:lnTo>
                  <a:lnTo>
                    <a:pt x="170156" y="561873"/>
                  </a:lnTo>
                  <a:lnTo>
                    <a:pt x="145981" y="523810"/>
                  </a:lnTo>
                  <a:lnTo>
                    <a:pt x="124568" y="482775"/>
                  </a:lnTo>
                  <a:lnTo>
                    <a:pt x="105999" y="439449"/>
                  </a:lnTo>
                  <a:lnTo>
                    <a:pt x="90354" y="394511"/>
                  </a:lnTo>
                  <a:lnTo>
                    <a:pt x="77714" y="348641"/>
                  </a:lnTo>
                  <a:lnTo>
                    <a:pt x="68159" y="302520"/>
                  </a:lnTo>
                  <a:lnTo>
                    <a:pt x="61770" y="256827"/>
                  </a:lnTo>
                  <a:lnTo>
                    <a:pt x="58627" y="212243"/>
                  </a:lnTo>
                  <a:lnTo>
                    <a:pt x="58812" y="169448"/>
                  </a:lnTo>
                  <a:lnTo>
                    <a:pt x="62404" y="129121"/>
                  </a:lnTo>
                  <a:lnTo>
                    <a:pt x="80134" y="58595"/>
                  </a:lnTo>
                  <a:lnTo>
                    <a:pt x="103596" y="13793"/>
                  </a:lnTo>
                  <a:lnTo>
                    <a:pt x="113295" y="0"/>
                  </a:lnTo>
                  <a:close/>
                </a:path>
              </a:pathLst>
            </a:custGeom>
            <a:solidFill>
              <a:srgbClr val="BBBBBB">
                <a:alpha val="46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5880592" y="4109452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098" y="0"/>
                  </a:moveTo>
                  <a:lnTo>
                    <a:pt x="408341" y="378"/>
                  </a:lnTo>
                  <a:lnTo>
                    <a:pt x="359593" y="1512"/>
                  </a:lnTo>
                  <a:lnTo>
                    <a:pt x="310862" y="3403"/>
                  </a:lnTo>
                  <a:lnTo>
                    <a:pt x="262158" y="6051"/>
                  </a:lnTo>
                  <a:lnTo>
                    <a:pt x="213489" y="9455"/>
                  </a:lnTo>
                  <a:lnTo>
                    <a:pt x="149780" y="23508"/>
                  </a:lnTo>
                  <a:lnTo>
                    <a:pt x="95343" y="53086"/>
                  </a:lnTo>
                  <a:lnTo>
                    <a:pt x="51713" y="95132"/>
                  </a:lnTo>
                  <a:lnTo>
                    <a:pt x="20426" y="146589"/>
                  </a:lnTo>
                  <a:lnTo>
                    <a:pt x="3018" y="204398"/>
                  </a:lnTo>
                  <a:lnTo>
                    <a:pt x="0" y="234731"/>
                  </a:lnTo>
                  <a:lnTo>
                    <a:pt x="1026" y="265504"/>
                  </a:lnTo>
                  <a:lnTo>
                    <a:pt x="15986" y="326849"/>
                  </a:lnTo>
                  <a:lnTo>
                    <a:pt x="49432" y="385376"/>
                  </a:lnTo>
                  <a:lnTo>
                    <a:pt x="102902" y="438028"/>
                  </a:lnTo>
                  <a:lnTo>
                    <a:pt x="137626" y="461195"/>
                  </a:lnTo>
                  <a:lnTo>
                    <a:pt x="177932" y="481747"/>
                  </a:lnTo>
                  <a:lnTo>
                    <a:pt x="224011" y="499301"/>
                  </a:lnTo>
                  <a:lnTo>
                    <a:pt x="276057" y="513476"/>
                  </a:lnTo>
                  <a:lnTo>
                    <a:pt x="334260" y="523889"/>
                  </a:lnTo>
                  <a:lnTo>
                    <a:pt x="379837" y="529045"/>
                  </a:lnTo>
                  <a:lnTo>
                    <a:pt x="426742" y="532099"/>
                  </a:lnTo>
                  <a:lnTo>
                    <a:pt x="474503" y="532814"/>
                  </a:lnTo>
                  <a:lnTo>
                    <a:pt x="522652" y="530957"/>
                  </a:lnTo>
                  <a:lnTo>
                    <a:pt x="570719" y="526292"/>
                  </a:lnTo>
                  <a:lnTo>
                    <a:pt x="618232" y="518584"/>
                  </a:lnTo>
                  <a:lnTo>
                    <a:pt x="664723" y="507597"/>
                  </a:lnTo>
                  <a:lnTo>
                    <a:pt x="709720" y="493097"/>
                  </a:lnTo>
                  <a:lnTo>
                    <a:pt x="752755" y="474847"/>
                  </a:lnTo>
                  <a:lnTo>
                    <a:pt x="793356" y="452614"/>
                  </a:lnTo>
                  <a:lnTo>
                    <a:pt x="830640" y="425084"/>
                  </a:lnTo>
                  <a:lnTo>
                    <a:pt x="860742" y="393773"/>
                  </a:lnTo>
                  <a:lnTo>
                    <a:pt x="883886" y="359488"/>
                  </a:lnTo>
                  <a:lnTo>
                    <a:pt x="900298" y="323034"/>
                  </a:lnTo>
                  <a:lnTo>
                    <a:pt x="910202" y="285217"/>
                  </a:lnTo>
                  <a:lnTo>
                    <a:pt x="913822" y="246845"/>
                  </a:lnTo>
                  <a:lnTo>
                    <a:pt x="911384" y="208722"/>
                  </a:lnTo>
                  <a:lnTo>
                    <a:pt x="889228" y="136449"/>
                  </a:lnTo>
                  <a:lnTo>
                    <a:pt x="845530" y="74847"/>
                  </a:lnTo>
                  <a:lnTo>
                    <a:pt x="816165" y="50064"/>
                  </a:lnTo>
                  <a:lnTo>
                    <a:pt x="782089" y="30367"/>
                  </a:lnTo>
                  <a:lnTo>
                    <a:pt x="743525" y="16561"/>
                  </a:lnTo>
                  <a:lnTo>
                    <a:pt x="700699" y="9455"/>
                  </a:lnTo>
                  <a:lnTo>
                    <a:pt x="652033" y="6051"/>
                  </a:lnTo>
                  <a:lnTo>
                    <a:pt x="603330" y="3403"/>
                  </a:lnTo>
                  <a:lnTo>
                    <a:pt x="554601" y="1512"/>
                  </a:lnTo>
                  <a:lnTo>
                    <a:pt x="505854" y="378"/>
                  </a:lnTo>
                  <a:lnTo>
                    <a:pt x="457098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5887659" y="4116552"/>
              <a:ext cx="899794" cy="518795"/>
            </a:xfrm>
            <a:custGeom>
              <a:avLst/>
              <a:gdLst/>
              <a:ahLst/>
              <a:cxnLst/>
              <a:rect l="l" t="t" r="r" b="b"/>
              <a:pathLst>
                <a:path w="899794" h="518795">
                  <a:moveTo>
                    <a:pt x="450028" y="0"/>
                  </a:moveTo>
                  <a:lnTo>
                    <a:pt x="401467" y="380"/>
                  </a:lnTo>
                  <a:lnTo>
                    <a:pt x="352772" y="1517"/>
                  </a:lnTo>
                  <a:lnTo>
                    <a:pt x="304052" y="3408"/>
                  </a:lnTo>
                  <a:lnTo>
                    <a:pt x="255418" y="6048"/>
                  </a:lnTo>
                  <a:lnTo>
                    <a:pt x="206977" y="9434"/>
                  </a:lnTo>
                  <a:lnTo>
                    <a:pt x="159608" y="18293"/>
                  </a:lnTo>
                  <a:lnTo>
                    <a:pt x="116424" y="36499"/>
                  </a:lnTo>
                  <a:lnTo>
                    <a:pt x="78473" y="62942"/>
                  </a:lnTo>
                  <a:lnTo>
                    <a:pt x="46806" y="96508"/>
                  </a:lnTo>
                  <a:lnTo>
                    <a:pt x="22471" y="136086"/>
                  </a:lnTo>
                  <a:lnTo>
                    <a:pt x="6519" y="180564"/>
                  </a:lnTo>
                  <a:lnTo>
                    <a:pt x="0" y="228830"/>
                  </a:lnTo>
                  <a:lnTo>
                    <a:pt x="1709" y="263392"/>
                  </a:lnTo>
                  <a:lnTo>
                    <a:pt x="22724" y="333220"/>
                  </a:lnTo>
                  <a:lnTo>
                    <a:pt x="42927" y="367052"/>
                  </a:lnTo>
                  <a:lnTo>
                    <a:pt x="70192" y="399209"/>
                  </a:lnTo>
                  <a:lnTo>
                    <a:pt x="104968" y="428971"/>
                  </a:lnTo>
                  <a:lnTo>
                    <a:pt x="147702" y="455624"/>
                  </a:lnTo>
                  <a:lnTo>
                    <a:pt x="198844" y="478450"/>
                  </a:lnTo>
                  <a:lnTo>
                    <a:pt x="258843" y="496732"/>
                  </a:lnTo>
                  <a:lnTo>
                    <a:pt x="328147" y="509754"/>
                  </a:lnTo>
                  <a:lnTo>
                    <a:pt x="393027" y="516433"/>
                  </a:lnTo>
                  <a:lnTo>
                    <a:pt x="457462" y="518675"/>
                  </a:lnTo>
                  <a:lnTo>
                    <a:pt x="498263" y="517723"/>
                  </a:lnTo>
                  <a:lnTo>
                    <a:pt x="542789" y="514424"/>
                  </a:lnTo>
                  <a:lnTo>
                    <a:pt x="589933" y="508115"/>
                  </a:lnTo>
                  <a:lnTo>
                    <a:pt x="638588" y="498129"/>
                  </a:lnTo>
                  <a:lnTo>
                    <a:pt x="687647" y="483803"/>
                  </a:lnTo>
                  <a:lnTo>
                    <a:pt x="736004" y="464473"/>
                  </a:lnTo>
                  <a:lnTo>
                    <a:pt x="782552" y="439473"/>
                  </a:lnTo>
                  <a:lnTo>
                    <a:pt x="824230" y="407559"/>
                  </a:lnTo>
                  <a:lnTo>
                    <a:pt x="857323" y="369411"/>
                  </a:lnTo>
                  <a:lnTo>
                    <a:pt x="881287" y="326309"/>
                  </a:lnTo>
                  <a:lnTo>
                    <a:pt x="895575" y="279531"/>
                  </a:lnTo>
                  <a:lnTo>
                    <a:pt x="899643" y="230358"/>
                  </a:lnTo>
                  <a:lnTo>
                    <a:pt x="892946" y="180067"/>
                  </a:lnTo>
                  <a:lnTo>
                    <a:pt x="876839" y="134614"/>
                  </a:lnTo>
                  <a:lnTo>
                    <a:pt x="852537" y="94844"/>
                  </a:lnTo>
                  <a:lnTo>
                    <a:pt x="821024" y="61598"/>
                  </a:lnTo>
                  <a:lnTo>
                    <a:pt x="783286" y="35720"/>
                  </a:lnTo>
                  <a:lnTo>
                    <a:pt x="740309" y="18051"/>
                  </a:lnTo>
                  <a:lnTo>
                    <a:pt x="693078" y="9434"/>
                  </a:lnTo>
                  <a:lnTo>
                    <a:pt x="644634" y="6048"/>
                  </a:lnTo>
                  <a:lnTo>
                    <a:pt x="595999" y="3408"/>
                  </a:lnTo>
                  <a:lnTo>
                    <a:pt x="547283" y="1517"/>
                  </a:lnTo>
                  <a:lnTo>
                    <a:pt x="498593" y="380"/>
                  </a:lnTo>
                  <a:lnTo>
                    <a:pt x="450028" y="0"/>
                  </a:lnTo>
                  <a:close/>
                </a:path>
              </a:pathLst>
            </a:custGeom>
            <a:solidFill>
              <a:srgbClr val="101A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6382808" y="3972022"/>
              <a:ext cx="337185" cy="100330"/>
            </a:xfrm>
            <a:custGeom>
              <a:avLst/>
              <a:gdLst/>
              <a:ahLst/>
              <a:cxnLst/>
              <a:rect l="l" t="t" r="r" b="b"/>
              <a:pathLst>
                <a:path w="337184" h="100329">
                  <a:moveTo>
                    <a:pt x="106048" y="0"/>
                  </a:moveTo>
                  <a:lnTo>
                    <a:pt x="49515" y="8802"/>
                  </a:lnTo>
                  <a:lnTo>
                    <a:pt x="12212" y="24474"/>
                  </a:lnTo>
                  <a:lnTo>
                    <a:pt x="0" y="42682"/>
                  </a:lnTo>
                  <a:lnTo>
                    <a:pt x="14612" y="58932"/>
                  </a:lnTo>
                  <a:lnTo>
                    <a:pt x="50631" y="71542"/>
                  </a:lnTo>
                  <a:lnTo>
                    <a:pt x="102578" y="81667"/>
                  </a:lnTo>
                  <a:lnTo>
                    <a:pt x="164968" y="90461"/>
                  </a:lnTo>
                  <a:lnTo>
                    <a:pt x="227603" y="97267"/>
                  </a:lnTo>
                  <a:lnTo>
                    <a:pt x="280441" y="100213"/>
                  </a:lnTo>
                  <a:lnTo>
                    <a:pt x="318452" y="96835"/>
                  </a:lnTo>
                  <a:lnTo>
                    <a:pt x="336607" y="84670"/>
                  </a:lnTo>
                  <a:lnTo>
                    <a:pt x="329242" y="64020"/>
                  </a:lnTo>
                  <a:lnTo>
                    <a:pt x="296935" y="39664"/>
                  </a:lnTo>
                  <a:lnTo>
                    <a:pt x="244301" y="17243"/>
                  </a:lnTo>
                  <a:lnTo>
                    <a:pt x="175952" y="2400"/>
                  </a:lnTo>
                  <a:lnTo>
                    <a:pt x="106048" y="0"/>
                  </a:lnTo>
                  <a:close/>
                </a:path>
              </a:pathLst>
            </a:custGeom>
            <a:solidFill>
              <a:srgbClr val="CCCCC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6158500" y="4358609"/>
              <a:ext cx="371475" cy="187325"/>
            </a:xfrm>
            <a:custGeom>
              <a:avLst/>
              <a:gdLst/>
              <a:ahLst/>
              <a:cxnLst/>
              <a:rect l="l" t="t" r="r" b="b"/>
              <a:pathLst>
                <a:path w="371475" h="187325">
                  <a:moveTo>
                    <a:pt x="351109" y="0"/>
                  </a:moveTo>
                  <a:lnTo>
                    <a:pt x="344439" y="5266"/>
                  </a:lnTo>
                  <a:lnTo>
                    <a:pt x="343591" y="12638"/>
                  </a:lnTo>
                  <a:lnTo>
                    <a:pt x="331113" y="60252"/>
                  </a:lnTo>
                  <a:lnTo>
                    <a:pt x="306878" y="100855"/>
                  </a:lnTo>
                  <a:lnTo>
                    <a:pt x="273082" y="132395"/>
                  </a:lnTo>
                  <a:lnTo>
                    <a:pt x="231919" y="152824"/>
                  </a:lnTo>
                  <a:lnTo>
                    <a:pt x="185585" y="160089"/>
                  </a:lnTo>
                  <a:lnTo>
                    <a:pt x="139256" y="152824"/>
                  </a:lnTo>
                  <a:lnTo>
                    <a:pt x="98094" y="132396"/>
                  </a:lnTo>
                  <a:lnTo>
                    <a:pt x="64296" y="100857"/>
                  </a:lnTo>
                  <a:lnTo>
                    <a:pt x="40059" y="60257"/>
                  </a:lnTo>
                  <a:lnTo>
                    <a:pt x="27580" y="12648"/>
                  </a:lnTo>
                  <a:lnTo>
                    <a:pt x="26721" y="5266"/>
                  </a:lnTo>
                  <a:lnTo>
                    <a:pt x="20062" y="0"/>
                  </a:lnTo>
                  <a:lnTo>
                    <a:pt x="5287" y="1696"/>
                  </a:lnTo>
                  <a:lnTo>
                    <a:pt x="0" y="8376"/>
                  </a:lnTo>
                  <a:lnTo>
                    <a:pt x="858" y="15758"/>
                  </a:lnTo>
                  <a:lnTo>
                    <a:pt x="11957" y="62339"/>
                  </a:lnTo>
                  <a:lnTo>
                    <a:pt x="32914" y="103541"/>
                  </a:lnTo>
                  <a:lnTo>
                    <a:pt x="62241" y="137986"/>
                  </a:lnTo>
                  <a:lnTo>
                    <a:pt x="98453" y="164297"/>
                  </a:lnTo>
                  <a:lnTo>
                    <a:pt x="140063" y="181094"/>
                  </a:lnTo>
                  <a:lnTo>
                    <a:pt x="185585" y="186999"/>
                  </a:lnTo>
                  <a:lnTo>
                    <a:pt x="231108" y="181093"/>
                  </a:lnTo>
                  <a:lnTo>
                    <a:pt x="272718" y="164294"/>
                  </a:lnTo>
                  <a:lnTo>
                    <a:pt x="308930" y="137981"/>
                  </a:lnTo>
                  <a:lnTo>
                    <a:pt x="338257" y="103533"/>
                  </a:lnTo>
                  <a:lnTo>
                    <a:pt x="359214" y="62329"/>
                  </a:lnTo>
                  <a:lnTo>
                    <a:pt x="370313" y="15748"/>
                  </a:lnTo>
                  <a:lnTo>
                    <a:pt x="371171" y="8366"/>
                  </a:lnTo>
                  <a:lnTo>
                    <a:pt x="365884" y="1685"/>
                  </a:lnTo>
                  <a:lnTo>
                    <a:pt x="358502" y="827"/>
                  </a:lnTo>
                  <a:lnTo>
                    <a:pt x="351109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7" name="object 17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6060953" y="4204276"/>
              <a:ext cx="100206" cy="71411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6513771" y="4218747"/>
              <a:ext cx="100216" cy="71411"/>
            </a:xfrm>
            <a:prstGeom prst="rect">
              <a:avLst/>
            </a:prstGeom>
          </p:spPr>
        </p:pic>
      </p:grpSp>
      <p:pic>
        <p:nvPicPr>
          <p:cNvPr id="179" name="object 179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7274085" y="3791370"/>
            <a:ext cx="1277992" cy="976129"/>
          </a:xfrm>
          <a:prstGeom prst="rect">
            <a:avLst/>
          </a:prstGeom>
        </p:spPr>
      </p:pic>
      <p:pic>
        <p:nvPicPr>
          <p:cNvPr id="180" name="object 180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674121" y="8058730"/>
            <a:ext cx="156811" cy="156811"/>
          </a:xfrm>
          <a:prstGeom prst="rect">
            <a:avLst/>
          </a:prstGeom>
        </p:spPr>
      </p:pic>
      <p:grpSp>
        <p:nvGrpSpPr>
          <p:cNvPr id="181" name="object 181" descr=""/>
          <p:cNvGrpSpPr/>
          <p:nvPr/>
        </p:nvGrpSpPr>
        <p:grpSpPr>
          <a:xfrm>
            <a:off x="4024139" y="7580586"/>
            <a:ext cx="1082675" cy="685165"/>
            <a:chOff x="4024139" y="7580586"/>
            <a:chExt cx="1082675" cy="685165"/>
          </a:xfrm>
        </p:grpSpPr>
        <p:pic>
          <p:nvPicPr>
            <p:cNvPr id="182" name="object 182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194292" y="7586770"/>
              <a:ext cx="156537" cy="156537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4024139" y="7580586"/>
              <a:ext cx="1082139" cy="685151"/>
            </a:xfrm>
            <a:prstGeom prst="rect">
              <a:avLst/>
            </a:prstGeom>
          </p:spPr>
        </p:pic>
      </p:grpSp>
      <p:pic>
        <p:nvPicPr>
          <p:cNvPr id="184" name="object 184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6240881" y="8046619"/>
            <a:ext cx="156811" cy="156811"/>
          </a:xfrm>
          <a:prstGeom prst="rect">
            <a:avLst/>
          </a:prstGeom>
        </p:spPr>
      </p:pic>
      <p:grpSp>
        <p:nvGrpSpPr>
          <p:cNvPr id="185" name="object 185" descr=""/>
          <p:cNvGrpSpPr/>
          <p:nvPr/>
        </p:nvGrpSpPr>
        <p:grpSpPr>
          <a:xfrm>
            <a:off x="5965537" y="7568471"/>
            <a:ext cx="1082675" cy="685165"/>
            <a:chOff x="5965537" y="7568471"/>
            <a:chExt cx="1082675" cy="685165"/>
          </a:xfrm>
        </p:grpSpPr>
        <p:pic>
          <p:nvPicPr>
            <p:cNvPr id="186" name="object 186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720985" y="7574663"/>
              <a:ext cx="156537" cy="156532"/>
            </a:xfrm>
            <a:prstGeom prst="rect">
              <a:avLst/>
            </a:prstGeom>
          </p:spPr>
        </p:pic>
        <p:pic>
          <p:nvPicPr>
            <p:cNvPr id="187" name="object 187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965537" y="7568471"/>
              <a:ext cx="1082143" cy="685160"/>
            </a:xfrm>
            <a:prstGeom prst="rect">
              <a:avLst/>
            </a:prstGeom>
          </p:spPr>
        </p:pic>
      </p:grpSp>
      <p:sp>
        <p:nvSpPr>
          <p:cNvPr id="188" name="object 188" descr=""/>
          <p:cNvSpPr/>
          <p:nvPr/>
        </p:nvSpPr>
        <p:spPr>
          <a:xfrm>
            <a:off x="5435824" y="7541780"/>
            <a:ext cx="215265" cy="246379"/>
          </a:xfrm>
          <a:custGeom>
            <a:avLst/>
            <a:gdLst/>
            <a:ahLst/>
            <a:cxnLst/>
            <a:rect l="l" t="t" r="r" b="b"/>
            <a:pathLst>
              <a:path w="215264" h="246379">
                <a:moveTo>
                  <a:pt x="214967" y="0"/>
                </a:moveTo>
                <a:lnTo>
                  <a:pt x="0" y="0"/>
                </a:lnTo>
                <a:lnTo>
                  <a:pt x="0" y="246118"/>
                </a:lnTo>
                <a:lnTo>
                  <a:pt x="214967" y="246118"/>
                </a:lnTo>
                <a:lnTo>
                  <a:pt x="21496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9" name="object 189" descr=""/>
          <p:cNvGrpSpPr/>
          <p:nvPr/>
        </p:nvGrpSpPr>
        <p:grpSpPr>
          <a:xfrm>
            <a:off x="5991052" y="6987077"/>
            <a:ext cx="332740" cy="394335"/>
            <a:chOff x="5991052" y="6987077"/>
            <a:chExt cx="332740" cy="394335"/>
          </a:xfrm>
        </p:grpSpPr>
        <p:sp>
          <p:nvSpPr>
            <p:cNvPr id="190" name="object 190" descr=""/>
            <p:cNvSpPr/>
            <p:nvPr/>
          </p:nvSpPr>
          <p:spPr>
            <a:xfrm>
              <a:off x="5991052" y="6987077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60" h="394334">
                  <a:moveTo>
                    <a:pt x="263625" y="0"/>
                  </a:moveTo>
                  <a:lnTo>
                    <a:pt x="104049" y="0"/>
                  </a:lnTo>
                  <a:lnTo>
                    <a:pt x="63650" y="8209"/>
                  </a:lnTo>
                  <a:lnTo>
                    <a:pt x="30565" y="30561"/>
                  </a:lnTo>
                  <a:lnTo>
                    <a:pt x="8210" y="63645"/>
                  </a:lnTo>
                  <a:lnTo>
                    <a:pt x="0" y="104049"/>
                  </a:lnTo>
                  <a:lnTo>
                    <a:pt x="0" y="290137"/>
                  </a:lnTo>
                  <a:lnTo>
                    <a:pt x="8210" y="330536"/>
                  </a:lnTo>
                  <a:lnTo>
                    <a:pt x="30565" y="363621"/>
                  </a:lnTo>
                  <a:lnTo>
                    <a:pt x="63650" y="385976"/>
                  </a:lnTo>
                  <a:lnTo>
                    <a:pt x="104049" y="394186"/>
                  </a:lnTo>
                  <a:lnTo>
                    <a:pt x="263625" y="394186"/>
                  </a:lnTo>
                  <a:lnTo>
                    <a:pt x="2636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6269682" y="6987077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4">
                  <a:moveTo>
                    <a:pt x="13758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3758" y="394186"/>
                  </a:lnTo>
                  <a:lnTo>
                    <a:pt x="29200" y="391049"/>
                  </a:lnTo>
                  <a:lnTo>
                    <a:pt x="41845" y="382505"/>
                  </a:lnTo>
                  <a:lnTo>
                    <a:pt x="50389" y="369860"/>
                  </a:lnTo>
                  <a:lnTo>
                    <a:pt x="53527" y="354418"/>
                  </a:lnTo>
                  <a:lnTo>
                    <a:pt x="53527" y="39768"/>
                  </a:lnTo>
                  <a:lnTo>
                    <a:pt x="50389" y="24326"/>
                  </a:lnTo>
                  <a:lnTo>
                    <a:pt x="41845" y="11681"/>
                  </a:lnTo>
                  <a:lnTo>
                    <a:pt x="29200" y="3137"/>
                  </a:lnTo>
                  <a:lnTo>
                    <a:pt x="137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6253924" y="7002582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39" h="353059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3" name="object 193" descr=""/>
          <p:cNvGrpSpPr/>
          <p:nvPr/>
        </p:nvGrpSpPr>
        <p:grpSpPr>
          <a:xfrm>
            <a:off x="4821496" y="6494839"/>
            <a:ext cx="1407795" cy="1106805"/>
            <a:chOff x="4821496" y="6494839"/>
            <a:chExt cx="1407795" cy="1106805"/>
          </a:xfrm>
        </p:grpSpPr>
        <p:sp>
          <p:nvSpPr>
            <p:cNvPr id="194" name="object 194" descr=""/>
            <p:cNvSpPr/>
            <p:nvPr/>
          </p:nvSpPr>
          <p:spPr>
            <a:xfrm>
              <a:off x="4890030" y="6987077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60" h="394334">
                  <a:moveTo>
                    <a:pt x="159576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59576" y="394186"/>
                  </a:lnTo>
                  <a:lnTo>
                    <a:pt x="199975" y="385976"/>
                  </a:lnTo>
                  <a:lnTo>
                    <a:pt x="233059" y="363621"/>
                  </a:lnTo>
                  <a:lnTo>
                    <a:pt x="255414" y="330536"/>
                  </a:lnTo>
                  <a:lnTo>
                    <a:pt x="263625" y="290137"/>
                  </a:lnTo>
                  <a:lnTo>
                    <a:pt x="263625" y="104049"/>
                  </a:lnTo>
                  <a:lnTo>
                    <a:pt x="255414" y="63645"/>
                  </a:lnTo>
                  <a:lnTo>
                    <a:pt x="233059" y="30561"/>
                  </a:lnTo>
                  <a:lnTo>
                    <a:pt x="199975" y="8209"/>
                  </a:lnTo>
                  <a:lnTo>
                    <a:pt x="1595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4821496" y="6987077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4">
                  <a:moveTo>
                    <a:pt x="53527" y="0"/>
                  </a:moveTo>
                  <a:lnTo>
                    <a:pt x="39768" y="0"/>
                  </a:lnTo>
                  <a:lnTo>
                    <a:pt x="24326" y="3137"/>
                  </a:lnTo>
                  <a:lnTo>
                    <a:pt x="11681" y="11681"/>
                  </a:lnTo>
                  <a:lnTo>
                    <a:pt x="3137" y="24326"/>
                  </a:lnTo>
                  <a:lnTo>
                    <a:pt x="0" y="39768"/>
                  </a:lnTo>
                  <a:lnTo>
                    <a:pt x="0" y="354418"/>
                  </a:lnTo>
                  <a:lnTo>
                    <a:pt x="3137" y="369860"/>
                  </a:lnTo>
                  <a:lnTo>
                    <a:pt x="11681" y="382505"/>
                  </a:lnTo>
                  <a:lnTo>
                    <a:pt x="24326" y="391049"/>
                  </a:lnTo>
                  <a:lnTo>
                    <a:pt x="39768" y="394186"/>
                  </a:lnTo>
                  <a:lnTo>
                    <a:pt x="53527" y="394186"/>
                  </a:lnTo>
                  <a:lnTo>
                    <a:pt x="5352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4875778" y="7002582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39" h="353059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920541" y="6724098"/>
              <a:ext cx="1308630" cy="877271"/>
            </a:xfrm>
            <a:prstGeom prst="rect">
              <a:avLst/>
            </a:prstGeom>
          </p:spPr>
        </p:pic>
        <p:pic>
          <p:nvPicPr>
            <p:cNvPr id="198" name="object 198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102612" y="6494839"/>
              <a:ext cx="925322" cy="575112"/>
            </a:xfrm>
            <a:prstGeom prst="rect">
              <a:avLst/>
            </a:prstGeom>
          </p:spPr>
        </p:pic>
        <p:pic>
          <p:nvPicPr>
            <p:cNvPr id="199" name="object 199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034789" y="6943338"/>
              <a:ext cx="1064512" cy="406197"/>
            </a:xfrm>
            <a:prstGeom prst="rect">
              <a:avLst/>
            </a:prstGeom>
          </p:spPr>
        </p:pic>
        <p:pic>
          <p:nvPicPr>
            <p:cNvPr id="200" name="object 200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448222" y="7390717"/>
              <a:ext cx="223260" cy="60888"/>
            </a:xfrm>
            <a:prstGeom prst="rect">
              <a:avLst/>
            </a:prstGeom>
          </p:spPr>
        </p:pic>
      </p:grpSp>
      <p:grpSp>
        <p:nvGrpSpPr>
          <p:cNvPr id="201" name="object 201" descr=""/>
          <p:cNvGrpSpPr/>
          <p:nvPr/>
        </p:nvGrpSpPr>
        <p:grpSpPr>
          <a:xfrm>
            <a:off x="5005927" y="7719356"/>
            <a:ext cx="1082040" cy="1323340"/>
            <a:chOff x="5005927" y="7719356"/>
            <a:chExt cx="1082040" cy="1323340"/>
          </a:xfrm>
        </p:grpSpPr>
        <p:sp>
          <p:nvSpPr>
            <p:cNvPr id="202" name="object 202" descr=""/>
            <p:cNvSpPr/>
            <p:nvPr/>
          </p:nvSpPr>
          <p:spPr>
            <a:xfrm>
              <a:off x="5287325" y="7825447"/>
              <a:ext cx="509905" cy="955040"/>
            </a:xfrm>
            <a:custGeom>
              <a:avLst/>
              <a:gdLst/>
              <a:ahLst/>
              <a:cxnLst/>
              <a:rect l="l" t="t" r="r" b="b"/>
              <a:pathLst>
                <a:path w="509904" h="955040">
                  <a:moveTo>
                    <a:pt x="509743" y="0"/>
                  </a:moveTo>
                  <a:lnTo>
                    <a:pt x="0" y="0"/>
                  </a:lnTo>
                  <a:lnTo>
                    <a:pt x="0" y="954798"/>
                  </a:lnTo>
                  <a:lnTo>
                    <a:pt x="509743" y="954798"/>
                  </a:lnTo>
                  <a:lnTo>
                    <a:pt x="509743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005927" y="7803751"/>
              <a:ext cx="299523" cy="992337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5788441" y="7803752"/>
              <a:ext cx="299517" cy="992337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5336497" y="7719356"/>
              <a:ext cx="420908" cy="1323027"/>
            </a:xfrm>
            <a:prstGeom prst="rect">
              <a:avLst/>
            </a:prstGeom>
          </p:spPr>
        </p:pic>
      </p:grpSp>
      <p:pic>
        <p:nvPicPr>
          <p:cNvPr id="206" name="object 206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5290079" y="9192955"/>
            <a:ext cx="555271" cy="196276"/>
          </a:xfrm>
          <a:prstGeom prst="rect">
            <a:avLst/>
          </a:prstGeom>
        </p:spPr>
      </p:pic>
      <p:grpSp>
        <p:nvGrpSpPr>
          <p:cNvPr id="207" name="object 207" descr=""/>
          <p:cNvGrpSpPr/>
          <p:nvPr/>
        </p:nvGrpSpPr>
        <p:grpSpPr>
          <a:xfrm>
            <a:off x="3756231" y="6708130"/>
            <a:ext cx="726440" cy="726440"/>
            <a:chOff x="3756231" y="6708130"/>
            <a:chExt cx="726440" cy="726440"/>
          </a:xfrm>
        </p:grpSpPr>
        <p:sp>
          <p:nvSpPr>
            <p:cNvPr id="208" name="object 208" descr=""/>
            <p:cNvSpPr/>
            <p:nvPr/>
          </p:nvSpPr>
          <p:spPr>
            <a:xfrm>
              <a:off x="3966204" y="6831215"/>
              <a:ext cx="308610" cy="491490"/>
            </a:xfrm>
            <a:custGeom>
              <a:avLst/>
              <a:gdLst/>
              <a:ahLst/>
              <a:cxnLst/>
              <a:rect l="l" t="t" r="r" b="b"/>
              <a:pathLst>
                <a:path w="308610" h="491490">
                  <a:moveTo>
                    <a:pt x="185617" y="0"/>
                  </a:moveTo>
                  <a:lnTo>
                    <a:pt x="124739" y="0"/>
                  </a:lnTo>
                  <a:lnTo>
                    <a:pt x="124739" y="40208"/>
                  </a:lnTo>
                  <a:lnTo>
                    <a:pt x="95492" y="44731"/>
                  </a:lnTo>
                  <a:lnTo>
                    <a:pt x="48714" y="61604"/>
                  </a:lnTo>
                  <a:lnTo>
                    <a:pt x="17537" y="88918"/>
                  </a:lnTo>
                  <a:lnTo>
                    <a:pt x="1947" y="126774"/>
                  </a:lnTo>
                  <a:lnTo>
                    <a:pt x="0" y="149670"/>
                  </a:lnTo>
                  <a:lnTo>
                    <a:pt x="650" y="164866"/>
                  </a:lnTo>
                  <a:lnTo>
                    <a:pt x="10439" y="202643"/>
                  </a:lnTo>
                  <a:lnTo>
                    <a:pt x="43831" y="241102"/>
                  </a:lnTo>
                  <a:lnTo>
                    <a:pt x="86356" y="264943"/>
                  </a:lnTo>
                  <a:lnTo>
                    <a:pt x="119906" y="277853"/>
                  </a:lnTo>
                  <a:lnTo>
                    <a:pt x="146313" y="288119"/>
                  </a:lnTo>
                  <a:lnTo>
                    <a:pt x="184884" y="307854"/>
                  </a:lnTo>
                  <a:lnTo>
                    <a:pt x="193282" y="317833"/>
                  </a:lnTo>
                  <a:lnTo>
                    <a:pt x="193282" y="333686"/>
                  </a:lnTo>
                  <a:lnTo>
                    <a:pt x="156696" y="350032"/>
                  </a:lnTo>
                  <a:lnTo>
                    <a:pt x="145032" y="350408"/>
                  </a:lnTo>
                  <a:lnTo>
                    <a:pt x="129270" y="349686"/>
                  </a:lnTo>
                  <a:lnTo>
                    <a:pt x="74730" y="338816"/>
                  </a:lnTo>
                  <a:lnTo>
                    <a:pt x="36186" y="325798"/>
                  </a:lnTo>
                  <a:lnTo>
                    <a:pt x="586" y="309906"/>
                  </a:lnTo>
                  <a:lnTo>
                    <a:pt x="586" y="407359"/>
                  </a:lnTo>
                  <a:lnTo>
                    <a:pt x="30735" y="418839"/>
                  </a:lnTo>
                  <a:lnTo>
                    <a:pt x="61481" y="427458"/>
                  </a:lnTo>
                  <a:lnTo>
                    <a:pt x="92817" y="433218"/>
                  </a:lnTo>
                  <a:lnTo>
                    <a:pt x="124739" y="436122"/>
                  </a:lnTo>
                  <a:lnTo>
                    <a:pt x="124739" y="491000"/>
                  </a:lnTo>
                  <a:lnTo>
                    <a:pt x="185617" y="491000"/>
                  </a:lnTo>
                  <a:lnTo>
                    <a:pt x="185617" y="434363"/>
                  </a:lnTo>
                  <a:lnTo>
                    <a:pt x="213837" y="429226"/>
                  </a:lnTo>
                  <a:lnTo>
                    <a:pt x="259511" y="410144"/>
                  </a:lnTo>
                  <a:lnTo>
                    <a:pt x="290670" y="379639"/>
                  </a:lnTo>
                  <a:lnTo>
                    <a:pt x="306344" y="339575"/>
                  </a:lnTo>
                  <a:lnTo>
                    <a:pt x="308304" y="316074"/>
                  </a:lnTo>
                  <a:lnTo>
                    <a:pt x="306628" y="295205"/>
                  </a:lnTo>
                  <a:lnTo>
                    <a:pt x="293236" y="259476"/>
                  </a:lnTo>
                  <a:lnTo>
                    <a:pt x="265979" y="231118"/>
                  </a:lnTo>
                  <a:lnTo>
                    <a:pt x="221855" y="206396"/>
                  </a:lnTo>
                  <a:lnTo>
                    <a:pt x="178952" y="190180"/>
                  </a:lnTo>
                  <a:lnTo>
                    <a:pt x="166277" y="185507"/>
                  </a:lnTo>
                  <a:lnTo>
                    <a:pt x="131382" y="169702"/>
                  </a:lnTo>
                  <a:lnTo>
                    <a:pt x="115033" y="153482"/>
                  </a:lnTo>
                  <a:lnTo>
                    <a:pt x="115033" y="139597"/>
                  </a:lnTo>
                  <a:lnTo>
                    <a:pt x="157681" y="124436"/>
                  </a:lnTo>
                  <a:lnTo>
                    <a:pt x="183144" y="126161"/>
                  </a:lnTo>
                  <a:lnTo>
                    <a:pt x="210119" y="131336"/>
                  </a:lnTo>
                  <a:lnTo>
                    <a:pt x="238602" y="139958"/>
                  </a:lnTo>
                  <a:lnTo>
                    <a:pt x="268588" y="152026"/>
                  </a:lnTo>
                  <a:lnTo>
                    <a:pt x="303582" y="68385"/>
                  </a:lnTo>
                  <a:lnTo>
                    <a:pt x="273927" y="57005"/>
                  </a:lnTo>
                  <a:lnTo>
                    <a:pt x="244379" y="48418"/>
                  </a:lnTo>
                  <a:lnTo>
                    <a:pt x="214942" y="42621"/>
                  </a:lnTo>
                  <a:lnTo>
                    <a:pt x="185617" y="39611"/>
                  </a:lnTo>
                  <a:lnTo>
                    <a:pt x="185617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3756231" y="6708130"/>
              <a:ext cx="725894" cy="725894"/>
            </a:xfrm>
            <a:prstGeom prst="rect">
              <a:avLst/>
            </a:prstGeom>
          </p:spPr>
        </p:pic>
      </p:grpSp>
      <p:grpSp>
        <p:nvGrpSpPr>
          <p:cNvPr id="210" name="object 210" descr=""/>
          <p:cNvGrpSpPr/>
          <p:nvPr/>
        </p:nvGrpSpPr>
        <p:grpSpPr>
          <a:xfrm>
            <a:off x="6585517" y="6702142"/>
            <a:ext cx="726440" cy="726440"/>
            <a:chOff x="6585517" y="6702142"/>
            <a:chExt cx="726440" cy="726440"/>
          </a:xfrm>
        </p:grpSpPr>
        <p:sp>
          <p:nvSpPr>
            <p:cNvPr id="211" name="object 211" descr=""/>
            <p:cNvSpPr/>
            <p:nvPr/>
          </p:nvSpPr>
          <p:spPr>
            <a:xfrm>
              <a:off x="6802781" y="6808349"/>
              <a:ext cx="331470" cy="521334"/>
            </a:xfrm>
            <a:custGeom>
              <a:avLst/>
              <a:gdLst/>
              <a:ahLst/>
              <a:cxnLst/>
              <a:rect l="l" t="t" r="r" b="b"/>
              <a:pathLst>
                <a:path w="331470" h="521334">
                  <a:moveTo>
                    <a:pt x="331228" y="353339"/>
                  </a:moveTo>
                  <a:lnTo>
                    <a:pt x="330111" y="334594"/>
                  </a:lnTo>
                  <a:lnTo>
                    <a:pt x="326745" y="317677"/>
                  </a:lnTo>
                  <a:lnTo>
                    <a:pt x="321144" y="302590"/>
                  </a:lnTo>
                  <a:lnTo>
                    <a:pt x="319201" y="299326"/>
                  </a:lnTo>
                  <a:lnTo>
                    <a:pt x="313296" y="289356"/>
                  </a:lnTo>
                  <a:lnTo>
                    <a:pt x="302933" y="277901"/>
                  </a:lnTo>
                  <a:lnTo>
                    <a:pt x="289826" y="268224"/>
                  </a:lnTo>
                  <a:lnTo>
                    <a:pt x="273951" y="260299"/>
                  </a:lnTo>
                  <a:lnTo>
                    <a:pt x="255333" y="254152"/>
                  </a:lnTo>
                  <a:lnTo>
                    <a:pt x="255333" y="251206"/>
                  </a:lnTo>
                  <a:lnTo>
                    <a:pt x="294170" y="229958"/>
                  </a:lnTo>
                  <a:lnTo>
                    <a:pt x="306463" y="214515"/>
                  </a:lnTo>
                  <a:lnTo>
                    <a:pt x="312280" y="204901"/>
                  </a:lnTo>
                  <a:lnTo>
                    <a:pt x="318084" y="190157"/>
                  </a:lnTo>
                  <a:lnTo>
                    <a:pt x="321564" y="174078"/>
                  </a:lnTo>
                  <a:lnTo>
                    <a:pt x="322719" y="156692"/>
                  </a:lnTo>
                  <a:lnTo>
                    <a:pt x="320738" y="137617"/>
                  </a:lnTo>
                  <a:lnTo>
                    <a:pt x="320065" y="131064"/>
                  </a:lnTo>
                  <a:lnTo>
                    <a:pt x="298805" y="90639"/>
                  </a:lnTo>
                  <a:lnTo>
                    <a:pt x="256120" y="64477"/>
                  </a:lnTo>
                  <a:lnTo>
                    <a:pt x="211505" y="54330"/>
                  </a:lnTo>
                  <a:lnTo>
                    <a:pt x="211505" y="343636"/>
                  </a:lnTo>
                  <a:lnTo>
                    <a:pt x="208102" y="363677"/>
                  </a:lnTo>
                  <a:lnTo>
                    <a:pt x="197904" y="377977"/>
                  </a:lnTo>
                  <a:lnTo>
                    <a:pt x="180898" y="386562"/>
                  </a:lnTo>
                  <a:lnTo>
                    <a:pt x="157086" y="389420"/>
                  </a:lnTo>
                  <a:lnTo>
                    <a:pt x="116205" y="389420"/>
                  </a:lnTo>
                  <a:lnTo>
                    <a:pt x="116205" y="299326"/>
                  </a:lnTo>
                  <a:lnTo>
                    <a:pt x="154749" y="299326"/>
                  </a:lnTo>
                  <a:lnTo>
                    <a:pt x="196951" y="310781"/>
                  </a:lnTo>
                  <a:lnTo>
                    <a:pt x="211505" y="343636"/>
                  </a:lnTo>
                  <a:lnTo>
                    <a:pt x="211505" y="54330"/>
                  </a:lnTo>
                  <a:lnTo>
                    <a:pt x="209270" y="54013"/>
                  </a:lnTo>
                  <a:lnTo>
                    <a:pt x="209270" y="0"/>
                  </a:lnTo>
                  <a:lnTo>
                    <a:pt x="203555" y="0"/>
                  </a:lnTo>
                  <a:lnTo>
                    <a:pt x="203555" y="173723"/>
                  </a:lnTo>
                  <a:lnTo>
                    <a:pt x="202704" y="183222"/>
                  </a:lnTo>
                  <a:lnTo>
                    <a:pt x="173380" y="211937"/>
                  </a:lnTo>
                  <a:lnTo>
                    <a:pt x="151193" y="214515"/>
                  </a:lnTo>
                  <a:lnTo>
                    <a:pt x="116205" y="214515"/>
                  </a:lnTo>
                  <a:lnTo>
                    <a:pt x="116205" y="137617"/>
                  </a:lnTo>
                  <a:lnTo>
                    <a:pt x="148844" y="137617"/>
                  </a:lnTo>
                  <a:lnTo>
                    <a:pt x="172783" y="139877"/>
                  </a:lnTo>
                  <a:lnTo>
                    <a:pt x="189877" y="146646"/>
                  </a:lnTo>
                  <a:lnTo>
                    <a:pt x="200139" y="157924"/>
                  </a:lnTo>
                  <a:lnTo>
                    <a:pt x="203555" y="173723"/>
                  </a:lnTo>
                  <a:lnTo>
                    <a:pt x="203555" y="0"/>
                  </a:lnTo>
                  <a:lnTo>
                    <a:pt x="162356" y="0"/>
                  </a:lnTo>
                  <a:lnTo>
                    <a:pt x="162356" y="50355"/>
                  </a:lnTo>
                  <a:lnTo>
                    <a:pt x="150012" y="49860"/>
                  </a:lnTo>
                  <a:lnTo>
                    <a:pt x="127165" y="49860"/>
                  </a:lnTo>
                  <a:lnTo>
                    <a:pt x="127165" y="0"/>
                  </a:lnTo>
                  <a:lnTo>
                    <a:pt x="80251" y="0"/>
                  </a:lnTo>
                  <a:lnTo>
                    <a:pt x="80251" y="49860"/>
                  </a:lnTo>
                  <a:lnTo>
                    <a:pt x="0" y="49860"/>
                  </a:lnTo>
                  <a:lnTo>
                    <a:pt x="0" y="478942"/>
                  </a:lnTo>
                  <a:lnTo>
                    <a:pt x="82854" y="478942"/>
                  </a:lnTo>
                  <a:lnTo>
                    <a:pt x="82854" y="521309"/>
                  </a:lnTo>
                  <a:lnTo>
                    <a:pt x="129781" y="521309"/>
                  </a:lnTo>
                  <a:lnTo>
                    <a:pt x="129781" y="478942"/>
                  </a:lnTo>
                  <a:lnTo>
                    <a:pt x="164960" y="478942"/>
                  </a:lnTo>
                  <a:lnTo>
                    <a:pt x="164960" y="521309"/>
                  </a:lnTo>
                  <a:lnTo>
                    <a:pt x="211874" y="521309"/>
                  </a:lnTo>
                  <a:lnTo>
                    <a:pt x="211874" y="475170"/>
                  </a:lnTo>
                  <a:lnTo>
                    <a:pt x="235305" y="470547"/>
                  </a:lnTo>
                  <a:lnTo>
                    <a:pt x="263283" y="460044"/>
                  </a:lnTo>
                  <a:lnTo>
                    <a:pt x="306501" y="426986"/>
                  </a:lnTo>
                  <a:lnTo>
                    <a:pt x="325653" y="389420"/>
                  </a:lnTo>
                  <a:lnTo>
                    <a:pt x="328485" y="380987"/>
                  </a:lnTo>
                  <a:lnTo>
                    <a:pt x="331228" y="353339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6585517" y="6702142"/>
              <a:ext cx="725894" cy="725894"/>
            </a:xfrm>
            <a:prstGeom prst="rect">
              <a:avLst/>
            </a:prstGeom>
          </p:spPr>
        </p:pic>
      </p:grpSp>
      <p:grpSp>
        <p:nvGrpSpPr>
          <p:cNvPr id="213" name="object 213" descr=""/>
          <p:cNvGrpSpPr/>
          <p:nvPr/>
        </p:nvGrpSpPr>
        <p:grpSpPr>
          <a:xfrm>
            <a:off x="9675846" y="6954698"/>
            <a:ext cx="203200" cy="314960"/>
            <a:chOff x="9675846" y="6954698"/>
            <a:chExt cx="203200" cy="314960"/>
          </a:xfrm>
        </p:grpSpPr>
        <p:pic>
          <p:nvPicPr>
            <p:cNvPr id="214" name="object 214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9675846" y="7115531"/>
              <a:ext cx="153723" cy="153723"/>
            </a:xfrm>
            <a:prstGeom prst="rect">
              <a:avLst/>
            </a:prstGeom>
          </p:spPr>
        </p:pic>
        <p:pic>
          <p:nvPicPr>
            <p:cNvPr id="215" name="object 215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9702926" y="6954698"/>
              <a:ext cx="175727" cy="233627"/>
            </a:xfrm>
            <a:prstGeom prst="rect">
              <a:avLst/>
            </a:prstGeom>
          </p:spPr>
        </p:pic>
      </p:grpSp>
      <p:grpSp>
        <p:nvGrpSpPr>
          <p:cNvPr id="216" name="object 216" descr=""/>
          <p:cNvGrpSpPr/>
          <p:nvPr/>
        </p:nvGrpSpPr>
        <p:grpSpPr>
          <a:xfrm>
            <a:off x="9049308" y="7167457"/>
            <a:ext cx="791845" cy="874394"/>
            <a:chOff x="9049308" y="7167457"/>
            <a:chExt cx="791845" cy="874394"/>
          </a:xfrm>
        </p:grpSpPr>
        <p:pic>
          <p:nvPicPr>
            <p:cNvPr id="217" name="object 217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9361023" y="7709287"/>
              <a:ext cx="156811" cy="156811"/>
            </a:xfrm>
            <a:prstGeom prst="rect">
              <a:avLst/>
            </a:prstGeom>
          </p:spPr>
        </p:pic>
        <p:pic>
          <p:nvPicPr>
            <p:cNvPr id="218" name="object 218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9049308" y="7167457"/>
              <a:ext cx="791393" cy="873955"/>
            </a:xfrm>
            <a:prstGeom prst="rect">
              <a:avLst/>
            </a:prstGeom>
          </p:spPr>
        </p:pic>
      </p:grpSp>
      <p:pic>
        <p:nvPicPr>
          <p:cNvPr id="219" name="object 219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7789836" y="8153242"/>
            <a:ext cx="155923" cy="155923"/>
          </a:xfrm>
          <a:prstGeom prst="rect">
            <a:avLst/>
          </a:prstGeom>
        </p:spPr>
      </p:pic>
      <p:grpSp>
        <p:nvGrpSpPr>
          <p:cNvPr id="220" name="object 220" descr=""/>
          <p:cNvGrpSpPr/>
          <p:nvPr/>
        </p:nvGrpSpPr>
        <p:grpSpPr>
          <a:xfrm>
            <a:off x="7764653" y="7920240"/>
            <a:ext cx="621665" cy="1047750"/>
            <a:chOff x="7764653" y="7920240"/>
            <a:chExt cx="621665" cy="1047750"/>
          </a:xfrm>
        </p:grpSpPr>
        <p:pic>
          <p:nvPicPr>
            <p:cNvPr id="221" name="object 221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8104000" y="8748062"/>
              <a:ext cx="156729" cy="156734"/>
            </a:xfrm>
            <a:prstGeom prst="rect">
              <a:avLst/>
            </a:prstGeom>
          </p:spPr>
        </p:pic>
        <p:pic>
          <p:nvPicPr>
            <p:cNvPr id="222" name="object 222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7764653" y="7920240"/>
              <a:ext cx="621624" cy="1047297"/>
            </a:xfrm>
            <a:prstGeom prst="rect">
              <a:avLst/>
            </a:prstGeom>
          </p:spPr>
        </p:pic>
      </p:grpSp>
      <p:sp>
        <p:nvSpPr>
          <p:cNvPr id="223" name="object 223" descr=""/>
          <p:cNvSpPr/>
          <p:nvPr/>
        </p:nvSpPr>
        <p:spPr>
          <a:xfrm>
            <a:off x="8501793" y="7541780"/>
            <a:ext cx="215265" cy="246379"/>
          </a:xfrm>
          <a:custGeom>
            <a:avLst/>
            <a:gdLst/>
            <a:ahLst/>
            <a:cxnLst/>
            <a:rect l="l" t="t" r="r" b="b"/>
            <a:pathLst>
              <a:path w="215265" h="246379">
                <a:moveTo>
                  <a:pt x="214967" y="0"/>
                </a:moveTo>
                <a:lnTo>
                  <a:pt x="0" y="0"/>
                </a:lnTo>
                <a:lnTo>
                  <a:pt x="0" y="246118"/>
                </a:lnTo>
                <a:lnTo>
                  <a:pt x="214967" y="246118"/>
                </a:lnTo>
                <a:lnTo>
                  <a:pt x="21496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4" name="object 224" descr=""/>
          <p:cNvGrpSpPr/>
          <p:nvPr/>
        </p:nvGrpSpPr>
        <p:grpSpPr>
          <a:xfrm>
            <a:off x="9057021" y="6987077"/>
            <a:ext cx="332740" cy="394335"/>
            <a:chOff x="9057021" y="6987077"/>
            <a:chExt cx="332740" cy="394335"/>
          </a:xfrm>
        </p:grpSpPr>
        <p:sp>
          <p:nvSpPr>
            <p:cNvPr id="225" name="object 225" descr=""/>
            <p:cNvSpPr/>
            <p:nvPr/>
          </p:nvSpPr>
          <p:spPr>
            <a:xfrm>
              <a:off x="9057021" y="6987077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59" h="394334">
                  <a:moveTo>
                    <a:pt x="263625" y="0"/>
                  </a:moveTo>
                  <a:lnTo>
                    <a:pt x="104049" y="0"/>
                  </a:lnTo>
                  <a:lnTo>
                    <a:pt x="63650" y="8209"/>
                  </a:lnTo>
                  <a:lnTo>
                    <a:pt x="30565" y="30561"/>
                  </a:lnTo>
                  <a:lnTo>
                    <a:pt x="8210" y="63645"/>
                  </a:lnTo>
                  <a:lnTo>
                    <a:pt x="0" y="104049"/>
                  </a:lnTo>
                  <a:lnTo>
                    <a:pt x="0" y="290137"/>
                  </a:lnTo>
                  <a:lnTo>
                    <a:pt x="8210" y="330536"/>
                  </a:lnTo>
                  <a:lnTo>
                    <a:pt x="30565" y="363621"/>
                  </a:lnTo>
                  <a:lnTo>
                    <a:pt x="63650" y="385976"/>
                  </a:lnTo>
                  <a:lnTo>
                    <a:pt x="104049" y="394186"/>
                  </a:lnTo>
                  <a:lnTo>
                    <a:pt x="263625" y="394186"/>
                  </a:lnTo>
                  <a:lnTo>
                    <a:pt x="2636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9335653" y="6987077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4">
                  <a:moveTo>
                    <a:pt x="13758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3758" y="394186"/>
                  </a:lnTo>
                  <a:lnTo>
                    <a:pt x="29200" y="391049"/>
                  </a:lnTo>
                  <a:lnTo>
                    <a:pt x="41845" y="382505"/>
                  </a:lnTo>
                  <a:lnTo>
                    <a:pt x="50389" y="369860"/>
                  </a:lnTo>
                  <a:lnTo>
                    <a:pt x="53527" y="354418"/>
                  </a:lnTo>
                  <a:lnTo>
                    <a:pt x="53527" y="39768"/>
                  </a:lnTo>
                  <a:lnTo>
                    <a:pt x="50389" y="24326"/>
                  </a:lnTo>
                  <a:lnTo>
                    <a:pt x="41845" y="11681"/>
                  </a:lnTo>
                  <a:lnTo>
                    <a:pt x="29200" y="3137"/>
                  </a:lnTo>
                  <a:lnTo>
                    <a:pt x="137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9319904" y="7002582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40" h="353059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8" name="object 228" descr=""/>
          <p:cNvGrpSpPr/>
          <p:nvPr/>
        </p:nvGrpSpPr>
        <p:grpSpPr>
          <a:xfrm>
            <a:off x="7887467" y="6494839"/>
            <a:ext cx="1407795" cy="1106805"/>
            <a:chOff x="7887467" y="6494839"/>
            <a:chExt cx="1407795" cy="1106805"/>
          </a:xfrm>
        </p:grpSpPr>
        <p:sp>
          <p:nvSpPr>
            <p:cNvPr id="229" name="object 229" descr=""/>
            <p:cNvSpPr/>
            <p:nvPr/>
          </p:nvSpPr>
          <p:spPr>
            <a:xfrm>
              <a:off x="7955999" y="6987077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59" h="394334">
                  <a:moveTo>
                    <a:pt x="159576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59576" y="394186"/>
                  </a:lnTo>
                  <a:lnTo>
                    <a:pt x="199975" y="385976"/>
                  </a:lnTo>
                  <a:lnTo>
                    <a:pt x="233059" y="363621"/>
                  </a:lnTo>
                  <a:lnTo>
                    <a:pt x="255414" y="330536"/>
                  </a:lnTo>
                  <a:lnTo>
                    <a:pt x="263625" y="290137"/>
                  </a:lnTo>
                  <a:lnTo>
                    <a:pt x="263625" y="104049"/>
                  </a:lnTo>
                  <a:lnTo>
                    <a:pt x="255414" y="63645"/>
                  </a:lnTo>
                  <a:lnTo>
                    <a:pt x="233059" y="30561"/>
                  </a:lnTo>
                  <a:lnTo>
                    <a:pt x="199975" y="8209"/>
                  </a:lnTo>
                  <a:lnTo>
                    <a:pt x="1595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7887467" y="6987077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4">
                  <a:moveTo>
                    <a:pt x="53527" y="0"/>
                  </a:moveTo>
                  <a:lnTo>
                    <a:pt x="39768" y="0"/>
                  </a:lnTo>
                  <a:lnTo>
                    <a:pt x="24326" y="3137"/>
                  </a:lnTo>
                  <a:lnTo>
                    <a:pt x="11681" y="11681"/>
                  </a:lnTo>
                  <a:lnTo>
                    <a:pt x="3137" y="24326"/>
                  </a:lnTo>
                  <a:lnTo>
                    <a:pt x="0" y="39768"/>
                  </a:lnTo>
                  <a:lnTo>
                    <a:pt x="0" y="354418"/>
                  </a:lnTo>
                  <a:lnTo>
                    <a:pt x="3137" y="369860"/>
                  </a:lnTo>
                  <a:lnTo>
                    <a:pt x="11681" y="382505"/>
                  </a:lnTo>
                  <a:lnTo>
                    <a:pt x="24326" y="391049"/>
                  </a:lnTo>
                  <a:lnTo>
                    <a:pt x="39768" y="394186"/>
                  </a:lnTo>
                  <a:lnTo>
                    <a:pt x="53527" y="394186"/>
                  </a:lnTo>
                  <a:lnTo>
                    <a:pt x="5352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7941747" y="7002582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40" h="353059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7986521" y="6724098"/>
              <a:ext cx="1308609" cy="877271"/>
            </a:xfrm>
            <a:prstGeom prst="rect">
              <a:avLst/>
            </a:prstGeom>
          </p:spPr>
        </p:pic>
        <p:pic>
          <p:nvPicPr>
            <p:cNvPr id="233" name="object 233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8168581" y="6494839"/>
              <a:ext cx="925333" cy="575112"/>
            </a:xfrm>
            <a:prstGeom prst="rect">
              <a:avLst/>
            </a:prstGeom>
          </p:spPr>
        </p:pic>
        <p:pic>
          <p:nvPicPr>
            <p:cNvPr id="234" name="object 234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8514190" y="7390717"/>
              <a:ext cx="223266" cy="60888"/>
            </a:xfrm>
            <a:prstGeom prst="rect">
              <a:avLst/>
            </a:prstGeom>
          </p:spPr>
        </p:pic>
        <p:pic>
          <p:nvPicPr>
            <p:cNvPr id="235" name="object 235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8100748" y="6943338"/>
              <a:ext cx="1064512" cy="406197"/>
            </a:xfrm>
            <a:prstGeom prst="rect">
              <a:avLst/>
            </a:prstGeom>
          </p:spPr>
        </p:pic>
      </p:grpSp>
      <p:grpSp>
        <p:nvGrpSpPr>
          <p:cNvPr id="236" name="object 236" descr=""/>
          <p:cNvGrpSpPr/>
          <p:nvPr/>
        </p:nvGrpSpPr>
        <p:grpSpPr>
          <a:xfrm>
            <a:off x="8071897" y="7803751"/>
            <a:ext cx="1082040" cy="992505"/>
            <a:chOff x="8071897" y="7803751"/>
            <a:chExt cx="1082040" cy="992505"/>
          </a:xfrm>
        </p:grpSpPr>
        <p:sp>
          <p:nvSpPr>
            <p:cNvPr id="237" name="object 237" descr=""/>
            <p:cNvSpPr/>
            <p:nvPr/>
          </p:nvSpPr>
          <p:spPr>
            <a:xfrm>
              <a:off x="8353295" y="7825447"/>
              <a:ext cx="509905" cy="955040"/>
            </a:xfrm>
            <a:custGeom>
              <a:avLst/>
              <a:gdLst/>
              <a:ahLst/>
              <a:cxnLst/>
              <a:rect l="l" t="t" r="r" b="b"/>
              <a:pathLst>
                <a:path w="509904" h="955040">
                  <a:moveTo>
                    <a:pt x="509743" y="0"/>
                  </a:moveTo>
                  <a:lnTo>
                    <a:pt x="0" y="0"/>
                  </a:lnTo>
                  <a:lnTo>
                    <a:pt x="0" y="954798"/>
                  </a:lnTo>
                  <a:lnTo>
                    <a:pt x="509743" y="954798"/>
                  </a:lnTo>
                  <a:lnTo>
                    <a:pt x="509743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8071897" y="7803751"/>
              <a:ext cx="299512" cy="992337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8854421" y="7803751"/>
              <a:ext cx="299511" cy="992337"/>
            </a:xfrm>
            <a:prstGeom prst="rect">
              <a:avLst/>
            </a:prstGeom>
          </p:spPr>
        </p:pic>
      </p:grpSp>
      <p:pic>
        <p:nvPicPr>
          <p:cNvPr id="240" name="object 240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8402466" y="7719356"/>
            <a:ext cx="420898" cy="1323027"/>
          </a:xfrm>
          <a:prstGeom prst="rect">
            <a:avLst/>
          </a:prstGeom>
        </p:spPr>
      </p:pic>
      <p:pic>
        <p:nvPicPr>
          <p:cNvPr id="241" name="object 241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8356038" y="9192955"/>
            <a:ext cx="555291" cy="196276"/>
          </a:xfrm>
          <a:prstGeom prst="rect">
            <a:avLst/>
          </a:prstGeom>
        </p:spPr>
      </p:pic>
      <p:grpSp>
        <p:nvGrpSpPr>
          <p:cNvPr id="242" name="object 242" descr=""/>
          <p:cNvGrpSpPr/>
          <p:nvPr/>
        </p:nvGrpSpPr>
        <p:grpSpPr>
          <a:xfrm>
            <a:off x="3190487" y="7888053"/>
            <a:ext cx="483234" cy="302895"/>
            <a:chOff x="3190487" y="7888053"/>
            <a:chExt cx="483234" cy="302895"/>
          </a:xfrm>
        </p:grpSpPr>
        <p:pic>
          <p:nvPicPr>
            <p:cNvPr id="243" name="object 243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3190487" y="7888053"/>
              <a:ext cx="393677" cy="267488"/>
            </a:xfrm>
            <a:prstGeom prst="rect">
              <a:avLst/>
            </a:prstGeom>
          </p:spPr>
        </p:pic>
        <p:pic>
          <p:nvPicPr>
            <p:cNvPr id="244" name="object 244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3517995" y="8035020"/>
              <a:ext cx="155374" cy="155380"/>
            </a:xfrm>
            <a:prstGeom prst="rect">
              <a:avLst/>
            </a:prstGeom>
          </p:spPr>
        </p:pic>
      </p:grpSp>
      <p:pic>
        <p:nvPicPr>
          <p:cNvPr id="245" name="object 245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1459191" y="7442397"/>
            <a:ext cx="155885" cy="155885"/>
          </a:xfrm>
          <a:prstGeom prst="rect">
            <a:avLst/>
          </a:prstGeom>
        </p:spPr>
      </p:pic>
      <p:grpSp>
        <p:nvGrpSpPr>
          <p:cNvPr id="246" name="object 246" descr=""/>
          <p:cNvGrpSpPr/>
          <p:nvPr/>
        </p:nvGrpSpPr>
        <p:grpSpPr>
          <a:xfrm>
            <a:off x="1395574" y="7281034"/>
            <a:ext cx="872490" cy="944244"/>
            <a:chOff x="1395574" y="7281034"/>
            <a:chExt cx="872490" cy="944244"/>
          </a:xfrm>
        </p:grpSpPr>
        <p:pic>
          <p:nvPicPr>
            <p:cNvPr id="247" name="object 247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819592" y="8012462"/>
              <a:ext cx="154143" cy="154143"/>
            </a:xfrm>
            <a:prstGeom prst="rect">
              <a:avLst/>
            </a:prstGeom>
          </p:spPr>
        </p:pic>
        <p:pic>
          <p:nvPicPr>
            <p:cNvPr id="248" name="object 248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395574" y="7281034"/>
              <a:ext cx="872321" cy="943962"/>
            </a:xfrm>
            <a:prstGeom prst="rect">
              <a:avLst/>
            </a:prstGeom>
          </p:spPr>
        </p:pic>
      </p:grpSp>
      <p:sp>
        <p:nvSpPr>
          <p:cNvPr id="249" name="object 249" descr=""/>
          <p:cNvSpPr/>
          <p:nvPr/>
        </p:nvSpPr>
        <p:spPr>
          <a:xfrm>
            <a:off x="2635877" y="7541780"/>
            <a:ext cx="215265" cy="246379"/>
          </a:xfrm>
          <a:custGeom>
            <a:avLst/>
            <a:gdLst/>
            <a:ahLst/>
            <a:cxnLst/>
            <a:rect l="l" t="t" r="r" b="b"/>
            <a:pathLst>
              <a:path w="215264" h="246379">
                <a:moveTo>
                  <a:pt x="214967" y="0"/>
                </a:moveTo>
                <a:lnTo>
                  <a:pt x="0" y="0"/>
                </a:lnTo>
                <a:lnTo>
                  <a:pt x="0" y="246118"/>
                </a:lnTo>
                <a:lnTo>
                  <a:pt x="214967" y="246118"/>
                </a:lnTo>
                <a:lnTo>
                  <a:pt x="21496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0" name="object 250" descr=""/>
          <p:cNvGrpSpPr/>
          <p:nvPr/>
        </p:nvGrpSpPr>
        <p:grpSpPr>
          <a:xfrm>
            <a:off x="3191100" y="6987077"/>
            <a:ext cx="332740" cy="394335"/>
            <a:chOff x="3191100" y="6987077"/>
            <a:chExt cx="332740" cy="394335"/>
          </a:xfrm>
        </p:grpSpPr>
        <p:sp>
          <p:nvSpPr>
            <p:cNvPr id="251" name="object 251" descr=""/>
            <p:cNvSpPr/>
            <p:nvPr/>
          </p:nvSpPr>
          <p:spPr>
            <a:xfrm>
              <a:off x="3191100" y="6987077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60" h="394334">
                  <a:moveTo>
                    <a:pt x="263625" y="0"/>
                  </a:moveTo>
                  <a:lnTo>
                    <a:pt x="104049" y="0"/>
                  </a:lnTo>
                  <a:lnTo>
                    <a:pt x="63650" y="8209"/>
                  </a:lnTo>
                  <a:lnTo>
                    <a:pt x="30565" y="30561"/>
                  </a:lnTo>
                  <a:lnTo>
                    <a:pt x="8210" y="63645"/>
                  </a:lnTo>
                  <a:lnTo>
                    <a:pt x="0" y="104049"/>
                  </a:lnTo>
                  <a:lnTo>
                    <a:pt x="0" y="290137"/>
                  </a:lnTo>
                  <a:lnTo>
                    <a:pt x="8210" y="330536"/>
                  </a:lnTo>
                  <a:lnTo>
                    <a:pt x="30565" y="363621"/>
                  </a:lnTo>
                  <a:lnTo>
                    <a:pt x="63650" y="385976"/>
                  </a:lnTo>
                  <a:lnTo>
                    <a:pt x="104049" y="394186"/>
                  </a:lnTo>
                  <a:lnTo>
                    <a:pt x="263625" y="394186"/>
                  </a:lnTo>
                  <a:lnTo>
                    <a:pt x="2636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469731" y="6987077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4">
                  <a:moveTo>
                    <a:pt x="13758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3758" y="394186"/>
                  </a:lnTo>
                  <a:lnTo>
                    <a:pt x="29200" y="391049"/>
                  </a:lnTo>
                  <a:lnTo>
                    <a:pt x="41845" y="382505"/>
                  </a:lnTo>
                  <a:lnTo>
                    <a:pt x="50389" y="369860"/>
                  </a:lnTo>
                  <a:lnTo>
                    <a:pt x="53527" y="354418"/>
                  </a:lnTo>
                  <a:lnTo>
                    <a:pt x="53527" y="39768"/>
                  </a:lnTo>
                  <a:lnTo>
                    <a:pt x="50389" y="24326"/>
                  </a:lnTo>
                  <a:lnTo>
                    <a:pt x="41845" y="11681"/>
                  </a:lnTo>
                  <a:lnTo>
                    <a:pt x="29200" y="3137"/>
                  </a:lnTo>
                  <a:lnTo>
                    <a:pt x="137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453978" y="7002582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39" h="353059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4" name="object 254" descr=""/>
          <p:cNvGrpSpPr/>
          <p:nvPr/>
        </p:nvGrpSpPr>
        <p:grpSpPr>
          <a:xfrm>
            <a:off x="2021545" y="6494839"/>
            <a:ext cx="1407795" cy="1106805"/>
            <a:chOff x="2021545" y="6494839"/>
            <a:chExt cx="1407795" cy="1106805"/>
          </a:xfrm>
        </p:grpSpPr>
        <p:sp>
          <p:nvSpPr>
            <p:cNvPr id="255" name="object 255" descr=""/>
            <p:cNvSpPr/>
            <p:nvPr/>
          </p:nvSpPr>
          <p:spPr>
            <a:xfrm>
              <a:off x="2090077" y="6987077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60" h="394334">
                  <a:moveTo>
                    <a:pt x="159576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59576" y="394186"/>
                  </a:lnTo>
                  <a:lnTo>
                    <a:pt x="199975" y="385976"/>
                  </a:lnTo>
                  <a:lnTo>
                    <a:pt x="233059" y="363621"/>
                  </a:lnTo>
                  <a:lnTo>
                    <a:pt x="255414" y="330536"/>
                  </a:lnTo>
                  <a:lnTo>
                    <a:pt x="263625" y="290137"/>
                  </a:lnTo>
                  <a:lnTo>
                    <a:pt x="263625" y="104049"/>
                  </a:lnTo>
                  <a:lnTo>
                    <a:pt x="255414" y="63645"/>
                  </a:lnTo>
                  <a:lnTo>
                    <a:pt x="233059" y="30561"/>
                  </a:lnTo>
                  <a:lnTo>
                    <a:pt x="199975" y="8209"/>
                  </a:lnTo>
                  <a:lnTo>
                    <a:pt x="1595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2021545" y="6987077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4">
                  <a:moveTo>
                    <a:pt x="53527" y="0"/>
                  </a:moveTo>
                  <a:lnTo>
                    <a:pt x="39768" y="0"/>
                  </a:lnTo>
                  <a:lnTo>
                    <a:pt x="24326" y="3137"/>
                  </a:lnTo>
                  <a:lnTo>
                    <a:pt x="11681" y="11681"/>
                  </a:lnTo>
                  <a:lnTo>
                    <a:pt x="3137" y="24326"/>
                  </a:lnTo>
                  <a:lnTo>
                    <a:pt x="0" y="39768"/>
                  </a:lnTo>
                  <a:lnTo>
                    <a:pt x="0" y="354418"/>
                  </a:lnTo>
                  <a:lnTo>
                    <a:pt x="3137" y="369860"/>
                  </a:lnTo>
                  <a:lnTo>
                    <a:pt x="11681" y="382505"/>
                  </a:lnTo>
                  <a:lnTo>
                    <a:pt x="24326" y="391049"/>
                  </a:lnTo>
                  <a:lnTo>
                    <a:pt x="39768" y="394186"/>
                  </a:lnTo>
                  <a:lnTo>
                    <a:pt x="53527" y="394186"/>
                  </a:lnTo>
                  <a:lnTo>
                    <a:pt x="5352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2075821" y="7002582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39" h="353059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2120584" y="6724098"/>
              <a:ext cx="1308630" cy="877271"/>
            </a:xfrm>
            <a:prstGeom prst="rect">
              <a:avLst/>
            </a:prstGeom>
          </p:spPr>
        </p:pic>
        <p:pic>
          <p:nvPicPr>
            <p:cNvPr id="259" name="object 259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2302658" y="6494839"/>
              <a:ext cx="925333" cy="575112"/>
            </a:xfrm>
            <a:prstGeom prst="rect">
              <a:avLst/>
            </a:prstGeom>
          </p:spPr>
        </p:pic>
        <p:pic>
          <p:nvPicPr>
            <p:cNvPr id="260" name="object 260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2648266" y="7390717"/>
              <a:ext cx="223266" cy="60888"/>
            </a:xfrm>
            <a:prstGeom prst="rect">
              <a:avLst/>
            </a:prstGeom>
          </p:spPr>
        </p:pic>
        <p:pic>
          <p:nvPicPr>
            <p:cNvPr id="261" name="object 261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2234832" y="6943338"/>
              <a:ext cx="1064501" cy="406197"/>
            </a:xfrm>
            <a:prstGeom prst="rect">
              <a:avLst/>
            </a:prstGeom>
          </p:spPr>
        </p:pic>
      </p:grpSp>
      <p:grpSp>
        <p:nvGrpSpPr>
          <p:cNvPr id="262" name="object 262" descr=""/>
          <p:cNvGrpSpPr/>
          <p:nvPr/>
        </p:nvGrpSpPr>
        <p:grpSpPr>
          <a:xfrm>
            <a:off x="2205976" y="7719356"/>
            <a:ext cx="1082040" cy="1323340"/>
            <a:chOff x="2205976" y="7719356"/>
            <a:chExt cx="1082040" cy="1323340"/>
          </a:xfrm>
        </p:grpSpPr>
        <p:sp>
          <p:nvSpPr>
            <p:cNvPr id="263" name="object 263" descr=""/>
            <p:cNvSpPr/>
            <p:nvPr/>
          </p:nvSpPr>
          <p:spPr>
            <a:xfrm>
              <a:off x="2487379" y="7825447"/>
              <a:ext cx="509905" cy="955040"/>
            </a:xfrm>
            <a:custGeom>
              <a:avLst/>
              <a:gdLst/>
              <a:ahLst/>
              <a:cxnLst/>
              <a:rect l="l" t="t" r="r" b="b"/>
              <a:pathLst>
                <a:path w="509905" h="955040">
                  <a:moveTo>
                    <a:pt x="509743" y="0"/>
                  </a:moveTo>
                  <a:lnTo>
                    <a:pt x="0" y="0"/>
                  </a:lnTo>
                  <a:lnTo>
                    <a:pt x="0" y="954798"/>
                  </a:lnTo>
                  <a:lnTo>
                    <a:pt x="509743" y="954798"/>
                  </a:lnTo>
                  <a:lnTo>
                    <a:pt x="509743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4" name="object 264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205976" y="7803751"/>
              <a:ext cx="299517" cy="992337"/>
            </a:xfrm>
            <a:prstGeom prst="rect">
              <a:avLst/>
            </a:prstGeom>
          </p:spPr>
        </p:pic>
        <p:pic>
          <p:nvPicPr>
            <p:cNvPr id="265" name="object 265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2988495" y="7803752"/>
              <a:ext cx="299513" cy="992337"/>
            </a:xfrm>
            <a:prstGeom prst="rect">
              <a:avLst/>
            </a:prstGeom>
          </p:spPr>
        </p:pic>
        <p:pic>
          <p:nvPicPr>
            <p:cNvPr id="266" name="object 266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2536551" y="7719356"/>
              <a:ext cx="420887" cy="1323027"/>
            </a:xfrm>
            <a:prstGeom prst="rect">
              <a:avLst/>
            </a:prstGeom>
          </p:spPr>
        </p:pic>
      </p:grpSp>
      <p:pic>
        <p:nvPicPr>
          <p:cNvPr id="267" name="object 267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2490123" y="9192955"/>
            <a:ext cx="555281" cy="196276"/>
          </a:xfrm>
          <a:prstGeom prst="rect">
            <a:avLst/>
          </a:prstGeom>
        </p:spPr>
      </p:pic>
      <p:grpSp>
        <p:nvGrpSpPr>
          <p:cNvPr id="268" name="object 268" descr=""/>
          <p:cNvGrpSpPr/>
          <p:nvPr/>
        </p:nvGrpSpPr>
        <p:grpSpPr>
          <a:xfrm>
            <a:off x="3013926" y="8134611"/>
            <a:ext cx="788035" cy="584200"/>
            <a:chOff x="3013926" y="8134611"/>
            <a:chExt cx="788035" cy="584200"/>
          </a:xfrm>
        </p:grpSpPr>
        <p:pic>
          <p:nvPicPr>
            <p:cNvPr id="269" name="object 269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3141372" y="8457672"/>
              <a:ext cx="156780" cy="156777"/>
            </a:xfrm>
            <a:prstGeom prst="rect">
              <a:avLst/>
            </a:prstGeom>
          </p:spPr>
        </p:pic>
        <p:pic>
          <p:nvPicPr>
            <p:cNvPr id="270" name="object 270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3013926" y="8134611"/>
              <a:ext cx="787638" cy="583928"/>
            </a:xfrm>
            <a:prstGeom prst="rect">
              <a:avLst/>
            </a:prstGeom>
          </p:spPr>
        </p:pic>
      </p:grpSp>
      <p:sp>
        <p:nvSpPr>
          <p:cNvPr id="271" name="object 271" descr=""/>
          <p:cNvSpPr/>
          <p:nvPr/>
        </p:nvSpPr>
        <p:spPr>
          <a:xfrm>
            <a:off x="2664178" y="7849600"/>
            <a:ext cx="167640" cy="474980"/>
          </a:xfrm>
          <a:custGeom>
            <a:avLst/>
            <a:gdLst/>
            <a:ahLst/>
            <a:cxnLst/>
            <a:rect l="l" t="t" r="r" b="b"/>
            <a:pathLst>
              <a:path w="167639" h="474979">
                <a:moveTo>
                  <a:pt x="151041" y="473880"/>
                </a:moveTo>
                <a:lnTo>
                  <a:pt x="81850" y="473880"/>
                </a:lnTo>
                <a:lnTo>
                  <a:pt x="150477" y="474435"/>
                </a:lnTo>
                <a:lnTo>
                  <a:pt x="151041" y="473880"/>
                </a:lnTo>
                <a:close/>
              </a:path>
              <a:path w="167639" h="474979">
                <a:moveTo>
                  <a:pt x="70207" y="0"/>
                </a:moveTo>
                <a:lnTo>
                  <a:pt x="38748" y="11793"/>
                </a:lnTo>
                <a:lnTo>
                  <a:pt x="15042" y="33989"/>
                </a:lnTo>
                <a:lnTo>
                  <a:pt x="1367" y="63444"/>
                </a:lnTo>
                <a:lnTo>
                  <a:pt x="0" y="97012"/>
                </a:lnTo>
                <a:lnTo>
                  <a:pt x="7897" y="121538"/>
                </a:lnTo>
                <a:lnTo>
                  <a:pt x="22246" y="141888"/>
                </a:lnTo>
                <a:lnTo>
                  <a:pt x="41663" y="157074"/>
                </a:lnTo>
                <a:lnTo>
                  <a:pt x="64762" y="166110"/>
                </a:lnTo>
                <a:lnTo>
                  <a:pt x="59977" y="457954"/>
                </a:lnTo>
                <a:lnTo>
                  <a:pt x="59820" y="466718"/>
                </a:lnTo>
                <a:lnTo>
                  <a:pt x="66898" y="473912"/>
                </a:lnTo>
                <a:lnTo>
                  <a:pt x="151041" y="473880"/>
                </a:lnTo>
                <a:lnTo>
                  <a:pt x="157565" y="467462"/>
                </a:lnTo>
                <a:lnTo>
                  <a:pt x="157702" y="450289"/>
                </a:lnTo>
                <a:lnTo>
                  <a:pt x="150738" y="443211"/>
                </a:lnTo>
                <a:lnTo>
                  <a:pt x="96572" y="442771"/>
                </a:lnTo>
                <a:lnTo>
                  <a:pt x="97201" y="401380"/>
                </a:lnTo>
                <a:lnTo>
                  <a:pt x="140138" y="401380"/>
                </a:lnTo>
                <a:lnTo>
                  <a:pt x="146875" y="394762"/>
                </a:lnTo>
                <a:lnTo>
                  <a:pt x="147000" y="377590"/>
                </a:lnTo>
                <a:lnTo>
                  <a:pt x="140037" y="370501"/>
                </a:lnTo>
                <a:lnTo>
                  <a:pt x="97682" y="370166"/>
                </a:lnTo>
                <a:lnTo>
                  <a:pt x="99536" y="166686"/>
                </a:lnTo>
                <a:lnTo>
                  <a:pt x="129990" y="154366"/>
                </a:lnTo>
                <a:lnTo>
                  <a:pt x="152863" y="132209"/>
                </a:lnTo>
                <a:lnTo>
                  <a:pt x="153925" y="129859"/>
                </a:lnTo>
                <a:lnTo>
                  <a:pt x="91023" y="129859"/>
                </a:lnTo>
                <a:lnTo>
                  <a:pt x="72458" y="129099"/>
                </a:lnTo>
                <a:lnTo>
                  <a:pt x="56167" y="121534"/>
                </a:lnTo>
                <a:lnTo>
                  <a:pt x="43891" y="108422"/>
                </a:lnTo>
                <a:lnTo>
                  <a:pt x="37370" y="91023"/>
                </a:lnTo>
                <a:lnTo>
                  <a:pt x="38129" y="72458"/>
                </a:lnTo>
                <a:lnTo>
                  <a:pt x="45692" y="56167"/>
                </a:lnTo>
                <a:lnTo>
                  <a:pt x="58803" y="43891"/>
                </a:lnTo>
                <a:lnTo>
                  <a:pt x="76207" y="37370"/>
                </a:lnTo>
                <a:lnTo>
                  <a:pt x="154146" y="37370"/>
                </a:lnTo>
                <a:lnTo>
                  <a:pt x="133239" y="15042"/>
                </a:lnTo>
                <a:lnTo>
                  <a:pt x="103781" y="1367"/>
                </a:lnTo>
                <a:lnTo>
                  <a:pt x="70207" y="0"/>
                </a:lnTo>
                <a:close/>
              </a:path>
              <a:path w="167639" h="474979">
                <a:moveTo>
                  <a:pt x="140138" y="401380"/>
                </a:moveTo>
                <a:lnTo>
                  <a:pt x="97201" y="401380"/>
                </a:lnTo>
                <a:lnTo>
                  <a:pt x="139786" y="401725"/>
                </a:lnTo>
                <a:lnTo>
                  <a:pt x="140138" y="401380"/>
                </a:lnTo>
                <a:close/>
              </a:path>
              <a:path w="167639" h="474979">
                <a:moveTo>
                  <a:pt x="154146" y="37370"/>
                </a:moveTo>
                <a:lnTo>
                  <a:pt x="76207" y="37370"/>
                </a:lnTo>
                <a:lnTo>
                  <a:pt x="94768" y="38124"/>
                </a:lnTo>
                <a:lnTo>
                  <a:pt x="111059" y="45687"/>
                </a:lnTo>
                <a:lnTo>
                  <a:pt x="123337" y="58797"/>
                </a:lnTo>
                <a:lnTo>
                  <a:pt x="129859" y="76196"/>
                </a:lnTo>
                <a:lnTo>
                  <a:pt x="129099" y="94762"/>
                </a:lnTo>
                <a:lnTo>
                  <a:pt x="121534" y="111054"/>
                </a:lnTo>
                <a:lnTo>
                  <a:pt x="108422" y="123333"/>
                </a:lnTo>
                <a:lnTo>
                  <a:pt x="91023" y="129859"/>
                </a:lnTo>
                <a:lnTo>
                  <a:pt x="153925" y="129859"/>
                </a:lnTo>
                <a:lnTo>
                  <a:pt x="165996" y="103171"/>
                </a:lnTo>
                <a:lnTo>
                  <a:pt x="167230" y="70207"/>
                </a:lnTo>
                <a:lnTo>
                  <a:pt x="155436" y="38748"/>
                </a:lnTo>
                <a:lnTo>
                  <a:pt x="154146" y="37370"/>
                </a:lnTo>
                <a:close/>
              </a:path>
            </a:pathLst>
          </a:custGeom>
          <a:solidFill>
            <a:srgbClr val="D5D5D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2" name="object 272" descr=""/>
          <p:cNvGrpSpPr/>
          <p:nvPr/>
        </p:nvGrpSpPr>
        <p:grpSpPr>
          <a:xfrm>
            <a:off x="892601" y="6453928"/>
            <a:ext cx="1069975" cy="714375"/>
            <a:chOff x="892601" y="6453928"/>
            <a:chExt cx="1069975" cy="714375"/>
          </a:xfrm>
        </p:grpSpPr>
        <p:sp>
          <p:nvSpPr>
            <p:cNvPr id="273" name="object 273" descr=""/>
            <p:cNvSpPr/>
            <p:nvPr/>
          </p:nvSpPr>
          <p:spPr>
            <a:xfrm>
              <a:off x="1224988" y="6637069"/>
              <a:ext cx="396240" cy="417830"/>
            </a:xfrm>
            <a:custGeom>
              <a:avLst/>
              <a:gdLst/>
              <a:ahLst/>
              <a:cxnLst/>
              <a:rect l="l" t="t" r="r" b="b"/>
              <a:pathLst>
                <a:path w="396240" h="417829">
                  <a:moveTo>
                    <a:pt x="197857" y="0"/>
                  </a:moveTo>
                  <a:lnTo>
                    <a:pt x="126428" y="4923"/>
                  </a:lnTo>
                  <a:lnTo>
                    <a:pt x="72914" y="14061"/>
                  </a:lnTo>
                  <a:lnTo>
                    <a:pt x="35459" y="24830"/>
                  </a:lnTo>
                  <a:lnTo>
                    <a:pt x="0" y="46543"/>
                  </a:lnTo>
                  <a:lnTo>
                    <a:pt x="596" y="55087"/>
                  </a:lnTo>
                  <a:lnTo>
                    <a:pt x="10591" y="121054"/>
                  </a:lnTo>
                  <a:lnTo>
                    <a:pt x="21823" y="161845"/>
                  </a:lnTo>
                  <a:lnTo>
                    <a:pt x="38633" y="206769"/>
                  </a:lnTo>
                  <a:lnTo>
                    <a:pt x="62090" y="255024"/>
                  </a:lnTo>
                  <a:lnTo>
                    <a:pt x="93260" y="305805"/>
                  </a:lnTo>
                  <a:lnTo>
                    <a:pt x="133211" y="358310"/>
                  </a:lnTo>
                  <a:lnTo>
                    <a:pt x="183010" y="411736"/>
                  </a:lnTo>
                  <a:lnTo>
                    <a:pt x="197857" y="417775"/>
                  </a:lnTo>
                  <a:lnTo>
                    <a:pt x="205739" y="416265"/>
                  </a:lnTo>
                  <a:lnTo>
                    <a:pt x="262504" y="358310"/>
                  </a:lnTo>
                  <a:lnTo>
                    <a:pt x="302454" y="305805"/>
                  </a:lnTo>
                  <a:lnTo>
                    <a:pt x="333625" y="255024"/>
                  </a:lnTo>
                  <a:lnTo>
                    <a:pt x="357082" y="206769"/>
                  </a:lnTo>
                  <a:lnTo>
                    <a:pt x="373892" y="161845"/>
                  </a:lnTo>
                  <a:lnTo>
                    <a:pt x="385124" y="121054"/>
                  </a:lnTo>
                  <a:lnTo>
                    <a:pt x="395118" y="55087"/>
                  </a:lnTo>
                  <a:lnTo>
                    <a:pt x="395726" y="46543"/>
                  </a:lnTo>
                  <a:lnTo>
                    <a:pt x="391150" y="38511"/>
                  </a:lnTo>
                  <a:lnTo>
                    <a:pt x="322801" y="14061"/>
                  </a:lnTo>
                  <a:lnTo>
                    <a:pt x="269287" y="4923"/>
                  </a:lnTo>
                  <a:lnTo>
                    <a:pt x="197857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4" name="object 274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892601" y="6453928"/>
              <a:ext cx="1069837" cy="713758"/>
            </a:xfrm>
            <a:prstGeom prst="rect">
              <a:avLst/>
            </a:prstGeom>
          </p:spPr>
        </p:pic>
      </p:grpSp>
      <p:sp>
        <p:nvSpPr>
          <p:cNvPr id="275" name="object 275" descr=""/>
          <p:cNvSpPr/>
          <p:nvPr/>
        </p:nvSpPr>
        <p:spPr>
          <a:xfrm>
            <a:off x="4181923" y="2738943"/>
            <a:ext cx="257175" cy="257175"/>
          </a:xfrm>
          <a:custGeom>
            <a:avLst/>
            <a:gdLst/>
            <a:ahLst/>
            <a:cxnLst/>
            <a:rect l="l" t="t" r="r" b="b"/>
            <a:pathLst>
              <a:path w="257175" h="257175">
                <a:moveTo>
                  <a:pt x="196580" y="225982"/>
                </a:moveTo>
                <a:lnTo>
                  <a:pt x="86520" y="225982"/>
                </a:lnTo>
                <a:lnTo>
                  <a:pt x="95065" y="229375"/>
                </a:lnTo>
                <a:lnTo>
                  <a:pt x="100991" y="231155"/>
                </a:lnTo>
                <a:lnTo>
                  <a:pt x="109986" y="232998"/>
                </a:lnTo>
                <a:lnTo>
                  <a:pt x="112059" y="235490"/>
                </a:lnTo>
                <a:lnTo>
                  <a:pt x="112059" y="254369"/>
                </a:lnTo>
                <a:lnTo>
                  <a:pt x="114488" y="256798"/>
                </a:lnTo>
                <a:lnTo>
                  <a:pt x="136226" y="256798"/>
                </a:lnTo>
                <a:lnTo>
                  <a:pt x="138655" y="254369"/>
                </a:lnTo>
                <a:lnTo>
                  <a:pt x="138655" y="235762"/>
                </a:lnTo>
                <a:lnTo>
                  <a:pt x="140278" y="233898"/>
                </a:lnTo>
                <a:lnTo>
                  <a:pt x="149660" y="232652"/>
                </a:lnTo>
                <a:lnTo>
                  <a:pt x="156633" y="230966"/>
                </a:lnTo>
                <a:lnTo>
                  <a:pt x="165303" y="227951"/>
                </a:lnTo>
                <a:lnTo>
                  <a:pt x="197717" y="227951"/>
                </a:lnTo>
                <a:lnTo>
                  <a:pt x="196580" y="225982"/>
                </a:lnTo>
                <a:close/>
              </a:path>
              <a:path w="257175" h="257175">
                <a:moveTo>
                  <a:pt x="197717" y="227951"/>
                </a:moveTo>
                <a:lnTo>
                  <a:pt x="165303" y="227951"/>
                </a:lnTo>
                <a:lnTo>
                  <a:pt x="167492" y="228778"/>
                </a:lnTo>
                <a:lnTo>
                  <a:pt x="177303" y="245772"/>
                </a:lnTo>
                <a:lnTo>
                  <a:pt x="180444" y="246610"/>
                </a:lnTo>
                <a:lnTo>
                  <a:pt x="199491" y="235615"/>
                </a:lnTo>
                <a:lnTo>
                  <a:pt x="200281" y="232652"/>
                </a:lnTo>
                <a:lnTo>
                  <a:pt x="200298" y="232422"/>
                </a:lnTo>
                <a:lnTo>
                  <a:pt x="197717" y="227951"/>
                </a:lnTo>
                <a:close/>
              </a:path>
              <a:path w="257175" h="257175">
                <a:moveTo>
                  <a:pt x="240360" y="191271"/>
                </a:moveTo>
                <a:lnTo>
                  <a:pt x="40009" y="191271"/>
                </a:lnTo>
                <a:lnTo>
                  <a:pt x="43328" y="191931"/>
                </a:lnTo>
                <a:lnTo>
                  <a:pt x="49176" y="199271"/>
                </a:lnTo>
                <a:lnTo>
                  <a:pt x="53370" y="203721"/>
                </a:lnTo>
                <a:lnTo>
                  <a:pt x="60197" y="209773"/>
                </a:lnTo>
                <a:lnTo>
                  <a:pt x="60731" y="212935"/>
                </a:lnTo>
                <a:lnTo>
                  <a:pt x="51045" y="229710"/>
                </a:lnTo>
                <a:lnTo>
                  <a:pt x="51768" y="232422"/>
                </a:lnTo>
                <a:lnTo>
                  <a:pt x="71359" y="243730"/>
                </a:lnTo>
                <a:lnTo>
                  <a:pt x="74071" y="242997"/>
                </a:lnTo>
                <a:lnTo>
                  <a:pt x="83274" y="227061"/>
                </a:lnTo>
                <a:lnTo>
                  <a:pt x="86520" y="225982"/>
                </a:lnTo>
                <a:lnTo>
                  <a:pt x="196580" y="225982"/>
                </a:lnTo>
                <a:lnTo>
                  <a:pt x="191114" y="216516"/>
                </a:lnTo>
                <a:lnTo>
                  <a:pt x="191680" y="213637"/>
                </a:lnTo>
                <a:lnTo>
                  <a:pt x="199020" y="207899"/>
                </a:lnTo>
                <a:lnTo>
                  <a:pt x="203889" y="203292"/>
                </a:lnTo>
                <a:lnTo>
                  <a:pt x="209941" y="196370"/>
                </a:lnTo>
                <a:lnTo>
                  <a:pt x="212695" y="195931"/>
                </a:lnTo>
                <a:lnTo>
                  <a:pt x="237671" y="195931"/>
                </a:lnTo>
                <a:lnTo>
                  <a:pt x="240360" y="191271"/>
                </a:lnTo>
                <a:close/>
              </a:path>
              <a:path w="257175" h="257175">
                <a:moveTo>
                  <a:pt x="237671" y="195931"/>
                </a:moveTo>
                <a:lnTo>
                  <a:pt x="212695" y="195931"/>
                </a:lnTo>
                <a:lnTo>
                  <a:pt x="229616" y="205700"/>
                </a:lnTo>
                <a:lnTo>
                  <a:pt x="232474" y="204936"/>
                </a:lnTo>
                <a:lnTo>
                  <a:pt x="237671" y="195931"/>
                </a:lnTo>
                <a:close/>
              </a:path>
              <a:path w="257175" h="257175">
                <a:moveTo>
                  <a:pt x="27098" y="51056"/>
                </a:moveTo>
                <a:lnTo>
                  <a:pt x="24365" y="51788"/>
                </a:lnTo>
                <a:lnTo>
                  <a:pt x="13078" y="71348"/>
                </a:lnTo>
                <a:lnTo>
                  <a:pt x="13800" y="74081"/>
                </a:lnTo>
                <a:lnTo>
                  <a:pt x="29978" y="83421"/>
                </a:lnTo>
                <a:lnTo>
                  <a:pt x="30930" y="86259"/>
                </a:lnTo>
                <a:lnTo>
                  <a:pt x="27475" y="94813"/>
                </a:lnTo>
                <a:lnTo>
                  <a:pt x="25559" y="101169"/>
                </a:lnTo>
                <a:lnTo>
                  <a:pt x="23758" y="110247"/>
                </a:lnTo>
                <a:lnTo>
                  <a:pt x="21570" y="112059"/>
                </a:lnTo>
                <a:lnTo>
                  <a:pt x="1811" y="112059"/>
                </a:lnTo>
                <a:lnTo>
                  <a:pt x="0" y="113881"/>
                </a:lnTo>
                <a:lnTo>
                  <a:pt x="0" y="136833"/>
                </a:lnTo>
                <a:lnTo>
                  <a:pt x="1811" y="138655"/>
                </a:lnTo>
                <a:lnTo>
                  <a:pt x="20899" y="138655"/>
                </a:lnTo>
                <a:lnTo>
                  <a:pt x="22899" y="140404"/>
                </a:lnTo>
                <a:lnTo>
                  <a:pt x="24177" y="149754"/>
                </a:lnTo>
                <a:lnTo>
                  <a:pt x="25810" y="156539"/>
                </a:lnTo>
                <a:lnTo>
                  <a:pt x="28794" y="165188"/>
                </a:lnTo>
                <a:lnTo>
                  <a:pt x="27904" y="167555"/>
                </a:lnTo>
                <a:lnTo>
                  <a:pt x="11235" y="177177"/>
                </a:lnTo>
                <a:lnTo>
                  <a:pt x="10303" y="180654"/>
                </a:lnTo>
                <a:lnTo>
                  <a:pt x="21056" y="199271"/>
                </a:lnTo>
                <a:lnTo>
                  <a:pt x="24533" y="200203"/>
                </a:lnTo>
                <a:lnTo>
                  <a:pt x="40009" y="191271"/>
                </a:lnTo>
                <a:lnTo>
                  <a:pt x="240360" y="191271"/>
                </a:lnTo>
                <a:lnTo>
                  <a:pt x="243678" y="185523"/>
                </a:lnTo>
                <a:lnTo>
                  <a:pt x="242914" y="182664"/>
                </a:lnTo>
                <a:lnTo>
                  <a:pt x="226673" y="173293"/>
                </a:lnTo>
                <a:lnTo>
                  <a:pt x="225794" y="170685"/>
                </a:lnTo>
                <a:lnTo>
                  <a:pt x="226828" y="168151"/>
                </a:lnTo>
                <a:lnTo>
                  <a:pt x="136309" y="168151"/>
                </a:lnTo>
                <a:lnTo>
                  <a:pt x="116124" y="167065"/>
                </a:lnTo>
                <a:lnTo>
                  <a:pt x="99744" y="157050"/>
                </a:lnTo>
                <a:lnTo>
                  <a:pt x="89731" y="140669"/>
                </a:lnTo>
                <a:lnTo>
                  <a:pt x="88646" y="120488"/>
                </a:lnTo>
                <a:lnTo>
                  <a:pt x="92717" y="109224"/>
                </a:lnTo>
                <a:lnTo>
                  <a:pt x="99767" y="99773"/>
                </a:lnTo>
                <a:lnTo>
                  <a:pt x="109215" y="92719"/>
                </a:lnTo>
                <a:lnTo>
                  <a:pt x="120478" y="88646"/>
                </a:lnTo>
                <a:lnTo>
                  <a:pt x="229917" y="88646"/>
                </a:lnTo>
                <a:lnTo>
                  <a:pt x="245814" y="79463"/>
                </a:lnTo>
                <a:lnTo>
                  <a:pt x="246641" y="76395"/>
                </a:lnTo>
                <a:lnTo>
                  <a:pt x="240368" y="65526"/>
                </a:lnTo>
                <a:lnTo>
                  <a:pt x="216789" y="65526"/>
                </a:lnTo>
                <a:lnTo>
                  <a:pt x="213459" y="64867"/>
                </a:lnTo>
                <a:lnTo>
                  <a:pt x="210373" y="60971"/>
                </a:lnTo>
                <a:lnTo>
                  <a:pt x="44281" y="60971"/>
                </a:lnTo>
                <a:lnTo>
                  <a:pt x="27098" y="51056"/>
                </a:lnTo>
                <a:close/>
              </a:path>
              <a:path w="257175" h="257175">
                <a:moveTo>
                  <a:pt x="229917" y="88646"/>
                </a:moveTo>
                <a:lnTo>
                  <a:pt x="120478" y="88646"/>
                </a:lnTo>
                <a:lnTo>
                  <a:pt x="140665" y="89726"/>
                </a:lnTo>
                <a:lnTo>
                  <a:pt x="157047" y="99740"/>
                </a:lnTo>
                <a:lnTo>
                  <a:pt x="167061" y="116122"/>
                </a:lnTo>
                <a:lnTo>
                  <a:pt x="168141" y="136309"/>
                </a:lnTo>
                <a:lnTo>
                  <a:pt x="164074" y="147572"/>
                </a:lnTo>
                <a:lnTo>
                  <a:pt x="157024" y="157021"/>
                </a:lnTo>
                <a:lnTo>
                  <a:pt x="147574" y="164074"/>
                </a:lnTo>
                <a:lnTo>
                  <a:pt x="136309" y="168151"/>
                </a:lnTo>
                <a:lnTo>
                  <a:pt x="226828" y="168151"/>
                </a:lnTo>
                <a:lnTo>
                  <a:pt x="229291" y="162120"/>
                </a:lnTo>
                <a:lnTo>
                  <a:pt x="231280" y="155524"/>
                </a:lnTo>
                <a:lnTo>
                  <a:pt x="233050" y="146393"/>
                </a:lnTo>
                <a:lnTo>
                  <a:pt x="235071" y="144728"/>
                </a:lnTo>
                <a:lnTo>
                  <a:pt x="254620" y="144728"/>
                </a:lnTo>
                <a:lnTo>
                  <a:pt x="256798" y="142550"/>
                </a:lnTo>
                <a:lnTo>
                  <a:pt x="256798" y="120320"/>
                </a:lnTo>
                <a:lnTo>
                  <a:pt x="254620" y="118142"/>
                </a:lnTo>
                <a:lnTo>
                  <a:pt x="235982" y="118142"/>
                </a:lnTo>
                <a:lnTo>
                  <a:pt x="233888" y="116300"/>
                </a:lnTo>
                <a:lnTo>
                  <a:pt x="232600" y="106970"/>
                </a:lnTo>
                <a:lnTo>
                  <a:pt x="230998" y="100321"/>
                </a:lnTo>
                <a:lnTo>
                  <a:pt x="228024" y="91683"/>
                </a:lnTo>
                <a:lnTo>
                  <a:pt x="228956" y="89201"/>
                </a:lnTo>
                <a:lnTo>
                  <a:pt x="229917" y="88646"/>
                </a:lnTo>
                <a:close/>
              </a:path>
              <a:path w="257175" h="257175">
                <a:moveTo>
                  <a:pt x="232526" y="56438"/>
                </a:moveTo>
                <a:lnTo>
                  <a:pt x="216789" y="65526"/>
                </a:lnTo>
                <a:lnTo>
                  <a:pt x="240368" y="65526"/>
                </a:lnTo>
                <a:lnTo>
                  <a:pt x="235594" y="57254"/>
                </a:lnTo>
                <a:lnTo>
                  <a:pt x="232526" y="56438"/>
                </a:lnTo>
                <a:close/>
              </a:path>
              <a:path w="257175" h="257175">
                <a:moveTo>
                  <a:pt x="76898" y="9863"/>
                </a:moveTo>
                <a:lnTo>
                  <a:pt x="56762" y="21486"/>
                </a:lnTo>
                <a:lnTo>
                  <a:pt x="56155" y="23779"/>
                </a:lnTo>
                <a:lnTo>
                  <a:pt x="65788" y="40469"/>
                </a:lnTo>
                <a:lnTo>
                  <a:pt x="65306" y="43024"/>
                </a:lnTo>
                <a:lnTo>
                  <a:pt x="57903" y="48752"/>
                </a:lnTo>
                <a:lnTo>
                  <a:pt x="52783" y="53600"/>
                </a:lnTo>
                <a:lnTo>
                  <a:pt x="46721" y="60584"/>
                </a:lnTo>
                <a:lnTo>
                  <a:pt x="44281" y="60971"/>
                </a:lnTo>
                <a:lnTo>
                  <a:pt x="210373" y="60971"/>
                </a:lnTo>
                <a:lnTo>
                  <a:pt x="207710" y="57610"/>
                </a:lnTo>
                <a:lnTo>
                  <a:pt x="203417" y="53076"/>
                </a:lnTo>
                <a:lnTo>
                  <a:pt x="196601" y="47024"/>
                </a:lnTo>
                <a:lnTo>
                  <a:pt x="196067" y="43852"/>
                </a:lnTo>
                <a:lnTo>
                  <a:pt x="203504" y="30972"/>
                </a:lnTo>
                <a:lnTo>
                  <a:pt x="170612" y="30972"/>
                </a:lnTo>
                <a:lnTo>
                  <a:pt x="165108" y="28732"/>
                </a:lnTo>
                <a:lnTo>
                  <a:pt x="91777" y="28732"/>
                </a:lnTo>
                <a:lnTo>
                  <a:pt x="89159" y="27758"/>
                </a:lnTo>
                <a:lnTo>
                  <a:pt x="79180" y="10481"/>
                </a:lnTo>
                <a:lnTo>
                  <a:pt x="76898" y="9863"/>
                </a:lnTo>
                <a:close/>
              </a:path>
              <a:path w="257175" h="257175">
                <a:moveTo>
                  <a:pt x="185376" y="13025"/>
                </a:moveTo>
                <a:lnTo>
                  <a:pt x="182758" y="13727"/>
                </a:lnTo>
                <a:lnTo>
                  <a:pt x="173335" y="30051"/>
                </a:lnTo>
                <a:lnTo>
                  <a:pt x="170612" y="30972"/>
                </a:lnTo>
                <a:lnTo>
                  <a:pt x="203504" y="30972"/>
                </a:lnTo>
                <a:lnTo>
                  <a:pt x="205784" y="27025"/>
                </a:lnTo>
                <a:lnTo>
                  <a:pt x="205082" y="24407"/>
                </a:lnTo>
                <a:lnTo>
                  <a:pt x="185376" y="13025"/>
                </a:lnTo>
                <a:close/>
              </a:path>
              <a:path w="257175" h="257175">
                <a:moveTo>
                  <a:pt x="143021" y="0"/>
                </a:moveTo>
                <a:lnTo>
                  <a:pt x="119849" y="0"/>
                </a:lnTo>
                <a:lnTo>
                  <a:pt x="118142" y="1706"/>
                </a:lnTo>
                <a:lnTo>
                  <a:pt x="118142" y="20711"/>
                </a:lnTo>
                <a:lnTo>
                  <a:pt x="116195" y="22920"/>
                </a:lnTo>
                <a:lnTo>
                  <a:pt x="106897" y="24219"/>
                </a:lnTo>
                <a:lnTo>
                  <a:pt x="100394" y="25789"/>
                </a:lnTo>
                <a:lnTo>
                  <a:pt x="91777" y="28732"/>
                </a:lnTo>
                <a:lnTo>
                  <a:pt x="165108" y="28732"/>
                </a:lnTo>
                <a:lnTo>
                  <a:pt x="162047" y="27486"/>
                </a:lnTo>
                <a:lnTo>
                  <a:pt x="155576" y="25538"/>
                </a:lnTo>
                <a:lnTo>
                  <a:pt x="146466" y="23747"/>
                </a:lnTo>
                <a:lnTo>
                  <a:pt x="144728" y="21643"/>
                </a:lnTo>
                <a:lnTo>
                  <a:pt x="144728" y="1706"/>
                </a:lnTo>
                <a:lnTo>
                  <a:pt x="143021" y="0"/>
                </a:lnTo>
                <a:close/>
              </a:path>
            </a:pathLst>
          </a:custGeom>
          <a:solidFill>
            <a:srgbClr val="C4D5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6" name="object 276" descr=""/>
          <p:cNvGrpSpPr/>
          <p:nvPr/>
        </p:nvGrpSpPr>
        <p:grpSpPr>
          <a:xfrm>
            <a:off x="871847" y="2658505"/>
            <a:ext cx="1069975" cy="714375"/>
            <a:chOff x="871847" y="2658505"/>
            <a:chExt cx="1069975" cy="714375"/>
          </a:xfrm>
        </p:grpSpPr>
        <p:sp>
          <p:nvSpPr>
            <p:cNvPr id="277" name="object 277" descr=""/>
            <p:cNvSpPr/>
            <p:nvPr/>
          </p:nvSpPr>
          <p:spPr>
            <a:xfrm>
              <a:off x="1225067" y="3116852"/>
              <a:ext cx="15875" cy="140335"/>
            </a:xfrm>
            <a:custGeom>
              <a:avLst/>
              <a:gdLst/>
              <a:ahLst/>
              <a:cxnLst/>
              <a:rect l="l" t="t" r="r" b="b"/>
              <a:pathLst>
                <a:path w="15875" h="140335">
                  <a:moveTo>
                    <a:pt x="15709" y="127736"/>
                  </a:moveTo>
                  <a:lnTo>
                    <a:pt x="12192" y="124218"/>
                  </a:lnTo>
                  <a:lnTo>
                    <a:pt x="7861" y="124218"/>
                  </a:lnTo>
                  <a:lnTo>
                    <a:pt x="3517" y="124218"/>
                  </a:lnTo>
                  <a:lnTo>
                    <a:pt x="0" y="127736"/>
                  </a:lnTo>
                  <a:lnTo>
                    <a:pt x="0" y="136410"/>
                  </a:lnTo>
                  <a:lnTo>
                    <a:pt x="3517" y="139915"/>
                  </a:lnTo>
                  <a:lnTo>
                    <a:pt x="12192" y="139915"/>
                  </a:lnTo>
                  <a:lnTo>
                    <a:pt x="15709" y="136410"/>
                  </a:lnTo>
                  <a:lnTo>
                    <a:pt x="15709" y="127736"/>
                  </a:lnTo>
                  <a:close/>
                </a:path>
                <a:path w="15875" h="140335">
                  <a:moveTo>
                    <a:pt x="15709" y="86995"/>
                  </a:moveTo>
                  <a:lnTo>
                    <a:pt x="12192" y="83477"/>
                  </a:lnTo>
                  <a:lnTo>
                    <a:pt x="7861" y="83477"/>
                  </a:lnTo>
                  <a:lnTo>
                    <a:pt x="3517" y="83477"/>
                  </a:lnTo>
                  <a:lnTo>
                    <a:pt x="0" y="86995"/>
                  </a:lnTo>
                  <a:lnTo>
                    <a:pt x="0" y="95669"/>
                  </a:lnTo>
                  <a:lnTo>
                    <a:pt x="3517" y="99174"/>
                  </a:lnTo>
                  <a:lnTo>
                    <a:pt x="12192" y="99174"/>
                  </a:lnTo>
                  <a:lnTo>
                    <a:pt x="15709" y="95669"/>
                  </a:lnTo>
                  <a:lnTo>
                    <a:pt x="15709" y="86995"/>
                  </a:lnTo>
                  <a:close/>
                </a:path>
                <a:path w="15875" h="140335">
                  <a:moveTo>
                    <a:pt x="15709" y="44246"/>
                  </a:moveTo>
                  <a:lnTo>
                    <a:pt x="12192" y="40728"/>
                  </a:lnTo>
                  <a:lnTo>
                    <a:pt x="7861" y="40728"/>
                  </a:lnTo>
                  <a:lnTo>
                    <a:pt x="3517" y="40728"/>
                  </a:lnTo>
                  <a:lnTo>
                    <a:pt x="0" y="44246"/>
                  </a:lnTo>
                  <a:lnTo>
                    <a:pt x="0" y="52920"/>
                  </a:lnTo>
                  <a:lnTo>
                    <a:pt x="3517" y="56426"/>
                  </a:lnTo>
                  <a:lnTo>
                    <a:pt x="12192" y="56426"/>
                  </a:lnTo>
                  <a:lnTo>
                    <a:pt x="15709" y="52920"/>
                  </a:lnTo>
                  <a:lnTo>
                    <a:pt x="15709" y="44246"/>
                  </a:lnTo>
                  <a:close/>
                </a:path>
                <a:path w="15875" h="140335">
                  <a:moveTo>
                    <a:pt x="15709" y="3505"/>
                  </a:moveTo>
                  <a:lnTo>
                    <a:pt x="12192" y="0"/>
                  </a:lnTo>
                  <a:lnTo>
                    <a:pt x="7861" y="0"/>
                  </a:lnTo>
                  <a:lnTo>
                    <a:pt x="3517" y="0"/>
                  </a:lnTo>
                  <a:lnTo>
                    <a:pt x="0" y="3505"/>
                  </a:lnTo>
                  <a:lnTo>
                    <a:pt x="0" y="12192"/>
                  </a:lnTo>
                  <a:lnTo>
                    <a:pt x="3517" y="15697"/>
                  </a:lnTo>
                  <a:lnTo>
                    <a:pt x="12192" y="15697"/>
                  </a:lnTo>
                  <a:lnTo>
                    <a:pt x="15709" y="12192"/>
                  </a:lnTo>
                  <a:lnTo>
                    <a:pt x="15709" y="3505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871847" y="2658505"/>
              <a:ext cx="1069838" cy="713747"/>
            </a:xfrm>
            <a:prstGeom prst="rect">
              <a:avLst/>
            </a:prstGeom>
          </p:spPr>
        </p:pic>
        <p:sp>
          <p:nvSpPr>
            <p:cNvPr id="279" name="object 279" descr=""/>
            <p:cNvSpPr/>
            <p:nvPr/>
          </p:nvSpPr>
          <p:spPr>
            <a:xfrm>
              <a:off x="978001" y="2794564"/>
              <a:ext cx="895985" cy="483234"/>
            </a:xfrm>
            <a:custGeom>
              <a:avLst/>
              <a:gdLst/>
              <a:ahLst/>
              <a:cxnLst/>
              <a:rect l="l" t="t" r="r" b="b"/>
              <a:pathLst>
                <a:path w="895985" h="483235">
                  <a:moveTo>
                    <a:pt x="63614" y="348030"/>
                  </a:moveTo>
                  <a:lnTo>
                    <a:pt x="0" y="348030"/>
                  </a:lnTo>
                  <a:lnTo>
                    <a:pt x="0" y="367677"/>
                  </a:lnTo>
                  <a:lnTo>
                    <a:pt x="63614" y="367677"/>
                  </a:lnTo>
                  <a:lnTo>
                    <a:pt x="63614" y="348030"/>
                  </a:lnTo>
                  <a:close/>
                </a:path>
                <a:path w="895985" h="483235">
                  <a:moveTo>
                    <a:pt x="63614" y="309651"/>
                  </a:moveTo>
                  <a:lnTo>
                    <a:pt x="0" y="309651"/>
                  </a:lnTo>
                  <a:lnTo>
                    <a:pt x="0" y="329298"/>
                  </a:lnTo>
                  <a:lnTo>
                    <a:pt x="63614" y="329298"/>
                  </a:lnTo>
                  <a:lnTo>
                    <a:pt x="63614" y="309651"/>
                  </a:lnTo>
                  <a:close/>
                </a:path>
                <a:path w="895985" h="483235">
                  <a:moveTo>
                    <a:pt x="75768" y="38862"/>
                  </a:moveTo>
                  <a:lnTo>
                    <a:pt x="0" y="38862"/>
                  </a:lnTo>
                  <a:lnTo>
                    <a:pt x="0" y="58508"/>
                  </a:lnTo>
                  <a:lnTo>
                    <a:pt x="75768" y="58508"/>
                  </a:lnTo>
                  <a:lnTo>
                    <a:pt x="75768" y="38862"/>
                  </a:lnTo>
                  <a:close/>
                </a:path>
                <a:path w="895985" h="483235">
                  <a:moveTo>
                    <a:pt x="75768" y="469"/>
                  </a:moveTo>
                  <a:lnTo>
                    <a:pt x="0" y="469"/>
                  </a:lnTo>
                  <a:lnTo>
                    <a:pt x="0" y="20104"/>
                  </a:lnTo>
                  <a:lnTo>
                    <a:pt x="75768" y="20104"/>
                  </a:lnTo>
                  <a:lnTo>
                    <a:pt x="75768" y="469"/>
                  </a:lnTo>
                  <a:close/>
                </a:path>
                <a:path w="895985" h="483235">
                  <a:moveTo>
                    <a:pt x="146862" y="463232"/>
                  </a:moveTo>
                  <a:lnTo>
                    <a:pt x="0" y="463232"/>
                  </a:lnTo>
                  <a:lnTo>
                    <a:pt x="0" y="482866"/>
                  </a:lnTo>
                  <a:lnTo>
                    <a:pt x="146862" y="482866"/>
                  </a:lnTo>
                  <a:lnTo>
                    <a:pt x="146862" y="463232"/>
                  </a:lnTo>
                  <a:close/>
                </a:path>
                <a:path w="895985" h="483235">
                  <a:moveTo>
                    <a:pt x="252082" y="186309"/>
                  </a:moveTo>
                  <a:lnTo>
                    <a:pt x="0" y="186309"/>
                  </a:lnTo>
                  <a:lnTo>
                    <a:pt x="0" y="205955"/>
                  </a:lnTo>
                  <a:lnTo>
                    <a:pt x="252082" y="205955"/>
                  </a:lnTo>
                  <a:lnTo>
                    <a:pt x="252082" y="186309"/>
                  </a:lnTo>
                  <a:close/>
                </a:path>
                <a:path w="895985" h="483235">
                  <a:moveTo>
                    <a:pt x="322275" y="115646"/>
                  </a:moveTo>
                  <a:lnTo>
                    <a:pt x="0" y="115646"/>
                  </a:lnTo>
                  <a:lnTo>
                    <a:pt x="0" y="135293"/>
                  </a:lnTo>
                  <a:lnTo>
                    <a:pt x="322275" y="135293"/>
                  </a:lnTo>
                  <a:lnTo>
                    <a:pt x="322275" y="115646"/>
                  </a:lnTo>
                  <a:close/>
                </a:path>
                <a:path w="895985" h="483235">
                  <a:moveTo>
                    <a:pt x="322275" y="38862"/>
                  </a:moveTo>
                  <a:lnTo>
                    <a:pt x="109283" y="38862"/>
                  </a:lnTo>
                  <a:lnTo>
                    <a:pt x="109283" y="58508"/>
                  </a:lnTo>
                  <a:lnTo>
                    <a:pt x="322275" y="58508"/>
                  </a:lnTo>
                  <a:lnTo>
                    <a:pt x="322275" y="38862"/>
                  </a:lnTo>
                  <a:close/>
                </a:path>
                <a:path w="895985" h="483235">
                  <a:moveTo>
                    <a:pt x="322275" y="469"/>
                  </a:moveTo>
                  <a:lnTo>
                    <a:pt x="109283" y="469"/>
                  </a:lnTo>
                  <a:lnTo>
                    <a:pt x="109283" y="20104"/>
                  </a:lnTo>
                  <a:lnTo>
                    <a:pt x="322275" y="20104"/>
                  </a:lnTo>
                  <a:lnTo>
                    <a:pt x="322275" y="469"/>
                  </a:lnTo>
                  <a:close/>
                </a:path>
                <a:path w="895985" h="483235">
                  <a:moveTo>
                    <a:pt x="669810" y="385978"/>
                  </a:moveTo>
                  <a:lnTo>
                    <a:pt x="330149" y="385978"/>
                  </a:lnTo>
                  <a:lnTo>
                    <a:pt x="330149" y="405612"/>
                  </a:lnTo>
                  <a:lnTo>
                    <a:pt x="669810" y="405612"/>
                  </a:lnTo>
                  <a:lnTo>
                    <a:pt x="669810" y="385978"/>
                  </a:lnTo>
                  <a:close/>
                </a:path>
                <a:path w="895985" h="483235">
                  <a:moveTo>
                    <a:pt x="691083" y="223532"/>
                  </a:moveTo>
                  <a:lnTo>
                    <a:pt x="479615" y="223532"/>
                  </a:lnTo>
                  <a:lnTo>
                    <a:pt x="479615" y="243179"/>
                  </a:lnTo>
                  <a:lnTo>
                    <a:pt x="691083" y="243179"/>
                  </a:lnTo>
                  <a:lnTo>
                    <a:pt x="691083" y="223532"/>
                  </a:lnTo>
                  <a:close/>
                </a:path>
                <a:path w="895985" h="483235">
                  <a:moveTo>
                    <a:pt x="740143" y="462292"/>
                  </a:moveTo>
                  <a:lnTo>
                    <a:pt x="327888" y="462292"/>
                  </a:lnTo>
                  <a:lnTo>
                    <a:pt x="327888" y="481939"/>
                  </a:lnTo>
                  <a:lnTo>
                    <a:pt x="740143" y="481939"/>
                  </a:lnTo>
                  <a:lnTo>
                    <a:pt x="740143" y="462292"/>
                  </a:lnTo>
                  <a:close/>
                </a:path>
                <a:path w="895985" h="483235">
                  <a:moveTo>
                    <a:pt x="741934" y="38036"/>
                  </a:moveTo>
                  <a:lnTo>
                    <a:pt x="472757" y="38036"/>
                  </a:lnTo>
                  <a:lnTo>
                    <a:pt x="472757" y="57683"/>
                  </a:lnTo>
                  <a:lnTo>
                    <a:pt x="741934" y="57683"/>
                  </a:lnTo>
                  <a:lnTo>
                    <a:pt x="741934" y="38036"/>
                  </a:lnTo>
                  <a:close/>
                </a:path>
                <a:path w="895985" h="483235">
                  <a:moveTo>
                    <a:pt x="895794" y="462749"/>
                  </a:moveTo>
                  <a:lnTo>
                    <a:pt x="771525" y="462749"/>
                  </a:lnTo>
                  <a:lnTo>
                    <a:pt x="771525" y="482396"/>
                  </a:lnTo>
                  <a:lnTo>
                    <a:pt x="895794" y="482396"/>
                  </a:lnTo>
                  <a:lnTo>
                    <a:pt x="895794" y="462749"/>
                  </a:lnTo>
                  <a:close/>
                </a:path>
                <a:path w="895985" h="483235">
                  <a:moveTo>
                    <a:pt x="895794" y="385978"/>
                  </a:moveTo>
                  <a:lnTo>
                    <a:pt x="700379" y="385978"/>
                  </a:lnTo>
                  <a:lnTo>
                    <a:pt x="700379" y="405612"/>
                  </a:lnTo>
                  <a:lnTo>
                    <a:pt x="895794" y="405612"/>
                  </a:lnTo>
                  <a:lnTo>
                    <a:pt x="895794" y="385978"/>
                  </a:lnTo>
                  <a:close/>
                </a:path>
                <a:path w="895985" h="483235">
                  <a:moveTo>
                    <a:pt x="895794" y="347573"/>
                  </a:moveTo>
                  <a:lnTo>
                    <a:pt x="327888" y="347573"/>
                  </a:lnTo>
                  <a:lnTo>
                    <a:pt x="327888" y="367220"/>
                  </a:lnTo>
                  <a:lnTo>
                    <a:pt x="895794" y="367220"/>
                  </a:lnTo>
                  <a:lnTo>
                    <a:pt x="895794" y="347573"/>
                  </a:lnTo>
                  <a:close/>
                </a:path>
                <a:path w="895985" h="483235">
                  <a:moveTo>
                    <a:pt x="895794" y="308952"/>
                  </a:moveTo>
                  <a:lnTo>
                    <a:pt x="389331" y="308952"/>
                  </a:lnTo>
                  <a:lnTo>
                    <a:pt x="389331" y="328587"/>
                  </a:lnTo>
                  <a:lnTo>
                    <a:pt x="895794" y="328587"/>
                  </a:lnTo>
                  <a:lnTo>
                    <a:pt x="895794" y="308952"/>
                  </a:lnTo>
                  <a:close/>
                </a:path>
                <a:path w="895985" h="483235">
                  <a:moveTo>
                    <a:pt x="895794" y="262636"/>
                  </a:moveTo>
                  <a:lnTo>
                    <a:pt x="521258" y="262636"/>
                  </a:lnTo>
                  <a:lnTo>
                    <a:pt x="521258" y="282282"/>
                  </a:lnTo>
                  <a:lnTo>
                    <a:pt x="895794" y="282282"/>
                  </a:lnTo>
                  <a:lnTo>
                    <a:pt x="895794" y="262636"/>
                  </a:lnTo>
                  <a:close/>
                </a:path>
                <a:path w="895985" h="483235">
                  <a:moveTo>
                    <a:pt x="895794" y="224243"/>
                  </a:moveTo>
                  <a:lnTo>
                    <a:pt x="718159" y="224243"/>
                  </a:lnTo>
                  <a:lnTo>
                    <a:pt x="718159" y="243878"/>
                  </a:lnTo>
                  <a:lnTo>
                    <a:pt x="895794" y="243878"/>
                  </a:lnTo>
                  <a:lnTo>
                    <a:pt x="895794" y="224243"/>
                  </a:lnTo>
                  <a:close/>
                </a:path>
                <a:path w="895985" h="483235">
                  <a:moveTo>
                    <a:pt x="895794" y="185851"/>
                  </a:moveTo>
                  <a:lnTo>
                    <a:pt x="388353" y="185851"/>
                  </a:lnTo>
                  <a:lnTo>
                    <a:pt x="388353" y="205498"/>
                  </a:lnTo>
                  <a:lnTo>
                    <a:pt x="895794" y="205498"/>
                  </a:lnTo>
                  <a:lnTo>
                    <a:pt x="895794" y="185851"/>
                  </a:lnTo>
                  <a:close/>
                </a:path>
                <a:path w="895985" h="483235">
                  <a:moveTo>
                    <a:pt x="895794" y="115176"/>
                  </a:moveTo>
                  <a:lnTo>
                    <a:pt x="445592" y="115176"/>
                  </a:lnTo>
                  <a:lnTo>
                    <a:pt x="445592" y="134823"/>
                  </a:lnTo>
                  <a:lnTo>
                    <a:pt x="895794" y="134823"/>
                  </a:lnTo>
                  <a:lnTo>
                    <a:pt x="895794" y="115176"/>
                  </a:lnTo>
                  <a:close/>
                </a:path>
                <a:path w="895985" h="483235">
                  <a:moveTo>
                    <a:pt x="895794" y="76784"/>
                  </a:moveTo>
                  <a:lnTo>
                    <a:pt x="386092" y="76784"/>
                  </a:lnTo>
                  <a:lnTo>
                    <a:pt x="386092" y="96431"/>
                  </a:lnTo>
                  <a:lnTo>
                    <a:pt x="895794" y="96431"/>
                  </a:lnTo>
                  <a:lnTo>
                    <a:pt x="895794" y="76784"/>
                  </a:lnTo>
                  <a:close/>
                </a:path>
                <a:path w="895985" h="483235">
                  <a:moveTo>
                    <a:pt x="895794" y="38392"/>
                  </a:moveTo>
                  <a:lnTo>
                    <a:pt x="770559" y="38392"/>
                  </a:lnTo>
                  <a:lnTo>
                    <a:pt x="770559" y="58039"/>
                  </a:lnTo>
                  <a:lnTo>
                    <a:pt x="895794" y="58039"/>
                  </a:lnTo>
                  <a:lnTo>
                    <a:pt x="895794" y="38392"/>
                  </a:lnTo>
                  <a:close/>
                </a:path>
                <a:path w="895985" h="483235">
                  <a:moveTo>
                    <a:pt x="895794" y="0"/>
                  </a:moveTo>
                  <a:lnTo>
                    <a:pt x="636689" y="0"/>
                  </a:lnTo>
                  <a:lnTo>
                    <a:pt x="636689" y="19634"/>
                  </a:lnTo>
                  <a:lnTo>
                    <a:pt x="895794" y="19634"/>
                  </a:lnTo>
                  <a:lnTo>
                    <a:pt x="895794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0" name="object 280" descr=""/>
          <p:cNvSpPr/>
          <p:nvPr/>
        </p:nvSpPr>
        <p:spPr>
          <a:xfrm>
            <a:off x="3738290" y="2863673"/>
            <a:ext cx="529590" cy="529590"/>
          </a:xfrm>
          <a:custGeom>
            <a:avLst/>
            <a:gdLst/>
            <a:ahLst/>
            <a:cxnLst/>
            <a:rect l="l" t="t" r="r" b="b"/>
            <a:pathLst>
              <a:path w="529589" h="529589">
                <a:moveTo>
                  <a:pt x="405020" y="465598"/>
                </a:moveTo>
                <a:lnTo>
                  <a:pt x="178256" y="465598"/>
                </a:lnTo>
                <a:lnTo>
                  <a:pt x="184130" y="467922"/>
                </a:lnTo>
                <a:lnTo>
                  <a:pt x="220705" y="478833"/>
                </a:lnTo>
                <a:lnTo>
                  <a:pt x="226610" y="480048"/>
                </a:lnTo>
                <a:lnTo>
                  <a:pt x="230883" y="485178"/>
                </a:lnTo>
                <a:lnTo>
                  <a:pt x="230883" y="524078"/>
                </a:lnTo>
                <a:lnTo>
                  <a:pt x="235888" y="529083"/>
                </a:lnTo>
                <a:lnTo>
                  <a:pt x="280672" y="529083"/>
                </a:lnTo>
                <a:lnTo>
                  <a:pt x="285677" y="524078"/>
                </a:lnTo>
                <a:lnTo>
                  <a:pt x="285677" y="485744"/>
                </a:lnTo>
                <a:lnTo>
                  <a:pt x="289006" y="481912"/>
                </a:lnTo>
                <a:lnTo>
                  <a:pt x="336481" y="471074"/>
                </a:lnTo>
                <a:lnTo>
                  <a:pt x="340565" y="469650"/>
                </a:lnTo>
                <a:lnTo>
                  <a:pt x="407360" y="469650"/>
                </a:lnTo>
                <a:lnTo>
                  <a:pt x="405020" y="465598"/>
                </a:lnTo>
                <a:close/>
              </a:path>
              <a:path w="529589" h="529589">
                <a:moveTo>
                  <a:pt x="407360" y="469650"/>
                </a:moveTo>
                <a:lnTo>
                  <a:pt x="340565" y="469650"/>
                </a:lnTo>
                <a:lnTo>
                  <a:pt x="345078" y="471357"/>
                </a:lnTo>
                <a:lnTo>
                  <a:pt x="365297" y="506361"/>
                </a:lnTo>
                <a:lnTo>
                  <a:pt x="371768" y="508099"/>
                </a:lnTo>
                <a:lnTo>
                  <a:pt x="411003" y="485451"/>
                </a:lnTo>
                <a:lnTo>
                  <a:pt x="412741" y="478969"/>
                </a:lnTo>
                <a:lnTo>
                  <a:pt x="407360" y="469650"/>
                </a:lnTo>
                <a:close/>
              </a:path>
              <a:path w="529589" h="529589">
                <a:moveTo>
                  <a:pt x="495226" y="394071"/>
                </a:moveTo>
                <a:lnTo>
                  <a:pt x="82437" y="394071"/>
                </a:lnTo>
                <a:lnTo>
                  <a:pt x="89274" y="395432"/>
                </a:lnTo>
                <a:lnTo>
                  <a:pt x="93148" y="400322"/>
                </a:lnTo>
                <a:lnTo>
                  <a:pt x="119567" y="428227"/>
                </a:lnTo>
                <a:lnTo>
                  <a:pt x="124027" y="432185"/>
                </a:lnTo>
                <a:lnTo>
                  <a:pt x="125116" y="438719"/>
                </a:lnTo>
                <a:lnTo>
                  <a:pt x="105169" y="473263"/>
                </a:lnTo>
                <a:lnTo>
                  <a:pt x="106666" y="478865"/>
                </a:lnTo>
                <a:lnTo>
                  <a:pt x="147021" y="502162"/>
                </a:lnTo>
                <a:lnTo>
                  <a:pt x="152613" y="500654"/>
                </a:lnTo>
                <a:lnTo>
                  <a:pt x="171575" y="467828"/>
                </a:lnTo>
                <a:lnTo>
                  <a:pt x="178256" y="465598"/>
                </a:lnTo>
                <a:lnTo>
                  <a:pt x="405020" y="465598"/>
                </a:lnTo>
                <a:lnTo>
                  <a:pt x="393757" y="446091"/>
                </a:lnTo>
                <a:lnTo>
                  <a:pt x="394919" y="440154"/>
                </a:lnTo>
                <a:lnTo>
                  <a:pt x="429149" y="408479"/>
                </a:lnTo>
                <a:lnTo>
                  <a:pt x="432541" y="404595"/>
                </a:lnTo>
                <a:lnTo>
                  <a:pt x="438217" y="403673"/>
                </a:lnTo>
                <a:lnTo>
                  <a:pt x="489682" y="403673"/>
                </a:lnTo>
                <a:lnTo>
                  <a:pt x="495226" y="394071"/>
                </a:lnTo>
                <a:close/>
              </a:path>
              <a:path w="529589" h="529589">
                <a:moveTo>
                  <a:pt x="489682" y="403673"/>
                </a:moveTo>
                <a:lnTo>
                  <a:pt x="438217" y="403673"/>
                </a:lnTo>
                <a:lnTo>
                  <a:pt x="473085" y="423798"/>
                </a:lnTo>
                <a:lnTo>
                  <a:pt x="478969" y="422227"/>
                </a:lnTo>
                <a:lnTo>
                  <a:pt x="489682" y="403673"/>
                </a:lnTo>
                <a:close/>
              </a:path>
              <a:path w="529589" h="529589">
                <a:moveTo>
                  <a:pt x="55841" y="105190"/>
                </a:moveTo>
                <a:lnTo>
                  <a:pt x="50197" y="106698"/>
                </a:lnTo>
                <a:lnTo>
                  <a:pt x="26941" y="146990"/>
                </a:lnTo>
                <a:lnTo>
                  <a:pt x="28449" y="152634"/>
                </a:lnTo>
                <a:lnTo>
                  <a:pt x="61767" y="171869"/>
                </a:lnTo>
                <a:lnTo>
                  <a:pt x="63736" y="177711"/>
                </a:lnTo>
                <a:lnTo>
                  <a:pt x="49988" y="221982"/>
                </a:lnTo>
                <a:lnTo>
                  <a:pt x="48961" y="227155"/>
                </a:lnTo>
                <a:lnTo>
                  <a:pt x="44448" y="230883"/>
                </a:lnTo>
                <a:lnTo>
                  <a:pt x="3748" y="230883"/>
                </a:lnTo>
                <a:lnTo>
                  <a:pt x="94" y="234537"/>
                </a:lnTo>
                <a:lnTo>
                  <a:pt x="0" y="281928"/>
                </a:lnTo>
                <a:lnTo>
                  <a:pt x="3748" y="285677"/>
                </a:lnTo>
                <a:lnTo>
                  <a:pt x="43056" y="285677"/>
                </a:lnTo>
                <a:lnTo>
                  <a:pt x="47192" y="289279"/>
                </a:lnTo>
                <a:lnTo>
                  <a:pt x="57809" y="335916"/>
                </a:lnTo>
                <a:lnTo>
                  <a:pt x="59338" y="340335"/>
                </a:lnTo>
                <a:lnTo>
                  <a:pt x="57506" y="345214"/>
                </a:lnTo>
                <a:lnTo>
                  <a:pt x="23161" y="365036"/>
                </a:lnTo>
                <a:lnTo>
                  <a:pt x="21234" y="372208"/>
                </a:lnTo>
                <a:lnTo>
                  <a:pt x="43380" y="410563"/>
                </a:lnTo>
                <a:lnTo>
                  <a:pt x="50553" y="412490"/>
                </a:lnTo>
                <a:lnTo>
                  <a:pt x="82437" y="394071"/>
                </a:lnTo>
                <a:lnTo>
                  <a:pt x="495226" y="394071"/>
                </a:lnTo>
                <a:lnTo>
                  <a:pt x="502058" y="382239"/>
                </a:lnTo>
                <a:lnTo>
                  <a:pt x="500476" y="376355"/>
                </a:lnTo>
                <a:lnTo>
                  <a:pt x="467022" y="357046"/>
                </a:lnTo>
                <a:lnTo>
                  <a:pt x="465200" y="351664"/>
                </a:lnTo>
                <a:lnTo>
                  <a:pt x="467309" y="346439"/>
                </a:lnTo>
                <a:lnTo>
                  <a:pt x="280850" y="346439"/>
                </a:lnTo>
                <a:lnTo>
                  <a:pt x="239260" y="344205"/>
                </a:lnTo>
                <a:lnTo>
                  <a:pt x="205509" y="323573"/>
                </a:lnTo>
                <a:lnTo>
                  <a:pt x="184877" y="289823"/>
                </a:lnTo>
                <a:lnTo>
                  <a:pt x="182643" y="248233"/>
                </a:lnTo>
                <a:lnTo>
                  <a:pt x="191029" y="225028"/>
                </a:lnTo>
                <a:lnTo>
                  <a:pt x="205553" y="205563"/>
                </a:lnTo>
                <a:lnTo>
                  <a:pt x="225018" y="191035"/>
                </a:lnTo>
                <a:lnTo>
                  <a:pt x="248222" y="182643"/>
                </a:lnTo>
                <a:lnTo>
                  <a:pt x="473690" y="182643"/>
                </a:lnTo>
                <a:lnTo>
                  <a:pt x="506466" y="163722"/>
                </a:lnTo>
                <a:lnTo>
                  <a:pt x="508152" y="157408"/>
                </a:lnTo>
                <a:lnTo>
                  <a:pt x="495216" y="135001"/>
                </a:lnTo>
                <a:lnTo>
                  <a:pt x="446646" y="135001"/>
                </a:lnTo>
                <a:lnTo>
                  <a:pt x="439798" y="133639"/>
                </a:lnTo>
                <a:lnTo>
                  <a:pt x="435913" y="128750"/>
                </a:lnTo>
                <a:lnTo>
                  <a:pt x="433318" y="125619"/>
                </a:lnTo>
                <a:lnTo>
                  <a:pt x="91243" y="125619"/>
                </a:lnTo>
                <a:lnTo>
                  <a:pt x="55841" y="105190"/>
                </a:lnTo>
                <a:close/>
              </a:path>
              <a:path w="529589" h="529589">
                <a:moveTo>
                  <a:pt x="473690" y="182643"/>
                </a:moveTo>
                <a:lnTo>
                  <a:pt x="248222" y="182643"/>
                </a:lnTo>
                <a:lnTo>
                  <a:pt x="289814" y="184873"/>
                </a:lnTo>
                <a:lnTo>
                  <a:pt x="323568" y="205505"/>
                </a:lnTo>
                <a:lnTo>
                  <a:pt x="344204" y="239258"/>
                </a:lnTo>
                <a:lnTo>
                  <a:pt x="346439" y="280850"/>
                </a:lnTo>
                <a:lnTo>
                  <a:pt x="338048" y="304054"/>
                </a:lnTo>
                <a:lnTo>
                  <a:pt x="323520" y="323520"/>
                </a:lnTo>
                <a:lnTo>
                  <a:pt x="304054" y="338048"/>
                </a:lnTo>
                <a:lnTo>
                  <a:pt x="280850" y="346439"/>
                </a:lnTo>
                <a:lnTo>
                  <a:pt x="467309" y="346439"/>
                </a:lnTo>
                <a:lnTo>
                  <a:pt x="479241" y="306367"/>
                </a:lnTo>
                <a:lnTo>
                  <a:pt x="480163" y="301613"/>
                </a:lnTo>
                <a:lnTo>
                  <a:pt x="484320" y="298189"/>
                </a:lnTo>
                <a:lnTo>
                  <a:pt x="524580" y="298189"/>
                </a:lnTo>
                <a:lnTo>
                  <a:pt x="529083" y="293697"/>
                </a:lnTo>
                <a:lnTo>
                  <a:pt x="529083" y="247908"/>
                </a:lnTo>
                <a:lnTo>
                  <a:pt x="524580" y="243406"/>
                </a:lnTo>
                <a:lnTo>
                  <a:pt x="486205" y="243406"/>
                </a:lnTo>
                <a:lnTo>
                  <a:pt x="481870" y="239615"/>
                </a:lnTo>
                <a:lnTo>
                  <a:pt x="471399" y="193543"/>
                </a:lnTo>
                <a:lnTo>
                  <a:pt x="469807" y="188905"/>
                </a:lnTo>
                <a:lnTo>
                  <a:pt x="471713" y="183784"/>
                </a:lnTo>
                <a:lnTo>
                  <a:pt x="473690" y="182643"/>
                </a:lnTo>
                <a:close/>
              </a:path>
              <a:path w="529589" h="529589">
                <a:moveTo>
                  <a:pt x="479063" y="116279"/>
                </a:moveTo>
                <a:lnTo>
                  <a:pt x="446646" y="135001"/>
                </a:lnTo>
                <a:lnTo>
                  <a:pt x="495216" y="135001"/>
                </a:lnTo>
                <a:lnTo>
                  <a:pt x="485388" y="117975"/>
                </a:lnTo>
                <a:lnTo>
                  <a:pt x="479063" y="116279"/>
                </a:lnTo>
                <a:close/>
              </a:path>
              <a:path w="529589" h="529589">
                <a:moveTo>
                  <a:pt x="158424" y="20334"/>
                </a:moveTo>
                <a:lnTo>
                  <a:pt x="116949" y="44281"/>
                </a:lnTo>
                <a:lnTo>
                  <a:pt x="115692" y="48993"/>
                </a:lnTo>
                <a:lnTo>
                  <a:pt x="135556" y="83390"/>
                </a:lnTo>
                <a:lnTo>
                  <a:pt x="134550" y="88656"/>
                </a:lnTo>
                <a:lnTo>
                  <a:pt x="99253" y="121388"/>
                </a:lnTo>
                <a:lnTo>
                  <a:pt x="96269" y="124823"/>
                </a:lnTo>
                <a:lnTo>
                  <a:pt x="91243" y="125619"/>
                </a:lnTo>
                <a:lnTo>
                  <a:pt x="433318" y="125619"/>
                </a:lnTo>
                <a:lnTo>
                  <a:pt x="429777" y="121346"/>
                </a:lnTo>
                <a:lnTo>
                  <a:pt x="423328" y="114221"/>
                </a:lnTo>
                <a:lnTo>
                  <a:pt x="416575" y="107387"/>
                </a:lnTo>
                <a:lnTo>
                  <a:pt x="409526" y="100855"/>
                </a:lnTo>
                <a:lnTo>
                  <a:pt x="405055" y="96897"/>
                </a:lnTo>
                <a:lnTo>
                  <a:pt x="403966" y="90353"/>
                </a:lnTo>
                <a:lnTo>
                  <a:pt x="419291" y="63809"/>
                </a:lnTo>
                <a:lnTo>
                  <a:pt x="351518" y="63809"/>
                </a:lnTo>
                <a:lnTo>
                  <a:pt x="346617" y="61820"/>
                </a:lnTo>
                <a:lnTo>
                  <a:pt x="339708" y="59202"/>
                </a:lnTo>
                <a:lnTo>
                  <a:pt x="189083" y="59202"/>
                </a:lnTo>
                <a:lnTo>
                  <a:pt x="183690" y="57191"/>
                </a:lnTo>
                <a:lnTo>
                  <a:pt x="163136" y="21601"/>
                </a:lnTo>
                <a:lnTo>
                  <a:pt x="158424" y="20334"/>
                </a:lnTo>
                <a:close/>
              </a:path>
              <a:path w="529589" h="529589">
                <a:moveTo>
                  <a:pt x="381936" y="26847"/>
                </a:moveTo>
                <a:lnTo>
                  <a:pt x="376533" y="28292"/>
                </a:lnTo>
                <a:lnTo>
                  <a:pt x="357120" y="61914"/>
                </a:lnTo>
                <a:lnTo>
                  <a:pt x="351518" y="63809"/>
                </a:lnTo>
                <a:lnTo>
                  <a:pt x="419291" y="63809"/>
                </a:lnTo>
                <a:lnTo>
                  <a:pt x="423976" y="55694"/>
                </a:lnTo>
                <a:lnTo>
                  <a:pt x="422531" y="50291"/>
                </a:lnTo>
                <a:lnTo>
                  <a:pt x="381936" y="26847"/>
                </a:lnTo>
                <a:close/>
              </a:path>
              <a:path w="529589" h="529589">
                <a:moveTo>
                  <a:pt x="294671" y="0"/>
                </a:moveTo>
                <a:lnTo>
                  <a:pt x="246934" y="0"/>
                </a:lnTo>
                <a:lnTo>
                  <a:pt x="243406" y="3528"/>
                </a:lnTo>
                <a:lnTo>
                  <a:pt x="243406" y="42668"/>
                </a:lnTo>
                <a:lnTo>
                  <a:pt x="239406" y="47223"/>
                </a:lnTo>
                <a:lnTo>
                  <a:pt x="193983" y="57527"/>
                </a:lnTo>
                <a:lnTo>
                  <a:pt x="189083" y="59202"/>
                </a:lnTo>
                <a:lnTo>
                  <a:pt x="339708" y="59202"/>
                </a:lnTo>
                <a:lnTo>
                  <a:pt x="301770" y="48940"/>
                </a:lnTo>
                <a:lnTo>
                  <a:pt x="298189" y="44605"/>
                </a:lnTo>
                <a:lnTo>
                  <a:pt x="298189" y="3528"/>
                </a:lnTo>
                <a:lnTo>
                  <a:pt x="294671" y="0"/>
                </a:lnTo>
                <a:close/>
              </a:path>
            </a:pathLst>
          </a:custGeom>
          <a:solidFill>
            <a:srgbClr val="C4D5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1" name="object 281" descr=""/>
          <p:cNvPicPr/>
          <p:nvPr/>
        </p:nvPicPr>
        <p:blipFill>
          <a:blip r:embed="rId83" cstate="print"/>
          <a:stretch>
            <a:fillRect/>
          </a:stretch>
        </p:blipFill>
        <p:spPr>
          <a:xfrm>
            <a:off x="1875501" y="4210111"/>
            <a:ext cx="154143" cy="154143"/>
          </a:xfrm>
          <a:prstGeom prst="rect">
            <a:avLst/>
          </a:prstGeom>
        </p:spPr>
      </p:pic>
      <p:grpSp>
        <p:nvGrpSpPr>
          <p:cNvPr id="282" name="object 282" descr=""/>
          <p:cNvGrpSpPr/>
          <p:nvPr/>
        </p:nvGrpSpPr>
        <p:grpSpPr>
          <a:xfrm>
            <a:off x="1473540" y="3476092"/>
            <a:ext cx="892175" cy="1227455"/>
            <a:chOff x="1473540" y="3476092"/>
            <a:chExt cx="892175" cy="1227455"/>
          </a:xfrm>
        </p:grpSpPr>
        <p:pic>
          <p:nvPicPr>
            <p:cNvPr id="283" name="object 283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538883" y="3640911"/>
              <a:ext cx="155890" cy="155885"/>
            </a:xfrm>
            <a:prstGeom prst="rect">
              <a:avLst/>
            </a:prstGeom>
          </p:spPr>
        </p:pic>
        <p:pic>
          <p:nvPicPr>
            <p:cNvPr id="284" name="object 284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473540" y="3476092"/>
              <a:ext cx="891584" cy="1227442"/>
            </a:xfrm>
            <a:prstGeom prst="rect">
              <a:avLst/>
            </a:prstGeom>
          </p:spPr>
        </p:pic>
      </p:grpSp>
      <p:pic>
        <p:nvPicPr>
          <p:cNvPr id="285" name="object 285" descr=""/>
          <p:cNvPicPr/>
          <p:nvPr/>
        </p:nvPicPr>
        <p:blipFill>
          <a:blip r:embed="rId97" cstate="print"/>
          <a:stretch>
            <a:fillRect/>
          </a:stretch>
        </p:blipFill>
        <p:spPr>
          <a:xfrm>
            <a:off x="3503431" y="4210111"/>
            <a:ext cx="154143" cy="154143"/>
          </a:xfrm>
          <a:prstGeom prst="rect">
            <a:avLst/>
          </a:prstGeom>
        </p:spPr>
      </p:pic>
      <p:grpSp>
        <p:nvGrpSpPr>
          <p:cNvPr id="286" name="object 286" descr=""/>
          <p:cNvGrpSpPr/>
          <p:nvPr/>
        </p:nvGrpSpPr>
        <p:grpSpPr>
          <a:xfrm>
            <a:off x="3167946" y="3476092"/>
            <a:ext cx="892175" cy="1227455"/>
            <a:chOff x="3167946" y="3476092"/>
            <a:chExt cx="892175" cy="1227455"/>
          </a:xfrm>
        </p:grpSpPr>
        <p:pic>
          <p:nvPicPr>
            <p:cNvPr id="287" name="object 287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3838303" y="3640911"/>
              <a:ext cx="155890" cy="155885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3167946" y="3476092"/>
              <a:ext cx="891590" cy="1227442"/>
            </a:xfrm>
            <a:prstGeom prst="rect">
              <a:avLst/>
            </a:prstGeom>
          </p:spPr>
        </p:pic>
      </p:grpSp>
      <p:sp>
        <p:nvSpPr>
          <p:cNvPr id="289" name="object 289" descr=""/>
          <p:cNvSpPr/>
          <p:nvPr/>
        </p:nvSpPr>
        <p:spPr>
          <a:xfrm>
            <a:off x="2648966" y="4220342"/>
            <a:ext cx="215265" cy="246379"/>
          </a:xfrm>
          <a:custGeom>
            <a:avLst/>
            <a:gdLst/>
            <a:ahLst/>
            <a:cxnLst/>
            <a:rect l="l" t="t" r="r" b="b"/>
            <a:pathLst>
              <a:path w="215264" h="246379">
                <a:moveTo>
                  <a:pt x="214967" y="0"/>
                </a:moveTo>
                <a:lnTo>
                  <a:pt x="0" y="0"/>
                </a:lnTo>
                <a:lnTo>
                  <a:pt x="0" y="246118"/>
                </a:lnTo>
                <a:lnTo>
                  <a:pt x="214967" y="246118"/>
                </a:lnTo>
                <a:lnTo>
                  <a:pt x="21496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0" name="object 290" descr=""/>
          <p:cNvGrpSpPr/>
          <p:nvPr/>
        </p:nvGrpSpPr>
        <p:grpSpPr>
          <a:xfrm>
            <a:off x="3204191" y="3665642"/>
            <a:ext cx="332740" cy="394335"/>
            <a:chOff x="3204191" y="3665642"/>
            <a:chExt cx="332740" cy="394335"/>
          </a:xfrm>
        </p:grpSpPr>
        <p:sp>
          <p:nvSpPr>
            <p:cNvPr id="291" name="object 291" descr=""/>
            <p:cNvSpPr/>
            <p:nvPr/>
          </p:nvSpPr>
          <p:spPr>
            <a:xfrm>
              <a:off x="3204191" y="3665642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60" h="394335">
                  <a:moveTo>
                    <a:pt x="263625" y="0"/>
                  </a:moveTo>
                  <a:lnTo>
                    <a:pt x="104049" y="0"/>
                  </a:lnTo>
                  <a:lnTo>
                    <a:pt x="63650" y="8209"/>
                  </a:lnTo>
                  <a:lnTo>
                    <a:pt x="30565" y="30561"/>
                  </a:lnTo>
                  <a:lnTo>
                    <a:pt x="8210" y="63645"/>
                  </a:lnTo>
                  <a:lnTo>
                    <a:pt x="0" y="104049"/>
                  </a:lnTo>
                  <a:lnTo>
                    <a:pt x="0" y="290137"/>
                  </a:lnTo>
                  <a:lnTo>
                    <a:pt x="8210" y="330536"/>
                  </a:lnTo>
                  <a:lnTo>
                    <a:pt x="30565" y="363621"/>
                  </a:lnTo>
                  <a:lnTo>
                    <a:pt x="63650" y="385976"/>
                  </a:lnTo>
                  <a:lnTo>
                    <a:pt x="104049" y="394186"/>
                  </a:lnTo>
                  <a:lnTo>
                    <a:pt x="263625" y="394186"/>
                  </a:lnTo>
                  <a:lnTo>
                    <a:pt x="2636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3482821" y="3665642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5">
                  <a:moveTo>
                    <a:pt x="13758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3758" y="394186"/>
                  </a:lnTo>
                  <a:lnTo>
                    <a:pt x="29200" y="391049"/>
                  </a:lnTo>
                  <a:lnTo>
                    <a:pt x="41845" y="382505"/>
                  </a:lnTo>
                  <a:lnTo>
                    <a:pt x="50389" y="369860"/>
                  </a:lnTo>
                  <a:lnTo>
                    <a:pt x="53527" y="354418"/>
                  </a:lnTo>
                  <a:lnTo>
                    <a:pt x="53527" y="39768"/>
                  </a:lnTo>
                  <a:lnTo>
                    <a:pt x="50389" y="24326"/>
                  </a:lnTo>
                  <a:lnTo>
                    <a:pt x="41845" y="11681"/>
                  </a:lnTo>
                  <a:lnTo>
                    <a:pt x="29200" y="3137"/>
                  </a:lnTo>
                  <a:lnTo>
                    <a:pt x="137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3467067" y="3681144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39" h="353060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4" name="object 294" descr=""/>
          <p:cNvGrpSpPr/>
          <p:nvPr/>
        </p:nvGrpSpPr>
        <p:grpSpPr>
          <a:xfrm>
            <a:off x="2034637" y="3173411"/>
            <a:ext cx="1407795" cy="1106805"/>
            <a:chOff x="2034637" y="3173411"/>
            <a:chExt cx="1407795" cy="1106805"/>
          </a:xfrm>
        </p:grpSpPr>
        <p:sp>
          <p:nvSpPr>
            <p:cNvPr id="295" name="object 295" descr=""/>
            <p:cNvSpPr/>
            <p:nvPr/>
          </p:nvSpPr>
          <p:spPr>
            <a:xfrm>
              <a:off x="2103170" y="3665642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60" h="394335">
                  <a:moveTo>
                    <a:pt x="159576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59576" y="394186"/>
                  </a:lnTo>
                  <a:lnTo>
                    <a:pt x="199975" y="385976"/>
                  </a:lnTo>
                  <a:lnTo>
                    <a:pt x="233059" y="363621"/>
                  </a:lnTo>
                  <a:lnTo>
                    <a:pt x="255414" y="330536"/>
                  </a:lnTo>
                  <a:lnTo>
                    <a:pt x="263625" y="290137"/>
                  </a:lnTo>
                  <a:lnTo>
                    <a:pt x="263625" y="104049"/>
                  </a:lnTo>
                  <a:lnTo>
                    <a:pt x="255414" y="63645"/>
                  </a:lnTo>
                  <a:lnTo>
                    <a:pt x="233059" y="30561"/>
                  </a:lnTo>
                  <a:lnTo>
                    <a:pt x="199975" y="8209"/>
                  </a:lnTo>
                  <a:lnTo>
                    <a:pt x="1595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2034637" y="3665642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5">
                  <a:moveTo>
                    <a:pt x="53527" y="0"/>
                  </a:moveTo>
                  <a:lnTo>
                    <a:pt x="39768" y="0"/>
                  </a:lnTo>
                  <a:lnTo>
                    <a:pt x="24326" y="3137"/>
                  </a:lnTo>
                  <a:lnTo>
                    <a:pt x="11681" y="11681"/>
                  </a:lnTo>
                  <a:lnTo>
                    <a:pt x="3137" y="24326"/>
                  </a:lnTo>
                  <a:lnTo>
                    <a:pt x="0" y="39768"/>
                  </a:lnTo>
                  <a:lnTo>
                    <a:pt x="0" y="354418"/>
                  </a:lnTo>
                  <a:lnTo>
                    <a:pt x="3137" y="369860"/>
                  </a:lnTo>
                  <a:lnTo>
                    <a:pt x="11681" y="382505"/>
                  </a:lnTo>
                  <a:lnTo>
                    <a:pt x="24326" y="391049"/>
                  </a:lnTo>
                  <a:lnTo>
                    <a:pt x="39768" y="394186"/>
                  </a:lnTo>
                  <a:lnTo>
                    <a:pt x="53527" y="394186"/>
                  </a:lnTo>
                  <a:lnTo>
                    <a:pt x="5352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2088910" y="3681144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39" h="353060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8" name="object 298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2133683" y="3402660"/>
              <a:ext cx="1308619" cy="877271"/>
            </a:xfrm>
            <a:prstGeom prst="rect">
              <a:avLst/>
            </a:prstGeom>
          </p:spPr>
        </p:pic>
        <p:pic>
          <p:nvPicPr>
            <p:cNvPr id="299" name="object 299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2315751" y="3173411"/>
              <a:ext cx="925333" cy="575103"/>
            </a:xfrm>
            <a:prstGeom prst="rect">
              <a:avLst/>
            </a:prstGeom>
          </p:spPr>
        </p:pic>
        <p:pic>
          <p:nvPicPr>
            <p:cNvPr id="300" name="object 300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2661355" y="4069279"/>
              <a:ext cx="223266" cy="60888"/>
            </a:xfrm>
            <a:prstGeom prst="rect">
              <a:avLst/>
            </a:prstGeom>
          </p:spPr>
        </p:pic>
        <p:pic>
          <p:nvPicPr>
            <p:cNvPr id="301" name="object 301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2247921" y="3621910"/>
              <a:ext cx="1064512" cy="406186"/>
            </a:xfrm>
            <a:prstGeom prst="rect">
              <a:avLst/>
            </a:prstGeom>
          </p:spPr>
        </p:pic>
      </p:grpSp>
      <p:grpSp>
        <p:nvGrpSpPr>
          <p:cNvPr id="302" name="object 302" descr=""/>
          <p:cNvGrpSpPr/>
          <p:nvPr/>
        </p:nvGrpSpPr>
        <p:grpSpPr>
          <a:xfrm>
            <a:off x="2219069" y="4397928"/>
            <a:ext cx="1082040" cy="1323340"/>
            <a:chOff x="2219069" y="4397928"/>
            <a:chExt cx="1082040" cy="1323340"/>
          </a:xfrm>
        </p:grpSpPr>
        <p:sp>
          <p:nvSpPr>
            <p:cNvPr id="303" name="object 303" descr=""/>
            <p:cNvSpPr/>
            <p:nvPr/>
          </p:nvSpPr>
          <p:spPr>
            <a:xfrm>
              <a:off x="2500468" y="4504009"/>
              <a:ext cx="509905" cy="955040"/>
            </a:xfrm>
            <a:custGeom>
              <a:avLst/>
              <a:gdLst/>
              <a:ahLst/>
              <a:cxnLst/>
              <a:rect l="l" t="t" r="r" b="b"/>
              <a:pathLst>
                <a:path w="509905" h="955039">
                  <a:moveTo>
                    <a:pt x="509743" y="0"/>
                  </a:moveTo>
                  <a:lnTo>
                    <a:pt x="0" y="0"/>
                  </a:lnTo>
                  <a:lnTo>
                    <a:pt x="0" y="954798"/>
                  </a:lnTo>
                  <a:lnTo>
                    <a:pt x="509743" y="954798"/>
                  </a:lnTo>
                  <a:lnTo>
                    <a:pt x="509743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2219069" y="4482314"/>
              <a:ext cx="299513" cy="992337"/>
            </a:xfrm>
            <a:prstGeom prst="rect">
              <a:avLst/>
            </a:prstGeom>
          </p:spPr>
        </p:pic>
        <p:pic>
          <p:nvPicPr>
            <p:cNvPr id="305" name="object 305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3001584" y="4482313"/>
              <a:ext cx="299517" cy="992337"/>
            </a:xfrm>
            <a:prstGeom prst="rect">
              <a:avLst/>
            </a:prstGeom>
          </p:spPr>
        </p:pic>
        <p:pic>
          <p:nvPicPr>
            <p:cNvPr id="306" name="object 306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549639" y="4397928"/>
              <a:ext cx="420898" cy="1323027"/>
            </a:xfrm>
            <a:prstGeom prst="rect">
              <a:avLst/>
            </a:prstGeom>
          </p:spPr>
        </p:pic>
      </p:grpSp>
      <p:pic>
        <p:nvPicPr>
          <p:cNvPr id="307" name="object 307" descr="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2503211" y="5871528"/>
            <a:ext cx="555281" cy="196266"/>
          </a:xfrm>
          <a:prstGeom prst="rect">
            <a:avLst/>
          </a:prstGeom>
        </p:spPr>
      </p:pic>
      <p:pic>
        <p:nvPicPr>
          <p:cNvPr id="308" name="object 308" descr=""/>
          <p:cNvPicPr/>
          <p:nvPr/>
        </p:nvPicPr>
        <p:blipFill>
          <a:blip r:embed="rId107" cstate="print"/>
          <a:stretch>
            <a:fillRect/>
          </a:stretch>
        </p:blipFill>
        <p:spPr>
          <a:xfrm>
            <a:off x="10732628" y="8180771"/>
            <a:ext cx="156275" cy="156276"/>
          </a:xfrm>
          <a:prstGeom prst="rect">
            <a:avLst/>
          </a:prstGeom>
        </p:spPr>
      </p:pic>
      <p:pic>
        <p:nvPicPr>
          <p:cNvPr id="309" name="object 309" descr=""/>
          <p:cNvPicPr/>
          <p:nvPr/>
        </p:nvPicPr>
        <p:blipFill>
          <a:blip r:embed="rId108" cstate="print"/>
          <a:stretch>
            <a:fillRect/>
          </a:stretch>
        </p:blipFill>
        <p:spPr>
          <a:xfrm>
            <a:off x="10431839" y="7697430"/>
            <a:ext cx="156772" cy="156772"/>
          </a:xfrm>
          <a:prstGeom prst="rect">
            <a:avLst/>
          </a:prstGeom>
        </p:spPr>
      </p:pic>
      <p:grpSp>
        <p:nvGrpSpPr>
          <p:cNvPr id="310" name="object 310" descr=""/>
          <p:cNvGrpSpPr/>
          <p:nvPr/>
        </p:nvGrpSpPr>
        <p:grpSpPr>
          <a:xfrm>
            <a:off x="10378924" y="7518378"/>
            <a:ext cx="724535" cy="868680"/>
            <a:chOff x="10378924" y="7518378"/>
            <a:chExt cx="724535" cy="868680"/>
          </a:xfrm>
        </p:grpSpPr>
        <p:pic>
          <p:nvPicPr>
            <p:cNvPr id="311" name="object 311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0813914" y="7882377"/>
              <a:ext cx="289325" cy="381367"/>
            </a:xfrm>
            <a:prstGeom prst="rect">
              <a:avLst/>
            </a:prstGeom>
          </p:spPr>
        </p:pic>
        <p:pic>
          <p:nvPicPr>
            <p:cNvPr id="312" name="object 312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0378924" y="7518378"/>
              <a:ext cx="417822" cy="868162"/>
            </a:xfrm>
            <a:prstGeom prst="rect">
              <a:avLst/>
            </a:prstGeom>
          </p:spPr>
        </p:pic>
      </p:grpSp>
      <p:sp>
        <p:nvSpPr>
          <p:cNvPr id="313" name="object 313" descr=""/>
          <p:cNvSpPr/>
          <p:nvPr/>
        </p:nvSpPr>
        <p:spPr>
          <a:xfrm>
            <a:off x="11438479" y="7541780"/>
            <a:ext cx="215265" cy="246379"/>
          </a:xfrm>
          <a:custGeom>
            <a:avLst/>
            <a:gdLst/>
            <a:ahLst/>
            <a:cxnLst/>
            <a:rect l="l" t="t" r="r" b="b"/>
            <a:pathLst>
              <a:path w="215265" h="246379">
                <a:moveTo>
                  <a:pt x="214967" y="0"/>
                </a:moveTo>
                <a:lnTo>
                  <a:pt x="0" y="0"/>
                </a:lnTo>
                <a:lnTo>
                  <a:pt x="0" y="246118"/>
                </a:lnTo>
                <a:lnTo>
                  <a:pt x="214967" y="246118"/>
                </a:lnTo>
                <a:lnTo>
                  <a:pt x="21496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4" name="object 314" descr=""/>
          <p:cNvGrpSpPr/>
          <p:nvPr/>
        </p:nvGrpSpPr>
        <p:grpSpPr>
          <a:xfrm>
            <a:off x="11993708" y="6987077"/>
            <a:ext cx="332740" cy="394335"/>
            <a:chOff x="11993708" y="6987077"/>
            <a:chExt cx="332740" cy="394335"/>
          </a:xfrm>
        </p:grpSpPr>
        <p:sp>
          <p:nvSpPr>
            <p:cNvPr id="315" name="object 315" descr=""/>
            <p:cNvSpPr/>
            <p:nvPr/>
          </p:nvSpPr>
          <p:spPr>
            <a:xfrm>
              <a:off x="11993708" y="6987077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59" h="394334">
                  <a:moveTo>
                    <a:pt x="263625" y="0"/>
                  </a:moveTo>
                  <a:lnTo>
                    <a:pt x="104049" y="0"/>
                  </a:lnTo>
                  <a:lnTo>
                    <a:pt x="63650" y="8209"/>
                  </a:lnTo>
                  <a:lnTo>
                    <a:pt x="30565" y="30561"/>
                  </a:lnTo>
                  <a:lnTo>
                    <a:pt x="8210" y="63645"/>
                  </a:lnTo>
                  <a:lnTo>
                    <a:pt x="0" y="104049"/>
                  </a:lnTo>
                  <a:lnTo>
                    <a:pt x="0" y="290137"/>
                  </a:lnTo>
                  <a:lnTo>
                    <a:pt x="8210" y="330536"/>
                  </a:lnTo>
                  <a:lnTo>
                    <a:pt x="30565" y="363621"/>
                  </a:lnTo>
                  <a:lnTo>
                    <a:pt x="63650" y="385976"/>
                  </a:lnTo>
                  <a:lnTo>
                    <a:pt x="104049" y="394186"/>
                  </a:lnTo>
                  <a:lnTo>
                    <a:pt x="263625" y="394186"/>
                  </a:lnTo>
                  <a:lnTo>
                    <a:pt x="2636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2272340" y="6987077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4">
                  <a:moveTo>
                    <a:pt x="13758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3758" y="394186"/>
                  </a:lnTo>
                  <a:lnTo>
                    <a:pt x="29200" y="391049"/>
                  </a:lnTo>
                  <a:lnTo>
                    <a:pt x="41845" y="382505"/>
                  </a:lnTo>
                  <a:lnTo>
                    <a:pt x="50389" y="369860"/>
                  </a:lnTo>
                  <a:lnTo>
                    <a:pt x="53527" y="354418"/>
                  </a:lnTo>
                  <a:lnTo>
                    <a:pt x="53527" y="39768"/>
                  </a:lnTo>
                  <a:lnTo>
                    <a:pt x="50389" y="24326"/>
                  </a:lnTo>
                  <a:lnTo>
                    <a:pt x="41845" y="11681"/>
                  </a:lnTo>
                  <a:lnTo>
                    <a:pt x="29200" y="3137"/>
                  </a:lnTo>
                  <a:lnTo>
                    <a:pt x="137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2256590" y="7002582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40" h="353059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8" name="object 318" descr=""/>
          <p:cNvGrpSpPr/>
          <p:nvPr/>
        </p:nvGrpSpPr>
        <p:grpSpPr>
          <a:xfrm>
            <a:off x="10824153" y="6494839"/>
            <a:ext cx="1407795" cy="1106805"/>
            <a:chOff x="10824153" y="6494839"/>
            <a:chExt cx="1407795" cy="1106805"/>
          </a:xfrm>
        </p:grpSpPr>
        <p:sp>
          <p:nvSpPr>
            <p:cNvPr id="319" name="object 319" descr=""/>
            <p:cNvSpPr/>
            <p:nvPr/>
          </p:nvSpPr>
          <p:spPr>
            <a:xfrm>
              <a:off x="10892686" y="6987077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59" h="394334">
                  <a:moveTo>
                    <a:pt x="159576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59576" y="394186"/>
                  </a:lnTo>
                  <a:lnTo>
                    <a:pt x="199975" y="385976"/>
                  </a:lnTo>
                  <a:lnTo>
                    <a:pt x="233059" y="363621"/>
                  </a:lnTo>
                  <a:lnTo>
                    <a:pt x="255414" y="330536"/>
                  </a:lnTo>
                  <a:lnTo>
                    <a:pt x="263625" y="290137"/>
                  </a:lnTo>
                  <a:lnTo>
                    <a:pt x="263625" y="104049"/>
                  </a:lnTo>
                  <a:lnTo>
                    <a:pt x="255414" y="63645"/>
                  </a:lnTo>
                  <a:lnTo>
                    <a:pt x="233059" y="30561"/>
                  </a:lnTo>
                  <a:lnTo>
                    <a:pt x="199975" y="8209"/>
                  </a:lnTo>
                  <a:lnTo>
                    <a:pt x="1595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0824153" y="6987077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4">
                  <a:moveTo>
                    <a:pt x="53527" y="0"/>
                  </a:moveTo>
                  <a:lnTo>
                    <a:pt x="39768" y="0"/>
                  </a:lnTo>
                  <a:lnTo>
                    <a:pt x="24326" y="3137"/>
                  </a:lnTo>
                  <a:lnTo>
                    <a:pt x="11681" y="11681"/>
                  </a:lnTo>
                  <a:lnTo>
                    <a:pt x="3137" y="24326"/>
                  </a:lnTo>
                  <a:lnTo>
                    <a:pt x="0" y="39768"/>
                  </a:lnTo>
                  <a:lnTo>
                    <a:pt x="0" y="354418"/>
                  </a:lnTo>
                  <a:lnTo>
                    <a:pt x="3137" y="369860"/>
                  </a:lnTo>
                  <a:lnTo>
                    <a:pt x="11681" y="382505"/>
                  </a:lnTo>
                  <a:lnTo>
                    <a:pt x="24326" y="391049"/>
                  </a:lnTo>
                  <a:lnTo>
                    <a:pt x="39768" y="394186"/>
                  </a:lnTo>
                  <a:lnTo>
                    <a:pt x="53527" y="394186"/>
                  </a:lnTo>
                  <a:lnTo>
                    <a:pt x="5352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0878433" y="7002582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40" h="353059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2" name="object 322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0923196" y="6724098"/>
              <a:ext cx="1308630" cy="877271"/>
            </a:xfrm>
            <a:prstGeom prst="rect">
              <a:avLst/>
            </a:prstGeom>
          </p:spPr>
        </p:pic>
        <p:pic>
          <p:nvPicPr>
            <p:cNvPr id="323" name="object 323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1105268" y="6494839"/>
              <a:ext cx="925333" cy="575112"/>
            </a:xfrm>
            <a:prstGeom prst="rect">
              <a:avLst/>
            </a:prstGeom>
          </p:spPr>
        </p:pic>
      </p:grpSp>
      <p:pic>
        <p:nvPicPr>
          <p:cNvPr id="324" name="object 324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11037444" y="6943338"/>
            <a:ext cx="1064501" cy="406197"/>
          </a:xfrm>
          <a:prstGeom prst="rect">
            <a:avLst/>
          </a:prstGeom>
        </p:spPr>
      </p:pic>
      <p:pic>
        <p:nvPicPr>
          <p:cNvPr id="325" name="object 325" descr=""/>
          <p:cNvPicPr/>
          <p:nvPr/>
        </p:nvPicPr>
        <p:blipFill>
          <a:blip r:embed="rId113" cstate="print"/>
          <a:stretch>
            <a:fillRect/>
          </a:stretch>
        </p:blipFill>
        <p:spPr>
          <a:xfrm>
            <a:off x="11292733" y="9192955"/>
            <a:ext cx="555281" cy="196276"/>
          </a:xfrm>
          <a:prstGeom prst="rect">
            <a:avLst/>
          </a:prstGeom>
        </p:spPr>
      </p:pic>
      <p:pic>
        <p:nvPicPr>
          <p:cNvPr id="326" name="object 326" descr=""/>
          <p:cNvPicPr/>
          <p:nvPr/>
        </p:nvPicPr>
        <p:blipFill>
          <a:blip r:embed="rId114" cstate="print"/>
          <a:stretch>
            <a:fillRect/>
          </a:stretch>
        </p:blipFill>
        <p:spPr>
          <a:xfrm>
            <a:off x="12311139" y="7580436"/>
            <a:ext cx="155527" cy="155527"/>
          </a:xfrm>
          <a:prstGeom prst="rect">
            <a:avLst/>
          </a:prstGeom>
        </p:spPr>
      </p:pic>
      <p:pic>
        <p:nvPicPr>
          <p:cNvPr id="327" name="object 327" descr="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2334493" y="8076056"/>
            <a:ext cx="155527" cy="155527"/>
          </a:xfrm>
          <a:prstGeom prst="rect">
            <a:avLst/>
          </a:prstGeom>
        </p:spPr>
      </p:pic>
      <p:sp>
        <p:nvSpPr>
          <p:cNvPr id="328" name="object 328" descr=""/>
          <p:cNvSpPr/>
          <p:nvPr/>
        </p:nvSpPr>
        <p:spPr>
          <a:xfrm>
            <a:off x="11597778" y="6886405"/>
            <a:ext cx="548005" cy="548005"/>
          </a:xfrm>
          <a:custGeom>
            <a:avLst/>
            <a:gdLst/>
            <a:ahLst/>
            <a:cxnLst/>
            <a:rect l="l" t="t" r="r" b="b"/>
            <a:pathLst>
              <a:path w="548004" h="548004">
                <a:moveTo>
                  <a:pt x="273761" y="0"/>
                </a:moveTo>
                <a:lnTo>
                  <a:pt x="224614" y="4418"/>
                </a:lnTo>
                <a:lnTo>
                  <a:pt x="178332" y="17153"/>
                </a:lnTo>
                <a:lnTo>
                  <a:pt x="135693" y="37426"/>
                </a:lnTo>
                <a:lnTo>
                  <a:pt x="97477" y="64459"/>
                </a:lnTo>
                <a:lnTo>
                  <a:pt x="64462" y="97472"/>
                </a:lnTo>
                <a:lnTo>
                  <a:pt x="37428" y="135688"/>
                </a:lnTo>
                <a:lnTo>
                  <a:pt x="17154" y="178327"/>
                </a:lnTo>
                <a:lnTo>
                  <a:pt x="4418" y="224611"/>
                </a:lnTo>
                <a:lnTo>
                  <a:pt x="0" y="273761"/>
                </a:lnTo>
                <a:lnTo>
                  <a:pt x="4418" y="322904"/>
                </a:lnTo>
                <a:lnTo>
                  <a:pt x="17154" y="369183"/>
                </a:lnTo>
                <a:lnTo>
                  <a:pt x="37428" y="411819"/>
                </a:lnTo>
                <a:lnTo>
                  <a:pt x="64462" y="450032"/>
                </a:lnTo>
                <a:lnTo>
                  <a:pt x="97477" y="483044"/>
                </a:lnTo>
                <a:lnTo>
                  <a:pt x="135693" y="510075"/>
                </a:lnTo>
                <a:lnTo>
                  <a:pt x="178332" y="530348"/>
                </a:lnTo>
                <a:lnTo>
                  <a:pt x="224614" y="543083"/>
                </a:lnTo>
                <a:lnTo>
                  <a:pt x="273761" y="547501"/>
                </a:lnTo>
                <a:lnTo>
                  <a:pt x="322905" y="543083"/>
                </a:lnTo>
                <a:lnTo>
                  <a:pt x="369184" y="530348"/>
                </a:lnTo>
                <a:lnTo>
                  <a:pt x="411821" y="510075"/>
                </a:lnTo>
                <a:lnTo>
                  <a:pt x="446959" y="485220"/>
                </a:lnTo>
                <a:lnTo>
                  <a:pt x="273761" y="485220"/>
                </a:lnTo>
                <a:lnTo>
                  <a:pt x="225328" y="479626"/>
                </a:lnTo>
                <a:lnTo>
                  <a:pt x="180837" y="463695"/>
                </a:lnTo>
                <a:lnTo>
                  <a:pt x="141567" y="438708"/>
                </a:lnTo>
                <a:lnTo>
                  <a:pt x="108798" y="405941"/>
                </a:lnTo>
                <a:lnTo>
                  <a:pt x="83807" y="366676"/>
                </a:lnTo>
                <a:lnTo>
                  <a:pt x="67875" y="322189"/>
                </a:lnTo>
                <a:lnTo>
                  <a:pt x="62280" y="273761"/>
                </a:lnTo>
                <a:lnTo>
                  <a:pt x="67875" y="225325"/>
                </a:lnTo>
                <a:lnTo>
                  <a:pt x="83807" y="180833"/>
                </a:lnTo>
                <a:lnTo>
                  <a:pt x="108798" y="141563"/>
                </a:lnTo>
                <a:lnTo>
                  <a:pt x="141567" y="108795"/>
                </a:lnTo>
                <a:lnTo>
                  <a:pt x="180837" y="83806"/>
                </a:lnTo>
                <a:lnTo>
                  <a:pt x="225328" y="67875"/>
                </a:lnTo>
                <a:lnTo>
                  <a:pt x="273761" y="62280"/>
                </a:lnTo>
                <a:lnTo>
                  <a:pt x="446957" y="62280"/>
                </a:lnTo>
                <a:lnTo>
                  <a:pt x="411821" y="37426"/>
                </a:lnTo>
                <a:lnTo>
                  <a:pt x="369184" y="17153"/>
                </a:lnTo>
                <a:lnTo>
                  <a:pt x="322905" y="4418"/>
                </a:lnTo>
                <a:lnTo>
                  <a:pt x="273761" y="0"/>
                </a:lnTo>
                <a:close/>
              </a:path>
              <a:path w="548004" h="548004">
                <a:moveTo>
                  <a:pt x="446957" y="62280"/>
                </a:moveTo>
                <a:lnTo>
                  <a:pt x="273761" y="62280"/>
                </a:lnTo>
                <a:lnTo>
                  <a:pt x="322190" y="67875"/>
                </a:lnTo>
                <a:lnTo>
                  <a:pt x="366678" y="83806"/>
                </a:lnTo>
                <a:lnTo>
                  <a:pt x="405946" y="108795"/>
                </a:lnTo>
                <a:lnTo>
                  <a:pt x="438714" y="141563"/>
                </a:lnTo>
                <a:lnTo>
                  <a:pt x="463704" y="180833"/>
                </a:lnTo>
                <a:lnTo>
                  <a:pt x="479636" y="225325"/>
                </a:lnTo>
                <a:lnTo>
                  <a:pt x="485231" y="273761"/>
                </a:lnTo>
                <a:lnTo>
                  <a:pt x="479636" y="322189"/>
                </a:lnTo>
                <a:lnTo>
                  <a:pt x="463704" y="366676"/>
                </a:lnTo>
                <a:lnTo>
                  <a:pt x="438714" y="405941"/>
                </a:lnTo>
                <a:lnTo>
                  <a:pt x="405946" y="438708"/>
                </a:lnTo>
                <a:lnTo>
                  <a:pt x="366678" y="463695"/>
                </a:lnTo>
                <a:lnTo>
                  <a:pt x="322190" y="479626"/>
                </a:lnTo>
                <a:lnTo>
                  <a:pt x="273761" y="485220"/>
                </a:lnTo>
                <a:lnTo>
                  <a:pt x="446959" y="485220"/>
                </a:lnTo>
                <a:lnTo>
                  <a:pt x="483050" y="450032"/>
                </a:lnTo>
                <a:lnTo>
                  <a:pt x="510083" y="411819"/>
                </a:lnTo>
                <a:lnTo>
                  <a:pt x="530357" y="369183"/>
                </a:lnTo>
                <a:lnTo>
                  <a:pt x="543093" y="322904"/>
                </a:lnTo>
                <a:lnTo>
                  <a:pt x="547512" y="273761"/>
                </a:lnTo>
                <a:lnTo>
                  <a:pt x="543093" y="224611"/>
                </a:lnTo>
                <a:lnTo>
                  <a:pt x="530357" y="178327"/>
                </a:lnTo>
                <a:lnTo>
                  <a:pt x="510083" y="135688"/>
                </a:lnTo>
                <a:lnTo>
                  <a:pt x="483050" y="97472"/>
                </a:lnTo>
                <a:lnTo>
                  <a:pt x="450036" y="64459"/>
                </a:lnTo>
                <a:lnTo>
                  <a:pt x="446957" y="62280"/>
                </a:lnTo>
                <a:close/>
              </a:path>
            </a:pathLst>
          </a:custGeom>
          <a:solidFill>
            <a:srgbClr val="6CA98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9" name="object 329" descr=""/>
          <p:cNvPicPr/>
          <p:nvPr/>
        </p:nvPicPr>
        <p:blipFill>
          <a:blip r:embed="rId116" cstate="print"/>
          <a:stretch>
            <a:fillRect/>
          </a:stretch>
        </p:blipFill>
        <p:spPr>
          <a:xfrm>
            <a:off x="11937655" y="7644060"/>
            <a:ext cx="784749" cy="629584"/>
          </a:xfrm>
          <a:prstGeom prst="rect">
            <a:avLst/>
          </a:prstGeom>
        </p:spPr>
      </p:pic>
      <p:grpSp>
        <p:nvGrpSpPr>
          <p:cNvPr id="330" name="object 330" descr=""/>
          <p:cNvGrpSpPr/>
          <p:nvPr/>
        </p:nvGrpSpPr>
        <p:grpSpPr>
          <a:xfrm>
            <a:off x="12023077" y="7304032"/>
            <a:ext cx="375920" cy="360680"/>
            <a:chOff x="12023077" y="7304032"/>
            <a:chExt cx="375920" cy="360680"/>
          </a:xfrm>
        </p:grpSpPr>
        <p:sp>
          <p:nvSpPr>
            <p:cNvPr id="331" name="object 331" descr=""/>
            <p:cNvSpPr/>
            <p:nvPr/>
          </p:nvSpPr>
          <p:spPr>
            <a:xfrm>
              <a:off x="12023077" y="7304032"/>
              <a:ext cx="264160" cy="267335"/>
            </a:xfrm>
            <a:custGeom>
              <a:avLst/>
              <a:gdLst/>
              <a:ahLst/>
              <a:cxnLst/>
              <a:rect l="l" t="t" r="r" b="b"/>
              <a:pathLst>
                <a:path w="264159" h="267334">
                  <a:moveTo>
                    <a:pt x="31344" y="0"/>
                  </a:moveTo>
                  <a:lnTo>
                    <a:pt x="19595" y="2180"/>
                  </a:lnTo>
                  <a:lnTo>
                    <a:pt x="9258" y="8914"/>
                  </a:lnTo>
                  <a:lnTo>
                    <a:pt x="2363" y="19145"/>
                  </a:lnTo>
                  <a:lnTo>
                    <a:pt x="0" y="30859"/>
                  </a:lnTo>
                  <a:lnTo>
                    <a:pt x="2179" y="42607"/>
                  </a:lnTo>
                  <a:lnTo>
                    <a:pt x="8913" y="52944"/>
                  </a:lnTo>
                  <a:lnTo>
                    <a:pt x="210666" y="257870"/>
                  </a:lnTo>
                  <a:lnTo>
                    <a:pt x="220901" y="264764"/>
                  </a:lnTo>
                  <a:lnTo>
                    <a:pt x="232615" y="267125"/>
                  </a:lnTo>
                  <a:lnTo>
                    <a:pt x="244365" y="264945"/>
                  </a:lnTo>
                  <a:lnTo>
                    <a:pt x="254706" y="258215"/>
                  </a:lnTo>
                  <a:lnTo>
                    <a:pt x="261596" y="247980"/>
                  </a:lnTo>
                  <a:lnTo>
                    <a:pt x="263957" y="236266"/>
                  </a:lnTo>
                  <a:lnTo>
                    <a:pt x="261780" y="224517"/>
                  </a:lnTo>
                  <a:lnTo>
                    <a:pt x="255052" y="214175"/>
                  </a:lnTo>
                  <a:lnTo>
                    <a:pt x="53288" y="9249"/>
                  </a:lnTo>
                  <a:lnTo>
                    <a:pt x="43057" y="2360"/>
                  </a:lnTo>
                  <a:lnTo>
                    <a:pt x="31344" y="0"/>
                  </a:lnTo>
                  <a:close/>
                </a:path>
              </a:pathLst>
            </a:custGeom>
            <a:solidFill>
              <a:srgbClr val="6CA98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2" name="object 332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2179632" y="7464662"/>
              <a:ext cx="218875" cy="199952"/>
            </a:xfrm>
            <a:prstGeom prst="rect">
              <a:avLst/>
            </a:prstGeom>
          </p:spPr>
        </p:pic>
      </p:grpSp>
      <p:grpSp>
        <p:nvGrpSpPr>
          <p:cNvPr id="333" name="object 333" descr=""/>
          <p:cNvGrpSpPr/>
          <p:nvPr/>
        </p:nvGrpSpPr>
        <p:grpSpPr>
          <a:xfrm>
            <a:off x="11008588" y="7719356"/>
            <a:ext cx="1082040" cy="1323340"/>
            <a:chOff x="11008588" y="7719356"/>
            <a:chExt cx="1082040" cy="1323340"/>
          </a:xfrm>
        </p:grpSpPr>
        <p:sp>
          <p:nvSpPr>
            <p:cNvPr id="334" name="object 334" descr=""/>
            <p:cNvSpPr/>
            <p:nvPr/>
          </p:nvSpPr>
          <p:spPr>
            <a:xfrm>
              <a:off x="11289991" y="7825447"/>
              <a:ext cx="509905" cy="955040"/>
            </a:xfrm>
            <a:custGeom>
              <a:avLst/>
              <a:gdLst/>
              <a:ahLst/>
              <a:cxnLst/>
              <a:rect l="l" t="t" r="r" b="b"/>
              <a:pathLst>
                <a:path w="509904" h="955040">
                  <a:moveTo>
                    <a:pt x="509743" y="0"/>
                  </a:moveTo>
                  <a:lnTo>
                    <a:pt x="0" y="0"/>
                  </a:lnTo>
                  <a:lnTo>
                    <a:pt x="0" y="954798"/>
                  </a:lnTo>
                  <a:lnTo>
                    <a:pt x="509743" y="954798"/>
                  </a:lnTo>
                  <a:lnTo>
                    <a:pt x="509743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5" name="object 335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1008588" y="7803751"/>
              <a:ext cx="299517" cy="992337"/>
            </a:xfrm>
            <a:prstGeom prst="rect">
              <a:avLst/>
            </a:prstGeom>
          </p:spPr>
        </p:pic>
        <p:pic>
          <p:nvPicPr>
            <p:cNvPr id="336" name="object 336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1791097" y="7803752"/>
              <a:ext cx="299523" cy="992337"/>
            </a:xfrm>
            <a:prstGeom prst="rect">
              <a:avLst/>
            </a:prstGeom>
          </p:spPr>
        </p:pic>
        <p:pic>
          <p:nvPicPr>
            <p:cNvPr id="337" name="object 337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1339141" y="7719356"/>
              <a:ext cx="420908" cy="1323027"/>
            </a:xfrm>
            <a:prstGeom prst="rect">
              <a:avLst/>
            </a:prstGeom>
          </p:spPr>
        </p:pic>
      </p:grpSp>
      <p:pic>
        <p:nvPicPr>
          <p:cNvPr id="338" name="object 338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11648378" y="7397596"/>
            <a:ext cx="60982" cy="29842"/>
          </a:xfrm>
          <a:prstGeom prst="rect">
            <a:avLst/>
          </a:prstGeom>
        </p:spPr>
      </p:pic>
      <p:pic>
        <p:nvPicPr>
          <p:cNvPr id="339" name="object 339" descr=""/>
          <p:cNvPicPr/>
          <p:nvPr/>
        </p:nvPicPr>
        <p:blipFill>
          <a:blip r:embed="rId121" cstate="print"/>
          <a:stretch>
            <a:fillRect/>
          </a:stretch>
        </p:blipFill>
        <p:spPr>
          <a:xfrm>
            <a:off x="9457196" y="4430213"/>
            <a:ext cx="158279" cy="158280"/>
          </a:xfrm>
          <a:prstGeom prst="rect">
            <a:avLst/>
          </a:prstGeom>
        </p:spPr>
      </p:pic>
      <p:grpSp>
        <p:nvGrpSpPr>
          <p:cNvPr id="340" name="object 340" descr=""/>
          <p:cNvGrpSpPr/>
          <p:nvPr/>
        </p:nvGrpSpPr>
        <p:grpSpPr>
          <a:xfrm>
            <a:off x="8884964" y="3757052"/>
            <a:ext cx="875665" cy="899160"/>
            <a:chOff x="8884964" y="3757052"/>
            <a:chExt cx="875665" cy="899160"/>
          </a:xfrm>
        </p:grpSpPr>
        <p:pic>
          <p:nvPicPr>
            <p:cNvPr id="341" name="object 341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9436238" y="3757052"/>
              <a:ext cx="157789" cy="157789"/>
            </a:xfrm>
            <a:prstGeom prst="rect">
              <a:avLst/>
            </a:prstGeom>
          </p:spPr>
        </p:pic>
        <p:pic>
          <p:nvPicPr>
            <p:cNvPr id="342" name="object 342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8884964" y="3849202"/>
              <a:ext cx="875607" cy="806604"/>
            </a:xfrm>
            <a:prstGeom prst="rect">
              <a:avLst/>
            </a:prstGeom>
          </p:spPr>
        </p:pic>
      </p:grpSp>
      <p:sp>
        <p:nvSpPr>
          <p:cNvPr id="343" name="object 343" descr=""/>
          <p:cNvSpPr/>
          <p:nvPr/>
        </p:nvSpPr>
        <p:spPr>
          <a:xfrm>
            <a:off x="8448485" y="4243713"/>
            <a:ext cx="213360" cy="243840"/>
          </a:xfrm>
          <a:custGeom>
            <a:avLst/>
            <a:gdLst/>
            <a:ahLst/>
            <a:cxnLst/>
            <a:rect l="l" t="t" r="r" b="b"/>
            <a:pathLst>
              <a:path w="213359" h="243839">
                <a:moveTo>
                  <a:pt x="212967" y="0"/>
                </a:moveTo>
                <a:lnTo>
                  <a:pt x="0" y="0"/>
                </a:lnTo>
                <a:lnTo>
                  <a:pt x="0" y="243825"/>
                </a:lnTo>
                <a:lnTo>
                  <a:pt x="212967" y="243825"/>
                </a:lnTo>
                <a:lnTo>
                  <a:pt x="21296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4" name="object 344" descr=""/>
          <p:cNvGrpSpPr/>
          <p:nvPr/>
        </p:nvGrpSpPr>
        <p:grpSpPr>
          <a:xfrm>
            <a:off x="8998546" y="3694171"/>
            <a:ext cx="329565" cy="390525"/>
            <a:chOff x="8998546" y="3694171"/>
            <a:chExt cx="329565" cy="390525"/>
          </a:xfrm>
        </p:grpSpPr>
        <p:sp>
          <p:nvSpPr>
            <p:cNvPr id="345" name="object 345" descr=""/>
            <p:cNvSpPr/>
            <p:nvPr/>
          </p:nvSpPr>
          <p:spPr>
            <a:xfrm>
              <a:off x="8998546" y="3694171"/>
              <a:ext cx="261620" cy="390525"/>
            </a:xfrm>
            <a:custGeom>
              <a:avLst/>
              <a:gdLst/>
              <a:ahLst/>
              <a:cxnLst/>
              <a:rect l="l" t="t" r="r" b="b"/>
              <a:pathLst>
                <a:path w="261620" h="390525">
                  <a:moveTo>
                    <a:pt x="261175" y="0"/>
                  </a:moveTo>
                  <a:lnTo>
                    <a:pt x="103085" y="0"/>
                  </a:lnTo>
                  <a:lnTo>
                    <a:pt x="63058" y="8133"/>
                  </a:lnTo>
                  <a:lnTo>
                    <a:pt x="30280" y="30280"/>
                  </a:lnTo>
                  <a:lnTo>
                    <a:pt x="8133" y="63058"/>
                  </a:lnTo>
                  <a:lnTo>
                    <a:pt x="0" y="103085"/>
                  </a:lnTo>
                  <a:lnTo>
                    <a:pt x="0" y="287436"/>
                  </a:lnTo>
                  <a:lnTo>
                    <a:pt x="8133" y="327463"/>
                  </a:lnTo>
                  <a:lnTo>
                    <a:pt x="30280" y="360241"/>
                  </a:lnTo>
                  <a:lnTo>
                    <a:pt x="63058" y="382388"/>
                  </a:lnTo>
                  <a:lnTo>
                    <a:pt x="103085" y="390522"/>
                  </a:lnTo>
                  <a:lnTo>
                    <a:pt x="261175" y="390522"/>
                  </a:lnTo>
                  <a:lnTo>
                    <a:pt x="26117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9274583" y="3694171"/>
              <a:ext cx="53340" cy="390525"/>
            </a:xfrm>
            <a:custGeom>
              <a:avLst/>
              <a:gdLst/>
              <a:ahLst/>
              <a:cxnLst/>
              <a:rect l="l" t="t" r="r" b="b"/>
              <a:pathLst>
                <a:path w="53340" h="390525">
                  <a:moveTo>
                    <a:pt x="13633" y="0"/>
                  </a:moveTo>
                  <a:lnTo>
                    <a:pt x="0" y="0"/>
                  </a:lnTo>
                  <a:lnTo>
                    <a:pt x="0" y="390522"/>
                  </a:lnTo>
                  <a:lnTo>
                    <a:pt x="13633" y="390522"/>
                  </a:lnTo>
                  <a:lnTo>
                    <a:pt x="28933" y="387412"/>
                  </a:lnTo>
                  <a:lnTo>
                    <a:pt x="41462" y="378945"/>
                  </a:lnTo>
                  <a:lnTo>
                    <a:pt x="49926" y="366416"/>
                  </a:lnTo>
                  <a:lnTo>
                    <a:pt x="53035" y="351120"/>
                  </a:lnTo>
                  <a:lnTo>
                    <a:pt x="53035" y="39401"/>
                  </a:lnTo>
                  <a:lnTo>
                    <a:pt x="49926" y="24101"/>
                  </a:lnTo>
                  <a:lnTo>
                    <a:pt x="41462" y="11572"/>
                  </a:lnTo>
                  <a:lnTo>
                    <a:pt x="28933" y="3108"/>
                  </a:lnTo>
                  <a:lnTo>
                    <a:pt x="13633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9258974" y="3709541"/>
              <a:ext cx="15240" cy="349885"/>
            </a:xfrm>
            <a:custGeom>
              <a:avLst/>
              <a:gdLst/>
              <a:ahLst/>
              <a:cxnLst/>
              <a:rect l="l" t="t" r="r" b="b"/>
              <a:pathLst>
                <a:path w="15240" h="349885">
                  <a:moveTo>
                    <a:pt x="14868" y="0"/>
                  </a:moveTo>
                  <a:lnTo>
                    <a:pt x="0" y="0"/>
                  </a:lnTo>
                  <a:lnTo>
                    <a:pt x="0" y="349382"/>
                  </a:lnTo>
                  <a:lnTo>
                    <a:pt x="14868" y="349382"/>
                  </a:lnTo>
                  <a:lnTo>
                    <a:pt x="14868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8" name="object 348" descr=""/>
          <p:cNvGrpSpPr/>
          <p:nvPr/>
        </p:nvGrpSpPr>
        <p:grpSpPr>
          <a:xfrm>
            <a:off x="7839876" y="3206520"/>
            <a:ext cx="1395095" cy="1096645"/>
            <a:chOff x="7839876" y="3206520"/>
            <a:chExt cx="1395095" cy="1096645"/>
          </a:xfrm>
        </p:grpSpPr>
        <p:sp>
          <p:nvSpPr>
            <p:cNvPr id="349" name="object 349" descr=""/>
            <p:cNvSpPr/>
            <p:nvPr/>
          </p:nvSpPr>
          <p:spPr>
            <a:xfrm>
              <a:off x="7907774" y="3694171"/>
              <a:ext cx="261620" cy="390525"/>
            </a:xfrm>
            <a:custGeom>
              <a:avLst/>
              <a:gdLst/>
              <a:ahLst/>
              <a:cxnLst/>
              <a:rect l="l" t="t" r="r" b="b"/>
              <a:pathLst>
                <a:path w="261620" h="390525">
                  <a:moveTo>
                    <a:pt x="158089" y="0"/>
                  </a:moveTo>
                  <a:lnTo>
                    <a:pt x="0" y="0"/>
                  </a:lnTo>
                  <a:lnTo>
                    <a:pt x="0" y="390522"/>
                  </a:lnTo>
                  <a:lnTo>
                    <a:pt x="158089" y="390522"/>
                  </a:lnTo>
                  <a:lnTo>
                    <a:pt x="198116" y="382388"/>
                  </a:lnTo>
                  <a:lnTo>
                    <a:pt x="230894" y="360241"/>
                  </a:lnTo>
                  <a:lnTo>
                    <a:pt x="253041" y="327463"/>
                  </a:lnTo>
                  <a:lnTo>
                    <a:pt x="261175" y="287436"/>
                  </a:lnTo>
                  <a:lnTo>
                    <a:pt x="261175" y="103085"/>
                  </a:lnTo>
                  <a:lnTo>
                    <a:pt x="253041" y="63058"/>
                  </a:lnTo>
                  <a:lnTo>
                    <a:pt x="230894" y="30280"/>
                  </a:lnTo>
                  <a:lnTo>
                    <a:pt x="198116" y="8133"/>
                  </a:lnTo>
                  <a:lnTo>
                    <a:pt x="158089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7839876" y="3694171"/>
              <a:ext cx="53340" cy="390525"/>
            </a:xfrm>
            <a:custGeom>
              <a:avLst/>
              <a:gdLst/>
              <a:ahLst/>
              <a:cxnLst/>
              <a:rect l="l" t="t" r="r" b="b"/>
              <a:pathLst>
                <a:path w="53340" h="390525">
                  <a:moveTo>
                    <a:pt x="53035" y="0"/>
                  </a:moveTo>
                  <a:lnTo>
                    <a:pt x="39401" y="0"/>
                  </a:lnTo>
                  <a:lnTo>
                    <a:pt x="24105" y="3108"/>
                  </a:lnTo>
                  <a:lnTo>
                    <a:pt x="11576" y="11572"/>
                  </a:lnTo>
                  <a:lnTo>
                    <a:pt x="3110" y="24101"/>
                  </a:lnTo>
                  <a:lnTo>
                    <a:pt x="0" y="39401"/>
                  </a:lnTo>
                  <a:lnTo>
                    <a:pt x="0" y="351120"/>
                  </a:lnTo>
                  <a:lnTo>
                    <a:pt x="3110" y="366416"/>
                  </a:lnTo>
                  <a:lnTo>
                    <a:pt x="11576" y="378945"/>
                  </a:lnTo>
                  <a:lnTo>
                    <a:pt x="24105" y="387412"/>
                  </a:lnTo>
                  <a:lnTo>
                    <a:pt x="39401" y="390522"/>
                  </a:lnTo>
                  <a:lnTo>
                    <a:pt x="53035" y="390522"/>
                  </a:lnTo>
                  <a:lnTo>
                    <a:pt x="53035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7893654" y="3709541"/>
              <a:ext cx="15240" cy="349885"/>
            </a:xfrm>
            <a:custGeom>
              <a:avLst/>
              <a:gdLst/>
              <a:ahLst/>
              <a:cxnLst/>
              <a:rect l="l" t="t" r="r" b="b"/>
              <a:pathLst>
                <a:path w="15240" h="349885">
                  <a:moveTo>
                    <a:pt x="14868" y="0"/>
                  </a:moveTo>
                  <a:lnTo>
                    <a:pt x="0" y="0"/>
                  </a:lnTo>
                  <a:lnTo>
                    <a:pt x="0" y="349382"/>
                  </a:lnTo>
                  <a:lnTo>
                    <a:pt x="14868" y="349382"/>
                  </a:lnTo>
                  <a:lnTo>
                    <a:pt x="14868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2" name="object 352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7937999" y="3433644"/>
              <a:ext cx="1296442" cy="869104"/>
            </a:xfrm>
            <a:prstGeom prst="rect">
              <a:avLst/>
            </a:prstGeom>
          </p:spPr>
        </p:pic>
        <p:pic>
          <p:nvPicPr>
            <p:cNvPr id="353" name="object 353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8118381" y="3206520"/>
              <a:ext cx="916715" cy="569758"/>
            </a:xfrm>
            <a:prstGeom prst="rect">
              <a:avLst/>
            </a:prstGeom>
          </p:spPr>
        </p:pic>
        <p:pic>
          <p:nvPicPr>
            <p:cNvPr id="354" name="object 354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8051178" y="3650841"/>
              <a:ext cx="1054606" cy="402417"/>
            </a:xfrm>
            <a:prstGeom prst="rect">
              <a:avLst/>
            </a:prstGeom>
          </p:spPr>
        </p:pic>
      </p:grpSp>
      <p:pic>
        <p:nvPicPr>
          <p:cNvPr id="355" name="object 355" descr=""/>
          <p:cNvPicPr/>
          <p:nvPr/>
        </p:nvPicPr>
        <p:blipFill>
          <a:blip r:embed="rId127" cstate="print"/>
          <a:stretch>
            <a:fillRect/>
          </a:stretch>
        </p:blipFill>
        <p:spPr>
          <a:xfrm>
            <a:off x="8299893" y="5875308"/>
            <a:ext cx="558517" cy="202873"/>
          </a:xfrm>
          <a:prstGeom prst="rect">
            <a:avLst/>
          </a:prstGeom>
        </p:spPr>
      </p:pic>
      <p:pic>
        <p:nvPicPr>
          <p:cNvPr id="356" name="object 356" descr=""/>
          <p:cNvPicPr/>
          <p:nvPr/>
        </p:nvPicPr>
        <p:blipFill>
          <a:blip r:embed="rId128" cstate="print"/>
          <a:stretch>
            <a:fillRect/>
          </a:stretch>
        </p:blipFill>
        <p:spPr>
          <a:xfrm>
            <a:off x="8507866" y="4093540"/>
            <a:ext cx="136236" cy="62270"/>
          </a:xfrm>
          <a:prstGeom prst="rect">
            <a:avLst/>
          </a:prstGeom>
        </p:spPr>
      </p:pic>
      <p:pic>
        <p:nvPicPr>
          <p:cNvPr id="357" name="object 357" descr="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9296910" y="3687144"/>
            <a:ext cx="241406" cy="147398"/>
          </a:xfrm>
          <a:prstGeom prst="rect">
            <a:avLst/>
          </a:prstGeom>
        </p:spPr>
      </p:pic>
      <p:pic>
        <p:nvPicPr>
          <p:cNvPr id="358" name="object 358" descr="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7542822" y="4426753"/>
            <a:ext cx="730517" cy="225597"/>
          </a:xfrm>
          <a:prstGeom prst="rect">
            <a:avLst/>
          </a:prstGeom>
        </p:spPr>
      </p:pic>
      <p:grpSp>
        <p:nvGrpSpPr>
          <p:cNvPr id="359" name="object 359" descr=""/>
          <p:cNvGrpSpPr/>
          <p:nvPr/>
        </p:nvGrpSpPr>
        <p:grpSpPr>
          <a:xfrm>
            <a:off x="7397732" y="3683689"/>
            <a:ext cx="464184" cy="810895"/>
            <a:chOff x="7397732" y="3683689"/>
            <a:chExt cx="464184" cy="810895"/>
          </a:xfrm>
        </p:grpSpPr>
        <p:pic>
          <p:nvPicPr>
            <p:cNvPr id="360" name="object 360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7564271" y="3753591"/>
              <a:ext cx="157789" cy="157789"/>
            </a:xfrm>
            <a:prstGeom prst="rect">
              <a:avLst/>
            </a:prstGeom>
          </p:spPr>
        </p:pic>
        <p:pic>
          <p:nvPicPr>
            <p:cNvPr id="361" name="object 361" descr=""/>
            <p:cNvPicPr/>
            <p:nvPr/>
          </p:nvPicPr>
          <p:blipFill>
            <a:blip r:embed="rId132" cstate="print"/>
            <a:stretch>
              <a:fillRect/>
            </a:stretch>
          </p:blipFill>
          <p:spPr>
            <a:xfrm>
              <a:off x="7397732" y="3845746"/>
              <a:ext cx="331434" cy="648294"/>
            </a:xfrm>
            <a:prstGeom prst="rect">
              <a:avLst/>
            </a:prstGeom>
          </p:spPr>
        </p:pic>
        <p:pic>
          <p:nvPicPr>
            <p:cNvPr id="362" name="object 362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7619976" y="3683689"/>
              <a:ext cx="241395" cy="147398"/>
            </a:xfrm>
            <a:prstGeom prst="rect">
              <a:avLst/>
            </a:prstGeom>
          </p:spPr>
        </p:pic>
      </p:grpSp>
      <p:grpSp>
        <p:nvGrpSpPr>
          <p:cNvPr id="363" name="object 363" descr=""/>
          <p:cNvGrpSpPr/>
          <p:nvPr/>
        </p:nvGrpSpPr>
        <p:grpSpPr>
          <a:xfrm>
            <a:off x="8022597" y="4419635"/>
            <a:ext cx="1072515" cy="1311275"/>
            <a:chOff x="8022597" y="4419635"/>
            <a:chExt cx="1072515" cy="1311275"/>
          </a:xfrm>
        </p:grpSpPr>
        <p:sp>
          <p:nvSpPr>
            <p:cNvPr id="364" name="object 364" descr=""/>
            <p:cNvSpPr/>
            <p:nvPr/>
          </p:nvSpPr>
          <p:spPr>
            <a:xfrm>
              <a:off x="8301380" y="4524741"/>
              <a:ext cx="505459" cy="946150"/>
            </a:xfrm>
            <a:custGeom>
              <a:avLst/>
              <a:gdLst/>
              <a:ahLst/>
              <a:cxnLst/>
              <a:rect l="l" t="t" r="r" b="b"/>
              <a:pathLst>
                <a:path w="505459" h="946150">
                  <a:moveTo>
                    <a:pt x="505000" y="0"/>
                  </a:moveTo>
                  <a:lnTo>
                    <a:pt x="0" y="0"/>
                  </a:lnTo>
                  <a:lnTo>
                    <a:pt x="0" y="945908"/>
                  </a:lnTo>
                  <a:lnTo>
                    <a:pt x="505000" y="945908"/>
                  </a:lnTo>
                  <a:lnTo>
                    <a:pt x="505000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5" name="object 365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8022597" y="4503244"/>
              <a:ext cx="296720" cy="983103"/>
            </a:xfrm>
            <a:prstGeom prst="rect">
              <a:avLst/>
            </a:prstGeom>
          </p:spPr>
        </p:pic>
        <p:pic>
          <p:nvPicPr>
            <p:cNvPr id="366" name="object 366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8797825" y="4503245"/>
              <a:ext cx="296727" cy="983103"/>
            </a:xfrm>
            <a:prstGeom prst="rect">
              <a:avLst/>
            </a:prstGeom>
          </p:spPr>
        </p:pic>
        <p:pic>
          <p:nvPicPr>
            <p:cNvPr id="367" name="object 367" descr=""/>
            <p:cNvPicPr/>
            <p:nvPr/>
          </p:nvPicPr>
          <p:blipFill>
            <a:blip r:embed="rId136" cstate="print"/>
            <a:stretch>
              <a:fillRect/>
            </a:stretch>
          </p:blipFill>
          <p:spPr>
            <a:xfrm>
              <a:off x="8350090" y="4419635"/>
              <a:ext cx="416982" cy="1310724"/>
            </a:xfrm>
            <a:prstGeom prst="rect">
              <a:avLst/>
            </a:prstGeom>
          </p:spPr>
        </p:pic>
      </p:grpSp>
      <p:grpSp>
        <p:nvGrpSpPr>
          <p:cNvPr id="368" name="object 368" descr=""/>
          <p:cNvGrpSpPr/>
          <p:nvPr/>
        </p:nvGrpSpPr>
        <p:grpSpPr>
          <a:xfrm>
            <a:off x="8733576" y="2776041"/>
            <a:ext cx="713740" cy="487680"/>
            <a:chOff x="8733576" y="2776041"/>
            <a:chExt cx="713740" cy="487680"/>
          </a:xfrm>
        </p:grpSpPr>
        <p:pic>
          <p:nvPicPr>
            <p:cNvPr id="369" name="object 369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9169832" y="2917466"/>
              <a:ext cx="79903" cy="79898"/>
            </a:xfrm>
            <a:prstGeom prst="rect">
              <a:avLst/>
            </a:prstGeom>
          </p:spPr>
        </p:pic>
        <p:pic>
          <p:nvPicPr>
            <p:cNvPr id="370" name="object 370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9050904" y="2917466"/>
              <a:ext cx="79903" cy="79898"/>
            </a:xfrm>
            <a:prstGeom prst="rect">
              <a:avLst/>
            </a:prstGeom>
          </p:spPr>
        </p:pic>
        <p:pic>
          <p:nvPicPr>
            <p:cNvPr id="371" name="object 371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8933818" y="2917466"/>
              <a:ext cx="79903" cy="79898"/>
            </a:xfrm>
            <a:prstGeom prst="rect">
              <a:avLst/>
            </a:prstGeom>
          </p:spPr>
        </p:pic>
        <p:pic>
          <p:nvPicPr>
            <p:cNvPr id="372" name="object 372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8733576" y="2776041"/>
              <a:ext cx="713590" cy="487472"/>
            </a:xfrm>
            <a:prstGeom prst="rect">
              <a:avLst/>
            </a:prstGeom>
          </p:spPr>
        </p:pic>
      </p:grpSp>
      <p:grpSp>
        <p:nvGrpSpPr>
          <p:cNvPr id="373" name="object 373" descr=""/>
          <p:cNvGrpSpPr/>
          <p:nvPr/>
        </p:nvGrpSpPr>
        <p:grpSpPr>
          <a:xfrm>
            <a:off x="7723356" y="3087529"/>
            <a:ext cx="427990" cy="304165"/>
            <a:chOff x="7723356" y="3087529"/>
            <a:chExt cx="427990" cy="304165"/>
          </a:xfrm>
        </p:grpSpPr>
        <p:sp>
          <p:nvSpPr>
            <p:cNvPr id="374" name="object 374" descr=""/>
            <p:cNvSpPr/>
            <p:nvPr/>
          </p:nvSpPr>
          <p:spPr>
            <a:xfrm>
              <a:off x="7843177" y="3174269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47205" y="23596"/>
                  </a:moveTo>
                  <a:lnTo>
                    <a:pt x="45351" y="14414"/>
                  </a:lnTo>
                  <a:lnTo>
                    <a:pt x="40297" y="6908"/>
                  </a:lnTo>
                  <a:lnTo>
                    <a:pt x="32791" y="1854"/>
                  </a:lnTo>
                  <a:lnTo>
                    <a:pt x="23609" y="0"/>
                  </a:lnTo>
                  <a:lnTo>
                    <a:pt x="14414" y="1854"/>
                  </a:lnTo>
                  <a:lnTo>
                    <a:pt x="6921" y="6908"/>
                  </a:lnTo>
                  <a:lnTo>
                    <a:pt x="1854" y="14414"/>
                  </a:lnTo>
                  <a:lnTo>
                    <a:pt x="0" y="23596"/>
                  </a:lnTo>
                  <a:lnTo>
                    <a:pt x="1358" y="30353"/>
                  </a:lnTo>
                  <a:lnTo>
                    <a:pt x="1574" y="31419"/>
                  </a:lnTo>
                  <a:lnTo>
                    <a:pt x="1790" y="32486"/>
                  </a:lnTo>
                  <a:lnTo>
                    <a:pt x="2514" y="33769"/>
                  </a:lnTo>
                  <a:lnTo>
                    <a:pt x="3530" y="35280"/>
                  </a:lnTo>
                  <a:lnTo>
                    <a:pt x="3670" y="35483"/>
                  </a:lnTo>
                  <a:lnTo>
                    <a:pt x="3962" y="35915"/>
                  </a:lnTo>
                  <a:lnTo>
                    <a:pt x="5943" y="38862"/>
                  </a:lnTo>
                  <a:lnTo>
                    <a:pt x="6273" y="39344"/>
                  </a:lnTo>
                  <a:lnTo>
                    <a:pt x="6565" y="39776"/>
                  </a:lnTo>
                  <a:lnTo>
                    <a:pt x="6705" y="39979"/>
                  </a:lnTo>
                  <a:lnTo>
                    <a:pt x="6858" y="40195"/>
                  </a:lnTo>
                  <a:lnTo>
                    <a:pt x="6972" y="40335"/>
                  </a:lnTo>
                  <a:lnTo>
                    <a:pt x="7099" y="40411"/>
                  </a:lnTo>
                  <a:lnTo>
                    <a:pt x="7683" y="40817"/>
                  </a:lnTo>
                  <a:lnTo>
                    <a:pt x="8661" y="41478"/>
                  </a:lnTo>
                  <a:lnTo>
                    <a:pt x="11023" y="43078"/>
                  </a:lnTo>
                  <a:lnTo>
                    <a:pt x="11214" y="43192"/>
                  </a:lnTo>
                  <a:lnTo>
                    <a:pt x="11557" y="43421"/>
                  </a:lnTo>
                  <a:lnTo>
                    <a:pt x="12890" y="44323"/>
                  </a:lnTo>
                  <a:lnTo>
                    <a:pt x="13119" y="44475"/>
                  </a:lnTo>
                  <a:lnTo>
                    <a:pt x="14414" y="45339"/>
                  </a:lnTo>
                  <a:lnTo>
                    <a:pt x="23609" y="47193"/>
                  </a:lnTo>
                  <a:lnTo>
                    <a:pt x="32791" y="45339"/>
                  </a:lnTo>
                  <a:lnTo>
                    <a:pt x="34061" y="44488"/>
                  </a:lnTo>
                  <a:lnTo>
                    <a:pt x="34239" y="44373"/>
                  </a:lnTo>
                  <a:lnTo>
                    <a:pt x="34378" y="44272"/>
                  </a:lnTo>
                  <a:lnTo>
                    <a:pt x="34544" y="44157"/>
                  </a:lnTo>
                  <a:lnTo>
                    <a:pt x="34696" y="44056"/>
                  </a:lnTo>
                  <a:lnTo>
                    <a:pt x="35026" y="43840"/>
                  </a:lnTo>
                  <a:lnTo>
                    <a:pt x="35445" y="43548"/>
                  </a:lnTo>
                  <a:lnTo>
                    <a:pt x="35648" y="43421"/>
                  </a:lnTo>
                  <a:lnTo>
                    <a:pt x="35775" y="43332"/>
                  </a:lnTo>
                  <a:lnTo>
                    <a:pt x="35979" y="43205"/>
                  </a:lnTo>
                  <a:lnTo>
                    <a:pt x="36296" y="42989"/>
                  </a:lnTo>
                  <a:lnTo>
                    <a:pt x="36614" y="42773"/>
                  </a:lnTo>
                  <a:lnTo>
                    <a:pt x="36931" y="42557"/>
                  </a:lnTo>
                  <a:lnTo>
                    <a:pt x="37249" y="42341"/>
                  </a:lnTo>
                  <a:lnTo>
                    <a:pt x="37439" y="42214"/>
                  </a:lnTo>
                  <a:lnTo>
                    <a:pt x="37566" y="42125"/>
                  </a:lnTo>
                  <a:lnTo>
                    <a:pt x="37693" y="42049"/>
                  </a:lnTo>
                  <a:lnTo>
                    <a:pt x="37846" y="41935"/>
                  </a:lnTo>
                  <a:lnTo>
                    <a:pt x="37985" y="41846"/>
                  </a:lnTo>
                  <a:lnTo>
                    <a:pt x="38201" y="41706"/>
                  </a:lnTo>
                  <a:lnTo>
                    <a:pt x="38519" y="41490"/>
                  </a:lnTo>
                  <a:lnTo>
                    <a:pt x="38646" y="41402"/>
                  </a:lnTo>
                  <a:lnTo>
                    <a:pt x="38836" y="41275"/>
                  </a:lnTo>
                  <a:lnTo>
                    <a:pt x="38963" y="41186"/>
                  </a:lnTo>
                  <a:lnTo>
                    <a:pt x="39154" y="41059"/>
                  </a:lnTo>
                  <a:lnTo>
                    <a:pt x="39281" y="40970"/>
                  </a:lnTo>
                  <a:lnTo>
                    <a:pt x="39471" y="40843"/>
                  </a:lnTo>
                  <a:lnTo>
                    <a:pt x="39598" y="40767"/>
                  </a:lnTo>
                  <a:lnTo>
                    <a:pt x="39751" y="40652"/>
                  </a:lnTo>
                  <a:lnTo>
                    <a:pt x="39916" y="40538"/>
                  </a:lnTo>
                  <a:lnTo>
                    <a:pt x="40106" y="40411"/>
                  </a:lnTo>
                  <a:lnTo>
                    <a:pt x="40259" y="40309"/>
                  </a:lnTo>
                  <a:lnTo>
                    <a:pt x="40424" y="40093"/>
                  </a:lnTo>
                  <a:lnTo>
                    <a:pt x="40576" y="39878"/>
                  </a:lnTo>
                  <a:lnTo>
                    <a:pt x="40716" y="39662"/>
                  </a:lnTo>
                  <a:lnTo>
                    <a:pt x="40855" y="39458"/>
                  </a:lnTo>
                  <a:lnTo>
                    <a:pt x="41008" y="39230"/>
                  </a:lnTo>
                  <a:lnTo>
                    <a:pt x="41160" y="39014"/>
                  </a:lnTo>
                  <a:lnTo>
                    <a:pt x="41300" y="38798"/>
                  </a:lnTo>
                  <a:lnTo>
                    <a:pt x="41440" y="38595"/>
                  </a:lnTo>
                  <a:lnTo>
                    <a:pt x="41567" y="38379"/>
                  </a:lnTo>
                  <a:lnTo>
                    <a:pt x="41706" y="38163"/>
                  </a:lnTo>
                  <a:lnTo>
                    <a:pt x="41846" y="37947"/>
                  </a:lnTo>
                  <a:lnTo>
                    <a:pt x="41986" y="37731"/>
                  </a:lnTo>
                  <a:lnTo>
                    <a:pt x="42125" y="37515"/>
                  </a:lnTo>
                  <a:lnTo>
                    <a:pt x="42265" y="37299"/>
                  </a:lnTo>
                  <a:lnTo>
                    <a:pt x="42405" y="37084"/>
                  </a:lnTo>
                  <a:lnTo>
                    <a:pt x="42545" y="36868"/>
                  </a:lnTo>
                  <a:lnTo>
                    <a:pt x="42672" y="36779"/>
                  </a:lnTo>
                  <a:lnTo>
                    <a:pt x="42684" y="36652"/>
                  </a:lnTo>
                  <a:lnTo>
                    <a:pt x="42811" y="36563"/>
                  </a:lnTo>
                  <a:lnTo>
                    <a:pt x="42824" y="36436"/>
                  </a:lnTo>
                  <a:lnTo>
                    <a:pt x="42951" y="36347"/>
                  </a:lnTo>
                  <a:lnTo>
                    <a:pt x="42964" y="36220"/>
                  </a:lnTo>
                  <a:lnTo>
                    <a:pt x="43103" y="36131"/>
                  </a:lnTo>
                  <a:lnTo>
                    <a:pt x="43116" y="35991"/>
                  </a:lnTo>
                  <a:lnTo>
                    <a:pt x="43243" y="35915"/>
                  </a:lnTo>
                  <a:lnTo>
                    <a:pt x="43256" y="35775"/>
                  </a:lnTo>
                  <a:lnTo>
                    <a:pt x="43395" y="35699"/>
                  </a:lnTo>
                  <a:lnTo>
                    <a:pt x="43395" y="35560"/>
                  </a:lnTo>
                  <a:lnTo>
                    <a:pt x="43535" y="35483"/>
                  </a:lnTo>
                  <a:lnTo>
                    <a:pt x="43535" y="35344"/>
                  </a:lnTo>
                  <a:lnTo>
                    <a:pt x="43675" y="35280"/>
                  </a:lnTo>
                  <a:lnTo>
                    <a:pt x="43688" y="35128"/>
                  </a:lnTo>
                  <a:lnTo>
                    <a:pt x="43827" y="35064"/>
                  </a:lnTo>
                  <a:lnTo>
                    <a:pt x="43840" y="34912"/>
                  </a:lnTo>
                  <a:lnTo>
                    <a:pt x="43967" y="34848"/>
                  </a:lnTo>
                  <a:lnTo>
                    <a:pt x="43992" y="34696"/>
                  </a:lnTo>
                  <a:lnTo>
                    <a:pt x="44145" y="34480"/>
                  </a:lnTo>
                  <a:lnTo>
                    <a:pt x="44297" y="34264"/>
                  </a:lnTo>
                  <a:lnTo>
                    <a:pt x="44450" y="34048"/>
                  </a:lnTo>
                  <a:lnTo>
                    <a:pt x="44602" y="33832"/>
                  </a:lnTo>
                  <a:lnTo>
                    <a:pt x="44754" y="33616"/>
                  </a:lnTo>
                  <a:lnTo>
                    <a:pt x="44907" y="33401"/>
                  </a:lnTo>
                  <a:lnTo>
                    <a:pt x="45059" y="33185"/>
                  </a:lnTo>
                  <a:lnTo>
                    <a:pt x="45212" y="32969"/>
                  </a:lnTo>
                  <a:lnTo>
                    <a:pt x="45351" y="32778"/>
                  </a:lnTo>
                  <a:lnTo>
                    <a:pt x="45389" y="32537"/>
                  </a:lnTo>
                  <a:lnTo>
                    <a:pt x="45427" y="32321"/>
                  </a:lnTo>
                  <a:lnTo>
                    <a:pt x="45466" y="32105"/>
                  </a:lnTo>
                  <a:lnTo>
                    <a:pt x="45516" y="31889"/>
                  </a:lnTo>
                  <a:lnTo>
                    <a:pt x="45554" y="31673"/>
                  </a:lnTo>
                  <a:lnTo>
                    <a:pt x="45593" y="31457"/>
                  </a:lnTo>
                  <a:lnTo>
                    <a:pt x="45631" y="31242"/>
                  </a:lnTo>
                  <a:lnTo>
                    <a:pt x="45669" y="31026"/>
                  </a:lnTo>
                  <a:lnTo>
                    <a:pt x="45707" y="30810"/>
                  </a:lnTo>
                  <a:lnTo>
                    <a:pt x="45745" y="30594"/>
                  </a:lnTo>
                  <a:lnTo>
                    <a:pt x="45783" y="30378"/>
                  </a:lnTo>
                  <a:lnTo>
                    <a:pt x="45821" y="30162"/>
                  </a:lnTo>
                  <a:lnTo>
                    <a:pt x="45859" y="29959"/>
                  </a:lnTo>
                  <a:lnTo>
                    <a:pt x="45897" y="29743"/>
                  </a:lnTo>
                  <a:lnTo>
                    <a:pt x="47205" y="23596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7843202" y="3188975"/>
              <a:ext cx="47625" cy="15240"/>
            </a:xfrm>
            <a:custGeom>
              <a:avLst/>
              <a:gdLst/>
              <a:ahLst/>
              <a:cxnLst/>
              <a:rect l="l" t="t" r="r" b="b"/>
              <a:pathLst>
                <a:path w="47625" h="15239">
                  <a:moveTo>
                    <a:pt x="45402" y="38"/>
                  </a:moveTo>
                  <a:lnTo>
                    <a:pt x="1765" y="0"/>
                  </a:lnTo>
                  <a:lnTo>
                    <a:pt x="1727" y="215"/>
                  </a:lnTo>
                  <a:lnTo>
                    <a:pt x="39801" y="127"/>
                  </a:lnTo>
                  <a:lnTo>
                    <a:pt x="45402" y="38"/>
                  </a:lnTo>
                  <a:close/>
                </a:path>
                <a:path w="47625" h="15239">
                  <a:moveTo>
                    <a:pt x="45440" y="215"/>
                  </a:moveTo>
                  <a:lnTo>
                    <a:pt x="1727" y="215"/>
                  </a:lnTo>
                  <a:lnTo>
                    <a:pt x="1689" y="419"/>
                  </a:lnTo>
                  <a:lnTo>
                    <a:pt x="39801" y="342"/>
                  </a:lnTo>
                  <a:lnTo>
                    <a:pt x="45440" y="241"/>
                  </a:lnTo>
                  <a:close/>
                </a:path>
                <a:path w="47625" h="15239">
                  <a:moveTo>
                    <a:pt x="45491" y="457"/>
                  </a:moveTo>
                  <a:lnTo>
                    <a:pt x="1689" y="431"/>
                  </a:lnTo>
                  <a:lnTo>
                    <a:pt x="1638" y="647"/>
                  </a:lnTo>
                  <a:lnTo>
                    <a:pt x="39801" y="558"/>
                  </a:lnTo>
                  <a:lnTo>
                    <a:pt x="45491" y="457"/>
                  </a:lnTo>
                  <a:close/>
                </a:path>
                <a:path w="47625" h="15239">
                  <a:moveTo>
                    <a:pt x="45529" y="647"/>
                  </a:moveTo>
                  <a:lnTo>
                    <a:pt x="1638" y="647"/>
                  </a:lnTo>
                  <a:lnTo>
                    <a:pt x="1600" y="850"/>
                  </a:lnTo>
                  <a:lnTo>
                    <a:pt x="39801" y="762"/>
                  </a:lnTo>
                  <a:lnTo>
                    <a:pt x="45529" y="673"/>
                  </a:lnTo>
                  <a:close/>
                </a:path>
                <a:path w="47625" h="15239">
                  <a:moveTo>
                    <a:pt x="45567" y="863"/>
                  </a:moveTo>
                  <a:lnTo>
                    <a:pt x="1600" y="863"/>
                  </a:lnTo>
                  <a:lnTo>
                    <a:pt x="1549" y="1066"/>
                  </a:lnTo>
                  <a:lnTo>
                    <a:pt x="39801" y="977"/>
                  </a:lnTo>
                  <a:lnTo>
                    <a:pt x="45567" y="889"/>
                  </a:lnTo>
                  <a:close/>
                </a:path>
                <a:path w="47625" h="15239">
                  <a:moveTo>
                    <a:pt x="45618" y="1104"/>
                  </a:moveTo>
                  <a:lnTo>
                    <a:pt x="1549" y="1079"/>
                  </a:lnTo>
                  <a:lnTo>
                    <a:pt x="1511" y="1282"/>
                  </a:lnTo>
                  <a:lnTo>
                    <a:pt x="39801" y="1193"/>
                  </a:lnTo>
                  <a:lnTo>
                    <a:pt x="45618" y="1104"/>
                  </a:lnTo>
                  <a:close/>
                </a:path>
                <a:path w="47625" h="15239">
                  <a:moveTo>
                    <a:pt x="45656" y="1282"/>
                  </a:moveTo>
                  <a:lnTo>
                    <a:pt x="1511" y="1282"/>
                  </a:lnTo>
                  <a:lnTo>
                    <a:pt x="1473" y="1498"/>
                  </a:lnTo>
                  <a:lnTo>
                    <a:pt x="39801" y="1409"/>
                  </a:lnTo>
                  <a:lnTo>
                    <a:pt x="45656" y="1308"/>
                  </a:lnTo>
                  <a:close/>
                </a:path>
                <a:path w="47625" h="15239">
                  <a:moveTo>
                    <a:pt x="45707" y="1524"/>
                  </a:moveTo>
                  <a:lnTo>
                    <a:pt x="1473" y="1498"/>
                  </a:lnTo>
                  <a:lnTo>
                    <a:pt x="1422" y="1714"/>
                  </a:lnTo>
                  <a:lnTo>
                    <a:pt x="39801" y="1625"/>
                  </a:lnTo>
                  <a:lnTo>
                    <a:pt x="45707" y="1524"/>
                  </a:lnTo>
                  <a:close/>
                </a:path>
                <a:path w="47625" h="15239">
                  <a:moveTo>
                    <a:pt x="45745" y="1714"/>
                  </a:moveTo>
                  <a:lnTo>
                    <a:pt x="1422" y="1714"/>
                  </a:lnTo>
                  <a:lnTo>
                    <a:pt x="1384" y="1930"/>
                  </a:lnTo>
                  <a:lnTo>
                    <a:pt x="39801" y="1841"/>
                  </a:lnTo>
                  <a:lnTo>
                    <a:pt x="45745" y="1739"/>
                  </a:lnTo>
                  <a:close/>
                </a:path>
                <a:path w="47625" h="15239">
                  <a:moveTo>
                    <a:pt x="45783" y="1930"/>
                  </a:moveTo>
                  <a:lnTo>
                    <a:pt x="1384" y="1930"/>
                  </a:lnTo>
                  <a:lnTo>
                    <a:pt x="1333" y="2146"/>
                  </a:lnTo>
                  <a:lnTo>
                    <a:pt x="39801" y="2057"/>
                  </a:lnTo>
                  <a:lnTo>
                    <a:pt x="45783" y="1955"/>
                  </a:lnTo>
                  <a:close/>
                </a:path>
                <a:path w="47625" h="15239">
                  <a:moveTo>
                    <a:pt x="45834" y="2171"/>
                  </a:moveTo>
                  <a:lnTo>
                    <a:pt x="1333" y="2146"/>
                  </a:lnTo>
                  <a:lnTo>
                    <a:pt x="1295" y="2349"/>
                  </a:lnTo>
                  <a:lnTo>
                    <a:pt x="39801" y="2260"/>
                  </a:lnTo>
                  <a:lnTo>
                    <a:pt x="45834" y="2171"/>
                  </a:lnTo>
                  <a:close/>
                </a:path>
                <a:path w="47625" h="15239">
                  <a:moveTo>
                    <a:pt x="45872" y="2362"/>
                  </a:moveTo>
                  <a:lnTo>
                    <a:pt x="1295" y="2362"/>
                  </a:lnTo>
                  <a:lnTo>
                    <a:pt x="1257" y="2565"/>
                  </a:lnTo>
                  <a:lnTo>
                    <a:pt x="39801" y="2476"/>
                  </a:lnTo>
                  <a:lnTo>
                    <a:pt x="45872" y="2374"/>
                  </a:lnTo>
                  <a:close/>
                </a:path>
                <a:path w="47625" h="15239">
                  <a:moveTo>
                    <a:pt x="45923" y="2590"/>
                  </a:moveTo>
                  <a:lnTo>
                    <a:pt x="1257" y="2578"/>
                  </a:lnTo>
                  <a:lnTo>
                    <a:pt x="1206" y="2781"/>
                  </a:lnTo>
                  <a:lnTo>
                    <a:pt x="39801" y="2692"/>
                  </a:lnTo>
                  <a:lnTo>
                    <a:pt x="45923" y="2590"/>
                  </a:lnTo>
                  <a:close/>
                </a:path>
                <a:path w="47625" h="15239">
                  <a:moveTo>
                    <a:pt x="45961" y="14998"/>
                  </a:moveTo>
                  <a:lnTo>
                    <a:pt x="1206" y="14998"/>
                  </a:lnTo>
                  <a:lnTo>
                    <a:pt x="1257" y="15201"/>
                  </a:lnTo>
                  <a:lnTo>
                    <a:pt x="39801" y="15125"/>
                  </a:lnTo>
                  <a:lnTo>
                    <a:pt x="45948" y="15024"/>
                  </a:lnTo>
                  <a:close/>
                </a:path>
                <a:path w="47625" h="15239">
                  <a:moveTo>
                    <a:pt x="45999" y="14782"/>
                  </a:moveTo>
                  <a:lnTo>
                    <a:pt x="1168" y="14782"/>
                  </a:lnTo>
                  <a:lnTo>
                    <a:pt x="1206" y="14998"/>
                  </a:lnTo>
                  <a:lnTo>
                    <a:pt x="39801" y="14909"/>
                  </a:lnTo>
                  <a:lnTo>
                    <a:pt x="45999" y="14808"/>
                  </a:lnTo>
                  <a:close/>
                </a:path>
                <a:path w="47625" h="15239">
                  <a:moveTo>
                    <a:pt x="45999" y="2997"/>
                  </a:moveTo>
                  <a:lnTo>
                    <a:pt x="5994" y="2997"/>
                  </a:lnTo>
                  <a:lnTo>
                    <a:pt x="39801" y="2908"/>
                  </a:lnTo>
                  <a:lnTo>
                    <a:pt x="45961" y="2806"/>
                  </a:lnTo>
                  <a:lnTo>
                    <a:pt x="1206" y="2781"/>
                  </a:lnTo>
                  <a:lnTo>
                    <a:pt x="1168" y="2997"/>
                  </a:lnTo>
                  <a:lnTo>
                    <a:pt x="1117" y="3213"/>
                  </a:lnTo>
                  <a:lnTo>
                    <a:pt x="39801" y="3124"/>
                  </a:lnTo>
                  <a:lnTo>
                    <a:pt x="45999" y="3022"/>
                  </a:lnTo>
                  <a:close/>
                </a:path>
                <a:path w="47625" h="15239">
                  <a:moveTo>
                    <a:pt x="46037" y="14566"/>
                  </a:moveTo>
                  <a:lnTo>
                    <a:pt x="1117" y="14566"/>
                  </a:lnTo>
                  <a:lnTo>
                    <a:pt x="1168" y="14782"/>
                  </a:lnTo>
                  <a:lnTo>
                    <a:pt x="39801" y="14693"/>
                  </a:lnTo>
                  <a:lnTo>
                    <a:pt x="46037" y="14592"/>
                  </a:lnTo>
                  <a:close/>
                </a:path>
                <a:path w="47625" h="15239">
                  <a:moveTo>
                    <a:pt x="46050" y="3238"/>
                  </a:moveTo>
                  <a:lnTo>
                    <a:pt x="1117" y="3213"/>
                  </a:lnTo>
                  <a:lnTo>
                    <a:pt x="1079" y="3429"/>
                  </a:lnTo>
                  <a:lnTo>
                    <a:pt x="39801" y="3340"/>
                  </a:lnTo>
                  <a:lnTo>
                    <a:pt x="46050" y="3238"/>
                  </a:lnTo>
                  <a:close/>
                </a:path>
                <a:path w="47625" h="15239">
                  <a:moveTo>
                    <a:pt x="46088" y="14351"/>
                  </a:moveTo>
                  <a:lnTo>
                    <a:pt x="1079" y="14351"/>
                  </a:lnTo>
                  <a:lnTo>
                    <a:pt x="1117" y="14566"/>
                  </a:lnTo>
                  <a:lnTo>
                    <a:pt x="39801" y="14478"/>
                  </a:lnTo>
                  <a:lnTo>
                    <a:pt x="46088" y="14376"/>
                  </a:lnTo>
                  <a:close/>
                </a:path>
                <a:path w="47625" h="15239">
                  <a:moveTo>
                    <a:pt x="46088" y="3429"/>
                  </a:moveTo>
                  <a:lnTo>
                    <a:pt x="1079" y="3429"/>
                  </a:lnTo>
                  <a:lnTo>
                    <a:pt x="1041" y="3644"/>
                  </a:lnTo>
                  <a:lnTo>
                    <a:pt x="39801" y="3556"/>
                  </a:lnTo>
                  <a:lnTo>
                    <a:pt x="46088" y="3454"/>
                  </a:lnTo>
                  <a:close/>
                </a:path>
                <a:path w="47625" h="15239">
                  <a:moveTo>
                    <a:pt x="46126" y="14147"/>
                  </a:moveTo>
                  <a:lnTo>
                    <a:pt x="1041" y="14147"/>
                  </a:lnTo>
                  <a:lnTo>
                    <a:pt x="1079" y="14351"/>
                  </a:lnTo>
                  <a:lnTo>
                    <a:pt x="39801" y="14262"/>
                  </a:lnTo>
                  <a:lnTo>
                    <a:pt x="46126" y="14160"/>
                  </a:lnTo>
                  <a:close/>
                </a:path>
                <a:path w="47625" h="15239">
                  <a:moveTo>
                    <a:pt x="46139" y="3657"/>
                  </a:moveTo>
                  <a:lnTo>
                    <a:pt x="1041" y="3644"/>
                  </a:lnTo>
                  <a:lnTo>
                    <a:pt x="990" y="3848"/>
                  </a:lnTo>
                  <a:lnTo>
                    <a:pt x="39801" y="3759"/>
                  </a:lnTo>
                  <a:lnTo>
                    <a:pt x="46139" y="3657"/>
                  </a:lnTo>
                  <a:close/>
                </a:path>
                <a:path w="47625" h="15239">
                  <a:moveTo>
                    <a:pt x="46177" y="13931"/>
                  </a:moveTo>
                  <a:lnTo>
                    <a:pt x="990" y="13931"/>
                  </a:lnTo>
                  <a:lnTo>
                    <a:pt x="1041" y="14135"/>
                  </a:lnTo>
                  <a:lnTo>
                    <a:pt x="39801" y="14046"/>
                  </a:lnTo>
                  <a:lnTo>
                    <a:pt x="46164" y="13944"/>
                  </a:lnTo>
                  <a:close/>
                </a:path>
                <a:path w="47625" h="15239">
                  <a:moveTo>
                    <a:pt x="46177" y="3860"/>
                  </a:moveTo>
                  <a:lnTo>
                    <a:pt x="990" y="3860"/>
                  </a:lnTo>
                  <a:lnTo>
                    <a:pt x="952" y="4076"/>
                  </a:lnTo>
                  <a:lnTo>
                    <a:pt x="39801" y="3987"/>
                  </a:lnTo>
                  <a:lnTo>
                    <a:pt x="46177" y="3873"/>
                  </a:lnTo>
                  <a:close/>
                </a:path>
                <a:path w="47625" h="15239">
                  <a:moveTo>
                    <a:pt x="46215" y="13716"/>
                  </a:moveTo>
                  <a:lnTo>
                    <a:pt x="952" y="13716"/>
                  </a:lnTo>
                  <a:lnTo>
                    <a:pt x="990" y="13931"/>
                  </a:lnTo>
                  <a:lnTo>
                    <a:pt x="39801" y="13843"/>
                  </a:lnTo>
                  <a:lnTo>
                    <a:pt x="46215" y="13728"/>
                  </a:lnTo>
                  <a:close/>
                </a:path>
                <a:path w="47625" h="15239">
                  <a:moveTo>
                    <a:pt x="46215" y="4076"/>
                  </a:moveTo>
                  <a:lnTo>
                    <a:pt x="952" y="4076"/>
                  </a:lnTo>
                  <a:lnTo>
                    <a:pt x="901" y="4279"/>
                  </a:lnTo>
                  <a:lnTo>
                    <a:pt x="39801" y="4191"/>
                  </a:lnTo>
                  <a:lnTo>
                    <a:pt x="46215" y="4089"/>
                  </a:lnTo>
                  <a:close/>
                </a:path>
                <a:path w="47625" h="15239">
                  <a:moveTo>
                    <a:pt x="46253" y="13500"/>
                  </a:moveTo>
                  <a:lnTo>
                    <a:pt x="901" y="13500"/>
                  </a:lnTo>
                  <a:lnTo>
                    <a:pt x="952" y="13703"/>
                  </a:lnTo>
                  <a:lnTo>
                    <a:pt x="39801" y="13614"/>
                  </a:lnTo>
                  <a:lnTo>
                    <a:pt x="46253" y="13512"/>
                  </a:lnTo>
                  <a:close/>
                </a:path>
                <a:path w="47625" h="15239">
                  <a:moveTo>
                    <a:pt x="46266" y="4305"/>
                  </a:moveTo>
                  <a:lnTo>
                    <a:pt x="901" y="4292"/>
                  </a:lnTo>
                  <a:lnTo>
                    <a:pt x="863" y="4495"/>
                  </a:lnTo>
                  <a:lnTo>
                    <a:pt x="39801" y="4406"/>
                  </a:lnTo>
                  <a:lnTo>
                    <a:pt x="46266" y="4305"/>
                  </a:lnTo>
                  <a:close/>
                </a:path>
                <a:path w="47625" h="15239">
                  <a:moveTo>
                    <a:pt x="46304" y="13284"/>
                  </a:moveTo>
                  <a:lnTo>
                    <a:pt x="863" y="13284"/>
                  </a:lnTo>
                  <a:lnTo>
                    <a:pt x="901" y="13487"/>
                  </a:lnTo>
                  <a:lnTo>
                    <a:pt x="39801" y="13411"/>
                  </a:lnTo>
                  <a:lnTo>
                    <a:pt x="46304" y="13296"/>
                  </a:lnTo>
                  <a:close/>
                </a:path>
                <a:path w="47625" h="15239">
                  <a:moveTo>
                    <a:pt x="46304" y="4495"/>
                  </a:moveTo>
                  <a:lnTo>
                    <a:pt x="863" y="4495"/>
                  </a:lnTo>
                  <a:lnTo>
                    <a:pt x="825" y="4711"/>
                  </a:lnTo>
                  <a:lnTo>
                    <a:pt x="39801" y="4622"/>
                  </a:lnTo>
                  <a:lnTo>
                    <a:pt x="46304" y="4521"/>
                  </a:lnTo>
                  <a:close/>
                </a:path>
                <a:path w="47625" h="15239">
                  <a:moveTo>
                    <a:pt x="46342" y="13068"/>
                  </a:moveTo>
                  <a:lnTo>
                    <a:pt x="825" y="13068"/>
                  </a:lnTo>
                  <a:lnTo>
                    <a:pt x="863" y="13284"/>
                  </a:lnTo>
                  <a:lnTo>
                    <a:pt x="39801" y="13195"/>
                  </a:lnTo>
                  <a:lnTo>
                    <a:pt x="46342" y="13081"/>
                  </a:lnTo>
                  <a:close/>
                </a:path>
                <a:path w="47625" h="15239">
                  <a:moveTo>
                    <a:pt x="46355" y="4724"/>
                  </a:moveTo>
                  <a:lnTo>
                    <a:pt x="825" y="4711"/>
                  </a:lnTo>
                  <a:lnTo>
                    <a:pt x="774" y="4927"/>
                  </a:lnTo>
                  <a:lnTo>
                    <a:pt x="39801" y="4838"/>
                  </a:lnTo>
                  <a:lnTo>
                    <a:pt x="46355" y="4724"/>
                  </a:lnTo>
                  <a:close/>
                </a:path>
                <a:path w="47625" h="15239">
                  <a:moveTo>
                    <a:pt x="46393" y="4927"/>
                  </a:moveTo>
                  <a:lnTo>
                    <a:pt x="774" y="4927"/>
                  </a:lnTo>
                  <a:lnTo>
                    <a:pt x="736" y="5143"/>
                  </a:lnTo>
                  <a:lnTo>
                    <a:pt x="39801" y="5054"/>
                  </a:lnTo>
                  <a:lnTo>
                    <a:pt x="46393" y="4940"/>
                  </a:lnTo>
                  <a:close/>
                </a:path>
                <a:path w="47625" h="15239">
                  <a:moveTo>
                    <a:pt x="46431" y="12636"/>
                  </a:moveTo>
                  <a:lnTo>
                    <a:pt x="736" y="12636"/>
                  </a:lnTo>
                  <a:lnTo>
                    <a:pt x="774" y="12865"/>
                  </a:lnTo>
                  <a:lnTo>
                    <a:pt x="825" y="13068"/>
                  </a:lnTo>
                  <a:lnTo>
                    <a:pt x="39801" y="12979"/>
                  </a:lnTo>
                  <a:lnTo>
                    <a:pt x="46380" y="12865"/>
                  </a:lnTo>
                  <a:lnTo>
                    <a:pt x="5651" y="12852"/>
                  </a:lnTo>
                  <a:lnTo>
                    <a:pt x="39801" y="12763"/>
                  </a:lnTo>
                  <a:lnTo>
                    <a:pt x="46431" y="12649"/>
                  </a:lnTo>
                  <a:close/>
                </a:path>
                <a:path w="47625" h="15239">
                  <a:moveTo>
                    <a:pt x="46431" y="5156"/>
                  </a:moveTo>
                  <a:lnTo>
                    <a:pt x="736" y="5143"/>
                  </a:lnTo>
                  <a:lnTo>
                    <a:pt x="685" y="5359"/>
                  </a:lnTo>
                  <a:lnTo>
                    <a:pt x="39801" y="5270"/>
                  </a:lnTo>
                  <a:lnTo>
                    <a:pt x="46431" y="5156"/>
                  </a:lnTo>
                  <a:close/>
                </a:path>
                <a:path w="47625" h="15239">
                  <a:moveTo>
                    <a:pt x="46469" y="12420"/>
                  </a:moveTo>
                  <a:lnTo>
                    <a:pt x="685" y="12420"/>
                  </a:lnTo>
                  <a:lnTo>
                    <a:pt x="736" y="12636"/>
                  </a:lnTo>
                  <a:lnTo>
                    <a:pt x="39801" y="12547"/>
                  </a:lnTo>
                  <a:lnTo>
                    <a:pt x="46469" y="12420"/>
                  </a:lnTo>
                  <a:close/>
                </a:path>
                <a:path w="47625" h="15239">
                  <a:moveTo>
                    <a:pt x="46482" y="5372"/>
                  </a:moveTo>
                  <a:lnTo>
                    <a:pt x="685" y="5359"/>
                  </a:lnTo>
                  <a:lnTo>
                    <a:pt x="647" y="5562"/>
                  </a:lnTo>
                  <a:lnTo>
                    <a:pt x="39801" y="5473"/>
                  </a:lnTo>
                  <a:lnTo>
                    <a:pt x="46482" y="5372"/>
                  </a:lnTo>
                  <a:close/>
                </a:path>
                <a:path w="47625" h="15239">
                  <a:moveTo>
                    <a:pt x="46520" y="12217"/>
                  </a:moveTo>
                  <a:lnTo>
                    <a:pt x="647" y="12217"/>
                  </a:lnTo>
                  <a:lnTo>
                    <a:pt x="685" y="12420"/>
                  </a:lnTo>
                  <a:lnTo>
                    <a:pt x="39801" y="12331"/>
                  </a:lnTo>
                  <a:lnTo>
                    <a:pt x="46520" y="12217"/>
                  </a:lnTo>
                  <a:close/>
                </a:path>
                <a:path w="47625" h="15239">
                  <a:moveTo>
                    <a:pt x="46520" y="5588"/>
                  </a:moveTo>
                  <a:lnTo>
                    <a:pt x="647" y="5575"/>
                  </a:lnTo>
                  <a:lnTo>
                    <a:pt x="609" y="5778"/>
                  </a:lnTo>
                  <a:lnTo>
                    <a:pt x="39801" y="5689"/>
                  </a:lnTo>
                  <a:lnTo>
                    <a:pt x="46520" y="5588"/>
                  </a:lnTo>
                  <a:close/>
                </a:path>
                <a:path w="47625" h="15239">
                  <a:moveTo>
                    <a:pt x="46558" y="12001"/>
                  </a:moveTo>
                  <a:lnTo>
                    <a:pt x="609" y="12001"/>
                  </a:lnTo>
                  <a:lnTo>
                    <a:pt x="647" y="12204"/>
                  </a:lnTo>
                  <a:lnTo>
                    <a:pt x="39801" y="12115"/>
                  </a:lnTo>
                  <a:lnTo>
                    <a:pt x="46558" y="12001"/>
                  </a:lnTo>
                  <a:close/>
                </a:path>
                <a:path w="47625" h="15239">
                  <a:moveTo>
                    <a:pt x="46558" y="5791"/>
                  </a:moveTo>
                  <a:lnTo>
                    <a:pt x="596" y="5791"/>
                  </a:lnTo>
                  <a:lnTo>
                    <a:pt x="558" y="5994"/>
                  </a:lnTo>
                  <a:lnTo>
                    <a:pt x="39801" y="5905"/>
                  </a:lnTo>
                  <a:lnTo>
                    <a:pt x="46558" y="5791"/>
                  </a:lnTo>
                  <a:close/>
                </a:path>
                <a:path w="47625" h="15239">
                  <a:moveTo>
                    <a:pt x="46609" y="11785"/>
                  </a:moveTo>
                  <a:lnTo>
                    <a:pt x="558" y="11785"/>
                  </a:lnTo>
                  <a:lnTo>
                    <a:pt x="596" y="11988"/>
                  </a:lnTo>
                  <a:lnTo>
                    <a:pt x="39801" y="11912"/>
                  </a:lnTo>
                  <a:lnTo>
                    <a:pt x="46609" y="11785"/>
                  </a:lnTo>
                  <a:close/>
                </a:path>
                <a:path w="47625" h="15239">
                  <a:moveTo>
                    <a:pt x="46647" y="11569"/>
                  </a:moveTo>
                  <a:lnTo>
                    <a:pt x="520" y="11569"/>
                  </a:lnTo>
                  <a:lnTo>
                    <a:pt x="558" y="11785"/>
                  </a:lnTo>
                  <a:lnTo>
                    <a:pt x="39801" y="11696"/>
                  </a:lnTo>
                  <a:lnTo>
                    <a:pt x="46647" y="11569"/>
                  </a:lnTo>
                  <a:close/>
                </a:path>
                <a:path w="47625" h="15239">
                  <a:moveTo>
                    <a:pt x="46647" y="6223"/>
                  </a:moveTo>
                  <a:lnTo>
                    <a:pt x="5511" y="6223"/>
                  </a:lnTo>
                  <a:lnTo>
                    <a:pt x="39801" y="6134"/>
                  </a:lnTo>
                  <a:lnTo>
                    <a:pt x="46609" y="6007"/>
                  </a:lnTo>
                  <a:lnTo>
                    <a:pt x="558" y="6007"/>
                  </a:lnTo>
                  <a:lnTo>
                    <a:pt x="520" y="6210"/>
                  </a:lnTo>
                  <a:lnTo>
                    <a:pt x="469" y="6426"/>
                  </a:lnTo>
                  <a:lnTo>
                    <a:pt x="39801" y="6337"/>
                  </a:lnTo>
                  <a:lnTo>
                    <a:pt x="46647" y="6223"/>
                  </a:lnTo>
                  <a:close/>
                </a:path>
                <a:path w="47625" h="15239">
                  <a:moveTo>
                    <a:pt x="46697" y="11353"/>
                  </a:moveTo>
                  <a:lnTo>
                    <a:pt x="469" y="11353"/>
                  </a:lnTo>
                  <a:lnTo>
                    <a:pt x="520" y="11569"/>
                  </a:lnTo>
                  <a:lnTo>
                    <a:pt x="39801" y="11480"/>
                  </a:lnTo>
                  <a:lnTo>
                    <a:pt x="46697" y="11353"/>
                  </a:lnTo>
                  <a:close/>
                </a:path>
                <a:path w="47625" h="15239">
                  <a:moveTo>
                    <a:pt x="46697" y="6438"/>
                  </a:moveTo>
                  <a:lnTo>
                    <a:pt x="469" y="6426"/>
                  </a:lnTo>
                  <a:lnTo>
                    <a:pt x="431" y="6642"/>
                  </a:lnTo>
                  <a:lnTo>
                    <a:pt x="39801" y="6553"/>
                  </a:lnTo>
                  <a:lnTo>
                    <a:pt x="46697" y="6438"/>
                  </a:lnTo>
                  <a:close/>
                </a:path>
                <a:path w="47625" h="15239">
                  <a:moveTo>
                    <a:pt x="46736" y="11137"/>
                  </a:moveTo>
                  <a:lnTo>
                    <a:pt x="431" y="11137"/>
                  </a:lnTo>
                  <a:lnTo>
                    <a:pt x="469" y="11353"/>
                  </a:lnTo>
                  <a:lnTo>
                    <a:pt x="39801" y="11264"/>
                  </a:lnTo>
                  <a:lnTo>
                    <a:pt x="46736" y="11137"/>
                  </a:lnTo>
                  <a:close/>
                </a:path>
                <a:path w="47625" h="15239">
                  <a:moveTo>
                    <a:pt x="46736" y="6654"/>
                  </a:moveTo>
                  <a:lnTo>
                    <a:pt x="431" y="6642"/>
                  </a:lnTo>
                  <a:lnTo>
                    <a:pt x="393" y="6858"/>
                  </a:lnTo>
                  <a:lnTo>
                    <a:pt x="39801" y="6769"/>
                  </a:lnTo>
                  <a:lnTo>
                    <a:pt x="46736" y="6654"/>
                  </a:lnTo>
                  <a:close/>
                </a:path>
                <a:path w="47625" h="15239">
                  <a:moveTo>
                    <a:pt x="46774" y="10934"/>
                  </a:moveTo>
                  <a:lnTo>
                    <a:pt x="393" y="10934"/>
                  </a:lnTo>
                  <a:lnTo>
                    <a:pt x="431" y="11137"/>
                  </a:lnTo>
                  <a:lnTo>
                    <a:pt x="39801" y="11049"/>
                  </a:lnTo>
                  <a:lnTo>
                    <a:pt x="46774" y="10934"/>
                  </a:lnTo>
                  <a:close/>
                </a:path>
                <a:path w="47625" h="15239">
                  <a:moveTo>
                    <a:pt x="46774" y="6858"/>
                  </a:moveTo>
                  <a:lnTo>
                    <a:pt x="393" y="6858"/>
                  </a:lnTo>
                  <a:lnTo>
                    <a:pt x="342" y="7061"/>
                  </a:lnTo>
                  <a:lnTo>
                    <a:pt x="39801" y="6972"/>
                  </a:lnTo>
                  <a:lnTo>
                    <a:pt x="46774" y="6858"/>
                  </a:lnTo>
                  <a:close/>
                </a:path>
                <a:path w="47625" h="15239">
                  <a:moveTo>
                    <a:pt x="46824" y="10718"/>
                  </a:moveTo>
                  <a:lnTo>
                    <a:pt x="342" y="10718"/>
                  </a:lnTo>
                  <a:lnTo>
                    <a:pt x="381" y="10922"/>
                  </a:lnTo>
                  <a:lnTo>
                    <a:pt x="39801" y="10833"/>
                  </a:lnTo>
                  <a:lnTo>
                    <a:pt x="46824" y="10718"/>
                  </a:lnTo>
                  <a:close/>
                </a:path>
                <a:path w="47625" h="15239">
                  <a:moveTo>
                    <a:pt x="46824" y="7073"/>
                  </a:moveTo>
                  <a:lnTo>
                    <a:pt x="342" y="7073"/>
                  </a:lnTo>
                  <a:lnTo>
                    <a:pt x="304" y="7289"/>
                  </a:lnTo>
                  <a:lnTo>
                    <a:pt x="39801" y="7200"/>
                  </a:lnTo>
                  <a:lnTo>
                    <a:pt x="46824" y="7073"/>
                  </a:lnTo>
                  <a:close/>
                </a:path>
                <a:path w="47625" h="15239">
                  <a:moveTo>
                    <a:pt x="46863" y="10502"/>
                  </a:moveTo>
                  <a:lnTo>
                    <a:pt x="304" y="10502"/>
                  </a:lnTo>
                  <a:lnTo>
                    <a:pt x="342" y="10718"/>
                  </a:lnTo>
                  <a:lnTo>
                    <a:pt x="39801" y="10629"/>
                  </a:lnTo>
                  <a:lnTo>
                    <a:pt x="46863" y="10502"/>
                  </a:lnTo>
                  <a:close/>
                </a:path>
                <a:path w="47625" h="15239">
                  <a:moveTo>
                    <a:pt x="46863" y="7289"/>
                  </a:moveTo>
                  <a:lnTo>
                    <a:pt x="304" y="7289"/>
                  </a:lnTo>
                  <a:lnTo>
                    <a:pt x="254" y="7493"/>
                  </a:lnTo>
                  <a:lnTo>
                    <a:pt x="39801" y="7404"/>
                  </a:lnTo>
                  <a:lnTo>
                    <a:pt x="46863" y="7289"/>
                  </a:lnTo>
                  <a:close/>
                </a:path>
                <a:path w="47625" h="15239">
                  <a:moveTo>
                    <a:pt x="46913" y="10287"/>
                  </a:moveTo>
                  <a:lnTo>
                    <a:pt x="254" y="10287"/>
                  </a:lnTo>
                  <a:lnTo>
                    <a:pt x="304" y="10490"/>
                  </a:lnTo>
                  <a:lnTo>
                    <a:pt x="39801" y="10401"/>
                  </a:lnTo>
                  <a:lnTo>
                    <a:pt x="46913" y="10287"/>
                  </a:lnTo>
                  <a:close/>
                </a:path>
                <a:path w="47625" h="15239">
                  <a:moveTo>
                    <a:pt x="46913" y="7505"/>
                  </a:moveTo>
                  <a:lnTo>
                    <a:pt x="254" y="7505"/>
                  </a:lnTo>
                  <a:lnTo>
                    <a:pt x="215" y="7708"/>
                  </a:lnTo>
                  <a:lnTo>
                    <a:pt x="39801" y="7620"/>
                  </a:lnTo>
                  <a:lnTo>
                    <a:pt x="46913" y="7505"/>
                  </a:lnTo>
                  <a:close/>
                </a:path>
                <a:path w="47625" h="15239">
                  <a:moveTo>
                    <a:pt x="46951" y="10071"/>
                  </a:moveTo>
                  <a:lnTo>
                    <a:pt x="215" y="10071"/>
                  </a:lnTo>
                  <a:lnTo>
                    <a:pt x="254" y="10274"/>
                  </a:lnTo>
                  <a:lnTo>
                    <a:pt x="39801" y="10198"/>
                  </a:lnTo>
                  <a:lnTo>
                    <a:pt x="46951" y="10071"/>
                  </a:lnTo>
                  <a:close/>
                </a:path>
                <a:path w="47625" h="15239">
                  <a:moveTo>
                    <a:pt x="46951" y="7721"/>
                  </a:moveTo>
                  <a:lnTo>
                    <a:pt x="215" y="7708"/>
                  </a:lnTo>
                  <a:lnTo>
                    <a:pt x="177" y="7924"/>
                  </a:lnTo>
                  <a:lnTo>
                    <a:pt x="39801" y="7835"/>
                  </a:lnTo>
                  <a:lnTo>
                    <a:pt x="46951" y="7721"/>
                  </a:lnTo>
                  <a:close/>
                </a:path>
                <a:path w="47625" h="15239">
                  <a:moveTo>
                    <a:pt x="46990" y="9855"/>
                  </a:moveTo>
                  <a:lnTo>
                    <a:pt x="177" y="9855"/>
                  </a:lnTo>
                  <a:lnTo>
                    <a:pt x="215" y="10071"/>
                  </a:lnTo>
                  <a:lnTo>
                    <a:pt x="39801" y="9982"/>
                  </a:lnTo>
                  <a:lnTo>
                    <a:pt x="46990" y="9855"/>
                  </a:lnTo>
                  <a:close/>
                </a:path>
                <a:path w="47625" h="15239">
                  <a:moveTo>
                    <a:pt x="46990" y="7937"/>
                  </a:moveTo>
                  <a:lnTo>
                    <a:pt x="165" y="7924"/>
                  </a:lnTo>
                  <a:lnTo>
                    <a:pt x="127" y="8140"/>
                  </a:lnTo>
                  <a:lnTo>
                    <a:pt x="39801" y="8051"/>
                  </a:lnTo>
                  <a:lnTo>
                    <a:pt x="46990" y="7937"/>
                  </a:lnTo>
                  <a:close/>
                </a:path>
                <a:path w="47625" h="15239">
                  <a:moveTo>
                    <a:pt x="47040" y="9639"/>
                  </a:moveTo>
                  <a:lnTo>
                    <a:pt x="127" y="9639"/>
                  </a:lnTo>
                  <a:lnTo>
                    <a:pt x="165" y="9855"/>
                  </a:lnTo>
                  <a:lnTo>
                    <a:pt x="39801" y="9766"/>
                  </a:lnTo>
                  <a:lnTo>
                    <a:pt x="47040" y="9639"/>
                  </a:lnTo>
                  <a:close/>
                </a:path>
                <a:path w="47625" h="15239">
                  <a:moveTo>
                    <a:pt x="47078" y="9436"/>
                  </a:moveTo>
                  <a:lnTo>
                    <a:pt x="88" y="9436"/>
                  </a:lnTo>
                  <a:lnTo>
                    <a:pt x="127" y="9639"/>
                  </a:lnTo>
                  <a:lnTo>
                    <a:pt x="39801" y="9550"/>
                  </a:lnTo>
                  <a:lnTo>
                    <a:pt x="47078" y="9436"/>
                  </a:lnTo>
                  <a:close/>
                </a:path>
                <a:path w="47625" h="15239">
                  <a:moveTo>
                    <a:pt x="47078" y="8356"/>
                  </a:moveTo>
                  <a:lnTo>
                    <a:pt x="5041" y="8356"/>
                  </a:lnTo>
                  <a:lnTo>
                    <a:pt x="39801" y="8267"/>
                  </a:lnTo>
                  <a:lnTo>
                    <a:pt x="47040" y="8140"/>
                  </a:lnTo>
                  <a:lnTo>
                    <a:pt x="127" y="8140"/>
                  </a:lnTo>
                  <a:lnTo>
                    <a:pt x="88" y="8356"/>
                  </a:lnTo>
                  <a:lnTo>
                    <a:pt x="38" y="8572"/>
                  </a:lnTo>
                  <a:lnTo>
                    <a:pt x="39801" y="8483"/>
                  </a:lnTo>
                  <a:lnTo>
                    <a:pt x="47078" y="8356"/>
                  </a:lnTo>
                  <a:close/>
                </a:path>
                <a:path w="47625" h="15239">
                  <a:moveTo>
                    <a:pt x="47129" y="9220"/>
                  </a:moveTo>
                  <a:lnTo>
                    <a:pt x="38" y="9220"/>
                  </a:lnTo>
                  <a:lnTo>
                    <a:pt x="88" y="9436"/>
                  </a:lnTo>
                  <a:lnTo>
                    <a:pt x="39801" y="9347"/>
                  </a:lnTo>
                  <a:lnTo>
                    <a:pt x="47129" y="9220"/>
                  </a:lnTo>
                  <a:close/>
                </a:path>
                <a:path w="47625" h="15239">
                  <a:moveTo>
                    <a:pt x="47129" y="8572"/>
                  </a:moveTo>
                  <a:lnTo>
                    <a:pt x="38" y="8572"/>
                  </a:lnTo>
                  <a:lnTo>
                    <a:pt x="0" y="8775"/>
                  </a:lnTo>
                  <a:lnTo>
                    <a:pt x="39801" y="8699"/>
                  </a:lnTo>
                  <a:lnTo>
                    <a:pt x="47129" y="8572"/>
                  </a:lnTo>
                  <a:close/>
                </a:path>
                <a:path w="47625" h="15239">
                  <a:moveTo>
                    <a:pt x="47167" y="9004"/>
                  </a:moveTo>
                  <a:lnTo>
                    <a:pt x="0" y="9004"/>
                  </a:lnTo>
                  <a:lnTo>
                    <a:pt x="38" y="9207"/>
                  </a:lnTo>
                  <a:lnTo>
                    <a:pt x="39801" y="9118"/>
                  </a:lnTo>
                  <a:lnTo>
                    <a:pt x="47167" y="9004"/>
                  </a:lnTo>
                  <a:close/>
                </a:path>
                <a:path w="47625" h="15239">
                  <a:moveTo>
                    <a:pt x="47167" y="8788"/>
                  </a:moveTo>
                  <a:lnTo>
                    <a:pt x="0" y="8788"/>
                  </a:lnTo>
                  <a:lnTo>
                    <a:pt x="0" y="8991"/>
                  </a:lnTo>
                  <a:lnTo>
                    <a:pt x="39801" y="8902"/>
                  </a:lnTo>
                  <a:lnTo>
                    <a:pt x="47167" y="8788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7844930" y="3174269"/>
              <a:ext cx="116205" cy="47625"/>
            </a:xfrm>
            <a:custGeom>
              <a:avLst/>
              <a:gdLst/>
              <a:ahLst/>
              <a:cxnLst/>
              <a:rect l="l" t="t" r="r" b="b"/>
              <a:pathLst>
                <a:path w="116204" h="47625">
                  <a:moveTo>
                    <a:pt x="42113" y="12192"/>
                  </a:moveTo>
                  <a:lnTo>
                    <a:pt x="38544" y="6908"/>
                  </a:lnTo>
                  <a:lnTo>
                    <a:pt x="31038" y="1854"/>
                  </a:lnTo>
                  <a:lnTo>
                    <a:pt x="21856" y="0"/>
                  </a:lnTo>
                  <a:lnTo>
                    <a:pt x="12661" y="1854"/>
                  </a:lnTo>
                  <a:lnTo>
                    <a:pt x="5156" y="6908"/>
                  </a:lnTo>
                  <a:lnTo>
                    <a:pt x="1638" y="12141"/>
                  </a:lnTo>
                  <a:lnTo>
                    <a:pt x="1498" y="12344"/>
                  </a:lnTo>
                  <a:lnTo>
                    <a:pt x="38074" y="12255"/>
                  </a:lnTo>
                  <a:lnTo>
                    <a:pt x="42113" y="12192"/>
                  </a:lnTo>
                  <a:close/>
                </a:path>
                <a:path w="116204" h="47625">
                  <a:moveTo>
                    <a:pt x="42252" y="12407"/>
                  </a:moveTo>
                  <a:lnTo>
                    <a:pt x="1485" y="12357"/>
                  </a:lnTo>
                  <a:lnTo>
                    <a:pt x="1346" y="12560"/>
                  </a:lnTo>
                  <a:lnTo>
                    <a:pt x="38074" y="12471"/>
                  </a:lnTo>
                  <a:lnTo>
                    <a:pt x="42252" y="12407"/>
                  </a:lnTo>
                  <a:close/>
                </a:path>
                <a:path w="116204" h="47625">
                  <a:moveTo>
                    <a:pt x="42392" y="12623"/>
                  </a:moveTo>
                  <a:lnTo>
                    <a:pt x="1346" y="12573"/>
                  </a:lnTo>
                  <a:lnTo>
                    <a:pt x="1206" y="12776"/>
                  </a:lnTo>
                  <a:lnTo>
                    <a:pt x="38074" y="12687"/>
                  </a:lnTo>
                  <a:lnTo>
                    <a:pt x="42392" y="12623"/>
                  </a:lnTo>
                  <a:close/>
                </a:path>
                <a:path w="116204" h="47625">
                  <a:moveTo>
                    <a:pt x="42545" y="12827"/>
                  </a:moveTo>
                  <a:lnTo>
                    <a:pt x="1206" y="12776"/>
                  </a:lnTo>
                  <a:lnTo>
                    <a:pt x="1066" y="12992"/>
                  </a:lnTo>
                  <a:lnTo>
                    <a:pt x="38074" y="12903"/>
                  </a:lnTo>
                  <a:lnTo>
                    <a:pt x="42545" y="12827"/>
                  </a:lnTo>
                  <a:close/>
                </a:path>
                <a:path w="116204" h="47625">
                  <a:moveTo>
                    <a:pt x="42684" y="13042"/>
                  </a:moveTo>
                  <a:lnTo>
                    <a:pt x="1066" y="12992"/>
                  </a:lnTo>
                  <a:lnTo>
                    <a:pt x="914" y="13208"/>
                  </a:lnTo>
                  <a:lnTo>
                    <a:pt x="38074" y="13119"/>
                  </a:lnTo>
                  <a:lnTo>
                    <a:pt x="42684" y="13042"/>
                  </a:lnTo>
                  <a:close/>
                </a:path>
                <a:path w="116204" h="47625">
                  <a:moveTo>
                    <a:pt x="42824" y="13258"/>
                  </a:moveTo>
                  <a:lnTo>
                    <a:pt x="914" y="13208"/>
                  </a:lnTo>
                  <a:lnTo>
                    <a:pt x="774" y="13423"/>
                  </a:lnTo>
                  <a:lnTo>
                    <a:pt x="38074" y="13335"/>
                  </a:lnTo>
                  <a:lnTo>
                    <a:pt x="42824" y="13258"/>
                  </a:lnTo>
                  <a:close/>
                </a:path>
                <a:path w="116204" h="47625">
                  <a:moveTo>
                    <a:pt x="42964" y="13462"/>
                  </a:moveTo>
                  <a:lnTo>
                    <a:pt x="774" y="13423"/>
                  </a:lnTo>
                  <a:lnTo>
                    <a:pt x="622" y="13627"/>
                  </a:lnTo>
                  <a:lnTo>
                    <a:pt x="38074" y="13550"/>
                  </a:lnTo>
                  <a:lnTo>
                    <a:pt x="42964" y="13462"/>
                  </a:lnTo>
                  <a:close/>
                </a:path>
                <a:path w="116204" h="47625">
                  <a:moveTo>
                    <a:pt x="43116" y="13677"/>
                  </a:moveTo>
                  <a:lnTo>
                    <a:pt x="622" y="13639"/>
                  </a:lnTo>
                  <a:lnTo>
                    <a:pt x="482" y="13843"/>
                  </a:lnTo>
                  <a:lnTo>
                    <a:pt x="38074" y="13754"/>
                  </a:lnTo>
                  <a:lnTo>
                    <a:pt x="43116" y="13677"/>
                  </a:lnTo>
                  <a:close/>
                </a:path>
                <a:path w="116204" h="47625">
                  <a:moveTo>
                    <a:pt x="43256" y="13893"/>
                  </a:moveTo>
                  <a:lnTo>
                    <a:pt x="482" y="13855"/>
                  </a:lnTo>
                  <a:lnTo>
                    <a:pt x="342" y="14058"/>
                  </a:lnTo>
                  <a:lnTo>
                    <a:pt x="38074" y="13970"/>
                  </a:lnTo>
                  <a:lnTo>
                    <a:pt x="43256" y="13893"/>
                  </a:lnTo>
                  <a:close/>
                </a:path>
                <a:path w="116204" h="47625">
                  <a:moveTo>
                    <a:pt x="43395" y="14097"/>
                  </a:moveTo>
                  <a:lnTo>
                    <a:pt x="330" y="14071"/>
                  </a:lnTo>
                  <a:lnTo>
                    <a:pt x="190" y="14287"/>
                  </a:lnTo>
                  <a:lnTo>
                    <a:pt x="38074" y="14198"/>
                  </a:lnTo>
                  <a:lnTo>
                    <a:pt x="43395" y="14097"/>
                  </a:lnTo>
                  <a:close/>
                </a:path>
                <a:path w="116204" h="47625">
                  <a:moveTo>
                    <a:pt x="43535" y="14312"/>
                  </a:moveTo>
                  <a:lnTo>
                    <a:pt x="190" y="14287"/>
                  </a:lnTo>
                  <a:lnTo>
                    <a:pt x="88" y="14490"/>
                  </a:lnTo>
                  <a:lnTo>
                    <a:pt x="38074" y="14401"/>
                  </a:lnTo>
                  <a:lnTo>
                    <a:pt x="43535" y="14312"/>
                  </a:lnTo>
                  <a:close/>
                </a:path>
                <a:path w="116204" h="47625">
                  <a:moveTo>
                    <a:pt x="43624" y="14490"/>
                  </a:moveTo>
                  <a:lnTo>
                    <a:pt x="88" y="14490"/>
                  </a:lnTo>
                  <a:lnTo>
                    <a:pt x="38" y="14706"/>
                  </a:lnTo>
                  <a:lnTo>
                    <a:pt x="38074" y="14617"/>
                  </a:lnTo>
                  <a:lnTo>
                    <a:pt x="43624" y="14528"/>
                  </a:lnTo>
                  <a:close/>
                </a:path>
                <a:path w="116204" h="47625">
                  <a:moveTo>
                    <a:pt x="43675" y="14744"/>
                  </a:moveTo>
                  <a:lnTo>
                    <a:pt x="38" y="14706"/>
                  </a:lnTo>
                  <a:lnTo>
                    <a:pt x="0" y="14922"/>
                  </a:lnTo>
                  <a:lnTo>
                    <a:pt x="38074" y="14833"/>
                  </a:lnTo>
                  <a:lnTo>
                    <a:pt x="43675" y="14744"/>
                  </a:lnTo>
                  <a:close/>
                </a:path>
                <a:path w="116204" h="47625">
                  <a:moveTo>
                    <a:pt x="115722" y="23596"/>
                  </a:moveTo>
                  <a:lnTo>
                    <a:pt x="113868" y="14414"/>
                  </a:lnTo>
                  <a:lnTo>
                    <a:pt x="108800" y="6908"/>
                  </a:lnTo>
                  <a:lnTo>
                    <a:pt x="101307" y="1854"/>
                  </a:lnTo>
                  <a:lnTo>
                    <a:pt x="92113" y="0"/>
                  </a:lnTo>
                  <a:lnTo>
                    <a:pt x="82931" y="1854"/>
                  </a:lnTo>
                  <a:lnTo>
                    <a:pt x="75425" y="6908"/>
                  </a:lnTo>
                  <a:lnTo>
                    <a:pt x="70370" y="14414"/>
                  </a:lnTo>
                  <a:lnTo>
                    <a:pt x="68516" y="23596"/>
                  </a:lnTo>
                  <a:lnTo>
                    <a:pt x="70370" y="32778"/>
                  </a:lnTo>
                  <a:lnTo>
                    <a:pt x="70459" y="32918"/>
                  </a:lnTo>
                  <a:lnTo>
                    <a:pt x="70599" y="33134"/>
                  </a:lnTo>
                  <a:lnTo>
                    <a:pt x="70891" y="33566"/>
                  </a:lnTo>
                  <a:lnTo>
                    <a:pt x="71031" y="33769"/>
                  </a:lnTo>
                  <a:lnTo>
                    <a:pt x="72047" y="35280"/>
                  </a:lnTo>
                  <a:lnTo>
                    <a:pt x="72186" y="35483"/>
                  </a:lnTo>
                  <a:lnTo>
                    <a:pt x="75311" y="40132"/>
                  </a:lnTo>
                  <a:lnTo>
                    <a:pt x="75425" y="40284"/>
                  </a:lnTo>
                  <a:lnTo>
                    <a:pt x="75552" y="40373"/>
                  </a:lnTo>
                  <a:lnTo>
                    <a:pt x="77647" y="41795"/>
                  </a:lnTo>
                  <a:lnTo>
                    <a:pt x="77825" y="41910"/>
                  </a:lnTo>
                  <a:lnTo>
                    <a:pt x="81419" y="44335"/>
                  </a:lnTo>
                  <a:lnTo>
                    <a:pt x="81635" y="44475"/>
                  </a:lnTo>
                  <a:lnTo>
                    <a:pt x="82931" y="45339"/>
                  </a:lnTo>
                  <a:lnTo>
                    <a:pt x="92113" y="47193"/>
                  </a:lnTo>
                  <a:lnTo>
                    <a:pt x="101307" y="45339"/>
                  </a:lnTo>
                  <a:lnTo>
                    <a:pt x="102565" y="44488"/>
                  </a:lnTo>
                  <a:lnTo>
                    <a:pt x="102743" y="44373"/>
                  </a:lnTo>
                  <a:lnTo>
                    <a:pt x="102882" y="44272"/>
                  </a:lnTo>
                  <a:lnTo>
                    <a:pt x="103047" y="44157"/>
                  </a:lnTo>
                  <a:lnTo>
                    <a:pt x="103200" y="44056"/>
                  </a:lnTo>
                  <a:lnTo>
                    <a:pt x="103530" y="43840"/>
                  </a:lnTo>
                  <a:lnTo>
                    <a:pt x="103847" y="43624"/>
                  </a:lnTo>
                  <a:lnTo>
                    <a:pt x="104101" y="43459"/>
                  </a:lnTo>
                  <a:lnTo>
                    <a:pt x="104279" y="43332"/>
                  </a:lnTo>
                  <a:lnTo>
                    <a:pt x="104482" y="43205"/>
                  </a:lnTo>
                  <a:lnTo>
                    <a:pt x="104800" y="42989"/>
                  </a:lnTo>
                  <a:lnTo>
                    <a:pt x="105117" y="42773"/>
                  </a:lnTo>
                  <a:lnTo>
                    <a:pt x="105435" y="42557"/>
                  </a:lnTo>
                  <a:lnTo>
                    <a:pt x="105752" y="42341"/>
                  </a:lnTo>
                  <a:lnTo>
                    <a:pt x="105943" y="42214"/>
                  </a:lnTo>
                  <a:lnTo>
                    <a:pt x="106070" y="42125"/>
                  </a:lnTo>
                  <a:lnTo>
                    <a:pt x="106248" y="42011"/>
                  </a:lnTo>
                  <a:lnTo>
                    <a:pt x="106387" y="41910"/>
                  </a:lnTo>
                  <a:lnTo>
                    <a:pt x="106514" y="41833"/>
                  </a:lnTo>
                  <a:lnTo>
                    <a:pt x="106705" y="41706"/>
                  </a:lnTo>
                  <a:lnTo>
                    <a:pt x="107022" y="41490"/>
                  </a:lnTo>
                  <a:lnTo>
                    <a:pt x="107149" y="41402"/>
                  </a:lnTo>
                  <a:lnTo>
                    <a:pt x="107340" y="41275"/>
                  </a:lnTo>
                  <a:lnTo>
                    <a:pt x="107467" y="41186"/>
                  </a:lnTo>
                  <a:lnTo>
                    <a:pt x="107657" y="41059"/>
                  </a:lnTo>
                  <a:lnTo>
                    <a:pt x="107784" y="40970"/>
                  </a:lnTo>
                  <a:lnTo>
                    <a:pt x="107975" y="40843"/>
                  </a:lnTo>
                  <a:lnTo>
                    <a:pt x="108102" y="40754"/>
                  </a:lnTo>
                  <a:lnTo>
                    <a:pt x="108292" y="40627"/>
                  </a:lnTo>
                  <a:lnTo>
                    <a:pt x="108419" y="40538"/>
                  </a:lnTo>
                  <a:lnTo>
                    <a:pt x="108610" y="40411"/>
                  </a:lnTo>
                  <a:lnTo>
                    <a:pt x="108762" y="40309"/>
                  </a:lnTo>
                  <a:lnTo>
                    <a:pt x="108915" y="40106"/>
                  </a:lnTo>
                  <a:lnTo>
                    <a:pt x="109054" y="39890"/>
                  </a:lnTo>
                  <a:lnTo>
                    <a:pt x="109194" y="39674"/>
                  </a:lnTo>
                  <a:lnTo>
                    <a:pt x="109321" y="39471"/>
                  </a:lnTo>
                  <a:lnTo>
                    <a:pt x="109435" y="39344"/>
                  </a:lnTo>
                  <a:lnTo>
                    <a:pt x="109575" y="39128"/>
                  </a:lnTo>
                  <a:lnTo>
                    <a:pt x="109728" y="38912"/>
                  </a:lnTo>
                  <a:lnTo>
                    <a:pt x="109867" y="38696"/>
                  </a:lnTo>
                  <a:lnTo>
                    <a:pt x="110007" y="38493"/>
                  </a:lnTo>
                  <a:lnTo>
                    <a:pt x="110096" y="38366"/>
                  </a:lnTo>
                  <a:lnTo>
                    <a:pt x="110159" y="38163"/>
                  </a:lnTo>
                  <a:lnTo>
                    <a:pt x="110299" y="38061"/>
                  </a:lnTo>
                  <a:lnTo>
                    <a:pt x="110388" y="37934"/>
                  </a:lnTo>
                  <a:lnTo>
                    <a:pt x="110439" y="37731"/>
                  </a:lnTo>
                  <a:lnTo>
                    <a:pt x="110591" y="37630"/>
                  </a:lnTo>
                  <a:lnTo>
                    <a:pt x="110680" y="37503"/>
                  </a:lnTo>
                  <a:lnTo>
                    <a:pt x="110718" y="37299"/>
                  </a:lnTo>
                  <a:lnTo>
                    <a:pt x="110883" y="37198"/>
                  </a:lnTo>
                  <a:lnTo>
                    <a:pt x="110972" y="37071"/>
                  </a:lnTo>
                  <a:lnTo>
                    <a:pt x="110998" y="36868"/>
                  </a:lnTo>
                  <a:lnTo>
                    <a:pt x="111163" y="36779"/>
                  </a:lnTo>
                  <a:lnTo>
                    <a:pt x="111150" y="36652"/>
                  </a:lnTo>
                  <a:lnTo>
                    <a:pt x="111315" y="36563"/>
                  </a:lnTo>
                  <a:lnTo>
                    <a:pt x="111290" y="36436"/>
                  </a:lnTo>
                  <a:lnTo>
                    <a:pt x="111455" y="36347"/>
                  </a:lnTo>
                  <a:lnTo>
                    <a:pt x="111429" y="36220"/>
                  </a:lnTo>
                  <a:lnTo>
                    <a:pt x="111556" y="36207"/>
                  </a:lnTo>
                  <a:lnTo>
                    <a:pt x="111594" y="35991"/>
                  </a:lnTo>
                  <a:lnTo>
                    <a:pt x="111747" y="35915"/>
                  </a:lnTo>
                  <a:lnTo>
                    <a:pt x="111747" y="35775"/>
                  </a:lnTo>
                  <a:lnTo>
                    <a:pt x="111887" y="35699"/>
                  </a:lnTo>
                  <a:lnTo>
                    <a:pt x="111899" y="35560"/>
                  </a:lnTo>
                  <a:lnTo>
                    <a:pt x="112039" y="35483"/>
                  </a:lnTo>
                  <a:lnTo>
                    <a:pt x="112052" y="35344"/>
                  </a:lnTo>
                  <a:lnTo>
                    <a:pt x="112179" y="35280"/>
                  </a:lnTo>
                  <a:lnTo>
                    <a:pt x="112204" y="35128"/>
                  </a:lnTo>
                  <a:lnTo>
                    <a:pt x="112356" y="34912"/>
                  </a:lnTo>
                  <a:lnTo>
                    <a:pt x="112509" y="34696"/>
                  </a:lnTo>
                  <a:lnTo>
                    <a:pt x="112661" y="34480"/>
                  </a:lnTo>
                  <a:lnTo>
                    <a:pt x="112814" y="34264"/>
                  </a:lnTo>
                  <a:lnTo>
                    <a:pt x="112966" y="34048"/>
                  </a:lnTo>
                  <a:lnTo>
                    <a:pt x="113118" y="33832"/>
                  </a:lnTo>
                  <a:lnTo>
                    <a:pt x="113271" y="33616"/>
                  </a:lnTo>
                  <a:lnTo>
                    <a:pt x="113423" y="33401"/>
                  </a:lnTo>
                  <a:lnTo>
                    <a:pt x="113576" y="33185"/>
                  </a:lnTo>
                  <a:lnTo>
                    <a:pt x="113728" y="32969"/>
                  </a:lnTo>
                  <a:lnTo>
                    <a:pt x="113868" y="32778"/>
                  </a:lnTo>
                  <a:lnTo>
                    <a:pt x="115722" y="23596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7913471" y="3191973"/>
              <a:ext cx="47625" cy="15240"/>
            </a:xfrm>
            <a:custGeom>
              <a:avLst/>
              <a:gdLst/>
              <a:ahLst/>
              <a:cxnLst/>
              <a:rect l="l" t="t" r="r" b="b"/>
              <a:pathLst>
                <a:path w="47625" h="15239">
                  <a:moveTo>
                    <a:pt x="45326" y="14998"/>
                  </a:moveTo>
                  <a:lnTo>
                    <a:pt x="1816" y="14998"/>
                  </a:lnTo>
                  <a:lnTo>
                    <a:pt x="1930" y="15214"/>
                  </a:lnTo>
                  <a:lnTo>
                    <a:pt x="39801" y="15125"/>
                  </a:lnTo>
                  <a:lnTo>
                    <a:pt x="45326" y="15036"/>
                  </a:lnTo>
                  <a:close/>
                </a:path>
                <a:path w="47625" h="15239">
                  <a:moveTo>
                    <a:pt x="45377" y="14782"/>
                  </a:moveTo>
                  <a:lnTo>
                    <a:pt x="1778" y="14782"/>
                  </a:lnTo>
                  <a:lnTo>
                    <a:pt x="1816" y="14998"/>
                  </a:lnTo>
                  <a:lnTo>
                    <a:pt x="39801" y="14909"/>
                  </a:lnTo>
                  <a:lnTo>
                    <a:pt x="45364" y="14820"/>
                  </a:lnTo>
                  <a:close/>
                </a:path>
                <a:path w="47625" h="15239">
                  <a:moveTo>
                    <a:pt x="45415" y="14566"/>
                  </a:moveTo>
                  <a:lnTo>
                    <a:pt x="1727" y="14566"/>
                  </a:lnTo>
                  <a:lnTo>
                    <a:pt x="1765" y="14782"/>
                  </a:lnTo>
                  <a:lnTo>
                    <a:pt x="39801" y="14693"/>
                  </a:lnTo>
                  <a:lnTo>
                    <a:pt x="45415" y="14605"/>
                  </a:lnTo>
                  <a:close/>
                </a:path>
                <a:path w="47625" h="15239">
                  <a:moveTo>
                    <a:pt x="45466" y="14363"/>
                  </a:moveTo>
                  <a:lnTo>
                    <a:pt x="1689" y="14363"/>
                  </a:lnTo>
                  <a:lnTo>
                    <a:pt x="1727" y="14566"/>
                  </a:lnTo>
                  <a:lnTo>
                    <a:pt x="39801" y="14478"/>
                  </a:lnTo>
                  <a:lnTo>
                    <a:pt x="45453" y="14389"/>
                  </a:lnTo>
                  <a:close/>
                </a:path>
                <a:path w="47625" h="15239">
                  <a:moveTo>
                    <a:pt x="45504" y="14147"/>
                  </a:moveTo>
                  <a:lnTo>
                    <a:pt x="1638" y="14147"/>
                  </a:lnTo>
                  <a:lnTo>
                    <a:pt x="1689" y="14351"/>
                  </a:lnTo>
                  <a:lnTo>
                    <a:pt x="39801" y="14262"/>
                  </a:lnTo>
                  <a:lnTo>
                    <a:pt x="45504" y="14173"/>
                  </a:lnTo>
                  <a:close/>
                </a:path>
                <a:path w="47625" h="15239">
                  <a:moveTo>
                    <a:pt x="45542" y="13931"/>
                  </a:moveTo>
                  <a:lnTo>
                    <a:pt x="1600" y="13931"/>
                  </a:lnTo>
                  <a:lnTo>
                    <a:pt x="1638" y="14147"/>
                  </a:lnTo>
                  <a:lnTo>
                    <a:pt x="39801" y="14058"/>
                  </a:lnTo>
                  <a:lnTo>
                    <a:pt x="45542" y="13957"/>
                  </a:lnTo>
                  <a:close/>
                </a:path>
                <a:path w="47625" h="15239">
                  <a:moveTo>
                    <a:pt x="45593" y="13716"/>
                  </a:moveTo>
                  <a:lnTo>
                    <a:pt x="1562" y="13716"/>
                  </a:lnTo>
                  <a:lnTo>
                    <a:pt x="1600" y="13919"/>
                  </a:lnTo>
                  <a:lnTo>
                    <a:pt x="39801" y="13830"/>
                  </a:lnTo>
                  <a:lnTo>
                    <a:pt x="45580" y="13741"/>
                  </a:lnTo>
                  <a:close/>
                </a:path>
                <a:path w="47625" h="15239">
                  <a:moveTo>
                    <a:pt x="45631" y="13500"/>
                  </a:moveTo>
                  <a:lnTo>
                    <a:pt x="1511" y="13500"/>
                  </a:lnTo>
                  <a:lnTo>
                    <a:pt x="1549" y="13703"/>
                  </a:lnTo>
                  <a:lnTo>
                    <a:pt x="39801" y="13627"/>
                  </a:lnTo>
                  <a:lnTo>
                    <a:pt x="45631" y="13525"/>
                  </a:lnTo>
                  <a:close/>
                </a:path>
                <a:path w="47625" h="15239">
                  <a:moveTo>
                    <a:pt x="45681" y="13284"/>
                  </a:moveTo>
                  <a:lnTo>
                    <a:pt x="1473" y="13284"/>
                  </a:lnTo>
                  <a:lnTo>
                    <a:pt x="1511" y="13500"/>
                  </a:lnTo>
                  <a:lnTo>
                    <a:pt x="39801" y="13411"/>
                  </a:lnTo>
                  <a:lnTo>
                    <a:pt x="45669" y="13309"/>
                  </a:lnTo>
                  <a:close/>
                </a:path>
                <a:path w="47625" h="15239">
                  <a:moveTo>
                    <a:pt x="45758" y="12852"/>
                  </a:moveTo>
                  <a:lnTo>
                    <a:pt x="1384" y="12852"/>
                  </a:lnTo>
                  <a:lnTo>
                    <a:pt x="1422" y="13081"/>
                  </a:lnTo>
                  <a:lnTo>
                    <a:pt x="1473" y="13284"/>
                  </a:lnTo>
                  <a:lnTo>
                    <a:pt x="39801" y="13195"/>
                  </a:lnTo>
                  <a:lnTo>
                    <a:pt x="45720" y="13093"/>
                  </a:lnTo>
                  <a:lnTo>
                    <a:pt x="6210" y="13068"/>
                  </a:lnTo>
                  <a:lnTo>
                    <a:pt x="39801" y="12979"/>
                  </a:lnTo>
                  <a:lnTo>
                    <a:pt x="45758" y="12877"/>
                  </a:lnTo>
                  <a:close/>
                </a:path>
                <a:path w="47625" h="15239">
                  <a:moveTo>
                    <a:pt x="45808" y="12649"/>
                  </a:moveTo>
                  <a:lnTo>
                    <a:pt x="1346" y="12649"/>
                  </a:lnTo>
                  <a:lnTo>
                    <a:pt x="1384" y="12852"/>
                  </a:lnTo>
                  <a:lnTo>
                    <a:pt x="39801" y="12763"/>
                  </a:lnTo>
                  <a:lnTo>
                    <a:pt x="45808" y="12661"/>
                  </a:lnTo>
                  <a:close/>
                </a:path>
                <a:path w="47625" h="15239">
                  <a:moveTo>
                    <a:pt x="45847" y="12433"/>
                  </a:moveTo>
                  <a:lnTo>
                    <a:pt x="1295" y="12433"/>
                  </a:lnTo>
                  <a:lnTo>
                    <a:pt x="1333" y="12636"/>
                  </a:lnTo>
                  <a:lnTo>
                    <a:pt x="39801" y="12547"/>
                  </a:lnTo>
                  <a:lnTo>
                    <a:pt x="45847" y="12446"/>
                  </a:lnTo>
                  <a:close/>
                </a:path>
                <a:path w="47625" h="15239">
                  <a:moveTo>
                    <a:pt x="45897" y="12217"/>
                  </a:moveTo>
                  <a:lnTo>
                    <a:pt x="1257" y="12217"/>
                  </a:lnTo>
                  <a:lnTo>
                    <a:pt x="1295" y="12420"/>
                  </a:lnTo>
                  <a:lnTo>
                    <a:pt x="39801" y="12331"/>
                  </a:lnTo>
                  <a:lnTo>
                    <a:pt x="45885" y="12242"/>
                  </a:lnTo>
                  <a:close/>
                </a:path>
                <a:path w="47625" h="15239">
                  <a:moveTo>
                    <a:pt x="45935" y="12001"/>
                  </a:moveTo>
                  <a:lnTo>
                    <a:pt x="1206" y="12001"/>
                  </a:lnTo>
                  <a:lnTo>
                    <a:pt x="1257" y="12204"/>
                  </a:lnTo>
                  <a:lnTo>
                    <a:pt x="39801" y="12128"/>
                  </a:lnTo>
                  <a:lnTo>
                    <a:pt x="45935" y="12026"/>
                  </a:lnTo>
                  <a:close/>
                </a:path>
                <a:path w="47625" h="15239">
                  <a:moveTo>
                    <a:pt x="45974" y="11785"/>
                  </a:moveTo>
                  <a:lnTo>
                    <a:pt x="1168" y="11785"/>
                  </a:lnTo>
                  <a:lnTo>
                    <a:pt x="1206" y="12001"/>
                  </a:lnTo>
                  <a:lnTo>
                    <a:pt x="39801" y="11912"/>
                  </a:lnTo>
                  <a:lnTo>
                    <a:pt x="45974" y="11811"/>
                  </a:lnTo>
                  <a:close/>
                </a:path>
                <a:path w="47625" h="15239">
                  <a:moveTo>
                    <a:pt x="45986" y="0"/>
                  </a:moveTo>
                  <a:lnTo>
                    <a:pt x="1168" y="0"/>
                  </a:lnTo>
                  <a:lnTo>
                    <a:pt x="1117" y="215"/>
                  </a:lnTo>
                  <a:lnTo>
                    <a:pt x="39801" y="127"/>
                  </a:lnTo>
                  <a:lnTo>
                    <a:pt x="45986" y="25"/>
                  </a:lnTo>
                  <a:close/>
                </a:path>
                <a:path w="47625" h="15239">
                  <a:moveTo>
                    <a:pt x="46024" y="11569"/>
                  </a:moveTo>
                  <a:lnTo>
                    <a:pt x="1117" y="11569"/>
                  </a:lnTo>
                  <a:lnTo>
                    <a:pt x="1168" y="11785"/>
                  </a:lnTo>
                  <a:lnTo>
                    <a:pt x="39801" y="11696"/>
                  </a:lnTo>
                  <a:lnTo>
                    <a:pt x="46024" y="11595"/>
                  </a:lnTo>
                  <a:close/>
                </a:path>
                <a:path w="47625" h="15239">
                  <a:moveTo>
                    <a:pt x="46024" y="215"/>
                  </a:moveTo>
                  <a:lnTo>
                    <a:pt x="1117" y="215"/>
                  </a:lnTo>
                  <a:lnTo>
                    <a:pt x="1079" y="431"/>
                  </a:lnTo>
                  <a:lnTo>
                    <a:pt x="39801" y="342"/>
                  </a:lnTo>
                  <a:lnTo>
                    <a:pt x="46024" y="241"/>
                  </a:lnTo>
                  <a:close/>
                </a:path>
                <a:path w="47625" h="15239">
                  <a:moveTo>
                    <a:pt x="46062" y="11353"/>
                  </a:moveTo>
                  <a:lnTo>
                    <a:pt x="1079" y="11353"/>
                  </a:lnTo>
                  <a:lnTo>
                    <a:pt x="1117" y="11569"/>
                  </a:lnTo>
                  <a:lnTo>
                    <a:pt x="39801" y="11480"/>
                  </a:lnTo>
                  <a:lnTo>
                    <a:pt x="46062" y="11379"/>
                  </a:lnTo>
                  <a:close/>
                </a:path>
                <a:path w="47625" h="15239">
                  <a:moveTo>
                    <a:pt x="46075" y="457"/>
                  </a:moveTo>
                  <a:lnTo>
                    <a:pt x="1079" y="431"/>
                  </a:lnTo>
                  <a:lnTo>
                    <a:pt x="1041" y="647"/>
                  </a:lnTo>
                  <a:lnTo>
                    <a:pt x="39801" y="558"/>
                  </a:lnTo>
                  <a:lnTo>
                    <a:pt x="46075" y="457"/>
                  </a:lnTo>
                  <a:close/>
                </a:path>
                <a:path w="47625" h="15239">
                  <a:moveTo>
                    <a:pt x="46113" y="11150"/>
                  </a:moveTo>
                  <a:lnTo>
                    <a:pt x="1041" y="11150"/>
                  </a:lnTo>
                  <a:lnTo>
                    <a:pt x="1079" y="11353"/>
                  </a:lnTo>
                  <a:lnTo>
                    <a:pt x="39801" y="11264"/>
                  </a:lnTo>
                  <a:lnTo>
                    <a:pt x="46101" y="11163"/>
                  </a:lnTo>
                  <a:close/>
                </a:path>
                <a:path w="47625" h="15239">
                  <a:moveTo>
                    <a:pt x="46113" y="647"/>
                  </a:moveTo>
                  <a:lnTo>
                    <a:pt x="1041" y="647"/>
                  </a:lnTo>
                  <a:lnTo>
                    <a:pt x="990" y="850"/>
                  </a:lnTo>
                  <a:lnTo>
                    <a:pt x="39801" y="762"/>
                  </a:lnTo>
                  <a:lnTo>
                    <a:pt x="46113" y="660"/>
                  </a:lnTo>
                  <a:close/>
                </a:path>
                <a:path w="47625" h="15239">
                  <a:moveTo>
                    <a:pt x="46151" y="10934"/>
                  </a:moveTo>
                  <a:lnTo>
                    <a:pt x="990" y="10934"/>
                  </a:lnTo>
                  <a:lnTo>
                    <a:pt x="1041" y="11137"/>
                  </a:lnTo>
                  <a:lnTo>
                    <a:pt x="39801" y="11049"/>
                  </a:lnTo>
                  <a:lnTo>
                    <a:pt x="46151" y="10947"/>
                  </a:lnTo>
                  <a:close/>
                </a:path>
                <a:path w="47625" h="15239">
                  <a:moveTo>
                    <a:pt x="46151" y="863"/>
                  </a:moveTo>
                  <a:lnTo>
                    <a:pt x="990" y="863"/>
                  </a:lnTo>
                  <a:lnTo>
                    <a:pt x="952" y="1079"/>
                  </a:lnTo>
                  <a:lnTo>
                    <a:pt x="39801" y="990"/>
                  </a:lnTo>
                  <a:lnTo>
                    <a:pt x="46151" y="876"/>
                  </a:lnTo>
                  <a:close/>
                </a:path>
                <a:path w="47625" h="15239">
                  <a:moveTo>
                    <a:pt x="46202" y="10718"/>
                  </a:moveTo>
                  <a:lnTo>
                    <a:pt x="952" y="10718"/>
                  </a:lnTo>
                  <a:lnTo>
                    <a:pt x="990" y="10934"/>
                  </a:lnTo>
                  <a:lnTo>
                    <a:pt x="39801" y="10845"/>
                  </a:lnTo>
                  <a:lnTo>
                    <a:pt x="46189" y="10731"/>
                  </a:lnTo>
                  <a:close/>
                </a:path>
                <a:path w="47625" h="15239">
                  <a:moveTo>
                    <a:pt x="46202" y="1079"/>
                  </a:moveTo>
                  <a:lnTo>
                    <a:pt x="952" y="1079"/>
                  </a:lnTo>
                  <a:lnTo>
                    <a:pt x="901" y="1282"/>
                  </a:lnTo>
                  <a:lnTo>
                    <a:pt x="39801" y="1193"/>
                  </a:lnTo>
                  <a:lnTo>
                    <a:pt x="46202" y="1092"/>
                  </a:lnTo>
                  <a:close/>
                </a:path>
                <a:path w="47625" h="15239">
                  <a:moveTo>
                    <a:pt x="46240" y="10502"/>
                  </a:moveTo>
                  <a:lnTo>
                    <a:pt x="901" y="10502"/>
                  </a:lnTo>
                  <a:lnTo>
                    <a:pt x="952" y="10706"/>
                  </a:lnTo>
                  <a:lnTo>
                    <a:pt x="39801" y="10617"/>
                  </a:lnTo>
                  <a:lnTo>
                    <a:pt x="46240" y="10515"/>
                  </a:lnTo>
                  <a:close/>
                </a:path>
                <a:path w="47625" h="15239">
                  <a:moveTo>
                    <a:pt x="46240" y="1295"/>
                  </a:moveTo>
                  <a:lnTo>
                    <a:pt x="901" y="1295"/>
                  </a:lnTo>
                  <a:lnTo>
                    <a:pt x="863" y="1498"/>
                  </a:lnTo>
                  <a:lnTo>
                    <a:pt x="39801" y="1409"/>
                  </a:lnTo>
                  <a:lnTo>
                    <a:pt x="46240" y="1308"/>
                  </a:lnTo>
                  <a:close/>
                </a:path>
                <a:path w="47625" h="15239">
                  <a:moveTo>
                    <a:pt x="46278" y="10287"/>
                  </a:moveTo>
                  <a:lnTo>
                    <a:pt x="863" y="10287"/>
                  </a:lnTo>
                  <a:lnTo>
                    <a:pt x="901" y="10490"/>
                  </a:lnTo>
                  <a:lnTo>
                    <a:pt x="39801" y="10414"/>
                  </a:lnTo>
                  <a:lnTo>
                    <a:pt x="46278" y="10299"/>
                  </a:lnTo>
                  <a:close/>
                </a:path>
                <a:path w="47625" h="15239">
                  <a:moveTo>
                    <a:pt x="46291" y="1524"/>
                  </a:moveTo>
                  <a:lnTo>
                    <a:pt x="863" y="1498"/>
                  </a:lnTo>
                  <a:lnTo>
                    <a:pt x="825" y="1714"/>
                  </a:lnTo>
                  <a:lnTo>
                    <a:pt x="39801" y="1625"/>
                  </a:lnTo>
                  <a:lnTo>
                    <a:pt x="46291" y="1524"/>
                  </a:lnTo>
                  <a:close/>
                </a:path>
                <a:path w="47625" h="15239">
                  <a:moveTo>
                    <a:pt x="46329" y="10071"/>
                  </a:moveTo>
                  <a:lnTo>
                    <a:pt x="825" y="10071"/>
                  </a:lnTo>
                  <a:lnTo>
                    <a:pt x="863" y="10287"/>
                  </a:lnTo>
                  <a:lnTo>
                    <a:pt x="39801" y="10198"/>
                  </a:lnTo>
                  <a:lnTo>
                    <a:pt x="46329" y="10083"/>
                  </a:lnTo>
                  <a:close/>
                </a:path>
                <a:path w="47625" h="15239">
                  <a:moveTo>
                    <a:pt x="46329" y="1714"/>
                  </a:moveTo>
                  <a:lnTo>
                    <a:pt x="825" y="1714"/>
                  </a:lnTo>
                  <a:lnTo>
                    <a:pt x="774" y="1930"/>
                  </a:lnTo>
                  <a:lnTo>
                    <a:pt x="39801" y="1841"/>
                  </a:lnTo>
                  <a:lnTo>
                    <a:pt x="46329" y="1727"/>
                  </a:lnTo>
                  <a:close/>
                </a:path>
                <a:path w="47625" h="15239">
                  <a:moveTo>
                    <a:pt x="46367" y="1930"/>
                  </a:moveTo>
                  <a:lnTo>
                    <a:pt x="774" y="1930"/>
                  </a:lnTo>
                  <a:lnTo>
                    <a:pt x="736" y="2146"/>
                  </a:lnTo>
                  <a:lnTo>
                    <a:pt x="39801" y="2057"/>
                  </a:lnTo>
                  <a:lnTo>
                    <a:pt x="46367" y="1943"/>
                  </a:lnTo>
                  <a:close/>
                </a:path>
                <a:path w="47625" h="15239">
                  <a:moveTo>
                    <a:pt x="46418" y="9639"/>
                  </a:moveTo>
                  <a:lnTo>
                    <a:pt x="736" y="9639"/>
                  </a:lnTo>
                  <a:lnTo>
                    <a:pt x="774" y="9867"/>
                  </a:lnTo>
                  <a:lnTo>
                    <a:pt x="825" y="10071"/>
                  </a:lnTo>
                  <a:lnTo>
                    <a:pt x="39801" y="9982"/>
                  </a:lnTo>
                  <a:lnTo>
                    <a:pt x="46367" y="9867"/>
                  </a:lnTo>
                  <a:lnTo>
                    <a:pt x="5651" y="9855"/>
                  </a:lnTo>
                  <a:lnTo>
                    <a:pt x="39801" y="9766"/>
                  </a:lnTo>
                  <a:lnTo>
                    <a:pt x="46405" y="9652"/>
                  </a:lnTo>
                  <a:close/>
                </a:path>
                <a:path w="47625" h="15239">
                  <a:moveTo>
                    <a:pt x="46418" y="2159"/>
                  </a:moveTo>
                  <a:lnTo>
                    <a:pt x="736" y="2146"/>
                  </a:lnTo>
                  <a:lnTo>
                    <a:pt x="685" y="2362"/>
                  </a:lnTo>
                  <a:lnTo>
                    <a:pt x="39801" y="2273"/>
                  </a:lnTo>
                  <a:lnTo>
                    <a:pt x="46418" y="2159"/>
                  </a:lnTo>
                  <a:close/>
                </a:path>
                <a:path w="47625" h="15239">
                  <a:moveTo>
                    <a:pt x="46456" y="9423"/>
                  </a:moveTo>
                  <a:lnTo>
                    <a:pt x="685" y="9423"/>
                  </a:lnTo>
                  <a:lnTo>
                    <a:pt x="736" y="9639"/>
                  </a:lnTo>
                  <a:lnTo>
                    <a:pt x="39801" y="9550"/>
                  </a:lnTo>
                  <a:lnTo>
                    <a:pt x="46456" y="9423"/>
                  </a:lnTo>
                  <a:close/>
                </a:path>
                <a:path w="47625" h="15239">
                  <a:moveTo>
                    <a:pt x="46456" y="2374"/>
                  </a:moveTo>
                  <a:lnTo>
                    <a:pt x="685" y="2362"/>
                  </a:lnTo>
                  <a:lnTo>
                    <a:pt x="647" y="2565"/>
                  </a:lnTo>
                  <a:lnTo>
                    <a:pt x="39801" y="2476"/>
                  </a:lnTo>
                  <a:lnTo>
                    <a:pt x="46456" y="2374"/>
                  </a:lnTo>
                  <a:close/>
                </a:path>
                <a:path w="47625" h="15239">
                  <a:moveTo>
                    <a:pt x="46494" y="9220"/>
                  </a:moveTo>
                  <a:lnTo>
                    <a:pt x="647" y="9220"/>
                  </a:lnTo>
                  <a:lnTo>
                    <a:pt x="685" y="9423"/>
                  </a:lnTo>
                  <a:lnTo>
                    <a:pt x="39801" y="9334"/>
                  </a:lnTo>
                  <a:lnTo>
                    <a:pt x="46494" y="9220"/>
                  </a:lnTo>
                  <a:close/>
                </a:path>
                <a:path w="47625" h="15239">
                  <a:moveTo>
                    <a:pt x="46507" y="2590"/>
                  </a:moveTo>
                  <a:lnTo>
                    <a:pt x="647" y="2578"/>
                  </a:lnTo>
                  <a:lnTo>
                    <a:pt x="609" y="2781"/>
                  </a:lnTo>
                  <a:lnTo>
                    <a:pt x="39801" y="2692"/>
                  </a:lnTo>
                  <a:lnTo>
                    <a:pt x="46507" y="2590"/>
                  </a:lnTo>
                  <a:close/>
                </a:path>
                <a:path w="47625" h="15239">
                  <a:moveTo>
                    <a:pt x="46545" y="9004"/>
                  </a:moveTo>
                  <a:lnTo>
                    <a:pt x="609" y="9004"/>
                  </a:lnTo>
                  <a:lnTo>
                    <a:pt x="647" y="9207"/>
                  </a:lnTo>
                  <a:lnTo>
                    <a:pt x="39801" y="9118"/>
                  </a:lnTo>
                  <a:lnTo>
                    <a:pt x="46545" y="9004"/>
                  </a:lnTo>
                  <a:close/>
                </a:path>
                <a:path w="47625" h="15239">
                  <a:moveTo>
                    <a:pt x="46545" y="2794"/>
                  </a:moveTo>
                  <a:lnTo>
                    <a:pt x="609" y="2794"/>
                  </a:lnTo>
                  <a:lnTo>
                    <a:pt x="558" y="2997"/>
                  </a:lnTo>
                  <a:lnTo>
                    <a:pt x="39801" y="2908"/>
                  </a:lnTo>
                  <a:lnTo>
                    <a:pt x="46545" y="2794"/>
                  </a:lnTo>
                  <a:close/>
                </a:path>
                <a:path w="47625" h="15239">
                  <a:moveTo>
                    <a:pt x="46583" y="8788"/>
                  </a:moveTo>
                  <a:lnTo>
                    <a:pt x="558" y="8788"/>
                  </a:lnTo>
                  <a:lnTo>
                    <a:pt x="609" y="8991"/>
                  </a:lnTo>
                  <a:lnTo>
                    <a:pt x="39801" y="8915"/>
                  </a:lnTo>
                  <a:lnTo>
                    <a:pt x="46583" y="8788"/>
                  </a:lnTo>
                  <a:close/>
                </a:path>
                <a:path w="47625" h="15239">
                  <a:moveTo>
                    <a:pt x="46634" y="8572"/>
                  </a:moveTo>
                  <a:lnTo>
                    <a:pt x="520" y="8572"/>
                  </a:lnTo>
                  <a:lnTo>
                    <a:pt x="558" y="8788"/>
                  </a:lnTo>
                  <a:lnTo>
                    <a:pt x="39801" y="8699"/>
                  </a:lnTo>
                  <a:lnTo>
                    <a:pt x="46634" y="8572"/>
                  </a:lnTo>
                  <a:close/>
                </a:path>
                <a:path w="47625" h="15239">
                  <a:moveTo>
                    <a:pt x="46634" y="3225"/>
                  </a:moveTo>
                  <a:lnTo>
                    <a:pt x="5511" y="3225"/>
                  </a:lnTo>
                  <a:lnTo>
                    <a:pt x="39801" y="3136"/>
                  </a:lnTo>
                  <a:lnTo>
                    <a:pt x="46583" y="3009"/>
                  </a:lnTo>
                  <a:lnTo>
                    <a:pt x="558" y="3009"/>
                  </a:lnTo>
                  <a:lnTo>
                    <a:pt x="520" y="3213"/>
                  </a:lnTo>
                  <a:lnTo>
                    <a:pt x="469" y="3429"/>
                  </a:lnTo>
                  <a:lnTo>
                    <a:pt x="39801" y="3340"/>
                  </a:lnTo>
                  <a:lnTo>
                    <a:pt x="46634" y="3225"/>
                  </a:lnTo>
                  <a:close/>
                </a:path>
                <a:path w="47625" h="15239">
                  <a:moveTo>
                    <a:pt x="46672" y="8356"/>
                  </a:moveTo>
                  <a:lnTo>
                    <a:pt x="469" y="8356"/>
                  </a:lnTo>
                  <a:lnTo>
                    <a:pt x="520" y="8572"/>
                  </a:lnTo>
                  <a:lnTo>
                    <a:pt x="39801" y="8483"/>
                  </a:lnTo>
                  <a:lnTo>
                    <a:pt x="46672" y="8356"/>
                  </a:lnTo>
                  <a:close/>
                </a:path>
                <a:path w="47625" h="15239">
                  <a:moveTo>
                    <a:pt x="46672" y="3441"/>
                  </a:moveTo>
                  <a:lnTo>
                    <a:pt x="469" y="3429"/>
                  </a:lnTo>
                  <a:lnTo>
                    <a:pt x="431" y="3644"/>
                  </a:lnTo>
                  <a:lnTo>
                    <a:pt x="39801" y="3556"/>
                  </a:lnTo>
                  <a:lnTo>
                    <a:pt x="46672" y="3441"/>
                  </a:lnTo>
                  <a:close/>
                </a:path>
                <a:path w="47625" h="15239">
                  <a:moveTo>
                    <a:pt x="46710" y="8140"/>
                  </a:moveTo>
                  <a:lnTo>
                    <a:pt x="431" y="8140"/>
                  </a:lnTo>
                  <a:lnTo>
                    <a:pt x="469" y="8356"/>
                  </a:lnTo>
                  <a:lnTo>
                    <a:pt x="39801" y="8267"/>
                  </a:lnTo>
                  <a:lnTo>
                    <a:pt x="46710" y="8140"/>
                  </a:lnTo>
                  <a:close/>
                </a:path>
                <a:path w="47625" h="15239">
                  <a:moveTo>
                    <a:pt x="46723" y="3657"/>
                  </a:moveTo>
                  <a:lnTo>
                    <a:pt x="431" y="3644"/>
                  </a:lnTo>
                  <a:lnTo>
                    <a:pt x="393" y="3860"/>
                  </a:lnTo>
                  <a:lnTo>
                    <a:pt x="39801" y="3771"/>
                  </a:lnTo>
                  <a:lnTo>
                    <a:pt x="46723" y="3657"/>
                  </a:lnTo>
                  <a:close/>
                </a:path>
                <a:path w="47625" h="15239">
                  <a:moveTo>
                    <a:pt x="46761" y="7937"/>
                  </a:moveTo>
                  <a:lnTo>
                    <a:pt x="393" y="7937"/>
                  </a:lnTo>
                  <a:lnTo>
                    <a:pt x="431" y="8140"/>
                  </a:lnTo>
                  <a:lnTo>
                    <a:pt x="39801" y="8051"/>
                  </a:lnTo>
                  <a:lnTo>
                    <a:pt x="46761" y="7937"/>
                  </a:lnTo>
                  <a:close/>
                </a:path>
                <a:path w="47625" h="15239">
                  <a:moveTo>
                    <a:pt x="46761" y="3860"/>
                  </a:moveTo>
                  <a:lnTo>
                    <a:pt x="393" y="3860"/>
                  </a:lnTo>
                  <a:lnTo>
                    <a:pt x="342" y="4064"/>
                  </a:lnTo>
                  <a:lnTo>
                    <a:pt x="39801" y="3975"/>
                  </a:lnTo>
                  <a:lnTo>
                    <a:pt x="46761" y="3860"/>
                  </a:lnTo>
                  <a:close/>
                </a:path>
                <a:path w="47625" h="15239">
                  <a:moveTo>
                    <a:pt x="46799" y="7721"/>
                  </a:moveTo>
                  <a:lnTo>
                    <a:pt x="342" y="7721"/>
                  </a:lnTo>
                  <a:lnTo>
                    <a:pt x="393" y="7924"/>
                  </a:lnTo>
                  <a:lnTo>
                    <a:pt x="39801" y="7835"/>
                  </a:lnTo>
                  <a:lnTo>
                    <a:pt x="46799" y="7721"/>
                  </a:lnTo>
                  <a:close/>
                </a:path>
                <a:path w="47625" h="15239">
                  <a:moveTo>
                    <a:pt x="46799" y="4076"/>
                  </a:moveTo>
                  <a:lnTo>
                    <a:pt x="342" y="4076"/>
                  </a:lnTo>
                  <a:lnTo>
                    <a:pt x="304" y="4292"/>
                  </a:lnTo>
                  <a:lnTo>
                    <a:pt x="39801" y="4203"/>
                  </a:lnTo>
                  <a:lnTo>
                    <a:pt x="46799" y="4076"/>
                  </a:lnTo>
                  <a:close/>
                </a:path>
                <a:path w="47625" h="15239">
                  <a:moveTo>
                    <a:pt x="46850" y="7505"/>
                  </a:moveTo>
                  <a:lnTo>
                    <a:pt x="304" y="7505"/>
                  </a:lnTo>
                  <a:lnTo>
                    <a:pt x="342" y="7721"/>
                  </a:lnTo>
                  <a:lnTo>
                    <a:pt x="39801" y="7632"/>
                  </a:lnTo>
                  <a:lnTo>
                    <a:pt x="46850" y="7505"/>
                  </a:lnTo>
                  <a:close/>
                </a:path>
                <a:path w="47625" h="15239">
                  <a:moveTo>
                    <a:pt x="46850" y="4292"/>
                  </a:moveTo>
                  <a:lnTo>
                    <a:pt x="304" y="4292"/>
                  </a:lnTo>
                  <a:lnTo>
                    <a:pt x="254" y="4495"/>
                  </a:lnTo>
                  <a:lnTo>
                    <a:pt x="39801" y="4406"/>
                  </a:lnTo>
                  <a:lnTo>
                    <a:pt x="46850" y="4292"/>
                  </a:lnTo>
                  <a:close/>
                </a:path>
                <a:path w="47625" h="15239">
                  <a:moveTo>
                    <a:pt x="46888" y="7289"/>
                  </a:moveTo>
                  <a:lnTo>
                    <a:pt x="254" y="7289"/>
                  </a:lnTo>
                  <a:lnTo>
                    <a:pt x="304" y="7493"/>
                  </a:lnTo>
                  <a:lnTo>
                    <a:pt x="39801" y="7404"/>
                  </a:lnTo>
                  <a:lnTo>
                    <a:pt x="46888" y="7289"/>
                  </a:lnTo>
                  <a:close/>
                </a:path>
                <a:path w="47625" h="15239">
                  <a:moveTo>
                    <a:pt x="46888" y="4508"/>
                  </a:moveTo>
                  <a:lnTo>
                    <a:pt x="254" y="4508"/>
                  </a:lnTo>
                  <a:lnTo>
                    <a:pt x="215" y="4711"/>
                  </a:lnTo>
                  <a:lnTo>
                    <a:pt x="39801" y="4622"/>
                  </a:lnTo>
                  <a:lnTo>
                    <a:pt x="46888" y="4508"/>
                  </a:lnTo>
                  <a:close/>
                </a:path>
                <a:path w="47625" h="15239">
                  <a:moveTo>
                    <a:pt x="46926" y="7073"/>
                  </a:moveTo>
                  <a:lnTo>
                    <a:pt x="215" y="7073"/>
                  </a:lnTo>
                  <a:lnTo>
                    <a:pt x="254" y="7277"/>
                  </a:lnTo>
                  <a:lnTo>
                    <a:pt x="39801" y="7200"/>
                  </a:lnTo>
                  <a:lnTo>
                    <a:pt x="46926" y="7073"/>
                  </a:lnTo>
                  <a:close/>
                </a:path>
                <a:path w="47625" h="15239">
                  <a:moveTo>
                    <a:pt x="46939" y="4724"/>
                  </a:moveTo>
                  <a:lnTo>
                    <a:pt x="215" y="4711"/>
                  </a:lnTo>
                  <a:lnTo>
                    <a:pt x="177" y="4927"/>
                  </a:lnTo>
                  <a:lnTo>
                    <a:pt x="39801" y="4838"/>
                  </a:lnTo>
                  <a:lnTo>
                    <a:pt x="46939" y="4724"/>
                  </a:lnTo>
                  <a:close/>
                </a:path>
                <a:path w="47625" h="15239">
                  <a:moveTo>
                    <a:pt x="46977" y="6858"/>
                  </a:moveTo>
                  <a:lnTo>
                    <a:pt x="177" y="6858"/>
                  </a:lnTo>
                  <a:lnTo>
                    <a:pt x="215" y="7073"/>
                  </a:lnTo>
                  <a:lnTo>
                    <a:pt x="39801" y="6985"/>
                  </a:lnTo>
                  <a:lnTo>
                    <a:pt x="46977" y="6858"/>
                  </a:lnTo>
                  <a:close/>
                </a:path>
                <a:path w="47625" h="15239">
                  <a:moveTo>
                    <a:pt x="46977" y="4940"/>
                  </a:moveTo>
                  <a:lnTo>
                    <a:pt x="177" y="4927"/>
                  </a:lnTo>
                  <a:lnTo>
                    <a:pt x="127" y="5143"/>
                  </a:lnTo>
                  <a:lnTo>
                    <a:pt x="39801" y="5054"/>
                  </a:lnTo>
                  <a:lnTo>
                    <a:pt x="46977" y="4940"/>
                  </a:lnTo>
                  <a:close/>
                </a:path>
                <a:path w="47625" h="15239">
                  <a:moveTo>
                    <a:pt x="47015" y="6642"/>
                  </a:moveTo>
                  <a:lnTo>
                    <a:pt x="127" y="6642"/>
                  </a:lnTo>
                  <a:lnTo>
                    <a:pt x="177" y="6858"/>
                  </a:lnTo>
                  <a:lnTo>
                    <a:pt x="39801" y="6769"/>
                  </a:lnTo>
                  <a:lnTo>
                    <a:pt x="47015" y="6642"/>
                  </a:lnTo>
                  <a:close/>
                </a:path>
                <a:path w="47625" h="15239">
                  <a:moveTo>
                    <a:pt x="47066" y="6438"/>
                  </a:moveTo>
                  <a:lnTo>
                    <a:pt x="88" y="6438"/>
                  </a:lnTo>
                  <a:lnTo>
                    <a:pt x="127" y="6642"/>
                  </a:lnTo>
                  <a:lnTo>
                    <a:pt x="39801" y="6553"/>
                  </a:lnTo>
                  <a:lnTo>
                    <a:pt x="47066" y="6438"/>
                  </a:lnTo>
                  <a:close/>
                </a:path>
                <a:path w="47625" h="15239">
                  <a:moveTo>
                    <a:pt x="47066" y="5359"/>
                  </a:moveTo>
                  <a:lnTo>
                    <a:pt x="5041" y="5359"/>
                  </a:lnTo>
                  <a:lnTo>
                    <a:pt x="39801" y="5270"/>
                  </a:lnTo>
                  <a:lnTo>
                    <a:pt x="47015" y="5143"/>
                  </a:lnTo>
                  <a:lnTo>
                    <a:pt x="127" y="5143"/>
                  </a:lnTo>
                  <a:lnTo>
                    <a:pt x="88" y="5359"/>
                  </a:lnTo>
                  <a:lnTo>
                    <a:pt x="38" y="5575"/>
                  </a:lnTo>
                  <a:lnTo>
                    <a:pt x="39801" y="5486"/>
                  </a:lnTo>
                  <a:lnTo>
                    <a:pt x="47066" y="5359"/>
                  </a:lnTo>
                  <a:close/>
                </a:path>
                <a:path w="47625" h="15239">
                  <a:moveTo>
                    <a:pt x="47104" y="6223"/>
                  </a:moveTo>
                  <a:lnTo>
                    <a:pt x="38" y="6223"/>
                  </a:lnTo>
                  <a:lnTo>
                    <a:pt x="88" y="6438"/>
                  </a:lnTo>
                  <a:lnTo>
                    <a:pt x="39801" y="6350"/>
                  </a:lnTo>
                  <a:lnTo>
                    <a:pt x="47104" y="6223"/>
                  </a:lnTo>
                  <a:close/>
                </a:path>
                <a:path w="47625" h="15239">
                  <a:moveTo>
                    <a:pt x="47104" y="5575"/>
                  </a:moveTo>
                  <a:lnTo>
                    <a:pt x="38" y="5575"/>
                  </a:lnTo>
                  <a:lnTo>
                    <a:pt x="0" y="5778"/>
                  </a:lnTo>
                  <a:lnTo>
                    <a:pt x="39801" y="5702"/>
                  </a:lnTo>
                  <a:lnTo>
                    <a:pt x="47104" y="5575"/>
                  </a:lnTo>
                  <a:close/>
                </a:path>
                <a:path w="47625" h="15239">
                  <a:moveTo>
                    <a:pt x="47142" y="6007"/>
                  </a:moveTo>
                  <a:lnTo>
                    <a:pt x="0" y="6007"/>
                  </a:lnTo>
                  <a:lnTo>
                    <a:pt x="38" y="6210"/>
                  </a:lnTo>
                  <a:lnTo>
                    <a:pt x="39801" y="6121"/>
                  </a:lnTo>
                  <a:lnTo>
                    <a:pt x="47142" y="6007"/>
                  </a:lnTo>
                  <a:close/>
                </a:path>
                <a:path w="47625" h="15239">
                  <a:moveTo>
                    <a:pt x="47155" y="5791"/>
                  </a:moveTo>
                  <a:lnTo>
                    <a:pt x="0" y="5791"/>
                  </a:lnTo>
                  <a:lnTo>
                    <a:pt x="0" y="5994"/>
                  </a:lnTo>
                  <a:lnTo>
                    <a:pt x="39801" y="5905"/>
                  </a:lnTo>
                  <a:lnTo>
                    <a:pt x="47155" y="5791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7914589" y="3174269"/>
              <a:ext cx="115570" cy="47625"/>
            </a:xfrm>
            <a:custGeom>
              <a:avLst/>
              <a:gdLst/>
              <a:ahLst/>
              <a:cxnLst/>
              <a:rect l="l" t="t" r="r" b="b"/>
              <a:pathLst>
                <a:path w="115570" h="47625">
                  <a:moveTo>
                    <a:pt x="42710" y="12192"/>
                  </a:moveTo>
                  <a:lnTo>
                    <a:pt x="39141" y="6908"/>
                  </a:lnTo>
                  <a:lnTo>
                    <a:pt x="31635" y="1854"/>
                  </a:lnTo>
                  <a:lnTo>
                    <a:pt x="22453" y="0"/>
                  </a:lnTo>
                  <a:lnTo>
                    <a:pt x="13271" y="1854"/>
                  </a:lnTo>
                  <a:lnTo>
                    <a:pt x="5765" y="6908"/>
                  </a:lnTo>
                  <a:lnTo>
                    <a:pt x="2247" y="12141"/>
                  </a:lnTo>
                  <a:lnTo>
                    <a:pt x="2108" y="12344"/>
                  </a:lnTo>
                  <a:lnTo>
                    <a:pt x="38684" y="12255"/>
                  </a:lnTo>
                  <a:lnTo>
                    <a:pt x="42710" y="12192"/>
                  </a:lnTo>
                  <a:close/>
                </a:path>
                <a:path w="115570" h="47625">
                  <a:moveTo>
                    <a:pt x="42849" y="12407"/>
                  </a:moveTo>
                  <a:lnTo>
                    <a:pt x="2095" y="12357"/>
                  </a:lnTo>
                  <a:lnTo>
                    <a:pt x="1955" y="12560"/>
                  </a:lnTo>
                  <a:lnTo>
                    <a:pt x="38684" y="12471"/>
                  </a:lnTo>
                  <a:lnTo>
                    <a:pt x="42849" y="12407"/>
                  </a:lnTo>
                  <a:close/>
                </a:path>
                <a:path w="115570" h="47625">
                  <a:moveTo>
                    <a:pt x="42989" y="12623"/>
                  </a:moveTo>
                  <a:lnTo>
                    <a:pt x="1955" y="12573"/>
                  </a:lnTo>
                  <a:lnTo>
                    <a:pt x="1816" y="12776"/>
                  </a:lnTo>
                  <a:lnTo>
                    <a:pt x="38684" y="12687"/>
                  </a:lnTo>
                  <a:lnTo>
                    <a:pt x="42989" y="12623"/>
                  </a:lnTo>
                  <a:close/>
                </a:path>
                <a:path w="115570" h="47625">
                  <a:moveTo>
                    <a:pt x="43129" y="12827"/>
                  </a:moveTo>
                  <a:lnTo>
                    <a:pt x="1816" y="12776"/>
                  </a:lnTo>
                  <a:lnTo>
                    <a:pt x="1676" y="12992"/>
                  </a:lnTo>
                  <a:lnTo>
                    <a:pt x="38684" y="12903"/>
                  </a:lnTo>
                  <a:lnTo>
                    <a:pt x="43129" y="12827"/>
                  </a:lnTo>
                  <a:close/>
                </a:path>
                <a:path w="115570" h="47625">
                  <a:moveTo>
                    <a:pt x="43281" y="13042"/>
                  </a:moveTo>
                  <a:lnTo>
                    <a:pt x="1676" y="12992"/>
                  </a:lnTo>
                  <a:lnTo>
                    <a:pt x="1524" y="13208"/>
                  </a:lnTo>
                  <a:lnTo>
                    <a:pt x="38684" y="13119"/>
                  </a:lnTo>
                  <a:lnTo>
                    <a:pt x="43281" y="13042"/>
                  </a:lnTo>
                  <a:close/>
                </a:path>
                <a:path w="115570" h="47625">
                  <a:moveTo>
                    <a:pt x="43421" y="13258"/>
                  </a:moveTo>
                  <a:lnTo>
                    <a:pt x="1524" y="13208"/>
                  </a:lnTo>
                  <a:lnTo>
                    <a:pt x="1384" y="13423"/>
                  </a:lnTo>
                  <a:lnTo>
                    <a:pt x="38684" y="13335"/>
                  </a:lnTo>
                  <a:lnTo>
                    <a:pt x="43421" y="13258"/>
                  </a:lnTo>
                  <a:close/>
                </a:path>
                <a:path w="115570" h="47625">
                  <a:moveTo>
                    <a:pt x="43561" y="13462"/>
                  </a:moveTo>
                  <a:lnTo>
                    <a:pt x="1384" y="13423"/>
                  </a:lnTo>
                  <a:lnTo>
                    <a:pt x="1231" y="13627"/>
                  </a:lnTo>
                  <a:lnTo>
                    <a:pt x="38684" y="13550"/>
                  </a:lnTo>
                  <a:lnTo>
                    <a:pt x="43561" y="13462"/>
                  </a:lnTo>
                  <a:close/>
                </a:path>
                <a:path w="115570" h="47625">
                  <a:moveTo>
                    <a:pt x="43700" y="13677"/>
                  </a:moveTo>
                  <a:lnTo>
                    <a:pt x="1231" y="13639"/>
                  </a:lnTo>
                  <a:lnTo>
                    <a:pt x="1092" y="13843"/>
                  </a:lnTo>
                  <a:lnTo>
                    <a:pt x="38684" y="13754"/>
                  </a:lnTo>
                  <a:lnTo>
                    <a:pt x="43700" y="13677"/>
                  </a:lnTo>
                  <a:close/>
                </a:path>
                <a:path w="115570" h="47625">
                  <a:moveTo>
                    <a:pt x="43840" y="13893"/>
                  </a:moveTo>
                  <a:lnTo>
                    <a:pt x="1092" y="13855"/>
                  </a:lnTo>
                  <a:lnTo>
                    <a:pt x="952" y="14058"/>
                  </a:lnTo>
                  <a:lnTo>
                    <a:pt x="38684" y="13970"/>
                  </a:lnTo>
                  <a:lnTo>
                    <a:pt x="43840" y="13893"/>
                  </a:lnTo>
                  <a:close/>
                </a:path>
                <a:path w="115570" h="47625">
                  <a:moveTo>
                    <a:pt x="43992" y="14097"/>
                  </a:moveTo>
                  <a:lnTo>
                    <a:pt x="939" y="14071"/>
                  </a:lnTo>
                  <a:lnTo>
                    <a:pt x="800" y="14287"/>
                  </a:lnTo>
                  <a:lnTo>
                    <a:pt x="38684" y="14198"/>
                  </a:lnTo>
                  <a:lnTo>
                    <a:pt x="43992" y="14097"/>
                  </a:lnTo>
                  <a:close/>
                </a:path>
                <a:path w="115570" h="47625">
                  <a:moveTo>
                    <a:pt x="44132" y="14312"/>
                  </a:moveTo>
                  <a:lnTo>
                    <a:pt x="800" y="14287"/>
                  </a:lnTo>
                  <a:lnTo>
                    <a:pt x="698" y="14490"/>
                  </a:lnTo>
                  <a:lnTo>
                    <a:pt x="38684" y="14401"/>
                  </a:lnTo>
                  <a:lnTo>
                    <a:pt x="44132" y="14312"/>
                  </a:lnTo>
                  <a:close/>
                </a:path>
                <a:path w="115570" h="47625">
                  <a:moveTo>
                    <a:pt x="44221" y="14490"/>
                  </a:moveTo>
                  <a:lnTo>
                    <a:pt x="698" y="14490"/>
                  </a:lnTo>
                  <a:lnTo>
                    <a:pt x="660" y="14706"/>
                  </a:lnTo>
                  <a:lnTo>
                    <a:pt x="38684" y="14617"/>
                  </a:lnTo>
                  <a:lnTo>
                    <a:pt x="44221" y="14528"/>
                  </a:lnTo>
                  <a:close/>
                </a:path>
                <a:path w="115570" h="47625">
                  <a:moveTo>
                    <a:pt x="44259" y="14706"/>
                  </a:moveTo>
                  <a:lnTo>
                    <a:pt x="660" y="14706"/>
                  </a:lnTo>
                  <a:lnTo>
                    <a:pt x="609" y="14922"/>
                  </a:lnTo>
                  <a:lnTo>
                    <a:pt x="38684" y="14833"/>
                  </a:lnTo>
                  <a:lnTo>
                    <a:pt x="44259" y="14744"/>
                  </a:lnTo>
                  <a:close/>
                </a:path>
                <a:path w="115570" h="47625">
                  <a:moveTo>
                    <a:pt x="44310" y="14947"/>
                  </a:moveTo>
                  <a:lnTo>
                    <a:pt x="609" y="14922"/>
                  </a:lnTo>
                  <a:lnTo>
                    <a:pt x="571" y="15125"/>
                  </a:lnTo>
                  <a:lnTo>
                    <a:pt x="38684" y="15049"/>
                  </a:lnTo>
                  <a:lnTo>
                    <a:pt x="44310" y="14947"/>
                  </a:lnTo>
                  <a:close/>
                </a:path>
                <a:path w="115570" h="47625">
                  <a:moveTo>
                    <a:pt x="44348" y="15138"/>
                  </a:moveTo>
                  <a:lnTo>
                    <a:pt x="571" y="15138"/>
                  </a:lnTo>
                  <a:lnTo>
                    <a:pt x="520" y="15354"/>
                  </a:lnTo>
                  <a:lnTo>
                    <a:pt x="38684" y="15265"/>
                  </a:lnTo>
                  <a:lnTo>
                    <a:pt x="44348" y="15163"/>
                  </a:lnTo>
                  <a:close/>
                </a:path>
                <a:path w="115570" h="47625">
                  <a:moveTo>
                    <a:pt x="44399" y="15379"/>
                  </a:moveTo>
                  <a:lnTo>
                    <a:pt x="520" y="15354"/>
                  </a:lnTo>
                  <a:lnTo>
                    <a:pt x="482" y="15557"/>
                  </a:lnTo>
                  <a:lnTo>
                    <a:pt x="38684" y="15468"/>
                  </a:lnTo>
                  <a:lnTo>
                    <a:pt x="44399" y="15379"/>
                  </a:lnTo>
                  <a:close/>
                </a:path>
                <a:path w="115570" h="47625">
                  <a:moveTo>
                    <a:pt x="44437" y="15570"/>
                  </a:moveTo>
                  <a:lnTo>
                    <a:pt x="482" y="15570"/>
                  </a:lnTo>
                  <a:lnTo>
                    <a:pt x="444" y="15773"/>
                  </a:lnTo>
                  <a:lnTo>
                    <a:pt x="38684" y="15684"/>
                  </a:lnTo>
                  <a:lnTo>
                    <a:pt x="44437" y="15595"/>
                  </a:lnTo>
                  <a:close/>
                </a:path>
                <a:path w="115570" h="47625">
                  <a:moveTo>
                    <a:pt x="44475" y="15786"/>
                  </a:moveTo>
                  <a:lnTo>
                    <a:pt x="431" y="15786"/>
                  </a:lnTo>
                  <a:lnTo>
                    <a:pt x="393" y="15989"/>
                  </a:lnTo>
                  <a:lnTo>
                    <a:pt x="38684" y="15900"/>
                  </a:lnTo>
                  <a:lnTo>
                    <a:pt x="44475" y="15811"/>
                  </a:lnTo>
                  <a:close/>
                </a:path>
                <a:path w="115570" h="47625">
                  <a:moveTo>
                    <a:pt x="44526" y="16014"/>
                  </a:moveTo>
                  <a:lnTo>
                    <a:pt x="393" y="15989"/>
                  </a:lnTo>
                  <a:lnTo>
                    <a:pt x="355" y="16205"/>
                  </a:lnTo>
                  <a:lnTo>
                    <a:pt x="38684" y="16116"/>
                  </a:lnTo>
                  <a:lnTo>
                    <a:pt x="44526" y="16014"/>
                  </a:lnTo>
                  <a:close/>
                </a:path>
                <a:path w="115570" h="47625">
                  <a:moveTo>
                    <a:pt x="44564" y="16205"/>
                  </a:moveTo>
                  <a:lnTo>
                    <a:pt x="355" y="16205"/>
                  </a:lnTo>
                  <a:lnTo>
                    <a:pt x="304" y="16421"/>
                  </a:lnTo>
                  <a:lnTo>
                    <a:pt x="38684" y="16332"/>
                  </a:lnTo>
                  <a:lnTo>
                    <a:pt x="44564" y="16230"/>
                  </a:lnTo>
                  <a:close/>
                </a:path>
                <a:path w="115570" h="47625">
                  <a:moveTo>
                    <a:pt x="44615" y="16446"/>
                  </a:moveTo>
                  <a:lnTo>
                    <a:pt x="304" y="16421"/>
                  </a:lnTo>
                  <a:lnTo>
                    <a:pt x="266" y="16637"/>
                  </a:lnTo>
                  <a:lnTo>
                    <a:pt x="38684" y="16548"/>
                  </a:lnTo>
                  <a:lnTo>
                    <a:pt x="44615" y="16446"/>
                  </a:lnTo>
                  <a:close/>
                </a:path>
                <a:path w="115570" h="47625">
                  <a:moveTo>
                    <a:pt x="44653" y="16637"/>
                  </a:moveTo>
                  <a:lnTo>
                    <a:pt x="266" y="16637"/>
                  </a:lnTo>
                  <a:lnTo>
                    <a:pt x="215" y="16852"/>
                  </a:lnTo>
                  <a:lnTo>
                    <a:pt x="38684" y="16764"/>
                  </a:lnTo>
                  <a:lnTo>
                    <a:pt x="44653" y="16662"/>
                  </a:lnTo>
                  <a:close/>
                </a:path>
                <a:path w="115570" h="47625">
                  <a:moveTo>
                    <a:pt x="44691" y="16852"/>
                  </a:moveTo>
                  <a:lnTo>
                    <a:pt x="215" y="16852"/>
                  </a:lnTo>
                  <a:lnTo>
                    <a:pt x="177" y="17056"/>
                  </a:lnTo>
                  <a:lnTo>
                    <a:pt x="38684" y="16967"/>
                  </a:lnTo>
                  <a:lnTo>
                    <a:pt x="44691" y="16878"/>
                  </a:lnTo>
                  <a:close/>
                </a:path>
                <a:path w="115570" h="47625">
                  <a:moveTo>
                    <a:pt x="44742" y="17081"/>
                  </a:moveTo>
                  <a:lnTo>
                    <a:pt x="177" y="17068"/>
                  </a:lnTo>
                  <a:lnTo>
                    <a:pt x="139" y="17272"/>
                  </a:lnTo>
                  <a:lnTo>
                    <a:pt x="38684" y="17183"/>
                  </a:lnTo>
                  <a:lnTo>
                    <a:pt x="44742" y="17081"/>
                  </a:lnTo>
                  <a:close/>
                </a:path>
                <a:path w="115570" h="47625">
                  <a:moveTo>
                    <a:pt x="44780" y="17284"/>
                  </a:moveTo>
                  <a:lnTo>
                    <a:pt x="139" y="17284"/>
                  </a:lnTo>
                  <a:lnTo>
                    <a:pt x="88" y="17487"/>
                  </a:lnTo>
                  <a:lnTo>
                    <a:pt x="38684" y="17399"/>
                  </a:lnTo>
                  <a:lnTo>
                    <a:pt x="44780" y="17297"/>
                  </a:lnTo>
                  <a:close/>
                </a:path>
                <a:path w="115570" h="47625">
                  <a:moveTo>
                    <a:pt x="44869" y="17703"/>
                  </a:moveTo>
                  <a:lnTo>
                    <a:pt x="4876" y="17703"/>
                  </a:lnTo>
                  <a:lnTo>
                    <a:pt x="38684" y="17614"/>
                  </a:lnTo>
                  <a:lnTo>
                    <a:pt x="44818" y="17513"/>
                  </a:lnTo>
                  <a:lnTo>
                    <a:pt x="88" y="17487"/>
                  </a:lnTo>
                  <a:lnTo>
                    <a:pt x="50" y="17703"/>
                  </a:lnTo>
                  <a:lnTo>
                    <a:pt x="0" y="17919"/>
                  </a:lnTo>
                  <a:lnTo>
                    <a:pt x="38684" y="17830"/>
                  </a:lnTo>
                  <a:lnTo>
                    <a:pt x="44869" y="17729"/>
                  </a:lnTo>
                  <a:close/>
                </a:path>
                <a:path w="115570" h="47625">
                  <a:moveTo>
                    <a:pt x="115227" y="23596"/>
                  </a:moveTo>
                  <a:lnTo>
                    <a:pt x="113372" y="14414"/>
                  </a:lnTo>
                  <a:lnTo>
                    <a:pt x="108318" y="6908"/>
                  </a:lnTo>
                  <a:lnTo>
                    <a:pt x="100812" y="1854"/>
                  </a:lnTo>
                  <a:lnTo>
                    <a:pt x="91630" y="0"/>
                  </a:lnTo>
                  <a:lnTo>
                    <a:pt x="82435" y="1854"/>
                  </a:lnTo>
                  <a:lnTo>
                    <a:pt x="74942" y="6908"/>
                  </a:lnTo>
                  <a:lnTo>
                    <a:pt x="69875" y="14414"/>
                  </a:lnTo>
                  <a:lnTo>
                    <a:pt x="68021" y="23596"/>
                  </a:lnTo>
                  <a:lnTo>
                    <a:pt x="69875" y="32778"/>
                  </a:lnTo>
                  <a:lnTo>
                    <a:pt x="72567" y="36779"/>
                  </a:lnTo>
                  <a:lnTo>
                    <a:pt x="73723" y="38493"/>
                  </a:lnTo>
                  <a:lnTo>
                    <a:pt x="73863" y="38696"/>
                  </a:lnTo>
                  <a:lnTo>
                    <a:pt x="74155" y="39128"/>
                  </a:lnTo>
                  <a:lnTo>
                    <a:pt x="74447" y="39560"/>
                  </a:lnTo>
                  <a:lnTo>
                    <a:pt x="74739" y="39992"/>
                  </a:lnTo>
                  <a:lnTo>
                    <a:pt x="74879" y="40195"/>
                  </a:lnTo>
                  <a:lnTo>
                    <a:pt x="74993" y="40335"/>
                  </a:lnTo>
                  <a:lnTo>
                    <a:pt x="75120" y="40411"/>
                  </a:lnTo>
                  <a:lnTo>
                    <a:pt x="75514" y="40678"/>
                  </a:lnTo>
                  <a:lnTo>
                    <a:pt x="75755" y="40843"/>
                  </a:lnTo>
                  <a:lnTo>
                    <a:pt x="77038" y="41706"/>
                  </a:lnTo>
                  <a:lnTo>
                    <a:pt x="77343" y="41910"/>
                  </a:lnTo>
                  <a:lnTo>
                    <a:pt x="79578" y="43421"/>
                  </a:lnTo>
                  <a:lnTo>
                    <a:pt x="80911" y="44323"/>
                  </a:lnTo>
                  <a:lnTo>
                    <a:pt x="81140" y="44475"/>
                  </a:lnTo>
                  <a:lnTo>
                    <a:pt x="82435" y="45339"/>
                  </a:lnTo>
                  <a:lnTo>
                    <a:pt x="91617" y="47193"/>
                  </a:lnTo>
                  <a:lnTo>
                    <a:pt x="100812" y="45339"/>
                  </a:lnTo>
                  <a:lnTo>
                    <a:pt x="102082" y="44488"/>
                  </a:lnTo>
                  <a:lnTo>
                    <a:pt x="102400" y="44272"/>
                  </a:lnTo>
                  <a:lnTo>
                    <a:pt x="102717" y="44056"/>
                  </a:lnTo>
                  <a:lnTo>
                    <a:pt x="102958" y="43891"/>
                  </a:lnTo>
                  <a:lnTo>
                    <a:pt x="103136" y="43776"/>
                  </a:lnTo>
                  <a:lnTo>
                    <a:pt x="103352" y="43624"/>
                  </a:lnTo>
                  <a:lnTo>
                    <a:pt x="103670" y="43421"/>
                  </a:lnTo>
                  <a:lnTo>
                    <a:pt x="103987" y="43205"/>
                  </a:lnTo>
                  <a:lnTo>
                    <a:pt x="104305" y="42989"/>
                  </a:lnTo>
                  <a:lnTo>
                    <a:pt x="104470" y="42875"/>
                  </a:lnTo>
                  <a:lnTo>
                    <a:pt x="104622" y="42773"/>
                  </a:lnTo>
                  <a:lnTo>
                    <a:pt x="104749" y="42684"/>
                  </a:lnTo>
                  <a:lnTo>
                    <a:pt x="104940" y="42557"/>
                  </a:lnTo>
                  <a:lnTo>
                    <a:pt x="105067" y="42468"/>
                  </a:lnTo>
                  <a:lnTo>
                    <a:pt x="105270" y="42341"/>
                  </a:lnTo>
                  <a:lnTo>
                    <a:pt x="105397" y="42265"/>
                  </a:lnTo>
                  <a:lnTo>
                    <a:pt x="106210" y="41706"/>
                  </a:lnTo>
                  <a:lnTo>
                    <a:pt x="106337" y="41617"/>
                  </a:lnTo>
                  <a:lnTo>
                    <a:pt x="106540" y="41490"/>
                  </a:lnTo>
                  <a:lnTo>
                    <a:pt x="106667" y="41402"/>
                  </a:lnTo>
                  <a:lnTo>
                    <a:pt x="106857" y="41275"/>
                  </a:lnTo>
                  <a:lnTo>
                    <a:pt x="106984" y="41186"/>
                  </a:lnTo>
                  <a:lnTo>
                    <a:pt x="107175" y="41059"/>
                  </a:lnTo>
                  <a:lnTo>
                    <a:pt x="107302" y="40970"/>
                  </a:lnTo>
                  <a:lnTo>
                    <a:pt x="107492" y="40843"/>
                  </a:lnTo>
                  <a:lnTo>
                    <a:pt x="107619" y="40754"/>
                  </a:lnTo>
                  <a:lnTo>
                    <a:pt x="107810" y="40627"/>
                  </a:lnTo>
                  <a:lnTo>
                    <a:pt x="107937" y="40538"/>
                  </a:lnTo>
                  <a:lnTo>
                    <a:pt x="108127" y="40411"/>
                  </a:lnTo>
                  <a:lnTo>
                    <a:pt x="108280" y="40309"/>
                  </a:lnTo>
                  <a:lnTo>
                    <a:pt x="108432" y="40106"/>
                  </a:lnTo>
                  <a:lnTo>
                    <a:pt x="108572" y="39890"/>
                  </a:lnTo>
                  <a:lnTo>
                    <a:pt x="108712" y="39674"/>
                  </a:lnTo>
                  <a:lnTo>
                    <a:pt x="108839" y="39471"/>
                  </a:lnTo>
                  <a:lnTo>
                    <a:pt x="108953" y="39344"/>
                  </a:lnTo>
                  <a:lnTo>
                    <a:pt x="109093" y="39128"/>
                  </a:lnTo>
                  <a:lnTo>
                    <a:pt x="109245" y="38912"/>
                  </a:lnTo>
                  <a:lnTo>
                    <a:pt x="109385" y="38696"/>
                  </a:lnTo>
                  <a:lnTo>
                    <a:pt x="109524" y="38493"/>
                  </a:lnTo>
                  <a:lnTo>
                    <a:pt x="109613" y="38366"/>
                  </a:lnTo>
                  <a:lnTo>
                    <a:pt x="109677" y="38163"/>
                  </a:lnTo>
                  <a:lnTo>
                    <a:pt x="109816" y="38061"/>
                  </a:lnTo>
                  <a:lnTo>
                    <a:pt x="109905" y="37934"/>
                  </a:lnTo>
                  <a:lnTo>
                    <a:pt x="109956" y="37731"/>
                  </a:lnTo>
                  <a:lnTo>
                    <a:pt x="110109" y="37630"/>
                  </a:lnTo>
                  <a:lnTo>
                    <a:pt x="110197" y="37503"/>
                  </a:lnTo>
                  <a:lnTo>
                    <a:pt x="110236" y="37299"/>
                  </a:lnTo>
                  <a:lnTo>
                    <a:pt x="110401" y="37198"/>
                  </a:lnTo>
                  <a:lnTo>
                    <a:pt x="110490" y="37071"/>
                  </a:lnTo>
                  <a:lnTo>
                    <a:pt x="110515" y="36868"/>
                  </a:lnTo>
                  <a:lnTo>
                    <a:pt x="110680" y="36779"/>
                  </a:lnTo>
                  <a:lnTo>
                    <a:pt x="110667" y="36652"/>
                  </a:lnTo>
                  <a:lnTo>
                    <a:pt x="110832" y="36563"/>
                  </a:lnTo>
                  <a:lnTo>
                    <a:pt x="110807" y="36436"/>
                  </a:lnTo>
                  <a:lnTo>
                    <a:pt x="110972" y="36347"/>
                  </a:lnTo>
                  <a:lnTo>
                    <a:pt x="110947" y="36220"/>
                  </a:lnTo>
                  <a:lnTo>
                    <a:pt x="111074" y="36207"/>
                  </a:lnTo>
                  <a:lnTo>
                    <a:pt x="111099" y="35991"/>
                  </a:lnTo>
                  <a:lnTo>
                    <a:pt x="111264" y="35915"/>
                  </a:lnTo>
                  <a:lnTo>
                    <a:pt x="111252" y="35775"/>
                  </a:lnTo>
                  <a:lnTo>
                    <a:pt x="111404" y="35699"/>
                  </a:lnTo>
                  <a:lnTo>
                    <a:pt x="113372" y="32778"/>
                  </a:lnTo>
                  <a:lnTo>
                    <a:pt x="115227" y="23596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7982636" y="3194982"/>
              <a:ext cx="47625" cy="15240"/>
            </a:xfrm>
            <a:custGeom>
              <a:avLst/>
              <a:gdLst/>
              <a:ahLst/>
              <a:cxnLst/>
              <a:rect l="l" t="t" r="r" b="b"/>
              <a:pathLst>
                <a:path w="47625" h="15239">
                  <a:moveTo>
                    <a:pt x="43357" y="14986"/>
                  </a:moveTo>
                  <a:lnTo>
                    <a:pt x="3810" y="14986"/>
                  </a:lnTo>
                  <a:lnTo>
                    <a:pt x="3949" y="15201"/>
                  </a:lnTo>
                  <a:lnTo>
                    <a:pt x="39801" y="15113"/>
                  </a:lnTo>
                  <a:lnTo>
                    <a:pt x="43319" y="15049"/>
                  </a:lnTo>
                  <a:close/>
                </a:path>
                <a:path w="47625" h="15239">
                  <a:moveTo>
                    <a:pt x="43510" y="14770"/>
                  </a:moveTo>
                  <a:lnTo>
                    <a:pt x="3657" y="14770"/>
                  </a:lnTo>
                  <a:lnTo>
                    <a:pt x="3797" y="14986"/>
                  </a:lnTo>
                  <a:lnTo>
                    <a:pt x="39801" y="14897"/>
                  </a:lnTo>
                  <a:lnTo>
                    <a:pt x="43459" y="14833"/>
                  </a:lnTo>
                  <a:close/>
                </a:path>
                <a:path w="47625" h="15239">
                  <a:moveTo>
                    <a:pt x="43649" y="14566"/>
                  </a:moveTo>
                  <a:lnTo>
                    <a:pt x="3517" y="14566"/>
                  </a:lnTo>
                  <a:lnTo>
                    <a:pt x="3657" y="14770"/>
                  </a:lnTo>
                  <a:lnTo>
                    <a:pt x="39801" y="14681"/>
                  </a:lnTo>
                  <a:lnTo>
                    <a:pt x="43611" y="14617"/>
                  </a:lnTo>
                  <a:close/>
                </a:path>
                <a:path w="47625" h="15239">
                  <a:moveTo>
                    <a:pt x="43789" y="14351"/>
                  </a:moveTo>
                  <a:lnTo>
                    <a:pt x="3365" y="14351"/>
                  </a:lnTo>
                  <a:lnTo>
                    <a:pt x="3517" y="14566"/>
                  </a:lnTo>
                  <a:lnTo>
                    <a:pt x="39801" y="14478"/>
                  </a:lnTo>
                  <a:lnTo>
                    <a:pt x="43751" y="14401"/>
                  </a:lnTo>
                  <a:close/>
                </a:path>
                <a:path w="47625" h="15239">
                  <a:moveTo>
                    <a:pt x="43942" y="14135"/>
                  </a:moveTo>
                  <a:lnTo>
                    <a:pt x="3225" y="14135"/>
                  </a:lnTo>
                  <a:lnTo>
                    <a:pt x="3365" y="14338"/>
                  </a:lnTo>
                  <a:lnTo>
                    <a:pt x="39801" y="14249"/>
                  </a:lnTo>
                  <a:lnTo>
                    <a:pt x="43903" y="14185"/>
                  </a:lnTo>
                  <a:close/>
                </a:path>
                <a:path w="47625" h="15239">
                  <a:moveTo>
                    <a:pt x="44081" y="13919"/>
                  </a:moveTo>
                  <a:lnTo>
                    <a:pt x="3086" y="13919"/>
                  </a:lnTo>
                  <a:lnTo>
                    <a:pt x="3225" y="14122"/>
                  </a:lnTo>
                  <a:lnTo>
                    <a:pt x="39801" y="14033"/>
                  </a:lnTo>
                  <a:lnTo>
                    <a:pt x="44043" y="13970"/>
                  </a:lnTo>
                  <a:close/>
                </a:path>
                <a:path w="47625" h="15239">
                  <a:moveTo>
                    <a:pt x="44234" y="13703"/>
                  </a:moveTo>
                  <a:lnTo>
                    <a:pt x="2933" y="13703"/>
                  </a:lnTo>
                  <a:lnTo>
                    <a:pt x="3073" y="13906"/>
                  </a:lnTo>
                  <a:lnTo>
                    <a:pt x="39801" y="13830"/>
                  </a:lnTo>
                  <a:lnTo>
                    <a:pt x="44196" y="13754"/>
                  </a:lnTo>
                  <a:close/>
                </a:path>
                <a:path w="47625" h="15239">
                  <a:moveTo>
                    <a:pt x="44373" y="13487"/>
                  </a:moveTo>
                  <a:lnTo>
                    <a:pt x="2794" y="13487"/>
                  </a:lnTo>
                  <a:lnTo>
                    <a:pt x="2933" y="13703"/>
                  </a:lnTo>
                  <a:lnTo>
                    <a:pt x="39801" y="13614"/>
                  </a:lnTo>
                  <a:lnTo>
                    <a:pt x="44335" y="13538"/>
                  </a:lnTo>
                  <a:close/>
                </a:path>
                <a:path w="47625" h="15239">
                  <a:moveTo>
                    <a:pt x="44513" y="13271"/>
                  </a:moveTo>
                  <a:lnTo>
                    <a:pt x="2654" y="13271"/>
                  </a:lnTo>
                  <a:lnTo>
                    <a:pt x="2794" y="13487"/>
                  </a:lnTo>
                  <a:lnTo>
                    <a:pt x="39801" y="13398"/>
                  </a:lnTo>
                  <a:lnTo>
                    <a:pt x="44488" y="13322"/>
                  </a:lnTo>
                  <a:close/>
                </a:path>
                <a:path w="47625" h="15239">
                  <a:moveTo>
                    <a:pt x="44665" y="13055"/>
                  </a:moveTo>
                  <a:lnTo>
                    <a:pt x="2501" y="13055"/>
                  </a:lnTo>
                  <a:lnTo>
                    <a:pt x="2641" y="13271"/>
                  </a:lnTo>
                  <a:lnTo>
                    <a:pt x="39801" y="13182"/>
                  </a:lnTo>
                  <a:lnTo>
                    <a:pt x="44640" y="13106"/>
                  </a:lnTo>
                  <a:close/>
                </a:path>
                <a:path w="47625" h="15239">
                  <a:moveTo>
                    <a:pt x="44805" y="12852"/>
                  </a:moveTo>
                  <a:lnTo>
                    <a:pt x="2362" y="12852"/>
                  </a:lnTo>
                  <a:lnTo>
                    <a:pt x="2501" y="13055"/>
                  </a:lnTo>
                  <a:lnTo>
                    <a:pt x="39801" y="12966"/>
                  </a:lnTo>
                  <a:lnTo>
                    <a:pt x="44780" y="12890"/>
                  </a:lnTo>
                  <a:close/>
                </a:path>
                <a:path w="47625" h="15239">
                  <a:moveTo>
                    <a:pt x="44945" y="12636"/>
                  </a:moveTo>
                  <a:lnTo>
                    <a:pt x="2222" y="12636"/>
                  </a:lnTo>
                  <a:lnTo>
                    <a:pt x="2362" y="12839"/>
                  </a:lnTo>
                  <a:lnTo>
                    <a:pt x="39801" y="12750"/>
                  </a:lnTo>
                  <a:lnTo>
                    <a:pt x="44932" y="12674"/>
                  </a:lnTo>
                  <a:close/>
                </a:path>
                <a:path w="47625" h="15239">
                  <a:moveTo>
                    <a:pt x="45097" y="12420"/>
                  </a:moveTo>
                  <a:lnTo>
                    <a:pt x="2070" y="12420"/>
                  </a:lnTo>
                  <a:lnTo>
                    <a:pt x="2209" y="12623"/>
                  </a:lnTo>
                  <a:lnTo>
                    <a:pt x="39801" y="12534"/>
                  </a:lnTo>
                  <a:lnTo>
                    <a:pt x="45072" y="12458"/>
                  </a:lnTo>
                  <a:close/>
                </a:path>
                <a:path w="47625" h="15239">
                  <a:moveTo>
                    <a:pt x="45237" y="12204"/>
                  </a:moveTo>
                  <a:lnTo>
                    <a:pt x="1930" y="12204"/>
                  </a:lnTo>
                  <a:lnTo>
                    <a:pt x="2070" y="12420"/>
                  </a:lnTo>
                  <a:lnTo>
                    <a:pt x="39801" y="12331"/>
                  </a:lnTo>
                  <a:lnTo>
                    <a:pt x="45212" y="12242"/>
                  </a:lnTo>
                  <a:close/>
                </a:path>
                <a:path w="47625" h="15239">
                  <a:moveTo>
                    <a:pt x="45351" y="11988"/>
                  </a:moveTo>
                  <a:lnTo>
                    <a:pt x="1816" y="11988"/>
                  </a:lnTo>
                  <a:lnTo>
                    <a:pt x="1930" y="12204"/>
                  </a:lnTo>
                  <a:lnTo>
                    <a:pt x="39801" y="12115"/>
                  </a:lnTo>
                  <a:lnTo>
                    <a:pt x="45339" y="12026"/>
                  </a:lnTo>
                  <a:close/>
                </a:path>
                <a:path w="47625" h="15239">
                  <a:moveTo>
                    <a:pt x="45389" y="11772"/>
                  </a:moveTo>
                  <a:lnTo>
                    <a:pt x="1778" y="11772"/>
                  </a:lnTo>
                  <a:lnTo>
                    <a:pt x="1816" y="11988"/>
                  </a:lnTo>
                  <a:lnTo>
                    <a:pt x="39801" y="11899"/>
                  </a:lnTo>
                  <a:lnTo>
                    <a:pt x="45389" y="11811"/>
                  </a:lnTo>
                  <a:close/>
                </a:path>
                <a:path w="47625" h="15239">
                  <a:moveTo>
                    <a:pt x="45427" y="11557"/>
                  </a:moveTo>
                  <a:lnTo>
                    <a:pt x="1739" y="11557"/>
                  </a:lnTo>
                  <a:lnTo>
                    <a:pt x="1778" y="11772"/>
                  </a:lnTo>
                  <a:lnTo>
                    <a:pt x="39801" y="11684"/>
                  </a:lnTo>
                  <a:lnTo>
                    <a:pt x="45427" y="11595"/>
                  </a:lnTo>
                  <a:close/>
                </a:path>
                <a:path w="47625" h="15239">
                  <a:moveTo>
                    <a:pt x="45478" y="11353"/>
                  </a:moveTo>
                  <a:lnTo>
                    <a:pt x="1689" y="11353"/>
                  </a:lnTo>
                  <a:lnTo>
                    <a:pt x="1739" y="11557"/>
                  </a:lnTo>
                  <a:lnTo>
                    <a:pt x="39801" y="11468"/>
                  </a:lnTo>
                  <a:lnTo>
                    <a:pt x="45466" y="11379"/>
                  </a:lnTo>
                  <a:close/>
                </a:path>
                <a:path w="47625" h="15239">
                  <a:moveTo>
                    <a:pt x="45516" y="11137"/>
                  </a:moveTo>
                  <a:lnTo>
                    <a:pt x="1651" y="11137"/>
                  </a:lnTo>
                  <a:lnTo>
                    <a:pt x="1689" y="11341"/>
                  </a:lnTo>
                  <a:lnTo>
                    <a:pt x="39801" y="11252"/>
                  </a:lnTo>
                  <a:lnTo>
                    <a:pt x="45516" y="11163"/>
                  </a:lnTo>
                  <a:close/>
                </a:path>
                <a:path w="47625" h="15239">
                  <a:moveTo>
                    <a:pt x="45567" y="10922"/>
                  </a:moveTo>
                  <a:lnTo>
                    <a:pt x="1600" y="10922"/>
                  </a:lnTo>
                  <a:lnTo>
                    <a:pt x="1651" y="11137"/>
                  </a:lnTo>
                  <a:lnTo>
                    <a:pt x="39801" y="11049"/>
                  </a:lnTo>
                  <a:lnTo>
                    <a:pt x="45554" y="10947"/>
                  </a:lnTo>
                  <a:close/>
                </a:path>
                <a:path w="47625" h="15239">
                  <a:moveTo>
                    <a:pt x="45605" y="10706"/>
                  </a:moveTo>
                  <a:lnTo>
                    <a:pt x="1562" y="10706"/>
                  </a:lnTo>
                  <a:lnTo>
                    <a:pt x="1600" y="10909"/>
                  </a:lnTo>
                  <a:lnTo>
                    <a:pt x="39801" y="10820"/>
                  </a:lnTo>
                  <a:lnTo>
                    <a:pt x="45605" y="10731"/>
                  </a:lnTo>
                  <a:close/>
                </a:path>
                <a:path w="47625" h="15239">
                  <a:moveTo>
                    <a:pt x="45643" y="10490"/>
                  </a:moveTo>
                  <a:lnTo>
                    <a:pt x="1524" y="10490"/>
                  </a:lnTo>
                  <a:lnTo>
                    <a:pt x="1562" y="10693"/>
                  </a:lnTo>
                  <a:lnTo>
                    <a:pt x="39801" y="10617"/>
                  </a:lnTo>
                  <a:lnTo>
                    <a:pt x="45643" y="10515"/>
                  </a:lnTo>
                  <a:close/>
                </a:path>
                <a:path w="47625" h="15239">
                  <a:moveTo>
                    <a:pt x="45694" y="10274"/>
                  </a:moveTo>
                  <a:lnTo>
                    <a:pt x="1473" y="10274"/>
                  </a:lnTo>
                  <a:lnTo>
                    <a:pt x="1524" y="10490"/>
                  </a:lnTo>
                  <a:lnTo>
                    <a:pt x="39801" y="10401"/>
                  </a:lnTo>
                  <a:lnTo>
                    <a:pt x="45681" y="10299"/>
                  </a:lnTo>
                  <a:close/>
                </a:path>
                <a:path w="47625" h="15239">
                  <a:moveTo>
                    <a:pt x="45783" y="9842"/>
                  </a:moveTo>
                  <a:lnTo>
                    <a:pt x="1384" y="9842"/>
                  </a:lnTo>
                  <a:lnTo>
                    <a:pt x="1435" y="10071"/>
                  </a:lnTo>
                  <a:lnTo>
                    <a:pt x="1473" y="10274"/>
                  </a:lnTo>
                  <a:lnTo>
                    <a:pt x="39801" y="10185"/>
                  </a:lnTo>
                  <a:lnTo>
                    <a:pt x="45732" y="10083"/>
                  </a:lnTo>
                  <a:lnTo>
                    <a:pt x="6223" y="10058"/>
                  </a:lnTo>
                  <a:lnTo>
                    <a:pt x="39801" y="9969"/>
                  </a:lnTo>
                  <a:lnTo>
                    <a:pt x="45770" y="9867"/>
                  </a:lnTo>
                  <a:close/>
                </a:path>
                <a:path w="47625" h="15239">
                  <a:moveTo>
                    <a:pt x="45821" y="9639"/>
                  </a:moveTo>
                  <a:lnTo>
                    <a:pt x="1346" y="9639"/>
                  </a:lnTo>
                  <a:lnTo>
                    <a:pt x="1384" y="9842"/>
                  </a:lnTo>
                  <a:lnTo>
                    <a:pt x="39801" y="9753"/>
                  </a:lnTo>
                  <a:lnTo>
                    <a:pt x="45821" y="9652"/>
                  </a:lnTo>
                  <a:close/>
                </a:path>
                <a:path w="47625" h="15239">
                  <a:moveTo>
                    <a:pt x="45872" y="9423"/>
                  </a:moveTo>
                  <a:lnTo>
                    <a:pt x="1308" y="9423"/>
                  </a:lnTo>
                  <a:lnTo>
                    <a:pt x="1346" y="9626"/>
                  </a:lnTo>
                  <a:lnTo>
                    <a:pt x="39801" y="9537"/>
                  </a:lnTo>
                  <a:lnTo>
                    <a:pt x="45859" y="9436"/>
                  </a:lnTo>
                  <a:close/>
                </a:path>
                <a:path w="47625" h="15239">
                  <a:moveTo>
                    <a:pt x="45910" y="9207"/>
                  </a:moveTo>
                  <a:lnTo>
                    <a:pt x="1257" y="9207"/>
                  </a:lnTo>
                  <a:lnTo>
                    <a:pt x="1308" y="9410"/>
                  </a:lnTo>
                  <a:lnTo>
                    <a:pt x="39801" y="9321"/>
                  </a:lnTo>
                  <a:lnTo>
                    <a:pt x="45910" y="9232"/>
                  </a:lnTo>
                  <a:close/>
                </a:path>
                <a:path w="47625" h="15239">
                  <a:moveTo>
                    <a:pt x="45948" y="8991"/>
                  </a:moveTo>
                  <a:lnTo>
                    <a:pt x="1219" y="8991"/>
                  </a:lnTo>
                  <a:lnTo>
                    <a:pt x="1257" y="9194"/>
                  </a:lnTo>
                  <a:lnTo>
                    <a:pt x="39801" y="9118"/>
                  </a:lnTo>
                  <a:lnTo>
                    <a:pt x="45948" y="9017"/>
                  </a:lnTo>
                  <a:close/>
                </a:path>
                <a:path w="47625" h="15239">
                  <a:moveTo>
                    <a:pt x="45999" y="8775"/>
                  </a:moveTo>
                  <a:lnTo>
                    <a:pt x="1168" y="8775"/>
                  </a:lnTo>
                  <a:lnTo>
                    <a:pt x="1219" y="8991"/>
                  </a:lnTo>
                  <a:lnTo>
                    <a:pt x="39801" y="8902"/>
                  </a:lnTo>
                  <a:lnTo>
                    <a:pt x="45986" y="8801"/>
                  </a:lnTo>
                  <a:close/>
                </a:path>
                <a:path w="47625" h="15239">
                  <a:moveTo>
                    <a:pt x="46037" y="8559"/>
                  </a:moveTo>
                  <a:lnTo>
                    <a:pt x="1130" y="8559"/>
                  </a:lnTo>
                  <a:lnTo>
                    <a:pt x="1168" y="8775"/>
                  </a:lnTo>
                  <a:lnTo>
                    <a:pt x="39801" y="8686"/>
                  </a:lnTo>
                  <a:lnTo>
                    <a:pt x="46037" y="8585"/>
                  </a:lnTo>
                  <a:close/>
                </a:path>
                <a:path w="47625" h="15239">
                  <a:moveTo>
                    <a:pt x="46088" y="8343"/>
                  </a:moveTo>
                  <a:lnTo>
                    <a:pt x="1092" y="8343"/>
                  </a:lnTo>
                  <a:lnTo>
                    <a:pt x="1130" y="8559"/>
                  </a:lnTo>
                  <a:lnTo>
                    <a:pt x="39801" y="8470"/>
                  </a:lnTo>
                  <a:lnTo>
                    <a:pt x="46075" y="8369"/>
                  </a:lnTo>
                  <a:close/>
                </a:path>
                <a:path w="47625" h="15239">
                  <a:moveTo>
                    <a:pt x="46126" y="8140"/>
                  </a:moveTo>
                  <a:lnTo>
                    <a:pt x="1041" y="8140"/>
                  </a:lnTo>
                  <a:lnTo>
                    <a:pt x="1092" y="8343"/>
                  </a:lnTo>
                  <a:lnTo>
                    <a:pt x="39801" y="8255"/>
                  </a:lnTo>
                  <a:lnTo>
                    <a:pt x="46126" y="8153"/>
                  </a:lnTo>
                  <a:close/>
                </a:path>
                <a:path w="47625" h="15239">
                  <a:moveTo>
                    <a:pt x="46164" y="7924"/>
                  </a:moveTo>
                  <a:lnTo>
                    <a:pt x="1003" y="7924"/>
                  </a:lnTo>
                  <a:lnTo>
                    <a:pt x="1041" y="8128"/>
                  </a:lnTo>
                  <a:lnTo>
                    <a:pt x="39801" y="8039"/>
                  </a:lnTo>
                  <a:lnTo>
                    <a:pt x="46164" y="7937"/>
                  </a:lnTo>
                  <a:close/>
                </a:path>
                <a:path w="47625" h="15239">
                  <a:moveTo>
                    <a:pt x="46215" y="7708"/>
                  </a:moveTo>
                  <a:lnTo>
                    <a:pt x="952" y="7708"/>
                  </a:lnTo>
                  <a:lnTo>
                    <a:pt x="1003" y="7924"/>
                  </a:lnTo>
                  <a:lnTo>
                    <a:pt x="39801" y="7835"/>
                  </a:lnTo>
                  <a:lnTo>
                    <a:pt x="46215" y="7721"/>
                  </a:lnTo>
                  <a:close/>
                </a:path>
                <a:path w="47625" h="15239">
                  <a:moveTo>
                    <a:pt x="46253" y="7493"/>
                  </a:moveTo>
                  <a:lnTo>
                    <a:pt x="914" y="7493"/>
                  </a:lnTo>
                  <a:lnTo>
                    <a:pt x="952" y="7696"/>
                  </a:lnTo>
                  <a:lnTo>
                    <a:pt x="39801" y="7607"/>
                  </a:lnTo>
                  <a:lnTo>
                    <a:pt x="46253" y="7505"/>
                  </a:lnTo>
                  <a:close/>
                </a:path>
                <a:path w="47625" h="15239">
                  <a:moveTo>
                    <a:pt x="46304" y="7277"/>
                  </a:moveTo>
                  <a:lnTo>
                    <a:pt x="876" y="7277"/>
                  </a:lnTo>
                  <a:lnTo>
                    <a:pt x="914" y="7480"/>
                  </a:lnTo>
                  <a:lnTo>
                    <a:pt x="39801" y="7404"/>
                  </a:lnTo>
                  <a:lnTo>
                    <a:pt x="46291" y="7289"/>
                  </a:lnTo>
                  <a:close/>
                </a:path>
                <a:path w="47625" h="15239">
                  <a:moveTo>
                    <a:pt x="46342" y="7061"/>
                  </a:moveTo>
                  <a:lnTo>
                    <a:pt x="825" y="7061"/>
                  </a:lnTo>
                  <a:lnTo>
                    <a:pt x="863" y="7277"/>
                  </a:lnTo>
                  <a:lnTo>
                    <a:pt x="39801" y="7188"/>
                  </a:lnTo>
                  <a:lnTo>
                    <a:pt x="46342" y="7073"/>
                  </a:lnTo>
                  <a:close/>
                </a:path>
                <a:path w="47625" h="15239">
                  <a:moveTo>
                    <a:pt x="46431" y="6629"/>
                  </a:moveTo>
                  <a:lnTo>
                    <a:pt x="736" y="6629"/>
                  </a:lnTo>
                  <a:lnTo>
                    <a:pt x="787" y="6858"/>
                  </a:lnTo>
                  <a:lnTo>
                    <a:pt x="825" y="7061"/>
                  </a:lnTo>
                  <a:lnTo>
                    <a:pt x="39801" y="6972"/>
                  </a:lnTo>
                  <a:lnTo>
                    <a:pt x="46380" y="6858"/>
                  </a:lnTo>
                  <a:lnTo>
                    <a:pt x="5664" y="6845"/>
                  </a:lnTo>
                  <a:lnTo>
                    <a:pt x="39801" y="6756"/>
                  </a:lnTo>
                  <a:lnTo>
                    <a:pt x="46431" y="6642"/>
                  </a:lnTo>
                  <a:close/>
                </a:path>
                <a:path w="47625" h="15239">
                  <a:moveTo>
                    <a:pt x="46469" y="6413"/>
                  </a:moveTo>
                  <a:lnTo>
                    <a:pt x="698" y="6413"/>
                  </a:lnTo>
                  <a:lnTo>
                    <a:pt x="736" y="6629"/>
                  </a:lnTo>
                  <a:lnTo>
                    <a:pt x="39801" y="6540"/>
                  </a:lnTo>
                  <a:lnTo>
                    <a:pt x="46469" y="6413"/>
                  </a:lnTo>
                  <a:close/>
                </a:path>
                <a:path w="47625" h="15239">
                  <a:moveTo>
                    <a:pt x="46520" y="6210"/>
                  </a:moveTo>
                  <a:lnTo>
                    <a:pt x="660" y="6210"/>
                  </a:lnTo>
                  <a:lnTo>
                    <a:pt x="698" y="6413"/>
                  </a:lnTo>
                  <a:lnTo>
                    <a:pt x="39801" y="6324"/>
                  </a:lnTo>
                  <a:lnTo>
                    <a:pt x="46520" y="6210"/>
                  </a:lnTo>
                  <a:close/>
                </a:path>
                <a:path w="47625" h="15239">
                  <a:moveTo>
                    <a:pt x="46558" y="5994"/>
                  </a:moveTo>
                  <a:lnTo>
                    <a:pt x="609" y="5994"/>
                  </a:lnTo>
                  <a:lnTo>
                    <a:pt x="647" y="6197"/>
                  </a:lnTo>
                  <a:lnTo>
                    <a:pt x="39801" y="6108"/>
                  </a:lnTo>
                  <a:lnTo>
                    <a:pt x="46558" y="5994"/>
                  </a:lnTo>
                  <a:close/>
                </a:path>
                <a:path w="47625" h="15239">
                  <a:moveTo>
                    <a:pt x="46596" y="5778"/>
                  </a:moveTo>
                  <a:lnTo>
                    <a:pt x="571" y="5778"/>
                  </a:lnTo>
                  <a:lnTo>
                    <a:pt x="609" y="5981"/>
                  </a:lnTo>
                  <a:lnTo>
                    <a:pt x="39801" y="5905"/>
                  </a:lnTo>
                  <a:lnTo>
                    <a:pt x="46596" y="5778"/>
                  </a:lnTo>
                  <a:close/>
                </a:path>
                <a:path w="47625" h="15239">
                  <a:moveTo>
                    <a:pt x="46647" y="5562"/>
                  </a:moveTo>
                  <a:lnTo>
                    <a:pt x="520" y="5562"/>
                  </a:lnTo>
                  <a:lnTo>
                    <a:pt x="571" y="5778"/>
                  </a:lnTo>
                  <a:lnTo>
                    <a:pt x="39801" y="5689"/>
                  </a:lnTo>
                  <a:lnTo>
                    <a:pt x="46647" y="5562"/>
                  </a:lnTo>
                  <a:close/>
                </a:path>
                <a:path w="47625" h="15239">
                  <a:moveTo>
                    <a:pt x="46647" y="215"/>
                  </a:moveTo>
                  <a:lnTo>
                    <a:pt x="5511" y="215"/>
                  </a:lnTo>
                  <a:lnTo>
                    <a:pt x="39801" y="127"/>
                  </a:lnTo>
                  <a:lnTo>
                    <a:pt x="46609" y="0"/>
                  </a:lnTo>
                  <a:lnTo>
                    <a:pt x="571" y="0"/>
                  </a:lnTo>
                  <a:lnTo>
                    <a:pt x="520" y="203"/>
                  </a:lnTo>
                  <a:lnTo>
                    <a:pt x="482" y="419"/>
                  </a:lnTo>
                  <a:lnTo>
                    <a:pt x="39801" y="330"/>
                  </a:lnTo>
                  <a:lnTo>
                    <a:pt x="46647" y="215"/>
                  </a:lnTo>
                  <a:close/>
                </a:path>
                <a:path w="47625" h="15239">
                  <a:moveTo>
                    <a:pt x="46685" y="5346"/>
                  </a:moveTo>
                  <a:lnTo>
                    <a:pt x="482" y="5346"/>
                  </a:lnTo>
                  <a:lnTo>
                    <a:pt x="520" y="5562"/>
                  </a:lnTo>
                  <a:lnTo>
                    <a:pt x="39801" y="5473"/>
                  </a:lnTo>
                  <a:lnTo>
                    <a:pt x="46685" y="5346"/>
                  </a:lnTo>
                  <a:close/>
                </a:path>
                <a:path w="47625" h="15239">
                  <a:moveTo>
                    <a:pt x="46685" y="431"/>
                  </a:moveTo>
                  <a:lnTo>
                    <a:pt x="482" y="419"/>
                  </a:lnTo>
                  <a:lnTo>
                    <a:pt x="444" y="635"/>
                  </a:lnTo>
                  <a:lnTo>
                    <a:pt x="39801" y="546"/>
                  </a:lnTo>
                  <a:lnTo>
                    <a:pt x="46685" y="431"/>
                  </a:lnTo>
                  <a:close/>
                </a:path>
                <a:path w="47625" h="15239">
                  <a:moveTo>
                    <a:pt x="46736" y="5130"/>
                  </a:moveTo>
                  <a:lnTo>
                    <a:pt x="431" y="5130"/>
                  </a:lnTo>
                  <a:lnTo>
                    <a:pt x="482" y="5346"/>
                  </a:lnTo>
                  <a:lnTo>
                    <a:pt x="39801" y="5257"/>
                  </a:lnTo>
                  <a:lnTo>
                    <a:pt x="46736" y="5130"/>
                  </a:lnTo>
                  <a:close/>
                </a:path>
                <a:path w="47625" h="15239">
                  <a:moveTo>
                    <a:pt x="46736" y="647"/>
                  </a:moveTo>
                  <a:lnTo>
                    <a:pt x="431" y="635"/>
                  </a:lnTo>
                  <a:lnTo>
                    <a:pt x="393" y="850"/>
                  </a:lnTo>
                  <a:lnTo>
                    <a:pt x="39801" y="762"/>
                  </a:lnTo>
                  <a:lnTo>
                    <a:pt x="46736" y="647"/>
                  </a:lnTo>
                  <a:close/>
                </a:path>
                <a:path w="47625" h="15239">
                  <a:moveTo>
                    <a:pt x="46774" y="4927"/>
                  </a:moveTo>
                  <a:lnTo>
                    <a:pt x="393" y="4927"/>
                  </a:lnTo>
                  <a:lnTo>
                    <a:pt x="431" y="5130"/>
                  </a:lnTo>
                  <a:lnTo>
                    <a:pt x="39801" y="5041"/>
                  </a:lnTo>
                  <a:lnTo>
                    <a:pt x="46774" y="4927"/>
                  </a:lnTo>
                  <a:close/>
                </a:path>
                <a:path w="47625" h="15239">
                  <a:moveTo>
                    <a:pt x="46774" y="850"/>
                  </a:moveTo>
                  <a:lnTo>
                    <a:pt x="393" y="850"/>
                  </a:lnTo>
                  <a:lnTo>
                    <a:pt x="355" y="1054"/>
                  </a:lnTo>
                  <a:lnTo>
                    <a:pt x="39801" y="965"/>
                  </a:lnTo>
                  <a:lnTo>
                    <a:pt x="46774" y="850"/>
                  </a:lnTo>
                  <a:close/>
                </a:path>
                <a:path w="47625" h="15239">
                  <a:moveTo>
                    <a:pt x="46812" y="4711"/>
                  </a:moveTo>
                  <a:lnTo>
                    <a:pt x="355" y="4711"/>
                  </a:lnTo>
                  <a:lnTo>
                    <a:pt x="393" y="4914"/>
                  </a:lnTo>
                  <a:lnTo>
                    <a:pt x="39801" y="4826"/>
                  </a:lnTo>
                  <a:lnTo>
                    <a:pt x="46812" y="4711"/>
                  </a:lnTo>
                  <a:close/>
                </a:path>
                <a:path w="47625" h="15239">
                  <a:moveTo>
                    <a:pt x="46824" y="1066"/>
                  </a:moveTo>
                  <a:lnTo>
                    <a:pt x="355" y="1066"/>
                  </a:lnTo>
                  <a:lnTo>
                    <a:pt x="304" y="1282"/>
                  </a:lnTo>
                  <a:lnTo>
                    <a:pt x="39801" y="1193"/>
                  </a:lnTo>
                  <a:lnTo>
                    <a:pt x="46824" y="1066"/>
                  </a:lnTo>
                  <a:close/>
                </a:path>
                <a:path w="47625" h="15239">
                  <a:moveTo>
                    <a:pt x="46863" y="4495"/>
                  </a:moveTo>
                  <a:lnTo>
                    <a:pt x="304" y="4495"/>
                  </a:lnTo>
                  <a:lnTo>
                    <a:pt x="355" y="4711"/>
                  </a:lnTo>
                  <a:lnTo>
                    <a:pt x="39801" y="4622"/>
                  </a:lnTo>
                  <a:lnTo>
                    <a:pt x="46863" y="4495"/>
                  </a:lnTo>
                  <a:close/>
                </a:path>
                <a:path w="47625" h="15239">
                  <a:moveTo>
                    <a:pt x="46863" y="1282"/>
                  </a:moveTo>
                  <a:lnTo>
                    <a:pt x="304" y="1282"/>
                  </a:lnTo>
                  <a:lnTo>
                    <a:pt x="266" y="1485"/>
                  </a:lnTo>
                  <a:lnTo>
                    <a:pt x="39801" y="1397"/>
                  </a:lnTo>
                  <a:lnTo>
                    <a:pt x="46863" y="1282"/>
                  </a:lnTo>
                  <a:close/>
                </a:path>
                <a:path w="47625" h="15239">
                  <a:moveTo>
                    <a:pt x="46901" y="4279"/>
                  </a:moveTo>
                  <a:lnTo>
                    <a:pt x="266" y="4279"/>
                  </a:lnTo>
                  <a:lnTo>
                    <a:pt x="304" y="4483"/>
                  </a:lnTo>
                  <a:lnTo>
                    <a:pt x="39801" y="4394"/>
                  </a:lnTo>
                  <a:lnTo>
                    <a:pt x="46901" y="4279"/>
                  </a:lnTo>
                  <a:close/>
                </a:path>
                <a:path w="47625" h="15239">
                  <a:moveTo>
                    <a:pt x="46901" y="1498"/>
                  </a:moveTo>
                  <a:lnTo>
                    <a:pt x="266" y="1498"/>
                  </a:lnTo>
                  <a:lnTo>
                    <a:pt x="215" y="1701"/>
                  </a:lnTo>
                  <a:lnTo>
                    <a:pt x="39801" y="1612"/>
                  </a:lnTo>
                  <a:lnTo>
                    <a:pt x="46901" y="1498"/>
                  </a:lnTo>
                  <a:close/>
                </a:path>
                <a:path w="47625" h="15239">
                  <a:moveTo>
                    <a:pt x="46951" y="4064"/>
                  </a:moveTo>
                  <a:lnTo>
                    <a:pt x="215" y="4064"/>
                  </a:lnTo>
                  <a:lnTo>
                    <a:pt x="266" y="4267"/>
                  </a:lnTo>
                  <a:lnTo>
                    <a:pt x="39801" y="4191"/>
                  </a:lnTo>
                  <a:lnTo>
                    <a:pt x="46951" y="4064"/>
                  </a:lnTo>
                  <a:close/>
                </a:path>
                <a:path w="47625" h="15239">
                  <a:moveTo>
                    <a:pt x="46951" y="1714"/>
                  </a:moveTo>
                  <a:lnTo>
                    <a:pt x="215" y="1701"/>
                  </a:lnTo>
                  <a:lnTo>
                    <a:pt x="177" y="1917"/>
                  </a:lnTo>
                  <a:lnTo>
                    <a:pt x="39801" y="1828"/>
                  </a:lnTo>
                  <a:lnTo>
                    <a:pt x="46951" y="1714"/>
                  </a:lnTo>
                  <a:close/>
                </a:path>
                <a:path w="47625" h="15239">
                  <a:moveTo>
                    <a:pt x="46990" y="3848"/>
                  </a:moveTo>
                  <a:lnTo>
                    <a:pt x="177" y="3848"/>
                  </a:lnTo>
                  <a:lnTo>
                    <a:pt x="215" y="4064"/>
                  </a:lnTo>
                  <a:lnTo>
                    <a:pt x="39801" y="3975"/>
                  </a:lnTo>
                  <a:lnTo>
                    <a:pt x="46990" y="3848"/>
                  </a:lnTo>
                  <a:close/>
                </a:path>
                <a:path w="47625" h="15239">
                  <a:moveTo>
                    <a:pt x="46990" y="1930"/>
                  </a:moveTo>
                  <a:lnTo>
                    <a:pt x="177" y="1917"/>
                  </a:lnTo>
                  <a:lnTo>
                    <a:pt x="139" y="2133"/>
                  </a:lnTo>
                  <a:lnTo>
                    <a:pt x="39801" y="2044"/>
                  </a:lnTo>
                  <a:lnTo>
                    <a:pt x="46990" y="1930"/>
                  </a:lnTo>
                  <a:close/>
                </a:path>
                <a:path w="47625" h="15239">
                  <a:moveTo>
                    <a:pt x="47040" y="3632"/>
                  </a:moveTo>
                  <a:lnTo>
                    <a:pt x="139" y="3632"/>
                  </a:lnTo>
                  <a:lnTo>
                    <a:pt x="177" y="3848"/>
                  </a:lnTo>
                  <a:lnTo>
                    <a:pt x="39801" y="3759"/>
                  </a:lnTo>
                  <a:lnTo>
                    <a:pt x="47040" y="3632"/>
                  </a:lnTo>
                  <a:close/>
                </a:path>
                <a:path w="47625" h="15239">
                  <a:moveTo>
                    <a:pt x="47078" y="3429"/>
                  </a:moveTo>
                  <a:lnTo>
                    <a:pt x="88" y="3429"/>
                  </a:lnTo>
                  <a:lnTo>
                    <a:pt x="139" y="3632"/>
                  </a:lnTo>
                  <a:lnTo>
                    <a:pt x="39801" y="3543"/>
                  </a:lnTo>
                  <a:lnTo>
                    <a:pt x="47078" y="3429"/>
                  </a:lnTo>
                  <a:close/>
                </a:path>
                <a:path w="47625" h="15239">
                  <a:moveTo>
                    <a:pt x="47078" y="2349"/>
                  </a:moveTo>
                  <a:lnTo>
                    <a:pt x="5041" y="2349"/>
                  </a:lnTo>
                  <a:lnTo>
                    <a:pt x="39801" y="2260"/>
                  </a:lnTo>
                  <a:lnTo>
                    <a:pt x="47040" y="2133"/>
                  </a:lnTo>
                  <a:lnTo>
                    <a:pt x="139" y="2133"/>
                  </a:lnTo>
                  <a:lnTo>
                    <a:pt x="88" y="2349"/>
                  </a:lnTo>
                  <a:lnTo>
                    <a:pt x="50" y="2565"/>
                  </a:lnTo>
                  <a:lnTo>
                    <a:pt x="39801" y="2476"/>
                  </a:lnTo>
                  <a:lnTo>
                    <a:pt x="47078" y="2349"/>
                  </a:lnTo>
                  <a:close/>
                </a:path>
                <a:path w="47625" h="15239">
                  <a:moveTo>
                    <a:pt x="47117" y="3213"/>
                  </a:moveTo>
                  <a:lnTo>
                    <a:pt x="50" y="3213"/>
                  </a:lnTo>
                  <a:lnTo>
                    <a:pt x="88" y="3429"/>
                  </a:lnTo>
                  <a:lnTo>
                    <a:pt x="39801" y="3340"/>
                  </a:lnTo>
                  <a:lnTo>
                    <a:pt x="47117" y="3213"/>
                  </a:lnTo>
                  <a:close/>
                </a:path>
                <a:path w="47625" h="15239">
                  <a:moveTo>
                    <a:pt x="47117" y="2565"/>
                  </a:moveTo>
                  <a:lnTo>
                    <a:pt x="50" y="2565"/>
                  </a:lnTo>
                  <a:lnTo>
                    <a:pt x="0" y="2768"/>
                  </a:lnTo>
                  <a:lnTo>
                    <a:pt x="39801" y="2692"/>
                  </a:lnTo>
                  <a:lnTo>
                    <a:pt x="47117" y="2565"/>
                  </a:lnTo>
                  <a:close/>
                </a:path>
                <a:path w="47625" h="15239">
                  <a:moveTo>
                    <a:pt x="47167" y="2997"/>
                  </a:moveTo>
                  <a:lnTo>
                    <a:pt x="0" y="2997"/>
                  </a:lnTo>
                  <a:lnTo>
                    <a:pt x="50" y="3200"/>
                  </a:lnTo>
                  <a:lnTo>
                    <a:pt x="39801" y="3111"/>
                  </a:lnTo>
                  <a:lnTo>
                    <a:pt x="47167" y="2997"/>
                  </a:lnTo>
                  <a:close/>
                </a:path>
                <a:path w="47625" h="15239">
                  <a:moveTo>
                    <a:pt x="47167" y="2781"/>
                  </a:moveTo>
                  <a:lnTo>
                    <a:pt x="0" y="2781"/>
                  </a:lnTo>
                  <a:lnTo>
                    <a:pt x="0" y="2984"/>
                  </a:lnTo>
                  <a:lnTo>
                    <a:pt x="39801" y="2895"/>
                  </a:lnTo>
                  <a:lnTo>
                    <a:pt x="47167" y="2781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7983156" y="3174269"/>
              <a:ext cx="46355" cy="20955"/>
            </a:xfrm>
            <a:custGeom>
              <a:avLst/>
              <a:gdLst/>
              <a:ahLst/>
              <a:cxnLst/>
              <a:rect l="l" t="t" r="r" b="b"/>
              <a:pathLst>
                <a:path w="46354" h="20955">
                  <a:moveTo>
                    <a:pt x="43319" y="12192"/>
                  </a:moveTo>
                  <a:lnTo>
                    <a:pt x="39751" y="6908"/>
                  </a:lnTo>
                  <a:lnTo>
                    <a:pt x="32245" y="1854"/>
                  </a:lnTo>
                  <a:lnTo>
                    <a:pt x="23050" y="0"/>
                  </a:lnTo>
                  <a:lnTo>
                    <a:pt x="13868" y="1854"/>
                  </a:lnTo>
                  <a:lnTo>
                    <a:pt x="6375" y="6908"/>
                  </a:lnTo>
                  <a:lnTo>
                    <a:pt x="2844" y="12141"/>
                  </a:lnTo>
                  <a:lnTo>
                    <a:pt x="2705" y="12344"/>
                  </a:lnTo>
                  <a:lnTo>
                    <a:pt x="39281" y="12255"/>
                  </a:lnTo>
                  <a:lnTo>
                    <a:pt x="43319" y="12192"/>
                  </a:lnTo>
                  <a:close/>
                </a:path>
                <a:path w="46354" h="20955">
                  <a:moveTo>
                    <a:pt x="43459" y="12407"/>
                  </a:moveTo>
                  <a:lnTo>
                    <a:pt x="2705" y="12357"/>
                  </a:lnTo>
                  <a:lnTo>
                    <a:pt x="2565" y="12560"/>
                  </a:lnTo>
                  <a:lnTo>
                    <a:pt x="39281" y="12471"/>
                  </a:lnTo>
                  <a:lnTo>
                    <a:pt x="43459" y="12407"/>
                  </a:lnTo>
                  <a:close/>
                </a:path>
                <a:path w="46354" h="20955">
                  <a:moveTo>
                    <a:pt x="43599" y="12623"/>
                  </a:moveTo>
                  <a:lnTo>
                    <a:pt x="2565" y="12573"/>
                  </a:lnTo>
                  <a:lnTo>
                    <a:pt x="2413" y="12776"/>
                  </a:lnTo>
                  <a:lnTo>
                    <a:pt x="39281" y="12687"/>
                  </a:lnTo>
                  <a:lnTo>
                    <a:pt x="43599" y="12623"/>
                  </a:lnTo>
                  <a:close/>
                </a:path>
                <a:path w="46354" h="20955">
                  <a:moveTo>
                    <a:pt x="43738" y="12827"/>
                  </a:moveTo>
                  <a:lnTo>
                    <a:pt x="2413" y="12776"/>
                  </a:lnTo>
                  <a:lnTo>
                    <a:pt x="2273" y="12992"/>
                  </a:lnTo>
                  <a:lnTo>
                    <a:pt x="39281" y="12903"/>
                  </a:lnTo>
                  <a:lnTo>
                    <a:pt x="43738" y="12827"/>
                  </a:lnTo>
                  <a:close/>
                </a:path>
                <a:path w="46354" h="20955">
                  <a:moveTo>
                    <a:pt x="43891" y="13042"/>
                  </a:moveTo>
                  <a:lnTo>
                    <a:pt x="2273" y="12992"/>
                  </a:lnTo>
                  <a:lnTo>
                    <a:pt x="2120" y="13208"/>
                  </a:lnTo>
                  <a:lnTo>
                    <a:pt x="39281" y="13119"/>
                  </a:lnTo>
                  <a:lnTo>
                    <a:pt x="43891" y="13042"/>
                  </a:lnTo>
                  <a:close/>
                </a:path>
                <a:path w="46354" h="20955">
                  <a:moveTo>
                    <a:pt x="44030" y="13258"/>
                  </a:moveTo>
                  <a:lnTo>
                    <a:pt x="2120" y="13208"/>
                  </a:lnTo>
                  <a:lnTo>
                    <a:pt x="1981" y="13423"/>
                  </a:lnTo>
                  <a:lnTo>
                    <a:pt x="39281" y="13335"/>
                  </a:lnTo>
                  <a:lnTo>
                    <a:pt x="44030" y="13258"/>
                  </a:lnTo>
                  <a:close/>
                </a:path>
                <a:path w="46354" h="20955">
                  <a:moveTo>
                    <a:pt x="44170" y="13462"/>
                  </a:moveTo>
                  <a:lnTo>
                    <a:pt x="1981" y="13423"/>
                  </a:lnTo>
                  <a:lnTo>
                    <a:pt x="1841" y="13627"/>
                  </a:lnTo>
                  <a:lnTo>
                    <a:pt x="39281" y="13550"/>
                  </a:lnTo>
                  <a:lnTo>
                    <a:pt x="44170" y="13462"/>
                  </a:lnTo>
                  <a:close/>
                </a:path>
                <a:path w="46354" h="20955">
                  <a:moveTo>
                    <a:pt x="44310" y="13677"/>
                  </a:moveTo>
                  <a:lnTo>
                    <a:pt x="1841" y="13639"/>
                  </a:lnTo>
                  <a:lnTo>
                    <a:pt x="1701" y="13843"/>
                  </a:lnTo>
                  <a:lnTo>
                    <a:pt x="39281" y="13754"/>
                  </a:lnTo>
                  <a:lnTo>
                    <a:pt x="44310" y="13677"/>
                  </a:lnTo>
                  <a:close/>
                </a:path>
                <a:path w="46354" h="20955">
                  <a:moveTo>
                    <a:pt x="44462" y="13893"/>
                  </a:moveTo>
                  <a:lnTo>
                    <a:pt x="1689" y="13855"/>
                  </a:lnTo>
                  <a:lnTo>
                    <a:pt x="1549" y="14058"/>
                  </a:lnTo>
                  <a:lnTo>
                    <a:pt x="39281" y="13970"/>
                  </a:lnTo>
                  <a:lnTo>
                    <a:pt x="44462" y="13893"/>
                  </a:lnTo>
                  <a:close/>
                </a:path>
                <a:path w="46354" h="20955">
                  <a:moveTo>
                    <a:pt x="44602" y="14097"/>
                  </a:moveTo>
                  <a:lnTo>
                    <a:pt x="1549" y="14071"/>
                  </a:lnTo>
                  <a:lnTo>
                    <a:pt x="1397" y="14287"/>
                  </a:lnTo>
                  <a:lnTo>
                    <a:pt x="39281" y="14198"/>
                  </a:lnTo>
                  <a:lnTo>
                    <a:pt x="44602" y="14097"/>
                  </a:lnTo>
                  <a:close/>
                </a:path>
                <a:path w="46354" h="20955">
                  <a:moveTo>
                    <a:pt x="44742" y="14312"/>
                  </a:moveTo>
                  <a:lnTo>
                    <a:pt x="1409" y="14287"/>
                  </a:lnTo>
                  <a:lnTo>
                    <a:pt x="1295" y="14490"/>
                  </a:lnTo>
                  <a:lnTo>
                    <a:pt x="39281" y="14401"/>
                  </a:lnTo>
                  <a:lnTo>
                    <a:pt x="44742" y="14312"/>
                  </a:lnTo>
                  <a:close/>
                </a:path>
                <a:path w="46354" h="20955">
                  <a:moveTo>
                    <a:pt x="44831" y="14490"/>
                  </a:moveTo>
                  <a:lnTo>
                    <a:pt x="1295" y="14490"/>
                  </a:lnTo>
                  <a:lnTo>
                    <a:pt x="1257" y="14706"/>
                  </a:lnTo>
                  <a:lnTo>
                    <a:pt x="39281" y="14617"/>
                  </a:lnTo>
                  <a:lnTo>
                    <a:pt x="44831" y="14528"/>
                  </a:lnTo>
                  <a:close/>
                </a:path>
                <a:path w="46354" h="20955">
                  <a:moveTo>
                    <a:pt x="44881" y="14744"/>
                  </a:moveTo>
                  <a:lnTo>
                    <a:pt x="1257" y="14706"/>
                  </a:lnTo>
                  <a:lnTo>
                    <a:pt x="1219" y="14922"/>
                  </a:lnTo>
                  <a:lnTo>
                    <a:pt x="39281" y="14833"/>
                  </a:lnTo>
                  <a:lnTo>
                    <a:pt x="44881" y="14744"/>
                  </a:lnTo>
                  <a:close/>
                </a:path>
                <a:path w="46354" h="20955">
                  <a:moveTo>
                    <a:pt x="44919" y="14947"/>
                  </a:moveTo>
                  <a:lnTo>
                    <a:pt x="1219" y="14922"/>
                  </a:lnTo>
                  <a:lnTo>
                    <a:pt x="1168" y="15125"/>
                  </a:lnTo>
                  <a:lnTo>
                    <a:pt x="39281" y="15049"/>
                  </a:lnTo>
                  <a:lnTo>
                    <a:pt x="44919" y="14947"/>
                  </a:lnTo>
                  <a:close/>
                </a:path>
                <a:path w="46354" h="20955">
                  <a:moveTo>
                    <a:pt x="44958" y="15138"/>
                  </a:moveTo>
                  <a:lnTo>
                    <a:pt x="1168" y="15138"/>
                  </a:lnTo>
                  <a:lnTo>
                    <a:pt x="1130" y="15354"/>
                  </a:lnTo>
                  <a:lnTo>
                    <a:pt x="39281" y="15265"/>
                  </a:lnTo>
                  <a:lnTo>
                    <a:pt x="44958" y="15163"/>
                  </a:lnTo>
                  <a:close/>
                </a:path>
                <a:path w="46354" h="20955">
                  <a:moveTo>
                    <a:pt x="45008" y="15379"/>
                  </a:moveTo>
                  <a:lnTo>
                    <a:pt x="1130" y="15354"/>
                  </a:lnTo>
                  <a:lnTo>
                    <a:pt x="1079" y="15557"/>
                  </a:lnTo>
                  <a:lnTo>
                    <a:pt x="39281" y="15468"/>
                  </a:lnTo>
                  <a:lnTo>
                    <a:pt x="45008" y="15379"/>
                  </a:lnTo>
                  <a:close/>
                </a:path>
                <a:path w="46354" h="20955">
                  <a:moveTo>
                    <a:pt x="45046" y="15570"/>
                  </a:moveTo>
                  <a:lnTo>
                    <a:pt x="1079" y="15570"/>
                  </a:lnTo>
                  <a:lnTo>
                    <a:pt x="1041" y="15773"/>
                  </a:lnTo>
                  <a:lnTo>
                    <a:pt x="39281" y="15684"/>
                  </a:lnTo>
                  <a:lnTo>
                    <a:pt x="45046" y="15595"/>
                  </a:lnTo>
                  <a:close/>
                </a:path>
                <a:path w="46354" h="20955">
                  <a:moveTo>
                    <a:pt x="45097" y="15811"/>
                  </a:moveTo>
                  <a:lnTo>
                    <a:pt x="1041" y="15786"/>
                  </a:lnTo>
                  <a:lnTo>
                    <a:pt x="1003" y="15989"/>
                  </a:lnTo>
                  <a:lnTo>
                    <a:pt x="39281" y="15900"/>
                  </a:lnTo>
                  <a:lnTo>
                    <a:pt x="45097" y="15811"/>
                  </a:lnTo>
                  <a:close/>
                </a:path>
                <a:path w="46354" h="20955">
                  <a:moveTo>
                    <a:pt x="45135" y="15989"/>
                  </a:moveTo>
                  <a:lnTo>
                    <a:pt x="1003" y="15989"/>
                  </a:lnTo>
                  <a:lnTo>
                    <a:pt x="952" y="16205"/>
                  </a:lnTo>
                  <a:lnTo>
                    <a:pt x="39281" y="16116"/>
                  </a:lnTo>
                  <a:lnTo>
                    <a:pt x="45135" y="16014"/>
                  </a:lnTo>
                  <a:close/>
                </a:path>
                <a:path w="46354" h="20955">
                  <a:moveTo>
                    <a:pt x="45173" y="16205"/>
                  </a:moveTo>
                  <a:lnTo>
                    <a:pt x="952" y="16205"/>
                  </a:lnTo>
                  <a:lnTo>
                    <a:pt x="914" y="16421"/>
                  </a:lnTo>
                  <a:lnTo>
                    <a:pt x="39281" y="16332"/>
                  </a:lnTo>
                  <a:lnTo>
                    <a:pt x="45173" y="16230"/>
                  </a:lnTo>
                  <a:close/>
                </a:path>
                <a:path w="46354" h="20955">
                  <a:moveTo>
                    <a:pt x="45224" y="16446"/>
                  </a:moveTo>
                  <a:lnTo>
                    <a:pt x="914" y="16421"/>
                  </a:lnTo>
                  <a:lnTo>
                    <a:pt x="863" y="16637"/>
                  </a:lnTo>
                  <a:lnTo>
                    <a:pt x="39281" y="16548"/>
                  </a:lnTo>
                  <a:lnTo>
                    <a:pt x="45224" y="16446"/>
                  </a:lnTo>
                  <a:close/>
                </a:path>
                <a:path w="46354" h="20955">
                  <a:moveTo>
                    <a:pt x="45262" y="16637"/>
                  </a:moveTo>
                  <a:lnTo>
                    <a:pt x="863" y="16637"/>
                  </a:lnTo>
                  <a:lnTo>
                    <a:pt x="825" y="16852"/>
                  </a:lnTo>
                  <a:lnTo>
                    <a:pt x="39281" y="16764"/>
                  </a:lnTo>
                  <a:lnTo>
                    <a:pt x="45262" y="16662"/>
                  </a:lnTo>
                  <a:close/>
                </a:path>
                <a:path w="46354" h="20955">
                  <a:moveTo>
                    <a:pt x="45313" y="16878"/>
                  </a:moveTo>
                  <a:lnTo>
                    <a:pt x="825" y="16852"/>
                  </a:lnTo>
                  <a:lnTo>
                    <a:pt x="787" y="17056"/>
                  </a:lnTo>
                  <a:lnTo>
                    <a:pt x="39281" y="16967"/>
                  </a:lnTo>
                  <a:lnTo>
                    <a:pt x="45313" y="16878"/>
                  </a:lnTo>
                  <a:close/>
                </a:path>
                <a:path w="46354" h="20955">
                  <a:moveTo>
                    <a:pt x="45351" y="17068"/>
                  </a:moveTo>
                  <a:lnTo>
                    <a:pt x="787" y="17068"/>
                  </a:lnTo>
                  <a:lnTo>
                    <a:pt x="736" y="17272"/>
                  </a:lnTo>
                  <a:lnTo>
                    <a:pt x="39281" y="17183"/>
                  </a:lnTo>
                  <a:lnTo>
                    <a:pt x="45351" y="17081"/>
                  </a:lnTo>
                  <a:close/>
                </a:path>
                <a:path w="46354" h="20955">
                  <a:moveTo>
                    <a:pt x="45389" y="17284"/>
                  </a:moveTo>
                  <a:lnTo>
                    <a:pt x="736" y="17284"/>
                  </a:lnTo>
                  <a:lnTo>
                    <a:pt x="698" y="17487"/>
                  </a:lnTo>
                  <a:lnTo>
                    <a:pt x="39281" y="17399"/>
                  </a:lnTo>
                  <a:lnTo>
                    <a:pt x="45389" y="17297"/>
                  </a:lnTo>
                  <a:close/>
                </a:path>
                <a:path w="46354" h="20955">
                  <a:moveTo>
                    <a:pt x="45478" y="17703"/>
                  </a:moveTo>
                  <a:lnTo>
                    <a:pt x="5473" y="17703"/>
                  </a:lnTo>
                  <a:lnTo>
                    <a:pt x="39281" y="17614"/>
                  </a:lnTo>
                  <a:lnTo>
                    <a:pt x="45440" y="17513"/>
                  </a:lnTo>
                  <a:lnTo>
                    <a:pt x="698" y="17487"/>
                  </a:lnTo>
                  <a:lnTo>
                    <a:pt x="647" y="17703"/>
                  </a:lnTo>
                  <a:lnTo>
                    <a:pt x="609" y="17919"/>
                  </a:lnTo>
                  <a:lnTo>
                    <a:pt x="39281" y="17830"/>
                  </a:lnTo>
                  <a:lnTo>
                    <a:pt x="45478" y="17729"/>
                  </a:lnTo>
                  <a:close/>
                </a:path>
                <a:path w="46354" h="20955">
                  <a:moveTo>
                    <a:pt x="45529" y="17945"/>
                  </a:moveTo>
                  <a:lnTo>
                    <a:pt x="609" y="17919"/>
                  </a:lnTo>
                  <a:lnTo>
                    <a:pt x="571" y="18135"/>
                  </a:lnTo>
                  <a:lnTo>
                    <a:pt x="39281" y="18046"/>
                  </a:lnTo>
                  <a:lnTo>
                    <a:pt x="45529" y="17945"/>
                  </a:lnTo>
                  <a:close/>
                </a:path>
                <a:path w="46354" h="20955">
                  <a:moveTo>
                    <a:pt x="45567" y="18135"/>
                  </a:moveTo>
                  <a:lnTo>
                    <a:pt x="571" y="18135"/>
                  </a:lnTo>
                  <a:lnTo>
                    <a:pt x="520" y="18351"/>
                  </a:lnTo>
                  <a:lnTo>
                    <a:pt x="39281" y="18262"/>
                  </a:lnTo>
                  <a:lnTo>
                    <a:pt x="45567" y="18161"/>
                  </a:lnTo>
                  <a:close/>
                </a:path>
                <a:path w="46354" h="20955">
                  <a:moveTo>
                    <a:pt x="45605" y="18351"/>
                  </a:moveTo>
                  <a:lnTo>
                    <a:pt x="520" y="18351"/>
                  </a:lnTo>
                  <a:lnTo>
                    <a:pt x="482" y="18554"/>
                  </a:lnTo>
                  <a:lnTo>
                    <a:pt x="39281" y="18465"/>
                  </a:lnTo>
                  <a:lnTo>
                    <a:pt x="45605" y="18364"/>
                  </a:lnTo>
                  <a:close/>
                </a:path>
                <a:path w="46354" h="20955">
                  <a:moveTo>
                    <a:pt x="45656" y="18580"/>
                  </a:moveTo>
                  <a:lnTo>
                    <a:pt x="482" y="18567"/>
                  </a:lnTo>
                  <a:lnTo>
                    <a:pt x="431" y="18783"/>
                  </a:lnTo>
                  <a:lnTo>
                    <a:pt x="39281" y="18694"/>
                  </a:lnTo>
                  <a:lnTo>
                    <a:pt x="45656" y="18580"/>
                  </a:lnTo>
                  <a:close/>
                </a:path>
                <a:path w="46354" h="20955">
                  <a:moveTo>
                    <a:pt x="45694" y="18783"/>
                  </a:moveTo>
                  <a:lnTo>
                    <a:pt x="431" y="18783"/>
                  </a:lnTo>
                  <a:lnTo>
                    <a:pt x="393" y="18986"/>
                  </a:lnTo>
                  <a:lnTo>
                    <a:pt x="39281" y="18897"/>
                  </a:lnTo>
                  <a:lnTo>
                    <a:pt x="45694" y="18796"/>
                  </a:lnTo>
                  <a:close/>
                </a:path>
                <a:path w="46354" h="20955">
                  <a:moveTo>
                    <a:pt x="45732" y="18999"/>
                  </a:moveTo>
                  <a:lnTo>
                    <a:pt x="393" y="18999"/>
                  </a:lnTo>
                  <a:lnTo>
                    <a:pt x="355" y="19202"/>
                  </a:lnTo>
                  <a:lnTo>
                    <a:pt x="39281" y="19113"/>
                  </a:lnTo>
                  <a:lnTo>
                    <a:pt x="45732" y="19011"/>
                  </a:lnTo>
                  <a:close/>
                </a:path>
                <a:path w="46354" h="20955">
                  <a:moveTo>
                    <a:pt x="45783" y="19202"/>
                  </a:moveTo>
                  <a:lnTo>
                    <a:pt x="355" y="19202"/>
                  </a:lnTo>
                  <a:lnTo>
                    <a:pt x="304" y="19418"/>
                  </a:lnTo>
                  <a:lnTo>
                    <a:pt x="39281" y="19329"/>
                  </a:lnTo>
                  <a:lnTo>
                    <a:pt x="45783" y="19227"/>
                  </a:lnTo>
                  <a:close/>
                </a:path>
                <a:path w="46354" h="20955">
                  <a:moveTo>
                    <a:pt x="45821" y="19418"/>
                  </a:moveTo>
                  <a:lnTo>
                    <a:pt x="304" y="19418"/>
                  </a:lnTo>
                  <a:lnTo>
                    <a:pt x="266" y="19634"/>
                  </a:lnTo>
                  <a:lnTo>
                    <a:pt x="39281" y="19545"/>
                  </a:lnTo>
                  <a:lnTo>
                    <a:pt x="45821" y="19431"/>
                  </a:lnTo>
                  <a:close/>
                </a:path>
                <a:path w="46354" h="20955">
                  <a:moveTo>
                    <a:pt x="45872" y="19646"/>
                  </a:moveTo>
                  <a:lnTo>
                    <a:pt x="266" y="19634"/>
                  </a:lnTo>
                  <a:lnTo>
                    <a:pt x="215" y="19850"/>
                  </a:lnTo>
                  <a:lnTo>
                    <a:pt x="39281" y="19761"/>
                  </a:lnTo>
                  <a:lnTo>
                    <a:pt x="45872" y="19646"/>
                  </a:lnTo>
                  <a:close/>
                </a:path>
                <a:path w="46354" h="20955">
                  <a:moveTo>
                    <a:pt x="45910" y="19862"/>
                  </a:moveTo>
                  <a:lnTo>
                    <a:pt x="215" y="19850"/>
                  </a:lnTo>
                  <a:lnTo>
                    <a:pt x="177" y="20066"/>
                  </a:lnTo>
                  <a:lnTo>
                    <a:pt x="39281" y="19977"/>
                  </a:lnTo>
                  <a:lnTo>
                    <a:pt x="45910" y="19862"/>
                  </a:lnTo>
                  <a:close/>
                </a:path>
                <a:path w="46354" h="20955">
                  <a:moveTo>
                    <a:pt x="45948" y="20078"/>
                  </a:moveTo>
                  <a:lnTo>
                    <a:pt x="177" y="20066"/>
                  </a:lnTo>
                  <a:lnTo>
                    <a:pt x="139" y="20269"/>
                  </a:lnTo>
                  <a:lnTo>
                    <a:pt x="39281" y="20180"/>
                  </a:lnTo>
                  <a:lnTo>
                    <a:pt x="45948" y="20078"/>
                  </a:lnTo>
                  <a:close/>
                </a:path>
                <a:path w="46354" h="20955">
                  <a:moveTo>
                    <a:pt x="45999" y="20294"/>
                  </a:moveTo>
                  <a:lnTo>
                    <a:pt x="127" y="20281"/>
                  </a:lnTo>
                  <a:lnTo>
                    <a:pt x="88" y="20485"/>
                  </a:lnTo>
                  <a:lnTo>
                    <a:pt x="39281" y="20396"/>
                  </a:lnTo>
                  <a:lnTo>
                    <a:pt x="45999" y="20294"/>
                  </a:lnTo>
                  <a:close/>
                </a:path>
                <a:path w="46354" h="20955">
                  <a:moveTo>
                    <a:pt x="46037" y="20497"/>
                  </a:moveTo>
                  <a:lnTo>
                    <a:pt x="88" y="20497"/>
                  </a:lnTo>
                  <a:lnTo>
                    <a:pt x="50" y="20701"/>
                  </a:lnTo>
                  <a:lnTo>
                    <a:pt x="39281" y="20612"/>
                  </a:lnTo>
                  <a:lnTo>
                    <a:pt x="46037" y="20497"/>
                  </a:lnTo>
                  <a:close/>
                </a:path>
                <a:path w="46354" h="20955">
                  <a:moveTo>
                    <a:pt x="46088" y="20713"/>
                  </a:moveTo>
                  <a:lnTo>
                    <a:pt x="50" y="20713"/>
                  </a:lnTo>
                  <a:lnTo>
                    <a:pt x="0" y="20929"/>
                  </a:lnTo>
                  <a:lnTo>
                    <a:pt x="39281" y="20840"/>
                  </a:lnTo>
                  <a:lnTo>
                    <a:pt x="46088" y="20713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1" name="object 381" descr=""/>
            <p:cNvPicPr/>
            <p:nvPr/>
          </p:nvPicPr>
          <p:blipFill>
            <a:blip r:embed="rId140" cstate="print"/>
            <a:stretch>
              <a:fillRect/>
            </a:stretch>
          </p:blipFill>
          <p:spPr>
            <a:xfrm>
              <a:off x="7723356" y="3087529"/>
              <a:ext cx="427955" cy="303844"/>
            </a:xfrm>
            <a:prstGeom prst="rect">
              <a:avLst/>
            </a:prstGeom>
          </p:spPr>
        </p:pic>
      </p:grpSp>
      <p:pic>
        <p:nvPicPr>
          <p:cNvPr id="382" name="object 382" descr=""/>
          <p:cNvPicPr/>
          <p:nvPr/>
        </p:nvPicPr>
        <p:blipFill>
          <a:blip r:embed="rId141" cstate="print"/>
          <a:stretch>
            <a:fillRect/>
          </a:stretch>
        </p:blipFill>
        <p:spPr>
          <a:xfrm>
            <a:off x="8013844" y="2631302"/>
            <a:ext cx="112488" cy="112483"/>
          </a:xfrm>
          <a:prstGeom prst="rect">
            <a:avLst/>
          </a:prstGeom>
        </p:spPr>
      </p:pic>
      <p:pic>
        <p:nvPicPr>
          <p:cNvPr id="383" name="object 383" descr="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8181280" y="2631302"/>
            <a:ext cx="112478" cy="112483"/>
          </a:xfrm>
          <a:prstGeom prst="rect">
            <a:avLst/>
          </a:prstGeom>
        </p:spPr>
      </p:pic>
      <p:grpSp>
        <p:nvGrpSpPr>
          <p:cNvPr id="384" name="object 384" descr=""/>
          <p:cNvGrpSpPr/>
          <p:nvPr/>
        </p:nvGrpSpPr>
        <p:grpSpPr>
          <a:xfrm>
            <a:off x="7739063" y="2435381"/>
            <a:ext cx="998855" cy="673735"/>
            <a:chOff x="7739063" y="2435381"/>
            <a:chExt cx="998855" cy="673735"/>
          </a:xfrm>
        </p:grpSpPr>
        <p:pic>
          <p:nvPicPr>
            <p:cNvPr id="385" name="object 385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8346102" y="2631302"/>
              <a:ext cx="112488" cy="112483"/>
            </a:xfrm>
            <a:prstGeom prst="rect">
              <a:avLst/>
            </a:prstGeom>
          </p:spPr>
        </p:pic>
        <p:pic>
          <p:nvPicPr>
            <p:cNvPr id="386" name="object 386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739063" y="2435381"/>
              <a:ext cx="998241" cy="673717"/>
            </a:xfrm>
            <a:prstGeom prst="rect">
              <a:avLst/>
            </a:prstGeom>
          </p:spPr>
        </p:pic>
      </p:grpSp>
      <p:pic>
        <p:nvPicPr>
          <p:cNvPr id="387" name="object 387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0653110" y="4333359"/>
            <a:ext cx="156811" cy="156811"/>
          </a:xfrm>
          <a:prstGeom prst="rect">
            <a:avLst/>
          </a:prstGeom>
        </p:spPr>
      </p:pic>
      <p:grpSp>
        <p:nvGrpSpPr>
          <p:cNvPr id="388" name="object 388" descr=""/>
          <p:cNvGrpSpPr/>
          <p:nvPr/>
        </p:nvGrpSpPr>
        <p:grpSpPr>
          <a:xfrm>
            <a:off x="10297376" y="3565629"/>
            <a:ext cx="813435" cy="1145540"/>
            <a:chOff x="10297376" y="3565629"/>
            <a:chExt cx="813435" cy="1145540"/>
          </a:xfrm>
        </p:grpSpPr>
        <p:pic>
          <p:nvPicPr>
            <p:cNvPr id="389" name="object 389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10364892" y="3719015"/>
              <a:ext cx="155314" cy="155314"/>
            </a:xfrm>
            <a:prstGeom prst="rect">
              <a:avLst/>
            </a:prstGeom>
          </p:spPr>
        </p:pic>
        <p:pic>
          <p:nvPicPr>
            <p:cNvPr id="390" name="object 390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10297376" y="3565629"/>
              <a:ext cx="813014" cy="1144934"/>
            </a:xfrm>
            <a:prstGeom prst="rect">
              <a:avLst/>
            </a:prstGeom>
          </p:spPr>
        </p:pic>
      </p:grpSp>
      <p:pic>
        <p:nvPicPr>
          <p:cNvPr id="391" name="object 391" descr="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12567999" y="3722473"/>
            <a:ext cx="155314" cy="155325"/>
          </a:xfrm>
          <a:prstGeom prst="rect">
            <a:avLst/>
          </a:prstGeom>
        </p:spPr>
      </p:pic>
      <p:grpSp>
        <p:nvGrpSpPr>
          <p:cNvPr id="392" name="object 392" descr=""/>
          <p:cNvGrpSpPr/>
          <p:nvPr/>
        </p:nvGrpSpPr>
        <p:grpSpPr>
          <a:xfrm>
            <a:off x="11977811" y="3569085"/>
            <a:ext cx="813435" cy="1145540"/>
            <a:chOff x="11977811" y="3569085"/>
            <a:chExt cx="813435" cy="1145540"/>
          </a:xfrm>
        </p:grpSpPr>
        <p:pic>
          <p:nvPicPr>
            <p:cNvPr id="393" name="object 393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278283" y="4336819"/>
              <a:ext cx="156811" cy="156811"/>
            </a:xfrm>
            <a:prstGeom prst="rect">
              <a:avLst/>
            </a:prstGeom>
          </p:spPr>
        </p:pic>
        <p:pic>
          <p:nvPicPr>
            <p:cNvPr id="394" name="object 394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11977811" y="3569085"/>
              <a:ext cx="813009" cy="1144943"/>
            </a:xfrm>
            <a:prstGeom prst="rect">
              <a:avLst/>
            </a:prstGeom>
          </p:spPr>
        </p:pic>
      </p:grpSp>
      <p:sp>
        <p:nvSpPr>
          <p:cNvPr id="395" name="object 395" descr=""/>
          <p:cNvSpPr/>
          <p:nvPr/>
        </p:nvSpPr>
        <p:spPr>
          <a:xfrm>
            <a:off x="11435578" y="4220342"/>
            <a:ext cx="215265" cy="246379"/>
          </a:xfrm>
          <a:custGeom>
            <a:avLst/>
            <a:gdLst/>
            <a:ahLst/>
            <a:cxnLst/>
            <a:rect l="l" t="t" r="r" b="b"/>
            <a:pathLst>
              <a:path w="215265" h="246379">
                <a:moveTo>
                  <a:pt x="214967" y="0"/>
                </a:moveTo>
                <a:lnTo>
                  <a:pt x="0" y="0"/>
                </a:lnTo>
                <a:lnTo>
                  <a:pt x="0" y="246118"/>
                </a:lnTo>
                <a:lnTo>
                  <a:pt x="214967" y="246118"/>
                </a:lnTo>
                <a:lnTo>
                  <a:pt x="21496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6" name="object 396" descr=""/>
          <p:cNvGrpSpPr/>
          <p:nvPr/>
        </p:nvGrpSpPr>
        <p:grpSpPr>
          <a:xfrm>
            <a:off x="11990798" y="3665642"/>
            <a:ext cx="332740" cy="394335"/>
            <a:chOff x="11990798" y="3665642"/>
            <a:chExt cx="332740" cy="394335"/>
          </a:xfrm>
        </p:grpSpPr>
        <p:sp>
          <p:nvSpPr>
            <p:cNvPr id="397" name="object 397" descr=""/>
            <p:cNvSpPr/>
            <p:nvPr/>
          </p:nvSpPr>
          <p:spPr>
            <a:xfrm>
              <a:off x="11990798" y="3665642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59" h="394335">
                  <a:moveTo>
                    <a:pt x="263625" y="0"/>
                  </a:moveTo>
                  <a:lnTo>
                    <a:pt x="104049" y="0"/>
                  </a:lnTo>
                  <a:lnTo>
                    <a:pt x="63650" y="8209"/>
                  </a:lnTo>
                  <a:lnTo>
                    <a:pt x="30565" y="30561"/>
                  </a:lnTo>
                  <a:lnTo>
                    <a:pt x="8210" y="63645"/>
                  </a:lnTo>
                  <a:lnTo>
                    <a:pt x="0" y="104049"/>
                  </a:lnTo>
                  <a:lnTo>
                    <a:pt x="0" y="290137"/>
                  </a:lnTo>
                  <a:lnTo>
                    <a:pt x="8210" y="330536"/>
                  </a:lnTo>
                  <a:lnTo>
                    <a:pt x="30565" y="363621"/>
                  </a:lnTo>
                  <a:lnTo>
                    <a:pt x="63650" y="385976"/>
                  </a:lnTo>
                  <a:lnTo>
                    <a:pt x="104049" y="394186"/>
                  </a:lnTo>
                  <a:lnTo>
                    <a:pt x="263625" y="394186"/>
                  </a:lnTo>
                  <a:lnTo>
                    <a:pt x="2636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8" name="object 398" descr=""/>
            <p:cNvSpPr/>
            <p:nvPr/>
          </p:nvSpPr>
          <p:spPr>
            <a:xfrm>
              <a:off x="12269429" y="3665642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5">
                  <a:moveTo>
                    <a:pt x="13758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3758" y="394186"/>
                  </a:lnTo>
                  <a:lnTo>
                    <a:pt x="29200" y="391049"/>
                  </a:lnTo>
                  <a:lnTo>
                    <a:pt x="41845" y="382505"/>
                  </a:lnTo>
                  <a:lnTo>
                    <a:pt x="50389" y="369860"/>
                  </a:lnTo>
                  <a:lnTo>
                    <a:pt x="53527" y="354418"/>
                  </a:lnTo>
                  <a:lnTo>
                    <a:pt x="53527" y="39768"/>
                  </a:lnTo>
                  <a:lnTo>
                    <a:pt x="50389" y="24326"/>
                  </a:lnTo>
                  <a:lnTo>
                    <a:pt x="41845" y="11681"/>
                  </a:lnTo>
                  <a:lnTo>
                    <a:pt x="29200" y="3137"/>
                  </a:lnTo>
                  <a:lnTo>
                    <a:pt x="137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9" name="object 399" descr=""/>
            <p:cNvSpPr/>
            <p:nvPr/>
          </p:nvSpPr>
          <p:spPr>
            <a:xfrm>
              <a:off x="12253679" y="3681144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40" h="353060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0" name="object 400" descr=""/>
          <p:cNvGrpSpPr/>
          <p:nvPr/>
        </p:nvGrpSpPr>
        <p:grpSpPr>
          <a:xfrm>
            <a:off x="10821243" y="3173411"/>
            <a:ext cx="1407795" cy="1106805"/>
            <a:chOff x="10821243" y="3173411"/>
            <a:chExt cx="1407795" cy="1106805"/>
          </a:xfrm>
        </p:grpSpPr>
        <p:sp>
          <p:nvSpPr>
            <p:cNvPr id="401" name="object 401" descr=""/>
            <p:cNvSpPr/>
            <p:nvPr/>
          </p:nvSpPr>
          <p:spPr>
            <a:xfrm>
              <a:off x="10889777" y="3665642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59" h="394335">
                  <a:moveTo>
                    <a:pt x="159576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59576" y="394186"/>
                  </a:lnTo>
                  <a:lnTo>
                    <a:pt x="199975" y="385976"/>
                  </a:lnTo>
                  <a:lnTo>
                    <a:pt x="233059" y="363621"/>
                  </a:lnTo>
                  <a:lnTo>
                    <a:pt x="255414" y="330536"/>
                  </a:lnTo>
                  <a:lnTo>
                    <a:pt x="263625" y="290137"/>
                  </a:lnTo>
                  <a:lnTo>
                    <a:pt x="263625" y="104049"/>
                  </a:lnTo>
                  <a:lnTo>
                    <a:pt x="255414" y="63645"/>
                  </a:lnTo>
                  <a:lnTo>
                    <a:pt x="233059" y="30561"/>
                  </a:lnTo>
                  <a:lnTo>
                    <a:pt x="199975" y="8209"/>
                  </a:lnTo>
                  <a:lnTo>
                    <a:pt x="1595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0821243" y="3665642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5">
                  <a:moveTo>
                    <a:pt x="53527" y="0"/>
                  </a:moveTo>
                  <a:lnTo>
                    <a:pt x="39768" y="0"/>
                  </a:lnTo>
                  <a:lnTo>
                    <a:pt x="24326" y="3137"/>
                  </a:lnTo>
                  <a:lnTo>
                    <a:pt x="11681" y="11681"/>
                  </a:lnTo>
                  <a:lnTo>
                    <a:pt x="3137" y="24326"/>
                  </a:lnTo>
                  <a:lnTo>
                    <a:pt x="0" y="39768"/>
                  </a:lnTo>
                  <a:lnTo>
                    <a:pt x="0" y="354418"/>
                  </a:lnTo>
                  <a:lnTo>
                    <a:pt x="3137" y="369860"/>
                  </a:lnTo>
                  <a:lnTo>
                    <a:pt x="11681" y="382505"/>
                  </a:lnTo>
                  <a:lnTo>
                    <a:pt x="24326" y="391049"/>
                  </a:lnTo>
                  <a:lnTo>
                    <a:pt x="39768" y="394186"/>
                  </a:lnTo>
                  <a:lnTo>
                    <a:pt x="53527" y="394186"/>
                  </a:lnTo>
                  <a:lnTo>
                    <a:pt x="5352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0875522" y="3681144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40" h="353060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4" name="object 404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0920286" y="3402660"/>
              <a:ext cx="1308630" cy="877271"/>
            </a:xfrm>
            <a:prstGeom prst="rect">
              <a:avLst/>
            </a:prstGeom>
          </p:spPr>
        </p:pic>
        <p:pic>
          <p:nvPicPr>
            <p:cNvPr id="405" name="object 405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11102360" y="3173411"/>
              <a:ext cx="925322" cy="575103"/>
            </a:xfrm>
            <a:prstGeom prst="rect">
              <a:avLst/>
            </a:prstGeom>
          </p:spPr>
        </p:pic>
        <p:pic>
          <p:nvPicPr>
            <p:cNvPr id="406" name="object 406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1445486" y="4069279"/>
              <a:ext cx="228224" cy="62238"/>
            </a:xfrm>
            <a:prstGeom prst="rect">
              <a:avLst/>
            </a:prstGeom>
          </p:spPr>
        </p:pic>
        <p:pic>
          <p:nvPicPr>
            <p:cNvPr id="407" name="object 407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1034532" y="3621910"/>
              <a:ext cx="1064512" cy="406186"/>
            </a:xfrm>
            <a:prstGeom prst="rect">
              <a:avLst/>
            </a:prstGeom>
          </p:spPr>
        </p:pic>
      </p:grpSp>
      <p:grpSp>
        <p:nvGrpSpPr>
          <p:cNvPr id="408" name="object 408" descr=""/>
          <p:cNvGrpSpPr/>
          <p:nvPr/>
        </p:nvGrpSpPr>
        <p:grpSpPr>
          <a:xfrm>
            <a:off x="11005672" y="4397928"/>
            <a:ext cx="1082040" cy="1323340"/>
            <a:chOff x="11005672" y="4397928"/>
            <a:chExt cx="1082040" cy="1323340"/>
          </a:xfrm>
        </p:grpSpPr>
        <p:sp>
          <p:nvSpPr>
            <p:cNvPr id="409" name="object 409" descr=""/>
            <p:cNvSpPr/>
            <p:nvPr/>
          </p:nvSpPr>
          <p:spPr>
            <a:xfrm>
              <a:off x="11287080" y="4504009"/>
              <a:ext cx="509905" cy="955040"/>
            </a:xfrm>
            <a:custGeom>
              <a:avLst/>
              <a:gdLst/>
              <a:ahLst/>
              <a:cxnLst/>
              <a:rect l="l" t="t" r="r" b="b"/>
              <a:pathLst>
                <a:path w="509904" h="955039">
                  <a:moveTo>
                    <a:pt x="509743" y="0"/>
                  </a:moveTo>
                  <a:lnTo>
                    <a:pt x="0" y="0"/>
                  </a:lnTo>
                  <a:lnTo>
                    <a:pt x="0" y="954798"/>
                  </a:lnTo>
                  <a:lnTo>
                    <a:pt x="509743" y="954798"/>
                  </a:lnTo>
                  <a:lnTo>
                    <a:pt x="509743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0" name="object 410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11005672" y="4482314"/>
              <a:ext cx="299522" cy="992337"/>
            </a:xfrm>
            <a:prstGeom prst="rect">
              <a:avLst/>
            </a:prstGeom>
          </p:spPr>
        </p:pic>
        <p:pic>
          <p:nvPicPr>
            <p:cNvPr id="411" name="object 411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11788195" y="4482313"/>
              <a:ext cx="299513" cy="992337"/>
            </a:xfrm>
            <a:prstGeom prst="rect">
              <a:avLst/>
            </a:prstGeom>
          </p:spPr>
        </p:pic>
        <p:pic>
          <p:nvPicPr>
            <p:cNvPr id="412" name="object 412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11336240" y="4397928"/>
              <a:ext cx="420908" cy="1323027"/>
            </a:xfrm>
            <a:prstGeom prst="rect">
              <a:avLst/>
            </a:prstGeom>
          </p:spPr>
        </p:pic>
      </p:grpSp>
      <p:pic>
        <p:nvPicPr>
          <p:cNvPr id="413" name="object 413" descr=""/>
          <p:cNvPicPr/>
          <p:nvPr/>
        </p:nvPicPr>
        <p:blipFill>
          <a:blip r:embed="rId156" cstate="print"/>
          <a:stretch>
            <a:fillRect/>
          </a:stretch>
        </p:blipFill>
        <p:spPr>
          <a:xfrm>
            <a:off x="11289824" y="5871528"/>
            <a:ext cx="555271" cy="196266"/>
          </a:xfrm>
          <a:prstGeom prst="rect">
            <a:avLst/>
          </a:prstGeom>
        </p:spPr>
      </p:pic>
      <p:grpSp>
        <p:nvGrpSpPr>
          <p:cNvPr id="414" name="object 414" descr=""/>
          <p:cNvGrpSpPr/>
          <p:nvPr/>
        </p:nvGrpSpPr>
        <p:grpSpPr>
          <a:xfrm>
            <a:off x="9981613" y="2789579"/>
            <a:ext cx="726440" cy="726440"/>
            <a:chOff x="9981613" y="2789579"/>
            <a:chExt cx="726440" cy="726440"/>
          </a:xfrm>
        </p:grpSpPr>
        <p:sp>
          <p:nvSpPr>
            <p:cNvPr id="415" name="object 415" descr=""/>
            <p:cNvSpPr/>
            <p:nvPr/>
          </p:nvSpPr>
          <p:spPr>
            <a:xfrm>
              <a:off x="10161112" y="2963812"/>
              <a:ext cx="374650" cy="368935"/>
            </a:xfrm>
            <a:custGeom>
              <a:avLst/>
              <a:gdLst/>
              <a:ahLst/>
              <a:cxnLst/>
              <a:rect l="l" t="t" r="r" b="b"/>
              <a:pathLst>
                <a:path w="374650" h="368935">
                  <a:moveTo>
                    <a:pt x="252840" y="0"/>
                  </a:moveTo>
                  <a:lnTo>
                    <a:pt x="120142" y="0"/>
                  </a:lnTo>
                  <a:lnTo>
                    <a:pt x="0" y="368815"/>
                  </a:lnTo>
                  <a:lnTo>
                    <a:pt x="109316" y="368815"/>
                  </a:lnTo>
                  <a:lnTo>
                    <a:pt x="127922" y="299969"/>
                  </a:lnTo>
                  <a:lnTo>
                    <a:pt x="351774" y="299969"/>
                  </a:lnTo>
                  <a:lnTo>
                    <a:pt x="324930" y="218579"/>
                  </a:lnTo>
                  <a:lnTo>
                    <a:pt x="148602" y="218579"/>
                  </a:lnTo>
                  <a:lnTo>
                    <a:pt x="159040" y="178933"/>
                  </a:lnTo>
                  <a:lnTo>
                    <a:pt x="173835" y="121021"/>
                  </a:lnTo>
                  <a:lnTo>
                    <a:pt x="183752" y="77508"/>
                  </a:lnTo>
                  <a:lnTo>
                    <a:pt x="187114" y="60532"/>
                  </a:lnTo>
                  <a:lnTo>
                    <a:pt x="272804" y="60532"/>
                  </a:lnTo>
                  <a:lnTo>
                    <a:pt x="252840" y="0"/>
                  </a:lnTo>
                  <a:close/>
                </a:path>
                <a:path w="374650" h="368935">
                  <a:moveTo>
                    <a:pt x="351774" y="299969"/>
                  </a:moveTo>
                  <a:lnTo>
                    <a:pt x="247573" y="299969"/>
                  </a:lnTo>
                  <a:lnTo>
                    <a:pt x="265698" y="368815"/>
                  </a:lnTo>
                  <a:lnTo>
                    <a:pt x="374480" y="368815"/>
                  </a:lnTo>
                  <a:lnTo>
                    <a:pt x="351774" y="299969"/>
                  </a:lnTo>
                  <a:close/>
                </a:path>
                <a:path w="374650" h="368935">
                  <a:moveTo>
                    <a:pt x="272804" y="60532"/>
                  </a:moveTo>
                  <a:lnTo>
                    <a:pt x="187114" y="60532"/>
                  </a:lnTo>
                  <a:lnTo>
                    <a:pt x="188704" y="68579"/>
                  </a:lnTo>
                  <a:lnTo>
                    <a:pt x="197575" y="106269"/>
                  </a:lnTo>
                  <a:lnTo>
                    <a:pt x="208123" y="147487"/>
                  </a:lnTo>
                  <a:lnTo>
                    <a:pt x="211040" y="158267"/>
                  </a:lnTo>
                  <a:lnTo>
                    <a:pt x="226914" y="218579"/>
                  </a:lnTo>
                  <a:lnTo>
                    <a:pt x="324930" y="218579"/>
                  </a:lnTo>
                  <a:lnTo>
                    <a:pt x="272804" y="60532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6" name="object 416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9981613" y="2789579"/>
              <a:ext cx="725894" cy="725894"/>
            </a:xfrm>
            <a:prstGeom prst="rect">
              <a:avLst/>
            </a:prstGeom>
          </p:spPr>
        </p:pic>
      </p:grpSp>
      <p:grpSp>
        <p:nvGrpSpPr>
          <p:cNvPr id="417" name="object 417" descr=""/>
          <p:cNvGrpSpPr/>
          <p:nvPr/>
        </p:nvGrpSpPr>
        <p:grpSpPr>
          <a:xfrm>
            <a:off x="12428616" y="2789580"/>
            <a:ext cx="726440" cy="726440"/>
            <a:chOff x="12428616" y="2789580"/>
            <a:chExt cx="726440" cy="726440"/>
          </a:xfrm>
        </p:grpSpPr>
        <p:pic>
          <p:nvPicPr>
            <p:cNvPr id="418" name="object 418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12428616" y="2789580"/>
              <a:ext cx="725894" cy="725894"/>
            </a:xfrm>
            <a:prstGeom prst="rect">
              <a:avLst/>
            </a:prstGeom>
          </p:spPr>
        </p:pic>
        <p:pic>
          <p:nvPicPr>
            <p:cNvPr id="419" name="object 419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2627695" y="2944873"/>
              <a:ext cx="320544" cy="413014"/>
            </a:xfrm>
            <a:prstGeom prst="rect">
              <a:avLst/>
            </a:prstGeom>
          </p:spPr>
        </p:pic>
        <p:sp>
          <p:nvSpPr>
            <p:cNvPr id="420" name="object 420" descr=""/>
            <p:cNvSpPr/>
            <p:nvPr/>
          </p:nvSpPr>
          <p:spPr>
            <a:xfrm>
              <a:off x="12644780" y="2973152"/>
              <a:ext cx="277495" cy="194310"/>
            </a:xfrm>
            <a:custGeom>
              <a:avLst/>
              <a:gdLst/>
              <a:ahLst/>
              <a:cxnLst/>
              <a:rect l="l" t="t" r="r" b="b"/>
              <a:pathLst>
                <a:path w="277495" h="194310">
                  <a:moveTo>
                    <a:pt x="248907" y="0"/>
                  </a:moveTo>
                  <a:lnTo>
                    <a:pt x="39598" y="0"/>
                  </a:lnTo>
                  <a:lnTo>
                    <a:pt x="39598" y="79197"/>
                  </a:lnTo>
                  <a:lnTo>
                    <a:pt x="248907" y="79197"/>
                  </a:lnTo>
                  <a:lnTo>
                    <a:pt x="248907" y="0"/>
                  </a:lnTo>
                  <a:close/>
                </a:path>
                <a:path w="277495" h="194310">
                  <a:moveTo>
                    <a:pt x="277190" y="114566"/>
                  </a:moveTo>
                  <a:lnTo>
                    <a:pt x="0" y="114566"/>
                  </a:lnTo>
                  <a:lnTo>
                    <a:pt x="0" y="193751"/>
                  </a:lnTo>
                  <a:lnTo>
                    <a:pt x="277190" y="193751"/>
                  </a:lnTo>
                  <a:lnTo>
                    <a:pt x="277190" y="114566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1" name="object 421" descr=""/>
          <p:cNvPicPr/>
          <p:nvPr/>
        </p:nvPicPr>
        <p:blipFill>
          <a:blip r:embed="rId160" cstate="print"/>
          <a:stretch>
            <a:fillRect/>
          </a:stretch>
        </p:blipFill>
        <p:spPr>
          <a:xfrm>
            <a:off x="10795702" y="2807495"/>
            <a:ext cx="1563847" cy="155251"/>
          </a:xfrm>
          <a:prstGeom prst="rect">
            <a:avLst/>
          </a:prstGeom>
        </p:spPr>
      </p:pic>
      <p:grpSp>
        <p:nvGrpSpPr>
          <p:cNvPr id="422" name="object 422" descr=""/>
          <p:cNvGrpSpPr/>
          <p:nvPr/>
        </p:nvGrpSpPr>
        <p:grpSpPr>
          <a:xfrm>
            <a:off x="4687065" y="4586321"/>
            <a:ext cx="508634" cy="274320"/>
            <a:chOff x="4687065" y="4586321"/>
            <a:chExt cx="508634" cy="274320"/>
          </a:xfrm>
        </p:grpSpPr>
        <p:pic>
          <p:nvPicPr>
            <p:cNvPr id="423" name="object 423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4687065" y="4657836"/>
              <a:ext cx="156275" cy="156275"/>
            </a:xfrm>
            <a:prstGeom prst="rect">
              <a:avLst/>
            </a:prstGeom>
          </p:spPr>
        </p:pic>
        <p:pic>
          <p:nvPicPr>
            <p:cNvPr id="424" name="object 424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4805222" y="4586321"/>
              <a:ext cx="390448" cy="274051"/>
            </a:xfrm>
            <a:prstGeom prst="rect">
              <a:avLst/>
            </a:prstGeom>
          </p:spPr>
        </p:pic>
      </p:grpSp>
      <p:sp>
        <p:nvSpPr>
          <p:cNvPr id="425" name="object 425" descr=""/>
          <p:cNvSpPr/>
          <p:nvPr/>
        </p:nvSpPr>
        <p:spPr>
          <a:xfrm>
            <a:off x="5463488" y="4220342"/>
            <a:ext cx="215265" cy="246379"/>
          </a:xfrm>
          <a:custGeom>
            <a:avLst/>
            <a:gdLst/>
            <a:ahLst/>
            <a:cxnLst/>
            <a:rect l="l" t="t" r="r" b="b"/>
            <a:pathLst>
              <a:path w="215264" h="246379">
                <a:moveTo>
                  <a:pt x="214967" y="0"/>
                </a:moveTo>
                <a:lnTo>
                  <a:pt x="0" y="0"/>
                </a:lnTo>
                <a:lnTo>
                  <a:pt x="0" y="246118"/>
                </a:lnTo>
                <a:lnTo>
                  <a:pt x="214967" y="246118"/>
                </a:lnTo>
                <a:lnTo>
                  <a:pt x="21496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6" name="object 426" descr=""/>
          <p:cNvGrpSpPr/>
          <p:nvPr/>
        </p:nvGrpSpPr>
        <p:grpSpPr>
          <a:xfrm>
            <a:off x="6018708" y="3665642"/>
            <a:ext cx="332740" cy="394335"/>
            <a:chOff x="6018708" y="3665642"/>
            <a:chExt cx="332740" cy="394335"/>
          </a:xfrm>
        </p:grpSpPr>
        <p:sp>
          <p:nvSpPr>
            <p:cNvPr id="427" name="object 427" descr=""/>
            <p:cNvSpPr/>
            <p:nvPr/>
          </p:nvSpPr>
          <p:spPr>
            <a:xfrm>
              <a:off x="6018708" y="3665642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60" h="394335">
                  <a:moveTo>
                    <a:pt x="263625" y="0"/>
                  </a:moveTo>
                  <a:lnTo>
                    <a:pt x="104049" y="0"/>
                  </a:lnTo>
                  <a:lnTo>
                    <a:pt x="63650" y="8209"/>
                  </a:lnTo>
                  <a:lnTo>
                    <a:pt x="30565" y="30561"/>
                  </a:lnTo>
                  <a:lnTo>
                    <a:pt x="8210" y="63645"/>
                  </a:lnTo>
                  <a:lnTo>
                    <a:pt x="0" y="104049"/>
                  </a:lnTo>
                  <a:lnTo>
                    <a:pt x="0" y="290137"/>
                  </a:lnTo>
                  <a:lnTo>
                    <a:pt x="8210" y="330536"/>
                  </a:lnTo>
                  <a:lnTo>
                    <a:pt x="30565" y="363621"/>
                  </a:lnTo>
                  <a:lnTo>
                    <a:pt x="63650" y="385976"/>
                  </a:lnTo>
                  <a:lnTo>
                    <a:pt x="104049" y="394186"/>
                  </a:lnTo>
                  <a:lnTo>
                    <a:pt x="263625" y="394186"/>
                  </a:lnTo>
                  <a:lnTo>
                    <a:pt x="26362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6297342" y="3665642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5">
                  <a:moveTo>
                    <a:pt x="13758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3758" y="394186"/>
                  </a:lnTo>
                  <a:lnTo>
                    <a:pt x="29200" y="391049"/>
                  </a:lnTo>
                  <a:lnTo>
                    <a:pt x="41845" y="382505"/>
                  </a:lnTo>
                  <a:lnTo>
                    <a:pt x="50389" y="369860"/>
                  </a:lnTo>
                  <a:lnTo>
                    <a:pt x="53527" y="354418"/>
                  </a:lnTo>
                  <a:lnTo>
                    <a:pt x="53527" y="39768"/>
                  </a:lnTo>
                  <a:lnTo>
                    <a:pt x="50389" y="24326"/>
                  </a:lnTo>
                  <a:lnTo>
                    <a:pt x="41845" y="11681"/>
                  </a:lnTo>
                  <a:lnTo>
                    <a:pt x="29200" y="3137"/>
                  </a:lnTo>
                  <a:lnTo>
                    <a:pt x="137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6281588" y="3681144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39" h="353060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0" name="object 430" descr=""/>
          <p:cNvGrpSpPr/>
          <p:nvPr/>
        </p:nvGrpSpPr>
        <p:grpSpPr>
          <a:xfrm>
            <a:off x="4849155" y="3173411"/>
            <a:ext cx="1407795" cy="1106805"/>
            <a:chOff x="4849155" y="3173411"/>
            <a:chExt cx="1407795" cy="1106805"/>
          </a:xfrm>
        </p:grpSpPr>
        <p:sp>
          <p:nvSpPr>
            <p:cNvPr id="431" name="object 431" descr=""/>
            <p:cNvSpPr/>
            <p:nvPr/>
          </p:nvSpPr>
          <p:spPr>
            <a:xfrm>
              <a:off x="4917687" y="3665642"/>
              <a:ext cx="264160" cy="394335"/>
            </a:xfrm>
            <a:custGeom>
              <a:avLst/>
              <a:gdLst/>
              <a:ahLst/>
              <a:cxnLst/>
              <a:rect l="l" t="t" r="r" b="b"/>
              <a:pathLst>
                <a:path w="264160" h="394335">
                  <a:moveTo>
                    <a:pt x="159576" y="0"/>
                  </a:moveTo>
                  <a:lnTo>
                    <a:pt x="0" y="0"/>
                  </a:lnTo>
                  <a:lnTo>
                    <a:pt x="0" y="394186"/>
                  </a:lnTo>
                  <a:lnTo>
                    <a:pt x="159576" y="394186"/>
                  </a:lnTo>
                  <a:lnTo>
                    <a:pt x="199975" y="385976"/>
                  </a:lnTo>
                  <a:lnTo>
                    <a:pt x="233059" y="363621"/>
                  </a:lnTo>
                  <a:lnTo>
                    <a:pt x="255414" y="330536"/>
                  </a:lnTo>
                  <a:lnTo>
                    <a:pt x="263625" y="290137"/>
                  </a:lnTo>
                  <a:lnTo>
                    <a:pt x="263625" y="104049"/>
                  </a:lnTo>
                  <a:lnTo>
                    <a:pt x="255414" y="63645"/>
                  </a:lnTo>
                  <a:lnTo>
                    <a:pt x="233059" y="30561"/>
                  </a:lnTo>
                  <a:lnTo>
                    <a:pt x="199975" y="8209"/>
                  </a:lnTo>
                  <a:lnTo>
                    <a:pt x="1595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4849155" y="3665642"/>
              <a:ext cx="53975" cy="394335"/>
            </a:xfrm>
            <a:custGeom>
              <a:avLst/>
              <a:gdLst/>
              <a:ahLst/>
              <a:cxnLst/>
              <a:rect l="l" t="t" r="r" b="b"/>
              <a:pathLst>
                <a:path w="53975" h="394335">
                  <a:moveTo>
                    <a:pt x="53527" y="0"/>
                  </a:moveTo>
                  <a:lnTo>
                    <a:pt x="39768" y="0"/>
                  </a:lnTo>
                  <a:lnTo>
                    <a:pt x="24326" y="3137"/>
                  </a:lnTo>
                  <a:lnTo>
                    <a:pt x="11681" y="11681"/>
                  </a:lnTo>
                  <a:lnTo>
                    <a:pt x="3137" y="24326"/>
                  </a:lnTo>
                  <a:lnTo>
                    <a:pt x="0" y="39768"/>
                  </a:lnTo>
                  <a:lnTo>
                    <a:pt x="0" y="354418"/>
                  </a:lnTo>
                  <a:lnTo>
                    <a:pt x="3137" y="369860"/>
                  </a:lnTo>
                  <a:lnTo>
                    <a:pt x="11681" y="382505"/>
                  </a:lnTo>
                  <a:lnTo>
                    <a:pt x="24326" y="391049"/>
                  </a:lnTo>
                  <a:lnTo>
                    <a:pt x="39768" y="394186"/>
                  </a:lnTo>
                  <a:lnTo>
                    <a:pt x="53527" y="394186"/>
                  </a:lnTo>
                  <a:lnTo>
                    <a:pt x="53527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4903431" y="3681144"/>
              <a:ext cx="15240" cy="353060"/>
            </a:xfrm>
            <a:custGeom>
              <a:avLst/>
              <a:gdLst/>
              <a:ahLst/>
              <a:cxnLst/>
              <a:rect l="l" t="t" r="r" b="b"/>
              <a:pathLst>
                <a:path w="15239" h="353060">
                  <a:moveTo>
                    <a:pt x="15004" y="0"/>
                  </a:moveTo>
                  <a:lnTo>
                    <a:pt x="0" y="0"/>
                  </a:lnTo>
                  <a:lnTo>
                    <a:pt x="0" y="352669"/>
                  </a:lnTo>
                  <a:lnTo>
                    <a:pt x="15004" y="352669"/>
                  </a:lnTo>
                  <a:lnTo>
                    <a:pt x="1500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4" name="object 434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4948205" y="3402660"/>
              <a:ext cx="1308619" cy="877271"/>
            </a:xfrm>
            <a:prstGeom prst="rect">
              <a:avLst/>
            </a:prstGeom>
          </p:spPr>
        </p:pic>
        <p:pic>
          <p:nvPicPr>
            <p:cNvPr id="435" name="object 435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5130269" y="3173411"/>
              <a:ext cx="925333" cy="575103"/>
            </a:xfrm>
            <a:prstGeom prst="rect">
              <a:avLst/>
            </a:prstGeom>
          </p:spPr>
        </p:pic>
      </p:grpSp>
      <p:pic>
        <p:nvPicPr>
          <p:cNvPr id="436" name="object 436" descr=""/>
          <p:cNvPicPr/>
          <p:nvPr/>
        </p:nvPicPr>
        <p:blipFill>
          <a:blip r:embed="rId164" cstate="print"/>
          <a:stretch>
            <a:fillRect/>
          </a:stretch>
        </p:blipFill>
        <p:spPr>
          <a:xfrm>
            <a:off x="5062443" y="3621910"/>
            <a:ext cx="1064501" cy="406186"/>
          </a:xfrm>
          <a:prstGeom prst="rect">
            <a:avLst/>
          </a:prstGeom>
        </p:spPr>
      </p:pic>
      <p:pic>
        <p:nvPicPr>
          <p:cNvPr id="437" name="object 437" descr="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5317733" y="5871528"/>
            <a:ext cx="555281" cy="196266"/>
          </a:xfrm>
          <a:prstGeom prst="rect">
            <a:avLst/>
          </a:prstGeom>
        </p:spPr>
      </p:pic>
      <p:pic>
        <p:nvPicPr>
          <p:cNvPr id="438" name="object 438" descr=""/>
          <p:cNvPicPr/>
          <p:nvPr/>
        </p:nvPicPr>
        <p:blipFill>
          <a:blip r:embed="rId165" cstate="print"/>
          <a:stretch>
            <a:fillRect/>
          </a:stretch>
        </p:blipFill>
        <p:spPr>
          <a:xfrm>
            <a:off x="6431142" y="3401181"/>
            <a:ext cx="155494" cy="155495"/>
          </a:xfrm>
          <a:prstGeom prst="rect">
            <a:avLst/>
          </a:prstGeom>
        </p:spPr>
      </p:pic>
      <p:grpSp>
        <p:nvGrpSpPr>
          <p:cNvPr id="439" name="object 439" descr=""/>
          <p:cNvGrpSpPr/>
          <p:nvPr/>
        </p:nvGrpSpPr>
        <p:grpSpPr>
          <a:xfrm>
            <a:off x="5033591" y="3232781"/>
            <a:ext cx="1615440" cy="2488565"/>
            <a:chOff x="5033591" y="3232781"/>
            <a:chExt cx="1615440" cy="2488565"/>
          </a:xfrm>
        </p:grpSpPr>
        <p:pic>
          <p:nvPicPr>
            <p:cNvPr id="440" name="object 440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6401009" y="4087739"/>
              <a:ext cx="155531" cy="155531"/>
            </a:xfrm>
            <a:prstGeom prst="rect">
              <a:avLst/>
            </a:prstGeom>
          </p:spPr>
        </p:pic>
        <p:pic>
          <p:nvPicPr>
            <p:cNvPr id="441" name="object 441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6361334" y="3492647"/>
              <a:ext cx="287561" cy="639331"/>
            </a:xfrm>
            <a:prstGeom prst="rect">
              <a:avLst/>
            </a:prstGeom>
          </p:spPr>
        </p:pic>
        <p:pic>
          <p:nvPicPr>
            <p:cNvPr id="442" name="object 442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6432253" y="3232781"/>
              <a:ext cx="145534" cy="239134"/>
            </a:xfrm>
            <a:prstGeom prst="rect">
              <a:avLst/>
            </a:prstGeom>
          </p:spPr>
        </p:pic>
        <p:pic>
          <p:nvPicPr>
            <p:cNvPr id="443" name="object 443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5838349" y="4160041"/>
              <a:ext cx="635928" cy="509123"/>
            </a:xfrm>
            <a:prstGeom prst="rect">
              <a:avLst/>
            </a:prstGeom>
          </p:spPr>
        </p:pic>
        <p:sp>
          <p:nvSpPr>
            <p:cNvPr id="444" name="object 444" descr=""/>
            <p:cNvSpPr/>
            <p:nvPr/>
          </p:nvSpPr>
          <p:spPr>
            <a:xfrm>
              <a:off x="5314990" y="4504009"/>
              <a:ext cx="509905" cy="955040"/>
            </a:xfrm>
            <a:custGeom>
              <a:avLst/>
              <a:gdLst/>
              <a:ahLst/>
              <a:cxnLst/>
              <a:rect l="l" t="t" r="r" b="b"/>
              <a:pathLst>
                <a:path w="509904" h="955039">
                  <a:moveTo>
                    <a:pt x="509743" y="0"/>
                  </a:moveTo>
                  <a:lnTo>
                    <a:pt x="0" y="0"/>
                  </a:lnTo>
                  <a:lnTo>
                    <a:pt x="0" y="954798"/>
                  </a:lnTo>
                  <a:lnTo>
                    <a:pt x="509743" y="954798"/>
                  </a:lnTo>
                  <a:lnTo>
                    <a:pt x="509743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5" name="object 445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5033591" y="4482314"/>
              <a:ext cx="299513" cy="992337"/>
            </a:xfrm>
            <a:prstGeom prst="rect">
              <a:avLst/>
            </a:prstGeom>
          </p:spPr>
        </p:pic>
        <p:pic>
          <p:nvPicPr>
            <p:cNvPr id="446" name="object 446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5816105" y="4482313"/>
              <a:ext cx="299513" cy="992337"/>
            </a:xfrm>
            <a:prstGeom prst="rect">
              <a:avLst/>
            </a:prstGeom>
          </p:spPr>
        </p:pic>
        <p:pic>
          <p:nvPicPr>
            <p:cNvPr id="447" name="object 447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5364161" y="4397928"/>
              <a:ext cx="420887" cy="1323027"/>
            </a:xfrm>
            <a:prstGeom prst="rect">
              <a:avLst/>
            </a:prstGeom>
          </p:spPr>
        </p:pic>
      </p:grpSp>
      <p:pic>
        <p:nvPicPr>
          <p:cNvPr id="448" name="object 448" descr=""/>
          <p:cNvPicPr/>
          <p:nvPr/>
        </p:nvPicPr>
        <p:blipFill>
          <a:blip r:embed="rId172" cstate="print"/>
          <a:stretch>
            <a:fillRect/>
          </a:stretch>
        </p:blipFill>
        <p:spPr>
          <a:xfrm>
            <a:off x="5601232" y="2180918"/>
            <a:ext cx="12209" cy="97525"/>
          </a:xfrm>
          <a:prstGeom prst="rect">
            <a:avLst/>
          </a:prstGeom>
        </p:spPr>
      </p:pic>
      <p:pic>
        <p:nvPicPr>
          <p:cNvPr id="449" name="object 449" descr=""/>
          <p:cNvPicPr/>
          <p:nvPr/>
        </p:nvPicPr>
        <p:blipFill>
          <a:blip r:embed="rId173" cstate="print"/>
          <a:stretch>
            <a:fillRect/>
          </a:stretch>
        </p:blipFill>
        <p:spPr>
          <a:xfrm>
            <a:off x="5396599" y="2234654"/>
            <a:ext cx="35402" cy="46564"/>
          </a:xfrm>
          <a:prstGeom prst="rect">
            <a:avLst/>
          </a:prstGeom>
        </p:spPr>
      </p:pic>
      <p:pic>
        <p:nvPicPr>
          <p:cNvPr id="450" name="object 450" descr=""/>
          <p:cNvPicPr/>
          <p:nvPr/>
        </p:nvPicPr>
        <p:blipFill>
          <a:blip r:embed="rId174" cstate="print"/>
          <a:stretch>
            <a:fillRect/>
          </a:stretch>
        </p:blipFill>
        <p:spPr>
          <a:xfrm>
            <a:off x="5249107" y="2375760"/>
            <a:ext cx="89505" cy="52710"/>
          </a:xfrm>
          <a:prstGeom prst="rect">
            <a:avLst/>
          </a:prstGeom>
        </p:spPr>
      </p:pic>
      <p:pic>
        <p:nvPicPr>
          <p:cNvPr id="451" name="object 451" descr=""/>
          <p:cNvPicPr/>
          <p:nvPr/>
        </p:nvPicPr>
        <p:blipFill>
          <a:blip r:embed="rId175" cstate="print"/>
          <a:stretch>
            <a:fillRect/>
          </a:stretch>
        </p:blipFill>
        <p:spPr>
          <a:xfrm>
            <a:off x="5896239" y="2365928"/>
            <a:ext cx="75442" cy="45171"/>
          </a:xfrm>
          <a:prstGeom prst="rect">
            <a:avLst/>
          </a:prstGeom>
        </p:spPr>
      </p:pic>
      <p:pic>
        <p:nvPicPr>
          <p:cNvPr id="452" name="object 452" descr=""/>
          <p:cNvPicPr/>
          <p:nvPr/>
        </p:nvPicPr>
        <p:blipFill>
          <a:blip r:embed="rId176" cstate="print"/>
          <a:stretch>
            <a:fillRect/>
          </a:stretch>
        </p:blipFill>
        <p:spPr>
          <a:xfrm>
            <a:off x="5784315" y="2228926"/>
            <a:ext cx="35391" cy="46626"/>
          </a:xfrm>
          <a:prstGeom prst="rect">
            <a:avLst/>
          </a:prstGeom>
        </p:spPr>
      </p:pic>
      <p:pic>
        <p:nvPicPr>
          <p:cNvPr id="453" name="object 453" descr=""/>
          <p:cNvPicPr/>
          <p:nvPr/>
        </p:nvPicPr>
        <p:blipFill>
          <a:blip r:embed="rId174" cstate="print"/>
          <a:stretch>
            <a:fillRect/>
          </a:stretch>
        </p:blipFill>
        <p:spPr>
          <a:xfrm>
            <a:off x="5886742" y="2704535"/>
            <a:ext cx="89494" cy="52710"/>
          </a:xfrm>
          <a:prstGeom prst="rect">
            <a:avLst/>
          </a:prstGeom>
        </p:spPr>
      </p:pic>
      <p:pic>
        <p:nvPicPr>
          <p:cNvPr id="454" name="object 454" descr=""/>
          <p:cNvPicPr/>
          <p:nvPr/>
        </p:nvPicPr>
        <p:blipFill>
          <a:blip r:embed="rId177" cstate="print"/>
          <a:stretch>
            <a:fillRect/>
          </a:stretch>
        </p:blipFill>
        <p:spPr>
          <a:xfrm>
            <a:off x="5972142" y="2554330"/>
            <a:ext cx="54951" cy="11339"/>
          </a:xfrm>
          <a:prstGeom prst="rect">
            <a:avLst/>
          </a:prstGeom>
        </p:spPr>
      </p:pic>
      <p:pic>
        <p:nvPicPr>
          <p:cNvPr id="455" name="object 455" descr=""/>
          <p:cNvPicPr/>
          <p:nvPr/>
        </p:nvPicPr>
        <p:blipFill>
          <a:blip r:embed="rId178" cstate="print"/>
          <a:stretch>
            <a:fillRect/>
          </a:stretch>
        </p:blipFill>
        <p:spPr>
          <a:xfrm>
            <a:off x="5196721" y="2565670"/>
            <a:ext cx="54951" cy="11339"/>
          </a:xfrm>
          <a:prstGeom prst="rect">
            <a:avLst/>
          </a:prstGeom>
        </p:spPr>
      </p:pic>
      <p:pic>
        <p:nvPicPr>
          <p:cNvPr id="456" name="object 456" descr=""/>
          <p:cNvPicPr/>
          <p:nvPr/>
        </p:nvPicPr>
        <p:blipFill>
          <a:blip r:embed="rId175" cstate="print"/>
          <a:stretch>
            <a:fillRect/>
          </a:stretch>
        </p:blipFill>
        <p:spPr>
          <a:xfrm>
            <a:off x="5253672" y="2721885"/>
            <a:ext cx="75432" cy="45181"/>
          </a:xfrm>
          <a:prstGeom prst="rect">
            <a:avLst/>
          </a:prstGeom>
        </p:spPr>
      </p:pic>
      <p:sp>
        <p:nvSpPr>
          <p:cNvPr id="457" name="object 457" descr=""/>
          <p:cNvSpPr/>
          <p:nvPr/>
        </p:nvSpPr>
        <p:spPr>
          <a:xfrm>
            <a:off x="5374147" y="2361193"/>
            <a:ext cx="480695" cy="716915"/>
          </a:xfrm>
          <a:custGeom>
            <a:avLst/>
            <a:gdLst/>
            <a:ahLst/>
            <a:cxnLst/>
            <a:rect l="l" t="t" r="r" b="b"/>
            <a:pathLst>
              <a:path w="480695" h="716914">
                <a:moveTo>
                  <a:pt x="348439" y="569480"/>
                </a:moveTo>
                <a:lnTo>
                  <a:pt x="267489" y="569480"/>
                </a:lnTo>
                <a:lnTo>
                  <a:pt x="275017" y="574275"/>
                </a:lnTo>
                <a:lnTo>
                  <a:pt x="275017" y="582746"/>
                </a:lnTo>
                <a:lnTo>
                  <a:pt x="134666" y="637687"/>
                </a:lnTo>
                <a:lnTo>
                  <a:pt x="148259" y="668987"/>
                </a:lnTo>
                <a:lnTo>
                  <a:pt x="171975" y="694019"/>
                </a:lnTo>
                <a:lnTo>
                  <a:pt x="203467" y="710623"/>
                </a:lnTo>
                <a:lnTo>
                  <a:pt x="240390" y="716637"/>
                </a:lnTo>
                <a:lnTo>
                  <a:pt x="281087" y="709273"/>
                </a:lnTo>
                <a:lnTo>
                  <a:pt x="314778" y="689153"/>
                </a:lnTo>
                <a:lnTo>
                  <a:pt x="335921" y="662199"/>
                </a:lnTo>
                <a:lnTo>
                  <a:pt x="207375" y="662199"/>
                </a:lnTo>
                <a:lnTo>
                  <a:pt x="199847" y="657393"/>
                </a:lnTo>
                <a:lnTo>
                  <a:pt x="199847" y="648933"/>
                </a:lnTo>
                <a:lnTo>
                  <a:pt x="201167" y="642587"/>
                </a:lnTo>
                <a:lnTo>
                  <a:pt x="204762" y="636682"/>
                </a:lnTo>
                <a:lnTo>
                  <a:pt x="210082" y="631876"/>
                </a:lnTo>
                <a:lnTo>
                  <a:pt x="216579" y="628829"/>
                </a:lnTo>
                <a:lnTo>
                  <a:pt x="348439" y="591657"/>
                </a:lnTo>
                <a:lnTo>
                  <a:pt x="348439" y="569480"/>
                </a:lnTo>
                <a:close/>
              </a:path>
              <a:path w="480695" h="716914">
                <a:moveTo>
                  <a:pt x="348282" y="622473"/>
                </a:moveTo>
                <a:lnTo>
                  <a:pt x="207375" y="662199"/>
                </a:lnTo>
                <a:lnTo>
                  <a:pt x="335921" y="662199"/>
                </a:lnTo>
                <a:lnTo>
                  <a:pt x="338247" y="659233"/>
                </a:lnTo>
                <a:lnTo>
                  <a:pt x="348282" y="622473"/>
                </a:lnTo>
                <a:close/>
              </a:path>
              <a:path w="480695" h="716914">
                <a:moveTo>
                  <a:pt x="351582" y="476676"/>
                </a:moveTo>
                <a:lnTo>
                  <a:pt x="270368" y="476676"/>
                </a:lnTo>
                <a:lnTo>
                  <a:pt x="277897" y="481472"/>
                </a:lnTo>
                <a:lnTo>
                  <a:pt x="277822" y="490290"/>
                </a:lnTo>
                <a:lnTo>
                  <a:pt x="132331" y="546360"/>
                </a:lnTo>
                <a:lnTo>
                  <a:pt x="132331" y="607573"/>
                </a:lnTo>
                <a:lnTo>
                  <a:pt x="255897" y="572746"/>
                </a:lnTo>
                <a:lnTo>
                  <a:pt x="203061" y="572746"/>
                </a:lnTo>
                <a:lnTo>
                  <a:pt x="195533" y="567940"/>
                </a:lnTo>
                <a:lnTo>
                  <a:pt x="195533" y="559480"/>
                </a:lnTo>
                <a:lnTo>
                  <a:pt x="196853" y="553135"/>
                </a:lnTo>
                <a:lnTo>
                  <a:pt x="346879" y="501429"/>
                </a:lnTo>
                <a:lnTo>
                  <a:pt x="348492" y="501157"/>
                </a:lnTo>
                <a:lnTo>
                  <a:pt x="349405" y="490290"/>
                </a:lnTo>
                <a:lnTo>
                  <a:pt x="350984" y="479535"/>
                </a:lnTo>
                <a:lnTo>
                  <a:pt x="351582" y="476676"/>
                </a:lnTo>
                <a:close/>
              </a:path>
              <a:path w="480695" h="716914">
                <a:moveTo>
                  <a:pt x="348439" y="531585"/>
                </a:moveTo>
                <a:lnTo>
                  <a:pt x="346858" y="532214"/>
                </a:lnTo>
                <a:lnTo>
                  <a:pt x="203061" y="572746"/>
                </a:lnTo>
                <a:lnTo>
                  <a:pt x="255897" y="572746"/>
                </a:lnTo>
                <a:lnTo>
                  <a:pt x="267489" y="569480"/>
                </a:lnTo>
                <a:lnTo>
                  <a:pt x="348439" y="569480"/>
                </a:lnTo>
                <a:lnTo>
                  <a:pt x="348439" y="531585"/>
                </a:lnTo>
                <a:close/>
              </a:path>
              <a:path w="480695" h="716914">
                <a:moveTo>
                  <a:pt x="356051" y="458446"/>
                </a:moveTo>
                <a:lnTo>
                  <a:pt x="124163" y="458446"/>
                </a:lnTo>
                <a:lnTo>
                  <a:pt x="127593" y="471145"/>
                </a:lnTo>
                <a:lnTo>
                  <a:pt x="130086" y="484072"/>
                </a:lnTo>
                <a:lnTo>
                  <a:pt x="131607" y="497194"/>
                </a:lnTo>
                <a:lnTo>
                  <a:pt x="132104" y="510036"/>
                </a:lnTo>
                <a:lnTo>
                  <a:pt x="132194" y="515617"/>
                </a:lnTo>
                <a:lnTo>
                  <a:pt x="270368" y="476676"/>
                </a:lnTo>
                <a:lnTo>
                  <a:pt x="351582" y="476676"/>
                </a:lnTo>
                <a:lnTo>
                  <a:pt x="353206" y="468913"/>
                </a:lnTo>
                <a:lnTo>
                  <a:pt x="356051" y="458446"/>
                </a:lnTo>
                <a:close/>
              </a:path>
              <a:path w="480695" h="716914">
                <a:moveTo>
                  <a:pt x="236757" y="0"/>
                </a:moveTo>
                <a:lnTo>
                  <a:pt x="189675" y="4979"/>
                </a:lnTo>
                <a:lnTo>
                  <a:pt x="145672" y="18087"/>
                </a:lnTo>
                <a:lnTo>
                  <a:pt x="105706" y="38441"/>
                </a:lnTo>
                <a:lnTo>
                  <a:pt x="70737" y="65157"/>
                </a:lnTo>
                <a:lnTo>
                  <a:pt x="41722" y="97352"/>
                </a:lnTo>
                <a:lnTo>
                  <a:pt x="19622" y="134141"/>
                </a:lnTo>
                <a:lnTo>
                  <a:pt x="5395" y="174643"/>
                </a:lnTo>
                <a:lnTo>
                  <a:pt x="0" y="217972"/>
                </a:lnTo>
                <a:lnTo>
                  <a:pt x="4538" y="263791"/>
                </a:lnTo>
                <a:lnTo>
                  <a:pt x="19108" y="307387"/>
                </a:lnTo>
                <a:lnTo>
                  <a:pt x="43044" y="347321"/>
                </a:lnTo>
                <a:lnTo>
                  <a:pt x="75683" y="382155"/>
                </a:lnTo>
                <a:lnTo>
                  <a:pt x="92668" y="398903"/>
                </a:lnTo>
                <a:lnTo>
                  <a:pt x="107001" y="417372"/>
                </a:lnTo>
                <a:lnTo>
                  <a:pt x="118536" y="437337"/>
                </a:lnTo>
                <a:lnTo>
                  <a:pt x="127074" y="458446"/>
                </a:lnTo>
                <a:lnTo>
                  <a:pt x="353151" y="458446"/>
                </a:lnTo>
                <a:lnTo>
                  <a:pt x="356050" y="451169"/>
                </a:lnTo>
                <a:lnTo>
                  <a:pt x="141116" y="451169"/>
                </a:lnTo>
                <a:lnTo>
                  <a:pt x="131763" y="429112"/>
                </a:lnTo>
                <a:lnTo>
                  <a:pt x="119409" y="408314"/>
                </a:lnTo>
                <a:lnTo>
                  <a:pt x="104221" y="389028"/>
                </a:lnTo>
                <a:lnTo>
                  <a:pt x="86363" y="371507"/>
                </a:lnTo>
                <a:lnTo>
                  <a:pt x="55877" y="338969"/>
                </a:lnTo>
                <a:lnTo>
                  <a:pt x="33517" y="301671"/>
                </a:lnTo>
                <a:lnTo>
                  <a:pt x="19905" y="260957"/>
                </a:lnTo>
                <a:lnTo>
                  <a:pt x="15664" y="218171"/>
                </a:lnTo>
                <a:lnTo>
                  <a:pt x="22119" y="172107"/>
                </a:lnTo>
                <a:lnTo>
                  <a:pt x="39193" y="129649"/>
                </a:lnTo>
                <a:lnTo>
                  <a:pt x="65546" y="92028"/>
                </a:lnTo>
                <a:lnTo>
                  <a:pt x="99839" y="60476"/>
                </a:lnTo>
                <a:lnTo>
                  <a:pt x="140733" y="36225"/>
                </a:lnTo>
                <a:lnTo>
                  <a:pt x="186888" y="20507"/>
                </a:lnTo>
                <a:lnTo>
                  <a:pt x="236966" y="14554"/>
                </a:lnTo>
                <a:lnTo>
                  <a:pt x="324916" y="14554"/>
                </a:lnTo>
                <a:lnTo>
                  <a:pt x="284664" y="3735"/>
                </a:lnTo>
                <a:lnTo>
                  <a:pt x="236757" y="0"/>
                </a:lnTo>
                <a:close/>
              </a:path>
              <a:path w="480695" h="716914">
                <a:moveTo>
                  <a:pt x="145472" y="207040"/>
                </a:moveTo>
                <a:lnTo>
                  <a:pt x="196580" y="451169"/>
                </a:lnTo>
                <a:lnTo>
                  <a:pt x="212548" y="451169"/>
                </a:lnTo>
                <a:lnTo>
                  <a:pt x="166152" y="229553"/>
                </a:lnTo>
                <a:lnTo>
                  <a:pt x="229417" y="229553"/>
                </a:lnTo>
                <a:lnTo>
                  <a:pt x="232627" y="227438"/>
                </a:lnTo>
                <a:lnTo>
                  <a:pt x="205564" y="227438"/>
                </a:lnTo>
                <a:lnTo>
                  <a:pt x="145472" y="207040"/>
                </a:lnTo>
                <a:close/>
              </a:path>
              <a:path w="480695" h="716914">
                <a:moveTo>
                  <a:pt x="324009" y="229553"/>
                </a:moveTo>
                <a:lnTo>
                  <a:pt x="308053" y="229553"/>
                </a:lnTo>
                <a:lnTo>
                  <a:pt x="261656" y="451169"/>
                </a:lnTo>
                <a:lnTo>
                  <a:pt x="277614" y="451169"/>
                </a:lnTo>
                <a:lnTo>
                  <a:pt x="324009" y="229553"/>
                </a:lnTo>
                <a:close/>
              </a:path>
              <a:path w="480695" h="716914">
                <a:moveTo>
                  <a:pt x="324916" y="14554"/>
                </a:moveTo>
                <a:lnTo>
                  <a:pt x="236966" y="14554"/>
                </a:lnTo>
                <a:lnTo>
                  <a:pt x="281896" y="18062"/>
                </a:lnTo>
                <a:lnTo>
                  <a:pt x="324475" y="29505"/>
                </a:lnTo>
                <a:lnTo>
                  <a:pt x="363715" y="48517"/>
                </a:lnTo>
                <a:lnTo>
                  <a:pt x="398626" y="74730"/>
                </a:lnTo>
                <a:lnTo>
                  <a:pt x="426930" y="106282"/>
                </a:lnTo>
                <a:lnTo>
                  <a:pt x="447648" y="141786"/>
                </a:lnTo>
                <a:lnTo>
                  <a:pt x="460376" y="180344"/>
                </a:lnTo>
                <a:lnTo>
                  <a:pt x="464708" y="221061"/>
                </a:lnTo>
                <a:lnTo>
                  <a:pt x="459914" y="263349"/>
                </a:lnTo>
                <a:lnTo>
                  <a:pt x="445949" y="303543"/>
                </a:lnTo>
                <a:lnTo>
                  <a:pt x="423440" y="340316"/>
                </a:lnTo>
                <a:lnTo>
                  <a:pt x="393014" y="372344"/>
                </a:lnTo>
                <a:lnTo>
                  <a:pt x="375432" y="389474"/>
                </a:lnTo>
                <a:lnTo>
                  <a:pt x="360475" y="408486"/>
                </a:lnTo>
                <a:lnTo>
                  <a:pt x="348307" y="429133"/>
                </a:lnTo>
                <a:lnTo>
                  <a:pt x="339089" y="451169"/>
                </a:lnTo>
                <a:lnTo>
                  <a:pt x="356050" y="451169"/>
                </a:lnTo>
                <a:lnTo>
                  <a:pt x="361579" y="437305"/>
                </a:lnTo>
                <a:lnTo>
                  <a:pt x="372881" y="417563"/>
                </a:lnTo>
                <a:lnTo>
                  <a:pt x="386953" y="399383"/>
                </a:lnTo>
                <a:lnTo>
                  <a:pt x="403621" y="383056"/>
                </a:lnTo>
                <a:lnTo>
                  <a:pt x="436195" y="348768"/>
                </a:lnTo>
                <a:lnTo>
                  <a:pt x="460296" y="309393"/>
                </a:lnTo>
                <a:lnTo>
                  <a:pt x="475249" y="266351"/>
                </a:lnTo>
                <a:lnTo>
                  <a:pt x="480383" y="221061"/>
                </a:lnTo>
                <a:lnTo>
                  <a:pt x="475743" y="177457"/>
                </a:lnTo>
                <a:lnTo>
                  <a:pt x="462114" y="136167"/>
                </a:lnTo>
                <a:lnTo>
                  <a:pt x="439928" y="98149"/>
                </a:lnTo>
                <a:lnTo>
                  <a:pt x="409621" y="64364"/>
                </a:lnTo>
                <a:lnTo>
                  <a:pt x="372244" y="36321"/>
                </a:lnTo>
                <a:lnTo>
                  <a:pt x="330209" y="15977"/>
                </a:lnTo>
                <a:lnTo>
                  <a:pt x="324916" y="14554"/>
                </a:lnTo>
                <a:close/>
              </a:path>
              <a:path w="480695" h="716914">
                <a:moveTo>
                  <a:pt x="229417" y="229553"/>
                </a:moveTo>
                <a:lnTo>
                  <a:pt x="166152" y="229553"/>
                </a:lnTo>
                <a:lnTo>
                  <a:pt x="207920" y="243720"/>
                </a:lnTo>
                <a:lnTo>
                  <a:pt x="229417" y="229553"/>
                </a:lnTo>
                <a:close/>
              </a:path>
              <a:path w="480695" h="716914">
                <a:moveTo>
                  <a:pt x="264177" y="224495"/>
                </a:moveTo>
                <a:lnTo>
                  <a:pt x="237092" y="224495"/>
                </a:lnTo>
                <a:lnTo>
                  <a:pt x="266285" y="243720"/>
                </a:lnTo>
                <a:lnTo>
                  <a:pt x="308053" y="229553"/>
                </a:lnTo>
                <a:lnTo>
                  <a:pt x="324009" y="229553"/>
                </a:lnTo>
                <a:lnTo>
                  <a:pt x="324452" y="227438"/>
                </a:lnTo>
                <a:lnTo>
                  <a:pt x="268641" y="227438"/>
                </a:lnTo>
                <a:lnTo>
                  <a:pt x="264177" y="224495"/>
                </a:lnTo>
                <a:close/>
              </a:path>
              <a:path w="480695" h="716914">
                <a:moveTo>
                  <a:pt x="237092" y="206642"/>
                </a:moveTo>
                <a:lnTo>
                  <a:pt x="205564" y="227438"/>
                </a:lnTo>
                <a:lnTo>
                  <a:pt x="232627" y="227438"/>
                </a:lnTo>
                <a:lnTo>
                  <a:pt x="237092" y="224495"/>
                </a:lnTo>
                <a:lnTo>
                  <a:pt x="264177" y="224495"/>
                </a:lnTo>
                <a:lnTo>
                  <a:pt x="237092" y="206642"/>
                </a:lnTo>
                <a:close/>
              </a:path>
              <a:path w="480695" h="716914">
                <a:moveTo>
                  <a:pt x="328722" y="207040"/>
                </a:moveTo>
                <a:lnTo>
                  <a:pt x="268641" y="227438"/>
                </a:lnTo>
                <a:lnTo>
                  <a:pt x="324452" y="227438"/>
                </a:lnTo>
                <a:lnTo>
                  <a:pt x="328722" y="207040"/>
                </a:lnTo>
                <a:close/>
              </a:path>
            </a:pathLst>
          </a:custGeom>
          <a:solidFill>
            <a:srgbClr val="C4D5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8" name="object 458" descr=""/>
          <p:cNvGrpSpPr/>
          <p:nvPr/>
        </p:nvGrpSpPr>
        <p:grpSpPr>
          <a:xfrm>
            <a:off x="4561069" y="4136575"/>
            <a:ext cx="781685" cy="596900"/>
            <a:chOff x="4561069" y="4136575"/>
            <a:chExt cx="781685" cy="596900"/>
          </a:xfrm>
        </p:grpSpPr>
        <p:pic>
          <p:nvPicPr>
            <p:cNvPr id="459" name="object 459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5033141" y="4240887"/>
              <a:ext cx="155262" cy="155251"/>
            </a:xfrm>
            <a:prstGeom prst="rect">
              <a:avLst/>
            </a:prstGeom>
          </p:spPr>
        </p:pic>
        <p:pic>
          <p:nvPicPr>
            <p:cNvPr id="460" name="object 460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4561069" y="4136575"/>
              <a:ext cx="781423" cy="596274"/>
            </a:xfrm>
            <a:prstGeom prst="rect">
              <a:avLst/>
            </a:prstGeom>
          </p:spPr>
        </p:pic>
      </p:grpSp>
      <p:pic>
        <p:nvPicPr>
          <p:cNvPr id="461" name="object 461" descr=""/>
          <p:cNvPicPr/>
          <p:nvPr/>
        </p:nvPicPr>
        <p:blipFill>
          <a:blip r:embed="rId181" cstate="print"/>
          <a:stretch>
            <a:fillRect/>
          </a:stretch>
        </p:blipFill>
        <p:spPr>
          <a:xfrm>
            <a:off x="5413440" y="4063268"/>
            <a:ext cx="335899" cy="91609"/>
          </a:xfrm>
          <a:prstGeom prst="rect">
            <a:avLst/>
          </a:prstGeom>
        </p:spPr>
      </p:pic>
      <p:sp>
        <p:nvSpPr>
          <p:cNvPr id="462" name="object 462" descr=""/>
          <p:cNvSpPr txBox="1"/>
          <p:nvPr/>
        </p:nvSpPr>
        <p:spPr>
          <a:xfrm>
            <a:off x="732793" y="781072"/>
            <a:ext cx="408940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Robots,</a:t>
            </a:r>
            <a:r>
              <a:rPr dirty="0" sz="1950" spc="55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humanoids,</a:t>
            </a:r>
            <a:r>
              <a:rPr dirty="0" sz="1950" spc="55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and</a:t>
            </a:r>
            <a:r>
              <a:rPr dirty="0" sz="1950" spc="5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cyborgs</a:t>
            </a:r>
            <a:endParaRPr sz="1950">
              <a:latin typeface="Open Sans"/>
              <a:cs typeface="Open Sans"/>
            </a:endParaRPr>
          </a:p>
        </p:txBody>
      </p:sp>
      <p:sp>
        <p:nvSpPr>
          <p:cNvPr id="463" name="object 463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2793" y="781072"/>
            <a:ext cx="240157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Color</a:t>
            </a:r>
            <a:r>
              <a:rPr dirty="0" sz="1950" spc="3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palette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Deloitte</a:t>
            </a:r>
            <a:r>
              <a:rPr dirty="0" sz="1950" spc="35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brand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colors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6879895" y="2330965"/>
            <a:ext cx="1568450" cy="514984"/>
          </a:xfrm>
          <a:custGeom>
            <a:avLst/>
            <a:gdLst/>
            <a:ahLst/>
            <a:cxnLst/>
            <a:rect l="l" t="t" r="r" b="b"/>
            <a:pathLst>
              <a:path w="1568450" h="514985">
                <a:moveTo>
                  <a:pt x="1568245" y="0"/>
                </a:moveTo>
                <a:lnTo>
                  <a:pt x="0" y="0"/>
                </a:lnTo>
                <a:lnTo>
                  <a:pt x="0" y="514664"/>
                </a:lnTo>
                <a:lnTo>
                  <a:pt x="1568245" y="514664"/>
                </a:lnTo>
                <a:lnTo>
                  <a:pt x="1568245" y="0"/>
                </a:lnTo>
                <a:close/>
              </a:path>
            </a:pathLst>
          </a:custGeom>
          <a:solidFill>
            <a:srgbClr val="E2E3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568691" y="2330965"/>
            <a:ext cx="1568450" cy="514984"/>
          </a:xfrm>
          <a:custGeom>
            <a:avLst/>
            <a:gdLst/>
            <a:ahLst/>
            <a:cxnLst/>
            <a:rect l="l" t="t" r="r" b="b"/>
            <a:pathLst>
              <a:path w="1568450" h="514985">
                <a:moveTo>
                  <a:pt x="1568245" y="0"/>
                </a:moveTo>
                <a:lnTo>
                  <a:pt x="0" y="0"/>
                </a:lnTo>
                <a:lnTo>
                  <a:pt x="0" y="514664"/>
                </a:lnTo>
                <a:lnTo>
                  <a:pt x="1568245" y="514664"/>
                </a:lnTo>
                <a:lnTo>
                  <a:pt x="1568245" y="0"/>
                </a:lnTo>
                <a:close/>
              </a:path>
            </a:pathLst>
          </a:custGeom>
          <a:solidFill>
            <a:srgbClr val="C4D5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257478" y="2330965"/>
            <a:ext cx="1568450" cy="514984"/>
          </a:xfrm>
          <a:custGeom>
            <a:avLst/>
            <a:gdLst/>
            <a:ahLst/>
            <a:cxnLst/>
            <a:rect l="l" t="t" r="r" b="b"/>
            <a:pathLst>
              <a:path w="1568450" h="514985">
                <a:moveTo>
                  <a:pt x="1568245" y="0"/>
                </a:moveTo>
                <a:lnTo>
                  <a:pt x="0" y="0"/>
                </a:lnTo>
                <a:lnTo>
                  <a:pt x="0" y="514664"/>
                </a:lnTo>
                <a:lnTo>
                  <a:pt x="1568245" y="514664"/>
                </a:lnTo>
                <a:lnTo>
                  <a:pt x="1568245" y="0"/>
                </a:lnTo>
                <a:close/>
              </a:path>
            </a:pathLst>
          </a:custGeom>
          <a:solidFill>
            <a:srgbClr val="009A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1946274" y="2330965"/>
            <a:ext cx="1568450" cy="514984"/>
          </a:xfrm>
          <a:custGeom>
            <a:avLst/>
            <a:gdLst/>
            <a:ahLst/>
            <a:cxnLst/>
            <a:rect l="l" t="t" r="r" b="b"/>
            <a:pathLst>
              <a:path w="1568450" h="514985">
                <a:moveTo>
                  <a:pt x="1568245" y="0"/>
                </a:moveTo>
                <a:lnTo>
                  <a:pt x="0" y="0"/>
                </a:lnTo>
                <a:lnTo>
                  <a:pt x="0" y="514664"/>
                </a:lnTo>
                <a:lnTo>
                  <a:pt x="1568245" y="514664"/>
                </a:lnTo>
                <a:lnTo>
                  <a:pt x="1568245" y="0"/>
                </a:lnTo>
                <a:close/>
              </a:path>
            </a:pathLst>
          </a:custGeom>
          <a:solidFill>
            <a:srgbClr val="2C52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6959396" y="2395445"/>
            <a:ext cx="34798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b="1">
                <a:latin typeface="Open Sans"/>
                <a:cs typeface="Open Sans"/>
              </a:rPr>
              <a:t>Green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1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879895" y="3337050"/>
            <a:ext cx="1568450" cy="514984"/>
          </a:xfrm>
          <a:prstGeom prst="rect">
            <a:avLst/>
          </a:prstGeom>
          <a:solidFill>
            <a:srgbClr val="9FDCFF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Blue</a:t>
            </a:r>
            <a:r>
              <a:rPr dirty="0" sz="650" spc="10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1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79895" y="4360359"/>
            <a:ext cx="1568450" cy="514984"/>
          </a:xfrm>
          <a:prstGeom prst="rect">
            <a:avLst/>
          </a:prstGeom>
          <a:solidFill>
            <a:srgbClr val="DDEEE8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Teal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1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648224" y="2395361"/>
            <a:ext cx="34798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b="1">
                <a:latin typeface="Open Sans"/>
                <a:cs typeface="Open Sans"/>
              </a:rPr>
              <a:t>Green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2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568691" y="3337050"/>
            <a:ext cx="1568450" cy="514984"/>
          </a:xfrm>
          <a:prstGeom prst="rect">
            <a:avLst/>
          </a:prstGeom>
          <a:solidFill>
            <a:srgbClr val="61B5E4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Blue</a:t>
            </a:r>
            <a:r>
              <a:rPr dirty="0" sz="650" spc="10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2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568691" y="4360359"/>
            <a:ext cx="1568450" cy="514984"/>
          </a:xfrm>
          <a:prstGeom prst="rect">
            <a:avLst/>
          </a:prstGeom>
          <a:solidFill>
            <a:srgbClr val="9DD3CF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Teal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2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337052" y="2395277"/>
            <a:ext cx="34798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b="1">
                <a:latin typeface="Open Sans"/>
                <a:cs typeface="Open Sans"/>
              </a:rPr>
              <a:t>Green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5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257478" y="3337050"/>
            <a:ext cx="1568450" cy="514984"/>
          </a:xfrm>
          <a:prstGeom prst="rect">
            <a:avLst/>
          </a:prstGeom>
          <a:solidFill>
            <a:srgbClr val="00A1DF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Blue</a:t>
            </a:r>
            <a:r>
              <a:rPr dirty="0" sz="650" spc="10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3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257478" y="4360359"/>
            <a:ext cx="1568450" cy="514984"/>
          </a:xfrm>
          <a:prstGeom prst="rect">
            <a:avLst/>
          </a:prstGeom>
          <a:solidFill>
            <a:srgbClr val="6EC2B4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Teal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3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025881" y="2395193"/>
            <a:ext cx="34798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Green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7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946274" y="3337050"/>
            <a:ext cx="1568450" cy="514984"/>
          </a:xfrm>
          <a:prstGeom prst="rect">
            <a:avLst/>
          </a:prstGeom>
          <a:solidFill>
            <a:srgbClr val="0076A8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r>
              <a:rPr dirty="0" sz="650" spc="1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4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1946274" y="4360359"/>
            <a:ext cx="1568450" cy="514984"/>
          </a:xfrm>
          <a:prstGeom prst="rect">
            <a:avLst/>
          </a:prstGeom>
          <a:solidFill>
            <a:srgbClr val="00ABAB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Teal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4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867187" y="2837773"/>
            <a:ext cx="5873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5255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587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#E3E48D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R227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G228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B141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C9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Y50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867187" y="3843983"/>
            <a:ext cx="5873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5255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291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#A0DCFF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R160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G220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B255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C39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867187" y="4867418"/>
            <a:ext cx="5873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5255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566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#DDEFE8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R221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G239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B232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C17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Y12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556005" y="2838140"/>
            <a:ext cx="5746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620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382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#C4D600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R196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G214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B0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C28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556005" y="3844350"/>
            <a:ext cx="54546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1435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2915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#62B5E5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R98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G181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B229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C60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M9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8556005" y="4867785"/>
            <a:ext cx="5873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5255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564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#9DD4CF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R157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G212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B207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C43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Y23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244823" y="2838505"/>
            <a:ext cx="5746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23189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347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#009A44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G154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B68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C93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244823" y="3844716"/>
            <a:ext cx="50355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1435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299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#00A3E0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G163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B224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C86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M8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3629019" y="3337050"/>
            <a:ext cx="1568450" cy="514984"/>
          </a:xfrm>
          <a:prstGeom prst="rect">
            <a:avLst/>
          </a:prstGeom>
          <a:solidFill>
            <a:srgbClr val="005486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r>
              <a:rPr dirty="0" sz="650" spc="1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5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5317816" y="3337050"/>
            <a:ext cx="1568450" cy="514984"/>
          </a:xfrm>
          <a:prstGeom prst="rect">
            <a:avLst/>
          </a:prstGeom>
          <a:solidFill>
            <a:srgbClr val="012069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r>
              <a:rPr dirty="0" sz="650" spc="1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6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7006602" y="3337050"/>
            <a:ext cx="1568450" cy="514984"/>
          </a:xfrm>
          <a:prstGeom prst="rect">
            <a:avLst/>
          </a:prstGeom>
          <a:solidFill>
            <a:srgbClr val="041E42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r>
              <a:rPr dirty="0" sz="650" spc="1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7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13616313" y="3843851"/>
            <a:ext cx="616585" cy="44450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7692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 spc="-10">
                <a:latin typeface="Open Sans"/>
                <a:cs typeface="Open Sans"/>
              </a:rPr>
              <a:t>#005587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G85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B135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M45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Y0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K45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5305130" y="3843926"/>
            <a:ext cx="616585" cy="44450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280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 spc="-10">
                <a:latin typeface="Open Sans"/>
                <a:cs typeface="Open Sans"/>
              </a:rPr>
              <a:t>#012169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G33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B105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M85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Y5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K22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16993948" y="3843998"/>
            <a:ext cx="65849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0701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282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#041E42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R4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G30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B66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550">
                <a:latin typeface="Open Sans"/>
                <a:cs typeface="Open Sans"/>
              </a:rPr>
              <a:t>C100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M90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Y13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K68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10244835" y="4867434"/>
            <a:ext cx="5873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93345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7465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#6FC2B4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R111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G194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B180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C58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Y36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13629019" y="4360359"/>
            <a:ext cx="1568450" cy="514984"/>
          </a:xfrm>
          <a:prstGeom prst="rect">
            <a:avLst/>
          </a:prstGeom>
          <a:solidFill>
            <a:srgbClr val="0096A9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Teal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5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5317816" y="4360359"/>
            <a:ext cx="1568450" cy="514984"/>
          </a:xfrm>
          <a:prstGeom prst="rect">
            <a:avLst/>
          </a:prstGeom>
          <a:solidFill>
            <a:srgbClr val="007680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Teal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6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7006602" y="4360359"/>
            <a:ext cx="1568450" cy="514984"/>
          </a:xfrm>
          <a:prstGeom prst="rect">
            <a:avLst/>
          </a:prstGeom>
          <a:solidFill>
            <a:srgbClr val="004F58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Teal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7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13616313" y="4867161"/>
            <a:ext cx="53276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3937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7711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#0097A9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G151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B169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C98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Y28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K4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5305130" y="4867235"/>
            <a:ext cx="574675" cy="44450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7714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 spc="-10">
                <a:latin typeface="Open Sans"/>
                <a:cs typeface="Open Sans"/>
              </a:rPr>
              <a:t>#007680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G118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B128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C96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Y30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K45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6993948" y="4867308"/>
            <a:ext cx="65849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6510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3165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#004F59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G79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B89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550">
                <a:latin typeface="Open Sans"/>
                <a:cs typeface="Open Sans"/>
              </a:rPr>
              <a:t>C100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M16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Y33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K66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11933652" y="2838030"/>
            <a:ext cx="61658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6002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350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#2C5234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R44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G82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B52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C80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M21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Y79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K64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41" name="object 41" descr=""/>
          <p:cNvSpPr txBox="1"/>
          <p:nvPr/>
        </p:nvSpPr>
        <p:spPr>
          <a:xfrm>
            <a:off x="11933652" y="3844240"/>
            <a:ext cx="5746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12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7690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#0076A8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G118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B168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C95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M41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11933652" y="4867674"/>
            <a:ext cx="53276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812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326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#00ABAB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G171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B171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C81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Y39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6877204" y="5387029"/>
            <a:ext cx="1568450" cy="514984"/>
          </a:xfrm>
          <a:prstGeom prst="rect">
            <a:avLst/>
          </a:prstGeom>
          <a:solidFill>
            <a:srgbClr val="D0D0CE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Cool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Gray </a:t>
            </a:r>
            <a:r>
              <a:rPr dirty="0" sz="650" spc="-50" b="1">
                <a:latin typeface="Open Sans"/>
                <a:cs typeface="Open Sans"/>
              </a:rPr>
              <a:t>2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8566001" y="5387029"/>
            <a:ext cx="1568450" cy="514984"/>
          </a:xfrm>
          <a:prstGeom prst="rect">
            <a:avLst/>
          </a:prstGeom>
          <a:solidFill>
            <a:srgbClr val="BABBBB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Cool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Gray </a:t>
            </a:r>
            <a:r>
              <a:rPr dirty="0" sz="650" spc="-50" b="1">
                <a:latin typeface="Open Sans"/>
                <a:cs typeface="Open Sans"/>
              </a:rPr>
              <a:t>4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0254798" y="5387029"/>
            <a:ext cx="1568450" cy="514984"/>
          </a:xfrm>
          <a:prstGeom prst="rect">
            <a:avLst/>
          </a:prstGeom>
          <a:solidFill>
            <a:srgbClr val="A7A8AA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Cool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Gray </a:t>
            </a:r>
            <a:r>
              <a:rPr dirty="0" sz="650" spc="-50" b="1">
                <a:latin typeface="Open Sans"/>
                <a:cs typeface="Open Sans"/>
              </a:rPr>
              <a:t>6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1943594" y="5387029"/>
            <a:ext cx="1568450" cy="514984"/>
          </a:xfrm>
          <a:prstGeom prst="rect">
            <a:avLst/>
          </a:prstGeom>
          <a:solidFill>
            <a:srgbClr val="96999B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Cool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Gray </a:t>
            </a:r>
            <a:r>
              <a:rPr dirty="0" sz="650" spc="-50" b="1">
                <a:latin typeface="Open Sans"/>
                <a:cs typeface="Open Sans"/>
              </a:rPr>
              <a:t>7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6864504" y="5893825"/>
            <a:ext cx="72517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Cool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Gray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 spc="-50">
                <a:latin typeface="Open Sans"/>
                <a:cs typeface="Open Sans"/>
              </a:rPr>
              <a:t>2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#D0D0CE</a:t>
            </a:r>
            <a:endParaRPr sz="550">
              <a:latin typeface="Open Sans"/>
              <a:cs typeface="Open Sans"/>
            </a:endParaRPr>
          </a:p>
          <a:p>
            <a:pPr marL="12700" marR="142875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R208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G208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B206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C5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M3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Y5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K11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8553322" y="5893898"/>
            <a:ext cx="72517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Cool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Gray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 spc="-50">
                <a:latin typeface="Open Sans"/>
                <a:cs typeface="Open Sans"/>
              </a:rPr>
              <a:t>4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#BBBCBC</a:t>
            </a:r>
            <a:endParaRPr sz="550">
              <a:latin typeface="Open Sans"/>
              <a:cs typeface="Open Sans"/>
            </a:endParaRPr>
          </a:p>
          <a:p>
            <a:pPr marL="12700" marR="142875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R187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G188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B188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C12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M8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Y9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K23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0242139" y="5893972"/>
            <a:ext cx="72517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Cool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Gray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 spc="-50">
                <a:latin typeface="Open Sans"/>
                <a:cs typeface="Open Sans"/>
              </a:rPr>
              <a:t>6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#A7A8AA</a:t>
            </a:r>
            <a:endParaRPr sz="550">
              <a:latin typeface="Open Sans"/>
              <a:cs typeface="Open Sans"/>
            </a:endParaRPr>
          </a:p>
          <a:p>
            <a:pPr marL="12700" marR="11303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R167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G168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B170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C16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M11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Y11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K27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3629019" y="5387029"/>
            <a:ext cx="1568450" cy="514984"/>
          </a:xfrm>
          <a:prstGeom prst="rect">
            <a:avLst/>
          </a:prstGeom>
          <a:solidFill>
            <a:srgbClr val="75787A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Cool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Gray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9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5317816" y="5387029"/>
            <a:ext cx="1568450" cy="514984"/>
          </a:xfrm>
          <a:prstGeom prst="rect">
            <a:avLst/>
          </a:prstGeom>
          <a:solidFill>
            <a:srgbClr val="62666A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Cool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Gray </a:t>
            </a:r>
            <a:r>
              <a:rPr dirty="0" sz="650" spc="-25" b="1">
                <a:solidFill>
                  <a:srgbClr val="FFFFFF"/>
                </a:solidFill>
                <a:latin typeface="Open Sans"/>
                <a:cs typeface="Open Sans"/>
              </a:rPr>
              <a:t>10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7006602" y="5387029"/>
            <a:ext cx="1568450" cy="514984"/>
          </a:xfrm>
          <a:prstGeom prst="rect">
            <a:avLst/>
          </a:prstGeom>
          <a:solidFill>
            <a:srgbClr val="52555A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Cool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Gray </a:t>
            </a:r>
            <a:r>
              <a:rPr dirty="0" sz="650" spc="-25" b="1">
                <a:solidFill>
                  <a:srgbClr val="FFFFFF"/>
                </a:solidFill>
                <a:latin typeface="Open Sans"/>
                <a:cs typeface="Open Sans"/>
              </a:rPr>
              <a:t>11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3616313" y="5893825"/>
            <a:ext cx="72517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Cool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Gray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 spc="-50">
                <a:latin typeface="Open Sans"/>
                <a:cs typeface="Open Sans"/>
              </a:rPr>
              <a:t>9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#75787B</a:t>
            </a:r>
            <a:endParaRPr sz="550">
              <a:latin typeface="Open Sans"/>
              <a:cs typeface="Open Sans"/>
            </a:endParaRPr>
          </a:p>
          <a:p>
            <a:pPr marL="12700" marR="11303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R117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G120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B123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C30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M22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Y17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K57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15305130" y="5893898"/>
            <a:ext cx="76708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Cool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Gray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10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#63666A</a:t>
            </a:r>
            <a:endParaRPr sz="550">
              <a:latin typeface="Open Sans"/>
              <a:cs typeface="Open Sans"/>
            </a:endParaRPr>
          </a:p>
          <a:p>
            <a:pPr marL="12700" marR="15494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R99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G102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B106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C40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M30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Y20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K66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6993948" y="5893972"/>
            <a:ext cx="76708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Cool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Gray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11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#53565A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R83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G86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B90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550">
                <a:latin typeface="Open Sans"/>
                <a:cs typeface="Open Sans"/>
              </a:rPr>
              <a:t>C44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M34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Y22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K77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11930940" y="5894046"/>
            <a:ext cx="725170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Cool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Gray</a:t>
            </a:r>
            <a:r>
              <a:rPr dirty="0" sz="550" spc="55">
                <a:latin typeface="Open Sans"/>
                <a:cs typeface="Open Sans"/>
              </a:rPr>
              <a:t> </a:t>
            </a:r>
            <a:r>
              <a:rPr dirty="0" sz="550" spc="-50">
                <a:latin typeface="Open Sans"/>
                <a:cs typeface="Open Sans"/>
              </a:rPr>
              <a:t>7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#97999B</a:t>
            </a:r>
            <a:endParaRPr sz="550">
              <a:latin typeface="Open Sans"/>
              <a:cs typeface="Open Sans"/>
            </a:endParaRPr>
          </a:p>
          <a:p>
            <a:pPr marL="12700" marR="11303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R151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G153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B155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C20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M14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Y12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K40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6878470" y="8685724"/>
            <a:ext cx="1568450" cy="514984"/>
          </a:xfrm>
          <a:prstGeom prst="rect">
            <a:avLst/>
          </a:prstGeom>
          <a:solidFill>
            <a:srgbClr val="E32213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spc="-25" b="1">
                <a:latin typeface="Open Sans"/>
                <a:cs typeface="Open Sans"/>
              </a:rPr>
              <a:t>Red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8567267" y="8685724"/>
            <a:ext cx="1568450" cy="514984"/>
          </a:xfrm>
          <a:prstGeom prst="rect">
            <a:avLst/>
          </a:prstGeom>
          <a:solidFill>
            <a:srgbClr val="F39000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spc="-10" b="1">
                <a:latin typeface="Open Sans"/>
                <a:cs typeface="Open Sans"/>
              </a:rPr>
              <a:t>Orange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0256064" y="8685724"/>
            <a:ext cx="1568450" cy="514984"/>
          </a:xfrm>
          <a:prstGeom prst="rect">
            <a:avLst/>
          </a:prstGeom>
          <a:solidFill>
            <a:srgbClr val="FFD500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spc="-10" b="1">
                <a:latin typeface="Open Sans"/>
                <a:cs typeface="Open Sans"/>
              </a:rPr>
              <a:t>Yellow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6865772" y="9192522"/>
            <a:ext cx="5746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620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485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#DA291C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R218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G41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B28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C0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M95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6864504" y="8428071"/>
            <a:ext cx="123888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b="1">
                <a:latin typeface="Open Sans"/>
                <a:cs typeface="Open Sans"/>
              </a:rPr>
              <a:t>Limited use</a:t>
            </a:r>
            <a:r>
              <a:rPr dirty="0" sz="650" spc="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functional</a:t>
            </a:r>
            <a:r>
              <a:rPr dirty="0" sz="650" spc="5" b="1">
                <a:latin typeface="Open Sans"/>
                <a:cs typeface="Open Sans"/>
              </a:rPr>
              <a:t> </a:t>
            </a:r>
            <a:r>
              <a:rPr dirty="0" sz="650" spc="-10" b="1">
                <a:latin typeface="Open Sans"/>
                <a:cs typeface="Open Sans"/>
              </a:rPr>
              <a:t>colors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8554570" y="9192522"/>
            <a:ext cx="5746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620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144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#ED8B00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R237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G139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B0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C0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M51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63" name="object 63" descr=""/>
          <p:cNvSpPr txBox="1"/>
          <p:nvPr/>
        </p:nvSpPr>
        <p:spPr>
          <a:xfrm>
            <a:off x="10243387" y="9192595"/>
            <a:ext cx="574675" cy="4445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76200">
              <a:lnSpc>
                <a:spcPct val="125000"/>
              </a:lnSpc>
              <a:spcBef>
                <a:spcPts val="9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116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 spc="-10">
                <a:latin typeface="Open Sans"/>
                <a:cs typeface="Open Sans"/>
              </a:rPr>
              <a:t>#FFCD00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R255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G205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B0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C0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M14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64" name="object 64" descr=""/>
          <p:cNvSpPr/>
          <p:nvPr/>
        </p:nvSpPr>
        <p:spPr>
          <a:xfrm>
            <a:off x="6878475" y="8378695"/>
            <a:ext cx="11696700" cy="0"/>
          </a:xfrm>
          <a:custGeom>
            <a:avLst/>
            <a:gdLst/>
            <a:ahLst/>
            <a:cxnLst/>
            <a:rect l="l" t="t" r="r" b="b"/>
            <a:pathLst>
              <a:path w="11696700" h="0">
                <a:moveTo>
                  <a:pt x="0" y="0"/>
                </a:moveTo>
                <a:lnTo>
                  <a:pt x="11696366" y="0"/>
                </a:lnTo>
              </a:path>
            </a:pathLst>
          </a:custGeom>
          <a:ln w="52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5" name="object 6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46167" y="7256723"/>
            <a:ext cx="3436764" cy="168434"/>
          </a:xfrm>
          <a:prstGeom prst="rect">
            <a:avLst/>
          </a:prstGeom>
        </p:spPr>
      </p:pic>
      <p:sp>
        <p:nvSpPr>
          <p:cNvPr id="66" name="object 66" descr=""/>
          <p:cNvSpPr txBox="1"/>
          <p:nvPr/>
        </p:nvSpPr>
        <p:spPr>
          <a:xfrm>
            <a:off x="12217017" y="7003632"/>
            <a:ext cx="5963285" cy="123190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Open Sans"/>
                <a:cs typeface="Open Sans"/>
              </a:rPr>
              <a:t>To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used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sparingly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as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highlight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in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typography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or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graphic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 spc="-10">
                <a:latin typeface="Open Sans"/>
                <a:cs typeface="Open Sans"/>
              </a:rPr>
              <a:t>elements.</a:t>
            </a:r>
            <a:endParaRPr sz="1300">
              <a:latin typeface="Open Sans"/>
              <a:cs typeface="Open Sans"/>
            </a:endParaRPr>
          </a:p>
          <a:p>
            <a:pPr marL="12700" marR="154305">
              <a:lnSpc>
                <a:spcPct val="101499"/>
              </a:lnSpc>
              <a:spcBef>
                <a:spcPts val="1580"/>
              </a:spcBef>
            </a:pPr>
            <a:r>
              <a:rPr dirty="0" sz="1300">
                <a:latin typeface="Open Sans"/>
                <a:cs typeface="Open Sans"/>
              </a:rPr>
              <a:t>Never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used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within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the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circle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motif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(which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should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always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Deloitte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 spc="-10">
                <a:latin typeface="Open Sans"/>
                <a:cs typeface="Open Sans"/>
              </a:rPr>
              <a:t>Green) </a:t>
            </a:r>
            <a:r>
              <a:rPr dirty="0" sz="1300">
                <a:latin typeface="Open Sans"/>
                <a:cs typeface="Open Sans"/>
              </a:rPr>
              <a:t>Primarily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for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use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in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digital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 spc="-10">
                <a:latin typeface="Open Sans"/>
                <a:cs typeface="Open Sans"/>
              </a:rPr>
              <a:t>applications.</a:t>
            </a:r>
            <a:endParaRPr sz="13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300">
                <a:latin typeface="Open Sans"/>
                <a:cs typeface="Open Sans"/>
              </a:rPr>
              <a:t>Not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to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confused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with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links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(no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 spc="-10">
                <a:latin typeface="Open Sans"/>
                <a:cs typeface="Open Sans"/>
              </a:rPr>
              <a:t>underlines.)</a:t>
            </a:r>
            <a:endParaRPr sz="13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300">
                <a:latin typeface="Open Sans"/>
                <a:cs typeface="Open Sans"/>
              </a:rPr>
              <a:t>Must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specify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Pantone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when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used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in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print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applications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(CMYK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not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 spc="-10">
                <a:latin typeface="Open Sans"/>
                <a:cs typeface="Open Sans"/>
              </a:rPr>
              <a:t>possible.)</a:t>
            </a:r>
            <a:endParaRPr sz="1300">
              <a:latin typeface="Open Sans"/>
              <a:cs typeface="Open Sans"/>
            </a:endParaRPr>
          </a:p>
        </p:txBody>
      </p:sp>
      <p:sp>
        <p:nvSpPr>
          <p:cNvPr id="67" name="object 67" descr=""/>
          <p:cNvSpPr txBox="1"/>
          <p:nvPr/>
        </p:nvSpPr>
        <p:spPr>
          <a:xfrm>
            <a:off x="6879895" y="7207477"/>
            <a:ext cx="1568450" cy="514984"/>
          </a:xfrm>
          <a:prstGeom prst="rect">
            <a:avLst/>
          </a:prstGeom>
          <a:solidFill>
            <a:srgbClr val="0DF100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Bright</a:t>
            </a:r>
            <a:r>
              <a:rPr dirty="0" sz="650" spc="20" b="1">
                <a:latin typeface="Open Sans"/>
                <a:cs typeface="Open Sans"/>
              </a:rPr>
              <a:t> </a:t>
            </a:r>
            <a:r>
              <a:rPr dirty="0" sz="650" spc="-10" b="1">
                <a:latin typeface="Open Sans"/>
                <a:cs typeface="Open Sans"/>
              </a:rPr>
              <a:t>green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68" name="object 68" descr=""/>
          <p:cNvSpPr txBox="1"/>
          <p:nvPr/>
        </p:nvSpPr>
        <p:spPr>
          <a:xfrm>
            <a:off x="8568691" y="7207477"/>
            <a:ext cx="1568450" cy="514984"/>
          </a:xfrm>
          <a:prstGeom prst="rect">
            <a:avLst/>
          </a:prstGeom>
          <a:solidFill>
            <a:srgbClr val="3DF9C5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Bright</a:t>
            </a:r>
            <a:r>
              <a:rPr dirty="0" sz="650" spc="20" b="1">
                <a:latin typeface="Open Sans"/>
                <a:cs typeface="Open Sans"/>
              </a:rPr>
              <a:t> </a:t>
            </a:r>
            <a:r>
              <a:rPr dirty="0" sz="650" spc="-20" b="1">
                <a:latin typeface="Open Sans"/>
                <a:cs typeface="Open Sans"/>
              </a:rPr>
              <a:t>teal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69" name="object 69" descr=""/>
          <p:cNvSpPr txBox="1"/>
          <p:nvPr/>
        </p:nvSpPr>
        <p:spPr>
          <a:xfrm>
            <a:off x="10257478" y="7207477"/>
            <a:ext cx="1568450" cy="514984"/>
          </a:xfrm>
          <a:prstGeom prst="rect">
            <a:avLst/>
          </a:prstGeom>
          <a:solidFill>
            <a:srgbClr val="33EFFF"/>
          </a:solidFill>
        </p:spPr>
        <p:txBody>
          <a:bodyPr wrap="square" lIns="0" tIns="7810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615"/>
              </a:spcBef>
            </a:pPr>
            <a:r>
              <a:rPr dirty="0" sz="650" b="1">
                <a:latin typeface="Open Sans"/>
                <a:cs typeface="Open Sans"/>
              </a:rPr>
              <a:t>Bright</a:t>
            </a:r>
            <a:r>
              <a:rPr dirty="0" sz="650" spc="20" b="1">
                <a:latin typeface="Open Sans"/>
                <a:cs typeface="Open Sans"/>
              </a:rPr>
              <a:t> </a:t>
            </a:r>
            <a:r>
              <a:rPr dirty="0" sz="650" spc="-20" b="1">
                <a:latin typeface="Open Sans"/>
                <a:cs typeface="Open Sans"/>
              </a:rPr>
              <a:t>blue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70" name="object 70" descr=""/>
          <p:cNvSpPr txBox="1"/>
          <p:nvPr/>
        </p:nvSpPr>
        <p:spPr>
          <a:xfrm>
            <a:off x="6867187" y="7714287"/>
            <a:ext cx="498475" cy="3397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 spc="-10">
                <a:latin typeface="Open Sans"/>
                <a:cs typeface="Open Sans"/>
              </a:rPr>
              <a:t>#0df200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R13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G242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B0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2286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8556005" y="7714360"/>
            <a:ext cx="545465" cy="3397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 spc="-10">
                <a:latin typeface="Open Sans"/>
                <a:cs typeface="Open Sans"/>
              </a:rPr>
              <a:t>#3efac5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R62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G250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B197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3255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72" name="object 72" descr=""/>
          <p:cNvSpPr/>
          <p:nvPr/>
        </p:nvSpPr>
        <p:spPr>
          <a:xfrm>
            <a:off x="10259351" y="7761130"/>
            <a:ext cx="249554" cy="57150"/>
          </a:xfrm>
          <a:custGeom>
            <a:avLst/>
            <a:gdLst/>
            <a:ahLst/>
            <a:cxnLst/>
            <a:rect l="l" t="t" r="r" b="b"/>
            <a:pathLst>
              <a:path w="249554" h="57150">
                <a:moveTo>
                  <a:pt x="210140" y="21475"/>
                </a:moveTo>
                <a:lnTo>
                  <a:pt x="204203" y="21475"/>
                </a:lnTo>
                <a:lnTo>
                  <a:pt x="204203" y="56082"/>
                </a:lnTo>
                <a:lnTo>
                  <a:pt x="210140" y="56082"/>
                </a:lnTo>
                <a:lnTo>
                  <a:pt x="210140" y="21475"/>
                </a:lnTo>
                <a:close/>
              </a:path>
              <a:path w="249554" h="57150">
                <a:moveTo>
                  <a:pt x="234977" y="21475"/>
                </a:moveTo>
                <a:lnTo>
                  <a:pt x="229040" y="21475"/>
                </a:lnTo>
                <a:lnTo>
                  <a:pt x="229040" y="56082"/>
                </a:lnTo>
                <a:lnTo>
                  <a:pt x="234977" y="56082"/>
                </a:lnTo>
                <a:lnTo>
                  <a:pt x="234977" y="21475"/>
                </a:lnTo>
                <a:close/>
              </a:path>
              <a:path w="249554" h="57150">
                <a:moveTo>
                  <a:pt x="218914" y="0"/>
                </a:moveTo>
                <a:lnTo>
                  <a:pt x="208412" y="0"/>
                </a:lnTo>
                <a:lnTo>
                  <a:pt x="204203" y="4827"/>
                </a:lnTo>
                <a:lnTo>
                  <a:pt x="204203" y="16648"/>
                </a:lnTo>
                <a:lnTo>
                  <a:pt x="197187" y="18795"/>
                </a:lnTo>
                <a:lnTo>
                  <a:pt x="197187" y="21475"/>
                </a:lnTo>
                <a:lnTo>
                  <a:pt x="220129" y="21475"/>
                </a:lnTo>
                <a:lnTo>
                  <a:pt x="220129" y="16858"/>
                </a:lnTo>
                <a:lnTo>
                  <a:pt x="210140" y="16858"/>
                </a:lnTo>
                <a:lnTo>
                  <a:pt x="210140" y="11025"/>
                </a:lnTo>
                <a:lnTo>
                  <a:pt x="210684" y="8638"/>
                </a:lnTo>
                <a:lnTo>
                  <a:pt x="212831" y="5654"/>
                </a:lnTo>
                <a:lnTo>
                  <a:pt x="214485" y="4900"/>
                </a:lnTo>
                <a:lnTo>
                  <a:pt x="222959" y="4900"/>
                </a:lnTo>
                <a:lnTo>
                  <a:pt x="224139" y="1256"/>
                </a:lnTo>
                <a:lnTo>
                  <a:pt x="221344" y="418"/>
                </a:lnTo>
                <a:lnTo>
                  <a:pt x="218914" y="0"/>
                </a:lnTo>
                <a:close/>
              </a:path>
              <a:path w="249554" h="57150">
                <a:moveTo>
                  <a:pt x="243751" y="0"/>
                </a:moveTo>
                <a:lnTo>
                  <a:pt x="233249" y="0"/>
                </a:lnTo>
                <a:lnTo>
                  <a:pt x="229040" y="4827"/>
                </a:lnTo>
                <a:lnTo>
                  <a:pt x="229040" y="16648"/>
                </a:lnTo>
                <a:lnTo>
                  <a:pt x="222024" y="18795"/>
                </a:lnTo>
                <a:lnTo>
                  <a:pt x="222024" y="21475"/>
                </a:lnTo>
                <a:lnTo>
                  <a:pt x="244966" y="21475"/>
                </a:lnTo>
                <a:lnTo>
                  <a:pt x="244966" y="16858"/>
                </a:lnTo>
                <a:lnTo>
                  <a:pt x="234977" y="16858"/>
                </a:lnTo>
                <a:lnTo>
                  <a:pt x="234977" y="11025"/>
                </a:lnTo>
                <a:lnTo>
                  <a:pt x="235521" y="8638"/>
                </a:lnTo>
                <a:lnTo>
                  <a:pt x="237668" y="5654"/>
                </a:lnTo>
                <a:lnTo>
                  <a:pt x="239322" y="4900"/>
                </a:lnTo>
                <a:lnTo>
                  <a:pt x="247796" y="4900"/>
                </a:lnTo>
                <a:lnTo>
                  <a:pt x="248976" y="1256"/>
                </a:lnTo>
                <a:lnTo>
                  <a:pt x="246180" y="418"/>
                </a:lnTo>
                <a:lnTo>
                  <a:pt x="243751" y="0"/>
                </a:lnTo>
                <a:close/>
              </a:path>
              <a:path w="249554" h="57150">
                <a:moveTo>
                  <a:pt x="222959" y="4900"/>
                </a:moveTo>
                <a:lnTo>
                  <a:pt x="218349" y="4900"/>
                </a:lnTo>
                <a:lnTo>
                  <a:pt x="220307" y="5277"/>
                </a:lnTo>
                <a:lnTo>
                  <a:pt x="222600" y="6010"/>
                </a:lnTo>
                <a:lnTo>
                  <a:pt x="222959" y="4900"/>
                </a:lnTo>
                <a:close/>
              </a:path>
              <a:path w="249554" h="57150">
                <a:moveTo>
                  <a:pt x="247796" y="4900"/>
                </a:moveTo>
                <a:lnTo>
                  <a:pt x="243186" y="4900"/>
                </a:lnTo>
                <a:lnTo>
                  <a:pt x="245144" y="5277"/>
                </a:lnTo>
                <a:lnTo>
                  <a:pt x="247437" y="6010"/>
                </a:lnTo>
                <a:lnTo>
                  <a:pt x="247796" y="4900"/>
                </a:lnTo>
                <a:close/>
              </a:path>
              <a:path w="249554" h="57150">
                <a:moveTo>
                  <a:pt x="180800" y="2931"/>
                </a:moveTo>
                <a:lnTo>
                  <a:pt x="169303" y="2931"/>
                </a:lnTo>
                <a:lnTo>
                  <a:pt x="164968" y="5141"/>
                </a:lnTo>
                <a:lnTo>
                  <a:pt x="159293" y="13968"/>
                </a:lnTo>
                <a:lnTo>
                  <a:pt x="157869" y="20732"/>
                </a:lnTo>
                <a:lnTo>
                  <a:pt x="157915" y="38888"/>
                </a:lnTo>
                <a:lnTo>
                  <a:pt x="159345" y="45380"/>
                </a:lnTo>
                <a:lnTo>
                  <a:pt x="165209" y="54511"/>
                </a:lnTo>
                <a:lnTo>
                  <a:pt x="169492" y="56804"/>
                </a:lnTo>
                <a:lnTo>
                  <a:pt x="180989" y="56804"/>
                </a:lnTo>
                <a:lnTo>
                  <a:pt x="185355" y="54563"/>
                </a:lnTo>
                <a:lnTo>
                  <a:pt x="187194" y="51684"/>
                </a:lnTo>
                <a:lnTo>
                  <a:pt x="171209" y="51684"/>
                </a:lnTo>
                <a:lnTo>
                  <a:pt x="168350" y="49925"/>
                </a:lnTo>
                <a:lnTo>
                  <a:pt x="164780" y="43003"/>
                </a:lnTo>
                <a:lnTo>
                  <a:pt x="163890" y="37464"/>
                </a:lnTo>
                <a:lnTo>
                  <a:pt x="163890" y="22240"/>
                </a:lnTo>
                <a:lnTo>
                  <a:pt x="164780" y="16711"/>
                </a:lnTo>
                <a:lnTo>
                  <a:pt x="168361" y="9811"/>
                </a:lnTo>
                <a:lnTo>
                  <a:pt x="171209" y="8093"/>
                </a:lnTo>
                <a:lnTo>
                  <a:pt x="186943" y="8093"/>
                </a:lnTo>
                <a:lnTo>
                  <a:pt x="185114" y="5235"/>
                </a:lnTo>
                <a:lnTo>
                  <a:pt x="180800" y="2931"/>
                </a:lnTo>
                <a:close/>
              </a:path>
              <a:path w="249554" h="57150">
                <a:moveTo>
                  <a:pt x="186943" y="8093"/>
                </a:moveTo>
                <a:lnTo>
                  <a:pt x="179083" y="8093"/>
                </a:lnTo>
                <a:lnTo>
                  <a:pt x="181952" y="9842"/>
                </a:lnTo>
                <a:lnTo>
                  <a:pt x="185512" y="16826"/>
                </a:lnTo>
                <a:lnTo>
                  <a:pt x="186387" y="22240"/>
                </a:lnTo>
                <a:lnTo>
                  <a:pt x="186387" y="37464"/>
                </a:lnTo>
                <a:lnTo>
                  <a:pt x="185512" y="42888"/>
                </a:lnTo>
                <a:lnTo>
                  <a:pt x="181952" y="49925"/>
                </a:lnTo>
                <a:lnTo>
                  <a:pt x="179083" y="51684"/>
                </a:lnTo>
                <a:lnTo>
                  <a:pt x="187194" y="51684"/>
                </a:lnTo>
                <a:lnTo>
                  <a:pt x="191051" y="45642"/>
                </a:lnTo>
                <a:lnTo>
                  <a:pt x="192486" y="38888"/>
                </a:lnTo>
                <a:lnTo>
                  <a:pt x="192400" y="20732"/>
                </a:lnTo>
                <a:lnTo>
                  <a:pt x="191009" y="14449"/>
                </a:lnTo>
                <a:lnTo>
                  <a:pt x="186943" y="8093"/>
                </a:lnTo>
                <a:close/>
              </a:path>
              <a:path w="249554" h="57150">
                <a:moveTo>
                  <a:pt x="143367" y="21475"/>
                </a:moveTo>
                <a:lnTo>
                  <a:pt x="137430" y="21475"/>
                </a:lnTo>
                <a:lnTo>
                  <a:pt x="137430" y="56082"/>
                </a:lnTo>
                <a:lnTo>
                  <a:pt x="143367" y="56082"/>
                </a:lnTo>
                <a:lnTo>
                  <a:pt x="143367" y="21475"/>
                </a:lnTo>
                <a:close/>
              </a:path>
              <a:path w="249554" h="57150">
                <a:moveTo>
                  <a:pt x="152141" y="0"/>
                </a:moveTo>
                <a:lnTo>
                  <a:pt x="141639" y="0"/>
                </a:lnTo>
                <a:lnTo>
                  <a:pt x="137430" y="4827"/>
                </a:lnTo>
                <a:lnTo>
                  <a:pt x="137430" y="16648"/>
                </a:lnTo>
                <a:lnTo>
                  <a:pt x="130414" y="18795"/>
                </a:lnTo>
                <a:lnTo>
                  <a:pt x="130414" y="21475"/>
                </a:lnTo>
                <a:lnTo>
                  <a:pt x="153356" y="21475"/>
                </a:lnTo>
                <a:lnTo>
                  <a:pt x="153356" y="16858"/>
                </a:lnTo>
                <a:lnTo>
                  <a:pt x="143367" y="16858"/>
                </a:lnTo>
                <a:lnTo>
                  <a:pt x="143367" y="11025"/>
                </a:lnTo>
                <a:lnTo>
                  <a:pt x="143911" y="8638"/>
                </a:lnTo>
                <a:lnTo>
                  <a:pt x="146058" y="5654"/>
                </a:lnTo>
                <a:lnTo>
                  <a:pt x="147712" y="4900"/>
                </a:lnTo>
                <a:lnTo>
                  <a:pt x="156187" y="4900"/>
                </a:lnTo>
                <a:lnTo>
                  <a:pt x="157366" y="1256"/>
                </a:lnTo>
                <a:lnTo>
                  <a:pt x="154571" y="418"/>
                </a:lnTo>
                <a:lnTo>
                  <a:pt x="152141" y="0"/>
                </a:lnTo>
                <a:close/>
              </a:path>
              <a:path w="249554" h="57150">
                <a:moveTo>
                  <a:pt x="156187" y="4900"/>
                </a:moveTo>
                <a:lnTo>
                  <a:pt x="151576" y="4900"/>
                </a:lnTo>
                <a:lnTo>
                  <a:pt x="153534" y="5277"/>
                </a:lnTo>
                <a:lnTo>
                  <a:pt x="155827" y="6010"/>
                </a:lnTo>
                <a:lnTo>
                  <a:pt x="156187" y="4900"/>
                </a:lnTo>
                <a:close/>
              </a:path>
              <a:path w="249554" h="57150">
                <a:moveTo>
                  <a:pt x="90813" y="48312"/>
                </a:moveTo>
                <a:lnTo>
                  <a:pt x="90813" y="53977"/>
                </a:lnTo>
                <a:lnTo>
                  <a:pt x="92981" y="55024"/>
                </a:lnTo>
                <a:lnTo>
                  <a:pt x="95222" y="55757"/>
                </a:lnTo>
                <a:lnTo>
                  <a:pt x="99829" y="56595"/>
                </a:lnTo>
                <a:lnTo>
                  <a:pt x="102363" y="56804"/>
                </a:lnTo>
                <a:lnTo>
                  <a:pt x="111504" y="56804"/>
                </a:lnTo>
                <a:lnTo>
                  <a:pt x="116415" y="55453"/>
                </a:lnTo>
                <a:lnTo>
                  <a:pt x="121187" y="51757"/>
                </a:lnTo>
                <a:lnTo>
                  <a:pt x="103054" y="51757"/>
                </a:lnTo>
                <a:lnTo>
                  <a:pt x="100625" y="51464"/>
                </a:lnTo>
                <a:lnTo>
                  <a:pt x="95494" y="50291"/>
                </a:lnTo>
                <a:lnTo>
                  <a:pt x="93075" y="49443"/>
                </a:lnTo>
                <a:lnTo>
                  <a:pt x="90813" y="48312"/>
                </a:lnTo>
                <a:close/>
              </a:path>
              <a:path w="249554" h="57150">
                <a:moveTo>
                  <a:pt x="121162" y="8093"/>
                </a:moveTo>
                <a:lnTo>
                  <a:pt x="110530" y="8093"/>
                </a:lnTo>
                <a:lnTo>
                  <a:pt x="112930" y="8826"/>
                </a:lnTo>
                <a:lnTo>
                  <a:pt x="116425" y="11727"/>
                </a:lnTo>
                <a:lnTo>
                  <a:pt x="117294" y="13737"/>
                </a:lnTo>
                <a:lnTo>
                  <a:pt x="117294" y="19486"/>
                </a:lnTo>
                <a:lnTo>
                  <a:pt x="116101" y="21978"/>
                </a:lnTo>
                <a:lnTo>
                  <a:pt x="111336" y="25590"/>
                </a:lnTo>
                <a:lnTo>
                  <a:pt x="108101" y="26491"/>
                </a:lnTo>
                <a:lnTo>
                  <a:pt x="98792" y="26491"/>
                </a:lnTo>
                <a:lnTo>
                  <a:pt x="98792" y="31601"/>
                </a:lnTo>
                <a:lnTo>
                  <a:pt x="113923" y="31601"/>
                </a:lnTo>
                <a:lnTo>
                  <a:pt x="118907" y="34773"/>
                </a:lnTo>
                <a:lnTo>
                  <a:pt x="118907" y="48207"/>
                </a:lnTo>
                <a:lnTo>
                  <a:pt x="114383" y="51757"/>
                </a:lnTo>
                <a:lnTo>
                  <a:pt x="121187" y="51757"/>
                </a:lnTo>
                <a:lnTo>
                  <a:pt x="123336" y="50092"/>
                </a:lnTo>
                <a:lnTo>
                  <a:pt x="125064" y="46249"/>
                </a:lnTo>
                <a:lnTo>
                  <a:pt x="125064" y="37778"/>
                </a:lnTo>
                <a:lnTo>
                  <a:pt x="124048" y="34972"/>
                </a:lnTo>
                <a:lnTo>
                  <a:pt x="119996" y="30669"/>
                </a:lnTo>
                <a:lnTo>
                  <a:pt x="116876" y="29339"/>
                </a:lnTo>
                <a:lnTo>
                  <a:pt x="112677" y="28815"/>
                </a:lnTo>
                <a:lnTo>
                  <a:pt x="112677" y="28522"/>
                </a:lnTo>
                <a:lnTo>
                  <a:pt x="123451" y="12020"/>
                </a:lnTo>
                <a:lnTo>
                  <a:pt x="122035" y="8816"/>
                </a:lnTo>
                <a:lnTo>
                  <a:pt x="121162" y="8093"/>
                </a:lnTo>
                <a:close/>
              </a:path>
              <a:path w="249554" h="57150">
                <a:moveTo>
                  <a:pt x="112467" y="3005"/>
                </a:moveTo>
                <a:lnTo>
                  <a:pt x="104279" y="3005"/>
                </a:lnTo>
                <a:lnTo>
                  <a:pt x="101326" y="3486"/>
                </a:lnTo>
                <a:lnTo>
                  <a:pt x="95724" y="5423"/>
                </a:lnTo>
                <a:lnTo>
                  <a:pt x="93243" y="6753"/>
                </a:lnTo>
                <a:lnTo>
                  <a:pt x="91096" y="8450"/>
                </a:lnTo>
                <a:lnTo>
                  <a:pt x="94101" y="12460"/>
                </a:lnTo>
                <a:lnTo>
                  <a:pt x="96709" y="10785"/>
                </a:lnTo>
                <a:lnTo>
                  <a:pt x="99023" y="9643"/>
                </a:lnTo>
                <a:lnTo>
                  <a:pt x="103075" y="8397"/>
                </a:lnTo>
                <a:lnTo>
                  <a:pt x="105232" y="8093"/>
                </a:lnTo>
                <a:lnTo>
                  <a:pt x="121162" y="8093"/>
                </a:lnTo>
                <a:lnTo>
                  <a:pt x="116415" y="4167"/>
                </a:lnTo>
                <a:lnTo>
                  <a:pt x="112467" y="3005"/>
                </a:lnTo>
                <a:close/>
              </a:path>
              <a:path w="249554" h="57150">
                <a:moveTo>
                  <a:pt x="48888" y="48312"/>
                </a:moveTo>
                <a:lnTo>
                  <a:pt x="48888" y="53977"/>
                </a:lnTo>
                <a:lnTo>
                  <a:pt x="51056" y="55024"/>
                </a:lnTo>
                <a:lnTo>
                  <a:pt x="53296" y="55757"/>
                </a:lnTo>
                <a:lnTo>
                  <a:pt x="57903" y="56595"/>
                </a:lnTo>
                <a:lnTo>
                  <a:pt x="60437" y="56804"/>
                </a:lnTo>
                <a:lnTo>
                  <a:pt x="69579" y="56804"/>
                </a:lnTo>
                <a:lnTo>
                  <a:pt x="74489" y="55453"/>
                </a:lnTo>
                <a:lnTo>
                  <a:pt x="79261" y="51757"/>
                </a:lnTo>
                <a:lnTo>
                  <a:pt x="61129" y="51757"/>
                </a:lnTo>
                <a:lnTo>
                  <a:pt x="58699" y="51464"/>
                </a:lnTo>
                <a:lnTo>
                  <a:pt x="53569" y="50291"/>
                </a:lnTo>
                <a:lnTo>
                  <a:pt x="51150" y="49443"/>
                </a:lnTo>
                <a:lnTo>
                  <a:pt x="48888" y="48312"/>
                </a:lnTo>
                <a:close/>
              </a:path>
              <a:path w="249554" h="57150">
                <a:moveTo>
                  <a:pt x="79237" y="8093"/>
                </a:moveTo>
                <a:lnTo>
                  <a:pt x="68605" y="8093"/>
                </a:lnTo>
                <a:lnTo>
                  <a:pt x="71005" y="8826"/>
                </a:lnTo>
                <a:lnTo>
                  <a:pt x="74500" y="11727"/>
                </a:lnTo>
                <a:lnTo>
                  <a:pt x="75369" y="13737"/>
                </a:lnTo>
                <a:lnTo>
                  <a:pt x="75369" y="19486"/>
                </a:lnTo>
                <a:lnTo>
                  <a:pt x="74175" y="21978"/>
                </a:lnTo>
                <a:lnTo>
                  <a:pt x="69411" y="25590"/>
                </a:lnTo>
                <a:lnTo>
                  <a:pt x="66175" y="26491"/>
                </a:lnTo>
                <a:lnTo>
                  <a:pt x="56867" y="26491"/>
                </a:lnTo>
                <a:lnTo>
                  <a:pt x="56867" y="31601"/>
                </a:lnTo>
                <a:lnTo>
                  <a:pt x="71997" y="31601"/>
                </a:lnTo>
                <a:lnTo>
                  <a:pt x="76981" y="34773"/>
                </a:lnTo>
                <a:lnTo>
                  <a:pt x="76981" y="48207"/>
                </a:lnTo>
                <a:lnTo>
                  <a:pt x="72458" y="51757"/>
                </a:lnTo>
                <a:lnTo>
                  <a:pt x="79261" y="51757"/>
                </a:lnTo>
                <a:lnTo>
                  <a:pt x="81411" y="50092"/>
                </a:lnTo>
                <a:lnTo>
                  <a:pt x="83138" y="46249"/>
                </a:lnTo>
                <a:lnTo>
                  <a:pt x="83138" y="37778"/>
                </a:lnTo>
                <a:lnTo>
                  <a:pt x="82123" y="34972"/>
                </a:lnTo>
                <a:lnTo>
                  <a:pt x="78070" y="30669"/>
                </a:lnTo>
                <a:lnTo>
                  <a:pt x="74950" y="29339"/>
                </a:lnTo>
                <a:lnTo>
                  <a:pt x="70751" y="28815"/>
                </a:lnTo>
                <a:lnTo>
                  <a:pt x="70751" y="28522"/>
                </a:lnTo>
                <a:lnTo>
                  <a:pt x="81526" y="12020"/>
                </a:lnTo>
                <a:lnTo>
                  <a:pt x="80110" y="8816"/>
                </a:lnTo>
                <a:lnTo>
                  <a:pt x="79237" y="8093"/>
                </a:lnTo>
                <a:close/>
              </a:path>
              <a:path w="249554" h="57150">
                <a:moveTo>
                  <a:pt x="70542" y="3005"/>
                </a:moveTo>
                <a:lnTo>
                  <a:pt x="62354" y="3005"/>
                </a:lnTo>
                <a:lnTo>
                  <a:pt x="59401" y="3486"/>
                </a:lnTo>
                <a:lnTo>
                  <a:pt x="53799" y="5423"/>
                </a:lnTo>
                <a:lnTo>
                  <a:pt x="51317" y="6753"/>
                </a:lnTo>
                <a:lnTo>
                  <a:pt x="49171" y="8450"/>
                </a:lnTo>
                <a:lnTo>
                  <a:pt x="52176" y="12460"/>
                </a:lnTo>
                <a:lnTo>
                  <a:pt x="54783" y="10785"/>
                </a:lnTo>
                <a:lnTo>
                  <a:pt x="57097" y="9643"/>
                </a:lnTo>
                <a:lnTo>
                  <a:pt x="61149" y="8397"/>
                </a:lnTo>
                <a:lnTo>
                  <a:pt x="63306" y="8093"/>
                </a:lnTo>
                <a:lnTo>
                  <a:pt x="79237" y="8093"/>
                </a:lnTo>
                <a:lnTo>
                  <a:pt x="74489" y="4167"/>
                </a:lnTo>
                <a:lnTo>
                  <a:pt x="70542" y="3005"/>
                </a:lnTo>
                <a:close/>
              </a:path>
              <a:path w="249554" h="57150">
                <a:moveTo>
                  <a:pt x="14313" y="40689"/>
                </a:moveTo>
                <a:lnTo>
                  <a:pt x="9381" y="40689"/>
                </a:lnTo>
                <a:lnTo>
                  <a:pt x="6512" y="56082"/>
                </a:lnTo>
                <a:lnTo>
                  <a:pt x="11381" y="56082"/>
                </a:lnTo>
                <a:lnTo>
                  <a:pt x="14313" y="40689"/>
                </a:lnTo>
                <a:close/>
              </a:path>
              <a:path w="249554" h="57150">
                <a:moveTo>
                  <a:pt x="30061" y="40689"/>
                </a:moveTo>
                <a:lnTo>
                  <a:pt x="25161" y="40689"/>
                </a:lnTo>
                <a:lnTo>
                  <a:pt x="22156" y="56082"/>
                </a:lnTo>
                <a:lnTo>
                  <a:pt x="27056" y="56082"/>
                </a:lnTo>
                <a:lnTo>
                  <a:pt x="30061" y="40689"/>
                </a:lnTo>
                <a:close/>
              </a:path>
              <a:path w="249554" h="57150">
                <a:moveTo>
                  <a:pt x="41045" y="36082"/>
                </a:moveTo>
                <a:lnTo>
                  <a:pt x="0" y="36082"/>
                </a:lnTo>
                <a:lnTo>
                  <a:pt x="0" y="40689"/>
                </a:lnTo>
                <a:lnTo>
                  <a:pt x="41045" y="40689"/>
                </a:lnTo>
                <a:lnTo>
                  <a:pt x="41045" y="36082"/>
                </a:lnTo>
                <a:close/>
              </a:path>
              <a:path w="249554" h="57150">
                <a:moveTo>
                  <a:pt x="17538" y="23905"/>
                </a:moveTo>
                <a:lnTo>
                  <a:pt x="12701" y="23905"/>
                </a:lnTo>
                <a:lnTo>
                  <a:pt x="10271" y="36082"/>
                </a:lnTo>
                <a:lnTo>
                  <a:pt x="15172" y="36082"/>
                </a:lnTo>
                <a:lnTo>
                  <a:pt x="17538" y="23905"/>
                </a:lnTo>
                <a:close/>
              </a:path>
              <a:path w="249554" h="57150">
                <a:moveTo>
                  <a:pt x="33286" y="23905"/>
                </a:moveTo>
                <a:lnTo>
                  <a:pt x="28376" y="23905"/>
                </a:lnTo>
                <a:lnTo>
                  <a:pt x="26020" y="36082"/>
                </a:lnTo>
                <a:lnTo>
                  <a:pt x="30920" y="36082"/>
                </a:lnTo>
                <a:lnTo>
                  <a:pt x="33286" y="23905"/>
                </a:lnTo>
                <a:close/>
              </a:path>
              <a:path w="249554" h="57150">
                <a:moveTo>
                  <a:pt x="43632" y="19360"/>
                </a:moveTo>
                <a:lnTo>
                  <a:pt x="2795" y="19360"/>
                </a:lnTo>
                <a:lnTo>
                  <a:pt x="2795" y="23905"/>
                </a:lnTo>
                <a:lnTo>
                  <a:pt x="43632" y="23905"/>
                </a:lnTo>
                <a:lnTo>
                  <a:pt x="43632" y="19360"/>
                </a:lnTo>
                <a:close/>
              </a:path>
              <a:path w="249554" h="57150">
                <a:moveTo>
                  <a:pt x="21402" y="3759"/>
                </a:moveTo>
                <a:lnTo>
                  <a:pt x="16428" y="3759"/>
                </a:lnTo>
                <a:lnTo>
                  <a:pt x="13496" y="19360"/>
                </a:lnTo>
                <a:lnTo>
                  <a:pt x="18470" y="19360"/>
                </a:lnTo>
                <a:lnTo>
                  <a:pt x="21402" y="3759"/>
                </a:lnTo>
                <a:close/>
              </a:path>
              <a:path w="249554" h="57150">
                <a:moveTo>
                  <a:pt x="37182" y="3759"/>
                </a:moveTo>
                <a:lnTo>
                  <a:pt x="32386" y="3759"/>
                </a:lnTo>
                <a:lnTo>
                  <a:pt x="29381" y="19360"/>
                </a:lnTo>
                <a:lnTo>
                  <a:pt x="34176" y="19360"/>
                </a:lnTo>
                <a:lnTo>
                  <a:pt x="37182" y="37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 descr=""/>
          <p:cNvSpPr txBox="1"/>
          <p:nvPr/>
        </p:nvSpPr>
        <p:spPr>
          <a:xfrm>
            <a:off x="10244820" y="7819170"/>
            <a:ext cx="545465" cy="23495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>
                <a:latin typeface="Open Sans"/>
                <a:cs typeface="Open Sans"/>
              </a:rPr>
              <a:t>R51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G240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B255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Pantone</a:t>
            </a:r>
            <a:r>
              <a:rPr dirty="0" sz="550" spc="6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311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6867187" y="6924006"/>
            <a:ext cx="1064260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b="1">
                <a:latin typeface="Open Sans"/>
                <a:cs typeface="Open Sans"/>
              </a:rPr>
              <a:t>Limited</a:t>
            </a:r>
            <a:r>
              <a:rPr dirty="0" sz="650" spc="1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use</a:t>
            </a:r>
            <a:r>
              <a:rPr dirty="0" sz="650" spc="1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bright</a:t>
            </a:r>
            <a:r>
              <a:rPr dirty="0" sz="650" spc="15" b="1">
                <a:latin typeface="Open Sans"/>
                <a:cs typeface="Open Sans"/>
              </a:rPr>
              <a:t> </a:t>
            </a:r>
            <a:r>
              <a:rPr dirty="0" sz="650" spc="-10" b="1">
                <a:latin typeface="Open Sans"/>
                <a:cs typeface="Open Sans"/>
              </a:rPr>
              <a:t>colors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75" name="object 75" descr=""/>
          <p:cNvSpPr/>
          <p:nvPr/>
        </p:nvSpPr>
        <p:spPr>
          <a:xfrm>
            <a:off x="6881162" y="6874651"/>
            <a:ext cx="11694160" cy="0"/>
          </a:xfrm>
          <a:custGeom>
            <a:avLst/>
            <a:gdLst/>
            <a:ahLst/>
            <a:cxnLst/>
            <a:rect l="l" t="t" r="r" b="b"/>
            <a:pathLst>
              <a:path w="11694160" h="0">
                <a:moveTo>
                  <a:pt x="0" y="0"/>
                </a:moveTo>
                <a:lnTo>
                  <a:pt x="11693685" y="0"/>
                </a:lnTo>
              </a:path>
            </a:pathLst>
          </a:custGeom>
          <a:ln w="523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 descr=""/>
          <p:cNvSpPr txBox="1"/>
          <p:nvPr/>
        </p:nvSpPr>
        <p:spPr>
          <a:xfrm>
            <a:off x="771931" y="1869001"/>
            <a:ext cx="150558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Open Sans"/>
                <a:cs typeface="Open Sans"/>
              </a:rPr>
              <a:t>Primary</a:t>
            </a:r>
            <a:r>
              <a:rPr dirty="0" sz="1450" spc="120" b="1">
                <a:latin typeface="Open Sans"/>
                <a:cs typeface="Open Sans"/>
              </a:rPr>
              <a:t> </a:t>
            </a:r>
            <a:r>
              <a:rPr dirty="0" sz="1450" spc="-10" b="1">
                <a:latin typeface="Open Sans"/>
                <a:cs typeface="Open Sans"/>
              </a:rPr>
              <a:t>palette</a:t>
            </a:r>
            <a:endParaRPr sz="1450">
              <a:latin typeface="Open Sans"/>
              <a:cs typeface="Open Sans"/>
            </a:endParaRPr>
          </a:p>
        </p:txBody>
      </p:sp>
      <p:sp>
        <p:nvSpPr>
          <p:cNvPr id="77" name="object 77" descr=""/>
          <p:cNvSpPr/>
          <p:nvPr/>
        </p:nvSpPr>
        <p:spPr>
          <a:xfrm>
            <a:off x="789871" y="2330976"/>
            <a:ext cx="4946015" cy="770255"/>
          </a:xfrm>
          <a:custGeom>
            <a:avLst/>
            <a:gdLst/>
            <a:ahLst/>
            <a:cxnLst/>
            <a:rect l="l" t="t" r="r" b="b"/>
            <a:pathLst>
              <a:path w="4946015" h="770255">
                <a:moveTo>
                  <a:pt x="4945828" y="0"/>
                </a:moveTo>
                <a:lnTo>
                  <a:pt x="0" y="0"/>
                </a:lnTo>
                <a:lnTo>
                  <a:pt x="0" y="769871"/>
                </a:lnTo>
                <a:lnTo>
                  <a:pt x="4945828" y="769871"/>
                </a:lnTo>
                <a:lnTo>
                  <a:pt x="4945828" y="0"/>
                </a:lnTo>
                <a:close/>
              </a:path>
            </a:pathLst>
          </a:custGeom>
          <a:solidFill>
            <a:srgbClr val="85BB2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 descr=""/>
          <p:cNvSpPr txBox="1"/>
          <p:nvPr/>
        </p:nvSpPr>
        <p:spPr>
          <a:xfrm>
            <a:off x="869374" y="2443469"/>
            <a:ext cx="834390" cy="3270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 b="1">
                <a:latin typeface="Open Sans"/>
                <a:cs typeface="Open Sans"/>
              </a:rPr>
              <a:t>Deloitte</a:t>
            </a:r>
            <a:r>
              <a:rPr dirty="0" sz="650" spc="-10" b="1">
                <a:latin typeface="Open Sans"/>
                <a:cs typeface="Open Sans"/>
              </a:rPr>
              <a:t> Green</a:t>
            </a:r>
            <a:endParaRPr sz="6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650" b="1">
                <a:latin typeface="Open Sans"/>
                <a:cs typeface="Open Sans"/>
              </a:rPr>
              <a:t>Accessible</a:t>
            </a:r>
            <a:r>
              <a:rPr dirty="0" sz="650" spc="1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on</a:t>
            </a:r>
            <a:r>
              <a:rPr dirty="0" sz="650" spc="20" b="1">
                <a:latin typeface="Open Sans"/>
                <a:cs typeface="Open Sans"/>
              </a:rPr>
              <a:t> </a:t>
            </a:r>
            <a:r>
              <a:rPr dirty="0" sz="650" spc="-10" b="1">
                <a:latin typeface="Open Sans"/>
                <a:cs typeface="Open Sans"/>
              </a:rPr>
              <a:t>Black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79" name="object 79" descr=""/>
          <p:cNvSpPr txBox="1"/>
          <p:nvPr/>
        </p:nvSpPr>
        <p:spPr>
          <a:xfrm>
            <a:off x="789871" y="3835956"/>
            <a:ext cx="1568450" cy="770255"/>
          </a:xfrm>
          <a:prstGeom prst="rect">
            <a:avLst/>
          </a:prstGeom>
          <a:solidFill>
            <a:srgbClr val="43AF2A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650" b="1">
                <a:latin typeface="Open Sans"/>
                <a:cs typeface="Open Sans"/>
              </a:rPr>
              <a:t>Green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spc="-50" b="1">
                <a:latin typeface="Open Sans"/>
                <a:cs typeface="Open Sans"/>
              </a:rPr>
              <a:t>4</a:t>
            </a:r>
            <a:endParaRPr sz="650">
              <a:latin typeface="Open Sans"/>
              <a:cs typeface="Open Sans"/>
            </a:endParaRPr>
          </a:p>
          <a:p>
            <a:pPr marL="92075">
              <a:lnSpc>
                <a:spcPct val="100000"/>
              </a:lnSpc>
              <a:spcBef>
                <a:spcPts val="805"/>
              </a:spcBef>
            </a:pPr>
            <a:r>
              <a:rPr dirty="0" sz="650" b="1">
                <a:latin typeface="Open Sans"/>
                <a:cs typeface="Open Sans"/>
              </a:rPr>
              <a:t>Accessible</a:t>
            </a:r>
            <a:r>
              <a:rPr dirty="0" sz="650" spc="1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on</a:t>
            </a:r>
            <a:r>
              <a:rPr dirty="0" sz="650" spc="20" b="1">
                <a:latin typeface="Open Sans"/>
                <a:cs typeface="Open Sans"/>
              </a:rPr>
              <a:t> </a:t>
            </a:r>
            <a:r>
              <a:rPr dirty="0" sz="650" spc="-10" b="1">
                <a:latin typeface="Open Sans"/>
                <a:cs typeface="Open Sans"/>
              </a:rPr>
              <a:t>Black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0" name="object 80" descr=""/>
          <p:cNvSpPr txBox="1"/>
          <p:nvPr/>
        </p:nvSpPr>
        <p:spPr>
          <a:xfrm>
            <a:off x="789871" y="5340936"/>
            <a:ext cx="1568450" cy="77025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650" spc="-10" b="1">
                <a:latin typeface="Open Sans"/>
                <a:cs typeface="Open Sans"/>
              </a:rPr>
              <a:t>White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1" name="object 81" descr=""/>
          <p:cNvSpPr txBox="1"/>
          <p:nvPr/>
        </p:nvSpPr>
        <p:spPr>
          <a:xfrm>
            <a:off x="789871" y="6872020"/>
            <a:ext cx="1568450" cy="770255"/>
          </a:xfrm>
          <a:prstGeom prst="rect">
            <a:avLst/>
          </a:prstGeom>
          <a:solidFill>
            <a:srgbClr val="0D8390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Accessible</a:t>
            </a:r>
            <a:r>
              <a:rPr dirty="0" sz="650" spc="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Open Sans"/>
                <a:cs typeface="Open Sans"/>
              </a:rPr>
              <a:t>Teal</a:t>
            </a:r>
            <a:endParaRPr sz="650">
              <a:latin typeface="Open Sans"/>
              <a:cs typeface="Open Sans"/>
            </a:endParaRPr>
          </a:p>
          <a:p>
            <a:pPr marL="92075" marR="639445">
              <a:lnSpc>
                <a:spcPct val="101499"/>
              </a:lnSpc>
              <a:spcBef>
                <a:spcPts val="790"/>
              </a:spcBef>
            </a:pPr>
            <a:r>
              <a:rPr dirty="0" sz="650" b="1">
                <a:latin typeface="Open Sans"/>
                <a:cs typeface="Open Sans"/>
              </a:rPr>
              <a:t>Accessible</a:t>
            </a:r>
            <a:r>
              <a:rPr dirty="0" sz="650" spc="1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on</a:t>
            </a:r>
            <a:r>
              <a:rPr dirty="0" sz="650" spc="20" b="1">
                <a:latin typeface="Open Sans"/>
                <a:cs typeface="Open Sans"/>
              </a:rPr>
              <a:t> </a:t>
            </a:r>
            <a:r>
              <a:rPr dirty="0" sz="650" spc="-10" b="1">
                <a:latin typeface="Open Sans"/>
                <a:cs typeface="Open Sans"/>
              </a:rPr>
              <a:t>Black</a:t>
            </a:r>
            <a:r>
              <a:rPr dirty="0" sz="650" spc="500" b="1"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Accessible</a:t>
            </a:r>
            <a:r>
              <a:rPr dirty="0" sz="650" spc="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on</a:t>
            </a:r>
            <a:r>
              <a:rPr dirty="0" sz="650" spc="2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10" b="1">
                <a:solidFill>
                  <a:srgbClr val="FFFFFF"/>
                </a:solidFill>
                <a:latin typeface="Open Sans"/>
                <a:cs typeface="Open Sans"/>
              </a:rPr>
              <a:t>White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2" name="object 82" descr=""/>
          <p:cNvSpPr txBox="1"/>
          <p:nvPr/>
        </p:nvSpPr>
        <p:spPr>
          <a:xfrm>
            <a:off x="2478667" y="3835956"/>
            <a:ext cx="1568450" cy="770255"/>
          </a:xfrm>
          <a:prstGeom prst="rect">
            <a:avLst/>
          </a:prstGeom>
          <a:solidFill>
            <a:srgbClr val="25880D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Accessible</a:t>
            </a:r>
            <a:r>
              <a:rPr dirty="0" sz="650" spc="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10" b="1">
                <a:solidFill>
                  <a:srgbClr val="FFFFFF"/>
                </a:solidFill>
                <a:latin typeface="Open Sans"/>
                <a:cs typeface="Open Sans"/>
              </a:rPr>
              <a:t>Green</a:t>
            </a:r>
            <a:endParaRPr sz="650">
              <a:latin typeface="Open Sans"/>
              <a:cs typeface="Open Sans"/>
            </a:endParaRPr>
          </a:p>
          <a:p>
            <a:pPr marL="92075" marR="639445">
              <a:lnSpc>
                <a:spcPct val="101499"/>
              </a:lnSpc>
              <a:spcBef>
                <a:spcPts val="795"/>
              </a:spcBef>
            </a:pPr>
            <a:r>
              <a:rPr dirty="0" sz="650" b="1">
                <a:latin typeface="Open Sans"/>
                <a:cs typeface="Open Sans"/>
              </a:rPr>
              <a:t>Accessible</a:t>
            </a:r>
            <a:r>
              <a:rPr dirty="0" sz="650" spc="1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on</a:t>
            </a:r>
            <a:r>
              <a:rPr dirty="0" sz="650" spc="20" b="1">
                <a:latin typeface="Open Sans"/>
                <a:cs typeface="Open Sans"/>
              </a:rPr>
              <a:t> </a:t>
            </a:r>
            <a:r>
              <a:rPr dirty="0" sz="650" spc="-10" b="1">
                <a:latin typeface="Open Sans"/>
                <a:cs typeface="Open Sans"/>
              </a:rPr>
              <a:t>Black</a:t>
            </a:r>
            <a:r>
              <a:rPr dirty="0" sz="650" spc="500" b="1"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Accessible</a:t>
            </a:r>
            <a:r>
              <a:rPr dirty="0" sz="650" spc="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on</a:t>
            </a:r>
            <a:r>
              <a:rPr dirty="0" sz="650" spc="2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10" b="1">
                <a:solidFill>
                  <a:srgbClr val="FFFFFF"/>
                </a:solidFill>
                <a:latin typeface="Open Sans"/>
                <a:cs typeface="Open Sans"/>
              </a:rPr>
              <a:t>White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3" name="object 83" descr=""/>
          <p:cNvSpPr txBox="1"/>
          <p:nvPr/>
        </p:nvSpPr>
        <p:spPr>
          <a:xfrm>
            <a:off x="2478667" y="5340936"/>
            <a:ext cx="1568450" cy="77025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650" spc="-10" b="1">
                <a:solidFill>
                  <a:srgbClr val="FFFFFF"/>
                </a:solidFill>
                <a:latin typeface="Open Sans"/>
                <a:cs typeface="Open Sans"/>
              </a:rPr>
              <a:t>Black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4" name="object 84" descr=""/>
          <p:cNvSpPr txBox="1"/>
          <p:nvPr/>
        </p:nvSpPr>
        <p:spPr>
          <a:xfrm>
            <a:off x="2478667" y="6872020"/>
            <a:ext cx="1568450" cy="770255"/>
          </a:xfrm>
          <a:prstGeom prst="rect">
            <a:avLst/>
          </a:prstGeom>
          <a:solidFill>
            <a:srgbClr val="007BAF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Accessible</a:t>
            </a:r>
            <a:r>
              <a:rPr dirty="0" sz="650" spc="3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2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endParaRPr sz="650">
              <a:latin typeface="Open Sans"/>
              <a:cs typeface="Open Sans"/>
            </a:endParaRPr>
          </a:p>
          <a:p>
            <a:pPr marL="92075" marR="639445">
              <a:lnSpc>
                <a:spcPct val="101499"/>
              </a:lnSpc>
              <a:spcBef>
                <a:spcPts val="790"/>
              </a:spcBef>
            </a:pPr>
            <a:r>
              <a:rPr dirty="0" sz="650" b="1">
                <a:latin typeface="Open Sans"/>
                <a:cs typeface="Open Sans"/>
              </a:rPr>
              <a:t>Accessible</a:t>
            </a:r>
            <a:r>
              <a:rPr dirty="0" sz="650" spc="1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on</a:t>
            </a:r>
            <a:r>
              <a:rPr dirty="0" sz="650" spc="20" b="1">
                <a:latin typeface="Open Sans"/>
                <a:cs typeface="Open Sans"/>
              </a:rPr>
              <a:t> </a:t>
            </a:r>
            <a:r>
              <a:rPr dirty="0" sz="650" spc="-10" b="1">
                <a:latin typeface="Open Sans"/>
                <a:cs typeface="Open Sans"/>
              </a:rPr>
              <a:t>Black</a:t>
            </a:r>
            <a:r>
              <a:rPr dirty="0" sz="650" spc="500" b="1"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Accessible</a:t>
            </a:r>
            <a:r>
              <a:rPr dirty="0" sz="650" spc="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on</a:t>
            </a:r>
            <a:r>
              <a:rPr dirty="0" sz="650" spc="2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10" b="1">
                <a:solidFill>
                  <a:srgbClr val="FFFFFF"/>
                </a:solidFill>
                <a:latin typeface="Open Sans"/>
                <a:cs typeface="Open Sans"/>
              </a:rPr>
              <a:t>White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5" name="object 85" descr=""/>
          <p:cNvSpPr txBox="1"/>
          <p:nvPr/>
        </p:nvSpPr>
        <p:spPr>
          <a:xfrm>
            <a:off x="4167464" y="3835956"/>
            <a:ext cx="1568450" cy="770255"/>
          </a:xfrm>
          <a:prstGeom prst="rect">
            <a:avLst/>
          </a:prstGeom>
          <a:solidFill>
            <a:srgbClr val="046A38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850">
              <a:latin typeface="Times New Roman"/>
              <a:cs typeface="Times New Roman"/>
            </a:endParaRPr>
          </a:p>
          <a:p>
            <a:pPr marL="92075">
              <a:lnSpc>
                <a:spcPct val="100000"/>
              </a:lnSpc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Green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6</a:t>
            </a:r>
            <a:endParaRPr sz="650">
              <a:latin typeface="Open Sans"/>
              <a:cs typeface="Open Sans"/>
            </a:endParaRPr>
          </a:p>
          <a:p>
            <a:pPr marL="92075">
              <a:lnSpc>
                <a:spcPct val="100000"/>
              </a:lnSpc>
              <a:spcBef>
                <a:spcPts val="80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Accessible</a:t>
            </a:r>
            <a:r>
              <a:rPr dirty="0" sz="650" spc="1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on</a:t>
            </a:r>
            <a:r>
              <a:rPr dirty="0" sz="650" spc="2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10" b="1">
                <a:solidFill>
                  <a:srgbClr val="FFFFFF"/>
                </a:solidFill>
                <a:latin typeface="Open Sans"/>
                <a:cs typeface="Open Sans"/>
              </a:rPr>
              <a:t>White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6" name="object 86" descr=""/>
          <p:cNvSpPr txBox="1"/>
          <p:nvPr/>
        </p:nvSpPr>
        <p:spPr>
          <a:xfrm>
            <a:off x="777230" y="3105564"/>
            <a:ext cx="718820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05104">
              <a:lnSpc>
                <a:spcPct val="122600"/>
              </a:lnSpc>
              <a:spcBef>
                <a:spcPts val="95"/>
              </a:spcBef>
            </a:pPr>
            <a:r>
              <a:rPr dirty="0" sz="650">
                <a:latin typeface="Open Sans"/>
                <a:cs typeface="Open Sans"/>
              </a:rPr>
              <a:t>Pantone</a:t>
            </a:r>
            <a:r>
              <a:rPr dirty="0" sz="650" spc="-5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368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#86BC25</a:t>
            </a:r>
            <a:endParaRPr sz="650">
              <a:latin typeface="Open Sans"/>
              <a:cs typeface="Open Sans"/>
            </a:endParaRPr>
          </a:p>
          <a:p>
            <a:pPr marL="12700" marR="5080">
              <a:lnSpc>
                <a:spcPct val="122600"/>
              </a:lnSpc>
            </a:pPr>
            <a:r>
              <a:rPr dirty="0" sz="650">
                <a:latin typeface="Open Sans"/>
                <a:cs typeface="Open Sans"/>
              </a:rPr>
              <a:t>R134</a:t>
            </a:r>
            <a:r>
              <a:rPr dirty="0" sz="650" spc="180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G188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B37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C55</a:t>
            </a:r>
            <a:r>
              <a:rPr dirty="0" sz="650" spc="350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M0</a:t>
            </a:r>
            <a:r>
              <a:rPr dirty="0" sz="650" spc="17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Y100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K0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87" name="object 87" descr=""/>
          <p:cNvSpPr txBox="1"/>
          <p:nvPr/>
        </p:nvSpPr>
        <p:spPr>
          <a:xfrm>
            <a:off x="777230" y="4610523"/>
            <a:ext cx="653415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9700">
              <a:lnSpc>
                <a:spcPct val="122600"/>
              </a:lnSpc>
              <a:spcBef>
                <a:spcPts val="95"/>
              </a:spcBef>
            </a:pPr>
            <a:r>
              <a:rPr dirty="0" sz="650">
                <a:latin typeface="Open Sans"/>
                <a:cs typeface="Open Sans"/>
              </a:rPr>
              <a:t>Pantone</a:t>
            </a:r>
            <a:r>
              <a:rPr dirty="0" sz="650" spc="-5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361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#43B02A</a:t>
            </a:r>
            <a:endParaRPr sz="650">
              <a:latin typeface="Open Sans"/>
              <a:cs typeface="Open Sans"/>
            </a:endParaRPr>
          </a:p>
          <a:p>
            <a:pPr marL="12700" marR="5080">
              <a:lnSpc>
                <a:spcPct val="122600"/>
              </a:lnSpc>
            </a:pPr>
            <a:r>
              <a:rPr dirty="0" sz="650">
                <a:latin typeface="Open Sans"/>
                <a:cs typeface="Open Sans"/>
              </a:rPr>
              <a:t>R67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G176</a:t>
            </a:r>
            <a:r>
              <a:rPr dirty="0" sz="650" spc="10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B42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C77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M0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Y100</a:t>
            </a:r>
            <a:r>
              <a:rPr dirty="0" sz="650" spc="10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K0</a:t>
            </a:r>
            <a:endParaRPr sz="650">
              <a:latin typeface="Open Sans"/>
              <a:cs typeface="Open Sans"/>
            </a:endParaRPr>
          </a:p>
        </p:txBody>
      </p:sp>
      <p:pic>
        <p:nvPicPr>
          <p:cNvPr id="88" name="object 8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2015" y="6168800"/>
            <a:ext cx="225982" cy="64092"/>
          </a:xfrm>
          <a:prstGeom prst="rect">
            <a:avLst/>
          </a:prstGeom>
        </p:spPr>
      </p:pic>
      <p:sp>
        <p:nvSpPr>
          <p:cNvPr id="89" name="object 89" descr=""/>
          <p:cNvSpPr txBox="1"/>
          <p:nvPr/>
        </p:nvSpPr>
        <p:spPr>
          <a:xfrm>
            <a:off x="777227" y="6257888"/>
            <a:ext cx="688975" cy="12636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650">
                <a:latin typeface="Open Sans"/>
                <a:cs typeface="Open Sans"/>
              </a:rPr>
              <a:t>R255</a:t>
            </a:r>
            <a:r>
              <a:rPr dirty="0" sz="650" spc="180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G255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 spc="-20">
                <a:latin typeface="Open Sans"/>
                <a:cs typeface="Open Sans"/>
              </a:rPr>
              <a:t>B255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777227" y="7646578"/>
            <a:ext cx="619125" cy="389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5240">
              <a:lnSpc>
                <a:spcPct val="122600"/>
              </a:lnSpc>
              <a:spcBef>
                <a:spcPts val="95"/>
              </a:spcBef>
            </a:pPr>
            <a:r>
              <a:rPr dirty="0" sz="650">
                <a:latin typeface="Open Sans"/>
                <a:cs typeface="Open Sans"/>
              </a:rPr>
              <a:t>Accessible</a:t>
            </a:r>
            <a:r>
              <a:rPr dirty="0" sz="650" spc="30">
                <a:latin typeface="Open Sans"/>
                <a:cs typeface="Open Sans"/>
              </a:rPr>
              <a:t> </a:t>
            </a:r>
            <a:r>
              <a:rPr dirty="0" sz="650" spc="-20">
                <a:latin typeface="Open Sans"/>
                <a:cs typeface="Open Sans"/>
              </a:rPr>
              <a:t>Teal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#0D8390</a:t>
            </a:r>
            <a:endParaRPr sz="6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650">
                <a:latin typeface="Open Sans"/>
                <a:cs typeface="Open Sans"/>
              </a:rPr>
              <a:t>R13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G131</a:t>
            </a:r>
            <a:r>
              <a:rPr dirty="0" sz="650" spc="10">
                <a:latin typeface="Open Sans"/>
                <a:cs typeface="Open Sans"/>
              </a:rPr>
              <a:t> </a:t>
            </a:r>
            <a:r>
              <a:rPr dirty="0" sz="650" spc="-20">
                <a:latin typeface="Open Sans"/>
                <a:cs typeface="Open Sans"/>
              </a:rPr>
              <a:t>B144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2466055" y="4610525"/>
            <a:ext cx="688975" cy="389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2600"/>
              </a:lnSpc>
              <a:spcBef>
                <a:spcPts val="95"/>
              </a:spcBef>
            </a:pPr>
            <a:r>
              <a:rPr dirty="0" sz="650">
                <a:latin typeface="Open Sans"/>
                <a:cs typeface="Open Sans"/>
              </a:rPr>
              <a:t>Accessible</a:t>
            </a:r>
            <a:r>
              <a:rPr dirty="0" sz="650" spc="30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Green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#26890D</a:t>
            </a:r>
            <a:endParaRPr sz="6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650">
                <a:latin typeface="Open Sans"/>
                <a:cs typeface="Open Sans"/>
              </a:rPr>
              <a:t>R38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G137</a:t>
            </a:r>
            <a:r>
              <a:rPr dirty="0" sz="650" spc="10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B13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2466055" y="6115483"/>
            <a:ext cx="605155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9845">
              <a:lnSpc>
                <a:spcPct val="122600"/>
              </a:lnSpc>
              <a:spcBef>
                <a:spcPts val="95"/>
              </a:spcBef>
            </a:pPr>
            <a:r>
              <a:rPr dirty="0" sz="650">
                <a:latin typeface="Open Sans"/>
                <a:cs typeface="Open Sans"/>
              </a:rPr>
              <a:t>Pantone</a:t>
            </a:r>
            <a:r>
              <a:rPr dirty="0" sz="650" spc="-5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Black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#000000</a:t>
            </a:r>
            <a:endParaRPr sz="6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650">
                <a:latin typeface="Open Sans"/>
                <a:cs typeface="Open Sans"/>
              </a:rPr>
              <a:t>R0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G0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B0</a:t>
            </a:r>
            <a:endParaRPr sz="6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650">
                <a:latin typeface="Open Sans"/>
                <a:cs typeface="Open Sans"/>
              </a:rPr>
              <a:t>C0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M0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Y0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 spc="-20">
                <a:latin typeface="Open Sans"/>
                <a:cs typeface="Open Sans"/>
              </a:rPr>
              <a:t>K100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2466055" y="7646578"/>
            <a:ext cx="622300" cy="389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2600"/>
              </a:lnSpc>
              <a:spcBef>
                <a:spcPts val="95"/>
              </a:spcBef>
            </a:pPr>
            <a:r>
              <a:rPr dirty="0" sz="650">
                <a:latin typeface="Open Sans"/>
                <a:cs typeface="Open Sans"/>
              </a:rPr>
              <a:t>Accessible</a:t>
            </a:r>
            <a:r>
              <a:rPr dirty="0" sz="650" spc="30">
                <a:latin typeface="Open Sans"/>
                <a:cs typeface="Open Sans"/>
              </a:rPr>
              <a:t> </a:t>
            </a:r>
            <a:r>
              <a:rPr dirty="0" sz="650" spc="-20">
                <a:latin typeface="Open Sans"/>
                <a:cs typeface="Open Sans"/>
              </a:rPr>
              <a:t>Blue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#007CB0</a:t>
            </a:r>
            <a:endParaRPr sz="6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650">
                <a:latin typeface="Open Sans"/>
                <a:cs typeface="Open Sans"/>
              </a:rPr>
              <a:t>R0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G124</a:t>
            </a:r>
            <a:r>
              <a:rPr dirty="0" sz="650" spc="10">
                <a:latin typeface="Open Sans"/>
                <a:cs typeface="Open Sans"/>
              </a:rPr>
              <a:t> </a:t>
            </a:r>
            <a:r>
              <a:rPr dirty="0" sz="650" spc="-20">
                <a:latin typeface="Open Sans"/>
                <a:cs typeface="Open Sans"/>
              </a:rPr>
              <a:t>B176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4154883" y="4610525"/>
            <a:ext cx="701040" cy="51180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87960">
              <a:lnSpc>
                <a:spcPct val="122600"/>
              </a:lnSpc>
              <a:spcBef>
                <a:spcPts val="95"/>
              </a:spcBef>
            </a:pPr>
            <a:r>
              <a:rPr dirty="0" sz="650">
                <a:latin typeface="Open Sans"/>
                <a:cs typeface="Open Sans"/>
              </a:rPr>
              <a:t>Pantone</a:t>
            </a:r>
            <a:r>
              <a:rPr dirty="0" sz="650" spc="-5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349</a:t>
            </a:r>
            <a:r>
              <a:rPr dirty="0" sz="650" spc="500">
                <a:latin typeface="Open Sans"/>
                <a:cs typeface="Open Sans"/>
              </a:rPr>
              <a:t> </a:t>
            </a:r>
            <a:r>
              <a:rPr dirty="0" sz="650" spc="-10">
                <a:latin typeface="Open Sans"/>
                <a:cs typeface="Open Sans"/>
              </a:rPr>
              <a:t>#046A38</a:t>
            </a:r>
            <a:endParaRPr sz="6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650">
                <a:latin typeface="Open Sans"/>
                <a:cs typeface="Open Sans"/>
              </a:rPr>
              <a:t>R4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G106</a:t>
            </a:r>
            <a:r>
              <a:rPr dirty="0" sz="650" spc="10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B56</a:t>
            </a:r>
            <a:endParaRPr sz="6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650">
                <a:latin typeface="Open Sans"/>
                <a:cs typeface="Open Sans"/>
              </a:rPr>
              <a:t>C90</a:t>
            </a:r>
            <a:r>
              <a:rPr dirty="0" sz="650" spc="5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M12</a:t>
            </a:r>
            <a:r>
              <a:rPr dirty="0" sz="650" spc="10">
                <a:latin typeface="Open Sans"/>
                <a:cs typeface="Open Sans"/>
              </a:rPr>
              <a:t> </a:t>
            </a:r>
            <a:r>
              <a:rPr dirty="0" sz="650">
                <a:latin typeface="Open Sans"/>
                <a:cs typeface="Open Sans"/>
              </a:rPr>
              <a:t>Y95</a:t>
            </a:r>
            <a:r>
              <a:rPr dirty="0" sz="650" spc="10">
                <a:latin typeface="Open Sans"/>
                <a:cs typeface="Open Sans"/>
              </a:rPr>
              <a:t> </a:t>
            </a:r>
            <a:r>
              <a:rPr dirty="0" sz="650" spc="-25">
                <a:latin typeface="Open Sans"/>
                <a:cs typeface="Open Sans"/>
              </a:rPr>
              <a:t>K40</a:t>
            </a:r>
            <a:endParaRPr sz="650">
              <a:latin typeface="Open Sans"/>
              <a:cs typeface="Open Sans"/>
            </a:endParaRPr>
          </a:p>
        </p:txBody>
      </p:sp>
      <p:pic>
        <p:nvPicPr>
          <p:cNvPr id="95" name="object 9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9029" y="9385222"/>
            <a:ext cx="2887995" cy="168434"/>
          </a:xfrm>
          <a:prstGeom prst="rect">
            <a:avLst/>
          </a:prstGeom>
        </p:spPr>
      </p:pic>
      <p:sp>
        <p:nvSpPr>
          <p:cNvPr id="96" name="object 96" descr=""/>
          <p:cNvSpPr txBox="1"/>
          <p:nvPr/>
        </p:nvSpPr>
        <p:spPr>
          <a:xfrm>
            <a:off x="771931" y="8611434"/>
            <a:ext cx="2712720" cy="114935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300" b="1">
                <a:latin typeface="Open Sans"/>
                <a:cs typeface="Open Sans"/>
              </a:rPr>
              <a:t>Accessible</a:t>
            </a:r>
            <a:r>
              <a:rPr dirty="0" sz="1300" spc="70" b="1">
                <a:latin typeface="Open Sans"/>
                <a:cs typeface="Open Sans"/>
              </a:rPr>
              <a:t> </a:t>
            </a:r>
            <a:r>
              <a:rPr dirty="0" sz="1300" spc="-10" b="1">
                <a:latin typeface="Open Sans"/>
                <a:cs typeface="Open Sans"/>
              </a:rPr>
              <a:t>Green:</a:t>
            </a:r>
            <a:endParaRPr sz="1300">
              <a:latin typeface="Open Sans"/>
              <a:cs typeface="Open Sans"/>
            </a:endParaRPr>
          </a:p>
          <a:p>
            <a:pPr marL="12700" marR="145415">
              <a:lnSpc>
                <a:spcPct val="101499"/>
              </a:lnSpc>
              <a:spcBef>
                <a:spcPts val="465"/>
              </a:spcBef>
            </a:pPr>
            <a:r>
              <a:rPr dirty="0" sz="1300">
                <a:latin typeface="Open Sans"/>
                <a:cs typeface="Open Sans"/>
              </a:rPr>
              <a:t>Color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contrast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between</a:t>
            </a:r>
            <a:r>
              <a:rPr dirty="0" sz="1300" spc="3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text</a:t>
            </a:r>
            <a:r>
              <a:rPr dirty="0" sz="1300" spc="30">
                <a:latin typeface="Open Sans"/>
                <a:cs typeface="Open Sans"/>
              </a:rPr>
              <a:t> </a:t>
            </a:r>
            <a:r>
              <a:rPr dirty="0" sz="1300" spc="-25">
                <a:latin typeface="Open Sans"/>
                <a:cs typeface="Open Sans"/>
              </a:rPr>
              <a:t>and </a:t>
            </a:r>
            <a:r>
              <a:rPr dirty="0" sz="1300">
                <a:latin typeface="Open Sans"/>
                <a:cs typeface="Open Sans"/>
              </a:rPr>
              <a:t>background</a:t>
            </a:r>
            <a:r>
              <a:rPr dirty="0" sz="1300" spc="4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is</a:t>
            </a:r>
            <a:r>
              <a:rPr dirty="0" sz="1300" spc="4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important</a:t>
            </a:r>
            <a:r>
              <a:rPr dirty="0" sz="1300" spc="4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on</a:t>
            </a:r>
            <a:r>
              <a:rPr dirty="0" sz="1300" spc="45">
                <a:latin typeface="Open Sans"/>
                <a:cs typeface="Open Sans"/>
              </a:rPr>
              <a:t> </a:t>
            </a:r>
            <a:r>
              <a:rPr dirty="0" sz="1300" spc="-25">
                <a:latin typeface="Open Sans"/>
                <a:cs typeface="Open Sans"/>
              </a:rPr>
              <a:t>web</a:t>
            </a:r>
            <a:endParaRPr sz="13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dirty="0" sz="1300">
                <a:latin typeface="Open Sans"/>
                <a:cs typeface="Open Sans"/>
              </a:rPr>
              <a:t>ability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to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perceive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the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 spc="-10">
                <a:latin typeface="Open Sans"/>
                <a:cs typeface="Open Sans"/>
              </a:rPr>
              <a:t>information.</a:t>
            </a:r>
            <a:endParaRPr sz="1300">
              <a:latin typeface="Open Sans"/>
              <a:cs typeface="Open Sans"/>
            </a:endParaRPr>
          </a:p>
        </p:txBody>
      </p:sp>
      <p:sp>
        <p:nvSpPr>
          <p:cNvPr id="97" name="object 97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 descr=""/>
          <p:cNvSpPr txBox="1"/>
          <p:nvPr/>
        </p:nvSpPr>
        <p:spPr>
          <a:xfrm>
            <a:off x="6867187" y="1868383"/>
            <a:ext cx="17310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b="1">
                <a:latin typeface="Open Sans"/>
                <a:cs typeface="Open Sans"/>
              </a:rPr>
              <a:t>Secondary</a:t>
            </a:r>
            <a:r>
              <a:rPr dirty="0" sz="1450" spc="155" b="1">
                <a:latin typeface="Open Sans"/>
                <a:cs typeface="Open Sans"/>
              </a:rPr>
              <a:t> </a:t>
            </a:r>
            <a:r>
              <a:rPr dirty="0" sz="1450" spc="-10" b="1">
                <a:latin typeface="Open Sans"/>
                <a:cs typeface="Open Sans"/>
              </a:rPr>
              <a:t>palette</a:t>
            </a:r>
            <a:endParaRPr sz="14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74897" y="3247869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31160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792742" y="3247869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3E1A0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810586" y="3247869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53270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6820734" y="4562730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F4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8838579" y="4562730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EED3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856423" y="4562730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FADF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874257" y="4562730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4" h="603885">
                <a:moveTo>
                  <a:pt x="1877670" y="0"/>
                </a:moveTo>
                <a:lnTo>
                  <a:pt x="0" y="0"/>
                </a:lnTo>
                <a:lnTo>
                  <a:pt x="0" y="603374"/>
                </a:lnTo>
                <a:lnTo>
                  <a:pt x="1877670" y="603374"/>
                </a:lnTo>
                <a:lnTo>
                  <a:pt x="1877670" y="0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825907" y="3247869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8843751" y="3247869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7C48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0861585" y="3247869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70" y="0"/>
                </a:moveTo>
                <a:lnTo>
                  <a:pt x="0" y="0"/>
                </a:lnTo>
                <a:lnTo>
                  <a:pt x="0" y="603374"/>
                </a:lnTo>
                <a:lnTo>
                  <a:pt x="1877670" y="603374"/>
                </a:lnTo>
                <a:lnTo>
                  <a:pt x="1877670" y="0"/>
                </a:lnTo>
                <a:close/>
              </a:path>
            </a:pathLst>
          </a:custGeom>
          <a:solidFill>
            <a:srgbClr val="9964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2874257" y="3243189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4" h="603885">
                <a:moveTo>
                  <a:pt x="1877670" y="0"/>
                </a:moveTo>
                <a:lnTo>
                  <a:pt x="0" y="0"/>
                </a:lnTo>
                <a:lnTo>
                  <a:pt x="0" y="603374"/>
                </a:lnTo>
                <a:lnTo>
                  <a:pt x="1877670" y="603374"/>
                </a:lnTo>
                <a:lnTo>
                  <a:pt x="1877670" y="0"/>
                </a:lnTo>
                <a:close/>
              </a:path>
            </a:pathLst>
          </a:custGeom>
          <a:solidFill>
            <a:srgbClr val="AC845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2784239" y="4559903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764426" y="4566949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B98F7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4812774" y="4562730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5">
                <a:moveTo>
                  <a:pt x="1877670" y="0"/>
                </a:moveTo>
                <a:lnTo>
                  <a:pt x="0" y="0"/>
                </a:lnTo>
                <a:lnTo>
                  <a:pt x="0" y="603374"/>
                </a:lnTo>
                <a:lnTo>
                  <a:pt x="1877670" y="603374"/>
                </a:lnTo>
                <a:lnTo>
                  <a:pt x="1877670" y="0"/>
                </a:lnTo>
                <a:close/>
              </a:path>
            </a:pathLst>
          </a:custGeom>
          <a:solidFill>
            <a:srgbClr val="EBC19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774897" y="765287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2792742" y="765287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A4271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4810586" y="765287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C2470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6820734" y="896773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041E4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8838579" y="896773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6825907" y="765287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DB61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843751" y="765287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EEB8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10861585" y="765287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70" y="0"/>
                </a:moveTo>
                <a:lnTo>
                  <a:pt x="0" y="0"/>
                </a:lnTo>
                <a:lnTo>
                  <a:pt x="0" y="603374"/>
                </a:lnTo>
                <a:lnTo>
                  <a:pt x="1877670" y="603374"/>
                </a:lnTo>
                <a:lnTo>
                  <a:pt x="1877670" y="0"/>
                </a:lnTo>
                <a:close/>
              </a:path>
            </a:pathLst>
          </a:custGeom>
          <a:solidFill>
            <a:srgbClr val="FFD2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764426" y="8971957"/>
            <a:ext cx="1877695" cy="603885"/>
          </a:xfrm>
          <a:custGeom>
            <a:avLst/>
            <a:gdLst/>
            <a:ahLst/>
            <a:cxnLst/>
            <a:rect l="l" t="t" r="r" b="b"/>
            <a:pathLst>
              <a:path w="1877695" h="603884">
                <a:moveTo>
                  <a:pt x="1877660" y="0"/>
                </a:moveTo>
                <a:lnTo>
                  <a:pt x="0" y="0"/>
                </a:lnTo>
                <a:lnTo>
                  <a:pt x="0" y="603374"/>
                </a:lnTo>
                <a:lnTo>
                  <a:pt x="1877660" y="603374"/>
                </a:lnTo>
                <a:lnTo>
                  <a:pt x="187766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 txBox="1"/>
          <p:nvPr/>
        </p:nvSpPr>
        <p:spPr>
          <a:xfrm>
            <a:off x="6820734" y="8967737"/>
            <a:ext cx="1877695" cy="603885"/>
          </a:xfrm>
          <a:prstGeom prst="rect">
            <a:avLst/>
          </a:prstGeom>
        </p:spPr>
        <p:txBody>
          <a:bodyPr wrap="square" lIns="0" tIns="8255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650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r>
              <a:rPr dirty="0" sz="650" spc="1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7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6815769" y="9775472"/>
            <a:ext cx="658495" cy="3397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243840">
              <a:lnSpc>
                <a:spcPct val="125000"/>
              </a:lnSpc>
              <a:spcBef>
                <a:spcPts val="95"/>
              </a:spcBef>
            </a:pPr>
            <a:r>
              <a:rPr dirty="0" sz="550" spc="-10">
                <a:latin typeface="Open Sans"/>
                <a:cs typeface="Open Sans"/>
              </a:rPr>
              <a:t>#041E42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R4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G30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B66</a:t>
            </a:r>
            <a:endParaRPr sz="5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550">
                <a:latin typeface="Open Sans"/>
                <a:cs typeface="Open Sans"/>
              </a:rPr>
              <a:t>C100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M90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Y13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K68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4812774" y="8967737"/>
            <a:ext cx="1877695" cy="603885"/>
          </a:xfrm>
          <a:prstGeom prst="rect">
            <a:avLst/>
          </a:prstGeom>
          <a:solidFill>
            <a:srgbClr val="96999B"/>
          </a:solidFill>
        </p:spPr>
        <p:txBody>
          <a:bodyPr wrap="square" lIns="0" tIns="82550" rIns="0" bIns="0" rtlCol="0" vert="horz">
            <a:spAutoFit/>
          </a:bodyPr>
          <a:lstStyle/>
          <a:p>
            <a:pPr marL="151130">
              <a:lnSpc>
                <a:spcPct val="100000"/>
              </a:lnSpc>
              <a:spcBef>
                <a:spcPts val="650"/>
              </a:spcBef>
            </a:pPr>
            <a:r>
              <a:rPr dirty="0" sz="650" b="1">
                <a:latin typeface="Open Sans"/>
                <a:cs typeface="Open Sans"/>
              </a:rPr>
              <a:t>Cool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Gray </a:t>
            </a:r>
            <a:r>
              <a:rPr dirty="0" sz="650" spc="-50" b="1">
                <a:latin typeface="Open Sans"/>
                <a:cs typeface="Open Sans"/>
              </a:rPr>
              <a:t>7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2784239" y="8964910"/>
            <a:ext cx="1877695" cy="603885"/>
          </a:xfrm>
          <a:prstGeom prst="rect">
            <a:avLst/>
          </a:prstGeom>
          <a:solidFill>
            <a:srgbClr val="D0D0CE"/>
          </a:solidFill>
        </p:spPr>
        <p:txBody>
          <a:bodyPr wrap="square" lIns="0" tIns="85090" rIns="0" bIns="0" rtlCol="0" vert="horz">
            <a:spAutoFit/>
          </a:bodyPr>
          <a:lstStyle/>
          <a:p>
            <a:pPr marL="121920">
              <a:lnSpc>
                <a:spcPct val="100000"/>
              </a:lnSpc>
              <a:spcBef>
                <a:spcPts val="670"/>
              </a:spcBef>
            </a:pPr>
            <a:r>
              <a:rPr dirty="0" sz="650" b="1">
                <a:latin typeface="Open Sans"/>
                <a:cs typeface="Open Sans"/>
              </a:rPr>
              <a:t>Cool</a:t>
            </a:r>
            <a:r>
              <a:rPr dirty="0" sz="650" spc="-5" b="1">
                <a:latin typeface="Open Sans"/>
                <a:cs typeface="Open Sans"/>
              </a:rPr>
              <a:t> </a:t>
            </a:r>
            <a:r>
              <a:rPr dirty="0" sz="650" b="1">
                <a:latin typeface="Open Sans"/>
                <a:cs typeface="Open Sans"/>
              </a:rPr>
              <a:t>Gray </a:t>
            </a:r>
            <a:r>
              <a:rPr dirty="0" sz="650" spc="-50" b="1">
                <a:latin typeface="Open Sans"/>
                <a:cs typeface="Open Sans"/>
              </a:rPr>
              <a:t>2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771528" y="9775466"/>
            <a:ext cx="587375" cy="3397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 spc="-10">
                <a:latin typeface="Open Sans"/>
                <a:cs typeface="Open Sans"/>
              </a:rPr>
              <a:t>#D0D0CE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R208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G208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B206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C5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M3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Y5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K11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4800074" y="9775466"/>
            <a:ext cx="616585" cy="3397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 spc="-10">
                <a:latin typeface="Open Sans"/>
                <a:cs typeface="Open Sans"/>
              </a:rPr>
              <a:t>#97999B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R151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G153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B155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C20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M14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Y12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K40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32793" y="781072"/>
            <a:ext cx="5517515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Expanded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color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palette</a:t>
            </a:r>
            <a:r>
              <a:rPr dirty="0" sz="1950" spc="55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(for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avatar</a:t>
            </a:r>
            <a:r>
              <a:rPr dirty="0" sz="1950" spc="55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use</a:t>
            </a:r>
            <a:r>
              <a:rPr dirty="0" sz="1950" spc="5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only)</a:t>
            </a:r>
            <a:endParaRPr sz="1950">
              <a:latin typeface="Open Sans"/>
              <a:cs typeface="Open Sans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 txBox="1"/>
          <p:nvPr/>
        </p:nvSpPr>
        <p:spPr>
          <a:xfrm>
            <a:off x="732804" y="2029282"/>
            <a:ext cx="13819505" cy="92836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Open Sans"/>
                <a:cs typeface="Open Sans"/>
              </a:rPr>
              <a:t>Skin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and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hair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colors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are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to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kept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realistic.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Colors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like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blues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and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greens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may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used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as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hair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colors,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as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hair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can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dyed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to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those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colors,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but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skin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colors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should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always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</a:t>
            </a:r>
            <a:r>
              <a:rPr dirty="0" sz="1300" spc="25">
                <a:latin typeface="Open Sans"/>
                <a:cs typeface="Open Sans"/>
              </a:rPr>
              <a:t> </a:t>
            </a:r>
            <a:r>
              <a:rPr dirty="0" sz="1300" spc="-10">
                <a:latin typeface="Open Sans"/>
                <a:cs typeface="Open Sans"/>
              </a:rPr>
              <a:t>natural.</a:t>
            </a:r>
            <a:endParaRPr sz="1300">
              <a:latin typeface="Open Sans"/>
              <a:cs typeface="Open Sans"/>
            </a:endParaRPr>
          </a:p>
          <a:p>
            <a:pPr>
              <a:lnSpc>
                <a:spcPct val="100000"/>
              </a:lnSpc>
            </a:pPr>
            <a:endParaRPr sz="180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450" b="1">
                <a:latin typeface="Open Sans"/>
                <a:cs typeface="Open Sans"/>
              </a:rPr>
              <a:t>Skin</a:t>
            </a:r>
            <a:r>
              <a:rPr dirty="0" sz="1450" spc="60" b="1">
                <a:latin typeface="Open Sans"/>
                <a:cs typeface="Open Sans"/>
              </a:rPr>
              <a:t> </a:t>
            </a:r>
            <a:r>
              <a:rPr dirty="0" sz="1450" b="1">
                <a:latin typeface="Open Sans"/>
                <a:cs typeface="Open Sans"/>
              </a:rPr>
              <a:t>and</a:t>
            </a:r>
            <a:r>
              <a:rPr dirty="0" sz="1450" spc="65" b="1">
                <a:latin typeface="Open Sans"/>
                <a:cs typeface="Open Sans"/>
              </a:rPr>
              <a:t> </a:t>
            </a:r>
            <a:r>
              <a:rPr dirty="0" sz="1450" spc="-20" b="1">
                <a:latin typeface="Open Sans"/>
                <a:cs typeface="Open Sans"/>
              </a:rPr>
              <a:t>hair</a:t>
            </a:r>
            <a:endParaRPr sz="1450">
              <a:latin typeface="Open Sans"/>
              <a:cs typeface="Open Sans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32804" y="7161248"/>
            <a:ext cx="42672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20" b="1">
                <a:latin typeface="Open Sans"/>
                <a:cs typeface="Open Sans"/>
              </a:rPr>
              <a:t>Hair</a:t>
            </a:r>
            <a:endParaRPr sz="1450">
              <a:latin typeface="Open Sans"/>
              <a:cs typeface="Open Sans"/>
            </a:endParaRPr>
          </a:p>
        </p:txBody>
      </p:sp>
      <p:graphicFrame>
        <p:nvGraphicFramePr>
          <p:cNvPr id="35" name="object 35" descr=""/>
          <p:cNvGraphicFramePr>
            <a:graphicFrameLocks noGrp="1"/>
          </p:cNvGraphicFramePr>
          <p:nvPr/>
        </p:nvGraphicFramePr>
        <p:xfrm>
          <a:off x="743136" y="4051398"/>
          <a:ext cx="12753975" cy="308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6040"/>
                <a:gridCol w="2018030"/>
                <a:gridCol w="2014220"/>
                <a:gridCol w="2014220"/>
                <a:gridCol w="2020570"/>
                <a:gridCol w="2018029"/>
                <a:gridCol w="1333500"/>
              </a:tblGrid>
              <a:tr h="102235">
                <a:tc>
                  <a:txBody>
                    <a:bodyPr/>
                    <a:lstStyle/>
                    <a:p>
                      <a:pPr marL="31750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#321709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#3f1a05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#542701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#713c1a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#7d4921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#996536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#ac8456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</a:tr>
              <a:tr h="104139">
                <a:tc>
                  <a:txBody>
                    <a:bodyPr/>
                    <a:lstStyle/>
                    <a:p>
                      <a:pPr marL="31750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R50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G23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B09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R63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G26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B05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R84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G39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B01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R113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G60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B26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R125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G73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B33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R153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G101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B54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R172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G132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B86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</a:tr>
              <a:tr h="102235">
                <a:tc>
                  <a:txBody>
                    <a:bodyPr/>
                    <a:lstStyle/>
                    <a:p>
                      <a:pPr marL="31750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C53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M73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Y78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K76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C48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M76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Y83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K71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C42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M75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Y94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K59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C36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M74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Y98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K41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C35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M69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Y97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K34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5645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C32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M59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Y88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K18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10565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C30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M46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Y73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K08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</a:tr>
            </a:tbl>
          </a:graphicData>
        </a:graphic>
      </p:graphicFrame>
      <p:graphicFrame>
        <p:nvGraphicFramePr>
          <p:cNvPr id="36" name="object 36" descr=""/>
          <p:cNvGraphicFramePr>
            <a:graphicFrameLocks noGrp="1"/>
          </p:cNvGraphicFramePr>
          <p:nvPr/>
        </p:nvGraphicFramePr>
        <p:xfrm>
          <a:off x="743136" y="5382531"/>
          <a:ext cx="12724765" cy="3086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435"/>
                <a:gridCol w="2018029"/>
                <a:gridCol w="2014219"/>
                <a:gridCol w="2014220"/>
                <a:gridCol w="2020570"/>
                <a:gridCol w="2018029"/>
                <a:gridCol w="1318895"/>
              </a:tblGrid>
              <a:tr h="102235">
                <a:tc>
                  <a:txBody>
                    <a:bodyPr/>
                    <a:lstStyle/>
                    <a:p>
                      <a:pPr marL="31750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#ba8f72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#cf9e76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#ecc19c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23900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#f4d1ad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#efd4b1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#fbdfe2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725170">
                        <a:lnSpc>
                          <a:spcPts val="640"/>
                        </a:lnSpc>
                        <a:spcBef>
                          <a:spcPts val="6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#fbeced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8255"/>
                </a:tc>
              </a:tr>
              <a:tr h="104139">
                <a:tc>
                  <a:txBody>
                    <a:bodyPr/>
                    <a:lstStyle/>
                    <a:p>
                      <a:pPr marL="31750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R186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G143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0">
                          <a:latin typeface="Open Sans"/>
                          <a:cs typeface="Open Sans"/>
                        </a:rPr>
                        <a:t>B114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R207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G158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0">
                          <a:latin typeface="Open Sans"/>
                          <a:cs typeface="Open Sans"/>
                        </a:rPr>
                        <a:t>B118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R236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G193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0">
                          <a:latin typeface="Open Sans"/>
                          <a:cs typeface="Open Sans"/>
                        </a:rPr>
                        <a:t>B156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3900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R244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G209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0">
                          <a:latin typeface="Open Sans"/>
                          <a:cs typeface="Open Sans"/>
                        </a:rPr>
                        <a:t>B173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R239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G212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0">
                          <a:latin typeface="Open Sans"/>
                          <a:cs typeface="Open Sans"/>
                        </a:rPr>
                        <a:t>B177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R251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G223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0">
                          <a:latin typeface="Open Sans"/>
                          <a:cs typeface="Open Sans"/>
                        </a:rPr>
                        <a:t>B226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5170">
                        <a:lnSpc>
                          <a:spcPts val="64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R251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G236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0">
                          <a:latin typeface="Open Sans"/>
                          <a:cs typeface="Open Sans"/>
                        </a:rPr>
                        <a:t>B237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</a:tr>
              <a:tr h="102235">
                <a:tc>
                  <a:txBody>
                    <a:bodyPr/>
                    <a:lstStyle/>
                    <a:p>
                      <a:pPr marL="31750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C27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M44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Y57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K3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C19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M39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Y57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C7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M25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Y39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3900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C3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M18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Y32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7710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C5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M16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Y31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C0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M14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Y4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25170">
                        <a:lnSpc>
                          <a:spcPts val="620"/>
                        </a:lnSpc>
                        <a:spcBef>
                          <a:spcPts val="85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C0</a:t>
                      </a:r>
                      <a:r>
                        <a:rPr dirty="0" sz="550" spc="3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M7</a:t>
                      </a:r>
                      <a:r>
                        <a:rPr dirty="0" sz="550" spc="3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Y3</a:t>
                      </a:r>
                      <a:r>
                        <a:rPr dirty="0" sz="550" spc="3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0795"/>
                </a:tc>
              </a:tr>
            </a:tbl>
          </a:graphicData>
        </a:graphic>
      </p:graphicFrame>
      <p:graphicFrame>
        <p:nvGraphicFramePr>
          <p:cNvPr id="37" name="object 37" descr=""/>
          <p:cNvGraphicFramePr>
            <a:graphicFrameLocks noGrp="1"/>
          </p:cNvGraphicFramePr>
          <p:nvPr/>
        </p:nvGraphicFramePr>
        <p:xfrm>
          <a:off x="743136" y="8428501"/>
          <a:ext cx="12838430" cy="376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0325"/>
                <a:gridCol w="2044064"/>
                <a:gridCol w="1992630"/>
                <a:gridCol w="2013585"/>
                <a:gridCol w="2005329"/>
                <a:gridCol w="1996439"/>
                <a:gridCol w="1453515"/>
              </a:tblGrid>
              <a:tr h="12763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50" spc="-10">
                          <a:latin typeface="Open Sans"/>
                          <a:cs typeface="Open Sans"/>
                        </a:rPr>
                        <a:t>#000000</a:t>
                      </a:r>
                      <a:endParaRPr sz="650">
                        <a:latin typeface="Open Sans"/>
                        <a:cs typeface="Open Sans"/>
                      </a:endParaRPr>
                    </a:p>
                  </a:txBody>
                  <a:tcPr marL="0" marR="0" marB="0" marT="6985"/>
                </a:tc>
                <a:tc>
                  <a:txBody>
                    <a:bodyPr/>
                    <a:lstStyle/>
                    <a:p>
                      <a:pPr marL="718820">
                        <a:lnSpc>
                          <a:spcPts val="625"/>
                        </a:lnSpc>
                        <a:spcBef>
                          <a:spcPts val="28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#a52713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ts val="625"/>
                        </a:lnSpc>
                        <a:spcBef>
                          <a:spcPts val="28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#c24807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ts val="625"/>
                        </a:lnSpc>
                        <a:spcBef>
                          <a:spcPts val="28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#db6221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25"/>
                        </a:lnSpc>
                        <a:spcBef>
                          <a:spcPts val="28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#efb941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ts val="625"/>
                        </a:lnSpc>
                        <a:spcBef>
                          <a:spcPts val="285"/>
                        </a:spcBef>
                      </a:pPr>
                      <a:r>
                        <a:rPr dirty="0" sz="550" spc="-10">
                          <a:latin typeface="Open Sans"/>
                          <a:cs typeface="Open Sans"/>
                        </a:rPr>
                        <a:t>#ﬀd332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ts val="690"/>
                        </a:lnSpc>
                        <a:spcBef>
                          <a:spcPts val="219"/>
                        </a:spcBef>
                      </a:pPr>
                      <a:r>
                        <a:rPr dirty="0" sz="650" spc="-10">
                          <a:latin typeface="Open Sans"/>
                          <a:cs typeface="Open Sans"/>
                        </a:rPr>
                        <a:t>#046A38</a:t>
                      </a:r>
                      <a:endParaRPr sz="650">
                        <a:latin typeface="Open Sans"/>
                        <a:cs typeface="Open Sans"/>
                      </a:endParaRPr>
                    </a:p>
                  </a:txBody>
                  <a:tcPr marL="0" marR="0" marB="0" marT="27939"/>
                </a:tc>
              </a:tr>
              <a:tr h="1181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650">
                          <a:latin typeface="Open Sans"/>
                          <a:cs typeface="Open Sans"/>
                        </a:rPr>
                        <a:t>R0</a:t>
                      </a:r>
                      <a:r>
                        <a:rPr dirty="0" sz="650" spc="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>
                          <a:latin typeface="Open Sans"/>
                          <a:cs typeface="Open Sans"/>
                        </a:rPr>
                        <a:t>G0</a:t>
                      </a:r>
                      <a:r>
                        <a:rPr dirty="0" sz="650" spc="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 spc="-25">
                          <a:latin typeface="Open Sans"/>
                          <a:cs typeface="Open Sans"/>
                        </a:rPr>
                        <a:t>B0</a:t>
                      </a:r>
                      <a:endParaRPr sz="650">
                        <a:latin typeface="Open Sans"/>
                        <a:cs typeface="Open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88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R165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G39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B19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R194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G72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B7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R219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G98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B33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R117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G120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0">
                          <a:latin typeface="Open Sans"/>
                          <a:cs typeface="Open Sans"/>
                        </a:rPr>
                        <a:t>B123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R255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G211</a:t>
                      </a:r>
                      <a:r>
                        <a:rPr dirty="0" sz="550" spc="5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B50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12700"/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ts val="670"/>
                        </a:lnSpc>
                        <a:spcBef>
                          <a:spcPts val="165"/>
                        </a:spcBef>
                      </a:pPr>
                      <a:r>
                        <a:rPr dirty="0" sz="650">
                          <a:latin typeface="Open Sans"/>
                          <a:cs typeface="Open Sans"/>
                        </a:rPr>
                        <a:t>R4</a:t>
                      </a:r>
                      <a:r>
                        <a:rPr dirty="0" sz="650" spc="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>
                          <a:latin typeface="Open Sans"/>
                          <a:cs typeface="Open Sans"/>
                        </a:rPr>
                        <a:t>G106</a:t>
                      </a:r>
                      <a:r>
                        <a:rPr dirty="0" sz="650" spc="1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 spc="-25">
                          <a:latin typeface="Open Sans"/>
                          <a:cs typeface="Open Sans"/>
                        </a:rPr>
                        <a:t>B56</a:t>
                      </a:r>
                      <a:endParaRPr sz="650">
                        <a:latin typeface="Open Sans"/>
                        <a:cs typeface="Open Sans"/>
                      </a:endParaRPr>
                    </a:p>
                  </a:txBody>
                  <a:tcPr marL="0" marR="0" marB="0" marT="20955"/>
                </a:tc>
              </a:tr>
              <a:tr h="1308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650">
                          <a:latin typeface="Open Sans"/>
                          <a:cs typeface="Open Sans"/>
                        </a:rPr>
                        <a:t>C0</a:t>
                      </a:r>
                      <a:r>
                        <a:rPr dirty="0" sz="650" spc="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>
                          <a:latin typeface="Open Sans"/>
                          <a:cs typeface="Open Sans"/>
                        </a:rPr>
                        <a:t>M0</a:t>
                      </a:r>
                      <a:r>
                        <a:rPr dirty="0" sz="650" spc="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>
                          <a:latin typeface="Open Sans"/>
                          <a:cs typeface="Open Sans"/>
                        </a:rPr>
                        <a:t>Y0</a:t>
                      </a:r>
                      <a:r>
                        <a:rPr dirty="0" sz="650" spc="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 spc="-20">
                          <a:latin typeface="Open Sans"/>
                          <a:cs typeface="Open Sans"/>
                        </a:rPr>
                        <a:t>K100</a:t>
                      </a:r>
                      <a:endParaRPr sz="650">
                        <a:latin typeface="Open Sans"/>
                        <a:cs typeface="Open Sans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 marL="718820">
                        <a:lnSpc>
                          <a:spcPts val="650"/>
                        </a:lnSpc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C24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M96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Y100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K18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2150">
                        <a:lnSpc>
                          <a:spcPts val="650"/>
                        </a:lnSpc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C17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M84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Y100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K7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09295">
                        <a:lnSpc>
                          <a:spcPts val="650"/>
                        </a:lnSpc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C10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M74</a:t>
                      </a:r>
                      <a:r>
                        <a:rPr dirty="0" sz="550" spc="4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Y100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K1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13105">
                        <a:lnSpc>
                          <a:spcPts val="650"/>
                        </a:lnSpc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C6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M28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Y86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ts val="650"/>
                        </a:lnSpc>
                      </a:pPr>
                      <a:r>
                        <a:rPr dirty="0" sz="550">
                          <a:latin typeface="Open Sans"/>
                          <a:cs typeface="Open Sans"/>
                        </a:rPr>
                        <a:t>C1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M15</a:t>
                      </a:r>
                      <a:r>
                        <a:rPr dirty="0" sz="550" spc="4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>
                          <a:latin typeface="Open Sans"/>
                          <a:cs typeface="Open Sans"/>
                        </a:rPr>
                        <a:t>Y89</a:t>
                      </a:r>
                      <a:r>
                        <a:rPr dirty="0" sz="550" spc="3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550" spc="-25">
                          <a:latin typeface="Open Sans"/>
                          <a:cs typeface="Open Sans"/>
                        </a:rPr>
                        <a:t>K0</a:t>
                      </a:r>
                      <a:endParaRPr sz="550">
                        <a:latin typeface="Open Sans"/>
                        <a:cs typeface="Open San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46125">
                        <a:lnSpc>
                          <a:spcPts val="745"/>
                        </a:lnSpc>
                        <a:spcBef>
                          <a:spcPts val="185"/>
                        </a:spcBef>
                      </a:pPr>
                      <a:r>
                        <a:rPr dirty="0" sz="650">
                          <a:latin typeface="Open Sans"/>
                          <a:cs typeface="Open Sans"/>
                        </a:rPr>
                        <a:t>C90</a:t>
                      </a:r>
                      <a:r>
                        <a:rPr dirty="0" sz="650" spc="5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>
                          <a:latin typeface="Open Sans"/>
                          <a:cs typeface="Open Sans"/>
                        </a:rPr>
                        <a:t>M12</a:t>
                      </a:r>
                      <a:r>
                        <a:rPr dirty="0" sz="650" spc="1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>
                          <a:latin typeface="Open Sans"/>
                          <a:cs typeface="Open Sans"/>
                        </a:rPr>
                        <a:t>Y95</a:t>
                      </a:r>
                      <a:r>
                        <a:rPr dirty="0" sz="650" spc="10">
                          <a:latin typeface="Open Sans"/>
                          <a:cs typeface="Open Sans"/>
                        </a:rPr>
                        <a:t> </a:t>
                      </a:r>
                      <a:r>
                        <a:rPr dirty="0" sz="650" spc="-25">
                          <a:latin typeface="Open Sans"/>
                          <a:cs typeface="Open Sans"/>
                        </a:rPr>
                        <a:t>K40</a:t>
                      </a:r>
                      <a:endParaRPr sz="650">
                        <a:latin typeface="Open Sans"/>
                        <a:cs typeface="Open Sans"/>
                      </a:endParaRPr>
                    </a:p>
                  </a:txBody>
                  <a:tcPr marL="0" marR="0" marB="0" marT="23495"/>
                </a:tc>
              </a:tr>
            </a:tbl>
          </a:graphicData>
        </a:graphic>
      </p:graphicFrame>
      <p:sp>
        <p:nvSpPr>
          <p:cNvPr id="38" name="object 38" descr=""/>
          <p:cNvSpPr txBox="1"/>
          <p:nvPr/>
        </p:nvSpPr>
        <p:spPr>
          <a:xfrm>
            <a:off x="762186" y="9763121"/>
            <a:ext cx="587375" cy="3397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 spc="-10">
                <a:latin typeface="Open Sans"/>
                <a:cs typeface="Open Sans"/>
              </a:rPr>
              <a:t>#f2f2f2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R242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G242</a:t>
            </a:r>
            <a:r>
              <a:rPr dirty="0" sz="550" spc="5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B242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C4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M2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Y2</a:t>
            </a:r>
            <a:r>
              <a:rPr dirty="0" sz="550" spc="3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8825867" y="9763121"/>
            <a:ext cx="616585" cy="3397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 spc="-10">
                <a:latin typeface="Open Sans"/>
                <a:cs typeface="Open Sans"/>
              </a:rPr>
              <a:t>#243b7a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R36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G59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B122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C100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M89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Y23</a:t>
            </a:r>
            <a:r>
              <a:rPr dirty="0" sz="550" spc="4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K9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5037641" y="6865659"/>
            <a:ext cx="601916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Open Sans"/>
                <a:cs typeface="Open Sans"/>
              </a:rPr>
              <a:t>To</a:t>
            </a:r>
            <a:r>
              <a:rPr dirty="0" sz="1300" spc="1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be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used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sparingly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as</a:t>
            </a:r>
            <a:r>
              <a:rPr dirty="0" sz="1300" spc="1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a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hair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color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or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in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speciﬁc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religious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or</a:t>
            </a:r>
            <a:r>
              <a:rPr dirty="0" sz="1300" spc="20">
                <a:latin typeface="Open Sans"/>
                <a:cs typeface="Open Sans"/>
              </a:rPr>
              <a:t> </a:t>
            </a:r>
            <a:r>
              <a:rPr dirty="0" sz="1300">
                <a:latin typeface="Open Sans"/>
                <a:cs typeface="Open Sans"/>
              </a:rPr>
              <a:t>cultural</a:t>
            </a:r>
            <a:r>
              <a:rPr dirty="0" sz="1300" spc="15">
                <a:latin typeface="Open Sans"/>
                <a:cs typeface="Open Sans"/>
              </a:rPr>
              <a:t> </a:t>
            </a:r>
            <a:r>
              <a:rPr dirty="0" sz="1300" spc="-10">
                <a:latin typeface="Open Sans"/>
                <a:cs typeface="Open Sans"/>
              </a:rPr>
              <a:t>clothing</a:t>
            </a:r>
            <a:endParaRPr sz="1300">
              <a:latin typeface="Open Sans"/>
              <a:cs typeface="Open Sans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2819467" y="7274134"/>
            <a:ext cx="9914890" cy="221615"/>
          </a:xfrm>
          <a:custGeom>
            <a:avLst/>
            <a:gdLst/>
            <a:ahLst/>
            <a:cxnLst/>
            <a:rect l="l" t="t" r="r" b="b"/>
            <a:pathLst>
              <a:path w="9914890" h="221615">
                <a:moveTo>
                  <a:pt x="0" y="221333"/>
                </a:moveTo>
                <a:lnTo>
                  <a:pt x="0" y="0"/>
                </a:lnTo>
                <a:lnTo>
                  <a:pt x="9914619" y="0"/>
                </a:lnTo>
                <a:lnTo>
                  <a:pt x="9914619" y="204046"/>
                </a:lnTo>
              </a:path>
            </a:pathLst>
          </a:custGeom>
          <a:ln w="78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>
            <a:off x="12879430" y="7652877"/>
            <a:ext cx="1877695" cy="603885"/>
          </a:xfrm>
          <a:prstGeom prst="rect">
            <a:avLst/>
          </a:prstGeom>
          <a:solidFill>
            <a:srgbClr val="046A38"/>
          </a:solidFill>
        </p:spPr>
        <p:txBody>
          <a:bodyPr wrap="square" lIns="0" tIns="95885" rIns="0" bIns="0" rtlCol="0" vert="horz">
            <a:spAutoFit/>
          </a:bodyPr>
          <a:lstStyle/>
          <a:p>
            <a:pPr marL="100965">
              <a:lnSpc>
                <a:spcPct val="100000"/>
              </a:lnSpc>
              <a:spcBef>
                <a:spcPts val="755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Green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6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10856423" y="8967737"/>
            <a:ext cx="1877695" cy="603885"/>
          </a:xfrm>
          <a:prstGeom prst="rect">
            <a:avLst/>
          </a:prstGeom>
          <a:solidFill>
            <a:srgbClr val="0076A8"/>
          </a:solidFill>
        </p:spPr>
        <p:txBody>
          <a:bodyPr wrap="square" lIns="0" tIns="82550" rIns="0" bIns="0" rtlCol="0" vert="horz">
            <a:spAutoFit/>
          </a:bodyPr>
          <a:lstStyle/>
          <a:p>
            <a:pPr marL="84455">
              <a:lnSpc>
                <a:spcPct val="100000"/>
              </a:lnSpc>
              <a:spcBef>
                <a:spcPts val="650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Blue</a:t>
            </a:r>
            <a:r>
              <a:rPr dirty="0" sz="650" spc="10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4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0843726" y="9763093"/>
            <a:ext cx="574675" cy="3397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 spc="-10">
                <a:latin typeface="Open Sans"/>
                <a:cs typeface="Open Sans"/>
              </a:rPr>
              <a:t>#0076A8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G118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B168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C95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M41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Y10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K0</a:t>
            </a:r>
            <a:endParaRPr sz="550">
              <a:latin typeface="Open Sans"/>
              <a:cs typeface="Open Sans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2874257" y="8967737"/>
            <a:ext cx="1877695" cy="603885"/>
          </a:xfrm>
          <a:prstGeom prst="rect">
            <a:avLst/>
          </a:prstGeom>
          <a:solidFill>
            <a:srgbClr val="0096A9"/>
          </a:solidFill>
        </p:spPr>
        <p:txBody>
          <a:bodyPr wrap="square" lIns="0" tIns="82550" rIns="0" bIns="0" rtlCol="0" vert="horz">
            <a:spAutoFit/>
          </a:bodyPr>
          <a:lstStyle/>
          <a:p>
            <a:pPr marL="106045">
              <a:lnSpc>
                <a:spcPct val="100000"/>
              </a:lnSpc>
              <a:spcBef>
                <a:spcPts val="650"/>
              </a:spcBef>
            </a:pPr>
            <a:r>
              <a:rPr dirty="0" sz="650" b="1">
                <a:solidFill>
                  <a:srgbClr val="FFFFFF"/>
                </a:solidFill>
                <a:latin typeface="Open Sans"/>
                <a:cs typeface="Open Sans"/>
              </a:rPr>
              <a:t>Teal</a:t>
            </a:r>
            <a:r>
              <a:rPr dirty="0" sz="650" spc="-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650" spc="-50" b="1">
                <a:solidFill>
                  <a:srgbClr val="FFFFFF"/>
                </a:solidFill>
                <a:latin typeface="Open Sans"/>
                <a:cs typeface="Open Sans"/>
              </a:rPr>
              <a:t>5</a:t>
            </a:r>
            <a:endParaRPr sz="650">
              <a:latin typeface="Open Sans"/>
              <a:cs typeface="Open Sans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2866739" y="9723097"/>
            <a:ext cx="532765" cy="339725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dirty="0" sz="550" spc="-10">
                <a:latin typeface="Open Sans"/>
                <a:cs typeface="Open Sans"/>
              </a:rPr>
              <a:t>#0097A9</a:t>
            </a:r>
            <a:endParaRPr sz="550">
              <a:latin typeface="Open Sans"/>
              <a:cs typeface="Open Sans"/>
            </a:endParaRPr>
          </a:p>
          <a:p>
            <a:pPr marL="12700" marR="5080">
              <a:lnSpc>
                <a:spcPct val="125000"/>
              </a:lnSpc>
            </a:pPr>
            <a:r>
              <a:rPr dirty="0" sz="550">
                <a:latin typeface="Open Sans"/>
                <a:cs typeface="Open Sans"/>
              </a:rPr>
              <a:t>R0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G151</a:t>
            </a:r>
            <a:r>
              <a:rPr dirty="0" sz="550" spc="40">
                <a:latin typeface="Open Sans"/>
                <a:cs typeface="Open Sans"/>
              </a:rPr>
              <a:t> </a:t>
            </a:r>
            <a:r>
              <a:rPr dirty="0" sz="550" spc="-20">
                <a:latin typeface="Open Sans"/>
                <a:cs typeface="Open Sans"/>
              </a:rPr>
              <a:t>B169</a:t>
            </a:r>
            <a:r>
              <a:rPr dirty="0" sz="550" spc="500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C98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M0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>
                <a:latin typeface="Open Sans"/>
                <a:cs typeface="Open Sans"/>
              </a:rPr>
              <a:t>Y28</a:t>
            </a:r>
            <a:r>
              <a:rPr dirty="0" sz="550" spc="35">
                <a:latin typeface="Open Sans"/>
                <a:cs typeface="Open Sans"/>
              </a:rPr>
              <a:t> </a:t>
            </a:r>
            <a:r>
              <a:rPr dirty="0" sz="550" spc="-25">
                <a:latin typeface="Open Sans"/>
                <a:cs typeface="Open Sans"/>
              </a:rPr>
              <a:t>K4</a:t>
            </a:r>
            <a:endParaRPr sz="55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402552" y="8197435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13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170763" y="8197435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14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50121" y="8197435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15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748332" y="8197435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16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560579" y="8197435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17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347643" y="8197435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18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157689" y="8197435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19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964982" y="8197435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20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789342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01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11222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02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402415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03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70625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04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949983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05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748194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06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560441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07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347505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08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6157551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09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7964844" y="559748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10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789204" y="8195646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11</a:t>
            </a:r>
            <a:endParaRPr sz="1050">
              <a:latin typeface="Open Sans"/>
              <a:cs typeface="Open San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611085" y="8225921"/>
            <a:ext cx="182880" cy="191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25" b="1">
                <a:solidFill>
                  <a:srgbClr val="62666A"/>
                </a:solidFill>
                <a:latin typeface="Open Sans"/>
                <a:cs typeface="Open Sans"/>
              </a:rPr>
              <a:t>12</a:t>
            </a:r>
            <a:endParaRPr sz="1050">
              <a:latin typeface="Open Sans"/>
              <a:cs typeface="Open Sans"/>
            </a:endParaRPr>
          </a:p>
        </p:txBody>
      </p:sp>
      <p:pic>
        <p:nvPicPr>
          <p:cNvPr id="22" name="object 2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970" y="3679709"/>
            <a:ext cx="1479337" cy="1479337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2873" y="3679709"/>
            <a:ext cx="1479337" cy="1479337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4138" y="3679709"/>
            <a:ext cx="1479337" cy="1479337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22418" y="3679709"/>
            <a:ext cx="1479337" cy="1479337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01778" y="3679709"/>
            <a:ext cx="1479337" cy="1479337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99954" y="3679709"/>
            <a:ext cx="1479337" cy="1479337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12255" y="3679709"/>
            <a:ext cx="1479337" cy="1479337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699362" y="3679709"/>
            <a:ext cx="1479337" cy="147933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509413" y="3679709"/>
            <a:ext cx="1479337" cy="1479337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40970" y="6370078"/>
            <a:ext cx="1479337" cy="1479337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7316718" y="3679709"/>
            <a:ext cx="1479337" cy="1479337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962873" y="6370078"/>
            <a:ext cx="1479337" cy="1479337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54138" y="6370078"/>
            <a:ext cx="1479337" cy="1479337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522418" y="6370078"/>
            <a:ext cx="1479337" cy="1479337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301778" y="6370078"/>
            <a:ext cx="1479337" cy="1479337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099954" y="6370078"/>
            <a:ext cx="1479337" cy="1479337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912255" y="6370078"/>
            <a:ext cx="1479337" cy="1479337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699362" y="6370078"/>
            <a:ext cx="1479337" cy="1479337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509413" y="6370078"/>
            <a:ext cx="1479337" cy="1479337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316718" y="6370078"/>
            <a:ext cx="1479337" cy="1479337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740022" y="2047589"/>
            <a:ext cx="1261491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>
                <a:latin typeface="Open Sans"/>
                <a:cs typeface="Open Sans"/>
              </a:rPr>
              <a:t>Please</a:t>
            </a:r>
            <a:r>
              <a:rPr dirty="0" sz="1450" spc="6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refer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to</a:t>
            </a:r>
            <a:r>
              <a:rPr dirty="0" sz="1450" spc="6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the</a:t>
            </a:r>
            <a:r>
              <a:rPr dirty="0" sz="1450" spc="75">
                <a:latin typeface="Open Sans"/>
                <a:cs typeface="Open Sans"/>
              </a:rPr>
              <a:t> </a:t>
            </a:r>
            <a:r>
              <a:rPr dirty="0" sz="1450" b="1">
                <a:solidFill>
                  <a:srgbClr val="00A2DF"/>
                </a:solidFill>
                <a:latin typeface="Open Sans"/>
                <a:cs typeface="Open Sans"/>
              </a:rPr>
              <a:t>Global</a:t>
            </a:r>
            <a:r>
              <a:rPr dirty="0" sz="1450" spc="70" b="1">
                <a:solidFill>
                  <a:srgbClr val="00A2DF"/>
                </a:solidFill>
                <a:latin typeface="Open Sans"/>
                <a:cs typeface="Open Sans"/>
              </a:rPr>
              <a:t> </a:t>
            </a:r>
            <a:r>
              <a:rPr dirty="0" sz="1450" b="1">
                <a:solidFill>
                  <a:srgbClr val="00A2DF"/>
                </a:solidFill>
                <a:latin typeface="Open Sans"/>
                <a:cs typeface="Open Sans"/>
              </a:rPr>
              <a:t>Illustration</a:t>
            </a:r>
            <a:r>
              <a:rPr dirty="0" sz="1450" spc="65" b="1">
                <a:solidFill>
                  <a:srgbClr val="00A2DF"/>
                </a:solidFill>
                <a:latin typeface="Open Sans"/>
                <a:cs typeface="Open Sans"/>
              </a:rPr>
              <a:t> </a:t>
            </a:r>
            <a:r>
              <a:rPr dirty="0" sz="1450" b="1">
                <a:solidFill>
                  <a:srgbClr val="00A2DF"/>
                </a:solidFill>
                <a:latin typeface="Open Sans"/>
                <a:cs typeface="Open Sans"/>
              </a:rPr>
              <a:t>Guidelines</a:t>
            </a:r>
            <a:r>
              <a:rPr dirty="0" sz="1450" spc="75" b="1">
                <a:solidFill>
                  <a:srgbClr val="00A2DF"/>
                </a:solidFill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for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explanation</a:t>
            </a:r>
            <a:r>
              <a:rPr dirty="0" sz="1450" spc="6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on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how</a:t>
            </a:r>
            <a:r>
              <a:rPr dirty="0" sz="1450" spc="6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to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apply</a:t>
            </a:r>
            <a:r>
              <a:rPr dirty="0" sz="1450" spc="6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these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patterns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and</a:t>
            </a:r>
            <a:r>
              <a:rPr dirty="0" sz="1450" spc="6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textures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to</a:t>
            </a:r>
            <a:r>
              <a:rPr dirty="0" sz="1450" spc="65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colors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using</a:t>
            </a:r>
            <a:r>
              <a:rPr dirty="0" sz="1450" spc="70">
                <a:latin typeface="Open Sans"/>
                <a:cs typeface="Open Sans"/>
              </a:rPr>
              <a:t> </a:t>
            </a:r>
            <a:r>
              <a:rPr dirty="0" sz="1450">
                <a:latin typeface="Open Sans"/>
                <a:cs typeface="Open Sans"/>
              </a:rPr>
              <a:t>blending</a:t>
            </a:r>
            <a:r>
              <a:rPr dirty="0" sz="1450" spc="65">
                <a:latin typeface="Open Sans"/>
                <a:cs typeface="Open Sans"/>
              </a:rPr>
              <a:t> </a:t>
            </a:r>
            <a:r>
              <a:rPr dirty="0" sz="1450" spc="-10">
                <a:latin typeface="Open Sans"/>
                <a:cs typeface="Open Sans"/>
              </a:rPr>
              <a:t>modes.</a:t>
            </a:r>
            <a:endParaRPr sz="1450">
              <a:latin typeface="Open Sans"/>
              <a:cs typeface="Open Sans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732793" y="781072"/>
            <a:ext cx="277749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Patterns</a:t>
            </a:r>
            <a:r>
              <a:rPr dirty="0" sz="1950" spc="65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and</a:t>
            </a:r>
            <a:r>
              <a:rPr dirty="0" sz="1950" spc="6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textures</a:t>
            </a:r>
            <a:endParaRPr sz="1950">
              <a:latin typeface="Open Sans"/>
              <a:cs typeface="Open Sans"/>
            </a:endParaRPr>
          </a:p>
        </p:txBody>
      </p:sp>
      <p:sp>
        <p:nvSpPr>
          <p:cNvPr id="44" name="object 44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664032" y="10309525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13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14572" y="10309525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14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60387" y="10309525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15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0653193" y="10309525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16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102386" y="10309525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17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067283" y="10309525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18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789228" y="10309525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19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7522984" y="10309525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20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172500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01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915575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02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566116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03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11931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04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8904736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05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0622347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06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2318827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07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4040770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08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5774527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09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7485969" y="5727127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10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172500" y="10307819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11</a:t>
            </a:r>
            <a:endParaRPr sz="1000">
              <a:latin typeface="Open Sans"/>
              <a:cs typeface="Open Sans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930407" y="10336696"/>
            <a:ext cx="175895" cy="1835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00" spc="-25" b="1">
                <a:solidFill>
                  <a:srgbClr val="62666A"/>
                </a:solidFill>
                <a:latin typeface="Open Sans"/>
                <a:cs typeface="Open Sans"/>
              </a:rPr>
              <a:t>12</a:t>
            </a:r>
            <a:endParaRPr sz="1000">
              <a:latin typeface="Open Sans"/>
              <a:cs typeface="Open Sans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6999742" y="1915942"/>
            <a:ext cx="1139825" cy="3535679"/>
            <a:chOff x="16999742" y="1915942"/>
            <a:chExt cx="1139825" cy="3535679"/>
          </a:xfrm>
        </p:grpSpPr>
        <p:sp>
          <p:nvSpPr>
            <p:cNvPr id="23" name="object 23" descr=""/>
            <p:cNvSpPr/>
            <p:nvPr/>
          </p:nvSpPr>
          <p:spPr>
            <a:xfrm>
              <a:off x="17164788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19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9" y="21911"/>
                  </a:lnTo>
                  <a:lnTo>
                    <a:pt x="286022" y="27065"/>
                  </a:lnTo>
                  <a:lnTo>
                    <a:pt x="276441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5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7" y="277850"/>
                  </a:lnTo>
                  <a:lnTo>
                    <a:pt x="26694" y="286366"/>
                  </a:lnTo>
                  <a:lnTo>
                    <a:pt x="22363" y="297376"/>
                  </a:lnTo>
                  <a:lnTo>
                    <a:pt x="21828" y="307313"/>
                  </a:lnTo>
                  <a:lnTo>
                    <a:pt x="24065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11" y="400241"/>
                  </a:lnTo>
                  <a:lnTo>
                    <a:pt x="8773" y="405962"/>
                  </a:lnTo>
                  <a:lnTo>
                    <a:pt x="3434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8" y="570063"/>
                  </a:lnTo>
                  <a:lnTo>
                    <a:pt x="31562" y="579642"/>
                  </a:lnTo>
                  <a:lnTo>
                    <a:pt x="44394" y="585053"/>
                  </a:lnTo>
                  <a:lnTo>
                    <a:pt x="45033" y="585179"/>
                  </a:lnTo>
                  <a:lnTo>
                    <a:pt x="45651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4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86" y="731224"/>
                  </a:lnTo>
                  <a:lnTo>
                    <a:pt x="760100" y="726071"/>
                  </a:lnTo>
                  <a:lnTo>
                    <a:pt x="769679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11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79" y="269802"/>
                  </a:lnTo>
                  <a:lnTo>
                    <a:pt x="829245" y="260222"/>
                  </a:lnTo>
                  <a:lnTo>
                    <a:pt x="816412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2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9" y="40169"/>
                  </a:lnTo>
                  <a:lnTo>
                    <a:pt x="591131" y="43700"/>
                  </a:lnTo>
                  <a:lnTo>
                    <a:pt x="584566" y="48839"/>
                  </a:lnTo>
                  <a:lnTo>
                    <a:pt x="582066" y="37800"/>
                  </a:lnTo>
                  <a:lnTo>
                    <a:pt x="576400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2" y="18641"/>
                  </a:lnTo>
                  <a:lnTo>
                    <a:pt x="528726" y="23586"/>
                  </a:lnTo>
                  <a:lnTo>
                    <a:pt x="521877" y="30714"/>
                  </a:lnTo>
                  <a:lnTo>
                    <a:pt x="518421" y="21255"/>
                  </a:lnTo>
                  <a:lnTo>
                    <a:pt x="512471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8" y="6480"/>
                  </a:lnTo>
                  <a:lnTo>
                    <a:pt x="463611" y="12940"/>
                  </a:lnTo>
                  <a:lnTo>
                    <a:pt x="456978" y="21971"/>
                  </a:lnTo>
                  <a:lnTo>
                    <a:pt x="452975" y="14426"/>
                  </a:lnTo>
                  <a:lnTo>
                    <a:pt x="447386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7063035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4997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83" y="458254"/>
                  </a:lnTo>
                  <a:lnTo>
                    <a:pt x="149783" y="424167"/>
                  </a:lnTo>
                  <a:lnTo>
                    <a:pt x="192290" y="371309"/>
                  </a:lnTo>
                  <a:lnTo>
                    <a:pt x="241185" y="416166"/>
                  </a:lnTo>
                  <a:lnTo>
                    <a:pt x="272465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516086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7519555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7398187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69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7494896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7124291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7450546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7019798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4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458137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029124" y="2777517"/>
              <a:ext cx="987720" cy="1969771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7029121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5" h="731520">
                  <a:moveTo>
                    <a:pt x="425002" y="0"/>
                  </a:moveTo>
                  <a:lnTo>
                    <a:pt x="385909" y="32567"/>
                  </a:lnTo>
                  <a:lnTo>
                    <a:pt x="342726" y="62329"/>
                  </a:lnTo>
                  <a:lnTo>
                    <a:pt x="296880" y="89770"/>
                  </a:lnTo>
                  <a:lnTo>
                    <a:pt x="249799" y="115374"/>
                  </a:lnTo>
                  <a:lnTo>
                    <a:pt x="157643" y="163014"/>
                  </a:lnTo>
                  <a:lnTo>
                    <a:pt x="115422" y="186019"/>
                  </a:lnTo>
                  <a:lnTo>
                    <a:pt x="77677" y="209128"/>
                  </a:lnTo>
                  <a:lnTo>
                    <a:pt x="45834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2" y="366271"/>
                  </a:lnTo>
                  <a:lnTo>
                    <a:pt x="28706" y="413158"/>
                  </a:lnTo>
                  <a:lnTo>
                    <a:pt x="58962" y="452337"/>
                  </a:lnTo>
                  <a:lnTo>
                    <a:pt x="94818" y="483191"/>
                  </a:lnTo>
                  <a:lnTo>
                    <a:pt x="132520" y="505104"/>
                  </a:lnTo>
                  <a:lnTo>
                    <a:pt x="168319" y="517460"/>
                  </a:lnTo>
                  <a:lnTo>
                    <a:pt x="176967" y="556551"/>
                  </a:lnTo>
                  <a:lnTo>
                    <a:pt x="178311" y="594319"/>
                  </a:lnTo>
                  <a:lnTo>
                    <a:pt x="173620" y="632083"/>
                  </a:lnTo>
                  <a:lnTo>
                    <a:pt x="164162" y="671162"/>
                  </a:lnTo>
                  <a:lnTo>
                    <a:pt x="164052" y="693423"/>
                  </a:lnTo>
                  <a:lnTo>
                    <a:pt x="176937" y="710034"/>
                  </a:lnTo>
                  <a:lnTo>
                    <a:pt x="201100" y="721517"/>
                  </a:lnTo>
                  <a:lnTo>
                    <a:pt x="234826" y="728388"/>
                  </a:lnTo>
                  <a:lnTo>
                    <a:pt x="276399" y="731168"/>
                  </a:lnTo>
                  <a:lnTo>
                    <a:pt x="324105" y="730376"/>
                  </a:lnTo>
                  <a:lnTo>
                    <a:pt x="376226" y="726530"/>
                  </a:lnTo>
                  <a:lnTo>
                    <a:pt x="431048" y="720149"/>
                  </a:lnTo>
                  <a:lnTo>
                    <a:pt x="486855" y="711752"/>
                  </a:lnTo>
                  <a:lnTo>
                    <a:pt x="541932" y="701859"/>
                  </a:lnTo>
                  <a:lnTo>
                    <a:pt x="594562" y="690988"/>
                  </a:lnTo>
                  <a:lnTo>
                    <a:pt x="643030" y="679659"/>
                  </a:lnTo>
                  <a:lnTo>
                    <a:pt x="685621" y="668389"/>
                  </a:lnTo>
                  <a:lnTo>
                    <a:pt x="746308" y="648107"/>
                  </a:lnTo>
                  <a:lnTo>
                    <a:pt x="762898" y="634294"/>
                  </a:lnTo>
                  <a:lnTo>
                    <a:pt x="752899" y="622085"/>
                  </a:lnTo>
                  <a:lnTo>
                    <a:pt x="744409" y="603442"/>
                  </a:lnTo>
                  <a:lnTo>
                    <a:pt x="738083" y="576378"/>
                  </a:lnTo>
                  <a:lnTo>
                    <a:pt x="734577" y="538907"/>
                  </a:lnTo>
                  <a:lnTo>
                    <a:pt x="734544" y="489041"/>
                  </a:lnTo>
                  <a:lnTo>
                    <a:pt x="738640" y="424792"/>
                  </a:lnTo>
                  <a:lnTo>
                    <a:pt x="747521" y="344173"/>
                  </a:lnTo>
                  <a:lnTo>
                    <a:pt x="761840" y="245196"/>
                  </a:lnTo>
                  <a:lnTo>
                    <a:pt x="763312" y="224477"/>
                  </a:lnTo>
                  <a:lnTo>
                    <a:pt x="761008" y="182142"/>
                  </a:lnTo>
                  <a:lnTo>
                    <a:pt x="752319" y="129780"/>
                  </a:lnTo>
                  <a:lnTo>
                    <a:pt x="734637" y="78981"/>
                  </a:lnTo>
                  <a:lnTo>
                    <a:pt x="709909" y="45335"/>
                  </a:lnTo>
                  <a:lnTo>
                    <a:pt x="640505" y="27547"/>
                  </a:lnTo>
                  <a:lnTo>
                    <a:pt x="595269" y="38480"/>
                  </a:lnTo>
                  <a:lnTo>
                    <a:pt x="542638" y="59346"/>
                  </a:lnTo>
                  <a:lnTo>
                    <a:pt x="482330" y="87683"/>
                  </a:lnTo>
                  <a:lnTo>
                    <a:pt x="430436" y="86342"/>
                  </a:lnTo>
                  <a:lnTo>
                    <a:pt x="404164" y="84413"/>
                  </a:lnTo>
                  <a:lnTo>
                    <a:pt x="398105" y="74385"/>
                  </a:lnTo>
                  <a:lnTo>
                    <a:pt x="406854" y="48751"/>
                  </a:lnTo>
                  <a:lnTo>
                    <a:pt x="42500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7376680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2" y="809958"/>
                  </a:lnTo>
                  <a:lnTo>
                    <a:pt x="625744" y="758371"/>
                  </a:lnTo>
                  <a:lnTo>
                    <a:pt x="601494" y="716658"/>
                  </a:lnTo>
                  <a:lnTo>
                    <a:pt x="574678" y="682684"/>
                  </a:lnTo>
                  <a:lnTo>
                    <a:pt x="547082" y="654312"/>
                  </a:lnTo>
                  <a:lnTo>
                    <a:pt x="520492" y="629408"/>
                  </a:lnTo>
                  <a:lnTo>
                    <a:pt x="496693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7363896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6" y="173797"/>
                  </a:lnTo>
                  <a:lnTo>
                    <a:pt x="34388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7322813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4" h="1213485">
                  <a:moveTo>
                    <a:pt x="416052" y="230339"/>
                  </a:moveTo>
                  <a:lnTo>
                    <a:pt x="415810" y="186613"/>
                  </a:lnTo>
                  <a:lnTo>
                    <a:pt x="410019" y="144818"/>
                  </a:lnTo>
                  <a:lnTo>
                    <a:pt x="397395" y="106070"/>
                  </a:lnTo>
                  <a:lnTo>
                    <a:pt x="376707" y="71526"/>
                  </a:lnTo>
                  <a:lnTo>
                    <a:pt x="346659" y="42291"/>
                  </a:lnTo>
                  <a:lnTo>
                    <a:pt x="306019" y="19519"/>
                  </a:lnTo>
                  <a:lnTo>
                    <a:pt x="253517" y="4330"/>
                  </a:lnTo>
                  <a:lnTo>
                    <a:pt x="201790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55" y="80060"/>
                  </a:lnTo>
                  <a:lnTo>
                    <a:pt x="43383" y="116954"/>
                  </a:lnTo>
                  <a:lnTo>
                    <a:pt x="27228" y="157632"/>
                  </a:lnTo>
                  <a:lnTo>
                    <a:pt x="14744" y="200583"/>
                  </a:lnTo>
                  <a:lnTo>
                    <a:pt x="5270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798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06" y="498386"/>
                  </a:lnTo>
                  <a:lnTo>
                    <a:pt x="114376" y="521030"/>
                  </a:lnTo>
                  <a:lnTo>
                    <a:pt x="154279" y="534200"/>
                  </a:lnTo>
                  <a:lnTo>
                    <a:pt x="196545" y="536422"/>
                  </a:lnTo>
                  <a:lnTo>
                    <a:pt x="237756" y="527939"/>
                  </a:lnTo>
                  <a:lnTo>
                    <a:pt x="276860" y="509968"/>
                  </a:lnTo>
                  <a:lnTo>
                    <a:pt x="312851" y="483679"/>
                  </a:lnTo>
                  <a:lnTo>
                    <a:pt x="344690" y="450253"/>
                  </a:lnTo>
                  <a:lnTo>
                    <a:pt x="371335" y="410883"/>
                  </a:lnTo>
                  <a:lnTo>
                    <a:pt x="391756" y="366750"/>
                  </a:lnTo>
                  <a:lnTo>
                    <a:pt x="404926" y="319049"/>
                  </a:lnTo>
                  <a:lnTo>
                    <a:pt x="412000" y="274866"/>
                  </a:lnTo>
                  <a:lnTo>
                    <a:pt x="416052" y="230339"/>
                  </a:lnTo>
                  <a:close/>
                </a:path>
                <a:path w="817244" h="1213485">
                  <a:moveTo>
                    <a:pt x="816622" y="1010843"/>
                  </a:moveTo>
                  <a:lnTo>
                    <a:pt x="801255" y="951992"/>
                  </a:lnTo>
                  <a:lnTo>
                    <a:pt x="776262" y="907529"/>
                  </a:lnTo>
                  <a:lnTo>
                    <a:pt x="740562" y="864577"/>
                  </a:lnTo>
                  <a:lnTo>
                    <a:pt x="725500" y="853262"/>
                  </a:lnTo>
                  <a:lnTo>
                    <a:pt x="709396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42" y="969276"/>
                  </a:lnTo>
                  <a:lnTo>
                    <a:pt x="598868" y="995603"/>
                  </a:lnTo>
                  <a:lnTo>
                    <a:pt x="553567" y="1044003"/>
                  </a:lnTo>
                  <a:lnTo>
                    <a:pt x="513168" y="1099324"/>
                  </a:lnTo>
                  <a:lnTo>
                    <a:pt x="476491" y="1155230"/>
                  </a:lnTo>
                  <a:lnTo>
                    <a:pt x="518401" y="1213065"/>
                  </a:lnTo>
                  <a:lnTo>
                    <a:pt x="602818" y="1178229"/>
                  </a:lnTo>
                  <a:lnTo>
                    <a:pt x="673430" y="1145844"/>
                  </a:lnTo>
                  <a:lnTo>
                    <a:pt x="731951" y="1113421"/>
                  </a:lnTo>
                  <a:lnTo>
                    <a:pt x="769480" y="1083132"/>
                  </a:lnTo>
                  <a:lnTo>
                    <a:pt x="808342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07838" y="3345255"/>
              <a:ext cx="138090" cy="146145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6999742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10" y="4213"/>
                  </a:lnTo>
                  <a:lnTo>
                    <a:pt x="407211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7007091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4" h="1643379">
                  <a:moveTo>
                    <a:pt x="434289" y="0"/>
                  </a:moveTo>
                  <a:lnTo>
                    <a:pt x="379488" y="7810"/>
                  </a:lnTo>
                  <a:lnTo>
                    <a:pt x="327317" y="21551"/>
                  </a:lnTo>
                  <a:lnTo>
                    <a:pt x="279984" y="49974"/>
                  </a:lnTo>
                  <a:lnTo>
                    <a:pt x="183832" y="111099"/>
                  </a:lnTo>
                  <a:lnTo>
                    <a:pt x="78041" y="179133"/>
                  </a:lnTo>
                  <a:lnTo>
                    <a:pt x="40106" y="203911"/>
                  </a:lnTo>
                  <a:lnTo>
                    <a:pt x="22021" y="216192"/>
                  </a:lnTo>
                  <a:lnTo>
                    <a:pt x="35915" y="223494"/>
                  </a:lnTo>
                  <a:lnTo>
                    <a:pt x="43599" y="231114"/>
                  </a:lnTo>
                  <a:lnTo>
                    <a:pt x="47840" y="243725"/>
                  </a:lnTo>
                  <a:lnTo>
                    <a:pt x="51384" y="266001"/>
                  </a:lnTo>
                  <a:lnTo>
                    <a:pt x="47790" y="399059"/>
                  </a:lnTo>
                  <a:lnTo>
                    <a:pt x="29629" y="620598"/>
                  </a:lnTo>
                  <a:lnTo>
                    <a:pt x="9512" y="828433"/>
                  </a:lnTo>
                  <a:lnTo>
                    <a:pt x="0" y="920419"/>
                  </a:lnTo>
                  <a:lnTo>
                    <a:pt x="12700" y="1604454"/>
                  </a:lnTo>
                  <a:lnTo>
                    <a:pt x="59042" y="915352"/>
                  </a:lnTo>
                  <a:lnTo>
                    <a:pt x="84607" y="547890"/>
                  </a:lnTo>
                  <a:lnTo>
                    <a:pt x="98513" y="378117"/>
                  </a:lnTo>
                  <a:lnTo>
                    <a:pt x="109880" y="282016"/>
                  </a:lnTo>
                  <a:lnTo>
                    <a:pt x="141300" y="229184"/>
                  </a:lnTo>
                  <a:lnTo>
                    <a:pt x="172186" y="202018"/>
                  </a:lnTo>
                  <a:lnTo>
                    <a:pt x="210324" y="173761"/>
                  </a:lnTo>
                  <a:lnTo>
                    <a:pt x="299707" y="112102"/>
                  </a:lnTo>
                  <a:lnTo>
                    <a:pt x="346659" y="77812"/>
                  </a:lnTo>
                  <a:lnTo>
                    <a:pt x="392239" y="40589"/>
                  </a:lnTo>
                  <a:lnTo>
                    <a:pt x="434289" y="0"/>
                  </a:lnTo>
                  <a:close/>
                </a:path>
                <a:path w="715644" h="1643379">
                  <a:moveTo>
                    <a:pt x="715238" y="7467"/>
                  </a:moveTo>
                  <a:lnTo>
                    <a:pt x="702157" y="4610"/>
                  </a:lnTo>
                  <a:lnTo>
                    <a:pt x="685876" y="2235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26"/>
                  </a:lnTo>
                  <a:lnTo>
                    <a:pt x="457200" y="171462"/>
                  </a:lnTo>
                  <a:lnTo>
                    <a:pt x="425894" y="207746"/>
                  </a:lnTo>
                  <a:lnTo>
                    <a:pt x="400253" y="244678"/>
                  </a:lnTo>
                  <a:lnTo>
                    <a:pt x="381177" y="282244"/>
                  </a:lnTo>
                  <a:lnTo>
                    <a:pt x="369582" y="320421"/>
                  </a:lnTo>
                  <a:lnTo>
                    <a:pt x="399948" y="575792"/>
                  </a:lnTo>
                  <a:lnTo>
                    <a:pt x="488797" y="1025029"/>
                  </a:lnTo>
                  <a:lnTo>
                    <a:pt x="581875" y="1452626"/>
                  </a:lnTo>
                  <a:lnTo>
                    <a:pt x="624954" y="1643049"/>
                  </a:lnTo>
                  <a:lnTo>
                    <a:pt x="685317" y="1639252"/>
                  </a:lnTo>
                  <a:lnTo>
                    <a:pt x="538289" y="985596"/>
                  </a:lnTo>
                  <a:lnTo>
                    <a:pt x="463130" y="636016"/>
                  </a:lnTo>
                  <a:lnTo>
                    <a:pt x="436308" y="471982"/>
                  </a:lnTo>
                  <a:lnTo>
                    <a:pt x="434289" y="374980"/>
                  </a:lnTo>
                  <a:lnTo>
                    <a:pt x="458114" y="300012"/>
                  </a:lnTo>
                  <a:lnTo>
                    <a:pt x="507212" y="268986"/>
                  </a:lnTo>
                  <a:lnTo>
                    <a:pt x="555688" y="263715"/>
                  </a:lnTo>
                  <a:lnTo>
                    <a:pt x="577608" y="266001"/>
                  </a:lnTo>
                  <a:lnTo>
                    <a:pt x="715238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7709529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6725629" y="1915942"/>
            <a:ext cx="1139825" cy="3535679"/>
            <a:chOff x="6725629" y="1915942"/>
            <a:chExt cx="1139825" cy="3535679"/>
          </a:xfrm>
        </p:grpSpPr>
        <p:sp>
          <p:nvSpPr>
            <p:cNvPr id="43" name="object 43" descr=""/>
            <p:cNvSpPr/>
            <p:nvPr/>
          </p:nvSpPr>
          <p:spPr>
            <a:xfrm>
              <a:off x="6890675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9" y="21911"/>
                  </a:lnTo>
                  <a:lnTo>
                    <a:pt x="286022" y="27065"/>
                  </a:lnTo>
                  <a:lnTo>
                    <a:pt x="276441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5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9" y="277850"/>
                  </a:lnTo>
                  <a:lnTo>
                    <a:pt x="26698" y="286366"/>
                  </a:lnTo>
                  <a:lnTo>
                    <a:pt x="22374" y="297376"/>
                  </a:lnTo>
                  <a:lnTo>
                    <a:pt x="21832" y="307313"/>
                  </a:lnTo>
                  <a:lnTo>
                    <a:pt x="24066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11" y="400241"/>
                  </a:lnTo>
                  <a:lnTo>
                    <a:pt x="8773" y="405962"/>
                  </a:lnTo>
                  <a:lnTo>
                    <a:pt x="3434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8" y="570063"/>
                  </a:lnTo>
                  <a:lnTo>
                    <a:pt x="31562" y="579642"/>
                  </a:lnTo>
                  <a:lnTo>
                    <a:pt x="44394" y="585053"/>
                  </a:lnTo>
                  <a:lnTo>
                    <a:pt x="45033" y="585179"/>
                  </a:lnTo>
                  <a:lnTo>
                    <a:pt x="45651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4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59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86" y="731224"/>
                  </a:lnTo>
                  <a:lnTo>
                    <a:pt x="760100" y="726071"/>
                  </a:lnTo>
                  <a:lnTo>
                    <a:pt x="769679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11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80" y="269802"/>
                  </a:lnTo>
                  <a:lnTo>
                    <a:pt x="829249" y="260222"/>
                  </a:lnTo>
                  <a:lnTo>
                    <a:pt x="816423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3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9" y="40169"/>
                  </a:lnTo>
                  <a:lnTo>
                    <a:pt x="591131" y="43700"/>
                  </a:lnTo>
                  <a:lnTo>
                    <a:pt x="584566" y="48839"/>
                  </a:lnTo>
                  <a:lnTo>
                    <a:pt x="582066" y="37800"/>
                  </a:lnTo>
                  <a:lnTo>
                    <a:pt x="576400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1" y="18641"/>
                  </a:lnTo>
                  <a:lnTo>
                    <a:pt x="528721" y="23586"/>
                  </a:lnTo>
                  <a:lnTo>
                    <a:pt x="521866" y="30714"/>
                  </a:lnTo>
                  <a:lnTo>
                    <a:pt x="518416" y="21255"/>
                  </a:lnTo>
                  <a:lnTo>
                    <a:pt x="512470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7" y="6480"/>
                  </a:lnTo>
                  <a:lnTo>
                    <a:pt x="463607" y="12940"/>
                  </a:lnTo>
                  <a:lnTo>
                    <a:pt x="456968" y="21971"/>
                  </a:lnTo>
                  <a:lnTo>
                    <a:pt x="452970" y="14426"/>
                  </a:lnTo>
                  <a:lnTo>
                    <a:pt x="447384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788925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7995" y="614997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70" y="458254"/>
                  </a:lnTo>
                  <a:lnTo>
                    <a:pt x="149771" y="424167"/>
                  </a:lnTo>
                  <a:lnTo>
                    <a:pt x="192290" y="371322"/>
                  </a:lnTo>
                  <a:lnTo>
                    <a:pt x="241173" y="416166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7241972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245442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6" y="76638"/>
                  </a:lnTo>
                  <a:lnTo>
                    <a:pt x="32646" y="112268"/>
                  </a:lnTo>
                  <a:lnTo>
                    <a:pt x="41059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124075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220784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850178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176434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745684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184024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5011" y="2777517"/>
              <a:ext cx="987725" cy="1969771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6755018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7"/>
                  </a:lnTo>
                  <a:lnTo>
                    <a:pt x="342716" y="62329"/>
                  </a:lnTo>
                  <a:lnTo>
                    <a:pt x="296871" y="89770"/>
                  </a:lnTo>
                  <a:lnTo>
                    <a:pt x="249791" y="115374"/>
                  </a:lnTo>
                  <a:lnTo>
                    <a:pt x="157637" y="163014"/>
                  </a:lnTo>
                  <a:lnTo>
                    <a:pt x="115418" y="186019"/>
                  </a:lnTo>
                  <a:lnTo>
                    <a:pt x="77674" y="209128"/>
                  </a:lnTo>
                  <a:lnTo>
                    <a:pt x="45833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47"/>
                  </a:lnTo>
                  <a:lnTo>
                    <a:pt x="595259" y="38480"/>
                  </a:lnTo>
                  <a:lnTo>
                    <a:pt x="542627" y="59346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102567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089783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048690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5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18"/>
                  </a:lnTo>
                  <a:lnTo>
                    <a:pt x="397408" y="106070"/>
                  </a:lnTo>
                  <a:lnTo>
                    <a:pt x="376707" y="71526"/>
                  </a:lnTo>
                  <a:lnTo>
                    <a:pt x="346671" y="42291"/>
                  </a:lnTo>
                  <a:lnTo>
                    <a:pt x="306031" y="19519"/>
                  </a:lnTo>
                  <a:lnTo>
                    <a:pt x="253530" y="4330"/>
                  </a:lnTo>
                  <a:lnTo>
                    <a:pt x="201803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306" y="48425"/>
                  </a:lnTo>
                  <a:lnTo>
                    <a:pt x="63868" y="80060"/>
                  </a:lnTo>
                  <a:lnTo>
                    <a:pt x="43395" y="116954"/>
                  </a:lnTo>
                  <a:lnTo>
                    <a:pt x="27241" y="157632"/>
                  </a:lnTo>
                  <a:lnTo>
                    <a:pt x="14744" y="200583"/>
                  </a:lnTo>
                  <a:lnTo>
                    <a:pt x="5283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811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06" y="498386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22"/>
                  </a:lnTo>
                  <a:lnTo>
                    <a:pt x="237756" y="527939"/>
                  </a:lnTo>
                  <a:lnTo>
                    <a:pt x="276872" y="509968"/>
                  </a:lnTo>
                  <a:lnTo>
                    <a:pt x="312864" y="483679"/>
                  </a:lnTo>
                  <a:lnTo>
                    <a:pt x="344703" y="450253"/>
                  </a:lnTo>
                  <a:lnTo>
                    <a:pt x="371348" y="410883"/>
                  </a:lnTo>
                  <a:lnTo>
                    <a:pt x="391769" y="366750"/>
                  </a:lnTo>
                  <a:lnTo>
                    <a:pt x="404939" y="319049"/>
                  </a:lnTo>
                  <a:lnTo>
                    <a:pt x="412013" y="274866"/>
                  </a:lnTo>
                  <a:lnTo>
                    <a:pt x="416064" y="230339"/>
                  </a:lnTo>
                  <a:close/>
                </a:path>
                <a:path w="817245" h="1213485">
                  <a:moveTo>
                    <a:pt x="816622" y="1010843"/>
                  </a:moveTo>
                  <a:lnTo>
                    <a:pt x="801268" y="951992"/>
                  </a:lnTo>
                  <a:lnTo>
                    <a:pt x="776274" y="907529"/>
                  </a:lnTo>
                  <a:lnTo>
                    <a:pt x="740575" y="864577"/>
                  </a:lnTo>
                  <a:lnTo>
                    <a:pt x="725500" y="853262"/>
                  </a:lnTo>
                  <a:lnTo>
                    <a:pt x="709409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54" y="969276"/>
                  </a:lnTo>
                  <a:lnTo>
                    <a:pt x="598881" y="995603"/>
                  </a:lnTo>
                  <a:lnTo>
                    <a:pt x="553580" y="1044003"/>
                  </a:lnTo>
                  <a:lnTo>
                    <a:pt x="513181" y="1099324"/>
                  </a:lnTo>
                  <a:lnTo>
                    <a:pt x="476504" y="1155230"/>
                  </a:lnTo>
                  <a:lnTo>
                    <a:pt x="518414" y="1213065"/>
                  </a:lnTo>
                  <a:lnTo>
                    <a:pt x="602830" y="1178229"/>
                  </a:lnTo>
                  <a:lnTo>
                    <a:pt x="673442" y="1145844"/>
                  </a:lnTo>
                  <a:lnTo>
                    <a:pt x="731964" y="1113421"/>
                  </a:lnTo>
                  <a:lnTo>
                    <a:pt x="769493" y="1083132"/>
                  </a:lnTo>
                  <a:lnTo>
                    <a:pt x="808355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33725" y="3345255"/>
              <a:ext cx="138090" cy="146145"/>
            </a:xfrm>
            <a:prstGeom prst="rect">
              <a:avLst/>
            </a:prstGeom>
          </p:spPr>
        </p:pic>
        <p:sp>
          <p:nvSpPr>
            <p:cNvPr id="59" name="object 59" descr=""/>
            <p:cNvSpPr/>
            <p:nvPr/>
          </p:nvSpPr>
          <p:spPr>
            <a:xfrm>
              <a:off x="6725629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732981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89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84" y="49974"/>
                  </a:lnTo>
                  <a:lnTo>
                    <a:pt x="183819" y="111099"/>
                  </a:lnTo>
                  <a:lnTo>
                    <a:pt x="78041" y="179133"/>
                  </a:lnTo>
                  <a:lnTo>
                    <a:pt x="40093" y="203911"/>
                  </a:lnTo>
                  <a:lnTo>
                    <a:pt x="22021" y="216192"/>
                  </a:lnTo>
                  <a:lnTo>
                    <a:pt x="35915" y="223494"/>
                  </a:lnTo>
                  <a:lnTo>
                    <a:pt x="43599" y="231114"/>
                  </a:lnTo>
                  <a:lnTo>
                    <a:pt x="47840" y="243725"/>
                  </a:lnTo>
                  <a:lnTo>
                    <a:pt x="51384" y="266001"/>
                  </a:lnTo>
                  <a:lnTo>
                    <a:pt x="47777" y="399059"/>
                  </a:lnTo>
                  <a:lnTo>
                    <a:pt x="29629" y="620598"/>
                  </a:lnTo>
                  <a:lnTo>
                    <a:pt x="9512" y="828433"/>
                  </a:lnTo>
                  <a:lnTo>
                    <a:pt x="0" y="920419"/>
                  </a:lnTo>
                  <a:lnTo>
                    <a:pt x="12700" y="1604454"/>
                  </a:lnTo>
                  <a:lnTo>
                    <a:pt x="59029" y="915352"/>
                  </a:lnTo>
                  <a:lnTo>
                    <a:pt x="84607" y="547890"/>
                  </a:lnTo>
                  <a:lnTo>
                    <a:pt x="98513" y="378117"/>
                  </a:lnTo>
                  <a:lnTo>
                    <a:pt x="109880" y="282016"/>
                  </a:lnTo>
                  <a:lnTo>
                    <a:pt x="141300" y="229184"/>
                  </a:lnTo>
                  <a:lnTo>
                    <a:pt x="172186" y="202018"/>
                  </a:lnTo>
                  <a:lnTo>
                    <a:pt x="210324" y="173761"/>
                  </a:lnTo>
                  <a:lnTo>
                    <a:pt x="299707" y="112102"/>
                  </a:lnTo>
                  <a:lnTo>
                    <a:pt x="346659" y="77812"/>
                  </a:lnTo>
                  <a:lnTo>
                    <a:pt x="392226" y="40589"/>
                  </a:lnTo>
                  <a:lnTo>
                    <a:pt x="434289" y="0"/>
                  </a:lnTo>
                  <a:close/>
                </a:path>
                <a:path w="715645" h="1643379">
                  <a:moveTo>
                    <a:pt x="715238" y="7467"/>
                  </a:moveTo>
                  <a:lnTo>
                    <a:pt x="702157" y="4610"/>
                  </a:lnTo>
                  <a:lnTo>
                    <a:pt x="685876" y="2235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26"/>
                  </a:lnTo>
                  <a:lnTo>
                    <a:pt x="457200" y="171462"/>
                  </a:lnTo>
                  <a:lnTo>
                    <a:pt x="425894" y="207746"/>
                  </a:lnTo>
                  <a:lnTo>
                    <a:pt x="400253" y="244678"/>
                  </a:lnTo>
                  <a:lnTo>
                    <a:pt x="381165" y="282244"/>
                  </a:lnTo>
                  <a:lnTo>
                    <a:pt x="369582" y="320421"/>
                  </a:lnTo>
                  <a:lnTo>
                    <a:pt x="399948" y="575792"/>
                  </a:lnTo>
                  <a:lnTo>
                    <a:pt x="488797" y="1025029"/>
                  </a:lnTo>
                  <a:lnTo>
                    <a:pt x="581875" y="1452626"/>
                  </a:lnTo>
                  <a:lnTo>
                    <a:pt x="624954" y="1643049"/>
                  </a:lnTo>
                  <a:lnTo>
                    <a:pt x="685317" y="1639252"/>
                  </a:lnTo>
                  <a:lnTo>
                    <a:pt x="538289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212" y="268986"/>
                  </a:lnTo>
                  <a:lnTo>
                    <a:pt x="555688" y="263715"/>
                  </a:lnTo>
                  <a:lnTo>
                    <a:pt x="577608" y="266001"/>
                  </a:lnTo>
                  <a:lnTo>
                    <a:pt x="715238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435418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8418423" y="1915942"/>
            <a:ext cx="1139825" cy="3535679"/>
            <a:chOff x="8418423" y="1915942"/>
            <a:chExt cx="1139825" cy="3535679"/>
          </a:xfrm>
        </p:grpSpPr>
        <p:sp>
          <p:nvSpPr>
            <p:cNvPr id="63" name="object 63" descr=""/>
            <p:cNvSpPr/>
            <p:nvPr/>
          </p:nvSpPr>
          <p:spPr>
            <a:xfrm>
              <a:off x="8583470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9" y="21911"/>
                  </a:lnTo>
                  <a:lnTo>
                    <a:pt x="286022" y="27065"/>
                  </a:lnTo>
                  <a:lnTo>
                    <a:pt x="276441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4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7" y="277850"/>
                  </a:lnTo>
                  <a:lnTo>
                    <a:pt x="26694" y="286366"/>
                  </a:lnTo>
                  <a:lnTo>
                    <a:pt x="22363" y="297376"/>
                  </a:lnTo>
                  <a:lnTo>
                    <a:pt x="21828" y="307313"/>
                  </a:lnTo>
                  <a:lnTo>
                    <a:pt x="24065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07" y="400241"/>
                  </a:lnTo>
                  <a:lnTo>
                    <a:pt x="8770" y="405962"/>
                  </a:lnTo>
                  <a:lnTo>
                    <a:pt x="3432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8" y="570063"/>
                  </a:lnTo>
                  <a:lnTo>
                    <a:pt x="31562" y="579642"/>
                  </a:lnTo>
                  <a:lnTo>
                    <a:pt x="44394" y="585053"/>
                  </a:lnTo>
                  <a:lnTo>
                    <a:pt x="45033" y="585179"/>
                  </a:lnTo>
                  <a:lnTo>
                    <a:pt x="45651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4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86" y="731224"/>
                  </a:lnTo>
                  <a:lnTo>
                    <a:pt x="760100" y="726071"/>
                  </a:lnTo>
                  <a:lnTo>
                    <a:pt x="769679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11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79" y="269802"/>
                  </a:lnTo>
                  <a:lnTo>
                    <a:pt x="829245" y="260222"/>
                  </a:lnTo>
                  <a:lnTo>
                    <a:pt x="816412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3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9" y="40169"/>
                  </a:lnTo>
                  <a:lnTo>
                    <a:pt x="591131" y="43700"/>
                  </a:lnTo>
                  <a:lnTo>
                    <a:pt x="584566" y="48839"/>
                  </a:lnTo>
                  <a:lnTo>
                    <a:pt x="582066" y="37800"/>
                  </a:lnTo>
                  <a:lnTo>
                    <a:pt x="576400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1" y="18641"/>
                  </a:lnTo>
                  <a:lnTo>
                    <a:pt x="528721" y="23586"/>
                  </a:lnTo>
                  <a:lnTo>
                    <a:pt x="521866" y="30714"/>
                  </a:lnTo>
                  <a:lnTo>
                    <a:pt x="518416" y="21255"/>
                  </a:lnTo>
                  <a:lnTo>
                    <a:pt x="512470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7" y="6480"/>
                  </a:lnTo>
                  <a:lnTo>
                    <a:pt x="463607" y="12940"/>
                  </a:lnTo>
                  <a:lnTo>
                    <a:pt x="456968" y="21971"/>
                  </a:lnTo>
                  <a:lnTo>
                    <a:pt x="452970" y="14426"/>
                  </a:lnTo>
                  <a:lnTo>
                    <a:pt x="447384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8481720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7995" y="614997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70" y="458254"/>
                  </a:lnTo>
                  <a:lnTo>
                    <a:pt x="149771" y="424167"/>
                  </a:lnTo>
                  <a:lnTo>
                    <a:pt x="192290" y="371322"/>
                  </a:lnTo>
                  <a:lnTo>
                    <a:pt x="241173" y="416166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8934768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8938236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8816869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8913578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8542973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869228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438479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8876818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47805" y="2777517"/>
              <a:ext cx="987722" cy="1969771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8447813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7"/>
                  </a:lnTo>
                  <a:lnTo>
                    <a:pt x="342716" y="62329"/>
                  </a:lnTo>
                  <a:lnTo>
                    <a:pt x="296871" y="89770"/>
                  </a:lnTo>
                  <a:lnTo>
                    <a:pt x="249791" y="115374"/>
                  </a:lnTo>
                  <a:lnTo>
                    <a:pt x="157637" y="163014"/>
                  </a:lnTo>
                  <a:lnTo>
                    <a:pt x="115418" y="186019"/>
                  </a:lnTo>
                  <a:lnTo>
                    <a:pt x="77674" y="209128"/>
                  </a:lnTo>
                  <a:lnTo>
                    <a:pt x="45833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47"/>
                  </a:lnTo>
                  <a:lnTo>
                    <a:pt x="595259" y="38480"/>
                  </a:lnTo>
                  <a:lnTo>
                    <a:pt x="542627" y="59346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8795361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8782577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8741486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5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18"/>
                  </a:lnTo>
                  <a:lnTo>
                    <a:pt x="397408" y="106070"/>
                  </a:lnTo>
                  <a:lnTo>
                    <a:pt x="376707" y="71526"/>
                  </a:lnTo>
                  <a:lnTo>
                    <a:pt x="346671" y="42291"/>
                  </a:lnTo>
                  <a:lnTo>
                    <a:pt x="306031" y="19519"/>
                  </a:lnTo>
                  <a:lnTo>
                    <a:pt x="253530" y="4330"/>
                  </a:lnTo>
                  <a:lnTo>
                    <a:pt x="201803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68" y="80060"/>
                  </a:lnTo>
                  <a:lnTo>
                    <a:pt x="43395" y="116954"/>
                  </a:lnTo>
                  <a:lnTo>
                    <a:pt x="27241" y="157632"/>
                  </a:lnTo>
                  <a:lnTo>
                    <a:pt x="14744" y="200583"/>
                  </a:lnTo>
                  <a:lnTo>
                    <a:pt x="5283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811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19" y="498386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22"/>
                  </a:lnTo>
                  <a:lnTo>
                    <a:pt x="237756" y="527939"/>
                  </a:lnTo>
                  <a:lnTo>
                    <a:pt x="276872" y="509968"/>
                  </a:lnTo>
                  <a:lnTo>
                    <a:pt x="312864" y="483679"/>
                  </a:lnTo>
                  <a:lnTo>
                    <a:pt x="344703" y="450253"/>
                  </a:lnTo>
                  <a:lnTo>
                    <a:pt x="371348" y="410883"/>
                  </a:lnTo>
                  <a:lnTo>
                    <a:pt x="391769" y="366750"/>
                  </a:lnTo>
                  <a:lnTo>
                    <a:pt x="404939" y="319049"/>
                  </a:lnTo>
                  <a:lnTo>
                    <a:pt x="412013" y="274866"/>
                  </a:lnTo>
                  <a:lnTo>
                    <a:pt x="416064" y="230339"/>
                  </a:lnTo>
                  <a:close/>
                </a:path>
                <a:path w="817245" h="1213485">
                  <a:moveTo>
                    <a:pt x="816622" y="1010843"/>
                  </a:moveTo>
                  <a:lnTo>
                    <a:pt x="801268" y="951992"/>
                  </a:lnTo>
                  <a:lnTo>
                    <a:pt x="776274" y="907529"/>
                  </a:lnTo>
                  <a:lnTo>
                    <a:pt x="740575" y="864577"/>
                  </a:lnTo>
                  <a:lnTo>
                    <a:pt x="725500" y="853262"/>
                  </a:lnTo>
                  <a:lnTo>
                    <a:pt x="709409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54" y="969276"/>
                  </a:lnTo>
                  <a:lnTo>
                    <a:pt x="598881" y="995603"/>
                  </a:lnTo>
                  <a:lnTo>
                    <a:pt x="553580" y="1044003"/>
                  </a:lnTo>
                  <a:lnTo>
                    <a:pt x="513181" y="1099324"/>
                  </a:lnTo>
                  <a:lnTo>
                    <a:pt x="476504" y="1155230"/>
                  </a:lnTo>
                  <a:lnTo>
                    <a:pt x="518414" y="1213065"/>
                  </a:lnTo>
                  <a:lnTo>
                    <a:pt x="602830" y="1178229"/>
                  </a:lnTo>
                  <a:lnTo>
                    <a:pt x="673442" y="1145844"/>
                  </a:lnTo>
                  <a:lnTo>
                    <a:pt x="731964" y="1113421"/>
                  </a:lnTo>
                  <a:lnTo>
                    <a:pt x="769493" y="1083132"/>
                  </a:lnTo>
                  <a:lnTo>
                    <a:pt x="808355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26520" y="3345255"/>
              <a:ext cx="138090" cy="146145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8418423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 descr=""/>
            <p:cNvSpPr/>
            <p:nvPr/>
          </p:nvSpPr>
          <p:spPr>
            <a:xfrm>
              <a:off x="8425777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84" y="49974"/>
                  </a:lnTo>
                  <a:lnTo>
                    <a:pt x="183819" y="111099"/>
                  </a:lnTo>
                  <a:lnTo>
                    <a:pt x="78041" y="179133"/>
                  </a:lnTo>
                  <a:lnTo>
                    <a:pt x="40093" y="203911"/>
                  </a:lnTo>
                  <a:lnTo>
                    <a:pt x="22021" y="216192"/>
                  </a:lnTo>
                  <a:lnTo>
                    <a:pt x="35902" y="223494"/>
                  </a:lnTo>
                  <a:lnTo>
                    <a:pt x="43599" y="231114"/>
                  </a:lnTo>
                  <a:lnTo>
                    <a:pt x="47840" y="243725"/>
                  </a:lnTo>
                  <a:lnTo>
                    <a:pt x="51384" y="266001"/>
                  </a:lnTo>
                  <a:lnTo>
                    <a:pt x="47777" y="399059"/>
                  </a:lnTo>
                  <a:lnTo>
                    <a:pt x="29629" y="620598"/>
                  </a:lnTo>
                  <a:lnTo>
                    <a:pt x="9499" y="828433"/>
                  </a:lnTo>
                  <a:lnTo>
                    <a:pt x="0" y="920419"/>
                  </a:lnTo>
                  <a:lnTo>
                    <a:pt x="12687" y="1604454"/>
                  </a:lnTo>
                  <a:lnTo>
                    <a:pt x="59029" y="915352"/>
                  </a:lnTo>
                  <a:lnTo>
                    <a:pt x="84607" y="547890"/>
                  </a:lnTo>
                  <a:lnTo>
                    <a:pt x="98513" y="378117"/>
                  </a:lnTo>
                  <a:lnTo>
                    <a:pt x="109867" y="282016"/>
                  </a:lnTo>
                  <a:lnTo>
                    <a:pt x="141287" y="229184"/>
                  </a:lnTo>
                  <a:lnTo>
                    <a:pt x="172186" y="202018"/>
                  </a:lnTo>
                  <a:lnTo>
                    <a:pt x="210312" y="173761"/>
                  </a:lnTo>
                  <a:lnTo>
                    <a:pt x="299707" y="112102"/>
                  </a:lnTo>
                  <a:lnTo>
                    <a:pt x="346659" y="77812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38" y="7467"/>
                  </a:moveTo>
                  <a:lnTo>
                    <a:pt x="702157" y="4610"/>
                  </a:lnTo>
                  <a:lnTo>
                    <a:pt x="685876" y="2235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26"/>
                  </a:lnTo>
                  <a:lnTo>
                    <a:pt x="457187" y="171462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44"/>
                  </a:lnTo>
                  <a:lnTo>
                    <a:pt x="369582" y="320421"/>
                  </a:lnTo>
                  <a:lnTo>
                    <a:pt x="399948" y="575792"/>
                  </a:lnTo>
                  <a:lnTo>
                    <a:pt x="488797" y="1025029"/>
                  </a:lnTo>
                  <a:lnTo>
                    <a:pt x="581875" y="1452626"/>
                  </a:lnTo>
                  <a:lnTo>
                    <a:pt x="624954" y="1643049"/>
                  </a:lnTo>
                  <a:lnTo>
                    <a:pt x="685317" y="1639252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212" y="268986"/>
                  </a:lnTo>
                  <a:lnTo>
                    <a:pt x="555688" y="263715"/>
                  </a:lnTo>
                  <a:lnTo>
                    <a:pt x="577608" y="266001"/>
                  </a:lnTo>
                  <a:lnTo>
                    <a:pt x="715238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9128213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11832527" y="1915942"/>
            <a:ext cx="1139825" cy="3535679"/>
            <a:chOff x="11832527" y="1915942"/>
            <a:chExt cx="1139825" cy="3535679"/>
          </a:xfrm>
        </p:grpSpPr>
        <p:sp>
          <p:nvSpPr>
            <p:cNvPr id="83" name="object 83" descr=""/>
            <p:cNvSpPr/>
            <p:nvPr/>
          </p:nvSpPr>
          <p:spPr>
            <a:xfrm>
              <a:off x="11997573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7" y="21911"/>
                  </a:lnTo>
                  <a:lnTo>
                    <a:pt x="286018" y="27065"/>
                  </a:lnTo>
                  <a:lnTo>
                    <a:pt x="276437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4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45" y="161540"/>
                  </a:lnTo>
                  <a:lnTo>
                    <a:pt x="94739" y="166694"/>
                  </a:lnTo>
                  <a:lnTo>
                    <a:pt x="85170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7" y="277850"/>
                  </a:lnTo>
                  <a:lnTo>
                    <a:pt x="26694" y="286366"/>
                  </a:lnTo>
                  <a:lnTo>
                    <a:pt x="22363" y="297376"/>
                  </a:lnTo>
                  <a:lnTo>
                    <a:pt x="21828" y="307313"/>
                  </a:lnTo>
                  <a:lnTo>
                    <a:pt x="24065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07" y="400241"/>
                  </a:lnTo>
                  <a:lnTo>
                    <a:pt x="8770" y="405962"/>
                  </a:lnTo>
                  <a:lnTo>
                    <a:pt x="3432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6" y="570063"/>
                  </a:lnTo>
                  <a:lnTo>
                    <a:pt x="31557" y="579642"/>
                  </a:lnTo>
                  <a:lnTo>
                    <a:pt x="44384" y="585053"/>
                  </a:lnTo>
                  <a:lnTo>
                    <a:pt x="45033" y="585179"/>
                  </a:lnTo>
                  <a:lnTo>
                    <a:pt x="45640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0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3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11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86" y="731224"/>
                  </a:lnTo>
                  <a:lnTo>
                    <a:pt x="760100" y="726071"/>
                  </a:lnTo>
                  <a:lnTo>
                    <a:pt x="769679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00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79" y="269802"/>
                  </a:lnTo>
                  <a:lnTo>
                    <a:pt x="829245" y="260222"/>
                  </a:lnTo>
                  <a:lnTo>
                    <a:pt x="816412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2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8" y="40169"/>
                  </a:lnTo>
                  <a:lnTo>
                    <a:pt x="591127" y="43700"/>
                  </a:lnTo>
                  <a:lnTo>
                    <a:pt x="584556" y="48839"/>
                  </a:lnTo>
                  <a:lnTo>
                    <a:pt x="582062" y="37800"/>
                  </a:lnTo>
                  <a:lnTo>
                    <a:pt x="576399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1" y="18641"/>
                  </a:lnTo>
                  <a:lnTo>
                    <a:pt x="528721" y="23586"/>
                  </a:lnTo>
                  <a:lnTo>
                    <a:pt x="521866" y="30714"/>
                  </a:lnTo>
                  <a:lnTo>
                    <a:pt x="518416" y="21255"/>
                  </a:lnTo>
                  <a:lnTo>
                    <a:pt x="512470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7" y="6480"/>
                  </a:lnTo>
                  <a:lnTo>
                    <a:pt x="463607" y="12940"/>
                  </a:lnTo>
                  <a:lnTo>
                    <a:pt x="456968" y="21971"/>
                  </a:lnTo>
                  <a:lnTo>
                    <a:pt x="452970" y="14426"/>
                  </a:lnTo>
                  <a:lnTo>
                    <a:pt x="447384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1895823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4997"/>
                  </a:lnTo>
                  <a:lnTo>
                    <a:pt x="145745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70" y="458254"/>
                  </a:lnTo>
                  <a:lnTo>
                    <a:pt x="149771" y="424167"/>
                  </a:lnTo>
                  <a:lnTo>
                    <a:pt x="192290" y="371322"/>
                  </a:lnTo>
                  <a:lnTo>
                    <a:pt x="241173" y="416166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2348870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2352338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2230972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2327681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1957076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2283330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1852582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2290920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861907" y="2777517"/>
              <a:ext cx="987719" cy="1969771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11861914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7"/>
                  </a:lnTo>
                  <a:lnTo>
                    <a:pt x="342716" y="62329"/>
                  </a:lnTo>
                  <a:lnTo>
                    <a:pt x="296871" y="89770"/>
                  </a:lnTo>
                  <a:lnTo>
                    <a:pt x="249791" y="115374"/>
                  </a:lnTo>
                  <a:lnTo>
                    <a:pt x="157637" y="163014"/>
                  </a:lnTo>
                  <a:lnTo>
                    <a:pt x="115418" y="186019"/>
                  </a:lnTo>
                  <a:lnTo>
                    <a:pt x="77674" y="209128"/>
                  </a:lnTo>
                  <a:lnTo>
                    <a:pt x="45833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9" y="622085"/>
                  </a:lnTo>
                  <a:lnTo>
                    <a:pt x="744400" y="603442"/>
                  </a:lnTo>
                  <a:lnTo>
                    <a:pt x="738076" y="576378"/>
                  </a:lnTo>
                  <a:lnTo>
                    <a:pt x="734570" y="538907"/>
                  </a:lnTo>
                  <a:lnTo>
                    <a:pt x="734538" y="489041"/>
                  </a:lnTo>
                  <a:lnTo>
                    <a:pt x="738634" y="424792"/>
                  </a:lnTo>
                  <a:lnTo>
                    <a:pt x="747513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47"/>
                  </a:lnTo>
                  <a:lnTo>
                    <a:pt x="595259" y="38480"/>
                  </a:lnTo>
                  <a:lnTo>
                    <a:pt x="542627" y="59346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2209464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8" y="1632380"/>
                  </a:lnTo>
                  <a:lnTo>
                    <a:pt x="607901" y="1617185"/>
                  </a:lnTo>
                  <a:lnTo>
                    <a:pt x="661821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2196680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60" y="0"/>
                  </a:moveTo>
                  <a:lnTo>
                    <a:pt x="111996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87" y="179185"/>
                  </a:lnTo>
                  <a:lnTo>
                    <a:pt x="285280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6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2155589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5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18"/>
                  </a:lnTo>
                  <a:lnTo>
                    <a:pt x="397408" y="106070"/>
                  </a:lnTo>
                  <a:lnTo>
                    <a:pt x="376707" y="71526"/>
                  </a:lnTo>
                  <a:lnTo>
                    <a:pt x="346671" y="42291"/>
                  </a:lnTo>
                  <a:lnTo>
                    <a:pt x="306031" y="19519"/>
                  </a:lnTo>
                  <a:lnTo>
                    <a:pt x="253530" y="4330"/>
                  </a:lnTo>
                  <a:lnTo>
                    <a:pt x="201803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68" y="80060"/>
                  </a:lnTo>
                  <a:lnTo>
                    <a:pt x="43395" y="116954"/>
                  </a:lnTo>
                  <a:lnTo>
                    <a:pt x="27241" y="157632"/>
                  </a:lnTo>
                  <a:lnTo>
                    <a:pt x="14744" y="200583"/>
                  </a:lnTo>
                  <a:lnTo>
                    <a:pt x="5283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811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19" y="498386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22"/>
                  </a:lnTo>
                  <a:lnTo>
                    <a:pt x="237756" y="527939"/>
                  </a:lnTo>
                  <a:lnTo>
                    <a:pt x="276872" y="509968"/>
                  </a:lnTo>
                  <a:lnTo>
                    <a:pt x="312864" y="483679"/>
                  </a:lnTo>
                  <a:lnTo>
                    <a:pt x="344703" y="450253"/>
                  </a:lnTo>
                  <a:lnTo>
                    <a:pt x="371348" y="410883"/>
                  </a:lnTo>
                  <a:lnTo>
                    <a:pt x="391769" y="366750"/>
                  </a:lnTo>
                  <a:lnTo>
                    <a:pt x="404939" y="319049"/>
                  </a:lnTo>
                  <a:lnTo>
                    <a:pt x="412013" y="274866"/>
                  </a:lnTo>
                  <a:lnTo>
                    <a:pt x="416064" y="230339"/>
                  </a:lnTo>
                  <a:close/>
                </a:path>
                <a:path w="817245" h="1213485">
                  <a:moveTo>
                    <a:pt x="816622" y="1010843"/>
                  </a:moveTo>
                  <a:lnTo>
                    <a:pt x="801268" y="951992"/>
                  </a:lnTo>
                  <a:lnTo>
                    <a:pt x="776274" y="907529"/>
                  </a:lnTo>
                  <a:lnTo>
                    <a:pt x="740575" y="864577"/>
                  </a:lnTo>
                  <a:lnTo>
                    <a:pt x="725500" y="853262"/>
                  </a:lnTo>
                  <a:lnTo>
                    <a:pt x="709409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54" y="969276"/>
                  </a:lnTo>
                  <a:lnTo>
                    <a:pt x="598881" y="995603"/>
                  </a:lnTo>
                  <a:lnTo>
                    <a:pt x="553580" y="1044003"/>
                  </a:lnTo>
                  <a:lnTo>
                    <a:pt x="513181" y="1099324"/>
                  </a:lnTo>
                  <a:lnTo>
                    <a:pt x="476504" y="1155230"/>
                  </a:lnTo>
                  <a:lnTo>
                    <a:pt x="518401" y="1213065"/>
                  </a:lnTo>
                  <a:lnTo>
                    <a:pt x="602830" y="1178229"/>
                  </a:lnTo>
                  <a:lnTo>
                    <a:pt x="673442" y="1145844"/>
                  </a:lnTo>
                  <a:lnTo>
                    <a:pt x="731964" y="1113421"/>
                  </a:lnTo>
                  <a:lnTo>
                    <a:pt x="769493" y="1083132"/>
                  </a:lnTo>
                  <a:lnTo>
                    <a:pt x="808355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540622" y="3345255"/>
              <a:ext cx="138090" cy="146145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11832527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1839879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84" y="49974"/>
                  </a:lnTo>
                  <a:lnTo>
                    <a:pt x="183819" y="111099"/>
                  </a:lnTo>
                  <a:lnTo>
                    <a:pt x="78041" y="179133"/>
                  </a:lnTo>
                  <a:lnTo>
                    <a:pt x="40093" y="203911"/>
                  </a:lnTo>
                  <a:lnTo>
                    <a:pt x="22021" y="216192"/>
                  </a:lnTo>
                  <a:lnTo>
                    <a:pt x="35915" y="223494"/>
                  </a:lnTo>
                  <a:lnTo>
                    <a:pt x="43599" y="231114"/>
                  </a:lnTo>
                  <a:lnTo>
                    <a:pt x="47840" y="243725"/>
                  </a:lnTo>
                  <a:lnTo>
                    <a:pt x="51384" y="266001"/>
                  </a:lnTo>
                  <a:lnTo>
                    <a:pt x="47777" y="399059"/>
                  </a:lnTo>
                  <a:lnTo>
                    <a:pt x="29629" y="620598"/>
                  </a:lnTo>
                  <a:lnTo>
                    <a:pt x="9512" y="828433"/>
                  </a:lnTo>
                  <a:lnTo>
                    <a:pt x="0" y="920419"/>
                  </a:lnTo>
                  <a:lnTo>
                    <a:pt x="12687" y="1604454"/>
                  </a:lnTo>
                  <a:lnTo>
                    <a:pt x="59029" y="915352"/>
                  </a:lnTo>
                  <a:lnTo>
                    <a:pt x="84607" y="547890"/>
                  </a:lnTo>
                  <a:lnTo>
                    <a:pt x="98513" y="378117"/>
                  </a:lnTo>
                  <a:lnTo>
                    <a:pt x="109867" y="282016"/>
                  </a:lnTo>
                  <a:lnTo>
                    <a:pt x="141300" y="229184"/>
                  </a:lnTo>
                  <a:lnTo>
                    <a:pt x="172186" y="202018"/>
                  </a:lnTo>
                  <a:lnTo>
                    <a:pt x="210324" y="173761"/>
                  </a:lnTo>
                  <a:lnTo>
                    <a:pt x="299707" y="112102"/>
                  </a:lnTo>
                  <a:lnTo>
                    <a:pt x="346659" y="77812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38" y="7467"/>
                  </a:moveTo>
                  <a:lnTo>
                    <a:pt x="702157" y="4610"/>
                  </a:lnTo>
                  <a:lnTo>
                    <a:pt x="685876" y="2235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26"/>
                  </a:lnTo>
                  <a:lnTo>
                    <a:pt x="457187" y="171462"/>
                  </a:lnTo>
                  <a:lnTo>
                    <a:pt x="425894" y="207746"/>
                  </a:lnTo>
                  <a:lnTo>
                    <a:pt x="400253" y="244678"/>
                  </a:lnTo>
                  <a:lnTo>
                    <a:pt x="381165" y="282244"/>
                  </a:lnTo>
                  <a:lnTo>
                    <a:pt x="369582" y="320421"/>
                  </a:lnTo>
                  <a:lnTo>
                    <a:pt x="399948" y="575792"/>
                  </a:lnTo>
                  <a:lnTo>
                    <a:pt x="488797" y="1025029"/>
                  </a:lnTo>
                  <a:lnTo>
                    <a:pt x="581875" y="1452626"/>
                  </a:lnTo>
                  <a:lnTo>
                    <a:pt x="624954" y="1643049"/>
                  </a:lnTo>
                  <a:lnTo>
                    <a:pt x="685317" y="1639252"/>
                  </a:lnTo>
                  <a:lnTo>
                    <a:pt x="538289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212" y="268986"/>
                  </a:lnTo>
                  <a:lnTo>
                    <a:pt x="555688" y="263715"/>
                  </a:lnTo>
                  <a:lnTo>
                    <a:pt x="577608" y="266001"/>
                  </a:lnTo>
                  <a:lnTo>
                    <a:pt x="715238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2542314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13554481" y="1915942"/>
            <a:ext cx="1139825" cy="3535679"/>
            <a:chOff x="13554481" y="1915942"/>
            <a:chExt cx="1139825" cy="3535679"/>
          </a:xfrm>
        </p:grpSpPr>
        <p:sp>
          <p:nvSpPr>
            <p:cNvPr id="103" name="object 103" descr=""/>
            <p:cNvSpPr/>
            <p:nvPr/>
          </p:nvSpPr>
          <p:spPr>
            <a:xfrm>
              <a:off x="13719527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19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9" y="21911"/>
                  </a:lnTo>
                  <a:lnTo>
                    <a:pt x="286022" y="27065"/>
                  </a:lnTo>
                  <a:lnTo>
                    <a:pt x="276441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25" y="45687"/>
                  </a:lnTo>
                  <a:lnTo>
                    <a:pt x="243299" y="45678"/>
                  </a:lnTo>
                  <a:lnTo>
                    <a:pt x="230882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5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9" y="277850"/>
                  </a:lnTo>
                  <a:lnTo>
                    <a:pt x="26698" y="286366"/>
                  </a:lnTo>
                  <a:lnTo>
                    <a:pt x="22374" y="297376"/>
                  </a:lnTo>
                  <a:lnTo>
                    <a:pt x="21832" y="307313"/>
                  </a:lnTo>
                  <a:lnTo>
                    <a:pt x="24066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11" y="400241"/>
                  </a:lnTo>
                  <a:lnTo>
                    <a:pt x="8773" y="405962"/>
                  </a:lnTo>
                  <a:lnTo>
                    <a:pt x="3434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8" y="570063"/>
                  </a:lnTo>
                  <a:lnTo>
                    <a:pt x="31562" y="579642"/>
                  </a:lnTo>
                  <a:lnTo>
                    <a:pt x="44394" y="585053"/>
                  </a:lnTo>
                  <a:lnTo>
                    <a:pt x="45033" y="585179"/>
                  </a:lnTo>
                  <a:lnTo>
                    <a:pt x="45651" y="584959"/>
                  </a:lnTo>
                  <a:lnTo>
                    <a:pt x="46289" y="585053"/>
                  </a:lnTo>
                  <a:lnTo>
                    <a:pt x="4272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4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8" y="823462"/>
                  </a:lnTo>
                  <a:lnTo>
                    <a:pt x="446508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90" y="731224"/>
                  </a:lnTo>
                  <a:lnTo>
                    <a:pt x="760104" y="726071"/>
                  </a:lnTo>
                  <a:lnTo>
                    <a:pt x="769681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11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80" y="269802"/>
                  </a:lnTo>
                  <a:lnTo>
                    <a:pt x="829249" y="260222"/>
                  </a:lnTo>
                  <a:lnTo>
                    <a:pt x="816423" y="254812"/>
                  </a:lnTo>
                  <a:lnTo>
                    <a:pt x="815062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3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7" y="69580"/>
                  </a:lnTo>
                  <a:lnTo>
                    <a:pt x="648776" y="71477"/>
                  </a:lnTo>
                  <a:lnTo>
                    <a:pt x="642952" y="74482"/>
                  </a:lnTo>
                  <a:lnTo>
                    <a:pt x="641237" y="62392"/>
                  </a:lnTo>
                  <a:lnTo>
                    <a:pt x="635764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9" y="40169"/>
                  </a:lnTo>
                  <a:lnTo>
                    <a:pt x="591131" y="43700"/>
                  </a:lnTo>
                  <a:lnTo>
                    <a:pt x="584566" y="48839"/>
                  </a:lnTo>
                  <a:lnTo>
                    <a:pt x="582066" y="37800"/>
                  </a:lnTo>
                  <a:lnTo>
                    <a:pt x="576400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2" y="18641"/>
                  </a:lnTo>
                  <a:lnTo>
                    <a:pt x="528726" y="23586"/>
                  </a:lnTo>
                  <a:lnTo>
                    <a:pt x="521877" y="30714"/>
                  </a:lnTo>
                  <a:lnTo>
                    <a:pt x="518421" y="21255"/>
                  </a:lnTo>
                  <a:lnTo>
                    <a:pt x="512471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8" y="6480"/>
                  </a:lnTo>
                  <a:lnTo>
                    <a:pt x="463611" y="12940"/>
                  </a:lnTo>
                  <a:lnTo>
                    <a:pt x="456978" y="21971"/>
                  </a:lnTo>
                  <a:lnTo>
                    <a:pt x="452975" y="14426"/>
                  </a:lnTo>
                  <a:lnTo>
                    <a:pt x="447386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3617779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4997"/>
                  </a:lnTo>
                  <a:lnTo>
                    <a:pt x="145745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70" y="458254"/>
                  </a:lnTo>
                  <a:lnTo>
                    <a:pt x="149771" y="424167"/>
                  </a:lnTo>
                  <a:lnTo>
                    <a:pt x="192290" y="371322"/>
                  </a:lnTo>
                  <a:lnTo>
                    <a:pt x="241173" y="416166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4070826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4074294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3952926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69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4049635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13679032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4005285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3574537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4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4012876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" name="object 11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83863" y="2777517"/>
              <a:ext cx="987722" cy="1969771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13583860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5" h="731520">
                  <a:moveTo>
                    <a:pt x="425002" y="0"/>
                  </a:moveTo>
                  <a:lnTo>
                    <a:pt x="385909" y="32567"/>
                  </a:lnTo>
                  <a:lnTo>
                    <a:pt x="342726" y="62329"/>
                  </a:lnTo>
                  <a:lnTo>
                    <a:pt x="296880" y="89770"/>
                  </a:lnTo>
                  <a:lnTo>
                    <a:pt x="249799" y="115374"/>
                  </a:lnTo>
                  <a:lnTo>
                    <a:pt x="157643" y="163014"/>
                  </a:lnTo>
                  <a:lnTo>
                    <a:pt x="115422" y="186019"/>
                  </a:lnTo>
                  <a:lnTo>
                    <a:pt x="77677" y="209128"/>
                  </a:lnTo>
                  <a:lnTo>
                    <a:pt x="45834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2" y="366271"/>
                  </a:lnTo>
                  <a:lnTo>
                    <a:pt x="28706" y="413158"/>
                  </a:lnTo>
                  <a:lnTo>
                    <a:pt x="58962" y="452337"/>
                  </a:lnTo>
                  <a:lnTo>
                    <a:pt x="94818" y="483191"/>
                  </a:lnTo>
                  <a:lnTo>
                    <a:pt x="132520" y="505104"/>
                  </a:lnTo>
                  <a:lnTo>
                    <a:pt x="168319" y="517460"/>
                  </a:lnTo>
                  <a:lnTo>
                    <a:pt x="176967" y="556551"/>
                  </a:lnTo>
                  <a:lnTo>
                    <a:pt x="178311" y="594319"/>
                  </a:lnTo>
                  <a:lnTo>
                    <a:pt x="173620" y="632083"/>
                  </a:lnTo>
                  <a:lnTo>
                    <a:pt x="164162" y="671162"/>
                  </a:lnTo>
                  <a:lnTo>
                    <a:pt x="164052" y="693423"/>
                  </a:lnTo>
                  <a:lnTo>
                    <a:pt x="176937" y="710034"/>
                  </a:lnTo>
                  <a:lnTo>
                    <a:pt x="201100" y="721517"/>
                  </a:lnTo>
                  <a:lnTo>
                    <a:pt x="234826" y="728388"/>
                  </a:lnTo>
                  <a:lnTo>
                    <a:pt x="276399" y="731168"/>
                  </a:lnTo>
                  <a:lnTo>
                    <a:pt x="324105" y="730376"/>
                  </a:lnTo>
                  <a:lnTo>
                    <a:pt x="376226" y="726530"/>
                  </a:lnTo>
                  <a:lnTo>
                    <a:pt x="431048" y="720149"/>
                  </a:lnTo>
                  <a:lnTo>
                    <a:pt x="486855" y="711752"/>
                  </a:lnTo>
                  <a:lnTo>
                    <a:pt x="541932" y="701859"/>
                  </a:lnTo>
                  <a:lnTo>
                    <a:pt x="594562" y="690988"/>
                  </a:lnTo>
                  <a:lnTo>
                    <a:pt x="643030" y="679659"/>
                  </a:lnTo>
                  <a:lnTo>
                    <a:pt x="685621" y="668389"/>
                  </a:lnTo>
                  <a:lnTo>
                    <a:pt x="746308" y="648107"/>
                  </a:lnTo>
                  <a:lnTo>
                    <a:pt x="762898" y="634294"/>
                  </a:lnTo>
                  <a:lnTo>
                    <a:pt x="752899" y="622085"/>
                  </a:lnTo>
                  <a:lnTo>
                    <a:pt x="744409" y="603442"/>
                  </a:lnTo>
                  <a:lnTo>
                    <a:pt x="738083" y="576378"/>
                  </a:lnTo>
                  <a:lnTo>
                    <a:pt x="734577" y="538907"/>
                  </a:lnTo>
                  <a:lnTo>
                    <a:pt x="734544" y="489041"/>
                  </a:lnTo>
                  <a:lnTo>
                    <a:pt x="738640" y="424792"/>
                  </a:lnTo>
                  <a:lnTo>
                    <a:pt x="747521" y="344173"/>
                  </a:lnTo>
                  <a:lnTo>
                    <a:pt x="761840" y="245196"/>
                  </a:lnTo>
                  <a:lnTo>
                    <a:pt x="763312" y="224477"/>
                  </a:lnTo>
                  <a:lnTo>
                    <a:pt x="761008" y="182142"/>
                  </a:lnTo>
                  <a:lnTo>
                    <a:pt x="752319" y="129780"/>
                  </a:lnTo>
                  <a:lnTo>
                    <a:pt x="734637" y="78981"/>
                  </a:lnTo>
                  <a:lnTo>
                    <a:pt x="709909" y="45335"/>
                  </a:lnTo>
                  <a:lnTo>
                    <a:pt x="640505" y="27547"/>
                  </a:lnTo>
                  <a:lnTo>
                    <a:pt x="595269" y="38480"/>
                  </a:lnTo>
                  <a:lnTo>
                    <a:pt x="542638" y="59346"/>
                  </a:lnTo>
                  <a:lnTo>
                    <a:pt x="482330" y="87683"/>
                  </a:lnTo>
                  <a:lnTo>
                    <a:pt x="430436" y="86342"/>
                  </a:lnTo>
                  <a:lnTo>
                    <a:pt x="404164" y="84413"/>
                  </a:lnTo>
                  <a:lnTo>
                    <a:pt x="398105" y="74385"/>
                  </a:lnTo>
                  <a:lnTo>
                    <a:pt x="406854" y="48751"/>
                  </a:lnTo>
                  <a:lnTo>
                    <a:pt x="42500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3931419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3918635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6" y="173797"/>
                  </a:lnTo>
                  <a:lnTo>
                    <a:pt x="34388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3877545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4" h="1213485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18"/>
                  </a:lnTo>
                  <a:lnTo>
                    <a:pt x="397408" y="106070"/>
                  </a:lnTo>
                  <a:lnTo>
                    <a:pt x="376707" y="71526"/>
                  </a:lnTo>
                  <a:lnTo>
                    <a:pt x="346671" y="42291"/>
                  </a:lnTo>
                  <a:lnTo>
                    <a:pt x="306031" y="19519"/>
                  </a:lnTo>
                  <a:lnTo>
                    <a:pt x="253530" y="4330"/>
                  </a:lnTo>
                  <a:lnTo>
                    <a:pt x="201803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68" y="80060"/>
                  </a:lnTo>
                  <a:lnTo>
                    <a:pt x="43395" y="116954"/>
                  </a:lnTo>
                  <a:lnTo>
                    <a:pt x="27241" y="157632"/>
                  </a:lnTo>
                  <a:lnTo>
                    <a:pt x="14744" y="200583"/>
                  </a:lnTo>
                  <a:lnTo>
                    <a:pt x="5283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811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19" y="498386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22"/>
                  </a:lnTo>
                  <a:lnTo>
                    <a:pt x="237756" y="527939"/>
                  </a:lnTo>
                  <a:lnTo>
                    <a:pt x="276872" y="509968"/>
                  </a:lnTo>
                  <a:lnTo>
                    <a:pt x="312864" y="483679"/>
                  </a:lnTo>
                  <a:lnTo>
                    <a:pt x="344703" y="450253"/>
                  </a:lnTo>
                  <a:lnTo>
                    <a:pt x="371348" y="410883"/>
                  </a:lnTo>
                  <a:lnTo>
                    <a:pt x="391769" y="366750"/>
                  </a:lnTo>
                  <a:lnTo>
                    <a:pt x="404939" y="319049"/>
                  </a:lnTo>
                  <a:lnTo>
                    <a:pt x="412013" y="274866"/>
                  </a:lnTo>
                  <a:lnTo>
                    <a:pt x="416064" y="230339"/>
                  </a:lnTo>
                  <a:close/>
                </a:path>
                <a:path w="817244" h="1213485">
                  <a:moveTo>
                    <a:pt x="816622" y="1010843"/>
                  </a:moveTo>
                  <a:lnTo>
                    <a:pt x="801268" y="951992"/>
                  </a:lnTo>
                  <a:lnTo>
                    <a:pt x="776262" y="907529"/>
                  </a:lnTo>
                  <a:lnTo>
                    <a:pt x="740575" y="864577"/>
                  </a:lnTo>
                  <a:lnTo>
                    <a:pt x="725500" y="853262"/>
                  </a:lnTo>
                  <a:lnTo>
                    <a:pt x="709409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54" y="969276"/>
                  </a:lnTo>
                  <a:lnTo>
                    <a:pt x="598881" y="995603"/>
                  </a:lnTo>
                  <a:lnTo>
                    <a:pt x="553580" y="1044003"/>
                  </a:lnTo>
                  <a:lnTo>
                    <a:pt x="513181" y="1099324"/>
                  </a:lnTo>
                  <a:lnTo>
                    <a:pt x="476504" y="1155230"/>
                  </a:lnTo>
                  <a:lnTo>
                    <a:pt x="518401" y="1213065"/>
                  </a:lnTo>
                  <a:lnTo>
                    <a:pt x="602830" y="1178229"/>
                  </a:lnTo>
                  <a:lnTo>
                    <a:pt x="673442" y="1145844"/>
                  </a:lnTo>
                  <a:lnTo>
                    <a:pt x="731951" y="1113421"/>
                  </a:lnTo>
                  <a:lnTo>
                    <a:pt x="769493" y="1083132"/>
                  </a:lnTo>
                  <a:lnTo>
                    <a:pt x="808355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262577" y="3345255"/>
              <a:ext cx="138090" cy="146145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13554481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10" y="4213"/>
                  </a:lnTo>
                  <a:lnTo>
                    <a:pt x="407211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3561835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4" h="1643379">
                  <a:moveTo>
                    <a:pt x="434276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84" y="49974"/>
                  </a:lnTo>
                  <a:lnTo>
                    <a:pt x="183819" y="111099"/>
                  </a:lnTo>
                  <a:lnTo>
                    <a:pt x="78041" y="179133"/>
                  </a:lnTo>
                  <a:lnTo>
                    <a:pt x="40093" y="203911"/>
                  </a:lnTo>
                  <a:lnTo>
                    <a:pt x="22021" y="216192"/>
                  </a:lnTo>
                  <a:lnTo>
                    <a:pt x="35902" y="223494"/>
                  </a:lnTo>
                  <a:lnTo>
                    <a:pt x="43599" y="231114"/>
                  </a:lnTo>
                  <a:lnTo>
                    <a:pt x="47840" y="243725"/>
                  </a:lnTo>
                  <a:lnTo>
                    <a:pt x="51384" y="266001"/>
                  </a:lnTo>
                  <a:lnTo>
                    <a:pt x="47777" y="399059"/>
                  </a:lnTo>
                  <a:lnTo>
                    <a:pt x="29629" y="620598"/>
                  </a:lnTo>
                  <a:lnTo>
                    <a:pt x="9499" y="828433"/>
                  </a:lnTo>
                  <a:lnTo>
                    <a:pt x="0" y="920419"/>
                  </a:lnTo>
                  <a:lnTo>
                    <a:pt x="12687" y="1604454"/>
                  </a:lnTo>
                  <a:lnTo>
                    <a:pt x="59029" y="915352"/>
                  </a:lnTo>
                  <a:lnTo>
                    <a:pt x="84607" y="547890"/>
                  </a:lnTo>
                  <a:lnTo>
                    <a:pt x="98513" y="378117"/>
                  </a:lnTo>
                  <a:lnTo>
                    <a:pt x="109867" y="282016"/>
                  </a:lnTo>
                  <a:lnTo>
                    <a:pt x="141287" y="229184"/>
                  </a:lnTo>
                  <a:lnTo>
                    <a:pt x="172186" y="202018"/>
                  </a:lnTo>
                  <a:lnTo>
                    <a:pt x="210312" y="173761"/>
                  </a:lnTo>
                  <a:lnTo>
                    <a:pt x="299707" y="112102"/>
                  </a:lnTo>
                  <a:lnTo>
                    <a:pt x="346659" y="77812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4" h="1643379">
                  <a:moveTo>
                    <a:pt x="715225" y="7467"/>
                  </a:moveTo>
                  <a:lnTo>
                    <a:pt x="702157" y="4610"/>
                  </a:lnTo>
                  <a:lnTo>
                    <a:pt x="685876" y="2235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26"/>
                  </a:lnTo>
                  <a:lnTo>
                    <a:pt x="457187" y="171462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44"/>
                  </a:lnTo>
                  <a:lnTo>
                    <a:pt x="369582" y="320421"/>
                  </a:lnTo>
                  <a:lnTo>
                    <a:pt x="399948" y="575792"/>
                  </a:lnTo>
                  <a:lnTo>
                    <a:pt x="488797" y="1025029"/>
                  </a:lnTo>
                  <a:lnTo>
                    <a:pt x="581875" y="1452626"/>
                  </a:lnTo>
                  <a:lnTo>
                    <a:pt x="624954" y="1643049"/>
                  </a:lnTo>
                  <a:lnTo>
                    <a:pt x="685317" y="1639252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212" y="268986"/>
                  </a:lnTo>
                  <a:lnTo>
                    <a:pt x="555688" y="263715"/>
                  </a:lnTo>
                  <a:lnTo>
                    <a:pt x="577608" y="266001"/>
                  </a:lnTo>
                  <a:lnTo>
                    <a:pt x="715225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4264270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 descr=""/>
          <p:cNvGrpSpPr/>
          <p:nvPr/>
        </p:nvGrpSpPr>
        <p:grpSpPr>
          <a:xfrm>
            <a:off x="10136066" y="1915942"/>
            <a:ext cx="1139825" cy="3535679"/>
            <a:chOff x="10136066" y="1915942"/>
            <a:chExt cx="1139825" cy="3535679"/>
          </a:xfrm>
        </p:grpSpPr>
        <p:sp>
          <p:nvSpPr>
            <p:cNvPr id="123" name="object 123" descr=""/>
            <p:cNvSpPr/>
            <p:nvPr/>
          </p:nvSpPr>
          <p:spPr>
            <a:xfrm>
              <a:off x="10301112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9" y="21911"/>
                  </a:lnTo>
                  <a:lnTo>
                    <a:pt x="286022" y="27065"/>
                  </a:lnTo>
                  <a:lnTo>
                    <a:pt x="276441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5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9" y="277850"/>
                  </a:lnTo>
                  <a:lnTo>
                    <a:pt x="26698" y="286366"/>
                  </a:lnTo>
                  <a:lnTo>
                    <a:pt x="22374" y="297376"/>
                  </a:lnTo>
                  <a:lnTo>
                    <a:pt x="21832" y="307313"/>
                  </a:lnTo>
                  <a:lnTo>
                    <a:pt x="24066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11" y="400241"/>
                  </a:lnTo>
                  <a:lnTo>
                    <a:pt x="8773" y="405962"/>
                  </a:lnTo>
                  <a:lnTo>
                    <a:pt x="3434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8" y="570063"/>
                  </a:lnTo>
                  <a:lnTo>
                    <a:pt x="31562" y="579642"/>
                  </a:lnTo>
                  <a:lnTo>
                    <a:pt x="44394" y="585053"/>
                  </a:lnTo>
                  <a:lnTo>
                    <a:pt x="45033" y="585179"/>
                  </a:lnTo>
                  <a:lnTo>
                    <a:pt x="45651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4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90" y="731224"/>
                  </a:lnTo>
                  <a:lnTo>
                    <a:pt x="760104" y="726071"/>
                  </a:lnTo>
                  <a:lnTo>
                    <a:pt x="769681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11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79" y="269802"/>
                  </a:lnTo>
                  <a:lnTo>
                    <a:pt x="829245" y="260222"/>
                  </a:lnTo>
                  <a:lnTo>
                    <a:pt x="816412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3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9" y="40169"/>
                  </a:lnTo>
                  <a:lnTo>
                    <a:pt x="591131" y="43700"/>
                  </a:lnTo>
                  <a:lnTo>
                    <a:pt x="584566" y="48839"/>
                  </a:lnTo>
                  <a:lnTo>
                    <a:pt x="582066" y="37800"/>
                  </a:lnTo>
                  <a:lnTo>
                    <a:pt x="576400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2" y="18641"/>
                  </a:lnTo>
                  <a:lnTo>
                    <a:pt x="528726" y="23586"/>
                  </a:lnTo>
                  <a:lnTo>
                    <a:pt x="521877" y="30714"/>
                  </a:lnTo>
                  <a:lnTo>
                    <a:pt x="518421" y="21255"/>
                  </a:lnTo>
                  <a:lnTo>
                    <a:pt x="512471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8" y="6480"/>
                  </a:lnTo>
                  <a:lnTo>
                    <a:pt x="463611" y="12940"/>
                  </a:lnTo>
                  <a:lnTo>
                    <a:pt x="456978" y="21971"/>
                  </a:lnTo>
                  <a:lnTo>
                    <a:pt x="452975" y="14426"/>
                  </a:lnTo>
                  <a:lnTo>
                    <a:pt x="447386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0199358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89" y="27228"/>
                  </a:lnTo>
                  <a:lnTo>
                    <a:pt x="242760" y="38569"/>
                  </a:lnTo>
                  <a:lnTo>
                    <a:pt x="241795" y="37820"/>
                  </a:lnTo>
                  <a:lnTo>
                    <a:pt x="220814" y="54000"/>
                  </a:lnTo>
                  <a:lnTo>
                    <a:pt x="215785" y="57531"/>
                  </a:lnTo>
                  <a:lnTo>
                    <a:pt x="214223" y="59080"/>
                  </a:lnTo>
                  <a:lnTo>
                    <a:pt x="170929" y="92456"/>
                  </a:lnTo>
                  <a:lnTo>
                    <a:pt x="115900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4997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83" y="458254"/>
                  </a:lnTo>
                  <a:lnTo>
                    <a:pt x="149783" y="424167"/>
                  </a:lnTo>
                  <a:lnTo>
                    <a:pt x="192290" y="371309"/>
                  </a:lnTo>
                  <a:lnTo>
                    <a:pt x="241185" y="416166"/>
                  </a:lnTo>
                  <a:lnTo>
                    <a:pt x="272465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0652410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0655879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6" y="76638"/>
                  </a:lnTo>
                  <a:lnTo>
                    <a:pt x="32646" y="112268"/>
                  </a:lnTo>
                  <a:lnTo>
                    <a:pt x="41059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10534512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0631221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0260616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0586870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0156122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0594462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65448" y="2777517"/>
              <a:ext cx="987721" cy="1969771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10165456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7"/>
                  </a:lnTo>
                  <a:lnTo>
                    <a:pt x="342716" y="62329"/>
                  </a:lnTo>
                  <a:lnTo>
                    <a:pt x="296871" y="89770"/>
                  </a:lnTo>
                  <a:lnTo>
                    <a:pt x="249791" y="115374"/>
                  </a:lnTo>
                  <a:lnTo>
                    <a:pt x="157637" y="163014"/>
                  </a:lnTo>
                  <a:lnTo>
                    <a:pt x="115418" y="186019"/>
                  </a:lnTo>
                  <a:lnTo>
                    <a:pt x="77674" y="209128"/>
                  </a:lnTo>
                  <a:lnTo>
                    <a:pt x="45833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47"/>
                  </a:lnTo>
                  <a:lnTo>
                    <a:pt x="595259" y="38480"/>
                  </a:lnTo>
                  <a:lnTo>
                    <a:pt x="542627" y="59346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0513004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0500220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6" y="173797"/>
                  </a:lnTo>
                  <a:lnTo>
                    <a:pt x="34388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0459136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5">
                  <a:moveTo>
                    <a:pt x="416052" y="230339"/>
                  </a:moveTo>
                  <a:lnTo>
                    <a:pt x="415810" y="186613"/>
                  </a:lnTo>
                  <a:lnTo>
                    <a:pt x="410019" y="144818"/>
                  </a:lnTo>
                  <a:lnTo>
                    <a:pt x="397395" y="106070"/>
                  </a:lnTo>
                  <a:lnTo>
                    <a:pt x="376707" y="71526"/>
                  </a:lnTo>
                  <a:lnTo>
                    <a:pt x="346671" y="42291"/>
                  </a:lnTo>
                  <a:lnTo>
                    <a:pt x="306031" y="19519"/>
                  </a:lnTo>
                  <a:lnTo>
                    <a:pt x="253517" y="4330"/>
                  </a:lnTo>
                  <a:lnTo>
                    <a:pt x="201790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68" y="80060"/>
                  </a:lnTo>
                  <a:lnTo>
                    <a:pt x="43395" y="116954"/>
                  </a:lnTo>
                  <a:lnTo>
                    <a:pt x="27228" y="157632"/>
                  </a:lnTo>
                  <a:lnTo>
                    <a:pt x="14744" y="200583"/>
                  </a:lnTo>
                  <a:lnTo>
                    <a:pt x="5270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798" y="387985"/>
                  </a:lnTo>
                  <a:lnTo>
                    <a:pt x="28143" y="430415"/>
                  </a:lnTo>
                  <a:lnTo>
                    <a:pt x="50927" y="467690"/>
                  </a:lnTo>
                  <a:lnTo>
                    <a:pt x="79806" y="498386"/>
                  </a:lnTo>
                  <a:lnTo>
                    <a:pt x="114376" y="521030"/>
                  </a:lnTo>
                  <a:lnTo>
                    <a:pt x="154292" y="534200"/>
                  </a:lnTo>
                  <a:lnTo>
                    <a:pt x="196545" y="536422"/>
                  </a:lnTo>
                  <a:lnTo>
                    <a:pt x="237756" y="527939"/>
                  </a:lnTo>
                  <a:lnTo>
                    <a:pt x="276872" y="509968"/>
                  </a:lnTo>
                  <a:lnTo>
                    <a:pt x="312851" y="483679"/>
                  </a:lnTo>
                  <a:lnTo>
                    <a:pt x="344690" y="450253"/>
                  </a:lnTo>
                  <a:lnTo>
                    <a:pt x="371335" y="410883"/>
                  </a:lnTo>
                  <a:lnTo>
                    <a:pt x="391756" y="366750"/>
                  </a:lnTo>
                  <a:lnTo>
                    <a:pt x="404926" y="319049"/>
                  </a:lnTo>
                  <a:lnTo>
                    <a:pt x="412013" y="274866"/>
                  </a:lnTo>
                  <a:lnTo>
                    <a:pt x="416052" y="230339"/>
                  </a:lnTo>
                  <a:close/>
                </a:path>
                <a:path w="817245" h="1213485">
                  <a:moveTo>
                    <a:pt x="816622" y="1010843"/>
                  </a:moveTo>
                  <a:lnTo>
                    <a:pt x="801255" y="951992"/>
                  </a:lnTo>
                  <a:lnTo>
                    <a:pt x="776262" y="907529"/>
                  </a:lnTo>
                  <a:lnTo>
                    <a:pt x="740575" y="864577"/>
                  </a:lnTo>
                  <a:lnTo>
                    <a:pt x="725500" y="853262"/>
                  </a:lnTo>
                  <a:lnTo>
                    <a:pt x="709396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42" y="969276"/>
                  </a:lnTo>
                  <a:lnTo>
                    <a:pt x="598868" y="995603"/>
                  </a:lnTo>
                  <a:lnTo>
                    <a:pt x="553567" y="1044003"/>
                  </a:lnTo>
                  <a:lnTo>
                    <a:pt x="513168" y="1099324"/>
                  </a:lnTo>
                  <a:lnTo>
                    <a:pt x="476491" y="1155230"/>
                  </a:lnTo>
                  <a:lnTo>
                    <a:pt x="518401" y="1213065"/>
                  </a:lnTo>
                  <a:lnTo>
                    <a:pt x="602818" y="1178229"/>
                  </a:lnTo>
                  <a:lnTo>
                    <a:pt x="673430" y="1145844"/>
                  </a:lnTo>
                  <a:lnTo>
                    <a:pt x="731951" y="1113421"/>
                  </a:lnTo>
                  <a:lnTo>
                    <a:pt x="769480" y="1083132"/>
                  </a:lnTo>
                  <a:lnTo>
                    <a:pt x="808355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844163" y="3345255"/>
              <a:ext cx="138090" cy="146145"/>
            </a:xfrm>
            <a:prstGeom prst="rect">
              <a:avLst/>
            </a:prstGeom>
          </p:spPr>
        </p:pic>
        <p:sp>
          <p:nvSpPr>
            <p:cNvPr id="139" name="object 139" descr=""/>
            <p:cNvSpPr/>
            <p:nvPr/>
          </p:nvSpPr>
          <p:spPr>
            <a:xfrm>
              <a:off x="10136066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0143427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71" y="49974"/>
                  </a:lnTo>
                  <a:lnTo>
                    <a:pt x="183819" y="111099"/>
                  </a:lnTo>
                  <a:lnTo>
                    <a:pt x="78028" y="179133"/>
                  </a:lnTo>
                  <a:lnTo>
                    <a:pt x="40093" y="203911"/>
                  </a:lnTo>
                  <a:lnTo>
                    <a:pt x="22009" y="216192"/>
                  </a:lnTo>
                  <a:lnTo>
                    <a:pt x="35902" y="223494"/>
                  </a:lnTo>
                  <a:lnTo>
                    <a:pt x="43586" y="231114"/>
                  </a:lnTo>
                  <a:lnTo>
                    <a:pt x="47828" y="243725"/>
                  </a:lnTo>
                  <a:lnTo>
                    <a:pt x="51371" y="266001"/>
                  </a:lnTo>
                  <a:lnTo>
                    <a:pt x="47777" y="399059"/>
                  </a:lnTo>
                  <a:lnTo>
                    <a:pt x="29616" y="620598"/>
                  </a:lnTo>
                  <a:lnTo>
                    <a:pt x="9499" y="828433"/>
                  </a:lnTo>
                  <a:lnTo>
                    <a:pt x="0" y="920419"/>
                  </a:lnTo>
                  <a:lnTo>
                    <a:pt x="12687" y="1604454"/>
                  </a:lnTo>
                  <a:lnTo>
                    <a:pt x="59029" y="915352"/>
                  </a:lnTo>
                  <a:lnTo>
                    <a:pt x="84594" y="547890"/>
                  </a:lnTo>
                  <a:lnTo>
                    <a:pt x="98501" y="378117"/>
                  </a:lnTo>
                  <a:lnTo>
                    <a:pt x="109867" y="282016"/>
                  </a:lnTo>
                  <a:lnTo>
                    <a:pt x="141287" y="229184"/>
                  </a:lnTo>
                  <a:lnTo>
                    <a:pt x="172173" y="202018"/>
                  </a:lnTo>
                  <a:lnTo>
                    <a:pt x="210312" y="173761"/>
                  </a:lnTo>
                  <a:lnTo>
                    <a:pt x="299707" y="112102"/>
                  </a:lnTo>
                  <a:lnTo>
                    <a:pt x="346646" y="77812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25" y="7467"/>
                  </a:moveTo>
                  <a:lnTo>
                    <a:pt x="702144" y="4610"/>
                  </a:lnTo>
                  <a:lnTo>
                    <a:pt x="685863" y="2235"/>
                  </a:lnTo>
                  <a:lnTo>
                    <a:pt x="666115" y="0"/>
                  </a:lnTo>
                  <a:lnTo>
                    <a:pt x="620407" y="32918"/>
                  </a:lnTo>
                  <a:lnTo>
                    <a:pt x="575741" y="66535"/>
                  </a:lnTo>
                  <a:lnTo>
                    <a:pt x="533031" y="100838"/>
                  </a:lnTo>
                  <a:lnTo>
                    <a:pt x="493204" y="135826"/>
                  </a:lnTo>
                  <a:lnTo>
                    <a:pt x="457187" y="171462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44"/>
                  </a:lnTo>
                  <a:lnTo>
                    <a:pt x="369570" y="320421"/>
                  </a:lnTo>
                  <a:lnTo>
                    <a:pt x="399935" y="575792"/>
                  </a:lnTo>
                  <a:lnTo>
                    <a:pt x="488784" y="1025029"/>
                  </a:lnTo>
                  <a:lnTo>
                    <a:pt x="581863" y="1452626"/>
                  </a:lnTo>
                  <a:lnTo>
                    <a:pt x="624941" y="1643049"/>
                  </a:lnTo>
                  <a:lnTo>
                    <a:pt x="685304" y="1639252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212" y="268986"/>
                  </a:lnTo>
                  <a:lnTo>
                    <a:pt x="555675" y="263715"/>
                  </a:lnTo>
                  <a:lnTo>
                    <a:pt x="577596" y="266001"/>
                  </a:lnTo>
                  <a:lnTo>
                    <a:pt x="715225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0845856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2" name="object 142" descr=""/>
          <p:cNvGrpSpPr/>
          <p:nvPr/>
        </p:nvGrpSpPr>
        <p:grpSpPr>
          <a:xfrm>
            <a:off x="15288271" y="1915942"/>
            <a:ext cx="1139825" cy="3535679"/>
            <a:chOff x="15288271" y="1915942"/>
            <a:chExt cx="1139825" cy="3535679"/>
          </a:xfrm>
        </p:grpSpPr>
        <p:sp>
          <p:nvSpPr>
            <p:cNvPr id="143" name="object 143" descr=""/>
            <p:cNvSpPr/>
            <p:nvPr/>
          </p:nvSpPr>
          <p:spPr>
            <a:xfrm>
              <a:off x="15453318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19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7" y="21911"/>
                  </a:lnTo>
                  <a:lnTo>
                    <a:pt x="286018" y="27065"/>
                  </a:lnTo>
                  <a:lnTo>
                    <a:pt x="276437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4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7" y="277850"/>
                  </a:lnTo>
                  <a:lnTo>
                    <a:pt x="26694" y="286366"/>
                  </a:lnTo>
                  <a:lnTo>
                    <a:pt x="22363" y="297376"/>
                  </a:lnTo>
                  <a:lnTo>
                    <a:pt x="21828" y="307313"/>
                  </a:lnTo>
                  <a:lnTo>
                    <a:pt x="24065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07" y="400241"/>
                  </a:lnTo>
                  <a:lnTo>
                    <a:pt x="8770" y="405962"/>
                  </a:lnTo>
                  <a:lnTo>
                    <a:pt x="3432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6" y="570063"/>
                  </a:lnTo>
                  <a:lnTo>
                    <a:pt x="31557" y="579642"/>
                  </a:lnTo>
                  <a:lnTo>
                    <a:pt x="44384" y="585053"/>
                  </a:lnTo>
                  <a:lnTo>
                    <a:pt x="45033" y="585179"/>
                  </a:lnTo>
                  <a:lnTo>
                    <a:pt x="45640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3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86" y="731224"/>
                  </a:lnTo>
                  <a:lnTo>
                    <a:pt x="760100" y="726071"/>
                  </a:lnTo>
                  <a:lnTo>
                    <a:pt x="769679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00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79" y="269802"/>
                  </a:lnTo>
                  <a:lnTo>
                    <a:pt x="829245" y="260222"/>
                  </a:lnTo>
                  <a:lnTo>
                    <a:pt x="816412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2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8" y="40169"/>
                  </a:lnTo>
                  <a:lnTo>
                    <a:pt x="591127" y="43700"/>
                  </a:lnTo>
                  <a:lnTo>
                    <a:pt x="584556" y="48839"/>
                  </a:lnTo>
                  <a:lnTo>
                    <a:pt x="582062" y="37800"/>
                  </a:lnTo>
                  <a:lnTo>
                    <a:pt x="576399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1" y="18641"/>
                  </a:lnTo>
                  <a:lnTo>
                    <a:pt x="528721" y="23586"/>
                  </a:lnTo>
                  <a:lnTo>
                    <a:pt x="521866" y="30714"/>
                  </a:lnTo>
                  <a:lnTo>
                    <a:pt x="518416" y="21255"/>
                  </a:lnTo>
                  <a:lnTo>
                    <a:pt x="512470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7" y="6480"/>
                  </a:lnTo>
                  <a:lnTo>
                    <a:pt x="463607" y="12940"/>
                  </a:lnTo>
                  <a:lnTo>
                    <a:pt x="456968" y="21971"/>
                  </a:lnTo>
                  <a:lnTo>
                    <a:pt x="452970" y="14426"/>
                  </a:lnTo>
                  <a:lnTo>
                    <a:pt x="447384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5351569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7995" y="614997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70" y="458254"/>
                  </a:lnTo>
                  <a:lnTo>
                    <a:pt x="149771" y="424167"/>
                  </a:lnTo>
                  <a:lnTo>
                    <a:pt x="192290" y="371322"/>
                  </a:lnTo>
                  <a:lnTo>
                    <a:pt x="241173" y="416166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5804615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5808083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5686718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69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5783427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5412821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5739076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5308326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4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5746665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317653" y="2777517"/>
              <a:ext cx="987725" cy="1969771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15317660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5" h="731520">
                  <a:moveTo>
                    <a:pt x="424992" y="0"/>
                  </a:moveTo>
                  <a:lnTo>
                    <a:pt x="385899" y="32567"/>
                  </a:lnTo>
                  <a:lnTo>
                    <a:pt x="342716" y="62329"/>
                  </a:lnTo>
                  <a:lnTo>
                    <a:pt x="296871" y="89770"/>
                  </a:lnTo>
                  <a:lnTo>
                    <a:pt x="249791" y="115374"/>
                  </a:lnTo>
                  <a:lnTo>
                    <a:pt x="157637" y="163014"/>
                  </a:lnTo>
                  <a:lnTo>
                    <a:pt x="115418" y="186019"/>
                  </a:lnTo>
                  <a:lnTo>
                    <a:pt x="77674" y="209128"/>
                  </a:lnTo>
                  <a:lnTo>
                    <a:pt x="45833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9" y="622085"/>
                  </a:lnTo>
                  <a:lnTo>
                    <a:pt x="744400" y="603442"/>
                  </a:lnTo>
                  <a:lnTo>
                    <a:pt x="738076" y="576378"/>
                  </a:lnTo>
                  <a:lnTo>
                    <a:pt x="734570" y="538907"/>
                  </a:lnTo>
                  <a:lnTo>
                    <a:pt x="734538" y="489041"/>
                  </a:lnTo>
                  <a:lnTo>
                    <a:pt x="738634" y="424792"/>
                  </a:lnTo>
                  <a:lnTo>
                    <a:pt x="747513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47"/>
                  </a:lnTo>
                  <a:lnTo>
                    <a:pt x="595259" y="38480"/>
                  </a:lnTo>
                  <a:lnTo>
                    <a:pt x="542627" y="59346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5665208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8" y="1632380"/>
                  </a:lnTo>
                  <a:lnTo>
                    <a:pt x="607901" y="1617185"/>
                  </a:lnTo>
                  <a:lnTo>
                    <a:pt x="661821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5652425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110960" y="0"/>
                  </a:moveTo>
                  <a:lnTo>
                    <a:pt x="111996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6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5611335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4" h="1213485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18"/>
                  </a:lnTo>
                  <a:lnTo>
                    <a:pt x="397408" y="106070"/>
                  </a:lnTo>
                  <a:lnTo>
                    <a:pt x="376707" y="71526"/>
                  </a:lnTo>
                  <a:lnTo>
                    <a:pt x="346671" y="42291"/>
                  </a:lnTo>
                  <a:lnTo>
                    <a:pt x="306031" y="19519"/>
                  </a:lnTo>
                  <a:lnTo>
                    <a:pt x="253530" y="4330"/>
                  </a:lnTo>
                  <a:lnTo>
                    <a:pt x="201803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68" y="80060"/>
                  </a:lnTo>
                  <a:lnTo>
                    <a:pt x="43395" y="116954"/>
                  </a:lnTo>
                  <a:lnTo>
                    <a:pt x="27241" y="157632"/>
                  </a:lnTo>
                  <a:lnTo>
                    <a:pt x="14744" y="200583"/>
                  </a:lnTo>
                  <a:lnTo>
                    <a:pt x="5283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811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06" y="498386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22"/>
                  </a:lnTo>
                  <a:lnTo>
                    <a:pt x="237756" y="527939"/>
                  </a:lnTo>
                  <a:lnTo>
                    <a:pt x="276872" y="509968"/>
                  </a:lnTo>
                  <a:lnTo>
                    <a:pt x="312864" y="483679"/>
                  </a:lnTo>
                  <a:lnTo>
                    <a:pt x="344690" y="450253"/>
                  </a:lnTo>
                  <a:lnTo>
                    <a:pt x="371348" y="410883"/>
                  </a:lnTo>
                  <a:lnTo>
                    <a:pt x="391769" y="366750"/>
                  </a:lnTo>
                  <a:lnTo>
                    <a:pt x="404926" y="319049"/>
                  </a:lnTo>
                  <a:lnTo>
                    <a:pt x="412013" y="274866"/>
                  </a:lnTo>
                  <a:lnTo>
                    <a:pt x="416064" y="230339"/>
                  </a:lnTo>
                  <a:close/>
                </a:path>
                <a:path w="817244" h="1213485">
                  <a:moveTo>
                    <a:pt x="816622" y="1010843"/>
                  </a:moveTo>
                  <a:lnTo>
                    <a:pt x="801268" y="951992"/>
                  </a:lnTo>
                  <a:lnTo>
                    <a:pt x="776262" y="907529"/>
                  </a:lnTo>
                  <a:lnTo>
                    <a:pt x="740575" y="864577"/>
                  </a:lnTo>
                  <a:lnTo>
                    <a:pt x="725500" y="853262"/>
                  </a:lnTo>
                  <a:lnTo>
                    <a:pt x="709396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54" y="969276"/>
                  </a:lnTo>
                  <a:lnTo>
                    <a:pt x="598881" y="995603"/>
                  </a:lnTo>
                  <a:lnTo>
                    <a:pt x="553580" y="1044003"/>
                  </a:lnTo>
                  <a:lnTo>
                    <a:pt x="513181" y="1099324"/>
                  </a:lnTo>
                  <a:lnTo>
                    <a:pt x="476504" y="1155230"/>
                  </a:lnTo>
                  <a:lnTo>
                    <a:pt x="518414" y="1213065"/>
                  </a:lnTo>
                  <a:lnTo>
                    <a:pt x="602830" y="1178229"/>
                  </a:lnTo>
                  <a:lnTo>
                    <a:pt x="673442" y="1145844"/>
                  </a:lnTo>
                  <a:lnTo>
                    <a:pt x="731951" y="1113421"/>
                  </a:lnTo>
                  <a:lnTo>
                    <a:pt x="769493" y="1083132"/>
                  </a:lnTo>
                  <a:lnTo>
                    <a:pt x="808355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996367" y="3345255"/>
              <a:ext cx="138090" cy="146145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15288271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 descr=""/>
            <p:cNvSpPr/>
            <p:nvPr/>
          </p:nvSpPr>
          <p:spPr>
            <a:xfrm>
              <a:off x="15295626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4" h="1643379">
                  <a:moveTo>
                    <a:pt x="434276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84" y="49974"/>
                  </a:lnTo>
                  <a:lnTo>
                    <a:pt x="183819" y="111099"/>
                  </a:lnTo>
                  <a:lnTo>
                    <a:pt x="78041" y="179133"/>
                  </a:lnTo>
                  <a:lnTo>
                    <a:pt x="40093" y="203911"/>
                  </a:lnTo>
                  <a:lnTo>
                    <a:pt x="22021" y="216192"/>
                  </a:lnTo>
                  <a:lnTo>
                    <a:pt x="35902" y="223494"/>
                  </a:lnTo>
                  <a:lnTo>
                    <a:pt x="43599" y="231114"/>
                  </a:lnTo>
                  <a:lnTo>
                    <a:pt x="47840" y="243725"/>
                  </a:lnTo>
                  <a:lnTo>
                    <a:pt x="51384" y="266001"/>
                  </a:lnTo>
                  <a:lnTo>
                    <a:pt x="47777" y="399059"/>
                  </a:lnTo>
                  <a:lnTo>
                    <a:pt x="29629" y="620598"/>
                  </a:lnTo>
                  <a:lnTo>
                    <a:pt x="9499" y="828433"/>
                  </a:lnTo>
                  <a:lnTo>
                    <a:pt x="0" y="920419"/>
                  </a:lnTo>
                  <a:lnTo>
                    <a:pt x="12687" y="1604454"/>
                  </a:lnTo>
                  <a:lnTo>
                    <a:pt x="59029" y="915352"/>
                  </a:lnTo>
                  <a:lnTo>
                    <a:pt x="84607" y="547890"/>
                  </a:lnTo>
                  <a:lnTo>
                    <a:pt x="98513" y="378117"/>
                  </a:lnTo>
                  <a:lnTo>
                    <a:pt x="109867" y="282016"/>
                  </a:lnTo>
                  <a:lnTo>
                    <a:pt x="141287" y="229184"/>
                  </a:lnTo>
                  <a:lnTo>
                    <a:pt x="172186" y="202018"/>
                  </a:lnTo>
                  <a:lnTo>
                    <a:pt x="210312" y="173761"/>
                  </a:lnTo>
                  <a:lnTo>
                    <a:pt x="299707" y="112102"/>
                  </a:lnTo>
                  <a:lnTo>
                    <a:pt x="346659" y="77812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4" h="1643379">
                  <a:moveTo>
                    <a:pt x="715225" y="7467"/>
                  </a:moveTo>
                  <a:lnTo>
                    <a:pt x="702144" y="4610"/>
                  </a:lnTo>
                  <a:lnTo>
                    <a:pt x="685876" y="2235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41" y="66535"/>
                  </a:lnTo>
                  <a:lnTo>
                    <a:pt x="533044" y="100838"/>
                  </a:lnTo>
                  <a:lnTo>
                    <a:pt x="493217" y="135826"/>
                  </a:lnTo>
                  <a:lnTo>
                    <a:pt x="457187" y="171462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44"/>
                  </a:lnTo>
                  <a:lnTo>
                    <a:pt x="369582" y="320421"/>
                  </a:lnTo>
                  <a:lnTo>
                    <a:pt x="399948" y="575792"/>
                  </a:lnTo>
                  <a:lnTo>
                    <a:pt x="488784" y="1025029"/>
                  </a:lnTo>
                  <a:lnTo>
                    <a:pt x="581875" y="1452626"/>
                  </a:lnTo>
                  <a:lnTo>
                    <a:pt x="624954" y="1643049"/>
                  </a:lnTo>
                  <a:lnTo>
                    <a:pt x="685317" y="1639252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212" y="268986"/>
                  </a:lnTo>
                  <a:lnTo>
                    <a:pt x="555688" y="263715"/>
                  </a:lnTo>
                  <a:lnTo>
                    <a:pt x="577596" y="266001"/>
                  </a:lnTo>
                  <a:lnTo>
                    <a:pt x="715225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5998060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2" name="object 162" descr=""/>
          <p:cNvGrpSpPr/>
          <p:nvPr/>
        </p:nvGrpSpPr>
        <p:grpSpPr>
          <a:xfrm>
            <a:off x="8405956" y="6438838"/>
            <a:ext cx="1139825" cy="3535679"/>
            <a:chOff x="8405956" y="6438838"/>
            <a:chExt cx="1139825" cy="3535679"/>
          </a:xfrm>
        </p:grpSpPr>
        <p:sp>
          <p:nvSpPr>
            <p:cNvPr id="163" name="object 163" descr=""/>
            <p:cNvSpPr/>
            <p:nvPr/>
          </p:nvSpPr>
          <p:spPr>
            <a:xfrm>
              <a:off x="8571002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9" y="21906"/>
                  </a:lnTo>
                  <a:lnTo>
                    <a:pt x="286022" y="27060"/>
                  </a:lnTo>
                  <a:lnTo>
                    <a:pt x="276441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5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9" y="277846"/>
                  </a:lnTo>
                  <a:lnTo>
                    <a:pt x="26698" y="286362"/>
                  </a:lnTo>
                  <a:lnTo>
                    <a:pt x="22374" y="297371"/>
                  </a:lnTo>
                  <a:lnTo>
                    <a:pt x="21832" y="307309"/>
                  </a:lnTo>
                  <a:lnTo>
                    <a:pt x="24066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11" y="400237"/>
                  </a:lnTo>
                  <a:lnTo>
                    <a:pt x="8773" y="405957"/>
                  </a:lnTo>
                  <a:lnTo>
                    <a:pt x="3434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8" y="570058"/>
                  </a:lnTo>
                  <a:lnTo>
                    <a:pt x="31562" y="579638"/>
                  </a:lnTo>
                  <a:lnTo>
                    <a:pt x="44394" y="585049"/>
                  </a:lnTo>
                  <a:lnTo>
                    <a:pt x="45033" y="585174"/>
                  </a:lnTo>
                  <a:lnTo>
                    <a:pt x="45651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4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59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86" y="731219"/>
                  </a:lnTo>
                  <a:lnTo>
                    <a:pt x="760100" y="726067"/>
                  </a:lnTo>
                  <a:lnTo>
                    <a:pt x="769679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11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6" y="464717"/>
                  </a:lnTo>
                  <a:lnTo>
                    <a:pt x="866925" y="454012"/>
                  </a:lnTo>
                  <a:lnTo>
                    <a:pt x="860145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80" y="269798"/>
                  </a:lnTo>
                  <a:lnTo>
                    <a:pt x="829249" y="260218"/>
                  </a:lnTo>
                  <a:lnTo>
                    <a:pt x="816423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3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9" y="40165"/>
                  </a:lnTo>
                  <a:lnTo>
                    <a:pt x="591131" y="43696"/>
                  </a:lnTo>
                  <a:lnTo>
                    <a:pt x="584566" y="48835"/>
                  </a:lnTo>
                  <a:lnTo>
                    <a:pt x="582066" y="37795"/>
                  </a:lnTo>
                  <a:lnTo>
                    <a:pt x="576400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1" y="18637"/>
                  </a:lnTo>
                  <a:lnTo>
                    <a:pt x="528721" y="23581"/>
                  </a:lnTo>
                  <a:lnTo>
                    <a:pt x="521866" y="30709"/>
                  </a:lnTo>
                  <a:lnTo>
                    <a:pt x="518416" y="21251"/>
                  </a:lnTo>
                  <a:lnTo>
                    <a:pt x="512470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7" y="6476"/>
                  </a:lnTo>
                  <a:lnTo>
                    <a:pt x="463607" y="12936"/>
                  </a:lnTo>
                  <a:lnTo>
                    <a:pt x="456968" y="21966"/>
                  </a:lnTo>
                  <a:lnTo>
                    <a:pt x="452970" y="14422"/>
                  </a:lnTo>
                  <a:lnTo>
                    <a:pt x="447384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8469249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89" y="27228"/>
                  </a:lnTo>
                  <a:lnTo>
                    <a:pt x="242760" y="38569"/>
                  </a:lnTo>
                  <a:lnTo>
                    <a:pt x="241795" y="37820"/>
                  </a:lnTo>
                  <a:lnTo>
                    <a:pt x="220814" y="54000"/>
                  </a:lnTo>
                  <a:lnTo>
                    <a:pt x="215785" y="57531"/>
                  </a:lnTo>
                  <a:lnTo>
                    <a:pt x="214223" y="59080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5010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83" y="458266"/>
                  </a:lnTo>
                  <a:lnTo>
                    <a:pt x="149783" y="424167"/>
                  </a:lnTo>
                  <a:lnTo>
                    <a:pt x="192290" y="371322"/>
                  </a:lnTo>
                  <a:lnTo>
                    <a:pt x="241173" y="416179"/>
                  </a:lnTo>
                  <a:lnTo>
                    <a:pt x="272465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8922299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8925769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6" y="76638"/>
                  </a:lnTo>
                  <a:lnTo>
                    <a:pt x="32646" y="112268"/>
                  </a:lnTo>
                  <a:lnTo>
                    <a:pt x="41059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8804402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8901111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8530506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8856760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8426012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8864352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35337" y="7300405"/>
              <a:ext cx="987719" cy="1969773"/>
            </a:xfrm>
            <a:prstGeom prst="rect">
              <a:avLst/>
            </a:prstGeom>
          </p:spPr>
        </p:pic>
        <p:sp>
          <p:nvSpPr>
            <p:cNvPr id="174" name="object 174" descr=""/>
            <p:cNvSpPr/>
            <p:nvPr/>
          </p:nvSpPr>
          <p:spPr>
            <a:xfrm>
              <a:off x="8435346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8"/>
                  </a:lnTo>
                  <a:lnTo>
                    <a:pt x="342716" y="62330"/>
                  </a:lnTo>
                  <a:lnTo>
                    <a:pt x="296871" y="89771"/>
                  </a:lnTo>
                  <a:lnTo>
                    <a:pt x="249791" y="115377"/>
                  </a:lnTo>
                  <a:lnTo>
                    <a:pt x="157637" y="163018"/>
                  </a:lnTo>
                  <a:lnTo>
                    <a:pt x="115418" y="186024"/>
                  </a:lnTo>
                  <a:lnTo>
                    <a:pt x="77674" y="209133"/>
                  </a:lnTo>
                  <a:lnTo>
                    <a:pt x="45833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51"/>
                  </a:lnTo>
                  <a:lnTo>
                    <a:pt x="595259" y="38485"/>
                  </a:lnTo>
                  <a:lnTo>
                    <a:pt x="542627" y="59350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8782894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8770110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8729015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4">
                  <a:moveTo>
                    <a:pt x="416064" y="230339"/>
                  </a:moveTo>
                  <a:lnTo>
                    <a:pt x="415823" y="186613"/>
                  </a:lnTo>
                  <a:lnTo>
                    <a:pt x="410032" y="144805"/>
                  </a:lnTo>
                  <a:lnTo>
                    <a:pt x="397408" y="106070"/>
                  </a:lnTo>
                  <a:lnTo>
                    <a:pt x="376720" y="71513"/>
                  </a:lnTo>
                  <a:lnTo>
                    <a:pt x="346671" y="42291"/>
                  </a:lnTo>
                  <a:lnTo>
                    <a:pt x="306031" y="19507"/>
                  </a:lnTo>
                  <a:lnTo>
                    <a:pt x="253530" y="4318"/>
                  </a:lnTo>
                  <a:lnTo>
                    <a:pt x="201803" y="0"/>
                  </a:lnTo>
                  <a:lnTo>
                    <a:pt x="157619" y="6896"/>
                  </a:lnTo>
                  <a:lnTo>
                    <a:pt x="120345" y="23533"/>
                  </a:lnTo>
                  <a:lnTo>
                    <a:pt x="89306" y="48412"/>
                  </a:lnTo>
                  <a:lnTo>
                    <a:pt x="63868" y="80048"/>
                  </a:lnTo>
                  <a:lnTo>
                    <a:pt x="43395" y="116954"/>
                  </a:lnTo>
                  <a:lnTo>
                    <a:pt x="27241" y="157619"/>
                  </a:lnTo>
                  <a:lnTo>
                    <a:pt x="14757" y="200571"/>
                  </a:lnTo>
                  <a:lnTo>
                    <a:pt x="5283" y="244309"/>
                  </a:lnTo>
                  <a:lnTo>
                    <a:pt x="0" y="293484"/>
                  </a:lnTo>
                  <a:lnTo>
                    <a:pt x="2311" y="341858"/>
                  </a:lnTo>
                  <a:lnTo>
                    <a:pt x="11811" y="387972"/>
                  </a:lnTo>
                  <a:lnTo>
                    <a:pt x="28155" y="430403"/>
                  </a:lnTo>
                  <a:lnTo>
                    <a:pt x="50939" y="467677"/>
                  </a:lnTo>
                  <a:lnTo>
                    <a:pt x="79819" y="498373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09"/>
                  </a:lnTo>
                  <a:lnTo>
                    <a:pt x="237769" y="527939"/>
                  </a:lnTo>
                  <a:lnTo>
                    <a:pt x="276872" y="509955"/>
                  </a:lnTo>
                  <a:lnTo>
                    <a:pt x="312864" y="483666"/>
                  </a:lnTo>
                  <a:lnTo>
                    <a:pt x="344703" y="450240"/>
                  </a:lnTo>
                  <a:lnTo>
                    <a:pt x="371348" y="410870"/>
                  </a:lnTo>
                  <a:lnTo>
                    <a:pt x="391769" y="366737"/>
                  </a:lnTo>
                  <a:lnTo>
                    <a:pt x="404939" y="319036"/>
                  </a:lnTo>
                  <a:lnTo>
                    <a:pt x="412013" y="274853"/>
                  </a:lnTo>
                  <a:lnTo>
                    <a:pt x="416064" y="230339"/>
                  </a:lnTo>
                  <a:close/>
                </a:path>
                <a:path w="817245" h="1213484">
                  <a:moveTo>
                    <a:pt x="816635" y="1010831"/>
                  </a:moveTo>
                  <a:lnTo>
                    <a:pt x="801268" y="951979"/>
                  </a:lnTo>
                  <a:lnTo>
                    <a:pt x="776274" y="907516"/>
                  </a:lnTo>
                  <a:lnTo>
                    <a:pt x="740575" y="864565"/>
                  </a:lnTo>
                  <a:lnTo>
                    <a:pt x="725512" y="853249"/>
                  </a:lnTo>
                  <a:lnTo>
                    <a:pt x="709409" y="860044"/>
                  </a:lnTo>
                  <a:lnTo>
                    <a:pt x="682320" y="894473"/>
                  </a:lnTo>
                  <a:lnTo>
                    <a:pt x="634263" y="966038"/>
                  </a:lnTo>
                  <a:lnTo>
                    <a:pt x="629754" y="969264"/>
                  </a:lnTo>
                  <a:lnTo>
                    <a:pt x="598881" y="995591"/>
                  </a:lnTo>
                  <a:lnTo>
                    <a:pt x="553580" y="1043990"/>
                  </a:lnTo>
                  <a:lnTo>
                    <a:pt x="513181" y="1099312"/>
                  </a:lnTo>
                  <a:lnTo>
                    <a:pt x="476504" y="1155217"/>
                  </a:lnTo>
                  <a:lnTo>
                    <a:pt x="518414" y="1213065"/>
                  </a:lnTo>
                  <a:lnTo>
                    <a:pt x="602830" y="1178217"/>
                  </a:lnTo>
                  <a:lnTo>
                    <a:pt x="673442" y="1145832"/>
                  </a:lnTo>
                  <a:lnTo>
                    <a:pt x="731964" y="1113409"/>
                  </a:lnTo>
                  <a:lnTo>
                    <a:pt x="769493" y="1083119"/>
                  </a:lnTo>
                  <a:lnTo>
                    <a:pt x="808355" y="1029601"/>
                  </a:lnTo>
                  <a:lnTo>
                    <a:pt x="816635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114052" y="7868146"/>
              <a:ext cx="138090" cy="146145"/>
            </a:xfrm>
            <a:prstGeom prst="rect">
              <a:avLst/>
            </a:prstGeom>
          </p:spPr>
        </p:pic>
        <p:sp>
          <p:nvSpPr>
            <p:cNvPr id="179" name="object 179" descr=""/>
            <p:cNvSpPr/>
            <p:nvPr/>
          </p:nvSpPr>
          <p:spPr>
            <a:xfrm>
              <a:off x="8405956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8413305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89" y="0"/>
                  </a:moveTo>
                  <a:lnTo>
                    <a:pt x="379488" y="7797"/>
                  </a:lnTo>
                  <a:lnTo>
                    <a:pt x="327317" y="21551"/>
                  </a:lnTo>
                  <a:lnTo>
                    <a:pt x="279984" y="49961"/>
                  </a:lnTo>
                  <a:lnTo>
                    <a:pt x="183832" y="111086"/>
                  </a:lnTo>
                  <a:lnTo>
                    <a:pt x="78041" y="179133"/>
                  </a:lnTo>
                  <a:lnTo>
                    <a:pt x="40106" y="203898"/>
                  </a:lnTo>
                  <a:lnTo>
                    <a:pt x="22021" y="216192"/>
                  </a:lnTo>
                  <a:lnTo>
                    <a:pt x="35915" y="223481"/>
                  </a:lnTo>
                  <a:lnTo>
                    <a:pt x="43599" y="231101"/>
                  </a:lnTo>
                  <a:lnTo>
                    <a:pt x="47840" y="243713"/>
                  </a:lnTo>
                  <a:lnTo>
                    <a:pt x="51384" y="265988"/>
                  </a:lnTo>
                  <a:lnTo>
                    <a:pt x="47790" y="399046"/>
                  </a:lnTo>
                  <a:lnTo>
                    <a:pt x="29629" y="620585"/>
                  </a:lnTo>
                  <a:lnTo>
                    <a:pt x="9512" y="828421"/>
                  </a:lnTo>
                  <a:lnTo>
                    <a:pt x="0" y="920407"/>
                  </a:lnTo>
                  <a:lnTo>
                    <a:pt x="12700" y="1604441"/>
                  </a:lnTo>
                  <a:lnTo>
                    <a:pt x="59042" y="915339"/>
                  </a:lnTo>
                  <a:lnTo>
                    <a:pt x="84607" y="547890"/>
                  </a:lnTo>
                  <a:lnTo>
                    <a:pt x="98513" y="378104"/>
                  </a:lnTo>
                  <a:lnTo>
                    <a:pt x="109880" y="282003"/>
                  </a:lnTo>
                  <a:lnTo>
                    <a:pt x="141300" y="229171"/>
                  </a:lnTo>
                  <a:lnTo>
                    <a:pt x="172186" y="202018"/>
                  </a:lnTo>
                  <a:lnTo>
                    <a:pt x="210324" y="173748"/>
                  </a:lnTo>
                  <a:lnTo>
                    <a:pt x="299707" y="112102"/>
                  </a:lnTo>
                  <a:lnTo>
                    <a:pt x="346659" y="77800"/>
                  </a:lnTo>
                  <a:lnTo>
                    <a:pt x="392239" y="40589"/>
                  </a:lnTo>
                  <a:lnTo>
                    <a:pt x="434289" y="0"/>
                  </a:lnTo>
                  <a:close/>
                </a:path>
                <a:path w="715645" h="1643379">
                  <a:moveTo>
                    <a:pt x="715238" y="7454"/>
                  </a:moveTo>
                  <a:lnTo>
                    <a:pt x="702157" y="4597"/>
                  </a:lnTo>
                  <a:lnTo>
                    <a:pt x="685876" y="2222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13"/>
                  </a:lnTo>
                  <a:lnTo>
                    <a:pt x="457200" y="171450"/>
                  </a:lnTo>
                  <a:lnTo>
                    <a:pt x="425894" y="207746"/>
                  </a:lnTo>
                  <a:lnTo>
                    <a:pt x="400253" y="244678"/>
                  </a:lnTo>
                  <a:lnTo>
                    <a:pt x="381177" y="282232"/>
                  </a:lnTo>
                  <a:lnTo>
                    <a:pt x="369582" y="320408"/>
                  </a:lnTo>
                  <a:lnTo>
                    <a:pt x="399948" y="575779"/>
                  </a:lnTo>
                  <a:lnTo>
                    <a:pt x="488797" y="1025017"/>
                  </a:lnTo>
                  <a:lnTo>
                    <a:pt x="581875" y="1452613"/>
                  </a:lnTo>
                  <a:lnTo>
                    <a:pt x="624954" y="1643037"/>
                  </a:lnTo>
                  <a:lnTo>
                    <a:pt x="685317" y="1639239"/>
                  </a:lnTo>
                  <a:lnTo>
                    <a:pt x="538289" y="985596"/>
                  </a:lnTo>
                  <a:lnTo>
                    <a:pt x="463130" y="636016"/>
                  </a:lnTo>
                  <a:lnTo>
                    <a:pt x="436308" y="471982"/>
                  </a:lnTo>
                  <a:lnTo>
                    <a:pt x="434276" y="374967"/>
                  </a:lnTo>
                  <a:lnTo>
                    <a:pt x="458114" y="299999"/>
                  </a:lnTo>
                  <a:lnTo>
                    <a:pt x="507212" y="268973"/>
                  </a:lnTo>
                  <a:lnTo>
                    <a:pt x="555688" y="263702"/>
                  </a:lnTo>
                  <a:lnTo>
                    <a:pt x="577608" y="265988"/>
                  </a:lnTo>
                  <a:lnTo>
                    <a:pt x="715238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9115745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2" name="object 182" descr=""/>
          <p:cNvGrpSpPr/>
          <p:nvPr/>
        </p:nvGrpSpPr>
        <p:grpSpPr>
          <a:xfrm>
            <a:off x="11832527" y="6438838"/>
            <a:ext cx="1139825" cy="3535679"/>
            <a:chOff x="11832527" y="6438838"/>
            <a:chExt cx="1139825" cy="3535679"/>
          </a:xfrm>
        </p:grpSpPr>
        <p:sp>
          <p:nvSpPr>
            <p:cNvPr id="183" name="object 183" descr=""/>
            <p:cNvSpPr/>
            <p:nvPr/>
          </p:nvSpPr>
          <p:spPr>
            <a:xfrm>
              <a:off x="11997573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7" y="21906"/>
                  </a:lnTo>
                  <a:lnTo>
                    <a:pt x="286018" y="27060"/>
                  </a:lnTo>
                  <a:lnTo>
                    <a:pt x="276437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4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45" y="161535"/>
                  </a:lnTo>
                  <a:lnTo>
                    <a:pt x="94739" y="166690"/>
                  </a:lnTo>
                  <a:lnTo>
                    <a:pt x="85170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7" y="277846"/>
                  </a:lnTo>
                  <a:lnTo>
                    <a:pt x="26694" y="286362"/>
                  </a:lnTo>
                  <a:lnTo>
                    <a:pt x="22363" y="297371"/>
                  </a:lnTo>
                  <a:lnTo>
                    <a:pt x="21828" y="307309"/>
                  </a:lnTo>
                  <a:lnTo>
                    <a:pt x="24065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07" y="400237"/>
                  </a:lnTo>
                  <a:lnTo>
                    <a:pt x="8770" y="405957"/>
                  </a:lnTo>
                  <a:lnTo>
                    <a:pt x="3432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6" y="570058"/>
                  </a:lnTo>
                  <a:lnTo>
                    <a:pt x="31557" y="579638"/>
                  </a:lnTo>
                  <a:lnTo>
                    <a:pt x="44384" y="585049"/>
                  </a:lnTo>
                  <a:lnTo>
                    <a:pt x="45033" y="585174"/>
                  </a:lnTo>
                  <a:lnTo>
                    <a:pt x="45640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0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3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48" y="806717"/>
                  </a:lnTo>
                  <a:lnTo>
                    <a:pt x="630711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86" y="731219"/>
                  </a:lnTo>
                  <a:lnTo>
                    <a:pt x="760100" y="726067"/>
                  </a:lnTo>
                  <a:lnTo>
                    <a:pt x="769679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00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79" y="269798"/>
                  </a:lnTo>
                  <a:lnTo>
                    <a:pt x="829245" y="260218"/>
                  </a:lnTo>
                  <a:lnTo>
                    <a:pt x="816412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2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8" y="40165"/>
                  </a:lnTo>
                  <a:lnTo>
                    <a:pt x="591127" y="43696"/>
                  </a:lnTo>
                  <a:lnTo>
                    <a:pt x="584556" y="48835"/>
                  </a:lnTo>
                  <a:lnTo>
                    <a:pt x="582062" y="37795"/>
                  </a:lnTo>
                  <a:lnTo>
                    <a:pt x="576399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1" y="18637"/>
                  </a:lnTo>
                  <a:lnTo>
                    <a:pt x="528721" y="23581"/>
                  </a:lnTo>
                  <a:lnTo>
                    <a:pt x="521866" y="30709"/>
                  </a:lnTo>
                  <a:lnTo>
                    <a:pt x="518416" y="21251"/>
                  </a:lnTo>
                  <a:lnTo>
                    <a:pt x="512470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7" y="6476"/>
                  </a:lnTo>
                  <a:lnTo>
                    <a:pt x="463607" y="12936"/>
                  </a:lnTo>
                  <a:lnTo>
                    <a:pt x="456968" y="21966"/>
                  </a:lnTo>
                  <a:lnTo>
                    <a:pt x="452970" y="14422"/>
                  </a:lnTo>
                  <a:lnTo>
                    <a:pt x="447384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11895823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5010"/>
                  </a:lnTo>
                  <a:lnTo>
                    <a:pt x="145745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70" y="458266"/>
                  </a:lnTo>
                  <a:lnTo>
                    <a:pt x="149771" y="424167"/>
                  </a:lnTo>
                  <a:lnTo>
                    <a:pt x="192278" y="371322"/>
                  </a:lnTo>
                  <a:lnTo>
                    <a:pt x="241173" y="416179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2348870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2352338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2230972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2327681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1957076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2283330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1852582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2290920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861907" y="7300405"/>
              <a:ext cx="987719" cy="1969773"/>
            </a:xfrm>
            <a:prstGeom prst="rect">
              <a:avLst/>
            </a:prstGeom>
          </p:spPr>
        </p:pic>
        <p:sp>
          <p:nvSpPr>
            <p:cNvPr id="194" name="object 194" descr=""/>
            <p:cNvSpPr/>
            <p:nvPr/>
          </p:nvSpPr>
          <p:spPr>
            <a:xfrm>
              <a:off x="11861914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8"/>
                  </a:lnTo>
                  <a:lnTo>
                    <a:pt x="342716" y="62330"/>
                  </a:lnTo>
                  <a:lnTo>
                    <a:pt x="296871" y="89771"/>
                  </a:lnTo>
                  <a:lnTo>
                    <a:pt x="249791" y="115377"/>
                  </a:lnTo>
                  <a:lnTo>
                    <a:pt x="157637" y="163018"/>
                  </a:lnTo>
                  <a:lnTo>
                    <a:pt x="115418" y="186024"/>
                  </a:lnTo>
                  <a:lnTo>
                    <a:pt x="77674" y="209133"/>
                  </a:lnTo>
                  <a:lnTo>
                    <a:pt x="45833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9" y="622085"/>
                  </a:lnTo>
                  <a:lnTo>
                    <a:pt x="744400" y="603442"/>
                  </a:lnTo>
                  <a:lnTo>
                    <a:pt x="738076" y="576378"/>
                  </a:lnTo>
                  <a:lnTo>
                    <a:pt x="734570" y="538907"/>
                  </a:lnTo>
                  <a:lnTo>
                    <a:pt x="734538" y="489041"/>
                  </a:lnTo>
                  <a:lnTo>
                    <a:pt x="738634" y="424792"/>
                  </a:lnTo>
                  <a:lnTo>
                    <a:pt x="747513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51"/>
                  </a:lnTo>
                  <a:lnTo>
                    <a:pt x="595259" y="38485"/>
                  </a:lnTo>
                  <a:lnTo>
                    <a:pt x="542627" y="59350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12209464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8" y="1632380"/>
                  </a:lnTo>
                  <a:lnTo>
                    <a:pt x="607901" y="1617185"/>
                  </a:lnTo>
                  <a:lnTo>
                    <a:pt x="661821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2196680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60" y="0"/>
                  </a:moveTo>
                  <a:lnTo>
                    <a:pt x="111996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87" y="179185"/>
                  </a:lnTo>
                  <a:lnTo>
                    <a:pt x="285280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6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12155589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4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05"/>
                  </a:lnTo>
                  <a:lnTo>
                    <a:pt x="397408" y="106070"/>
                  </a:lnTo>
                  <a:lnTo>
                    <a:pt x="376707" y="71513"/>
                  </a:lnTo>
                  <a:lnTo>
                    <a:pt x="346671" y="42291"/>
                  </a:lnTo>
                  <a:lnTo>
                    <a:pt x="306031" y="19507"/>
                  </a:lnTo>
                  <a:lnTo>
                    <a:pt x="253530" y="4318"/>
                  </a:lnTo>
                  <a:lnTo>
                    <a:pt x="201803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293" y="48412"/>
                  </a:lnTo>
                  <a:lnTo>
                    <a:pt x="63868" y="80048"/>
                  </a:lnTo>
                  <a:lnTo>
                    <a:pt x="43395" y="116954"/>
                  </a:lnTo>
                  <a:lnTo>
                    <a:pt x="27241" y="157619"/>
                  </a:lnTo>
                  <a:lnTo>
                    <a:pt x="14744" y="200571"/>
                  </a:lnTo>
                  <a:lnTo>
                    <a:pt x="5283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811" y="387972"/>
                  </a:lnTo>
                  <a:lnTo>
                    <a:pt x="28143" y="430403"/>
                  </a:lnTo>
                  <a:lnTo>
                    <a:pt x="50939" y="467677"/>
                  </a:lnTo>
                  <a:lnTo>
                    <a:pt x="79819" y="498373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09"/>
                  </a:lnTo>
                  <a:lnTo>
                    <a:pt x="237756" y="527939"/>
                  </a:lnTo>
                  <a:lnTo>
                    <a:pt x="276872" y="509955"/>
                  </a:lnTo>
                  <a:lnTo>
                    <a:pt x="312864" y="483666"/>
                  </a:lnTo>
                  <a:lnTo>
                    <a:pt x="344703" y="450240"/>
                  </a:lnTo>
                  <a:lnTo>
                    <a:pt x="371348" y="410870"/>
                  </a:lnTo>
                  <a:lnTo>
                    <a:pt x="391769" y="366737"/>
                  </a:lnTo>
                  <a:lnTo>
                    <a:pt x="404939" y="319036"/>
                  </a:lnTo>
                  <a:lnTo>
                    <a:pt x="412013" y="274853"/>
                  </a:lnTo>
                  <a:lnTo>
                    <a:pt x="416064" y="230339"/>
                  </a:lnTo>
                  <a:close/>
                </a:path>
                <a:path w="817245" h="1213484">
                  <a:moveTo>
                    <a:pt x="816622" y="1010831"/>
                  </a:moveTo>
                  <a:lnTo>
                    <a:pt x="801268" y="951979"/>
                  </a:lnTo>
                  <a:lnTo>
                    <a:pt x="776274" y="907516"/>
                  </a:lnTo>
                  <a:lnTo>
                    <a:pt x="740575" y="864565"/>
                  </a:lnTo>
                  <a:lnTo>
                    <a:pt x="725500" y="853249"/>
                  </a:lnTo>
                  <a:lnTo>
                    <a:pt x="709409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54" y="969264"/>
                  </a:lnTo>
                  <a:lnTo>
                    <a:pt x="598881" y="995591"/>
                  </a:lnTo>
                  <a:lnTo>
                    <a:pt x="553580" y="1043990"/>
                  </a:lnTo>
                  <a:lnTo>
                    <a:pt x="513181" y="1099312"/>
                  </a:lnTo>
                  <a:lnTo>
                    <a:pt x="476504" y="1155217"/>
                  </a:lnTo>
                  <a:lnTo>
                    <a:pt x="518401" y="1213065"/>
                  </a:lnTo>
                  <a:lnTo>
                    <a:pt x="602830" y="1178217"/>
                  </a:lnTo>
                  <a:lnTo>
                    <a:pt x="673442" y="1145832"/>
                  </a:lnTo>
                  <a:lnTo>
                    <a:pt x="731964" y="1113409"/>
                  </a:lnTo>
                  <a:lnTo>
                    <a:pt x="769493" y="1083119"/>
                  </a:lnTo>
                  <a:lnTo>
                    <a:pt x="808355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540622" y="7868146"/>
              <a:ext cx="138090" cy="146145"/>
            </a:xfrm>
            <a:prstGeom prst="rect">
              <a:avLst/>
            </a:prstGeom>
          </p:spPr>
        </p:pic>
        <p:sp>
          <p:nvSpPr>
            <p:cNvPr id="199" name="object 199" descr=""/>
            <p:cNvSpPr/>
            <p:nvPr/>
          </p:nvSpPr>
          <p:spPr>
            <a:xfrm>
              <a:off x="11832527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11839879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797"/>
                  </a:lnTo>
                  <a:lnTo>
                    <a:pt x="327317" y="21551"/>
                  </a:lnTo>
                  <a:lnTo>
                    <a:pt x="279984" y="49961"/>
                  </a:lnTo>
                  <a:lnTo>
                    <a:pt x="183819" y="111086"/>
                  </a:lnTo>
                  <a:lnTo>
                    <a:pt x="78041" y="179133"/>
                  </a:lnTo>
                  <a:lnTo>
                    <a:pt x="40093" y="203898"/>
                  </a:lnTo>
                  <a:lnTo>
                    <a:pt x="22021" y="216192"/>
                  </a:lnTo>
                  <a:lnTo>
                    <a:pt x="35915" y="223481"/>
                  </a:lnTo>
                  <a:lnTo>
                    <a:pt x="43599" y="231101"/>
                  </a:lnTo>
                  <a:lnTo>
                    <a:pt x="47840" y="243713"/>
                  </a:lnTo>
                  <a:lnTo>
                    <a:pt x="51384" y="265988"/>
                  </a:lnTo>
                  <a:lnTo>
                    <a:pt x="47777" y="399046"/>
                  </a:lnTo>
                  <a:lnTo>
                    <a:pt x="29629" y="620585"/>
                  </a:lnTo>
                  <a:lnTo>
                    <a:pt x="9512" y="828421"/>
                  </a:lnTo>
                  <a:lnTo>
                    <a:pt x="0" y="920407"/>
                  </a:lnTo>
                  <a:lnTo>
                    <a:pt x="12687" y="1604441"/>
                  </a:lnTo>
                  <a:lnTo>
                    <a:pt x="59029" y="915339"/>
                  </a:lnTo>
                  <a:lnTo>
                    <a:pt x="84607" y="547890"/>
                  </a:lnTo>
                  <a:lnTo>
                    <a:pt x="98513" y="378104"/>
                  </a:lnTo>
                  <a:lnTo>
                    <a:pt x="109867" y="282003"/>
                  </a:lnTo>
                  <a:lnTo>
                    <a:pt x="141300" y="229171"/>
                  </a:lnTo>
                  <a:lnTo>
                    <a:pt x="172186" y="202018"/>
                  </a:lnTo>
                  <a:lnTo>
                    <a:pt x="210324" y="173748"/>
                  </a:lnTo>
                  <a:lnTo>
                    <a:pt x="299707" y="112102"/>
                  </a:lnTo>
                  <a:lnTo>
                    <a:pt x="346659" y="77800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38" y="7454"/>
                  </a:moveTo>
                  <a:lnTo>
                    <a:pt x="702157" y="4597"/>
                  </a:lnTo>
                  <a:lnTo>
                    <a:pt x="685876" y="2222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13"/>
                  </a:lnTo>
                  <a:lnTo>
                    <a:pt x="457187" y="171450"/>
                  </a:lnTo>
                  <a:lnTo>
                    <a:pt x="425894" y="207746"/>
                  </a:lnTo>
                  <a:lnTo>
                    <a:pt x="400253" y="244678"/>
                  </a:lnTo>
                  <a:lnTo>
                    <a:pt x="381165" y="282232"/>
                  </a:lnTo>
                  <a:lnTo>
                    <a:pt x="369582" y="320408"/>
                  </a:lnTo>
                  <a:lnTo>
                    <a:pt x="399948" y="575779"/>
                  </a:lnTo>
                  <a:lnTo>
                    <a:pt x="488797" y="1025017"/>
                  </a:lnTo>
                  <a:lnTo>
                    <a:pt x="581875" y="1452613"/>
                  </a:lnTo>
                  <a:lnTo>
                    <a:pt x="624954" y="1643037"/>
                  </a:lnTo>
                  <a:lnTo>
                    <a:pt x="685317" y="1639239"/>
                  </a:lnTo>
                  <a:lnTo>
                    <a:pt x="538289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67"/>
                  </a:lnTo>
                  <a:lnTo>
                    <a:pt x="458101" y="299999"/>
                  </a:lnTo>
                  <a:lnTo>
                    <a:pt x="507212" y="268973"/>
                  </a:lnTo>
                  <a:lnTo>
                    <a:pt x="555688" y="263702"/>
                  </a:lnTo>
                  <a:lnTo>
                    <a:pt x="577608" y="265988"/>
                  </a:lnTo>
                  <a:lnTo>
                    <a:pt x="715238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12542314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2" name="object 202" descr=""/>
          <p:cNvGrpSpPr/>
          <p:nvPr/>
        </p:nvGrpSpPr>
        <p:grpSpPr>
          <a:xfrm>
            <a:off x="10136066" y="6438838"/>
            <a:ext cx="1139825" cy="3535679"/>
            <a:chOff x="10136066" y="6438838"/>
            <a:chExt cx="1139825" cy="3535679"/>
          </a:xfrm>
        </p:grpSpPr>
        <p:sp>
          <p:nvSpPr>
            <p:cNvPr id="203" name="object 203" descr=""/>
            <p:cNvSpPr/>
            <p:nvPr/>
          </p:nvSpPr>
          <p:spPr>
            <a:xfrm>
              <a:off x="10301112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9" y="21906"/>
                  </a:lnTo>
                  <a:lnTo>
                    <a:pt x="286022" y="27060"/>
                  </a:lnTo>
                  <a:lnTo>
                    <a:pt x="276441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5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9" y="277846"/>
                  </a:lnTo>
                  <a:lnTo>
                    <a:pt x="26698" y="286362"/>
                  </a:lnTo>
                  <a:lnTo>
                    <a:pt x="22374" y="297371"/>
                  </a:lnTo>
                  <a:lnTo>
                    <a:pt x="21832" y="307309"/>
                  </a:lnTo>
                  <a:lnTo>
                    <a:pt x="24066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11" y="400237"/>
                  </a:lnTo>
                  <a:lnTo>
                    <a:pt x="8773" y="405957"/>
                  </a:lnTo>
                  <a:lnTo>
                    <a:pt x="3434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8" y="570058"/>
                  </a:lnTo>
                  <a:lnTo>
                    <a:pt x="31562" y="579638"/>
                  </a:lnTo>
                  <a:lnTo>
                    <a:pt x="44394" y="585049"/>
                  </a:lnTo>
                  <a:lnTo>
                    <a:pt x="45033" y="585174"/>
                  </a:lnTo>
                  <a:lnTo>
                    <a:pt x="45651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4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48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90" y="731219"/>
                  </a:lnTo>
                  <a:lnTo>
                    <a:pt x="760104" y="726067"/>
                  </a:lnTo>
                  <a:lnTo>
                    <a:pt x="769681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11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79" y="269798"/>
                  </a:lnTo>
                  <a:lnTo>
                    <a:pt x="829245" y="260218"/>
                  </a:lnTo>
                  <a:lnTo>
                    <a:pt x="816412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3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9" y="40165"/>
                  </a:lnTo>
                  <a:lnTo>
                    <a:pt x="591131" y="43696"/>
                  </a:lnTo>
                  <a:lnTo>
                    <a:pt x="584566" y="48835"/>
                  </a:lnTo>
                  <a:lnTo>
                    <a:pt x="582066" y="37795"/>
                  </a:lnTo>
                  <a:lnTo>
                    <a:pt x="576400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2" y="18637"/>
                  </a:lnTo>
                  <a:lnTo>
                    <a:pt x="528726" y="23581"/>
                  </a:lnTo>
                  <a:lnTo>
                    <a:pt x="521877" y="30709"/>
                  </a:lnTo>
                  <a:lnTo>
                    <a:pt x="518421" y="21251"/>
                  </a:lnTo>
                  <a:lnTo>
                    <a:pt x="512471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8" y="6476"/>
                  </a:lnTo>
                  <a:lnTo>
                    <a:pt x="463611" y="12936"/>
                  </a:lnTo>
                  <a:lnTo>
                    <a:pt x="456978" y="21966"/>
                  </a:lnTo>
                  <a:lnTo>
                    <a:pt x="452975" y="14422"/>
                  </a:lnTo>
                  <a:lnTo>
                    <a:pt x="447386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0199358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89" y="27228"/>
                  </a:lnTo>
                  <a:lnTo>
                    <a:pt x="242760" y="38569"/>
                  </a:lnTo>
                  <a:lnTo>
                    <a:pt x="241795" y="37820"/>
                  </a:lnTo>
                  <a:lnTo>
                    <a:pt x="220814" y="54000"/>
                  </a:lnTo>
                  <a:lnTo>
                    <a:pt x="215785" y="57531"/>
                  </a:lnTo>
                  <a:lnTo>
                    <a:pt x="214223" y="59080"/>
                  </a:lnTo>
                  <a:lnTo>
                    <a:pt x="170929" y="92456"/>
                  </a:lnTo>
                  <a:lnTo>
                    <a:pt x="115900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5010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83" y="458266"/>
                  </a:lnTo>
                  <a:lnTo>
                    <a:pt x="149783" y="424167"/>
                  </a:lnTo>
                  <a:lnTo>
                    <a:pt x="192290" y="371322"/>
                  </a:lnTo>
                  <a:lnTo>
                    <a:pt x="241185" y="416179"/>
                  </a:lnTo>
                  <a:lnTo>
                    <a:pt x="272465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0652410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0655879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6" y="76638"/>
                  </a:lnTo>
                  <a:lnTo>
                    <a:pt x="32646" y="112268"/>
                  </a:lnTo>
                  <a:lnTo>
                    <a:pt x="41059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0534512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0631221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0260616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0586870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0156122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0594462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3" name="object 21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65448" y="7300405"/>
              <a:ext cx="987721" cy="1969773"/>
            </a:xfrm>
            <a:prstGeom prst="rect">
              <a:avLst/>
            </a:prstGeom>
          </p:spPr>
        </p:pic>
        <p:sp>
          <p:nvSpPr>
            <p:cNvPr id="214" name="object 214" descr=""/>
            <p:cNvSpPr/>
            <p:nvPr/>
          </p:nvSpPr>
          <p:spPr>
            <a:xfrm>
              <a:off x="10165456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8"/>
                  </a:lnTo>
                  <a:lnTo>
                    <a:pt x="342716" y="62330"/>
                  </a:lnTo>
                  <a:lnTo>
                    <a:pt x="296871" y="89771"/>
                  </a:lnTo>
                  <a:lnTo>
                    <a:pt x="249791" y="115377"/>
                  </a:lnTo>
                  <a:lnTo>
                    <a:pt x="157637" y="163018"/>
                  </a:lnTo>
                  <a:lnTo>
                    <a:pt x="115418" y="186024"/>
                  </a:lnTo>
                  <a:lnTo>
                    <a:pt x="77674" y="209133"/>
                  </a:lnTo>
                  <a:lnTo>
                    <a:pt x="45833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51"/>
                  </a:lnTo>
                  <a:lnTo>
                    <a:pt x="595259" y="38485"/>
                  </a:lnTo>
                  <a:lnTo>
                    <a:pt x="542627" y="59350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10513004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10500220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6" y="173797"/>
                  </a:lnTo>
                  <a:lnTo>
                    <a:pt x="34388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10459136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4">
                  <a:moveTo>
                    <a:pt x="416052" y="230339"/>
                  </a:moveTo>
                  <a:lnTo>
                    <a:pt x="415810" y="186613"/>
                  </a:lnTo>
                  <a:lnTo>
                    <a:pt x="410019" y="144805"/>
                  </a:lnTo>
                  <a:lnTo>
                    <a:pt x="397395" y="106070"/>
                  </a:lnTo>
                  <a:lnTo>
                    <a:pt x="376707" y="71513"/>
                  </a:lnTo>
                  <a:lnTo>
                    <a:pt x="346671" y="42291"/>
                  </a:lnTo>
                  <a:lnTo>
                    <a:pt x="306031" y="19507"/>
                  </a:lnTo>
                  <a:lnTo>
                    <a:pt x="253517" y="4318"/>
                  </a:lnTo>
                  <a:lnTo>
                    <a:pt x="201790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293" y="48412"/>
                  </a:lnTo>
                  <a:lnTo>
                    <a:pt x="63868" y="80048"/>
                  </a:lnTo>
                  <a:lnTo>
                    <a:pt x="43395" y="116954"/>
                  </a:lnTo>
                  <a:lnTo>
                    <a:pt x="27228" y="157619"/>
                  </a:lnTo>
                  <a:lnTo>
                    <a:pt x="14744" y="200571"/>
                  </a:lnTo>
                  <a:lnTo>
                    <a:pt x="5270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798" y="387972"/>
                  </a:lnTo>
                  <a:lnTo>
                    <a:pt x="28143" y="430403"/>
                  </a:lnTo>
                  <a:lnTo>
                    <a:pt x="50927" y="467677"/>
                  </a:lnTo>
                  <a:lnTo>
                    <a:pt x="79806" y="498373"/>
                  </a:lnTo>
                  <a:lnTo>
                    <a:pt x="114376" y="521030"/>
                  </a:lnTo>
                  <a:lnTo>
                    <a:pt x="154292" y="534200"/>
                  </a:lnTo>
                  <a:lnTo>
                    <a:pt x="196545" y="536409"/>
                  </a:lnTo>
                  <a:lnTo>
                    <a:pt x="237756" y="527939"/>
                  </a:lnTo>
                  <a:lnTo>
                    <a:pt x="276872" y="509955"/>
                  </a:lnTo>
                  <a:lnTo>
                    <a:pt x="312851" y="483666"/>
                  </a:lnTo>
                  <a:lnTo>
                    <a:pt x="344690" y="450240"/>
                  </a:lnTo>
                  <a:lnTo>
                    <a:pt x="371335" y="410870"/>
                  </a:lnTo>
                  <a:lnTo>
                    <a:pt x="391756" y="366737"/>
                  </a:lnTo>
                  <a:lnTo>
                    <a:pt x="404926" y="319036"/>
                  </a:lnTo>
                  <a:lnTo>
                    <a:pt x="412013" y="274853"/>
                  </a:lnTo>
                  <a:lnTo>
                    <a:pt x="416052" y="230339"/>
                  </a:lnTo>
                  <a:close/>
                </a:path>
                <a:path w="817245" h="1213484">
                  <a:moveTo>
                    <a:pt x="816622" y="1010831"/>
                  </a:moveTo>
                  <a:lnTo>
                    <a:pt x="801255" y="951979"/>
                  </a:lnTo>
                  <a:lnTo>
                    <a:pt x="776262" y="907516"/>
                  </a:lnTo>
                  <a:lnTo>
                    <a:pt x="740575" y="864565"/>
                  </a:lnTo>
                  <a:lnTo>
                    <a:pt x="725500" y="853249"/>
                  </a:lnTo>
                  <a:lnTo>
                    <a:pt x="709396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42" y="969264"/>
                  </a:lnTo>
                  <a:lnTo>
                    <a:pt x="598868" y="995591"/>
                  </a:lnTo>
                  <a:lnTo>
                    <a:pt x="553567" y="1043990"/>
                  </a:lnTo>
                  <a:lnTo>
                    <a:pt x="513168" y="1099312"/>
                  </a:lnTo>
                  <a:lnTo>
                    <a:pt x="476491" y="1155217"/>
                  </a:lnTo>
                  <a:lnTo>
                    <a:pt x="518401" y="1213065"/>
                  </a:lnTo>
                  <a:lnTo>
                    <a:pt x="602818" y="1178217"/>
                  </a:lnTo>
                  <a:lnTo>
                    <a:pt x="673430" y="1145832"/>
                  </a:lnTo>
                  <a:lnTo>
                    <a:pt x="731951" y="1113409"/>
                  </a:lnTo>
                  <a:lnTo>
                    <a:pt x="769480" y="1083119"/>
                  </a:lnTo>
                  <a:lnTo>
                    <a:pt x="808355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844163" y="7868146"/>
              <a:ext cx="138090" cy="146145"/>
            </a:xfrm>
            <a:prstGeom prst="rect">
              <a:avLst/>
            </a:prstGeom>
          </p:spPr>
        </p:pic>
        <p:sp>
          <p:nvSpPr>
            <p:cNvPr id="219" name="object 219" descr=""/>
            <p:cNvSpPr/>
            <p:nvPr/>
          </p:nvSpPr>
          <p:spPr>
            <a:xfrm>
              <a:off x="10136066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0143427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797"/>
                  </a:lnTo>
                  <a:lnTo>
                    <a:pt x="327317" y="21551"/>
                  </a:lnTo>
                  <a:lnTo>
                    <a:pt x="279971" y="49961"/>
                  </a:lnTo>
                  <a:lnTo>
                    <a:pt x="183819" y="111086"/>
                  </a:lnTo>
                  <a:lnTo>
                    <a:pt x="78028" y="179133"/>
                  </a:lnTo>
                  <a:lnTo>
                    <a:pt x="40093" y="203898"/>
                  </a:lnTo>
                  <a:lnTo>
                    <a:pt x="22009" y="216192"/>
                  </a:lnTo>
                  <a:lnTo>
                    <a:pt x="35902" y="223481"/>
                  </a:lnTo>
                  <a:lnTo>
                    <a:pt x="43586" y="231101"/>
                  </a:lnTo>
                  <a:lnTo>
                    <a:pt x="47828" y="243713"/>
                  </a:lnTo>
                  <a:lnTo>
                    <a:pt x="51371" y="265988"/>
                  </a:lnTo>
                  <a:lnTo>
                    <a:pt x="47777" y="399046"/>
                  </a:lnTo>
                  <a:lnTo>
                    <a:pt x="29616" y="620585"/>
                  </a:lnTo>
                  <a:lnTo>
                    <a:pt x="9499" y="828421"/>
                  </a:lnTo>
                  <a:lnTo>
                    <a:pt x="0" y="920407"/>
                  </a:lnTo>
                  <a:lnTo>
                    <a:pt x="12687" y="1604441"/>
                  </a:lnTo>
                  <a:lnTo>
                    <a:pt x="59029" y="915339"/>
                  </a:lnTo>
                  <a:lnTo>
                    <a:pt x="84594" y="547890"/>
                  </a:lnTo>
                  <a:lnTo>
                    <a:pt x="98501" y="378104"/>
                  </a:lnTo>
                  <a:lnTo>
                    <a:pt x="109867" y="282003"/>
                  </a:lnTo>
                  <a:lnTo>
                    <a:pt x="141287" y="229171"/>
                  </a:lnTo>
                  <a:lnTo>
                    <a:pt x="172173" y="202018"/>
                  </a:lnTo>
                  <a:lnTo>
                    <a:pt x="210312" y="173748"/>
                  </a:lnTo>
                  <a:lnTo>
                    <a:pt x="299707" y="112102"/>
                  </a:lnTo>
                  <a:lnTo>
                    <a:pt x="346646" y="77800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25" y="7454"/>
                  </a:moveTo>
                  <a:lnTo>
                    <a:pt x="702144" y="4597"/>
                  </a:lnTo>
                  <a:lnTo>
                    <a:pt x="685863" y="2222"/>
                  </a:lnTo>
                  <a:lnTo>
                    <a:pt x="666115" y="0"/>
                  </a:lnTo>
                  <a:lnTo>
                    <a:pt x="620407" y="32918"/>
                  </a:lnTo>
                  <a:lnTo>
                    <a:pt x="575741" y="66535"/>
                  </a:lnTo>
                  <a:lnTo>
                    <a:pt x="533031" y="100838"/>
                  </a:lnTo>
                  <a:lnTo>
                    <a:pt x="493204" y="135813"/>
                  </a:lnTo>
                  <a:lnTo>
                    <a:pt x="457187" y="171450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32"/>
                  </a:lnTo>
                  <a:lnTo>
                    <a:pt x="369570" y="320408"/>
                  </a:lnTo>
                  <a:lnTo>
                    <a:pt x="399935" y="575779"/>
                  </a:lnTo>
                  <a:lnTo>
                    <a:pt x="488784" y="1025017"/>
                  </a:lnTo>
                  <a:lnTo>
                    <a:pt x="581863" y="1452613"/>
                  </a:lnTo>
                  <a:lnTo>
                    <a:pt x="624941" y="1643037"/>
                  </a:lnTo>
                  <a:lnTo>
                    <a:pt x="685304" y="1639239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67"/>
                  </a:lnTo>
                  <a:lnTo>
                    <a:pt x="458101" y="299999"/>
                  </a:lnTo>
                  <a:lnTo>
                    <a:pt x="507212" y="268973"/>
                  </a:lnTo>
                  <a:lnTo>
                    <a:pt x="555675" y="263702"/>
                  </a:lnTo>
                  <a:lnTo>
                    <a:pt x="577596" y="265988"/>
                  </a:lnTo>
                  <a:lnTo>
                    <a:pt x="715225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0845856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2" name="object 222" descr=""/>
          <p:cNvGrpSpPr/>
          <p:nvPr/>
        </p:nvGrpSpPr>
        <p:grpSpPr>
          <a:xfrm>
            <a:off x="13554481" y="6438838"/>
            <a:ext cx="1139825" cy="3535679"/>
            <a:chOff x="13554481" y="6438838"/>
            <a:chExt cx="1139825" cy="3535679"/>
          </a:xfrm>
        </p:grpSpPr>
        <p:sp>
          <p:nvSpPr>
            <p:cNvPr id="223" name="object 223" descr=""/>
            <p:cNvSpPr/>
            <p:nvPr/>
          </p:nvSpPr>
          <p:spPr>
            <a:xfrm>
              <a:off x="13719527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19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9" y="21906"/>
                  </a:lnTo>
                  <a:lnTo>
                    <a:pt x="286022" y="27060"/>
                  </a:lnTo>
                  <a:lnTo>
                    <a:pt x="276441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25" y="45683"/>
                  </a:lnTo>
                  <a:lnTo>
                    <a:pt x="243299" y="45674"/>
                  </a:lnTo>
                  <a:lnTo>
                    <a:pt x="230882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5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9" y="277846"/>
                  </a:lnTo>
                  <a:lnTo>
                    <a:pt x="26698" y="286362"/>
                  </a:lnTo>
                  <a:lnTo>
                    <a:pt x="22374" y="297371"/>
                  </a:lnTo>
                  <a:lnTo>
                    <a:pt x="21832" y="307309"/>
                  </a:lnTo>
                  <a:lnTo>
                    <a:pt x="24066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11" y="400237"/>
                  </a:lnTo>
                  <a:lnTo>
                    <a:pt x="8773" y="405957"/>
                  </a:lnTo>
                  <a:lnTo>
                    <a:pt x="3434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8" y="570058"/>
                  </a:lnTo>
                  <a:lnTo>
                    <a:pt x="31562" y="579638"/>
                  </a:lnTo>
                  <a:lnTo>
                    <a:pt x="44394" y="585049"/>
                  </a:lnTo>
                  <a:lnTo>
                    <a:pt x="45033" y="585174"/>
                  </a:lnTo>
                  <a:lnTo>
                    <a:pt x="45651" y="584954"/>
                  </a:lnTo>
                  <a:lnTo>
                    <a:pt x="46289" y="585049"/>
                  </a:lnTo>
                  <a:lnTo>
                    <a:pt x="4272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4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8" y="823458"/>
                  </a:lnTo>
                  <a:lnTo>
                    <a:pt x="446508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48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90" y="731219"/>
                  </a:lnTo>
                  <a:lnTo>
                    <a:pt x="760104" y="726067"/>
                  </a:lnTo>
                  <a:lnTo>
                    <a:pt x="769681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11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80" y="269798"/>
                  </a:lnTo>
                  <a:lnTo>
                    <a:pt x="829249" y="260218"/>
                  </a:lnTo>
                  <a:lnTo>
                    <a:pt x="816423" y="254807"/>
                  </a:lnTo>
                  <a:lnTo>
                    <a:pt x="815062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3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7" y="69576"/>
                  </a:lnTo>
                  <a:lnTo>
                    <a:pt x="648776" y="71473"/>
                  </a:lnTo>
                  <a:lnTo>
                    <a:pt x="642952" y="74478"/>
                  </a:lnTo>
                  <a:lnTo>
                    <a:pt x="641237" y="62387"/>
                  </a:lnTo>
                  <a:lnTo>
                    <a:pt x="635764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9" y="40165"/>
                  </a:lnTo>
                  <a:lnTo>
                    <a:pt x="591131" y="43696"/>
                  </a:lnTo>
                  <a:lnTo>
                    <a:pt x="584566" y="48835"/>
                  </a:lnTo>
                  <a:lnTo>
                    <a:pt x="582066" y="37795"/>
                  </a:lnTo>
                  <a:lnTo>
                    <a:pt x="576400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2" y="18637"/>
                  </a:lnTo>
                  <a:lnTo>
                    <a:pt x="528726" y="23581"/>
                  </a:lnTo>
                  <a:lnTo>
                    <a:pt x="521877" y="30709"/>
                  </a:lnTo>
                  <a:lnTo>
                    <a:pt x="518421" y="21251"/>
                  </a:lnTo>
                  <a:lnTo>
                    <a:pt x="512471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8" y="6476"/>
                  </a:lnTo>
                  <a:lnTo>
                    <a:pt x="463611" y="12936"/>
                  </a:lnTo>
                  <a:lnTo>
                    <a:pt x="456978" y="21966"/>
                  </a:lnTo>
                  <a:lnTo>
                    <a:pt x="452975" y="14422"/>
                  </a:lnTo>
                  <a:lnTo>
                    <a:pt x="447386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3617779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5010"/>
                  </a:lnTo>
                  <a:lnTo>
                    <a:pt x="145745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70" y="458266"/>
                  </a:lnTo>
                  <a:lnTo>
                    <a:pt x="149771" y="424167"/>
                  </a:lnTo>
                  <a:lnTo>
                    <a:pt x="192278" y="371322"/>
                  </a:lnTo>
                  <a:lnTo>
                    <a:pt x="241173" y="416179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4070826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4074294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3952926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69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4049635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13679032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4005285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3574537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4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4012876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3" name="object 233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3583863" y="7300405"/>
              <a:ext cx="987722" cy="1969773"/>
            </a:xfrm>
            <a:prstGeom prst="rect">
              <a:avLst/>
            </a:prstGeom>
          </p:spPr>
        </p:pic>
        <p:sp>
          <p:nvSpPr>
            <p:cNvPr id="234" name="object 234" descr=""/>
            <p:cNvSpPr/>
            <p:nvPr/>
          </p:nvSpPr>
          <p:spPr>
            <a:xfrm>
              <a:off x="13583860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5" h="731520">
                  <a:moveTo>
                    <a:pt x="425002" y="0"/>
                  </a:moveTo>
                  <a:lnTo>
                    <a:pt x="385909" y="32568"/>
                  </a:lnTo>
                  <a:lnTo>
                    <a:pt x="342726" y="62330"/>
                  </a:lnTo>
                  <a:lnTo>
                    <a:pt x="296880" y="89771"/>
                  </a:lnTo>
                  <a:lnTo>
                    <a:pt x="249799" y="115377"/>
                  </a:lnTo>
                  <a:lnTo>
                    <a:pt x="157643" y="163018"/>
                  </a:lnTo>
                  <a:lnTo>
                    <a:pt x="115422" y="186024"/>
                  </a:lnTo>
                  <a:lnTo>
                    <a:pt x="77677" y="209133"/>
                  </a:lnTo>
                  <a:lnTo>
                    <a:pt x="45834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2" y="366271"/>
                  </a:lnTo>
                  <a:lnTo>
                    <a:pt x="28706" y="413158"/>
                  </a:lnTo>
                  <a:lnTo>
                    <a:pt x="58962" y="452337"/>
                  </a:lnTo>
                  <a:lnTo>
                    <a:pt x="94818" y="483191"/>
                  </a:lnTo>
                  <a:lnTo>
                    <a:pt x="132520" y="505104"/>
                  </a:lnTo>
                  <a:lnTo>
                    <a:pt x="168319" y="517460"/>
                  </a:lnTo>
                  <a:lnTo>
                    <a:pt x="176967" y="556551"/>
                  </a:lnTo>
                  <a:lnTo>
                    <a:pt x="178311" y="594319"/>
                  </a:lnTo>
                  <a:lnTo>
                    <a:pt x="173620" y="632083"/>
                  </a:lnTo>
                  <a:lnTo>
                    <a:pt x="164162" y="671162"/>
                  </a:lnTo>
                  <a:lnTo>
                    <a:pt x="164052" y="693423"/>
                  </a:lnTo>
                  <a:lnTo>
                    <a:pt x="176937" y="710034"/>
                  </a:lnTo>
                  <a:lnTo>
                    <a:pt x="201100" y="721517"/>
                  </a:lnTo>
                  <a:lnTo>
                    <a:pt x="234826" y="728388"/>
                  </a:lnTo>
                  <a:lnTo>
                    <a:pt x="276399" y="731168"/>
                  </a:lnTo>
                  <a:lnTo>
                    <a:pt x="324105" y="730376"/>
                  </a:lnTo>
                  <a:lnTo>
                    <a:pt x="376226" y="726530"/>
                  </a:lnTo>
                  <a:lnTo>
                    <a:pt x="431048" y="720149"/>
                  </a:lnTo>
                  <a:lnTo>
                    <a:pt x="486855" y="711752"/>
                  </a:lnTo>
                  <a:lnTo>
                    <a:pt x="541932" y="701859"/>
                  </a:lnTo>
                  <a:lnTo>
                    <a:pt x="594562" y="690988"/>
                  </a:lnTo>
                  <a:lnTo>
                    <a:pt x="643030" y="679659"/>
                  </a:lnTo>
                  <a:lnTo>
                    <a:pt x="685621" y="668389"/>
                  </a:lnTo>
                  <a:lnTo>
                    <a:pt x="746308" y="648107"/>
                  </a:lnTo>
                  <a:lnTo>
                    <a:pt x="762898" y="634294"/>
                  </a:lnTo>
                  <a:lnTo>
                    <a:pt x="752899" y="622085"/>
                  </a:lnTo>
                  <a:lnTo>
                    <a:pt x="744409" y="603442"/>
                  </a:lnTo>
                  <a:lnTo>
                    <a:pt x="738083" y="576378"/>
                  </a:lnTo>
                  <a:lnTo>
                    <a:pt x="734577" y="538907"/>
                  </a:lnTo>
                  <a:lnTo>
                    <a:pt x="734544" y="489041"/>
                  </a:lnTo>
                  <a:lnTo>
                    <a:pt x="738640" y="424792"/>
                  </a:lnTo>
                  <a:lnTo>
                    <a:pt x="747521" y="344173"/>
                  </a:lnTo>
                  <a:lnTo>
                    <a:pt x="761840" y="245196"/>
                  </a:lnTo>
                  <a:lnTo>
                    <a:pt x="763312" y="224477"/>
                  </a:lnTo>
                  <a:lnTo>
                    <a:pt x="761008" y="182142"/>
                  </a:lnTo>
                  <a:lnTo>
                    <a:pt x="752319" y="129780"/>
                  </a:lnTo>
                  <a:lnTo>
                    <a:pt x="734637" y="78981"/>
                  </a:lnTo>
                  <a:lnTo>
                    <a:pt x="709909" y="45335"/>
                  </a:lnTo>
                  <a:lnTo>
                    <a:pt x="640505" y="27551"/>
                  </a:lnTo>
                  <a:lnTo>
                    <a:pt x="595269" y="38485"/>
                  </a:lnTo>
                  <a:lnTo>
                    <a:pt x="542638" y="59350"/>
                  </a:lnTo>
                  <a:lnTo>
                    <a:pt x="482330" y="87683"/>
                  </a:lnTo>
                  <a:lnTo>
                    <a:pt x="430436" y="86342"/>
                  </a:lnTo>
                  <a:lnTo>
                    <a:pt x="404164" y="84413"/>
                  </a:lnTo>
                  <a:lnTo>
                    <a:pt x="398105" y="74385"/>
                  </a:lnTo>
                  <a:lnTo>
                    <a:pt x="406854" y="48751"/>
                  </a:lnTo>
                  <a:lnTo>
                    <a:pt x="42500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3931419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3918635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6" y="173797"/>
                  </a:lnTo>
                  <a:lnTo>
                    <a:pt x="34388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13877545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4" h="1213484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05"/>
                  </a:lnTo>
                  <a:lnTo>
                    <a:pt x="397408" y="106070"/>
                  </a:lnTo>
                  <a:lnTo>
                    <a:pt x="376707" y="71513"/>
                  </a:lnTo>
                  <a:lnTo>
                    <a:pt x="346671" y="42291"/>
                  </a:lnTo>
                  <a:lnTo>
                    <a:pt x="306031" y="19507"/>
                  </a:lnTo>
                  <a:lnTo>
                    <a:pt x="253530" y="4318"/>
                  </a:lnTo>
                  <a:lnTo>
                    <a:pt x="201803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293" y="48412"/>
                  </a:lnTo>
                  <a:lnTo>
                    <a:pt x="63868" y="80048"/>
                  </a:lnTo>
                  <a:lnTo>
                    <a:pt x="43395" y="116954"/>
                  </a:lnTo>
                  <a:lnTo>
                    <a:pt x="27241" y="157619"/>
                  </a:lnTo>
                  <a:lnTo>
                    <a:pt x="14744" y="200571"/>
                  </a:lnTo>
                  <a:lnTo>
                    <a:pt x="5283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811" y="387972"/>
                  </a:lnTo>
                  <a:lnTo>
                    <a:pt x="28143" y="430403"/>
                  </a:lnTo>
                  <a:lnTo>
                    <a:pt x="50939" y="467677"/>
                  </a:lnTo>
                  <a:lnTo>
                    <a:pt x="79819" y="498373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09"/>
                  </a:lnTo>
                  <a:lnTo>
                    <a:pt x="237756" y="527939"/>
                  </a:lnTo>
                  <a:lnTo>
                    <a:pt x="276872" y="509955"/>
                  </a:lnTo>
                  <a:lnTo>
                    <a:pt x="312864" y="483666"/>
                  </a:lnTo>
                  <a:lnTo>
                    <a:pt x="344703" y="450240"/>
                  </a:lnTo>
                  <a:lnTo>
                    <a:pt x="371348" y="410870"/>
                  </a:lnTo>
                  <a:lnTo>
                    <a:pt x="391769" y="366737"/>
                  </a:lnTo>
                  <a:lnTo>
                    <a:pt x="404939" y="319036"/>
                  </a:lnTo>
                  <a:lnTo>
                    <a:pt x="412013" y="274853"/>
                  </a:lnTo>
                  <a:lnTo>
                    <a:pt x="416064" y="230339"/>
                  </a:lnTo>
                  <a:close/>
                </a:path>
                <a:path w="817244" h="1213484">
                  <a:moveTo>
                    <a:pt x="816622" y="1010831"/>
                  </a:moveTo>
                  <a:lnTo>
                    <a:pt x="801268" y="951979"/>
                  </a:lnTo>
                  <a:lnTo>
                    <a:pt x="776262" y="907516"/>
                  </a:lnTo>
                  <a:lnTo>
                    <a:pt x="740575" y="864565"/>
                  </a:lnTo>
                  <a:lnTo>
                    <a:pt x="725500" y="853249"/>
                  </a:lnTo>
                  <a:lnTo>
                    <a:pt x="709409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54" y="969264"/>
                  </a:lnTo>
                  <a:lnTo>
                    <a:pt x="598881" y="995591"/>
                  </a:lnTo>
                  <a:lnTo>
                    <a:pt x="553580" y="1043990"/>
                  </a:lnTo>
                  <a:lnTo>
                    <a:pt x="513181" y="1099312"/>
                  </a:lnTo>
                  <a:lnTo>
                    <a:pt x="476504" y="1155217"/>
                  </a:lnTo>
                  <a:lnTo>
                    <a:pt x="518401" y="1213065"/>
                  </a:lnTo>
                  <a:lnTo>
                    <a:pt x="602830" y="1178217"/>
                  </a:lnTo>
                  <a:lnTo>
                    <a:pt x="673442" y="1145832"/>
                  </a:lnTo>
                  <a:lnTo>
                    <a:pt x="731951" y="1113409"/>
                  </a:lnTo>
                  <a:lnTo>
                    <a:pt x="769493" y="1083119"/>
                  </a:lnTo>
                  <a:lnTo>
                    <a:pt x="808355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8" name="object 238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262577" y="7868146"/>
              <a:ext cx="138090" cy="146145"/>
            </a:xfrm>
            <a:prstGeom prst="rect">
              <a:avLst/>
            </a:prstGeom>
          </p:spPr>
        </p:pic>
        <p:sp>
          <p:nvSpPr>
            <p:cNvPr id="239" name="object 239" descr=""/>
            <p:cNvSpPr/>
            <p:nvPr/>
          </p:nvSpPr>
          <p:spPr>
            <a:xfrm>
              <a:off x="13554481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10" y="4213"/>
                  </a:lnTo>
                  <a:lnTo>
                    <a:pt x="407211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3561835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4" h="1643379">
                  <a:moveTo>
                    <a:pt x="434276" y="0"/>
                  </a:moveTo>
                  <a:lnTo>
                    <a:pt x="379476" y="7797"/>
                  </a:lnTo>
                  <a:lnTo>
                    <a:pt x="327317" y="21551"/>
                  </a:lnTo>
                  <a:lnTo>
                    <a:pt x="279984" y="49961"/>
                  </a:lnTo>
                  <a:lnTo>
                    <a:pt x="183819" y="111086"/>
                  </a:lnTo>
                  <a:lnTo>
                    <a:pt x="78041" y="179133"/>
                  </a:lnTo>
                  <a:lnTo>
                    <a:pt x="40093" y="203898"/>
                  </a:lnTo>
                  <a:lnTo>
                    <a:pt x="22021" y="216192"/>
                  </a:lnTo>
                  <a:lnTo>
                    <a:pt x="35902" y="223481"/>
                  </a:lnTo>
                  <a:lnTo>
                    <a:pt x="43599" y="231101"/>
                  </a:lnTo>
                  <a:lnTo>
                    <a:pt x="47840" y="243713"/>
                  </a:lnTo>
                  <a:lnTo>
                    <a:pt x="51384" y="265988"/>
                  </a:lnTo>
                  <a:lnTo>
                    <a:pt x="47777" y="399046"/>
                  </a:lnTo>
                  <a:lnTo>
                    <a:pt x="29629" y="620585"/>
                  </a:lnTo>
                  <a:lnTo>
                    <a:pt x="9499" y="828421"/>
                  </a:lnTo>
                  <a:lnTo>
                    <a:pt x="0" y="920407"/>
                  </a:lnTo>
                  <a:lnTo>
                    <a:pt x="12687" y="1604441"/>
                  </a:lnTo>
                  <a:lnTo>
                    <a:pt x="59029" y="915339"/>
                  </a:lnTo>
                  <a:lnTo>
                    <a:pt x="84607" y="547890"/>
                  </a:lnTo>
                  <a:lnTo>
                    <a:pt x="98513" y="378104"/>
                  </a:lnTo>
                  <a:lnTo>
                    <a:pt x="109867" y="282003"/>
                  </a:lnTo>
                  <a:lnTo>
                    <a:pt x="141287" y="229171"/>
                  </a:lnTo>
                  <a:lnTo>
                    <a:pt x="172186" y="202018"/>
                  </a:lnTo>
                  <a:lnTo>
                    <a:pt x="210312" y="173748"/>
                  </a:lnTo>
                  <a:lnTo>
                    <a:pt x="299707" y="112102"/>
                  </a:lnTo>
                  <a:lnTo>
                    <a:pt x="346659" y="77800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4" h="1643379">
                  <a:moveTo>
                    <a:pt x="715225" y="7454"/>
                  </a:moveTo>
                  <a:lnTo>
                    <a:pt x="702157" y="4597"/>
                  </a:lnTo>
                  <a:lnTo>
                    <a:pt x="685876" y="2222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13"/>
                  </a:lnTo>
                  <a:lnTo>
                    <a:pt x="457187" y="171450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32"/>
                  </a:lnTo>
                  <a:lnTo>
                    <a:pt x="369582" y="320408"/>
                  </a:lnTo>
                  <a:lnTo>
                    <a:pt x="399948" y="575779"/>
                  </a:lnTo>
                  <a:lnTo>
                    <a:pt x="488797" y="1025017"/>
                  </a:lnTo>
                  <a:lnTo>
                    <a:pt x="581875" y="1452613"/>
                  </a:lnTo>
                  <a:lnTo>
                    <a:pt x="624954" y="1643037"/>
                  </a:lnTo>
                  <a:lnTo>
                    <a:pt x="685317" y="1639239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67"/>
                  </a:lnTo>
                  <a:lnTo>
                    <a:pt x="458101" y="299999"/>
                  </a:lnTo>
                  <a:lnTo>
                    <a:pt x="507212" y="268973"/>
                  </a:lnTo>
                  <a:lnTo>
                    <a:pt x="555688" y="263702"/>
                  </a:lnTo>
                  <a:lnTo>
                    <a:pt x="577608" y="265988"/>
                  </a:lnTo>
                  <a:lnTo>
                    <a:pt x="715225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4264270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2" name="object 242" descr=""/>
          <p:cNvGrpSpPr/>
          <p:nvPr/>
        </p:nvGrpSpPr>
        <p:grpSpPr>
          <a:xfrm>
            <a:off x="15288271" y="6438838"/>
            <a:ext cx="1139825" cy="3535679"/>
            <a:chOff x="15288271" y="6438838"/>
            <a:chExt cx="1139825" cy="3535679"/>
          </a:xfrm>
        </p:grpSpPr>
        <p:sp>
          <p:nvSpPr>
            <p:cNvPr id="243" name="object 243" descr=""/>
            <p:cNvSpPr/>
            <p:nvPr/>
          </p:nvSpPr>
          <p:spPr>
            <a:xfrm>
              <a:off x="15453318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19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7" y="21906"/>
                  </a:lnTo>
                  <a:lnTo>
                    <a:pt x="286018" y="27060"/>
                  </a:lnTo>
                  <a:lnTo>
                    <a:pt x="276437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4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7" y="277846"/>
                  </a:lnTo>
                  <a:lnTo>
                    <a:pt x="26694" y="286362"/>
                  </a:lnTo>
                  <a:lnTo>
                    <a:pt x="22363" y="297371"/>
                  </a:lnTo>
                  <a:lnTo>
                    <a:pt x="21828" y="307309"/>
                  </a:lnTo>
                  <a:lnTo>
                    <a:pt x="24065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07" y="400237"/>
                  </a:lnTo>
                  <a:lnTo>
                    <a:pt x="8770" y="405957"/>
                  </a:lnTo>
                  <a:lnTo>
                    <a:pt x="3432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6" y="570058"/>
                  </a:lnTo>
                  <a:lnTo>
                    <a:pt x="31557" y="579638"/>
                  </a:lnTo>
                  <a:lnTo>
                    <a:pt x="44384" y="585049"/>
                  </a:lnTo>
                  <a:lnTo>
                    <a:pt x="45033" y="585174"/>
                  </a:lnTo>
                  <a:lnTo>
                    <a:pt x="45640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3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48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86" y="731219"/>
                  </a:lnTo>
                  <a:lnTo>
                    <a:pt x="760100" y="726067"/>
                  </a:lnTo>
                  <a:lnTo>
                    <a:pt x="769679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00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79" y="269798"/>
                  </a:lnTo>
                  <a:lnTo>
                    <a:pt x="829245" y="260218"/>
                  </a:lnTo>
                  <a:lnTo>
                    <a:pt x="816412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2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8" y="40165"/>
                  </a:lnTo>
                  <a:lnTo>
                    <a:pt x="591127" y="43696"/>
                  </a:lnTo>
                  <a:lnTo>
                    <a:pt x="584556" y="48835"/>
                  </a:lnTo>
                  <a:lnTo>
                    <a:pt x="582062" y="37795"/>
                  </a:lnTo>
                  <a:lnTo>
                    <a:pt x="576399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1" y="18637"/>
                  </a:lnTo>
                  <a:lnTo>
                    <a:pt x="528721" y="23581"/>
                  </a:lnTo>
                  <a:lnTo>
                    <a:pt x="521866" y="30709"/>
                  </a:lnTo>
                  <a:lnTo>
                    <a:pt x="518416" y="21251"/>
                  </a:lnTo>
                  <a:lnTo>
                    <a:pt x="512470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7" y="6476"/>
                  </a:lnTo>
                  <a:lnTo>
                    <a:pt x="463607" y="12936"/>
                  </a:lnTo>
                  <a:lnTo>
                    <a:pt x="456968" y="21966"/>
                  </a:lnTo>
                  <a:lnTo>
                    <a:pt x="452970" y="14422"/>
                  </a:lnTo>
                  <a:lnTo>
                    <a:pt x="447384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5351569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7995" y="615010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70" y="458266"/>
                  </a:lnTo>
                  <a:lnTo>
                    <a:pt x="149771" y="424167"/>
                  </a:lnTo>
                  <a:lnTo>
                    <a:pt x="192278" y="371322"/>
                  </a:lnTo>
                  <a:lnTo>
                    <a:pt x="241173" y="416179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5804615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5808083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5686718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69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5783427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5412821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5739076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5308326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4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5746665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317653" y="7300405"/>
              <a:ext cx="987725" cy="1969773"/>
            </a:xfrm>
            <a:prstGeom prst="rect">
              <a:avLst/>
            </a:prstGeom>
          </p:spPr>
        </p:pic>
        <p:sp>
          <p:nvSpPr>
            <p:cNvPr id="254" name="object 254" descr=""/>
            <p:cNvSpPr/>
            <p:nvPr/>
          </p:nvSpPr>
          <p:spPr>
            <a:xfrm>
              <a:off x="15317660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5" h="731520">
                  <a:moveTo>
                    <a:pt x="424992" y="0"/>
                  </a:moveTo>
                  <a:lnTo>
                    <a:pt x="385899" y="32568"/>
                  </a:lnTo>
                  <a:lnTo>
                    <a:pt x="342716" y="62330"/>
                  </a:lnTo>
                  <a:lnTo>
                    <a:pt x="296871" y="89771"/>
                  </a:lnTo>
                  <a:lnTo>
                    <a:pt x="249791" y="115377"/>
                  </a:lnTo>
                  <a:lnTo>
                    <a:pt x="157637" y="163018"/>
                  </a:lnTo>
                  <a:lnTo>
                    <a:pt x="115418" y="186024"/>
                  </a:lnTo>
                  <a:lnTo>
                    <a:pt x="77674" y="209133"/>
                  </a:lnTo>
                  <a:lnTo>
                    <a:pt x="45833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9" y="622085"/>
                  </a:lnTo>
                  <a:lnTo>
                    <a:pt x="744400" y="603442"/>
                  </a:lnTo>
                  <a:lnTo>
                    <a:pt x="738076" y="576378"/>
                  </a:lnTo>
                  <a:lnTo>
                    <a:pt x="734570" y="538907"/>
                  </a:lnTo>
                  <a:lnTo>
                    <a:pt x="734538" y="489041"/>
                  </a:lnTo>
                  <a:lnTo>
                    <a:pt x="738634" y="424792"/>
                  </a:lnTo>
                  <a:lnTo>
                    <a:pt x="747513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51"/>
                  </a:lnTo>
                  <a:lnTo>
                    <a:pt x="595259" y="38485"/>
                  </a:lnTo>
                  <a:lnTo>
                    <a:pt x="542627" y="59350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5665208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8" y="1632380"/>
                  </a:lnTo>
                  <a:lnTo>
                    <a:pt x="607901" y="1617185"/>
                  </a:lnTo>
                  <a:lnTo>
                    <a:pt x="661821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5652425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110960" y="0"/>
                  </a:moveTo>
                  <a:lnTo>
                    <a:pt x="111996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6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5611335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4" h="1213484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05"/>
                  </a:lnTo>
                  <a:lnTo>
                    <a:pt x="397408" y="106070"/>
                  </a:lnTo>
                  <a:lnTo>
                    <a:pt x="376707" y="71513"/>
                  </a:lnTo>
                  <a:lnTo>
                    <a:pt x="346671" y="42291"/>
                  </a:lnTo>
                  <a:lnTo>
                    <a:pt x="306031" y="19507"/>
                  </a:lnTo>
                  <a:lnTo>
                    <a:pt x="253530" y="4318"/>
                  </a:lnTo>
                  <a:lnTo>
                    <a:pt x="201803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293" y="48412"/>
                  </a:lnTo>
                  <a:lnTo>
                    <a:pt x="63868" y="80048"/>
                  </a:lnTo>
                  <a:lnTo>
                    <a:pt x="43395" y="116954"/>
                  </a:lnTo>
                  <a:lnTo>
                    <a:pt x="27241" y="157619"/>
                  </a:lnTo>
                  <a:lnTo>
                    <a:pt x="14744" y="200571"/>
                  </a:lnTo>
                  <a:lnTo>
                    <a:pt x="5283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811" y="387972"/>
                  </a:lnTo>
                  <a:lnTo>
                    <a:pt x="28143" y="430403"/>
                  </a:lnTo>
                  <a:lnTo>
                    <a:pt x="50939" y="467677"/>
                  </a:lnTo>
                  <a:lnTo>
                    <a:pt x="79806" y="498373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09"/>
                  </a:lnTo>
                  <a:lnTo>
                    <a:pt x="237756" y="527939"/>
                  </a:lnTo>
                  <a:lnTo>
                    <a:pt x="276872" y="509955"/>
                  </a:lnTo>
                  <a:lnTo>
                    <a:pt x="312864" y="483666"/>
                  </a:lnTo>
                  <a:lnTo>
                    <a:pt x="344690" y="450240"/>
                  </a:lnTo>
                  <a:lnTo>
                    <a:pt x="371348" y="410870"/>
                  </a:lnTo>
                  <a:lnTo>
                    <a:pt x="391769" y="366737"/>
                  </a:lnTo>
                  <a:lnTo>
                    <a:pt x="404926" y="319036"/>
                  </a:lnTo>
                  <a:lnTo>
                    <a:pt x="412013" y="274853"/>
                  </a:lnTo>
                  <a:lnTo>
                    <a:pt x="416064" y="230339"/>
                  </a:lnTo>
                  <a:close/>
                </a:path>
                <a:path w="817244" h="1213484">
                  <a:moveTo>
                    <a:pt x="816622" y="1010831"/>
                  </a:moveTo>
                  <a:lnTo>
                    <a:pt x="801268" y="951979"/>
                  </a:lnTo>
                  <a:lnTo>
                    <a:pt x="776262" y="907516"/>
                  </a:lnTo>
                  <a:lnTo>
                    <a:pt x="740575" y="864565"/>
                  </a:lnTo>
                  <a:lnTo>
                    <a:pt x="725500" y="853249"/>
                  </a:lnTo>
                  <a:lnTo>
                    <a:pt x="709396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54" y="969264"/>
                  </a:lnTo>
                  <a:lnTo>
                    <a:pt x="598881" y="995591"/>
                  </a:lnTo>
                  <a:lnTo>
                    <a:pt x="553580" y="1043990"/>
                  </a:lnTo>
                  <a:lnTo>
                    <a:pt x="513181" y="1099312"/>
                  </a:lnTo>
                  <a:lnTo>
                    <a:pt x="476504" y="1155217"/>
                  </a:lnTo>
                  <a:lnTo>
                    <a:pt x="518414" y="1213065"/>
                  </a:lnTo>
                  <a:lnTo>
                    <a:pt x="602830" y="1178217"/>
                  </a:lnTo>
                  <a:lnTo>
                    <a:pt x="673442" y="1145832"/>
                  </a:lnTo>
                  <a:lnTo>
                    <a:pt x="731951" y="1113409"/>
                  </a:lnTo>
                  <a:lnTo>
                    <a:pt x="769493" y="1083119"/>
                  </a:lnTo>
                  <a:lnTo>
                    <a:pt x="808355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996367" y="7868146"/>
              <a:ext cx="138090" cy="146145"/>
            </a:xfrm>
            <a:prstGeom prst="rect">
              <a:avLst/>
            </a:prstGeom>
          </p:spPr>
        </p:pic>
        <p:sp>
          <p:nvSpPr>
            <p:cNvPr id="259" name="object 259" descr=""/>
            <p:cNvSpPr/>
            <p:nvPr/>
          </p:nvSpPr>
          <p:spPr>
            <a:xfrm>
              <a:off x="15288271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15295626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4" h="1643379">
                  <a:moveTo>
                    <a:pt x="434276" y="0"/>
                  </a:moveTo>
                  <a:lnTo>
                    <a:pt x="379476" y="7797"/>
                  </a:lnTo>
                  <a:lnTo>
                    <a:pt x="327317" y="21551"/>
                  </a:lnTo>
                  <a:lnTo>
                    <a:pt x="279984" y="49961"/>
                  </a:lnTo>
                  <a:lnTo>
                    <a:pt x="183819" y="111086"/>
                  </a:lnTo>
                  <a:lnTo>
                    <a:pt x="78041" y="179133"/>
                  </a:lnTo>
                  <a:lnTo>
                    <a:pt x="40093" y="203898"/>
                  </a:lnTo>
                  <a:lnTo>
                    <a:pt x="22021" y="216192"/>
                  </a:lnTo>
                  <a:lnTo>
                    <a:pt x="35902" y="223481"/>
                  </a:lnTo>
                  <a:lnTo>
                    <a:pt x="43599" y="231101"/>
                  </a:lnTo>
                  <a:lnTo>
                    <a:pt x="47840" y="243713"/>
                  </a:lnTo>
                  <a:lnTo>
                    <a:pt x="51384" y="265988"/>
                  </a:lnTo>
                  <a:lnTo>
                    <a:pt x="47777" y="399046"/>
                  </a:lnTo>
                  <a:lnTo>
                    <a:pt x="29629" y="620585"/>
                  </a:lnTo>
                  <a:lnTo>
                    <a:pt x="9499" y="828421"/>
                  </a:lnTo>
                  <a:lnTo>
                    <a:pt x="0" y="920407"/>
                  </a:lnTo>
                  <a:lnTo>
                    <a:pt x="12687" y="1604441"/>
                  </a:lnTo>
                  <a:lnTo>
                    <a:pt x="59029" y="915339"/>
                  </a:lnTo>
                  <a:lnTo>
                    <a:pt x="84607" y="547890"/>
                  </a:lnTo>
                  <a:lnTo>
                    <a:pt x="98513" y="378104"/>
                  </a:lnTo>
                  <a:lnTo>
                    <a:pt x="109867" y="282003"/>
                  </a:lnTo>
                  <a:lnTo>
                    <a:pt x="141287" y="229171"/>
                  </a:lnTo>
                  <a:lnTo>
                    <a:pt x="172186" y="202018"/>
                  </a:lnTo>
                  <a:lnTo>
                    <a:pt x="210312" y="173748"/>
                  </a:lnTo>
                  <a:lnTo>
                    <a:pt x="299707" y="112102"/>
                  </a:lnTo>
                  <a:lnTo>
                    <a:pt x="346659" y="77800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4" h="1643379">
                  <a:moveTo>
                    <a:pt x="715225" y="7454"/>
                  </a:moveTo>
                  <a:lnTo>
                    <a:pt x="702144" y="4597"/>
                  </a:lnTo>
                  <a:lnTo>
                    <a:pt x="685876" y="2222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41" y="66535"/>
                  </a:lnTo>
                  <a:lnTo>
                    <a:pt x="533044" y="100838"/>
                  </a:lnTo>
                  <a:lnTo>
                    <a:pt x="493217" y="135813"/>
                  </a:lnTo>
                  <a:lnTo>
                    <a:pt x="457187" y="171450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32"/>
                  </a:lnTo>
                  <a:lnTo>
                    <a:pt x="369582" y="320408"/>
                  </a:lnTo>
                  <a:lnTo>
                    <a:pt x="399948" y="575779"/>
                  </a:lnTo>
                  <a:lnTo>
                    <a:pt x="488784" y="1025017"/>
                  </a:lnTo>
                  <a:lnTo>
                    <a:pt x="581875" y="1452613"/>
                  </a:lnTo>
                  <a:lnTo>
                    <a:pt x="624954" y="1643037"/>
                  </a:lnTo>
                  <a:lnTo>
                    <a:pt x="685317" y="1639239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67"/>
                  </a:lnTo>
                  <a:lnTo>
                    <a:pt x="458101" y="299999"/>
                  </a:lnTo>
                  <a:lnTo>
                    <a:pt x="507212" y="268973"/>
                  </a:lnTo>
                  <a:lnTo>
                    <a:pt x="555688" y="263702"/>
                  </a:lnTo>
                  <a:lnTo>
                    <a:pt x="577596" y="265988"/>
                  </a:lnTo>
                  <a:lnTo>
                    <a:pt x="715225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5998060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2" name="object 262" descr=""/>
          <p:cNvGrpSpPr/>
          <p:nvPr/>
        </p:nvGrpSpPr>
        <p:grpSpPr>
          <a:xfrm>
            <a:off x="16999742" y="6438838"/>
            <a:ext cx="1139825" cy="3535679"/>
            <a:chOff x="16999742" y="6438838"/>
            <a:chExt cx="1139825" cy="3535679"/>
          </a:xfrm>
        </p:grpSpPr>
        <p:sp>
          <p:nvSpPr>
            <p:cNvPr id="263" name="object 263" descr=""/>
            <p:cNvSpPr/>
            <p:nvPr/>
          </p:nvSpPr>
          <p:spPr>
            <a:xfrm>
              <a:off x="17164788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19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9" y="21906"/>
                  </a:lnTo>
                  <a:lnTo>
                    <a:pt x="286022" y="27060"/>
                  </a:lnTo>
                  <a:lnTo>
                    <a:pt x="276441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5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7" y="277846"/>
                  </a:lnTo>
                  <a:lnTo>
                    <a:pt x="26694" y="286362"/>
                  </a:lnTo>
                  <a:lnTo>
                    <a:pt x="22363" y="297371"/>
                  </a:lnTo>
                  <a:lnTo>
                    <a:pt x="21828" y="307309"/>
                  </a:lnTo>
                  <a:lnTo>
                    <a:pt x="24065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11" y="400237"/>
                  </a:lnTo>
                  <a:lnTo>
                    <a:pt x="8773" y="405957"/>
                  </a:lnTo>
                  <a:lnTo>
                    <a:pt x="3434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8" y="570058"/>
                  </a:lnTo>
                  <a:lnTo>
                    <a:pt x="31562" y="579638"/>
                  </a:lnTo>
                  <a:lnTo>
                    <a:pt x="44394" y="585049"/>
                  </a:lnTo>
                  <a:lnTo>
                    <a:pt x="45033" y="585174"/>
                  </a:lnTo>
                  <a:lnTo>
                    <a:pt x="45651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4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48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86" y="731219"/>
                  </a:lnTo>
                  <a:lnTo>
                    <a:pt x="760100" y="726067"/>
                  </a:lnTo>
                  <a:lnTo>
                    <a:pt x="769679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11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79" y="269798"/>
                  </a:lnTo>
                  <a:lnTo>
                    <a:pt x="829245" y="260218"/>
                  </a:lnTo>
                  <a:lnTo>
                    <a:pt x="816412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2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9" y="40165"/>
                  </a:lnTo>
                  <a:lnTo>
                    <a:pt x="591131" y="43696"/>
                  </a:lnTo>
                  <a:lnTo>
                    <a:pt x="584566" y="48835"/>
                  </a:lnTo>
                  <a:lnTo>
                    <a:pt x="582066" y="37795"/>
                  </a:lnTo>
                  <a:lnTo>
                    <a:pt x="576400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2" y="18637"/>
                  </a:lnTo>
                  <a:lnTo>
                    <a:pt x="528726" y="23581"/>
                  </a:lnTo>
                  <a:lnTo>
                    <a:pt x="521877" y="30709"/>
                  </a:lnTo>
                  <a:lnTo>
                    <a:pt x="518421" y="21251"/>
                  </a:lnTo>
                  <a:lnTo>
                    <a:pt x="512471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8" y="6476"/>
                  </a:lnTo>
                  <a:lnTo>
                    <a:pt x="463611" y="12936"/>
                  </a:lnTo>
                  <a:lnTo>
                    <a:pt x="456978" y="21966"/>
                  </a:lnTo>
                  <a:lnTo>
                    <a:pt x="452975" y="14422"/>
                  </a:lnTo>
                  <a:lnTo>
                    <a:pt x="447386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7063035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8008" y="615010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83" y="458266"/>
                  </a:lnTo>
                  <a:lnTo>
                    <a:pt x="149783" y="424167"/>
                  </a:lnTo>
                  <a:lnTo>
                    <a:pt x="192290" y="371322"/>
                  </a:lnTo>
                  <a:lnTo>
                    <a:pt x="241185" y="416179"/>
                  </a:lnTo>
                  <a:lnTo>
                    <a:pt x="272465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7516086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7519555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7398187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69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7494896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7124291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7450546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7019798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4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17458137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3" name="object 27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029124" y="7300405"/>
              <a:ext cx="987720" cy="1969773"/>
            </a:xfrm>
            <a:prstGeom prst="rect">
              <a:avLst/>
            </a:prstGeom>
          </p:spPr>
        </p:pic>
        <p:sp>
          <p:nvSpPr>
            <p:cNvPr id="274" name="object 274" descr=""/>
            <p:cNvSpPr/>
            <p:nvPr/>
          </p:nvSpPr>
          <p:spPr>
            <a:xfrm>
              <a:off x="17029121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5" h="731520">
                  <a:moveTo>
                    <a:pt x="425002" y="0"/>
                  </a:moveTo>
                  <a:lnTo>
                    <a:pt x="385909" y="32568"/>
                  </a:lnTo>
                  <a:lnTo>
                    <a:pt x="342726" y="62330"/>
                  </a:lnTo>
                  <a:lnTo>
                    <a:pt x="296880" y="89771"/>
                  </a:lnTo>
                  <a:lnTo>
                    <a:pt x="249799" y="115377"/>
                  </a:lnTo>
                  <a:lnTo>
                    <a:pt x="157643" y="163018"/>
                  </a:lnTo>
                  <a:lnTo>
                    <a:pt x="115422" y="186024"/>
                  </a:lnTo>
                  <a:lnTo>
                    <a:pt x="77677" y="209133"/>
                  </a:lnTo>
                  <a:lnTo>
                    <a:pt x="45834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2" y="366271"/>
                  </a:lnTo>
                  <a:lnTo>
                    <a:pt x="28706" y="413158"/>
                  </a:lnTo>
                  <a:lnTo>
                    <a:pt x="58962" y="452337"/>
                  </a:lnTo>
                  <a:lnTo>
                    <a:pt x="94818" y="483191"/>
                  </a:lnTo>
                  <a:lnTo>
                    <a:pt x="132520" y="505104"/>
                  </a:lnTo>
                  <a:lnTo>
                    <a:pt x="168319" y="517460"/>
                  </a:lnTo>
                  <a:lnTo>
                    <a:pt x="176967" y="556551"/>
                  </a:lnTo>
                  <a:lnTo>
                    <a:pt x="178311" y="594319"/>
                  </a:lnTo>
                  <a:lnTo>
                    <a:pt x="173620" y="632083"/>
                  </a:lnTo>
                  <a:lnTo>
                    <a:pt x="164162" y="671162"/>
                  </a:lnTo>
                  <a:lnTo>
                    <a:pt x="164052" y="693423"/>
                  </a:lnTo>
                  <a:lnTo>
                    <a:pt x="176937" y="710034"/>
                  </a:lnTo>
                  <a:lnTo>
                    <a:pt x="201100" y="721517"/>
                  </a:lnTo>
                  <a:lnTo>
                    <a:pt x="234826" y="728388"/>
                  </a:lnTo>
                  <a:lnTo>
                    <a:pt x="276399" y="731168"/>
                  </a:lnTo>
                  <a:lnTo>
                    <a:pt x="324105" y="730376"/>
                  </a:lnTo>
                  <a:lnTo>
                    <a:pt x="376226" y="726530"/>
                  </a:lnTo>
                  <a:lnTo>
                    <a:pt x="431048" y="720149"/>
                  </a:lnTo>
                  <a:lnTo>
                    <a:pt x="486855" y="711752"/>
                  </a:lnTo>
                  <a:lnTo>
                    <a:pt x="541932" y="701859"/>
                  </a:lnTo>
                  <a:lnTo>
                    <a:pt x="594562" y="690988"/>
                  </a:lnTo>
                  <a:lnTo>
                    <a:pt x="643030" y="679659"/>
                  </a:lnTo>
                  <a:lnTo>
                    <a:pt x="685621" y="668389"/>
                  </a:lnTo>
                  <a:lnTo>
                    <a:pt x="746308" y="648107"/>
                  </a:lnTo>
                  <a:lnTo>
                    <a:pt x="762898" y="634294"/>
                  </a:lnTo>
                  <a:lnTo>
                    <a:pt x="752899" y="622085"/>
                  </a:lnTo>
                  <a:lnTo>
                    <a:pt x="744409" y="603442"/>
                  </a:lnTo>
                  <a:lnTo>
                    <a:pt x="738083" y="576378"/>
                  </a:lnTo>
                  <a:lnTo>
                    <a:pt x="734577" y="538907"/>
                  </a:lnTo>
                  <a:lnTo>
                    <a:pt x="734544" y="489041"/>
                  </a:lnTo>
                  <a:lnTo>
                    <a:pt x="738640" y="424792"/>
                  </a:lnTo>
                  <a:lnTo>
                    <a:pt x="747521" y="344173"/>
                  </a:lnTo>
                  <a:lnTo>
                    <a:pt x="761840" y="245196"/>
                  </a:lnTo>
                  <a:lnTo>
                    <a:pt x="763312" y="224477"/>
                  </a:lnTo>
                  <a:lnTo>
                    <a:pt x="761008" y="182142"/>
                  </a:lnTo>
                  <a:lnTo>
                    <a:pt x="752319" y="129780"/>
                  </a:lnTo>
                  <a:lnTo>
                    <a:pt x="734637" y="78981"/>
                  </a:lnTo>
                  <a:lnTo>
                    <a:pt x="709909" y="45335"/>
                  </a:lnTo>
                  <a:lnTo>
                    <a:pt x="640505" y="27551"/>
                  </a:lnTo>
                  <a:lnTo>
                    <a:pt x="595269" y="38485"/>
                  </a:lnTo>
                  <a:lnTo>
                    <a:pt x="542638" y="59350"/>
                  </a:lnTo>
                  <a:lnTo>
                    <a:pt x="482330" y="87683"/>
                  </a:lnTo>
                  <a:lnTo>
                    <a:pt x="430436" y="86342"/>
                  </a:lnTo>
                  <a:lnTo>
                    <a:pt x="404164" y="84413"/>
                  </a:lnTo>
                  <a:lnTo>
                    <a:pt x="398105" y="74385"/>
                  </a:lnTo>
                  <a:lnTo>
                    <a:pt x="406854" y="48751"/>
                  </a:lnTo>
                  <a:lnTo>
                    <a:pt x="42500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17376680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2" y="809958"/>
                  </a:lnTo>
                  <a:lnTo>
                    <a:pt x="625744" y="758371"/>
                  </a:lnTo>
                  <a:lnTo>
                    <a:pt x="601494" y="716658"/>
                  </a:lnTo>
                  <a:lnTo>
                    <a:pt x="574678" y="682684"/>
                  </a:lnTo>
                  <a:lnTo>
                    <a:pt x="547082" y="654312"/>
                  </a:lnTo>
                  <a:lnTo>
                    <a:pt x="520492" y="629408"/>
                  </a:lnTo>
                  <a:lnTo>
                    <a:pt x="496693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7363896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6" y="173797"/>
                  </a:lnTo>
                  <a:lnTo>
                    <a:pt x="34388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7322813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4" h="1213484">
                  <a:moveTo>
                    <a:pt x="416052" y="230339"/>
                  </a:moveTo>
                  <a:lnTo>
                    <a:pt x="415810" y="186613"/>
                  </a:lnTo>
                  <a:lnTo>
                    <a:pt x="410019" y="144805"/>
                  </a:lnTo>
                  <a:lnTo>
                    <a:pt x="397395" y="106070"/>
                  </a:lnTo>
                  <a:lnTo>
                    <a:pt x="376707" y="71513"/>
                  </a:lnTo>
                  <a:lnTo>
                    <a:pt x="346659" y="42291"/>
                  </a:lnTo>
                  <a:lnTo>
                    <a:pt x="306019" y="19507"/>
                  </a:lnTo>
                  <a:lnTo>
                    <a:pt x="253517" y="4318"/>
                  </a:lnTo>
                  <a:lnTo>
                    <a:pt x="201790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293" y="48412"/>
                  </a:lnTo>
                  <a:lnTo>
                    <a:pt x="63855" y="80048"/>
                  </a:lnTo>
                  <a:lnTo>
                    <a:pt x="43383" y="116954"/>
                  </a:lnTo>
                  <a:lnTo>
                    <a:pt x="27228" y="157619"/>
                  </a:lnTo>
                  <a:lnTo>
                    <a:pt x="14744" y="200571"/>
                  </a:lnTo>
                  <a:lnTo>
                    <a:pt x="5270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798" y="387972"/>
                  </a:lnTo>
                  <a:lnTo>
                    <a:pt x="28143" y="430403"/>
                  </a:lnTo>
                  <a:lnTo>
                    <a:pt x="50939" y="467677"/>
                  </a:lnTo>
                  <a:lnTo>
                    <a:pt x="79806" y="498373"/>
                  </a:lnTo>
                  <a:lnTo>
                    <a:pt x="114376" y="521030"/>
                  </a:lnTo>
                  <a:lnTo>
                    <a:pt x="154279" y="534200"/>
                  </a:lnTo>
                  <a:lnTo>
                    <a:pt x="196545" y="536409"/>
                  </a:lnTo>
                  <a:lnTo>
                    <a:pt x="237756" y="527939"/>
                  </a:lnTo>
                  <a:lnTo>
                    <a:pt x="276860" y="509955"/>
                  </a:lnTo>
                  <a:lnTo>
                    <a:pt x="312851" y="483666"/>
                  </a:lnTo>
                  <a:lnTo>
                    <a:pt x="344690" y="450240"/>
                  </a:lnTo>
                  <a:lnTo>
                    <a:pt x="371335" y="410870"/>
                  </a:lnTo>
                  <a:lnTo>
                    <a:pt x="391756" y="366737"/>
                  </a:lnTo>
                  <a:lnTo>
                    <a:pt x="404926" y="319036"/>
                  </a:lnTo>
                  <a:lnTo>
                    <a:pt x="412000" y="274853"/>
                  </a:lnTo>
                  <a:lnTo>
                    <a:pt x="416052" y="230339"/>
                  </a:lnTo>
                  <a:close/>
                </a:path>
                <a:path w="817244" h="1213484">
                  <a:moveTo>
                    <a:pt x="816622" y="1010831"/>
                  </a:moveTo>
                  <a:lnTo>
                    <a:pt x="801255" y="951979"/>
                  </a:lnTo>
                  <a:lnTo>
                    <a:pt x="776262" y="907516"/>
                  </a:lnTo>
                  <a:lnTo>
                    <a:pt x="740562" y="864565"/>
                  </a:lnTo>
                  <a:lnTo>
                    <a:pt x="725500" y="853249"/>
                  </a:lnTo>
                  <a:lnTo>
                    <a:pt x="709396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42" y="969264"/>
                  </a:lnTo>
                  <a:lnTo>
                    <a:pt x="598868" y="995591"/>
                  </a:lnTo>
                  <a:lnTo>
                    <a:pt x="553567" y="1043990"/>
                  </a:lnTo>
                  <a:lnTo>
                    <a:pt x="513168" y="1099312"/>
                  </a:lnTo>
                  <a:lnTo>
                    <a:pt x="476491" y="1155217"/>
                  </a:lnTo>
                  <a:lnTo>
                    <a:pt x="518401" y="1213065"/>
                  </a:lnTo>
                  <a:lnTo>
                    <a:pt x="602818" y="1178217"/>
                  </a:lnTo>
                  <a:lnTo>
                    <a:pt x="673430" y="1145832"/>
                  </a:lnTo>
                  <a:lnTo>
                    <a:pt x="731951" y="1113409"/>
                  </a:lnTo>
                  <a:lnTo>
                    <a:pt x="769480" y="1083119"/>
                  </a:lnTo>
                  <a:lnTo>
                    <a:pt x="808342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8" name="object 27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707838" y="7868146"/>
              <a:ext cx="138090" cy="146145"/>
            </a:xfrm>
            <a:prstGeom prst="rect">
              <a:avLst/>
            </a:prstGeom>
          </p:spPr>
        </p:pic>
        <p:sp>
          <p:nvSpPr>
            <p:cNvPr id="279" name="object 279" descr=""/>
            <p:cNvSpPr/>
            <p:nvPr/>
          </p:nvSpPr>
          <p:spPr>
            <a:xfrm>
              <a:off x="16999742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10" y="4213"/>
                  </a:lnTo>
                  <a:lnTo>
                    <a:pt x="407211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7007091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4" h="1643379">
                  <a:moveTo>
                    <a:pt x="434289" y="0"/>
                  </a:moveTo>
                  <a:lnTo>
                    <a:pt x="379488" y="7797"/>
                  </a:lnTo>
                  <a:lnTo>
                    <a:pt x="327317" y="21551"/>
                  </a:lnTo>
                  <a:lnTo>
                    <a:pt x="279984" y="49961"/>
                  </a:lnTo>
                  <a:lnTo>
                    <a:pt x="183832" y="111086"/>
                  </a:lnTo>
                  <a:lnTo>
                    <a:pt x="78041" y="179133"/>
                  </a:lnTo>
                  <a:lnTo>
                    <a:pt x="40106" y="203898"/>
                  </a:lnTo>
                  <a:lnTo>
                    <a:pt x="22021" y="216192"/>
                  </a:lnTo>
                  <a:lnTo>
                    <a:pt x="35915" y="223481"/>
                  </a:lnTo>
                  <a:lnTo>
                    <a:pt x="43599" y="231101"/>
                  </a:lnTo>
                  <a:lnTo>
                    <a:pt x="47840" y="243713"/>
                  </a:lnTo>
                  <a:lnTo>
                    <a:pt x="51384" y="265988"/>
                  </a:lnTo>
                  <a:lnTo>
                    <a:pt x="47790" y="399046"/>
                  </a:lnTo>
                  <a:lnTo>
                    <a:pt x="29629" y="620585"/>
                  </a:lnTo>
                  <a:lnTo>
                    <a:pt x="9512" y="828421"/>
                  </a:lnTo>
                  <a:lnTo>
                    <a:pt x="0" y="920407"/>
                  </a:lnTo>
                  <a:lnTo>
                    <a:pt x="12700" y="1604441"/>
                  </a:lnTo>
                  <a:lnTo>
                    <a:pt x="59042" y="915339"/>
                  </a:lnTo>
                  <a:lnTo>
                    <a:pt x="84607" y="547890"/>
                  </a:lnTo>
                  <a:lnTo>
                    <a:pt x="98513" y="378104"/>
                  </a:lnTo>
                  <a:lnTo>
                    <a:pt x="109880" y="282003"/>
                  </a:lnTo>
                  <a:lnTo>
                    <a:pt x="141300" y="229171"/>
                  </a:lnTo>
                  <a:lnTo>
                    <a:pt x="172186" y="202018"/>
                  </a:lnTo>
                  <a:lnTo>
                    <a:pt x="210324" y="173748"/>
                  </a:lnTo>
                  <a:lnTo>
                    <a:pt x="299707" y="112102"/>
                  </a:lnTo>
                  <a:lnTo>
                    <a:pt x="346659" y="77800"/>
                  </a:lnTo>
                  <a:lnTo>
                    <a:pt x="392239" y="40589"/>
                  </a:lnTo>
                  <a:lnTo>
                    <a:pt x="434289" y="0"/>
                  </a:lnTo>
                  <a:close/>
                </a:path>
                <a:path w="715644" h="1643379">
                  <a:moveTo>
                    <a:pt x="715238" y="7454"/>
                  </a:moveTo>
                  <a:lnTo>
                    <a:pt x="702157" y="4597"/>
                  </a:lnTo>
                  <a:lnTo>
                    <a:pt x="685876" y="2222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13"/>
                  </a:lnTo>
                  <a:lnTo>
                    <a:pt x="457200" y="171450"/>
                  </a:lnTo>
                  <a:lnTo>
                    <a:pt x="425894" y="207746"/>
                  </a:lnTo>
                  <a:lnTo>
                    <a:pt x="400253" y="244678"/>
                  </a:lnTo>
                  <a:lnTo>
                    <a:pt x="381177" y="282232"/>
                  </a:lnTo>
                  <a:lnTo>
                    <a:pt x="369582" y="320408"/>
                  </a:lnTo>
                  <a:lnTo>
                    <a:pt x="399948" y="575779"/>
                  </a:lnTo>
                  <a:lnTo>
                    <a:pt x="488797" y="1025017"/>
                  </a:lnTo>
                  <a:lnTo>
                    <a:pt x="581875" y="1452613"/>
                  </a:lnTo>
                  <a:lnTo>
                    <a:pt x="624954" y="1643037"/>
                  </a:lnTo>
                  <a:lnTo>
                    <a:pt x="685317" y="1639239"/>
                  </a:lnTo>
                  <a:lnTo>
                    <a:pt x="538289" y="985596"/>
                  </a:lnTo>
                  <a:lnTo>
                    <a:pt x="463130" y="636016"/>
                  </a:lnTo>
                  <a:lnTo>
                    <a:pt x="436308" y="471982"/>
                  </a:lnTo>
                  <a:lnTo>
                    <a:pt x="434289" y="374967"/>
                  </a:lnTo>
                  <a:lnTo>
                    <a:pt x="458114" y="299999"/>
                  </a:lnTo>
                  <a:lnTo>
                    <a:pt x="507212" y="268973"/>
                  </a:lnTo>
                  <a:lnTo>
                    <a:pt x="555688" y="263702"/>
                  </a:lnTo>
                  <a:lnTo>
                    <a:pt x="577608" y="265988"/>
                  </a:lnTo>
                  <a:lnTo>
                    <a:pt x="715238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7709529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2" name="object 282" descr=""/>
          <p:cNvGrpSpPr/>
          <p:nvPr/>
        </p:nvGrpSpPr>
        <p:grpSpPr>
          <a:xfrm>
            <a:off x="3449559" y="6438838"/>
            <a:ext cx="1139825" cy="3535679"/>
            <a:chOff x="3449559" y="6438838"/>
            <a:chExt cx="1139825" cy="3535679"/>
          </a:xfrm>
        </p:grpSpPr>
        <p:sp>
          <p:nvSpPr>
            <p:cNvPr id="283" name="object 283" descr=""/>
            <p:cNvSpPr/>
            <p:nvPr/>
          </p:nvSpPr>
          <p:spPr>
            <a:xfrm>
              <a:off x="3614607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9" y="21906"/>
                  </a:lnTo>
                  <a:lnTo>
                    <a:pt x="286022" y="27060"/>
                  </a:lnTo>
                  <a:lnTo>
                    <a:pt x="276441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4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7" y="277846"/>
                  </a:lnTo>
                  <a:lnTo>
                    <a:pt x="26694" y="286362"/>
                  </a:lnTo>
                  <a:lnTo>
                    <a:pt x="22363" y="297371"/>
                  </a:lnTo>
                  <a:lnTo>
                    <a:pt x="21828" y="307309"/>
                  </a:lnTo>
                  <a:lnTo>
                    <a:pt x="24065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07" y="400237"/>
                  </a:lnTo>
                  <a:lnTo>
                    <a:pt x="8770" y="405957"/>
                  </a:lnTo>
                  <a:lnTo>
                    <a:pt x="3432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8" y="570058"/>
                  </a:lnTo>
                  <a:lnTo>
                    <a:pt x="31562" y="579638"/>
                  </a:lnTo>
                  <a:lnTo>
                    <a:pt x="44394" y="585049"/>
                  </a:lnTo>
                  <a:lnTo>
                    <a:pt x="45033" y="585174"/>
                  </a:lnTo>
                  <a:lnTo>
                    <a:pt x="45651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4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0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48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86" y="731219"/>
                  </a:lnTo>
                  <a:lnTo>
                    <a:pt x="760100" y="726067"/>
                  </a:lnTo>
                  <a:lnTo>
                    <a:pt x="769679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11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79" y="269798"/>
                  </a:lnTo>
                  <a:lnTo>
                    <a:pt x="829245" y="260218"/>
                  </a:lnTo>
                  <a:lnTo>
                    <a:pt x="816412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3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9" y="40165"/>
                  </a:lnTo>
                  <a:lnTo>
                    <a:pt x="591131" y="43696"/>
                  </a:lnTo>
                  <a:lnTo>
                    <a:pt x="584566" y="48835"/>
                  </a:lnTo>
                  <a:lnTo>
                    <a:pt x="582066" y="37795"/>
                  </a:lnTo>
                  <a:lnTo>
                    <a:pt x="576400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1" y="18637"/>
                  </a:lnTo>
                  <a:lnTo>
                    <a:pt x="528721" y="23581"/>
                  </a:lnTo>
                  <a:lnTo>
                    <a:pt x="521866" y="30709"/>
                  </a:lnTo>
                  <a:lnTo>
                    <a:pt x="518416" y="21251"/>
                  </a:lnTo>
                  <a:lnTo>
                    <a:pt x="512470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7" y="6476"/>
                  </a:lnTo>
                  <a:lnTo>
                    <a:pt x="463607" y="12936"/>
                  </a:lnTo>
                  <a:lnTo>
                    <a:pt x="456968" y="21966"/>
                  </a:lnTo>
                  <a:lnTo>
                    <a:pt x="452970" y="14422"/>
                  </a:lnTo>
                  <a:lnTo>
                    <a:pt x="447384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3512858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19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7995" y="615010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70" y="458266"/>
                  </a:lnTo>
                  <a:lnTo>
                    <a:pt x="149771" y="424167"/>
                  </a:lnTo>
                  <a:lnTo>
                    <a:pt x="192278" y="371322"/>
                  </a:lnTo>
                  <a:lnTo>
                    <a:pt x="241173" y="416179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3965904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3969372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39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3848006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3944714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4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3574109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3900365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5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3469615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3907955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10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3" name="object 293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478941" y="7300405"/>
              <a:ext cx="987724" cy="1969773"/>
            </a:xfrm>
            <a:prstGeom prst="rect">
              <a:avLst/>
            </a:prstGeom>
          </p:spPr>
        </p:pic>
        <p:sp>
          <p:nvSpPr>
            <p:cNvPr id="294" name="object 294" descr=""/>
            <p:cNvSpPr/>
            <p:nvPr/>
          </p:nvSpPr>
          <p:spPr>
            <a:xfrm>
              <a:off x="3478949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8"/>
                  </a:lnTo>
                  <a:lnTo>
                    <a:pt x="342716" y="62330"/>
                  </a:lnTo>
                  <a:lnTo>
                    <a:pt x="296871" y="89771"/>
                  </a:lnTo>
                  <a:lnTo>
                    <a:pt x="249791" y="115377"/>
                  </a:lnTo>
                  <a:lnTo>
                    <a:pt x="157637" y="163018"/>
                  </a:lnTo>
                  <a:lnTo>
                    <a:pt x="115418" y="186024"/>
                  </a:lnTo>
                  <a:lnTo>
                    <a:pt x="77674" y="209133"/>
                  </a:lnTo>
                  <a:lnTo>
                    <a:pt x="45833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51"/>
                  </a:lnTo>
                  <a:lnTo>
                    <a:pt x="595259" y="38485"/>
                  </a:lnTo>
                  <a:lnTo>
                    <a:pt x="542627" y="59350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826498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813714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772624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4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05"/>
                  </a:lnTo>
                  <a:lnTo>
                    <a:pt x="397408" y="106070"/>
                  </a:lnTo>
                  <a:lnTo>
                    <a:pt x="376707" y="71513"/>
                  </a:lnTo>
                  <a:lnTo>
                    <a:pt x="346671" y="42291"/>
                  </a:lnTo>
                  <a:lnTo>
                    <a:pt x="306031" y="19507"/>
                  </a:lnTo>
                  <a:lnTo>
                    <a:pt x="253530" y="4318"/>
                  </a:lnTo>
                  <a:lnTo>
                    <a:pt x="201803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293" y="48412"/>
                  </a:lnTo>
                  <a:lnTo>
                    <a:pt x="63868" y="80048"/>
                  </a:lnTo>
                  <a:lnTo>
                    <a:pt x="43395" y="116954"/>
                  </a:lnTo>
                  <a:lnTo>
                    <a:pt x="27241" y="157619"/>
                  </a:lnTo>
                  <a:lnTo>
                    <a:pt x="14744" y="200571"/>
                  </a:lnTo>
                  <a:lnTo>
                    <a:pt x="5283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811" y="387972"/>
                  </a:lnTo>
                  <a:lnTo>
                    <a:pt x="28143" y="430403"/>
                  </a:lnTo>
                  <a:lnTo>
                    <a:pt x="50939" y="467677"/>
                  </a:lnTo>
                  <a:lnTo>
                    <a:pt x="79806" y="498373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09"/>
                  </a:lnTo>
                  <a:lnTo>
                    <a:pt x="237756" y="527939"/>
                  </a:lnTo>
                  <a:lnTo>
                    <a:pt x="276872" y="509955"/>
                  </a:lnTo>
                  <a:lnTo>
                    <a:pt x="312864" y="483666"/>
                  </a:lnTo>
                  <a:lnTo>
                    <a:pt x="344703" y="450240"/>
                  </a:lnTo>
                  <a:lnTo>
                    <a:pt x="371348" y="410870"/>
                  </a:lnTo>
                  <a:lnTo>
                    <a:pt x="391769" y="366737"/>
                  </a:lnTo>
                  <a:lnTo>
                    <a:pt x="404939" y="319036"/>
                  </a:lnTo>
                  <a:lnTo>
                    <a:pt x="412013" y="274853"/>
                  </a:lnTo>
                  <a:lnTo>
                    <a:pt x="416064" y="230339"/>
                  </a:lnTo>
                  <a:close/>
                </a:path>
                <a:path w="817245" h="1213484">
                  <a:moveTo>
                    <a:pt x="816622" y="1010831"/>
                  </a:moveTo>
                  <a:lnTo>
                    <a:pt x="801268" y="951979"/>
                  </a:lnTo>
                  <a:lnTo>
                    <a:pt x="776262" y="907516"/>
                  </a:lnTo>
                  <a:lnTo>
                    <a:pt x="740575" y="864565"/>
                  </a:lnTo>
                  <a:lnTo>
                    <a:pt x="725500" y="853249"/>
                  </a:lnTo>
                  <a:lnTo>
                    <a:pt x="709396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54" y="969264"/>
                  </a:lnTo>
                  <a:lnTo>
                    <a:pt x="598881" y="995591"/>
                  </a:lnTo>
                  <a:lnTo>
                    <a:pt x="553580" y="1043990"/>
                  </a:lnTo>
                  <a:lnTo>
                    <a:pt x="513181" y="1099312"/>
                  </a:lnTo>
                  <a:lnTo>
                    <a:pt x="476504" y="1155217"/>
                  </a:lnTo>
                  <a:lnTo>
                    <a:pt x="518414" y="1213065"/>
                  </a:lnTo>
                  <a:lnTo>
                    <a:pt x="602830" y="1178217"/>
                  </a:lnTo>
                  <a:lnTo>
                    <a:pt x="673442" y="1145832"/>
                  </a:lnTo>
                  <a:lnTo>
                    <a:pt x="731951" y="1113409"/>
                  </a:lnTo>
                  <a:lnTo>
                    <a:pt x="769493" y="1083119"/>
                  </a:lnTo>
                  <a:lnTo>
                    <a:pt x="808355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8" name="object 29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57656" y="7868146"/>
              <a:ext cx="138090" cy="146145"/>
            </a:xfrm>
            <a:prstGeom prst="rect">
              <a:avLst/>
            </a:prstGeom>
          </p:spPr>
        </p:pic>
        <p:sp>
          <p:nvSpPr>
            <p:cNvPr id="299" name="object 299" descr=""/>
            <p:cNvSpPr/>
            <p:nvPr/>
          </p:nvSpPr>
          <p:spPr>
            <a:xfrm>
              <a:off x="3449559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60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3456914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797"/>
                  </a:lnTo>
                  <a:lnTo>
                    <a:pt x="327317" y="21551"/>
                  </a:lnTo>
                  <a:lnTo>
                    <a:pt x="279984" y="49961"/>
                  </a:lnTo>
                  <a:lnTo>
                    <a:pt x="183819" y="111086"/>
                  </a:lnTo>
                  <a:lnTo>
                    <a:pt x="78041" y="179133"/>
                  </a:lnTo>
                  <a:lnTo>
                    <a:pt x="40093" y="203898"/>
                  </a:lnTo>
                  <a:lnTo>
                    <a:pt x="22021" y="216192"/>
                  </a:lnTo>
                  <a:lnTo>
                    <a:pt x="35902" y="223481"/>
                  </a:lnTo>
                  <a:lnTo>
                    <a:pt x="43599" y="231101"/>
                  </a:lnTo>
                  <a:lnTo>
                    <a:pt x="47840" y="243713"/>
                  </a:lnTo>
                  <a:lnTo>
                    <a:pt x="51384" y="265988"/>
                  </a:lnTo>
                  <a:lnTo>
                    <a:pt x="47777" y="399046"/>
                  </a:lnTo>
                  <a:lnTo>
                    <a:pt x="29629" y="620585"/>
                  </a:lnTo>
                  <a:lnTo>
                    <a:pt x="9499" y="828421"/>
                  </a:lnTo>
                  <a:lnTo>
                    <a:pt x="0" y="920407"/>
                  </a:lnTo>
                  <a:lnTo>
                    <a:pt x="12687" y="1604441"/>
                  </a:lnTo>
                  <a:lnTo>
                    <a:pt x="59029" y="915339"/>
                  </a:lnTo>
                  <a:lnTo>
                    <a:pt x="84594" y="547890"/>
                  </a:lnTo>
                  <a:lnTo>
                    <a:pt x="98513" y="378104"/>
                  </a:lnTo>
                  <a:lnTo>
                    <a:pt x="109867" y="282003"/>
                  </a:lnTo>
                  <a:lnTo>
                    <a:pt x="141287" y="229171"/>
                  </a:lnTo>
                  <a:lnTo>
                    <a:pt x="172186" y="202018"/>
                  </a:lnTo>
                  <a:lnTo>
                    <a:pt x="210312" y="173748"/>
                  </a:lnTo>
                  <a:lnTo>
                    <a:pt x="299707" y="112102"/>
                  </a:lnTo>
                  <a:lnTo>
                    <a:pt x="346659" y="77800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25" y="7454"/>
                  </a:moveTo>
                  <a:lnTo>
                    <a:pt x="702157" y="4597"/>
                  </a:lnTo>
                  <a:lnTo>
                    <a:pt x="685876" y="2222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13"/>
                  </a:lnTo>
                  <a:lnTo>
                    <a:pt x="457187" y="171450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32"/>
                  </a:lnTo>
                  <a:lnTo>
                    <a:pt x="369582" y="320408"/>
                  </a:lnTo>
                  <a:lnTo>
                    <a:pt x="399948" y="575779"/>
                  </a:lnTo>
                  <a:lnTo>
                    <a:pt x="488784" y="1025017"/>
                  </a:lnTo>
                  <a:lnTo>
                    <a:pt x="581875" y="1452613"/>
                  </a:lnTo>
                  <a:lnTo>
                    <a:pt x="624954" y="1643037"/>
                  </a:lnTo>
                  <a:lnTo>
                    <a:pt x="685317" y="1639239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67"/>
                  </a:lnTo>
                  <a:lnTo>
                    <a:pt x="458101" y="299999"/>
                  </a:lnTo>
                  <a:lnTo>
                    <a:pt x="507212" y="268973"/>
                  </a:lnTo>
                  <a:lnTo>
                    <a:pt x="555688" y="263702"/>
                  </a:lnTo>
                  <a:lnTo>
                    <a:pt x="577596" y="265988"/>
                  </a:lnTo>
                  <a:lnTo>
                    <a:pt x="715225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4159348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4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2" name="object 302" descr=""/>
          <p:cNvGrpSpPr/>
          <p:nvPr/>
        </p:nvGrpSpPr>
        <p:grpSpPr>
          <a:xfrm>
            <a:off x="6725629" y="6438838"/>
            <a:ext cx="1139825" cy="3535679"/>
            <a:chOff x="6725629" y="6438838"/>
            <a:chExt cx="1139825" cy="3535679"/>
          </a:xfrm>
        </p:grpSpPr>
        <p:sp>
          <p:nvSpPr>
            <p:cNvPr id="303" name="object 303" descr=""/>
            <p:cNvSpPr/>
            <p:nvPr/>
          </p:nvSpPr>
          <p:spPr>
            <a:xfrm>
              <a:off x="6890675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9" y="21906"/>
                  </a:lnTo>
                  <a:lnTo>
                    <a:pt x="286022" y="27060"/>
                  </a:lnTo>
                  <a:lnTo>
                    <a:pt x="276441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5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9" y="277846"/>
                  </a:lnTo>
                  <a:lnTo>
                    <a:pt x="26698" y="286362"/>
                  </a:lnTo>
                  <a:lnTo>
                    <a:pt x="22374" y="297371"/>
                  </a:lnTo>
                  <a:lnTo>
                    <a:pt x="21832" y="307309"/>
                  </a:lnTo>
                  <a:lnTo>
                    <a:pt x="24066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11" y="400237"/>
                  </a:lnTo>
                  <a:lnTo>
                    <a:pt x="8773" y="405957"/>
                  </a:lnTo>
                  <a:lnTo>
                    <a:pt x="3434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8" y="570058"/>
                  </a:lnTo>
                  <a:lnTo>
                    <a:pt x="31562" y="579638"/>
                  </a:lnTo>
                  <a:lnTo>
                    <a:pt x="44394" y="585049"/>
                  </a:lnTo>
                  <a:lnTo>
                    <a:pt x="45033" y="585174"/>
                  </a:lnTo>
                  <a:lnTo>
                    <a:pt x="45651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4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59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86" y="731219"/>
                  </a:lnTo>
                  <a:lnTo>
                    <a:pt x="760100" y="726067"/>
                  </a:lnTo>
                  <a:lnTo>
                    <a:pt x="769679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11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80" y="269798"/>
                  </a:lnTo>
                  <a:lnTo>
                    <a:pt x="829249" y="260218"/>
                  </a:lnTo>
                  <a:lnTo>
                    <a:pt x="816423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3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9" y="40165"/>
                  </a:lnTo>
                  <a:lnTo>
                    <a:pt x="591131" y="43696"/>
                  </a:lnTo>
                  <a:lnTo>
                    <a:pt x="584566" y="48835"/>
                  </a:lnTo>
                  <a:lnTo>
                    <a:pt x="582066" y="37795"/>
                  </a:lnTo>
                  <a:lnTo>
                    <a:pt x="576400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1" y="18637"/>
                  </a:lnTo>
                  <a:lnTo>
                    <a:pt x="528721" y="23581"/>
                  </a:lnTo>
                  <a:lnTo>
                    <a:pt x="521866" y="30709"/>
                  </a:lnTo>
                  <a:lnTo>
                    <a:pt x="518416" y="21251"/>
                  </a:lnTo>
                  <a:lnTo>
                    <a:pt x="512470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7" y="6476"/>
                  </a:lnTo>
                  <a:lnTo>
                    <a:pt x="463607" y="12936"/>
                  </a:lnTo>
                  <a:lnTo>
                    <a:pt x="456968" y="21966"/>
                  </a:lnTo>
                  <a:lnTo>
                    <a:pt x="452970" y="14422"/>
                  </a:lnTo>
                  <a:lnTo>
                    <a:pt x="447384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6788925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7995" y="615010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70" y="458266"/>
                  </a:lnTo>
                  <a:lnTo>
                    <a:pt x="149771" y="424167"/>
                  </a:lnTo>
                  <a:lnTo>
                    <a:pt x="192278" y="371322"/>
                  </a:lnTo>
                  <a:lnTo>
                    <a:pt x="241173" y="416179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7241972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7245442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40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6" y="76638"/>
                  </a:lnTo>
                  <a:lnTo>
                    <a:pt x="32646" y="112268"/>
                  </a:lnTo>
                  <a:lnTo>
                    <a:pt x="41059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7124075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7220784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5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6850178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7176434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4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6745684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7184024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09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3" name="object 31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755011" y="7300405"/>
              <a:ext cx="987725" cy="1969773"/>
            </a:xfrm>
            <a:prstGeom prst="rect">
              <a:avLst/>
            </a:prstGeom>
          </p:spPr>
        </p:pic>
        <p:sp>
          <p:nvSpPr>
            <p:cNvPr id="314" name="object 314" descr=""/>
            <p:cNvSpPr/>
            <p:nvPr/>
          </p:nvSpPr>
          <p:spPr>
            <a:xfrm>
              <a:off x="6755018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8"/>
                  </a:lnTo>
                  <a:lnTo>
                    <a:pt x="342716" y="62330"/>
                  </a:lnTo>
                  <a:lnTo>
                    <a:pt x="296871" y="89771"/>
                  </a:lnTo>
                  <a:lnTo>
                    <a:pt x="249791" y="115377"/>
                  </a:lnTo>
                  <a:lnTo>
                    <a:pt x="157637" y="163018"/>
                  </a:lnTo>
                  <a:lnTo>
                    <a:pt x="115418" y="186024"/>
                  </a:lnTo>
                  <a:lnTo>
                    <a:pt x="77674" y="209133"/>
                  </a:lnTo>
                  <a:lnTo>
                    <a:pt x="45833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51"/>
                  </a:lnTo>
                  <a:lnTo>
                    <a:pt x="595259" y="38485"/>
                  </a:lnTo>
                  <a:lnTo>
                    <a:pt x="542627" y="59350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7102567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7089783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7048690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4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05"/>
                  </a:lnTo>
                  <a:lnTo>
                    <a:pt x="397408" y="106070"/>
                  </a:lnTo>
                  <a:lnTo>
                    <a:pt x="376707" y="71513"/>
                  </a:lnTo>
                  <a:lnTo>
                    <a:pt x="346671" y="42291"/>
                  </a:lnTo>
                  <a:lnTo>
                    <a:pt x="306031" y="19507"/>
                  </a:lnTo>
                  <a:lnTo>
                    <a:pt x="253530" y="4318"/>
                  </a:lnTo>
                  <a:lnTo>
                    <a:pt x="201803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306" y="48412"/>
                  </a:lnTo>
                  <a:lnTo>
                    <a:pt x="63868" y="80048"/>
                  </a:lnTo>
                  <a:lnTo>
                    <a:pt x="43395" y="116954"/>
                  </a:lnTo>
                  <a:lnTo>
                    <a:pt x="27241" y="157619"/>
                  </a:lnTo>
                  <a:lnTo>
                    <a:pt x="14744" y="200571"/>
                  </a:lnTo>
                  <a:lnTo>
                    <a:pt x="5283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811" y="387972"/>
                  </a:lnTo>
                  <a:lnTo>
                    <a:pt x="28143" y="430403"/>
                  </a:lnTo>
                  <a:lnTo>
                    <a:pt x="50939" y="467677"/>
                  </a:lnTo>
                  <a:lnTo>
                    <a:pt x="79806" y="498373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09"/>
                  </a:lnTo>
                  <a:lnTo>
                    <a:pt x="237756" y="527939"/>
                  </a:lnTo>
                  <a:lnTo>
                    <a:pt x="276872" y="509955"/>
                  </a:lnTo>
                  <a:lnTo>
                    <a:pt x="312864" y="483666"/>
                  </a:lnTo>
                  <a:lnTo>
                    <a:pt x="344703" y="450240"/>
                  </a:lnTo>
                  <a:lnTo>
                    <a:pt x="371348" y="410870"/>
                  </a:lnTo>
                  <a:lnTo>
                    <a:pt x="391769" y="366737"/>
                  </a:lnTo>
                  <a:lnTo>
                    <a:pt x="404939" y="319036"/>
                  </a:lnTo>
                  <a:lnTo>
                    <a:pt x="412013" y="274853"/>
                  </a:lnTo>
                  <a:lnTo>
                    <a:pt x="416064" y="230339"/>
                  </a:lnTo>
                  <a:close/>
                </a:path>
                <a:path w="817245" h="1213484">
                  <a:moveTo>
                    <a:pt x="816622" y="1010831"/>
                  </a:moveTo>
                  <a:lnTo>
                    <a:pt x="801268" y="951979"/>
                  </a:lnTo>
                  <a:lnTo>
                    <a:pt x="776274" y="907516"/>
                  </a:lnTo>
                  <a:lnTo>
                    <a:pt x="740575" y="864565"/>
                  </a:lnTo>
                  <a:lnTo>
                    <a:pt x="725500" y="853249"/>
                  </a:lnTo>
                  <a:lnTo>
                    <a:pt x="709409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54" y="969264"/>
                  </a:lnTo>
                  <a:lnTo>
                    <a:pt x="598881" y="995591"/>
                  </a:lnTo>
                  <a:lnTo>
                    <a:pt x="553580" y="1043990"/>
                  </a:lnTo>
                  <a:lnTo>
                    <a:pt x="513181" y="1099312"/>
                  </a:lnTo>
                  <a:lnTo>
                    <a:pt x="476504" y="1155217"/>
                  </a:lnTo>
                  <a:lnTo>
                    <a:pt x="518414" y="1213065"/>
                  </a:lnTo>
                  <a:lnTo>
                    <a:pt x="602830" y="1178217"/>
                  </a:lnTo>
                  <a:lnTo>
                    <a:pt x="673442" y="1145832"/>
                  </a:lnTo>
                  <a:lnTo>
                    <a:pt x="731964" y="1113409"/>
                  </a:lnTo>
                  <a:lnTo>
                    <a:pt x="769493" y="1083119"/>
                  </a:lnTo>
                  <a:lnTo>
                    <a:pt x="808355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8" name="object 31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433725" y="7868146"/>
              <a:ext cx="138090" cy="146145"/>
            </a:xfrm>
            <a:prstGeom prst="rect">
              <a:avLst/>
            </a:prstGeom>
          </p:spPr>
        </p:pic>
        <p:sp>
          <p:nvSpPr>
            <p:cNvPr id="319" name="object 319" descr=""/>
            <p:cNvSpPr/>
            <p:nvPr/>
          </p:nvSpPr>
          <p:spPr>
            <a:xfrm>
              <a:off x="6725629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59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6732981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89" y="0"/>
                  </a:moveTo>
                  <a:lnTo>
                    <a:pt x="379476" y="7797"/>
                  </a:lnTo>
                  <a:lnTo>
                    <a:pt x="327317" y="21551"/>
                  </a:lnTo>
                  <a:lnTo>
                    <a:pt x="279984" y="49961"/>
                  </a:lnTo>
                  <a:lnTo>
                    <a:pt x="183819" y="111086"/>
                  </a:lnTo>
                  <a:lnTo>
                    <a:pt x="78041" y="179133"/>
                  </a:lnTo>
                  <a:lnTo>
                    <a:pt x="40093" y="203898"/>
                  </a:lnTo>
                  <a:lnTo>
                    <a:pt x="22021" y="216192"/>
                  </a:lnTo>
                  <a:lnTo>
                    <a:pt x="35915" y="223481"/>
                  </a:lnTo>
                  <a:lnTo>
                    <a:pt x="43599" y="231101"/>
                  </a:lnTo>
                  <a:lnTo>
                    <a:pt x="47840" y="243713"/>
                  </a:lnTo>
                  <a:lnTo>
                    <a:pt x="51384" y="265988"/>
                  </a:lnTo>
                  <a:lnTo>
                    <a:pt x="47777" y="399046"/>
                  </a:lnTo>
                  <a:lnTo>
                    <a:pt x="29629" y="620585"/>
                  </a:lnTo>
                  <a:lnTo>
                    <a:pt x="9512" y="828421"/>
                  </a:lnTo>
                  <a:lnTo>
                    <a:pt x="0" y="920407"/>
                  </a:lnTo>
                  <a:lnTo>
                    <a:pt x="12700" y="1604441"/>
                  </a:lnTo>
                  <a:lnTo>
                    <a:pt x="59029" y="915339"/>
                  </a:lnTo>
                  <a:lnTo>
                    <a:pt x="84607" y="547890"/>
                  </a:lnTo>
                  <a:lnTo>
                    <a:pt x="98513" y="378104"/>
                  </a:lnTo>
                  <a:lnTo>
                    <a:pt x="109880" y="282003"/>
                  </a:lnTo>
                  <a:lnTo>
                    <a:pt x="141300" y="229171"/>
                  </a:lnTo>
                  <a:lnTo>
                    <a:pt x="172186" y="202018"/>
                  </a:lnTo>
                  <a:lnTo>
                    <a:pt x="210324" y="173748"/>
                  </a:lnTo>
                  <a:lnTo>
                    <a:pt x="299707" y="112102"/>
                  </a:lnTo>
                  <a:lnTo>
                    <a:pt x="346659" y="77800"/>
                  </a:lnTo>
                  <a:lnTo>
                    <a:pt x="392226" y="40589"/>
                  </a:lnTo>
                  <a:lnTo>
                    <a:pt x="434289" y="0"/>
                  </a:lnTo>
                  <a:close/>
                </a:path>
                <a:path w="715645" h="1643379">
                  <a:moveTo>
                    <a:pt x="715238" y="7454"/>
                  </a:moveTo>
                  <a:lnTo>
                    <a:pt x="702157" y="4597"/>
                  </a:lnTo>
                  <a:lnTo>
                    <a:pt x="685876" y="2222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13"/>
                  </a:lnTo>
                  <a:lnTo>
                    <a:pt x="457200" y="171450"/>
                  </a:lnTo>
                  <a:lnTo>
                    <a:pt x="425894" y="207746"/>
                  </a:lnTo>
                  <a:lnTo>
                    <a:pt x="400253" y="244678"/>
                  </a:lnTo>
                  <a:lnTo>
                    <a:pt x="381165" y="282232"/>
                  </a:lnTo>
                  <a:lnTo>
                    <a:pt x="369582" y="320408"/>
                  </a:lnTo>
                  <a:lnTo>
                    <a:pt x="399948" y="575779"/>
                  </a:lnTo>
                  <a:lnTo>
                    <a:pt x="488797" y="1025017"/>
                  </a:lnTo>
                  <a:lnTo>
                    <a:pt x="581875" y="1452613"/>
                  </a:lnTo>
                  <a:lnTo>
                    <a:pt x="624954" y="1643037"/>
                  </a:lnTo>
                  <a:lnTo>
                    <a:pt x="685317" y="1639239"/>
                  </a:lnTo>
                  <a:lnTo>
                    <a:pt x="538289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67"/>
                  </a:lnTo>
                  <a:lnTo>
                    <a:pt x="458101" y="299999"/>
                  </a:lnTo>
                  <a:lnTo>
                    <a:pt x="507212" y="268973"/>
                  </a:lnTo>
                  <a:lnTo>
                    <a:pt x="555688" y="263702"/>
                  </a:lnTo>
                  <a:lnTo>
                    <a:pt x="577608" y="265988"/>
                  </a:lnTo>
                  <a:lnTo>
                    <a:pt x="715238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7435418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5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2" name="object 322" descr=""/>
          <p:cNvGrpSpPr/>
          <p:nvPr/>
        </p:nvGrpSpPr>
        <p:grpSpPr>
          <a:xfrm>
            <a:off x="1686238" y="1915942"/>
            <a:ext cx="1139825" cy="3535679"/>
            <a:chOff x="1686238" y="1915942"/>
            <a:chExt cx="1139825" cy="3535679"/>
          </a:xfrm>
        </p:grpSpPr>
        <p:sp>
          <p:nvSpPr>
            <p:cNvPr id="323" name="object 323" descr=""/>
            <p:cNvSpPr/>
            <p:nvPr/>
          </p:nvSpPr>
          <p:spPr>
            <a:xfrm>
              <a:off x="1851284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19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9" y="21911"/>
                  </a:lnTo>
                  <a:lnTo>
                    <a:pt x="286022" y="27065"/>
                  </a:lnTo>
                  <a:lnTo>
                    <a:pt x="276441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4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7" y="277850"/>
                  </a:lnTo>
                  <a:lnTo>
                    <a:pt x="26694" y="286366"/>
                  </a:lnTo>
                  <a:lnTo>
                    <a:pt x="22363" y="297376"/>
                  </a:lnTo>
                  <a:lnTo>
                    <a:pt x="21828" y="307313"/>
                  </a:lnTo>
                  <a:lnTo>
                    <a:pt x="24065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07" y="400241"/>
                  </a:lnTo>
                  <a:lnTo>
                    <a:pt x="8770" y="405962"/>
                  </a:lnTo>
                  <a:lnTo>
                    <a:pt x="3432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8" y="570063"/>
                  </a:lnTo>
                  <a:lnTo>
                    <a:pt x="31562" y="579642"/>
                  </a:lnTo>
                  <a:lnTo>
                    <a:pt x="44394" y="585053"/>
                  </a:lnTo>
                  <a:lnTo>
                    <a:pt x="45033" y="585179"/>
                  </a:lnTo>
                  <a:lnTo>
                    <a:pt x="45651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4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86" y="731224"/>
                  </a:lnTo>
                  <a:lnTo>
                    <a:pt x="760100" y="726071"/>
                  </a:lnTo>
                  <a:lnTo>
                    <a:pt x="769679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11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79" y="269802"/>
                  </a:lnTo>
                  <a:lnTo>
                    <a:pt x="829245" y="260222"/>
                  </a:lnTo>
                  <a:lnTo>
                    <a:pt x="816412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3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9" y="40169"/>
                  </a:lnTo>
                  <a:lnTo>
                    <a:pt x="591131" y="43700"/>
                  </a:lnTo>
                  <a:lnTo>
                    <a:pt x="584566" y="48839"/>
                  </a:lnTo>
                  <a:lnTo>
                    <a:pt x="582066" y="37800"/>
                  </a:lnTo>
                  <a:lnTo>
                    <a:pt x="576400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1" y="18641"/>
                  </a:lnTo>
                  <a:lnTo>
                    <a:pt x="528721" y="23586"/>
                  </a:lnTo>
                  <a:lnTo>
                    <a:pt x="521866" y="30714"/>
                  </a:lnTo>
                  <a:lnTo>
                    <a:pt x="518416" y="21255"/>
                  </a:lnTo>
                  <a:lnTo>
                    <a:pt x="512470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7" y="6480"/>
                  </a:lnTo>
                  <a:lnTo>
                    <a:pt x="463607" y="12940"/>
                  </a:lnTo>
                  <a:lnTo>
                    <a:pt x="456968" y="21971"/>
                  </a:lnTo>
                  <a:lnTo>
                    <a:pt x="452970" y="14426"/>
                  </a:lnTo>
                  <a:lnTo>
                    <a:pt x="447384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749539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797" y="0"/>
                  </a:lnTo>
                  <a:lnTo>
                    <a:pt x="307619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82" y="37820"/>
                  </a:lnTo>
                  <a:lnTo>
                    <a:pt x="220802" y="54000"/>
                  </a:lnTo>
                  <a:lnTo>
                    <a:pt x="215773" y="57531"/>
                  </a:lnTo>
                  <a:lnTo>
                    <a:pt x="214210" y="59080"/>
                  </a:lnTo>
                  <a:lnTo>
                    <a:pt x="170916" y="92456"/>
                  </a:lnTo>
                  <a:lnTo>
                    <a:pt x="115887" y="144424"/>
                  </a:lnTo>
                  <a:lnTo>
                    <a:pt x="74561" y="192849"/>
                  </a:lnTo>
                  <a:lnTo>
                    <a:pt x="44856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26" y="547281"/>
                  </a:lnTo>
                  <a:lnTo>
                    <a:pt x="117995" y="614997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63" y="488315"/>
                  </a:lnTo>
                  <a:lnTo>
                    <a:pt x="169570" y="458254"/>
                  </a:lnTo>
                  <a:lnTo>
                    <a:pt x="149771" y="424167"/>
                  </a:lnTo>
                  <a:lnTo>
                    <a:pt x="192278" y="371309"/>
                  </a:lnTo>
                  <a:lnTo>
                    <a:pt x="241173" y="416166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2202581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2206051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39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2084684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69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2181393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4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810788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2137043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5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706294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4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2144633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10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3" name="object 33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15621" y="2777517"/>
              <a:ext cx="987722" cy="1969771"/>
            </a:xfrm>
            <a:prstGeom prst="rect">
              <a:avLst/>
            </a:prstGeom>
          </p:spPr>
        </p:pic>
        <p:sp>
          <p:nvSpPr>
            <p:cNvPr id="334" name="object 334" descr=""/>
            <p:cNvSpPr/>
            <p:nvPr/>
          </p:nvSpPr>
          <p:spPr>
            <a:xfrm>
              <a:off x="1715627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5" h="731520">
                  <a:moveTo>
                    <a:pt x="424992" y="0"/>
                  </a:moveTo>
                  <a:lnTo>
                    <a:pt x="385899" y="32567"/>
                  </a:lnTo>
                  <a:lnTo>
                    <a:pt x="342716" y="62329"/>
                  </a:lnTo>
                  <a:lnTo>
                    <a:pt x="296871" y="89770"/>
                  </a:lnTo>
                  <a:lnTo>
                    <a:pt x="249791" y="115374"/>
                  </a:lnTo>
                  <a:lnTo>
                    <a:pt x="157637" y="163014"/>
                  </a:lnTo>
                  <a:lnTo>
                    <a:pt x="115418" y="186019"/>
                  </a:lnTo>
                  <a:lnTo>
                    <a:pt x="77674" y="209128"/>
                  </a:lnTo>
                  <a:lnTo>
                    <a:pt x="45833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47"/>
                  </a:lnTo>
                  <a:lnTo>
                    <a:pt x="595259" y="38480"/>
                  </a:lnTo>
                  <a:lnTo>
                    <a:pt x="542627" y="59346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2063176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2050392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2009305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4" h="1213485">
                  <a:moveTo>
                    <a:pt x="416064" y="230339"/>
                  </a:moveTo>
                  <a:lnTo>
                    <a:pt x="415810" y="186613"/>
                  </a:lnTo>
                  <a:lnTo>
                    <a:pt x="410019" y="144818"/>
                  </a:lnTo>
                  <a:lnTo>
                    <a:pt x="397395" y="106070"/>
                  </a:lnTo>
                  <a:lnTo>
                    <a:pt x="376707" y="71526"/>
                  </a:lnTo>
                  <a:lnTo>
                    <a:pt x="346671" y="42291"/>
                  </a:lnTo>
                  <a:lnTo>
                    <a:pt x="306031" y="19519"/>
                  </a:lnTo>
                  <a:lnTo>
                    <a:pt x="253517" y="4330"/>
                  </a:lnTo>
                  <a:lnTo>
                    <a:pt x="201803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68" y="80060"/>
                  </a:lnTo>
                  <a:lnTo>
                    <a:pt x="43395" y="116954"/>
                  </a:lnTo>
                  <a:lnTo>
                    <a:pt x="27228" y="157632"/>
                  </a:lnTo>
                  <a:lnTo>
                    <a:pt x="14744" y="200583"/>
                  </a:lnTo>
                  <a:lnTo>
                    <a:pt x="5283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811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06" y="498386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45" y="536422"/>
                  </a:lnTo>
                  <a:lnTo>
                    <a:pt x="237756" y="527939"/>
                  </a:lnTo>
                  <a:lnTo>
                    <a:pt x="276872" y="509968"/>
                  </a:lnTo>
                  <a:lnTo>
                    <a:pt x="312864" y="483679"/>
                  </a:lnTo>
                  <a:lnTo>
                    <a:pt x="344690" y="450253"/>
                  </a:lnTo>
                  <a:lnTo>
                    <a:pt x="371335" y="410883"/>
                  </a:lnTo>
                  <a:lnTo>
                    <a:pt x="391756" y="366750"/>
                  </a:lnTo>
                  <a:lnTo>
                    <a:pt x="404926" y="319049"/>
                  </a:lnTo>
                  <a:lnTo>
                    <a:pt x="412013" y="274866"/>
                  </a:lnTo>
                  <a:lnTo>
                    <a:pt x="416064" y="230339"/>
                  </a:lnTo>
                  <a:close/>
                </a:path>
                <a:path w="817244" h="1213485">
                  <a:moveTo>
                    <a:pt x="816622" y="1010843"/>
                  </a:moveTo>
                  <a:lnTo>
                    <a:pt x="801255" y="951992"/>
                  </a:lnTo>
                  <a:lnTo>
                    <a:pt x="776262" y="907529"/>
                  </a:lnTo>
                  <a:lnTo>
                    <a:pt x="740575" y="864577"/>
                  </a:lnTo>
                  <a:lnTo>
                    <a:pt x="725500" y="853262"/>
                  </a:lnTo>
                  <a:lnTo>
                    <a:pt x="709396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42" y="969276"/>
                  </a:lnTo>
                  <a:lnTo>
                    <a:pt x="598881" y="995603"/>
                  </a:lnTo>
                  <a:lnTo>
                    <a:pt x="553580" y="1044003"/>
                  </a:lnTo>
                  <a:lnTo>
                    <a:pt x="513181" y="1099324"/>
                  </a:lnTo>
                  <a:lnTo>
                    <a:pt x="476491" y="1155230"/>
                  </a:lnTo>
                  <a:lnTo>
                    <a:pt x="518414" y="1213065"/>
                  </a:lnTo>
                  <a:lnTo>
                    <a:pt x="602830" y="1178229"/>
                  </a:lnTo>
                  <a:lnTo>
                    <a:pt x="673442" y="1145844"/>
                  </a:lnTo>
                  <a:lnTo>
                    <a:pt x="731951" y="1113421"/>
                  </a:lnTo>
                  <a:lnTo>
                    <a:pt x="769480" y="1083132"/>
                  </a:lnTo>
                  <a:lnTo>
                    <a:pt x="808355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8" name="object 3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94334" y="3345255"/>
              <a:ext cx="138090" cy="146145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1686238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60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693595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4" h="1643379">
                  <a:moveTo>
                    <a:pt x="434276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71" y="49974"/>
                  </a:lnTo>
                  <a:lnTo>
                    <a:pt x="183819" y="111099"/>
                  </a:lnTo>
                  <a:lnTo>
                    <a:pt x="78041" y="179133"/>
                  </a:lnTo>
                  <a:lnTo>
                    <a:pt x="40093" y="203911"/>
                  </a:lnTo>
                  <a:lnTo>
                    <a:pt x="22021" y="216192"/>
                  </a:lnTo>
                  <a:lnTo>
                    <a:pt x="35902" y="223494"/>
                  </a:lnTo>
                  <a:lnTo>
                    <a:pt x="43599" y="231114"/>
                  </a:lnTo>
                  <a:lnTo>
                    <a:pt x="47828" y="243725"/>
                  </a:lnTo>
                  <a:lnTo>
                    <a:pt x="51384" y="266001"/>
                  </a:lnTo>
                  <a:lnTo>
                    <a:pt x="47777" y="399059"/>
                  </a:lnTo>
                  <a:lnTo>
                    <a:pt x="29616" y="620598"/>
                  </a:lnTo>
                  <a:lnTo>
                    <a:pt x="9499" y="828433"/>
                  </a:lnTo>
                  <a:lnTo>
                    <a:pt x="0" y="920419"/>
                  </a:lnTo>
                  <a:lnTo>
                    <a:pt x="12687" y="1604454"/>
                  </a:lnTo>
                  <a:lnTo>
                    <a:pt x="59029" y="915352"/>
                  </a:lnTo>
                  <a:lnTo>
                    <a:pt x="84594" y="547890"/>
                  </a:lnTo>
                  <a:lnTo>
                    <a:pt x="98513" y="378117"/>
                  </a:lnTo>
                  <a:lnTo>
                    <a:pt x="109867" y="282016"/>
                  </a:lnTo>
                  <a:lnTo>
                    <a:pt x="141287" y="229184"/>
                  </a:lnTo>
                  <a:lnTo>
                    <a:pt x="172173" y="202018"/>
                  </a:lnTo>
                  <a:lnTo>
                    <a:pt x="210312" y="173761"/>
                  </a:lnTo>
                  <a:lnTo>
                    <a:pt x="299707" y="112102"/>
                  </a:lnTo>
                  <a:lnTo>
                    <a:pt x="346646" y="77812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4" h="1643379">
                  <a:moveTo>
                    <a:pt x="715225" y="7467"/>
                  </a:moveTo>
                  <a:lnTo>
                    <a:pt x="702144" y="4610"/>
                  </a:lnTo>
                  <a:lnTo>
                    <a:pt x="685863" y="2235"/>
                  </a:lnTo>
                  <a:lnTo>
                    <a:pt x="666115" y="0"/>
                  </a:lnTo>
                  <a:lnTo>
                    <a:pt x="620420" y="32918"/>
                  </a:lnTo>
                  <a:lnTo>
                    <a:pt x="575741" y="66535"/>
                  </a:lnTo>
                  <a:lnTo>
                    <a:pt x="533031" y="100838"/>
                  </a:lnTo>
                  <a:lnTo>
                    <a:pt x="493217" y="135826"/>
                  </a:lnTo>
                  <a:lnTo>
                    <a:pt x="457187" y="171462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44"/>
                  </a:lnTo>
                  <a:lnTo>
                    <a:pt x="369570" y="320421"/>
                  </a:lnTo>
                  <a:lnTo>
                    <a:pt x="399948" y="575792"/>
                  </a:lnTo>
                  <a:lnTo>
                    <a:pt x="488784" y="1025029"/>
                  </a:lnTo>
                  <a:lnTo>
                    <a:pt x="581863" y="1452626"/>
                  </a:lnTo>
                  <a:lnTo>
                    <a:pt x="624954" y="1643049"/>
                  </a:lnTo>
                  <a:lnTo>
                    <a:pt x="685317" y="1639252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212" y="268986"/>
                  </a:lnTo>
                  <a:lnTo>
                    <a:pt x="555688" y="263715"/>
                  </a:lnTo>
                  <a:lnTo>
                    <a:pt x="577596" y="266001"/>
                  </a:lnTo>
                  <a:lnTo>
                    <a:pt x="715225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2396027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4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2" name="object 342" descr=""/>
          <p:cNvGrpSpPr/>
          <p:nvPr/>
        </p:nvGrpSpPr>
        <p:grpSpPr>
          <a:xfrm>
            <a:off x="3429254" y="1915942"/>
            <a:ext cx="1139825" cy="3535679"/>
            <a:chOff x="3429254" y="1915942"/>
            <a:chExt cx="1139825" cy="3535679"/>
          </a:xfrm>
        </p:grpSpPr>
        <p:sp>
          <p:nvSpPr>
            <p:cNvPr id="343" name="object 343" descr=""/>
            <p:cNvSpPr/>
            <p:nvPr/>
          </p:nvSpPr>
          <p:spPr>
            <a:xfrm>
              <a:off x="3594300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9" y="21911"/>
                  </a:lnTo>
                  <a:lnTo>
                    <a:pt x="286022" y="27065"/>
                  </a:lnTo>
                  <a:lnTo>
                    <a:pt x="276441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4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7" y="277850"/>
                  </a:lnTo>
                  <a:lnTo>
                    <a:pt x="26694" y="286366"/>
                  </a:lnTo>
                  <a:lnTo>
                    <a:pt x="22363" y="297376"/>
                  </a:lnTo>
                  <a:lnTo>
                    <a:pt x="21828" y="307313"/>
                  </a:lnTo>
                  <a:lnTo>
                    <a:pt x="24065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07" y="400241"/>
                  </a:lnTo>
                  <a:lnTo>
                    <a:pt x="8770" y="405962"/>
                  </a:lnTo>
                  <a:lnTo>
                    <a:pt x="3432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8" y="570063"/>
                  </a:lnTo>
                  <a:lnTo>
                    <a:pt x="31562" y="579642"/>
                  </a:lnTo>
                  <a:lnTo>
                    <a:pt x="44394" y="585053"/>
                  </a:lnTo>
                  <a:lnTo>
                    <a:pt x="45033" y="585179"/>
                  </a:lnTo>
                  <a:lnTo>
                    <a:pt x="45651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4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0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86" y="731224"/>
                  </a:lnTo>
                  <a:lnTo>
                    <a:pt x="760100" y="726071"/>
                  </a:lnTo>
                  <a:lnTo>
                    <a:pt x="769679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11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79" y="269802"/>
                  </a:lnTo>
                  <a:lnTo>
                    <a:pt x="829245" y="260222"/>
                  </a:lnTo>
                  <a:lnTo>
                    <a:pt x="816412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3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9" y="40169"/>
                  </a:lnTo>
                  <a:lnTo>
                    <a:pt x="591131" y="43700"/>
                  </a:lnTo>
                  <a:lnTo>
                    <a:pt x="584566" y="48839"/>
                  </a:lnTo>
                  <a:lnTo>
                    <a:pt x="582066" y="37800"/>
                  </a:lnTo>
                  <a:lnTo>
                    <a:pt x="576400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1" y="18641"/>
                  </a:lnTo>
                  <a:lnTo>
                    <a:pt x="528721" y="23586"/>
                  </a:lnTo>
                  <a:lnTo>
                    <a:pt x="521866" y="30714"/>
                  </a:lnTo>
                  <a:lnTo>
                    <a:pt x="518416" y="21255"/>
                  </a:lnTo>
                  <a:lnTo>
                    <a:pt x="512470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7" y="6480"/>
                  </a:lnTo>
                  <a:lnTo>
                    <a:pt x="463607" y="12940"/>
                  </a:lnTo>
                  <a:lnTo>
                    <a:pt x="456968" y="21971"/>
                  </a:lnTo>
                  <a:lnTo>
                    <a:pt x="452970" y="14426"/>
                  </a:lnTo>
                  <a:lnTo>
                    <a:pt x="447384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4" name="object 344" descr=""/>
            <p:cNvSpPr/>
            <p:nvPr/>
          </p:nvSpPr>
          <p:spPr>
            <a:xfrm>
              <a:off x="3492550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95" y="37820"/>
                  </a:lnTo>
                  <a:lnTo>
                    <a:pt x="220941" y="53898"/>
                  </a:lnTo>
                  <a:lnTo>
                    <a:pt x="215773" y="57531"/>
                  </a:lnTo>
                  <a:lnTo>
                    <a:pt x="214172" y="59118"/>
                  </a:lnTo>
                  <a:lnTo>
                    <a:pt x="170929" y="92456"/>
                  </a:lnTo>
                  <a:lnTo>
                    <a:pt x="115887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39" y="547281"/>
                  </a:lnTo>
                  <a:lnTo>
                    <a:pt x="117995" y="614997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70" y="458254"/>
                  </a:lnTo>
                  <a:lnTo>
                    <a:pt x="149771" y="424167"/>
                  </a:lnTo>
                  <a:lnTo>
                    <a:pt x="192290" y="371322"/>
                  </a:lnTo>
                  <a:lnTo>
                    <a:pt x="241173" y="416166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3945597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3949067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39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3827700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3924409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4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3553803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3880058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5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3449309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3887649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10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3" name="object 35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58635" y="2777517"/>
              <a:ext cx="987721" cy="1969771"/>
            </a:xfrm>
            <a:prstGeom prst="rect">
              <a:avLst/>
            </a:prstGeom>
          </p:spPr>
        </p:pic>
        <p:sp>
          <p:nvSpPr>
            <p:cNvPr id="354" name="object 354" descr=""/>
            <p:cNvSpPr/>
            <p:nvPr/>
          </p:nvSpPr>
          <p:spPr>
            <a:xfrm>
              <a:off x="3458643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7"/>
                  </a:lnTo>
                  <a:lnTo>
                    <a:pt x="342716" y="62329"/>
                  </a:lnTo>
                  <a:lnTo>
                    <a:pt x="296871" y="89770"/>
                  </a:lnTo>
                  <a:lnTo>
                    <a:pt x="249791" y="115374"/>
                  </a:lnTo>
                  <a:lnTo>
                    <a:pt x="157637" y="163014"/>
                  </a:lnTo>
                  <a:lnTo>
                    <a:pt x="115418" y="186019"/>
                  </a:lnTo>
                  <a:lnTo>
                    <a:pt x="77674" y="209128"/>
                  </a:lnTo>
                  <a:lnTo>
                    <a:pt x="45833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47"/>
                  </a:lnTo>
                  <a:lnTo>
                    <a:pt x="595259" y="38480"/>
                  </a:lnTo>
                  <a:lnTo>
                    <a:pt x="542627" y="59346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3806191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3793408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3752316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5">
                  <a:moveTo>
                    <a:pt x="416064" y="230339"/>
                  </a:moveTo>
                  <a:lnTo>
                    <a:pt x="415823" y="186613"/>
                  </a:lnTo>
                  <a:lnTo>
                    <a:pt x="410019" y="144818"/>
                  </a:lnTo>
                  <a:lnTo>
                    <a:pt x="397408" y="106070"/>
                  </a:lnTo>
                  <a:lnTo>
                    <a:pt x="376707" y="71526"/>
                  </a:lnTo>
                  <a:lnTo>
                    <a:pt x="346671" y="42291"/>
                  </a:lnTo>
                  <a:lnTo>
                    <a:pt x="306031" y="19519"/>
                  </a:lnTo>
                  <a:lnTo>
                    <a:pt x="253530" y="4330"/>
                  </a:lnTo>
                  <a:lnTo>
                    <a:pt x="201803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68" y="80060"/>
                  </a:lnTo>
                  <a:lnTo>
                    <a:pt x="43395" y="116954"/>
                  </a:lnTo>
                  <a:lnTo>
                    <a:pt x="27241" y="157632"/>
                  </a:lnTo>
                  <a:lnTo>
                    <a:pt x="14744" y="200583"/>
                  </a:lnTo>
                  <a:lnTo>
                    <a:pt x="5283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811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19" y="498386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57" y="536422"/>
                  </a:lnTo>
                  <a:lnTo>
                    <a:pt x="237756" y="527939"/>
                  </a:lnTo>
                  <a:lnTo>
                    <a:pt x="276872" y="509968"/>
                  </a:lnTo>
                  <a:lnTo>
                    <a:pt x="312864" y="483679"/>
                  </a:lnTo>
                  <a:lnTo>
                    <a:pt x="344703" y="450253"/>
                  </a:lnTo>
                  <a:lnTo>
                    <a:pt x="371348" y="410883"/>
                  </a:lnTo>
                  <a:lnTo>
                    <a:pt x="391769" y="366750"/>
                  </a:lnTo>
                  <a:lnTo>
                    <a:pt x="404939" y="319049"/>
                  </a:lnTo>
                  <a:lnTo>
                    <a:pt x="412013" y="274866"/>
                  </a:lnTo>
                  <a:lnTo>
                    <a:pt x="416064" y="230339"/>
                  </a:lnTo>
                  <a:close/>
                </a:path>
                <a:path w="817245" h="1213485">
                  <a:moveTo>
                    <a:pt x="816622" y="1010843"/>
                  </a:moveTo>
                  <a:lnTo>
                    <a:pt x="801268" y="951992"/>
                  </a:lnTo>
                  <a:lnTo>
                    <a:pt x="776274" y="907529"/>
                  </a:lnTo>
                  <a:lnTo>
                    <a:pt x="740575" y="864577"/>
                  </a:lnTo>
                  <a:lnTo>
                    <a:pt x="725500" y="853262"/>
                  </a:lnTo>
                  <a:lnTo>
                    <a:pt x="709409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54" y="969276"/>
                  </a:lnTo>
                  <a:lnTo>
                    <a:pt x="598881" y="995603"/>
                  </a:lnTo>
                  <a:lnTo>
                    <a:pt x="553580" y="1044003"/>
                  </a:lnTo>
                  <a:lnTo>
                    <a:pt x="513181" y="1099324"/>
                  </a:lnTo>
                  <a:lnTo>
                    <a:pt x="476504" y="1155230"/>
                  </a:lnTo>
                  <a:lnTo>
                    <a:pt x="518414" y="1213065"/>
                  </a:lnTo>
                  <a:lnTo>
                    <a:pt x="602830" y="1178229"/>
                  </a:lnTo>
                  <a:lnTo>
                    <a:pt x="673442" y="1145844"/>
                  </a:lnTo>
                  <a:lnTo>
                    <a:pt x="731964" y="1113421"/>
                  </a:lnTo>
                  <a:lnTo>
                    <a:pt x="769493" y="1083132"/>
                  </a:lnTo>
                  <a:lnTo>
                    <a:pt x="808355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8" name="object 35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37350" y="3345255"/>
              <a:ext cx="138090" cy="146145"/>
            </a:xfrm>
            <a:prstGeom prst="rect">
              <a:avLst/>
            </a:prstGeom>
          </p:spPr>
        </p:pic>
        <p:sp>
          <p:nvSpPr>
            <p:cNvPr id="359" name="object 359" descr=""/>
            <p:cNvSpPr/>
            <p:nvPr/>
          </p:nvSpPr>
          <p:spPr>
            <a:xfrm>
              <a:off x="3429254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60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3436607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84" y="49974"/>
                  </a:lnTo>
                  <a:lnTo>
                    <a:pt x="183819" y="111099"/>
                  </a:lnTo>
                  <a:lnTo>
                    <a:pt x="78041" y="179133"/>
                  </a:lnTo>
                  <a:lnTo>
                    <a:pt x="40093" y="203911"/>
                  </a:lnTo>
                  <a:lnTo>
                    <a:pt x="22021" y="216192"/>
                  </a:lnTo>
                  <a:lnTo>
                    <a:pt x="35915" y="223494"/>
                  </a:lnTo>
                  <a:lnTo>
                    <a:pt x="43599" y="231114"/>
                  </a:lnTo>
                  <a:lnTo>
                    <a:pt x="47840" y="243725"/>
                  </a:lnTo>
                  <a:lnTo>
                    <a:pt x="51384" y="266001"/>
                  </a:lnTo>
                  <a:lnTo>
                    <a:pt x="47777" y="399059"/>
                  </a:lnTo>
                  <a:lnTo>
                    <a:pt x="29629" y="620598"/>
                  </a:lnTo>
                  <a:lnTo>
                    <a:pt x="9499" y="828433"/>
                  </a:lnTo>
                  <a:lnTo>
                    <a:pt x="0" y="920419"/>
                  </a:lnTo>
                  <a:lnTo>
                    <a:pt x="12687" y="1604454"/>
                  </a:lnTo>
                  <a:lnTo>
                    <a:pt x="59029" y="915352"/>
                  </a:lnTo>
                  <a:lnTo>
                    <a:pt x="84607" y="547890"/>
                  </a:lnTo>
                  <a:lnTo>
                    <a:pt x="98513" y="378117"/>
                  </a:lnTo>
                  <a:lnTo>
                    <a:pt x="109867" y="282016"/>
                  </a:lnTo>
                  <a:lnTo>
                    <a:pt x="141300" y="229184"/>
                  </a:lnTo>
                  <a:lnTo>
                    <a:pt x="172186" y="202018"/>
                  </a:lnTo>
                  <a:lnTo>
                    <a:pt x="210312" y="173761"/>
                  </a:lnTo>
                  <a:lnTo>
                    <a:pt x="299707" y="112102"/>
                  </a:lnTo>
                  <a:lnTo>
                    <a:pt x="346659" y="77812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38" y="7467"/>
                  </a:moveTo>
                  <a:lnTo>
                    <a:pt x="702157" y="4610"/>
                  </a:lnTo>
                  <a:lnTo>
                    <a:pt x="685876" y="2235"/>
                  </a:lnTo>
                  <a:lnTo>
                    <a:pt x="666127" y="0"/>
                  </a:lnTo>
                  <a:lnTo>
                    <a:pt x="620420" y="32918"/>
                  </a:lnTo>
                  <a:lnTo>
                    <a:pt x="575754" y="66535"/>
                  </a:lnTo>
                  <a:lnTo>
                    <a:pt x="533044" y="100838"/>
                  </a:lnTo>
                  <a:lnTo>
                    <a:pt x="493217" y="135826"/>
                  </a:lnTo>
                  <a:lnTo>
                    <a:pt x="457187" y="171462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44"/>
                  </a:lnTo>
                  <a:lnTo>
                    <a:pt x="369582" y="320421"/>
                  </a:lnTo>
                  <a:lnTo>
                    <a:pt x="399948" y="575792"/>
                  </a:lnTo>
                  <a:lnTo>
                    <a:pt x="488797" y="1025029"/>
                  </a:lnTo>
                  <a:lnTo>
                    <a:pt x="581875" y="1452626"/>
                  </a:lnTo>
                  <a:lnTo>
                    <a:pt x="624954" y="1643049"/>
                  </a:lnTo>
                  <a:lnTo>
                    <a:pt x="685317" y="1639252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212" y="268986"/>
                  </a:lnTo>
                  <a:lnTo>
                    <a:pt x="555688" y="263715"/>
                  </a:lnTo>
                  <a:lnTo>
                    <a:pt x="577608" y="266001"/>
                  </a:lnTo>
                  <a:lnTo>
                    <a:pt x="715238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4139043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4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2" name="object 362" descr=""/>
          <p:cNvGrpSpPr/>
          <p:nvPr/>
        </p:nvGrpSpPr>
        <p:grpSpPr>
          <a:xfrm>
            <a:off x="5079777" y="1915942"/>
            <a:ext cx="1139825" cy="3535679"/>
            <a:chOff x="5079777" y="1915942"/>
            <a:chExt cx="1139825" cy="3535679"/>
          </a:xfrm>
        </p:grpSpPr>
        <p:sp>
          <p:nvSpPr>
            <p:cNvPr id="363" name="object 363" descr=""/>
            <p:cNvSpPr/>
            <p:nvPr/>
          </p:nvSpPr>
          <p:spPr>
            <a:xfrm>
              <a:off x="5244823" y="1915942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4"/>
                  </a:lnTo>
                  <a:lnTo>
                    <a:pt x="399498" y="11336"/>
                  </a:lnTo>
                  <a:lnTo>
                    <a:pt x="393148" y="21562"/>
                  </a:lnTo>
                  <a:lnTo>
                    <a:pt x="388910" y="16337"/>
                  </a:lnTo>
                  <a:lnTo>
                    <a:pt x="383714" y="11985"/>
                  </a:lnTo>
                  <a:lnTo>
                    <a:pt x="377669" y="8677"/>
                  </a:lnTo>
                  <a:lnTo>
                    <a:pt x="370887" y="6578"/>
                  </a:lnTo>
                  <a:lnTo>
                    <a:pt x="357408" y="6514"/>
                  </a:lnTo>
                  <a:lnTo>
                    <a:pt x="345360" y="11357"/>
                  </a:lnTo>
                  <a:lnTo>
                    <a:pt x="335905" y="20274"/>
                  </a:lnTo>
                  <a:lnTo>
                    <a:pt x="330207" y="32431"/>
                  </a:lnTo>
                  <a:lnTo>
                    <a:pt x="325433" y="27457"/>
                  </a:lnTo>
                  <a:lnTo>
                    <a:pt x="319632" y="23395"/>
                  </a:lnTo>
                  <a:lnTo>
                    <a:pt x="312365" y="21918"/>
                  </a:lnTo>
                  <a:lnTo>
                    <a:pt x="298439" y="21911"/>
                  </a:lnTo>
                  <a:lnTo>
                    <a:pt x="286022" y="27065"/>
                  </a:lnTo>
                  <a:lnTo>
                    <a:pt x="276441" y="36499"/>
                  </a:lnTo>
                  <a:lnTo>
                    <a:pt x="271026" y="49331"/>
                  </a:lnTo>
                  <a:lnTo>
                    <a:pt x="270837" y="50273"/>
                  </a:lnTo>
                  <a:lnTo>
                    <a:pt x="271141" y="51153"/>
                  </a:lnTo>
                  <a:lnTo>
                    <a:pt x="271026" y="52085"/>
                  </a:lnTo>
                  <a:lnTo>
                    <a:pt x="267016" y="49101"/>
                  </a:lnTo>
                  <a:lnTo>
                    <a:pt x="262461" y="46745"/>
                  </a:lnTo>
                  <a:lnTo>
                    <a:pt x="257215" y="45687"/>
                  </a:lnTo>
                  <a:lnTo>
                    <a:pt x="243295" y="45678"/>
                  </a:lnTo>
                  <a:lnTo>
                    <a:pt x="230881" y="50830"/>
                  </a:lnTo>
                  <a:lnTo>
                    <a:pt x="221301" y="60263"/>
                  </a:lnTo>
                  <a:lnTo>
                    <a:pt x="215886" y="73100"/>
                  </a:lnTo>
                  <a:lnTo>
                    <a:pt x="215321" y="75885"/>
                  </a:lnTo>
                  <a:lnTo>
                    <a:pt x="215782" y="78566"/>
                  </a:lnTo>
                  <a:lnTo>
                    <a:pt x="215886" y="81288"/>
                  </a:lnTo>
                  <a:lnTo>
                    <a:pt x="209886" y="77990"/>
                  </a:lnTo>
                  <a:lnTo>
                    <a:pt x="206368" y="77278"/>
                  </a:lnTo>
                  <a:lnTo>
                    <a:pt x="192442" y="77264"/>
                  </a:lnTo>
                  <a:lnTo>
                    <a:pt x="180026" y="82415"/>
                  </a:lnTo>
                  <a:lnTo>
                    <a:pt x="170449" y="91848"/>
                  </a:lnTo>
                  <a:lnTo>
                    <a:pt x="165040" y="104680"/>
                  </a:lnTo>
                  <a:lnTo>
                    <a:pt x="164118" y="109193"/>
                  </a:lnTo>
                  <a:lnTo>
                    <a:pt x="164244" y="113643"/>
                  </a:lnTo>
                  <a:lnTo>
                    <a:pt x="165029" y="117915"/>
                  </a:lnTo>
                  <a:lnTo>
                    <a:pt x="163521" y="117392"/>
                  </a:lnTo>
                  <a:lnTo>
                    <a:pt x="162296" y="116408"/>
                  </a:lnTo>
                  <a:lnTo>
                    <a:pt x="160694" y="116083"/>
                  </a:lnTo>
                  <a:lnTo>
                    <a:pt x="146768" y="116075"/>
                  </a:lnTo>
                  <a:lnTo>
                    <a:pt x="134352" y="121229"/>
                  </a:lnTo>
                  <a:lnTo>
                    <a:pt x="124775" y="130663"/>
                  </a:lnTo>
                  <a:lnTo>
                    <a:pt x="119366" y="143496"/>
                  </a:lnTo>
                  <a:lnTo>
                    <a:pt x="118088" y="149810"/>
                  </a:lnTo>
                  <a:lnTo>
                    <a:pt x="119114" y="155841"/>
                  </a:lnTo>
                  <a:lnTo>
                    <a:pt x="121062" y="161537"/>
                  </a:lnTo>
                  <a:lnTo>
                    <a:pt x="107150" y="161540"/>
                  </a:lnTo>
                  <a:lnTo>
                    <a:pt x="94743" y="166694"/>
                  </a:lnTo>
                  <a:lnTo>
                    <a:pt x="85172" y="176120"/>
                  </a:lnTo>
                  <a:lnTo>
                    <a:pt x="79765" y="188939"/>
                  </a:lnTo>
                  <a:lnTo>
                    <a:pt x="78016" y="197578"/>
                  </a:lnTo>
                  <a:lnTo>
                    <a:pt x="79943" y="205934"/>
                  </a:lnTo>
                  <a:lnTo>
                    <a:pt x="83974" y="213022"/>
                  </a:lnTo>
                  <a:lnTo>
                    <a:pt x="71417" y="214349"/>
                  </a:lnTo>
                  <a:lnTo>
                    <a:pt x="60391" y="219740"/>
                  </a:lnTo>
                  <a:lnTo>
                    <a:pt x="51945" y="228625"/>
                  </a:lnTo>
                  <a:lnTo>
                    <a:pt x="47127" y="240435"/>
                  </a:lnTo>
                  <a:lnTo>
                    <a:pt x="46513" y="248604"/>
                  </a:lnTo>
                  <a:lnTo>
                    <a:pt x="47861" y="256377"/>
                  </a:lnTo>
                  <a:lnTo>
                    <a:pt x="50916" y="263562"/>
                  </a:lnTo>
                  <a:lnTo>
                    <a:pt x="55420" y="269963"/>
                  </a:lnTo>
                  <a:lnTo>
                    <a:pt x="44063" y="272244"/>
                  </a:lnTo>
                  <a:lnTo>
                    <a:pt x="34207" y="277850"/>
                  </a:lnTo>
                  <a:lnTo>
                    <a:pt x="26694" y="286366"/>
                  </a:lnTo>
                  <a:lnTo>
                    <a:pt x="22363" y="297376"/>
                  </a:lnTo>
                  <a:lnTo>
                    <a:pt x="21828" y="307313"/>
                  </a:lnTo>
                  <a:lnTo>
                    <a:pt x="24065" y="316640"/>
                  </a:lnTo>
                  <a:lnTo>
                    <a:pt x="28713" y="324926"/>
                  </a:lnTo>
                  <a:lnTo>
                    <a:pt x="35410" y="331741"/>
                  </a:lnTo>
                  <a:lnTo>
                    <a:pt x="25347" y="334867"/>
                  </a:lnTo>
                  <a:lnTo>
                    <a:pt x="16725" y="340720"/>
                  </a:lnTo>
                  <a:lnTo>
                    <a:pt x="10184" y="348937"/>
                  </a:lnTo>
                  <a:lnTo>
                    <a:pt x="6364" y="359154"/>
                  </a:lnTo>
                  <a:lnTo>
                    <a:pt x="5978" y="370462"/>
                  </a:lnTo>
                  <a:lnTo>
                    <a:pt x="9153" y="380860"/>
                  </a:lnTo>
                  <a:lnTo>
                    <a:pt x="15365" y="389720"/>
                  </a:lnTo>
                  <a:lnTo>
                    <a:pt x="24091" y="396410"/>
                  </a:lnTo>
                  <a:lnTo>
                    <a:pt x="15807" y="400241"/>
                  </a:lnTo>
                  <a:lnTo>
                    <a:pt x="8770" y="405962"/>
                  </a:lnTo>
                  <a:lnTo>
                    <a:pt x="3432" y="413390"/>
                  </a:lnTo>
                  <a:lnTo>
                    <a:pt x="249" y="422346"/>
                  </a:lnTo>
                  <a:lnTo>
                    <a:pt x="0" y="434489"/>
                  </a:lnTo>
                  <a:lnTo>
                    <a:pt x="3853" y="445491"/>
                  </a:lnTo>
                  <a:lnTo>
                    <a:pt x="11151" y="454574"/>
                  </a:lnTo>
                  <a:lnTo>
                    <a:pt x="21232" y="460963"/>
                  </a:lnTo>
                  <a:lnTo>
                    <a:pt x="15243" y="465173"/>
                  </a:lnTo>
                  <a:lnTo>
                    <a:pt x="10208" y="470495"/>
                  </a:lnTo>
                  <a:lnTo>
                    <a:pt x="6377" y="476852"/>
                  </a:lnTo>
                  <a:lnTo>
                    <a:pt x="3997" y="484166"/>
                  </a:lnTo>
                  <a:lnTo>
                    <a:pt x="3895" y="497387"/>
                  </a:lnTo>
                  <a:lnTo>
                    <a:pt x="8551" y="509224"/>
                  </a:lnTo>
                  <a:lnTo>
                    <a:pt x="17163" y="518606"/>
                  </a:lnTo>
                  <a:lnTo>
                    <a:pt x="28929" y="524458"/>
                  </a:lnTo>
                  <a:lnTo>
                    <a:pt x="23180" y="529369"/>
                  </a:lnTo>
                  <a:lnTo>
                    <a:pt x="18604" y="535735"/>
                  </a:lnTo>
                  <a:lnTo>
                    <a:pt x="16981" y="543724"/>
                  </a:lnTo>
                  <a:lnTo>
                    <a:pt x="16974" y="557646"/>
                  </a:lnTo>
                  <a:lnTo>
                    <a:pt x="22128" y="570063"/>
                  </a:lnTo>
                  <a:lnTo>
                    <a:pt x="31562" y="579642"/>
                  </a:lnTo>
                  <a:lnTo>
                    <a:pt x="44394" y="585053"/>
                  </a:lnTo>
                  <a:lnTo>
                    <a:pt x="45033" y="585179"/>
                  </a:lnTo>
                  <a:lnTo>
                    <a:pt x="45651" y="584959"/>
                  </a:lnTo>
                  <a:lnTo>
                    <a:pt x="46289" y="585053"/>
                  </a:lnTo>
                  <a:lnTo>
                    <a:pt x="42719" y="589357"/>
                  </a:lnTo>
                  <a:lnTo>
                    <a:pt x="39818" y="594246"/>
                  </a:lnTo>
                  <a:lnTo>
                    <a:pt x="38625" y="600110"/>
                  </a:lnTo>
                  <a:lnTo>
                    <a:pt x="38617" y="614030"/>
                  </a:lnTo>
                  <a:lnTo>
                    <a:pt x="43770" y="626444"/>
                  </a:lnTo>
                  <a:lnTo>
                    <a:pt x="53201" y="636024"/>
                  </a:lnTo>
                  <a:lnTo>
                    <a:pt x="66027" y="641439"/>
                  </a:lnTo>
                  <a:lnTo>
                    <a:pt x="68383" y="641910"/>
                  </a:lnTo>
                  <a:lnTo>
                    <a:pt x="70634" y="641439"/>
                  </a:lnTo>
                  <a:lnTo>
                    <a:pt x="72948" y="641439"/>
                  </a:lnTo>
                  <a:lnTo>
                    <a:pt x="70927" y="644789"/>
                  </a:lnTo>
                  <a:lnTo>
                    <a:pt x="69147" y="648350"/>
                  </a:lnTo>
                  <a:lnTo>
                    <a:pt x="68320" y="652402"/>
                  </a:lnTo>
                  <a:lnTo>
                    <a:pt x="68312" y="666328"/>
                  </a:lnTo>
                  <a:lnTo>
                    <a:pt x="73465" y="678745"/>
                  </a:lnTo>
                  <a:lnTo>
                    <a:pt x="82896" y="688326"/>
                  </a:lnTo>
                  <a:lnTo>
                    <a:pt x="95722" y="693741"/>
                  </a:lnTo>
                  <a:lnTo>
                    <a:pt x="99900" y="694578"/>
                  </a:lnTo>
                  <a:lnTo>
                    <a:pt x="104005" y="694359"/>
                  </a:lnTo>
                  <a:lnTo>
                    <a:pt x="107984" y="693741"/>
                  </a:lnTo>
                  <a:lnTo>
                    <a:pt x="107157" y="695762"/>
                  </a:lnTo>
                  <a:lnTo>
                    <a:pt x="105911" y="697510"/>
                  </a:lnTo>
                  <a:lnTo>
                    <a:pt x="105460" y="699720"/>
                  </a:lnTo>
                  <a:lnTo>
                    <a:pt x="105453" y="713646"/>
                  </a:lnTo>
                  <a:lnTo>
                    <a:pt x="110605" y="726062"/>
                  </a:lnTo>
                  <a:lnTo>
                    <a:pt x="120036" y="735639"/>
                  </a:lnTo>
                  <a:lnTo>
                    <a:pt x="132863" y="741048"/>
                  </a:lnTo>
                  <a:lnTo>
                    <a:pt x="138862" y="742263"/>
                  </a:lnTo>
                  <a:lnTo>
                    <a:pt x="144600" y="741404"/>
                  </a:lnTo>
                  <a:lnTo>
                    <a:pt x="150056" y="739698"/>
                  </a:lnTo>
                  <a:lnTo>
                    <a:pt x="149930" y="740221"/>
                  </a:lnTo>
                  <a:lnTo>
                    <a:pt x="149564" y="740608"/>
                  </a:lnTo>
                  <a:lnTo>
                    <a:pt x="149448" y="741143"/>
                  </a:lnTo>
                  <a:lnTo>
                    <a:pt x="149441" y="755068"/>
                  </a:lnTo>
                  <a:lnTo>
                    <a:pt x="154594" y="767485"/>
                  </a:lnTo>
                  <a:lnTo>
                    <a:pt x="164024" y="777062"/>
                  </a:lnTo>
                  <a:lnTo>
                    <a:pt x="176851" y="782471"/>
                  </a:lnTo>
                  <a:lnTo>
                    <a:pt x="185008" y="784125"/>
                  </a:lnTo>
                  <a:lnTo>
                    <a:pt x="192829" y="782335"/>
                  </a:lnTo>
                  <a:lnTo>
                    <a:pt x="199688" y="778785"/>
                  </a:lnTo>
                  <a:lnTo>
                    <a:pt x="200597" y="791795"/>
                  </a:lnTo>
                  <a:lnTo>
                    <a:pt x="205905" y="803274"/>
                  </a:lnTo>
                  <a:lnTo>
                    <a:pt x="214954" y="812087"/>
                  </a:lnTo>
                  <a:lnTo>
                    <a:pt x="227090" y="817098"/>
                  </a:lnTo>
                  <a:lnTo>
                    <a:pt x="234888" y="817739"/>
                  </a:lnTo>
                  <a:lnTo>
                    <a:pt x="242350" y="816601"/>
                  </a:lnTo>
                  <a:lnTo>
                    <a:pt x="249299" y="813900"/>
                  </a:lnTo>
                  <a:lnTo>
                    <a:pt x="255560" y="809852"/>
                  </a:lnTo>
                  <a:lnTo>
                    <a:pt x="257576" y="821561"/>
                  </a:lnTo>
                  <a:lnTo>
                    <a:pt x="263118" y="831756"/>
                  </a:lnTo>
                  <a:lnTo>
                    <a:pt x="271734" y="839539"/>
                  </a:lnTo>
                  <a:lnTo>
                    <a:pt x="282973" y="844008"/>
                  </a:lnTo>
                  <a:lnTo>
                    <a:pt x="296899" y="844018"/>
                  </a:lnTo>
                  <a:lnTo>
                    <a:pt x="309315" y="838867"/>
                  </a:lnTo>
                  <a:lnTo>
                    <a:pt x="318893" y="829437"/>
                  </a:lnTo>
                  <a:lnTo>
                    <a:pt x="324302" y="816606"/>
                  </a:lnTo>
                  <a:lnTo>
                    <a:pt x="324951" y="813413"/>
                  </a:lnTo>
                  <a:lnTo>
                    <a:pt x="324312" y="807235"/>
                  </a:lnTo>
                  <a:lnTo>
                    <a:pt x="341403" y="812026"/>
                  </a:lnTo>
                  <a:lnTo>
                    <a:pt x="380934" y="819848"/>
                  </a:lnTo>
                  <a:lnTo>
                    <a:pt x="424784" y="823462"/>
                  </a:lnTo>
                  <a:lnTo>
                    <a:pt x="446497" y="823475"/>
                  </a:lnTo>
                  <a:lnTo>
                    <a:pt x="445963" y="825004"/>
                  </a:lnTo>
                  <a:lnTo>
                    <a:pt x="444968" y="826250"/>
                  </a:lnTo>
                  <a:lnTo>
                    <a:pt x="444644" y="827883"/>
                  </a:lnTo>
                  <a:lnTo>
                    <a:pt x="444635" y="841809"/>
                  </a:lnTo>
                  <a:lnTo>
                    <a:pt x="449785" y="854225"/>
                  </a:lnTo>
                  <a:lnTo>
                    <a:pt x="459215" y="863803"/>
                  </a:lnTo>
                  <a:lnTo>
                    <a:pt x="472046" y="869212"/>
                  </a:lnTo>
                  <a:lnTo>
                    <a:pt x="485039" y="869341"/>
                  </a:lnTo>
                  <a:lnTo>
                    <a:pt x="496696" y="864846"/>
                  </a:lnTo>
                  <a:lnTo>
                    <a:pt x="506014" y="856502"/>
                  </a:lnTo>
                  <a:lnTo>
                    <a:pt x="511992" y="845087"/>
                  </a:lnTo>
                  <a:lnTo>
                    <a:pt x="516956" y="851370"/>
                  </a:lnTo>
                  <a:lnTo>
                    <a:pt x="523751" y="856291"/>
                  </a:lnTo>
                  <a:lnTo>
                    <a:pt x="532212" y="857998"/>
                  </a:lnTo>
                  <a:lnTo>
                    <a:pt x="546138" y="858007"/>
                  </a:lnTo>
                  <a:lnTo>
                    <a:pt x="558554" y="852856"/>
                  </a:lnTo>
                  <a:lnTo>
                    <a:pt x="568131" y="843426"/>
                  </a:lnTo>
                  <a:lnTo>
                    <a:pt x="573614" y="830229"/>
                  </a:lnTo>
                  <a:lnTo>
                    <a:pt x="573540" y="829527"/>
                  </a:lnTo>
                  <a:lnTo>
                    <a:pt x="578011" y="833475"/>
                  </a:lnTo>
                  <a:lnTo>
                    <a:pt x="583121" y="836721"/>
                  </a:lnTo>
                  <a:lnTo>
                    <a:pt x="589383" y="837988"/>
                  </a:lnTo>
                  <a:lnTo>
                    <a:pt x="603309" y="838001"/>
                  </a:lnTo>
                  <a:lnTo>
                    <a:pt x="615725" y="832850"/>
                  </a:lnTo>
                  <a:lnTo>
                    <a:pt x="625302" y="823418"/>
                  </a:lnTo>
                  <a:lnTo>
                    <a:pt x="630711" y="810585"/>
                  </a:lnTo>
                  <a:lnTo>
                    <a:pt x="631109" y="808596"/>
                  </a:lnTo>
                  <a:lnTo>
                    <a:pt x="630648" y="806722"/>
                  </a:lnTo>
                  <a:lnTo>
                    <a:pt x="630722" y="804764"/>
                  </a:lnTo>
                  <a:lnTo>
                    <a:pt x="634282" y="807057"/>
                  </a:lnTo>
                  <a:lnTo>
                    <a:pt x="638229" y="808889"/>
                  </a:lnTo>
                  <a:lnTo>
                    <a:pt x="642638" y="809790"/>
                  </a:lnTo>
                  <a:lnTo>
                    <a:pt x="656564" y="809797"/>
                  </a:lnTo>
                  <a:lnTo>
                    <a:pt x="668980" y="804643"/>
                  </a:lnTo>
                  <a:lnTo>
                    <a:pt x="678557" y="795209"/>
                  </a:lnTo>
                  <a:lnTo>
                    <a:pt x="683966" y="782377"/>
                  </a:lnTo>
                  <a:lnTo>
                    <a:pt x="684752" y="778503"/>
                  </a:lnTo>
                  <a:lnTo>
                    <a:pt x="683977" y="771005"/>
                  </a:lnTo>
                  <a:lnTo>
                    <a:pt x="686312" y="772053"/>
                  </a:lnTo>
                  <a:lnTo>
                    <a:pt x="688448" y="773466"/>
                  </a:lnTo>
                  <a:lnTo>
                    <a:pt x="691065" y="774000"/>
                  </a:lnTo>
                  <a:lnTo>
                    <a:pt x="704991" y="774008"/>
                  </a:lnTo>
                  <a:lnTo>
                    <a:pt x="717408" y="768854"/>
                  </a:lnTo>
                  <a:lnTo>
                    <a:pt x="726985" y="759420"/>
                  </a:lnTo>
                  <a:lnTo>
                    <a:pt x="732394" y="746587"/>
                  </a:lnTo>
                  <a:lnTo>
                    <a:pt x="733546" y="740912"/>
                  </a:lnTo>
                  <a:lnTo>
                    <a:pt x="732876" y="735436"/>
                  </a:lnTo>
                  <a:lnTo>
                    <a:pt x="731389" y="730221"/>
                  </a:lnTo>
                  <a:lnTo>
                    <a:pt x="732237" y="730462"/>
                  </a:lnTo>
                  <a:lnTo>
                    <a:pt x="732886" y="731038"/>
                  </a:lnTo>
                  <a:lnTo>
                    <a:pt x="733766" y="731216"/>
                  </a:lnTo>
                  <a:lnTo>
                    <a:pt x="747686" y="731224"/>
                  </a:lnTo>
                  <a:lnTo>
                    <a:pt x="760100" y="726071"/>
                  </a:lnTo>
                  <a:lnTo>
                    <a:pt x="769679" y="716640"/>
                  </a:lnTo>
                  <a:lnTo>
                    <a:pt x="775094" y="703814"/>
                  </a:lnTo>
                  <a:lnTo>
                    <a:pt x="776655" y="696076"/>
                  </a:lnTo>
                  <a:lnTo>
                    <a:pt x="775011" y="688683"/>
                  </a:lnTo>
                  <a:lnTo>
                    <a:pt x="771859" y="682055"/>
                  </a:lnTo>
                  <a:lnTo>
                    <a:pt x="785167" y="681436"/>
                  </a:lnTo>
                  <a:lnTo>
                    <a:pt x="796948" y="676180"/>
                  </a:lnTo>
                  <a:lnTo>
                    <a:pt x="806007" y="667011"/>
                  </a:lnTo>
                  <a:lnTo>
                    <a:pt x="811146" y="654653"/>
                  </a:lnTo>
                  <a:lnTo>
                    <a:pt x="811813" y="647183"/>
                  </a:lnTo>
                  <a:lnTo>
                    <a:pt x="810867" y="639994"/>
                  </a:lnTo>
                  <a:lnTo>
                    <a:pt x="808482" y="633252"/>
                  </a:lnTo>
                  <a:lnTo>
                    <a:pt x="804832" y="627125"/>
                  </a:lnTo>
                  <a:lnTo>
                    <a:pt x="816750" y="625274"/>
                  </a:lnTo>
                  <a:lnTo>
                    <a:pt x="827146" y="619772"/>
                  </a:lnTo>
                  <a:lnTo>
                    <a:pt x="835086" y="611093"/>
                  </a:lnTo>
                  <a:lnTo>
                    <a:pt x="839637" y="599712"/>
                  </a:lnTo>
                  <a:lnTo>
                    <a:pt x="840196" y="590400"/>
                  </a:lnTo>
                  <a:lnTo>
                    <a:pt x="838255" y="581634"/>
                  </a:lnTo>
                  <a:lnTo>
                    <a:pt x="834153" y="573732"/>
                  </a:lnTo>
                  <a:lnTo>
                    <a:pt x="828234" y="567012"/>
                  </a:lnTo>
                  <a:lnTo>
                    <a:pt x="839071" y="564376"/>
                  </a:lnTo>
                  <a:lnTo>
                    <a:pt x="848427" y="558674"/>
                  </a:lnTo>
                  <a:lnTo>
                    <a:pt x="855545" y="550290"/>
                  </a:lnTo>
                  <a:lnTo>
                    <a:pt x="859668" y="539609"/>
                  </a:lnTo>
                  <a:lnTo>
                    <a:pt x="860150" y="528848"/>
                  </a:lnTo>
                  <a:lnTo>
                    <a:pt x="857445" y="518825"/>
                  </a:lnTo>
                  <a:lnTo>
                    <a:pt x="851973" y="510113"/>
                  </a:lnTo>
                  <a:lnTo>
                    <a:pt x="844150" y="503286"/>
                  </a:lnTo>
                  <a:lnTo>
                    <a:pt x="853183" y="499682"/>
                  </a:lnTo>
                  <a:lnTo>
                    <a:pt x="860871" y="493819"/>
                  </a:lnTo>
                  <a:lnTo>
                    <a:pt x="866695" y="485983"/>
                  </a:lnTo>
                  <a:lnTo>
                    <a:pt x="870139" y="476459"/>
                  </a:lnTo>
                  <a:lnTo>
                    <a:pt x="870452" y="464721"/>
                  </a:lnTo>
                  <a:lnTo>
                    <a:pt x="866921" y="454016"/>
                  </a:lnTo>
                  <a:lnTo>
                    <a:pt x="860143" y="445041"/>
                  </a:lnTo>
                  <a:lnTo>
                    <a:pt x="850715" y="438492"/>
                  </a:lnTo>
                  <a:lnTo>
                    <a:pt x="857619" y="434381"/>
                  </a:lnTo>
                  <a:lnTo>
                    <a:pt x="863457" y="428906"/>
                  </a:lnTo>
                  <a:lnTo>
                    <a:pt x="867894" y="422151"/>
                  </a:lnTo>
                  <a:lnTo>
                    <a:pt x="870599" y="414200"/>
                  </a:lnTo>
                  <a:lnTo>
                    <a:pt x="870785" y="401593"/>
                  </a:lnTo>
                  <a:lnTo>
                    <a:pt x="866577" y="390236"/>
                  </a:lnTo>
                  <a:lnTo>
                    <a:pt x="858700" y="381020"/>
                  </a:lnTo>
                  <a:lnTo>
                    <a:pt x="847877" y="374840"/>
                  </a:lnTo>
                  <a:lnTo>
                    <a:pt x="854642" y="369866"/>
                  </a:lnTo>
                  <a:lnTo>
                    <a:pt x="859835" y="362672"/>
                  </a:lnTo>
                  <a:lnTo>
                    <a:pt x="861636" y="353793"/>
                  </a:lnTo>
                  <a:lnTo>
                    <a:pt x="861661" y="339998"/>
                  </a:lnTo>
                  <a:lnTo>
                    <a:pt x="856597" y="327690"/>
                  </a:lnTo>
                  <a:lnTo>
                    <a:pt x="847312" y="318149"/>
                  </a:lnTo>
                  <a:lnTo>
                    <a:pt x="834674" y="312653"/>
                  </a:lnTo>
                  <a:lnTo>
                    <a:pt x="838956" y="308077"/>
                  </a:lnTo>
                  <a:lnTo>
                    <a:pt x="842485" y="302737"/>
                  </a:lnTo>
                  <a:lnTo>
                    <a:pt x="843825" y="296140"/>
                  </a:lnTo>
                  <a:lnTo>
                    <a:pt x="843833" y="282219"/>
                  </a:lnTo>
                  <a:lnTo>
                    <a:pt x="838679" y="269802"/>
                  </a:lnTo>
                  <a:lnTo>
                    <a:pt x="829245" y="260222"/>
                  </a:lnTo>
                  <a:lnTo>
                    <a:pt x="816412" y="254812"/>
                  </a:lnTo>
                  <a:lnTo>
                    <a:pt x="815051" y="254540"/>
                  </a:lnTo>
                  <a:lnTo>
                    <a:pt x="813774" y="254916"/>
                  </a:lnTo>
                  <a:lnTo>
                    <a:pt x="812423" y="254812"/>
                  </a:lnTo>
                  <a:lnTo>
                    <a:pt x="814947" y="251084"/>
                  </a:lnTo>
                  <a:lnTo>
                    <a:pt x="816821" y="246822"/>
                  </a:lnTo>
                  <a:lnTo>
                    <a:pt x="817763" y="242132"/>
                  </a:lnTo>
                  <a:lnTo>
                    <a:pt x="817777" y="228210"/>
                  </a:lnTo>
                  <a:lnTo>
                    <a:pt x="812626" y="215793"/>
                  </a:lnTo>
                  <a:lnTo>
                    <a:pt x="803193" y="206214"/>
                  </a:lnTo>
                  <a:lnTo>
                    <a:pt x="790361" y="200803"/>
                  </a:lnTo>
                  <a:lnTo>
                    <a:pt x="787042" y="200133"/>
                  </a:lnTo>
                  <a:lnTo>
                    <a:pt x="780633" y="200803"/>
                  </a:lnTo>
                  <a:lnTo>
                    <a:pt x="781921" y="198164"/>
                  </a:lnTo>
                  <a:lnTo>
                    <a:pt x="783450" y="195672"/>
                  </a:lnTo>
                  <a:lnTo>
                    <a:pt x="784057" y="192667"/>
                  </a:lnTo>
                  <a:lnTo>
                    <a:pt x="784067" y="178741"/>
                  </a:lnTo>
                  <a:lnTo>
                    <a:pt x="778916" y="166325"/>
                  </a:lnTo>
                  <a:lnTo>
                    <a:pt x="769486" y="156748"/>
                  </a:lnTo>
                  <a:lnTo>
                    <a:pt x="756655" y="151338"/>
                  </a:lnTo>
                  <a:lnTo>
                    <a:pt x="751640" y="150323"/>
                  </a:lnTo>
                  <a:lnTo>
                    <a:pt x="746718" y="150564"/>
                  </a:lnTo>
                  <a:lnTo>
                    <a:pt x="742027" y="151621"/>
                  </a:lnTo>
                  <a:lnTo>
                    <a:pt x="742352" y="150564"/>
                  </a:lnTo>
                  <a:lnTo>
                    <a:pt x="743064" y="149736"/>
                  </a:lnTo>
                  <a:lnTo>
                    <a:pt x="743284" y="148637"/>
                  </a:lnTo>
                  <a:lnTo>
                    <a:pt x="743297" y="134711"/>
                  </a:lnTo>
                  <a:lnTo>
                    <a:pt x="738147" y="122295"/>
                  </a:lnTo>
                  <a:lnTo>
                    <a:pt x="728714" y="112718"/>
                  </a:lnTo>
                  <a:lnTo>
                    <a:pt x="715881" y="107308"/>
                  </a:lnTo>
                  <a:lnTo>
                    <a:pt x="708876" y="105895"/>
                  </a:lnTo>
                  <a:lnTo>
                    <a:pt x="702217" y="107256"/>
                  </a:lnTo>
                  <a:lnTo>
                    <a:pt x="696050" y="109748"/>
                  </a:lnTo>
                  <a:lnTo>
                    <a:pt x="695688" y="96182"/>
                  </a:lnTo>
                  <a:lnTo>
                    <a:pt x="690477" y="84135"/>
                  </a:lnTo>
                  <a:lnTo>
                    <a:pt x="681201" y="74858"/>
                  </a:lnTo>
                  <a:lnTo>
                    <a:pt x="668647" y="69603"/>
                  </a:lnTo>
                  <a:lnTo>
                    <a:pt x="661768" y="68915"/>
                  </a:lnTo>
                  <a:lnTo>
                    <a:pt x="655095" y="69580"/>
                  </a:lnTo>
                  <a:lnTo>
                    <a:pt x="648772" y="71477"/>
                  </a:lnTo>
                  <a:lnTo>
                    <a:pt x="642941" y="74482"/>
                  </a:lnTo>
                  <a:lnTo>
                    <a:pt x="641232" y="62392"/>
                  </a:lnTo>
                  <a:lnTo>
                    <a:pt x="635762" y="51828"/>
                  </a:lnTo>
                  <a:lnTo>
                    <a:pt x="627031" y="43755"/>
                  </a:lnTo>
                  <a:lnTo>
                    <a:pt x="615539" y="39132"/>
                  </a:lnTo>
                  <a:lnTo>
                    <a:pt x="606853" y="38546"/>
                  </a:lnTo>
                  <a:lnTo>
                    <a:pt x="598639" y="40169"/>
                  </a:lnTo>
                  <a:lnTo>
                    <a:pt x="591131" y="43700"/>
                  </a:lnTo>
                  <a:lnTo>
                    <a:pt x="584566" y="48839"/>
                  </a:lnTo>
                  <a:lnTo>
                    <a:pt x="582066" y="37800"/>
                  </a:lnTo>
                  <a:lnTo>
                    <a:pt x="576400" y="28249"/>
                  </a:lnTo>
                  <a:lnTo>
                    <a:pt x="567964" y="20978"/>
                  </a:lnTo>
                  <a:lnTo>
                    <a:pt x="557153" y="16777"/>
                  </a:lnTo>
                  <a:lnTo>
                    <a:pt x="546865" y="16248"/>
                  </a:lnTo>
                  <a:lnTo>
                    <a:pt x="537221" y="18641"/>
                  </a:lnTo>
                  <a:lnTo>
                    <a:pt x="528721" y="23586"/>
                  </a:lnTo>
                  <a:lnTo>
                    <a:pt x="521866" y="30714"/>
                  </a:lnTo>
                  <a:lnTo>
                    <a:pt x="518416" y="21255"/>
                  </a:lnTo>
                  <a:lnTo>
                    <a:pt x="512470" y="13196"/>
                  </a:lnTo>
                  <a:lnTo>
                    <a:pt x="504390" y="7093"/>
                  </a:lnTo>
                  <a:lnTo>
                    <a:pt x="494537" y="3500"/>
                  </a:lnTo>
                  <a:lnTo>
                    <a:pt x="483045" y="3148"/>
                  </a:lnTo>
                  <a:lnTo>
                    <a:pt x="472517" y="6480"/>
                  </a:lnTo>
                  <a:lnTo>
                    <a:pt x="463607" y="12940"/>
                  </a:lnTo>
                  <a:lnTo>
                    <a:pt x="456968" y="21971"/>
                  </a:lnTo>
                  <a:lnTo>
                    <a:pt x="452970" y="14426"/>
                  </a:lnTo>
                  <a:lnTo>
                    <a:pt x="447384" y="8027"/>
                  </a:lnTo>
                  <a:lnTo>
                    <a:pt x="440326" y="3166"/>
                  </a:lnTo>
                  <a:lnTo>
                    <a:pt x="431911" y="233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4" name="object 364" descr=""/>
            <p:cNvSpPr/>
            <p:nvPr/>
          </p:nvSpPr>
          <p:spPr>
            <a:xfrm>
              <a:off x="5143068" y="2797714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89" y="27228"/>
                  </a:lnTo>
                  <a:lnTo>
                    <a:pt x="242760" y="38569"/>
                  </a:lnTo>
                  <a:lnTo>
                    <a:pt x="241795" y="37820"/>
                  </a:lnTo>
                  <a:lnTo>
                    <a:pt x="220814" y="54000"/>
                  </a:lnTo>
                  <a:lnTo>
                    <a:pt x="215785" y="57531"/>
                  </a:lnTo>
                  <a:lnTo>
                    <a:pt x="214223" y="59080"/>
                  </a:lnTo>
                  <a:lnTo>
                    <a:pt x="170929" y="92456"/>
                  </a:lnTo>
                  <a:lnTo>
                    <a:pt x="115900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99" y="454012"/>
                  </a:lnTo>
                  <a:lnTo>
                    <a:pt x="59651" y="547281"/>
                  </a:lnTo>
                  <a:lnTo>
                    <a:pt x="118008" y="614997"/>
                  </a:lnTo>
                  <a:lnTo>
                    <a:pt x="145745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15"/>
                  </a:lnTo>
                  <a:lnTo>
                    <a:pt x="169583" y="458254"/>
                  </a:lnTo>
                  <a:lnTo>
                    <a:pt x="149783" y="424167"/>
                  </a:lnTo>
                  <a:lnTo>
                    <a:pt x="192290" y="371309"/>
                  </a:lnTo>
                  <a:lnTo>
                    <a:pt x="241185" y="416166"/>
                  </a:lnTo>
                  <a:lnTo>
                    <a:pt x="272465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5596121" y="5136552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5599589" y="4990471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39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5478222" y="5251829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5574931" y="5081013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4" h="294639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5204325" y="3565391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4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5530581" y="3428065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5" h="1800860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5099832" y="3207737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39">
                  <a:moveTo>
                    <a:pt x="49631" y="0"/>
                  </a:moveTo>
                  <a:lnTo>
                    <a:pt x="0" y="1183230"/>
                  </a:lnTo>
                  <a:lnTo>
                    <a:pt x="272085" y="1157409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5538171" y="4390963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10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3" name="object 373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09153" y="2777517"/>
              <a:ext cx="987727" cy="1969771"/>
            </a:xfrm>
            <a:prstGeom prst="rect">
              <a:avLst/>
            </a:prstGeom>
          </p:spPr>
        </p:pic>
        <p:sp>
          <p:nvSpPr>
            <p:cNvPr id="374" name="object 374" descr=""/>
            <p:cNvSpPr/>
            <p:nvPr/>
          </p:nvSpPr>
          <p:spPr>
            <a:xfrm>
              <a:off x="5109165" y="2777512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7"/>
                  </a:lnTo>
                  <a:lnTo>
                    <a:pt x="342716" y="62329"/>
                  </a:lnTo>
                  <a:lnTo>
                    <a:pt x="296871" y="89770"/>
                  </a:lnTo>
                  <a:lnTo>
                    <a:pt x="249791" y="115374"/>
                  </a:lnTo>
                  <a:lnTo>
                    <a:pt x="157637" y="163014"/>
                  </a:lnTo>
                  <a:lnTo>
                    <a:pt x="115418" y="186019"/>
                  </a:lnTo>
                  <a:lnTo>
                    <a:pt x="77674" y="209128"/>
                  </a:lnTo>
                  <a:lnTo>
                    <a:pt x="45833" y="232825"/>
                  </a:lnTo>
                  <a:lnTo>
                    <a:pt x="5568" y="283923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47"/>
                  </a:lnTo>
                  <a:lnTo>
                    <a:pt x="595259" y="38480"/>
                  </a:lnTo>
                  <a:lnTo>
                    <a:pt x="542627" y="59346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5456714" y="2786510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5443931" y="2609079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7" name="object 377" descr=""/>
            <p:cNvSpPr/>
            <p:nvPr/>
          </p:nvSpPr>
          <p:spPr>
            <a:xfrm>
              <a:off x="5402846" y="2190755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5">
                  <a:moveTo>
                    <a:pt x="416052" y="230339"/>
                  </a:moveTo>
                  <a:lnTo>
                    <a:pt x="415810" y="186613"/>
                  </a:lnTo>
                  <a:lnTo>
                    <a:pt x="410019" y="144818"/>
                  </a:lnTo>
                  <a:lnTo>
                    <a:pt x="397395" y="106070"/>
                  </a:lnTo>
                  <a:lnTo>
                    <a:pt x="376707" y="71526"/>
                  </a:lnTo>
                  <a:lnTo>
                    <a:pt x="346659" y="42291"/>
                  </a:lnTo>
                  <a:lnTo>
                    <a:pt x="306019" y="19519"/>
                  </a:lnTo>
                  <a:lnTo>
                    <a:pt x="253517" y="4330"/>
                  </a:lnTo>
                  <a:lnTo>
                    <a:pt x="201790" y="0"/>
                  </a:lnTo>
                  <a:lnTo>
                    <a:pt x="157619" y="6908"/>
                  </a:lnTo>
                  <a:lnTo>
                    <a:pt x="120332" y="23545"/>
                  </a:lnTo>
                  <a:lnTo>
                    <a:pt x="89293" y="48425"/>
                  </a:lnTo>
                  <a:lnTo>
                    <a:pt x="63855" y="80060"/>
                  </a:lnTo>
                  <a:lnTo>
                    <a:pt x="43383" y="116954"/>
                  </a:lnTo>
                  <a:lnTo>
                    <a:pt x="27228" y="157632"/>
                  </a:lnTo>
                  <a:lnTo>
                    <a:pt x="14744" y="200583"/>
                  </a:lnTo>
                  <a:lnTo>
                    <a:pt x="5270" y="244322"/>
                  </a:lnTo>
                  <a:lnTo>
                    <a:pt x="0" y="293497"/>
                  </a:lnTo>
                  <a:lnTo>
                    <a:pt x="2298" y="341871"/>
                  </a:lnTo>
                  <a:lnTo>
                    <a:pt x="11798" y="387985"/>
                  </a:lnTo>
                  <a:lnTo>
                    <a:pt x="28143" y="430415"/>
                  </a:lnTo>
                  <a:lnTo>
                    <a:pt x="50939" y="467690"/>
                  </a:lnTo>
                  <a:lnTo>
                    <a:pt x="79806" y="498386"/>
                  </a:lnTo>
                  <a:lnTo>
                    <a:pt x="114376" y="521030"/>
                  </a:lnTo>
                  <a:lnTo>
                    <a:pt x="154279" y="534200"/>
                  </a:lnTo>
                  <a:lnTo>
                    <a:pt x="196545" y="536422"/>
                  </a:lnTo>
                  <a:lnTo>
                    <a:pt x="237756" y="527939"/>
                  </a:lnTo>
                  <a:lnTo>
                    <a:pt x="276860" y="509968"/>
                  </a:lnTo>
                  <a:lnTo>
                    <a:pt x="312851" y="483679"/>
                  </a:lnTo>
                  <a:lnTo>
                    <a:pt x="344690" y="450253"/>
                  </a:lnTo>
                  <a:lnTo>
                    <a:pt x="371335" y="410883"/>
                  </a:lnTo>
                  <a:lnTo>
                    <a:pt x="391756" y="366750"/>
                  </a:lnTo>
                  <a:lnTo>
                    <a:pt x="404926" y="319049"/>
                  </a:lnTo>
                  <a:lnTo>
                    <a:pt x="412000" y="274866"/>
                  </a:lnTo>
                  <a:lnTo>
                    <a:pt x="416052" y="230339"/>
                  </a:lnTo>
                  <a:close/>
                </a:path>
                <a:path w="817245" h="1213485">
                  <a:moveTo>
                    <a:pt x="816622" y="1010843"/>
                  </a:moveTo>
                  <a:lnTo>
                    <a:pt x="801255" y="951992"/>
                  </a:lnTo>
                  <a:lnTo>
                    <a:pt x="776262" y="907529"/>
                  </a:lnTo>
                  <a:lnTo>
                    <a:pt x="740562" y="864577"/>
                  </a:lnTo>
                  <a:lnTo>
                    <a:pt x="725500" y="853262"/>
                  </a:lnTo>
                  <a:lnTo>
                    <a:pt x="709396" y="860056"/>
                  </a:lnTo>
                  <a:lnTo>
                    <a:pt x="682307" y="894486"/>
                  </a:lnTo>
                  <a:lnTo>
                    <a:pt x="634250" y="966050"/>
                  </a:lnTo>
                  <a:lnTo>
                    <a:pt x="629742" y="969276"/>
                  </a:lnTo>
                  <a:lnTo>
                    <a:pt x="598868" y="995603"/>
                  </a:lnTo>
                  <a:lnTo>
                    <a:pt x="553567" y="1044003"/>
                  </a:lnTo>
                  <a:lnTo>
                    <a:pt x="513168" y="1099324"/>
                  </a:lnTo>
                  <a:lnTo>
                    <a:pt x="476491" y="1155230"/>
                  </a:lnTo>
                  <a:lnTo>
                    <a:pt x="518401" y="1213065"/>
                  </a:lnTo>
                  <a:lnTo>
                    <a:pt x="602830" y="1178229"/>
                  </a:lnTo>
                  <a:lnTo>
                    <a:pt x="673430" y="1145844"/>
                  </a:lnTo>
                  <a:lnTo>
                    <a:pt x="731951" y="1113421"/>
                  </a:lnTo>
                  <a:lnTo>
                    <a:pt x="769480" y="1083132"/>
                  </a:lnTo>
                  <a:lnTo>
                    <a:pt x="808342" y="1029614"/>
                  </a:lnTo>
                  <a:lnTo>
                    <a:pt x="816622" y="1010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8" name="object 37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87872" y="3345255"/>
              <a:ext cx="138090" cy="146145"/>
            </a:xfrm>
            <a:prstGeom prst="rect">
              <a:avLst/>
            </a:prstGeom>
          </p:spPr>
        </p:pic>
        <p:sp>
          <p:nvSpPr>
            <p:cNvPr id="379" name="object 379" descr=""/>
            <p:cNvSpPr/>
            <p:nvPr/>
          </p:nvSpPr>
          <p:spPr>
            <a:xfrm>
              <a:off x="5079777" y="2786510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60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5087137" y="2786512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810"/>
                  </a:lnTo>
                  <a:lnTo>
                    <a:pt x="327317" y="21551"/>
                  </a:lnTo>
                  <a:lnTo>
                    <a:pt x="279971" y="49974"/>
                  </a:lnTo>
                  <a:lnTo>
                    <a:pt x="183819" y="111099"/>
                  </a:lnTo>
                  <a:lnTo>
                    <a:pt x="78028" y="179133"/>
                  </a:lnTo>
                  <a:lnTo>
                    <a:pt x="40093" y="203911"/>
                  </a:lnTo>
                  <a:lnTo>
                    <a:pt x="22009" y="216192"/>
                  </a:lnTo>
                  <a:lnTo>
                    <a:pt x="35902" y="223494"/>
                  </a:lnTo>
                  <a:lnTo>
                    <a:pt x="43586" y="231114"/>
                  </a:lnTo>
                  <a:lnTo>
                    <a:pt x="47828" y="243725"/>
                  </a:lnTo>
                  <a:lnTo>
                    <a:pt x="51371" y="266001"/>
                  </a:lnTo>
                  <a:lnTo>
                    <a:pt x="47777" y="399059"/>
                  </a:lnTo>
                  <a:lnTo>
                    <a:pt x="29616" y="620598"/>
                  </a:lnTo>
                  <a:lnTo>
                    <a:pt x="9499" y="828433"/>
                  </a:lnTo>
                  <a:lnTo>
                    <a:pt x="0" y="920419"/>
                  </a:lnTo>
                  <a:lnTo>
                    <a:pt x="12687" y="1604454"/>
                  </a:lnTo>
                  <a:lnTo>
                    <a:pt x="59029" y="915352"/>
                  </a:lnTo>
                  <a:lnTo>
                    <a:pt x="84594" y="547890"/>
                  </a:lnTo>
                  <a:lnTo>
                    <a:pt x="98501" y="378117"/>
                  </a:lnTo>
                  <a:lnTo>
                    <a:pt x="109867" y="282016"/>
                  </a:lnTo>
                  <a:lnTo>
                    <a:pt x="141287" y="229184"/>
                  </a:lnTo>
                  <a:lnTo>
                    <a:pt x="172173" y="202018"/>
                  </a:lnTo>
                  <a:lnTo>
                    <a:pt x="210312" y="173761"/>
                  </a:lnTo>
                  <a:lnTo>
                    <a:pt x="299707" y="112102"/>
                  </a:lnTo>
                  <a:lnTo>
                    <a:pt x="346646" y="77812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25" y="7467"/>
                  </a:moveTo>
                  <a:lnTo>
                    <a:pt x="702144" y="4610"/>
                  </a:lnTo>
                  <a:lnTo>
                    <a:pt x="685863" y="2235"/>
                  </a:lnTo>
                  <a:lnTo>
                    <a:pt x="666115" y="0"/>
                  </a:lnTo>
                  <a:lnTo>
                    <a:pt x="620407" y="32918"/>
                  </a:lnTo>
                  <a:lnTo>
                    <a:pt x="575741" y="66535"/>
                  </a:lnTo>
                  <a:lnTo>
                    <a:pt x="533031" y="100838"/>
                  </a:lnTo>
                  <a:lnTo>
                    <a:pt x="493204" y="135826"/>
                  </a:lnTo>
                  <a:lnTo>
                    <a:pt x="457187" y="171462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44"/>
                  </a:lnTo>
                  <a:lnTo>
                    <a:pt x="369570" y="320421"/>
                  </a:lnTo>
                  <a:lnTo>
                    <a:pt x="399935" y="575792"/>
                  </a:lnTo>
                  <a:lnTo>
                    <a:pt x="488784" y="1025029"/>
                  </a:lnTo>
                  <a:lnTo>
                    <a:pt x="581863" y="1452626"/>
                  </a:lnTo>
                  <a:lnTo>
                    <a:pt x="624941" y="1643049"/>
                  </a:lnTo>
                  <a:lnTo>
                    <a:pt x="685304" y="1639252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80"/>
                  </a:lnTo>
                  <a:lnTo>
                    <a:pt x="458101" y="300012"/>
                  </a:lnTo>
                  <a:lnTo>
                    <a:pt x="507199" y="268986"/>
                  </a:lnTo>
                  <a:lnTo>
                    <a:pt x="555675" y="263715"/>
                  </a:lnTo>
                  <a:lnTo>
                    <a:pt x="577596" y="266001"/>
                  </a:lnTo>
                  <a:lnTo>
                    <a:pt x="715225" y="7467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5789564" y="2800312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4" h="377189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2" name="object 382" descr=""/>
          <p:cNvGrpSpPr/>
          <p:nvPr/>
        </p:nvGrpSpPr>
        <p:grpSpPr>
          <a:xfrm>
            <a:off x="5079777" y="6438838"/>
            <a:ext cx="1139825" cy="3535679"/>
            <a:chOff x="5079777" y="6438838"/>
            <a:chExt cx="1139825" cy="3535679"/>
          </a:xfrm>
        </p:grpSpPr>
        <p:sp>
          <p:nvSpPr>
            <p:cNvPr id="383" name="object 383" descr=""/>
            <p:cNvSpPr/>
            <p:nvPr/>
          </p:nvSpPr>
          <p:spPr>
            <a:xfrm>
              <a:off x="5244823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20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9" y="21906"/>
                  </a:lnTo>
                  <a:lnTo>
                    <a:pt x="286022" y="27060"/>
                  </a:lnTo>
                  <a:lnTo>
                    <a:pt x="276441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4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7" y="277846"/>
                  </a:lnTo>
                  <a:lnTo>
                    <a:pt x="26694" y="286362"/>
                  </a:lnTo>
                  <a:lnTo>
                    <a:pt x="22363" y="297371"/>
                  </a:lnTo>
                  <a:lnTo>
                    <a:pt x="21828" y="307309"/>
                  </a:lnTo>
                  <a:lnTo>
                    <a:pt x="24065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07" y="400237"/>
                  </a:lnTo>
                  <a:lnTo>
                    <a:pt x="8770" y="405957"/>
                  </a:lnTo>
                  <a:lnTo>
                    <a:pt x="3432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8" y="570058"/>
                  </a:lnTo>
                  <a:lnTo>
                    <a:pt x="31562" y="579638"/>
                  </a:lnTo>
                  <a:lnTo>
                    <a:pt x="44394" y="585049"/>
                  </a:lnTo>
                  <a:lnTo>
                    <a:pt x="45033" y="585174"/>
                  </a:lnTo>
                  <a:lnTo>
                    <a:pt x="45651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4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48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86" y="731219"/>
                  </a:lnTo>
                  <a:lnTo>
                    <a:pt x="760100" y="726067"/>
                  </a:lnTo>
                  <a:lnTo>
                    <a:pt x="769679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11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79" y="269798"/>
                  </a:lnTo>
                  <a:lnTo>
                    <a:pt x="829245" y="260218"/>
                  </a:lnTo>
                  <a:lnTo>
                    <a:pt x="816412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3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9" y="40165"/>
                  </a:lnTo>
                  <a:lnTo>
                    <a:pt x="591131" y="43696"/>
                  </a:lnTo>
                  <a:lnTo>
                    <a:pt x="584566" y="48835"/>
                  </a:lnTo>
                  <a:lnTo>
                    <a:pt x="582066" y="37795"/>
                  </a:lnTo>
                  <a:lnTo>
                    <a:pt x="576400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1" y="18637"/>
                  </a:lnTo>
                  <a:lnTo>
                    <a:pt x="528721" y="23581"/>
                  </a:lnTo>
                  <a:lnTo>
                    <a:pt x="521866" y="30709"/>
                  </a:lnTo>
                  <a:lnTo>
                    <a:pt x="518416" y="21251"/>
                  </a:lnTo>
                  <a:lnTo>
                    <a:pt x="512470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7" y="6476"/>
                  </a:lnTo>
                  <a:lnTo>
                    <a:pt x="463607" y="12936"/>
                  </a:lnTo>
                  <a:lnTo>
                    <a:pt x="456968" y="21966"/>
                  </a:lnTo>
                  <a:lnTo>
                    <a:pt x="452970" y="14422"/>
                  </a:lnTo>
                  <a:lnTo>
                    <a:pt x="447384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5143068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810" y="0"/>
                  </a:lnTo>
                  <a:lnTo>
                    <a:pt x="307632" y="6921"/>
                  </a:lnTo>
                  <a:lnTo>
                    <a:pt x="258889" y="27228"/>
                  </a:lnTo>
                  <a:lnTo>
                    <a:pt x="242760" y="38569"/>
                  </a:lnTo>
                  <a:lnTo>
                    <a:pt x="241795" y="37820"/>
                  </a:lnTo>
                  <a:lnTo>
                    <a:pt x="220814" y="54000"/>
                  </a:lnTo>
                  <a:lnTo>
                    <a:pt x="215785" y="57531"/>
                  </a:lnTo>
                  <a:lnTo>
                    <a:pt x="214223" y="59080"/>
                  </a:lnTo>
                  <a:lnTo>
                    <a:pt x="170929" y="92456"/>
                  </a:lnTo>
                  <a:lnTo>
                    <a:pt x="115900" y="144424"/>
                  </a:lnTo>
                  <a:lnTo>
                    <a:pt x="74574" y="192849"/>
                  </a:lnTo>
                  <a:lnTo>
                    <a:pt x="44869" y="236867"/>
                  </a:lnTo>
                  <a:lnTo>
                    <a:pt x="24663" y="275590"/>
                  </a:lnTo>
                  <a:lnTo>
                    <a:pt x="4343" y="333654"/>
                  </a:lnTo>
                  <a:lnTo>
                    <a:pt x="0" y="351243"/>
                  </a:lnTo>
                  <a:lnTo>
                    <a:pt x="7899" y="454012"/>
                  </a:lnTo>
                  <a:lnTo>
                    <a:pt x="59651" y="547281"/>
                  </a:lnTo>
                  <a:lnTo>
                    <a:pt x="118008" y="615010"/>
                  </a:lnTo>
                  <a:lnTo>
                    <a:pt x="145745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76" y="488327"/>
                  </a:lnTo>
                  <a:lnTo>
                    <a:pt x="169583" y="458266"/>
                  </a:lnTo>
                  <a:lnTo>
                    <a:pt x="149783" y="424167"/>
                  </a:lnTo>
                  <a:lnTo>
                    <a:pt x="192290" y="371322"/>
                  </a:lnTo>
                  <a:lnTo>
                    <a:pt x="241185" y="416179"/>
                  </a:lnTo>
                  <a:lnTo>
                    <a:pt x="272465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5596121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5" y="0"/>
                  </a:moveTo>
                  <a:lnTo>
                    <a:pt x="58527" y="147513"/>
                  </a:lnTo>
                  <a:lnTo>
                    <a:pt x="42519" y="180710"/>
                  </a:lnTo>
                  <a:lnTo>
                    <a:pt x="27711" y="209803"/>
                  </a:lnTo>
                  <a:lnTo>
                    <a:pt x="12989" y="236202"/>
                  </a:lnTo>
                  <a:lnTo>
                    <a:pt x="3063" y="258548"/>
                  </a:lnTo>
                  <a:lnTo>
                    <a:pt x="0" y="277589"/>
                  </a:lnTo>
                  <a:lnTo>
                    <a:pt x="2142" y="290146"/>
                  </a:lnTo>
                  <a:lnTo>
                    <a:pt x="7837" y="293038"/>
                  </a:lnTo>
                  <a:lnTo>
                    <a:pt x="29624" y="281940"/>
                  </a:lnTo>
                  <a:lnTo>
                    <a:pt x="70097" y="260382"/>
                  </a:lnTo>
                  <a:lnTo>
                    <a:pt x="112659" y="236966"/>
                  </a:lnTo>
                  <a:lnTo>
                    <a:pt x="151263" y="198707"/>
                  </a:lnTo>
                  <a:lnTo>
                    <a:pt x="158102" y="163603"/>
                  </a:lnTo>
                  <a:lnTo>
                    <a:pt x="169814" y="128195"/>
                  </a:lnTo>
                  <a:lnTo>
                    <a:pt x="194983" y="105693"/>
                  </a:lnTo>
                  <a:lnTo>
                    <a:pt x="199446" y="105274"/>
                  </a:lnTo>
                  <a:lnTo>
                    <a:pt x="204691" y="111063"/>
                  </a:lnTo>
                  <a:lnTo>
                    <a:pt x="214100" y="128394"/>
                  </a:lnTo>
                  <a:lnTo>
                    <a:pt x="231055" y="162602"/>
                  </a:lnTo>
                  <a:lnTo>
                    <a:pt x="253432" y="150822"/>
                  </a:lnTo>
                  <a:lnTo>
                    <a:pt x="249453" y="142425"/>
                  </a:lnTo>
                  <a:lnTo>
                    <a:pt x="240007" y="121243"/>
                  </a:lnTo>
                  <a:lnTo>
                    <a:pt x="228822" y="93294"/>
                  </a:lnTo>
                  <a:lnTo>
                    <a:pt x="219632" y="64594"/>
                  </a:lnTo>
                  <a:lnTo>
                    <a:pt x="211446" y="39867"/>
                  </a:lnTo>
                  <a:lnTo>
                    <a:pt x="200092" y="20341"/>
                  </a:lnTo>
                  <a:lnTo>
                    <a:pt x="184518" y="6793"/>
                  </a:lnTo>
                  <a:lnTo>
                    <a:pt x="163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5599589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39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5478222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70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5574931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4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5204325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5530581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5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5099832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5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5538171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10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3" name="object 39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109153" y="7300405"/>
              <a:ext cx="987727" cy="1969773"/>
            </a:xfrm>
            <a:prstGeom prst="rect">
              <a:avLst/>
            </a:prstGeom>
          </p:spPr>
        </p:pic>
        <p:sp>
          <p:nvSpPr>
            <p:cNvPr id="394" name="object 394" descr=""/>
            <p:cNvSpPr/>
            <p:nvPr/>
          </p:nvSpPr>
          <p:spPr>
            <a:xfrm>
              <a:off x="5109165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4" h="731520">
                  <a:moveTo>
                    <a:pt x="424992" y="0"/>
                  </a:moveTo>
                  <a:lnTo>
                    <a:pt x="385899" y="32568"/>
                  </a:lnTo>
                  <a:lnTo>
                    <a:pt x="342716" y="62330"/>
                  </a:lnTo>
                  <a:lnTo>
                    <a:pt x="296871" y="89771"/>
                  </a:lnTo>
                  <a:lnTo>
                    <a:pt x="249791" y="115377"/>
                  </a:lnTo>
                  <a:lnTo>
                    <a:pt x="157637" y="163018"/>
                  </a:lnTo>
                  <a:lnTo>
                    <a:pt x="115418" y="186024"/>
                  </a:lnTo>
                  <a:lnTo>
                    <a:pt x="77674" y="209133"/>
                  </a:lnTo>
                  <a:lnTo>
                    <a:pt x="45833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51"/>
                  </a:lnTo>
                  <a:lnTo>
                    <a:pt x="595259" y="38485"/>
                  </a:lnTo>
                  <a:lnTo>
                    <a:pt x="542627" y="59350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5456714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6" name="object 396" descr=""/>
            <p:cNvSpPr/>
            <p:nvPr/>
          </p:nvSpPr>
          <p:spPr>
            <a:xfrm>
              <a:off x="5443931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79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5402846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5" h="1213484">
                  <a:moveTo>
                    <a:pt x="416052" y="230339"/>
                  </a:moveTo>
                  <a:lnTo>
                    <a:pt x="415810" y="186613"/>
                  </a:lnTo>
                  <a:lnTo>
                    <a:pt x="410019" y="144805"/>
                  </a:lnTo>
                  <a:lnTo>
                    <a:pt x="397395" y="106070"/>
                  </a:lnTo>
                  <a:lnTo>
                    <a:pt x="376707" y="71513"/>
                  </a:lnTo>
                  <a:lnTo>
                    <a:pt x="346659" y="42291"/>
                  </a:lnTo>
                  <a:lnTo>
                    <a:pt x="306019" y="19507"/>
                  </a:lnTo>
                  <a:lnTo>
                    <a:pt x="253517" y="4318"/>
                  </a:lnTo>
                  <a:lnTo>
                    <a:pt x="201790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293" y="48412"/>
                  </a:lnTo>
                  <a:lnTo>
                    <a:pt x="63855" y="80048"/>
                  </a:lnTo>
                  <a:lnTo>
                    <a:pt x="43383" y="116954"/>
                  </a:lnTo>
                  <a:lnTo>
                    <a:pt x="27228" y="157619"/>
                  </a:lnTo>
                  <a:lnTo>
                    <a:pt x="14744" y="200571"/>
                  </a:lnTo>
                  <a:lnTo>
                    <a:pt x="5270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798" y="387972"/>
                  </a:lnTo>
                  <a:lnTo>
                    <a:pt x="28143" y="430403"/>
                  </a:lnTo>
                  <a:lnTo>
                    <a:pt x="50939" y="467677"/>
                  </a:lnTo>
                  <a:lnTo>
                    <a:pt x="79806" y="498373"/>
                  </a:lnTo>
                  <a:lnTo>
                    <a:pt x="114376" y="521030"/>
                  </a:lnTo>
                  <a:lnTo>
                    <a:pt x="154279" y="534200"/>
                  </a:lnTo>
                  <a:lnTo>
                    <a:pt x="196545" y="536409"/>
                  </a:lnTo>
                  <a:lnTo>
                    <a:pt x="237756" y="527939"/>
                  </a:lnTo>
                  <a:lnTo>
                    <a:pt x="276860" y="509955"/>
                  </a:lnTo>
                  <a:lnTo>
                    <a:pt x="312851" y="483666"/>
                  </a:lnTo>
                  <a:lnTo>
                    <a:pt x="344690" y="450240"/>
                  </a:lnTo>
                  <a:lnTo>
                    <a:pt x="371335" y="410870"/>
                  </a:lnTo>
                  <a:lnTo>
                    <a:pt x="391756" y="366737"/>
                  </a:lnTo>
                  <a:lnTo>
                    <a:pt x="404926" y="319036"/>
                  </a:lnTo>
                  <a:lnTo>
                    <a:pt x="412000" y="274853"/>
                  </a:lnTo>
                  <a:lnTo>
                    <a:pt x="416052" y="230339"/>
                  </a:lnTo>
                  <a:close/>
                </a:path>
                <a:path w="817245" h="1213484">
                  <a:moveTo>
                    <a:pt x="816622" y="1010831"/>
                  </a:moveTo>
                  <a:lnTo>
                    <a:pt x="801255" y="951979"/>
                  </a:lnTo>
                  <a:lnTo>
                    <a:pt x="776262" y="907516"/>
                  </a:lnTo>
                  <a:lnTo>
                    <a:pt x="740562" y="864565"/>
                  </a:lnTo>
                  <a:lnTo>
                    <a:pt x="725500" y="853249"/>
                  </a:lnTo>
                  <a:lnTo>
                    <a:pt x="709396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42" y="969264"/>
                  </a:lnTo>
                  <a:lnTo>
                    <a:pt x="598868" y="995591"/>
                  </a:lnTo>
                  <a:lnTo>
                    <a:pt x="553567" y="1043990"/>
                  </a:lnTo>
                  <a:lnTo>
                    <a:pt x="513168" y="1099312"/>
                  </a:lnTo>
                  <a:lnTo>
                    <a:pt x="476491" y="1155217"/>
                  </a:lnTo>
                  <a:lnTo>
                    <a:pt x="518401" y="1213065"/>
                  </a:lnTo>
                  <a:lnTo>
                    <a:pt x="602830" y="1178217"/>
                  </a:lnTo>
                  <a:lnTo>
                    <a:pt x="673430" y="1145832"/>
                  </a:lnTo>
                  <a:lnTo>
                    <a:pt x="731951" y="1113409"/>
                  </a:lnTo>
                  <a:lnTo>
                    <a:pt x="769480" y="1083119"/>
                  </a:lnTo>
                  <a:lnTo>
                    <a:pt x="808342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8" name="object 39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787872" y="7868146"/>
              <a:ext cx="138090" cy="146145"/>
            </a:xfrm>
            <a:prstGeom prst="rect">
              <a:avLst/>
            </a:prstGeom>
          </p:spPr>
        </p:pic>
        <p:sp>
          <p:nvSpPr>
            <p:cNvPr id="399" name="object 399" descr=""/>
            <p:cNvSpPr/>
            <p:nvPr/>
          </p:nvSpPr>
          <p:spPr>
            <a:xfrm>
              <a:off x="5079777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60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5087137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5" h="1643379">
                  <a:moveTo>
                    <a:pt x="434276" y="0"/>
                  </a:moveTo>
                  <a:lnTo>
                    <a:pt x="379476" y="7797"/>
                  </a:lnTo>
                  <a:lnTo>
                    <a:pt x="327317" y="21551"/>
                  </a:lnTo>
                  <a:lnTo>
                    <a:pt x="279971" y="49961"/>
                  </a:lnTo>
                  <a:lnTo>
                    <a:pt x="183819" y="111086"/>
                  </a:lnTo>
                  <a:lnTo>
                    <a:pt x="78028" y="179133"/>
                  </a:lnTo>
                  <a:lnTo>
                    <a:pt x="40093" y="203898"/>
                  </a:lnTo>
                  <a:lnTo>
                    <a:pt x="22009" y="216192"/>
                  </a:lnTo>
                  <a:lnTo>
                    <a:pt x="35902" y="223481"/>
                  </a:lnTo>
                  <a:lnTo>
                    <a:pt x="43586" y="231101"/>
                  </a:lnTo>
                  <a:lnTo>
                    <a:pt x="47828" y="243713"/>
                  </a:lnTo>
                  <a:lnTo>
                    <a:pt x="51371" y="265988"/>
                  </a:lnTo>
                  <a:lnTo>
                    <a:pt x="47777" y="399046"/>
                  </a:lnTo>
                  <a:lnTo>
                    <a:pt x="29616" y="620585"/>
                  </a:lnTo>
                  <a:lnTo>
                    <a:pt x="9499" y="828421"/>
                  </a:lnTo>
                  <a:lnTo>
                    <a:pt x="0" y="920407"/>
                  </a:lnTo>
                  <a:lnTo>
                    <a:pt x="12687" y="1604441"/>
                  </a:lnTo>
                  <a:lnTo>
                    <a:pt x="59029" y="915339"/>
                  </a:lnTo>
                  <a:lnTo>
                    <a:pt x="84594" y="547890"/>
                  </a:lnTo>
                  <a:lnTo>
                    <a:pt x="98501" y="378104"/>
                  </a:lnTo>
                  <a:lnTo>
                    <a:pt x="109867" y="282003"/>
                  </a:lnTo>
                  <a:lnTo>
                    <a:pt x="141287" y="229171"/>
                  </a:lnTo>
                  <a:lnTo>
                    <a:pt x="172173" y="202018"/>
                  </a:lnTo>
                  <a:lnTo>
                    <a:pt x="210312" y="173748"/>
                  </a:lnTo>
                  <a:lnTo>
                    <a:pt x="299707" y="112102"/>
                  </a:lnTo>
                  <a:lnTo>
                    <a:pt x="346646" y="77800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5" h="1643379">
                  <a:moveTo>
                    <a:pt x="715225" y="7454"/>
                  </a:moveTo>
                  <a:lnTo>
                    <a:pt x="702144" y="4597"/>
                  </a:lnTo>
                  <a:lnTo>
                    <a:pt x="685863" y="2222"/>
                  </a:lnTo>
                  <a:lnTo>
                    <a:pt x="666115" y="0"/>
                  </a:lnTo>
                  <a:lnTo>
                    <a:pt x="620407" y="32918"/>
                  </a:lnTo>
                  <a:lnTo>
                    <a:pt x="575741" y="66535"/>
                  </a:lnTo>
                  <a:lnTo>
                    <a:pt x="533031" y="100838"/>
                  </a:lnTo>
                  <a:lnTo>
                    <a:pt x="493204" y="135813"/>
                  </a:lnTo>
                  <a:lnTo>
                    <a:pt x="457187" y="171450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32"/>
                  </a:lnTo>
                  <a:lnTo>
                    <a:pt x="369570" y="320408"/>
                  </a:lnTo>
                  <a:lnTo>
                    <a:pt x="399935" y="575779"/>
                  </a:lnTo>
                  <a:lnTo>
                    <a:pt x="488784" y="1025017"/>
                  </a:lnTo>
                  <a:lnTo>
                    <a:pt x="581863" y="1452613"/>
                  </a:lnTo>
                  <a:lnTo>
                    <a:pt x="624941" y="1643037"/>
                  </a:lnTo>
                  <a:lnTo>
                    <a:pt x="685304" y="1639239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67"/>
                  </a:lnTo>
                  <a:lnTo>
                    <a:pt x="458101" y="299999"/>
                  </a:lnTo>
                  <a:lnTo>
                    <a:pt x="507199" y="268973"/>
                  </a:lnTo>
                  <a:lnTo>
                    <a:pt x="555675" y="263702"/>
                  </a:lnTo>
                  <a:lnTo>
                    <a:pt x="577596" y="265988"/>
                  </a:lnTo>
                  <a:lnTo>
                    <a:pt x="715225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5789564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4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2" name="object 402" descr=""/>
          <p:cNvGrpSpPr/>
          <p:nvPr/>
        </p:nvGrpSpPr>
        <p:grpSpPr>
          <a:xfrm>
            <a:off x="1686238" y="6438838"/>
            <a:ext cx="1139825" cy="3535679"/>
            <a:chOff x="1686238" y="6438838"/>
            <a:chExt cx="1139825" cy="3535679"/>
          </a:xfrm>
        </p:grpSpPr>
        <p:sp>
          <p:nvSpPr>
            <p:cNvPr id="403" name="object 403" descr=""/>
            <p:cNvSpPr/>
            <p:nvPr/>
          </p:nvSpPr>
          <p:spPr>
            <a:xfrm>
              <a:off x="1851284" y="6438838"/>
              <a:ext cx="871219" cy="869950"/>
            </a:xfrm>
            <a:custGeom>
              <a:avLst/>
              <a:gdLst/>
              <a:ahLst/>
              <a:cxnLst/>
              <a:rect l="l" t="t" r="r" b="b"/>
              <a:pathLst>
                <a:path w="871219" h="869950">
                  <a:moveTo>
                    <a:pt x="419677" y="0"/>
                  </a:moveTo>
                  <a:lnTo>
                    <a:pt x="408607" y="3921"/>
                  </a:lnTo>
                  <a:lnTo>
                    <a:pt x="399498" y="11331"/>
                  </a:lnTo>
                  <a:lnTo>
                    <a:pt x="393148" y="21558"/>
                  </a:lnTo>
                  <a:lnTo>
                    <a:pt x="388910" y="16332"/>
                  </a:lnTo>
                  <a:lnTo>
                    <a:pt x="383714" y="11981"/>
                  </a:lnTo>
                  <a:lnTo>
                    <a:pt x="377669" y="8672"/>
                  </a:lnTo>
                  <a:lnTo>
                    <a:pt x="370887" y="6574"/>
                  </a:lnTo>
                  <a:lnTo>
                    <a:pt x="357408" y="6510"/>
                  </a:lnTo>
                  <a:lnTo>
                    <a:pt x="345360" y="11353"/>
                  </a:lnTo>
                  <a:lnTo>
                    <a:pt x="335905" y="20269"/>
                  </a:lnTo>
                  <a:lnTo>
                    <a:pt x="330207" y="32427"/>
                  </a:lnTo>
                  <a:lnTo>
                    <a:pt x="325433" y="27453"/>
                  </a:lnTo>
                  <a:lnTo>
                    <a:pt x="319632" y="23390"/>
                  </a:lnTo>
                  <a:lnTo>
                    <a:pt x="312365" y="21914"/>
                  </a:lnTo>
                  <a:lnTo>
                    <a:pt x="298439" y="21906"/>
                  </a:lnTo>
                  <a:lnTo>
                    <a:pt x="286022" y="27060"/>
                  </a:lnTo>
                  <a:lnTo>
                    <a:pt x="276441" y="36494"/>
                  </a:lnTo>
                  <a:lnTo>
                    <a:pt x="271026" y="49327"/>
                  </a:lnTo>
                  <a:lnTo>
                    <a:pt x="270837" y="50269"/>
                  </a:lnTo>
                  <a:lnTo>
                    <a:pt x="271141" y="51149"/>
                  </a:lnTo>
                  <a:lnTo>
                    <a:pt x="271026" y="52081"/>
                  </a:lnTo>
                  <a:lnTo>
                    <a:pt x="267016" y="49096"/>
                  </a:lnTo>
                  <a:lnTo>
                    <a:pt x="262461" y="46740"/>
                  </a:lnTo>
                  <a:lnTo>
                    <a:pt x="257215" y="45683"/>
                  </a:lnTo>
                  <a:lnTo>
                    <a:pt x="243295" y="45674"/>
                  </a:lnTo>
                  <a:lnTo>
                    <a:pt x="230881" y="50825"/>
                  </a:lnTo>
                  <a:lnTo>
                    <a:pt x="221301" y="60259"/>
                  </a:lnTo>
                  <a:lnTo>
                    <a:pt x="215886" y="73096"/>
                  </a:lnTo>
                  <a:lnTo>
                    <a:pt x="215321" y="75881"/>
                  </a:lnTo>
                  <a:lnTo>
                    <a:pt x="215782" y="78561"/>
                  </a:lnTo>
                  <a:lnTo>
                    <a:pt x="215886" y="81284"/>
                  </a:lnTo>
                  <a:lnTo>
                    <a:pt x="209886" y="77986"/>
                  </a:lnTo>
                  <a:lnTo>
                    <a:pt x="206368" y="77273"/>
                  </a:lnTo>
                  <a:lnTo>
                    <a:pt x="192442" y="77260"/>
                  </a:lnTo>
                  <a:lnTo>
                    <a:pt x="180026" y="82411"/>
                  </a:lnTo>
                  <a:lnTo>
                    <a:pt x="170449" y="91844"/>
                  </a:lnTo>
                  <a:lnTo>
                    <a:pt x="165040" y="104676"/>
                  </a:lnTo>
                  <a:lnTo>
                    <a:pt x="164118" y="109189"/>
                  </a:lnTo>
                  <a:lnTo>
                    <a:pt x="164244" y="113639"/>
                  </a:lnTo>
                  <a:lnTo>
                    <a:pt x="165029" y="117911"/>
                  </a:lnTo>
                  <a:lnTo>
                    <a:pt x="163521" y="117387"/>
                  </a:lnTo>
                  <a:lnTo>
                    <a:pt x="162296" y="116403"/>
                  </a:lnTo>
                  <a:lnTo>
                    <a:pt x="160694" y="116079"/>
                  </a:lnTo>
                  <a:lnTo>
                    <a:pt x="146768" y="116071"/>
                  </a:lnTo>
                  <a:lnTo>
                    <a:pt x="134352" y="121225"/>
                  </a:lnTo>
                  <a:lnTo>
                    <a:pt x="124775" y="130659"/>
                  </a:lnTo>
                  <a:lnTo>
                    <a:pt x="119366" y="143491"/>
                  </a:lnTo>
                  <a:lnTo>
                    <a:pt x="118088" y="149805"/>
                  </a:lnTo>
                  <a:lnTo>
                    <a:pt x="119114" y="155837"/>
                  </a:lnTo>
                  <a:lnTo>
                    <a:pt x="121062" y="161533"/>
                  </a:lnTo>
                  <a:lnTo>
                    <a:pt x="107150" y="161535"/>
                  </a:lnTo>
                  <a:lnTo>
                    <a:pt x="94743" y="166690"/>
                  </a:lnTo>
                  <a:lnTo>
                    <a:pt x="85172" y="176116"/>
                  </a:lnTo>
                  <a:lnTo>
                    <a:pt x="79765" y="188935"/>
                  </a:lnTo>
                  <a:lnTo>
                    <a:pt x="78016" y="197573"/>
                  </a:lnTo>
                  <a:lnTo>
                    <a:pt x="79943" y="205929"/>
                  </a:lnTo>
                  <a:lnTo>
                    <a:pt x="83974" y="213018"/>
                  </a:lnTo>
                  <a:lnTo>
                    <a:pt x="71417" y="214345"/>
                  </a:lnTo>
                  <a:lnTo>
                    <a:pt x="60391" y="219735"/>
                  </a:lnTo>
                  <a:lnTo>
                    <a:pt x="51945" y="228620"/>
                  </a:lnTo>
                  <a:lnTo>
                    <a:pt x="47127" y="240431"/>
                  </a:lnTo>
                  <a:lnTo>
                    <a:pt x="46513" y="248599"/>
                  </a:lnTo>
                  <a:lnTo>
                    <a:pt x="47861" y="256373"/>
                  </a:lnTo>
                  <a:lnTo>
                    <a:pt x="50916" y="263557"/>
                  </a:lnTo>
                  <a:lnTo>
                    <a:pt x="55420" y="269959"/>
                  </a:lnTo>
                  <a:lnTo>
                    <a:pt x="44063" y="272239"/>
                  </a:lnTo>
                  <a:lnTo>
                    <a:pt x="34207" y="277846"/>
                  </a:lnTo>
                  <a:lnTo>
                    <a:pt x="26694" y="286362"/>
                  </a:lnTo>
                  <a:lnTo>
                    <a:pt x="22363" y="297371"/>
                  </a:lnTo>
                  <a:lnTo>
                    <a:pt x="21828" y="307309"/>
                  </a:lnTo>
                  <a:lnTo>
                    <a:pt x="24065" y="316635"/>
                  </a:lnTo>
                  <a:lnTo>
                    <a:pt x="28713" y="324921"/>
                  </a:lnTo>
                  <a:lnTo>
                    <a:pt x="35410" y="331737"/>
                  </a:lnTo>
                  <a:lnTo>
                    <a:pt x="25347" y="334863"/>
                  </a:lnTo>
                  <a:lnTo>
                    <a:pt x="16725" y="340716"/>
                  </a:lnTo>
                  <a:lnTo>
                    <a:pt x="10184" y="348932"/>
                  </a:lnTo>
                  <a:lnTo>
                    <a:pt x="6364" y="359150"/>
                  </a:lnTo>
                  <a:lnTo>
                    <a:pt x="5978" y="370457"/>
                  </a:lnTo>
                  <a:lnTo>
                    <a:pt x="9153" y="380856"/>
                  </a:lnTo>
                  <a:lnTo>
                    <a:pt x="15365" y="389715"/>
                  </a:lnTo>
                  <a:lnTo>
                    <a:pt x="24091" y="396405"/>
                  </a:lnTo>
                  <a:lnTo>
                    <a:pt x="15807" y="400237"/>
                  </a:lnTo>
                  <a:lnTo>
                    <a:pt x="8770" y="405957"/>
                  </a:lnTo>
                  <a:lnTo>
                    <a:pt x="3432" y="413386"/>
                  </a:lnTo>
                  <a:lnTo>
                    <a:pt x="249" y="422342"/>
                  </a:lnTo>
                  <a:lnTo>
                    <a:pt x="0" y="434485"/>
                  </a:lnTo>
                  <a:lnTo>
                    <a:pt x="3853" y="445486"/>
                  </a:lnTo>
                  <a:lnTo>
                    <a:pt x="11151" y="454569"/>
                  </a:lnTo>
                  <a:lnTo>
                    <a:pt x="21232" y="460958"/>
                  </a:lnTo>
                  <a:lnTo>
                    <a:pt x="15243" y="465168"/>
                  </a:lnTo>
                  <a:lnTo>
                    <a:pt x="10208" y="470491"/>
                  </a:lnTo>
                  <a:lnTo>
                    <a:pt x="6377" y="476848"/>
                  </a:lnTo>
                  <a:lnTo>
                    <a:pt x="3997" y="484162"/>
                  </a:lnTo>
                  <a:lnTo>
                    <a:pt x="3895" y="497382"/>
                  </a:lnTo>
                  <a:lnTo>
                    <a:pt x="8551" y="509220"/>
                  </a:lnTo>
                  <a:lnTo>
                    <a:pt x="17163" y="518601"/>
                  </a:lnTo>
                  <a:lnTo>
                    <a:pt x="28929" y="524454"/>
                  </a:lnTo>
                  <a:lnTo>
                    <a:pt x="23180" y="529364"/>
                  </a:lnTo>
                  <a:lnTo>
                    <a:pt x="18604" y="535731"/>
                  </a:lnTo>
                  <a:lnTo>
                    <a:pt x="16981" y="543720"/>
                  </a:lnTo>
                  <a:lnTo>
                    <a:pt x="16974" y="557642"/>
                  </a:lnTo>
                  <a:lnTo>
                    <a:pt x="22128" y="570058"/>
                  </a:lnTo>
                  <a:lnTo>
                    <a:pt x="31562" y="579638"/>
                  </a:lnTo>
                  <a:lnTo>
                    <a:pt x="44394" y="585049"/>
                  </a:lnTo>
                  <a:lnTo>
                    <a:pt x="45033" y="585174"/>
                  </a:lnTo>
                  <a:lnTo>
                    <a:pt x="45651" y="584954"/>
                  </a:lnTo>
                  <a:lnTo>
                    <a:pt x="46289" y="585049"/>
                  </a:lnTo>
                  <a:lnTo>
                    <a:pt x="42719" y="589352"/>
                  </a:lnTo>
                  <a:lnTo>
                    <a:pt x="39818" y="594242"/>
                  </a:lnTo>
                  <a:lnTo>
                    <a:pt x="38625" y="600106"/>
                  </a:lnTo>
                  <a:lnTo>
                    <a:pt x="38617" y="614026"/>
                  </a:lnTo>
                  <a:lnTo>
                    <a:pt x="43770" y="626440"/>
                  </a:lnTo>
                  <a:lnTo>
                    <a:pt x="53201" y="636019"/>
                  </a:lnTo>
                  <a:lnTo>
                    <a:pt x="66027" y="641434"/>
                  </a:lnTo>
                  <a:lnTo>
                    <a:pt x="68383" y="641906"/>
                  </a:lnTo>
                  <a:lnTo>
                    <a:pt x="70634" y="641434"/>
                  </a:lnTo>
                  <a:lnTo>
                    <a:pt x="72948" y="641434"/>
                  </a:lnTo>
                  <a:lnTo>
                    <a:pt x="70927" y="644785"/>
                  </a:lnTo>
                  <a:lnTo>
                    <a:pt x="69147" y="648345"/>
                  </a:lnTo>
                  <a:lnTo>
                    <a:pt x="68320" y="652397"/>
                  </a:lnTo>
                  <a:lnTo>
                    <a:pt x="68312" y="666323"/>
                  </a:lnTo>
                  <a:lnTo>
                    <a:pt x="73465" y="678741"/>
                  </a:lnTo>
                  <a:lnTo>
                    <a:pt x="82896" y="688321"/>
                  </a:lnTo>
                  <a:lnTo>
                    <a:pt x="95722" y="693736"/>
                  </a:lnTo>
                  <a:lnTo>
                    <a:pt x="99900" y="694574"/>
                  </a:lnTo>
                  <a:lnTo>
                    <a:pt x="104005" y="694354"/>
                  </a:lnTo>
                  <a:lnTo>
                    <a:pt x="107984" y="693736"/>
                  </a:lnTo>
                  <a:lnTo>
                    <a:pt x="107157" y="695757"/>
                  </a:lnTo>
                  <a:lnTo>
                    <a:pt x="105911" y="697506"/>
                  </a:lnTo>
                  <a:lnTo>
                    <a:pt x="105460" y="699715"/>
                  </a:lnTo>
                  <a:lnTo>
                    <a:pt x="105453" y="713641"/>
                  </a:lnTo>
                  <a:lnTo>
                    <a:pt x="110605" y="726057"/>
                  </a:lnTo>
                  <a:lnTo>
                    <a:pt x="120036" y="735635"/>
                  </a:lnTo>
                  <a:lnTo>
                    <a:pt x="132863" y="741044"/>
                  </a:lnTo>
                  <a:lnTo>
                    <a:pt x="138862" y="742258"/>
                  </a:lnTo>
                  <a:lnTo>
                    <a:pt x="144600" y="741400"/>
                  </a:lnTo>
                  <a:lnTo>
                    <a:pt x="150056" y="739693"/>
                  </a:lnTo>
                  <a:lnTo>
                    <a:pt x="149930" y="740217"/>
                  </a:lnTo>
                  <a:lnTo>
                    <a:pt x="149564" y="740604"/>
                  </a:lnTo>
                  <a:lnTo>
                    <a:pt x="149448" y="741138"/>
                  </a:lnTo>
                  <a:lnTo>
                    <a:pt x="149441" y="755064"/>
                  </a:lnTo>
                  <a:lnTo>
                    <a:pt x="154594" y="767480"/>
                  </a:lnTo>
                  <a:lnTo>
                    <a:pt x="164024" y="777057"/>
                  </a:lnTo>
                  <a:lnTo>
                    <a:pt x="176851" y="782467"/>
                  </a:lnTo>
                  <a:lnTo>
                    <a:pt x="185008" y="784121"/>
                  </a:lnTo>
                  <a:lnTo>
                    <a:pt x="192829" y="782331"/>
                  </a:lnTo>
                  <a:lnTo>
                    <a:pt x="199688" y="778781"/>
                  </a:lnTo>
                  <a:lnTo>
                    <a:pt x="200597" y="791791"/>
                  </a:lnTo>
                  <a:lnTo>
                    <a:pt x="205905" y="803270"/>
                  </a:lnTo>
                  <a:lnTo>
                    <a:pt x="214954" y="812082"/>
                  </a:lnTo>
                  <a:lnTo>
                    <a:pt x="227090" y="817094"/>
                  </a:lnTo>
                  <a:lnTo>
                    <a:pt x="234888" y="817735"/>
                  </a:lnTo>
                  <a:lnTo>
                    <a:pt x="242350" y="816597"/>
                  </a:lnTo>
                  <a:lnTo>
                    <a:pt x="249299" y="813896"/>
                  </a:lnTo>
                  <a:lnTo>
                    <a:pt x="255560" y="809848"/>
                  </a:lnTo>
                  <a:lnTo>
                    <a:pt x="257576" y="821556"/>
                  </a:lnTo>
                  <a:lnTo>
                    <a:pt x="263118" y="831752"/>
                  </a:lnTo>
                  <a:lnTo>
                    <a:pt x="271734" y="839534"/>
                  </a:lnTo>
                  <a:lnTo>
                    <a:pt x="282973" y="844004"/>
                  </a:lnTo>
                  <a:lnTo>
                    <a:pt x="296899" y="844013"/>
                  </a:lnTo>
                  <a:lnTo>
                    <a:pt x="309315" y="838863"/>
                  </a:lnTo>
                  <a:lnTo>
                    <a:pt x="318893" y="829433"/>
                  </a:lnTo>
                  <a:lnTo>
                    <a:pt x="324302" y="816602"/>
                  </a:lnTo>
                  <a:lnTo>
                    <a:pt x="324951" y="813408"/>
                  </a:lnTo>
                  <a:lnTo>
                    <a:pt x="324312" y="807230"/>
                  </a:lnTo>
                  <a:lnTo>
                    <a:pt x="341403" y="812022"/>
                  </a:lnTo>
                  <a:lnTo>
                    <a:pt x="380934" y="819844"/>
                  </a:lnTo>
                  <a:lnTo>
                    <a:pt x="424784" y="823458"/>
                  </a:lnTo>
                  <a:lnTo>
                    <a:pt x="446497" y="823471"/>
                  </a:lnTo>
                  <a:lnTo>
                    <a:pt x="445963" y="824999"/>
                  </a:lnTo>
                  <a:lnTo>
                    <a:pt x="444968" y="826245"/>
                  </a:lnTo>
                  <a:lnTo>
                    <a:pt x="444644" y="827879"/>
                  </a:lnTo>
                  <a:lnTo>
                    <a:pt x="444635" y="841805"/>
                  </a:lnTo>
                  <a:lnTo>
                    <a:pt x="449785" y="854221"/>
                  </a:lnTo>
                  <a:lnTo>
                    <a:pt x="459215" y="863798"/>
                  </a:lnTo>
                  <a:lnTo>
                    <a:pt x="472046" y="869207"/>
                  </a:lnTo>
                  <a:lnTo>
                    <a:pt x="485039" y="869337"/>
                  </a:lnTo>
                  <a:lnTo>
                    <a:pt x="496696" y="864841"/>
                  </a:lnTo>
                  <a:lnTo>
                    <a:pt x="506014" y="856497"/>
                  </a:lnTo>
                  <a:lnTo>
                    <a:pt x="511992" y="845083"/>
                  </a:lnTo>
                  <a:lnTo>
                    <a:pt x="516956" y="851365"/>
                  </a:lnTo>
                  <a:lnTo>
                    <a:pt x="523751" y="856286"/>
                  </a:lnTo>
                  <a:lnTo>
                    <a:pt x="532212" y="857993"/>
                  </a:lnTo>
                  <a:lnTo>
                    <a:pt x="546138" y="858002"/>
                  </a:lnTo>
                  <a:lnTo>
                    <a:pt x="558554" y="852852"/>
                  </a:lnTo>
                  <a:lnTo>
                    <a:pt x="568131" y="843422"/>
                  </a:lnTo>
                  <a:lnTo>
                    <a:pt x="573614" y="830224"/>
                  </a:lnTo>
                  <a:lnTo>
                    <a:pt x="573540" y="829523"/>
                  </a:lnTo>
                  <a:lnTo>
                    <a:pt x="578011" y="833470"/>
                  </a:lnTo>
                  <a:lnTo>
                    <a:pt x="583121" y="836716"/>
                  </a:lnTo>
                  <a:lnTo>
                    <a:pt x="589383" y="837983"/>
                  </a:lnTo>
                  <a:lnTo>
                    <a:pt x="603309" y="837997"/>
                  </a:lnTo>
                  <a:lnTo>
                    <a:pt x="615725" y="832846"/>
                  </a:lnTo>
                  <a:lnTo>
                    <a:pt x="625302" y="823413"/>
                  </a:lnTo>
                  <a:lnTo>
                    <a:pt x="630711" y="810581"/>
                  </a:lnTo>
                  <a:lnTo>
                    <a:pt x="631109" y="808592"/>
                  </a:lnTo>
                  <a:lnTo>
                    <a:pt x="630648" y="806717"/>
                  </a:lnTo>
                  <a:lnTo>
                    <a:pt x="630722" y="804759"/>
                  </a:lnTo>
                  <a:lnTo>
                    <a:pt x="634282" y="807052"/>
                  </a:lnTo>
                  <a:lnTo>
                    <a:pt x="638229" y="808885"/>
                  </a:lnTo>
                  <a:lnTo>
                    <a:pt x="642638" y="809785"/>
                  </a:lnTo>
                  <a:lnTo>
                    <a:pt x="656564" y="809793"/>
                  </a:lnTo>
                  <a:lnTo>
                    <a:pt x="668980" y="804639"/>
                  </a:lnTo>
                  <a:lnTo>
                    <a:pt x="678557" y="795205"/>
                  </a:lnTo>
                  <a:lnTo>
                    <a:pt x="683966" y="782372"/>
                  </a:lnTo>
                  <a:lnTo>
                    <a:pt x="684752" y="778498"/>
                  </a:lnTo>
                  <a:lnTo>
                    <a:pt x="683977" y="771001"/>
                  </a:lnTo>
                  <a:lnTo>
                    <a:pt x="686312" y="772048"/>
                  </a:lnTo>
                  <a:lnTo>
                    <a:pt x="688448" y="773462"/>
                  </a:lnTo>
                  <a:lnTo>
                    <a:pt x="691065" y="773996"/>
                  </a:lnTo>
                  <a:lnTo>
                    <a:pt x="704991" y="774003"/>
                  </a:lnTo>
                  <a:lnTo>
                    <a:pt x="717408" y="768849"/>
                  </a:lnTo>
                  <a:lnTo>
                    <a:pt x="726985" y="759415"/>
                  </a:lnTo>
                  <a:lnTo>
                    <a:pt x="732394" y="746583"/>
                  </a:lnTo>
                  <a:lnTo>
                    <a:pt x="733546" y="740908"/>
                  </a:lnTo>
                  <a:lnTo>
                    <a:pt x="732876" y="735431"/>
                  </a:lnTo>
                  <a:lnTo>
                    <a:pt x="731389" y="730217"/>
                  </a:lnTo>
                  <a:lnTo>
                    <a:pt x="732237" y="730458"/>
                  </a:lnTo>
                  <a:lnTo>
                    <a:pt x="732886" y="731034"/>
                  </a:lnTo>
                  <a:lnTo>
                    <a:pt x="733766" y="731212"/>
                  </a:lnTo>
                  <a:lnTo>
                    <a:pt x="747686" y="731219"/>
                  </a:lnTo>
                  <a:lnTo>
                    <a:pt x="760100" y="726067"/>
                  </a:lnTo>
                  <a:lnTo>
                    <a:pt x="769679" y="716636"/>
                  </a:lnTo>
                  <a:lnTo>
                    <a:pt x="775094" y="703809"/>
                  </a:lnTo>
                  <a:lnTo>
                    <a:pt x="776655" y="696071"/>
                  </a:lnTo>
                  <a:lnTo>
                    <a:pt x="775011" y="688679"/>
                  </a:lnTo>
                  <a:lnTo>
                    <a:pt x="771859" y="682051"/>
                  </a:lnTo>
                  <a:lnTo>
                    <a:pt x="785167" y="681431"/>
                  </a:lnTo>
                  <a:lnTo>
                    <a:pt x="796948" y="676175"/>
                  </a:lnTo>
                  <a:lnTo>
                    <a:pt x="806007" y="667007"/>
                  </a:lnTo>
                  <a:lnTo>
                    <a:pt x="811146" y="654649"/>
                  </a:lnTo>
                  <a:lnTo>
                    <a:pt x="811813" y="647179"/>
                  </a:lnTo>
                  <a:lnTo>
                    <a:pt x="810867" y="639989"/>
                  </a:lnTo>
                  <a:lnTo>
                    <a:pt x="808482" y="633248"/>
                  </a:lnTo>
                  <a:lnTo>
                    <a:pt x="804832" y="627121"/>
                  </a:lnTo>
                  <a:lnTo>
                    <a:pt x="816750" y="625270"/>
                  </a:lnTo>
                  <a:lnTo>
                    <a:pt x="827146" y="619767"/>
                  </a:lnTo>
                  <a:lnTo>
                    <a:pt x="835086" y="611088"/>
                  </a:lnTo>
                  <a:lnTo>
                    <a:pt x="839637" y="599708"/>
                  </a:lnTo>
                  <a:lnTo>
                    <a:pt x="840196" y="590396"/>
                  </a:lnTo>
                  <a:lnTo>
                    <a:pt x="838255" y="581630"/>
                  </a:lnTo>
                  <a:lnTo>
                    <a:pt x="834153" y="573728"/>
                  </a:lnTo>
                  <a:lnTo>
                    <a:pt x="828234" y="567007"/>
                  </a:lnTo>
                  <a:lnTo>
                    <a:pt x="839071" y="564372"/>
                  </a:lnTo>
                  <a:lnTo>
                    <a:pt x="848427" y="558670"/>
                  </a:lnTo>
                  <a:lnTo>
                    <a:pt x="855545" y="550286"/>
                  </a:lnTo>
                  <a:lnTo>
                    <a:pt x="859668" y="539605"/>
                  </a:lnTo>
                  <a:lnTo>
                    <a:pt x="860150" y="528844"/>
                  </a:lnTo>
                  <a:lnTo>
                    <a:pt x="857445" y="518820"/>
                  </a:lnTo>
                  <a:lnTo>
                    <a:pt x="851973" y="510108"/>
                  </a:lnTo>
                  <a:lnTo>
                    <a:pt x="844150" y="503281"/>
                  </a:lnTo>
                  <a:lnTo>
                    <a:pt x="853183" y="499677"/>
                  </a:lnTo>
                  <a:lnTo>
                    <a:pt x="860871" y="493814"/>
                  </a:lnTo>
                  <a:lnTo>
                    <a:pt x="866695" y="485978"/>
                  </a:lnTo>
                  <a:lnTo>
                    <a:pt x="870139" y="476455"/>
                  </a:lnTo>
                  <a:lnTo>
                    <a:pt x="870452" y="464717"/>
                  </a:lnTo>
                  <a:lnTo>
                    <a:pt x="866921" y="454012"/>
                  </a:lnTo>
                  <a:lnTo>
                    <a:pt x="860143" y="445037"/>
                  </a:lnTo>
                  <a:lnTo>
                    <a:pt x="850715" y="438488"/>
                  </a:lnTo>
                  <a:lnTo>
                    <a:pt x="857619" y="434377"/>
                  </a:lnTo>
                  <a:lnTo>
                    <a:pt x="863457" y="428902"/>
                  </a:lnTo>
                  <a:lnTo>
                    <a:pt x="867894" y="422146"/>
                  </a:lnTo>
                  <a:lnTo>
                    <a:pt x="870599" y="414195"/>
                  </a:lnTo>
                  <a:lnTo>
                    <a:pt x="870785" y="401588"/>
                  </a:lnTo>
                  <a:lnTo>
                    <a:pt x="866577" y="390231"/>
                  </a:lnTo>
                  <a:lnTo>
                    <a:pt x="858700" y="381016"/>
                  </a:lnTo>
                  <a:lnTo>
                    <a:pt x="847877" y="374835"/>
                  </a:lnTo>
                  <a:lnTo>
                    <a:pt x="854642" y="369861"/>
                  </a:lnTo>
                  <a:lnTo>
                    <a:pt x="859835" y="362668"/>
                  </a:lnTo>
                  <a:lnTo>
                    <a:pt x="861636" y="353789"/>
                  </a:lnTo>
                  <a:lnTo>
                    <a:pt x="861661" y="339994"/>
                  </a:lnTo>
                  <a:lnTo>
                    <a:pt x="856597" y="327686"/>
                  </a:lnTo>
                  <a:lnTo>
                    <a:pt x="847312" y="318145"/>
                  </a:lnTo>
                  <a:lnTo>
                    <a:pt x="834674" y="312649"/>
                  </a:lnTo>
                  <a:lnTo>
                    <a:pt x="838956" y="308073"/>
                  </a:lnTo>
                  <a:lnTo>
                    <a:pt x="842485" y="302743"/>
                  </a:lnTo>
                  <a:lnTo>
                    <a:pt x="843825" y="296136"/>
                  </a:lnTo>
                  <a:lnTo>
                    <a:pt x="843833" y="282214"/>
                  </a:lnTo>
                  <a:lnTo>
                    <a:pt x="838679" y="269798"/>
                  </a:lnTo>
                  <a:lnTo>
                    <a:pt x="829245" y="260218"/>
                  </a:lnTo>
                  <a:lnTo>
                    <a:pt x="816412" y="254807"/>
                  </a:lnTo>
                  <a:lnTo>
                    <a:pt x="815051" y="254535"/>
                  </a:lnTo>
                  <a:lnTo>
                    <a:pt x="813774" y="254912"/>
                  </a:lnTo>
                  <a:lnTo>
                    <a:pt x="812423" y="254807"/>
                  </a:lnTo>
                  <a:lnTo>
                    <a:pt x="814947" y="251080"/>
                  </a:lnTo>
                  <a:lnTo>
                    <a:pt x="816821" y="246818"/>
                  </a:lnTo>
                  <a:lnTo>
                    <a:pt x="817763" y="242138"/>
                  </a:lnTo>
                  <a:lnTo>
                    <a:pt x="817777" y="228210"/>
                  </a:lnTo>
                  <a:lnTo>
                    <a:pt x="812626" y="215790"/>
                  </a:lnTo>
                  <a:lnTo>
                    <a:pt x="803193" y="206209"/>
                  </a:lnTo>
                  <a:lnTo>
                    <a:pt x="790361" y="200799"/>
                  </a:lnTo>
                  <a:lnTo>
                    <a:pt x="787042" y="200128"/>
                  </a:lnTo>
                  <a:lnTo>
                    <a:pt x="780633" y="200799"/>
                  </a:lnTo>
                  <a:lnTo>
                    <a:pt x="781921" y="198160"/>
                  </a:lnTo>
                  <a:lnTo>
                    <a:pt x="783450" y="195668"/>
                  </a:lnTo>
                  <a:lnTo>
                    <a:pt x="784057" y="192663"/>
                  </a:lnTo>
                  <a:lnTo>
                    <a:pt x="784067" y="178737"/>
                  </a:lnTo>
                  <a:lnTo>
                    <a:pt x="778916" y="166321"/>
                  </a:lnTo>
                  <a:lnTo>
                    <a:pt x="769486" y="156743"/>
                  </a:lnTo>
                  <a:lnTo>
                    <a:pt x="756655" y="151334"/>
                  </a:lnTo>
                  <a:lnTo>
                    <a:pt x="751640" y="150318"/>
                  </a:lnTo>
                  <a:lnTo>
                    <a:pt x="746718" y="150559"/>
                  </a:lnTo>
                  <a:lnTo>
                    <a:pt x="742027" y="151617"/>
                  </a:lnTo>
                  <a:lnTo>
                    <a:pt x="742352" y="150559"/>
                  </a:lnTo>
                  <a:lnTo>
                    <a:pt x="743064" y="149732"/>
                  </a:lnTo>
                  <a:lnTo>
                    <a:pt x="743284" y="148633"/>
                  </a:lnTo>
                  <a:lnTo>
                    <a:pt x="743297" y="134707"/>
                  </a:lnTo>
                  <a:lnTo>
                    <a:pt x="738147" y="122290"/>
                  </a:lnTo>
                  <a:lnTo>
                    <a:pt x="728714" y="112713"/>
                  </a:lnTo>
                  <a:lnTo>
                    <a:pt x="715881" y="107304"/>
                  </a:lnTo>
                  <a:lnTo>
                    <a:pt x="708876" y="105890"/>
                  </a:lnTo>
                  <a:lnTo>
                    <a:pt x="702217" y="107252"/>
                  </a:lnTo>
                  <a:lnTo>
                    <a:pt x="696050" y="109744"/>
                  </a:lnTo>
                  <a:lnTo>
                    <a:pt x="695688" y="96178"/>
                  </a:lnTo>
                  <a:lnTo>
                    <a:pt x="690477" y="84131"/>
                  </a:lnTo>
                  <a:lnTo>
                    <a:pt x="681201" y="74854"/>
                  </a:lnTo>
                  <a:lnTo>
                    <a:pt x="668647" y="69598"/>
                  </a:lnTo>
                  <a:lnTo>
                    <a:pt x="661768" y="68910"/>
                  </a:lnTo>
                  <a:lnTo>
                    <a:pt x="655095" y="69576"/>
                  </a:lnTo>
                  <a:lnTo>
                    <a:pt x="648772" y="71473"/>
                  </a:lnTo>
                  <a:lnTo>
                    <a:pt x="642941" y="74478"/>
                  </a:lnTo>
                  <a:lnTo>
                    <a:pt x="641232" y="62387"/>
                  </a:lnTo>
                  <a:lnTo>
                    <a:pt x="635762" y="51824"/>
                  </a:lnTo>
                  <a:lnTo>
                    <a:pt x="627031" y="43750"/>
                  </a:lnTo>
                  <a:lnTo>
                    <a:pt x="615539" y="39128"/>
                  </a:lnTo>
                  <a:lnTo>
                    <a:pt x="606853" y="38542"/>
                  </a:lnTo>
                  <a:lnTo>
                    <a:pt x="598639" y="40165"/>
                  </a:lnTo>
                  <a:lnTo>
                    <a:pt x="591131" y="43696"/>
                  </a:lnTo>
                  <a:lnTo>
                    <a:pt x="584566" y="48835"/>
                  </a:lnTo>
                  <a:lnTo>
                    <a:pt x="582066" y="37795"/>
                  </a:lnTo>
                  <a:lnTo>
                    <a:pt x="576400" y="28245"/>
                  </a:lnTo>
                  <a:lnTo>
                    <a:pt x="567964" y="20974"/>
                  </a:lnTo>
                  <a:lnTo>
                    <a:pt x="557153" y="16773"/>
                  </a:lnTo>
                  <a:lnTo>
                    <a:pt x="546865" y="16244"/>
                  </a:lnTo>
                  <a:lnTo>
                    <a:pt x="537221" y="18637"/>
                  </a:lnTo>
                  <a:lnTo>
                    <a:pt x="528721" y="23581"/>
                  </a:lnTo>
                  <a:lnTo>
                    <a:pt x="521866" y="30709"/>
                  </a:lnTo>
                  <a:lnTo>
                    <a:pt x="518416" y="21251"/>
                  </a:lnTo>
                  <a:lnTo>
                    <a:pt x="512470" y="13192"/>
                  </a:lnTo>
                  <a:lnTo>
                    <a:pt x="504390" y="7088"/>
                  </a:lnTo>
                  <a:lnTo>
                    <a:pt x="494537" y="3496"/>
                  </a:lnTo>
                  <a:lnTo>
                    <a:pt x="483045" y="3144"/>
                  </a:lnTo>
                  <a:lnTo>
                    <a:pt x="472517" y="6476"/>
                  </a:lnTo>
                  <a:lnTo>
                    <a:pt x="463607" y="12936"/>
                  </a:lnTo>
                  <a:lnTo>
                    <a:pt x="456968" y="21966"/>
                  </a:lnTo>
                  <a:lnTo>
                    <a:pt x="452970" y="14422"/>
                  </a:lnTo>
                  <a:lnTo>
                    <a:pt x="447384" y="8024"/>
                  </a:lnTo>
                  <a:lnTo>
                    <a:pt x="440326" y="3166"/>
                  </a:lnTo>
                  <a:lnTo>
                    <a:pt x="431911" y="239"/>
                  </a:lnTo>
                  <a:lnTo>
                    <a:pt x="41967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749539" y="7320603"/>
              <a:ext cx="384175" cy="641350"/>
            </a:xfrm>
            <a:custGeom>
              <a:avLst/>
              <a:gdLst/>
              <a:ahLst/>
              <a:cxnLst/>
              <a:rect l="l" t="t" r="r" b="b"/>
              <a:pathLst>
                <a:path w="384175" h="641350">
                  <a:moveTo>
                    <a:pt x="384162" y="31191"/>
                  </a:moveTo>
                  <a:lnTo>
                    <a:pt x="361797" y="0"/>
                  </a:lnTo>
                  <a:lnTo>
                    <a:pt x="307619" y="6921"/>
                  </a:lnTo>
                  <a:lnTo>
                    <a:pt x="258876" y="27228"/>
                  </a:lnTo>
                  <a:lnTo>
                    <a:pt x="242747" y="38569"/>
                  </a:lnTo>
                  <a:lnTo>
                    <a:pt x="241782" y="37820"/>
                  </a:lnTo>
                  <a:lnTo>
                    <a:pt x="220802" y="54000"/>
                  </a:lnTo>
                  <a:lnTo>
                    <a:pt x="215773" y="57531"/>
                  </a:lnTo>
                  <a:lnTo>
                    <a:pt x="214210" y="59080"/>
                  </a:lnTo>
                  <a:lnTo>
                    <a:pt x="170916" y="92456"/>
                  </a:lnTo>
                  <a:lnTo>
                    <a:pt x="115887" y="144424"/>
                  </a:lnTo>
                  <a:lnTo>
                    <a:pt x="74561" y="192849"/>
                  </a:lnTo>
                  <a:lnTo>
                    <a:pt x="44856" y="236867"/>
                  </a:lnTo>
                  <a:lnTo>
                    <a:pt x="24663" y="275590"/>
                  </a:lnTo>
                  <a:lnTo>
                    <a:pt x="4330" y="333654"/>
                  </a:lnTo>
                  <a:lnTo>
                    <a:pt x="0" y="351243"/>
                  </a:lnTo>
                  <a:lnTo>
                    <a:pt x="7886" y="454012"/>
                  </a:lnTo>
                  <a:lnTo>
                    <a:pt x="59626" y="547281"/>
                  </a:lnTo>
                  <a:lnTo>
                    <a:pt x="117995" y="615010"/>
                  </a:lnTo>
                  <a:lnTo>
                    <a:pt x="145732" y="641146"/>
                  </a:lnTo>
                  <a:lnTo>
                    <a:pt x="173774" y="603656"/>
                  </a:lnTo>
                  <a:lnTo>
                    <a:pt x="179324" y="531177"/>
                  </a:lnTo>
                  <a:lnTo>
                    <a:pt x="178663" y="488327"/>
                  </a:lnTo>
                  <a:lnTo>
                    <a:pt x="169570" y="458266"/>
                  </a:lnTo>
                  <a:lnTo>
                    <a:pt x="149771" y="424167"/>
                  </a:lnTo>
                  <a:lnTo>
                    <a:pt x="192278" y="371322"/>
                  </a:lnTo>
                  <a:lnTo>
                    <a:pt x="241173" y="416179"/>
                  </a:lnTo>
                  <a:lnTo>
                    <a:pt x="272453" y="441109"/>
                  </a:lnTo>
                  <a:lnTo>
                    <a:pt x="384162" y="31191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2202581" y="9659444"/>
              <a:ext cx="254000" cy="293370"/>
            </a:xfrm>
            <a:custGeom>
              <a:avLst/>
              <a:gdLst/>
              <a:ahLst/>
              <a:cxnLst/>
              <a:rect l="l" t="t" r="r" b="b"/>
              <a:pathLst>
                <a:path w="254000" h="293370">
                  <a:moveTo>
                    <a:pt x="163676" y="0"/>
                  </a:moveTo>
                  <a:lnTo>
                    <a:pt x="58528" y="147513"/>
                  </a:lnTo>
                  <a:lnTo>
                    <a:pt x="42519" y="180710"/>
                  </a:lnTo>
                  <a:lnTo>
                    <a:pt x="27708" y="209803"/>
                  </a:lnTo>
                  <a:lnTo>
                    <a:pt x="12979" y="236202"/>
                  </a:lnTo>
                  <a:lnTo>
                    <a:pt x="3060" y="258548"/>
                  </a:lnTo>
                  <a:lnTo>
                    <a:pt x="0" y="277589"/>
                  </a:lnTo>
                  <a:lnTo>
                    <a:pt x="2144" y="290146"/>
                  </a:lnTo>
                  <a:lnTo>
                    <a:pt x="7838" y="293038"/>
                  </a:lnTo>
                  <a:lnTo>
                    <a:pt x="29625" y="281940"/>
                  </a:lnTo>
                  <a:lnTo>
                    <a:pt x="70098" y="260382"/>
                  </a:lnTo>
                  <a:lnTo>
                    <a:pt x="112660" y="236966"/>
                  </a:lnTo>
                  <a:lnTo>
                    <a:pt x="151264" y="198707"/>
                  </a:lnTo>
                  <a:lnTo>
                    <a:pt x="158103" y="163603"/>
                  </a:lnTo>
                  <a:lnTo>
                    <a:pt x="169816" y="128195"/>
                  </a:lnTo>
                  <a:lnTo>
                    <a:pt x="194984" y="105693"/>
                  </a:lnTo>
                  <a:lnTo>
                    <a:pt x="199447" y="105274"/>
                  </a:lnTo>
                  <a:lnTo>
                    <a:pt x="204692" y="111063"/>
                  </a:lnTo>
                  <a:lnTo>
                    <a:pt x="214101" y="128394"/>
                  </a:lnTo>
                  <a:lnTo>
                    <a:pt x="231057" y="162602"/>
                  </a:lnTo>
                  <a:lnTo>
                    <a:pt x="253433" y="150822"/>
                  </a:lnTo>
                  <a:lnTo>
                    <a:pt x="249455" y="142425"/>
                  </a:lnTo>
                  <a:lnTo>
                    <a:pt x="240008" y="121243"/>
                  </a:lnTo>
                  <a:lnTo>
                    <a:pt x="228824" y="93294"/>
                  </a:lnTo>
                  <a:lnTo>
                    <a:pt x="219633" y="64594"/>
                  </a:lnTo>
                  <a:lnTo>
                    <a:pt x="211448" y="39867"/>
                  </a:lnTo>
                  <a:lnTo>
                    <a:pt x="200093" y="20341"/>
                  </a:lnTo>
                  <a:lnTo>
                    <a:pt x="184519" y="6793"/>
                  </a:lnTo>
                  <a:lnTo>
                    <a:pt x="1636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2206051" y="9513364"/>
              <a:ext cx="167640" cy="330200"/>
            </a:xfrm>
            <a:custGeom>
              <a:avLst/>
              <a:gdLst/>
              <a:ahLst/>
              <a:cxnLst/>
              <a:rect l="l" t="t" r="r" b="b"/>
              <a:pathLst>
                <a:path w="167639" h="330200">
                  <a:moveTo>
                    <a:pt x="101162" y="0"/>
                  </a:moveTo>
                  <a:lnTo>
                    <a:pt x="57860" y="7015"/>
                  </a:lnTo>
                  <a:lnTo>
                    <a:pt x="17690" y="22299"/>
                  </a:lnTo>
                  <a:lnTo>
                    <a:pt x="0" y="30749"/>
                  </a:lnTo>
                  <a:lnTo>
                    <a:pt x="19385" y="76638"/>
                  </a:lnTo>
                  <a:lnTo>
                    <a:pt x="32642" y="112268"/>
                  </a:lnTo>
                  <a:lnTo>
                    <a:pt x="41055" y="138822"/>
                  </a:lnTo>
                  <a:lnTo>
                    <a:pt x="45904" y="157489"/>
                  </a:lnTo>
                  <a:lnTo>
                    <a:pt x="47666" y="189449"/>
                  </a:lnTo>
                  <a:lnTo>
                    <a:pt x="46964" y="241410"/>
                  </a:lnTo>
                  <a:lnTo>
                    <a:pt x="45277" y="292817"/>
                  </a:lnTo>
                  <a:lnTo>
                    <a:pt x="44082" y="323117"/>
                  </a:lnTo>
                  <a:lnTo>
                    <a:pt x="52111" y="329738"/>
                  </a:lnTo>
                  <a:lnTo>
                    <a:pt x="71861" y="323940"/>
                  </a:lnTo>
                  <a:lnTo>
                    <a:pt x="95459" y="305941"/>
                  </a:lnTo>
                  <a:lnTo>
                    <a:pt x="115033" y="275956"/>
                  </a:lnTo>
                  <a:lnTo>
                    <a:pt x="132262" y="244653"/>
                  </a:lnTo>
                  <a:lnTo>
                    <a:pt x="153819" y="207902"/>
                  </a:lnTo>
                  <a:lnTo>
                    <a:pt x="167276" y="172708"/>
                  </a:lnTo>
                  <a:lnTo>
                    <a:pt x="160204" y="146075"/>
                  </a:lnTo>
                  <a:lnTo>
                    <a:pt x="146177" y="122583"/>
                  </a:lnTo>
                  <a:lnTo>
                    <a:pt x="141606" y="92628"/>
                  </a:lnTo>
                  <a:lnTo>
                    <a:pt x="138345" y="56966"/>
                  </a:lnTo>
                  <a:lnTo>
                    <a:pt x="128247" y="16352"/>
                  </a:lnTo>
                  <a:lnTo>
                    <a:pt x="10116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2084684" y="9774722"/>
              <a:ext cx="306070" cy="200025"/>
            </a:xfrm>
            <a:custGeom>
              <a:avLst/>
              <a:gdLst/>
              <a:ahLst/>
              <a:cxnLst/>
              <a:rect l="l" t="t" r="r" b="b"/>
              <a:pathLst>
                <a:path w="306069" h="200025">
                  <a:moveTo>
                    <a:pt x="279486" y="0"/>
                  </a:moveTo>
                  <a:lnTo>
                    <a:pt x="105774" y="99881"/>
                  </a:lnTo>
                  <a:lnTo>
                    <a:pt x="82596" y="112931"/>
                  </a:lnTo>
                  <a:lnTo>
                    <a:pt x="60112" y="125953"/>
                  </a:lnTo>
                  <a:lnTo>
                    <a:pt x="36132" y="140383"/>
                  </a:lnTo>
                  <a:lnTo>
                    <a:pt x="16142" y="157896"/>
                  </a:lnTo>
                  <a:lnTo>
                    <a:pt x="4090" y="177231"/>
                  </a:lnTo>
                  <a:lnTo>
                    <a:pt x="0" y="192987"/>
                  </a:lnTo>
                  <a:lnTo>
                    <a:pt x="3893" y="199763"/>
                  </a:lnTo>
                  <a:lnTo>
                    <a:pt x="28009" y="199764"/>
                  </a:lnTo>
                  <a:lnTo>
                    <a:pt x="72720" y="198877"/>
                  </a:lnTo>
                  <a:lnTo>
                    <a:pt x="120271" y="197250"/>
                  </a:lnTo>
                  <a:lnTo>
                    <a:pt x="152904" y="195030"/>
                  </a:lnTo>
                  <a:lnTo>
                    <a:pt x="174380" y="179008"/>
                  </a:lnTo>
                  <a:lnTo>
                    <a:pt x="199641" y="148030"/>
                  </a:lnTo>
                  <a:lnTo>
                    <a:pt x="227673" y="120333"/>
                  </a:lnTo>
                  <a:lnTo>
                    <a:pt x="257466" y="114153"/>
                  </a:lnTo>
                  <a:lnTo>
                    <a:pt x="261645" y="116679"/>
                  </a:lnTo>
                  <a:lnTo>
                    <a:pt x="263724" y="124856"/>
                  </a:lnTo>
                  <a:lnTo>
                    <a:pt x="264320" y="145285"/>
                  </a:lnTo>
                  <a:lnTo>
                    <a:pt x="264052" y="184570"/>
                  </a:lnTo>
                  <a:lnTo>
                    <a:pt x="291444" y="183847"/>
                  </a:lnTo>
                  <a:lnTo>
                    <a:pt x="295883" y="118320"/>
                  </a:lnTo>
                  <a:lnTo>
                    <a:pt x="305712" y="60173"/>
                  </a:lnTo>
                  <a:lnTo>
                    <a:pt x="305379" y="36676"/>
                  </a:lnTo>
                  <a:lnTo>
                    <a:pt x="297474" y="16615"/>
                  </a:lnTo>
                  <a:lnTo>
                    <a:pt x="2794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2181393" y="9603906"/>
              <a:ext cx="189865" cy="294640"/>
            </a:xfrm>
            <a:custGeom>
              <a:avLst/>
              <a:gdLst/>
              <a:ahLst/>
              <a:cxnLst/>
              <a:rect l="l" t="t" r="r" b="b"/>
              <a:pathLst>
                <a:path w="189864" h="294640">
                  <a:moveTo>
                    <a:pt x="93630" y="0"/>
                  </a:moveTo>
                  <a:lnTo>
                    <a:pt x="90040" y="49688"/>
                  </a:lnTo>
                  <a:lnTo>
                    <a:pt x="81076" y="114929"/>
                  </a:lnTo>
                  <a:lnTo>
                    <a:pt x="66243" y="157342"/>
                  </a:lnTo>
                  <a:lnTo>
                    <a:pt x="21714" y="236961"/>
                  </a:lnTo>
                  <a:lnTo>
                    <a:pt x="0" y="280462"/>
                  </a:lnTo>
                  <a:lnTo>
                    <a:pt x="4725" y="290294"/>
                  </a:lnTo>
                  <a:lnTo>
                    <a:pt x="24893" y="294073"/>
                  </a:lnTo>
                  <a:lnTo>
                    <a:pt x="53776" y="288606"/>
                  </a:lnTo>
                  <a:lnTo>
                    <a:pt x="84646" y="270703"/>
                  </a:lnTo>
                  <a:lnTo>
                    <a:pt x="114217" y="250644"/>
                  </a:lnTo>
                  <a:lnTo>
                    <a:pt x="150122" y="227707"/>
                  </a:lnTo>
                  <a:lnTo>
                    <a:pt x="178105" y="202481"/>
                  </a:lnTo>
                  <a:lnTo>
                    <a:pt x="183910" y="175554"/>
                  </a:lnTo>
                  <a:lnTo>
                    <a:pt x="178171" y="150696"/>
                  </a:lnTo>
                  <a:lnTo>
                    <a:pt x="179083" y="127318"/>
                  </a:lnTo>
                  <a:lnTo>
                    <a:pt x="183757" y="99451"/>
                  </a:lnTo>
                  <a:lnTo>
                    <a:pt x="189303" y="61129"/>
                  </a:lnTo>
                  <a:lnTo>
                    <a:pt x="176532" y="31805"/>
                  </a:lnTo>
                  <a:lnTo>
                    <a:pt x="143402" y="12989"/>
                  </a:lnTo>
                  <a:lnTo>
                    <a:pt x="109305" y="2960"/>
                  </a:lnTo>
                  <a:lnTo>
                    <a:pt x="9363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810788" y="8088284"/>
              <a:ext cx="596900" cy="1599565"/>
            </a:xfrm>
            <a:custGeom>
              <a:avLst/>
              <a:gdLst/>
              <a:ahLst/>
              <a:cxnLst/>
              <a:rect l="l" t="t" r="r" b="b"/>
              <a:pathLst>
                <a:path w="596900" h="1599565">
                  <a:moveTo>
                    <a:pt x="46832" y="0"/>
                  </a:moveTo>
                  <a:lnTo>
                    <a:pt x="36342" y="41142"/>
                  </a:lnTo>
                  <a:lnTo>
                    <a:pt x="27261" y="87782"/>
                  </a:lnTo>
                  <a:lnTo>
                    <a:pt x="19550" y="139082"/>
                  </a:lnTo>
                  <a:lnTo>
                    <a:pt x="13173" y="194206"/>
                  </a:lnTo>
                  <a:lnTo>
                    <a:pt x="8093" y="252318"/>
                  </a:lnTo>
                  <a:lnTo>
                    <a:pt x="4272" y="312581"/>
                  </a:lnTo>
                  <a:lnTo>
                    <a:pt x="1675" y="374160"/>
                  </a:lnTo>
                  <a:lnTo>
                    <a:pt x="263" y="436217"/>
                  </a:lnTo>
                  <a:lnTo>
                    <a:pt x="0" y="497918"/>
                  </a:lnTo>
                  <a:lnTo>
                    <a:pt x="848" y="558424"/>
                  </a:lnTo>
                  <a:lnTo>
                    <a:pt x="2771" y="616901"/>
                  </a:lnTo>
                  <a:lnTo>
                    <a:pt x="5732" y="672512"/>
                  </a:lnTo>
                  <a:lnTo>
                    <a:pt x="9694" y="724420"/>
                  </a:lnTo>
                  <a:lnTo>
                    <a:pt x="14620" y="771790"/>
                  </a:lnTo>
                  <a:lnTo>
                    <a:pt x="20472" y="813784"/>
                  </a:lnTo>
                  <a:lnTo>
                    <a:pt x="34809" y="878303"/>
                  </a:lnTo>
                  <a:lnTo>
                    <a:pt x="51303" y="913539"/>
                  </a:lnTo>
                  <a:lnTo>
                    <a:pt x="217906" y="1190873"/>
                  </a:lnTo>
                  <a:lnTo>
                    <a:pt x="281849" y="1298411"/>
                  </a:lnTo>
                  <a:lnTo>
                    <a:pt x="313373" y="1352149"/>
                  </a:lnTo>
                  <a:lnTo>
                    <a:pt x="343755" y="1404602"/>
                  </a:lnTo>
                  <a:lnTo>
                    <a:pt x="372358" y="1454820"/>
                  </a:lnTo>
                  <a:lnTo>
                    <a:pt x="398551" y="1501853"/>
                  </a:lnTo>
                  <a:lnTo>
                    <a:pt x="421698" y="1544753"/>
                  </a:lnTo>
                  <a:lnTo>
                    <a:pt x="441165" y="1582569"/>
                  </a:lnTo>
                  <a:lnTo>
                    <a:pt x="454275" y="1593611"/>
                  </a:lnTo>
                  <a:lnTo>
                    <a:pt x="477043" y="1599387"/>
                  </a:lnTo>
                  <a:lnTo>
                    <a:pt x="502814" y="1595374"/>
                  </a:lnTo>
                  <a:lnTo>
                    <a:pt x="524936" y="1577050"/>
                  </a:lnTo>
                  <a:lnTo>
                    <a:pt x="536753" y="1539892"/>
                  </a:lnTo>
                  <a:lnTo>
                    <a:pt x="531613" y="1479379"/>
                  </a:lnTo>
                  <a:lnTo>
                    <a:pt x="449023" y="1089830"/>
                  </a:lnTo>
                  <a:lnTo>
                    <a:pt x="429972" y="1002199"/>
                  </a:lnTo>
                  <a:lnTo>
                    <a:pt x="410365" y="946286"/>
                  </a:lnTo>
                  <a:lnTo>
                    <a:pt x="384964" y="903420"/>
                  </a:lnTo>
                  <a:lnTo>
                    <a:pt x="353597" y="866287"/>
                  </a:lnTo>
                  <a:lnTo>
                    <a:pt x="382068" y="804606"/>
                  </a:lnTo>
                  <a:lnTo>
                    <a:pt x="402764" y="758720"/>
                  </a:lnTo>
                  <a:lnTo>
                    <a:pt x="420530" y="713407"/>
                  </a:lnTo>
                  <a:lnTo>
                    <a:pt x="439099" y="661644"/>
                  </a:lnTo>
                  <a:lnTo>
                    <a:pt x="458119" y="604907"/>
                  </a:lnTo>
                  <a:lnTo>
                    <a:pt x="477238" y="544667"/>
                  </a:lnTo>
                  <a:lnTo>
                    <a:pt x="496105" y="482399"/>
                  </a:lnTo>
                  <a:lnTo>
                    <a:pt x="514368" y="419575"/>
                  </a:lnTo>
                  <a:lnTo>
                    <a:pt x="531675" y="357670"/>
                  </a:lnTo>
                  <a:lnTo>
                    <a:pt x="547675" y="298155"/>
                  </a:lnTo>
                  <a:lnTo>
                    <a:pt x="562016" y="242505"/>
                  </a:lnTo>
                  <a:lnTo>
                    <a:pt x="574347" y="192193"/>
                  </a:lnTo>
                  <a:lnTo>
                    <a:pt x="584316" y="148691"/>
                  </a:lnTo>
                  <a:lnTo>
                    <a:pt x="595760" y="88016"/>
                  </a:lnTo>
                  <a:lnTo>
                    <a:pt x="596532" y="73788"/>
                  </a:lnTo>
                  <a:lnTo>
                    <a:pt x="508164" y="43122"/>
                  </a:lnTo>
                  <a:lnTo>
                    <a:pt x="319479" y="19884"/>
                  </a:lnTo>
                  <a:lnTo>
                    <a:pt x="131896" y="5150"/>
                  </a:lnTo>
                  <a:lnTo>
                    <a:pt x="4683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0" name="object 410" descr=""/>
            <p:cNvSpPr/>
            <p:nvPr/>
          </p:nvSpPr>
          <p:spPr>
            <a:xfrm>
              <a:off x="2137043" y="7950958"/>
              <a:ext cx="559435" cy="1800860"/>
            </a:xfrm>
            <a:custGeom>
              <a:avLst/>
              <a:gdLst/>
              <a:ahLst/>
              <a:cxnLst/>
              <a:rect l="l" t="t" r="r" b="b"/>
              <a:pathLst>
                <a:path w="559435" h="1800859">
                  <a:moveTo>
                    <a:pt x="174687" y="0"/>
                  </a:moveTo>
                  <a:lnTo>
                    <a:pt x="56971" y="33008"/>
                  </a:lnTo>
                  <a:lnTo>
                    <a:pt x="8878" y="55265"/>
                  </a:lnTo>
                  <a:lnTo>
                    <a:pt x="2320" y="372223"/>
                  </a:lnTo>
                  <a:lnTo>
                    <a:pt x="0" y="548521"/>
                  </a:lnTo>
                  <a:lnTo>
                    <a:pt x="1796" y="647737"/>
                  </a:lnTo>
                  <a:lnTo>
                    <a:pt x="7590" y="733454"/>
                  </a:lnTo>
                  <a:lnTo>
                    <a:pt x="12295" y="792917"/>
                  </a:lnTo>
                  <a:lnTo>
                    <a:pt x="17363" y="853532"/>
                  </a:lnTo>
                  <a:lnTo>
                    <a:pt x="22732" y="913238"/>
                  </a:lnTo>
                  <a:lnTo>
                    <a:pt x="28343" y="969973"/>
                  </a:lnTo>
                  <a:lnTo>
                    <a:pt x="34134" y="1021674"/>
                  </a:lnTo>
                  <a:lnTo>
                    <a:pt x="40046" y="1066281"/>
                  </a:lnTo>
                  <a:lnTo>
                    <a:pt x="51986" y="1125965"/>
                  </a:lnTo>
                  <a:lnTo>
                    <a:pt x="59878" y="1154241"/>
                  </a:lnTo>
                  <a:lnTo>
                    <a:pt x="67974" y="1191494"/>
                  </a:lnTo>
                  <a:lnTo>
                    <a:pt x="76103" y="1236300"/>
                  </a:lnTo>
                  <a:lnTo>
                    <a:pt x="84091" y="1287236"/>
                  </a:lnTo>
                  <a:lnTo>
                    <a:pt x="91767" y="1342880"/>
                  </a:lnTo>
                  <a:lnTo>
                    <a:pt x="98958" y="1401808"/>
                  </a:lnTo>
                  <a:lnTo>
                    <a:pt x="105493" y="1462596"/>
                  </a:lnTo>
                  <a:lnTo>
                    <a:pt x="111198" y="1523821"/>
                  </a:lnTo>
                  <a:lnTo>
                    <a:pt x="115902" y="1584061"/>
                  </a:lnTo>
                  <a:lnTo>
                    <a:pt x="119433" y="1641892"/>
                  </a:lnTo>
                  <a:lnTo>
                    <a:pt x="121618" y="1695891"/>
                  </a:lnTo>
                  <a:lnTo>
                    <a:pt x="122285" y="1744634"/>
                  </a:lnTo>
                  <a:lnTo>
                    <a:pt x="121262" y="1786699"/>
                  </a:lnTo>
                  <a:lnTo>
                    <a:pt x="135516" y="1800301"/>
                  </a:lnTo>
                  <a:lnTo>
                    <a:pt x="169739" y="1789609"/>
                  </a:lnTo>
                  <a:lnTo>
                    <a:pt x="206833" y="1762729"/>
                  </a:lnTo>
                  <a:lnTo>
                    <a:pt x="229698" y="1727769"/>
                  </a:lnTo>
                  <a:lnTo>
                    <a:pt x="243114" y="1684286"/>
                  </a:lnTo>
                  <a:lnTo>
                    <a:pt x="259544" y="1638200"/>
                  </a:lnTo>
                  <a:lnTo>
                    <a:pt x="278160" y="1590037"/>
                  </a:lnTo>
                  <a:lnTo>
                    <a:pt x="318644" y="1489574"/>
                  </a:lnTo>
                  <a:lnTo>
                    <a:pt x="338858" y="1438322"/>
                  </a:lnTo>
                  <a:lnTo>
                    <a:pt x="357951" y="1387088"/>
                  </a:lnTo>
                  <a:lnTo>
                    <a:pt x="375095" y="1336397"/>
                  </a:lnTo>
                  <a:lnTo>
                    <a:pt x="389464" y="1286771"/>
                  </a:lnTo>
                  <a:lnTo>
                    <a:pt x="400231" y="1238737"/>
                  </a:lnTo>
                  <a:lnTo>
                    <a:pt x="406570" y="1192816"/>
                  </a:lnTo>
                  <a:lnTo>
                    <a:pt x="407652" y="1149535"/>
                  </a:lnTo>
                  <a:lnTo>
                    <a:pt x="402651" y="1109415"/>
                  </a:lnTo>
                  <a:lnTo>
                    <a:pt x="390740" y="1072983"/>
                  </a:lnTo>
                  <a:lnTo>
                    <a:pt x="381646" y="1035662"/>
                  </a:lnTo>
                  <a:lnTo>
                    <a:pt x="382778" y="990532"/>
                  </a:lnTo>
                  <a:lnTo>
                    <a:pt x="392134" y="939658"/>
                  </a:lnTo>
                  <a:lnTo>
                    <a:pt x="407715" y="885102"/>
                  </a:lnTo>
                  <a:lnTo>
                    <a:pt x="427519" y="828927"/>
                  </a:lnTo>
                  <a:lnTo>
                    <a:pt x="449546" y="773197"/>
                  </a:lnTo>
                  <a:lnTo>
                    <a:pt x="492266" y="671325"/>
                  </a:lnTo>
                  <a:lnTo>
                    <a:pt x="508956" y="629309"/>
                  </a:lnTo>
                  <a:lnTo>
                    <a:pt x="534661" y="536449"/>
                  </a:lnTo>
                  <a:lnTo>
                    <a:pt x="546272" y="482491"/>
                  </a:lnTo>
                  <a:lnTo>
                    <a:pt x="554408" y="433244"/>
                  </a:lnTo>
                  <a:lnTo>
                    <a:pt x="558781" y="387839"/>
                  </a:lnTo>
                  <a:lnTo>
                    <a:pt x="559098" y="345402"/>
                  </a:lnTo>
                  <a:lnTo>
                    <a:pt x="555071" y="305063"/>
                  </a:lnTo>
                  <a:lnTo>
                    <a:pt x="546409" y="265949"/>
                  </a:lnTo>
                  <a:lnTo>
                    <a:pt x="532820" y="227188"/>
                  </a:lnTo>
                  <a:lnTo>
                    <a:pt x="514016" y="187909"/>
                  </a:lnTo>
                  <a:lnTo>
                    <a:pt x="489705" y="147241"/>
                  </a:lnTo>
                  <a:lnTo>
                    <a:pt x="459597" y="104310"/>
                  </a:lnTo>
                  <a:lnTo>
                    <a:pt x="322178" y="6885"/>
                  </a:lnTo>
                  <a:lnTo>
                    <a:pt x="174687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706294" y="7730629"/>
              <a:ext cx="328295" cy="1183640"/>
            </a:xfrm>
            <a:custGeom>
              <a:avLst/>
              <a:gdLst/>
              <a:ahLst/>
              <a:cxnLst/>
              <a:rect l="l" t="t" r="r" b="b"/>
              <a:pathLst>
                <a:path w="328294" h="1183640">
                  <a:moveTo>
                    <a:pt x="49631" y="0"/>
                  </a:moveTo>
                  <a:lnTo>
                    <a:pt x="0" y="1183230"/>
                  </a:lnTo>
                  <a:lnTo>
                    <a:pt x="272085" y="1157420"/>
                  </a:lnTo>
                  <a:lnTo>
                    <a:pt x="327801" y="167534"/>
                  </a:lnTo>
                  <a:lnTo>
                    <a:pt x="193020" y="14135"/>
                  </a:lnTo>
                  <a:lnTo>
                    <a:pt x="4963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2144633" y="8913856"/>
              <a:ext cx="29209" cy="77470"/>
            </a:xfrm>
            <a:custGeom>
              <a:avLst/>
              <a:gdLst/>
              <a:ahLst/>
              <a:cxnLst/>
              <a:rect l="l" t="t" r="r" b="b"/>
              <a:pathLst>
                <a:path w="29210" h="77470">
                  <a:moveTo>
                    <a:pt x="20030" y="0"/>
                  </a:moveTo>
                  <a:lnTo>
                    <a:pt x="0" y="43443"/>
                  </a:lnTo>
                  <a:lnTo>
                    <a:pt x="2300" y="45690"/>
                  </a:lnTo>
                  <a:lnTo>
                    <a:pt x="8540" y="52247"/>
                  </a:lnTo>
                  <a:lnTo>
                    <a:pt x="17727" y="62836"/>
                  </a:lnTo>
                  <a:lnTo>
                    <a:pt x="28868" y="77180"/>
                  </a:lnTo>
                  <a:lnTo>
                    <a:pt x="24410" y="40428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3" name="object 41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715621" y="7300405"/>
              <a:ext cx="987722" cy="1969773"/>
            </a:xfrm>
            <a:prstGeom prst="rect">
              <a:avLst/>
            </a:prstGeom>
          </p:spPr>
        </p:pic>
        <p:sp>
          <p:nvSpPr>
            <p:cNvPr id="414" name="object 414" descr=""/>
            <p:cNvSpPr/>
            <p:nvPr/>
          </p:nvSpPr>
          <p:spPr>
            <a:xfrm>
              <a:off x="1715627" y="7300404"/>
              <a:ext cx="763905" cy="731520"/>
            </a:xfrm>
            <a:custGeom>
              <a:avLst/>
              <a:gdLst/>
              <a:ahLst/>
              <a:cxnLst/>
              <a:rect l="l" t="t" r="r" b="b"/>
              <a:pathLst>
                <a:path w="763905" h="731520">
                  <a:moveTo>
                    <a:pt x="424992" y="0"/>
                  </a:moveTo>
                  <a:lnTo>
                    <a:pt x="385899" y="32568"/>
                  </a:lnTo>
                  <a:lnTo>
                    <a:pt x="342716" y="62330"/>
                  </a:lnTo>
                  <a:lnTo>
                    <a:pt x="296871" y="89771"/>
                  </a:lnTo>
                  <a:lnTo>
                    <a:pt x="249791" y="115377"/>
                  </a:lnTo>
                  <a:lnTo>
                    <a:pt x="157637" y="163018"/>
                  </a:lnTo>
                  <a:lnTo>
                    <a:pt x="115418" y="186024"/>
                  </a:lnTo>
                  <a:lnTo>
                    <a:pt x="77674" y="209133"/>
                  </a:lnTo>
                  <a:lnTo>
                    <a:pt x="45833" y="232829"/>
                  </a:lnTo>
                  <a:lnTo>
                    <a:pt x="5568" y="283925"/>
                  </a:lnTo>
                  <a:lnTo>
                    <a:pt x="0" y="312294"/>
                  </a:lnTo>
                  <a:lnTo>
                    <a:pt x="7801" y="366271"/>
                  </a:lnTo>
                  <a:lnTo>
                    <a:pt x="28704" y="413158"/>
                  </a:lnTo>
                  <a:lnTo>
                    <a:pt x="58957" y="452337"/>
                  </a:lnTo>
                  <a:lnTo>
                    <a:pt x="94810" y="483191"/>
                  </a:lnTo>
                  <a:lnTo>
                    <a:pt x="132511" y="505104"/>
                  </a:lnTo>
                  <a:lnTo>
                    <a:pt x="168309" y="517460"/>
                  </a:lnTo>
                  <a:lnTo>
                    <a:pt x="176956" y="556551"/>
                  </a:lnTo>
                  <a:lnTo>
                    <a:pt x="178300" y="594319"/>
                  </a:lnTo>
                  <a:lnTo>
                    <a:pt x="173609" y="632083"/>
                  </a:lnTo>
                  <a:lnTo>
                    <a:pt x="164152" y="671162"/>
                  </a:lnTo>
                  <a:lnTo>
                    <a:pt x="164042" y="693423"/>
                  </a:lnTo>
                  <a:lnTo>
                    <a:pt x="176926" y="710034"/>
                  </a:lnTo>
                  <a:lnTo>
                    <a:pt x="201089" y="721517"/>
                  </a:lnTo>
                  <a:lnTo>
                    <a:pt x="234815" y="728388"/>
                  </a:lnTo>
                  <a:lnTo>
                    <a:pt x="276389" y="731168"/>
                  </a:lnTo>
                  <a:lnTo>
                    <a:pt x="324094" y="730376"/>
                  </a:lnTo>
                  <a:lnTo>
                    <a:pt x="376216" y="726530"/>
                  </a:lnTo>
                  <a:lnTo>
                    <a:pt x="431038" y="720149"/>
                  </a:lnTo>
                  <a:lnTo>
                    <a:pt x="486845" y="711752"/>
                  </a:lnTo>
                  <a:lnTo>
                    <a:pt x="541921" y="701859"/>
                  </a:lnTo>
                  <a:lnTo>
                    <a:pt x="594551" y="690988"/>
                  </a:lnTo>
                  <a:lnTo>
                    <a:pt x="643020" y="679659"/>
                  </a:lnTo>
                  <a:lnTo>
                    <a:pt x="685610" y="668389"/>
                  </a:lnTo>
                  <a:lnTo>
                    <a:pt x="746297" y="648107"/>
                  </a:lnTo>
                  <a:lnTo>
                    <a:pt x="762887" y="634294"/>
                  </a:lnTo>
                  <a:lnTo>
                    <a:pt x="752888" y="622085"/>
                  </a:lnTo>
                  <a:lnTo>
                    <a:pt x="744399" y="603442"/>
                  </a:lnTo>
                  <a:lnTo>
                    <a:pt x="738073" y="576378"/>
                  </a:lnTo>
                  <a:lnTo>
                    <a:pt x="734566" y="538907"/>
                  </a:lnTo>
                  <a:lnTo>
                    <a:pt x="734533" y="489041"/>
                  </a:lnTo>
                  <a:lnTo>
                    <a:pt x="738630" y="424792"/>
                  </a:lnTo>
                  <a:lnTo>
                    <a:pt x="747510" y="344173"/>
                  </a:lnTo>
                  <a:lnTo>
                    <a:pt x="761830" y="245196"/>
                  </a:lnTo>
                  <a:lnTo>
                    <a:pt x="763301" y="224477"/>
                  </a:lnTo>
                  <a:lnTo>
                    <a:pt x="760997" y="182142"/>
                  </a:lnTo>
                  <a:lnTo>
                    <a:pt x="752309" y="129780"/>
                  </a:lnTo>
                  <a:lnTo>
                    <a:pt x="734626" y="78981"/>
                  </a:lnTo>
                  <a:lnTo>
                    <a:pt x="709898" y="45335"/>
                  </a:lnTo>
                  <a:lnTo>
                    <a:pt x="640494" y="27551"/>
                  </a:lnTo>
                  <a:lnTo>
                    <a:pt x="595259" y="38485"/>
                  </a:lnTo>
                  <a:lnTo>
                    <a:pt x="542627" y="59350"/>
                  </a:lnTo>
                  <a:lnTo>
                    <a:pt x="482320" y="87683"/>
                  </a:lnTo>
                  <a:lnTo>
                    <a:pt x="430426" y="86342"/>
                  </a:lnTo>
                  <a:lnTo>
                    <a:pt x="404153" y="84413"/>
                  </a:lnTo>
                  <a:lnTo>
                    <a:pt x="398095" y="74385"/>
                  </a:lnTo>
                  <a:lnTo>
                    <a:pt x="406843" y="48751"/>
                  </a:lnTo>
                  <a:lnTo>
                    <a:pt x="424992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2063176" y="7309402"/>
              <a:ext cx="688975" cy="1643380"/>
            </a:xfrm>
            <a:custGeom>
              <a:avLst/>
              <a:gdLst/>
              <a:ahLst/>
              <a:cxnLst/>
              <a:rect l="l" t="t" r="r" b="b"/>
              <a:pathLst>
                <a:path w="688975" h="1643379">
                  <a:moveTo>
                    <a:pt x="296545" y="0"/>
                  </a:moveTo>
                  <a:lnTo>
                    <a:pt x="274780" y="22124"/>
                  </a:lnTo>
                  <a:lnTo>
                    <a:pt x="245015" y="47774"/>
                  </a:lnTo>
                  <a:lnTo>
                    <a:pt x="170854" y="108288"/>
                  </a:lnTo>
                  <a:lnTo>
                    <a:pt x="131145" y="142470"/>
                  </a:lnTo>
                  <a:lnTo>
                    <a:pt x="92805" y="178816"/>
                  </a:lnTo>
                  <a:lnTo>
                    <a:pt x="58178" y="216985"/>
                  </a:lnTo>
                  <a:lnTo>
                    <a:pt x="29607" y="256637"/>
                  </a:lnTo>
                  <a:lnTo>
                    <a:pt x="9433" y="297431"/>
                  </a:lnTo>
                  <a:lnTo>
                    <a:pt x="0" y="339026"/>
                  </a:lnTo>
                  <a:lnTo>
                    <a:pt x="35286" y="601672"/>
                  </a:lnTo>
                  <a:lnTo>
                    <a:pt x="123583" y="1043387"/>
                  </a:lnTo>
                  <a:lnTo>
                    <a:pt x="213933" y="1458926"/>
                  </a:lnTo>
                  <a:lnTo>
                    <a:pt x="255374" y="1643049"/>
                  </a:lnTo>
                  <a:lnTo>
                    <a:pt x="485942" y="1632380"/>
                  </a:lnTo>
                  <a:lnTo>
                    <a:pt x="607893" y="1617185"/>
                  </a:lnTo>
                  <a:lnTo>
                    <a:pt x="661815" y="1586988"/>
                  </a:lnTo>
                  <a:lnTo>
                    <a:pt x="688293" y="1531314"/>
                  </a:lnTo>
                  <a:lnTo>
                    <a:pt x="688625" y="1269698"/>
                  </a:lnTo>
                  <a:lnTo>
                    <a:pt x="685726" y="1113976"/>
                  </a:lnTo>
                  <a:lnTo>
                    <a:pt x="676888" y="1002483"/>
                  </a:lnTo>
                  <a:lnTo>
                    <a:pt x="659404" y="873554"/>
                  </a:lnTo>
                  <a:lnTo>
                    <a:pt x="645645" y="809958"/>
                  </a:lnTo>
                  <a:lnTo>
                    <a:pt x="625748" y="758371"/>
                  </a:lnTo>
                  <a:lnTo>
                    <a:pt x="601498" y="716658"/>
                  </a:lnTo>
                  <a:lnTo>
                    <a:pt x="574682" y="682684"/>
                  </a:lnTo>
                  <a:lnTo>
                    <a:pt x="547086" y="654312"/>
                  </a:lnTo>
                  <a:lnTo>
                    <a:pt x="520494" y="629408"/>
                  </a:lnTo>
                  <a:lnTo>
                    <a:pt x="496695" y="605837"/>
                  </a:lnTo>
                  <a:lnTo>
                    <a:pt x="464614" y="554150"/>
                  </a:lnTo>
                  <a:lnTo>
                    <a:pt x="454958" y="477432"/>
                  </a:lnTo>
                  <a:lnTo>
                    <a:pt x="453011" y="422694"/>
                  </a:lnTo>
                  <a:lnTo>
                    <a:pt x="452072" y="361449"/>
                  </a:lnTo>
                  <a:lnTo>
                    <a:pt x="451457" y="297005"/>
                  </a:lnTo>
                  <a:lnTo>
                    <a:pt x="450480" y="232671"/>
                  </a:lnTo>
                  <a:lnTo>
                    <a:pt x="448458" y="171756"/>
                  </a:lnTo>
                  <a:lnTo>
                    <a:pt x="444705" y="117570"/>
                  </a:lnTo>
                  <a:lnTo>
                    <a:pt x="438537" y="73421"/>
                  </a:lnTo>
                  <a:lnTo>
                    <a:pt x="416217" y="28470"/>
                  </a:lnTo>
                  <a:lnTo>
                    <a:pt x="374053" y="16724"/>
                  </a:lnTo>
                  <a:lnTo>
                    <a:pt x="335523" y="7748"/>
                  </a:lnTo>
                  <a:lnTo>
                    <a:pt x="307422" y="2015"/>
                  </a:lnTo>
                  <a:lnTo>
                    <a:pt x="296545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2050392" y="7131971"/>
              <a:ext cx="309880" cy="304800"/>
            </a:xfrm>
            <a:custGeom>
              <a:avLst/>
              <a:gdLst/>
              <a:ahLst/>
              <a:cxnLst/>
              <a:rect l="l" t="t" r="r" b="b"/>
              <a:pathLst>
                <a:path w="309880" h="304800">
                  <a:moveTo>
                    <a:pt x="110970" y="0"/>
                  </a:moveTo>
                  <a:lnTo>
                    <a:pt x="112001" y="53981"/>
                  </a:lnTo>
                  <a:lnTo>
                    <a:pt x="106020" y="111136"/>
                  </a:lnTo>
                  <a:lnTo>
                    <a:pt x="79975" y="173797"/>
                  </a:lnTo>
                  <a:lnTo>
                    <a:pt x="34384" y="229999"/>
                  </a:lnTo>
                  <a:lnTo>
                    <a:pt x="10512" y="259971"/>
                  </a:lnTo>
                  <a:lnTo>
                    <a:pt x="0" y="282869"/>
                  </a:lnTo>
                  <a:lnTo>
                    <a:pt x="9747" y="297581"/>
                  </a:lnTo>
                  <a:lnTo>
                    <a:pt x="44292" y="304249"/>
                  </a:lnTo>
                  <a:lnTo>
                    <a:pt x="108174" y="303016"/>
                  </a:lnTo>
                  <a:lnTo>
                    <a:pt x="149316" y="296974"/>
                  </a:lnTo>
                  <a:lnTo>
                    <a:pt x="187336" y="284819"/>
                  </a:lnTo>
                  <a:lnTo>
                    <a:pt x="221909" y="267240"/>
                  </a:lnTo>
                  <a:lnTo>
                    <a:pt x="273077" y="224611"/>
                  </a:lnTo>
                  <a:lnTo>
                    <a:pt x="304323" y="184719"/>
                  </a:lnTo>
                  <a:lnTo>
                    <a:pt x="309331" y="177429"/>
                  </a:lnTo>
                  <a:lnTo>
                    <a:pt x="294693" y="179185"/>
                  </a:lnTo>
                  <a:lnTo>
                    <a:pt x="285288" y="178755"/>
                  </a:lnTo>
                  <a:lnTo>
                    <a:pt x="256003" y="139050"/>
                  </a:lnTo>
                  <a:lnTo>
                    <a:pt x="252432" y="88887"/>
                  </a:lnTo>
                  <a:lnTo>
                    <a:pt x="252355" y="41189"/>
                  </a:lnTo>
                  <a:lnTo>
                    <a:pt x="252955" y="19957"/>
                  </a:lnTo>
                  <a:lnTo>
                    <a:pt x="11097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2009305" y="6713658"/>
              <a:ext cx="817244" cy="1213485"/>
            </a:xfrm>
            <a:custGeom>
              <a:avLst/>
              <a:gdLst/>
              <a:ahLst/>
              <a:cxnLst/>
              <a:rect l="l" t="t" r="r" b="b"/>
              <a:pathLst>
                <a:path w="817244" h="1213484">
                  <a:moveTo>
                    <a:pt x="416064" y="230339"/>
                  </a:moveTo>
                  <a:lnTo>
                    <a:pt x="415810" y="186613"/>
                  </a:lnTo>
                  <a:lnTo>
                    <a:pt x="410019" y="144805"/>
                  </a:lnTo>
                  <a:lnTo>
                    <a:pt x="397395" y="106070"/>
                  </a:lnTo>
                  <a:lnTo>
                    <a:pt x="376707" y="71513"/>
                  </a:lnTo>
                  <a:lnTo>
                    <a:pt x="346671" y="42291"/>
                  </a:lnTo>
                  <a:lnTo>
                    <a:pt x="306031" y="19507"/>
                  </a:lnTo>
                  <a:lnTo>
                    <a:pt x="253517" y="4318"/>
                  </a:lnTo>
                  <a:lnTo>
                    <a:pt x="201803" y="0"/>
                  </a:lnTo>
                  <a:lnTo>
                    <a:pt x="157619" y="6896"/>
                  </a:lnTo>
                  <a:lnTo>
                    <a:pt x="120332" y="23533"/>
                  </a:lnTo>
                  <a:lnTo>
                    <a:pt x="89293" y="48412"/>
                  </a:lnTo>
                  <a:lnTo>
                    <a:pt x="63868" y="80048"/>
                  </a:lnTo>
                  <a:lnTo>
                    <a:pt x="43395" y="116954"/>
                  </a:lnTo>
                  <a:lnTo>
                    <a:pt x="27228" y="157619"/>
                  </a:lnTo>
                  <a:lnTo>
                    <a:pt x="14744" y="200571"/>
                  </a:lnTo>
                  <a:lnTo>
                    <a:pt x="5283" y="244309"/>
                  </a:lnTo>
                  <a:lnTo>
                    <a:pt x="0" y="293484"/>
                  </a:lnTo>
                  <a:lnTo>
                    <a:pt x="2298" y="341858"/>
                  </a:lnTo>
                  <a:lnTo>
                    <a:pt x="11811" y="387972"/>
                  </a:lnTo>
                  <a:lnTo>
                    <a:pt x="28143" y="430403"/>
                  </a:lnTo>
                  <a:lnTo>
                    <a:pt x="50939" y="467677"/>
                  </a:lnTo>
                  <a:lnTo>
                    <a:pt x="79806" y="498373"/>
                  </a:lnTo>
                  <a:lnTo>
                    <a:pt x="114388" y="521030"/>
                  </a:lnTo>
                  <a:lnTo>
                    <a:pt x="154292" y="534200"/>
                  </a:lnTo>
                  <a:lnTo>
                    <a:pt x="196545" y="536409"/>
                  </a:lnTo>
                  <a:lnTo>
                    <a:pt x="237756" y="527939"/>
                  </a:lnTo>
                  <a:lnTo>
                    <a:pt x="276872" y="509955"/>
                  </a:lnTo>
                  <a:lnTo>
                    <a:pt x="312864" y="483666"/>
                  </a:lnTo>
                  <a:lnTo>
                    <a:pt x="344690" y="450240"/>
                  </a:lnTo>
                  <a:lnTo>
                    <a:pt x="371335" y="410870"/>
                  </a:lnTo>
                  <a:lnTo>
                    <a:pt x="391756" y="366737"/>
                  </a:lnTo>
                  <a:lnTo>
                    <a:pt x="404926" y="319036"/>
                  </a:lnTo>
                  <a:lnTo>
                    <a:pt x="412013" y="274853"/>
                  </a:lnTo>
                  <a:lnTo>
                    <a:pt x="416064" y="230339"/>
                  </a:lnTo>
                  <a:close/>
                </a:path>
                <a:path w="817244" h="1213484">
                  <a:moveTo>
                    <a:pt x="816622" y="1010831"/>
                  </a:moveTo>
                  <a:lnTo>
                    <a:pt x="801255" y="951979"/>
                  </a:lnTo>
                  <a:lnTo>
                    <a:pt x="776262" y="907516"/>
                  </a:lnTo>
                  <a:lnTo>
                    <a:pt x="740575" y="864565"/>
                  </a:lnTo>
                  <a:lnTo>
                    <a:pt x="725500" y="853249"/>
                  </a:lnTo>
                  <a:lnTo>
                    <a:pt x="709396" y="860044"/>
                  </a:lnTo>
                  <a:lnTo>
                    <a:pt x="682307" y="894473"/>
                  </a:lnTo>
                  <a:lnTo>
                    <a:pt x="634250" y="966038"/>
                  </a:lnTo>
                  <a:lnTo>
                    <a:pt x="629742" y="969264"/>
                  </a:lnTo>
                  <a:lnTo>
                    <a:pt x="598881" y="995591"/>
                  </a:lnTo>
                  <a:lnTo>
                    <a:pt x="553580" y="1043990"/>
                  </a:lnTo>
                  <a:lnTo>
                    <a:pt x="513181" y="1099312"/>
                  </a:lnTo>
                  <a:lnTo>
                    <a:pt x="476491" y="1155217"/>
                  </a:lnTo>
                  <a:lnTo>
                    <a:pt x="518414" y="1213065"/>
                  </a:lnTo>
                  <a:lnTo>
                    <a:pt x="602830" y="1178217"/>
                  </a:lnTo>
                  <a:lnTo>
                    <a:pt x="673442" y="1145832"/>
                  </a:lnTo>
                  <a:lnTo>
                    <a:pt x="731951" y="1113409"/>
                  </a:lnTo>
                  <a:lnTo>
                    <a:pt x="769480" y="1083119"/>
                  </a:lnTo>
                  <a:lnTo>
                    <a:pt x="808355" y="1029601"/>
                  </a:lnTo>
                  <a:lnTo>
                    <a:pt x="816622" y="101083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8" name="object 418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394334" y="7868146"/>
              <a:ext cx="138090" cy="146145"/>
            </a:xfrm>
            <a:prstGeom prst="rect">
              <a:avLst/>
            </a:prstGeom>
          </p:spPr>
        </p:pic>
        <p:sp>
          <p:nvSpPr>
            <p:cNvPr id="419" name="object 419" descr=""/>
            <p:cNvSpPr/>
            <p:nvPr/>
          </p:nvSpPr>
          <p:spPr>
            <a:xfrm>
              <a:off x="1686238" y="7309402"/>
              <a:ext cx="441959" cy="1604645"/>
            </a:xfrm>
            <a:custGeom>
              <a:avLst/>
              <a:gdLst/>
              <a:ahLst/>
              <a:cxnLst/>
              <a:rect l="l" t="t" r="r" b="b"/>
              <a:pathLst>
                <a:path w="441960" h="1604645">
                  <a:moveTo>
                    <a:pt x="441641" y="0"/>
                  </a:moveTo>
                  <a:lnTo>
                    <a:pt x="422506" y="4213"/>
                  </a:lnTo>
                  <a:lnTo>
                    <a:pt x="407207" y="8423"/>
                  </a:lnTo>
                  <a:lnTo>
                    <a:pt x="395747" y="13099"/>
                  </a:lnTo>
                  <a:lnTo>
                    <a:pt x="335644" y="49199"/>
                  </a:lnTo>
                  <a:lnTo>
                    <a:pt x="226962" y="112531"/>
                  </a:lnTo>
                  <a:lnTo>
                    <a:pt x="179318" y="140730"/>
                  </a:lnTo>
                  <a:lnTo>
                    <a:pt x="136762" y="167263"/>
                  </a:lnTo>
                  <a:lnTo>
                    <a:pt x="99764" y="192614"/>
                  </a:lnTo>
                  <a:lnTo>
                    <a:pt x="68791" y="217266"/>
                  </a:lnTo>
                  <a:lnTo>
                    <a:pt x="26791" y="266413"/>
                  </a:lnTo>
                  <a:lnTo>
                    <a:pt x="3913" y="366071"/>
                  </a:lnTo>
                  <a:lnTo>
                    <a:pt x="0" y="527529"/>
                  </a:lnTo>
                  <a:lnTo>
                    <a:pt x="5274" y="899305"/>
                  </a:lnTo>
                  <a:lnTo>
                    <a:pt x="20051" y="1604453"/>
                  </a:lnTo>
                  <a:lnTo>
                    <a:pt x="34162" y="1409959"/>
                  </a:lnTo>
                  <a:lnTo>
                    <a:pt x="64915" y="976434"/>
                  </a:lnTo>
                  <a:lnTo>
                    <a:pt x="94940" y="528820"/>
                  </a:lnTo>
                  <a:lnTo>
                    <a:pt x="106865" y="292053"/>
                  </a:lnTo>
                  <a:lnTo>
                    <a:pt x="111608" y="269057"/>
                  </a:lnTo>
                  <a:lnTo>
                    <a:pt x="151658" y="219927"/>
                  </a:lnTo>
                  <a:lnTo>
                    <a:pt x="183704" y="193507"/>
                  </a:lnTo>
                  <a:lnTo>
                    <a:pt x="221594" y="165659"/>
                  </a:lnTo>
                  <a:lnTo>
                    <a:pt x="308381" y="105109"/>
                  </a:lnTo>
                  <a:lnTo>
                    <a:pt x="354019" y="72120"/>
                  </a:lnTo>
                  <a:lnTo>
                    <a:pt x="398983" y="37131"/>
                  </a:lnTo>
                  <a:lnTo>
                    <a:pt x="441641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693595" y="7309415"/>
              <a:ext cx="715645" cy="1643380"/>
            </a:xfrm>
            <a:custGeom>
              <a:avLst/>
              <a:gdLst/>
              <a:ahLst/>
              <a:cxnLst/>
              <a:rect l="l" t="t" r="r" b="b"/>
              <a:pathLst>
                <a:path w="715644" h="1643379">
                  <a:moveTo>
                    <a:pt x="434276" y="0"/>
                  </a:moveTo>
                  <a:lnTo>
                    <a:pt x="379476" y="7797"/>
                  </a:lnTo>
                  <a:lnTo>
                    <a:pt x="327317" y="21551"/>
                  </a:lnTo>
                  <a:lnTo>
                    <a:pt x="279971" y="49961"/>
                  </a:lnTo>
                  <a:lnTo>
                    <a:pt x="183819" y="111086"/>
                  </a:lnTo>
                  <a:lnTo>
                    <a:pt x="78041" y="179133"/>
                  </a:lnTo>
                  <a:lnTo>
                    <a:pt x="40093" y="203898"/>
                  </a:lnTo>
                  <a:lnTo>
                    <a:pt x="22021" y="216192"/>
                  </a:lnTo>
                  <a:lnTo>
                    <a:pt x="35902" y="223481"/>
                  </a:lnTo>
                  <a:lnTo>
                    <a:pt x="43599" y="231101"/>
                  </a:lnTo>
                  <a:lnTo>
                    <a:pt x="47828" y="243713"/>
                  </a:lnTo>
                  <a:lnTo>
                    <a:pt x="51384" y="265988"/>
                  </a:lnTo>
                  <a:lnTo>
                    <a:pt x="47777" y="399046"/>
                  </a:lnTo>
                  <a:lnTo>
                    <a:pt x="29616" y="620585"/>
                  </a:lnTo>
                  <a:lnTo>
                    <a:pt x="9499" y="828421"/>
                  </a:lnTo>
                  <a:lnTo>
                    <a:pt x="0" y="920407"/>
                  </a:lnTo>
                  <a:lnTo>
                    <a:pt x="12687" y="1604441"/>
                  </a:lnTo>
                  <a:lnTo>
                    <a:pt x="59029" y="915339"/>
                  </a:lnTo>
                  <a:lnTo>
                    <a:pt x="84594" y="547890"/>
                  </a:lnTo>
                  <a:lnTo>
                    <a:pt x="98513" y="378104"/>
                  </a:lnTo>
                  <a:lnTo>
                    <a:pt x="109867" y="282003"/>
                  </a:lnTo>
                  <a:lnTo>
                    <a:pt x="141287" y="229171"/>
                  </a:lnTo>
                  <a:lnTo>
                    <a:pt x="172173" y="202018"/>
                  </a:lnTo>
                  <a:lnTo>
                    <a:pt x="210312" y="173748"/>
                  </a:lnTo>
                  <a:lnTo>
                    <a:pt x="299707" y="112102"/>
                  </a:lnTo>
                  <a:lnTo>
                    <a:pt x="346646" y="77800"/>
                  </a:lnTo>
                  <a:lnTo>
                    <a:pt x="392226" y="40589"/>
                  </a:lnTo>
                  <a:lnTo>
                    <a:pt x="434276" y="0"/>
                  </a:lnTo>
                  <a:close/>
                </a:path>
                <a:path w="715644" h="1643379">
                  <a:moveTo>
                    <a:pt x="715225" y="7454"/>
                  </a:moveTo>
                  <a:lnTo>
                    <a:pt x="702144" y="4597"/>
                  </a:lnTo>
                  <a:lnTo>
                    <a:pt x="685863" y="2222"/>
                  </a:lnTo>
                  <a:lnTo>
                    <a:pt x="666115" y="0"/>
                  </a:lnTo>
                  <a:lnTo>
                    <a:pt x="620420" y="32918"/>
                  </a:lnTo>
                  <a:lnTo>
                    <a:pt x="575741" y="66535"/>
                  </a:lnTo>
                  <a:lnTo>
                    <a:pt x="533031" y="100838"/>
                  </a:lnTo>
                  <a:lnTo>
                    <a:pt x="493217" y="135813"/>
                  </a:lnTo>
                  <a:lnTo>
                    <a:pt x="457187" y="171450"/>
                  </a:lnTo>
                  <a:lnTo>
                    <a:pt x="425894" y="207746"/>
                  </a:lnTo>
                  <a:lnTo>
                    <a:pt x="400240" y="244678"/>
                  </a:lnTo>
                  <a:lnTo>
                    <a:pt x="381165" y="282232"/>
                  </a:lnTo>
                  <a:lnTo>
                    <a:pt x="369570" y="320408"/>
                  </a:lnTo>
                  <a:lnTo>
                    <a:pt x="399948" y="575779"/>
                  </a:lnTo>
                  <a:lnTo>
                    <a:pt x="488784" y="1025017"/>
                  </a:lnTo>
                  <a:lnTo>
                    <a:pt x="581863" y="1452613"/>
                  </a:lnTo>
                  <a:lnTo>
                    <a:pt x="624954" y="1643037"/>
                  </a:lnTo>
                  <a:lnTo>
                    <a:pt x="685317" y="1639239"/>
                  </a:lnTo>
                  <a:lnTo>
                    <a:pt x="538276" y="985596"/>
                  </a:lnTo>
                  <a:lnTo>
                    <a:pt x="463118" y="636016"/>
                  </a:lnTo>
                  <a:lnTo>
                    <a:pt x="436295" y="471982"/>
                  </a:lnTo>
                  <a:lnTo>
                    <a:pt x="434276" y="374967"/>
                  </a:lnTo>
                  <a:lnTo>
                    <a:pt x="458101" y="299999"/>
                  </a:lnTo>
                  <a:lnTo>
                    <a:pt x="507212" y="268973"/>
                  </a:lnTo>
                  <a:lnTo>
                    <a:pt x="555688" y="263702"/>
                  </a:lnTo>
                  <a:lnTo>
                    <a:pt x="577596" y="265988"/>
                  </a:lnTo>
                  <a:lnTo>
                    <a:pt x="715225" y="7454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2396027" y="7323205"/>
              <a:ext cx="424815" cy="377190"/>
            </a:xfrm>
            <a:custGeom>
              <a:avLst/>
              <a:gdLst/>
              <a:ahLst/>
              <a:cxnLst/>
              <a:rect l="l" t="t" r="r" b="b"/>
              <a:pathLst>
                <a:path w="424814" h="377190">
                  <a:moveTo>
                    <a:pt x="26953" y="0"/>
                  </a:moveTo>
                  <a:lnTo>
                    <a:pt x="20176" y="10654"/>
                  </a:lnTo>
                  <a:lnTo>
                    <a:pt x="11325" y="40693"/>
                  </a:lnTo>
                  <a:lnTo>
                    <a:pt x="3549" y="84686"/>
                  </a:lnTo>
                  <a:lnTo>
                    <a:pt x="0" y="137204"/>
                  </a:lnTo>
                  <a:lnTo>
                    <a:pt x="3826" y="192816"/>
                  </a:lnTo>
                  <a:lnTo>
                    <a:pt x="18179" y="246092"/>
                  </a:lnTo>
                  <a:lnTo>
                    <a:pt x="46209" y="291603"/>
                  </a:lnTo>
                  <a:lnTo>
                    <a:pt x="90002" y="326450"/>
                  </a:lnTo>
                  <a:lnTo>
                    <a:pt x="145317" y="355705"/>
                  </a:lnTo>
                  <a:lnTo>
                    <a:pt x="195333" y="374269"/>
                  </a:lnTo>
                  <a:lnTo>
                    <a:pt x="223230" y="377046"/>
                  </a:lnTo>
                  <a:lnTo>
                    <a:pt x="261707" y="364212"/>
                  </a:lnTo>
                  <a:lnTo>
                    <a:pt x="316951" y="355605"/>
                  </a:lnTo>
                  <a:lnTo>
                    <a:pt x="373806" y="350451"/>
                  </a:lnTo>
                  <a:lnTo>
                    <a:pt x="424239" y="347664"/>
                  </a:lnTo>
                  <a:lnTo>
                    <a:pt x="421360" y="341099"/>
                  </a:lnTo>
                  <a:lnTo>
                    <a:pt x="391335" y="287294"/>
                  </a:lnTo>
                  <a:lnTo>
                    <a:pt x="370603" y="254720"/>
                  </a:lnTo>
                  <a:lnTo>
                    <a:pt x="344950" y="218458"/>
                  </a:lnTo>
                  <a:lnTo>
                    <a:pt x="314368" y="180157"/>
                  </a:lnTo>
                  <a:lnTo>
                    <a:pt x="278849" y="141470"/>
                  </a:lnTo>
                  <a:lnTo>
                    <a:pt x="238387" y="104046"/>
                  </a:lnTo>
                  <a:lnTo>
                    <a:pt x="192973" y="69537"/>
                  </a:lnTo>
                  <a:lnTo>
                    <a:pt x="142601" y="39592"/>
                  </a:lnTo>
                  <a:lnTo>
                    <a:pt x="87264" y="15863"/>
                  </a:lnTo>
                  <a:lnTo>
                    <a:pt x="26953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2" name="object 422" descr=""/>
          <p:cNvSpPr txBox="1"/>
          <p:nvPr/>
        </p:nvSpPr>
        <p:spPr>
          <a:xfrm>
            <a:off x="732793" y="781072"/>
            <a:ext cx="277749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Patterns</a:t>
            </a:r>
            <a:r>
              <a:rPr dirty="0" sz="1950" spc="65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and</a:t>
            </a:r>
            <a:r>
              <a:rPr dirty="0" sz="1950" spc="6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textures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Application</a:t>
            </a:r>
            <a:r>
              <a:rPr dirty="0" sz="1950" spc="50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examples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423" name="object 423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591103" y="3599111"/>
            <a:ext cx="813435" cy="375920"/>
          </a:xfrm>
          <a:custGeom>
            <a:avLst/>
            <a:gdLst/>
            <a:ahLst/>
            <a:cxnLst/>
            <a:rect l="l" t="t" r="r" b="b"/>
            <a:pathLst>
              <a:path w="813435" h="375920">
                <a:moveTo>
                  <a:pt x="76412" y="0"/>
                </a:moveTo>
                <a:lnTo>
                  <a:pt x="32832" y="22870"/>
                </a:lnTo>
                <a:lnTo>
                  <a:pt x="7689" y="64878"/>
                </a:lnTo>
                <a:lnTo>
                  <a:pt x="0" y="108616"/>
                </a:lnTo>
                <a:lnTo>
                  <a:pt x="8780" y="136676"/>
                </a:lnTo>
                <a:lnTo>
                  <a:pt x="21987" y="149458"/>
                </a:lnTo>
                <a:lnTo>
                  <a:pt x="45525" y="172917"/>
                </a:lnTo>
                <a:lnTo>
                  <a:pt x="77529" y="203952"/>
                </a:lnTo>
                <a:lnTo>
                  <a:pt x="116134" y="239458"/>
                </a:lnTo>
                <a:lnTo>
                  <a:pt x="159477" y="276333"/>
                </a:lnTo>
                <a:lnTo>
                  <a:pt x="205692" y="311473"/>
                </a:lnTo>
                <a:lnTo>
                  <a:pt x="252915" y="341775"/>
                </a:lnTo>
                <a:lnTo>
                  <a:pt x="299282" y="364137"/>
                </a:lnTo>
                <a:lnTo>
                  <a:pt x="342927" y="375454"/>
                </a:lnTo>
                <a:lnTo>
                  <a:pt x="377344" y="368534"/>
                </a:lnTo>
                <a:lnTo>
                  <a:pt x="424166" y="345712"/>
                </a:lnTo>
                <a:lnTo>
                  <a:pt x="477299" y="312885"/>
                </a:lnTo>
                <a:lnTo>
                  <a:pt x="530647" y="275946"/>
                </a:lnTo>
                <a:lnTo>
                  <a:pt x="578116" y="240791"/>
                </a:lnTo>
                <a:lnTo>
                  <a:pt x="613610" y="213323"/>
                </a:lnTo>
                <a:lnTo>
                  <a:pt x="623758" y="206949"/>
                </a:lnTo>
                <a:lnTo>
                  <a:pt x="632545" y="204228"/>
                </a:lnTo>
                <a:lnTo>
                  <a:pt x="640089" y="205023"/>
                </a:lnTo>
                <a:lnTo>
                  <a:pt x="646510" y="209197"/>
                </a:lnTo>
                <a:lnTo>
                  <a:pt x="656891" y="220926"/>
                </a:lnTo>
                <a:lnTo>
                  <a:pt x="665072" y="229056"/>
                </a:lnTo>
                <a:lnTo>
                  <a:pt x="699569" y="249581"/>
                </a:lnTo>
                <a:lnTo>
                  <a:pt x="705021" y="251950"/>
                </a:lnTo>
                <a:lnTo>
                  <a:pt x="718413" y="258367"/>
                </a:lnTo>
                <a:lnTo>
                  <a:pt x="724437" y="259950"/>
                </a:lnTo>
                <a:lnTo>
                  <a:pt x="727879" y="257489"/>
                </a:lnTo>
                <a:lnTo>
                  <a:pt x="727005" y="250907"/>
                </a:lnTo>
                <a:lnTo>
                  <a:pt x="721814" y="244450"/>
                </a:lnTo>
                <a:lnTo>
                  <a:pt x="714506" y="238500"/>
                </a:lnTo>
                <a:lnTo>
                  <a:pt x="700833" y="229102"/>
                </a:lnTo>
                <a:lnTo>
                  <a:pt x="696068" y="222747"/>
                </a:lnTo>
                <a:lnTo>
                  <a:pt x="723095" y="195865"/>
                </a:lnTo>
                <a:lnTo>
                  <a:pt x="770769" y="188406"/>
                </a:lnTo>
                <a:lnTo>
                  <a:pt x="797646" y="188528"/>
                </a:lnTo>
                <a:lnTo>
                  <a:pt x="800149" y="190381"/>
                </a:lnTo>
                <a:lnTo>
                  <a:pt x="807845" y="186894"/>
                </a:lnTo>
                <a:lnTo>
                  <a:pt x="812861" y="183544"/>
                </a:lnTo>
                <a:lnTo>
                  <a:pt x="810180" y="179031"/>
                </a:lnTo>
                <a:lnTo>
                  <a:pt x="789060" y="174685"/>
                </a:lnTo>
                <a:lnTo>
                  <a:pt x="775532" y="172602"/>
                </a:lnTo>
                <a:lnTo>
                  <a:pt x="776820" y="172801"/>
                </a:lnTo>
                <a:lnTo>
                  <a:pt x="761689" y="170392"/>
                </a:lnTo>
                <a:lnTo>
                  <a:pt x="759648" y="167555"/>
                </a:lnTo>
                <a:lnTo>
                  <a:pt x="732601" y="153230"/>
                </a:lnTo>
                <a:lnTo>
                  <a:pt x="734591" y="147534"/>
                </a:lnTo>
                <a:lnTo>
                  <a:pt x="728046" y="146623"/>
                </a:lnTo>
                <a:lnTo>
                  <a:pt x="721283" y="146638"/>
                </a:lnTo>
                <a:lnTo>
                  <a:pt x="704544" y="148599"/>
                </a:lnTo>
                <a:lnTo>
                  <a:pt x="697775" y="148791"/>
                </a:lnTo>
                <a:lnTo>
                  <a:pt x="686142" y="147712"/>
                </a:lnTo>
                <a:lnTo>
                  <a:pt x="673388" y="149126"/>
                </a:lnTo>
                <a:lnTo>
                  <a:pt x="666677" y="151587"/>
                </a:lnTo>
                <a:lnTo>
                  <a:pt x="646393" y="157869"/>
                </a:lnTo>
                <a:lnTo>
                  <a:pt x="633145" y="161412"/>
                </a:lnTo>
                <a:lnTo>
                  <a:pt x="619773" y="164027"/>
                </a:lnTo>
                <a:lnTo>
                  <a:pt x="605851" y="165398"/>
                </a:lnTo>
                <a:lnTo>
                  <a:pt x="570717" y="178823"/>
                </a:lnTo>
                <a:lnTo>
                  <a:pt x="491273" y="208260"/>
                </a:lnTo>
                <a:lnTo>
                  <a:pt x="406458" y="237454"/>
                </a:lnTo>
                <a:lnTo>
                  <a:pt x="355210" y="250149"/>
                </a:lnTo>
                <a:lnTo>
                  <a:pt x="325927" y="245115"/>
                </a:lnTo>
                <a:lnTo>
                  <a:pt x="287125" y="217380"/>
                </a:lnTo>
                <a:lnTo>
                  <a:pt x="212666" y="143492"/>
                </a:lnTo>
                <a:lnTo>
                  <a:pt x="76412" y="0"/>
                </a:lnTo>
                <a:close/>
              </a:path>
            </a:pathLst>
          </a:custGeom>
          <a:solidFill>
            <a:srgbClr val="F4D1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6078637" y="4231556"/>
            <a:ext cx="162560" cy="1125220"/>
            <a:chOff x="6078637" y="4231556"/>
            <a:chExt cx="162560" cy="1125220"/>
          </a:xfrm>
        </p:grpSpPr>
        <p:sp>
          <p:nvSpPr>
            <p:cNvPr id="4" name="object 4" descr=""/>
            <p:cNvSpPr/>
            <p:nvPr/>
          </p:nvSpPr>
          <p:spPr>
            <a:xfrm>
              <a:off x="6133564" y="4231556"/>
              <a:ext cx="48895" cy="970915"/>
            </a:xfrm>
            <a:custGeom>
              <a:avLst/>
              <a:gdLst/>
              <a:ahLst/>
              <a:cxnLst/>
              <a:rect l="l" t="t" r="r" b="b"/>
              <a:pathLst>
                <a:path w="48895" h="970914">
                  <a:moveTo>
                    <a:pt x="45663" y="0"/>
                  </a:moveTo>
                  <a:lnTo>
                    <a:pt x="0" y="146"/>
                  </a:lnTo>
                  <a:lnTo>
                    <a:pt x="3067" y="970514"/>
                  </a:lnTo>
                  <a:lnTo>
                    <a:pt x="48731" y="970368"/>
                  </a:lnTo>
                  <a:lnTo>
                    <a:pt x="45663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8637" y="5191625"/>
              <a:ext cx="162099" cy="164801"/>
            </a:xfrm>
            <a:prstGeom prst="rect">
              <a:avLst/>
            </a:prstGeom>
          </p:spPr>
        </p:pic>
      </p:grpSp>
      <p:grpSp>
        <p:nvGrpSpPr>
          <p:cNvPr id="6" name="object 6" descr=""/>
          <p:cNvGrpSpPr/>
          <p:nvPr/>
        </p:nvGrpSpPr>
        <p:grpSpPr>
          <a:xfrm>
            <a:off x="5339775" y="4581527"/>
            <a:ext cx="763905" cy="776605"/>
            <a:chOff x="5339775" y="4581527"/>
            <a:chExt cx="763905" cy="776605"/>
          </a:xfrm>
        </p:grpSpPr>
        <p:sp>
          <p:nvSpPr>
            <p:cNvPr id="7" name="object 7" descr=""/>
            <p:cNvSpPr/>
            <p:nvPr/>
          </p:nvSpPr>
          <p:spPr>
            <a:xfrm>
              <a:off x="5377827" y="4617840"/>
              <a:ext cx="708025" cy="701040"/>
            </a:xfrm>
            <a:custGeom>
              <a:avLst/>
              <a:gdLst/>
              <a:ahLst/>
              <a:cxnLst/>
              <a:rect l="l" t="t" r="r" b="b"/>
              <a:pathLst>
                <a:path w="708025" h="701039">
                  <a:moveTo>
                    <a:pt x="707859" y="303352"/>
                  </a:moveTo>
                  <a:lnTo>
                    <a:pt x="667766" y="306349"/>
                  </a:lnTo>
                  <a:lnTo>
                    <a:pt x="626148" y="311277"/>
                  </a:lnTo>
                  <a:lnTo>
                    <a:pt x="573532" y="317982"/>
                  </a:lnTo>
                  <a:lnTo>
                    <a:pt x="512457" y="326085"/>
                  </a:lnTo>
                  <a:lnTo>
                    <a:pt x="375043" y="344932"/>
                  </a:lnTo>
                  <a:lnTo>
                    <a:pt x="360197" y="347052"/>
                  </a:lnTo>
                  <a:lnTo>
                    <a:pt x="450227" y="276466"/>
                  </a:lnTo>
                  <a:lnTo>
                    <a:pt x="539076" y="207556"/>
                  </a:lnTo>
                  <a:lnTo>
                    <a:pt x="574903" y="180124"/>
                  </a:lnTo>
                  <a:lnTo>
                    <a:pt x="622554" y="144792"/>
                  </a:lnTo>
                  <a:lnTo>
                    <a:pt x="631621" y="139103"/>
                  </a:lnTo>
                  <a:lnTo>
                    <a:pt x="630478" y="133286"/>
                  </a:lnTo>
                  <a:lnTo>
                    <a:pt x="597179" y="156171"/>
                  </a:lnTo>
                  <a:lnTo>
                    <a:pt x="563499" y="181508"/>
                  </a:lnTo>
                  <a:lnTo>
                    <a:pt x="521157" y="213969"/>
                  </a:lnTo>
                  <a:lnTo>
                    <a:pt x="472147" y="251904"/>
                  </a:lnTo>
                  <a:lnTo>
                    <a:pt x="362216" y="337820"/>
                  </a:lnTo>
                  <a:lnTo>
                    <a:pt x="352729" y="345313"/>
                  </a:lnTo>
                  <a:lnTo>
                    <a:pt x="369239" y="284251"/>
                  </a:lnTo>
                  <a:lnTo>
                    <a:pt x="446811" y="1600"/>
                  </a:lnTo>
                  <a:lnTo>
                    <a:pt x="441198" y="0"/>
                  </a:lnTo>
                  <a:lnTo>
                    <a:pt x="377532" y="231559"/>
                  </a:lnTo>
                  <a:lnTo>
                    <a:pt x="347484" y="342239"/>
                  </a:lnTo>
                  <a:lnTo>
                    <a:pt x="317068" y="265861"/>
                  </a:lnTo>
                  <a:lnTo>
                    <a:pt x="267931" y="144373"/>
                  </a:lnTo>
                  <a:lnTo>
                    <a:pt x="247446" y="94653"/>
                  </a:lnTo>
                  <a:lnTo>
                    <a:pt x="230911" y="55511"/>
                  </a:lnTo>
                  <a:lnTo>
                    <a:pt x="213487" y="18681"/>
                  </a:lnTo>
                  <a:lnTo>
                    <a:pt x="209626" y="23101"/>
                  </a:lnTo>
                  <a:lnTo>
                    <a:pt x="214642" y="32677"/>
                  </a:lnTo>
                  <a:lnTo>
                    <a:pt x="224409" y="54724"/>
                  </a:lnTo>
                  <a:lnTo>
                    <a:pt x="238290" y="87604"/>
                  </a:lnTo>
                  <a:lnTo>
                    <a:pt x="255638" y="129654"/>
                  </a:lnTo>
                  <a:lnTo>
                    <a:pt x="298221" y="234696"/>
                  </a:lnTo>
                  <a:lnTo>
                    <a:pt x="339280" y="337527"/>
                  </a:lnTo>
                  <a:lnTo>
                    <a:pt x="334733" y="333857"/>
                  </a:lnTo>
                  <a:lnTo>
                    <a:pt x="225374" y="247180"/>
                  </a:lnTo>
                  <a:lnTo>
                    <a:pt x="176631" y="208889"/>
                  </a:lnTo>
                  <a:lnTo>
                    <a:pt x="134505" y="176149"/>
                  </a:lnTo>
                  <a:lnTo>
                    <a:pt x="101003" y="150571"/>
                  </a:lnTo>
                  <a:lnTo>
                    <a:pt x="67856" y="127444"/>
                  </a:lnTo>
                  <a:lnTo>
                    <a:pt x="66662" y="133248"/>
                  </a:lnTo>
                  <a:lnTo>
                    <a:pt x="75704" y="139014"/>
                  </a:lnTo>
                  <a:lnTo>
                    <a:pt x="94970" y="153187"/>
                  </a:lnTo>
                  <a:lnTo>
                    <a:pt x="123101" y="174675"/>
                  </a:lnTo>
                  <a:lnTo>
                    <a:pt x="158750" y="202349"/>
                  </a:lnTo>
                  <a:lnTo>
                    <a:pt x="247129" y="271894"/>
                  </a:lnTo>
                  <a:lnTo>
                    <a:pt x="336283" y="342811"/>
                  </a:lnTo>
                  <a:lnTo>
                    <a:pt x="329463" y="340868"/>
                  </a:lnTo>
                  <a:lnTo>
                    <a:pt x="195694" y="303758"/>
                  </a:lnTo>
                  <a:lnTo>
                    <a:pt x="136194" y="287540"/>
                  </a:lnTo>
                  <a:lnTo>
                    <a:pt x="84912" y="273837"/>
                  </a:lnTo>
                  <a:lnTo>
                    <a:pt x="44297" y="263359"/>
                  </a:lnTo>
                  <a:lnTo>
                    <a:pt x="4940" y="255016"/>
                  </a:lnTo>
                  <a:lnTo>
                    <a:pt x="6057" y="260832"/>
                  </a:lnTo>
                  <a:lnTo>
                    <a:pt x="16573" y="262610"/>
                  </a:lnTo>
                  <a:lnTo>
                    <a:pt x="39725" y="268135"/>
                  </a:lnTo>
                  <a:lnTo>
                    <a:pt x="73837" y="276936"/>
                  </a:lnTo>
                  <a:lnTo>
                    <a:pt x="117221" y="288505"/>
                  </a:lnTo>
                  <a:lnTo>
                    <a:pt x="225132" y="318033"/>
                  </a:lnTo>
                  <a:lnTo>
                    <a:pt x="339509" y="349999"/>
                  </a:lnTo>
                  <a:lnTo>
                    <a:pt x="0" y="398360"/>
                  </a:lnTo>
                  <a:lnTo>
                    <a:pt x="825" y="404228"/>
                  </a:lnTo>
                  <a:lnTo>
                    <a:pt x="286651" y="363347"/>
                  </a:lnTo>
                  <a:lnTo>
                    <a:pt x="339102" y="356069"/>
                  </a:lnTo>
                  <a:lnTo>
                    <a:pt x="63144" y="573989"/>
                  </a:lnTo>
                  <a:lnTo>
                    <a:pt x="66725" y="578662"/>
                  </a:lnTo>
                  <a:lnTo>
                    <a:pt x="294563" y="398526"/>
                  </a:lnTo>
                  <a:lnTo>
                    <a:pt x="342404" y="361022"/>
                  </a:lnTo>
                  <a:lnTo>
                    <a:pt x="320840" y="440563"/>
                  </a:lnTo>
                  <a:lnTo>
                    <a:pt x="287159" y="567385"/>
                  </a:lnTo>
                  <a:lnTo>
                    <a:pt x="273685" y="619518"/>
                  </a:lnTo>
                  <a:lnTo>
                    <a:pt x="263385" y="660806"/>
                  </a:lnTo>
                  <a:lnTo>
                    <a:pt x="256984" y="688746"/>
                  </a:lnTo>
                  <a:lnTo>
                    <a:pt x="255181" y="700824"/>
                  </a:lnTo>
                  <a:lnTo>
                    <a:pt x="260896" y="699693"/>
                  </a:lnTo>
                  <a:lnTo>
                    <a:pt x="262648" y="688987"/>
                  </a:lnTo>
                  <a:lnTo>
                    <a:pt x="268084" y="665454"/>
                  </a:lnTo>
                  <a:lnTo>
                    <a:pt x="276733" y="630783"/>
                  </a:lnTo>
                  <a:lnTo>
                    <a:pt x="288124" y="586663"/>
                  </a:lnTo>
                  <a:lnTo>
                    <a:pt x="317157" y="476961"/>
                  </a:lnTo>
                  <a:lnTo>
                    <a:pt x="348551" y="360730"/>
                  </a:lnTo>
                  <a:lnTo>
                    <a:pt x="372186" y="419862"/>
                  </a:lnTo>
                  <a:lnTo>
                    <a:pt x="479717" y="692188"/>
                  </a:lnTo>
                  <a:lnTo>
                    <a:pt x="485127" y="689991"/>
                  </a:lnTo>
                  <a:lnTo>
                    <a:pt x="397129" y="466813"/>
                  </a:lnTo>
                  <a:lnTo>
                    <a:pt x="353034" y="356158"/>
                  </a:lnTo>
                  <a:lnTo>
                    <a:pt x="401955" y="395033"/>
                  </a:lnTo>
                  <a:lnTo>
                    <a:pt x="628573" y="576757"/>
                  </a:lnTo>
                  <a:lnTo>
                    <a:pt x="632206" y="572122"/>
                  </a:lnTo>
                  <a:lnTo>
                    <a:pt x="363093" y="356577"/>
                  </a:lnTo>
                  <a:lnTo>
                    <a:pt x="414693" y="370979"/>
                  </a:lnTo>
                  <a:lnTo>
                    <a:pt x="692708" y="449846"/>
                  </a:lnTo>
                  <a:lnTo>
                    <a:pt x="694283" y="444131"/>
                  </a:lnTo>
                  <a:lnTo>
                    <a:pt x="368617" y="351967"/>
                  </a:lnTo>
                  <a:lnTo>
                    <a:pt x="481418" y="336283"/>
                  </a:lnTo>
                  <a:lnTo>
                    <a:pt x="592226" y="321487"/>
                  </a:lnTo>
                  <a:lnTo>
                    <a:pt x="636727" y="315836"/>
                  </a:lnTo>
                  <a:lnTo>
                    <a:pt x="695350" y="309321"/>
                  </a:lnTo>
                  <a:lnTo>
                    <a:pt x="706018" y="308965"/>
                  </a:lnTo>
                  <a:lnTo>
                    <a:pt x="707859" y="303352"/>
                  </a:lnTo>
                  <a:close/>
                </a:path>
              </a:pathLst>
            </a:custGeom>
            <a:solidFill>
              <a:srgbClr val="0262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3032" y="4928143"/>
              <a:ext cx="97148" cy="9876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5339775" y="4581527"/>
              <a:ext cx="763905" cy="776605"/>
            </a:xfrm>
            <a:custGeom>
              <a:avLst/>
              <a:gdLst/>
              <a:ahLst/>
              <a:cxnLst/>
              <a:rect l="l" t="t" r="r" b="b"/>
              <a:pathLst>
                <a:path w="763904" h="776604">
                  <a:moveTo>
                    <a:pt x="380574" y="0"/>
                  </a:moveTo>
                  <a:lnTo>
                    <a:pt x="332757" y="3184"/>
                  </a:lnTo>
                  <a:lnTo>
                    <a:pt x="286713" y="12179"/>
                  </a:lnTo>
                  <a:lnTo>
                    <a:pt x="242800" y="26617"/>
                  </a:lnTo>
                  <a:lnTo>
                    <a:pt x="201379" y="46129"/>
                  </a:lnTo>
                  <a:lnTo>
                    <a:pt x="162808" y="70348"/>
                  </a:lnTo>
                  <a:lnTo>
                    <a:pt x="127448" y="98906"/>
                  </a:lnTo>
                  <a:lnTo>
                    <a:pt x="95657" y="131436"/>
                  </a:lnTo>
                  <a:lnTo>
                    <a:pt x="67795" y="167569"/>
                  </a:lnTo>
                  <a:lnTo>
                    <a:pt x="44221" y="206937"/>
                  </a:lnTo>
                  <a:lnTo>
                    <a:pt x="25296" y="249173"/>
                  </a:lnTo>
                  <a:lnTo>
                    <a:pt x="11377" y="293910"/>
                  </a:lnTo>
                  <a:lnTo>
                    <a:pt x="2825" y="340779"/>
                  </a:lnTo>
                  <a:lnTo>
                    <a:pt x="0" y="389412"/>
                  </a:lnTo>
                  <a:lnTo>
                    <a:pt x="3134" y="438023"/>
                  </a:lnTo>
                  <a:lnTo>
                    <a:pt x="11984" y="484833"/>
                  </a:lnTo>
                  <a:lnTo>
                    <a:pt x="26186" y="529476"/>
                  </a:lnTo>
                  <a:lnTo>
                    <a:pt x="45379" y="571586"/>
                  </a:lnTo>
                  <a:lnTo>
                    <a:pt x="69202" y="610799"/>
                  </a:lnTo>
                  <a:lnTo>
                    <a:pt x="97292" y="646748"/>
                  </a:lnTo>
                  <a:lnTo>
                    <a:pt x="129288" y="679069"/>
                  </a:lnTo>
                  <a:lnTo>
                    <a:pt x="164829" y="707395"/>
                  </a:lnTo>
                  <a:lnTo>
                    <a:pt x="203552" y="731362"/>
                  </a:lnTo>
                  <a:lnTo>
                    <a:pt x="245096" y="750603"/>
                  </a:lnTo>
                  <a:lnTo>
                    <a:pt x="289099" y="764754"/>
                  </a:lnTo>
                  <a:lnTo>
                    <a:pt x="335199" y="773448"/>
                  </a:lnTo>
                  <a:lnTo>
                    <a:pt x="383035" y="776321"/>
                  </a:lnTo>
                  <a:lnTo>
                    <a:pt x="430852" y="773135"/>
                  </a:lnTo>
                  <a:lnTo>
                    <a:pt x="476896" y="764138"/>
                  </a:lnTo>
                  <a:lnTo>
                    <a:pt x="520809" y="749700"/>
                  </a:lnTo>
                  <a:lnTo>
                    <a:pt x="552362" y="734836"/>
                  </a:lnTo>
                  <a:lnTo>
                    <a:pt x="382899" y="734836"/>
                  </a:lnTo>
                  <a:lnTo>
                    <a:pt x="336681" y="731817"/>
                  </a:lnTo>
                  <a:lnTo>
                    <a:pt x="292314" y="722728"/>
                  </a:lnTo>
                  <a:lnTo>
                    <a:pt x="250209" y="707984"/>
                  </a:lnTo>
                  <a:lnTo>
                    <a:pt x="210776" y="688000"/>
                  </a:lnTo>
                  <a:lnTo>
                    <a:pt x="174426" y="663191"/>
                  </a:lnTo>
                  <a:lnTo>
                    <a:pt x="141570" y="633971"/>
                  </a:lnTo>
                  <a:lnTo>
                    <a:pt x="112618" y="600756"/>
                  </a:lnTo>
                  <a:lnTo>
                    <a:pt x="87982" y="563961"/>
                  </a:lnTo>
                  <a:lnTo>
                    <a:pt x="68072" y="524000"/>
                  </a:lnTo>
                  <a:lnTo>
                    <a:pt x="53298" y="481289"/>
                  </a:lnTo>
                  <a:lnTo>
                    <a:pt x="44072" y="436243"/>
                  </a:lnTo>
                  <a:lnTo>
                    <a:pt x="40805" y="389276"/>
                  </a:lnTo>
                  <a:lnTo>
                    <a:pt x="43774" y="342288"/>
                  </a:lnTo>
                  <a:lnTo>
                    <a:pt x="52714" y="297182"/>
                  </a:lnTo>
                  <a:lnTo>
                    <a:pt x="67216" y="254375"/>
                  </a:lnTo>
                  <a:lnTo>
                    <a:pt x="86873" y="214284"/>
                  </a:lnTo>
                  <a:lnTo>
                    <a:pt x="111275" y="177328"/>
                  </a:lnTo>
                  <a:lnTo>
                    <a:pt x="140016" y="143924"/>
                  </a:lnTo>
                  <a:lnTo>
                    <a:pt x="172687" y="114490"/>
                  </a:lnTo>
                  <a:lnTo>
                    <a:pt x="208880" y="89444"/>
                  </a:lnTo>
                  <a:lnTo>
                    <a:pt x="248187" y="69202"/>
                  </a:lnTo>
                  <a:lnTo>
                    <a:pt x="290200" y="54184"/>
                  </a:lnTo>
                  <a:lnTo>
                    <a:pt x="334510" y="44805"/>
                  </a:lnTo>
                  <a:lnTo>
                    <a:pt x="380710" y="41485"/>
                  </a:lnTo>
                  <a:lnTo>
                    <a:pt x="552558" y="41485"/>
                  </a:lnTo>
                  <a:lnTo>
                    <a:pt x="518515" y="25718"/>
                  </a:lnTo>
                  <a:lnTo>
                    <a:pt x="474511" y="11567"/>
                  </a:lnTo>
                  <a:lnTo>
                    <a:pt x="428410" y="2873"/>
                  </a:lnTo>
                  <a:lnTo>
                    <a:pt x="380574" y="0"/>
                  </a:lnTo>
                  <a:close/>
                </a:path>
                <a:path w="763904" h="776604">
                  <a:moveTo>
                    <a:pt x="552558" y="41485"/>
                  </a:moveTo>
                  <a:lnTo>
                    <a:pt x="380710" y="41485"/>
                  </a:lnTo>
                  <a:lnTo>
                    <a:pt x="426928" y="44504"/>
                  </a:lnTo>
                  <a:lnTo>
                    <a:pt x="471296" y="53593"/>
                  </a:lnTo>
                  <a:lnTo>
                    <a:pt x="513402" y="68337"/>
                  </a:lnTo>
                  <a:lnTo>
                    <a:pt x="552836" y="88321"/>
                  </a:lnTo>
                  <a:lnTo>
                    <a:pt x="589187" y="113130"/>
                  </a:lnTo>
                  <a:lnTo>
                    <a:pt x="622043" y="142350"/>
                  </a:lnTo>
                  <a:lnTo>
                    <a:pt x="650995" y="175565"/>
                  </a:lnTo>
                  <a:lnTo>
                    <a:pt x="675632" y="212360"/>
                  </a:lnTo>
                  <a:lnTo>
                    <a:pt x="695542" y="252321"/>
                  </a:lnTo>
                  <a:lnTo>
                    <a:pt x="710315" y="295032"/>
                  </a:lnTo>
                  <a:lnTo>
                    <a:pt x="719539" y="340078"/>
                  </a:lnTo>
                  <a:lnTo>
                    <a:pt x="722805" y="387045"/>
                  </a:lnTo>
                  <a:lnTo>
                    <a:pt x="719835" y="434033"/>
                  </a:lnTo>
                  <a:lnTo>
                    <a:pt x="710895" y="479139"/>
                  </a:lnTo>
                  <a:lnTo>
                    <a:pt x="696393" y="521946"/>
                  </a:lnTo>
                  <a:lnTo>
                    <a:pt x="676737" y="562037"/>
                  </a:lnTo>
                  <a:lnTo>
                    <a:pt x="652334" y="598993"/>
                  </a:lnTo>
                  <a:lnTo>
                    <a:pt x="623593" y="632396"/>
                  </a:lnTo>
                  <a:lnTo>
                    <a:pt x="590922" y="661831"/>
                  </a:lnTo>
                  <a:lnTo>
                    <a:pt x="554729" y="686877"/>
                  </a:lnTo>
                  <a:lnTo>
                    <a:pt x="515422" y="707119"/>
                  </a:lnTo>
                  <a:lnTo>
                    <a:pt x="473410" y="722137"/>
                  </a:lnTo>
                  <a:lnTo>
                    <a:pt x="429099" y="731516"/>
                  </a:lnTo>
                  <a:lnTo>
                    <a:pt x="382899" y="734836"/>
                  </a:lnTo>
                  <a:lnTo>
                    <a:pt x="552362" y="734836"/>
                  </a:lnTo>
                  <a:lnTo>
                    <a:pt x="600801" y="705968"/>
                  </a:lnTo>
                  <a:lnTo>
                    <a:pt x="636161" y="677410"/>
                  </a:lnTo>
                  <a:lnTo>
                    <a:pt x="667952" y="644882"/>
                  </a:lnTo>
                  <a:lnTo>
                    <a:pt x="695814" y="608749"/>
                  </a:lnTo>
                  <a:lnTo>
                    <a:pt x="719388" y="569382"/>
                  </a:lnTo>
                  <a:lnTo>
                    <a:pt x="738314" y="527146"/>
                  </a:lnTo>
                  <a:lnTo>
                    <a:pt x="752232" y="482410"/>
                  </a:lnTo>
                  <a:lnTo>
                    <a:pt x="760784" y="435542"/>
                  </a:lnTo>
                  <a:lnTo>
                    <a:pt x="763610" y="386909"/>
                  </a:lnTo>
                  <a:lnTo>
                    <a:pt x="760477" y="338298"/>
                  </a:lnTo>
                  <a:lnTo>
                    <a:pt x="751629" y="291488"/>
                  </a:lnTo>
                  <a:lnTo>
                    <a:pt x="737428" y="246845"/>
                  </a:lnTo>
                  <a:lnTo>
                    <a:pt x="718235" y="204734"/>
                  </a:lnTo>
                  <a:lnTo>
                    <a:pt x="694412" y="165522"/>
                  </a:lnTo>
                  <a:lnTo>
                    <a:pt x="666321" y="129573"/>
                  </a:lnTo>
                  <a:lnTo>
                    <a:pt x="634325" y="97252"/>
                  </a:lnTo>
                  <a:lnTo>
                    <a:pt x="598783" y="68926"/>
                  </a:lnTo>
                  <a:lnTo>
                    <a:pt x="560059" y="44959"/>
                  </a:lnTo>
                  <a:lnTo>
                    <a:pt x="552558" y="41485"/>
                  </a:lnTo>
                  <a:close/>
                </a:path>
              </a:pathLst>
            </a:custGeom>
            <a:solidFill>
              <a:srgbClr val="233B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6151158" y="4778566"/>
            <a:ext cx="251460" cy="323850"/>
            <a:chOff x="6151158" y="4778566"/>
            <a:chExt cx="251460" cy="323850"/>
          </a:xfrm>
        </p:grpSpPr>
        <p:sp>
          <p:nvSpPr>
            <p:cNvPr id="11" name="object 11" descr=""/>
            <p:cNvSpPr/>
            <p:nvPr/>
          </p:nvSpPr>
          <p:spPr>
            <a:xfrm>
              <a:off x="6151158" y="4778566"/>
              <a:ext cx="251460" cy="323850"/>
            </a:xfrm>
            <a:custGeom>
              <a:avLst/>
              <a:gdLst/>
              <a:ahLst/>
              <a:cxnLst/>
              <a:rect l="l" t="t" r="r" b="b"/>
              <a:pathLst>
                <a:path w="251460" h="323850">
                  <a:moveTo>
                    <a:pt x="91578" y="0"/>
                  </a:moveTo>
                  <a:lnTo>
                    <a:pt x="0" y="65924"/>
                  </a:lnTo>
                  <a:lnTo>
                    <a:pt x="12628" y="145536"/>
                  </a:lnTo>
                  <a:lnTo>
                    <a:pt x="19272" y="189577"/>
                  </a:lnTo>
                  <a:lnTo>
                    <a:pt x="22126" y="213801"/>
                  </a:lnTo>
                  <a:lnTo>
                    <a:pt x="23381" y="233961"/>
                  </a:lnTo>
                  <a:lnTo>
                    <a:pt x="22523" y="245679"/>
                  </a:lnTo>
                  <a:lnTo>
                    <a:pt x="19758" y="256325"/>
                  </a:lnTo>
                  <a:lnTo>
                    <a:pt x="16640" y="266601"/>
                  </a:lnTo>
                  <a:lnTo>
                    <a:pt x="14575" y="279258"/>
                  </a:lnTo>
                  <a:lnTo>
                    <a:pt x="14334" y="286715"/>
                  </a:lnTo>
                  <a:lnTo>
                    <a:pt x="14362" y="293179"/>
                  </a:lnTo>
                  <a:lnTo>
                    <a:pt x="14823" y="299635"/>
                  </a:lnTo>
                  <a:lnTo>
                    <a:pt x="44114" y="323247"/>
                  </a:lnTo>
                  <a:lnTo>
                    <a:pt x="59193" y="322149"/>
                  </a:lnTo>
                  <a:lnTo>
                    <a:pt x="76151" y="318975"/>
                  </a:lnTo>
                  <a:lnTo>
                    <a:pt x="106530" y="311330"/>
                  </a:lnTo>
                  <a:lnTo>
                    <a:pt x="121560" y="309510"/>
                  </a:lnTo>
                  <a:lnTo>
                    <a:pt x="133913" y="309993"/>
                  </a:lnTo>
                  <a:lnTo>
                    <a:pt x="150603" y="310149"/>
                  </a:lnTo>
                  <a:lnTo>
                    <a:pt x="178643" y="307351"/>
                  </a:lnTo>
                  <a:lnTo>
                    <a:pt x="212836" y="299392"/>
                  </a:lnTo>
                  <a:lnTo>
                    <a:pt x="234753" y="288930"/>
                  </a:lnTo>
                  <a:lnTo>
                    <a:pt x="246667" y="278403"/>
                  </a:lnTo>
                  <a:lnTo>
                    <a:pt x="250851" y="270243"/>
                  </a:lnTo>
                  <a:lnTo>
                    <a:pt x="247246" y="265890"/>
                  </a:lnTo>
                  <a:lnTo>
                    <a:pt x="236076" y="262934"/>
                  </a:lnTo>
                  <a:lnTo>
                    <a:pt x="219496" y="260857"/>
                  </a:lnTo>
                  <a:lnTo>
                    <a:pt x="184549" y="257866"/>
                  </a:lnTo>
                  <a:lnTo>
                    <a:pt x="163634" y="253865"/>
                  </a:lnTo>
                  <a:lnTo>
                    <a:pt x="131325" y="233404"/>
                  </a:lnTo>
                  <a:lnTo>
                    <a:pt x="96759" y="172066"/>
                  </a:lnTo>
                  <a:lnTo>
                    <a:pt x="91370" y="99112"/>
                  </a:lnTo>
                  <a:lnTo>
                    <a:pt x="90898" y="30437"/>
                  </a:lnTo>
                  <a:lnTo>
                    <a:pt x="91578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65492" y="5037710"/>
              <a:ext cx="236516" cy="63601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4749349" y="3072929"/>
            <a:ext cx="1688464" cy="2287270"/>
            <a:chOff x="4749349" y="3072929"/>
            <a:chExt cx="1688464" cy="2287270"/>
          </a:xfrm>
        </p:grpSpPr>
        <p:sp>
          <p:nvSpPr>
            <p:cNvPr id="14" name="object 14" descr=""/>
            <p:cNvSpPr/>
            <p:nvPr/>
          </p:nvSpPr>
          <p:spPr>
            <a:xfrm>
              <a:off x="4972627" y="3587486"/>
              <a:ext cx="956944" cy="948690"/>
            </a:xfrm>
            <a:custGeom>
              <a:avLst/>
              <a:gdLst/>
              <a:ahLst/>
              <a:cxnLst/>
              <a:rect l="l" t="t" r="r" b="b"/>
              <a:pathLst>
                <a:path w="956945" h="948689">
                  <a:moveTo>
                    <a:pt x="608316" y="0"/>
                  </a:moveTo>
                  <a:lnTo>
                    <a:pt x="0" y="8868"/>
                  </a:lnTo>
                  <a:lnTo>
                    <a:pt x="298860" y="948180"/>
                  </a:lnTo>
                  <a:lnTo>
                    <a:pt x="956536" y="939154"/>
                  </a:lnTo>
                  <a:lnTo>
                    <a:pt x="608316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48622" y="4124073"/>
              <a:ext cx="913378" cy="34025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6008814" y="4318728"/>
              <a:ext cx="259079" cy="685800"/>
            </a:xfrm>
            <a:custGeom>
              <a:avLst/>
              <a:gdLst/>
              <a:ahLst/>
              <a:cxnLst/>
              <a:rect l="l" t="t" r="r" b="b"/>
              <a:pathLst>
                <a:path w="259079" h="685800">
                  <a:moveTo>
                    <a:pt x="174322" y="0"/>
                  </a:moveTo>
                  <a:lnTo>
                    <a:pt x="145533" y="6807"/>
                  </a:lnTo>
                  <a:lnTo>
                    <a:pt x="100199" y="22765"/>
                  </a:lnTo>
                  <a:lnTo>
                    <a:pt x="56637" y="37781"/>
                  </a:lnTo>
                  <a:lnTo>
                    <a:pt x="21974" y="61258"/>
                  </a:lnTo>
                  <a:lnTo>
                    <a:pt x="3339" y="102595"/>
                  </a:lnTo>
                  <a:lnTo>
                    <a:pt x="0" y="143116"/>
                  </a:lnTo>
                  <a:lnTo>
                    <a:pt x="928" y="190552"/>
                  </a:lnTo>
                  <a:lnTo>
                    <a:pt x="5629" y="243226"/>
                  </a:lnTo>
                  <a:lnTo>
                    <a:pt x="13606" y="299465"/>
                  </a:lnTo>
                  <a:lnTo>
                    <a:pt x="24363" y="357594"/>
                  </a:lnTo>
                  <a:lnTo>
                    <a:pt x="37405" y="415939"/>
                  </a:lnTo>
                  <a:lnTo>
                    <a:pt x="52235" y="472825"/>
                  </a:lnTo>
                  <a:lnTo>
                    <a:pt x="68358" y="526579"/>
                  </a:lnTo>
                  <a:lnTo>
                    <a:pt x="85277" y="575525"/>
                  </a:lnTo>
                  <a:lnTo>
                    <a:pt x="102498" y="617990"/>
                  </a:lnTo>
                  <a:lnTo>
                    <a:pt x="119524" y="652298"/>
                  </a:lnTo>
                  <a:lnTo>
                    <a:pt x="145588" y="682882"/>
                  </a:lnTo>
                  <a:lnTo>
                    <a:pt x="174117" y="685776"/>
                  </a:lnTo>
                  <a:lnTo>
                    <a:pt x="200216" y="683631"/>
                  </a:lnTo>
                  <a:lnTo>
                    <a:pt x="227123" y="677077"/>
                  </a:lnTo>
                  <a:lnTo>
                    <a:pt x="251963" y="660177"/>
                  </a:lnTo>
                  <a:lnTo>
                    <a:pt x="258609" y="628013"/>
                  </a:lnTo>
                  <a:lnTo>
                    <a:pt x="249408" y="572596"/>
                  </a:lnTo>
                  <a:lnTo>
                    <a:pt x="242231" y="515749"/>
                  </a:lnTo>
                  <a:lnTo>
                    <a:pt x="236851" y="458258"/>
                  </a:lnTo>
                  <a:lnTo>
                    <a:pt x="233041" y="400910"/>
                  </a:lnTo>
                  <a:lnTo>
                    <a:pt x="230577" y="344489"/>
                  </a:lnTo>
                  <a:lnTo>
                    <a:pt x="229231" y="289783"/>
                  </a:lnTo>
                  <a:lnTo>
                    <a:pt x="228778" y="237576"/>
                  </a:lnTo>
                  <a:lnTo>
                    <a:pt x="228991" y="188656"/>
                  </a:lnTo>
                  <a:lnTo>
                    <a:pt x="229644" y="143807"/>
                  </a:lnTo>
                  <a:lnTo>
                    <a:pt x="231981" y="41550"/>
                  </a:lnTo>
                  <a:lnTo>
                    <a:pt x="223819" y="17483"/>
                  </a:lnTo>
                  <a:lnTo>
                    <a:pt x="202508" y="3595"/>
                  </a:lnTo>
                  <a:lnTo>
                    <a:pt x="174322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67133" y="4892605"/>
              <a:ext cx="251294" cy="214087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5885041" y="5091800"/>
              <a:ext cx="552450" cy="47625"/>
            </a:xfrm>
            <a:custGeom>
              <a:avLst/>
              <a:gdLst/>
              <a:ahLst/>
              <a:cxnLst/>
              <a:rect l="l" t="t" r="r" b="b"/>
              <a:pathLst>
                <a:path w="552450" h="47625">
                  <a:moveTo>
                    <a:pt x="552025" y="0"/>
                  </a:moveTo>
                  <a:lnTo>
                    <a:pt x="0" y="1800"/>
                  </a:lnTo>
                  <a:lnTo>
                    <a:pt x="146" y="47307"/>
                  </a:lnTo>
                  <a:lnTo>
                    <a:pt x="552171" y="45495"/>
                  </a:lnTo>
                  <a:lnTo>
                    <a:pt x="552025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280991" y="4124293"/>
              <a:ext cx="914726" cy="909365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49349" y="3072929"/>
              <a:ext cx="1342084" cy="2286688"/>
            </a:xfrm>
            <a:prstGeom prst="rect">
              <a:avLst/>
            </a:prstGeom>
          </p:spPr>
        </p:pic>
      </p:grpSp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669619" y="6298160"/>
            <a:ext cx="969206" cy="3391706"/>
          </a:xfrm>
          <a:prstGeom prst="rect">
            <a:avLst/>
          </a:prstGeom>
        </p:spPr>
      </p:pic>
      <p:grpSp>
        <p:nvGrpSpPr>
          <p:cNvPr id="22" name="object 22" descr=""/>
          <p:cNvGrpSpPr/>
          <p:nvPr/>
        </p:nvGrpSpPr>
        <p:grpSpPr>
          <a:xfrm>
            <a:off x="3177386" y="3182451"/>
            <a:ext cx="323850" cy="920115"/>
            <a:chOff x="3177386" y="3182451"/>
            <a:chExt cx="323850" cy="920115"/>
          </a:xfrm>
        </p:grpSpPr>
        <p:sp>
          <p:nvSpPr>
            <p:cNvPr id="23" name="object 23" descr=""/>
            <p:cNvSpPr/>
            <p:nvPr/>
          </p:nvSpPr>
          <p:spPr>
            <a:xfrm>
              <a:off x="3177386" y="3182451"/>
              <a:ext cx="323850" cy="920115"/>
            </a:xfrm>
            <a:custGeom>
              <a:avLst/>
              <a:gdLst/>
              <a:ahLst/>
              <a:cxnLst/>
              <a:rect l="l" t="t" r="r" b="b"/>
              <a:pathLst>
                <a:path w="323850" h="920114">
                  <a:moveTo>
                    <a:pt x="279247" y="0"/>
                  </a:moveTo>
                  <a:lnTo>
                    <a:pt x="215235" y="20748"/>
                  </a:lnTo>
                  <a:lnTo>
                    <a:pt x="176023" y="58518"/>
                  </a:lnTo>
                  <a:lnTo>
                    <a:pt x="138068" y="120090"/>
                  </a:lnTo>
                  <a:lnTo>
                    <a:pt x="109135" y="183070"/>
                  </a:lnTo>
                  <a:lnTo>
                    <a:pt x="83073" y="244583"/>
                  </a:lnTo>
                  <a:lnTo>
                    <a:pt x="60116" y="303467"/>
                  </a:lnTo>
                  <a:lnTo>
                    <a:pt x="40494" y="358557"/>
                  </a:lnTo>
                  <a:lnTo>
                    <a:pt x="24439" y="408688"/>
                  </a:lnTo>
                  <a:lnTo>
                    <a:pt x="12184" y="452697"/>
                  </a:lnTo>
                  <a:lnTo>
                    <a:pt x="0" y="517692"/>
                  </a:lnTo>
                  <a:lnTo>
                    <a:pt x="889" y="542863"/>
                  </a:lnTo>
                  <a:lnTo>
                    <a:pt x="14327" y="607264"/>
                  </a:lnTo>
                  <a:lnTo>
                    <a:pt x="29362" y="661686"/>
                  </a:lnTo>
                  <a:lnTo>
                    <a:pt x="46804" y="710033"/>
                  </a:lnTo>
                  <a:lnTo>
                    <a:pt x="66907" y="753155"/>
                  </a:lnTo>
                  <a:lnTo>
                    <a:pt x="89926" y="791897"/>
                  </a:lnTo>
                  <a:lnTo>
                    <a:pt x="116114" y="827109"/>
                  </a:lnTo>
                  <a:lnTo>
                    <a:pt x="145727" y="859637"/>
                  </a:lnTo>
                  <a:lnTo>
                    <a:pt x="179019" y="890330"/>
                  </a:lnTo>
                  <a:lnTo>
                    <a:pt x="216244" y="920034"/>
                  </a:lnTo>
                  <a:lnTo>
                    <a:pt x="231940" y="811441"/>
                  </a:lnTo>
                  <a:lnTo>
                    <a:pt x="210040" y="702559"/>
                  </a:lnTo>
                  <a:lnTo>
                    <a:pt x="196563" y="640107"/>
                  </a:lnTo>
                  <a:lnTo>
                    <a:pt x="185950" y="600541"/>
                  </a:lnTo>
                  <a:lnTo>
                    <a:pt x="172643" y="560318"/>
                  </a:lnTo>
                  <a:lnTo>
                    <a:pt x="211119" y="502071"/>
                  </a:lnTo>
                  <a:lnTo>
                    <a:pt x="243337" y="442956"/>
                  </a:lnTo>
                  <a:lnTo>
                    <a:pt x="269625" y="383898"/>
                  </a:lnTo>
                  <a:lnTo>
                    <a:pt x="290317" y="325822"/>
                  </a:lnTo>
                  <a:lnTo>
                    <a:pt x="305742" y="269654"/>
                  </a:lnTo>
                  <a:lnTo>
                    <a:pt x="316231" y="216318"/>
                  </a:lnTo>
                  <a:lnTo>
                    <a:pt x="322115" y="166740"/>
                  </a:lnTo>
                  <a:lnTo>
                    <a:pt x="323725" y="121846"/>
                  </a:lnTo>
                  <a:lnTo>
                    <a:pt x="321393" y="82559"/>
                  </a:lnTo>
                  <a:lnTo>
                    <a:pt x="315448" y="49806"/>
                  </a:lnTo>
                  <a:lnTo>
                    <a:pt x="306221" y="24512"/>
                  </a:lnTo>
                  <a:lnTo>
                    <a:pt x="294044" y="7601"/>
                  </a:lnTo>
                  <a:lnTo>
                    <a:pt x="279247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3178828" y="3249054"/>
              <a:ext cx="309245" cy="853440"/>
            </a:xfrm>
            <a:custGeom>
              <a:avLst/>
              <a:gdLst/>
              <a:ahLst/>
              <a:cxnLst/>
              <a:rect l="l" t="t" r="r" b="b"/>
              <a:pathLst>
                <a:path w="309245" h="853439">
                  <a:moveTo>
                    <a:pt x="203805" y="0"/>
                  </a:moveTo>
                  <a:lnTo>
                    <a:pt x="184875" y="84827"/>
                  </a:lnTo>
                  <a:lnTo>
                    <a:pt x="155308" y="229223"/>
                  </a:lnTo>
                  <a:lnTo>
                    <a:pt x="116101" y="425966"/>
                  </a:lnTo>
                  <a:lnTo>
                    <a:pt x="128884" y="493066"/>
                  </a:lnTo>
                  <a:lnTo>
                    <a:pt x="134965" y="534931"/>
                  </a:lnTo>
                  <a:lnTo>
                    <a:pt x="135983" y="569107"/>
                  </a:lnTo>
                  <a:lnTo>
                    <a:pt x="133577" y="613143"/>
                  </a:lnTo>
                  <a:lnTo>
                    <a:pt x="126780" y="639016"/>
                  </a:lnTo>
                  <a:lnTo>
                    <a:pt x="112034" y="644237"/>
                  </a:lnTo>
                  <a:lnTo>
                    <a:pt x="90662" y="629842"/>
                  </a:lnTo>
                  <a:lnTo>
                    <a:pt x="63984" y="596866"/>
                  </a:lnTo>
                  <a:lnTo>
                    <a:pt x="33323" y="546345"/>
                  </a:lnTo>
                  <a:lnTo>
                    <a:pt x="0" y="479315"/>
                  </a:lnTo>
                  <a:lnTo>
                    <a:pt x="12883" y="540659"/>
                  </a:lnTo>
                  <a:lnTo>
                    <a:pt x="27919" y="595081"/>
                  </a:lnTo>
                  <a:lnTo>
                    <a:pt x="45362" y="643430"/>
                  </a:lnTo>
                  <a:lnTo>
                    <a:pt x="65467" y="686553"/>
                  </a:lnTo>
                  <a:lnTo>
                    <a:pt x="88487" y="725296"/>
                  </a:lnTo>
                  <a:lnTo>
                    <a:pt x="114677" y="760508"/>
                  </a:lnTo>
                  <a:lnTo>
                    <a:pt x="144292" y="793036"/>
                  </a:lnTo>
                  <a:lnTo>
                    <a:pt x="177584" y="823727"/>
                  </a:lnTo>
                  <a:lnTo>
                    <a:pt x="214810" y="853429"/>
                  </a:lnTo>
                  <a:lnTo>
                    <a:pt x="230506" y="744835"/>
                  </a:lnTo>
                  <a:lnTo>
                    <a:pt x="208599" y="635954"/>
                  </a:lnTo>
                  <a:lnTo>
                    <a:pt x="195121" y="573502"/>
                  </a:lnTo>
                  <a:lnTo>
                    <a:pt x="184510" y="533935"/>
                  </a:lnTo>
                  <a:lnTo>
                    <a:pt x="171209" y="493712"/>
                  </a:lnTo>
                  <a:lnTo>
                    <a:pt x="201370" y="449017"/>
                  </a:lnTo>
                  <a:lnTo>
                    <a:pt x="227775" y="403685"/>
                  </a:lnTo>
                  <a:lnTo>
                    <a:pt x="250578" y="358137"/>
                  </a:lnTo>
                  <a:lnTo>
                    <a:pt x="269931" y="312793"/>
                  </a:lnTo>
                  <a:lnTo>
                    <a:pt x="285988" y="268071"/>
                  </a:lnTo>
                  <a:lnTo>
                    <a:pt x="298903" y="224391"/>
                  </a:lnTo>
                  <a:lnTo>
                    <a:pt x="308828" y="182172"/>
                  </a:lnTo>
                  <a:lnTo>
                    <a:pt x="279164" y="120184"/>
                  </a:lnTo>
                  <a:lnTo>
                    <a:pt x="251824" y="65963"/>
                  </a:lnTo>
                  <a:lnTo>
                    <a:pt x="228813" y="24519"/>
                  </a:lnTo>
                  <a:lnTo>
                    <a:pt x="212138" y="861"/>
                  </a:lnTo>
                  <a:lnTo>
                    <a:pt x="203805" y="0"/>
                  </a:lnTo>
                  <a:close/>
                </a:path>
              </a:pathLst>
            </a:custGeom>
            <a:solidFill>
              <a:srgbClr val="057C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3514706" y="2701761"/>
            <a:ext cx="353060" cy="431800"/>
            <a:chOff x="3514706" y="2701761"/>
            <a:chExt cx="353060" cy="431800"/>
          </a:xfrm>
        </p:grpSpPr>
        <p:sp>
          <p:nvSpPr>
            <p:cNvPr id="26" name="object 26" descr=""/>
            <p:cNvSpPr/>
            <p:nvPr/>
          </p:nvSpPr>
          <p:spPr>
            <a:xfrm>
              <a:off x="3514708" y="2701762"/>
              <a:ext cx="353060" cy="431800"/>
            </a:xfrm>
            <a:custGeom>
              <a:avLst/>
              <a:gdLst/>
              <a:ahLst/>
              <a:cxnLst/>
              <a:rect l="l" t="t" r="r" b="b"/>
              <a:pathLst>
                <a:path w="353060" h="431800">
                  <a:moveTo>
                    <a:pt x="109700" y="0"/>
                  </a:moveTo>
                  <a:lnTo>
                    <a:pt x="64247" y="7038"/>
                  </a:lnTo>
                  <a:lnTo>
                    <a:pt x="18858" y="56513"/>
                  </a:lnTo>
                  <a:lnTo>
                    <a:pt x="952" y="127660"/>
                  </a:lnTo>
                  <a:lnTo>
                    <a:pt x="0" y="166213"/>
                  </a:lnTo>
                  <a:lnTo>
                    <a:pt x="4132" y="205086"/>
                  </a:lnTo>
                  <a:lnTo>
                    <a:pt x="12572" y="242861"/>
                  </a:lnTo>
                  <a:lnTo>
                    <a:pt x="30675" y="281595"/>
                  </a:lnTo>
                  <a:lnTo>
                    <a:pt x="58311" y="321156"/>
                  </a:lnTo>
                  <a:lnTo>
                    <a:pt x="86474" y="356773"/>
                  </a:lnTo>
                  <a:lnTo>
                    <a:pt x="106161" y="383674"/>
                  </a:lnTo>
                  <a:lnTo>
                    <a:pt x="124530" y="399577"/>
                  </a:lnTo>
                  <a:lnTo>
                    <a:pt x="156975" y="415580"/>
                  </a:lnTo>
                  <a:lnTo>
                    <a:pt x="195300" y="427516"/>
                  </a:lnTo>
                  <a:lnTo>
                    <a:pt x="231309" y="431222"/>
                  </a:lnTo>
                  <a:lnTo>
                    <a:pt x="260563" y="426739"/>
                  </a:lnTo>
                  <a:lnTo>
                    <a:pt x="312286" y="405801"/>
                  </a:lnTo>
                  <a:lnTo>
                    <a:pt x="342629" y="350187"/>
                  </a:lnTo>
                  <a:lnTo>
                    <a:pt x="351688" y="304975"/>
                  </a:lnTo>
                  <a:lnTo>
                    <a:pt x="353034" y="260901"/>
                  </a:lnTo>
                  <a:lnTo>
                    <a:pt x="347044" y="221490"/>
                  </a:lnTo>
                  <a:lnTo>
                    <a:pt x="338912" y="201292"/>
                  </a:lnTo>
                  <a:lnTo>
                    <a:pt x="327911" y="182313"/>
                  </a:lnTo>
                  <a:lnTo>
                    <a:pt x="317786" y="165486"/>
                  </a:lnTo>
                  <a:lnTo>
                    <a:pt x="312281" y="151744"/>
                  </a:lnTo>
                  <a:lnTo>
                    <a:pt x="290254" y="96795"/>
                  </a:lnTo>
                  <a:lnTo>
                    <a:pt x="271082" y="60633"/>
                  </a:lnTo>
                  <a:lnTo>
                    <a:pt x="228876" y="16504"/>
                  </a:lnTo>
                  <a:lnTo>
                    <a:pt x="159598" y="1811"/>
                  </a:lnTo>
                  <a:lnTo>
                    <a:pt x="109700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3514706" y="2701761"/>
              <a:ext cx="325755" cy="431800"/>
            </a:xfrm>
            <a:custGeom>
              <a:avLst/>
              <a:gdLst/>
              <a:ahLst/>
              <a:cxnLst/>
              <a:rect l="l" t="t" r="r" b="b"/>
              <a:pathLst>
                <a:path w="325754" h="431800">
                  <a:moveTo>
                    <a:pt x="109699" y="0"/>
                  </a:moveTo>
                  <a:lnTo>
                    <a:pt x="64246" y="7038"/>
                  </a:lnTo>
                  <a:lnTo>
                    <a:pt x="18857" y="56513"/>
                  </a:lnTo>
                  <a:lnTo>
                    <a:pt x="951" y="127660"/>
                  </a:lnTo>
                  <a:lnTo>
                    <a:pt x="0" y="166214"/>
                  </a:lnTo>
                  <a:lnTo>
                    <a:pt x="4135" y="205091"/>
                  </a:lnTo>
                  <a:lnTo>
                    <a:pt x="12582" y="242872"/>
                  </a:lnTo>
                  <a:lnTo>
                    <a:pt x="30678" y="281599"/>
                  </a:lnTo>
                  <a:lnTo>
                    <a:pt x="58311" y="321157"/>
                  </a:lnTo>
                  <a:lnTo>
                    <a:pt x="86473" y="356773"/>
                  </a:lnTo>
                  <a:lnTo>
                    <a:pt x="106160" y="383674"/>
                  </a:lnTo>
                  <a:lnTo>
                    <a:pt x="124529" y="399583"/>
                  </a:lnTo>
                  <a:lnTo>
                    <a:pt x="156975" y="415588"/>
                  </a:lnTo>
                  <a:lnTo>
                    <a:pt x="195303" y="427522"/>
                  </a:lnTo>
                  <a:lnTo>
                    <a:pt x="231318" y="431222"/>
                  </a:lnTo>
                  <a:lnTo>
                    <a:pt x="260566" y="426739"/>
                  </a:lnTo>
                  <a:lnTo>
                    <a:pt x="289101" y="417654"/>
                  </a:lnTo>
                  <a:lnTo>
                    <a:pt x="312285" y="405801"/>
                  </a:lnTo>
                  <a:lnTo>
                    <a:pt x="325483" y="393014"/>
                  </a:lnTo>
                  <a:lnTo>
                    <a:pt x="282888" y="374857"/>
                  </a:lnTo>
                  <a:lnTo>
                    <a:pt x="255607" y="333425"/>
                  </a:lnTo>
                  <a:lnTo>
                    <a:pt x="239118" y="288367"/>
                  </a:lnTo>
                  <a:lnTo>
                    <a:pt x="228900" y="259332"/>
                  </a:lnTo>
                  <a:lnTo>
                    <a:pt x="209213" y="232437"/>
                  </a:lnTo>
                  <a:lnTo>
                    <a:pt x="181050" y="196823"/>
                  </a:lnTo>
                  <a:lnTo>
                    <a:pt x="153418" y="157263"/>
                  </a:lnTo>
                  <a:lnTo>
                    <a:pt x="135321" y="118530"/>
                  </a:lnTo>
                  <a:lnTo>
                    <a:pt x="124107" y="59830"/>
                  </a:lnTo>
                  <a:lnTo>
                    <a:pt x="122537" y="29867"/>
                  </a:lnTo>
                  <a:lnTo>
                    <a:pt x="124107" y="345"/>
                  </a:lnTo>
                  <a:lnTo>
                    <a:pt x="109699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" name="object 2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53645" y="5386508"/>
            <a:ext cx="229207" cy="146857"/>
          </a:xfrm>
          <a:prstGeom prst="rect">
            <a:avLst/>
          </a:prstGeom>
        </p:spPr>
      </p:pic>
      <p:grpSp>
        <p:nvGrpSpPr>
          <p:cNvPr id="29" name="object 29" descr=""/>
          <p:cNvGrpSpPr/>
          <p:nvPr/>
        </p:nvGrpSpPr>
        <p:grpSpPr>
          <a:xfrm>
            <a:off x="3333179" y="2658169"/>
            <a:ext cx="1141095" cy="2875280"/>
            <a:chOff x="3333179" y="2658169"/>
            <a:chExt cx="1141095" cy="2875280"/>
          </a:xfrm>
        </p:grpSpPr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19062" y="5386508"/>
              <a:ext cx="229207" cy="14685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347162" y="3907573"/>
              <a:ext cx="823594" cy="1510665"/>
            </a:xfrm>
            <a:custGeom>
              <a:avLst/>
              <a:gdLst/>
              <a:ahLst/>
              <a:cxnLst/>
              <a:rect l="l" t="t" r="r" b="b"/>
              <a:pathLst>
                <a:path w="823595" h="1510664">
                  <a:moveTo>
                    <a:pt x="683287" y="0"/>
                  </a:moveTo>
                  <a:lnTo>
                    <a:pt x="99441" y="22313"/>
                  </a:lnTo>
                  <a:lnTo>
                    <a:pt x="69617" y="70126"/>
                  </a:lnTo>
                  <a:lnTo>
                    <a:pt x="45876" y="114235"/>
                  </a:lnTo>
                  <a:lnTo>
                    <a:pt x="27691" y="156065"/>
                  </a:lnTo>
                  <a:lnTo>
                    <a:pt x="14537" y="197039"/>
                  </a:lnTo>
                  <a:lnTo>
                    <a:pt x="5887" y="238584"/>
                  </a:lnTo>
                  <a:lnTo>
                    <a:pt x="1217" y="282124"/>
                  </a:lnTo>
                  <a:lnTo>
                    <a:pt x="0" y="329085"/>
                  </a:lnTo>
                  <a:lnTo>
                    <a:pt x="1710" y="380890"/>
                  </a:lnTo>
                  <a:lnTo>
                    <a:pt x="5822" y="438967"/>
                  </a:lnTo>
                  <a:lnTo>
                    <a:pt x="11810" y="504738"/>
                  </a:lnTo>
                  <a:lnTo>
                    <a:pt x="17446" y="558288"/>
                  </a:lnTo>
                  <a:lnTo>
                    <a:pt x="24384" y="617319"/>
                  </a:lnTo>
                  <a:lnTo>
                    <a:pt x="32076" y="679014"/>
                  </a:lnTo>
                  <a:lnTo>
                    <a:pt x="54197" y="851901"/>
                  </a:lnTo>
                  <a:lnTo>
                    <a:pt x="59426" y="896071"/>
                  </a:lnTo>
                  <a:lnTo>
                    <a:pt x="62669" y="928813"/>
                  </a:lnTo>
                  <a:lnTo>
                    <a:pt x="63379" y="947311"/>
                  </a:lnTo>
                  <a:lnTo>
                    <a:pt x="60796" y="1000990"/>
                  </a:lnTo>
                  <a:lnTo>
                    <a:pt x="60123" y="1059410"/>
                  </a:lnTo>
                  <a:lnTo>
                    <a:pt x="61166" y="1120804"/>
                  </a:lnTo>
                  <a:lnTo>
                    <a:pt x="63728" y="1183407"/>
                  </a:lnTo>
                  <a:lnTo>
                    <a:pt x="67613" y="1245452"/>
                  </a:lnTo>
                  <a:lnTo>
                    <a:pt x="72627" y="1305173"/>
                  </a:lnTo>
                  <a:lnTo>
                    <a:pt x="78573" y="1360804"/>
                  </a:lnTo>
                  <a:lnTo>
                    <a:pt x="85255" y="1410579"/>
                  </a:lnTo>
                  <a:lnTo>
                    <a:pt x="92478" y="1452732"/>
                  </a:lnTo>
                  <a:lnTo>
                    <a:pt x="107765" y="1507105"/>
                  </a:lnTo>
                  <a:lnTo>
                    <a:pt x="187644" y="1510065"/>
                  </a:lnTo>
                  <a:lnTo>
                    <a:pt x="228408" y="1507972"/>
                  </a:lnTo>
                  <a:lnTo>
                    <a:pt x="242781" y="1498053"/>
                  </a:lnTo>
                  <a:lnTo>
                    <a:pt x="243488" y="1477536"/>
                  </a:lnTo>
                  <a:lnTo>
                    <a:pt x="245556" y="1454106"/>
                  </a:lnTo>
                  <a:lnTo>
                    <a:pt x="253090" y="1419096"/>
                  </a:lnTo>
                  <a:lnTo>
                    <a:pt x="264516" y="1374650"/>
                  </a:lnTo>
                  <a:lnTo>
                    <a:pt x="278259" y="1322912"/>
                  </a:lnTo>
                  <a:lnTo>
                    <a:pt x="292744" y="1266024"/>
                  </a:lnTo>
                  <a:lnTo>
                    <a:pt x="306395" y="1206130"/>
                  </a:lnTo>
                  <a:lnTo>
                    <a:pt x="317638" y="1145375"/>
                  </a:lnTo>
                  <a:lnTo>
                    <a:pt x="324899" y="1085901"/>
                  </a:lnTo>
                  <a:lnTo>
                    <a:pt x="326602" y="1029853"/>
                  </a:lnTo>
                  <a:lnTo>
                    <a:pt x="321172" y="979373"/>
                  </a:lnTo>
                  <a:lnTo>
                    <a:pt x="325744" y="913874"/>
                  </a:lnTo>
                  <a:lnTo>
                    <a:pt x="341000" y="795402"/>
                  </a:lnTo>
                  <a:lnTo>
                    <a:pt x="357255" y="681858"/>
                  </a:lnTo>
                  <a:lnTo>
                    <a:pt x="364825" y="631143"/>
                  </a:lnTo>
                  <a:lnTo>
                    <a:pt x="471911" y="948693"/>
                  </a:lnTo>
                  <a:lnTo>
                    <a:pt x="478620" y="1025305"/>
                  </a:lnTo>
                  <a:lnTo>
                    <a:pt x="490316" y="1096692"/>
                  </a:lnTo>
                  <a:lnTo>
                    <a:pt x="506024" y="1162760"/>
                  </a:lnTo>
                  <a:lnTo>
                    <a:pt x="524773" y="1223410"/>
                  </a:lnTo>
                  <a:lnTo>
                    <a:pt x="545589" y="1278547"/>
                  </a:lnTo>
                  <a:lnTo>
                    <a:pt x="567501" y="1328073"/>
                  </a:lnTo>
                  <a:lnTo>
                    <a:pt x="589535" y="1371892"/>
                  </a:lnTo>
                  <a:lnTo>
                    <a:pt x="610718" y="1409908"/>
                  </a:lnTo>
                  <a:lnTo>
                    <a:pt x="659441" y="1488170"/>
                  </a:lnTo>
                  <a:lnTo>
                    <a:pt x="667497" y="1502006"/>
                  </a:lnTo>
                  <a:lnTo>
                    <a:pt x="696376" y="1508973"/>
                  </a:lnTo>
                  <a:lnTo>
                    <a:pt x="750133" y="1503418"/>
                  </a:lnTo>
                  <a:lnTo>
                    <a:pt x="801447" y="1489624"/>
                  </a:lnTo>
                  <a:lnTo>
                    <a:pt x="823000" y="1471871"/>
                  </a:lnTo>
                  <a:lnTo>
                    <a:pt x="791516" y="1236050"/>
                  </a:lnTo>
                  <a:lnTo>
                    <a:pt x="773108" y="1095246"/>
                  </a:lnTo>
                  <a:lnTo>
                    <a:pt x="764942" y="1031281"/>
                  </a:lnTo>
                  <a:lnTo>
                    <a:pt x="758230" y="977074"/>
                  </a:lnTo>
                  <a:lnTo>
                    <a:pt x="753543" y="936723"/>
                  </a:lnTo>
                  <a:lnTo>
                    <a:pt x="740919" y="747741"/>
                  </a:lnTo>
                  <a:lnTo>
                    <a:pt x="724411" y="502614"/>
                  </a:lnTo>
                  <a:lnTo>
                    <a:pt x="715291" y="373723"/>
                  </a:lnTo>
                  <a:lnTo>
                    <a:pt x="706479" y="255624"/>
                  </a:lnTo>
                  <a:lnTo>
                    <a:pt x="702396" y="204140"/>
                  </a:lnTo>
                  <a:lnTo>
                    <a:pt x="697011" y="142779"/>
                  </a:lnTo>
                  <a:lnTo>
                    <a:pt x="68328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544755" y="4464633"/>
              <a:ext cx="167640" cy="946150"/>
            </a:xfrm>
            <a:custGeom>
              <a:avLst/>
              <a:gdLst/>
              <a:ahLst/>
              <a:cxnLst/>
              <a:rect l="l" t="t" r="r" b="b"/>
              <a:pathLst>
                <a:path w="167639" h="946150">
                  <a:moveTo>
                    <a:pt x="114069" y="0"/>
                  </a:moveTo>
                  <a:lnTo>
                    <a:pt x="85834" y="186543"/>
                  </a:lnTo>
                  <a:lnTo>
                    <a:pt x="71874" y="284999"/>
                  </a:lnTo>
                  <a:lnTo>
                    <a:pt x="68096" y="328015"/>
                  </a:lnTo>
                  <a:lnTo>
                    <a:pt x="75562" y="390935"/>
                  </a:lnTo>
                  <a:lnTo>
                    <a:pt x="76017" y="441069"/>
                  </a:lnTo>
                  <a:lnTo>
                    <a:pt x="72579" y="496799"/>
                  </a:lnTo>
                  <a:lnTo>
                    <a:pt x="66058" y="556283"/>
                  </a:lnTo>
                  <a:lnTo>
                    <a:pt x="57262" y="617677"/>
                  </a:lnTo>
                  <a:lnTo>
                    <a:pt x="47002" y="679139"/>
                  </a:lnTo>
                  <a:lnTo>
                    <a:pt x="36086" y="738824"/>
                  </a:lnTo>
                  <a:lnTo>
                    <a:pt x="15525" y="845493"/>
                  </a:lnTo>
                  <a:lnTo>
                    <a:pt x="7499" y="888790"/>
                  </a:lnTo>
                  <a:lnTo>
                    <a:pt x="2054" y="922939"/>
                  </a:lnTo>
                  <a:lnTo>
                    <a:pt x="0" y="946096"/>
                  </a:lnTo>
                  <a:lnTo>
                    <a:pt x="18186" y="942384"/>
                  </a:lnTo>
                  <a:lnTo>
                    <a:pt x="32987" y="937070"/>
                  </a:lnTo>
                  <a:lnTo>
                    <a:pt x="42767" y="929864"/>
                  </a:lnTo>
                  <a:lnTo>
                    <a:pt x="45893" y="920474"/>
                  </a:lnTo>
                  <a:lnTo>
                    <a:pt x="47961" y="897044"/>
                  </a:lnTo>
                  <a:lnTo>
                    <a:pt x="55495" y="862035"/>
                  </a:lnTo>
                  <a:lnTo>
                    <a:pt x="66921" y="817589"/>
                  </a:lnTo>
                  <a:lnTo>
                    <a:pt x="80664" y="765850"/>
                  </a:lnTo>
                  <a:lnTo>
                    <a:pt x="95148" y="708962"/>
                  </a:lnTo>
                  <a:lnTo>
                    <a:pt x="108800" y="649069"/>
                  </a:lnTo>
                  <a:lnTo>
                    <a:pt x="120043" y="588313"/>
                  </a:lnTo>
                  <a:lnTo>
                    <a:pt x="127304" y="528840"/>
                  </a:lnTo>
                  <a:lnTo>
                    <a:pt x="129007" y="472791"/>
                  </a:lnTo>
                  <a:lnTo>
                    <a:pt x="123577" y="422311"/>
                  </a:lnTo>
                  <a:lnTo>
                    <a:pt x="128149" y="356817"/>
                  </a:lnTo>
                  <a:lnTo>
                    <a:pt x="143405" y="238344"/>
                  </a:lnTo>
                  <a:lnTo>
                    <a:pt x="159660" y="124798"/>
                  </a:lnTo>
                  <a:lnTo>
                    <a:pt x="167230" y="74081"/>
                  </a:lnTo>
                  <a:lnTo>
                    <a:pt x="114069" y="0"/>
                  </a:lnTo>
                  <a:close/>
                </a:path>
              </a:pathLst>
            </a:custGeom>
            <a:solidFill>
              <a:srgbClr val="FADBDE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347162" y="3907573"/>
              <a:ext cx="823000" cy="1510065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333179" y="3158186"/>
              <a:ext cx="785495" cy="969644"/>
            </a:xfrm>
            <a:custGeom>
              <a:avLst/>
              <a:gdLst/>
              <a:ahLst/>
              <a:cxnLst/>
              <a:rect l="l" t="t" r="r" b="b"/>
              <a:pathLst>
                <a:path w="785495" h="969645">
                  <a:moveTo>
                    <a:pt x="335782" y="0"/>
                  </a:moveTo>
                  <a:lnTo>
                    <a:pt x="259859" y="1519"/>
                  </a:lnTo>
                  <a:lnTo>
                    <a:pt x="195220" y="6066"/>
                  </a:lnTo>
                  <a:lnTo>
                    <a:pt x="142482" y="13291"/>
                  </a:lnTo>
                  <a:lnTo>
                    <a:pt x="102261" y="22847"/>
                  </a:lnTo>
                  <a:lnTo>
                    <a:pt x="61843" y="47558"/>
                  </a:lnTo>
                  <a:lnTo>
                    <a:pt x="49669" y="89619"/>
                  </a:lnTo>
                  <a:lnTo>
                    <a:pt x="41817" y="145195"/>
                  </a:lnTo>
                  <a:lnTo>
                    <a:pt x="37108" y="206462"/>
                  </a:lnTo>
                  <a:lnTo>
                    <a:pt x="34362" y="265594"/>
                  </a:lnTo>
                  <a:lnTo>
                    <a:pt x="32400" y="314767"/>
                  </a:lnTo>
                  <a:lnTo>
                    <a:pt x="30043" y="346156"/>
                  </a:lnTo>
                  <a:lnTo>
                    <a:pt x="20387" y="416066"/>
                  </a:lnTo>
                  <a:lnTo>
                    <a:pt x="12628" y="482488"/>
                  </a:lnTo>
                  <a:lnTo>
                    <a:pt x="6739" y="545213"/>
                  </a:lnTo>
                  <a:lnTo>
                    <a:pt x="2690" y="604030"/>
                  </a:lnTo>
                  <a:lnTo>
                    <a:pt x="453" y="658731"/>
                  </a:lnTo>
                  <a:lnTo>
                    <a:pt x="0" y="709105"/>
                  </a:lnTo>
                  <a:lnTo>
                    <a:pt x="1301" y="754942"/>
                  </a:lnTo>
                  <a:lnTo>
                    <a:pt x="4328" y="796033"/>
                  </a:lnTo>
                  <a:lnTo>
                    <a:pt x="15446" y="863136"/>
                  </a:lnTo>
                  <a:lnTo>
                    <a:pt x="44415" y="906752"/>
                  </a:lnTo>
                  <a:lnTo>
                    <a:pt x="85761" y="923630"/>
                  </a:lnTo>
                  <a:lnTo>
                    <a:pt x="162324" y="943767"/>
                  </a:lnTo>
                  <a:lnTo>
                    <a:pt x="212409" y="953259"/>
                  </a:lnTo>
                  <a:lnTo>
                    <a:pt x="270221" y="961229"/>
                  </a:lnTo>
                  <a:lnTo>
                    <a:pt x="335652" y="966822"/>
                  </a:lnTo>
                  <a:lnTo>
                    <a:pt x="408596" y="969185"/>
                  </a:lnTo>
                  <a:lnTo>
                    <a:pt x="468157" y="968551"/>
                  </a:lnTo>
                  <a:lnTo>
                    <a:pt x="523281" y="965523"/>
                  </a:lnTo>
                  <a:lnTo>
                    <a:pt x="573633" y="959523"/>
                  </a:lnTo>
                  <a:lnTo>
                    <a:pt x="618877" y="949977"/>
                  </a:lnTo>
                  <a:lnTo>
                    <a:pt x="658677" y="936308"/>
                  </a:lnTo>
                  <a:lnTo>
                    <a:pt x="692700" y="917940"/>
                  </a:lnTo>
                  <a:lnTo>
                    <a:pt x="739729" y="869490"/>
                  </a:lnTo>
                  <a:lnTo>
                    <a:pt x="768550" y="805017"/>
                  </a:lnTo>
                  <a:lnTo>
                    <a:pt x="777828" y="766571"/>
                  </a:lnTo>
                  <a:lnTo>
                    <a:pt x="783403" y="724799"/>
                  </a:lnTo>
                  <a:lnTo>
                    <a:pt x="785062" y="680311"/>
                  </a:lnTo>
                  <a:lnTo>
                    <a:pt x="782595" y="633719"/>
                  </a:lnTo>
                  <a:lnTo>
                    <a:pt x="775789" y="585631"/>
                  </a:lnTo>
                  <a:lnTo>
                    <a:pt x="764434" y="536658"/>
                  </a:lnTo>
                  <a:lnTo>
                    <a:pt x="748318" y="487411"/>
                  </a:lnTo>
                  <a:lnTo>
                    <a:pt x="727230" y="438500"/>
                  </a:lnTo>
                  <a:lnTo>
                    <a:pt x="700958" y="390534"/>
                  </a:lnTo>
                  <a:lnTo>
                    <a:pt x="669290" y="344125"/>
                  </a:lnTo>
                  <a:lnTo>
                    <a:pt x="662754" y="324847"/>
                  </a:lnTo>
                  <a:lnTo>
                    <a:pt x="645742" y="239266"/>
                  </a:lnTo>
                  <a:lnTo>
                    <a:pt x="632466" y="184008"/>
                  </a:lnTo>
                  <a:lnTo>
                    <a:pt x="614143" y="127802"/>
                  </a:lnTo>
                  <a:lnTo>
                    <a:pt x="589374" y="76171"/>
                  </a:lnTo>
                  <a:lnTo>
                    <a:pt x="556760" y="34637"/>
                  </a:lnTo>
                  <a:lnTo>
                    <a:pt x="484720" y="14458"/>
                  </a:lnTo>
                  <a:lnTo>
                    <a:pt x="437999" y="5591"/>
                  </a:lnTo>
                  <a:lnTo>
                    <a:pt x="387899" y="965"/>
                  </a:lnTo>
                  <a:lnTo>
                    <a:pt x="361900" y="199"/>
                  </a:lnTo>
                  <a:lnTo>
                    <a:pt x="335782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38888" y="2927474"/>
              <a:ext cx="224338" cy="236306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3443504" y="2658169"/>
              <a:ext cx="362585" cy="452755"/>
            </a:xfrm>
            <a:custGeom>
              <a:avLst/>
              <a:gdLst/>
              <a:ahLst/>
              <a:cxnLst/>
              <a:rect l="l" t="t" r="r" b="b"/>
              <a:pathLst>
                <a:path w="362585" h="452755">
                  <a:moveTo>
                    <a:pt x="260681" y="0"/>
                  </a:moveTo>
                  <a:lnTo>
                    <a:pt x="221614" y="575"/>
                  </a:lnTo>
                  <a:lnTo>
                    <a:pt x="178943" y="11901"/>
                  </a:lnTo>
                  <a:lnTo>
                    <a:pt x="133796" y="34811"/>
                  </a:lnTo>
                  <a:lnTo>
                    <a:pt x="100827" y="39248"/>
                  </a:lnTo>
                  <a:lnTo>
                    <a:pt x="40233" y="90733"/>
                  </a:lnTo>
                  <a:lnTo>
                    <a:pt x="17581" y="130614"/>
                  </a:lnTo>
                  <a:lnTo>
                    <a:pt x="3341" y="175145"/>
                  </a:lnTo>
                  <a:lnTo>
                    <a:pt x="0" y="220742"/>
                  </a:lnTo>
                  <a:lnTo>
                    <a:pt x="12272" y="276972"/>
                  </a:lnTo>
                  <a:lnTo>
                    <a:pt x="36880" y="327889"/>
                  </a:lnTo>
                  <a:lnTo>
                    <a:pt x="66949" y="371857"/>
                  </a:lnTo>
                  <a:lnTo>
                    <a:pt x="115975" y="432390"/>
                  </a:lnTo>
                  <a:lnTo>
                    <a:pt x="179287" y="452204"/>
                  </a:lnTo>
                  <a:lnTo>
                    <a:pt x="224290" y="437656"/>
                  </a:lnTo>
                  <a:lnTo>
                    <a:pt x="269300" y="401857"/>
                  </a:lnTo>
                  <a:lnTo>
                    <a:pt x="280692" y="379006"/>
                  </a:lnTo>
                  <a:lnTo>
                    <a:pt x="285561" y="351574"/>
                  </a:lnTo>
                  <a:lnTo>
                    <a:pt x="289449" y="326112"/>
                  </a:lnTo>
                  <a:lnTo>
                    <a:pt x="297896" y="309169"/>
                  </a:lnTo>
                  <a:lnTo>
                    <a:pt x="310908" y="301210"/>
                  </a:lnTo>
                  <a:lnTo>
                    <a:pt x="325147" y="294300"/>
                  </a:lnTo>
                  <a:lnTo>
                    <a:pt x="336967" y="285898"/>
                  </a:lnTo>
                  <a:lnTo>
                    <a:pt x="342722" y="273463"/>
                  </a:lnTo>
                  <a:lnTo>
                    <a:pt x="342578" y="264376"/>
                  </a:lnTo>
                  <a:lnTo>
                    <a:pt x="339497" y="251868"/>
                  </a:lnTo>
                  <a:lnTo>
                    <a:pt x="339801" y="242616"/>
                  </a:lnTo>
                  <a:lnTo>
                    <a:pt x="343281" y="224438"/>
                  </a:lnTo>
                  <a:lnTo>
                    <a:pt x="347760" y="206906"/>
                  </a:lnTo>
                  <a:lnTo>
                    <a:pt x="352398" y="190483"/>
                  </a:lnTo>
                  <a:lnTo>
                    <a:pt x="356355" y="175633"/>
                  </a:lnTo>
                  <a:lnTo>
                    <a:pt x="362558" y="129209"/>
                  </a:lnTo>
                  <a:lnTo>
                    <a:pt x="358399" y="88534"/>
                  </a:lnTo>
                  <a:lnTo>
                    <a:pt x="345006" y="54442"/>
                  </a:lnTo>
                  <a:lnTo>
                    <a:pt x="323504" y="27767"/>
                  </a:lnTo>
                  <a:lnTo>
                    <a:pt x="295021" y="9341"/>
                  </a:lnTo>
                  <a:lnTo>
                    <a:pt x="260681" y="0"/>
                  </a:lnTo>
                  <a:close/>
                </a:path>
              </a:pathLst>
            </a:custGeom>
            <a:solidFill>
              <a:srgbClr val="6B483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82388" y="2670316"/>
              <a:ext cx="214261" cy="68055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3443497" y="2833804"/>
              <a:ext cx="356870" cy="276860"/>
            </a:xfrm>
            <a:custGeom>
              <a:avLst/>
              <a:gdLst/>
              <a:ahLst/>
              <a:cxnLst/>
              <a:rect l="l" t="t" r="r" b="b"/>
              <a:pathLst>
                <a:path w="356870" h="276860">
                  <a:moveTo>
                    <a:pt x="356366" y="0"/>
                  </a:moveTo>
                  <a:lnTo>
                    <a:pt x="334119" y="14830"/>
                  </a:lnTo>
                  <a:lnTo>
                    <a:pt x="323263" y="32649"/>
                  </a:lnTo>
                  <a:lnTo>
                    <a:pt x="310414" y="66012"/>
                  </a:lnTo>
                  <a:lnTo>
                    <a:pt x="282190" y="127472"/>
                  </a:lnTo>
                  <a:lnTo>
                    <a:pt x="260576" y="157653"/>
                  </a:lnTo>
                  <a:lnTo>
                    <a:pt x="232706" y="177494"/>
                  </a:lnTo>
                  <a:lnTo>
                    <a:pt x="200218" y="187212"/>
                  </a:lnTo>
                  <a:lnTo>
                    <a:pt x="164748" y="187025"/>
                  </a:lnTo>
                  <a:lnTo>
                    <a:pt x="127935" y="177149"/>
                  </a:lnTo>
                  <a:lnTo>
                    <a:pt x="91417" y="157803"/>
                  </a:lnTo>
                  <a:lnTo>
                    <a:pt x="56829" y="129202"/>
                  </a:lnTo>
                  <a:lnTo>
                    <a:pt x="25811" y="91565"/>
                  </a:lnTo>
                  <a:lnTo>
                    <a:pt x="0" y="45108"/>
                  </a:lnTo>
                  <a:lnTo>
                    <a:pt x="12273" y="101338"/>
                  </a:lnTo>
                  <a:lnTo>
                    <a:pt x="36884" y="152255"/>
                  </a:lnTo>
                  <a:lnTo>
                    <a:pt x="66956" y="196221"/>
                  </a:lnTo>
                  <a:lnTo>
                    <a:pt x="115985" y="256746"/>
                  </a:lnTo>
                  <a:lnTo>
                    <a:pt x="179298" y="276564"/>
                  </a:lnTo>
                  <a:lnTo>
                    <a:pt x="224300" y="262020"/>
                  </a:lnTo>
                  <a:lnTo>
                    <a:pt x="269311" y="226223"/>
                  </a:lnTo>
                  <a:lnTo>
                    <a:pt x="280701" y="203368"/>
                  </a:lnTo>
                  <a:lnTo>
                    <a:pt x="285568" y="175937"/>
                  </a:lnTo>
                  <a:lnTo>
                    <a:pt x="289456" y="150476"/>
                  </a:lnTo>
                  <a:lnTo>
                    <a:pt x="297907" y="133535"/>
                  </a:lnTo>
                  <a:lnTo>
                    <a:pt x="310918" y="125576"/>
                  </a:lnTo>
                  <a:lnTo>
                    <a:pt x="325157" y="118666"/>
                  </a:lnTo>
                  <a:lnTo>
                    <a:pt x="336977" y="110264"/>
                  </a:lnTo>
                  <a:lnTo>
                    <a:pt x="342733" y="97829"/>
                  </a:lnTo>
                  <a:lnTo>
                    <a:pt x="342584" y="88742"/>
                  </a:lnTo>
                  <a:lnTo>
                    <a:pt x="339502" y="76234"/>
                  </a:lnTo>
                  <a:lnTo>
                    <a:pt x="339801" y="66982"/>
                  </a:lnTo>
                  <a:lnTo>
                    <a:pt x="343287" y="48804"/>
                  </a:lnTo>
                  <a:lnTo>
                    <a:pt x="347769" y="31272"/>
                  </a:lnTo>
                  <a:lnTo>
                    <a:pt x="352408" y="14849"/>
                  </a:lnTo>
                  <a:lnTo>
                    <a:pt x="356366" y="0"/>
                  </a:lnTo>
                  <a:close/>
                </a:path>
              </a:pathLst>
            </a:custGeom>
            <a:solidFill>
              <a:srgbClr val="6B4837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10048" y="2909998"/>
              <a:ext cx="82869" cy="77149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3527681" y="3111151"/>
              <a:ext cx="243840" cy="58419"/>
            </a:xfrm>
            <a:custGeom>
              <a:avLst/>
              <a:gdLst/>
              <a:ahLst/>
              <a:cxnLst/>
              <a:rect l="l" t="t" r="r" b="b"/>
              <a:pathLst>
                <a:path w="243839" h="58419">
                  <a:moveTo>
                    <a:pt x="31758" y="0"/>
                  </a:moveTo>
                  <a:lnTo>
                    <a:pt x="0" y="53516"/>
                  </a:lnTo>
                  <a:lnTo>
                    <a:pt x="4777" y="54225"/>
                  </a:lnTo>
                  <a:lnTo>
                    <a:pt x="23563" y="55783"/>
                  </a:lnTo>
                  <a:lnTo>
                    <a:pt x="63040" y="57342"/>
                  </a:lnTo>
                  <a:lnTo>
                    <a:pt x="129891" y="58050"/>
                  </a:lnTo>
                  <a:lnTo>
                    <a:pt x="193745" y="57965"/>
                  </a:lnTo>
                  <a:lnTo>
                    <a:pt x="226863" y="57372"/>
                  </a:lnTo>
                  <a:lnTo>
                    <a:pt x="239895" y="55762"/>
                  </a:lnTo>
                  <a:lnTo>
                    <a:pt x="243489" y="52626"/>
                  </a:lnTo>
                  <a:lnTo>
                    <a:pt x="223605" y="7423"/>
                  </a:lnTo>
                  <a:lnTo>
                    <a:pt x="161767" y="2392"/>
                  </a:lnTo>
                  <a:lnTo>
                    <a:pt x="112258" y="1727"/>
                  </a:lnTo>
                  <a:lnTo>
                    <a:pt x="84284" y="3137"/>
                  </a:lnTo>
                  <a:lnTo>
                    <a:pt x="66573" y="3427"/>
                  </a:lnTo>
                  <a:lnTo>
                    <a:pt x="51580" y="2435"/>
                  </a:lnTo>
                  <a:lnTo>
                    <a:pt x="31758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3333186" y="3192818"/>
              <a:ext cx="785495" cy="934719"/>
            </a:xfrm>
            <a:custGeom>
              <a:avLst/>
              <a:gdLst/>
              <a:ahLst/>
              <a:cxnLst/>
              <a:rect l="l" t="t" r="r" b="b"/>
              <a:pathLst>
                <a:path w="785495" h="934720">
                  <a:moveTo>
                    <a:pt x="556747" y="0"/>
                  </a:moveTo>
                  <a:lnTo>
                    <a:pt x="577416" y="129287"/>
                  </a:lnTo>
                  <a:lnTo>
                    <a:pt x="580572" y="242952"/>
                  </a:lnTo>
                  <a:lnTo>
                    <a:pt x="575590" y="323776"/>
                  </a:lnTo>
                  <a:lnTo>
                    <a:pt x="571846" y="354544"/>
                  </a:lnTo>
                  <a:lnTo>
                    <a:pt x="615914" y="433412"/>
                  </a:lnTo>
                  <a:lnTo>
                    <a:pt x="633552" y="493054"/>
                  </a:lnTo>
                  <a:lnTo>
                    <a:pt x="627412" y="563488"/>
                  </a:lnTo>
                  <a:lnTo>
                    <a:pt x="600149" y="674733"/>
                  </a:lnTo>
                  <a:lnTo>
                    <a:pt x="579992" y="724570"/>
                  </a:lnTo>
                  <a:lnTo>
                    <a:pt x="549633" y="765024"/>
                  </a:lnTo>
                  <a:lnTo>
                    <a:pt x="511339" y="796983"/>
                  </a:lnTo>
                  <a:lnTo>
                    <a:pt x="467379" y="821337"/>
                  </a:lnTo>
                  <a:lnTo>
                    <a:pt x="420021" y="838973"/>
                  </a:lnTo>
                  <a:lnTo>
                    <a:pt x="371532" y="850779"/>
                  </a:lnTo>
                  <a:lnTo>
                    <a:pt x="324181" y="857645"/>
                  </a:lnTo>
                  <a:lnTo>
                    <a:pt x="280236" y="860458"/>
                  </a:lnTo>
                  <a:lnTo>
                    <a:pt x="241965" y="860108"/>
                  </a:lnTo>
                  <a:lnTo>
                    <a:pt x="179473" y="850606"/>
                  </a:lnTo>
                  <a:lnTo>
                    <a:pt x="116439" y="818833"/>
                  </a:lnTo>
                  <a:lnTo>
                    <a:pt x="87078" y="792080"/>
                  </a:lnTo>
                  <a:lnTo>
                    <a:pt x="60160" y="756845"/>
                  </a:lnTo>
                  <a:lnTo>
                    <a:pt x="36440" y="712202"/>
                  </a:lnTo>
                  <a:lnTo>
                    <a:pt x="16672" y="657221"/>
                  </a:lnTo>
                  <a:lnTo>
                    <a:pt x="1612" y="590976"/>
                  </a:lnTo>
                  <a:lnTo>
                    <a:pt x="0" y="650254"/>
                  </a:lnTo>
                  <a:lnTo>
                    <a:pt x="615" y="703944"/>
                  </a:lnTo>
                  <a:lnTo>
                    <a:pt x="3418" y="751748"/>
                  </a:lnTo>
                  <a:lnTo>
                    <a:pt x="8371" y="793366"/>
                  </a:lnTo>
                  <a:lnTo>
                    <a:pt x="21917" y="845741"/>
                  </a:lnTo>
                  <a:lnTo>
                    <a:pt x="59484" y="880067"/>
                  </a:lnTo>
                  <a:lnTo>
                    <a:pt x="120061" y="898972"/>
                  </a:lnTo>
                  <a:lnTo>
                    <a:pt x="162315" y="909131"/>
                  </a:lnTo>
                  <a:lnTo>
                    <a:pt x="212403" y="918622"/>
                  </a:lnTo>
                  <a:lnTo>
                    <a:pt x="270216" y="926592"/>
                  </a:lnTo>
                  <a:lnTo>
                    <a:pt x="335649" y="932185"/>
                  </a:lnTo>
                  <a:lnTo>
                    <a:pt x="408594" y="934547"/>
                  </a:lnTo>
                  <a:lnTo>
                    <a:pt x="468155" y="933914"/>
                  </a:lnTo>
                  <a:lnTo>
                    <a:pt x="523279" y="930887"/>
                  </a:lnTo>
                  <a:lnTo>
                    <a:pt x="573630" y="924890"/>
                  </a:lnTo>
                  <a:lnTo>
                    <a:pt x="618874" y="915346"/>
                  </a:lnTo>
                  <a:lnTo>
                    <a:pt x="658675" y="901678"/>
                  </a:lnTo>
                  <a:lnTo>
                    <a:pt x="692697" y="883312"/>
                  </a:lnTo>
                  <a:lnTo>
                    <a:pt x="739726" y="834863"/>
                  </a:lnTo>
                  <a:lnTo>
                    <a:pt x="768548" y="770389"/>
                  </a:lnTo>
                  <a:lnTo>
                    <a:pt x="777826" y="731943"/>
                  </a:lnTo>
                  <a:lnTo>
                    <a:pt x="783400" y="690171"/>
                  </a:lnTo>
                  <a:lnTo>
                    <a:pt x="785059" y="645683"/>
                  </a:lnTo>
                  <a:lnTo>
                    <a:pt x="782591" y="599090"/>
                  </a:lnTo>
                  <a:lnTo>
                    <a:pt x="775784" y="551001"/>
                  </a:lnTo>
                  <a:lnTo>
                    <a:pt x="764428" y="502027"/>
                  </a:lnTo>
                  <a:lnTo>
                    <a:pt x="748311" y="452779"/>
                  </a:lnTo>
                  <a:lnTo>
                    <a:pt x="727221" y="403866"/>
                  </a:lnTo>
                  <a:lnTo>
                    <a:pt x="700947" y="355899"/>
                  </a:lnTo>
                  <a:lnTo>
                    <a:pt x="669277" y="309487"/>
                  </a:lnTo>
                  <a:lnTo>
                    <a:pt x="662742" y="290210"/>
                  </a:lnTo>
                  <a:lnTo>
                    <a:pt x="645732" y="204628"/>
                  </a:lnTo>
                  <a:lnTo>
                    <a:pt x="632457" y="149370"/>
                  </a:lnTo>
                  <a:lnTo>
                    <a:pt x="614135" y="93164"/>
                  </a:lnTo>
                  <a:lnTo>
                    <a:pt x="589365" y="41533"/>
                  </a:lnTo>
                  <a:lnTo>
                    <a:pt x="556747" y="0"/>
                  </a:lnTo>
                  <a:close/>
                </a:path>
              </a:pathLst>
            </a:custGeom>
            <a:solidFill>
              <a:srgbClr val="1DA2DC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4206167" y="3558890"/>
              <a:ext cx="267970" cy="139700"/>
            </a:xfrm>
            <a:custGeom>
              <a:avLst/>
              <a:gdLst/>
              <a:ahLst/>
              <a:cxnLst/>
              <a:rect l="l" t="t" r="r" b="b"/>
              <a:pathLst>
                <a:path w="267970" h="139700">
                  <a:moveTo>
                    <a:pt x="171617" y="0"/>
                  </a:moveTo>
                  <a:lnTo>
                    <a:pt x="160204" y="2429"/>
                  </a:lnTo>
                  <a:lnTo>
                    <a:pt x="157775" y="3005"/>
                  </a:lnTo>
                  <a:lnTo>
                    <a:pt x="135650" y="6462"/>
                  </a:lnTo>
                  <a:lnTo>
                    <a:pt x="89426" y="11950"/>
                  </a:lnTo>
                  <a:lnTo>
                    <a:pt x="51529" y="30923"/>
                  </a:lnTo>
                  <a:lnTo>
                    <a:pt x="8569" y="66883"/>
                  </a:lnTo>
                  <a:lnTo>
                    <a:pt x="0" y="74447"/>
                  </a:lnTo>
                  <a:lnTo>
                    <a:pt x="25957" y="139524"/>
                  </a:lnTo>
                  <a:lnTo>
                    <a:pt x="158497" y="119514"/>
                  </a:lnTo>
                  <a:lnTo>
                    <a:pt x="252131" y="71726"/>
                  </a:lnTo>
                  <a:lnTo>
                    <a:pt x="267908" y="61045"/>
                  </a:lnTo>
                  <a:lnTo>
                    <a:pt x="267270" y="58443"/>
                  </a:lnTo>
                  <a:lnTo>
                    <a:pt x="125257" y="58443"/>
                  </a:lnTo>
                  <a:lnTo>
                    <a:pt x="119291" y="57297"/>
                  </a:lnTo>
                  <a:lnTo>
                    <a:pt x="145042" y="33314"/>
                  </a:lnTo>
                  <a:lnTo>
                    <a:pt x="153255" y="29773"/>
                  </a:lnTo>
                  <a:lnTo>
                    <a:pt x="172738" y="10948"/>
                  </a:lnTo>
                  <a:lnTo>
                    <a:pt x="171617" y="0"/>
                  </a:lnTo>
                  <a:close/>
                </a:path>
                <a:path w="267970" h="139700">
                  <a:moveTo>
                    <a:pt x="201585" y="1612"/>
                  </a:moveTo>
                  <a:lnTo>
                    <a:pt x="191711" y="7025"/>
                  </a:lnTo>
                  <a:lnTo>
                    <a:pt x="189069" y="11950"/>
                  </a:lnTo>
                  <a:lnTo>
                    <a:pt x="185222" y="18899"/>
                  </a:lnTo>
                  <a:lnTo>
                    <a:pt x="172141" y="42208"/>
                  </a:lnTo>
                  <a:lnTo>
                    <a:pt x="141190" y="53690"/>
                  </a:lnTo>
                  <a:lnTo>
                    <a:pt x="125257" y="58443"/>
                  </a:lnTo>
                  <a:lnTo>
                    <a:pt x="267270" y="58443"/>
                  </a:lnTo>
                  <a:lnTo>
                    <a:pt x="266013" y="53307"/>
                  </a:lnTo>
                  <a:lnTo>
                    <a:pt x="240526" y="53307"/>
                  </a:lnTo>
                  <a:lnTo>
                    <a:pt x="245561" y="47328"/>
                  </a:lnTo>
                  <a:lnTo>
                    <a:pt x="192172" y="47328"/>
                  </a:lnTo>
                  <a:lnTo>
                    <a:pt x="198570" y="27252"/>
                  </a:lnTo>
                  <a:lnTo>
                    <a:pt x="201775" y="16380"/>
                  </a:lnTo>
                  <a:lnTo>
                    <a:pt x="202751" y="10948"/>
                  </a:lnTo>
                  <a:lnTo>
                    <a:pt x="202465" y="7193"/>
                  </a:lnTo>
                  <a:lnTo>
                    <a:pt x="201585" y="1612"/>
                  </a:lnTo>
                  <a:close/>
                </a:path>
                <a:path w="267970" h="139700">
                  <a:moveTo>
                    <a:pt x="253761" y="48029"/>
                  </a:moveTo>
                  <a:lnTo>
                    <a:pt x="240526" y="53307"/>
                  </a:lnTo>
                  <a:lnTo>
                    <a:pt x="266013" y="53307"/>
                  </a:lnTo>
                  <a:lnTo>
                    <a:pt x="265269" y="50270"/>
                  </a:lnTo>
                  <a:lnTo>
                    <a:pt x="253761" y="48029"/>
                  </a:lnTo>
                  <a:close/>
                </a:path>
                <a:path w="267970" h="139700">
                  <a:moveTo>
                    <a:pt x="235689" y="8177"/>
                  </a:moveTo>
                  <a:lnTo>
                    <a:pt x="227877" y="15894"/>
                  </a:lnTo>
                  <a:lnTo>
                    <a:pt x="216318" y="25192"/>
                  </a:lnTo>
                  <a:lnTo>
                    <a:pt x="213825" y="27800"/>
                  </a:lnTo>
                  <a:lnTo>
                    <a:pt x="209391" y="31942"/>
                  </a:lnTo>
                  <a:lnTo>
                    <a:pt x="202064" y="38534"/>
                  </a:lnTo>
                  <a:lnTo>
                    <a:pt x="192172" y="47328"/>
                  </a:lnTo>
                  <a:lnTo>
                    <a:pt x="245561" y="47328"/>
                  </a:lnTo>
                  <a:lnTo>
                    <a:pt x="258754" y="31663"/>
                  </a:lnTo>
                  <a:lnTo>
                    <a:pt x="234464" y="31663"/>
                  </a:lnTo>
                  <a:lnTo>
                    <a:pt x="237333" y="28815"/>
                  </a:lnTo>
                  <a:lnTo>
                    <a:pt x="239825" y="26208"/>
                  </a:lnTo>
                  <a:lnTo>
                    <a:pt x="242285" y="23569"/>
                  </a:lnTo>
                  <a:lnTo>
                    <a:pt x="244327" y="21455"/>
                  </a:lnTo>
                  <a:lnTo>
                    <a:pt x="245845" y="17151"/>
                  </a:lnTo>
                  <a:lnTo>
                    <a:pt x="247667" y="12229"/>
                  </a:lnTo>
                  <a:lnTo>
                    <a:pt x="235689" y="8177"/>
                  </a:lnTo>
                  <a:close/>
                </a:path>
                <a:path w="267970" h="139700">
                  <a:moveTo>
                    <a:pt x="244327" y="21455"/>
                  </a:moveTo>
                  <a:lnTo>
                    <a:pt x="242285" y="23569"/>
                  </a:lnTo>
                  <a:lnTo>
                    <a:pt x="239825" y="26208"/>
                  </a:lnTo>
                  <a:lnTo>
                    <a:pt x="237333" y="28815"/>
                  </a:lnTo>
                  <a:lnTo>
                    <a:pt x="234464" y="31663"/>
                  </a:lnTo>
                  <a:lnTo>
                    <a:pt x="244076" y="22166"/>
                  </a:lnTo>
                  <a:lnTo>
                    <a:pt x="244327" y="21455"/>
                  </a:lnTo>
                  <a:close/>
                </a:path>
                <a:path w="267970" h="139700">
                  <a:moveTo>
                    <a:pt x="255175" y="18648"/>
                  </a:moveTo>
                  <a:lnTo>
                    <a:pt x="250494" y="19245"/>
                  </a:lnTo>
                  <a:lnTo>
                    <a:pt x="245814" y="19915"/>
                  </a:lnTo>
                  <a:lnTo>
                    <a:pt x="244327" y="21455"/>
                  </a:lnTo>
                  <a:lnTo>
                    <a:pt x="244076" y="22166"/>
                  </a:lnTo>
                  <a:lnTo>
                    <a:pt x="234464" y="31663"/>
                  </a:lnTo>
                  <a:lnTo>
                    <a:pt x="258754" y="31663"/>
                  </a:lnTo>
                  <a:lnTo>
                    <a:pt x="260976" y="29025"/>
                  </a:lnTo>
                  <a:lnTo>
                    <a:pt x="263510" y="25674"/>
                  </a:lnTo>
                  <a:lnTo>
                    <a:pt x="255175" y="18648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69876" y="3563387"/>
              <a:ext cx="97693" cy="77398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4208873" y="3564160"/>
              <a:ext cx="264160" cy="134620"/>
            </a:xfrm>
            <a:custGeom>
              <a:avLst/>
              <a:gdLst/>
              <a:ahLst/>
              <a:cxnLst/>
              <a:rect l="l" t="t" r="r" b="b"/>
              <a:pathLst>
                <a:path w="264160" h="134620">
                  <a:moveTo>
                    <a:pt x="169471" y="0"/>
                  </a:moveTo>
                  <a:lnTo>
                    <a:pt x="160970" y="7432"/>
                  </a:lnTo>
                  <a:lnTo>
                    <a:pt x="148947" y="13674"/>
                  </a:lnTo>
                  <a:lnTo>
                    <a:pt x="133733" y="17946"/>
                  </a:lnTo>
                  <a:lnTo>
                    <a:pt x="115661" y="19465"/>
                  </a:lnTo>
                  <a:lnTo>
                    <a:pt x="90575" y="24801"/>
                  </a:lnTo>
                  <a:lnTo>
                    <a:pt x="58681" y="38344"/>
                  </a:lnTo>
                  <a:lnTo>
                    <a:pt x="26853" y="56041"/>
                  </a:lnTo>
                  <a:lnTo>
                    <a:pt x="1256" y="74458"/>
                  </a:lnTo>
                  <a:lnTo>
                    <a:pt x="0" y="75945"/>
                  </a:lnTo>
                  <a:lnTo>
                    <a:pt x="23255" y="134247"/>
                  </a:lnTo>
                  <a:lnTo>
                    <a:pt x="155796" y="114247"/>
                  </a:lnTo>
                  <a:lnTo>
                    <a:pt x="249420" y="66452"/>
                  </a:lnTo>
                  <a:lnTo>
                    <a:pt x="261488" y="59906"/>
                  </a:lnTo>
                  <a:lnTo>
                    <a:pt x="263908" y="57883"/>
                  </a:lnTo>
                  <a:lnTo>
                    <a:pt x="218658" y="69704"/>
                  </a:lnTo>
                  <a:lnTo>
                    <a:pt x="193737" y="76042"/>
                  </a:lnTo>
                  <a:lnTo>
                    <a:pt x="180289" y="79054"/>
                  </a:lnTo>
                  <a:lnTo>
                    <a:pt x="169460" y="80898"/>
                  </a:lnTo>
                  <a:lnTo>
                    <a:pt x="155974" y="79566"/>
                  </a:lnTo>
                  <a:lnTo>
                    <a:pt x="141142" y="72692"/>
                  </a:lnTo>
                  <a:lnTo>
                    <a:pt x="127306" y="61686"/>
                  </a:lnTo>
                  <a:lnTo>
                    <a:pt x="116813" y="47956"/>
                  </a:lnTo>
                  <a:lnTo>
                    <a:pt x="116090" y="47422"/>
                  </a:lnTo>
                  <a:lnTo>
                    <a:pt x="115567" y="46762"/>
                  </a:lnTo>
                  <a:lnTo>
                    <a:pt x="115535" y="45810"/>
                  </a:lnTo>
                  <a:lnTo>
                    <a:pt x="117439" y="40537"/>
                  </a:lnTo>
                  <a:lnTo>
                    <a:pt x="122437" y="35648"/>
                  </a:lnTo>
                  <a:lnTo>
                    <a:pt x="128936" y="31865"/>
                  </a:lnTo>
                  <a:lnTo>
                    <a:pt x="135346" y="29915"/>
                  </a:lnTo>
                  <a:lnTo>
                    <a:pt x="142339" y="28046"/>
                  </a:lnTo>
                  <a:lnTo>
                    <a:pt x="150550" y="24503"/>
                  </a:lnTo>
                  <a:lnTo>
                    <a:pt x="158281" y="20074"/>
                  </a:lnTo>
                  <a:lnTo>
                    <a:pt x="163837" y="15549"/>
                  </a:lnTo>
                  <a:lnTo>
                    <a:pt x="169481" y="9455"/>
                  </a:lnTo>
                  <a:lnTo>
                    <a:pt x="170068" y="6083"/>
                  </a:lnTo>
                  <a:lnTo>
                    <a:pt x="169471" y="0"/>
                  </a:lnTo>
                  <a:close/>
                </a:path>
              </a:pathLst>
            </a:custGeom>
            <a:solidFill>
              <a:srgbClr val="CF9E7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3748532" y="3189674"/>
              <a:ext cx="508000" cy="601345"/>
            </a:xfrm>
            <a:custGeom>
              <a:avLst/>
              <a:gdLst/>
              <a:ahLst/>
              <a:cxnLst/>
              <a:rect l="l" t="t" r="r" b="b"/>
              <a:pathLst>
                <a:path w="508000" h="601345">
                  <a:moveTo>
                    <a:pt x="507441" y="499732"/>
                  </a:moveTo>
                  <a:lnTo>
                    <a:pt x="481291" y="451586"/>
                  </a:lnTo>
                  <a:lnTo>
                    <a:pt x="459600" y="435864"/>
                  </a:lnTo>
                  <a:lnTo>
                    <a:pt x="418719" y="432168"/>
                  </a:lnTo>
                  <a:lnTo>
                    <a:pt x="355879" y="424535"/>
                  </a:lnTo>
                  <a:lnTo>
                    <a:pt x="293370" y="417931"/>
                  </a:lnTo>
                  <a:lnTo>
                    <a:pt x="253530" y="417334"/>
                  </a:lnTo>
                  <a:lnTo>
                    <a:pt x="242658" y="420433"/>
                  </a:lnTo>
                  <a:lnTo>
                    <a:pt x="219621" y="228307"/>
                  </a:lnTo>
                  <a:lnTo>
                    <a:pt x="199707" y="104495"/>
                  </a:lnTo>
                  <a:lnTo>
                    <a:pt x="177863" y="44678"/>
                  </a:lnTo>
                  <a:lnTo>
                    <a:pt x="144437" y="6489"/>
                  </a:lnTo>
                  <a:lnTo>
                    <a:pt x="123710" y="0"/>
                  </a:lnTo>
                  <a:lnTo>
                    <a:pt x="100228" y="15125"/>
                  </a:lnTo>
                  <a:lnTo>
                    <a:pt x="75222" y="48044"/>
                  </a:lnTo>
                  <a:lnTo>
                    <a:pt x="49847" y="94957"/>
                  </a:lnTo>
                  <a:lnTo>
                    <a:pt x="25336" y="152057"/>
                  </a:lnTo>
                  <a:lnTo>
                    <a:pt x="14414" y="190868"/>
                  </a:lnTo>
                  <a:lnTo>
                    <a:pt x="5321" y="243535"/>
                  </a:lnTo>
                  <a:lnTo>
                    <a:pt x="0" y="300736"/>
                  </a:lnTo>
                  <a:lnTo>
                    <a:pt x="419" y="353174"/>
                  </a:lnTo>
                  <a:lnTo>
                    <a:pt x="8534" y="391515"/>
                  </a:lnTo>
                  <a:lnTo>
                    <a:pt x="30086" y="437997"/>
                  </a:lnTo>
                  <a:lnTo>
                    <a:pt x="54991" y="484936"/>
                  </a:lnTo>
                  <a:lnTo>
                    <a:pt x="83820" y="528281"/>
                  </a:lnTo>
                  <a:lnTo>
                    <a:pt x="117106" y="564019"/>
                  </a:lnTo>
                  <a:lnTo>
                    <a:pt x="144145" y="581037"/>
                  </a:lnTo>
                  <a:lnTo>
                    <a:pt x="144919" y="583679"/>
                  </a:lnTo>
                  <a:lnTo>
                    <a:pt x="152311" y="586181"/>
                  </a:lnTo>
                  <a:lnTo>
                    <a:pt x="155409" y="588111"/>
                  </a:lnTo>
                  <a:lnTo>
                    <a:pt x="161658" y="589318"/>
                  </a:lnTo>
                  <a:lnTo>
                    <a:pt x="168249" y="591527"/>
                  </a:lnTo>
                  <a:lnTo>
                    <a:pt x="216331" y="599516"/>
                  </a:lnTo>
                  <a:lnTo>
                    <a:pt x="264096" y="600964"/>
                  </a:lnTo>
                  <a:lnTo>
                    <a:pt x="311581" y="596023"/>
                  </a:lnTo>
                  <a:lnTo>
                    <a:pt x="358825" y="584885"/>
                  </a:lnTo>
                  <a:lnTo>
                    <a:pt x="405866" y="567715"/>
                  </a:lnTo>
                  <a:lnTo>
                    <a:pt x="452716" y="544677"/>
                  </a:lnTo>
                  <a:lnTo>
                    <a:pt x="499427" y="515950"/>
                  </a:lnTo>
                  <a:lnTo>
                    <a:pt x="506730" y="505841"/>
                  </a:lnTo>
                  <a:lnTo>
                    <a:pt x="507441" y="499732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3754710" y="3574906"/>
              <a:ext cx="501650" cy="215900"/>
            </a:xfrm>
            <a:custGeom>
              <a:avLst/>
              <a:gdLst/>
              <a:ahLst/>
              <a:cxnLst/>
              <a:rect l="l" t="t" r="r" b="b"/>
              <a:pathLst>
                <a:path w="501650" h="215900">
                  <a:moveTo>
                    <a:pt x="0" y="0"/>
                  </a:moveTo>
                  <a:lnTo>
                    <a:pt x="9402" y="19561"/>
                  </a:lnTo>
                  <a:lnTo>
                    <a:pt x="24210" y="52725"/>
                  </a:lnTo>
                  <a:lnTo>
                    <a:pt x="44858" y="93481"/>
                  </a:lnTo>
                  <a:lnTo>
                    <a:pt x="71778" y="135820"/>
                  </a:lnTo>
                  <a:lnTo>
                    <a:pt x="105402" y="173730"/>
                  </a:lnTo>
                  <a:lnTo>
                    <a:pt x="146164" y="201201"/>
                  </a:lnTo>
                  <a:lnTo>
                    <a:pt x="194842" y="212223"/>
                  </a:lnTo>
                  <a:lnTo>
                    <a:pt x="195480" y="212045"/>
                  </a:lnTo>
                  <a:lnTo>
                    <a:pt x="245765" y="215502"/>
                  </a:lnTo>
                  <a:lnTo>
                    <a:pt x="295734" y="211924"/>
                  </a:lnTo>
                  <a:lnTo>
                    <a:pt x="345427" y="201484"/>
                  </a:lnTo>
                  <a:lnTo>
                    <a:pt x="394883" y="184357"/>
                  </a:lnTo>
                  <a:lnTo>
                    <a:pt x="444138" y="160714"/>
                  </a:lnTo>
                  <a:lnTo>
                    <a:pt x="493231" y="130729"/>
                  </a:lnTo>
                  <a:lnTo>
                    <a:pt x="501228" y="114415"/>
                  </a:lnTo>
                  <a:lnTo>
                    <a:pt x="499670" y="108488"/>
                  </a:lnTo>
                  <a:lnTo>
                    <a:pt x="492843" y="95169"/>
                  </a:lnTo>
                  <a:lnTo>
                    <a:pt x="449274" y="118244"/>
                  </a:lnTo>
                  <a:lnTo>
                    <a:pt x="405561" y="136300"/>
                  </a:lnTo>
                  <a:lnTo>
                    <a:pt x="361677" y="149199"/>
                  </a:lnTo>
                  <a:lnTo>
                    <a:pt x="317596" y="156803"/>
                  </a:lnTo>
                  <a:lnTo>
                    <a:pt x="273291" y="158975"/>
                  </a:lnTo>
                  <a:lnTo>
                    <a:pt x="228736" y="155576"/>
                  </a:lnTo>
                  <a:lnTo>
                    <a:pt x="227752" y="155754"/>
                  </a:lnTo>
                  <a:lnTo>
                    <a:pt x="182160" y="148407"/>
                  </a:lnTo>
                  <a:lnTo>
                    <a:pt x="138283" y="130703"/>
                  </a:lnTo>
                  <a:lnTo>
                    <a:pt x="97125" y="104825"/>
                  </a:lnTo>
                  <a:lnTo>
                    <a:pt x="59689" y="72959"/>
                  </a:lnTo>
                  <a:lnTo>
                    <a:pt x="26979" y="37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7CB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7265004" y="5010625"/>
            <a:ext cx="229870" cy="361315"/>
            <a:chOff x="7265004" y="5010625"/>
            <a:chExt cx="229870" cy="361315"/>
          </a:xfrm>
        </p:grpSpPr>
        <p:pic>
          <p:nvPicPr>
            <p:cNvPr id="48" name="object 4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65004" y="5126031"/>
              <a:ext cx="229566" cy="244736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265008" y="5186159"/>
              <a:ext cx="229218" cy="185554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7328569" y="5010625"/>
              <a:ext cx="136525" cy="268605"/>
            </a:xfrm>
            <a:custGeom>
              <a:avLst/>
              <a:gdLst/>
              <a:ahLst/>
              <a:cxnLst/>
              <a:rect l="l" t="t" r="r" b="b"/>
              <a:pathLst>
                <a:path w="136525" h="268604">
                  <a:moveTo>
                    <a:pt x="98688" y="0"/>
                  </a:moveTo>
                  <a:lnTo>
                    <a:pt x="70545" y="5649"/>
                  </a:lnTo>
                  <a:lnTo>
                    <a:pt x="52639" y="25754"/>
                  </a:lnTo>
                  <a:lnTo>
                    <a:pt x="42037" y="57844"/>
                  </a:lnTo>
                  <a:lnTo>
                    <a:pt x="31555" y="80349"/>
                  </a:lnTo>
                  <a:lnTo>
                    <a:pt x="19540" y="97970"/>
                  </a:lnTo>
                  <a:lnTo>
                    <a:pt x="4337" y="115406"/>
                  </a:lnTo>
                  <a:lnTo>
                    <a:pt x="0" y="139097"/>
                  </a:lnTo>
                  <a:lnTo>
                    <a:pt x="14139" y="168846"/>
                  </a:lnTo>
                  <a:lnTo>
                    <a:pt x="35443" y="199401"/>
                  </a:lnTo>
                  <a:lnTo>
                    <a:pt x="52598" y="225507"/>
                  </a:lnTo>
                  <a:lnTo>
                    <a:pt x="71712" y="250305"/>
                  </a:lnTo>
                  <a:lnTo>
                    <a:pt x="93515" y="264382"/>
                  </a:lnTo>
                  <a:lnTo>
                    <a:pt x="111128" y="268086"/>
                  </a:lnTo>
                  <a:lnTo>
                    <a:pt x="117674" y="261768"/>
                  </a:lnTo>
                  <a:lnTo>
                    <a:pt x="114558" y="235436"/>
                  </a:lnTo>
                  <a:lnTo>
                    <a:pt x="109568" y="190744"/>
                  </a:lnTo>
                  <a:lnTo>
                    <a:pt x="105401" y="145502"/>
                  </a:lnTo>
                  <a:lnTo>
                    <a:pt x="104753" y="117521"/>
                  </a:lnTo>
                  <a:lnTo>
                    <a:pt x="107696" y="100922"/>
                  </a:lnTo>
                  <a:lnTo>
                    <a:pt x="113208" y="77205"/>
                  </a:lnTo>
                  <a:lnTo>
                    <a:pt x="122325" y="45246"/>
                  </a:lnTo>
                  <a:lnTo>
                    <a:pt x="136082" y="3922"/>
                  </a:lnTo>
                  <a:lnTo>
                    <a:pt x="124667" y="1769"/>
                  </a:lnTo>
                  <a:lnTo>
                    <a:pt x="98688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7172768" y="2418792"/>
            <a:ext cx="756920" cy="988694"/>
            <a:chOff x="7172768" y="2418792"/>
            <a:chExt cx="756920" cy="988694"/>
          </a:xfrm>
        </p:grpSpPr>
        <p:sp>
          <p:nvSpPr>
            <p:cNvPr id="52" name="object 52" descr=""/>
            <p:cNvSpPr/>
            <p:nvPr/>
          </p:nvSpPr>
          <p:spPr>
            <a:xfrm>
              <a:off x="7172768" y="2418792"/>
              <a:ext cx="610870" cy="836930"/>
            </a:xfrm>
            <a:custGeom>
              <a:avLst/>
              <a:gdLst/>
              <a:ahLst/>
              <a:cxnLst/>
              <a:rect l="l" t="t" r="r" b="b"/>
              <a:pathLst>
                <a:path w="610870" h="836929">
                  <a:moveTo>
                    <a:pt x="308332" y="0"/>
                  </a:moveTo>
                  <a:lnTo>
                    <a:pt x="260064" y="8604"/>
                  </a:lnTo>
                  <a:lnTo>
                    <a:pt x="213630" y="26507"/>
                  </a:lnTo>
                  <a:lnTo>
                    <a:pt x="170260" y="53063"/>
                  </a:lnTo>
                  <a:lnTo>
                    <a:pt x="131183" y="87630"/>
                  </a:lnTo>
                  <a:lnTo>
                    <a:pt x="85055" y="145084"/>
                  </a:lnTo>
                  <a:lnTo>
                    <a:pt x="59296" y="180557"/>
                  </a:lnTo>
                  <a:lnTo>
                    <a:pt x="31983" y="225335"/>
                  </a:lnTo>
                  <a:lnTo>
                    <a:pt x="8924" y="271922"/>
                  </a:lnTo>
                  <a:lnTo>
                    <a:pt x="0" y="293276"/>
                  </a:lnTo>
                  <a:lnTo>
                    <a:pt x="5291" y="328388"/>
                  </a:lnTo>
                  <a:lnTo>
                    <a:pt x="11014" y="363948"/>
                  </a:lnTo>
                  <a:lnTo>
                    <a:pt x="17182" y="399946"/>
                  </a:lnTo>
                  <a:lnTo>
                    <a:pt x="27279" y="454620"/>
                  </a:lnTo>
                  <a:lnTo>
                    <a:pt x="38103" y="508494"/>
                  </a:lnTo>
                  <a:lnTo>
                    <a:pt x="31849" y="531748"/>
                  </a:lnTo>
                  <a:lnTo>
                    <a:pt x="26751" y="559679"/>
                  </a:lnTo>
                  <a:lnTo>
                    <a:pt x="24054" y="591783"/>
                  </a:lnTo>
                  <a:lnTo>
                    <a:pt x="25004" y="627559"/>
                  </a:lnTo>
                  <a:lnTo>
                    <a:pt x="33948" y="679488"/>
                  </a:lnTo>
                  <a:lnTo>
                    <a:pt x="55525" y="716068"/>
                  </a:lnTo>
                  <a:lnTo>
                    <a:pt x="83994" y="745910"/>
                  </a:lnTo>
                  <a:lnTo>
                    <a:pt x="123756" y="778204"/>
                  </a:lnTo>
                  <a:lnTo>
                    <a:pt x="175055" y="807675"/>
                  </a:lnTo>
                  <a:lnTo>
                    <a:pt x="238139" y="829050"/>
                  </a:lnTo>
                  <a:lnTo>
                    <a:pt x="298208" y="836738"/>
                  </a:lnTo>
                  <a:lnTo>
                    <a:pt x="324487" y="836595"/>
                  </a:lnTo>
                  <a:lnTo>
                    <a:pt x="395332" y="826890"/>
                  </a:lnTo>
                  <a:lnTo>
                    <a:pt x="443748" y="813894"/>
                  </a:lnTo>
                  <a:lnTo>
                    <a:pt x="490386" y="796010"/>
                  </a:lnTo>
                  <a:lnTo>
                    <a:pt x="532710" y="773470"/>
                  </a:lnTo>
                  <a:lnTo>
                    <a:pt x="568183" y="746504"/>
                  </a:lnTo>
                  <a:lnTo>
                    <a:pt x="594269" y="715343"/>
                  </a:lnTo>
                  <a:lnTo>
                    <a:pt x="610053" y="670200"/>
                  </a:lnTo>
                  <a:lnTo>
                    <a:pt x="610659" y="654118"/>
                  </a:lnTo>
                  <a:lnTo>
                    <a:pt x="607562" y="634314"/>
                  </a:lnTo>
                  <a:lnTo>
                    <a:pt x="579981" y="593393"/>
                  </a:lnTo>
                  <a:lnTo>
                    <a:pt x="541380" y="574596"/>
                  </a:lnTo>
                  <a:lnTo>
                    <a:pt x="529669" y="572021"/>
                  </a:lnTo>
                  <a:lnTo>
                    <a:pt x="526465" y="547110"/>
                  </a:lnTo>
                  <a:lnTo>
                    <a:pt x="510755" y="487664"/>
                  </a:lnTo>
                  <a:lnTo>
                    <a:pt x="489600" y="441606"/>
                  </a:lnTo>
                  <a:lnTo>
                    <a:pt x="467933" y="407754"/>
                  </a:lnTo>
                  <a:lnTo>
                    <a:pt x="485831" y="374590"/>
                  </a:lnTo>
                  <a:lnTo>
                    <a:pt x="503463" y="339106"/>
                  </a:lnTo>
                  <a:lnTo>
                    <a:pt x="520597" y="301311"/>
                  </a:lnTo>
                  <a:lnTo>
                    <a:pt x="536999" y="261214"/>
                  </a:lnTo>
                  <a:lnTo>
                    <a:pt x="551078" y="222752"/>
                  </a:lnTo>
                  <a:lnTo>
                    <a:pt x="563187" y="185656"/>
                  </a:lnTo>
                  <a:lnTo>
                    <a:pt x="560507" y="171055"/>
                  </a:lnTo>
                  <a:lnTo>
                    <a:pt x="546914" y="132718"/>
                  </a:lnTo>
                  <a:lnTo>
                    <a:pt x="524866" y="98765"/>
                  </a:lnTo>
                  <a:lnTo>
                    <a:pt x="497702" y="72319"/>
                  </a:lnTo>
                  <a:lnTo>
                    <a:pt x="477720" y="54464"/>
                  </a:lnTo>
                  <a:lnTo>
                    <a:pt x="447364" y="33247"/>
                  </a:lnTo>
                  <a:lnTo>
                    <a:pt x="407052" y="13821"/>
                  </a:lnTo>
                  <a:lnTo>
                    <a:pt x="357203" y="1337"/>
                  </a:lnTo>
                  <a:lnTo>
                    <a:pt x="308332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7579599" y="2896954"/>
              <a:ext cx="349885" cy="510540"/>
            </a:xfrm>
            <a:custGeom>
              <a:avLst/>
              <a:gdLst/>
              <a:ahLst/>
              <a:cxnLst/>
              <a:rect l="l" t="t" r="r" b="b"/>
              <a:pathLst>
                <a:path w="349884" h="510539">
                  <a:moveTo>
                    <a:pt x="58019" y="0"/>
                  </a:moveTo>
                  <a:lnTo>
                    <a:pt x="54927" y="46058"/>
                  </a:lnTo>
                  <a:lnTo>
                    <a:pt x="51192" y="92698"/>
                  </a:lnTo>
                  <a:lnTo>
                    <a:pt x="45971" y="148037"/>
                  </a:lnTo>
                  <a:lnTo>
                    <a:pt x="39991" y="202523"/>
                  </a:lnTo>
                  <a:lnTo>
                    <a:pt x="33289" y="256148"/>
                  </a:lnTo>
                  <a:lnTo>
                    <a:pt x="25902" y="308903"/>
                  </a:lnTo>
                  <a:lnTo>
                    <a:pt x="17867" y="360779"/>
                  </a:lnTo>
                  <a:lnTo>
                    <a:pt x="9220" y="411768"/>
                  </a:lnTo>
                  <a:lnTo>
                    <a:pt x="0" y="461860"/>
                  </a:lnTo>
                  <a:lnTo>
                    <a:pt x="17907" y="472346"/>
                  </a:lnTo>
                  <a:lnTo>
                    <a:pt x="38095" y="482429"/>
                  </a:lnTo>
                  <a:lnTo>
                    <a:pt x="60565" y="491661"/>
                  </a:lnTo>
                  <a:lnTo>
                    <a:pt x="85316" y="499597"/>
                  </a:lnTo>
                  <a:lnTo>
                    <a:pt x="145145" y="510051"/>
                  </a:lnTo>
                  <a:lnTo>
                    <a:pt x="200864" y="509763"/>
                  </a:lnTo>
                  <a:lnTo>
                    <a:pt x="250822" y="501971"/>
                  </a:lnTo>
                  <a:lnTo>
                    <a:pt x="293368" y="489916"/>
                  </a:lnTo>
                  <a:lnTo>
                    <a:pt x="326852" y="476838"/>
                  </a:lnTo>
                  <a:lnTo>
                    <a:pt x="349622" y="465975"/>
                  </a:lnTo>
                  <a:lnTo>
                    <a:pt x="333917" y="416773"/>
                  </a:lnTo>
                  <a:lnTo>
                    <a:pt x="317439" y="373818"/>
                  </a:lnTo>
                  <a:lnTo>
                    <a:pt x="301147" y="337181"/>
                  </a:lnTo>
                  <a:lnTo>
                    <a:pt x="249760" y="244777"/>
                  </a:lnTo>
                  <a:lnTo>
                    <a:pt x="212986" y="191133"/>
                  </a:lnTo>
                  <a:lnTo>
                    <a:pt x="178155" y="145214"/>
                  </a:lnTo>
                  <a:lnTo>
                    <a:pt x="147742" y="106232"/>
                  </a:lnTo>
                  <a:lnTo>
                    <a:pt x="124222" y="73402"/>
                  </a:lnTo>
                  <a:lnTo>
                    <a:pt x="110069" y="45935"/>
                  </a:lnTo>
                  <a:lnTo>
                    <a:pt x="107848" y="39853"/>
                  </a:lnTo>
                  <a:lnTo>
                    <a:pt x="103324" y="30500"/>
                  </a:lnTo>
                  <a:lnTo>
                    <a:pt x="70030" y="2812"/>
                  </a:lnTo>
                  <a:lnTo>
                    <a:pt x="63540" y="1015"/>
                  </a:lnTo>
                  <a:lnTo>
                    <a:pt x="58019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7234284" y="2367700"/>
            <a:ext cx="682625" cy="3071495"/>
            <a:chOff x="7234284" y="2367700"/>
            <a:chExt cx="682625" cy="3071495"/>
          </a:xfrm>
        </p:grpSpPr>
        <p:sp>
          <p:nvSpPr>
            <p:cNvPr id="55" name="object 55" descr=""/>
            <p:cNvSpPr/>
            <p:nvPr/>
          </p:nvSpPr>
          <p:spPr>
            <a:xfrm>
              <a:off x="7344151" y="4365893"/>
              <a:ext cx="347345" cy="809625"/>
            </a:xfrm>
            <a:custGeom>
              <a:avLst/>
              <a:gdLst/>
              <a:ahLst/>
              <a:cxnLst/>
              <a:rect l="l" t="t" r="r" b="b"/>
              <a:pathLst>
                <a:path w="347345" h="809625">
                  <a:moveTo>
                    <a:pt x="174476" y="0"/>
                  </a:moveTo>
                  <a:lnTo>
                    <a:pt x="157351" y="60690"/>
                  </a:lnTo>
                  <a:lnTo>
                    <a:pt x="140665" y="122080"/>
                  </a:lnTo>
                  <a:lnTo>
                    <a:pt x="126916" y="174488"/>
                  </a:lnTo>
                  <a:lnTo>
                    <a:pt x="113685" y="226657"/>
                  </a:lnTo>
                  <a:lnTo>
                    <a:pt x="100962" y="278581"/>
                  </a:lnTo>
                  <a:lnTo>
                    <a:pt x="88740" y="330257"/>
                  </a:lnTo>
                  <a:lnTo>
                    <a:pt x="77012" y="381678"/>
                  </a:lnTo>
                  <a:lnTo>
                    <a:pt x="65769" y="432840"/>
                  </a:lnTo>
                  <a:lnTo>
                    <a:pt x="55004" y="483740"/>
                  </a:lnTo>
                  <a:lnTo>
                    <a:pt x="44709" y="534371"/>
                  </a:lnTo>
                  <a:lnTo>
                    <a:pt x="34875" y="584729"/>
                  </a:lnTo>
                  <a:lnTo>
                    <a:pt x="25495" y="634809"/>
                  </a:lnTo>
                  <a:lnTo>
                    <a:pt x="16561" y="684607"/>
                  </a:lnTo>
                  <a:lnTo>
                    <a:pt x="8065" y="734118"/>
                  </a:lnTo>
                  <a:lnTo>
                    <a:pt x="0" y="783337"/>
                  </a:lnTo>
                  <a:lnTo>
                    <a:pt x="1910" y="787397"/>
                  </a:lnTo>
                  <a:lnTo>
                    <a:pt x="7439" y="795571"/>
                  </a:lnTo>
                  <a:lnTo>
                    <a:pt x="17130" y="804183"/>
                  </a:lnTo>
                  <a:lnTo>
                    <a:pt x="31527" y="809556"/>
                  </a:lnTo>
                  <a:lnTo>
                    <a:pt x="45326" y="809067"/>
                  </a:lnTo>
                  <a:lnTo>
                    <a:pt x="106783" y="700133"/>
                  </a:lnTo>
                  <a:lnTo>
                    <a:pt x="146236" y="602473"/>
                  </a:lnTo>
                  <a:lnTo>
                    <a:pt x="184307" y="506848"/>
                  </a:lnTo>
                  <a:lnTo>
                    <a:pt x="221683" y="411605"/>
                  </a:lnTo>
                  <a:lnTo>
                    <a:pt x="258371" y="316751"/>
                  </a:lnTo>
                  <a:lnTo>
                    <a:pt x="294379" y="222292"/>
                  </a:lnTo>
                  <a:lnTo>
                    <a:pt x="329713" y="128234"/>
                  </a:lnTo>
                  <a:lnTo>
                    <a:pt x="347130" y="81358"/>
                  </a:lnTo>
                  <a:lnTo>
                    <a:pt x="174476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374525" y="4433542"/>
              <a:ext cx="180975" cy="812800"/>
            </a:xfrm>
            <a:custGeom>
              <a:avLst/>
              <a:gdLst/>
              <a:ahLst/>
              <a:cxnLst/>
              <a:rect l="l" t="t" r="r" b="b"/>
              <a:pathLst>
                <a:path w="180975" h="812800">
                  <a:moveTo>
                    <a:pt x="6179" y="0"/>
                  </a:moveTo>
                  <a:lnTo>
                    <a:pt x="1791" y="74385"/>
                  </a:lnTo>
                  <a:lnTo>
                    <a:pt x="167" y="119940"/>
                  </a:lnTo>
                  <a:lnTo>
                    <a:pt x="0" y="138439"/>
                  </a:lnTo>
                  <a:lnTo>
                    <a:pt x="43" y="165471"/>
                  </a:lnTo>
                  <a:lnTo>
                    <a:pt x="2205" y="205529"/>
                  </a:lnTo>
                  <a:lnTo>
                    <a:pt x="8732" y="269483"/>
                  </a:lnTo>
                  <a:lnTo>
                    <a:pt x="13719" y="309738"/>
                  </a:lnTo>
                  <a:lnTo>
                    <a:pt x="19900" y="355148"/>
                  </a:lnTo>
                  <a:lnTo>
                    <a:pt x="27310" y="405439"/>
                  </a:lnTo>
                  <a:lnTo>
                    <a:pt x="35985" y="460338"/>
                  </a:lnTo>
                  <a:lnTo>
                    <a:pt x="45958" y="519573"/>
                  </a:lnTo>
                  <a:lnTo>
                    <a:pt x="57264" y="582870"/>
                  </a:lnTo>
                  <a:lnTo>
                    <a:pt x="69938" y="649957"/>
                  </a:lnTo>
                  <a:lnTo>
                    <a:pt x="84014" y="720559"/>
                  </a:lnTo>
                  <a:lnTo>
                    <a:pt x="99527" y="794405"/>
                  </a:lnTo>
                  <a:lnTo>
                    <a:pt x="125426" y="812783"/>
                  </a:lnTo>
                  <a:lnTo>
                    <a:pt x="135861" y="811870"/>
                  </a:lnTo>
                  <a:lnTo>
                    <a:pt x="160970" y="682823"/>
                  </a:lnTo>
                  <a:lnTo>
                    <a:pt x="165336" y="575793"/>
                  </a:lnTo>
                  <a:lnTo>
                    <a:pt x="169105" y="472482"/>
                  </a:lnTo>
                  <a:lnTo>
                    <a:pt x="172420" y="369678"/>
                  </a:lnTo>
                  <a:lnTo>
                    <a:pt x="175288" y="267384"/>
                  </a:lnTo>
                  <a:lnTo>
                    <a:pt x="177716" y="165604"/>
                  </a:lnTo>
                  <a:lnTo>
                    <a:pt x="180550" y="13905"/>
                  </a:lnTo>
                  <a:lnTo>
                    <a:pt x="6179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242119" y="3529292"/>
              <a:ext cx="548640" cy="1003935"/>
            </a:xfrm>
            <a:custGeom>
              <a:avLst/>
              <a:gdLst/>
              <a:ahLst/>
              <a:cxnLst/>
              <a:rect l="l" t="t" r="r" b="b"/>
              <a:pathLst>
                <a:path w="548640" h="1003935">
                  <a:moveTo>
                    <a:pt x="116656" y="0"/>
                  </a:moveTo>
                  <a:lnTo>
                    <a:pt x="87390" y="54532"/>
                  </a:lnTo>
                  <a:lnTo>
                    <a:pt x="60020" y="110876"/>
                  </a:lnTo>
                  <a:lnTo>
                    <a:pt x="36072" y="166395"/>
                  </a:lnTo>
                  <a:lnTo>
                    <a:pt x="17069" y="218449"/>
                  </a:lnTo>
                  <a:lnTo>
                    <a:pt x="4537" y="264401"/>
                  </a:lnTo>
                  <a:lnTo>
                    <a:pt x="0" y="301613"/>
                  </a:lnTo>
                  <a:lnTo>
                    <a:pt x="1480" y="378244"/>
                  </a:lnTo>
                  <a:lnTo>
                    <a:pt x="5755" y="451148"/>
                  </a:lnTo>
                  <a:lnTo>
                    <a:pt x="12352" y="520115"/>
                  </a:lnTo>
                  <a:lnTo>
                    <a:pt x="20802" y="584933"/>
                  </a:lnTo>
                  <a:lnTo>
                    <a:pt x="30635" y="645392"/>
                  </a:lnTo>
                  <a:lnTo>
                    <a:pt x="41379" y="701281"/>
                  </a:lnTo>
                  <a:lnTo>
                    <a:pt x="52566" y="752387"/>
                  </a:lnTo>
                  <a:lnTo>
                    <a:pt x="63725" y="798500"/>
                  </a:lnTo>
                  <a:lnTo>
                    <a:pt x="74385" y="839409"/>
                  </a:lnTo>
                  <a:lnTo>
                    <a:pt x="92329" y="904769"/>
                  </a:lnTo>
                  <a:lnTo>
                    <a:pt x="98672" y="928797"/>
                  </a:lnTo>
                  <a:lnTo>
                    <a:pt x="126084" y="959792"/>
                  </a:lnTo>
                  <a:lnTo>
                    <a:pt x="186198" y="984781"/>
                  </a:lnTo>
                  <a:lnTo>
                    <a:pt x="284599" y="1003587"/>
                  </a:lnTo>
                  <a:lnTo>
                    <a:pt x="340757" y="1003416"/>
                  </a:lnTo>
                  <a:lnTo>
                    <a:pt x="389603" y="997175"/>
                  </a:lnTo>
                  <a:lnTo>
                    <a:pt x="429602" y="987816"/>
                  </a:lnTo>
                  <a:lnTo>
                    <a:pt x="474517" y="916865"/>
                  </a:lnTo>
                  <a:lnTo>
                    <a:pt x="487771" y="858138"/>
                  </a:lnTo>
                  <a:lnTo>
                    <a:pt x="499145" y="802286"/>
                  </a:lnTo>
                  <a:lnTo>
                    <a:pt x="508799" y="749481"/>
                  </a:lnTo>
                  <a:lnTo>
                    <a:pt x="516894" y="699899"/>
                  </a:lnTo>
                  <a:lnTo>
                    <a:pt x="523591" y="653711"/>
                  </a:lnTo>
                  <a:lnTo>
                    <a:pt x="529051" y="611091"/>
                  </a:lnTo>
                  <a:lnTo>
                    <a:pt x="534806" y="562146"/>
                  </a:lnTo>
                  <a:lnTo>
                    <a:pt x="540026" y="513105"/>
                  </a:lnTo>
                  <a:lnTo>
                    <a:pt x="544303" y="463473"/>
                  </a:lnTo>
                  <a:lnTo>
                    <a:pt x="547230" y="412754"/>
                  </a:lnTo>
                  <a:lnTo>
                    <a:pt x="548398" y="360451"/>
                  </a:lnTo>
                  <a:lnTo>
                    <a:pt x="547400" y="306069"/>
                  </a:lnTo>
                  <a:lnTo>
                    <a:pt x="543827" y="249112"/>
                  </a:lnTo>
                  <a:lnTo>
                    <a:pt x="537271" y="189083"/>
                  </a:lnTo>
                  <a:lnTo>
                    <a:pt x="530812" y="145762"/>
                  </a:lnTo>
                  <a:lnTo>
                    <a:pt x="523815" y="107033"/>
                  </a:lnTo>
                  <a:lnTo>
                    <a:pt x="510193" y="45213"/>
                  </a:lnTo>
                  <a:lnTo>
                    <a:pt x="462921" y="40825"/>
                  </a:lnTo>
                  <a:lnTo>
                    <a:pt x="414003" y="35353"/>
                  </a:lnTo>
                  <a:lnTo>
                    <a:pt x="363988" y="29160"/>
                  </a:lnTo>
                  <a:lnTo>
                    <a:pt x="262861" y="16052"/>
                  </a:lnTo>
                  <a:lnTo>
                    <a:pt x="212846" y="9859"/>
                  </a:lnTo>
                  <a:lnTo>
                    <a:pt x="163928" y="4388"/>
                  </a:lnTo>
                  <a:lnTo>
                    <a:pt x="116656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278741" y="2877807"/>
              <a:ext cx="513080" cy="809625"/>
            </a:xfrm>
            <a:custGeom>
              <a:avLst/>
              <a:gdLst/>
              <a:ahLst/>
              <a:cxnLst/>
              <a:rect l="l" t="t" r="r" b="b"/>
              <a:pathLst>
                <a:path w="513079" h="809625">
                  <a:moveTo>
                    <a:pt x="225040" y="0"/>
                  </a:moveTo>
                  <a:lnTo>
                    <a:pt x="164255" y="3973"/>
                  </a:lnTo>
                  <a:lnTo>
                    <a:pt x="110635" y="14390"/>
                  </a:lnTo>
                  <a:lnTo>
                    <a:pt x="64903" y="28660"/>
                  </a:lnTo>
                  <a:lnTo>
                    <a:pt x="27783" y="44189"/>
                  </a:lnTo>
                  <a:lnTo>
                    <a:pt x="0" y="58385"/>
                  </a:lnTo>
                  <a:lnTo>
                    <a:pt x="12350" y="90789"/>
                  </a:lnTo>
                  <a:lnTo>
                    <a:pt x="24521" y="123916"/>
                  </a:lnTo>
                  <a:lnTo>
                    <a:pt x="48218" y="192329"/>
                  </a:lnTo>
                  <a:lnTo>
                    <a:pt x="64652" y="243371"/>
                  </a:lnTo>
                  <a:lnTo>
                    <a:pt x="79779" y="293497"/>
                  </a:lnTo>
                  <a:lnTo>
                    <a:pt x="93653" y="342657"/>
                  </a:lnTo>
                  <a:lnTo>
                    <a:pt x="106331" y="390805"/>
                  </a:lnTo>
                  <a:lnTo>
                    <a:pt x="117870" y="437892"/>
                  </a:lnTo>
                  <a:lnTo>
                    <a:pt x="117943" y="463581"/>
                  </a:lnTo>
                  <a:lnTo>
                    <a:pt x="116488" y="492091"/>
                  </a:lnTo>
                  <a:lnTo>
                    <a:pt x="107159" y="556380"/>
                  </a:lnTo>
                  <a:lnTo>
                    <a:pt x="97317" y="595141"/>
                  </a:lnTo>
                  <a:lnTo>
                    <a:pt x="72673" y="661105"/>
                  </a:lnTo>
                  <a:lnTo>
                    <a:pt x="59474" y="688062"/>
                  </a:lnTo>
                  <a:lnTo>
                    <a:pt x="57354" y="694678"/>
                  </a:lnTo>
                  <a:lnTo>
                    <a:pt x="82183" y="725996"/>
                  </a:lnTo>
                  <a:lnTo>
                    <a:pt x="124108" y="752526"/>
                  </a:lnTo>
                  <a:lnTo>
                    <a:pt x="200293" y="786012"/>
                  </a:lnTo>
                  <a:lnTo>
                    <a:pt x="248142" y="799062"/>
                  </a:lnTo>
                  <a:lnTo>
                    <a:pt x="290430" y="806146"/>
                  </a:lnTo>
                  <a:lnTo>
                    <a:pt x="325372" y="809053"/>
                  </a:lnTo>
                  <a:lnTo>
                    <a:pt x="362418" y="762468"/>
                  </a:lnTo>
                  <a:lnTo>
                    <a:pt x="383412" y="807682"/>
                  </a:lnTo>
                  <a:lnTo>
                    <a:pt x="426479" y="793964"/>
                  </a:lnTo>
                  <a:lnTo>
                    <a:pt x="472293" y="768454"/>
                  </a:lnTo>
                  <a:lnTo>
                    <a:pt x="493524" y="751505"/>
                  </a:lnTo>
                  <a:lnTo>
                    <a:pt x="487861" y="722869"/>
                  </a:lnTo>
                  <a:lnTo>
                    <a:pt x="482573" y="693387"/>
                  </a:lnTo>
                  <a:lnTo>
                    <a:pt x="473294" y="631938"/>
                  </a:lnTo>
                  <a:lnTo>
                    <a:pt x="466489" y="572054"/>
                  </a:lnTo>
                  <a:lnTo>
                    <a:pt x="462013" y="514505"/>
                  </a:lnTo>
                  <a:lnTo>
                    <a:pt x="459604" y="459433"/>
                  </a:lnTo>
                  <a:lnTo>
                    <a:pt x="459001" y="406982"/>
                  </a:lnTo>
                  <a:lnTo>
                    <a:pt x="466357" y="400793"/>
                  </a:lnTo>
                  <a:lnTo>
                    <a:pt x="474062" y="393342"/>
                  </a:lnTo>
                  <a:lnTo>
                    <a:pt x="503812" y="346258"/>
                  </a:lnTo>
                  <a:lnTo>
                    <a:pt x="513043" y="297605"/>
                  </a:lnTo>
                  <a:lnTo>
                    <a:pt x="512581" y="281624"/>
                  </a:lnTo>
                  <a:lnTo>
                    <a:pt x="477716" y="217485"/>
                  </a:lnTo>
                  <a:lnTo>
                    <a:pt x="443826" y="153233"/>
                  </a:lnTo>
                  <a:lnTo>
                    <a:pt x="422106" y="110999"/>
                  </a:lnTo>
                  <a:lnTo>
                    <a:pt x="400972" y="69075"/>
                  </a:lnTo>
                  <a:lnTo>
                    <a:pt x="380417" y="27475"/>
                  </a:lnTo>
                  <a:lnTo>
                    <a:pt x="350519" y="17800"/>
                  </a:lnTo>
                  <a:lnTo>
                    <a:pt x="314300" y="8982"/>
                  </a:lnTo>
                  <a:lnTo>
                    <a:pt x="272295" y="2542"/>
                  </a:lnTo>
                  <a:lnTo>
                    <a:pt x="22504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7400127" y="3061161"/>
              <a:ext cx="316865" cy="229870"/>
            </a:xfrm>
            <a:custGeom>
              <a:avLst/>
              <a:gdLst/>
              <a:ahLst/>
              <a:cxnLst/>
              <a:rect l="l" t="t" r="r" b="b"/>
              <a:pathLst>
                <a:path w="316865" h="229870">
                  <a:moveTo>
                    <a:pt x="0" y="0"/>
                  </a:moveTo>
                  <a:lnTo>
                    <a:pt x="54082" y="218673"/>
                  </a:lnTo>
                  <a:lnTo>
                    <a:pt x="74397" y="223556"/>
                  </a:lnTo>
                  <a:lnTo>
                    <a:pt x="98371" y="227528"/>
                  </a:lnTo>
                  <a:lnTo>
                    <a:pt x="125647" y="229751"/>
                  </a:lnTo>
                  <a:lnTo>
                    <a:pt x="155869" y="229385"/>
                  </a:lnTo>
                  <a:lnTo>
                    <a:pt x="210743" y="220971"/>
                  </a:lnTo>
                  <a:lnTo>
                    <a:pt x="256349" y="205875"/>
                  </a:lnTo>
                  <a:lnTo>
                    <a:pt x="291874" y="188389"/>
                  </a:lnTo>
                  <a:lnTo>
                    <a:pt x="316503" y="172801"/>
                  </a:lnTo>
                  <a:lnTo>
                    <a:pt x="300584" y="178291"/>
                  </a:lnTo>
                  <a:lnTo>
                    <a:pt x="283048" y="183349"/>
                  </a:lnTo>
                  <a:lnTo>
                    <a:pt x="263951" y="187721"/>
                  </a:lnTo>
                  <a:lnTo>
                    <a:pt x="243343" y="191156"/>
                  </a:lnTo>
                  <a:lnTo>
                    <a:pt x="189014" y="194069"/>
                  </a:lnTo>
                  <a:lnTo>
                    <a:pt x="141112" y="189486"/>
                  </a:lnTo>
                  <a:lnTo>
                    <a:pt x="100986" y="180513"/>
                  </a:lnTo>
                  <a:lnTo>
                    <a:pt x="69987" y="1702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10658" y="2709248"/>
              <a:ext cx="168131" cy="208631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7373716" y="2451659"/>
              <a:ext cx="282575" cy="352425"/>
            </a:xfrm>
            <a:custGeom>
              <a:avLst/>
              <a:gdLst/>
              <a:ahLst/>
              <a:cxnLst/>
              <a:rect l="l" t="t" r="r" b="b"/>
              <a:pathLst>
                <a:path w="282575" h="352425">
                  <a:moveTo>
                    <a:pt x="184519" y="0"/>
                  </a:moveTo>
                  <a:lnTo>
                    <a:pt x="96939" y="15676"/>
                  </a:lnTo>
                  <a:lnTo>
                    <a:pt x="54705" y="37733"/>
                  </a:lnTo>
                  <a:lnTo>
                    <a:pt x="8613" y="77235"/>
                  </a:lnTo>
                  <a:lnTo>
                    <a:pt x="1040" y="138554"/>
                  </a:lnTo>
                  <a:lnTo>
                    <a:pt x="0" y="173124"/>
                  </a:lnTo>
                  <a:lnTo>
                    <a:pt x="1462" y="210027"/>
                  </a:lnTo>
                  <a:lnTo>
                    <a:pt x="7420" y="258120"/>
                  </a:lnTo>
                  <a:lnTo>
                    <a:pt x="38063" y="287311"/>
                  </a:lnTo>
                  <a:lnTo>
                    <a:pt x="83627" y="318788"/>
                  </a:lnTo>
                  <a:lnTo>
                    <a:pt x="129784" y="340329"/>
                  </a:lnTo>
                  <a:lnTo>
                    <a:pt x="168158" y="351991"/>
                  </a:lnTo>
                  <a:lnTo>
                    <a:pt x="187077" y="342253"/>
                  </a:lnTo>
                  <a:lnTo>
                    <a:pt x="230360" y="312366"/>
                  </a:lnTo>
                  <a:lnTo>
                    <a:pt x="261479" y="281571"/>
                  </a:lnTo>
                  <a:lnTo>
                    <a:pt x="282469" y="253534"/>
                  </a:lnTo>
                  <a:lnTo>
                    <a:pt x="270564" y="140197"/>
                  </a:lnTo>
                  <a:lnTo>
                    <a:pt x="256271" y="13122"/>
                  </a:lnTo>
                  <a:lnTo>
                    <a:pt x="237688" y="7461"/>
                  </a:lnTo>
                  <a:lnTo>
                    <a:pt x="213512" y="2507"/>
                  </a:lnTo>
                  <a:lnTo>
                    <a:pt x="184519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84479" y="2839756"/>
              <a:ext cx="223812" cy="121776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7247777" y="2367700"/>
              <a:ext cx="434975" cy="238125"/>
            </a:xfrm>
            <a:custGeom>
              <a:avLst/>
              <a:gdLst/>
              <a:ahLst/>
              <a:cxnLst/>
              <a:rect l="l" t="t" r="r" b="b"/>
              <a:pathLst>
                <a:path w="434975" h="238125">
                  <a:moveTo>
                    <a:pt x="261716" y="0"/>
                  </a:moveTo>
                  <a:lnTo>
                    <a:pt x="209430" y="4896"/>
                  </a:lnTo>
                  <a:lnTo>
                    <a:pt x="160830" y="16392"/>
                  </a:lnTo>
                  <a:lnTo>
                    <a:pt x="116884" y="34125"/>
                  </a:lnTo>
                  <a:lnTo>
                    <a:pt x="78557" y="57732"/>
                  </a:lnTo>
                  <a:lnTo>
                    <a:pt x="46816" y="86851"/>
                  </a:lnTo>
                  <a:lnTo>
                    <a:pt x="22627" y="121119"/>
                  </a:lnTo>
                  <a:lnTo>
                    <a:pt x="6488" y="161664"/>
                  </a:lnTo>
                  <a:lnTo>
                    <a:pt x="0" y="225305"/>
                  </a:lnTo>
                  <a:lnTo>
                    <a:pt x="29274" y="232247"/>
                  </a:lnTo>
                  <a:lnTo>
                    <a:pt x="68215" y="237452"/>
                  </a:lnTo>
                  <a:lnTo>
                    <a:pt x="115020" y="237728"/>
                  </a:lnTo>
                  <a:lnTo>
                    <a:pt x="167890" y="229880"/>
                  </a:lnTo>
                  <a:lnTo>
                    <a:pt x="217133" y="214047"/>
                  </a:lnTo>
                  <a:lnTo>
                    <a:pt x="254808" y="195536"/>
                  </a:lnTo>
                  <a:lnTo>
                    <a:pt x="291365" y="170017"/>
                  </a:lnTo>
                  <a:lnTo>
                    <a:pt x="329822" y="131423"/>
                  </a:lnTo>
                  <a:lnTo>
                    <a:pt x="350062" y="102806"/>
                  </a:lnTo>
                  <a:lnTo>
                    <a:pt x="356853" y="110003"/>
                  </a:lnTo>
                  <a:lnTo>
                    <a:pt x="400071" y="134857"/>
                  </a:lnTo>
                  <a:lnTo>
                    <a:pt x="427522" y="138546"/>
                  </a:lnTo>
                  <a:lnTo>
                    <a:pt x="434604" y="138291"/>
                  </a:lnTo>
                  <a:lnTo>
                    <a:pt x="429751" y="127701"/>
                  </a:lnTo>
                  <a:lnTo>
                    <a:pt x="424492" y="114729"/>
                  </a:lnTo>
                  <a:lnTo>
                    <a:pt x="419229" y="99515"/>
                  </a:lnTo>
                  <a:lnTo>
                    <a:pt x="414364" y="82199"/>
                  </a:lnTo>
                  <a:lnTo>
                    <a:pt x="410373" y="63231"/>
                  </a:lnTo>
                  <a:lnTo>
                    <a:pt x="408113" y="49383"/>
                  </a:lnTo>
                  <a:lnTo>
                    <a:pt x="405703" y="38779"/>
                  </a:lnTo>
                  <a:lnTo>
                    <a:pt x="376067" y="10620"/>
                  </a:lnTo>
                  <a:lnTo>
                    <a:pt x="316723" y="2065"/>
                  </a:lnTo>
                  <a:lnTo>
                    <a:pt x="261716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83338" y="2906557"/>
              <a:ext cx="138582" cy="136498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7358774" y="3268884"/>
              <a:ext cx="558165" cy="239395"/>
            </a:xfrm>
            <a:custGeom>
              <a:avLst/>
              <a:gdLst/>
              <a:ahLst/>
              <a:cxnLst/>
              <a:rect l="l" t="t" r="r" b="b"/>
              <a:pathLst>
                <a:path w="558165" h="239395">
                  <a:moveTo>
                    <a:pt x="557720" y="79781"/>
                  </a:moveTo>
                  <a:lnTo>
                    <a:pt x="512953" y="0"/>
                  </a:lnTo>
                  <a:lnTo>
                    <a:pt x="498182" y="2514"/>
                  </a:lnTo>
                  <a:lnTo>
                    <a:pt x="483006" y="5384"/>
                  </a:lnTo>
                  <a:lnTo>
                    <a:pt x="441934" y="14668"/>
                  </a:lnTo>
                  <a:lnTo>
                    <a:pt x="388886" y="44196"/>
                  </a:lnTo>
                  <a:lnTo>
                    <a:pt x="361924" y="66446"/>
                  </a:lnTo>
                  <a:lnTo>
                    <a:pt x="341591" y="82562"/>
                  </a:lnTo>
                  <a:lnTo>
                    <a:pt x="336219" y="86677"/>
                  </a:lnTo>
                  <a:lnTo>
                    <a:pt x="343687" y="79057"/>
                  </a:lnTo>
                  <a:lnTo>
                    <a:pt x="366864" y="51231"/>
                  </a:lnTo>
                  <a:lnTo>
                    <a:pt x="0" y="65506"/>
                  </a:lnTo>
                  <a:lnTo>
                    <a:pt x="36042" y="238810"/>
                  </a:lnTo>
                  <a:lnTo>
                    <a:pt x="63436" y="234873"/>
                  </a:lnTo>
                  <a:lnTo>
                    <a:pt x="125361" y="220040"/>
                  </a:lnTo>
                  <a:lnTo>
                    <a:pt x="219862" y="179209"/>
                  </a:lnTo>
                  <a:lnTo>
                    <a:pt x="270624" y="146024"/>
                  </a:lnTo>
                  <a:lnTo>
                    <a:pt x="291007" y="128993"/>
                  </a:lnTo>
                  <a:lnTo>
                    <a:pt x="303987" y="132334"/>
                  </a:lnTo>
                  <a:lnTo>
                    <a:pt x="330746" y="137058"/>
                  </a:lnTo>
                  <a:lnTo>
                    <a:pt x="361772" y="139649"/>
                  </a:lnTo>
                  <a:lnTo>
                    <a:pt x="396557" y="138899"/>
                  </a:lnTo>
                  <a:lnTo>
                    <a:pt x="452094" y="129540"/>
                  </a:lnTo>
                  <a:lnTo>
                    <a:pt x="497967" y="113639"/>
                  </a:lnTo>
                  <a:lnTo>
                    <a:pt x="533438" y="95592"/>
                  </a:lnTo>
                  <a:lnTo>
                    <a:pt x="557720" y="79781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10798" y="3210031"/>
              <a:ext cx="133598" cy="95804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7234284" y="2904163"/>
              <a:ext cx="535305" cy="542925"/>
            </a:xfrm>
            <a:custGeom>
              <a:avLst/>
              <a:gdLst/>
              <a:ahLst/>
              <a:cxnLst/>
              <a:rect l="l" t="t" r="r" b="b"/>
              <a:pathLst>
                <a:path w="535304" h="542925">
                  <a:moveTo>
                    <a:pt x="132975" y="0"/>
                  </a:moveTo>
                  <a:lnTo>
                    <a:pt x="69586" y="10404"/>
                  </a:lnTo>
                  <a:lnTo>
                    <a:pt x="32622" y="33444"/>
                  </a:lnTo>
                  <a:lnTo>
                    <a:pt x="9587" y="68707"/>
                  </a:lnTo>
                  <a:lnTo>
                    <a:pt x="0" y="112209"/>
                  </a:lnTo>
                  <a:lnTo>
                    <a:pt x="1144" y="161309"/>
                  </a:lnTo>
                  <a:lnTo>
                    <a:pt x="10307" y="213368"/>
                  </a:lnTo>
                  <a:lnTo>
                    <a:pt x="24773" y="265744"/>
                  </a:lnTo>
                  <a:lnTo>
                    <a:pt x="41828" y="315798"/>
                  </a:lnTo>
                  <a:lnTo>
                    <a:pt x="58758" y="360889"/>
                  </a:lnTo>
                  <a:lnTo>
                    <a:pt x="82161" y="416567"/>
                  </a:lnTo>
                  <a:lnTo>
                    <a:pt x="106388" y="465509"/>
                  </a:lnTo>
                  <a:lnTo>
                    <a:pt x="130127" y="507509"/>
                  </a:lnTo>
                  <a:lnTo>
                    <a:pt x="152064" y="542360"/>
                  </a:lnTo>
                  <a:lnTo>
                    <a:pt x="192491" y="540151"/>
                  </a:lnTo>
                  <a:lnTo>
                    <a:pt x="240416" y="534274"/>
                  </a:lnTo>
                  <a:lnTo>
                    <a:pt x="294526" y="523265"/>
                  </a:lnTo>
                  <a:lnTo>
                    <a:pt x="353513" y="505659"/>
                  </a:lnTo>
                  <a:lnTo>
                    <a:pt x="411060" y="482316"/>
                  </a:lnTo>
                  <a:lnTo>
                    <a:pt x="460298" y="456897"/>
                  </a:lnTo>
                  <a:lnTo>
                    <a:pt x="501208" y="431391"/>
                  </a:lnTo>
                  <a:lnTo>
                    <a:pt x="533769" y="407788"/>
                  </a:lnTo>
                  <a:lnTo>
                    <a:pt x="535121" y="386379"/>
                  </a:lnTo>
                  <a:lnTo>
                    <a:pt x="531954" y="369352"/>
                  </a:lnTo>
                  <a:lnTo>
                    <a:pt x="504594" y="331150"/>
                  </a:lnTo>
                  <a:lnTo>
                    <a:pt x="459479" y="333821"/>
                  </a:lnTo>
                  <a:lnTo>
                    <a:pt x="426161" y="345185"/>
                  </a:lnTo>
                  <a:lnTo>
                    <a:pt x="389390" y="355737"/>
                  </a:lnTo>
                  <a:lnTo>
                    <a:pt x="349272" y="364973"/>
                  </a:lnTo>
                  <a:lnTo>
                    <a:pt x="285003" y="375034"/>
                  </a:lnTo>
                  <a:lnTo>
                    <a:pt x="228407" y="379244"/>
                  </a:lnTo>
                  <a:lnTo>
                    <a:pt x="213825" y="345769"/>
                  </a:lnTo>
                  <a:lnTo>
                    <a:pt x="199596" y="309778"/>
                  </a:lnTo>
                  <a:lnTo>
                    <a:pt x="185988" y="271310"/>
                  </a:lnTo>
                  <a:lnTo>
                    <a:pt x="173267" y="230401"/>
                  </a:lnTo>
                  <a:lnTo>
                    <a:pt x="159844" y="179368"/>
                  </a:lnTo>
                  <a:lnTo>
                    <a:pt x="149457" y="130547"/>
                  </a:lnTo>
                  <a:lnTo>
                    <a:pt x="141753" y="84202"/>
                  </a:lnTo>
                  <a:lnTo>
                    <a:pt x="136377" y="40598"/>
                  </a:lnTo>
                  <a:lnTo>
                    <a:pt x="13297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33919" y="3230400"/>
              <a:ext cx="143281" cy="80125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34044" y="5272729"/>
              <a:ext cx="260882" cy="166286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7453831" y="5119251"/>
              <a:ext cx="161290" cy="257175"/>
            </a:xfrm>
            <a:custGeom>
              <a:avLst/>
              <a:gdLst/>
              <a:ahLst/>
              <a:cxnLst/>
              <a:rect l="l" t="t" r="r" b="b"/>
              <a:pathLst>
                <a:path w="161290" h="257175">
                  <a:moveTo>
                    <a:pt x="78929" y="0"/>
                  </a:moveTo>
                  <a:lnTo>
                    <a:pt x="67560" y="2387"/>
                  </a:lnTo>
                  <a:lnTo>
                    <a:pt x="42887" y="10713"/>
                  </a:lnTo>
                  <a:lnTo>
                    <a:pt x="19060" y="26720"/>
                  </a:lnTo>
                  <a:lnTo>
                    <a:pt x="10230" y="52155"/>
                  </a:lnTo>
                  <a:lnTo>
                    <a:pt x="12741" y="85860"/>
                  </a:lnTo>
                  <a:lnTo>
                    <a:pt x="11692" y="110664"/>
                  </a:lnTo>
                  <a:lnTo>
                    <a:pt x="7354" y="131545"/>
                  </a:lnTo>
                  <a:lnTo>
                    <a:pt x="0" y="153482"/>
                  </a:lnTo>
                  <a:lnTo>
                    <a:pt x="5075" y="177026"/>
                  </a:lnTo>
                  <a:lnTo>
                    <a:pt x="29538" y="199081"/>
                  </a:lnTo>
                  <a:lnTo>
                    <a:pt x="60927" y="219132"/>
                  </a:lnTo>
                  <a:lnTo>
                    <a:pt x="86782" y="236662"/>
                  </a:lnTo>
                  <a:lnTo>
                    <a:pt x="113941" y="252232"/>
                  </a:lnTo>
                  <a:lnTo>
                    <a:pt x="139472" y="256871"/>
                  </a:lnTo>
                  <a:lnTo>
                    <a:pt x="157157" y="253540"/>
                  </a:lnTo>
                  <a:lnTo>
                    <a:pt x="160780" y="245196"/>
                  </a:lnTo>
                  <a:lnTo>
                    <a:pt x="147808" y="222074"/>
                  </a:lnTo>
                  <a:lnTo>
                    <a:pt x="126068" y="182713"/>
                  </a:lnTo>
                  <a:lnTo>
                    <a:pt x="104875" y="142528"/>
                  </a:lnTo>
                  <a:lnTo>
                    <a:pt x="89902" y="100479"/>
                  </a:lnTo>
                  <a:lnTo>
                    <a:pt x="82067" y="43440"/>
                  </a:lnTo>
                  <a:lnTo>
                    <a:pt x="78929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7435928" y="5345269"/>
              <a:ext cx="259715" cy="93980"/>
            </a:xfrm>
            <a:custGeom>
              <a:avLst/>
              <a:gdLst/>
              <a:ahLst/>
              <a:cxnLst/>
              <a:rect l="l" t="t" r="r" b="b"/>
              <a:pathLst>
                <a:path w="259715" h="93979">
                  <a:moveTo>
                    <a:pt x="0" y="0"/>
                  </a:moveTo>
                  <a:lnTo>
                    <a:pt x="4243" y="26000"/>
                  </a:lnTo>
                  <a:lnTo>
                    <a:pt x="6638" y="52207"/>
                  </a:lnTo>
                  <a:lnTo>
                    <a:pt x="7698" y="72454"/>
                  </a:lnTo>
                  <a:lnTo>
                    <a:pt x="7936" y="80573"/>
                  </a:lnTo>
                  <a:lnTo>
                    <a:pt x="92866" y="86670"/>
                  </a:lnTo>
                  <a:lnTo>
                    <a:pt x="109496" y="88203"/>
                  </a:lnTo>
                  <a:lnTo>
                    <a:pt x="123326" y="89892"/>
                  </a:lnTo>
                  <a:lnTo>
                    <a:pt x="151797" y="91720"/>
                  </a:lnTo>
                  <a:lnTo>
                    <a:pt x="194245" y="93037"/>
                  </a:lnTo>
                  <a:lnTo>
                    <a:pt x="234329" y="93740"/>
                  </a:lnTo>
                  <a:lnTo>
                    <a:pt x="255709" y="93724"/>
                  </a:lnTo>
                  <a:lnTo>
                    <a:pt x="258316" y="93567"/>
                  </a:lnTo>
                  <a:lnTo>
                    <a:pt x="259175" y="91065"/>
                  </a:lnTo>
                  <a:lnTo>
                    <a:pt x="258683" y="87431"/>
                  </a:lnTo>
                  <a:lnTo>
                    <a:pt x="230124" y="87029"/>
                  </a:lnTo>
                  <a:lnTo>
                    <a:pt x="185671" y="85785"/>
                  </a:lnTo>
                  <a:lnTo>
                    <a:pt x="144000" y="83264"/>
                  </a:lnTo>
                  <a:lnTo>
                    <a:pt x="123786" y="79034"/>
                  </a:lnTo>
                  <a:lnTo>
                    <a:pt x="113347" y="67209"/>
                  </a:lnTo>
                  <a:lnTo>
                    <a:pt x="89191" y="46624"/>
                  </a:lnTo>
                  <a:lnTo>
                    <a:pt x="51385" y="22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 descr=""/>
          <p:cNvSpPr/>
          <p:nvPr/>
        </p:nvSpPr>
        <p:spPr>
          <a:xfrm>
            <a:off x="1325956" y="2891783"/>
            <a:ext cx="693420" cy="603885"/>
          </a:xfrm>
          <a:custGeom>
            <a:avLst/>
            <a:gdLst/>
            <a:ahLst/>
            <a:cxnLst/>
            <a:rect l="l" t="t" r="r" b="b"/>
            <a:pathLst>
              <a:path w="693419" h="603885">
                <a:moveTo>
                  <a:pt x="692962" y="170827"/>
                </a:moveTo>
                <a:lnTo>
                  <a:pt x="672134" y="188607"/>
                </a:lnTo>
                <a:lnTo>
                  <a:pt x="585190" y="269125"/>
                </a:lnTo>
                <a:lnTo>
                  <a:pt x="563841" y="287947"/>
                </a:lnTo>
                <a:lnTo>
                  <a:pt x="524814" y="343433"/>
                </a:lnTo>
                <a:lnTo>
                  <a:pt x="499821" y="381711"/>
                </a:lnTo>
                <a:lnTo>
                  <a:pt x="488530" y="400748"/>
                </a:lnTo>
                <a:lnTo>
                  <a:pt x="481101" y="393687"/>
                </a:lnTo>
                <a:lnTo>
                  <a:pt x="442506" y="360032"/>
                </a:lnTo>
                <a:lnTo>
                  <a:pt x="404571" y="328460"/>
                </a:lnTo>
                <a:lnTo>
                  <a:pt x="369912" y="299948"/>
                </a:lnTo>
                <a:lnTo>
                  <a:pt x="332016" y="266103"/>
                </a:lnTo>
                <a:lnTo>
                  <a:pt x="296481" y="230174"/>
                </a:lnTo>
                <a:lnTo>
                  <a:pt x="264452" y="194335"/>
                </a:lnTo>
                <a:lnTo>
                  <a:pt x="237070" y="160718"/>
                </a:lnTo>
                <a:lnTo>
                  <a:pt x="210642" y="120573"/>
                </a:lnTo>
                <a:lnTo>
                  <a:pt x="198945" y="82384"/>
                </a:lnTo>
                <a:lnTo>
                  <a:pt x="189953" y="59309"/>
                </a:lnTo>
                <a:lnTo>
                  <a:pt x="177571" y="36550"/>
                </a:lnTo>
                <a:lnTo>
                  <a:pt x="163347" y="16738"/>
                </a:lnTo>
                <a:lnTo>
                  <a:pt x="150380" y="3390"/>
                </a:lnTo>
                <a:lnTo>
                  <a:pt x="141782" y="0"/>
                </a:lnTo>
                <a:lnTo>
                  <a:pt x="137350" y="10541"/>
                </a:lnTo>
                <a:lnTo>
                  <a:pt x="141668" y="26898"/>
                </a:lnTo>
                <a:lnTo>
                  <a:pt x="146519" y="43916"/>
                </a:lnTo>
                <a:lnTo>
                  <a:pt x="143675" y="56426"/>
                </a:lnTo>
                <a:lnTo>
                  <a:pt x="117081" y="53467"/>
                </a:lnTo>
                <a:lnTo>
                  <a:pt x="36664" y="6388"/>
                </a:lnTo>
                <a:lnTo>
                  <a:pt x="9207" y="2540"/>
                </a:lnTo>
                <a:lnTo>
                  <a:pt x="0" y="24447"/>
                </a:lnTo>
                <a:lnTo>
                  <a:pt x="8547" y="56324"/>
                </a:lnTo>
                <a:lnTo>
                  <a:pt x="30264" y="92748"/>
                </a:lnTo>
                <a:lnTo>
                  <a:pt x="60490" y="128295"/>
                </a:lnTo>
                <a:lnTo>
                  <a:pt x="86766" y="149440"/>
                </a:lnTo>
                <a:lnTo>
                  <a:pt x="112560" y="163144"/>
                </a:lnTo>
                <a:lnTo>
                  <a:pt x="137363" y="174688"/>
                </a:lnTo>
                <a:lnTo>
                  <a:pt x="160693" y="189331"/>
                </a:lnTo>
                <a:lnTo>
                  <a:pt x="172808" y="204482"/>
                </a:lnTo>
                <a:lnTo>
                  <a:pt x="189179" y="232029"/>
                </a:lnTo>
                <a:lnTo>
                  <a:pt x="210058" y="269227"/>
                </a:lnTo>
                <a:lnTo>
                  <a:pt x="235737" y="313385"/>
                </a:lnTo>
                <a:lnTo>
                  <a:pt x="266471" y="361772"/>
                </a:lnTo>
                <a:lnTo>
                  <a:pt x="302539" y="411683"/>
                </a:lnTo>
                <a:lnTo>
                  <a:pt x="344208" y="460400"/>
                </a:lnTo>
                <a:lnTo>
                  <a:pt x="378904" y="496887"/>
                </a:lnTo>
                <a:lnTo>
                  <a:pt x="415074" y="532866"/>
                </a:lnTo>
                <a:lnTo>
                  <a:pt x="451637" y="564883"/>
                </a:lnTo>
                <a:lnTo>
                  <a:pt x="487514" y="589508"/>
                </a:lnTo>
                <a:lnTo>
                  <a:pt x="521627" y="603275"/>
                </a:lnTo>
                <a:lnTo>
                  <a:pt x="552894" y="602767"/>
                </a:lnTo>
                <a:lnTo>
                  <a:pt x="580237" y="584517"/>
                </a:lnTo>
                <a:lnTo>
                  <a:pt x="588518" y="567283"/>
                </a:lnTo>
                <a:lnTo>
                  <a:pt x="591705" y="568452"/>
                </a:lnTo>
                <a:lnTo>
                  <a:pt x="620318" y="406285"/>
                </a:lnTo>
                <a:lnTo>
                  <a:pt x="626084" y="374840"/>
                </a:lnTo>
                <a:lnTo>
                  <a:pt x="660565" y="273189"/>
                </a:lnTo>
                <a:lnTo>
                  <a:pt x="683691" y="203111"/>
                </a:lnTo>
                <a:lnTo>
                  <a:pt x="692962" y="170827"/>
                </a:lnTo>
                <a:close/>
              </a:path>
            </a:pathLst>
          </a:custGeom>
          <a:solidFill>
            <a:srgbClr val="EBC19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" name="object 73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878086" y="5142042"/>
            <a:ext cx="79735" cy="213552"/>
          </a:xfrm>
          <a:prstGeom prst="rect">
            <a:avLst/>
          </a:prstGeom>
        </p:spPr>
      </p:pic>
      <p:sp>
        <p:nvSpPr>
          <p:cNvPr id="74" name="object 74" descr=""/>
          <p:cNvSpPr/>
          <p:nvPr/>
        </p:nvSpPr>
        <p:spPr>
          <a:xfrm>
            <a:off x="1761782" y="4755789"/>
            <a:ext cx="194945" cy="310515"/>
          </a:xfrm>
          <a:custGeom>
            <a:avLst/>
            <a:gdLst/>
            <a:ahLst/>
            <a:cxnLst/>
            <a:rect l="l" t="t" r="r" b="b"/>
            <a:pathLst>
              <a:path w="194944" h="310514">
                <a:moveTo>
                  <a:pt x="167984" y="0"/>
                </a:moveTo>
                <a:lnTo>
                  <a:pt x="0" y="21423"/>
                </a:lnTo>
                <a:lnTo>
                  <a:pt x="26438" y="235731"/>
                </a:lnTo>
                <a:lnTo>
                  <a:pt x="37136" y="268127"/>
                </a:lnTo>
                <a:lnTo>
                  <a:pt x="58483" y="292974"/>
                </a:lnTo>
                <a:lnTo>
                  <a:pt x="87438" y="307868"/>
                </a:lnTo>
                <a:lnTo>
                  <a:pt x="120959" y="310409"/>
                </a:lnTo>
                <a:lnTo>
                  <a:pt x="152824" y="299529"/>
                </a:lnTo>
                <a:lnTo>
                  <a:pt x="177265" y="277825"/>
                </a:lnTo>
                <a:lnTo>
                  <a:pt x="191919" y="248387"/>
                </a:lnTo>
                <a:lnTo>
                  <a:pt x="194423" y="214307"/>
                </a:lnTo>
                <a:lnTo>
                  <a:pt x="167984" y="0"/>
                </a:lnTo>
                <a:close/>
              </a:path>
            </a:pathLst>
          </a:custGeom>
          <a:solidFill>
            <a:srgbClr val="22294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5" name="object 75" descr=""/>
          <p:cNvGrpSpPr/>
          <p:nvPr/>
        </p:nvGrpSpPr>
        <p:grpSpPr>
          <a:xfrm>
            <a:off x="1729804" y="3928089"/>
            <a:ext cx="695325" cy="1525905"/>
            <a:chOff x="1729804" y="3928089"/>
            <a:chExt cx="695325" cy="1525905"/>
          </a:xfrm>
        </p:grpSpPr>
        <p:sp>
          <p:nvSpPr>
            <p:cNvPr id="76" name="object 76" descr=""/>
            <p:cNvSpPr/>
            <p:nvPr/>
          </p:nvSpPr>
          <p:spPr>
            <a:xfrm>
              <a:off x="2197046" y="5200281"/>
              <a:ext cx="94615" cy="130175"/>
            </a:xfrm>
            <a:custGeom>
              <a:avLst/>
              <a:gdLst/>
              <a:ahLst/>
              <a:cxnLst/>
              <a:rect l="l" t="t" r="r" b="b"/>
              <a:pathLst>
                <a:path w="94614" h="130175">
                  <a:moveTo>
                    <a:pt x="94604" y="0"/>
                  </a:moveTo>
                  <a:lnTo>
                    <a:pt x="0" y="104"/>
                  </a:lnTo>
                  <a:lnTo>
                    <a:pt x="5204" y="129912"/>
                  </a:lnTo>
                  <a:lnTo>
                    <a:pt x="89578" y="128174"/>
                  </a:lnTo>
                  <a:lnTo>
                    <a:pt x="94604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2003829" y="5264345"/>
              <a:ext cx="303530" cy="189230"/>
            </a:xfrm>
            <a:custGeom>
              <a:avLst/>
              <a:gdLst/>
              <a:ahLst/>
              <a:cxnLst/>
              <a:rect l="l" t="t" r="r" b="b"/>
              <a:pathLst>
                <a:path w="303530" h="189229">
                  <a:moveTo>
                    <a:pt x="172309" y="171083"/>
                  </a:moveTo>
                  <a:lnTo>
                    <a:pt x="6879" y="171083"/>
                  </a:lnTo>
                  <a:lnTo>
                    <a:pt x="13219" y="179023"/>
                  </a:lnTo>
                  <a:lnTo>
                    <a:pt x="21142" y="184934"/>
                  </a:lnTo>
                  <a:lnTo>
                    <a:pt x="30354" y="188453"/>
                  </a:lnTo>
                  <a:lnTo>
                    <a:pt x="40564" y="189219"/>
                  </a:lnTo>
                  <a:lnTo>
                    <a:pt x="41558" y="189146"/>
                  </a:lnTo>
                  <a:lnTo>
                    <a:pt x="42553" y="189041"/>
                  </a:lnTo>
                  <a:lnTo>
                    <a:pt x="172309" y="171083"/>
                  </a:lnTo>
                  <a:close/>
                </a:path>
                <a:path w="303530" h="189229">
                  <a:moveTo>
                    <a:pt x="191920" y="0"/>
                  </a:moveTo>
                  <a:lnTo>
                    <a:pt x="188245" y="607"/>
                  </a:lnTo>
                  <a:lnTo>
                    <a:pt x="185680" y="3151"/>
                  </a:lnTo>
                  <a:lnTo>
                    <a:pt x="155599" y="36354"/>
                  </a:lnTo>
                  <a:lnTo>
                    <a:pt x="149984" y="42166"/>
                  </a:lnTo>
                  <a:lnTo>
                    <a:pt x="120300" y="67851"/>
                  </a:lnTo>
                  <a:lnTo>
                    <a:pt x="67112" y="94985"/>
                  </a:lnTo>
                  <a:lnTo>
                    <a:pt x="23245" y="112122"/>
                  </a:lnTo>
                  <a:lnTo>
                    <a:pt x="13568" y="117857"/>
                  </a:lnTo>
                  <a:lnTo>
                    <a:pt x="6104" y="126434"/>
                  </a:lnTo>
                  <a:lnTo>
                    <a:pt x="1396" y="136996"/>
                  </a:lnTo>
                  <a:lnTo>
                    <a:pt x="26" y="148382"/>
                  </a:lnTo>
                  <a:lnTo>
                    <a:pt x="0" y="149021"/>
                  </a:lnTo>
                  <a:lnTo>
                    <a:pt x="764" y="157702"/>
                  </a:lnTo>
                  <a:lnTo>
                    <a:pt x="2984" y="164518"/>
                  </a:lnTo>
                  <a:lnTo>
                    <a:pt x="6387" y="170308"/>
                  </a:lnTo>
                  <a:lnTo>
                    <a:pt x="6628" y="171125"/>
                  </a:lnTo>
                  <a:lnTo>
                    <a:pt x="6879" y="171083"/>
                  </a:lnTo>
                  <a:lnTo>
                    <a:pt x="172309" y="171083"/>
                  </a:lnTo>
                  <a:lnTo>
                    <a:pt x="278912" y="156330"/>
                  </a:lnTo>
                  <a:lnTo>
                    <a:pt x="303079" y="129451"/>
                  </a:lnTo>
                  <a:lnTo>
                    <a:pt x="302388" y="126603"/>
                  </a:lnTo>
                  <a:lnTo>
                    <a:pt x="300640" y="126593"/>
                  </a:lnTo>
                  <a:lnTo>
                    <a:pt x="302922" y="109263"/>
                  </a:lnTo>
                  <a:lnTo>
                    <a:pt x="301905" y="69003"/>
                  </a:lnTo>
                  <a:lnTo>
                    <a:pt x="297922" y="42992"/>
                  </a:lnTo>
                  <a:lnTo>
                    <a:pt x="243332" y="42992"/>
                  </a:lnTo>
                  <a:lnTo>
                    <a:pt x="226007" y="41095"/>
                  </a:lnTo>
                  <a:lnTo>
                    <a:pt x="210747" y="31590"/>
                  </a:lnTo>
                  <a:lnTo>
                    <a:pt x="212433" y="21036"/>
                  </a:lnTo>
                  <a:lnTo>
                    <a:pt x="211405" y="14455"/>
                  </a:lnTo>
                  <a:lnTo>
                    <a:pt x="206984" y="9528"/>
                  </a:lnTo>
                  <a:lnTo>
                    <a:pt x="200837" y="5551"/>
                  </a:lnTo>
                  <a:lnTo>
                    <a:pt x="194632" y="1821"/>
                  </a:lnTo>
                  <a:lnTo>
                    <a:pt x="191920" y="0"/>
                  </a:lnTo>
                  <a:close/>
                </a:path>
                <a:path w="303530" h="189229">
                  <a:moveTo>
                    <a:pt x="282996" y="14219"/>
                  </a:moveTo>
                  <a:lnTo>
                    <a:pt x="275824" y="24826"/>
                  </a:lnTo>
                  <a:lnTo>
                    <a:pt x="260634" y="37496"/>
                  </a:lnTo>
                  <a:lnTo>
                    <a:pt x="243332" y="42992"/>
                  </a:lnTo>
                  <a:lnTo>
                    <a:pt x="297922" y="42992"/>
                  </a:lnTo>
                  <a:lnTo>
                    <a:pt x="297417" y="41095"/>
                  </a:lnTo>
                  <a:lnTo>
                    <a:pt x="289718" y="14921"/>
                  </a:lnTo>
                  <a:lnTo>
                    <a:pt x="282996" y="14219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729804" y="3928089"/>
              <a:ext cx="695325" cy="1322705"/>
            </a:xfrm>
            <a:custGeom>
              <a:avLst/>
              <a:gdLst/>
              <a:ahLst/>
              <a:cxnLst/>
              <a:rect l="l" t="t" r="r" b="b"/>
              <a:pathLst>
                <a:path w="695325" h="1322704">
                  <a:moveTo>
                    <a:pt x="108049" y="0"/>
                  </a:moveTo>
                  <a:lnTo>
                    <a:pt x="98678" y="51689"/>
                  </a:lnTo>
                  <a:lnTo>
                    <a:pt x="88629" y="104408"/>
                  </a:lnTo>
                  <a:lnTo>
                    <a:pt x="56754" y="265969"/>
                  </a:lnTo>
                  <a:lnTo>
                    <a:pt x="46327" y="320034"/>
                  </a:lnTo>
                  <a:lnTo>
                    <a:pt x="36388" y="373743"/>
                  </a:lnTo>
                  <a:lnTo>
                    <a:pt x="27169" y="426817"/>
                  </a:lnTo>
                  <a:lnTo>
                    <a:pt x="18902" y="478981"/>
                  </a:lnTo>
                  <a:lnTo>
                    <a:pt x="11820" y="529957"/>
                  </a:lnTo>
                  <a:lnTo>
                    <a:pt x="6156" y="579467"/>
                  </a:lnTo>
                  <a:lnTo>
                    <a:pt x="2143" y="627234"/>
                  </a:lnTo>
                  <a:lnTo>
                    <a:pt x="13" y="672982"/>
                  </a:lnTo>
                  <a:lnTo>
                    <a:pt x="0" y="716433"/>
                  </a:lnTo>
                  <a:lnTo>
                    <a:pt x="2334" y="757309"/>
                  </a:lnTo>
                  <a:lnTo>
                    <a:pt x="7251" y="795335"/>
                  </a:lnTo>
                  <a:lnTo>
                    <a:pt x="25759" y="861722"/>
                  </a:lnTo>
                  <a:lnTo>
                    <a:pt x="91602" y="902161"/>
                  </a:lnTo>
                  <a:lnTo>
                    <a:pt x="137680" y="902130"/>
                  </a:lnTo>
                  <a:lnTo>
                    <a:pt x="179249" y="889034"/>
                  </a:lnTo>
                  <a:lnTo>
                    <a:pt x="218779" y="827555"/>
                  </a:lnTo>
                  <a:lnTo>
                    <a:pt x="223490" y="750131"/>
                  </a:lnTo>
                  <a:lnTo>
                    <a:pt x="225668" y="705224"/>
                  </a:lnTo>
                  <a:lnTo>
                    <a:pt x="234326" y="654104"/>
                  </a:lnTo>
                  <a:lnTo>
                    <a:pt x="254411" y="595207"/>
                  </a:lnTo>
                  <a:lnTo>
                    <a:pt x="288675" y="512311"/>
                  </a:lnTo>
                  <a:lnTo>
                    <a:pt x="315410" y="440591"/>
                  </a:lnTo>
                  <a:lnTo>
                    <a:pt x="335694" y="379938"/>
                  </a:lnTo>
                  <a:lnTo>
                    <a:pt x="350603" y="330241"/>
                  </a:lnTo>
                  <a:lnTo>
                    <a:pt x="361213" y="291389"/>
                  </a:lnTo>
                  <a:lnTo>
                    <a:pt x="368600" y="263273"/>
                  </a:lnTo>
                  <a:lnTo>
                    <a:pt x="373842" y="245783"/>
                  </a:lnTo>
                  <a:lnTo>
                    <a:pt x="375779" y="383462"/>
                  </a:lnTo>
                  <a:lnTo>
                    <a:pt x="384482" y="702053"/>
                  </a:lnTo>
                  <a:lnTo>
                    <a:pt x="404292" y="1059879"/>
                  </a:lnTo>
                  <a:lnTo>
                    <a:pt x="439547" y="1315268"/>
                  </a:lnTo>
                  <a:lnTo>
                    <a:pt x="487652" y="1320966"/>
                  </a:lnTo>
                  <a:lnTo>
                    <a:pt x="533757" y="1322376"/>
                  </a:lnTo>
                  <a:lnTo>
                    <a:pt x="582098" y="1317750"/>
                  </a:lnTo>
                  <a:lnTo>
                    <a:pt x="586499" y="1270563"/>
                  </a:lnTo>
                  <a:lnTo>
                    <a:pt x="596262" y="1145031"/>
                  </a:lnTo>
                  <a:lnTo>
                    <a:pt x="606226" y="965201"/>
                  </a:lnTo>
                  <a:lnTo>
                    <a:pt x="611228" y="755118"/>
                  </a:lnTo>
                  <a:lnTo>
                    <a:pt x="612413" y="678592"/>
                  </a:lnTo>
                  <a:lnTo>
                    <a:pt x="615220" y="610802"/>
                  </a:lnTo>
                  <a:lnTo>
                    <a:pt x="619417" y="550815"/>
                  </a:lnTo>
                  <a:lnTo>
                    <a:pt x="624771" y="497697"/>
                  </a:lnTo>
                  <a:lnTo>
                    <a:pt x="631051" y="450515"/>
                  </a:lnTo>
                  <a:lnTo>
                    <a:pt x="638025" y="408334"/>
                  </a:lnTo>
                  <a:lnTo>
                    <a:pt x="645461" y="370220"/>
                  </a:lnTo>
                  <a:lnTo>
                    <a:pt x="668225" y="270950"/>
                  </a:lnTo>
                  <a:lnTo>
                    <a:pt x="675192" y="239771"/>
                  </a:lnTo>
                  <a:lnTo>
                    <a:pt x="686802" y="174677"/>
                  </a:lnTo>
                  <a:lnTo>
                    <a:pt x="693770" y="99711"/>
                  </a:lnTo>
                  <a:lnTo>
                    <a:pt x="694934" y="56191"/>
                  </a:lnTo>
                  <a:lnTo>
                    <a:pt x="694241" y="7402"/>
                  </a:lnTo>
                  <a:lnTo>
                    <a:pt x="10804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 descr=""/>
          <p:cNvGrpSpPr/>
          <p:nvPr/>
        </p:nvGrpSpPr>
        <p:grpSpPr>
          <a:xfrm>
            <a:off x="1901193" y="2521692"/>
            <a:ext cx="416559" cy="518795"/>
            <a:chOff x="1901193" y="2521692"/>
            <a:chExt cx="416559" cy="518795"/>
          </a:xfrm>
        </p:grpSpPr>
        <p:sp>
          <p:nvSpPr>
            <p:cNvPr id="80" name="object 80" descr=""/>
            <p:cNvSpPr/>
            <p:nvPr/>
          </p:nvSpPr>
          <p:spPr>
            <a:xfrm>
              <a:off x="1973620" y="2581814"/>
              <a:ext cx="297815" cy="459105"/>
            </a:xfrm>
            <a:custGeom>
              <a:avLst/>
              <a:gdLst/>
              <a:ahLst/>
              <a:cxnLst/>
              <a:rect l="l" t="t" r="r" b="b"/>
              <a:pathLst>
                <a:path w="297814" h="459105">
                  <a:moveTo>
                    <a:pt x="133598" y="0"/>
                  </a:moveTo>
                  <a:lnTo>
                    <a:pt x="89088" y="8936"/>
                  </a:lnTo>
                  <a:lnTo>
                    <a:pt x="51682" y="33737"/>
                  </a:lnTo>
                  <a:lnTo>
                    <a:pt x="23171" y="71638"/>
                  </a:lnTo>
                  <a:lnTo>
                    <a:pt x="5346" y="119871"/>
                  </a:lnTo>
                  <a:lnTo>
                    <a:pt x="0" y="175670"/>
                  </a:lnTo>
                  <a:lnTo>
                    <a:pt x="6100" y="221800"/>
                  </a:lnTo>
                  <a:lnTo>
                    <a:pt x="20972" y="266603"/>
                  </a:lnTo>
                  <a:lnTo>
                    <a:pt x="42947" y="306734"/>
                  </a:lnTo>
                  <a:lnTo>
                    <a:pt x="70354" y="338847"/>
                  </a:lnTo>
                  <a:lnTo>
                    <a:pt x="134781" y="365643"/>
                  </a:lnTo>
                  <a:lnTo>
                    <a:pt x="135304" y="429369"/>
                  </a:lnTo>
                  <a:lnTo>
                    <a:pt x="178105" y="456590"/>
                  </a:lnTo>
                  <a:lnTo>
                    <a:pt x="208170" y="458551"/>
                  </a:lnTo>
                  <a:lnTo>
                    <a:pt x="241036" y="456059"/>
                  </a:lnTo>
                  <a:lnTo>
                    <a:pt x="279271" y="443103"/>
                  </a:lnTo>
                  <a:lnTo>
                    <a:pt x="289802" y="253112"/>
                  </a:lnTo>
                  <a:lnTo>
                    <a:pt x="294225" y="227372"/>
                  </a:lnTo>
                  <a:lnTo>
                    <a:pt x="296519" y="211754"/>
                  </a:lnTo>
                  <a:lnTo>
                    <a:pt x="297424" y="199922"/>
                  </a:lnTo>
                  <a:lnTo>
                    <a:pt x="297676" y="185544"/>
                  </a:lnTo>
                  <a:lnTo>
                    <a:pt x="291233" y="137832"/>
                  </a:lnTo>
                  <a:lnTo>
                    <a:pt x="272775" y="93944"/>
                  </a:lnTo>
                  <a:lnTo>
                    <a:pt x="245043" y="56046"/>
                  </a:lnTo>
                  <a:lnTo>
                    <a:pt x="210776" y="26310"/>
                  </a:lnTo>
                  <a:lnTo>
                    <a:pt x="172715" y="6905"/>
                  </a:lnTo>
                  <a:lnTo>
                    <a:pt x="133598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108410" y="2858629"/>
              <a:ext cx="137011" cy="116457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1901193" y="2521692"/>
              <a:ext cx="416559" cy="318770"/>
            </a:xfrm>
            <a:custGeom>
              <a:avLst/>
              <a:gdLst/>
              <a:ahLst/>
              <a:cxnLst/>
              <a:rect l="l" t="t" r="r" b="b"/>
              <a:pathLst>
                <a:path w="416560" h="318769">
                  <a:moveTo>
                    <a:pt x="412048" y="127006"/>
                  </a:moveTo>
                  <a:lnTo>
                    <a:pt x="257897" y="127006"/>
                  </a:lnTo>
                  <a:lnTo>
                    <a:pt x="260582" y="136612"/>
                  </a:lnTo>
                  <a:lnTo>
                    <a:pt x="262506" y="166640"/>
                  </a:lnTo>
                  <a:lnTo>
                    <a:pt x="275677" y="204766"/>
                  </a:lnTo>
                  <a:lnTo>
                    <a:pt x="312105" y="238668"/>
                  </a:lnTo>
                  <a:lnTo>
                    <a:pt x="314199" y="239788"/>
                  </a:lnTo>
                  <a:lnTo>
                    <a:pt x="325162" y="253055"/>
                  </a:lnTo>
                  <a:lnTo>
                    <a:pt x="327990" y="284440"/>
                  </a:lnTo>
                  <a:lnTo>
                    <a:pt x="338849" y="304829"/>
                  </a:lnTo>
                  <a:lnTo>
                    <a:pt x="352113" y="315718"/>
                  </a:lnTo>
                  <a:lnTo>
                    <a:pt x="362156" y="318602"/>
                  </a:lnTo>
                  <a:lnTo>
                    <a:pt x="383932" y="300036"/>
                  </a:lnTo>
                  <a:lnTo>
                    <a:pt x="400677" y="258425"/>
                  </a:lnTo>
                  <a:lnTo>
                    <a:pt x="411680" y="208095"/>
                  </a:lnTo>
                  <a:lnTo>
                    <a:pt x="416228" y="163371"/>
                  </a:lnTo>
                  <a:lnTo>
                    <a:pt x="412048" y="127006"/>
                  </a:lnTo>
                  <a:close/>
                </a:path>
                <a:path w="416560" h="318769">
                  <a:moveTo>
                    <a:pt x="19723" y="87972"/>
                  </a:moveTo>
                  <a:lnTo>
                    <a:pt x="6414" y="89832"/>
                  </a:lnTo>
                  <a:lnTo>
                    <a:pt x="0" y="97730"/>
                  </a:lnTo>
                  <a:lnTo>
                    <a:pt x="6282" y="121451"/>
                  </a:lnTo>
                  <a:lnTo>
                    <a:pt x="26524" y="145147"/>
                  </a:lnTo>
                  <a:lnTo>
                    <a:pt x="54833" y="159128"/>
                  </a:lnTo>
                  <a:lnTo>
                    <a:pt x="85316" y="153707"/>
                  </a:lnTo>
                  <a:lnTo>
                    <a:pt x="142057" y="131347"/>
                  </a:lnTo>
                  <a:lnTo>
                    <a:pt x="242275" y="131043"/>
                  </a:lnTo>
                  <a:lnTo>
                    <a:pt x="257897" y="127006"/>
                  </a:lnTo>
                  <a:lnTo>
                    <a:pt x="412048" y="127006"/>
                  </a:lnTo>
                  <a:lnTo>
                    <a:pt x="411738" y="124305"/>
                  </a:lnTo>
                  <a:lnTo>
                    <a:pt x="399335" y="89468"/>
                  </a:lnTo>
                  <a:lnTo>
                    <a:pt x="50166" y="89468"/>
                  </a:lnTo>
                  <a:lnTo>
                    <a:pt x="35711" y="88926"/>
                  </a:lnTo>
                  <a:lnTo>
                    <a:pt x="19723" y="87972"/>
                  </a:lnTo>
                  <a:close/>
                </a:path>
                <a:path w="416560" h="318769">
                  <a:moveTo>
                    <a:pt x="242275" y="131043"/>
                  </a:moveTo>
                  <a:lnTo>
                    <a:pt x="187788" y="131043"/>
                  </a:lnTo>
                  <a:lnTo>
                    <a:pt x="225429" y="135395"/>
                  </a:lnTo>
                  <a:lnTo>
                    <a:pt x="242275" y="131043"/>
                  </a:lnTo>
                  <a:close/>
                </a:path>
                <a:path w="416560" h="318769">
                  <a:moveTo>
                    <a:pt x="277180" y="0"/>
                  </a:moveTo>
                  <a:lnTo>
                    <a:pt x="222564" y="1332"/>
                  </a:lnTo>
                  <a:lnTo>
                    <a:pt x="173785" y="13879"/>
                  </a:lnTo>
                  <a:lnTo>
                    <a:pt x="134143" y="36496"/>
                  </a:lnTo>
                  <a:lnTo>
                    <a:pt x="105300" y="60591"/>
                  </a:lnTo>
                  <a:lnTo>
                    <a:pt x="79794" y="80227"/>
                  </a:lnTo>
                  <a:lnTo>
                    <a:pt x="50166" y="89468"/>
                  </a:lnTo>
                  <a:lnTo>
                    <a:pt x="399335" y="89468"/>
                  </a:lnTo>
                  <a:lnTo>
                    <a:pt x="398794" y="87972"/>
                  </a:lnTo>
                  <a:lnTo>
                    <a:pt x="381754" y="57214"/>
                  </a:lnTo>
                  <a:lnTo>
                    <a:pt x="364837" y="34621"/>
                  </a:lnTo>
                  <a:lnTo>
                    <a:pt x="327861" y="10792"/>
                  </a:lnTo>
                  <a:lnTo>
                    <a:pt x="277180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93937" y="2735028"/>
              <a:ext cx="64196" cy="65275"/>
            </a:xfrm>
            <a:prstGeom prst="rect">
              <a:avLst/>
            </a:prstGeom>
          </p:spPr>
        </p:pic>
      </p:grpSp>
      <p:pic>
        <p:nvPicPr>
          <p:cNvPr id="84" name="object 84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1844151" y="4989027"/>
            <a:ext cx="86688" cy="207386"/>
          </a:xfrm>
          <a:prstGeom prst="rect">
            <a:avLst/>
          </a:prstGeom>
        </p:spPr>
      </p:pic>
      <p:sp>
        <p:nvSpPr>
          <p:cNvPr id="85" name="object 85" descr=""/>
          <p:cNvSpPr/>
          <p:nvPr/>
        </p:nvSpPr>
        <p:spPr>
          <a:xfrm>
            <a:off x="1648306" y="5266349"/>
            <a:ext cx="327025" cy="161290"/>
          </a:xfrm>
          <a:custGeom>
            <a:avLst/>
            <a:gdLst/>
            <a:ahLst/>
            <a:cxnLst/>
            <a:rect l="l" t="t" r="r" b="b"/>
            <a:pathLst>
              <a:path w="327025" h="161289">
                <a:moveTo>
                  <a:pt x="227563" y="0"/>
                </a:moveTo>
                <a:lnTo>
                  <a:pt x="223867" y="73"/>
                </a:lnTo>
                <a:lnTo>
                  <a:pt x="221207" y="2104"/>
                </a:lnTo>
                <a:lnTo>
                  <a:pt x="175837" y="38030"/>
                </a:lnTo>
                <a:lnTo>
                  <a:pt x="161031" y="48543"/>
                </a:lnTo>
                <a:lnTo>
                  <a:pt x="121776" y="68971"/>
                </a:lnTo>
                <a:lnTo>
                  <a:pt x="69694" y="77999"/>
                </a:lnTo>
                <a:lnTo>
                  <a:pt x="57600" y="79934"/>
                </a:lnTo>
                <a:lnTo>
                  <a:pt x="14679" y="91187"/>
                </a:lnTo>
                <a:lnTo>
                  <a:pt x="0" y="118027"/>
                </a:lnTo>
                <a:lnTo>
                  <a:pt x="450" y="126519"/>
                </a:lnTo>
                <a:lnTo>
                  <a:pt x="2439" y="133137"/>
                </a:lnTo>
                <a:lnTo>
                  <a:pt x="5633" y="138969"/>
                </a:lnTo>
                <a:lnTo>
                  <a:pt x="5853" y="139754"/>
                </a:lnTo>
                <a:lnTo>
                  <a:pt x="6104" y="139754"/>
                </a:lnTo>
                <a:lnTo>
                  <a:pt x="12163" y="147971"/>
                </a:lnTo>
                <a:lnTo>
                  <a:pt x="19880" y="154512"/>
                </a:lnTo>
                <a:lnTo>
                  <a:pt x="28973" y="159001"/>
                </a:lnTo>
                <a:lnTo>
                  <a:pt x="39161" y="161063"/>
                </a:lnTo>
                <a:lnTo>
                  <a:pt x="40155" y="161136"/>
                </a:lnTo>
                <a:lnTo>
                  <a:pt x="41150" y="161167"/>
                </a:lnTo>
                <a:lnTo>
                  <a:pt x="300765" y="161167"/>
                </a:lnTo>
                <a:lnTo>
                  <a:pt x="325844" y="139754"/>
                </a:lnTo>
                <a:lnTo>
                  <a:pt x="325805" y="138969"/>
                </a:lnTo>
                <a:lnTo>
                  <a:pt x="325309" y="136655"/>
                </a:lnTo>
                <a:lnTo>
                  <a:pt x="323560" y="136404"/>
                </a:lnTo>
                <a:lnTo>
                  <a:pt x="326450" y="120603"/>
                </a:lnTo>
                <a:lnTo>
                  <a:pt x="326869" y="116048"/>
                </a:lnTo>
                <a:lnTo>
                  <a:pt x="326774" y="79934"/>
                </a:lnTo>
                <a:lnTo>
                  <a:pt x="326655" y="76282"/>
                </a:lnTo>
                <a:lnTo>
                  <a:pt x="326014" y="69753"/>
                </a:lnTo>
                <a:lnTo>
                  <a:pt x="324948" y="63280"/>
                </a:lnTo>
                <a:lnTo>
                  <a:pt x="323456" y="56888"/>
                </a:lnTo>
                <a:lnTo>
                  <a:pt x="321923" y="51148"/>
                </a:lnTo>
                <a:lnTo>
                  <a:pt x="269192" y="51148"/>
                </a:lnTo>
                <a:lnTo>
                  <a:pt x="251929" y="47094"/>
                </a:lnTo>
                <a:lnTo>
                  <a:pt x="236998" y="36239"/>
                </a:lnTo>
                <a:lnTo>
                  <a:pt x="239060" y="26648"/>
                </a:lnTo>
                <a:lnTo>
                  <a:pt x="239557" y="19714"/>
                </a:lnTo>
                <a:lnTo>
                  <a:pt x="238153" y="13042"/>
                </a:lnTo>
                <a:lnTo>
                  <a:pt x="234989" y="7024"/>
                </a:lnTo>
                <a:lnTo>
                  <a:pt x="230202" y="2052"/>
                </a:lnTo>
                <a:lnTo>
                  <a:pt x="227563" y="0"/>
                </a:lnTo>
                <a:close/>
              </a:path>
              <a:path w="327025" h="161289">
                <a:moveTo>
                  <a:pt x="309885" y="29664"/>
                </a:moveTo>
                <a:lnTo>
                  <a:pt x="302336" y="38564"/>
                </a:lnTo>
                <a:lnTo>
                  <a:pt x="286692" y="48330"/>
                </a:lnTo>
                <a:lnTo>
                  <a:pt x="269192" y="51148"/>
                </a:lnTo>
                <a:lnTo>
                  <a:pt x="321923" y="51148"/>
                </a:lnTo>
                <a:lnTo>
                  <a:pt x="316597" y="31203"/>
                </a:lnTo>
                <a:lnTo>
                  <a:pt x="309885" y="29664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 descr=""/>
          <p:cNvSpPr/>
          <p:nvPr/>
        </p:nvSpPr>
        <p:spPr>
          <a:xfrm>
            <a:off x="1848617" y="5052765"/>
            <a:ext cx="68580" cy="17780"/>
          </a:xfrm>
          <a:custGeom>
            <a:avLst/>
            <a:gdLst/>
            <a:ahLst/>
            <a:cxnLst/>
            <a:rect l="l" t="t" r="r" b="b"/>
            <a:pathLst>
              <a:path w="68580" h="17779">
                <a:moveTo>
                  <a:pt x="66385" y="0"/>
                </a:moveTo>
                <a:lnTo>
                  <a:pt x="27167" y="13174"/>
                </a:lnTo>
                <a:lnTo>
                  <a:pt x="19238" y="13266"/>
                </a:lnTo>
                <a:lnTo>
                  <a:pt x="11386" y="12283"/>
                </a:lnTo>
                <a:lnTo>
                  <a:pt x="3706" y="10093"/>
                </a:lnTo>
                <a:lnTo>
                  <a:pt x="1120" y="9120"/>
                </a:lnTo>
                <a:lnTo>
                  <a:pt x="0" y="13318"/>
                </a:lnTo>
                <a:lnTo>
                  <a:pt x="2565" y="14282"/>
                </a:lnTo>
                <a:lnTo>
                  <a:pt x="10513" y="16546"/>
                </a:lnTo>
                <a:lnTo>
                  <a:pt x="18646" y="17580"/>
                </a:lnTo>
                <a:lnTo>
                  <a:pt x="26861" y="17530"/>
                </a:lnTo>
                <a:lnTo>
                  <a:pt x="66270" y="5361"/>
                </a:lnTo>
                <a:lnTo>
                  <a:pt x="68521" y="3779"/>
                </a:lnTo>
                <a:lnTo>
                  <a:pt x="66385" y="0"/>
                </a:lnTo>
                <a:close/>
              </a:path>
            </a:pathLst>
          </a:custGeom>
          <a:solidFill>
            <a:srgbClr val="454A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 descr=""/>
          <p:cNvSpPr/>
          <p:nvPr/>
        </p:nvSpPr>
        <p:spPr>
          <a:xfrm>
            <a:off x="1887239" y="5190164"/>
            <a:ext cx="28575" cy="9525"/>
          </a:xfrm>
          <a:custGeom>
            <a:avLst/>
            <a:gdLst/>
            <a:ahLst/>
            <a:cxnLst/>
            <a:rect l="l" t="t" r="r" b="b"/>
            <a:pathLst>
              <a:path w="28575" h="9525">
                <a:moveTo>
                  <a:pt x="25716" y="0"/>
                </a:moveTo>
                <a:lnTo>
                  <a:pt x="24763" y="680"/>
                </a:lnTo>
                <a:lnTo>
                  <a:pt x="21789" y="2816"/>
                </a:lnTo>
                <a:lnTo>
                  <a:pt x="18460" y="3727"/>
                </a:lnTo>
                <a:lnTo>
                  <a:pt x="11235" y="4931"/>
                </a:lnTo>
                <a:lnTo>
                  <a:pt x="7434" y="4994"/>
                </a:lnTo>
                <a:lnTo>
                  <a:pt x="1141" y="3423"/>
                </a:lnTo>
                <a:lnTo>
                  <a:pt x="0" y="7622"/>
                </a:lnTo>
                <a:lnTo>
                  <a:pt x="6952" y="9350"/>
                </a:lnTo>
                <a:lnTo>
                  <a:pt x="11298" y="9256"/>
                </a:lnTo>
                <a:lnTo>
                  <a:pt x="19643" y="7947"/>
                </a:lnTo>
                <a:lnTo>
                  <a:pt x="23549" y="6847"/>
                </a:lnTo>
                <a:lnTo>
                  <a:pt x="27863" y="3759"/>
                </a:lnTo>
                <a:lnTo>
                  <a:pt x="28313" y="2533"/>
                </a:lnTo>
                <a:lnTo>
                  <a:pt x="27140" y="513"/>
                </a:lnTo>
                <a:lnTo>
                  <a:pt x="25716" y="0"/>
                </a:lnTo>
                <a:close/>
              </a:path>
            </a:pathLst>
          </a:custGeom>
          <a:solidFill>
            <a:srgbClr val="454A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2265646" y="3935492"/>
            <a:ext cx="159385" cy="1315720"/>
          </a:xfrm>
          <a:custGeom>
            <a:avLst/>
            <a:gdLst/>
            <a:ahLst/>
            <a:cxnLst/>
            <a:rect l="l" t="t" r="r" b="b"/>
            <a:pathLst>
              <a:path w="159385" h="1315720">
                <a:moveTo>
                  <a:pt x="158399" y="0"/>
                </a:moveTo>
                <a:lnTo>
                  <a:pt x="92369" y="743"/>
                </a:lnTo>
                <a:lnTo>
                  <a:pt x="82375" y="59901"/>
                </a:lnTo>
                <a:lnTo>
                  <a:pt x="72595" y="121807"/>
                </a:lnTo>
                <a:lnTo>
                  <a:pt x="63107" y="185505"/>
                </a:lnTo>
                <a:lnTo>
                  <a:pt x="53988" y="250044"/>
                </a:lnTo>
                <a:lnTo>
                  <a:pt x="45313" y="314470"/>
                </a:lnTo>
                <a:lnTo>
                  <a:pt x="37162" y="377830"/>
                </a:lnTo>
                <a:lnTo>
                  <a:pt x="29610" y="439170"/>
                </a:lnTo>
                <a:lnTo>
                  <a:pt x="22734" y="497538"/>
                </a:lnTo>
                <a:lnTo>
                  <a:pt x="16612" y="551980"/>
                </a:lnTo>
                <a:lnTo>
                  <a:pt x="11320" y="601543"/>
                </a:lnTo>
                <a:lnTo>
                  <a:pt x="6936" y="645275"/>
                </a:lnTo>
                <a:lnTo>
                  <a:pt x="1199" y="711428"/>
                </a:lnTo>
                <a:lnTo>
                  <a:pt x="0" y="731943"/>
                </a:lnTo>
                <a:lnTo>
                  <a:pt x="16" y="742814"/>
                </a:lnTo>
                <a:lnTo>
                  <a:pt x="1325" y="743087"/>
                </a:lnTo>
                <a:lnTo>
                  <a:pt x="1905" y="804803"/>
                </a:lnTo>
                <a:lnTo>
                  <a:pt x="5970" y="954887"/>
                </a:lnTo>
                <a:lnTo>
                  <a:pt x="17002" y="1140742"/>
                </a:lnTo>
                <a:lnTo>
                  <a:pt x="38486" y="1309771"/>
                </a:lnTo>
                <a:lnTo>
                  <a:pt x="19200" y="1314516"/>
                </a:lnTo>
                <a:lnTo>
                  <a:pt x="50657" y="1263160"/>
                </a:lnTo>
                <a:lnTo>
                  <a:pt x="60420" y="1137628"/>
                </a:lnTo>
                <a:lnTo>
                  <a:pt x="70383" y="957798"/>
                </a:lnTo>
                <a:lnTo>
                  <a:pt x="75385" y="747715"/>
                </a:lnTo>
                <a:lnTo>
                  <a:pt x="76571" y="671189"/>
                </a:lnTo>
                <a:lnTo>
                  <a:pt x="79378" y="603399"/>
                </a:lnTo>
                <a:lnTo>
                  <a:pt x="83574" y="543412"/>
                </a:lnTo>
                <a:lnTo>
                  <a:pt x="88928" y="490295"/>
                </a:lnTo>
                <a:lnTo>
                  <a:pt x="95208" y="443112"/>
                </a:lnTo>
                <a:lnTo>
                  <a:pt x="102182" y="400931"/>
                </a:lnTo>
                <a:lnTo>
                  <a:pt x="109619" y="362817"/>
                </a:lnTo>
                <a:lnTo>
                  <a:pt x="132382" y="263547"/>
                </a:lnTo>
                <a:lnTo>
                  <a:pt x="139349" y="232368"/>
                </a:lnTo>
                <a:lnTo>
                  <a:pt x="150960" y="167275"/>
                </a:lnTo>
                <a:lnTo>
                  <a:pt x="157928" y="92308"/>
                </a:lnTo>
                <a:lnTo>
                  <a:pt x="159091" y="48788"/>
                </a:lnTo>
                <a:lnTo>
                  <a:pt x="158399" y="0"/>
                </a:lnTo>
                <a:close/>
              </a:path>
            </a:pathLst>
          </a:custGeom>
          <a:solidFill>
            <a:srgbClr val="C9F0FF">
              <a:alpha val="54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739981" y="4129539"/>
            <a:ext cx="368300" cy="701040"/>
          </a:xfrm>
          <a:custGeom>
            <a:avLst/>
            <a:gdLst/>
            <a:ahLst/>
            <a:cxnLst/>
            <a:rect l="l" t="t" r="r" b="b"/>
            <a:pathLst>
              <a:path w="368300" h="701039">
                <a:moveTo>
                  <a:pt x="2818" y="608752"/>
                </a:moveTo>
                <a:lnTo>
                  <a:pt x="229" y="610635"/>
                </a:lnTo>
                <a:lnTo>
                  <a:pt x="0" y="616005"/>
                </a:lnTo>
                <a:lnTo>
                  <a:pt x="2341" y="625586"/>
                </a:lnTo>
                <a:lnTo>
                  <a:pt x="7466" y="640101"/>
                </a:lnTo>
                <a:lnTo>
                  <a:pt x="15587" y="660271"/>
                </a:lnTo>
                <a:lnTo>
                  <a:pt x="40803" y="687349"/>
                </a:lnTo>
                <a:lnTo>
                  <a:pt x="81430" y="700710"/>
                </a:lnTo>
                <a:lnTo>
                  <a:pt x="127507" y="700680"/>
                </a:lnTo>
                <a:lnTo>
                  <a:pt x="169076" y="687584"/>
                </a:lnTo>
                <a:lnTo>
                  <a:pt x="196178" y="661748"/>
                </a:lnTo>
                <a:lnTo>
                  <a:pt x="206381" y="632479"/>
                </a:lnTo>
                <a:lnTo>
                  <a:pt x="69189" y="632479"/>
                </a:lnTo>
                <a:lnTo>
                  <a:pt x="56022" y="630196"/>
                </a:lnTo>
                <a:lnTo>
                  <a:pt x="43730" y="626339"/>
                </a:lnTo>
                <a:lnTo>
                  <a:pt x="32526" y="621631"/>
                </a:lnTo>
                <a:lnTo>
                  <a:pt x="22620" y="616796"/>
                </a:lnTo>
                <a:lnTo>
                  <a:pt x="14226" y="612555"/>
                </a:lnTo>
                <a:lnTo>
                  <a:pt x="7554" y="609633"/>
                </a:lnTo>
                <a:lnTo>
                  <a:pt x="2818" y="608752"/>
                </a:lnTo>
                <a:close/>
              </a:path>
              <a:path w="368300" h="701039">
                <a:moveTo>
                  <a:pt x="345560" y="0"/>
                </a:moveTo>
                <a:lnTo>
                  <a:pt x="332167" y="0"/>
                </a:lnTo>
                <a:lnTo>
                  <a:pt x="315945" y="30224"/>
                </a:lnTo>
                <a:lnTo>
                  <a:pt x="279101" y="136452"/>
                </a:lnTo>
                <a:lnTo>
                  <a:pt x="211130" y="346930"/>
                </a:lnTo>
                <a:lnTo>
                  <a:pt x="202333" y="409680"/>
                </a:lnTo>
                <a:lnTo>
                  <a:pt x="192078" y="462902"/>
                </a:lnTo>
                <a:lnTo>
                  <a:pt x="180578" y="507321"/>
                </a:lnTo>
                <a:lnTo>
                  <a:pt x="168045" y="543658"/>
                </a:lnTo>
                <a:lnTo>
                  <a:pt x="140726" y="594981"/>
                </a:lnTo>
                <a:lnTo>
                  <a:pt x="111819" y="622655"/>
                </a:lnTo>
                <a:lnTo>
                  <a:pt x="69189" y="632479"/>
                </a:lnTo>
                <a:lnTo>
                  <a:pt x="206381" y="632479"/>
                </a:lnTo>
                <a:lnTo>
                  <a:pt x="208603" y="626105"/>
                </a:lnTo>
                <a:lnTo>
                  <a:pt x="212664" y="588939"/>
                </a:lnTo>
                <a:lnTo>
                  <a:pt x="213310" y="548684"/>
                </a:lnTo>
                <a:lnTo>
                  <a:pt x="215489" y="503779"/>
                </a:lnTo>
                <a:lnTo>
                  <a:pt x="224149" y="452657"/>
                </a:lnTo>
                <a:lnTo>
                  <a:pt x="244239" y="393756"/>
                </a:lnTo>
                <a:lnTo>
                  <a:pt x="278503" y="310863"/>
                </a:lnTo>
                <a:lnTo>
                  <a:pt x="305238" y="239145"/>
                </a:lnTo>
                <a:lnTo>
                  <a:pt x="325521" y="178492"/>
                </a:lnTo>
                <a:lnTo>
                  <a:pt x="340429" y="128794"/>
                </a:lnTo>
                <a:lnTo>
                  <a:pt x="351037" y="89941"/>
                </a:lnTo>
                <a:lnTo>
                  <a:pt x="358422" y="61823"/>
                </a:lnTo>
                <a:lnTo>
                  <a:pt x="363660" y="44332"/>
                </a:lnTo>
                <a:lnTo>
                  <a:pt x="365813" y="42011"/>
                </a:lnTo>
                <a:lnTo>
                  <a:pt x="368042" y="34504"/>
                </a:lnTo>
                <a:lnTo>
                  <a:pt x="363995" y="20995"/>
                </a:lnTo>
                <a:lnTo>
                  <a:pt x="347325" y="668"/>
                </a:lnTo>
                <a:lnTo>
                  <a:pt x="345560" y="0"/>
                </a:lnTo>
                <a:close/>
              </a:path>
            </a:pathLst>
          </a:custGeom>
          <a:solidFill>
            <a:srgbClr val="C9F0FF">
              <a:alpha val="54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0" name="object 90" descr=""/>
          <p:cNvGrpSpPr/>
          <p:nvPr/>
        </p:nvGrpSpPr>
        <p:grpSpPr>
          <a:xfrm>
            <a:off x="1804431" y="2978119"/>
            <a:ext cx="747395" cy="1306195"/>
            <a:chOff x="1804431" y="2978119"/>
            <a:chExt cx="747395" cy="1306195"/>
          </a:xfrm>
        </p:grpSpPr>
        <p:sp>
          <p:nvSpPr>
            <p:cNvPr id="91" name="object 91" descr=""/>
            <p:cNvSpPr/>
            <p:nvPr/>
          </p:nvSpPr>
          <p:spPr>
            <a:xfrm>
              <a:off x="2372560" y="3466915"/>
              <a:ext cx="179070" cy="817244"/>
            </a:xfrm>
            <a:custGeom>
              <a:avLst/>
              <a:gdLst/>
              <a:ahLst/>
              <a:cxnLst/>
              <a:rect l="l" t="t" r="r" b="b"/>
              <a:pathLst>
                <a:path w="179069" h="817245">
                  <a:moveTo>
                    <a:pt x="159618" y="0"/>
                  </a:moveTo>
                  <a:lnTo>
                    <a:pt x="122553" y="5072"/>
                  </a:lnTo>
                  <a:lnTo>
                    <a:pt x="69042" y="12684"/>
                  </a:lnTo>
                  <a:lnTo>
                    <a:pt x="20914" y="20144"/>
                  </a:lnTo>
                  <a:lnTo>
                    <a:pt x="0" y="24763"/>
                  </a:lnTo>
                  <a:lnTo>
                    <a:pt x="50867" y="280242"/>
                  </a:lnTo>
                  <a:lnTo>
                    <a:pt x="59036" y="308642"/>
                  </a:lnTo>
                  <a:lnTo>
                    <a:pt x="68972" y="350397"/>
                  </a:lnTo>
                  <a:lnTo>
                    <a:pt x="79534" y="401106"/>
                  </a:lnTo>
                  <a:lnTo>
                    <a:pt x="89581" y="456370"/>
                  </a:lnTo>
                  <a:lnTo>
                    <a:pt x="97972" y="511786"/>
                  </a:lnTo>
                  <a:lnTo>
                    <a:pt x="103567" y="562956"/>
                  </a:lnTo>
                  <a:lnTo>
                    <a:pt x="97218" y="583349"/>
                  </a:lnTo>
                  <a:lnTo>
                    <a:pt x="61675" y="627163"/>
                  </a:lnTo>
                  <a:lnTo>
                    <a:pt x="49401" y="655278"/>
                  </a:lnTo>
                  <a:lnTo>
                    <a:pt x="42901" y="700432"/>
                  </a:lnTo>
                  <a:lnTo>
                    <a:pt x="40602" y="743841"/>
                  </a:lnTo>
                  <a:lnTo>
                    <a:pt x="43068" y="774757"/>
                  </a:lnTo>
                  <a:lnTo>
                    <a:pt x="50863" y="782434"/>
                  </a:lnTo>
                  <a:lnTo>
                    <a:pt x="64553" y="756123"/>
                  </a:lnTo>
                  <a:lnTo>
                    <a:pt x="81973" y="713630"/>
                  </a:lnTo>
                  <a:lnTo>
                    <a:pt x="88840" y="701811"/>
                  </a:lnTo>
                  <a:lnTo>
                    <a:pt x="87853" y="712435"/>
                  </a:lnTo>
                  <a:lnTo>
                    <a:pt x="81708" y="737268"/>
                  </a:lnTo>
                  <a:lnTo>
                    <a:pt x="73105" y="768079"/>
                  </a:lnTo>
                  <a:lnTo>
                    <a:pt x="64741" y="796635"/>
                  </a:lnTo>
                  <a:lnTo>
                    <a:pt x="65639" y="804085"/>
                  </a:lnTo>
                  <a:lnTo>
                    <a:pt x="70965" y="811316"/>
                  </a:lnTo>
                  <a:lnTo>
                    <a:pt x="78519" y="816359"/>
                  </a:lnTo>
                  <a:lnTo>
                    <a:pt x="86102" y="817242"/>
                  </a:lnTo>
                  <a:lnTo>
                    <a:pt x="98307" y="812106"/>
                  </a:lnTo>
                  <a:lnTo>
                    <a:pt x="107881" y="804510"/>
                  </a:lnTo>
                  <a:lnTo>
                    <a:pt x="128687" y="782614"/>
                  </a:lnTo>
                  <a:lnTo>
                    <a:pt x="151101" y="762444"/>
                  </a:lnTo>
                  <a:lnTo>
                    <a:pt x="172627" y="703378"/>
                  </a:lnTo>
                  <a:lnTo>
                    <a:pt x="177743" y="624179"/>
                  </a:lnTo>
                  <a:lnTo>
                    <a:pt x="179070" y="544897"/>
                  </a:lnTo>
                  <a:lnTo>
                    <a:pt x="178673" y="496416"/>
                  </a:lnTo>
                  <a:lnTo>
                    <a:pt x="177690" y="443561"/>
                  </a:lnTo>
                  <a:lnTo>
                    <a:pt x="176213" y="387472"/>
                  </a:lnTo>
                  <a:lnTo>
                    <a:pt x="174331" y="329288"/>
                  </a:lnTo>
                  <a:lnTo>
                    <a:pt x="172134" y="270148"/>
                  </a:lnTo>
                  <a:lnTo>
                    <a:pt x="167163" y="153561"/>
                  </a:lnTo>
                  <a:lnTo>
                    <a:pt x="162024" y="46825"/>
                  </a:lnTo>
                  <a:lnTo>
                    <a:pt x="159618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804431" y="2978119"/>
              <a:ext cx="733706" cy="1029113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1902650" y="3076580"/>
              <a:ext cx="494030" cy="697230"/>
            </a:xfrm>
            <a:custGeom>
              <a:avLst/>
              <a:gdLst/>
              <a:ahLst/>
              <a:cxnLst/>
              <a:rect l="l" t="t" r="r" b="b"/>
              <a:pathLst>
                <a:path w="494030" h="697229">
                  <a:moveTo>
                    <a:pt x="158254" y="0"/>
                  </a:moveTo>
                  <a:lnTo>
                    <a:pt x="99910" y="44018"/>
                  </a:lnTo>
                  <a:lnTo>
                    <a:pt x="63969" y="84391"/>
                  </a:lnTo>
                  <a:lnTo>
                    <a:pt x="35623" y="144272"/>
                  </a:lnTo>
                  <a:lnTo>
                    <a:pt x="0" y="246773"/>
                  </a:lnTo>
                  <a:lnTo>
                    <a:pt x="12611" y="254787"/>
                  </a:lnTo>
                  <a:lnTo>
                    <a:pt x="23253" y="263042"/>
                  </a:lnTo>
                  <a:lnTo>
                    <a:pt x="31165" y="271386"/>
                  </a:lnTo>
                  <a:lnTo>
                    <a:pt x="35585" y="279641"/>
                  </a:lnTo>
                  <a:lnTo>
                    <a:pt x="67297" y="165265"/>
                  </a:lnTo>
                  <a:lnTo>
                    <a:pt x="90639" y="98018"/>
                  </a:lnTo>
                  <a:lnTo>
                    <a:pt x="117132" y="51663"/>
                  </a:lnTo>
                  <a:lnTo>
                    <a:pt x="158254" y="0"/>
                  </a:lnTo>
                  <a:close/>
                </a:path>
                <a:path w="494030" h="697229">
                  <a:moveTo>
                    <a:pt x="494017" y="697230"/>
                  </a:moveTo>
                  <a:lnTo>
                    <a:pt x="484746" y="643216"/>
                  </a:lnTo>
                  <a:lnTo>
                    <a:pt x="478155" y="587794"/>
                  </a:lnTo>
                  <a:lnTo>
                    <a:pt x="473811" y="534136"/>
                  </a:lnTo>
                  <a:lnTo>
                    <a:pt x="471271" y="485355"/>
                  </a:lnTo>
                  <a:lnTo>
                    <a:pt x="470115" y="444627"/>
                  </a:lnTo>
                  <a:lnTo>
                    <a:pt x="469900" y="415099"/>
                  </a:lnTo>
                  <a:lnTo>
                    <a:pt x="438543" y="415099"/>
                  </a:lnTo>
                  <a:lnTo>
                    <a:pt x="409041" y="289623"/>
                  </a:lnTo>
                  <a:lnTo>
                    <a:pt x="398564" y="208394"/>
                  </a:lnTo>
                  <a:lnTo>
                    <a:pt x="406501" y="135928"/>
                  </a:lnTo>
                  <a:lnTo>
                    <a:pt x="432269" y="36766"/>
                  </a:lnTo>
                  <a:lnTo>
                    <a:pt x="394309" y="143738"/>
                  </a:lnTo>
                  <a:lnTo>
                    <a:pt x="379476" y="223012"/>
                  </a:lnTo>
                  <a:lnTo>
                    <a:pt x="385826" y="313842"/>
                  </a:lnTo>
                  <a:lnTo>
                    <a:pt x="411365" y="455485"/>
                  </a:lnTo>
                  <a:lnTo>
                    <a:pt x="432714" y="552627"/>
                  </a:lnTo>
                  <a:lnTo>
                    <a:pt x="452551" y="619887"/>
                  </a:lnTo>
                  <a:lnTo>
                    <a:pt x="469976" y="662736"/>
                  </a:lnTo>
                  <a:lnTo>
                    <a:pt x="484098" y="686689"/>
                  </a:lnTo>
                  <a:lnTo>
                    <a:pt x="494017" y="697230"/>
                  </a:lnTo>
                  <a:close/>
                </a:path>
              </a:pathLst>
            </a:custGeom>
            <a:solidFill>
              <a:srgbClr val="022F1A">
                <a:alpha val="38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4" name="object 94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696959" y="6613788"/>
            <a:ext cx="576011" cy="2933613"/>
          </a:xfrm>
          <a:prstGeom prst="rect">
            <a:avLst/>
          </a:prstGeom>
        </p:spPr>
      </p:pic>
      <p:pic>
        <p:nvPicPr>
          <p:cNvPr id="95" name="object 95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556321" y="6547198"/>
            <a:ext cx="923188" cy="3025005"/>
          </a:xfrm>
          <a:prstGeom prst="rect">
            <a:avLst/>
          </a:prstGeom>
        </p:spPr>
      </p:pic>
      <p:pic>
        <p:nvPicPr>
          <p:cNvPr id="96" name="object 96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7380401" y="2856245"/>
            <a:ext cx="1459848" cy="2703621"/>
          </a:xfrm>
          <a:prstGeom prst="rect">
            <a:avLst/>
          </a:prstGeom>
        </p:spPr>
      </p:pic>
      <p:grpSp>
        <p:nvGrpSpPr>
          <p:cNvPr id="97" name="object 97" descr=""/>
          <p:cNvGrpSpPr/>
          <p:nvPr/>
        </p:nvGrpSpPr>
        <p:grpSpPr>
          <a:xfrm>
            <a:off x="15648390" y="2394242"/>
            <a:ext cx="1190625" cy="3250565"/>
            <a:chOff x="15648390" y="2394242"/>
            <a:chExt cx="1190625" cy="3250565"/>
          </a:xfrm>
        </p:grpSpPr>
        <p:pic>
          <p:nvPicPr>
            <p:cNvPr id="98" name="object 9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5810218" y="2394242"/>
              <a:ext cx="1028206" cy="3250013"/>
            </a:xfrm>
            <a:prstGeom prst="rect">
              <a:avLst/>
            </a:prstGeom>
          </p:spPr>
        </p:pic>
        <p:pic>
          <p:nvPicPr>
            <p:cNvPr id="99" name="object 9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6065198" y="3286861"/>
              <a:ext cx="172486" cy="50145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16058682" y="3280584"/>
              <a:ext cx="185420" cy="62865"/>
            </a:xfrm>
            <a:custGeom>
              <a:avLst/>
              <a:gdLst/>
              <a:ahLst/>
              <a:cxnLst/>
              <a:rect l="l" t="t" r="r" b="b"/>
              <a:pathLst>
                <a:path w="185419" h="62864">
                  <a:moveTo>
                    <a:pt x="176032" y="0"/>
                  </a:moveTo>
                  <a:lnTo>
                    <a:pt x="172723" y="0"/>
                  </a:lnTo>
                  <a:lnTo>
                    <a:pt x="9210" y="1371"/>
                  </a:lnTo>
                  <a:lnTo>
                    <a:pt x="5702" y="3047"/>
                  </a:lnTo>
                  <a:lnTo>
                    <a:pt x="980" y="8774"/>
                  </a:lnTo>
                  <a:lnTo>
                    <a:pt x="0" y="12565"/>
                  </a:lnTo>
                  <a:lnTo>
                    <a:pt x="8488" y="58406"/>
                  </a:lnTo>
                  <a:lnTo>
                    <a:pt x="13712" y="62699"/>
                  </a:lnTo>
                  <a:lnTo>
                    <a:pt x="20403" y="62689"/>
                  </a:lnTo>
                  <a:lnTo>
                    <a:pt x="180053" y="54281"/>
                  </a:lnTo>
                  <a:lnTo>
                    <a:pt x="183994" y="50134"/>
                  </a:lnTo>
                  <a:lnTo>
                    <a:pt x="19744" y="50134"/>
                  </a:lnTo>
                  <a:lnTo>
                    <a:pt x="13032" y="13905"/>
                  </a:lnTo>
                  <a:lnTo>
                    <a:pt x="185288" y="12565"/>
                  </a:lnTo>
                  <a:lnTo>
                    <a:pt x="185288" y="9214"/>
                  </a:lnTo>
                  <a:lnTo>
                    <a:pt x="183948" y="5999"/>
                  </a:lnTo>
                  <a:lnTo>
                    <a:pt x="179215" y="1308"/>
                  </a:lnTo>
                  <a:lnTo>
                    <a:pt x="176032" y="0"/>
                  </a:lnTo>
                  <a:close/>
                </a:path>
                <a:path w="185419" h="62864">
                  <a:moveTo>
                    <a:pt x="185288" y="12565"/>
                  </a:moveTo>
                  <a:lnTo>
                    <a:pt x="172723" y="12565"/>
                  </a:lnTo>
                  <a:lnTo>
                    <a:pt x="172723" y="42082"/>
                  </a:lnTo>
                  <a:lnTo>
                    <a:pt x="19744" y="50134"/>
                  </a:lnTo>
                  <a:lnTo>
                    <a:pt x="183994" y="50134"/>
                  </a:lnTo>
                  <a:lnTo>
                    <a:pt x="185288" y="48773"/>
                  </a:lnTo>
                  <a:lnTo>
                    <a:pt x="18528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6257181" y="3075360"/>
              <a:ext cx="150916" cy="772081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16250676" y="3069080"/>
              <a:ext cx="163830" cy="784860"/>
            </a:xfrm>
            <a:custGeom>
              <a:avLst/>
              <a:gdLst/>
              <a:ahLst/>
              <a:cxnLst/>
              <a:rect l="l" t="t" r="r" b="b"/>
              <a:pathLst>
                <a:path w="163830" h="784860">
                  <a:moveTo>
                    <a:pt x="61704" y="0"/>
                  </a:moveTo>
                  <a:lnTo>
                    <a:pt x="59338" y="0"/>
                  </a:lnTo>
                  <a:lnTo>
                    <a:pt x="58029" y="209"/>
                  </a:lnTo>
                  <a:lnTo>
                    <a:pt x="5654" y="17172"/>
                  </a:lnTo>
                  <a:lnTo>
                    <a:pt x="2827" y="19769"/>
                  </a:lnTo>
                  <a:lnTo>
                    <a:pt x="0" y="26543"/>
                  </a:lnTo>
                  <a:lnTo>
                    <a:pt x="136" y="30376"/>
                  </a:lnTo>
                  <a:lnTo>
                    <a:pt x="26648" y="66772"/>
                  </a:lnTo>
                  <a:lnTo>
                    <a:pt x="35171" y="74290"/>
                  </a:lnTo>
                  <a:lnTo>
                    <a:pt x="33367" y="110213"/>
                  </a:lnTo>
                  <a:lnTo>
                    <a:pt x="31558" y="153042"/>
                  </a:lnTo>
                  <a:lnTo>
                    <a:pt x="29750" y="201275"/>
                  </a:lnTo>
                  <a:lnTo>
                    <a:pt x="27947" y="253409"/>
                  </a:lnTo>
                  <a:lnTo>
                    <a:pt x="26154" y="307942"/>
                  </a:lnTo>
                  <a:lnTo>
                    <a:pt x="22501" y="421865"/>
                  </a:lnTo>
                  <a:lnTo>
                    <a:pt x="20637" y="478448"/>
                  </a:lnTo>
                  <a:lnTo>
                    <a:pt x="18770" y="532002"/>
                  </a:lnTo>
                  <a:lnTo>
                    <a:pt x="16903" y="581013"/>
                  </a:lnTo>
                  <a:lnTo>
                    <a:pt x="15035" y="623968"/>
                  </a:lnTo>
                  <a:lnTo>
                    <a:pt x="13057" y="661288"/>
                  </a:lnTo>
                  <a:lnTo>
                    <a:pt x="13758" y="663948"/>
                  </a:lnTo>
                  <a:lnTo>
                    <a:pt x="90918" y="782510"/>
                  </a:lnTo>
                  <a:lnTo>
                    <a:pt x="94887" y="784646"/>
                  </a:lnTo>
                  <a:lnTo>
                    <a:pt x="99431" y="784646"/>
                  </a:lnTo>
                  <a:lnTo>
                    <a:pt x="104646" y="784258"/>
                  </a:lnTo>
                  <a:lnTo>
                    <a:pt x="108666" y="781442"/>
                  </a:lnTo>
                  <a:lnTo>
                    <a:pt x="112908" y="772081"/>
                  </a:lnTo>
                  <a:lnTo>
                    <a:pt x="99117" y="772081"/>
                  </a:lnTo>
                  <a:lnTo>
                    <a:pt x="25758" y="659351"/>
                  </a:lnTo>
                  <a:lnTo>
                    <a:pt x="29645" y="576706"/>
                  </a:lnTo>
                  <a:lnTo>
                    <a:pt x="31499" y="527531"/>
                  </a:lnTo>
                  <a:lnTo>
                    <a:pt x="33354" y="473952"/>
                  </a:lnTo>
                  <a:lnTo>
                    <a:pt x="35204" y="417655"/>
                  </a:lnTo>
                  <a:lnTo>
                    <a:pt x="38867" y="303497"/>
                  </a:lnTo>
                  <a:lnTo>
                    <a:pt x="40736" y="246859"/>
                  </a:lnTo>
                  <a:lnTo>
                    <a:pt x="42609" y="193250"/>
                  </a:lnTo>
                  <a:lnTo>
                    <a:pt x="44487" y="144184"/>
                  </a:lnTo>
                  <a:lnTo>
                    <a:pt x="46249" y="103569"/>
                  </a:lnTo>
                  <a:lnTo>
                    <a:pt x="48113" y="68186"/>
                  </a:lnTo>
                  <a:lnTo>
                    <a:pt x="43799" y="65463"/>
                  </a:lnTo>
                  <a:lnTo>
                    <a:pt x="13015" y="27999"/>
                  </a:lnTo>
                  <a:lnTo>
                    <a:pt x="60647" y="12565"/>
                  </a:lnTo>
                  <a:lnTo>
                    <a:pt x="111044" y="12565"/>
                  </a:lnTo>
                  <a:lnTo>
                    <a:pt x="62752" y="136"/>
                  </a:lnTo>
                  <a:lnTo>
                    <a:pt x="61704" y="0"/>
                  </a:lnTo>
                  <a:close/>
                </a:path>
                <a:path w="163830" h="784860">
                  <a:moveTo>
                    <a:pt x="111044" y="12565"/>
                  </a:moveTo>
                  <a:lnTo>
                    <a:pt x="60647" y="12565"/>
                  </a:lnTo>
                  <a:lnTo>
                    <a:pt x="104928" y="23967"/>
                  </a:lnTo>
                  <a:lnTo>
                    <a:pt x="99906" y="36562"/>
                  </a:lnTo>
                  <a:lnTo>
                    <a:pt x="76594" y="65736"/>
                  </a:lnTo>
                  <a:lnTo>
                    <a:pt x="82795" y="101174"/>
                  </a:lnTo>
                  <a:lnTo>
                    <a:pt x="88997" y="144184"/>
                  </a:lnTo>
                  <a:lnTo>
                    <a:pt x="95198" y="193250"/>
                  </a:lnTo>
                  <a:lnTo>
                    <a:pt x="101399" y="246859"/>
                  </a:lnTo>
                  <a:lnTo>
                    <a:pt x="107832" y="305672"/>
                  </a:lnTo>
                  <a:lnTo>
                    <a:pt x="120228" y="421865"/>
                  </a:lnTo>
                  <a:lnTo>
                    <a:pt x="126277" y="477089"/>
                  </a:lnTo>
                  <a:lnTo>
                    <a:pt x="132488" y="530727"/>
                  </a:lnTo>
                  <a:lnTo>
                    <a:pt x="138602" y="579113"/>
                  </a:lnTo>
                  <a:lnTo>
                    <a:pt x="144801" y="622122"/>
                  </a:lnTo>
                  <a:lnTo>
                    <a:pt x="151000" y="657561"/>
                  </a:lnTo>
                  <a:lnTo>
                    <a:pt x="99117" y="772081"/>
                  </a:lnTo>
                  <a:lnTo>
                    <a:pt x="112908" y="772081"/>
                  </a:lnTo>
                  <a:lnTo>
                    <a:pt x="163534" y="660356"/>
                  </a:lnTo>
                  <a:lnTo>
                    <a:pt x="163734" y="658597"/>
                  </a:lnTo>
                  <a:lnTo>
                    <a:pt x="163812" y="657561"/>
                  </a:lnTo>
                  <a:lnTo>
                    <a:pt x="163324" y="655110"/>
                  </a:lnTo>
                  <a:lnTo>
                    <a:pt x="157161" y="619795"/>
                  </a:lnTo>
                  <a:lnTo>
                    <a:pt x="150968" y="576706"/>
                  </a:lnTo>
                  <a:lnTo>
                    <a:pt x="144765" y="527531"/>
                  </a:lnTo>
                  <a:lnTo>
                    <a:pt x="138572" y="473952"/>
                  </a:lnTo>
                  <a:lnTo>
                    <a:pt x="132410" y="417655"/>
                  </a:lnTo>
                  <a:lnTo>
                    <a:pt x="120379" y="304805"/>
                  </a:lnTo>
                  <a:lnTo>
                    <a:pt x="114284" y="249089"/>
                  </a:lnTo>
                  <a:lnTo>
                    <a:pt x="108401" y="197925"/>
                  </a:lnTo>
                  <a:lnTo>
                    <a:pt x="102369" y="149550"/>
                  </a:lnTo>
                  <a:lnTo>
                    <a:pt x="96328" y="106542"/>
                  </a:lnTo>
                  <a:lnTo>
                    <a:pt x="90290" y="70395"/>
                  </a:lnTo>
                  <a:lnTo>
                    <a:pt x="92227" y="68531"/>
                  </a:lnTo>
                  <a:lnTo>
                    <a:pt x="116907" y="27779"/>
                  </a:lnTo>
                  <a:lnTo>
                    <a:pt x="117954" y="24491"/>
                  </a:lnTo>
                  <a:lnTo>
                    <a:pt x="117598" y="20910"/>
                  </a:lnTo>
                  <a:lnTo>
                    <a:pt x="114258" y="14868"/>
                  </a:lnTo>
                  <a:lnTo>
                    <a:pt x="111410" y="12659"/>
                  </a:lnTo>
                  <a:lnTo>
                    <a:pt x="111044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5654676" y="3025625"/>
              <a:ext cx="339090" cy="922019"/>
            </a:xfrm>
            <a:custGeom>
              <a:avLst/>
              <a:gdLst/>
              <a:ahLst/>
              <a:cxnLst/>
              <a:rect l="l" t="t" r="r" b="b"/>
              <a:pathLst>
                <a:path w="339090" h="922020">
                  <a:moveTo>
                    <a:pt x="234617" y="0"/>
                  </a:moveTo>
                  <a:lnTo>
                    <a:pt x="233371" y="0"/>
                  </a:lnTo>
                  <a:lnTo>
                    <a:pt x="232146" y="376"/>
                  </a:lnTo>
                  <a:lnTo>
                    <a:pt x="180040" y="55000"/>
                  </a:lnTo>
                  <a:lnTo>
                    <a:pt x="157653" y="89678"/>
                  </a:lnTo>
                  <a:lnTo>
                    <a:pt x="118927" y="156289"/>
                  </a:lnTo>
                  <a:lnTo>
                    <a:pt x="109958" y="171105"/>
                  </a:lnTo>
                  <a:lnTo>
                    <a:pt x="75854" y="235397"/>
                  </a:lnTo>
                  <a:lnTo>
                    <a:pt x="56285" y="284401"/>
                  </a:lnTo>
                  <a:lnTo>
                    <a:pt x="40889" y="332115"/>
                  </a:lnTo>
                  <a:lnTo>
                    <a:pt x="28456" y="378204"/>
                  </a:lnTo>
                  <a:lnTo>
                    <a:pt x="10046" y="454560"/>
                  </a:lnTo>
                  <a:lnTo>
                    <a:pt x="2090" y="485430"/>
                  </a:lnTo>
                  <a:lnTo>
                    <a:pt x="495" y="493372"/>
                  </a:lnTo>
                  <a:lnTo>
                    <a:pt x="0" y="501415"/>
                  </a:lnTo>
                  <a:lnTo>
                    <a:pt x="601" y="509444"/>
                  </a:lnTo>
                  <a:lnTo>
                    <a:pt x="16139" y="558507"/>
                  </a:lnTo>
                  <a:lnTo>
                    <a:pt x="34300" y="602271"/>
                  </a:lnTo>
                  <a:lnTo>
                    <a:pt x="55979" y="647839"/>
                  </a:lnTo>
                  <a:lnTo>
                    <a:pt x="80370" y="694412"/>
                  </a:lnTo>
                  <a:lnTo>
                    <a:pt x="106667" y="741191"/>
                  </a:lnTo>
                  <a:lnTo>
                    <a:pt x="134066" y="787376"/>
                  </a:lnTo>
                  <a:lnTo>
                    <a:pt x="161760" y="832169"/>
                  </a:lnTo>
                  <a:lnTo>
                    <a:pt x="188945" y="874770"/>
                  </a:lnTo>
                  <a:lnTo>
                    <a:pt x="216942" y="917616"/>
                  </a:lnTo>
                  <a:lnTo>
                    <a:pt x="221203" y="921469"/>
                  </a:lnTo>
                  <a:lnTo>
                    <a:pt x="229371" y="921469"/>
                  </a:lnTo>
                  <a:lnTo>
                    <a:pt x="290751" y="888620"/>
                  </a:lnTo>
                  <a:lnTo>
                    <a:pt x="320782" y="859082"/>
                  </a:lnTo>
                  <a:lnTo>
                    <a:pt x="338530" y="829576"/>
                  </a:lnTo>
                  <a:lnTo>
                    <a:pt x="338436" y="827964"/>
                  </a:lnTo>
                  <a:lnTo>
                    <a:pt x="326670" y="801522"/>
                  </a:lnTo>
                  <a:lnTo>
                    <a:pt x="314887" y="774113"/>
                  </a:lnTo>
                  <a:lnTo>
                    <a:pt x="265353" y="656020"/>
                  </a:lnTo>
                  <a:lnTo>
                    <a:pt x="241382" y="600568"/>
                  </a:lnTo>
                  <a:lnTo>
                    <a:pt x="218654" y="551531"/>
                  </a:lnTo>
                  <a:lnTo>
                    <a:pt x="197990" y="512602"/>
                  </a:lnTo>
                  <a:lnTo>
                    <a:pt x="224959" y="467855"/>
                  </a:lnTo>
                  <a:lnTo>
                    <a:pt x="247332" y="421247"/>
                  </a:lnTo>
                  <a:lnTo>
                    <a:pt x="266546" y="373664"/>
                  </a:lnTo>
                  <a:lnTo>
                    <a:pt x="298682" y="285897"/>
                  </a:lnTo>
                  <a:lnTo>
                    <a:pt x="306316" y="265892"/>
                  </a:lnTo>
                  <a:lnTo>
                    <a:pt x="314227" y="246212"/>
                  </a:lnTo>
                  <a:lnTo>
                    <a:pt x="321463" y="212460"/>
                  </a:lnTo>
                  <a:lnTo>
                    <a:pt x="320526" y="167685"/>
                  </a:lnTo>
                  <a:lnTo>
                    <a:pt x="312470" y="118334"/>
                  </a:lnTo>
                  <a:lnTo>
                    <a:pt x="298348" y="70855"/>
                  </a:lnTo>
                  <a:lnTo>
                    <a:pt x="279212" y="31695"/>
                  </a:lnTo>
                  <a:lnTo>
                    <a:pt x="246422" y="1995"/>
                  </a:lnTo>
                  <a:lnTo>
                    <a:pt x="2346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5648390" y="3019337"/>
              <a:ext cx="351790" cy="934085"/>
            </a:xfrm>
            <a:custGeom>
              <a:avLst/>
              <a:gdLst/>
              <a:ahLst/>
              <a:cxnLst/>
              <a:rect l="l" t="t" r="r" b="b"/>
              <a:pathLst>
                <a:path w="351790" h="934085">
                  <a:moveTo>
                    <a:pt x="241046" y="0"/>
                  </a:moveTo>
                  <a:lnTo>
                    <a:pt x="206271" y="26322"/>
                  </a:lnTo>
                  <a:lnTo>
                    <a:pt x="181514" y="57208"/>
                  </a:lnTo>
                  <a:lnTo>
                    <a:pt x="158767" y="92376"/>
                  </a:lnTo>
                  <a:lnTo>
                    <a:pt x="137206" y="129367"/>
                  </a:lnTo>
                  <a:lnTo>
                    <a:pt x="128607" y="144334"/>
                  </a:lnTo>
                  <a:lnTo>
                    <a:pt x="119879" y="159264"/>
                  </a:lnTo>
                  <a:lnTo>
                    <a:pt x="111037" y="173868"/>
                  </a:lnTo>
                  <a:lnTo>
                    <a:pt x="101919" y="188119"/>
                  </a:lnTo>
                  <a:lnTo>
                    <a:pt x="101605" y="188664"/>
                  </a:lnTo>
                  <a:lnTo>
                    <a:pt x="76428" y="239046"/>
                  </a:lnTo>
                  <a:lnTo>
                    <a:pt x="56698" y="288413"/>
                  </a:lnTo>
                  <a:lnTo>
                    <a:pt x="41190" y="336440"/>
                  </a:lnTo>
                  <a:lnTo>
                    <a:pt x="28680" y="382804"/>
                  </a:lnTo>
                  <a:lnTo>
                    <a:pt x="17943" y="427180"/>
                  </a:lnTo>
                  <a:lnTo>
                    <a:pt x="14078" y="443446"/>
                  </a:lnTo>
                  <a:lnTo>
                    <a:pt x="10236" y="459311"/>
                  </a:lnTo>
                  <a:lnTo>
                    <a:pt x="6340" y="474834"/>
                  </a:lnTo>
                  <a:lnTo>
                    <a:pt x="2310" y="490068"/>
                  </a:lnTo>
                  <a:lnTo>
                    <a:pt x="546" y="498857"/>
                  </a:lnTo>
                  <a:lnTo>
                    <a:pt x="16473" y="566809"/>
                  </a:lnTo>
                  <a:lnTo>
                    <a:pt x="34722" y="610821"/>
                  </a:lnTo>
                  <a:lnTo>
                    <a:pt x="56492" y="656616"/>
                  </a:lnTo>
                  <a:lnTo>
                    <a:pt x="80975" y="703395"/>
                  </a:lnTo>
                  <a:lnTo>
                    <a:pt x="107365" y="750360"/>
                  </a:lnTo>
                  <a:lnTo>
                    <a:pt x="134854" y="796714"/>
                  </a:lnTo>
                  <a:lnTo>
                    <a:pt x="162637" y="841659"/>
                  </a:lnTo>
                  <a:lnTo>
                    <a:pt x="189905" y="884396"/>
                  </a:lnTo>
                  <a:lnTo>
                    <a:pt x="215853" y="924128"/>
                  </a:lnTo>
                  <a:lnTo>
                    <a:pt x="227099" y="934034"/>
                  </a:lnTo>
                  <a:lnTo>
                    <a:pt x="235653" y="934034"/>
                  </a:lnTo>
                  <a:lnTo>
                    <a:pt x="264450" y="924715"/>
                  </a:lnTo>
                  <a:lnTo>
                    <a:pt x="269316" y="921469"/>
                  </a:lnTo>
                  <a:lnTo>
                    <a:pt x="231507" y="921469"/>
                  </a:lnTo>
                  <a:lnTo>
                    <a:pt x="228282" y="920149"/>
                  </a:lnTo>
                  <a:lnTo>
                    <a:pt x="199229" y="875647"/>
                  </a:lnTo>
                  <a:lnTo>
                    <a:pt x="171364" y="831869"/>
                  </a:lnTo>
                  <a:lnTo>
                    <a:pt x="143455" y="786570"/>
                  </a:lnTo>
                  <a:lnTo>
                    <a:pt x="116208" y="740448"/>
                  </a:lnTo>
                  <a:lnTo>
                    <a:pt x="90330" y="694200"/>
                  </a:lnTo>
                  <a:lnTo>
                    <a:pt x="66526" y="648523"/>
                  </a:lnTo>
                  <a:lnTo>
                    <a:pt x="45503" y="604116"/>
                  </a:lnTo>
                  <a:lnTo>
                    <a:pt x="27967" y="561676"/>
                  </a:lnTo>
                  <a:lnTo>
                    <a:pt x="14623" y="521900"/>
                  </a:lnTo>
                  <a:lnTo>
                    <a:pt x="12562" y="507650"/>
                  </a:lnTo>
                  <a:lnTo>
                    <a:pt x="13008" y="500474"/>
                  </a:lnTo>
                  <a:lnTo>
                    <a:pt x="14435" y="493377"/>
                  </a:lnTo>
                  <a:lnTo>
                    <a:pt x="25844" y="448263"/>
                  </a:lnTo>
                  <a:lnTo>
                    <a:pt x="37139" y="400950"/>
                  </a:lnTo>
                  <a:lnTo>
                    <a:pt x="49889" y="351693"/>
                  </a:lnTo>
                  <a:lnTo>
                    <a:pt x="65666" y="300745"/>
                  </a:lnTo>
                  <a:lnTo>
                    <a:pt x="86039" y="248359"/>
                  </a:lnTo>
                  <a:lnTo>
                    <a:pt x="112579" y="194789"/>
                  </a:lnTo>
                  <a:lnTo>
                    <a:pt x="136830" y="155201"/>
                  </a:lnTo>
                  <a:lnTo>
                    <a:pt x="160672" y="113804"/>
                  </a:lnTo>
                  <a:lnTo>
                    <a:pt x="185223" y="73979"/>
                  </a:lnTo>
                  <a:lnTo>
                    <a:pt x="211603" y="39105"/>
                  </a:lnTo>
                  <a:lnTo>
                    <a:pt x="240931" y="12565"/>
                  </a:lnTo>
                  <a:lnTo>
                    <a:pt x="271497" y="12565"/>
                  </a:lnTo>
                  <a:lnTo>
                    <a:pt x="267134" y="8682"/>
                  </a:lnTo>
                  <a:lnTo>
                    <a:pt x="254376" y="2175"/>
                  </a:lnTo>
                  <a:lnTo>
                    <a:pt x="241046" y="0"/>
                  </a:lnTo>
                  <a:close/>
                </a:path>
                <a:path w="351790" h="934085">
                  <a:moveTo>
                    <a:pt x="271497" y="12565"/>
                  </a:moveTo>
                  <a:lnTo>
                    <a:pt x="241046" y="12565"/>
                  </a:lnTo>
                  <a:lnTo>
                    <a:pt x="268525" y="26410"/>
                  </a:lnTo>
                  <a:lnTo>
                    <a:pt x="291554" y="62143"/>
                  </a:lnTo>
                  <a:lnTo>
                    <a:pt x="308914" y="111064"/>
                  </a:lnTo>
                  <a:lnTo>
                    <a:pt x="319385" y="164470"/>
                  </a:lnTo>
                  <a:lnTo>
                    <a:pt x="321748" y="213659"/>
                  </a:lnTo>
                  <a:lnTo>
                    <a:pt x="314782" y="249929"/>
                  </a:lnTo>
                  <a:lnTo>
                    <a:pt x="297200" y="295029"/>
                  </a:lnTo>
                  <a:lnTo>
                    <a:pt x="280547" y="340852"/>
                  </a:lnTo>
                  <a:lnTo>
                    <a:pt x="263502" y="386761"/>
                  </a:lnTo>
                  <a:lnTo>
                    <a:pt x="244744" y="432122"/>
                  </a:lnTo>
                  <a:lnTo>
                    <a:pt x="222952" y="476298"/>
                  </a:lnTo>
                  <a:lnTo>
                    <a:pt x="196806" y="518654"/>
                  </a:lnTo>
                  <a:lnTo>
                    <a:pt x="214844" y="551622"/>
                  </a:lnTo>
                  <a:lnTo>
                    <a:pt x="234760" y="593477"/>
                  </a:lnTo>
                  <a:lnTo>
                    <a:pt x="255864" y="641344"/>
                  </a:lnTo>
                  <a:lnTo>
                    <a:pt x="277466" y="692348"/>
                  </a:lnTo>
                  <a:lnTo>
                    <a:pt x="298877" y="743615"/>
                  </a:lnTo>
                  <a:lnTo>
                    <a:pt x="319405" y="792271"/>
                  </a:lnTo>
                  <a:lnTo>
                    <a:pt x="338362" y="835440"/>
                  </a:lnTo>
                  <a:lnTo>
                    <a:pt x="322039" y="861715"/>
                  </a:lnTo>
                  <a:lnTo>
                    <a:pt x="293498" y="889861"/>
                  </a:lnTo>
                  <a:lnTo>
                    <a:pt x="261713" y="912304"/>
                  </a:lnTo>
                  <a:lnTo>
                    <a:pt x="235653" y="921469"/>
                  </a:lnTo>
                  <a:lnTo>
                    <a:pt x="269316" y="921469"/>
                  </a:lnTo>
                  <a:lnTo>
                    <a:pt x="299574" y="901282"/>
                  </a:lnTo>
                  <a:lnTo>
                    <a:pt x="331409" y="870525"/>
                  </a:lnTo>
                  <a:lnTo>
                    <a:pt x="350341" y="839230"/>
                  </a:lnTo>
                  <a:lnTo>
                    <a:pt x="351273" y="836267"/>
                  </a:lnTo>
                  <a:lnTo>
                    <a:pt x="351084" y="833074"/>
                  </a:lnTo>
                  <a:lnTo>
                    <a:pt x="349796" y="830246"/>
                  </a:lnTo>
                  <a:lnTo>
                    <a:pt x="338697" y="805271"/>
                  </a:lnTo>
                  <a:lnTo>
                    <a:pt x="326936" y="777913"/>
                  </a:lnTo>
                  <a:lnTo>
                    <a:pt x="314613" y="748678"/>
                  </a:lnTo>
                  <a:lnTo>
                    <a:pt x="278000" y="661221"/>
                  </a:lnTo>
                  <a:lnTo>
                    <a:pt x="254536" y="606850"/>
                  </a:lnTo>
                  <a:lnTo>
                    <a:pt x="232186" y="558353"/>
                  </a:lnTo>
                  <a:lnTo>
                    <a:pt x="211696" y="519125"/>
                  </a:lnTo>
                  <a:lnTo>
                    <a:pt x="238092" y="474637"/>
                  </a:lnTo>
                  <a:lnTo>
                    <a:pt x="260057" y="428479"/>
                  </a:lnTo>
                  <a:lnTo>
                    <a:pt x="278977" y="381464"/>
                  </a:lnTo>
                  <a:lnTo>
                    <a:pt x="296238" y="334408"/>
                  </a:lnTo>
                  <a:lnTo>
                    <a:pt x="303448" y="314471"/>
                  </a:lnTo>
                  <a:lnTo>
                    <a:pt x="310840" y="294409"/>
                  </a:lnTo>
                  <a:lnTo>
                    <a:pt x="318466" y="274435"/>
                  </a:lnTo>
                  <a:lnTo>
                    <a:pt x="326384" y="254756"/>
                  </a:lnTo>
                  <a:lnTo>
                    <a:pt x="333832" y="220109"/>
                  </a:lnTo>
                  <a:lnTo>
                    <a:pt x="332934" y="174124"/>
                  </a:lnTo>
                  <a:lnTo>
                    <a:pt x="324751" y="123443"/>
                  </a:lnTo>
                  <a:lnTo>
                    <a:pt x="310344" y="74709"/>
                  </a:lnTo>
                  <a:lnTo>
                    <a:pt x="290772" y="34564"/>
                  </a:lnTo>
                  <a:lnTo>
                    <a:pt x="279280" y="19489"/>
                  </a:lnTo>
                  <a:lnTo>
                    <a:pt x="271497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5" name="object 105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685895" y="2563127"/>
            <a:ext cx="1733535" cy="2801308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3691824" y="2652853"/>
            <a:ext cx="1733536" cy="2870219"/>
          </a:xfrm>
          <a:prstGeom prst="rect">
            <a:avLst/>
          </a:prstGeom>
        </p:spPr>
      </p:pic>
      <p:pic>
        <p:nvPicPr>
          <p:cNvPr id="107" name="object 107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619775" y="2457194"/>
            <a:ext cx="895259" cy="2916236"/>
          </a:xfrm>
          <a:prstGeom prst="rect">
            <a:avLst/>
          </a:prstGeom>
        </p:spPr>
      </p:pic>
      <p:pic>
        <p:nvPicPr>
          <p:cNvPr id="108" name="object 108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0029136" y="2517726"/>
            <a:ext cx="1462199" cy="2916237"/>
          </a:xfrm>
          <a:prstGeom prst="rect">
            <a:avLst/>
          </a:prstGeom>
        </p:spPr>
      </p:pic>
      <p:grpSp>
        <p:nvGrpSpPr>
          <p:cNvPr id="109" name="object 109" descr=""/>
          <p:cNvGrpSpPr/>
          <p:nvPr/>
        </p:nvGrpSpPr>
        <p:grpSpPr>
          <a:xfrm>
            <a:off x="11397185" y="6907632"/>
            <a:ext cx="2993390" cy="2656205"/>
            <a:chOff x="11397185" y="6907632"/>
            <a:chExt cx="2993390" cy="2656205"/>
          </a:xfrm>
        </p:grpSpPr>
        <p:pic>
          <p:nvPicPr>
            <p:cNvPr id="110" name="object 110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1397185" y="6907632"/>
              <a:ext cx="2993353" cy="2655618"/>
            </a:xfrm>
            <a:prstGeom prst="rect">
              <a:avLst/>
            </a:prstGeom>
          </p:spPr>
        </p:pic>
        <p:pic>
          <p:nvPicPr>
            <p:cNvPr id="111" name="object 111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3457220" y="7426807"/>
              <a:ext cx="789439" cy="917315"/>
            </a:xfrm>
            <a:prstGeom prst="rect">
              <a:avLst/>
            </a:prstGeom>
          </p:spPr>
        </p:pic>
        <p:sp>
          <p:nvSpPr>
            <p:cNvPr id="112" name="object 112" descr=""/>
            <p:cNvSpPr/>
            <p:nvPr/>
          </p:nvSpPr>
          <p:spPr>
            <a:xfrm>
              <a:off x="13158013" y="8262486"/>
              <a:ext cx="640080" cy="778510"/>
            </a:xfrm>
            <a:custGeom>
              <a:avLst/>
              <a:gdLst/>
              <a:ahLst/>
              <a:cxnLst/>
              <a:rect l="l" t="t" r="r" b="b"/>
              <a:pathLst>
                <a:path w="640080" h="778509">
                  <a:moveTo>
                    <a:pt x="254038" y="446062"/>
                  </a:moveTo>
                  <a:lnTo>
                    <a:pt x="249986" y="444982"/>
                  </a:lnTo>
                  <a:lnTo>
                    <a:pt x="246634" y="456857"/>
                  </a:lnTo>
                  <a:lnTo>
                    <a:pt x="242316" y="475780"/>
                  </a:lnTo>
                  <a:lnTo>
                    <a:pt x="220992" y="565696"/>
                  </a:lnTo>
                  <a:lnTo>
                    <a:pt x="201358" y="646087"/>
                  </a:lnTo>
                  <a:lnTo>
                    <a:pt x="186156" y="705891"/>
                  </a:lnTo>
                  <a:lnTo>
                    <a:pt x="174193" y="750379"/>
                  </a:lnTo>
                  <a:lnTo>
                    <a:pt x="165252" y="777125"/>
                  </a:lnTo>
                  <a:lnTo>
                    <a:pt x="169316" y="778205"/>
                  </a:lnTo>
                  <a:lnTo>
                    <a:pt x="198208" y="676109"/>
                  </a:lnTo>
                  <a:lnTo>
                    <a:pt x="208762" y="633971"/>
                  </a:lnTo>
                  <a:lnTo>
                    <a:pt x="229196" y="549541"/>
                  </a:lnTo>
                  <a:lnTo>
                    <a:pt x="251167" y="456209"/>
                  </a:lnTo>
                  <a:lnTo>
                    <a:pt x="253250" y="448652"/>
                  </a:lnTo>
                  <a:lnTo>
                    <a:pt x="254038" y="446062"/>
                  </a:lnTo>
                  <a:close/>
                </a:path>
                <a:path w="640080" h="778509">
                  <a:moveTo>
                    <a:pt x="639762" y="15544"/>
                  </a:moveTo>
                  <a:lnTo>
                    <a:pt x="498690" y="4025"/>
                  </a:lnTo>
                  <a:lnTo>
                    <a:pt x="451866" y="2070"/>
                  </a:lnTo>
                  <a:lnTo>
                    <a:pt x="405028" y="660"/>
                  </a:lnTo>
                  <a:lnTo>
                    <a:pt x="358190" y="0"/>
                  </a:lnTo>
                  <a:lnTo>
                    <a:pt x="311365" y="304"/>
                  </a:lnTo>
                  <a:lnTo>
                    <a:pt x="268224" y="1574"/>
                  </a:lnTo>
                  <a:lnTo>
                    <a:pt x="224777" y="4762"/>
                  </a:lnTo>
                  <a:lnTo>
                    <a:pt x="181876" y="11163"/>
                  </a:lnTo>
                  <a:lnTo>
                    <a:pt x="140335" y="22136"/>
                  </a:lnTo>
                  <a:lnTo>
                    <a:pt x="88836" y="48425"/>
                  </a:lnTo>
                  <a:lnTo>
                    <a:pt x="50368" y="89484"/>
                  </a:lnTo>
                  <a:lnTo>
                    <a:pt x="24015" y="151790"/>
                  </a:lnTo>
                  <a:lnTo>
                    <a:pt x="11239" y="217906"/>
                  </a:lnTo>
                  <a:lnTo>
                    <a:pt x="5283" y="269595"/>
                  </a:lnTo>
                  <a:lnTo>
                    <a:pt x="1727" y="315417"/>
                  </a:lnTo>
                  <a:lnTo>
                    <a:pt x="0" y="353796"/>
                  </a:lnTo>
                  <a:lnTo>
                    <a:pt x="3098" y="311454"/>
                  </a:lnTo>
                  <a:lnTo>
                    <a:pt x="6718" y="276898"/>
                  </a:lnTo>
                  <a:lnTo>
                    <a:pt x="18440" y="200431"/>
                  </a:lnTo>
                  <a:lnTo>
                    <a:pt x="32791" y="138290"/>
                  </a:lnTo>
                  <a:lnTo>
                    <a:pt x="61556" y="80949"/>
                  </a:lnTo>
                  <a:lnTo>
                    <a:pt x="104825" y="42938"/>
                  </a:lnTo>
                  <a:lnTo>
                    <a:pt x="159727" y="20739"/>
                  </a:lnTo>
                  <a:lnTo>
                    <a:pt x="204546" y="11620"/>
                  </a:lnTo>
                  <a:lnTo>
                    <a:pt x="250342" y="6667"/>
                  </a:lnTo>
                  <a:lnTo>
                    <a:pt x="296481" y="4622"/>
                  </a:lnTo>
                  <a:lnTo>
                    <a:pt x="342366" y="4216"/>
                  </a:lnTo>
                  <a:lnTo>
                    <a:pt x="391477" y="4673"/>
                  </a:lnTo>
                  <a:lnTo>
                    <a:pt x="440588" y="5918"/>
                  </a:lnTo>
                  <a:lnTo>
                    <a:pt x="489699" y="7785"/>
                  </a:lnTo>
                  <a:lnTo>
                    <a:pt x="538772" y="10096"/>
                  </a:lnTo>
                  <a:lnTo>
                    <a:pt x="636866" y="15379"/>
                  </a:lnTo>
                  <a:lnTo>
                    <a:pt x="639762" y="15544"/>
                  </a:lnTo>
                  <a:close/>
                </a:path>
              </a:pathLst>
            </a:custGeom>
            <a:solidFill>
              <a:srgbClr val="151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3846472" y="7584003"/>
              <a:ext cx="213995" cy="541020"/>
            </a:xfrm>
            <a:custGeom>
              <a:avLst/>
              <a:gdLst/>
              <a:ahLst/>
              <a:cxnLst/>
              <a:rect l="l" t="t" r="r" b="b"/>
              <a:pathLst>
                <a:path w="213994" h="541020">
                  <a:moveTo>
                    <a:pt x="2984" y="538936"/>
                  </a:moveTo>
                  <a:lnTo>
                    <a:pt x="2119" y="539221"/>
                  </a:lnTo>
                  <a:lnTo>
                    <a:pt x="501" y="540585"/>
                  </a:lnTo>
                  <a:lnTo>
                    <a:pt x="2984" y="538936"/>
                  </a:lnTo>
                  <a:close/>
                </a:path>
                <a:path w="213994" h="541020">
                  <a:moveTo>
                    <a:pt x="7819" y="534285"/>
                  </a:moveTo>
                  <a:lnTo>
                    <a:pt x="2439" y="538140"/>
                  </a:lnTo>
                  <a:lnTo>
                    <a:pt x="0" y="539920"/>
                  </a:lnTo>
                  <a:lnTo>
                    <a:pt x="2119" y="539221"/>
                  </a:lnTo>
                  <a:lnTo>
                    <a:pt x="7722" y="534495"/>
                  </a:lnTo>
                  <a:lnTo>
                    <a:pt x="7819" y="534285"/>
                  </a:lnTo>
                  <a:close/>
                </a:path>
                <a:path w="213994" h="541020">
                  <a:moveTo>
                    <a:pt x="128561" y="0"/>
                  </a:moveTo>
                  <a:lnTo>
                    <a:pt x="122250" y="22509"/>
                  </a:lnTo>
                  <a:lnTo>
                    <a:pt x="120165" y="42451"/>
                  </a:lnTo>
                  <a:lnTo>
                    <a:pt x="122063" y="63881"/>
                  </a:lnTo>
                  <a:lnTo>
                    <a:pt x="127702" y="90855"/>
                  </a:lnTo>
                  <a:lnTo>
                    <a:pt x="142274" y="148317"/>
                  </a:lnTo>
                  <a:lnTo>
                    <a:pt x="155862" y="198049"/>
                  </a:lnTo>
                  <a:lnTo>
                    <a:pt x="167470" y="241188"/>
                  </a:lnTo>
                  <a:lnTo>
                    <a:pt x="176104" y="278873"/>
                  </a:lnTo>
                  <a:lnTo>
                    <a:pt x="180769" y="312239"/>
                  </a:lnTo>
                  <a:lnTo>
                    <a:pt x="180469" y="342424"/>
                  </a:lnTo>
                  <a:lnTo>
                    <a:pt x="160998" y="397797"/>
                  </a:lnTo>
                  <a:lnTo>
                    <a:pt x="109732" y="454087"/>
                  </a:lnTo>
                  <a:lnTo>
                    <a:pt x="69688" y="485420"/>
                  </a:lnTo>
                  <a:lnTo>
                    <a:pt x="18711" y="520392"/>
                  </a:lnTo>
                  <a:lnTo>
                    <a:pt x="11430" y="526426"/>
                  </a:lnTo>
                  <a:lnTo>
                    <a:pt x="67846" y="491263"/>
                  </a:lnTo>
                  <a:lnTo>
                    <a:pt x="100844" y="466895"/>
                  </a:lnTo>
                  <a:lnTo>
                    <a:pt x="131776" y="442541"/>
                  </a:lnTo>
                  <a:lnTo>
                    <a:pt x="189114" y="394574"/>
                  </a:lnTo>
                  <a:lnTo>
                    <a:pt x="208873" y="377255"/>
                  </a:lnTo>
                  <a:lnTo>
                    <a:pt x="211522" y="375402"/>
                  </a:lnTo>
                  <a:lnTo>
                    <a:pt x="212328" y="371873"/>
                  </a:lnTo>
                  <a:lnTo>
                    <a:pt x="213429" y="359535"/>
                  </a:lnTo>
                  <a:lnTo>
                    <a:pt x="212057" y="346565"/>
                  </a:lnTo>
                  <a:lnTo>
                    <a:pt x="201019" y="303258"/>
                  </a:lnTo>
                  <a:lnTo>
                    <a:pt x="189278" y="266719"/>
                  </a:lnTo>
                  <a:lnTo>
                    <a:pt x="168780" y="206929"/>
                  </a:lnTo>
                  <a:lnTo>
                    <a:pt x="155071" y="164987"/>
                  </a:lnTo>
                  <a:lnTo>
                    <a:pt x="143108" y="122569"/>
                  </a:lnTo>
                  <a:lnTo>
                    <a:pt x="134048" y="79505"/>
                  </a:lnTo>
                  <a:lnTo>
                    <a:pt x="129212" y="21918"/>
                  </a:lnTo>
                  <a:lnTo>
                    <a:pt x="129072" y="4439"/>
                  </a:lnTo>
                  <a:lnTo>
                    <a:pt x="128561" y="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3846472" y="7584003"/>
              <a:ext cx="213995" cy="541020"/>
            </a:xfrm>
            <a:custGeom>
              <a:avLst/>
              <a:gdLst/>
              <a:ahLst/>
              <a:cxnLst/>
              <a:rect l="l" t="t" r="r" b="b"/>
              <a:pathLst>
                <a:path w="213994" h="541020">
                  <a:moveTo>
                    <a:pt x="2984" y="538936"/>
                  </a:moveTo>
                  <a:lnTo>
                    <a:pt x="2119" y="539221"/>
                  </a:lnTo>
                  <a:lnTo>
                    <a:pt x="501" y="540585"/>
                  </a:lnTo>
                  <a:lnTo>
                    <a:pt x="2984" y="538936"/>
                  </a:lnTo>
                  <a:close/>
                </a:path>
                <a:path w="213994" h="541020">
                  <a:moveTo>
                    <a:pt x="7819" y="534285"/>
                  </a:moveTo>
                  <a:lnTo>
                    <a:pt x="2439" y="538140"/>
                  </a:lnTo>
                  <a:lnTo>
                    <a:pt x="0" y="539920"/>
                  </a:lnTo>
                  <a:lnTo>
                    <a:pt x="2119" y="539221"/>
                  </a:lnTo>
                  <a:lnTo>
                    <a:pt x="7722" y="534495"/>
                  </a:lnTo>
                  <a:lnTo>
                    <a:pt x="7819" y="534285"/>
                  </a:lnTo>
                  <a:close/>
                </a:path>
                <a:path w="213994" h="541020">
                  <a:moveTo>
                    <a:pt x="128561" y="0"/>
                  </a:moveTo>
                  <a:lnTo>
                    <a:pt x="122250" y="22509"/>
                  </a:lnTo>
                  <a:lnTo>
                    <a:pt x="120165" y="42451"/>
                  </a:lnTo>
                  <a:lnTo>
                    <a:pt x="122063" y="63881"/>
                  </a:lnTo>
                  <a:lnTo>
                    <a:pt x="127702" y="90855"/>
                  </a:lnTo>
                  <a:lnTo>
                    <a:pt x="142274" y="148317"/>
                  </a:lnTo>
                  <a:lnTo>
                    <a:pt x="155862" y="198049"/>
                  </a:lnTo>
                  <a:lnTo>
                    <a:pt x="167470" y="241188"/>
                  </a:lnTo>
                  <a:lnTo>
                    <a:pt x="176104" y="278873"/>
                  </a:lnTo>
                  <a:lnTo>
                    <a:pt x="180769" y="312239"/>
                  </a:lnTo>
                  <a:lnTo>
                    <a:pt x="180469" y="342424"/>
                  </a:lnTo>
                  <a:lnTo>
                    <a:pt x="160998" y="397797"/>
                  </a:lnTo>
                  <a:lnTo>
                    <a:pt x="109732" y="454087"/>
                  </a:lnTo>
                  <a:lnTo>
                    <a:pt x="69688" y="485420"/>
                  </a:lnTo>
                  <a:lnTo>
                    <a:pt x="18711" y="520392"/>
                  </a:lnTo>
                  <a:lnTo>
                    <a:pt x="11430" y="526426"/>
                  </a:lnTo>
                  <a:lnTo>
                    <a:pt x="67846" y="491263"/>
                  </a:lnTo>
                  <a:lnTo>
                    <a:pt x="100844" y="466895"/>
                  </a:lnTo>
                  <a:lnTo>
                    <a:pt x="131776" y="442541"/>
                  </a:lnTo>
                  <a:lnTo>
                    <a:pt x="189114" y="394574"/>
                  </a:lnTo>
                  <a:lnTo>
                    <a:pt x="208873" y="377255"/>
                  </a:lnTo>
                  <a:lnTo>
                    <a:pt x="211522" y="375402"/>
                  </a:lnTo>
                  <a:lnTo>
                    <a:pt x="212328" y="371873"/>
                  </a:lnTo>
                  <a:lnTo>
                    <a:pt x="213429" y="359535"/>
                  </a:lnTo>
                  <a:lnTo>
                    <a:pt x="212057" y="346565"/>
                  </a:lnTo>
                  <a:lnTo>
                    <a:pt x="201019" y="303258"/>
                  </a:lnTo>
                  <a:lnTo>
                    <a:pt x="189278" y="266719"/>
                  </a:lnTo>
                  <a:lnTo>
                    <a:pt x="168780" y="206929"/>
                  </a:lnTo>
                  <a:lnTo>
                    <a:pt x="155071" y="164987"/>
                  </a:lnTo>
                  <a:lnTo>
                    <a:pt x="143108" y="122569"/>
                  </a:lnTo>
                  <a:lnTo>
                    <a:pt x="134048" y="79505"/>
                  </a:lnTo>
                  <a:lnTo>
                    <a:pt x="129212" y="21918"/>
                  </a:lnTo>
                  <a:lnTo>
                    <a:pt x="129072" y="4439"/>
                  </a:lnTo>
                  <a:lnTo>
                    <a:pt x="128561" y="0"/>
                  </a:lnTo>
                  <a:close/>
                </a:path>
              </a:pathLst>
            </a:custGeom>
            <a:solidFill>
              <a:srgbClr val="42488D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13893222" y="8163595"/>
              <a:ext cx="162560" cy="34290"/>
            </a:xfrm>
            <a:custGeom>
              <a:avLst/>
              <a:gdLst/>
              <a:ahLst/>
              <a:cxnLst/>
              <a:rect l="l" t="t" r="r" b="b"/>
              <a:pathLst>
                <a:path w="162559" h="34290">
                  <a:moveTo>
                    <a:pt x="159869" y="0"/>
                  </a:moveTo>
                  <a:lnTo>
                    <a:pt x="143501" y="4021"/>
                  </a:lnTo>
                  <a:lnTo>
                    <a:pt x="129467" y="4613"/>
                  </a:lnTo>
                  <a:lnTo>
                    <a:pt x="115527" y="4901"/>
                  </a:lnTo>
                  <a:lnTo>
                    <a:pt x="99441" y="8010"/>
                  </a:lnTo>
                  <a:lnTo>
                    <a:pt x="72859" y="16675"/>
                  </a:lnTo>
                  <a:lnTo>
                    <a:pt x="48138" y="24394"/>
                  </a:lnTo>
                  <a:lnTo>
                    <a:pt x="24209" y="29690"/>
                  </a:lnTo>
                  <a:lnTo>
                    <a:pt x="0" y="31088"/>
                  </a:lnTo>
                  <a:lnTo>
                    <a:pt x="6407" y="32187"/>
                  </a:lnTo>
                  <a:lnTo>
                    <a:pt x="26008" y="33873"/>
                  </a:lnTo>
                  <a:lnTo>
                    <a:pt x="53060" y="33446"/>
                  </a:lnTo>
                  <a:lnTo>
                    <a:pt x="101159" y="24529"/>
                  </a:lnTo>
                  <a:lnTo>
                    <a:pt x="121686" y="23119"/>
                  </a:lnTo>
                  <a:lnTo>
                    <a:pt x="142312" y="21388"/>
                  </a:lnTo>
                  <a:lnTo>
                    <a:pt x="161953" y="16742"/>
                  </a:lnTo>
                  <a:lnTo>
                    <a:pt x="159869" y="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3893222" y="8163595"/>
              <a:ext cx="162560" cy="34290"/>
            </a:xfrm>
            <a:custGeom>
              <a:avLst/>
              <a:gdLst/>
              <a:ahLst/>
              <a:cxnLst/>
              <a:rect l="l" t="t" r="r" b="b"/>
              <a:pathLst>
                <a:path w="162559" h="34290">
                  <a:moveTo>
                    <a:pt x="159869" y="0"/>
                  </a:moveTo>
                  <a:lnTo>
                    <a:pt x="143501" y="4021"/>
                  </a:lnTo>
                  <a:lnTo>
                    <a:pt x="129467" y="4613"/>
                  </a:lnTo>
                  <a:lnTo>
                    <a:pt x="115527" y="4901"/>
                  </a:lnTo>
                  <a:lnTo>
                    <a:pt x="99441" y="8010"/>
                  </a:lnTo>
                  <a:lnTo>
                    <a:pt x="72859" y="16675"/>
                  </a:lnTo>
                  <a:lnTo>
                    <a:pt x="48138" y="24394"/>
                  </a:lnTo>
                  <a:lnTo>
                    <a:pt x="24209" y="29690"/>
                  </a:lnTo>
                  <a:lnTo>
                    <a:pt x="0" y="31088"/>
                  </a:lnTo>
                  <a:lnTo>
                    <a:pt x="6407" y="32187"/>
                  </a:lnTo>
                  <a:lnTo>
                    <a:pt x="26008" y="33873"/>
                  </a:lnTo>
                  <a:lnTo>
                    <a:pt x="53060" y="33446"/>
                  </a:lnTo>
                  <a:lnTo>
                    <a:pt x="101159" y="24529"/>
                  </a:lnTo>
                  <a:lnTo>
                    <a:pt x="121686" y="23119"/>
                  </a:lnTo>
                  <a:lnTo>
                    <a:pt x="142312" y="21388"/>
                  </a:lnTo>
                  <a:lnTo>
                    <a:pt x="161953" y="16742"/>
                  </a:lnTo>
                  <a:lnTo>
                    <a:pt x="159869" y="0"/>
                  </a:lnTo>
                  <a:close/>
                </a:path>
              </a:pathLst>
            </a:custGeom>
            <a:solidFill>
              <a:srgbClr val="42488D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3602877" y="7762424"/>
              <a:ext cx="30480" cy="253365"/>
            </a:xfrm>
            <a:custGeom>
              <a:avLst/>
              <a:gdLst/>
              <a:ahLst/>
              <a:cxnLst/>
              <a:rect l="l" t="t" r="r" b="b"/>
              <a:pathLst>
                <a:path w="30480" h="253365">
                  <a:moveTo>
                    <a:pt x="0" y="0"/>
                  </a:moveTo>
                  <a:lnTo>
                    <a:pt x="3609" y="32270"/>
                  </a:lnTo>
                  <a:lnTo>
                    <a:pt x="6091" y="62074"/>
                  </a:lnTo>
                  <a:lnTo>
                    <a:pt x="7430" y="91951"/>
                  </a:lnTo>
                  <a:lnTo>
                    <a:pt x="7287" y="121776"/>
                  </a:lnTo>
                  <a:lnTo>
                    <a:pt x="6122" y="152871"/>
                  </a:lnTo>
                  <a:lnTo>
                    <a:pt x="1989" y="246128"/>
                  </a:lnTo>
                  <a:lnTo>
                    <a:pt x="6296" y="248660"/>
                  </a:lnTo>
                  <a:lnTo>
                    <a:pt x="15892" y="251436"/>
                  </a:lnTo>
                  <a:lnTo>
                    <a:pt x="25531" y="253212"/>
                  </a:lnTo>
                  <a:lnTo>
                    <a:pt x="29967" y="252746"/>
                  </a:lnTo>
                  <a:lnTo>
                    <a:pt x="28888" y="221605"/>
                  </a:lnTo>
                  <a:lnTo>
                    <a:pt x="20889" y="158299"/>
                  </a:lnTo>
                  <a:lnTo>
                    <a:pt x="19674" y="127158"/>
                  </a:lnTo>
                  <a:lnTo>
                    <a:pt x="18078" y="96253"/>
                  </a:lnTo>
                  <a:lnTo>
                    <a:pt x="12731" y="64838"/>
                  </a:lnTo>
                  <a:lnTo>
                    <a:pt x="6188" y="33497"/>
                  </a:lnTo>
                  <a:lnTo>
                    <a:pt x="1005" y="2816"/>
                  </a:lnTo>
                  <a:lnTo>
                    <a:pt x="68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3602877" y="7762424"/>
              <a:ext cx="30480" cy="253365"/>
            </a:xfrm>
            <a:custGeom>
              <a:avLst/>
              <a:gdLst/>
              <a:ahLst/>
              <a:cxnLst/>
              <a:rect l="l" t="t" r="r" b="b"/>
              <a:pathLst>
                <a:path w="30480" h="253365">
                  <a:moveTo>
                    <a:pt x="0" y="0"/>
                  </a:moveTo>
                  <a:lnTo>
                    <a:pt x="3609" y="32270"/>
                  </a:lnTo>
                  <a:lnTo>
                    <a:pt x="6091" y="62074"/>
                  </a:lnTo>
                  <a:lnTo>
                    <a:pt x="7430" y="91951"/>
                  </a:lnTo>
                  <a:lnTo>
                    <a:pt x="7287" y="121776"/>
                  </a:lnTo>
                  <a:lnTo>
                    <a:pt x="6122" y="152871"/>
                  </a:lnTo>
                  <a:lnTo>
                    <a:pt x="1989" y="246128"/>
                  </a:lnTo>
                  <a:lnTo>
                    <a:pt x="6296" y="248660"/>
                  </a:lnTo>
                  <a:lnTo>
                    <a:pt x="15892" y="251436"/>
                  </a:lnTo>
                  <a:lnTo>
                    <a:pt x="25531" y="253212"/>
                  </a:lnTo>
                  <a:lnTo>
                    <a:pt x="29967" y="252746"/>
                  </a:lnTo>
                  <a:lnTo>
                    <a:pt x="28888" y="221605"/>
                  </a:lnTo>
                  <a:lnTo>
                    <a:pt x="20889" y="158299"/>
                  </a:lnTo>
                  <a:lnTo>
                    <a:pt x="19674" y="127158"/>
                  </a:lnTo>
                  <a:lnTo>
                    <a:pt x="18078" y="96253"/>
                  </a:lnTo>
                  <a:lnTo>
                    <a:pt x="12731" y="64838"/>
                  </a:lnTo>
                  <a:lnTo>
                    <a:pt x="6188" y="33497"/>
                  </a:lnTo>
                  <a:lnTo>
                    <a:pt x="1005" y="2816"/>
                  </a:lnTo>
                  <a:lnTo>
                    <a:pt x="680" y="1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488D">
                <a:alpha val="2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3179713" y="7908357"/>
              <a:ext cx="541655" cy="353060"/>
            </a:xfrm>
            <a:custGeom>
              <a:avLst/>
              <a:gdLst/>
              <a:ahLst/>
              <a:cxnLst/>
              <a:rect l="l" t="t" r="r" b="b"/>
              <a:pathLst>
                <a:path w="541655" h="353059">
                  <a:moveTo>
                    <a:pt x="470863" y="0"/>
                  </a:moveTo>
                  <a:lnTo>
                    <a:pt x="70760" y="0"/>
                  </a:lnTo>
                  <a:lnTo>
                    <a:pt x="60723" y="1785"/>
                  </a:lnTo>
                  <a:lnTo>
                    <a:pt x="3286" y="248756"/>
                  </a:lnTo>
                  <a:lnTo>
                    <a:pt x="0" y="285631"/>
                  </a:lnTo>
                  <a:lnTo>
                    <a:pt x="344" y="297980"/>
                  </a:lnTo>
                  <a:lnTo>
                    <a:pt x="2010" y="316802"/>
                  </a:lnTo>
                  <a:lnTo>
                    <a:pt x="5239" y="334595"/>
                  </a:lnTo>
                  <a:lnTo>
                    <a:pt x="10533" y="347848"/>
                  </a:lnTo>
                  <a:lnTo>
                    <a:pt x="18396" y="353046"/>
                  </a:lnTo>
                  <a:lnTo>
                    <a:pt x="523239" y="353046"/>
                  </a:lnTo>
                  <a:lnTo>
                    <a:pt x="539627" y="316802"/>
                  </a:lnTo>
                  <a:lnTo>
                    <a:pt x="541638" y="285631"/>
                  </a:lnTo>
                  <a:lnTo>
                    <a:pt x="541237" y="273294"/>
                  </a:lnTo>
                  <a:lnTo>
                    <a:pt x="499323" y="23821"/>
                  </a:lnTo>
                  <a:lnTo>
                    <a:pt x="470863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3497274" y="7939444"/>
              <a:ext cx="74793" cy="136143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13292760" y="7750422"/>
              <a:ext cx="297180" cy="195580"/>
            </a:xfrm>
            <a:custGeom>
              <a:avLst/>
              <a:gdLst/>
              <a:ahLst/>
              <a:cxnLst/>
              <a:rect l="l" t="t" r="r" b="b"/>
              <a:pathLst>
                <a:path w="297180" h="195579">
                  <a:moveTo>
                    <a:pt x="296824" y="157937"/>
                  </a:moveTo>
                  <a:lnTo>
                    <a:pt x="287147" y="119087"/>
                  </a:lnTo>
                  <a:lnTo>
                    <a:pt x="268668" y="77114"/>
                  </a:lnTo>
                  <a:lnTo>
                    <a:pt x="240182" y="38773"/>
                  </a:lnTo>
                  <a:lnTo>
                    <a:pt x="200494" y="10820"/>
                  </a:lnTo>
                  <a:lnTo>
                    <a:pt x="148412" y="0"/>
                  </a:lnTo>
                  <a:lnTo>
                    <a:pt x="96342" y="10820"/>
                  </a:lnTo>
                  <a:lnTo>
                    <a:pt x="56654" y="38773"/>
                  </a:lnTo>
                  <a:lnTo>
                    <a:pt x="28168" y="77114"/>
                  </a:lnTo>
                  <a:lnTo>
                    <a:pt x="9677" y="119087"/>
                  </a:lnTo>
                  <a:lnTo>
                    <a:pt x="0" y="157937"/>
                  </a:lnTo>
                  <a:lnTo>
                    <a:pt x="38176" y="157937"/>
                  </a:lnTo>
                  <a:lnTo>
                    <a:pt x="40868" y="146519"/>
                  </a:lnTo>
                  <a:lnTo>
                    <a:pt x="44932" y="132524"/>
                  </a:lnTo>
                  <a:lnTo>
                    <a:pt x="75730" y="72834"/>
                  </a:lnTo>
                  <a:lnTo>
                    <a:pt x="121005" y="41135"/>
                  </a:lnTo>
                  <a:lnTo>
                    <a:pt x="148412" y="37160"/>
                  </a:lnTo>
                  <a:lnTo>
                    <a:pt x="175818" y="41135"/>
                  </a:lnTo>
                  <a:lnTo>
                    <a:pt x="221094" y="72834"/>
                  </a:lnTo>
                  <a:lnTo>
                    <a:pt x="246240" y="116865"/>
                  </a:lnTo>
                  <a:lnTo>
                    <a:pt x="258648" y="157937"/>
                  </a:lnTo>
                  <a:lnTo>
                    <a:pt x="216522" y="157937"/>
                  </a:lnTo>
                  <a:lnTo>
                    <a:pt x="216522" y="168681"/>
                  </a:lnTo>
                  <a:lnTo>
                    <a:pt x="218605" y="178968"/>
                  </a:lnTo>
                  <a:lnTo>
                    <a:pt x="224269" y="187363"/>
                  </a:lnTo>
                  <a:lnTo>
                    <a:pt x="232664" y="193027"/>
                  </a:lnTo>
                  <a:lnTo>
                    <a:pt x="242951" y="195110"/>
                  </a:lnTo>
                  <a:lnTo>
                    <a:pt x="253238" y="193027"/>
                  </a:lnTo>
                  <a:lnTo>
                    <a:pt x="261645" y="187363"/>
                  </a:lnTo>
                  <a:lnTo>
                    <a:pt x="267309" y="178968"/>
                  </a:lnTo>
                  <a:lnTo>
                    <a:pt x="269379" y="168681"/>
                  </a:lnTo>
                  <a:lnTo>
                    <a:pt x="269379" y="157937"/>
                  </a:lnTo>
                  <a:lnTo>
                    <a:pt x="296824" y="157937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3758616" y="8120236"/>
              <a:ext cx="134620" cy="107314"/>
            </a:xfrm>
            <a:custGeom>
              <a:avLst/>
              <a:gdLst/>
              <a:ahLst/>
              <a:cxnLst/>
              <a:rect l="l" t="t" r="r" b="b"/>
              <a:pathLst>
                <a:path w="134619" h="107315">
                  <a:moveTo>
                    <a:pt x="93396" y="0"/>
                  </a:moveTo>
                  <a:lnTo>
                    <a:pt x="65988" y="16935"/>
                  </a:lnTo>
                  <a:lnTo>
                    <a:pt x="47676" y="26432"/>
                  </a:lnTo>
                  <a:lnTo>
                    <a:pt x="30256" y="31601"/>
                  </a:lnTo>
                  <a:lnTo>
                    <a:pt x="12315" y="47762"/>
                  </a:lnTo>
                  <a:lnTo>
                    <a:pt x="0" y="79187"/>
                  </a:lnTo>
                  <a:lnTo>
                    <a:pt x="5862" y="105706"/>
                  </a:lnTo>
                  <a:lnTo>
                    <a:pt x="42455" y="107148"/>
                  </a:lnTo>
                  <a:lnTo>
                    <a:pt x="79380" y="94887"/>
                  </a:lnTo>
                  <a:lnTo>
                    <a:pt x="104121" y="85846"/>
                  </a:lnTo>
                  <a:lnTo>
                    <a:pt x="121067" y="79282"/>
                  </a:lnTo>
                  <a:lnTo>
                    <a:pt x="134609" y="74447"/>
                  </a:lnTo>
                  <a:lnTo>
                    <a:pt x="93396" y="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3519465" y="8033653"/>
              <a:ext cx="27940" cy="10160"/>
            </a:xfrm>
            <a:custGeom>
              <a:avLst/>
              <a:gdLst/>
              <a:ahLst/>
              <a:cxnLst/>
              <a:rect l="l" t="t" r="r" b="b"/>
              <a:pathLst>
                <a:path w="27940" h="10159">
                  <a:moveTo>
                    <a:pt x="25789" y="0"/>
                  </a:moveTo>
                  <a:lnTo>
                    <a:pt x="2136" y="0"/>
                  </a:lnTo>
                  <a:lnTo>
                    <a:pt x="0" y="2136"/>
                  </a:lnTo>
                  <a:lnTo>
                    <a:pt x="0" y="7402"/>
                  </a:lnTo>
                  <a:lnTo>
                    <a:pt x="2136" y="9538"/>
                  </a:lnTo>
                  <a:lnTo>
                    <a:pt x="4764" y="9538"/>
                  </a:lnTo>
                  <a:lnTo>
                    <a:pt x="25789" y="9538"/>
                  </a:lnTo>
                  <a:lnTo>
                    <a:pt x="27915" y="7402"/>
                  </a:lnTo>
                  <a:lnTo>
                    <a:pt x="27915" y="2136"/>
                  </a:lnTo>
                  <a:lnTo>
                    <a:pt x="25789" y="0"/>
                  </a:lnTo>
                  <a:close/>
                </a:path>
              </a:pathLst>
            </a:custGeom>
            <a:solidFill>
              <a:srgbClr val="4248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3377367" y="8458582"/>
              <a:ext cx="53975" cy="73025"/>
            </a:xfrm>
            <a:custGeom>
              <a:avLst/>
              <a:gdLst/>
              <a:ahLst/>
              <a:cxnLst/>
              <a:rect l="l" t="t" r="r" b="b"/>
              <a:pathLst>
                <a:path w="53975" h="73025">
                  <a:moveTo>
                    <a:pt x="2711" y="41"/>
                  </a:moveTo>
                  <a:lnTo>
                    <a:pt x="0" y="0"/>
                  </a:lnTo>
                  <a:lnTo>
                    <a:pt x="10" y="4177"/>
                  </a:lnTo>
                  <a:lnTo>
                    <a:pt x="2711" y="4219"/>
                  </a:lnTo>
                  <a:lnTo>
                    <a:pt x="12780" y="6340"/>
                  </a:lnTo>
                  <a:lnTo>
                    <a:pt x="40638" y="37185"/>
                  </a:lnTo>
                  <a:lnTo>
                    <a:pt x="49171" y="72877"/>
                  </a:lnTo>
                  <a:lnTo>
                    <a:pt x="53380" y="72877"/>
                  </a:lnTo>
                  <a:lnTo>
                    <a:pt x="43921" y="34302"/>
                  </a:lnTo>
                  <a:lnTo>
                    <a:pt x="13468" y="2150"/>
                  </a:lnTo>
                  <a:lnTo>
                    <a:pt x="2711" y="41"/>
                  </a:lnTo>
                  <a:close/>
                </a:path>
              </a:pathLst>
            </a:custGeom>
            <a:solidFill>
              <a:srgbClr val="151B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3575691" y="8147475"/>
              <a:ext cx="263525" cy="144145"/>
            </a:xfrm>
            <a:custGeom>
              <a:avLst/>
              <a:gdLst/>
              <a:ahLst/>
              <a:cxnLst/>
              <a:rect l="l" t="t" r="r" b="b"/>
              <a:pathLst>
                <a:path w="263525" h="144145">
                  <a:moveTo>
                    <a:pt x="263004" y="35560"/>
                  </a:moveTo>
                  <a:lnTo>
                    <a:pt x="256552" y="9499"/>
                  </a:lnTo>
                  <a:lnTo>
                    <a:pt x="224777" y="0"/>
                  </a:lnTo>
                  <a:lnTo>
                    <a:pt x="210997" y="685"/>
                  </a:lnTo>
                  <a:lnTo>
                    <a:pt x="199885" y="977"/>
                  </a:lnTo>
                  <a:lnTo>
                    <a:pt x="135572" y="1270"/>
                  </a:lnTo>
                  <a:lnTo>
                    <a:pt x="96037" y="7073"/>
                  </a:lnTo>
                  <a:lnTo>
                    <a:pt x="95872" y="7035"/>
                  </a:lnTo>
                  <a:lnTo>
                    <a:pt x="93789" y="7632"/>
                  </a:lnTo>
                  <a:lnTo>
                    <a:pt x="93662" y="7670"/>
                  </a:lnTo>
                  <a:lnTo>
                    <a:pt x="93395" y="7721"/>
                  </a:lnTo>
                  <a:lnTo>
                    <a:pt x="70218" y="14300"/>
                  </a:lnTo>
                  <a:lnTo>
                    <a:pt x="46012" y="23126"/>
                  </a:lnTo>
                  <a:lnTo>
                    <a:pt x="24333" y="35915"/>
                  </a:lnTo>
                  <a:lnTo>
                    <a:pt x="6223" y="55054"/>
                  </a:lnTo>
                  <a:lnTo>
                    <a:pt x="1587" y="61760"/>
                  </a:lnTo>
                  <a:lnTo>
                    <a:pt x="6642" y="69761"/>
                  </a:lnTo>
                  <a:lnTo>
                    <a:pt x="14541" y="66611"/>
                  </a:lnTo>
                  <a:lnTo>
                    <a:pt x="27647" y="60833"/>
                  </a:lnTo>
                  <a:lnTo>
                    <a:pt x="54229" y="48196"/>
                  </a:lnTo>
                  <a:lnTo>
                    <a:pt x="67602" y="42887"/>
                  </a:lnTo>
                  <a:lnTo>
                    <a:pt x="75349" y="40767"/>
                  </a:lnTo>
                  <a:lnTo>
                    <a:pt x="83108" y="39408"/>
                  </a:lnTo>
                  <a:lnTo>
                    <a:pt x="98945" y="37147"/>
                  </a:lnTo>
                  <a:lnTo>
                    <a:pt x="99148" y="36918"/>
                  </a:lnTo>
                  <a:lnTo>
                    <a:pt x="99987" y="39839"/>
                  </a:lnTo>
                  <a:lnTo>
                    <a:pt x="74142" y="50380"/>
                  </a:lnTo>
                  <a:lnTo>
                    <a:pt x="45720" y="64858"/>
                  </a:lnTo>
                  <a:lnTo>
                    <a:pt x="20472" y="82892"/>
                  </a:lnTo>
                  <a:lnTo>
                    <a:pt x="1219" y="105283"/>
                  </a:lnTo>
                  <a:lnTo>
                    <a:pt x="0" y="112331"/>
                  </a:lnTo>
                  <a:lnTo>
                    <a:pt x="3721" y="117792"/>
                  </a:lnTo>
                  <a:lnTo>
                    <a:pt x="10071" y="120015"/>
                  </a:lnTo>
                  <a:lnTo>
                    <a:pt x="16687" y="117360"/>
                  </a:lnTo>
                  <a:lnTo>
                    <a:pt x="30416" y="105333"/>
                  </a:lnTo>
                  <a:lnTo>
                    <a:pt x="44945" y="94437"/>
                  </a:lnTo>
                  <a:lnTo>
                    <a:pt x="83388" y="73761"/>
                  </a:lnTo>
                  <a:lnTo>
                    <a:pt x="104394" y="67983"/>
                  </a:lnTo>
                  <a:lnTo>
                    <a:pt x="104775" y="71297"/>
                  </a:lnTo>
                  <a:lnTo>
                    <a:pt x="100571" y="73266"/>
                  </a:lnTo>
                  <a:lnTo>
                    <a:pt x="92583" y="77343"/>
                  </a:lnTo>
                  <a:lnTo>
                    <a:pt x="51142" y="102095"/>
                  </a:lnTo>
                  <a:lnTo>
                    <a:pt x="30810" y="131330"/>
                  </a:lnTo>
                  <a:lnTo>
                    <a:pt x="34632" y="137223"/>
                  </a:lnTo>
                  <a:lnTo>
                    <a:pt x="40678" y="139623"/>
                  </a:lnTo>
                  <a:lnTo>
                    <a:pt x="46799" y="136283"/>
                  </a:lnTo>
                  <a:lnTo>
                    <a:pt x="58369" y="124574"/>
                  </a:lnTo>
                  <a:lnTo>
                    <a:pt x="72224" y="115163"/>
                  </a:lnTo>
                  <a:lnTo>
                    <a:pt x="87680" y="107543"/>
                  </a:lnTo>
                  <a:lnTo>
                    <a:pt x="104101" y="101269"/>
                  </a:lnTo>
                  <a:lnTo>
                    <a:pt x="109270" y="96786"/>
                  </a:lnTo>
                  <a:lnTo>
                    <a:pt x="109601" y="97739"/>
                  </a:lnTo>
                  <a:lnTo>
                    <a:pt x="109143" y="100076"/>
                  </a:lnTo>
                  <a:lnTo>
                    <a:pt x="104101" y="101269"/>
                  </a:lnTo>
                  <a:lnTo>
                    <a:pt x="101396" y="102781"/>
                  </a:lnTo>
                  <a:lnTo>
                    <a:pt x="96151" y="106095"/>
                  </a:lnTo>
                  <a:lnTo>
                    <a:pt x="95123" y="106514"/>
                  </a:lnTo>
                  <a:lnTo>
                    <a:pt x="94272" y="107086"/>
                  </a:lnTo>
                  <a:lnTo>
                    <a:pt x="93586" y="107772"/>
                  </a:lnTo>
                  <a:lnTo>
                    <a:pt x="89954" y="110286"/>
                  </a:lnTo>
                  <a:lnTo>
                    <a:pt x="86525" y="113017"/>
                  </a:lnTo>
                  <a:lnTo>
                    <a:pt x="83515" y="116027"/>
                  </a:lnTo>
                  <a:lnTo>
                    <a:pt x="78625" y="119799"/>
                  </a:lnTo>
                  <a:lnTo>
                    <a:pt x="74955" y="124726"/>
                  </a:lnTo>
                  <a:lnTo>
                    <a:pt x="73469" y="131686"/>
                  </a:lnTo>
                  <a:lnTo>
                    <a:pt x="73342" y="131978"/>
                  </a:lnTo>
                  <a:lnTo>
                    <a:pt x="73380" y="132143"/>
                  </a:lnTo>
                  <a:lnTo>
                    <a:pt x="72961" y="134683"/>
                  </a:lnTo>
                  <a:lnTo>
                    <a:pt x="74993" y="141427"/>
                  </a:lnTo>
                  <a:lnTo>
                    <a:pt x="80987" y="144119"/>
                  </a:lnTo>
                  <a:lnTo>
                    <a:pt x="87845" y="142722"/>
                  </a:lnTo>
                  <a:lnTo>
                    <a:pt x="92430" y="137223"/>
                  </a:lnTo>
                  <a:lnTo>
                    <a:pt x="93459" y="133972"/>
                  </a:lnTo>
                  <a:lnTo>
                    <a:pt x="96050" y="131000"/>
                  </a:lnTo>
                  <a:lnTo>
                    <a:pt x="99301" y="128244"/>
                  </a:lnTo>
                  <a:lnTo>
                    <a:pt x="102514" y="126504"/>
                  </a:lnTo>
                  <a:lnTo>
                    <a:pt x="106667" y="124879"/>
                  </a:lnTo>
                  <a:lnTo>
                    <a:pt x="111086" y="123380"/>
                  </a:lnTo>
                  <a:lnTo>
                    <a:pt x="113118" y="121958"/>
                  </a:lnTo>
                  <a:lnTo>
                    <a:pt x="117678" y="120256"/>
                  </a:lnTo>
                  <a:lnTo>
                    <a:pt x="134734" y="115976"/>
                  </a:lnTo>
                  <a:lnTo>
                    <a:pt x="166331" y="108699"/>
                  </a:lnTo>
                  <a:lnTo>
                    <a:pt x="202057" y="98869"/>
                  </a:lnTo>
                  <a:lnTo>
                    <a:pt x="231444" y="86944"/>
                  </a:lnTo>
                  <a:lnTo>
                    <a:pt x="252018" y="65570"/>
                  </a:lnTo>
                  <a:lnTo>
                    <a:pt x="263004" y="3556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6" name="object 126" descr=""/>
          <p:cNvGrpSpPr/>
          <p:nvPr/>
        </p:nvGrpSpPr>
        <p:grpSpPr>
          <a:xfrm>
            <a:off x="17969607" y="8511905"/>
            <a:ext cx="360045" cy="930275"/>
            <a:chOff x="17969607" y="8511905"/>
            <a:chExt cx="360045" cy="930275"/>
          </a:xfrm>
        </p:grpSpPr>
        <p:sp>
          <p:nvSpPr>
            <p:cNvPr id="127" name="object 127" descr=""/>
            <p:cNvSpPr/>
            <p:nvPr/>
          </p:nvSpPr>
          <p:spPr>
            <a:xfrm>
              <a:off x="17974842" y="8517140"/>
              <a:ext cx="349885" cy="920115"/>
            </a:xfrm>
            <a:custGeom>
              <a:avLst/>
              <a:gdLst/>
              <a:ahLst/>
              <a:cxnLst/>
              <a:rect l="l" t="t" r="r" b="b"/>
              <a:pathLst>
                <a:path w="349884" h="920115">
                  <a:moveTo>
                    <a:pt x="47136" y="0"/>
                  </a:moveTo>
                  <a:lnTo>
                    <a:pt x="30159" y="1679"/>
                  </a:lnTo>
                  <a:lnTo>
                    <a:pt x="15157" y="9814"/>
                  </a:lnTo>
                  <a:lnTo>
                    <a:pt x="4798" y="22624"/>
                  </a:lnTo>
                  <a:lnTo>
                    <a:pt x="0" y="38382"/>
                  </a:lnTo>
                  <a:lnTo>
                    <a:pt x="1678" y="55364"/>
                  </a:lnTo>
                  <a:lnTo>
                    <a:pt x="309019" y="905788"/>
                  </a:lnTo>
                  <a:lnTo>
                    <a:pt x="327499" y="919506"/>
                  </a:lnTo>
                  <a:lnTo>
                    <a:pt x="335678" y="918290"/>
                  </a:lnTo>
                  <a:lnTo>
                    <a:pt x="342552" y="914158"/>
                  </a:lnTo>
                  <a:lnTo>
                    <a:pt x="347224" y="907971"/>
                  </a:lnTo>
                  <a:lnTo>
                    <a:pt x="349329" y="900521"/>
                  </a:lnTo>
                  <a:lnTo>
                    <a:pt x="348505" y="892595"/>
                  </a:lnTo>
                  <a:lnTo>
                    <a:pt x="83843" y="30150"/>
                  </a:lnTo>
                  <a:lnTo>
                    <a:pt x="75706" y="15150"/>
                  </a:lnTo>
                  <a:lnTo>
                    <a:pt x="62895" y="4795"/>
                  </a:lnTo>
                  <a:lnTo>
                    <a:pt x="47136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7974842" y="8517140"/>
              <a:ext cx="349885" cy="920115"/>
            </a:xfrm>
            <a:custGeom>
              <a:avLst/>
              <a:gdLst/>
              <a:ahLst/>
              <a:cxnLst/>
              <a:rect l="l" t="t" r="r" b="b"/>
              <a:pathLst>
                <a:path w="349884" h="920115">
                  <a:moveTo>
                    <a:pt x="2348" y="57364"/>
                  </a:moveTo>
                  <a:lnTo>
                    <a:pt x="309019" y="905788"/>
                  </a:lnTo>
                  <a:lnTo>
                    <a:pt x="313311" y="912854"/>
                  </a:lnTo>
                  <a:lnTo>
                    <a:pt x="319757" y="917560"/>
                  </a:lnTo>
                  <a:lnTo>
                    <a:pt x="327499" y="919506"/>
                  </a:lnTo>
                  <a:lnTo>
                    <a:pt x="335678" y="918290"/>
                  </a:lnTo>
                  <a:lnTo>
                    <a:pt x="342552" y="914158"/>
                  </a:lnTo>
                  <a:lnTo>
                    <a:pt x="347224" y="907971"/>
                  </a:lnTo>
                  <a:lnTo>
                    <a:pt x="349329" y="900521"/>
                  </a:lnTo>
                  <a:lnTo>
                    <a:pt x="348505" y="892595"/>
                  </a:lnTo>
                  <a:lnTo>
                    <a:pt x="83843" y="30150"/>
                  </a:lnTo>
                  <a:lnTo>
                    <a:pt x="75706" y="15150"/>
                  </a:lnTo>
                  <a:lnTo>
                    <a:pt x="62895" y="4795"/>
                  </a:lnTo>
                  <a:lnTo>
                    <a:pt x="47136" y="0"/>
                  </a:lnTo>
                  <a:lnTo>
                    <a:pt x="30159" y="1679"/>
                  </a:lnTo>
                  <a:lnTo>
                    <a:pt x="15157" y="9814"/>
                  </a:lnTo>
                  <a:lnTo>
                    <a:pt x="4798" y="22624"/>
                  </a:lnTo>
                  <a:lnTo>
                    <a:pt x="0" y="38382"/>
                  </a:lnTo>
                  <a:lnTo>
                    <a:pt x="1678" y="55364"/>
                  </a:lnTo>
                  <a:lnTo>
                    <a:pt x="1877" y="55992"/>
                  </a:lnTo>
                  <a:lnTo>
                    <a:pt x="2128" y="56756"/>
                  </a:lnTo>
                  <a:lnTo>
                    <a:pt x="2348" y="57364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" name="object 129" descr=""/>
          <p:cNvGrpSpPr/>
          <p:nvPr/>
        </p:nvGrpSpPr>
        <p:grpSpPr>
          <a:xfrm>
            <a:off x="17476407" y="8511656"/>
            <a:ext cx="102235" cy="930275"/>
            <a:chOff x="17476407" y="8511656"/>
            <a:chExt cx="102235" cy="930275"/>
          </a:xfrm>
        </p:grpSpPr>
        <p:sp>
          <p:nvSpPr>
            <p:cNvPr id="130" name="object 130" descr=""/>
            <p:cNvSpPr/>
            <p:nvPr/>
          </p:nvSpPr>
          <p:spPr>
            <a:xfrm>
              <a:off x="17481643" y="8516891"/>
              <a:ext cx="92075" cy="920115"/>
            </a:xfrm>
            <a:custGeom>
              <a:avLst/>
              <a:gdLst/>
              <a:ahLst/>
              <a:cxnLst/>
              <a:rect l="l" t="t" r="r" b="b"/>
              <a:pathLst>
                <a:path w="92075" h="920115">
                  <a:moveTo>
                    <a:pt x="51275" y="0"/>
                  </a:moveTo>
                  <a:lnTo>
                    <a:pt x="10210" y="23883"/>
                  </a:lnTo>
                  <a:lnTo>
                    <a:pt x="0" y="898757"/>
                  </a:lnTo>
                  <a:lnTo>
                    <a:pt x="1579" y="906877"/>
                  </a:lnTo>
                  <a:lnTo>
                    <a:pt x="5997" y="913528"/>
                  </a:lnTo>
                  <a:lnTo>
                    <a:pt x="12586" y="918037"/>
                  </a:lnTo>
                  <a:lnTo>
                    <a:pt x="20679" y="919731"/>
                  </a:lnTo>
                  <a:lnTo>
                    <a:pt x="28549" y="918240"/>
                  </a:lnTo>
                  <a:lnTo>
                    <a:pt x="35068" y="914067"/>
                  </a:lnTo>
                  <a:lnTo>
                    <a:pt x="39626" y="907823"/>
                  </a:lnTo>
                  <a:lnTo>
                    <a:pt x="41611" y="900119"/>
                  </a:lnTo>
                  <a:lnTo>
                    <a:pt x="91662" y="45412"/>
                  </a:lnTo>
                  <a:lnTo>
                    <a:pt x="89265" y="28514"/>
                  </a:lnTo>
                  <a:lnTo>
                    <a:pt x="80869" y="14338"/>
                  </a:lnTo>
                  <a:lnTo>
                    <a:pt x="67772" y="4346"/>
                  </a:lnTo>
                  <a:lnTo>
                    <a:pt x="51275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7481643" y="8516891"/>
              <a:ext cx="92075" cy="920115"/>
            </a:xfrm>
            <a:custGeom>
              <a:avLst/>
              <a:gdLst/>
              <a:ahLst/>
              <a:cxnLst/>
              <a:rect l="l" t="t" r="r" b="b"/>
              <a:pathLst>
                <a:path w="92075" h="920115">
                  <a:moveTo>
                    <a:pt x="5790" y="42606"/>
                  </a:moveTo>
                  <a:lnTo>
                    <a:pt x="0" y="898757"/>
                  </a:lnTo>
                  <a:lnTo>
                    <a:pt x="1579" y="906877"/>
                  </a:lnTo>
                  <a:lnTo>
                    <a:pt x="5997" y="913528"/>
                  </a:lnTo>
                  <a:lnTo>
                    <a:pt x="12586" y="918037"/>
                  </a:lnTo>
                  <a:lnTo>
                    <a:pt x="20679" y="919731"/>
                  </a:lnTo>
                  <a:lnTo>
                    <a:pt x="28549" y="918240"/>
                  </a:lnTo>
                  <a:lnTo>
                    <a:pt x="35068" y="914067"/>
                  </a:lnTo>
                  <a:lnTo>
                    <a:pt x="39626" y="907823"/>
                  </a:lnTo>
                  <a:lnTo>
                    <a:pt x="41611" y="900119"/>
                  </a:lnTo>
                  <a:lnTo>
                    <a:pt x="91662" y="45412"/>
                  </a:lnTo>
                  <a:lnTo>
                    <a:pt x="89265" y="28514"/>
                  </a:lnTo>
                  <a:lnTo>
                    <a:pt x="80869" y="14338"/>
                  </a:lnTo>
                  <a:lnTo>
                    <a:pt x="67772" y="4346"/>
                  </a:lnTo>
                  <a:lnTo>
                    <a:pt x="51275" y="0"/>
                  </a:lnTo>
                  <a:lnTo>
                    <a:pt x="34378" y="2390"/>
                  </a:lnTo>
                  <a:lnTo>
                    <a:pt x="5863" y="40386"/>
                  </a:lnTo>
                  <a:lnTo>
                    <a:pt x="5790" y="42606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2" name="object 132" descr=""/>
          <p:cNvSpPr/>
          <p:nvPr/>
        </p:nvSpPr>
        <p:spPr>
          <a:xfrm>
            <a:off x="17052314" y="8516977"/>
            <a:ext cx="349885" cy="920115"/>
          </a:xfrm>
          <a:custGeom>
            <a:avLst/>
            <a:gdLst/>
            <a:ahLst/>
            <a:cxnLst/>
            <a:rect l="l" t="t" r="r" b="b"/>
            <a:pathLst>
              <a:path w="349884" h="920115">
                <a:moveTo>
                  <a:pt x="265480" y="30314"/>
                </a:moveTo>
                <a:lnTo>
                  <a:pt x="818" y="892758"/>
                </a:lnTo>
                <a:lnTo>
                  <a:pt x="0" y="900988"/>
                </a:lnTo>
                <a:lnTo>
                  <a:pt x="2322" y="908627"/>
                </a:lnTo>
                <a:lnTo>
                  <a:pt x="7339" y="914837"/>
                </a:lnTo>
                <a:lnTo>
                  <a:pt x="14608" y="918779"/>
                </a:lnTo>
                <a:lnTo>
                  <a:pt x="22587" y="919607"/>
                </a:lnTo>
                <a:lnTo>
                  <a:pt x="30039" y="917470"/>
                </a:lnTo>
                <a:lnTo>
                  <a:pt x="36200" y="912780"/>
                </a:lnTo>
                <a:lnTo>
                  <a:pt x="40303" y="905952"/>
                </a:lnTo>
                <a:lnTo>
                  <a:pt x="346975" y="57527"/>
                </a:lnTo>
                <a:lnTo>
                  <a:pt x="349482" y="40647"/>
                </a:lnTo>
                <a:lnTo>
                  <a:pt x="345464" y="24672"/>
                </a:lnTo>
                <a:lnTo>
                  <a:pt x="335749" y="11371"/>
                </a:lnTo>
                <a:lnTo>
                  <a:pt x="321164" y="2513"/>
                </a:lnTo>
                <a:lnTo>
                  <a:pt x="304288" y="0"/>
                </a:lnTo>
                <a:lnTo>
                  <a:pt x="288313" y="4015"/>
                </a:lnTo>
                <a:lnTo>
                  <a:pt x="265480" y="30314"/>
                </a:lnTo>
                <a:close/>
              </a:path>
            </a:pathLst>
          </a:custGeom>
          <a:ln w="10470">
            <a:solidFill>
              <a:srgbClr val="50BEA4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3" name="object 133" descr=""/>
          <p:cNvGrpSpPr/>
          <p:nvPr/>
        </p:nvGrpSpPr>
        <p:grpSpPr>
          <a:xfrm>
            <a:off x="17054616" y="7463348"/>
            <a:ext cx="1199515" cy="1978660"/>
            <a:chOff x="17054616" y="7463348"/>
            <a:chExt cx="1199515" cy="1978660"/>
          </a:xfrm>
        </p:grpSpPr>
        <p:sp>
          <p:nvSpPr>
            <p:cNvPr id="134" name="object 134" descr=""/>
            <p:cNvSpPr/>
            <p:nvPr/>
          </p:nvSpPr>
          <p:spPr>
            <a:xfrm>
              <a:off x="17803100" y="8516814"/>
              <a:ext cx="92075" cy="920115"/>
            </a:xfrm>
            <a:custGeom>
              <a:avLst/>
              <a:gdLst/>
              <a:ahLst/>
              <a:cxnLst/>
              <a:rect l="l" t="t" r="r" b="b"/>
              <a:pathLst>
                <a:path w="92075" h="920115">
                  <a:moveTo>
                    <a:pt x="73" y="45485"/>
                  </a:moveTo>
                  <a:lnTo>
                    <a:pt x="50124" y="900202"/>
                  </a:lnTo>
                  <a:lnTo>
                    <a:pt x="72133" y="919773"/>
                  </a:lnTo>
                  <a:lnTo>
                    <a:pt x="79886" y="917773"/>
                  </a:lnTo>
                  <a:lnTo>
                    <a:pt x="86116" y="913182"/>
                  </a:lnTo>
                  <a:lnTo>
                    <a:pt x="90255" y="906654"/>
                  </a:lnTo>
                  <a:lnTo>
                    <a:pt x="91735" y="898841"/>
                  </a:lnTo>
                  <a:lnTo>
                    <a:pt x="85945" y="42679"/>
                  </a:lnTo>
                  <a:lnTo>
                    <a:pt x="82452" y="25978"/>
                  </a:lnTo>
                  <a:lnTo>
                    <a:pt x="73150" y="12383"/>
                  </a:lnTo>
                  <a:lnTo>
                    <a:pt x="59430" y="3265"/>
                  </a:lnTo>
                  <a:lnTo>
                    <a:pt x="42679" y="0"/>
                  </a:lnTo>
                  <a:lnTo>
                    <a:pt x="25978" y="3492"/>
                  </a:lnTo>
                  <a:lnTo>
                    <a:pt x="12383" y="12794"/>
                  </a:lnTo>
                  <a:lnTo>
                    <a:pt x="3265" y="26514"/>
                  </a:lnTo>
                  <a:lnTo>
                    <a:pt x="0" y="43265"/>
                  </a:lnTo>
                  <a:lnTo>
                    <a:pt x="10" y="43956"/>
                  </a:lnTo>
                  <a:lnTo>
                    <a:pt x="31" y="44794"/>
                  </a:lnTo>
                  <a:lnTo>
                    <a:pt x="73" y="45485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7059851" y="7468583"/>
              <a:ext cx="1189355" cy="1135380"/>
            </a:xfrm>
            <a:custGeom>
              <a:avLst/>
              <a:gdLst/>
              <a:ahLst/>
              <a:cxnLst/>
              <a:rect l="l" t="t" r="r" b="b"/>
              <a:pathLst>
                <a:path w="1189355" h="1135379">
                  <a:moveTo>
                    <a:pt x="909101" y="0"/>
                  </a:moveTo>
                  <a:lnTo>
                    <a:pt x="870804" y="3374"/>
                  </a:lnTo>
                  <a:lnTo>
                    <a:pt x="833053" y="10377"/>
                  </a:lnTo>
                  <a:lnTo>
                    <a:pt x="796469" y="21020"/>
                  </a:lnTo>
                  <a:lnTo>
                    <a:pt x="729281" y="53281"/>
                  </a:lnTo>
                  <a:lnTo>
                    <a:pt x="674206" y="100260"/>
                  </a:lnTo>
                  <a:lnTo>
                    <a:pt x="636208" y="162064"/>
                  </a:lnTo>
                  <a:lnTo>
                    <a:pt x="625164" y="198558"/>
                  </a:lnTo>
                  <a:lnTo>
                    <a:pt x="536130" y="634021"/>
                  </a:lnTo>
                  <a:lnTo>
                    <a:pt x="523179" y="681693"/>
                  </a:lnTo>
                  <a:lnTo>
                    <a:pt x="504647" y="726501"/>
                  </a:lnTo>
                  <a:lnTo>
                    <a:pt x="480964" y="768092"/>
                  </a:lnTo>
                  <a:lnTo>
                    <a:pt x="452565" y="806113"/>
                  </a:lnTo>
                  <a:lnTo>
                    <a:pt x="419882" y="840209"/>
                  </a:lnTo>
                  <a:lnTo>
                    <a:pt x="383348" y="870030"/>
                  </a:lnTo>
                  <a:lnTo>
                    <a:pt x="343396" y="895220"/>
                  </a:lnTo>
                  <a:lnTo>
                    <a:pt x="300458" y="915427"/>
                  </a:lnTo>
                  <a:lnTo>
                    <a:pt x="254967" y="930298"/>
                  </a:lnTo>
                  <a:lnTo>
                    <a:pt x="207356" y="939480"/>
                  </a:lnTo>
                  <a:lnTo>
                    <a:pt x="158058" y="942619"/>
                  </a:lnTo>
                  <a:lnTo>
                    <a:pt x="50417" y="942619"/>
                  </a:lnTo>
                  <a:lnTo>
                    <a:pt x="30793" y="946581"/>
                  </a:lnTo>
                  <a:lnTo>
                    <a:pt x="14767" y="957386"/>
                  </a:lnTo>
                  <a:lnTo>
                    <a:pt x="3962" y="973412"/>
                  </a:lnTo>
                  <a:lnTo>
                    <a:pt x="0" y="993036"/>
                  </a:lnTo>
                  <a:lnTo>
                    <a:pt x="7256" y="1038023"/>
                  </a:lnTo>
                  <a:lnTo>
                    <a:pt x="27462" y="1077094"/>
                  </a:lnTo>
                  <a:lnTo>
                    <a:pt x="58272" y="1107904"/>
                  </a:lnTo>
                  <a:lnTo>
                    <a:pt x="97344" y="1128110"/>
                  </a:lnTo>
                  <a:lnTo>
                    <a:pt x="142330" y="1135367"/>
                  </a:lnTo>
                  <a:lnTo>
                    <a:pt x="872989" y="1135367"/>
                  </a:lnTo>
                  <a:lnTo>
                    <a:pt x="919675" y="1131941"/>
                  </a:lnTo>
                  <a:lnTo>
                    <a:pt x="964235" y="1121990"/>
                  </a:lnTo>
                  <a:lnTo>
                    <a:pt x="1006180" y="1106002"/>
                  </a:lnTo>
                  <a:lnTo>
                    <a:pt x="1045020" y="1084467"/>
                  </a:lnTo>
                  <a:lnTo>
                    <a:pt x="1080267" y="1057872"/>
                  </a:lnTo>
                  <a:lnTo>
                    <a:pt x="1111432" y="1026707"/>
                  </a:lnTo>
                  <a:lnTo>
                    <a:pt x="1138027" y="991460"/>
                  </a:lnTo>
                  <a:lnTo>
                    <a:pt x="1159562" y="952620"/>
                  </a:lnTo>
                  <a:lnTo>
                    <a:pt x="1175550" y="910675"/>
                  </a:lnTo>
                  <a:lnTo>
                    <a:pt x="1185501" y="866115"/>
                  </a:lnTo>
                  <a:lnTo>
                    <a:pt x="1188927" y="819429"/>
                  </a:lnTo>
                  <a:lnTo>
                    <a:pt x="1188927" y="198558"/>
                  </a:lnTo>
                  <a:lnTo>
                    <a:pt x="1175953" y="130709"/>
                  </a:lnTo>
                  <a:lnTo>
                    <a:pt x="1140342" y="76849"/>
                  </a:lnTo>
                  <a:lnTo>
                    <a:pt x="1087057" y="37081"/>
                  </a:lnTo>
                  <a:lnTo>
                    <a:pt x="1021063" y="11509"/>
                  </a:lnTo>
                  <a:lnTo>
                    <a:pt x="947324" y="239"/>
                  </a:lnTo>
                  <a:lnTo>
                    <a:pt x="9091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7059851" y="7468583"/>
              <a:ext cx="1189355" cy="1135380"/>
            </a:xfrm>
            <a:custGeom>
              <a:avLst/>
              <a:gdLst/>
              <a:ahLst/>
              <a:cxnLst/>
              <a:rect l="l" t="t" r="r" b="b"/>
              <a:pathLst>
                <a:path w="1189355" h="1135379">
                  <a:moveTo>
                    <a:pt x="158058" y="942619"/>
                  </a:moveTo>
                  <a:lnTo>
                    <a:pt x="207356" y="939480"/>
                  </a:lnTo>
                  <a:lnTo>
                    <a:pt x="254967" y="930298"/>
                  </a:lnTo>
                  <a:lnTo>
                    <a:pt x="300458" y="915427"/>
                  </a:lnTo>
                  <a:lnTo>
                    <a:pt x="343396" y="895220"/>
                  </a:lnTo>
                  <a:lnTo>
                    <a:pt x="383348" y="870030"/>
                  </a:lnTo>
                  <a:lnTo>
                    <a:pt x="419882" y="840209"/>
                  </a:lnTo>
                  <a:lnTo>
                    <a:pt x="452565" y="806113"/>
                  </a:lnTo>
                  <a:lnTo>
                    <a:pt x="480964" y="768092"/>
                  </a:lnTo>
                  <a:lnTo>
                    <a:pt x="504647" y="726501"/>
                  </a:lnTo>
                  <a:lnTo>
                    <a:pt x="523179" y="681693"/>
                  </a:lnTo>
                  <a:lnTo>
                    <a:pt x="536130" y="634021"/>
                  </a:lnTo>
                  <a:lnTo>
                    <a:pt x="625164" y="198558"/>
                  </a:lnTo>
                  <a:lnTo>
                    <a:pt x="636208" y="162064"/>
                  </a:lnTo>
                  <a:lnTo>
                    <a:pt x="674206" y="100260"/>
                  </a:lnTo>
                  <a:lnTo>
                    <a:pt x="729281" y="53281"/>
                  </a:lnTo>
                  <a:lnTo>
                    <a:pt x="796469" y="21020"/>
                  </a:lnTo>
                  <a:lnTo>
                    <a:pt x="833053" y="10377"/>
                  </a:lnTo>
                  <a:lnTo>
                    <a:pt x="870804" y="3374"/>
                  </a:lnTo>
                  <a:lnTo>
                    <a:pt x="909101" y="0"/>
                  </a:lnTo>
                  <a:lnTo>
                    <a:pt x="947324" y="239"/>
                  </a:lnTo>
                  <a:lnTo>
                    <a:pt x="1021063" y="11509"/>
                  </a:lnTo>
                  <a:lnTo>
                    <a:pt x="1087057" y="37081"/>
                  </a:lnTo>
                  <a:lnTo>
                    <a:pt x="1140342" y="76849"/>
                  </a:lnTo>
                  <a:lnTo>
                    <a:pt x="1175953" y="130709"/>
                  </a:lnTo>
                  <a:lnTo>
                    <a:pt x="1188927" y="198558"/>
                  </a:lnTo>
                  <a:lnTo>
                    <a:pt x="1188927" y="819429"/>
                  </a:lnTo>
                  <a:lnTo>
                    <a:pt x="1185501" y="866115"/>
                  </a:lnTo>
                  <a:lnTo>
                    <a:pt x="1175550" y="910675"/>
                  </a:lnTo>
                  <a:lnTo>
                    <a:pt x="1159562" y="952620"/>
                  </a:lnTo>
                  <a:lnTo>
                    <a:pt x="1138027" y="991460"/>
                  </a:lnTo>
                  <a:lnTo>
                    <a:pt x="1111432" y="1026707"/>
                  </a:lnTo>
                  <a:lnTo>
                    <a:pt x="1080267" y="1057872"/>
                  </a:lnTo>
                  <a:lnTo>
                    <a:pt x="1045020" y="1084467"/>
                  </a:lnTo>
                  <a:lnTo>
                    <a:pt x="1006180" y="1106002"/>
                  </a:lnTo>
                  <a:lnTo>
                    <a:pt x="964235" y="1121990"/>
                  </a:lnTo>
                  <a:lnTo>
                    <a:pt x="919675" y="1131941"/>
                  </a:lnTo>
                  <a:lnTo>
                    <a:pt x="872989" y="1135367"/>
                  </a:lnTo>
                  <a:lnTo>
                    <a:pt x="142330" y="1135367"/>
                  </a:lnTo>
                  <a:lnTo>
                    <a:pt x="97344" y="1128110"/>
                  </a:lnTo>
                  <a:lnTo>
                    <a:pt x="58272" y="1107904"/>
                  </a:lnTo>
                  <a:lnTo>
                    <a:pt x="27462" y="1077094"/>
                  </a:lnTo>
                  <a:lnTo>
                    <a:pt x="7256" y="1038023"/>
                  </a:lnTo>
                  <a:lnTo>
                    <a:pt x="0" y="993036"/>
                  </a:lnTo>
                  <a:lnTo>
                    <a:pt x="3962" y="973412"/>
                  </a:lnTo>
                  <a:lnTo>
                    <a:pt x="14767" y="957386"/>
                  </a:lnTo>
                  <a:lnTo>
                    <a:pt x="30793" y="946581"/>
                  </a:lnTo>
                  <a:lnTo>
                    <a:pt x="50417" y="942619"/>
                  </a:lnTo>
                  <a:lnTo>
                    <a:pt x="158058" y="942619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7656522" y="7888655"/>
              <a:ext cx="592455" cy="715645"/>
            </a:xfrm>
            <a:custGeom>
              <a:avLst/>
              <a:gdLst/>
              <a:ahLst/>
              <a:cxnLst/>
              <a:rect l="l" t="t" r="r" b="b"/>
              <a:pathLst>
                <a:path w="592455" h="715645">
                  <a:moveTo>
                    <a:pt x="592254" y="0"/>
                  </a:moveTo>
                  <a:lnTo>
                    <a:pt x="585826" y="53005"/>
                  </a:lnTo>
                  <a:lnTo>
                    <a:pt x="577451" y="104317"/>
                  </a:lnTo>
                  <a:lnTo>
                    <a:pt x="567094" y="153905"/>
                  </a:lnTo>
                  <a:lnTo>
                    <a:pt x="554718" y="201736"/>
                  </a:lnTo>
                  <a:lnTo>
                    <a:pt x="540287" y="247778"/>
                  </a:lnTo>
                  <a:lnTo>
                    <a:pt x="523763" y="292001"/>
                  </a:lnTo>
                  <a:lnTo>
                    <a:pt x="505110" y="334371"/>
                  </a:lnTo>
                  <a:lnTo>
                    <a:pt x="484292" y="374858"/>
                  </a:lnTo>
                  <a:lnTo>
                    <a:pt x="461273" y="413429"/>
                  </a:lnTo>
                  <a:lnTo>
                    <a:pt x="436015" y="450052"/>
                  </a:lnTo>
                  <a:lnTo>
                    <a:pt x="408482" y="484697"/>
                  </a:lnTo>
                  <a:lnTo>
                    <a:pt x="378638" y="517331"/>
                  </a:lnTo>
                  <a:lnTo>
                    <a:pt x="346446" y="547922"/>
                  </a:lnTo>
                  <a:lnTo>
                    <a:pt x="311869" y="576438"/>
                  </a:lnTo>
                  <a:lnTo>
                    <a:pt x="274871" y="602848"/>
                  </a:lnTo>
                  <a:lnTo>
                    <a:pt x="235416" y="627120"/>
                  </a:lnTo>
                  <a:lnTo>
                    <a:pt x="193467" y="649223"/>
                  </a:lnTo>
                  <a:lnTo>
                    <a:pt x="148987" y="669123"/>
                  </a:lnTo>
                  <a:lnTo>
                    <a:pt x="101941" y="686790"/>
                  </a:lnTo>
                  <a:lnTo>
                    <a:pt x="52290" y="702192"/>
                  </a:lnTo>
                  <a:lnTo>
                    <a:pt x="0" y="715297"/>
                  </a:lnTo>
                  <a:lnTo>
                    <a:pt x="276316" y="715297"/>
                  </a:lnTo>
                  <a:lnTo>
                    <a:pt x="323002" y="711871"/>
                  </a:lnTo>
                  <a:lnTo>
                    <a:pt x="367562" y="701921"/>
                  </a:lnTo>
                  <a:lnTo>
                    <a:pt x="409507" y="685933"/>
                  </a:lnTo>
                  <a:lnTo>
                    <a:pt x="448347" y="664397"/>
                  </a:lnTo>
                  <a:lnTo>
                    <a:pt x="483594" y="637803"/>
                  </a:lnTo>
                  <a:lnTo>
                    <a:pt x="514759" y="606637"/>
                  </a:lnTo>
                  <a:lnTo>
                    <a:pt x="541354" y="571390"/>
                  </a:lnTo>
                  <a:lnTo>
                    <a:pt x="562889" y="532550"/>
                  </a:lnTo>
                  <a:lnTo>
                    <a:pt x="578877" y="490606"/>
                  </a:lnTo>
                  <a:lnTo>
                    <a:pt x="588828" y="446046"/>
                  </a:lnTo>
                  <a:lnTo>
                    <a:pt x="592254" y="399359"/>
                  </a:lnTo>
                  <a:lnTo>
                    <a:pt x="592254" y="0"/>
                  </a:lnTo>
                  <a:close/>
                </a:path>
              </a:pathLst>
            </a:custGeom>
            <a:solidFill>
              <a:srgbClr val="66CC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7656522" y="7888655"/>
              <a:ext cx="592455" cy="715645"/>
            </a:xfrm>
            <a:custGeom>
              <a:avLst/>
              <a:gdLst/>
              <a:ahLst/>
              <a:cxnLst/>
              <a:rect l="l" t="t" r="r" b="b"/>
              <a:pathLst>
                <a:path w="592455" h="715645">
                  <a:moveTo>
                    <a:pt x="276316" y="715297"/>
                  </a:moveTo>
                  <a:lnTo>
                    <a:pt x="0" y="715297"/>
                  </a:lnTo>
                  <a:lnTo>
                    <a:pt x="52290" y="702192"/>
                  </a:lnTo>
                  <a:lnTo>
                    <a:pt x="101941" y="686790"/>
                  </a:lnTo>
                  <a:lnTo>
                    <a:pt x="148987" y="669123"/>
                  </a:lnTo>
                  <a:lnTo>
                    <a:pt x="193467" y="649223"/>
                  </a:lnTo>
                  <a:lnTo>
                    <a:pt x="235416" y="627120"/>
                  </a:lnTo>
                  <a:lnTo>
                    <a:pt x="274871" y="602848"/>
                  </a:lnTo>
                  <a:lnTo>
                    <a:pt x="311869" y="576438"/>
                  </a:lnTo>
                  <a:lnTo>
                    <a:pt x="346446" y="547922"/>
                  </a:lnTo>
                  <a:lnTo>
                    <a:pt x="378638" y="517331"/>
                  </a:lnTo>
                  <a:lnTo>
                    <a:pt x="408482" y="484697"/>
                  </a:lnTo>
                  <a:lnTo>
                    <a:pt x="436015" y="450052"/>
                  </a:lnTo>
                  <a:lnTo>
                    <a:pt x="461273" y="413429"/>
                  </a:lnTo>
                  <a:lnTo>
                    <a:pt x="484292" y="374858"/>
                  </a:lnTo>
                  <a:lnTo>
                    <a:pt x="505110" y="334371"/>
                  </a:lnTo>
                  <a:lnTo>
                    <a:pt x="523763" y="292001"/>
                  </a:lnTo>
                  <a:lnTo>
                    <a:pt x="540287" y="247778"/>
                  </a:lnTo>
                  <a:lnTo>
                    <a:pt x="554718" y="201736"/>
                  </a:lnTo>
                  <a:lnTo>
                    <a:pt x="567094" y="153905"/>
                  </a:lnTo>
                  <a:lnTo>
                    <a:pt x="577451" y="104317"/>
                  </a:lnTo>
                  <a:lnTo>
                    <a:pt x="585826" y="53005"/>
                  </a:lnTo>
                  <a:lnTo>
                    <a:pt x="592254" y="0"/>
                  </a:lnTo>
                  <a:lnTo>
                    <a:pt x="592254" y="399359"/>
                  </a:lnTo>
                  <a:lnTo>
                    <a:pt x="588828" y="446046"/>
                  </a:lnTo>
                  <a:lnTo>
                    <a:pt x="578877" y="490606"/>
                  </a:lnTo>
                  <a:lnTo>
                    <a:pt x="562889" y="532550"/>
                  </a:lnTo>
                  <a:lnTo>
                    <a:pt x="541354" y="571390"/>
                  </a:lnTo>
                  <a:lnTo>
                    <a:pt x="514759" y="606637"/>
                  </a:lnTo>
                  <a:lnTo>
                    <a:pt x="483594" y="637803"/>
                  </a:lnTo>
                  <a:lnTo>
                    <a:pt x="448347" y="664397"/>
                  </a:lnTo>
                  <a:lnTo>
                    <a:pt x="409507" y="685933"/>
                  </a:lnTo>
                  <a:lnTo>
                    <a:pt x="367562" y="701921"/>
                  </a:lnTo>
                  <a:lnTo>
                    <a:pt x="323002" y="711871"/>
                  </a:lnTo>
                  <a:lnTo>
                    <a:pt x="276316" y="715297"/>
                  </a:lnTo>
                  <a:close/>
                </a:path>
              </a:pathLst>
            </a:custGeom>
            <a:ln w="10470">
              <a:solidFill>
                <a:srgbClr val="50BE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9" name="object 139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5072996" y="6677392"/>
            <a:ext cx="1632292" cy="2755094"/>
          </a:xfrm>
          <a:prstGeom prst="rect">
            <a:avLst/>
          </a:prstGeom>
        </p:spPr>
      </p:pic>
      <p:sp>
        <p:nvSpPr>
          <p:cNvPr id="140" name="object 140" descr=""/>
          <p:cNvSpPr/>
          <p:nvPr/>
        </p:nvSpPr>
        <p:spPr>
          <a:xfrm>
            <a:off x="16918554" y="7799508"/>
            <a:ext cx="4445" cy="163830"/>
          </a:xfrm>
          <a:custGeom>
            <a:avLst/>
            <a:gdLst/>
            <a:ahLst/>
            <a:cxnLst/>
            <a:rect l="l" t="t" r="r" b="b"/>
            <a:pathLst>
              <a:path w="4444" h="163829">
                <a:moveTo>
                  <a:pt x="3832" y="0"/>
                </a:moveTo>
                <a:lnTo>
                  <a:pt x="0" y="163680"/>
                </a:lnTo>
              </a:path>
            </a:pathLst>
          </a:custGeom>
          <a:ln w="12565">
            <a:solidFill>
              <a:srgbClr val="95D9C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1" name="object 141" descr=""/>
          <p:cNvGrpSpPr/>
          <p:nvPr/>
        </p:nvGrpSpPr>
        <p:grpSpPr>
          <a:xfrm>
            <a:off x="16862113" y="9132726"/>
            <a:ext cx="392430" cy="409575"/>
            <a:chOff x="16862113" y="9132726"/>
            <a:chExt cx="392430" cy="409575"/>
          </a:xfrm>
        </p:grpSpPr>
        <p:sp>
          <p:nvSpPr>
            <p:cNvPr id="142" name="object 142" descr=""/>
            <p:cNvSpPr/>
            <p:nvPr/>
          </p:nvSpPr>
          <p:spPr>
            <a:xfrm>
              <a:off x="17071856" y="9139007"/>
              <a:ext cx="175895" cy="360045"/>
            </a:xfrm>
            <a:custGeom>
              <a:avLst/>
              <a:gdLst/>
              <a:ahLst/>
              <a:cxnLst/>
              <a:rect l="l" t="t" r="r" b="b"/>
              <a:pathLst>
                <a:path w="175894" h="360045">
                  <a:moveTo>
                    <a:pt x="7099" y="41"/>
                  </a:moveTo>
                  <a:lnTo>
                    <a:pt x="4774" y="0"/>
                  </a:lnTo>
                  <a:lnTo>
                    <a:pt x="3277" y="565"/>
                  </a:lnTo>
                  <a:lnTo>
                    <a:pt x="764" y="2827"/>
                  </a:lnTo>
                  <a:lnTo>
                    <a:pt x="0" y="4565"/>
                  </a:lnTo>
                  <a:lnTo>
                    <a:pt x="5005" y="304200"/>
                  </a:lnTo>
                  <a:lnTo>
                    <a:pt x="6209" y="306231"/>
                  </a:lnTo>
                  <a:lnTo>
                    <a:pt x="9099" y="307885"/>
                  </a:lnTo>
                  <a:lnTo>
                    <a:pt x="10177" y="308158"/>
                  </a:lnTo>
                  <a:lnTo>
                    <a:pt x="12324" y="308158"/>
                  </a:lnTo>
                  <a:lnTo>
                    <a:pt x="13392" y="307875"/>
                  </a:lnTo>
                  <a:lnTo>
                    <a:pt x="16355" y="306325"/>
                  </a:lnTo>
                  <a:lnTo>
                    <a:pt x="22983" y="306325"/>
                  </a:lnTo>
                  <a:lnTo>
                    <a:pt x="26616" y="308597"/>
                  </a:lnTo>
                  <a:lnTo>
                    <a:pt x="31569" y="315550"/>
                  </a:lnTo>
                  <a:lnTo>
                    <a:pt x="39672" y="336013"/>
                  </a:lnTo>
                  <a:lnTo>
                    <a:pt x="46484" y="347311"/>
                  </a:lnTo>
                  <a:lnTo>
                    <a:pt x="56663" y="356013"/>
                  </a:lnTo>
                  <a:lnTo>
                    <a:pt x="71390" y="359496"/>
                  </a:lnTo>
                  <a:lnTo>
                    <a:pt x="75390" y="359496"/>
                  </a:lnTo>
                  <a:lnTo>
                    <a:pt x="79746" y="358847"/>
                  </a:lnTo>
                  <a:lnTo>
                    <a:pt x="90122" y="355915"/>
                  </a:lnTo>
                  <a:lnTo>
                    <a:pt x="108950" y="347241"/>
                  </a:lnTo>
                  <a:lnTo>
                    <a:pt x="115622" y="344477"/>
                  </a:lnTo>
                  <a:lnTo>
                    <a:pt x="122289" y="342273"/>
                  </a:lnTo>
                  <a:lnTo>
                    <a:pt x="128896" y="340932"/>
                  </a:lnTo>
                  <a:lnTo>
                    <a:pt x="131734" y="340565"/>
                  </a:lnTo>
                  <a:lnTo>
                    <a:pt x="133974" y="338345"/>
                  </a:lnTo>
                  <a:lnTo>
                    <a:pt x="175753" y="25946"/>
                  </a:lnTo>
                  <a:lnTo>
                    <a:pt x="175303" y="24261"/>
                  </a:lnTo>
                  <a:lnTo>
                    <a:pt x="173261" y="21601"/>
                  </a:lnTo>
                  <a:lnTo>
                    <a:pt x="171753" y="20742"/>
                  </a:lnTo>
                  <a:lnTo>
                    <a:pt x="7099" y="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6862107" y="9132728"/>
              <a:ext cx="392430" cy="409575"/>
            </a:xfrm>
            <a:custGeom>
              <a:avLst/>
              <a:gdLst/>
              <a:ahLst/>
              <a:cxnLst/>
              <a:rect l="l" t="t" r="r" b="b"/>
              <a:pathLst>
                <a:path w="392430" h="409575">
                  <a:moveTo>
                    <a:pt x="391947" y="31407"/>
                  </a:moveTo>
                  <a:lnTo>
                    <a:pt x="391045" y="28041"/>
                  </a:lnTo>
                  <a:lnTo>
                    <a:pt x="386969" y="22733"/>
                  </a:lnTo>
                  <a:lnTo>
                    <a:pt x="383933" y="21005"/>
                  </a:lnTo>
                  <a:lnTo>
                    <a:pt x="379044" y="20396"/>
                  </a:lnTo>
                  <a:lnTo>
                    <a:pt x="379044" y="33045"/>
                  </a:lnTo>
                  <a:lnTo>
                    <a:pt x="342531" y="306044"/>
                  </a:lnTo>
                  <a:lnTo>
                    <a:pt x="315480" y="325526"/>
                  </a:lnTo>
                  <a:lnTo>
                    <a:pt x="277952" y="318871"/>
                  </a:lnTo>
                  <a:lnTo>
                    <a:pt x="238975" y="299212"/>
                  </a:lnTo>
                  <a:lnTo>
                    <a:pt x="220726" y="292328"/>
                  </a:lnTo>
                  <a:lnTo>
                    <a:pt x="216052" y="12573"/>
                  </a:lnTo>
                  <a:lnTo>
                    <a:pt x="379044" y="33045"/>
                  </a:lnTo>
                  <a:lnTo>
                    <a:pt x="379044" y="20396"/>
                  </a:lnTo>
                  <a:lnTo>
                    <a:pt x="316801" y="12573"/>
                  </a:lnTo>
                  <a:lnTo>
                    <a:pt x="217106" y="38"/>
                  </a:lnTo>
                  <a:lnTo>
                    <a:pt x="216585" y="0"/>
                  </a:lnTo>
                  <a:lnTo>
                    <a:pt x="212979" y="0"/>
                  </a:lnTo>
                  <a:lnTo>
                    <a:pt x="209981" y="1130"/>
                  </a:lnTo>
                  <a:lnTo>
                    <a:pt x="204952" y="5651"/>
                  </a:lnTo>
                  <a:lnTo>
                    <a:pt x="203428" y="9131"/>
                  </a:lnTo>
                  <a:lnTo>
                    <a:pt x="208076" y="287553"/>
                  </a:lnTo>
                  <a:lnTo>
                    <a:pt x="200685" y="284746"/>
                  </a:lnTo>
                  <a:lnTo>
                    <a:pt x="155981" y="288417"/>
                  </a:lnTo>
                  <a:lnTo>
                    <a:pt x="106756" y="299173"/>
                  </a:lnTo>
                  <a:lnTo>
                    <a:pt x="60007" y="318160"/>
                  </a:lnTo>
                  <a:lnTo>
                    <a:pt x="22733" y="346506"/>
                  </a:lnTo>
                  <a:lnTo>
                    <a:pt x="1905" y="385343"/>
                  </a:lnTo>
                  <a:lnTo>
                    <a:pt x="2286" y="385356"/>
                  </a:lnTo>
                  <a:lnTo>
                    <a:pt x="1574" y="385724"/>
                  </a:lnTo>
                  <a:lnTo>
                    <a:pt x="0" y="395465"/>
                  </a:lnTo>
                  <a:lnTo>
                    <a:pt x="1701" y="408038"/>
                  </a:lnTo>
                  <a:lnTo>
                    <a:pt x="228053" y="409270"/>
                  </a:lnTo>
                  <a:lnTo>
                    <a:pt x="285407" y="409295"/>
                  </a:lnTo>
                  <a:lnTo>
                    <a:pt x="328383" y="408940"/>
                  </a:lnTo>
                  <a:lnTo>
                    <a:pt x="349224" y="408051"/>
                  </a:lnTo>
                  <a:lnTo>
                    <a:pt x="356501" y="403301"/>
                  </a:lnTo>
                  <a:lnTo>
                    <a:pt x="358457" y="394754"/>
                  </a:lnTo>
                  <a:lnTo>
                    <a:pt x="357416" y="385673"/>
                  </a:lnTo>
                  <a:lnTo>
                    <a:pt x="357047" y="384378"/>
                  </a:lnTo>
                  <a:lnTo>
                    <a:pt x="356044" y="369658"/>
                  </a:lnTo>
                  <a:lnTo>
                    <a:pt x="354037" y="346735"/>
                  </a:lnTo>
                  <a:lnTo>
                    <a:pt x="352209" y="328447"/>
                  </a:lnTo>
                  <a:lnTo>
                    <a:pt x="391947" y="314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4" name="object 144" descr=""/>
          <p:cNvGrpSpPr/>
          <p:nvPr/>
        </p:nvGrpSpPr>
        <p:grpSpPr>
          <a:xfrm>
            <a:off x="16622118" y="6739769"/>
            <a:ext cx="1359535" cy="2616835"/>
            <a:chOff x="16622118" y="6739769"/>
            <a:chExt cx="1359535" cy="2616835"/>
          </a:xfrm>
        </p:grpSpPr>
        <p:pic>
          <p:nvPicPr>
            <p:cNvPr id="145" name="object 145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7078532" y="7242569"/>
              <a:ext cx="392092" cy="676220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17397278" y="6936600"/>
              <a:ext cx="358140" cy="467359"/>
            </a:xfrm>
            <a:custGeom>
              <a:avLst/>
              <a:gdLst/>
              <a:ahLst/>
              <a:cxnLst/>
              <a:rect l="l" t="t" r="r" b="b"/>
              <a:pathLst>
                <a:path w="358140" h="467359">
                  <a:moveTo>
                    <a:pt x="198845" y="0"/>
                  </a:moveTo>
                  <a:lnTo>
                    <a:pt x="19406" y="33779"/>
                  </a:lnTo>
                  <a:lnTo>
                    <a:pt x="23762" y="74709"/>
                  </a:lnTo>
                  <a:lnTo>
                    <a:pt x="13741" y="76604"/>
                  </a:lnTo>
                  <a:lnTo>
                    <a:pt x="26473" y="195995"/>
                  </a:lnTo>
                  <a:lnTo>
                    <a:pt x="29358" y="226916"/>
                  </a:lnTo>
                  <a:lnTo>
                    <a:pt x="32232" y="261803"/>
                  </a:lnTo>
                  <a:lnTo>
                    <a:pt x="25548" y="279311"/>
                  </a:lnTo>
                  <a:lnTo>
                    <a:pt x="19264" y="297449"/>
                  </a:lnTo>
                  <a:lnTo>
                    <a:pt x="15234" y="312064"/>
                  </a:lnTo>
                  <a:lnTo>
                    <a:pt x="15312" y="319005"/>
                  </a:lnTo>
                  <a:lnTo>
                    <a:pt x="17186" y="319937"/>
                  </a:lnTo>
                  <a:lnTo>
                    <a:pt x="18338" y="320304"/>
                  </a:lnTo>
                  <a:lnTo>
                    <a:pt x="5674" y="361162"/>
                  </a:lnTo>
                  <a:lnTo>
                    <a:pt x="642" y="393847"/>
                  </a:lnTo>
                  <a:lnTo>
                    <a:pt x="0" y="415533"/>
                  </a:lnTo>
                  <a:lnTo>
                    <a:pt x="506" y="423390"/>
                  </a:lnTo>
                  <a:lnTo>
                    <a:pt x="177401" y="466917"/>
                  </a:lnTo>
                  <a:lnTo>
                    <a:pt x="357741" y="327623"/>
                  </a:lnTo>
                  <a:lnTo>
                    <a:pt x="331815" y="324722"/>
                  </a:lnTo>
                  <a:lnTo>
                    <a:pt x="314822" y="319923"/>
                  </a:lnTo>
                  <a:lnTo>
                    <a:pt x="277565" y="290839"/>
                  </a:lnTo>
                  <a:lnTo>
                    <a:pt x="255796" y="253422"/>
                  </a:lnTo>
                  <a:lnTo>
                    <a:pt x="234781" y="209543"/>
                  </a:lnTo>
                  <a:lnTo>
                    <a:pt x="218506" y="161131"/>
                  </a:lnTo>
                  <a:lnTo>
                    <a:pt x="213829" y="143608"/>
                  </a:lnTo>
                  <a:lnTo>
                    <a:pt x="220829" y="115805"/>
                  </a:lnTo>
                  <a:lnTo>
                    <a:pt x="222049" y="110321"/>
                  </a:lnTo>
                  <a:lnTo>
                    <a:pt x="1988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7397278" y="6936600"/>
              <a:ext cx="358140" cy="467359"/>
            </a:xfrm>
            <a:custGeom>
              <a:avLst/>
              <a:gdLst/>
              <a:ahLst/>
              <a:cxnLst/>
              <a:rect l="l" t="t" r="r" b="b"/>
              <a:pathLst>
                <a:path w="358140" h="467359">
                  <a:moveTo>
                    <a:pt x="277565" y="290839"/>
                  </a:moveTo>
                  <a:lnTo>
                    <a:pt x="255796" y="253422"/>
                  </a:lnTo>
                  <a:lnTo>
                    <a:pt x="234781" y="209543"/>
                  </a:lnTo>
                  <a:lnTo>
                    <a:pt x="218506" y="161131"/>
                  </a:lnTo>
                  <a:lnTo>
                    <a:pt x="213829" y="143608"/>
                  </a:lnTo>
                  <a:lnTo>
                    <a:pt x="216686" y="132741"/>
                  </a:lnTo>
                  <a:lnTo>
                    <a:pt x="219030" y="123375"/>
                  </a:lnTo>
                  <a:lnTo>
                    <a:pt x="220829" y="115805"/>
                  </a:lnTo>
                  <a:lnTo>
                    <a:pt x="222049" y="110321"/>
                  </a:lnTo>
                  <a:lnTo>
                    <a:pt x="218428" y="93065"/>
                  </a:lnTo>
                  <a:lnTo>
                    <a:pt x="210451" y="55144"/>
                  </a:lnTo>
                  <a:lnTo>
                    <a:pt x="202472" y="17231"/>
                  </a:lnTo>
                  <a:lnTo>
                    <a:pt x="198845" y="0"/>
                  </a:lnTo>
                  <a:lnTo>
                    <a:pt x="19406" y="33779"/>
                  </a:lnTo>
                  <a:lnTo>
                    <a:pt x="20499" y="43871"/>
                  </a:lnTo>
                  <a:lnTo>
                    <a:pt x="21317" y="51499"/>
                  </a:lnTo>
                  <a:lnTo>
                    <a:pt x="22268" y="60499"/>
                  </a:lnTo>
                  <a:lnTo>
                    <a:pt x="23762" y="74709"/>
                  </a:lnTo>
                  <a:lnTo>
                    <a:pt x="13741" y="76604"/>
                  </a:lnTo>
                  <a:lnTo>
                    <a:pt x="21846" y="151679"/>
                  </a:lnTo>
                  <a:lnTo>
                    <a:pt x="26473" y="195995"/>
                  </a:lnTo>
                  <a:lnTo>
                    <a:pt x="29358" y="226916"/>
                  </a:lnTo>
                  <a:lnTo>
                    <a:pt x="32232" y="261803"/>
                  </a:lnTo>
                  <a:lnTo>
                    <a:pt x="25548" y="279311"/>
                  </a:lnTo>
                  <a:lnTo>
                    <a:pt x="19264" y="297449"/>
                  </a:lnTo>
                  <a:lnTo>
                    <a:pt x="15234" y="312064"/>
                  </a:lnTo>
                  <a:lnTo>
                    <a:pt x="15312" y="319005"/>
                  </a:lnTo>
                  <a:lnTo>
                    <a:pt x="16139" y="319529"/>
                  </a:lnTo>
                  <a:lnTo>
                    <a:pt x="17186" y="319937"/>
                  </a:lnTo>
                  <a:lnTo>
                    <a:pt x="18338" y="320304"/>
                  </a:lnTo>
                  <a:lnTo>
                    <a:pt x="5674" y="361162"/>
                  </a:lnTo>
                  <a:lnTo>
                    <a:pt x="642" y="393847"/>
                  </a:lnTo>
                  <a:lnTo>
                    <a:pt x="0" y="415533"/>
                  </a:lnTo>
                  <a:lnTo>
                    <a:pt x="506" y="423390"/>
                  </a:lnTo>
                  <a:lnTo>
                    <a:pt x="177401" y="466917"/>
                  </a:lnTo>
                  <a:lnTo>
                    <a:pt x="357741" y="327623"/>
                  </a:lnTo>
                  <a:lnTo>
                    <a:pt x="331815" y="324722"/>
                  </a:lnTo>
                  <a:lnTo>
                    <a:pt x="314822" y="319923"/>
                  </a:lnTo>
                  <a:lnTo>
                    <a:pt x="299244" y="309778"/>
                  </a:lnTo>
                  <a:lnTo>
                    <a:pt x="277565" y="290839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7317769" y="7225063"/>
              <a:ext cx="585470" cy="916940"/>
            </a:xfrm>
            <a:custGeom>
              <a:avLst/>
              <a:gdLst/>
              <a:ahLst/>
              <a:cxnLst/>
              <a:rect l="l" t="t" r="r" b="b"/>
              <a:pathLst>
                <a:path w="585469" h="916940">
                  <a:moveTo>
                    <a:pt x="133802" y="0"/>
                  </a:moveTo>
                  <a:lnTo>
                    <a:pt x="77430" y="47105"/>
                  </a:lnTo>
                  <a:lnTo>
                    <a:pt x="43801" y="81171"/>
                  </a:lnTo>
                  <a:lnTo>
                    <a:pt x="23160" y="115229"/>
                  </a:lnTo>
                  <a:lnTo>
                    <a:pt x="7877" y="157838"/>
                  </a:lnTo>
                  <a:lnTo>
                    <a:pt x="0" y="209198"/>
                  </a:lnTo>
                  <a:lnTo>
                    <a:pt x="1576" y="269510"/>
                  </a:lnTo>
                  <a:lnTo>
                    <a:pt x="7751" y="319829"/>
                  </a:lnTo>
                  <a:lnTo>
                    <a:pt x="18756" y="394608"/>
                  </a:lnTo>
                  <a:lnTo>
                    <a:pt x="26233" y="439689"/>
                  </a:lnTo>
                  <a:lnTo>
                    <a:pt x="35114" y="489108"/>
                  </a:lnTo>
                  <a:lnTo>
                    <a:pt x="45463" y="542274"/>
                  </a:lnTo>
                  <a:lnTo>
                    <a:pt x="57347" y="598595"/>
                  </a:lnTo>
                  <a:lnTo>
                    <a:pt x="70830" y="657477"/>
                  </a:lnTo>
                  <a:lnTo>
                    <a:pt x="85978" y="718330"/>
                  </a:lnTo>
                  <a:lnTo>
                    <a:pt x="102856" y="780561"/>
                  </a:lnTo>
                  <a:lnTo>
                    <a:pt x="121530" y="843578"/>
                  </a:lnTo>
                  <a:lnTo>
                    <a:pt x="142106" y="906935"/>
                  </a:lnTo>
                  <a:lnTo>
                    <a:pt x="179686" y="916652"/>
                  </a:lnTo>
                  <a:lnTo>
                    <a:pt x="324428" y="914997"/>
                  </a:lnTo>
                  <a:lnTo>
                    <a:pt x="448154" y="903547"/>
                  </a:lnTo>
                  <a:lnTo>
                    <a:pt x="534436" y="890594"/>
                  </a:lnTo>
                  <a:lnTo>
                    <a:pt x="566847" y="884433"/>
                  </a:lnTo>
                  <a:lnTo>
                    <a:pt x="556572" y="823270"/>
                  </a:lnTo>
                  <a:lnTo>
                    <a:pt x="550110" y="763793"/>
                  </a:lnTo>
                  <a:lnTo>
                    <a:pt x="546952" y="706043"/>
                  </a:lnTo>
                  <a:lnTo>
                    <a:pt x="546589" y="650060"/>
                  </a:lnTo>
                  <a:lnTo>
                    <a:pt x="548511" y="595885"/>
                  </a:lnTo>
                  <a:lnTo>
                    <a:pt x="552209" y="543560"/>
                  </a:lnTo>
                  <a:lnTo>
                    <a:pt x="557172" y="493125"/>
                  </a:lnTo>
                  <a:lnTo>
                    <a:pt x="562893" y="444622"/>
                  </a:lnTo>
                  <a:lnTo>
                    <a:pt x="574567" y="353572"/>
                  </a:lnTo>
                  <a:lnTo>
                    <a:pt x="579501" y="311108"/>
                  </a:lnTo>
                  <a:lnTo>
                    <a:pt x="583154" y="270739"/>
                  </a:lnTo>
                  <a:lnTo>
                    <a:pt x="585017" y="232505"/>
                  </a:lnTo>
                  <a:lnTo>
                    <a:pt x="584579" y="196448"/>
                  </a:lnTo>
                  <a:lnTo>
                    <a:pt x="574767" y="131029"/>
                  </a:lnTo>
                  <a:lnTo>
                    <a:pt x="549641" y="74808"/>
                  </a:lnTo>
                  <a:lnTo>
                    <a:pt x="490902" y="28919"/>
                  </a:lnTo>
                  <a:lnTo>
                    <a:pt x="435632" y="14508"/>
                  </a:lnTo>
                  <a:lnTo>
                    <a:pt x="386301" y="6351"/>
                  </a:lnTo>
                  <a:lnTo>
                    <a:pt x="364958" y="3779"/>
                  </a:lnTo>
                  <a:lnTo>
                    <a:pt x="372419" y="29514"/>
                  </a:lnTo>
                  <a:lnTo>
                    <a:pt x="356578" y="56056"/>
                  </a:lnTo>
                  <a:lnTo>
                    <a:pt x="323897" y="81430"/>
                  </a:lnTo>
                  <a:lnTo>
                    <a:pt x="280837" y="103658"/>
                  </a:lnTo>
                  <a:lnTo>
                    <a:pt x="233860" y="120766"/>
                  </a:lnTo>
                  <a:lnTo>
                    <a:pt x="189427" y="130776"/>
                  </a:lnTo>
                  <a:lnTo>
                    <a:pt x="154001" y="131713"/>
                  </a:lnTo>
                  <a:lnTo>
                    <a:pt x="114520" y="105752"/>
                  </a:lnTo>
                  <a:lnTo>
                    <a:pt x="111613" y="61074"/>
                  </a:lnTo>
                  <a:lnTo>
                    <a:pt x="124850" y="18786"/>
                  </a:lnTo>
                  <a:lnTo>
                    <a:pt x="1338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7317769" y="7225063"/>
              <a:ext cx="585470" cy="916940"/>
            </a:xfrm>
            <a:custGeom>
              <a:avLst/>
              <a:gdLst/>
              <a:ahLst/>
              <a:cxnLst/>
              <a:rect l="l" t="t" r="r" b="b"/>
              <a:pathLst>
                <a:path w="585469" h="916940">
                  <a:moveTo>
                    <a:pt x="1576" y="269510"/>
                  </a:moveTo>
                  <a:lnTo>
                    <a:pt x="7751" y="319829"/>
                  </a:lnTo>
                  <a:lnTo>
                    <a:pt x="18756" y="394608"/>
                  </a:lnTo>
                  <a:lnTo>
                    <a:pt x="26233" y="439689"/>
                  </a:lnTo>
                  <a:lnTo>
                    <a:pt x="35114" y="489108"/>
                  </a:lnTo>
                  <a:lnTo>
                    <a:pt x="45463" y="542274"/>
                  </a:lnTo>
                  <a:lnTo>
                    <a:pt x="57347" y="598595"/>
                  </a:lnTo>
                  <a:lnTo>
                    <a:pt x="70830" y="657477"/>
                  </a:lnTo>
                  <a:lnTo>
                    <a:pt x="85978" y="718330"/>
                  </a:lnTo>
                  <a:lnTo>
                    <a:pt x="102856" y="780561"/>
                  </a:lnTo>
                  <a:lnTo>
                    <a:pt x="121530" y="843578"/>
                  </a:lnTo>
                  <a:lnTo>
                    <a:pt x="142064" y="906789"/>
                  </a:lnTo>
                  <a:lnTo>
                    <a:pt x="179686" y="916652"/>
                  </a:lnTo>
                  <a:lnTo>
                    <a:pt x="324428" y="914997"/>
                  </a:lnTo>
                  <a:lnTo>
                    <a:pt x="448154" y="903547"/>
                  </a:lnTo>
                  <a:lnTo>
                    <a:pt x="534436" y="890594"/>
                  </a:lnTo>
                  <a:lnTo>
                    <a:pt x="566847" y="884433"/>
                  </a:lnTo>
                  <a:lnTo>
                    <a:pt x="556572" y="823270"/>
                  </a:lnTo>
                  <a:lnTo>
                    <a:pt x="550110" y="763793"/>
                  </a:lnTo>
                  <a:lnTo>
                    <a:pt x="546952" y="706043"/>
                  </a:lnTo>
                  <a:lnTo>
                    <a:pt x="546589" y="650060"/>
                  </a:lnTo>
                  <a:lnTo>
                    <a:pt x="548511" y="595885"/>
                  </a:lnTo>
                  <a:lnTo>
                    <a:pt x="552209" y="543560"/>
                  </a:lnTo>
                  <a:lnTo>
                    <a:pt x="557172" y="493125"/>
                  </a:lnTo>
                  <a:lnTo>
                    <a:pt x="562893" y="444622"/>
                  </a:lnTo>
                  <a:lnTo>
                    <a:pt x="568861" y="398090"/>
                  </a:lnTo>
                  <a:lnTo>
                    <a:pt x="574567" y="353572"/>
                  </a:lnTo>
                  <a:lnTo>
                    <a:pt x="579501" y="311108"/>
                  </a:lnTo>
                  <a:lnTo>
                    <a:pt x="583154" y="270739"/>
                  </a:lnTo>
                  <a:lnTo>
                    <a:pt x="585017" y="232505"/>
                  </a:lnTo>
                  <a:lnTo>
                    <a:pt x="584579" y="196448"/>
                  </a:lnTo>
                  <a:lnTo>
                    <a:pt x="574767" y="131029"/>
                  </a:lnTo>
                  <a:lnTo>
                    <a:pt x="549641" y="74808"/>
                  </a:lnTo>
                  <a:lnTo>
                    <a:pt x="490902" y="28919"/>
                  </a:lnTo>
                  <a:lnTo>
                    <a:pt x="435632" y="14508"/>
                  </a:lnTo>
                  <a:lnTo>
                    <a:pt x="386301" y="6351"/>
                  </a:lnTo>
                  <a:lnTo>
                    <a:pt x="364958" y="3779"/>
                  </a:lnTo>
                  <a:lnTo>
                    <a:pt x="372419" y="29514"/>
                  </a:lnTo>
                  <a:lnTo>
                    <a:pt x="356578" y="56056"/>
                  </a:lnTo>
                  <a:lnTo>
                    <a:pt x="323897" y="81430"/>
                  </a:lnTo>
                  <a:lnTo>
                    <a:pt x="280837" y="103658"/>
                  </a:lnTo>
                  <a:lnTo>
                    <a:pt x="233860" y="120766"/>
                  </a:lnTo>
                  <a:lnTo>
                    <a:pt x="189427" y="130776"/>
                  </a:lnTo>
                  <a:lnTo>
                    <a:pt x="154001" y="131713"/>
                  </a:lnTo>
                  <a:lnTo>
                    <a:pt x="114520" y="105752"/>
                  </a:lnTo>
                  <a:lnTo>
                    <a:pt x="111613" y="61074"/>
                  </a:lnTo>
                  <a:lnTo>
                    <a:pt x="124850" y="18786"/>
                  </a:lnTo>
                  <a:lnTo>
                    <a:pt x="133802" y="0"/>
                  </a:lnTo>
                  <a:lnTo>
                    <a:pt x="104263" y="24573"/>
                  </a:lnTo>
                  <a:lnTo>
                    <a:pt x="67752" y="55464"/>
                  </a:lnTo>
                  <a:lnTo>
                    <a:pt x="23160" y="115229"/>
                  </a:lnTo>
                  <a:lnTo>
                    <a:pt x="7877" y="157838"/>
                  </a:lnTo>
                  <a:lnTo>
                    <a:pt x="0" y="209198"/>
                  </a:lnTo>
                  <a:lnTo>
                    <a:pt x="1576" y="26951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7285133" y="7212498"/>
              <a:ext cx="179037" cy="976933"/>
            </a:xfrm>
            <a:prstGeom prst="rect">
              <a:avLst/>
            </a:prstGeom>
          </p:spPr>
        </p:pic>
        <p:sp>
          <p:nvSpPr>
            <p:cNvPr id="151" name="object 151" descr=""/>
            <p:cNvSpPr/>
            <p:nvPr/>
          </p:nvSpPr>
          <p:spPr>
            <a:xfrm>
              <a:off x="16793630" y="7877924"/>
              <a:ext cx="813435" cy="570230"/>
            </a:xfrm>
            <a:custGeom>
              <a:avLst/>
              <a:gdLst/>
              <a:ahLst/>
              <a:cxnLst/>
              <a:rect l="l" t="t" r="r" b="b"/>
              <a:pathLst>
                <a:path w="813434" h="570229">
                  <a:moveTo>
                    <a:pt x="41561" y="0"/>
                  </a:moveTo>
                  <a:lnTo>
                    <a:pt x="38922" y="0"/>
                  </a:lnTo>
                  <a:lnTo>
                    <a:pt x="36671" y="198"/>
                  </a:lnTo>
                  <a:lnTo>
                    <a:pt x="0" y="63573"/>
                  </a:lnTo>
                  <a:lnTo>
                    <a:pt x="430" y="124027"/>
                  </a:lnTo>
                  <a:lnTo>
                    <a:pt x="7868" y="184999"/>
                  </a:lnTo>
                  <a:lnTo>
                    <a:pt x="16619" y="232357"/>
                  </a:lnTo>
                  <a:lnTo>
                    <a:pt x="48364" y="272653"/>
                  </a:lnTo>
                  <a:lnTo>
                    <a:pt x="116882" y="310263"/>
                  </a:lnTo>
                  <a:lnTo>
                    <a:pt x="162823" y="333781"/>
                  </a:lnTo>
                  <a:lnTo>
                    <a:pt x="214553" y="359567"/>
                  </a:lnTo>
                  <a:lnTo>
                    <a:pt x="270575" y="386968"/>
                  </a:lnTo>
                  <a:lnTo>
                    <a:pt x="329390" y="415330"/>
                  </a:lnTo>
                  <a:lnTo>
                    <a:pt x="389499" y="443997"/>
                  </a:lnTo>
                  <a:lnTo>
                    <a:pt x="449406" y="472317"/>
                  </a:lnTo>
                  <a:lnTo>
                    <a:pt x="562614" y="525295"/>
                  </a:lnTo>
                  <a:lnTo>
                    <a:pt x="657877" y="569417"/>
                  </a:lnTo>
                  <a:lnTo>
                    <a:pt x="659657" y="569605"/>
                  </a:lnTo>
                  <a:lnTo>
                    <a:pt x="661699" y="569605"/>
                  </a:lnTo>
                  <a:lnTo>
                    <a:pt x="663668" y="568610"/>
                  </a:lnTo>
                  <a:lnTo>
                    <a:pt x="812867" y="347099"/>
                  </a:lnTo>
                  <a:lnTo>
                    <a:pt x="813098" y="344931"/>
                  </a:lnTo>
                  <a:lnTo>
                    <a:pt x="775528" y="248976"/>
                  </a:lnTo>
                  <a:lnTo>
                    <a:pt x="773476" y="247427"/>
                  </a:lnTo>
                  <a:lnTo>
                    <a:pt x="638108" y="235636"/>
                  </a:lnTo>
                  <a:lnTo>
                    <a:pt x="594328" y="215752"/>
                  </a:lnTo>
                  <a:lnTo>
                    <a:pt x="505109" y="175920"/>
                  </a:lnTo>
                  <a:lnTo>
                    <a:pt x="449290" y="151440"/>
                  </a:lnTo>
                  <a:lnTo>
                    <a:pt x="389107" y="125471"/>
                  </a:lnTo>
                  <a:lnTo>
                    <a:pt x="326894" y="99181"/>
                  </a:lnTo>
                  <a:lnTo>
                    <a:pt x="264981" y="73735"/>
                  </a:lnTo>
                  <a:lnTo>
                    <a:pt x="205702" y="50301"/>
                  </a:lnTo>
                  <a:lnTo>
                    <a:pt x="151388" y="30043"/>
                  </a:lnTo>
                  <a:lnTo>
                    <a:pt x="104372" y="14130"/>
                  </a:lnTo>
                  <a:lnTo>
                    <a:pt x="66985" y="3726"/>
                  </a:lnTo>
                  <a:lnTo>
                    <a:pt x="4156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6787474" y="7871633"/>
              <a:ext cx="826135" cy="582295"/>
            </a:xfrm>
            <a:custGeom>
              <a:avLst/>
              <a:gdLst/>
              <a:ahLst/>
              <a:cxnLst/>
              <a:rect l="l" t="t" r="r" b="b"/>
              <a:pathLst>
                <a:path w="826134" h="582295">
                  <a:moveTo>
                    <a:pt x="47716" y="0"/>
                  </a:moveTo>
                  <a:lnTo>
                    <a:pt x="44616" y="0"/>
                  </a:lnTo>
                  <a:lnTo>
                    <a:pt x="41936" y="261"/>
                  </a:lnTo>
                  <a:lnTo>
                    <a:pt x="0" y="68274"/>
                  </a:lnTo>
                  <a:lnTo>
                    <a:pt x="148" y="124099"/>
                  </a:lnTo>
                  <a:lnTo>
                    <a:pt x="7663" y="192067"/>
                  </a:lnTo>
                  <a:lnTo>
                    <a:pt x="16600" y="240056"/>
                  </a:lnTo>
                  <a:lnTo>
                    <a:pt x="49489" y="283972"/>
                  </a:lnTo>
                  <a:lnTo>
                    <a:pt x="84920" y="303910"/>
                  </a:lnTo>
                  <a:lnTo>
                    <a:pt x="142550" y="333863"/>
                  </a:lnTo>
                  <a:lnTo>
                    <a:pt x="227910" y="376263"/>
                  </a:lnTo>
                  <a:lnTo>
                    <a:pt x="346534" y="433547"/>
                  </a:lnTo>
                  <a:lnTo>
                    <a:pt x="662252" y="581804"/>
                  </a:lnTo>
                  <a:lnTo>
                    <a:pt x="664042" y="582181"/>
                  </a:lnTo>
                  <a:lnTo>
                    <a:pt x="669885" y="582181"/>
                  </a:lnTo>
                  <a:lnTo>
                    <a:pt x="673843" y="580191"/>
                  </a:lnTo>
                  <a:lnTo>
                    <a:pt x="680965" y="569616"/>
                  </a:lnTo>
                  <a:lnTo>
                    <a:pt x="665822" y="569616"/>
                  </a:lnTo>
                  <a:lnTo>
                    <a:pt x="303753" y="402306"/>
                  </a:lnTo>
                  <a:lnTo>
                    <a:pt x="117166" y="313934"/>
                  </a:lnTo>
                  <a:lnTo>
                    <a:pt x="46756" y="275156"/>
                  </a:lnTo>
                  <a:lnTo>
                    <a:pt x="27481" y="231082"/>
                  </a:lnTo>
                  <a:lnTo>
                    <a:pt x="19413" y="185617"/>
                  </a:lnTo>
                  <a:lnTo>
                    <a:pt x="12929" y="130659"/>
                  </a:lnTo>
                  <a:lnTo>
                    <a:pt x="11951" y="76632"/>
                  </a:lnTo>
                  <a:lnTo>
                    <a:pt x="20400" y="33960"/>
                  </a:lnTo>
                  <a:lnTo>
                    <a:pt x="42197" y="13067"/>
                  </a:lnTo>
                  <a:lnTo>
                    <a:pt x="43726" y="12732"/>
                  </a:lnTo>
                  <a:lnTo>
                    <a:pt x="45569" y="12565"/>
                  </a:lnTo>
                  <a:lnTo>
                    <a:pt x="105429" y="12565"/>
                  </a:lnTo>
                  <a:lnTo>
                    <a:pt x="73156" y="3670"/>
                  </a:lnTo>
                  <a:lnTo>
                    <a:pt x="47716" y="0"/>
                  </a:lnTo>
                  <a:close/>
                </a:path>
                <a:path w="826134" h="582295">
                  <a:moveTo>
                    <a:pt x="105429" y="12565"/>
                  </a:moveTo>
                  <a:lnTo>
                    <a:pt x="47716" y="12565"/>
                  </a:lnTo>
                  <a:lnTo>
                    <a:pt x="175038" y="49366"/>
                  </a:lnTo>
                  <a:lnTo>
                    <a:pt x="375721" y="130331"/>
                  </a:lnTo>
                  <a:lnTo>
                    <a:pt x="561130" y="211295"/>
                  </a:lnTo>
                  <a:lnTo>
                    <a:pt x="642629" y="248097"/>
                  </a:lnTo>
                  <a:lnTo>
                    <a:pt x="776699" y="259782"/>
                  </a:lnTo>
                  <a:lnTo>
                    <a:pt x="812656" y="351580"/>
                  </a:lnTo>
                  <a:lnTo>
                    <a:pt x="665822" y="569616"/>
                  </a:lnTo>
                  <a:lnTo>
                    <a:pt x="680965" y="569616"/>
                  </a:lnTo>
                  <a:lnTo>
                    <a:pt x="825378" y="355182"/>
                  </a:lnTo>
                  <a:lnTo>
                    <a:pt x="825859" y="350847"/>
                  </a:lnTo>
                  <a:lnTo>
                    <a:pt x="786656" y="250756"/>
                  </a:lnTo>
                  <a:lnTo>
                    <a:pt x="782552" y="247678"/>
                  </a:lnTo>
                  <a:lnTo>
                    <a:pt x="645886" y="235762"/>
                  </a:lnTo>
                  <a:lnTo>
                    <a:pt x="509158" y="174429"/>
                  </a:lnTo>
                  <a:lnTo>
                    <a:pt x="393216" y="124099"/>
                  </a:lnTo>
                  <a:lnTo>
                    <a:pt x="331300" y="98000"/>
                  </a:lnTo>
                  <a:lnTo>
                    <a:pt x="269785" y="72796"/>
                  </a:lnTo>
                  <a:lnTo>
                    <a:pt x="210941" y="49623"/>
                  </a:lnTo>
                  <a:lnTo>
                    <a:pt x="157041" y="29619"/>
                  </a:lnTo>
                  <a:lnTo>
                    <a:pt x="110355" y="13922"/>
                  </a:lnTo>
                  <a:lnTo>
                    <a:pt x="105429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7030485" y="8099381"/>
              <a:ext cx="930910" cy="1250950"/>
            </a:xfrm>
            <a:custGeom>
              <a:avLst/>
              <a:gdLst/>
              <a:ahLst/>
              <a:cxnLst/>
              <a:rect l="l" t="t" r="r" b="b"/>
              <a:pathLst>
                <a:path w="930909" h="1250950">
                  <a:moveTo>
                    <a:pt x="864319" y="0"/>
                  </a:moveTo>
                  <a:lnTo>
                    <a:pt x="862036" y="0"/>
                  </a:lnTo>
                  <a:lnTo>
                    <a:pt x="475064" y="34302"/>
                  </a:lnTo>
                  <a:lnTo>
                    <a:pt x="472948" y="35967"/>
                  </a:lnTo>
                  <a:lnTo>
                    <a:pt x="468352" y="49433"/>
                  </a:lnTo>
                  <a:lnTo>
                    <a:pt x="453835" y="81961"/>
                  </a:lnTo>
                  <a:lnTo>
                    <a:pt x="433892" y="110978"/>
                  </a:lnTo>
                  <a:lnTo>
                    <a:pt x="409064" y="135828"/>
                  </a:lnTo>
                  <a:lnTo>
                    <a:pt x="379894" y="155859"/>
                  </a:lnTo>
                  <a:lnTo>
                    <a:pt x="295907" y="203100"/>
                  </a:lnTo>
                  <a:lnTo>
                    <a:pt x="248538" y="230089"/>
                  </a:lnTo>
                  <a:lnTo>
                    <a:pt x="200402" y="257846"/>
                  </a:lnTo>
                  <a:lnTo>
                    <a:pt x="153610" y="285267"/>
                  </a:lnTo>
                  <a:lnTo>
                    <a:pt x="110276" y="311244"/>
                  </a:lnTo>
                  <a:lnTo>
                    <a:pt x="72511" y="334670"/>
                  </a:lnTo>
                  <a:lnTo>
                    <a:pt x="25952" y="378300"/>
                  </a:lnTo>
                  <a:lnTo>
                    <a:pt x="12116" y="417930"/>
                  </a:lnTo>
                  <a:lnTo>
                    <a:pt x="2828" y="460791"/>
                  </a:lnTo>
                  <a:lnTo>
                    <a:pt x="0" y="494340"/>
                  </a:lnTo>
                  <a:lnTo>
                    <a:pt x="3313" y="583044"/>
                  </a:lnTo>
                  <a:lnTo>
                    <a:pt x="7055" y="698589"/>
                  </a:lnTo>
                  <a:lnTo>
                    <a:pt x="10775" y="827553"/>
                  </a:lnTo>
                  <a:lnTo>
                    <a:pt x="14019" y="956511"/>
                  </a:lnTo>
                  <a:lnTo>
                    <a:pt x="16338" y="1072041"/>
                  </a:lnTo>
                  <a:lnTo>
                    <a:pt x="17008" y="1120576"/>
                  </a:lnTo>
                  <a:lnTo>
                    <a:pt x="17277" y="1160720"/>
                  </a:lnTo>
                  <a:lnTo>
                    <a:pt x="17089" y="1190796"/>
                  </a:lnTo>
                  <a:lnTo>
                    <a:pt x="16386" y="1209125"/>
                  </a:lnTo>
                  <a:lnTo>
                    <a:pt x="16135" y="1212298"/>
                  </a:lnTo>
                  <a:lnTo>
                    <a:pt x="16753" y="1217114"/>
                  </a:lnTo>
                  <a:lnTo>
                    <a:pt x="58657" y="1238284"/>
                  </a:lnTo>
                  <a:lnTo>
                    <a:pt x="115882" y="1246769"/>
                  </a:lnTo>
                  <a:lnTo>
                    <a:pt x="168507" y="1249964"/>
                  </a:lnTo>
                  <a:lnTo>
                    <a:pt x="192182" y="1250454"/>
                  </a:lnTo>
                  <a:lnTo>
                    <a:pt x="200873" y="1250255"/>
                  </a:lnTo>
                  <a:lnTo>
                    <a:pt x="219626" y="1193397"/>
                  </a:lnTo>
                  <a:lnTo>
                    <a:pt x="232715" y="1116575"/>
                  </a:lnTo>
                  <a:lnTo>
                    <a:pt x="251625" y="990158"/>
                  </a:lnTo>
                  <a:lnTo>
                    <a:pt x="260531" y="926787"/>
                  </a:lnTo>
                  <a:lnTo>
                    <a:pt x="269088" y="863250"/>
                  </a:lnTo>
                  <a:lnTo>
                    <a:pt x="276786" y="803133"/>
                  </a:lnTo>
                  <a:lnTo>
                    <a:pt x="283114" y="750022"/>
                  </a:lnTo>
                  <a:lnTo>
                    <a:pt x="287564" y="707503"/>
                  </a:lnTo>
                  <a:lnTo>
                    <a:pt x="289624" y="679162"/>
                  </a:lnTo>
                  <a:lnTo>
                    <a:pt x="289048" y="634251"/>
                  </a:lnTo>
                  <a:lnTo>
                    <a:pt x="285374" y="594216"/>
                  </a:lnTo>
                  <a:lnTo>
                    <a:pt x="280517" y="562220"/>
                  </a:lnTo>
                  <a:lnTo>
                    <a:pt x="276389" y="541428"/>
                  </a:lnTo>
                  <a:lnTo>
                    <a:pt x="330620" y="530702"/>
                  </a:lnTo>
                  <a:lnTo>
                    <a:pt x="373638" y="521780"/>
                  </a:lnTo>
                  <a:lnTo>
                    <a:pt x="424535" y="510791"/>
                  </a:lnTo>
                  <a:lnTo>
                    <a:pt x="481269" y="497962"/>
                  </a:lnTo>
                  <a:lnTo>
                    <a:pt x="541796" y="483523"/>
                  </a:lnTo>
                  <a:lnTo>
                    <a:pt x="604076" y="467701"/>
                  </a:lnTo>
                  <a:lnTo>
                    <a:pt x="666064" y="450727"/>
                  </a:lnTo>
                  <a:lnTo>
                    <a:pt x="725720" y="432827"/>
                  </a:lnTo>
                  <a:lnTo>
                    <a:pt x="781001" y="414232"/>
                  </a:lnTo>
                  <a:lnTo>
                    <a:pt x="829865" y="395169"/>
                  </a:lnTo>
                  <a:lnTo>
                    <a:pt x="870269" y="375867"/>
                  </a:lnTo>
                  <a:lnTo>
                    <a:pt x="913429" y="337007"/>
                  </a:lnTo>
                  <a:lnTo>
                    <a:pt x="929691" y="258434"/>
                  </a:lnTo>
                  <a:lnTo>
                    <a:pt x="930420" y="205036"/>
                  </a:lnTo>
                  <a:lnTo>
                    <a:pt x="924698" y="145984"/>
                  </a:lnTo>
                  <a:lnTo>
                    <a:pt x="911385" y="84091"/>
                  </a:lnTo>
                  <a:lnTo>
                    <a:pt x="866444" y="1235"/>
                  </a:lnTo>
                  <a:lnTo>
                    <a:pt x="8643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17024201" y="8093099"/>
              <a:ext cx="942975" cy="1263650"/>
            </a:xfrm>
            <a:custGeom>
              <a:avLst/>
              <a:gdLst/>
              <a:ahLst/>
              <a:cxnLst/>
              <a:rect l="l" t="t" r="r" b="b"/>
              <a:pathLst>
                <a:path w="942975" h="1263650">
                  <a:moveTo>
                    <a:pt x="872894" y="0"/>
                  </a:moveTo>
                  <a:lnTo>
                    <a:pt x="867575" y="10"/>
                  </a:lnTo>
                  <a:lnTo>
                    <a:pt x="478310" y="34543"/>
                  </a:lnTo>
                  <a:lnTo>
                    <a:pt x="474090" y="37862"/>
                  </a:lnTo>
                  <a:lnTo>
                    <a:pt x="468687" y="53673"/>
                  </a:lnTo>
                  <a:lnTo>
                    <a:pt x="454642" y="85156"/>
                  </a:lnTo>
                  <a:lnTo>
                    <a:pt x="435350" y="113232"/>
                  </a:lnTo>
                  <a:lnTo>
                    <a:pt x="411334" y="137271"/>
                  </a:lnTo>
                  <a:lnTo>
                    <a:pt x="383119" y="156644"/>
                  </a:lnTo>
                  <a:lnTo>
                    <a:pt x="251583" y="230985"/>
                  </a:lnTo>
                  <a:lnTo>
                    <a:pt x="156520" y="286248"/>
                  </a:lnTo>
                  <a:lnTo>
                    <a:pt x="113120" y="312266"/>
                  </a:lnTo>
                  <a:lnTo>
                    <a:pt x="75291" y="335732"/>
                  </a:lnTo>
                  <a:lnTo>
                    <a:pt x="26896" y="381448"/>
                  </a:lnTo>
                  <a:lnTo>
                    <a:pt x="12295" y="423276"/>
                  </a:lnTo>
                  <a:lnTo>
                    <a:pt x="2834" y="467571"/>
                  </a:lnTo>
                  <a:lnTo>
                    <a:pt x="0" y="500885"/>
                  </a:lnTo>
                  <a:lnTo>
                    <a:pt x="1637" y="542768"/>
                  </a:lnTo>
                  <a:lnTo>
                    <a:pt x="3314" y="589522"/>
                  </a:lnTo>
                  <a:lnTo>
                    <a:pt x="5160" y="644732"/>
                  </a:lnTo>
                  <a:lnTo>
                    <a:pt x="7058" y="704967"/>
                  </a:lnTo>
                  <a:lnTo>
                    <a:pt x="8950" y="768551"/>
                  </a:lnTo>
                  <a:lnTo>
                    <a:pt x="10781" y="833807"/>
                  </a:lnTo>
                  <a:lnTo>
                    <a:pt x="12493" y="899059"/>
                  </a:lnTo>
                  <a:lnTo>
                    <a:pt x="14030" y="962630"/>
                  </a:lnTo>
                  <a:lnTo>
                    <a:pt x="15336" y="1022844"/>
                  </a:lnTo>
                  <a:lnTo>
                    <a:pt x="16354" y="1078025"/>
                  </a:lnTo>
                  <a:lnTo>
                    <a:pt x="17025" y="1126332"/>
                  </a:lnTo>
                  <a:lnTo>
                    <a:pt x="17253" y="1174257"/>
                  </a:lnTo>
                  <a:lnTo>
                    <a:pt x="17146" y="1191749"/>
                  </a:lnTo>
                  <a:lnTo>
                    <a:pt x="17092" y="1197232"/>
                  </a:lnTo>
                  <a:lnTo>
                    <a:pt x="16418" y="1214884"/>
                  </a:lnTo>
                  <a:lnTo>
                    <a:pt x="16051" y="1219324"/>
                  </a:lnTo>
                  <a:lnTo>
                    <a:pt x="16868" y="1225983"/>
                  </a:lnTo>
                  <a:lnTo>
                    <a:pt x="61181" y="1249985"/>
                  </a:lnTo>
                  <a:lnTo>
                    <a:pt x="118843" y="1259075"/>
                  </a:lnTo>
                  <a:lnTo>
                    <a:pt x="172419" y="1262501"/>
                  </a:lnTo>
                  <a:lnTo>
                    <a:pt x="198496" y="1263029"/>
                  </a:lnTo>
                  <a:lnTo>
                    <a:pt x="202915" y="1263029"/>
                  </a:lnTo>
                  <a:lnTo>
                    <a:pt x="220634" y="1250464"/>
                  </a:lnTo>
                  <a:lnTo>
                    <a:pt x="198496" y="1250464"/>
                  </a:lnTo>
                  <a:lnTo>
                    <a:pt x="156371" y="1249181"/>
                  </a:lnTo>
                  <a:lnTo>
                    <a:pt x="99220" y="1244163"/>
                  </a:lnTo>
                  <a:lnTo>
                    <a:pt x="49316" y="1233660"/>
                  </a:lnTo>
                  <a:lnTo>
                    <a:pt x="28931" y="1215921"/>
                  </a:lnTo>
                  <a:lnTo>
                    <a:pt x="29659" y="1197232"/>
                  </a:lnTo>
                  <a:lnTo>
                    <a:pt x="29813" y="1174257"/>
                  </a:lnTo>
                  <a:lnTo>
                    <a:pt x="29600" y="1126332"/>
                  </a:lnTo>
                  <a:lnTo>
                    <a:pt x="28930" y="1077494"/>
                  </a:lnTo>
                  <a:lnTo>
                    <a:pt x="27909" y="1021981"/>
                  </a:lnTo>
                  <a:lnTo>
                    <a:pt x="26548" y="959472"/>
                  </a:lnTo>
                  <a:lnTo>
                    <a:pt x="25050" y="897678"/>
                  </a:lnTo>
                  <a:lnTo>
                    <a:pt x="23327" y="832262"/>
                  </a:lnTo>
                  <a:lnTo>
                    <a:pt x="21487" y="766919"/>
                  </a:lnTo>
                  <a:lnTo>
                    <a:pt x="19588" y="703338"/>
                  </a:lnTo>
                  <a:lnTo>
                    <a:pt x="17604" y="640738"/>
                  </a:lnTo>
                  <a:lnTo>
                    <a:pt x="15842" y="588205"/>
                  </a:lnTo>
                  <a:lnTo>
                    <a:pt x="14112" y="540028"/>
                  </a:lnTo>
                  <a:lnTo>
                    <a:pt x="12554" y="500361"/>
                  </a:lnTo>
                  <a:lnTo>
                    <a:pt x="15372" y="467821"/>
                  </a:lnTo>
                  <a:lnTo>
                    <a:pt x="24374" y="426335"/>
                  </a:lnTo>
                  <a:lnTo>
                    <a:pt x="37396" y="388245"/>
                  </a:lnTo>
                  <a:lnTo>
                    <a:pt x="82331" y="346145"/>
                  </a:lnTo>
                  <a:lnTo>
                    <a:pt x="120112" y="322715"/>
                  </a:lnTo>
                  <a:lnTo>
                    <a:pt x="163478" y="296727"/>
                  </a:lnTo>
                  <a:lnTo>
                    <a:pt x="258409" y="241555"/>
                  </a:lnTo>
                  <a:lnTo>
                    <a:pt x="389244" y="167617"/>
                  </a:lnTo>
                  <a:lnTo>
                    <a:pt x="419337" y="146944"/>
                  </a:lnTo>
                  <a:lnTo>
                    <a:pt x="444985" y="121268"/>
                  </a:lnTo>
                  <a:lnTo>
                    <a:pt x="465596" y="91296"/>
                  </a:lnTo>
                  <a:lnTo>
                    <a:pt x="480582" y="57736"/>
                  </a:lnTo>
                  <a:lnTo>
                    <a:pt x="484372" y="46616"/>
                  </a:lnTo>
                  <a:lnTo>
                    <a:pt x="868319" y="12565"/>
                  </a:lnTo>
                  <a:lnTo>
                    <a:pt x="882621" y="12565"/>
                  </a:lnTo>
                  <a:lnTo>
                    <a:pt x="877135" y="2492"/>
                  </a:lnTo>
                  <a:lnTo>
                    <a:pt x="872894" y="0"/>
                  </a:lnTo>
                  <a:close/>
                </a:path>
                <a:path w="942975" h="1263650">
                  <a:moveTo>
                    <a:pt x="882621" y="12565"/>
                  </a:moveTo>
                  <a:lnTo>
                    <a:pt x="868319" y="12565"/>
                  </a:lnTo>
                  <a:lnTo>
                    <a:pt x="911616" y="92080"/>
                  </a:lnTo>
                  <a:lnTo>
                    <a:pt x="924730" y="153073"/>
                  </a:lnTo>
                  <a:lnTo>
                    <a:pt x="930364" y="211094"/>
                  </a:lnTo>
                  <a:lnTo>
                    <a:pt x="929793" y="258785"/>
                  </a:lnTo>
                  <a:lnTo>
                    <a:pt x="929719" y="263519"/>
                  </a:lnTo>
                  <a:lnTo>
                    <a:pt x="924075" y="307116"/>
                  </a:lnTo>
                  <a:lnTo>
                    <a:pt x="902517" y="357936"/>
                  </a:lnTo>
                  <a:lnTo>
                    <a:pt x="758394" y="423808"/>
                  </a:lnTo>
                  <a:lnTo>
                    <a:pt x="547826" y="483233"/>
                  </a:lnTo>
                  <a:lnTo>
                    <a:pt x="357739" y="526219"/>
                  </a:lnTo>
                  <a:lnTo>
                    <a:pt x="275059" y="542768"/>
                  </a:lnTo>
                  <a:lnTo>
                    <a:pt x="284952" y="582860"/>
                  </a:lnTo>
                  <a:lnTo>
                    <a:pt x="289768" y="611065"/>
                  </a:lnTo>
                  <a:lnTo>
                    <a:pt x="290873" y="640738"/>
                  </a:lnTo>
                  <a:lnTo>
                    <a:pt x="289635" y="685235"/>
                  </a:lnTo>
                  <a:lnTo>
                    <a:pt x="282428" y="761835"/>
                  </a:lnTo>
                  <a:lnTo>
                    <a:pt x="275313" y="820746"/>
                  </a:lnTo>
                  <a:lnTo>
                    <a:pt x="266591" y="887980"/>
                  </a:lnTo>
                  <a:lnTo>
                    <a:pt x="256808" y="959472"/>
                  </a:lnTo>
                  <a:lnTo>
                    <a:pt x="246515" y="1031159"/>
                  </a:lnTo>
                  <a:lnTo>
                    <a:pt x="236259" y="1098977"/>
                  </a:lnTo>
                  <a:lnTo>
                    <a:pt x="226592" y="1158863"/>
                  </a:lnTo>
                  <a:lnTo>
                    <a:pt x="218060" y="1206752"/>
                  </a:lnTo>
                  <a:lnTo>
                    <a:pt x="206601" y="1250286"/>
                  </a:lnTo>
                  <a:lnTo>
                    <a:pt x="202559" y="1250464"/>
                  </a:lnTo>
                  <a:lnTo>
                    <a:pt x="220634" y="1250464"/>
                  </a:lnTo>
                  <a:lnTo>
                    <a:pt x="230853" y="1206752"/>
                  </a:lnTo>
                  <a:lnTo>
                    <a:pt x="242830" y="1137677"/>
                  </a:lnTo>
                  <a:lnTo>
                    <a:pt x="249549" y="1095272"/>
                  </a:lnTo>
                  <a:lnTo>
                    <a:pt x="256705" y="1048128"/>
                  </a:lnTo>
                  <a:lnTo>
                    <a:pt x="264128" y="997330"/>
                  </a:lnTo>
                  <a:lnTo>
                    <a:pt x="273048" y="933871"/>
                  </a:lnTo>
                  <a:lnTo>
                    <a:pt x="281618" y="870229"/>
                  </a:lnTo>
                  <a:lnTo>
                    <a:pt x="289327" y="809996"/>
                  </a:lnTo>
                  <a:lnTo>
                    <a:pt x="295665" y="756765"/>
                  </a:lnTo>
                  <a:lnTo>
                    <a:pt x="300122" y="714127"/>
                  </a:lnTo>
                  <a:lnTo>
                    <a:pt x="302189" y="685675"/>
                  </a:lnTo>
                  <a:lnTo>
                    <a:pt x="301850" y="644732"/>
                  </a:lnTo>
                  <a:lnTo>
                    <a:pt x="301777" y="643204"/>
                  </a:lnTo>
                  <a:lnTo>
                    <a:pt x="298777" y="606499"/>
                  </a:lnTo>
                  <a:lnTo>
                    <a:pt x="294416" y="575311"/>
                  </a:lnTo>
                  <a:lnTo>
                    <a:pt x="290190" y="552674"/>
                  </a:lnTo>
                  <a:lnTo>
                    <a:pt x="350846" y="540543"/>
                  </a:lnTo>
                  <a:lnTo>
                    <a:pt x="446650" y="519974"/>
                  </a:lnTo>
                  <a:lnTo>
                    <a:pt x="503043" y="507046"/>
                  </a:lnTo>
                  <a:lnTo>
                    <a:pt x="562596" y="492635"/>
                  </a:lnTo>
                  <a:lnTo>
                    <a:pt x="623433" y="476948"/>
                  </a:lnTo>
                  <a:lnTo>
                    <a:pt x="683678" y="460194"/>
                  </a:lnTo>
                  <a:lnTo>
                    <a:pt x="741457" y="442583"/>
                  </a:lnTo>
                  <a:lnTo>
                    <a:pt x="794893" y="424322"/>
                  </a:lnTo>
                  <a:lnTo>
                    <a:pt x="842111" y="405619"/>
                  </a:lnTo>
                  <a:lnTo>
                    <a:pt x="881236" y="386685"/>
                  </a:lnTo>
                  <a:lnTo>
                    <a:pt x="925495" y="346048"/>
                  </a:lnTo>
                  <a:lnTo>
                    <a:pt x="942506" y="263519"/>
                  </a:lnTo>
                  <a:lnTo>
                    <a:pt x="942904" y="208920"/>
                  </a:lnTo>
                  <a:lnTo>
                    <a:pt x="936890" y="149601"/>
                  </a:lnTo>
                  <a:lnTo>
                    <a:pt x="923710" y="88688"/>
                  </a:lnTo>
                  <a:lnTo>
                    <a:pt x="923458" y="87777"/>
                  </a:lnTo>
                  <a:lnTo>
                    <a:pt x="923102" y="86897"/>
                  </a:lnTo>
                  <a:lnTo>
                    <a:pt x="882621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17399199" y="8024572"/>
              <a:ext cx="471170" cy="130810"/>
            </a:xfrm>
            <a:custGeom>
              <a:avLst/>
              <a:gdLst/>
              <a:ahLst/>
              <a:cxnLst/>
              <a:rect l="l" t="t" r="r" b="b"/>
              <a:pathLst>
                <a:path w="471169" h="130809">
                  <a:moveTo>
                    <a:pt x="9497" y="0"/>
                  </a:moveTo>
                  <a:lnTo>
                    <a:pt x="5968" y="1183"/>
                  </a:lnTo>
                  <a:lnTo>
                    <a:pt x="5361" y="4010"/>
                  </a:lnTo>
                  <a:lnTo>
                    <a:pt x="554" y="64291"/>
                  </a:lnTo>
                  <a:lnTo>
                    <a:pt x="0" y="66804"/>
                  </a:lnTo>
                  <a:lnTo>
                    <a:pt x="47872" y="105295"/>
                  </a:lnTo>
                  <a:lnTo>
                    <a:pt x="96126" y="122440"/>
                  </a:lnTo>
                  <a:lnTo>
                    <a:pt x="165450" y="130331"/>
                  </a:lnTo>
                  <a:lnTo>
                    <a:pt x="223460" y="128472"/>
                  </a:lnTo>
                  <a:lnTo>
                    <a:pt x="284244" y="122704"/>
                  </a:lnTo>
                  <a:lnTo>
                    <a:pt x="343242" y="114624"/>
                  </a:lnTo>
                  <a:lnTo>
                    <a:pt x="395891" y="105829"/>
                  </a:lnTo>
                  <a:lnTo>
                    <a:pt x="437631" y="97914"/>
                  </a:lnTo>
                  <a:lnTo>
                    <a:pt x="470666" y="88185"/>
                  </a:lnTo>
                  <a:lnTo>
                    <a:pt x="469127" y="18648"/>
                  </a:lnTo>
                  <a:lnTo>
                    <a:pt x="464268" y="14826"/>
                  </a:lnTo>
                  <a:lnTo>
                    <a:pt x="429988" y="21352"/>
                  </a:lnTo>
                  <a:lnTo>
                    <a:pt x="386639" y="28999"/>
                  </a:lnTo>
                  <a:lnTo>
                    <a:pt x="333335" y="37500"/>
                  </a:lnTo>
                  <a:lnTo>
                    <a:pt x="274530" y="45542"/>
                  </a:lnTo>
                  <a:lnTo>
                    <a:pt x="214679" y="51814"/>
                  </a:lnTo>
                  <a:lnTo>
                    <a:pt x="158236" y="55003"/>
                  </a:lnTo>
                  <a:lnTo>
                    <a:pt x="104732" y="49430"/>
                  </a:lnTo>
                  <a:lnTo>
                    <a:pt x="61716" y="34395"/>
                  </a:lnTo>
                  <a:lnTo>
                    <a:pt x="30333" y="16405"/>
                  </a:lnTo>
                  <a:lnTo>
                    <a:pt x="11727" y="1968"/>
                  </a:lnTo>
                  <a:lnTo>
                    <a:pt x="9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7399199" y="8024572"/>
              <a:ext cx="471170" cy="130810"/>
            </a:xfrm>
            <a:custGeom>
              <a:avLst/>
              <a:gdLst/>
              <a:ahLst/>
              <a:cxnLst/>
              <a:rect l="l" t="t" r="r" b="b"/>
              <a:pathLst>
                <a:path w="471169" h="130809">
                  <a:moveTo>
                    <a:pt x="5361" y="4010"/>
                  </a:moveTo>
                  <a:lnTo>
                    <a:pt x="554" y="64291"/>
                  </a:lnTo>
                  <a:lnTo>
                    <a:pt x="0" y="66804"/>
                  </a:lnTo>
                  <a:lnTo>
                    <a:pt x="680" y="69306"/>
                  </a:lnTo>
                  <a:lnTo>
                    <a:pt x="47872" y="105295"/>
                  </a:lnTo>
                  <a:lnTo>
                    <a:pt x="96126" y="122440"/>
                  </a:lnTo>
                  <a:lnTo>
                    <a:pt x="165450" y="130331"/>
                  </a:lnTo>
                  <a:lnTo>
                    <a:pt x="223460" y="128472"/>
                  </a:lnTo>
                  <a:lnTo>
                    <a:pt x="284244" y="122704"/>
                  </a:lnTo>
                  <a:lnTo>
                    <a:pt x="343242" y="114624"/>
                  </a:lnTo>
                  <a:lnTo>
                    <a:pt x="395891" y="105829"/>
                  </a:lnTo>
                  <a:lnTo>
                    <a:pt x="437631" y="97914"/>
                  </a:lnTo>
                  <a:lnTo>
                    <a:pt x="470666" y="88185"/>
                  </a:lnTo>
                  <a:lnTo>
                    <a:pt x="470582" y="84259"/>
                  </a:lnTo>
                  <a:lnTo>
                    <a:pt x="469242" y="23800"/>
                  </a:lnTo>
                  <a:lnTo>
                    <a:pt x="469127" y="18648"/>
                  </a:lnTo>
                  <a:lnTo>
                    <a:pt x="464268" y="14826"/>
                  </a:lnTo>
                  <a:lnTo>
                    <a:pt x="458928" y="15873"/>
                  </a:lnTo>
                  <a:lnTo>
                    <a:pt x="429988" y="21352"/>
                  </a:lnTo>
                  <a:lnTo>
                    <a:pt x="386639" y="28999"/>
                  </a:lnTo>
                  <a:lnTo>
                    <a:pt x="333335" y="37500"/>
                  </a:lnTo>
                  <a:lnTo>
                    <a:pt x="274530" y="45542"/>
                  </a:lnTo>
                  <a:lnTo>
                    <a:pt x="214679" y="51814"/>
                  </a:lnTo>
                  <a:lnTo>
                    <a:pt x="158236" y="55003"/>
                  </a:lnTo>
                  <a:lnTo>
                    <a:pt x="104732" y="49430"/>
                  </a:lnTo>
                  <a:lnTo>
                    <a:pt x="61716" y="34395"/>
                  </a:lnTo>
                  <a:lnTo>
                    <a:pt x="30333" y="16405"/>
                  </a:lnTo>
                  <a:lnTo>
                    <a:pt x="11727" y="1968"/>
                  </a:lnTo>
                  <a:lnTo>
                    <a:pt x="9497" y="0"/>
                  </a:lnTo>
                  <a:lnTo>
                    <a:pt x="5968" y="1183"/>
                  </a:lnTo>
                  <a:lnTo>
                    <a:pt x="5361" y="4010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7587995" y="7207563"/>
              <a:ext cx="393214" cy="1291122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6622118" y="6739769"/>
              <a:ext cx="1349657" cy="1963167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7665663" y="7259643"/>
              <a:ext cx="294007" cy="729313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7628549" y="7843526"/>
              <a:ext cx="215517" cy="228485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17316815" y="6935323"/>
              <a:ext cx="351790" cy="334645"/>
            </a:xfrm>
            <a:custGeom>
              <a:avLst/>
              <a:gdLst/>
              <a:ahLst/>
              <a:cxnLst/>
              <a:rect l="l" t="t" r="r" b="b"/>
              <a:pathLst>
                <a:path w="351790" h="334645">
                  <a:moveTo>
                    <a:pt x="1103" y="144246"/>
                  </a:moveTo>
                  <a:lnTo>
                    <a:pt x="78" y="148867"/>
                  </a:lnTo>
                  <a:lnTo>
                    <a:pt x="0" y="151115"/>
                  </a:lnTo>
                  <a:lnTo>
                    <a:pt x="798" y="165989"/>
                  </a:lnTo>
                  <a:lnTo>
                    <a:pt x="11071" y="214904"/>
                  </a:lnTo>
                  <a:lnTo>
                    <a:pt x="32393" y="280432"/>
                  </a:lnTo>
                  <a:lnTo>
                    <a:pt x="82944" y="328220"/>
                  </a:lnTo>
                  <a:lnTo>
                    <a:pt x="86943" y="329372"/>
                  </a:lnTo>
                  <a:lnTo>
                    <a:pt x="90367" y="330356"/>
                  </a:lnTo>
                  <a:lnTo>
                    <a:pt x="92692" y="331078"/>
                  </a:lnTo>
                  <a:lnTo>
                    <a:pt x="101990" y="333309"/>
                  </a:lnTo>
                  <a:lnTo>
                    <a:pt x="109739" y="334303"/>
                  </a:lnTo>
                  <a:lnTo>
                    <a:pt x="117194" y="334157"/>
                  </a:lnTo>
                  <a:lnTo>
                    <a:pt x="124806" y="334115"/>
                  </a:lnTo>
                  <a:lnTo>
                    <a:pt x="132680" y="332879"/>
                  </a:lnTo>
                  <a:lnTo>
                    <a:pt x="141874" y="330408"/>
                  </a:lnTo>
                  <a:lnTo>
                    <a:pt x="143088" y="329937"/>
                  </a:lnTo>
                  <a:lnTo>
                    <a:pt x="146648" y="328859"/>
                  </a:lnTo>
                  <a:lnTo>
                    <a:pt x="195144" y="308642"/>
                  </a:lnTo>
                  <a:lnTo>
                    <a:pt x="241486" y="282564"/>
                  </a:lnTo>
                  <a:lnTo>
                    <a:pt x="280403" y="252234"/>
                  </a:lnTo>
                  <a:lnTo>
                    <a:pt x="301412" y="221542"/>
                  </a:lnTo>
                  <a:lnTo>
                    <a:pt x="99341" y="221542"/>
                  </a:lnTo>
                  <a:lnTo>
                    <a:pt x="58774" y="214596"/>
                  </a:lnTo>
                  <a:lnTo>
                    <a:pt x="36957" y="198466"/>
                  </a:lnTo>
                  <a:lnTo>
                    <a:pt x="28107" y="182173"/>
                  </a:lnTo>
                  <a:lnTo>
                    <a:pt x="26443" y="174738"/>
                  </a:lnTo>
                  <a:lnTo>
                    <a:pt x="35606" y="173337"/>
                  </a:lnTo>
                  <a:lnTo>
                    <a:pt x="46191" y="172522"/>
                  </a:lnTo>
                  <a:lnTo>
                    <a:pt x="64974" y="171980"/>
                  </a:lnTo>
                  <a:lnTo>
                    <a:pt x="98734" y="171397"/>
                  </a:lnTo>
                  <a:lnTo>
                    <a:pt x="317786" y="171397"/>
                  </a:lnTo>
                  <a:lnTo>
                    <a:pt x="322622" y="155980"/>
                  </a:lnTo>
                  <a:lnTo>
                    <a:pt x="323313" y="153362"/>
                  </a:lnTo>
                  <a:lnTo>
                    <a:pt x="30216" y="153362"/>
                  </a:lnTo>
                  <a:lnTo>
                    <a:pt x="14694" y="151230"/>
                  </a:lnTo>
                  <a:lnTo>
                    <a:pt x="11679" y="150215"/>
                  </a:lnTo>
                  <a:lnTo>
                    <a:pt x="9794" y="149189"/>
                  </a:lnTo>
                  <a:lnTo>
                    <a:pt x="7794" y="148225"/>
                  </a:lnTo>
                  <a:lnTo>
                    <a:pt x="5543" y="147042"/>
                  </a:lnTo>
                  <a:lnTo>
                    <a:pt x="1103" y="144246"/>
                  </a:lnTo>
                  <a:close/>
                </a:path>
                <a:path w="351790" h="334645">
                  <a:moveTo>
                    <a:pt x="317786" y="171397"/>
                  </a:moveTo>
                  <a:lnTo>
                    <a:pt x="98734" y="171397"/>
                  </a:lnTo>
                  <a:lnTo>
                    <a:pt x="134514" y="171420"/>
                  </a:lnTo>
                  <a:lnTo>
                    <a:pt x="156663" y="171969"/>
                  </a:lnTo>
                  <a:lnTo>
                    <a:pt x="167932" y="172615"/>
                  </a:lnTo>
                  <a:lnTo>
                    <a:pt x="171077" y="172926"/>
                  </a:lnTo>
                  <a:lnTo>
                    <a:pt x="168507" y="200544"/>
                  </a:lnTo>
                  <a:lnTo>
                    <a:pt x="160178" y="214814"/>
                  </a:lnTo>
                  <a:lnTo>
                    <a:pt x="139364" y="220294"/>
                  </a:lnTo>
                  <a:lnTo>
                    <a:pt x="99341" y="221542"/>
                  </a:lnTo>
                  <a:lnTo>
                    <a:pt x="301412" y="221542"/>
                  </a:lnTo>
                  <a:lnTo>
                    <a:pt x="301942" y="220768"/>
                  </a:lnTo>
                  <a:lnTo>
                    <a:pt x="304006" y="214172"/>
                  </a:lnTo>
                  <a:lnTo>
                    <a:pt x="306285" y="207108"/>
                  </a:lnTo>
                  <a:lnTo>
                    <a:pt x="308733" y="199700"/>
                  </a:lnTo>
                  <a:lnTo>
                    <a:pt x="311303" y="192067"/>
                  </a:lnTo>
                  <a:lnTo>
                    <a:pt x="317786" y="171397"/>
                  </a:lnTo>
                  <a:close/>
                </a:path>
                <a:path w="351790" h="334645">
                  <a:moveTo>
                    <a:pt x="123298" y="147105"/>
                  </a:moveTo>
                  <a:lnTo>
                    <a:pt x="106859" y="147314"/>
                  </a:lnTo>
                  <a:lnTo>
                    <a:pt x="74346" y="149053"/>
                  </a:lnTo>
                  <a:lnTo>
                    <a:pt x="49449" y="151852"/>
                  </a:lnTo>
                  <a:lnTo>
                    <a:pt x="30216" y="153362"/>
                  </a:lnTo>
                  <a:lnTo>
                    <a:pt x="323313" y="153362"/>
                  </a:lnTo>
                  <a:lnTo>
                    <a:pt x="323905" y="151115"/>
                  </a:lnTo>
                  <a:lnTo>
                    <a:pt x="223086" y="151115"/>
                  </a:lnTo>
                  <a:lnTo>
                    <a:pt x="214329" y="150403"/>
                  </a:lnTo>
                  <a:lnTo>
                    <a:pt x="191592" y="148867"/>
                  </a:lnTo>
                  <a:lnTo>
                    <a:pt x="159655" y="147452"/>
                  </a:lnTo>
                  <a:lnTo>
                    <a:pt x="123298" y="147105"/>
                  </a:lnTo>
                  <a:close/>
                </a:path>
                <a:path w="351790" h="334645">
                  <a:moveTo>
                    <a:pt x="350799" y="0"/>
                  </a:moveTo>
                  <a:lnTo>
                    <a:pt x="332465" y="890"/>
                  </a:lnTo>
                  <a:lnTo>
                    <a:pt x="325930" y="75962"/>
                  </a:lnTo>
                  <a:lnTo>
                    <a:pt x="314543" y="116304"/>
                  </a:lnTo>
                  <a:lnTo>
                    <a:pt x="290015" y="135698"/>
                  </a:lnTo>
                  <a:lnTo>
                    <a:pt x="244059" y="147932"/>
                  </a:lnTo>
                  <a:lnTo>
                    <a:pt x="239567" y="148937"/>
                  </a:lnTo>
                  <a:lnTo>
                    <a:pt x="237002" y="149838"/>
                  </a:lnTo>
                  <a:lnTo>
                    <a:pt x="223086" y="151115"/>
                  </a:lnTo>
                  <a:lnTo>
                    <a:pt x="323905" y="151115"/>
                  </a:lnTo>
                  <a:lnTo>
                    <a:pt x="340233" y="82509"/>
                  </a:lnTo>
                  <a:lnTo>
                    <a:pt x="350353" y="18841"/>
                  </a:lnTo>
                  <a:lnTo>
                    <a:pt x="351784" y="8198"/>
                  </a:lnTo>
                  <a:lnTo>
                    <a:pt x="35079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7316733" y="6935323"/>
              <a:ext cx="352425" cy="334645"/>
            </a:xfrm>
            <a:custGeom>
              <a:avLst/>
              <a:gdLst/>
              <a:ahLst/>
              <a:cxnLst/>
              <a:rect l="l" t="t" r="r" b="b"/>
              <a:pathLst>
                <a:path w="352425" h="334645">
                  <a:moveTo>
                    <a:pt x="99423" y="221542"/>
                  </a:moveTo>
                  <a:lnTo>
                    <a:pt x="58856" y="214596"/>
                  </a:lnTo>
                  <a:lnTo>
                    <a:pt x="37039" y="198466"/>
                  </a:lnTo>
                  <a:lnTo>
                    <a:pt x="28189" y="182173"/>
                  </a:lnTo>
                  <a:lnTo>
                    <a:pt x="26525" y="174738"/>
                  </a:lnTo>
                  <a:lnTo>
                    <a:pt x="35688" y="173337"/>
                  </a:lnTo>
                  <a:lnTo>
                    <a:pt x="46273" y="172522"/>
                  </a:lnTo>
                  <a:lnTo>
                    <a:pt x="65056" y="171980"/>
                  </a:lnTo>
                  <a:lnTo>
                    <a:pt x="98816" y="171397"/>
                  </a:lnTo>
                  <a:lnTo>
                    <a:pt x="134596" y="171420"/>
                  </a:lnTo>
                  <a:lnTo>
                    <a:pt x="156745" y="171969"/>
                  </a:lnTo>
                  <a:lnTo>
                    <a:pt x="168014" y="172615"/>
                  </a:lnTo>
                  <a:lnTo>
                    <a:pt x="171159" y="172926"/>
                  </a:lnTo>
                  <a:lnTo>
                    <a:pt x="168589" y="200544"/>
                  </a:lnTo>
                  <a:lnTo>
                    <a:pt x="160260" y="214814"/>
                  </a:lnTo>
                  <a:lnTo>
                    <a:pt x="139446" y="220294"/>
                  </a:lnTo>
                  <a:lnTo>
                    <a:pt x="99423" y="221542"/>
                  </a:lnTo>
                  <a:close/>
                </a:path>
                <a:path w="352425" h="334645">
                  <a:moveTo>
                    <a:pt x="11153" y="214904"/>
                  </a:moveTo>
                  <a:lnTo>
                    <a:pt x="32475" y="280432"/>
                  </a:lnTo>
                  <a:lnTo>
                    <a:pt x="83026" y="328220"/>
                  </a:lnTo>
                  <a:lnTo>
                    <a:pt x="87025" y="329372"/>
                  </a:lnTo>
                  <a:lnTo>
                    <a:pt x="89025" y="329948"/>
                  </a:lnTo>
                  <a:lnTo>
                    <a:pt x="90449" y="330356"/>
                  </a:lnTo>
                  <a:lnTo>
                    <a:pt x="92774" y="331078"/>
                  </a:lnTo>
                  <a:lnTo>
                    <a:pt x="94219" y="331424"/>
                  </a:lnTo>
                  <a:lnTo>
                    <a:pt x="102072" y="333309"/>
                  </a:lnTo>
                  <a:lnTo>
                    <a:pt x="109821" y="334303"/>
                  </a:lnTo>
                  <a:lnTo>
                    <a:pt x="117276" y="334157"/>
                  </a:lnTo>
                  <a:lnTo>
                    <a:pt x="124888" y="334115"/>
                  </a:lnTo>
                  <a:lnTo>
                    <a:pt x="132762" y="332879"/>
                  </a:lnTo>
                  <a:lnTo>
                    <a:pt x="140741" y="330722"/>
                  </a:lnTo>
                  <a:lnTo>
                    <a:pt x="141956" y="330408"/>
                  </a:lnTo>
                  <a:lnTo>
                    <a:pt x="143170" y="329937"/>
                  </a:lnTo>
                  <a:lnTo>
                    <a:pt x="144385" y="329571"/>
                  </a:lnTo>
                  <a:lnTo>
                    <a:pt x="146730" y="328859"/>
                  </a:lnTo>
                  <a:lnTo>
                    <a:pt x="195226" y="308642"/>
                  </a:lnTo>
                  <a:lnTo>
                    <a:pt x="241568" y="282564"/>
                  </a:lnTo>
                  <a:lnTo>
                    <a:pt x="280485" y="252234"/>
                  </a:lnTo>
                  <a:lnTo>
                    <a:pt x="302024" y="220768"/>
                  </a:lnTo>
                  <a:lnTo>
                    <a:pt x="304088" y="214172"/>
                  </a:lnTo>
                  <a:lnTo>
                    <a:pt x="306367" y="207108"/>
                  </a:lnTo>
                  <a:lnTo>
                    <a:pt x="308815" y="199700"/>
                  </a:lnTo>
                  <a:lnTo>
                    <a:pt x="311385" y="192067"/>
                  </a:lnTo>
                  <a:lnTo>
                    <a:pt x="322704" y="155980"/>
                  </a:lnTo>
                  <a:lnTo>
                    <a:pt x="340315" y="82509"/>
                  </a:lnTo>
                  <a:lnTo>
                    <a:pt x="348734" y="30661"/>
                  </a:lnTo>
                  <a:lnTo>
                    <a:pt x="351866" y="8198"/>
                  </a:lnTo>
                  <a:lnTo>
                    <a:pt x="350881" y="0"/>
                  </a:lnTo>
                  <a:lnTo>
                    <a:pt x="332547" y="890"/>
                  </a:lnTo>
                  <a:lnTo>
                    <a:pt x="326012" y="75962"/>
                  </a:lnTo>
                  <a:lnTo>
                    <a:pt x="314625" y="116304"/>
                  </a:lnTo>
                  <a:lnTo>
                    <a:pt x="244141" y="147932"/>
                  </a:lnTo>
                  <a:lnTo>
                    <a:pt x="239649" y="148937"/>
                  </a:lnTo>
                  <a:lnTo>
                    <a:pt x="237084" y="149838"/>
                  </a:lnTo>
                  <a:lnTo>
                    <a:pt x="223168" y="151115"/>
                  </a:lnTo>
                  <a:lnTo>
                    <a:pt x="214411" y="150403"/>
                  </a:lnTo>
                  <a:lnTo>
                    <a:pt x="191674" y="148867"/>
                  </a:lnTo>
                  <a:lnTo>
                    <a:pt x="159737" y="147452"/>
                  </a:lnTo>
                  <a:lnTo>
                    <a:pt x="123380" y="147105"/>
                  </a:lnTo>
                  <a:lnTo>
                    <a:pt x="120647" y="147147"/>
                  </a:lnTo>
                  <a:lnTo>
                    <a:pt x="117998" y="147189"/>
                  </a:lnTo>
                  <a:lnTo>
                    <a:pt x="115161" y="147220"/>
                  </a:lnTo>
                  <a:lnTo>
                    <a:pt x="112323" y="147252"/>
                  </a:lnTo>
                  <a:lnTo>
                    <a:pt x="109674" y="147283"/>
                  </a:lnTo>
                  <a:lnTo>
                    <a:pt x="106941" y="147314"/>
                  </a:lnTo>
                  <a:lnTo>
                    <a:pt x="74428" y="149053"/>
                  </a:lnTo>
                  <a:lnTo>
                    <a:pt x="49531" y="151852"/>
                  </a:lnTo>
                  <a:lnTo>
                    <a:pt x="30298" y="153362"/>
                  </a:lnTo>
                  <a:lnTo>
                    <a:pt x="14776" y="151230"/>
                  </a:lnTo>
                  <a:lnTo>
                    <a:pt x="14556" y="151147"/>
                  </a:lnTo>
                  <a:lnTo>
                    <a:pt x="14316" y="151084"/>
                  </a:lnTo>
                  <a:lnTo>
                    <a:pt x="14106" y="151011"/>
                  </a:lnTo>
                  <a:lnTo>
                    <a:pt x="11761" y="150215"/>
                  </a:lnTo>
                  <a:lnTo>
                    <a:pt x="9876" y="149189"/>
                  </a:lnTo>
                  <a:lnTo>
                    <a:pt x="7876" y="148225"/>
                  </a:lnTo>
                  <a:lnTo>
                    <a:pt x="5625" y="147042"/>
                  </a:lnTo>
                  <a:lnTo>
                    <a:pt x="1279" y="144309"/>
                  </a:lnTo>
                  <a:lnTo>
                    <a:pt x="0" y="149588"/>
                  </a:lnTo>
                  <a:lnTo>
                    <a:pt x="880" y="165989"/>
                  </a:lnTo>
                  <a:lnTo>
                    <a:pt x="4405" y="189183"/>
                  </a:lnTo>
                  <a:lnTo>
                    <a:pt x="11153" y="214904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6922019" y="7797743"/>
              <a:ext cx="6350" cy="163830"/>
            </a:xfrm>
            <a:custGeom>
              <a:avLst/>
              <a:gdLst/>
              <a:ahLst/>
              <a:cxnLst/>
              <a:rect l="l" t="t" r="r" b="b"/>
              <a:pathLst>
                <a:path w="6350" h="163829">
                  <a:moveTo>
                    <a:pt x="5738" y="0"/>
                  </a:moveTo>
                  <a:lnTo>
                    <a:pt x="0" y="163618"/>
                  </a:lnTo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6900274" y="7796963"/>
              <a:ext cx="49530" cy="165735"/>
            </a:xfrm>
            <a:custGeom>
              <a:avLst/>
              <a:gdLst/>
              <a:ahLst/>
              <a:cxnLst/>
              <a:rect l="l" t="t" r="r" b="b"/>
              <a:pathLst>
                <a:path w="49530" h="165734">
                  <a:moveTo>
                    <a:pt x="5727" y="0"/>
                  </a:moveTo>
                  <a:lnTo>
                    <a:pt x="0" y="163618"/>
                  </a:lnTo>
                  <a:lnTo>
                    <a:pt x="43496" y="165188"/>
                  </a:lnTo>
                  <a:lnTo>
                    <a:pt x="49234" y="1560"/>
                  </a:lnTo>
                  <a:lnTo>
                    <a:pt x="5727" y="0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7036314" y="7804329"/>
              <a:ext cx="66473" cy="166649"/>
            </a:xfrm>
            <a:prstGeom prst="rect">
              <a:avLst/>
            </a:prstGeom>
          </p:spPr>
        </p:pic>
      </p:grpSp>
      <p:grpSp>
        <p:nvGrpSpPr>
          <p:cNvPr id="166" name="object 166" descr=""/>
          <p:cNvGrpSpPr/>
          <p:nvPr/>
        </p:nvGrpSpPr>
        <p:grpSpPr>
          <a:xfrm>
            <a:off x="6844008" y="7228991"/>
            <a:ext cx="1242060" cy="1024255"/>
            <a:chOff x="6844008" y="7228991"/>
            <a:chExt cx="1242060" cy="1024255"/>
          </a:xfrm>
        </p:grpSpPr>
        <p:sp>
          <p:nvSpPr>
            <p:cNvPr id="167" name="object 167" descr=""/>
            <p:cNvSpPr/>
            <p:nvPr/>
          </p:nvSpPr>
          <p:spPr>
            <a:xfrm>
              <a:off x="7212205" y="7804381"/>
              <a:ext cx="269875" cy="151130"/>
            </a:xfrm>
            <a:custGeom>
              <a:avLst/>
              <a:gdLst/>
              <a:ahLst/>
              <a:cxnLst/>
              <a:rect l="l" t="t" r="r" b="b"/>
              <a:pathLst>
                <a:path w="269875" h="151129">
                  <a:moveTo>
                    <a:pt x="87201" y="0"/>
                  </a:moveTo>
                  <a:lnTo>
                    <a:pt x="0" y="113054"/>
                  </a:lnTo>
                  <a:lnTo>
                    <a:pt x="46967" y="139868"/>
                  </a:lnTo>
                  <a:lnTo>
                    <a:pt x="77319" y="150795"/>
                  </a:lnTo>
                  <a:lnTo>
                    <a:pt x="141084" y="132142"/>
                  </a:lnTo>
                  <a:lnTo>
                    <a:pt x="178129" y="114417"/>
                  </a:lnTo>
                  <a:lnTo>
                    <a:pt x="212077" y="94468"/>
                  </a:lnTo>
                  <a:lnTo>
                    <a:pt x="265929" y="91232"/>
                  </a:lnTo>
                  <a:lnTo>
                    <a:pt x="269332" y="20282"/>
                  </a:lnTo>
                  <a:lnTo>
                    <a:pt x="8720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8" name="object 168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142033" y="7762271"/>
              <a:ext cx="273407" cy="218216"/>
            </a:xfrm>
            <a:prstGeom prst="rect">
              <a:avLst/>
            </a:prstGeom>
          </p:spPr>
        </p:pic>
        <p:sp>
          <p:nvSpPr>
            <p:cNvPr id="169" name="object 169" descr=""/>
            <p:cNvSpPr/>
            <p:nvPr/>
          </p:nvSpPr>
          <p:spPr>
            <a:xfrm>
              <a:off x="7215130" y="7764707"/>
              <a:ext cx="266065" cy="95885"/>
            </a:xfrm>
            <a:custGeom>
              <a:avLst/>
              <a:gdLst/>
              <a:ahLst/>
              <a:cxnLst/>
              <a:rect l="l" t="t" r="r" b="b"/>
              <a:pathLst>
                <a:path w="266065" h="95884">
                  <a:moveTo>
                    <a:pt x="93677" y="0"/>
                  </a:moveTo>
                  <a:lnTo>
                    <a:pt x="53954" y="14906"/>
                  </a:lnTo>
                  <a:lnTo>
                    <a:pt x="7923" y="50475"/>
                  </a:lnTo>
                  <a:lnTo>
                    <a:pt x="0" y="61885"/>
                  </a:lnTo>
                  <a:lnTo>
                    <a:pt x="10156" y="64419"/>
                  </a:lnTo>
                  <a:lnTo>
                    <a:pt x="31873" y="61465"/>
                  </a:lnTo>
                  <a:lnTo>
                    <a:pt x="57108" y="56459"/>
                  </a:lnTo>
                  <a:lnTo>
                    <a:pt x="77819" y="52838"/>
                  </a:lnTo>
                  <a:lnTo>
                    <a:pt x="115781" y="58476"/>
                  </a:lnTo>
                  <a:lnTo>
                    <a:pt x="178807" y="73209"/>
                  </a:lnTo>
                  <a:lnTo>
                    <a:pt x="237893" y="88389"/>
                  </a:lnTo>
                  <a:lnTo>
                    <a:pt x="264033" y="95371"/>
                  </a:lnTo>
                  <a:lnTo>
                    <a:pt x="266054" y="31425"/>
                  </a:lnTo>
                  <a:lnTo>
                    <a:pt x="211299" y="29559"/>
                  </a:lnTo>
                  <a:lnTo>
                    <a:pt x="168502" y="26075"/>
                  </a:lnTo>
                  <a:lnTo>
                    <a:pt x="145139" y="15761"/>
                  </a:lnTo>
                  <a:lnTo>
                    <a:pt x="120142" y="6339"/>
                  </a:lnTo>
                  <a:lnTo>
                    <a:pt x="9367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518650" y="7421742"/>
              <a:ext cx="567406" cy="487601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460181" y="7760961"/>
              <a:ext cx="103670" cy="160020"/>
            </a:xfrm>
            <a:prstGeom prst="rect">
              <a:avLst/>
            </a:prstGeom>
          </p:spPr>
        </p:pic>
        <p:sp>
          <p:nvSpPr>
            <p:cNvPr id="172" name="object 172" descr=""/>
            <p:cNvSpPr/>
            <p:nvPr/>
          </p:nvSpPr>
          <p:spPr>
            <a:xfrm>
              <a:off x="7283210" y="7511482"/>
              <a:ext cx="80645" cy="50165"/>
            </a:xfrm>
            <a:custGeom>
              <a:avLst/>
              <a:gdLst/>
              <a:ahLst/>
              <a:cxnLst/>
              <a:rect l="l" t="t" r="r" b="b"/>
              <a:pathLst>
                <a:path w="80645" h="50165">
                  <a:moveTo>
                    <a:pt x="27243" y="0"/>
                  </a:moveTo>
                  <a:lnTo>
                    <a:pt x="15892" y="4073"/>
                  </a:lnTo>
                  <a:lnTo>
                    <a:pt x="0" y="15032"/>
                  </a:lnTo>
                  <a:lnTo>
                    <a:pt x="78301" y="49743"/>
                  </a:lnTo>
                  <a:lnTo>
                    <a:pt x="79576" y="45845"/>
                  </a:lnTo>
                  <a:lnTo>
                    <a:pt x="80019" y="36120"/>
                  </a:lnTo>
                  <a:lnTo>
                    <a:pt x="74559" y="23521"/>
                  </a:lnTo>
                  <a:lnTo>
                    <a:pt x="58123" y="11000"/>
                  </a:lnTo>
                  <a:lnTo>
                    <a:pt x="39504" y="2435"/>
                  </a:lnTo>
                  <a:lnTo>
                    <a:pt x="27243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6924033" y="7495758"/>
              <a:ext cx="504190" cy="311785"/>
            </a:xfrm>
            <a:custGeom>
              <a:avLst/>
              <a:gdLst/>
              <a:ahLst/>
              <a:cxnLst/>
              <a:rect l="l" t="t" r="r" b="b"/>
              <a:pathLst>
                <a:path w="504190" h="311784">
                  <a:moveTo>
                    <a:pt x="294650" y="0"/>
                  </a:moveTo>
                  <a:lnTo>
                    <a:pt x="0" y="233301"/>
                  </a:lnTo>
                  <a:lnTo>
                    <a:pt x="241374" y="311603"/>
                  </a:lnTo>
                  <a:lnTo>
                    <a:pt x="503722" y="89609"/>
                  </a:lnTo>
                  <a:lnTo>
                    <a:pt x="29465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4" name="object 174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142039" y="7636179"/>
              <a:ext cx="124758" cy="179563"/>
            </a:xfrm>
            <a:prstGeom prst="rect">
              <a:avLst/>
            </a:prstGeom>
          </p:spPr>
        </p:pic>
        <p:sp>
          <p:nvSpPr>
            <p:cNvPr id="175" name="object 175" descr=""/>
            <p:cNvSpPr/>
            <p:nvPr/>
          </p:nvSpPr>
          <p:spPr>
            <a:xfrm>
              <a:off x="6844008" y="7228991"/>
              <a:ext cx="195580" cy="1024255"/>
            </a:xfrm>
            <a:custGeom>
              <a:avLst/>
              <a:gdLst/>
              <a:ahLst/>
              <a:cxnLst/>
              <a:rect l="l" t="t" r="r" b="b"/>
              <a:pathLst>
                <a:path w="195579" h="1024254">
                  <a:moveTo>
                    <a:pt x="0" y="0"/>
                  </a:moveTo>
                  <a:lnTo>
                    <a:pt x="83285" y="1023822"/>
                  </a:lnTo>
                  <a:lnTo>
                    <a:pt x="195439" y="996063"/>
                  </a:lnTo>
                  <a:lnTo>
                    <a:pt x="147691" y="469713"/>
                  </a:lnTo>
                  <a:lnTo>
                    <a:pt x="148489" y="440703"/>
                  </a:lnTo>
                  <a:lnTo>
                    <a:pt x="149911" y="374216"/>
                  </a:lnTo>
                  <a:lnTo>
                    <a:pt x="150501" y="301065"/>
                  </a:lnTo>
                  <a:lnTo>
                    <a:pt x="148801" y="252065"/>
                  </a:lnTo>
                  <a:lnTo>
                    <a:pt x="135094" y="208032"/>
                  </a:lnTo>
                  <a:lnTo>
                    <a:pt x="108268" y="144634"/>
                  </a:lnTo>
                  <a:lnTo>
                    <a:pt x="79778" y="84981"/>
                  </a:lnTo>
                  <a:lnTo>
                    <a:pt x="52624" y="42630"/>
                  </a:lnTo>
                  <a:lnTo>
                    <a:pt x="27812" y="214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6" name="object 176" descr=""/>
          <p:cNvGrpSpPr/>
          <p:nvPr/>
        </p:nvGrpSpPr>
        <p:grpSpPr>
          <a:xfrm>
            <a:off x="6495570" y="7828630"/>
            <a:ext cx="681990" cy="1868805"/>
            <a:chOff x="6495570" y="7828630"/>
            <a:chExt cx="681990" cy="1868805"/>
          </a:xfrm>
        </p:grpSpPr>
        <p:sp>
          <p:nvSpPr>
            <p:cNvPr id="177" name="object 177" descr=""/>
            <p:cNvSpPr/>
            <p:nvPr/>
          </p:nvSpPr>
          <p:spPr>
            <a:xfrm>
              <a:off x="6795328" y="9431344"/>
              <a:ext cx="382270" cy="239395"/>
            </a:xfrm>
            <a:custGeom>
              <a:avLst/>
              <a:gdLst/>
              <a:ahLst/>
              <a:cxnLst/>
              <a:rect l="l" t="t" r="r" b="b"/>
              <a:pathLst>
                <a:path w="382270" h="239395">
                  <a:moveTo>
                    <a:pt x="141495" y="0"/>
                  </a:moveTo>
                  <a:lnTo>
                    <a:pt x="41246" y="7120"/>
                  </a:lnTo>
                  <a:lnTo>
                    <a:pt x="40002" y="17196"/>
                  </a:lnTo>
                  <a:lnTo>
                    <a:pt x="36515" y="42056"/>
                  </a:lnTo>
                  <a:lnTo>
                    <a:pt x="24284" y="103913"/>
                  </a:lnTo>
                  <a:lnTo>
                    <a:pt x="9751" y="139848"/>
                  </a:lnTo>
                  <a:lnTo>
                    <a:pt x="3155" y="156649"/>
                  </a:lnTo>
                  <a:lnTo>
                    <a:pt x="0" y="172453"/>
                  </a:lnTo>
                  <a:lnTo>
                    <a:pt x="1363" y="189093"/>
                  </a:lnTo>
                  <a:lnTo>
                    <a:pt x="19351" y="204165"/>
                  </a:lnTo>
                  <a:lnTo>
                    <a:pt x="57821" y="214693"/>
                  </a:lnTo>
                  <a:lnTo>
                    <a:pt x="105783" y="221937"/>
                  </a:lnTo>
                  <a:lnTo>
                    <a:pt x="152248" y="227155"/>
                  </a:lnTo>
                  <a:lnTo>
                    <a:pt x="196838" y="231703"/>
                  </a:lnTo>
                  <a:lnTo>
                    <a:pt x="254908" y="236438"/>
                  </a:lnTo>
                  <a:lnTo>
                    <a:pt x="313633" y="239081"/>
                  </a:lnTo>
                  <a:lnTo>
                    <a:pt x="360189" y="237350"/>
                  </a:lnTo>
                  <a:lnTo>
                    <a:pt x="381749" y="228966"/>
                  </a:lnTo>
                  <a:lnTo>
                    <a:pt x="380723" y="210413"/>
                  </a:lnTo>
                  <a:lnTo>
                    <a:pt x="364246" y="194013"/>
                  </a:lnTo>
                  <a:lnTo>
                    <a:pt x="335571" y="178294"/>
                  </a:lnTo>
                  <a:lnTo>
                    <a:pt x="293019" y="159607"/>
                  </a:lnTo>
                  <a:lnTo>
                    <a:pt x="287825" y="157555"/>
                  </a:lnTo>
                  <a:lnTo>
                    <a:pt x="282632" y="155262"/>
                  </a:lnTo>
                  <a:lnTo>
                    <a:pt x="237712" y="132774"/>
                  </a:lnTo>
                  <a:lnTo>
                    <a:pt x="198963" y="108123"/>
                  </a:lnTo>
                  <a:lnTo>
                    <a:pt x="153264" y="67778"/>
                  </a:lnTo>
                  <a:lnTo>
                    <a:pt x="141107" y="28311"/>
                  </a:lnTo>
                  <a:lnTo>
                    <a:pt x="141495" y="0"/>
                  </a:lnTo>
                  <a:close/>
                </a:path>
              </a:pathLst>
            </a:custGeom>
            <a:solidFill>
              <a:srgbClr val="9964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6795328" y="9535257"/>
              <a:ext cx="382270" cy="135255"/>
            </a:xfrm>
            <a:custGeom>
              <a:avLst/>
              <a:gdLst/>
              <a:ahLst/>
              <a:cxnLst/>
              <a:rect l="l" t="t" r="r" b="b"/>
              <a:pathLst>
                <a:path w="382270" h="135254">
                  <a:moveTo>
                    <a:pt x="24284" y="0"/>
                  </a:moveTo>
                  <a:lnTo>
                    <a:pt x="22504" y="6397"/>
                  </a:lnTo>
                  <a:lnTo>
                    <a:pt x="20608" y="11957"/>
                  </a:lnTo>
                  <a:lnTo>
                    <a:pt x="9751" y="35935"/>
                  </a:lnTo>
                  <a:lnTo>
                    <a:pt x="3155" y="52736"/>
                  </a:lnTo>
                  <a:lnTo>
                    <a:pt x="0" y="68540"/>
                  </a:lnTo>
                  <a:lnTo>
                    <a:pt x="1363" y="85180"/>
                  </a:lnTo>
                  <a:lnTo>
                    <a:pt x="19351" y="100252"/>
                  </a:lnTo>
                  <a:lnTo>
                    <a:pt x="57821" y="110780"/>
                  </a:lnTo>
                  <a:lnTo>
                    <a:pt x="105783" y="118024"/>
                  </a:lnTo>
                  <a:lnTo>
                    <a:pt x="152248" y="123242"/>
                  </a:lnTo>
                  <a:lnTo>
                    <a:pt x="196838" y="127790"/>
                  </a:lnTo>
                  <a:lnTo>
                    <a:pt x="254908" y="132525"/>
                  </a:lnTo>
                  <a:lnTo>
                    <a:pt x="313633" y="135168"/>
                  </a:lnTo>
                  <a:lnTo>
                    <a:pt x="360189" y="133437"/>
                  </a:lnTo>
                  <a:lnTo>
                    <a:pt x="381749" y="125053"/>
                  </a:lnTo>
                  <a:lnTo>
                    <a:pt x="380723" y="106500"/>
                  </a:lnTo>
                  <a:lnTo>
                    <a:pt x="364246" y="90100"/>
                  </a:lnTo>
                  <a:lnTo>
                    <a:pt x="335571" y="74381"/>
                  </a:lnTo>
                  <a:lnTo>
                    <a:pt x="297951" y="57872"/>
                  </a:lnTo>
                  <a:lnTo>
                    <a:pt x="296558" y="62710"/>
                  </a:lnTo>
                  <a:lnTo>
                    <a:pt x="291752" y="66689"/>
                  </a:lnTo>
                  <a:lnTo>
                    <a:pt x="232620" y="59355"/>
                  </a:lnTo>
                  <a:lnTo>
                    <a:pt x="181542" y="51317"/>
                  </a:lnTo>
                  <a:lnTo>
                    <a:pt x="130725" y="41874"/>
                  </a:lnTo>
                  <a:lnTo>
                    <a:pt x="80230" y="31046"/>
                  </a:lnTo>
                  <a:lnTo>
                    <a:pt x="39215" y="15947"/>
                  </a:lnTo>
                  <a:lnTo>
                    <a:pt x="25928" y="3015"/>
                  </a:lnTo>
                  <a:lnTo>
                    <a:pt x="2428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6520502" y="9438841"/>
              <a:ext cx="412750" cy="258445"/>
            </a:xfrm>
            <a:custGeom>
              <a:avLst/>
              <a:gdLst/>
              <a:ahLst/>
              <a:cxnLst/>
              <a:rect l="l" t="t" r="r" b="b"/>
              <a:pathLst>
                <a:path w="412750" h="258445">
                  <a:moveTo>
                    <a:pt x="152795" y="0"/>
                  </a:moveTo>
                  <a:lnTo>
                    <a:pt x="44536" y="7696"/>
                  </a:lnTo>
                  <a:lnTo>
                    <a:pt x="43193" y="18576"/>
                  </a:lnTo>
                  <a:lnTo>
                    <a:pt x="39426" y="45418"/>
                  </a:lnTo>
                  <a:lnTo>
                    <a:pt x="26212" y="112206"/>
                  </a:lnTo>
                  <a:lnTo>
                    <a:pt x="10527" y="151016"/>
                  </a:lnTo>
                  <a:lnTo>
                    <a:pt x="3404" y="169157"/>
                  </a:lnTo>
                  <a:lnTo>
                    <a:pt x="0" y="186222"/>
                  </a:lnTo>
                  <a:lnTo>
                    <a:pt x="1480" y="204192"/>
                  </a:lnTo>
                  <a:lnTo>
                    <a:pt x="20900" y="220466"/>
                  </a:lnTo>
                  <a:lnTo>
                    <a:pt x="62440" y="231837"/>
                  </a:lnTo>
                  <a:lnTo>
                    <a:pt x="114234" y="239660"/>
                  </a:lnTo>
                  <a:lnTo>
                    <a:pt x="164417" y="245290"/>
                  </a:lnTo>
                  <a:lnTo>
                    <a:pt x="212564" y="250201"/>
                  </a:lnTo>
                  <a:lnTo>
                    <a:pt x="275269" y="255315"/>
                  </a:lnTo>
                  <a:lnTo>
                    <a:pt x="338683" y="258168"/>
                  </a:lnTo>
                  <a:lnTo>
                    <a:pt x="388954" y="256300"/>
                  </a:lnTo>
                  <a:lnTo>
                    <a:pt x="412232" y="247249"/>
                  </a:lnTo>
                  <a:lnTo>
                    <a:pt x="411129" y="227217"/>
                  </a:lnTo>
                  <a:lnTo>
                    <a:pt x="393338" y="209509"/>
                  </a:lnTo>
                  <a:lnTo>
                    <a:pt x="362372" y="192535"/>
                  </a:lnTo>
                  <a:lnTo>
                    <a:pt x="316413" y="172350"/>
                  </a:lnTo>
                  <a:lnTo>
                    <a:pt x="310811" y="170141"/>
                  </a:lnTo>
                  <a:lnTo>
                    <a:pt x="305198" y="167659"/>
                  </a:lnTo>
                  <a:lnTo>
                    <a:pt x="256695" y="143378"/>
                  </a:lnTo>
                  <a:lnTo>
                    <a:pt x="214852" y="116758"/>
                  </a:lnTo>
                  <a:lnTo>
                    <a:pt x="183259" y="91972"/>
                  </a:lnTo>
                  <a:lnTo>
                    <a:pt x="157539" y="60303"/>
                  </a:lnTo>
                  <a:lnTo>
                    <a:pt x="152375" y="30569"/>
                  </a:lnTo>
                  <a:lnTo>
                    <a:pt x="152795" y="0"/>
                  </a:lnTo>
                  <a:close/>
                </a:path>
              </a:pathLst>
            </a:custGeom>
            <a:solidFill>
              <a:srgbClr val="9964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6520502" y="9551047"/>
              <a:ext cx="412750" cy="146050"/>
            </a:xfrm>
            <a:custGeom>
              <a:avLst/>
              <a:gdLst/>
              <a:ahLst/>
              <a:cxnLst/>
              <a:rect l="l" t="t" r="r" b="b"/>
              <a:pathLst>
                <a:path w="412750" h="146050">
                  <a:moveTo>
                    <a:pt x="26212" y="0"/>
                  </a:moveTo>
                  <a:lnTo>
                    <a:pt x="24306" y="6910"/>
                  </a:lnTo>
                  <a:lnTo>
                    <a:pt x="22254" y="12921"/>
                  </a:lnTo>
                  <a:lnTo>
                    <a:pt x="10527" y="38810"/>
                  </a:lnTo>
                  <a:lnTo>
                    <a:pt x="3404" y="56951"/>
                  </a:lnTo>
                  <a:lnTo>
                    <a:pt x="0" y="74016"/>
                  </a:lnTo>
                  <a:lnTo>
                    <a:pt x="1480" y="91986"/>
                  </a:lnTo>
                  <a:lnTo>
                    <a:pt x="20900" y="108260"/>
                  </a:lnTo>
                  <a:lnTo>
                    <a:pt x="62440" y="119631"/>
                  </a:lnTo>
                  <a:lnTo>
                    <a:pt x="114234" y="127454"/>
                  </a:lnTo>
                  <a:lnTo>
                    <a:pt x="164417" y="133084"/>
                  </a:lnTo>
                  <a:lnTo>
                    <a:pt x="212564" y="137995"/>
                  </a:lnTo>
                  <a:lnTo>
                    <a:pt x="275269" y="143109"/>
                  </a:lnTo>
                  <a:lnTo>
                    <a:pt x="338683" y="145962"/>
                  </a:lnTo>
                  <a:lnTo>
                    <a:pt x="388954" y="144094"/>
                  </a:lnTo>
                  <a:lnTo>
                    <a:pt x="412232" y="135043"/>
                  </a:lnTo>
                  <a:lnTo>
                    <a:pt x="411129" y="115011"/>
                  </a:lnTo>
                  <a:lnTo>
                    <a:pt x="393338" y="97303"/>
                  </a:lnTo>
                  <a:lnTo>
                    <a:pt x="362372" y="80329"/>
                  </a:lnTo>
                  <a:lnTo>
                    <a:pt x="321742" y="62500"/>
                  </a:lnTo>
                  <a:lnTo>
                    <a:pt x="320235" y="67715"/>
                  </a:lnTo>
                  <a:lnTo>
                    <a:pt x="315041" y="72018"/>
                  </a:lnTo>
                  <a:lnTo>
                    <a:pt x="251197" y="64103"/>
                  </a:lnTo>
                  <a:lnTo>
                    <a:pt x="196038" y="55421"/>
                  </a:lnTo>
                  <a:lnTo>
                    <a:pt x="141160" y="45220"/>
                  </a:lnTo>
                  <a:lnTo>
                    <a:pt x="86629" y="33527"/>
                  </a:lnTo>
                  <a:lnTo>
                    <a:pt x="42348" y="17224"/>
                  </a:lnTo>
                  <a:lnTo>
                    <a:pt x="27992" y="3266"/>
                  </a:lnTo>
                  <a:lnTo>
                    <a:pt x="26212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1" name="object 181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6495570" y="7828630"/>
              <a:ext cx="519137" cy="1630128"/>
            </a:xfrm>
            <a:prstGeom prst="rect">
              <a:avLst/>
            </a:prstGeom>
          </p:spPr>
        </p:pic>
      </p:grpSp>
      <p:grpSp>
        <p:nvGrpSpPr>
          <p:cNvPr id="182" name="object 182" descr=""/>
          <p:cNvGrpSpPr/>
          <p:nvPr/>
        </p:nvGrpSpPr>
        <p:grpSpPr>
          <a:xfrm>
            <a:off x="6449174" y="6753422"/>
            <a:ext cx="760730" cy="2705735"/>
            <a:chOff x="6449174" y="6753422"/>
            <a:chExt cx="760730" cy="2705735"/>
          </a:xfrm>
        </p:grpSpPr>
        <p:sp>
          <p:nvSpPr>
            <p:cNvPr id="183" name="object 183" descr=""/>
            <p:cNvSpPr/>
            <p:nvPr/>
          </p:nvSpPr>
          <p:spPr>
            <a:xfrm>
              <a:off x="6721875" y="6795762"/>
              <a:ext cx="291465" cy="508000"/>
            </a:xfrm>
            <a:custGeom>
              <a:avLst/>
              <a:gdLst/>
              <a:ahLst/>
              <a:cxnLst/>
              <a:rect l="l" t="t" r="r" b="b"/>
              <a:pathLst>
                <a:path w="291465" h="508000">
                  <a:moveTo>
                    <a:pt x="167670" y="0"/>
                  </a:moveTo>
                  <a:lnTo>
                    <a:pt x="136165" y="40286"/>
                  </a:lnTo>
                  <a:lnTo>
                    <a:pt x="107580" y="82433"/>
                  </a:lnTo>
                  <a:lnTo>
                    <a:pt x="82049" y="126273"/>
                  </a:lnTo>
                  <a:lnTo>
                    <a:pt x="59703" y="171641"/>
                  </a:lnTo>
                  <a:lnTo>
                    <a:pt x="40678" y="218370"/>
                  </a:lnTo>
                  <a:lnTo>
                    <a:pt x="25104" y="266292"/>
                  </a:lnTo>
                  <a:lnTo>
                    <a:pt x="13117" y="315241"/>
                  </a:lnTo>
                  <a:lnTo>
                    <a:pt x="4848" y="365050"/>
                  </a:lnTo>
                  <a:lnTo>
                    <a:pt x="431" y="415553"/>
                  </a:lnTo>
                  <a:lnTo>
                    <a:pt x="0" y="466582"/>
                  </a:lnTo>
                  <a:lnTo>
                    <a:pt x="48070" y="475382"/>
                  </a:lnTo>
                  <a:lnTo>
                    <a:pt x="96443" y="483825"/>
                  </a:lnTo>
                  <a:lnTo>
                    <a:pt x="193365" y="499984"/>
                  </a:lnTo>
                  <a:lnTo>
                    <a:pt x="203291" y="485470"/>
                  </a:lnTo>
                  <a:lnTo>
                    <a:pt x="211896" y="470172"/>
                  </a:lnTo>
                  <a:lnTo>
                    <a:pt x="219131" y="454189"/>
                  </a:lnTo>
                  <a:lnTo>
                    <a:pt x="224946" y="437620"/>
                  </a:lnTo>
                  <a:lnTo>
                    <a:pt x="226021" y="454547"/>
                  </a:lnTo>
                  <a:lnTo>
                    <a:pt x="225337" y="471268"/>
                  </a:lnTo>
                  <a:lnTo>
                    <a:pt x="222891" y="487769"/>
                  </a:lnTo>
                  <a:lnTo>
                    <a:pt x="218684" y="504037"/>
                  </a:lnTo>
                  <a:lnTo>
                    <a:pt x="240997" y="507691"/>
                  </a:lnTo>
                  <a:lnTo>
                    <a:pt x="270002" y="472737"/>
                  </a:lnTo>
                  <a:lnTo>
                    <a:pt x="287054" y="430967"/>
                  </a:lnTo>
                  <a:lnTo>
                    <a:pt x="287604" y="415985"/>
                  </a:lnTo>
                  <a:lnTo>
                    <a:pt x="284703" y="401349"/>
                  </a:lnTo>
                  <a:lnTo>
                    <a:pt x="279634" y="389878"/>
                  </a:lnTo>
                  <a:lnTo>
                    <a:pt x="267049" y="368007"/>
                  </a:lnTo>
                  <a:lnTo>
                    <a:pt x="262128" y="356460"/>
                  </a:lnTo>
                  <a:lnTo>
                    <a:pt x="259387" y="338009"/>
                  </a:lnTo>
                  <a:lnTo>
                    <a:pt x="261624" y="319312"/>
                  </a:lnTo>
                  <a:lnTo>
                    <a:pt x="267212" y="300759"/>
                  </a:lnTo>
                  <a:lnTo>
                    <a:pt x="281934" y="264898"/>
                  </a:lnTo>
                  <a:lnTo>
                    <a:pt x="287984" y="246551"/>
                  </a:lnTo>
                  <a:lnTo>
                    <a:pt x="291024" y="227935"/>
                  </a:lnTo>
                  <a:lnTo>
                    <a:pt x="289404" y="209281"/>
                  </a:lnTo>
                  <a:lnTo>
                    <a:pt x="281375" y="189857"/>
                  </a:lnTo>
                  <a:lnTo>
                    <a:pt x="269520" y="172070"/>
                  </a:lnTo>
                  <a:lnTo>
                    <a:pt x="257201" y="154429"/>
                  </a:lnTo>
                  <a:lnTo>
                    <a:pt x="247783" y="135440"/>
                  </a:lnTo>
                  <a:lnTo>
                    <a:pt x="243803" y="115057"/>
                  </a:lnTo>
                  <a:lnTo>
                    <a:pt x="243260" y="94027"/>
                  </a:lnTo>
                  <a:lnTo>
                    <a:pt x="242987" y="72924"/>
                  </a:lnTo>
                  <a:lnTo>
                    <a:pt x="239814" y="52323"/>
                  </a:lnTo>
                  <a:lnTo>
                    <a:pt x="229424" y="30901"/>
                  </a:lnTo>
                  <a:lnTo>
                    <a:pt x="212549" y="14028"/>
                  </a:lnTo>
                  <a:lnTo>
                    <a:pt x="191271" y="3222"/>
                  </a:lnTo>
                  <a:lnTo>
                    <a:pt x="167670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6523091" y="7120504"/>
              <a:ext cx="446405" cy="751205"/>
            </a:xfrm>
            <a:custGeom>
              <a:avLst/>
              <a:gdLst/>
              <a:ahLst/>
              <a:cxnLst/>
              <a:rect l="l" t="t" r="r" b="b"/>
              <a:pathLst>
                <a:path w="446404" h="751204">
                  <a:moveTo>
                    <a:pt x="166144" y="0"/>
                  </a:moveTo>
                  <a:lnTo>
                    <a:pt x="158157" y="983"/>
                  </a:lnTo>
                  <a:lnTo>
                    <a:pt x="151348" y="5308"/>
                  </a:lnTo>
                  <a:lnTo>
                    <a:pt x="146916" y="12524"/>
                  </a:lnTo>
                  <a:lnTo>
                    <a:pt x="138509" y="33976"/>
                  </a:lnTo>
                  <a:lnTo>
                    <a:pt x="125789" y="57375"/>
                  </a:lnTo>
                  <a:lnTo>
                    <a:pt x="108141" y="79217"/>
                  </a:lnTo>
                  <a:lnTo>
                    <a:pt x="84950" y="95998"/>
                  </a:lnTo>
                  <a:lnTo>
                    <a:pt x="53637" y="112367"/>
                  </a:lnTo>
                  <a:lnTo>
                    <a:pt x="34351" y="127020"/>
                  </a:lnTo>
                  <a:lnTo>
                    <a:pt x="19126" y="148231"/>
                  </a:lnTo>
                  <a:lnTo>
                    <a:pt x="0" y="184278"/>
                  </a:lnTo>
                  <a:lnTo>
                    <a:pt x="94939" y="750607"/>
                  </a:lnTo>
                  <a:lnTo>
                    <a:pt x="434740" y="740607"/>
                  </a:lnTo>
                  <a:lnTo>
                    <a:pt x="437029" y="696598"/>
                  </a:lnTo>
                  <a:lnTo>
                    <a:pt x="441816" y="595906"/>
                  </a:lnTo>
                  <a:lnTo>
                    <a:pt x="445978" y="485533"/>
                  </a:lnTo>
                  <a:lnTo>
                    <a:pt x="446394" y="412481"/>
                  </a:lnTo>
                  <a:lnTo>
                    <a:pt x="438613" y="375739"/>
                  </a:lnTo>
                  <a:lnTo>
                    <a:pt x="421716" y="330844"/>
                  </a:lnTo>
                  <a:lnTo>
                    <a:pt x="399382" y="282833"/>
                  </a:lnTo>
                  <a:lnTo>
                    <a:pt x="375291" y="236741"/>
                  </a:lnTo>
                  <a:lnTo>
                    <a:pt x="353120" y="197608"/>
                  </a:lnTo>
                  <a:lnTo>
                    <a:pt x="333682" y="163934"/>
                  </a:lnTo>
                  <a:lnTo>
                    <a:pt x="322562" y="140607"/>
                  </a:lnTo>
                  <a:lnTo>
                    <a:pt x="315582" y="116734"/>
                  </a:lnTo>
                  <a:lnTo>
                    <a:pt x="308566" y="81423"/>
                  </a:lnTo>
                  <a:lnTo>
                    <a:pt x="286266" y="74535"/>
                  </a:lnTo>
                  <a:lnTo>
                    <a:pt x="265082" y="64215"/>
                  </a:lnTo>
                  <a:lnTo>
                    <a:pt x="232638" y="43240"/>
                  </a:lnTo>
                  <a:lnTo>
                    <a:pt x="176560" y="4388"/>
                  </a:lnTo>
                  <a:lnTo>
                    <a:pt x="174109" y="2807"/>
                  </a:lnTo>
                  <a:lnTo>
                    <a:pt x="16614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6810417" y="7203175"/>
              <a:ext cx="50800" cy="92710"/>
            </a:xfrm>
            <a:custGeom>
              <a:avLst/>
              <a:gdLst/>
              <a:ahLst/>
              <a:cxnLst/>
              <a:rect l="l" t="t" r="r" b="b"/>
              <a:pathLst>
                <a:path w="50800" h="92709">
                  <a:moveTo>
                    <a:pt x="20816" y="0"/>
                  </a:moveTo>
                  <a:lnTo>
                    <a:pt x="0" y="92447"/>
                  </a:lnTo>
                  <a:lnTo>
                    <a:pt x="50385" y="87033"/>
                  </a:lnTo>
                  <a:lnTo>
                    <a:pt x="20816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6810417" y="7203175"/>
              <a:ext cx="50800" cy="92710"/>
            </a:xfrm>
            <a:custGeom>
              <a:avLst/>
              <a:gdLst/>
              <a:ahLst/>
              <a:cxnLst/>
              <a:rect l="l" t="t" r="r" b="b"/>
              <a:pathLst>
                <a:path w="50800" h="92709">
                  <a:moveTo>
                    <a:pt x="0" y="92447"/>
                  </a:moveTo>
                  <a:lnTo>
                    <a:pt x="20816" y="0"/>
                  </a:lnTo>
                  <a:lnTo>
                    <a:pt x="50385" y="87033"/>
                  </a:lnTo>
                </a:path>
              </a:pathLst>
            </a:custGeom>
            <a:ln w="5863">
              <a:solidFill>
                <a:srgbClr val="443D5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7" name="object 187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495571" y="7828626"/>
              <a:ext cx="519142" cy="1630128"/>
            </a:xfrm>
            <a:prstGeom prst="rect">
              <a:avLst/>
            </a:prstGeom>
          </p:spPr>
        </p:pic>
        <p:sp>
          <p:nvSpPr>
            <p:cNvPr id="188" name="object 188" descr=""/>
            <p:cNvSpPr/>
            <p:nvPr/>
          </p:nvSpPr>
          <p:spPr>
            <a:xfrm>
              <a:off x="6449162" y="7159034"/>
              <a:ext cx="760730" cy="1105535"/>
            </a:xfrm>
            <a:custGeom>
              <a:avLst/>
              <a:gdLst/>
              <a:ahLst/>
              <a:cxnLst/>
              <a:rect l="l" t="t" r="r" b="b"/>
              <a:pathLst>
                <a:path w="760729" h="1105534">
                  <a:moveTo>
                    <a:pt x="760171" y="604088"/>
                  </a:moveTo>
                  <a:lnTo>
                    <a:pt x="442036" y="509511"/>
                  </a:lnTo>
                  <a:lnTo>
                    <a:pt x="446074" y="440143"/>
                  </a:lnTo>
                  <a:lnTo>
                    <a:pt x="448144" y="345351"/>
                  </a:lnTo>
                  <a:lnTo>
                    <a:pt x="440093" y="296329"/>
                  </a:lnTo>
                  <a:lnTo>
                    <a:pt x="422656" y="244436"/>
                  </a:lnTo>
                  <a:lnTo>
                    <a:pt x="399897" y="194538"/>
                  </a:lnTo>
                  <a:lnTo>
                    <a:pt x="375843" y="151511"/>
                  </a:lnTo>
                  <a:lnTo>
                    <a:pt x="329272" y="88823"/>
                  </a:lnTo>
                  <a:lnTo>
                    <a:pt x="268033" y="39992"/>
                  </a:lnTo>
                  <a:lnTo>
                    <a:pt x="203847" y="0"/>
                  </a:lnTo>
                  <a:lnTo>
                    <a:pt x="190919" y="9448"/>
                  </a:lnTo>
                  <a:lnTo>
                    <a:pt x="158737" y="35534"/>
                  </a:lnTo>
                  <a:lnTo>
                    <a:pt x="117182" y="74955"/>
                  </a:lnTo>
                  <a:lnTo>
                    <a:pt x="77635" y="122580"/>
                  </a:lnTo>
                  <a:lnTo>
                    <a:pt x="76466" y="123012"/>
                  </a:lnTo>
                  <a:lnTo>
                    <a:pt x="51574" y="159499"/>
                  </a:lnTo>
                  <a:lnTo>
                    <a:pt x="59778" y="235331"/>
                  </a:lnTo>
                  <a:lnTo>
                    <a:pt x="61087" y="240296"/>
                  </a:lnTo>
                  <a:lnTo>
                    <a:pt x="61188" y="245783"/>
                  </a:lnTo>
                  <a:lnTo>
                    <a:pt x="66179" y="302831"/>
                  </a:lnTo>
                  <a:lnTo>
                    <a:pt x="74066" y="362572"/>
                  </a:lnTo>
                  <a:lnTo>
                    <a:pt x="83578" y="421640"/>
                  </a:lnTo>
                  <a:lnTo>
                    <a:pt x="93472" y="476681"/>
                  </a:lnTo>
                  <a:lnTo>
                    <a:pt x="109334" y="561276"/>
                  </a:lnTo>
                  <a:lnTo>
                    <a:pt x="112788" y="584098"/>
                  </a:lnTo>
                  <a:lnTo>
                    <a:pt x="114668" y="616077"/>
                  </a:lnTo>
                  <a:lnTo>
                    <a:pt x="112852" y="654989"/>
                  </a:lnTo>
                  <a:lnTo>
                    <a:pt x="104228" y="703224"/>
                  </a:lnTo>
                  <a:lnTo>
                    <a:pt x="85636" y="763193"/>
                  </a:lnTo>
                  <a:lnTo>
                    <a:pt x="53936" y="837285"/>
                  </a:lnTo>
                  <a:lnTo>
                    <a:pt x="16484" y="918298"/>
                  </a:lnTo>
                  <a:lnTo>
                    <a:pt x="0" y="973239"/>
                  </a:lnTo>
                  <a:lnTo>
                    <a:pt x="914" y="1027239"/>
                  </a:lnTo>
                  <a:lnTo>
                    <a:pt x="15621" y="1105446"/>
                  </a:lnTo>
                  <a:lnTo>
                    <a:pt x="441477" y="1097127"/>
                  </a:lnTo>
                  <a:lnTo>
                    <a:pt x="425932" y="745109"/>
                  </a:lnTo>
                  <a:lnTo>
                    <a:pt x="426694" y="735037"/>
                  </a:lnTo>
                  <a:lnTo>
                    <a:pt x="516763" y="746340"/>
                  </a:lnTo>
                  <a:lnTo>
                    <a:pt x="743521" y="763993"/>
                  </a:lnTo>
                  <a:lnTo>
                    <a:pt x="760171" y="604088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6677476" y="7039013"/>
              <a:ext cx="199390" cy="321945"/>
            </a:xfrm>
            <a:custGeom>
              <a:avLst/>
              <a:gdLst/>
              <a:ahLst/>
              <a:cxnLst/>
              <a:rect l="l" t="t" r="r" b="b"/>
              <a:pathLst>
                <a:path w="199390" h="321945">
                  <a:moveTo>
                    <a:pt x="35381" y="0"/>
                  </a:moveTo>
                  <a:lnTo>
                    <a:pt x="0" y="203690"/>
                  </a:lnTo>
                  <a:lnTo>
                    <a:pt x="16335" y="216189"/>
                  </a:lnTo>
                  <a:lnTo>
                    <a:pt x="31307" y="227930"/>
                  </a:lnTo>
                  <a:lnTo>
                    <a:pt x="67676" y="252876"/>
                  </a:lnTo>
                  <a:lnTo>
                    <a:pt x="124513" y="288356"/>
                  </a:lnTo>
                  <a:lnTo>
                    <a:pt x="176706" y="317127"/>
                  </a:lnTo>
                  <a:lnTo>
                    <a:pt x="199145" y="321948"/>
                  </a:lnTo>
                  <a:lnTo>
                    <a:pt x="192689" y="302364"/>
                  </a:lnTo>
                  <a:lnTo>
                    <a:pt x="178955" y="273621"/>
                  </a:lnTo>
                  <a:lnTo>
                    <a:pt x="164109" y="244377"/>
                  </a:lnTo>
                  <a:lnTo>
                    <a:pt x="154319" y="223291"/>
                  </a:lnTo>
                  <a:lnTo>
                    <a:pt x="149713" y="207763"/>
                  </a:lnTo>
                  <a:lnTo>
                    <a:pt x="147783" y="193088"/>
                  </a:lnTo>
                  <a:lnTo>
                    <a:pt x="148315" y="178357"/>
                  </a:lnTo>
                  <a:lnTo>
                    <a:pt x="151094" y="162665"/>
                  </a:lnTo>
                  <a:lnTo>
                    <a:pt x="152696" y="155356"/>
                  </a:lnTo>
                  <a:lnTo>
                    <a:pt x="156319" y="141105"/>
                  </a:lnTo>
                  <a:lnTo>
                    <a:pt x="162455" y="120317"/>
                  </a:lnTo>
                  <a:lnTo>
                    <a:pt x="165278" y="107596"/>
                  </a:lnTo>
                  <a:lnTo>
                    <a:pt x="164759" y="100604"/>
                  </a:lnTo>
                  <a:lnTo>
                    <a:pt x="35381" y="0"/>
                  </a:lnTo>
                  <a:close/>
                </a:path>
              </a:pathLst>
            </a:custGeom>
            <a:solidFill>
              <a:srgbClr val="9964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0" name="object 190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6734023" y="7086049"/>
              <a:ext cx="108725" cy="115629"/>
            </a:xfrm>
            <a:prstGeom prst="rect">
              <a:avLst/>
            </a:prstGeom>
          </p:spPr>
        </p:pic>
        <p:sp>
          <p:nvSpPr>
            <p:cNvPr id="191" name="object 191" descr=""/>
            <p:cNvSpPr/>
            <p:nvPr/>
          </p:nvSpPr>
          <p:spPr>
            <a:xfrm>
              <a:off x="6700438" y="6804021"/>
              <a:ext cx="278130" cy="351155"/>
            </a:xfrm>
            <a:custGeom>
              <a:avLst/>
              <a:gdLst/>
              <a:ahLst/>
              <a:cxnLst/>
              <a:rect l="l" t="t" r="r" b="b"/>
              <a:pathLst>
                <a:path w="278129" h="351154">
                  <a:moveTo>
                    <a:pt x="138782" y="0"/>
                  </a:moveTo>
                  <a:lnTo>
                    <a:pt x="99875" y="4231"/>
                  </a:lnTo>
                  <a:lnTo>
                    <a:pt x="64059" y="20677"/>
                  </a:lnTo>
                  <a:lnTo>
                    <a:pt x="34231" y="46715"/>
                  </a:lnTo>
                  <a:lnTo>
                    <a:pt x="13288" y="79725"/>
                  </a:lnTo>
                  <a:lnTo>
                    <a:pt x="2206" y="118586"/>
                  </a:lnTo>
                  <a:lnTo>
                    <a:pt x="0" y="159479"/>
                  </a:lnTo>
                  <a:lnTo>
                    <a:pt x="4552" y="200541"/>
                  </a:lnTo>
                  <a:lnTo>
                    <a:pt x="13749" y="239908"/>
                  </a:lnTo>
                  <a:lnTo>
                    <a:pt x="31695" y="284090"/>
                  </a:lnTo>
                  <a:lnTo>
                    <a:pt x="65685" y="316775"/>
                  </a:lnTo>
                  <a:lnTo>
                    <a:pt x="105466" y="334704"/>
                  </a:lnTo>
                  <a:lnTo>
                    <a:pt x="159540" y="348541"/>
                  </a:lnTo>
                  <a:lnTo>
                    <a:pt x="194196" y="351107"/>
                  </a:lnTo>
                  <a:lnTo>
                    <a:pt x="224779" y="343465"/>
                  </a:lnTo>
                  <a:lnTo>
                    <a:pt x="236054" y="324665"/>
                  </a:lnTo>
                  <a:lnTo>
                    <a:pt x="244451" y="292556"/>
                  </a:lnTo>
                  <a:lnTo>
                    <a:pt x="250003" y="260887"/>
                  </a:lnTo>
                  <a:lnTo>
                    <a:pt x="252737" y="243406"/>
                  </a:lnTo>
                  <a:lnTo>
                    <a:pt x="256922" y="235497"/>
                  </a:lnTo>
                  <a:lnTo>
                    <a:pt x="264649" y="224702"/>
                  </a:lnTo>
                  <a:lnTo>
                    <a:pt x="272652" y="213008"/>
                  </a:lnTo>
                  <a:lnTo>
                    <a:pt x="277668" y="202402"/>
                  </a:lnTo>
                  <a:lnTo>
                    <a:pt x="274851" y="192361"/>
                  </a:lnTo>
                  <a:lnTo>
                    <a:pt x="264683" y="181669"/>
                  </a:lnTo>
                  <a:lnTo>
                    <a:pt x="251889" y="171268"/>
                  </a:lnTo>
                  <a:lnTo>
                    <a:pt x="241198" y="162099"/>
                  </a:lnTo>
                  <a:lnTo>
                    <a:pt x="234863" y="150811"/>
                  </a:lnTo>
                  <a:lnTo>
                    <a:pt x="231940" y="136235"/>
                  </a:lnTo>
                  <a:lnTo>
                    <a:pt x="229994" y="107975"/>
                  </a:lnTo>
                  <a:lnTo>
                    <a:pt x="227109" y="87118"/>
                  </a:lnTo>
                  <a:lnTo>
                    <a:pt x="214589" y="46519"/>
                  </a:lnTo>
                  <a:lnTo>
                    <a:pt x="186644" y="15475"/>
                  </a:lnTo>
                  <a:lnTo>
                    <a:pt x="151354" y="1618"/>
                  </a:lnTo>
                  <a:lnTo>
                    <a:pt x="138782" y="0"/>
                  </a:lnTo>
                  <a:close/>
                </a:path>
              </a:pathLst>
            </a:custGeom>
            <a:solidFill>
              <a:srgbClr val="9964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6449638" y="6753422"/>
              <a:ext cx="456565" cy="619760"/>
            </a:xfrm>
            <a:custGeom>
              <a:avLst/>
              <a:gdLst/>
              <a:ahLst/>
              <a:cxnLst/>
              <a:rect l="l" t="t" r="r" b="b"/>
              <a:pathLst>
                <a:path w="456565" h="619759">
                  <a:moveTo>
                    <a:pt x="325907" y="0"/>
                  </a:moveTo>
                  <a:lnTo>
                    <a:pt x="265861" y="4300"/>
                  </a:lnTo>
                  <a:lnTo>
                    <a:pt x="210044" y="25822"/>
                  </a:lnTo>
                  <a:lnTo>
                    <a:pt x="167507" y="66620"/>
                  </a:lnTo>
                  <a:lnTo>
                    <a:pt x="149413" y="123074"/>
                  </a:lnTo>
                  <a:lnTo>
                    <a:pt x="146304" y="153967"/>
                  </a:lnTo>
                  <a:lnTo>
                    <a:pt x="140211" y="183247"/>
                  </a:lnTo>
                  <a:lnTo>
                    <a:pt x="125530" y="208539"/>
                  </a:lnTo>
                  <a:lnTo>
                    <a:pt x="115441" y="217532"/>
                  </a:lnTo>
                  <a:lnTo>
                    <a:pt x="104146" y="225194"/>
                  </a:lnTo>
                  <a:lnTo>
                    <a:pt x="92485" y="232488"/>
                  </a:lnTo>
                  <a:lnTo>
                    <a:pt x="81301" y="240381"/>
                  </a:lnTo>
                  <a:lnTo>
                    <a:pt x="64416" y="258513"/>
                  </a:lnTo>
                  <a:lnTo>
                    <a:pt x="53308" y="280436"/>
                  </a:lnTo>
                  <a:lnTo>
                    <a:pt x="48563" y="304414"/>
                  </a:lnTo>
                  <a:lnTo>
                    <a:pt x="50768" y="328713"/>
                  </a:lnTo>
                  <a:lnTo>
                    <a:pt x="56043" y="345664"/>
                  </a:lnTo>
                  <a:lnTo>
                    <a:pt x="61577" y="362653"/>
                  </a:lnTo>
                  <a:lnTo>
                    <a:pt x="64251" y="379373"/>
                  </a:lnTo>
                  <a:lnTo>
                    <a:pt x="60945" y="395517"/>
                  </a:lnTo>
                  <a:lnTo>
                    <a:pt x="56148" y="403273"/>
                  </a:lnTo>
                  <a:lnTo>
                    <a:pt x="49870" y="410029"/>
                  </a:lnTo>
                  <a:lnTo>
                    <a:pt x="35763" y="422396"/>
                  </a:lnTo>
                  <a:lnTo>
                    <a:pt x="14169" y="449618"/>
                  </a:lnTo>
                  <a:lnTo>
                    <a:pt x="1984" y="481746"/>
                  </a:lnTo>
                  <a:lnTo>
                    <a:pt x="0" y="515808"/>
                  </a:lnTo>
                  <a:lnTo>
                    <a:pt x="9010" y="548832"/>
                  </a:lnTo>
                  <a:lnTo>
                    <a:pt x="60024" y="557052"/>
                  </a:lnTo>
                  <a:lnTo>
                    <a:pt x="62307" y="532619"/>
                  </a:lnTo>
                  <a:lnTo>
                    <a:pt x="68995" y="508982"/>
                  </a:lnTo>
                  <a:lnTo>
                    <a:pt x="79840" y="486936"/>
                  </a:lnTo>
                  <a:lnTo>
                    <a:pt x="94599" y="467274"/>
                  </a:lnTo>
                  <a:lnTo>
                    <a:pt x="89762" y="491185"/>
                  </a:lnTo>
                  <a:lnTo>
                    <a:pt x="87871" y="514999"/>
                  </a:lnTo>
                  <a:lnTo>
                    <a:pt x="88791" y="538764"/>
                  </a:lnTo>
                  <a:lnTo>
                    <a:pt x="92389" y="562528"/>
                  </a:lnTo>
                  <a:lnTo>
                    <a:pt x="143322" y="571715"/>
                  </a:lnTo>
                  <a:lnTo>
                    <a:pt x="346117" y="610216"/>
                  </a:lnTo>
                  <a:lnTo>
                    <a:pt x="398359" y="619678"/>
                  </a:lnTo>
                  <a:lnTo>
                    <a:pt x="421955" y="586403"/>
                  </a:lnTo>
                  <a:lnTo>
                    <a:pt x="431761" y="547261"/>
                  </a:lnTo>
                  <a:lnTo>
                    <a:pt x="430963" y="527037"/>
                  </a:lnTo>
                  <a:lnTo>
                    <a:pt x="418216" y="488639"/>
                  </a:lnTo>
                  <a:lnTo>
                    <a:pt x="391370" y="455624"/>
                  </a:lnTo>
                  <a:lnTo>
                    <a:pt x="375716" y="440452"/>
                  </a:lnTo>
                  <a:lnTo>
                    <a:pt x="362410" y="424178"/>
                  </a:lnTo>
                  <a:lnTo>
                    <a:pt x="354120" y="404784"/>
                  </a:lnTo>
                  <a:lnTo>
                    <a:pt x="353408" y="394169"/>
                  </a:lnTo>
                  <a:lnTo>
                    <a:pt x="355655" y="383676"/>
                  </a:lnTo>
                  <a:lnTo>
                    <a:pt x="360102" y="373625"/>
                  </a:lnTo>
                  <a:lnTo>
                    <a:pt x="365994" y="364335"/>
                  </a:lnTo>
                  <a:lnTo>
                    <a:pt x="372750" y="355637"/>
                  </a:lnTo>
                  <a:lnTo>
                    <a:pt x="379712" y="347110"/>
                  </a:lnTo>
                  <a:lnTo>
                    <a:pt x="386306" y="338387"/>
                  </a:lnTo>
                  <a:lnTo>
                    <a:pt x="391961" y="329100"/>
                  </a:lnTo>
                  <a:lnTo>
                    <a:pt x="399286" y="307018"/>
                  </a:lnTo>
                  <a:lnTo>
                    <a:pt x="399270" y="284055"/>
                  </a:lnTo>
                  <a:lnTo>
                    <a:pt x="391817" y="262607"/>
                  </a:lnTo>
                  <a:lnTo>
                    <a:pt x="376831" y="245072"/>
                  </a:lnTo>
                  <a:lnTo>
                    <a:pt x="415571" y="208394"/>
                  </a:lnTo>
                  <a:lnTo>
                    <a:pt x="442534" y="162824"/>
                  </a:lnTo>
                  <a:lnTo>
                    <a:pt x="456216" y="111994"/>
                  </a:lnTo>
                  <a:lnTo>
                    <a:pt x="455111" y="59538"/>
                  </a:lnTo>
                  <a:lnTo>
                    <a:pt x="442447" y="35107"/>
                  </a:lnTo>
                  <a:lnTo>
                    <a:pt x="418073" y="18505"/>
                  </a:lnTo>
                  <a:lnTo>
                    <a:pt x="387460" y="8166"/>
                  </a:lnTo>
                  <a:lnTo>
                    <a:pt x="356078" y="2524"/>
                  </a:lnTo>
                  <a:lnTo>
                    <a:pt x="325907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3" name="object 193" descr=""/>
          <p:cNvGrpSpPr/>
          <p:nvPr/>
        </p:nvGrpSpPr>
        <p:grpSpPr>
          <a:xfrm>
            <a:off x="7742173" y="9343585"/>
            <a:ext cx="276225" cy="330835"/>
            <a:chOff x="7742173" y="9343585"/>
            <a:chExt cx="276225" cy="330835"/>
          </a:xfrm>
        </p:grpSpPr>
        <p:sp>
          <p:nvSpPr>
            <p:cNvPr id="194" name="object 194" descr=""/>
            <p:cNvSpPr/>
            <p:nvPr/>
          </p:nvSpPr>
          <p:spPr>
            <a:xfrm>
              <a:off x="7742173" y="9501227"/>
              <a:ext cx="276225" cy="173355"/>
            </a:xfrm>
            <a:custGeom>
              <a:avLst/>
              <a:gdLst/>
              <a:ahLst/>
              <a:cxnLst/>
              <a:rect l="l" t="t" r="r" b="b"/>
              <a:pathLst>
                <a:path w="276225" h="173354">
                  <a:moveTo>
                    <a:pt x="249225" y="0"/>
                  </a:moveTo>
                  <a:lnTo>
                    <a:pt x="197582" y="19276"/>
                  </a:lnTo>
                  <a:lnTo>
                    <a:pt x="124699" y="68093"/>
                  </a:lnTo>
                  <a:lnTo>
                    <a:pt x="68837" y="104802"/>
                  </a:lnTo>
                  <a:lnTo>
                    <a:pt x="31357" y="128100"/>
                  </a:lnTo>
                  <a:lnTo>
                    <a:pt x="13894" y="140412"/>
                  </a:lnTo>
                  <a:lnTo>
                    <a:pt x="3484" y="152700"/>
                  </a:lnTo>
                  <a:lnTo>
                    <a:pt x="0" y="162537"/>
                  </a:lnTo>
                  <a:lnTo>
                    <a:pt x="3316" y="167492"/>
                  </a:lnTo>
                  <a:lnTo>
                    <a:pt x="33140" y="171831"/>
                  </a:lnTo>
                  <a:lnTo>
                    <a:pt x="71086" y="172804"/>
                  </a:lnTo>
                  <a:lnTo>
                    <a:pt x="110049" y="170226"/>
                  </a:lnTo>
                  <a:lnTo>
                    <a:pt x="142924" y="163911"/>
                  </a:lnTo>
                  <a:lnTo>
                    <a:pt x="160452" y="155786"/>
                  </a:lnTo>
                  <a:lnTo>
                    <a:pt x="198400" y="132147"/>
                  </a:lnTo>
                  <a:lnTo>
                    <a:pt x="215226" y="124823"/>
                  </a:lnTo>
                  <a:lnTo>
                    <a:pt x="218951" y="124401"/>
                  </a:lnTo>
                  <a:lnTo>
                    <a:pt x="220683" y="127494"/>
                  </a:lnTo>
                  <a:lnTo>
                    <a:pt x="220861" y="137013"/>
                  </a:lnTo>
                  <a:lnTo>
                    <a:pt x="219927" y="155869"/>
                  </a:lnTo>
                  <a:lnTo>
                    <a:pt x="264607" y="155209"/>
                  </a:lnTo>
                  <a:lnTo>
                    <a:pt x="272994" y="80008"/>
                  </a:lnTo>
                  <a:lnTo>
                    <a:pt x="276134" y="56713"/>
                  </a:lnTo>
                  <a:lnTo>
                    <a:pt x="273757" y="33478"/>
                  </a:lnTo>
                  <a:lnTo>
                    <a:pt x="265056" y="13505"/>
                  </a:lnTo>
                  <a:lnTo>
                    <a:pt x="249225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7819595" y="9343585"/>
              <a:ext cx="184150" cy="266065"/>
            </a:xfrm>
            <a:custGeom>
              <a:avLst/>
              <a:gdLst/>
              <a:ahLst/>
              <a:cxnLst/>
              <a:rect l="l" t="t" r="r" b="b"/>
              <a:pathLst>
                <a:path w="184150" h="266065">
                  <a:moveTo>
                    <a:pt x="79968" y="0"/>
                  </a:moveTo>
                  <a:lnTo>
                    <a:pt x="81794" y="88172"/>
                  </a:lnTo>
                  <a:lnTo>
                    <a:pt x="82075" y="139990"/>
                  </a:lnTo>
                  <a:lnTo>
                    <a:pt x="80156" y="169952"/>
                  </a:lnTo>
                  <a:lnTo>
                    <a:pt x="68748" y="188494"/>
                  </a:lnTo>
                  <a:lnTo>
                    <a:pt x="46701" y="214286"/>
                  </a:lnTo>
                  <a:lnTo>
                    <a:pt x="21872" y="239403"/>
                  </a:lnTo>
                  <a:lnTo>
                    <a:pt x="2117" y="255918"/>
                  </a:lnTo>
                  <a:lnTo>
                    <a:pt x="0" y="262333"/>
                  </a:lnTo>
                  <a:lnTo>
                    <a:pt x="11918" y="266065"/>
                  </a:lnTo>
                  <a:lnTo>
                    <a:pt x="36582" y="262642"/>
                  </a:lnTo>
                  <a:lnTo>
                    <a:pt x="72701" y="247594"/>
                  </a:lnTo>
                  <a:lnTo>
                    <a:pt x="110786" y="220894"/>
                  </a:lnTo>
                  <a:lnTo>
                    <a:pt x="133689" y="195254"/>
                  </a:lnTo>
                  <a:lnTo>
                    <a:pt x="150874" y="173295"/>
                  </a:lnTo>
                  <a:lnTo>
                    <a:pt x="171808" y="157639"/>
                  </a:lnTo>
                  <a:lnTo>
                    <a:pt x="172302" y="136188"/>
                  </a:lnTo>
                  <a:lnTo>
                    <a:pt x="173722" y="119853"/>
                  </a:lnTo>
                  <a:lnTo>
                    <a:pt x="177194" y="100367"/>
                  </a:lnTo>
                  <a:lnTo>
                    <a:pt x="183850" y="69463"/>
                  </a:lnTo>
                  <a:lnTo>
                    <a:pt x="171112" y="42676"/>
                  </a:lnTo>
                  <a:lnTo>
                    <a:pt x="135015" y="20568"/>
                  </a:lnTo>
                  <a:lnTo>
                    <a:pt x="97364" y="5542"/>
                  </a:lnTo>
                  <a:lnTo>
                    <a:pt x="79968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6" name="object 196" descr=""/>
          <p:cNvSpPr/>
          <p:nvPr/>
        </p:nvSpPr>
        <p:spPr>
          <a:xfrm>
            <a:off x="7900819" y="7398303"/>
            <a:ext cx="248920" cy="417195"/>
          </a:xfrm>
          <a:custGeom>
            <a:avLst/>
            <a:gdLst/>
            <a:ahLst/>
            <a:cxnLst/>
            <a:rect l="l" t="t" r="r" b="b"/>
            <a:pathLst>
              <a:path w="248920" h="417195">
                <a:moveTo>
                  <a:pt x="229417" y="0"/>
                </a:moveTo>
                <a:lnTo>
                  <a:pt x="181562" y="4246"/>
                </a:lnTo>
                <a:lnTo>
                  <a:pt x="138169" y="17080"/>
                </a:lnTo>
                <a:lnTo>
                  <a:pt x="99578" y="38279"/>
                </a:lnTo>
                <a:lnTo>
                  <a:pt x="66126" y="67620"/>
                </a:lnTo>
                <a:lnTo>
                  <a:pt x="38153" y="104882"/>
                </a:lnTo>
                <a:lnTo>
                  <a:pt x="15998" y="149841"/>
                </a:lnTo>
                <a:lnTo>
                  <a:pt x="0" y="202276"/>
                </a:lnTo>
                <a:lnTo>
                  <a:pt x="13618" y="266422"/>
                </a:lnTo>
                <a:lnTo>
                  <a:pt x="59728" y="336823"/>
                </a:lnTo>
                <a:lnTo>
                  <a:pt x="108944" y="393625"/>
                </a:lnTo>
                <a:lnTo>
                  <a:pt x="131880" y="416971"/>
                </a:lnTo>
                <a:lnTo>
                  <a:pt x="248788" y="27014"/>
                </a:lnTo>
                <a:lnTo>
                  <a:pt x="229417" y="0"/>
                </a:lnTo>
                <a:close/>
              </a:path>
            </a:pathLst>
          </a:custGeom>
          <a:solidFill>
            <a:srgbClr val="86B9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7" name="object 197" descr=""/>
          <p:cNvGrpSpPr/>
          <p:nvPr/>
        </p:nvGrpSpPr>
        <p:grpSpPr>
          <a:xfrm>
            <a:off x="7769028" y="7654859"/>
            <a:ext cx="820419" cy="2042160"/>
            <a:chOff x="7769028" y="7654859"/>
            <a:chExt cx="820419" cy="2042160"/>
          </a:xfrm>
        </p:grpSpPr>
        <p:sp>
          <p:nvSpPr>
            <p:cNvPr id="198" name="object 198" descr=""/>
            <p:cNvSpPr/>
            <p:nvPr/>
          </p:nvSpPr>
          <p:spPr>
            <a:xfrm>
              <a:off x="8182533" y="9527836"/>
              <a:ext cx="278765" cy="169545"/>
            </a:xfrm>
            <a:custGeom>
              <a:avLst/>
              <a:gdLst/>
              <a:ahLst/>
              <a:cxnLst/>
              <a:rect l="l" t="t" r="r" b="b"/>
              <a:pathLst>
                <a:path w="278765" h="169545">
                  <a:moveTo>
                    <a:pt x="252161" y="0"/>
                  </a:moveTo>
                  <a:lnTo>
                    <a:pt x="201461" y="18606"/>
                  </a:lnTo>
                  <a:lnTo>
                    <a:pt x="126164" y="67531"/>
                  </a:lnTo>
                  <a:lnTo>
                    <a:pt x="68749" y="104207"/>
                  </a:lnTo>
                  <a:lnTo>
                    <a:pt x="30786" y="127263"/>
                  </a:lnTo>
                  <a:lnTo>
                    <a:pt x="13642" y="139148"/>
                  </a:lnTo>
                  <a:lnTo>
                    <a:pt x="3420" y="151015"/>
                  </a:lnTo>
                  <a:lnTo>
                    <a:pt x="0" y="160515"/>
                  </a:lnTo>
                  <a:lnTo>
                    <a:pt x="3258" y="165303"/>
                  </a:lnTo>
                  <a:lnTo>
                    <a:pt x="33704" y="168933"/>
                  </a:lnTo>
                  <a:lnTo>
                    <a:pt x="73531" y="168640"/>
                  </a:lnTo>
                  <a:lnTo>
                    <a:pt x="114359" y="164916"/>
                  </a:lnTo>
                  <a:lnTo>
                    <a:pt x="147808" y="158256"/>
                  </a:lnTo>
                  <a:lnTo>
                    <a:pt x="165011" y="150415"/>
                  </a:lnTo>
                  <a:lnTo>
                    <a:pt x="202260" y="127589"/>
                  </a:lnTo>
                  <a:lnTo>
                    <a:pt x="218780" y="120519"/>
                  </a:lnTo>
                  <a:lnTo>
                    <a:pt x="222439" y="120116"/>
                  </a:lnTo>
                  <a:lnTo>
                    <a:pt x="224140" y="123104"/>
                  </a:lnTo>
                  <a:lnTo>
                    <a:pt x="224315" y="132295"/>
                  </a:lnTo>
                  <a:lnTo>
                    <a:pt x="223398" y="150498"/>
                  </a:lnTo>
                  <a:lnTo>
                    <a:pt x="267271" y="149869"/>
                  </a:lnTo>
                  <a:lnTo>
                    <a:pt x="275501" y="77254"/>
                  </a:lnTo>
                  <a:lnTo>
                    <a:pt x="278583" y="54764"/>
                  </a:lnTo>
                  <a:lnTo>
                    <a:pt x="276247" y="32328"/>
                  </a:lnTo>
                  <a:lnTo>
                    <a:pt x="267703" y="13042"/>
                  </a:lnTo>
                  <a:lnTo>
                    <a:pt x="252161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7850111" y="7949603"/>
              <a:ext cx="575310" cy="1554480"/>
            </a:xfrm>
            <a:custGeom>
              <a:avLst/>
              <a:gdLst/>
              <a:ahLst/>
              <a:cxnLst/>
              <a:rect l="l" t="t" r="r" b="b"/>
              <a:pathLst>
                <a:path w="575309" h="1554479">
                  <a:moveTo>
                    <a:pt x="376221" y="0"/>
                  </a:moveTo>
                  <a:lnTo>
                    <a:pt x="211148" y="6554"/>
                  </a:lnTo>
                  <a:lnTo>
                    <a:pt x="126378" y="19888"/>
                  </a:lnTo>
                  <a:lnTo>
                    <a:pt x="95138" y="50032"/>
                  </a:lnTo>
                  <a:lnTo>
                    <a:pt x="90659" y="107022"/>
                  </a:lnTo>
                  <a:lnTo>
                    <a:pt x="65295" y="122154"/>
                  </a:lnTo>
                  <a:lnTo>
                    <a:pt x="35220" y="205937"/>
                  </a:lnTo>
                  <a:lnTo>
                    <a:pt x="16630" y="313257"/>
                  </a:lnTo>
                  <a:lnTo>
                    <a:pt x="11360" y="352919"/>
                  </a:lnTo>
                  <a:lnTo>
                    <a:pt x="7209" y="400850"/>
                  </a:lnTo>
                  <a:lnTo>
                    <a:pt x="4087" y="455366"/>
                  </a:lnTo>
                  <a:lnTo>
                    <a:pt x="1904" y="514784"/>
                  </a:lnTo>
                  <a:lnTo>
                    <a:pt x="571" y="577420"/>
                  </a:lnTo>
                  <a:lnTo>
                    <a:pt x="0" y="641593"/>
                  </a:lnTo>
                  <a:lnTo>
                    <a:pt x="99" y="705618"/>
                  </a:lnTo>
                  <a:lnTo>
                    <a:pt x="780" y="767812"/>
                  </a:lnTo>
                  <a:lnTo>
                    <a:pt x="1953" y="826493"/>
                  </a:lnTo>
                  <a:lnTo>
                    <a:pt x="3529" y="879976"/>
                  </a:lnTo>
                  <a:lnTo>
                    <a:pt x="5419" y="926579"/>
                  </a:lnTo>
                  <a:lnTo>
                    <a:pt x="9781" y="992410"/>
                  </a:lnTo>
                  <a:lnTo>
                    <a:pt x="12075" y="1008272"/>
                  </a:lnTo>
                  <a:lnTo>
                    <a:pt x="24878" y="1126411"/>
                  </a:lnTo>
                  <a:lnTo>
                    <a:pt x="34473" y="1310501"/>
                  </a:lnTo>
                  <a:lnTo>
                    <a:pt x="40498" y="1480013"/>
                  </a:lnTo>
                  <a:lnTo>
                    <a:pt x="42587" y="1554413"/>
                  </a:lnTo>
                  <a:lnTo>
                    <a:pt x="84592" y="1552872"/>
                  </a:lnTo>
                  <a:lnTo>
                    <a:pt x="117086" y="1541548"/>
                  </a:lnTo>
                  <a:lnTo>
                    <a:pt x="138057" y="1528699"/>
                  </a:lnTo>
                  <a:lnTo>
                    <a:pt x="145495" y="1522581"/>
                  </a:lnTo>
                  <a:lnTo>
                    <a:pt x="150983" y="1507535"/>
                  </a:lnTo>
                  <a:lnTo>
                    <a:pt x="162347" y="1483438"/>
                  </a:lnTo>
                  <a:lnTo>
                    <a:pt x="196853" y="1413135"/>
                  </a:lnTo>
                  <a:lnTo>
                    <a:pt x="217072" y="1369450"/>
                  </a:lnTo>
                  <a:lnTo>
                    <a:pt x="237320" y="1321759"/>
                  </a:lnTo>
                  <a:lnTo>
                    <a:pt x="256135" y="1271321"/>
                  </a:lnTo>
                  <a:lnTo>
                    <a:pt x="272056" y="1219398"/>
                  </a:lnTo>
                  <a:lnTo>
                    <a:pt x="283620" y="1167250"/>
                  </a:lnTo>
                  <a:lnTo>
                    <a:pt x="289367" y="1116139"/>
                  </a:lnTo>
                  <a:lnTo>
                    <a:pt x="287834" y="1067325"/>
                  </a:lnTo>
                  <a:lnTo>
                    <a:pt x="277560" y="1022070"/>
                  </a:lnTo>
                  <a:lnTo>
                    <a:pt x="257083" y="981635"/>
                  </a:lnTo>
                  <a:lnTo>
                    <a:pt x="261292" y="970920"/>
                  </a:lnTo>
                  <a:lnTo>
                    <a:pt x="275945" y="945725"/>
                  </a:lnTo>
                  <a:lnTo>
                    <a:pt x="298848" y="908922"/>
                  </a:lnTo>
                  <a:lnTo>
                    <a:pt x="395136" y="757592"/>
                  </a:lnTo>
                  <a:lnTo>
                    <a:pt x="429115" y="703084"/>
                  </a:lnTo>
                  <a:lnTo>
                    <a:pt x="460382" y="651331"/>
                  </a:lnTo>
                  <a:lnTo>
                    <a:pt x="486744" y="605207"/>
                  </a:lnTo>
                  <a:lnTo>
                    <a:pt x="506007" y="567584"/>
                  </a:lnTo>
                  <a:lnTo>
                    <a:pt x="529407" y="512062"/>
                  </a:lnTo>
                  <a:lnTo>
                    <a:pt x="552380" y="442881"/>
                  </a:lnTo>
                  <a:lnTo>
                    <a:pt x="562004" y="404614"/>
                  </a:lnTo>
                  <a:lnTo>
                    <a:pt x="569479" y="364667"/>
                  </a:lnTo>
                  <a:lnTo>
                    <a:pt x="574124" y="323617"/>
                  </a:lnTo>
                  <a:lnTo>
                    <a:pt x="575258" y="282045"/>
                  </a:lnTo>
                  <a:lnTo>
                    <a:pt x="572200" y="240526"/>
                  </a:lnTo>
                  <a:lnTo>
                    <a:pt x="564269" y="199641"/>
                  </a:lnTo>
                  <a:lnTo>
                    <a:pt x="550784" y="159967"/>
                  </a:lnTo>
                  <a:lnTo>
                    <a:pt x="531064" y="122082"/>
                  </a:lnTo>
                  <a:lnTo>
                    <a:pt x="504429" y="86564"/>
                  </a:lnTo>
                  <a:lnTo>
                    <a:pt x="470197" y="53993"/>
                  </a:lnTo>
                  <a:lnTo>
                    <a:pt x="427688" y="24945"/>
                  </a:lnTo>
                  <a:lnTo>
                    <a:pt x="376221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8264428" y="9431038"/>
              <a:ext cx="170268" cy="203436"/>
            </a:xfrm>
            <a:prstGeom prst="rect">
              <a:avLst/>
            </a:prstGeom>
          </p:spPr>
        </p:pic>
        <p:sp>
          <p:nvSpPr>
            <p:cNvPr id="201" name="object 201" descr=""/>
            <p:cNvSpPr/>
            <p:nvPr/>
          </p:nvSpPr>
          <p:spPr>
            <a:xfrm>
              <a:off x="8035252" y="7938664"/>
              <a:ext cx="554355" cy="1565910"/>
            </a:xfrm>
            <a:custGeom>
              <a:avLst/>
              <a:gdLst/>
              <a:ahLst/>
              <a:cxnLst/>
              <a:rect l="l" t="t" r="r" b="b"/>
              <a:pathLst>
                <a:path w="554354" h="1565909">
                  <a:moveTo>
                    <a:pt x="319728" y="0"/>
                  </a:moveTo>
                  <a:lnTo>
                    <a:pt x="134897" y="58463"/>
                  </a:lnTo>
                  <a:lnTo>
                    <a:pt x="39981" y="98453"/>
                  </a:lnTo>
                  <a:lnTo>
                    <a:pt x="5007" y="138422"/>
                  </a:lnTo>
                  <a:lnTo>
                    <a:pt x="0" y="196821"/>
                  </a:lnTo>
                  <a:lnTo>
                    <a:pt x="38836" y="463964"/>
                  </a:lnTo>
                  <a:lnTo>
                    <a:pt x="94544" y="774945"/>
                  </a:lnTo>
                  <a:lnTo>
                    <a:pt x="125293" y="938649"/>
                  </a:lnTo>
                  <a:lnTo>
                    <a:pt x="142046" y="1009116"/>
                  </a:lnTo>
                  <a:lnTo>
                    <a:pt x="155764" y="1040387"/>
                  </a:lnTo>
                  <a:lnTo>
                    <a:pt x="189959" y="1147791"/>
                  </a:lnTo>
                  <a:lnTo>
                    <a:pt x="233855" y="1325429"/>
                  </a:lnTo>
                  <a:lnTo>
                    <a:pt x="271726" y="1491788"/>
                  </a:lnTo>
                  <a:lnTo>
                    <a:pt x="287844" y="1565355"/>
                  </a:lnTo>
                  <a:lnTo>
                    <a:pt x="329849" y="1563812"/>
                  </a:lnTo>
                  <a:lnTo>
                    <a:pt x="362343" y="1552485"/>
                  </a:lnTo>
                  <a:lnTo>
                    <a:pt x="383315" y="1539632"/>
                  </a:lnTo>
                  <a:lnTo>
                    <a:pt x="390752" y="1533513"/>
                  </a:lnTo>
                  <a:lnTo>
                    <a:pt x="395440" y="1516234"/>
                  </a:lnTo>
                  <a:lnTo>
                    <a:pt x="404090" y="1487549"/>
                  </a:lnTo>
                  <a:lnTo>
                    <a:pt x="415284" y="1449366"/>
                  </a:lnTo>
                  <a:lnTo>
                    <a:pt x="427606" y="1403588"/>
                  </a:lnTo>
                  <a:lnTo>
                    <a:pt x="439641" y="1352120"/>
                  </a:lnTo>
                  <a:lnTo>
                    <a:pt x="449970" y="1296868"/>
                  </a:lnTo>
                  <a:lnTo>
                    <a:pt x="457178" y="1239738"/>
                  </a:lnTo>
                  <a:lnTo>
                    <a:pt x="459849" y="1182633"/>
                  </a:lnTo>
                  <a:lnTo>
                    <a:pt x="456565" y="1127459"/>
                  </a:lnTo>
                  <a:lnTo>
                    <a:pt x="445911" y="1076122"/>
                  </a:lnTo>
                  <a:lnTo>
                    <a:pt x="426470" y="1030526"/>
                  </a:lnTo>
                  <a:lnTo>
                    <a:pt x="396825" y="992577"/>
                  </a:lnTo>
                  <a:lnTo>
                    <a:pt x="398171" y="980298"/>
                  </a:lnTo>
                  <a:lnTo>
                    <a:pt x="406156" y="950696"/>
                  </a:lnTo>
                  <a:lnTo>
                    <a:pt x="419302" y="907580"/>
                  </a:lnTo>
                  <a:lnTo>
                    <a:pt x="436127" y="854762"/>
                  </a:lnTo>
                  <a:lnTo>
                    <a:pt x="474897" y="735266"/>
                  </a:lnTo>
                  <a:lnTo>
                    <a:pt x="493881" y="676210"/>
                  </a:lnTo>
                  <a:lnTo>
                    <a:pt x="510625" y="622696"/>
                  </a:lnTo>
                  <a:lnTo>
                    <a:pt x="523648" y="578537"/>
                  </a:lnTo>
                  <a:lnTo>
                    <a:pt x="537534" y="521537"/>
                  </a:lnTo>
                  <a:lnTo>
                    <a:pt x="549139" y="450643"/>
                  </a:lnTo>
                  <a:lnTo>
                    <a:pt x="552684" y="411472"/>
                  </a:lnTo>
                  <a:lnTo>
                    <a:pt x="553978" y="370612"/>
                  </a:lnTo>
                  <a:lnTo>
                    <a:pt x="552459" y="328658"/>
                  </a:lnTo>
                  <a:lnTo>
                    <a:pt x="547567" y="286205"/>
                  </a:lnTo>
                  <a:lnTo>
                    <a:pt x="538741" y="243848"/>
                  </a:lnTo>
                  <a:lnTo>
                    <a:pt x="525421" y="202182"/>
                  </a:lnTo>
                  <a:lnTo>
                    <a:pt x="507046" y="161800"/>
                  </a:lnTo>
                  <a:lnTo>
                    <a:pt x="483055" y="123300"/>
                  </a:lnTo>
                  <a:lnTo>
                    <a:pt x="452889" y="87274"/>
                  </a:lnTo>
                  <a:lnTo>
                    <a:pt x="415986" y="54319"/>
                  </a:lnTo>
                  <a:lnTo>
                    <a:pt x="371786" y="25029"/>
                  </a:lnTo>
                  <a:lnTo>
                    <a:pt x="319728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7769028" y="7654859"/>
              <a:ext cx="353060" cy="598170"/>
            </a:xfrm>
            <a:custGeom>
              <a:avLst/>
              <a:gdLst/>
              <a:ahLst/>
              <a:cxnLst/>
              <a:rect l="l" t="t" r="r" b="b"/>
              <a:pathLst>
                <a:path w="353059" h="598170">
                  <a:moveTo>
                    <a:pt x="81044" y="0"/>
                  </a:moveTo>
                  <a:lnTo>
                    <a:pt x="0" y="575741"/>
                  </a:lnTo>
                  <a:lnTo>
                    <a:pt x="53289" y="593996"/>
                  </a:lnTo>
                  <a:lnTo>
                    <a:pt x="139337" y="598048"/>
                  </a:lnTo>
                  <a:lnTo>
                    <a:pt x="219387" y="595156"/>
                  </a:lnTo>
                  <a:lnTo>
                    <a:pt x="254683" y="592578"/>
                  </a:lnTo>
                  <a:lnTo>
                    <a:pt x="352450" y="148142"/>
                  </a:lnTo>
                  <a:lnTo>
                    <a:pt x="81044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3" name="object 203" descr=""/>
          <p:cNvGrpSpPr/>
          <p:nvPr/>
        </p:nvGrpSpPr>
        <p:grpSpPr>
          <a:xfrm>
            <a:off x="7769029" y="6654841"/>
            <a:ext cx="919480" cy="2014855"/>
            <a:chOff x="7769029" y="6654841"/>
            <a:chExt cx="919480" cy="2014855"/>
          </a:xfrm>
        </p:grpSpPr>
        <p:pic>
          <p:nvPicPr>
            <p:cNvPr id="204" name="object 204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136849" y="7380828"/>
              <a:ext cx="203114" cy="92541"/>
            </a:xfrm>
            <a:prstGeom prst="rect">
              <a:avLst/>
            </a:prstGeom>
          </p:spPr>
        </p:pic>
        <p:sp>
          <p:nvSpPr>
            <p:cNvPr id="205" name="object 205" descr=""/>
            <p:cNvSpPr/>
            <p:nvPr/>
          </p:nvSpPr>
          <p:spPr>
            <a:xfrm>
              <a:off x="7930769" y="7130814"/>
              <a:ext cx="489584" cy="840105"/>
            </a:xfrm>
            <a:custGeom>
              <a:avLst/>
              <a:gdLst/>
              <a:ahLst/>
              <a:cxnLst/>
              <a:rect l="l" t="t" r="r" b="b"/>
              <a:pathLst>
                <a:path w="489584" h="840104">
                  <a:moveTo>
                    <a:pt x="489077" y="278701"/>
                  </a:moveTo>
                  <a:lnTo>
                    <a:pt x="439864" y="261708"/>
                  </a:lnTo>
                  <a:lnTo>
                    <a:pt x="432587" y="260896"/>
                  </a:lnTo>
                  <a:lnTo>
                    <a:pt x="425043" y="260540"/>
                  </a:lnTo>
                  <a:lnTo>
                    <a:pt x="422617" y="260540"/>
                  </a:lnTo>
                  <a:lnTo>
                    <a:pt x="409181" y="242023"/>
                  </a:lnTo>
                  <a:lnTo>
                    <a:pt x="397408" y="219125"/>
                  </a:lnTo>
                  <a:lnTo>
                    <a:pt x="385470" y="191046"/>
                  </a:lnTo>
                  <a:lnTo>
                    <a:pt x="375069" y="155105"/>
                  </a:lnTo>
                  <a:lnTo>
                    <a:pt x="367944" y="108572"/>
                  </a:lnTo>
                  <a:lnTo>
                    <a:pt x="368985" y="74345"/>
                  </a:lnTo>
                  <a:lnTo>
                    <a:pt x="375996" y="45643"/>
                  </a:lnTo>
                  <a:lnTo>
                    <a:pt x="384505" y="23253"/>
                  </a:lnTo>
                  <a:lnTo>
                    <a:pt x="390055" y="7988"/>
                  </a:lnTo>
                  <a:lnTo>
                    <a:pt x="391083" y="3581"/>
                  </a:lnTo>
                  <a:lnTo>
                    <a:pt x="386664" y="0"/>
                  </a:lnTo>
                  <a:lnTo>
                    <a:pt x="382968" y="2159"/>
                  </a:lnTo>
                  <a:lnTo>
                    <a:pt x="229920" y="82626"/>
                  </a:lnTo>
                  <a:lnTo>
                    <a:pt x="228942" y="84620"/>
                  </a:lnTo>
                  <a:lnTo>
                    <a:pt x="230695" y="109118"/>
                  </a:lnTo>
                  <a:lnTo>
                    <a:pt x="232778" y="144551"/>
                  </a:lnTo>
                  <a:lnTo>
                    <a:pt x="236334" y="213728"/>
                  </a:lnTo>
                  <a:lnTo>
                    <a:pt x="236575" y="226237"/>
                  </a:lnTo>
                  <a:lnTo>
                    <a:pt x="234797" y="236194"/>
                  </a:lnTo>
                  <a:lnTo>
                    <a:pt x="229349" y="248767"/>
                  </a:lnTo>
                  <a:lnTo>
                    <a:pt x="219875" y="266661"/>
                  </a:lnTo>
                  <a:lnTo>
                    <a:pt x="199466" y="267500"/>
                  </a:lnTo>
                  <a:lnTo>
                    <a:pt x="184010" y="280885"/>
                  </a:lnTo>
                  <a:lnTo>
                    <a:pt x="147116" y="317271"/>
                  </a:lnTo>
                  <a:lnTo>
                    <a:pt x="99517" y="367157"/>
                  </a:lnTo>
                  <a:lnTo>
                    <a:pt x="51955" y="421055"/>
                  </a:lnTo>
                  <a:lnTo>
                    <a:pt x="15201" y="469506"/>
                  </a:lnTo>
                  <a:lnTo>
                    <a:pt x="0" y="503008"/>
                  </a:lnTo>
                  <a:lnTo>
                    <a:pt x="6083" y="572719"/>
                  </a:lnTo>
                  <a:lnTo>
                    <a:pt x="21564" y="669099"/>
                  </a:lnTo>
                  <a:lnTo>
                    <a:pt x="37465" y="754545"/>
                  </a:lnTo>
                  <a:lnTo>
                    <a:pt x="44754" y="791387"/>
                  </a:lnTo>
                  <a:lnTo>
                    <a:pt x="281355" y="839863"/>
                  </a:lnTo>
                  <a:lnTo>
                    <a:pt x="424688" y="513588"/>
                  </a:lnTo>
                  <a:lnTo>
                    <a:pt x="488975" y="344601"/>
                  </a:lnTo>
                  <a:lnTo>
                    <a:pt x="489077" y="27870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7812316" y="7390587"/>
              <a:ext cx="837565" cy="1278890"/>
            </a:xfrm>
            <a:custGeom>
              <a:avLst/>
              <a:gdLst/>
              <a:ahLst/>
              <a:cxnLst/>
              <a:rect l="l" t="t" r="r" b="b"/>
              <a:pathLst>
                <a:path w="837565" h="1278890">
                  <a:moveTo>
                    <a:pt x="540360" y="0"/>
                  </a:moveTo>
                  <a:lnTo>
                    <a:pt x="393601" y="108901"/>
                  </a:lnTo>
                  <a:lnTo>
                    <a:pt x="313498" y="160542"/>
                  </a:lnTo>
                  <a:lnTo>
                    <a:pt x="271985" y="168727"/>
                  </a:lnTo>
                  <a:lnTo>
                    <a:pt x="240997" y="147262"/>
                  </a:lnTo>
                  <a:lnTo>
                    <a:pt x="246890" y="117973"/>
                  </a:lnTo>
                  <a:lnTo>
                    <a:pt x="279751" y="71517"/>
                  </a:lnTo>
                  <a:lnTo>
                    <a:pt x="316439" y="28518"/>
                  </a:lnTo>
                  <a:lnTo>
                    <a:pt x="333811" y="9601"/>
                  </a:lnTo>
                  <a:lnTo>
                    <a:pt x="293672" y="43009"/>
                  </a:lnTo>
                  <a:lnTo>
                    <a:pt x="250435" y="72799"/>
                  </a:lnTo>
                  <a:lnTo>
                    <a:pt x="205825" y="99758"/>
                  </a:lnTo>
                  <a:lnTo>
                    <a:pt x="119386" y="148321"/>
                  </a:lnTo>
                  <a:lnTo>
                    <a:pt x="81006" y="171496"/>
                  </a:lnTo>
                  <a:lnTo>
                    <a:pt x="48153" y="194981"/>
                  </a:lnTo>
                  <a:lnTo>
                    <a:pt x="22551" y="219560"/>
                  </a:lnTo>
                  <a:lnTo>
                    <a:pt x="5925" y="246019"/>
                  </a:lnTo>
                  <a:lnTo>
                    <a:pt x="0" y="275143"/>
                  </a:lnTo>
                  <a:lnTo>
                    <a:pt x="20037" y="359181"/>
                  </a:lnTo>
                  <a:lnTo>
                    <a:pt x="64118" y="409529"/>
                  </a:lnTo>
                  <a:lnTo>
                    <a:pt x="108199" y="434005"/>
                  </a:lnTo>
                  <a:lnTo>
                    <a:pt x="128236" y="440426"/>
                  </a:lnTo>
                  <a:lnTo>
                    <a:pt x="130660" y="469157"/>
                  </a:lnTo>
                  <a:lnTo>
                    <a:pt x="128972" y="491534"/>
                  </a:lnTo>
                  <a:lnTo>
                    <a:pt x="120927" y="519079"/>
                  </a:lnTo>
                  <a:lnTo>
                    <a:pt x="104279" y="563312"/>
                  </a:lnTo>
                  <a:lnTo>
                    <a:pt x="83352" y="620913"/>
                  </a:lnTo>
                  <a:lnTo>
                    <a:pt x="66087" y="674601"/>
                  </a:lnTo>
                  <a:lnTo>
                    <a:pt x="52088" y="724285"/>
                  </a:lnTo>
                  <a:lnTo>
                    <a:pt x="40958" y="769874"/>
                  </a:lnTo>
                  <a:lnTo>
                    <a:pt x="32301" y="811278"/>
                  </a:lnTo>
                  <a:lnTo>
                    <a:pt x="20816" y="881166"/>
                  </a:lnTo>
                  <a:lnTo>
                    <a:pt x="22204" y="891972"/>
                  </a:lnTo>
                  <a:lnTo>
                    <a:pt x="28487" y="900490"/>
                  </a:lnTo>
                  <a:lnTo>
                    <a:pt x="38063" y="905671"/>
                  </a:lnTo>
                  <a:lnTo>
                    <a:pt x="49328" y="906464"/>
                  </a:lnTo>
                  <a:lnTo>
                    <a:pt x="108602" y="899524"/>
                  </a:lnTo>
                  <a:lnTo>
                    <a:pt x="162425" y="897194"/>
                  </a:lnTo>
                  <a:lnTo>
                    <a:pt x="211180" y="899109"/>
                  </a:lnTo>
                  <a:lnTo>
                    <a:pt x="255252" y="904906"/>
                  </a:lnTo>
                  <a:lnTo>
                    <a:pt x="295023" y="914221"/>
                  </a:lnTo>
                  <a:lnTo>
                    <a:pt x="363201" y="941947"/>
                  </a:lnTo>
                  <a:lnTo>
                    <a:pt x="418785" y="979375"/>
                  </a:lnTo>
                  <a:lnTo>
                    <a:pt x="464845" y="1023593"/>
                  </a:lnTo>
                  <a:lnTo>
                    <a:pt x="504452" y="1071689"/>
                  </a:lnTo>
                  <a:lnTo>
                    <a:pt x="540675" y="1120751"/>
                  </a:lnTo>
                  <a:lnTo>
                    <a:pt x="558477" y="1144734"/>
                  </a:lnTo>
                  <a:lnTo>
                    <a:pt x="595383" y="1189784"/>
                  </a:lnTo>
                  <a:lnTo>
                    <a:pt x="636582" y="1228519"/>
                  </a:lnTo>
                  <a:lnTo>
                    <a:pt x="685144" y="1258028"/>
                  </a:lnTo>
                  <a:lnTo>
                    <a:pt x="744140" y="1275397"/>
                  </a:lnTo>
                  <a:lnTo>
                    <a:pt x="778510" y="1278620"/>
                  </a:lnTo>
                  <a:lnTo>
                    <a:pt x="800495" y="1274938"/>
                  </a:lnTo>
                  <a:lnTo>
                    <a:pt x="831473" y="1246061"/>
                  </a:lnTo>
                  <a:lnTo>
                    <a:pt x="837408" y="1191881"/>
                  </a:lnTo>
                  <a:lnTo>
                    <a:pt x="837425" y="1153246"/>
                  </a:lnTo>
                  <a:lnTo>
                    <a:pt x="836319" y="1109460"/>
                  </a:lnTo>
                  <a:lnTo>
                    <a:pt x="833702" y="1061495"/>
                  </a:lnTo>
                  <a:lnTo>
                    <a:pt x="829187" y="1010325"/>
                  </a:lnTo>
                  <a:lnTo>
                    <a:pt x="822387" y="956922"/>
                  </a:lnTo>
                  <a:lnTo>
                    <a:pt x="812913" y="902259"/>
                  </a:lnTo>
                  <a:lnTo>
                    <a:pt x="800380" y="847308"/>
                  </a:lnTo>
                  <a:lnTo>
                    <a:pt x="784398" y="793042"/>
                  </a:lnTo>
                  <a:lnTo>
                    <a:pt x="764582" y="740435"/>
                  </a:lnTo>
                  <a:lnTo>
                    <a:pt x="740543" y="690458"/>
                  </a:lnTo>
                  <a:lnTo>
                    <a:pt x="711894" y="644085"/>
                  </a:lnTo>
                  <a:lnTo>
                    <a:pt x="665736" y="588885"/>
                  </a:lnTo>
                  <a:lnTo>
                    <a:pt x="629454" y="556397"/>
                  </a:lnTo>
                  <a:lnTo>
                    <a:pt x="605105" y="531051"/>
                  </a:lnTo>
                  <a:lnTo>
                    <a:pt x="594746" y="497272"/>
                  </a:lnTo>
                  <a:lnTo>
                    <a:pt x="596598" y="458321"/>
                  </a:lnTo>
                  <a:lnTo>
                    <a:pt x="604118" y="404496"/>
                  </a:lnTo>
                  <a:lnTo>
                    <a:pt x="614879" y="344005"/>
                  </a:lnTo>
                  <a:lnTo>
                    <a:pt x="626455" y="285052"/>
                  </a:lnTo>
                  <a:lnTo>
                    <a:pt x="636419" y="235845"/>
                  </a:lnTo>
                  <a:lnTo>
                    <a:pt x="642346" y="204590"/>
                  </a:lnTo>
                  <a:lnTo>
                    <a:pt x="640044" y="147523"/>
                  </a:lnTo>
                  <a:lnTo>
                    <a:pt x="631122" y="97846"/>
                  </a:lnTo>
                  <a:lnTo>
                    <a:pt x="613361" y="49158"/>
                  </a:lnTo>
                  <a:lnTo>
                    <a:pt x="584022" y="12772"/>
                  </a:lnTo>
                  <a:lnTo>
                    <a:pt x="540360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7" name="object 207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351480" y="7509925"/>
              <a:ext cx="115807" cy="198429"/>
            </a:xfrm>
            <a:prstGeom prst="rect">
              <a:avLst/>
            </a:prstGeom>
          </p:spPr>
        </p:pic>
        <p:pic>
          <p:nvPicPr>
            <p:cNvPr id="208" name="object 208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8098988" y="7390581"/>
              <a:ext cx="589238" cy="1005006"/>
            </a:xfrm>
            <a:prstGeom prst="rect">
              <a:avLst/>
            </a:prstGeom>
          </p:spPr>
        </p:pic>
        <p:sp>
          <p:nvSpPr>
            <p:cNvPr id="209" name="object 209" descr=""/>
            <p:cNvSpPr/>
            <p:nvPr/>
          </p:nvSpPr>
          <p:spPr>
            <a:xfrm>
              <a:off x="8003831" y="6654841"/>
              <a:ext cx="617220" cy="534670"/>
            </a:xfrm>
            <a:custGeom>
              <a:avLst/>
              <a:gdLst/>
              <a:ahLst/>
              <a:cxnLst/>
              <a:rect l="l" t="t" r="r" b="b"/>
              <a:pathLst>
                <a:path w="617220" h="534670">
                  <a:moveTo>
                    <a:pt x="345132" y="0"/>
                  </a:moveTo>
                  <a:lnTo>
                    <a:pt x="329739" y="2380"/>
                  </a:lnTo>
                  <a:lnTo>
                    <a:pt x="316143" y="10593"/>
                  </a:lnTo>
                  <a:lnTo>
                    <a:pt x="305814" y="23067"/>
                  </a:lnTo>
                  <a:lnTo>
                    <a:pt x="300222" y="38229"/>
                  </a:lnTo>
                  <a:lnTo>
                    <a:pt x="291180" y="24020"/>
                  </a:lnTo>
                  <a:lnTo>
                    <a:pt x="273239" y="19635"/>
                  </a:lnTo>
                  <a:lnTo>
                    <a:pt x="254001" y="25236"/>
                  </a:lnTo>
                  <a:lnTo>
                    <a:pt x="241072" y="40983"/>
                  </a:lnTo>
                  <a:lnTo>
                    <a:pt x="224156" y="36968"/>
                  </a:lnTo>
                  <a:lnTo>
                    <a:pt x="174613" y="55296"/>
                  </a:lnTo>
                  <a:lnTo>
                    <a:pt x="152932" y="104148"/>
                  </a:lnTo>
                  <a:lnTo>
                    <a:pt x="149714" y="159879"/>
                  </a:lnTo>
                  <a:lnTo>
                    <a:pt x="132841" y="150833"/>
                  </a:lnTo>
                  <a:lnTo>
                    <a:pt x="78334" y="160916"/>
                  </a:lnTo>
                  <a:lnTo>
                    <a:pt x="60015" y="213226"/>
                  </a:lnTo>
                  <a:lnTo>
                    <a:pt x="66365" y="231280"/>
                  </a:lnTo>
                  <a:lnTo>
                    <a:pt x="47885" y="223345"/>
                  </a:lnTo>
                  <a:lnTo>
                    <a:pt x="27558" y="226887"/>
                  </a:lnTo>
                  <a:lnTo>
                    <a:pt x="10085" y="239339"/>
                  </a:lnTo>
                  <a:lnTo>
                    <a:pt x="169" y="258138"/>
                  </a:lnTo>
                  <a:lnTo>
                    <a:pt x="0" y="279143"/>
                  </a:lnTo>
                  <a:lnTo>
                    <a:pt x="7447" y="298979"/>
                  </a:lnTo>
                  <a:lnTo>
                    <a:pt x="37979" y="329571"/>
                  </a:lnTo>
                  <a:lnTo>
                    <a:pt x="78152" y="344341"/>
                  </a:lnTo>
                  <a:lnTo>
                    <a:pt x="121128" y="350575"/>
                  </a:lnTo>
                  <a:lnTo>
                    <a:pt x="192592" y="414636"/>
                  </a:lnTo>
                  <a:lnTo>
                    <a:pt x="217244" y="445606"/>
                  </a:lnTo>
                  <a:lnTo>
                    <a:pt x="243834" y="474899"/>
                  </a:lnTo>
                  <a:lnTo>
                    <a:pt x="273475" y="500198"/>
                  </a:lnTo>
                  <a:lnTo>
                    <a:pt x="307280" y="519188"/>
                  </a:lnTo>
                  <a:lnTo>
                    <a:pt x="366506" y="532776"/>
                  </a:lnTo>
                  <a:lnTo>
                    <a:pt x="397265" y="534310"/>
                  </a:lnTo>
                  <a:lnTo>
                    <a:pt x="428072" y="534287"/>
                  </a:lnTo>
                  <a:lnTo>
                    <a:pt x="473400" y="530918"/>
                  </a:lnTo>
                  <a:lnTo>
                    <a:pt x="513231" y="513052"/>
                  </a:lnTo>
                  <a:lnTo>
                    <a:pt x="529586" y="472306"/>
                  </a:lnTo>
                  <a:lnTo>
                    <a:pt x="523708" y="452031"/>
                  </a:lnTo>
                  <a:lnTo>
                    <a:pt x="507640" y="439452"/>
                  </a:lnTo>
                  <a:lnTo>
                    <a:pt x="530588" y="442885"/>
                  </a:lnTo>
                  <a:lnTo>
                    <a:pt x="553080" y="436486"/>
                  </a:lnTo>
                  <a:lnTo>
                    <a:pt x="571505" y="422089"/>
                  </a:lnTo>
                  <a:lnTo>
                    <a:pt x="582255" y="401527"/>
                  </a:lnTo>
                  <a:lnTo>
                    <a:pt x="582960" y="381500"/>
                  </a:lnTo>
                  <a:lnTo>
                    <a:pt x="576230" y="362540"/>
                  </a:lnTo>
                  <a:lnTo>
                    <a:pt x="563570" y="346746"/>
                  </a:lnTo>
                  <a:lnTo>
                    <a:pt x="546487" y="336220"/>
                  </a:lnTo>
                  <a:lnTo>
                    <a:pt x="570164" y="334461"/>
                  </a:lnTo>
                  <a:lnTo>
                    <a:pt x="591865" y="324186"/>
                  </a:lnTo>
                  <a:lnTo>
                    <a:pt x="608560" y="307130"/>
                  </a:lnTo>
                  <a:lnTo>
                    <a:pt x="617218" y="285027"/>
                  </a:lnTo>
                  <a:lnTo>
                    <a:pt x="614494" y="258294"/>
                  </a:lnTo>
                  <a:lnTo>
                    <a:pt x="600391" y="235127"/>
                  </a:lnTo>
                  <a:lnTo>
                    <a:pt x="578380" y="219277"/>
                  </a:lnTo>
                  <a:lnTo>
                    <a:pt x="551932" y="214496"/>
                  </a:lnTo>
                  <a:lnTo>
                    <a:pt x="566009" y="199278"/>
                  </a:lnTo>
                  <a:lnTo>
                    <a:pt x="582409" y="184243"/>
                  </a:lnTo>
                  <a:lnTo>
                    <a:pt x="594161" y="168834"/>
                  </a:lnTo>
                  <a:lnTo>
                    <a:pt x="594297" y="152497"/>
                  </a:lnTo>
                  <a:lnTo>
                    <a:pt x="579112" y="138530"/>
                  </a:lnTo>
                  <a:lnTo>
                    <a:pt x="556099" y="135724"/>
                  </a:lnTo>
                  <a:lnTo>
                    <a:pt x="528987" y="138764"/>
                  </a:lnTo>
                  <a:lnTo>
                    <a:pt x="501504" y="142330"/>
                  </a:lnTo>
                  <a:lnTo>
                    <a:pt x="502970" y="139304"/>
                  </a:lnTo>
                  <a:lnTo>
                    <a:pt x="504216" y="136173"/>
                  </a:lnTo>
                  <a:lnTo>
                    <a:pt x="504991" y="132823"/>
                  </a:lnTo>
                  <a:lnTo>
                    <a:pt x="504808" y="115947"/>
                  </a:lnTo>
                  <a:lnTo>
                    <a:pt x="497752" y="100838"/>
                  </a:lnTo>
                  <a:lnTo>
                    <a:pt x="485671" y="90635"/>
                  </a:lnTo>
                  <a:lnTo>
                    <a:pt x="470416" y="88478"/>
                  </a:lnTo>
                  <a:lnTo>
                    <a:pt x="475668" y="77516"/>
                  </a:lnTo>
                  <a:lnTo>
                    <a:pt x="458247" y="35762"/>
                  </a:lnTo>
                  <a:lnTo>
                    <a:pt x="435639" y="29524"/>
                  </a:lnTo>
                  <a:lnTo>
                    <a:pt x="423705" y="30491"/>
                  </a:lnTo>
                  <a:lnTo>
                    <a:pt x="412231" y="33848"/>
                  </a:lnTo>
                  <a:lnTo>
                    <a:pt x="401359" y="39098"/>
                  </a:lnTo>
                  <a:lnTo>
                    <a:pt x="391145" y="45840"/>
                  </a:lnTo>
                  <a:lnTo>
                    <a:pt x="381644" y="53673"/>
                  </a:lnTo>
                  <a:lnTo>
                    <a:pt x="382013" y="35124"/>
                  </a:lnTo>
                  <a:lnTo>
                    <a:pt x="374834" y="18206"/>
                  </a:lnTo>
                  <a:lnTo>
                    <a:pt x="361932" y="5603"/>
                  </a:lnTo>
                  <a:lnTo>
                    <a:pt x="345132" y="0"/>
                  </a:lnTo>
                  <a:close/>
                </a:path>
              </a:pathLst>
            </a:custGeom>
            <a:solidFill>
              <a:srgbClr val="2418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8042174" y="6808576"/>
              <a:ext cx="423545" cy="479425"/>
            </a:xfrm>
            <a:custGeom>
              <a:avLst/>
              <a:gdLst/>
              <a:ahLst/>
              <a:cxnLst/>
              <a:rect l="l" t="t" r="r" b="b"/>
              <a:pathLst>
                <a:path w="423545" h="479425">
                  <a:moveTo>
                    <a:pt x="195364" y="0"/>
                  </a:moveTo>
                  <a:lnTo>
                    <a:pt x="148515" y="8454"/>
                  </a:lnTo>
                  <a:lnTo>
                    <a:pt x="104555" y="26903"/>
                  </a:lnTo>
                  <a:lnTo>
                    <a:pt x="65707" y="54413"/>
                  </a:lnTo>
                  <a:lnTo>
                    <a:pt x="34195" y="90052"/>
                  </a:lnTo>
                  <a:lnTo>
                    <a:pt x="15001" y="126466"/>
                  </a:lnTo>
                  <a:lnTo>
                    <a:pt x="3758" y="166967"/>
                  </a:lnTo>
                  <a:lnTo>
                    <a:pt x="0" y="210127"/>
                  </a:lnTo>
                  <a:lnTo>
                    <a:pt x="3262" y="254517"/>
                  </a:lnTo>
                  <a:lnTo>
                    <a:pt x="13079" y="298709"/>
                  </a:lnTo>
                  <a:lnTo>
                    <a:pt x="28986" y="341275"/>
                  </a:lnTo>
                  <a:lnTo>
                    <a:pt x="50518" y="380787"/>
                  </a:lnTo>
                  <a:lnTo>
                    <a:pt x="77210" y="415815"/>
                  </a:lnTo>
                  <a:lnTo>
                    <a:pt x="108596" y="444933"/>
                  </a:lnTo>
                  <a:lnTo>
                    <a:pt x="144212" y="466710"/>
                  </a:lnTo>
                  <a:lnTo>
                    <a:pt x="187001" y="479012"/>
                  </a:lnTo>
                  <a:lnTo>
                    <a:pt x="229492" y="477379"/>
                  </a:lnTo>
                  <a:lnTo>
                    <a:pt x="270552" y="463922"/>
                  </a:lnTo>
                  <a:lnTo>
                    <a:pt x="309049" y="440751"/>
                  </a:lnTo>
                  <a:lnTo>
                    <a:pt x="343849" y="409975"/>
                  </a:lnTo>
                  <a:lnTo>
                    <a:pt x="373819" y="373704"/>
                  </a:lnTo>
                  <a:lnTo>
                    <a:pt x="397828" y="334048"/>
                  </a:lnTo>
                  <a:lnTo>
                    <a:pt x="414742" y="293117"/>
                  </a:lnTo>
                  <a:lnTo>
                    <a:pt x="423429" y="253021"/>
                  </a:lnTo>
                  <a:lnTo>
                    <a:pt x="423107" y="204687"/>
                  </a:lnTo>
                  <a:lnTo>
                    <a:pt x="412469" y="157491"/>
                  </a:lnTo>
                  <a:lnTo>
                    <a:pt x="392611" y="113258"/>
                  </a:lnTo>
                  <a:lnTo>
                    <a:pt x="364627" y="73815"/>
                  </a:lnTo>
                  <a:lnTo>
                    <a:pt x="329614" y="40986"/>
                  </a:lnTo>
                  <a:lnTo>
                    <a:pt x="288666" y="16597"/>
                  </a:lnTo>
                  <a:lnTo>
                    <a:pt x="242879" y="2473"/>
                  </a:lnTo>
                  <a:lnTo>
                    <a:pt x="195364" y="0"/>
                  </a:lnTo>
                  <a:close/>
                </a:path>
              </a:pathLst>
            </a:custGeom>
            <a:solidFill>
              <a:srgbClr val="3322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8030862" y="6866050"/>
              <a:ext cx="361315" cy="464184"/>
            </a:xfrm>
            <a:custGeom>
              <a:avLst/>
              <a:gdLst/>
              <a:ahLst/>
              <a:cxnLst/>
              <a:rect l="l" t="t" r="r" b="b"/>
              <a:pathLst>
                <a:path w="361315" h="464184">
                  <a:moveTo>
                    <a:pt x="169781" y="0"/>
                  </a:moveTo>
                  <a:lnTo>
                    <a:pt x="128027" y="8598"/>
                  </a:lnTo>
                  <a:lnTo>
                    <a:pt x="93657" y="27461"/>
                  </a:lnTo>
                  <a:lnTo>
                    <a:pt x="65874" y="54749"/>
                  </a:lnTo>
                  <a:lnTo>
                    <a:pt x="43881" y="88625"/>
                  </a:lnTo>
                  <a:lnTo>
                    <a:pt x="26883" y="127248"/>
                  </a:lnTo>
                  <a:lnTo>
                    <a:pt x="14083" y="168780"/>
                  </a:lnTo>
                  <a:lnTo>
                    <a:pt x="4685" y="211383"/>
                  </a:lnTo>
                  <a:lnTo>
                    <a:pt x="0" y="260035"/>
                  </a:lnTo>
                  <a:lnTo>
                    <a:pt x="3831" y="307543"/>
                  </a:lnTo>
                  <a:lnTo>
                    <a:pt x="15694" y="352039"/>
                  </a:lnTo>
                  <a:lnTo>
                    <a:pt x="35104" y="391651"/>
                  </a:lnTo>
                  <a:lnTo>
                    <a:pt x="61575" y="424509"/>
                  </a:lnTo>
                  <a:lnTo>
                    <a:pt x="94622" y="448744"/>
                  </a:lnTo>
                  <a:lnTo>
                    <a:pt x="133759" y="462485"/>
                  </a:lnTo>
                  <a:lnTo>
                    <a:pt x="175544" y="463892"/>
                  </a:lnTo>
                  <a:lnTo>
                    <a:pt x="215964" y="453401"/>
                  </a:lnTo>
                  <a:lnTo>
                    <a:pt x="253685" y="432544"/>
                  </a:lnTo>
                  <a:lnTo>
                    <a:pt x="287371" y="402855"/>
                  </a:lnTo>
                  <a:lnTo>
                    <a:pt x="315687" y="365865"/>
                  </a:lnTo>
                  <a:lnTo>
                    <a:pt x="337296" y="323107"/>
                  </a:lnTo>
                  <a:lnTo>
                    <a:pt x="350863" y="276114"/>
                  </a:lnTo>
                  <a:lnTo>
                    <a:pt x="357598" y="233017"/>
                  </a:lnTo>
                  <a:lnTo>
                    <a:pt x="360839" y="189706"/>
                  </a:lnTo>
                  <a:lnTo>
                    <a:pt x="359029" y="147576"/>
                  </a:lnTo>
                  <a:lnTo>
                    <a:pt x="350611" y="108024"/>
                  </a:lnTo>
                  <a:lnTo>
                    <a:pt x="334028" y="72445"/>
                  </a:lnTo>
                  <a:lnTo>
                    <a:pt x="307722" y="42235"/>
                  </a:lnTo>
                  <a:lnTo>
                    <a:pt x="270137" y="18789"/>
                  </a:lnTo>
                  <a:lnTo>
                    <a:pt x="219715" y="3505"/>
                  </a:lnTo>
                  <a:lnTo>
                    <a:pt x="16978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336699" y="7122648"/>
              <a:ext cx="84178" cy="103861"/>
            </a:xfrm>
            <a:prstGeom prst="rect">
              <a:avLst/>
            </a:prstGeom>
          </p:spPr>
        </p:pic>
        <p:sp>
          <p:nvSpPr>
            <p:cNvPr id="213" name="object 213" descr=""/>
            <p:cNvSpPr/>
            <p:nvPr/>
          </p:nvSpPr>
          <p:spPr>
            <a:xfrm>
              <a:off x="7769029" y="7397454"/>
              <a:ext cx="381635" cy="833755"/>
            </a:xfrm>
            <a:custGeom>
              <a:avLst/>
              <a:gdLst/>
              <a:ahLst/>
              <a:cxnLst/>
              <a:rect l="l" t="t" r="r" b="b"/>
              <a:pathLst>
                <a:path w="381634" h="833754">
                  <a:moveTo>
                    <a:pt x="381600" y="0"/>
                  </a:moveTo>
                  <a:lnTo>
                    <a:pt x="327759" y="2942"/>
                  </a:lnTo>
                  <a:lnTo>
                    <a:pt x="273283" y="32045"/>
                  </a:lnTo>
                  <a:lnTo>
                    <a:pt x="229926" y="61619"/>
                  </a:lnTo>
                  <a:lnTo>
                    <a:pt x="182201" y="97181"/>
                  </a:lnTo>
                  <a:lnTo>
                    <a:pt x="134891" y="135710"/>
                  </a:lnTo>
                  <a:lnTo>
                    <a:pt x="92780" y="174185"/>
                  </a:lnTo>
                  <a:lnTo>
                    <a:pt x="60650" y="209587"/>
                  </a:lnTo>
                  <a:lnTo>
                    <a:pt x="30029" y="286056"/>
                  </a:lnTo>
                  <a:lnTo>
                    <a:pt x="21101" y="363678"/>
                  </a:lnTo>
                  <a:lnTo>
                    <a:pt x="12444" y="527471"/>
                  </a:lnTo>
                  <a:lnTo>
                    <a:pt x="0" y="833147"/>
                  </a:lnTo>
                  <a:lnTo>
                    <a:pt x="13125" y="764969"/>
                  </a:lnTo>
                  <a:lnTo>
                    <a:pt x="43138" y="607158"/>
                  </a:lnTo>
                  <a:lnTo>
                    <a:pt x="75992" y="429798"/>
                  </a:lnTo>
                  <a:lnTo>
                    <a:pt x="97641" y="302975"/>
                  </a:lnTo>
                  <a:lnTo>
                    <a:pt x="107938" y="267753"/>
                  </a:lnTo>
                  <a:lnTo>
                    <a:pt x="127578" y="231888"/>
                  </a:lnTo>
                  <a:lnTo>
                    <a:pt x="154834" y="195824"/>
                  </a:lnTo>
                  <a:lnTo>
                    <a:pt x="187980" y="160001"/>
                  </a:lnTo>
                  <a:lnTo>
                    <a:pt x="225287" y="124862"/>
                  </a:lnTo>
                  <a:lnTo>
                    <a:pt x="265030" y="90851"/>
                  </a:lnTo>
                  <a:lnTo>
                    <a:pt x="305481" y="58408"/>
                  </a:lnTo>
                  <a:lnTo>
                    <a:pt x="344913" y="27977"/>
                  </a:lnTo>
                  <a:lnTo>
                    <a:pt x="38160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8144396" y="7372835"/>
              <a:ext cx="255270" cy="253365"/>
            </a:xfrm>
            <a:custGeom>
              <a:avLst/>
              <a:gdLst/>
              <a:ahLst/>
              <a:cxnLst/>
              <a:rect l="l" t="t" r="r" b="b"/>
              <a:pathLst>
                <a:path w="255270" h="253365">
                  <a:moveTo>
                    <a:pt x="195564" y="0"/>
                  </a:moveTo>
                  <a:lnTo>
                    <a:pt x="160353" y="39690"/>
                  </a:lnTo>
                  <a:lnTo>
                    <a:pt x="113633" y="96133"/>
                  </a:lnTo>
                  <a:lnTo>
                    <a:pt x="58419" y="171119"/>
                  </a:lnTo>
                  <a:lnTo>
                    <a:pt x="0" y="253364"/>
                  </a:lnTo>
                  <a:lnTo>
                    <a:pt x="13570" y="249714"/>
                  </a:lnTo>
                  <a:lnTo>
                    <a:pt x="81995" y="227402"/>
                  </a:lnTo>
                  <a:lnTo>
                    <a:pt x="133860" y="187185"/>
                  </a:lnTo>
                  <a:lnTo>
                    <a:pt x="166084" y="142518"/>
                  </a:lnTo>
                  <a:lnTo>
                    <a:pt x="200422" y="92515"/>
                  </a:lnTo>
                  <a:lnTo>
                    <a:pt x="230533" y="50356"/>
                  </a:lnTo>
                  <a:lnTo>
                    <a:pt x="250076" y="29224"/>
                  </a:lnTo>
                  <a:lnTo>
                    <a:pt x="254793" y="21228"/>
                  </a:lnTo>
                  <a:lnTo>
                    <a:pt x="242940" y="13257"/>
                  </a:lnTo>
                  <a:lnTo>
                    <a:pt x="221027" y="5963"/>
                  </a:lnTo>
                  <a:lnTo>
                    <a:pt x="195564" y="0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7948654" y="7387430"/>
              <a:ext cx="206745" cy="175156"/>
            </a:xfrm>
            <a:prstGeom prst="rect">
              <a:avLst/>
            </a:prstGeom>
          </p:spPr>
        </p:pic>
        <p:sp>
          <p:nvSpPr>
            <p:cNvPr id="216" name="object 216" descr=""/>
            <p:cNvSpPr/>
            <p:nvPr/>
          </p:nvSpPr>
          <p:spPr>
            <a:xfrm>
              <a:off x="7905689" y="8049834"/>
              <a:ext cx="102235" cy="203835"/>
            </a:xfrm>
            <a:custGeom>
              <a:avLst/>
              <a:gdLst/>
              <a:ahLst/>
              <a:cxnLst/>
              <a:rect l="l" t="t" r="r" b="b"/>
              <a:pathLst>
                <a:path w="102234" h="203834">
                  <a:moveTo>
                    <a:pt x="53485" y="0"/>
                  </a:moveTo>
                  <a:lnTo>
                    <a:pt x="33748" y="2923"/>
                  </a:lnTo>
                  <a:lnTo>
                    <a:pt x="17114" y="12803"/>
                  </a:lnTo>
                  <a:lnTo>
                    <a:pt x="5294" y="28121"/>
                  </a:lnTo>
                  <a:lnTo>
                    <a:pt x="0" y="47359"/>
                  </a:lnTo>
                  <a:lnTo>
                    <a:pt x="999" y="61707"/>
                  </a:lnTo>
                  <a:lnTo>
                    <a:pt x="5748" y="74759"/>
                  </a:lnTo>
                  <a:lnTo>
                    <a:pt x="13717" y="85914"/>
                  </a:lnTo>
                  <a:lnTo>
                    <a:pt x="24376" y="94573"/>
                  </a:lnTo>
                  <a:lnTo>
                    <a:pt x="17947" y="183638"/>
                  </a:lnTo>
                  <a:lnTo>
                    <a:pt x="19057" y="186413"/>
                  </a:lnTo>
                  <a:lnTo>
                    <a:pt x="37977" y="203449"/>
                  </a:lnTo>
                  <a:lnTo>
                    <a:pt x="40585" y="203512"/>
                  </a:lnTo>
                  <a:lnTo>
                    <a:pt x="62144" y="185879"/>
                  </a:lnTo>
                  <a:lnTo>
                    <a:pt x="62406" y="181586"/>
                  </a:lnTo>
                  <a:lnTo>
                    <a:pt x="52919" y="171607"/>
                  </a:lnTo>
                  <a:lnTo>
                    <a:pt x="63233" y="162560"/>
                  </a:lnTo>
                  <a:lnTo>
                    <a:pt x="63642" y="158853"/>
                  </a:lnTo>
                  <a:lnTo>
                    <a:pt x="54563" y="146456"/>
                  </a:lnTo>
                  <a:lnTo>
                    <a:pt x="64563" y="140456"/>
                  </a:lnTo>
                  <a:lnTo>
                    <a:pt x="65359" y="135985"/>
                  </a:lnTo>
                  <a:lnTo>
                    <a:pt x="56301" y="124833"/>
                  </a:lnTo>
                  <a:lnTo>
                    <a:pt x="71317" y="112802"/>
                  </a:lnTo>
                  <a:lnTo>
                    <a:pt x="72228" y="111064"/>
                  </a:lnTo>
                  <a:lnTo>
                    <a:pt x="73118" y="96918"/>
                  </a:lnTo>
                  <a:lnTo>
                    <a:pt x="84170" y="89660"/>
                  </a:lnTo>
                  <a:lnTo>
                    <a:pt x="92998" y="79822"/>
                  </a:lnTo>
                  <a:lnTo>
                    <a:pt x="99064" y="67875"/>
                  </a:lnTo>
                  <a:lnTo>
                    <a:pt x="101829" y="54291"/>
                  </a:lnTo>
                  <a:lnTo>
                    <a:pt x="100958" y="47914"/>
                  </a:lnTo>
                  <a:lnTo>
                    <a:pt x="58228" y="47914"/>
                  </a:lnTo>
                  <a:lnTo>
                    <a:pt x="46501" y="44857"/>
                  </a:lnTo>
                  <a:lnTo>
                    <a:pt x="43265" y="41171"/>
                  </a:lnTo>
                  <a:lnTo>
                    <a:pt x="41820" y="29171"/>
                  </a:lnTo>
                  <a:lnTo>
                    <a:pt x="48794" y="23056"/>
                  </a:lnTo>
                  <a:lnTo>
                    <a:pt x="92583" y="23056"/>
                  </a:lnTo>
                  <a:lnTo>
                    <a:pt x="89036" y="17046"/>
                  </a:lnTo>
                  <a:lnTo>
                    <a:pt x="73319" y="5102"/>
                  </a:lnTo>
                  <a:lnTo>
                    <a:pt x="53485" y="0"/>
                  </a:lnTo>
                  <a:close/>
                </a:path>
                <a:path w="102234" h="203834">
                  <a:moveTo>
                    <a:pt x="92583" y="23056"/>
                  </a:moveTo>
                  <a:lnTo>
                    <a:pt x="48794" y="23056"/>
                  </a:lnTo>
                  <a:lnTo>
                    <a:pt x="60490" y="26051"/>
                  </a:lnTo>
                  <a:lnTo>
                    <a:pt x="63736" y="29737"/>
                  </a:lnTo>
                  <a:lnTo>
                    <a:pt x="65233" y="41757"/>
                  </a:lnTo>
                  <a:lnTo>
                    <a:pt x="58228" y="47914"/>
                  </a:lnTo>
                  <a:lnTo>
                    <a:pt x="100958" y="47914"/>
                  </a:lnTo>
                  <a:lnTo>
                    <a:pt x="99064" y="34040"/>
                  </a:lnTo>
                  <a:lnTo>
                    <a:pt x="92583" y="23056"/>
                  </a:lnTo>
                  <a:close/>
                </a:path>
              </a:pathLst>
            </a:custGeom>
            <a:solidFill>
              <a:srgbClr val="FFD2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7932188" y="7981478"/>
              <a:ext cx="86360" cy="109855"/>
            </a:xfrm>
            <a:custGeom>
              <a:avLst/>
              <a:gdLst/>
              <a:ahLst/>
              <a:cxnLst/>
              <a:rect l="l" t="t" r="r" b="b"/>
              <a:pathLst>
                <a:path w="86359" h="109854">
                  <a:moveTo>
                    <a:pt x="42993" y="0"/>
                  </a:moveTo>
                  <a:lnTo>
                    <a:pt x="26292" y="4342"/>
                  </a:lnTo>
                  <a:lnTo>
                    <a:pt x="12622" y="16180"/>
                  </a:lnTo>
                  <a:lnTo>
                    <a:pt x="3389" y="33731"/>
                  </a:lnTo>
                  <a:lnTo>
                    <a:pt x="0" y="55212"/>
                  </a:lnTo>
                  <a:lnTo>
                    <a:pt x="0" y="61558"/>
                  </a:lnTo>
                  <a:lnTo>
                    <a:pt x="17161" y="99138"/>
                  </a:lnTo>
                  <a:lnTo>
                    <a:pt x="36030" y="109661"/>
                  </a:lnTo>
                  <a:lnTo>
                    <a:pt x="36805" y="108572"/>
                  </a:lnTo>
                  <a:lnTo>
                    <a:pt x="37422" y="107337"/>
                  </a:lnTo>
                  <a:lnTo>
                    <a:pt x="37737" y="105944"/>
                  </a:lnTo>
                  <a:lnTo>
                    <a:pt x="30773" y="104865"/>
                  </a:lnTo>
                  <a:lnTo>
                    <a:pt x="24585" y="101305"/>
                  </a:lnTo>
                  <a:lnTo>
                    <a:pt x="4638" y="66657"/>
                  </a:lnTo>
                  <a:lnTo>
                    <a:pt x="3863" y="61097"/>
                  </a:lnTo>
                  <a:lnTo>
                    <a:pt x="3863" y="55212"/>
                  </a:lnTo>
                  <a:lnTo>
                    <a:pt x="6932" y="35249"/>
                  </a:lnTo>
                  <a:lnTo>
                    <a:pt x="15308" y="18924"/>
                  </a:lnTo>
                  <a:lnTo>
                    <a:pt x="27744" y="7906"/>
                  </a:lnTo>
                  <a:lnTo>
                    <a:pt x="42993" y="3863"/>
                  </a:lnTo>
                  <a:lnTo>
                    <a:pt x="58151" y="7906"/>
                  </a:lnTo>
                  <a:lnTo>
                    <a:pt x="70541" y="18924"/>
                  </a:lnTo>
                  <a:lnTo>
                    <a:pt x="78899" y="35249"/>
                  </a:lnTo>
                  <a:lnTo>
                    <a:pt x="81966" y="55212"/>
                  </a:lnTo>
                  <a:lnTo>
                    <a:pt x="81041" y="66390"/>
                  </a:lnTo>
                  <a:lnTo>
                    <a:pt x="78391" y="76754"/>
                  </a:lnTo>
                  <a:lnTo>
                    <a:pt x="74204" y="86014"/>
                  </a:lnTo>
                  <a:lnTo>
                    <a:pt x="68668" y="93881"/>
                  </a:lnTo>
                  <a:lnTo>
                    <a:pt x="70521" y="97442"/>
                  </a:lnTo>
                  <a:lnTo>
                    <a:pt x="76895" y="88995"/>
                  </a:lnTo>
                  <a:lnTo>
                    <a:pt x="81718" y="78938"/>
                  </a:lnTo>
                  <a:lnTo>
                    <a:pt x="84773" y="67575"/>
                  </a:lnTo>
                  <a:lnTo>
                    <a:pt x="85840" y="55212"/>
                  </a:lnTo>
                  <a:lnTo>
                    <a:pt x="82473" y="33731"/>
                  </a:lnTo>
                  <a:lnTo>
                    <a:pt x="73290" y="16180"/>
                  </a:lnTo>
                  <a:lnTo>
                    <a:pt x="59671" y="4342"/>
                  </a:lnTo>
                  <a:lnTo>
                    <a:pt x="42993" y="0"/>
                  </a:lnTo>
                  <a:close/>
                </a:path>
              </a:pathLst>
            </a:custGeom>
            <a:solidFill>
              <a:srgbClr val="FFEBE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7926695" y="7916147"/>
              <a:ext cx="184150" cy="122555"/>
            </a:xfrm>
            <a:custGeom>
              <a:avLst/>
              <a:gdLst/>
              <a:ahLst/>
              <a:cxnLst/>
              <a:rect l="l" t="t" r="r" b="b"/>
              <a:pathLst>
                <a:path w="184150" h="122554">
                  <a:moveTo>
                    <a:pt x="104457" y="0"/>
                  </a:moveTo>
                  <a:lnTo>
                    <a:pt x="57216" y="16827"/>
                  </a:lnTo>
                  <a:lnTo>
                    <a:pt x="3308" y="79002"/>
                  </a:lnTo>
                  <a:lnTo>
                    <a:pt x="0" y="103812"/>
                  </a:lnTo>
                  <a:lnTo>
                    <a:pt x="14291" y="115627"/>
                  </a:lnTo>
                  <a:lnTo>
                    <a:pt x="33510" y="121873"/>
                  </a:lnTo>
                  <a:lnTo>
                    <a:pt x="44619" y="122080"/>
                  </a:lnTo>
                  <a:lnTo>
                    <a:pt x="60131" y="118815"/>
                  </a:lnTo>
                  <a:lnTo>
                    <a:pt x="76081" y="114000"/>
                  </a:lnTo>
                  <a:lnTo>
                    <a:pt x="88503" y="109560"/>
                  </a:lnTo>
                  <a:lnTo>
                    <a:pt x="104907" y="109776"/>
                  </a:lnTo>
                  <a:lnTo>
                    <a:pt x="125627" y="115549"/>
                  </a:lnTo>
                  <a:lnTo>
                    <a:pt x="149014" y="118636"/>
                  </a:lnTo>
                  <a:lnTo>
                    <a:pt x="173422" y="110795"/>
                  </a:lnTo>
                  <a:lnTo>
                    <a:pt x="180915" y="84661"/>
                  </a:lnTo>
                  <a:lnTo>
                    <a:pt x="183533" y="67577"/>
                  </a:lnTo>
                  <a:lnTo>
                    <a:pt x="181387" y="52008"/>
                  </a:lnTo>
                  <a:lnTo>
                    <a:pt x="174584" y="30421"/>
                  </a:lnTo>
                  <a:lnTo>
                    <a:pt x="137526" y="12080"/>
                  </a:lnTo>
                  <a:lnTo>
                    <a:pt x="116694" y="2869"/>
                  </a:lnTo>
                  <a:lnTo>
                    <a:pt x="10445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103868" y="7405742"/>
              <a:ext cx="434821" cy="653875"/>
            </a:xfrm>
            <a:prstGeom prst="rect">
              <a:avLst/>
            </a:prstGeom>
          </p:spPr>
        </p:pic>
        <p:sp>
          <p:nvSpPr>
            <p:cNvPr id="220" name="object 220" descr=""/>
            <p:cNvSpPr/>
            <p:nvPr/>
          </p:nvSpPr>
          <p:spPr>
            <a:xfrm>
              <a:off x="8095745" y="7919755"/>
              <a:ext cx="96520" cy="145415"/>
            </a:xfrm>
            <a:custGeom>
              <a:avLst/>
              <a:gdLst/>
              <a:ahLst/>
              <a:cxnLst/>
              <a:rect l="l" t="t" r="r" b="b"/>
              <a:pathLst>
                <a:path w="96520" h="145415">
                  <a:moveTo>
                    <a:pt x="67195" y="0"/>
                  </a:moveTo>
                  <a:lnTo>
                    <a:pt x="3427" y="26753"/>
                  </a:lnTo>
                  <a:lnTo>
                    <a:pt x="2321" y="40337"/>
                  </a:lnTo>
                  <a:lnTo>
                    <a:pt x="454" y="70650"/>
                  </a:lnTo>
                  <a:lnTo>
                    <a:pt x="0" y="102030"/>
                  </a:lnTo>
                  <a:lnTo>
                    <a:pt x="3134" y="118813"/>
                  </a:lnTo>
                  <a:lnTo>
                    <a:pt x="17440" y="125554"/>
                  </a:lnTo>
                  <a:lnTo>
                    <a:pt x="45041" y="136177"/>
                  </a:lnTo>
                  <a:lnTo>
                    <a:pt x="74249" y="144765"/>
                  </a:lnTo>
                  <a:lnTo>
                    <a:pt x="93372" y="145398"/>
                  </a:lnTo>
                  <a:lnTo>
                    <a:pt x="96386" y="126480"/>
                  </a:lnTo>
                  <a:lnTo>
                    <a:pt x="91519" y="87999"/>
                  </a:lnTo>
                  <a:lnTo>
                    <a:pt x="83071" y="44246"/>
                  </a:lnTo>
                  <a:lnTo>
                    <a:pt x="73886" y="3256"/>
                  </a:lnTo>
                  <a:lnTo>
                    <a:pt x="67195" y="0"/>
                  </a:lnTo>
                  <a:close/>
                </a:path>
              </a:pathLst>
            </a:custGeom>
            <a:solidFill>
              <a:srgbClr val="292A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21" name="object 221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4771889" y="7667908"/>
            <a:ext cx="196538" cy="233473"/>
          </a:xfrm>
          <a:prstGeom prst="rect">
            <a:avLst/>
          </a:prstGeom>
        </p:spPr>
      </p:pic>
      <p:grpSp>
        <p:nvGrpSpPr>
          <p:cNvPr id="222" name="object 222" descr=""/>
          <p:cNvGrpSpPr/>
          <p:nvPr/>
        </p:nvGrpSpPr>
        <p:grpSpPr>
          <a:xfrm>
            <a:off x="4771889" y="7548158"/>
            <a:ext cx="631190" cy="376555"/>
            <a:chOff x="4771889" y="7548158"/>
            <a:chExt cx="631190" cy="376555"/>
          </a:xfrm>
        </p:grpSpPr>
        <p:pic>
          <p:nvPicPr>
            <p:cNvPr id="223" name="object 223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5151465" y="7548158"/>
              <a:ext cx="251296" cy="221438"/>
            </a:xfrm>
            <a:prstGeom prst="rect">
              <a:avLst/>
            </a:prstGeom>
          </p:spPr>
        </p:pic>
        <p:sp>
          <p:nvSpPr>
            <p:cNvPr id="224" name="object 224" descr=""/>
            <p:cNvSpPr/>
            <p:nvPr/>
          </p:nvSpPr>
          <p:spPr>
            <a:xfrm>
              <a:off x="4844453" y="7664165"/>
              <a:ext cx="379095" cy="260350"/>
            </a:xfrm>
            <a:custGeom>
              <a:avLst/>
              <a:gdLst/>
              <a:ahLst/>
              <a:cxnLst/>
              <a:rect l="l" t="t" r="r" b="b"/>
              <a:pathLst>
                <a:path w="379095" h="260350">
                  <a:moveTo>
                    <a:pt x="344125" y="0"/>
                  </a:moveTo>
                  <a:lnTo>
                    <a:pt x="64186" y="100813"/>
                  </a:lnTo>
                  <a:lnTo>
                    <a:pt x="0" y="213679"/>
                  </a:lnTo>
                  <a:lnTo>
                    <a:pt x="11466" y="246435"/>
                  </a:lnTo>
                  <a:lnTo>
                    <a:pt x="26784" y="260044"/>
                  </a:lnTo>
                  <a:lnTo>
                    <a:pt x="56301" y="256925"/>
                  </a:lnTo>
                  <a:lnTo>
                    <a:pt x="110363" y="239500"/>
                  </a:lnTo>
                  <a:lnTo>
                    <a:pt x="191560" y="196313"/>
                  </a:lnTo>
                  <a:lnTo>
                    <a:pt x="279475" y="132204"/>
                  </a:lnTo>
                  <a:lnTo>
                    <a:pt x="349945" y="74037"/>
                  </a:lnTo>
                  <a:lnTo>
                    <a:pt x="378805" y="48679"/>
                  </a:lnTo>
                  <a:lnTo>
                    <a:pt x="344125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4771889" y="7667908"/>
              <a:ext cx="196538" cy="233473"/>
            </a:xfrm>
            <a:prstGeom prst="rect">
              <a:avLst/>
            </a:prstGeom>
          </p:spPr>
        </p:pic>
        <p:pic>
          <p:nvPicPr>
            <p:cNvPr id="226" name="object 226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5151465" y="7548158"/>
              <a:ext cx="251296" cy="221438"/>
            </a:xfrm>
            <a:prstGeom prst="rect">
              <a:avLst/>
            </a:prstGeom>
          </p:spPr>
        </p:pic>
        <p:sp>
          <p:nvSpPr>
            <p:cNvPr id="227" name="object 227" descr=""/>
            <p:cNvSpPr/>
            <p:nvPr/>
          </p:nvSpPr>
          <p:spPr>
            <a:xfrm>
              <a:off x="4844453" y="7664165"/>
              <a:ext cx="379095" cy="260350"/>
            </a:xfrm>
            <a:custGeom>
              <a:avLst/>
              <a:gdLst/>
              <a:ahLst/>
              <a:cxnLst/>
              <a:rect l="l" t="t" r="r" b="b"/>
              <a:pathLst>
                <a:path w="379095" h="260350">
                  <a:moveTo>
                    <a:pt x="344125" y="0"/>
                  </a:moveTo>
                  <a:lnTo>
                    <a:pt x="64186" y="100813"/>
                  </a:lnTo>
                  <a:lnTo>
                    <a:pt x="0" y="213679"/>
                  </a:lnTo>
                  <a:lnTo>
                    <a:pt x="11466" y="246435"/>
                  </a:lnTo>
                  <a:lnTo>
                    <a:pt x="26784" y="260044"/>
                  </a:lnTo>
                  <a:lnTo>
                    <a:pt x="56301" y="256925"/>
                  </a:lnTo>
                  <a:lnTo>
                    <a:pt x="110363" y="239500"/>
                  </a:lnTo>
                  <a:lnTo>
                    <a:pt x="191560" y="196313"/>
                  </a:lnTo>
                  <a:lnTo>
                    <a:pt x="279475" y="132204"/>
                  </a:lnTo>
                  <a:lnTo>
                    <a:pt x="349945" y="74037"/>
                  </a:lnTo>
                  <a:lnTo>
                    <a:pt x="378805" y="48679"/>
                  </a:lnTo>
                  <a:lnTo>
                    <a:pt x="344125" y="0"/>
                  </a:lnTo>
                  <a:close/>
                </a:path>
              </a:pathLst>
            </a:custGeom>
            <a:solidFill>
              <a:srgbClr val="A874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8" name="object 228" descr=""/>
          <p:cNvSpPr/>
          <p:nvPr/>
        </p:nvSpPr>
        <p:spPr>
          <a:xfrm>
            <a:off x="4317285" y="6839853"/>
            <a:ext cx="464184" cy="531495"/>
          </a:xfrm>
          <a:custGeom>
            <a:avLst/>
            <a:gdLst/>
            <a:ahLst/>
            <a:cxnLst/>
            <a:rect l="l" t="t" r="r" b="b"/>
            <a:pathLst>
              <a:path w="464185" h="531495">
                <a:moveTo>
                  <a:pt x="308123" y="0"/>
                </a:moveTo>
                <a:lnTo>
                  <a:pt x="282028" y="13324"/>
                </a:lnTo>
                <a:lnTo>
                  <a:pt x="244846" y="42235"/>
                </a:lnTo>
                <a:lnTo>
                  <a:pt x="205989" y="61356"/>
                </a:lnTo>
                <a:lnTo>
                  <a:pt x="167062" y="74557"/>
                </a:lnTo>
                <a:lnTo>
                  <a:pt x="129670" y="85707"/>
                </a:lnTo>
                <a:lnTo>
                  <a:pt x="95417" y="98676"/>
                </a:lnTo>
                <a:lnTo>
                  <a:pt x="42744" y="145549"/>
                </a:lnTo>
                <a:lnTo>
                  <a:pt x="27533" y="187193"/>
                </a:lnTo>
                <a:lnTo>
                  <a:pt x="22998" y="231747"/>
                </a:lnTo>
                <a:lnTo>
                  <a:pt x="21059" y="254020"/>
                </a:lnTo>
                <a:lnTo>
                  <a:pt x="16350" y="275829"/>
                </a:lnTo>
                <a:lnTo>
                  <a:pt x="12772" y="285611"/>
                </a:lnTo>
                <a:lnTo>
                  <a:pt x="4786" y="304912"/>
                </a:lnTo>
                <a:lnTo>
                  <a:pt x="1513" y="314770"/>
                </a:lnTo>
                <a:lnTo>
                  <a:pt x="0" y="360738"/>
                </a:lnTo>
                <a:lnTo>
                  <a:pt x="18769" y="400206"/>
                </a:lnTo>
                <a:lnTo>
                  <a:pt x="52100" y="433724"/>
                </a:lnTo>
                <a:lnTo>
                  <a:pt x="94271" y="461839"/>
                </a:lnTo>
                <a:lnTo>
                  <a:pt x="139560" y="485101"/>
                </a:lnTo>
                <a:lnTo>
                  <a:pt x="216606" y="519261"/>
                </a:lnTo>
                <a:lnTo>
                  <a:pt x="236920" y="531256"/>
                </a:lnTo>
                <a:lnTo>
                  <a:pt x="261390" y="517591"/>
                </a:lnTo>
                <a:lnTo>
                  <a:pt x="334772" y="479006"/>
                </a:lnTo>
                <a:lnTo>
                  <a:pt x="380234" y="439645"/>
                </a:lnTo>
                <a:lnTo>
                  <a:pt x="404489" y="401476"/>
                </a:lnTo>
                <a:lnTo>
                  <a:pt x="414248" y="366462"/>
                </a:lnTo>
                <a:lnTo>
                  <a:pt x="416222" y="336570"/>
                </a:lnTo>
                <a:lnTo>
                  <a:pt x="417124" y="313765"/>
                </a:lnTo>
                <a:lnTo>
                  <a:pt x="426324" y="282601"/>
                </a:lnTo>
                <a:lnTo>
                  <a:pt x="441010" y="252796"/>
                </a:lnTo>
                <a:lnTo>
                  <a:pt x="455378" y="222932"/>
                </a:lnTo>
                <a:lnTo>
                  <a:pt x="463625" y="191591"/>
                </a:lnTo>
                <a:lnTo>
                  <a:pt x="460960" y="158316"/>
                </a:lnTo>
                <a:lnTo>
                  <a:pt x="447076" y="139152"/>
                </a:lnTo>
                <a:lnTo>
                  <a:pt x="425683" y="129588"/>
                </a:lnTo>
                <a:lnTo>
                  <a:pt x="400491" y="125113"/>
                </a:lnTo>
                <a:lnTo>
                  <a:pt x="375210" y="121215"/>
                </a:lnTo>
                <a:lnTo>
                  <a:pt x="353552" y="113384"/>
                </a:lnTo>
                <a:lnTo>
                  <a:pt x="339226" y="97108"/>
                </a:lnTo>
                <a:lnTo>
                  <a:pt x="335943" y="67877"/>
                </a:lnTo>
                <a:lnTo>
                  <a:pt x="334650" y="38783"/>
                </a:lnTo>
                <a:lnTo>
                  <a:pt x="325520" y="12321"/>
                </a:lnTo>
                <a:lnTo>
                  <a:pt x="308123" y="0"/>
                </a:lnTo>
                <a:close/>
              </a:path>
            </a:pathLst>
          </a:custGeom>
          <a:solidFill>
            <a:srgbClr val="FADBD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9" name="object 229" descr=""/>
          <p:cNvPicPr/>
          <p:nvPr/>
        </p:nvPicPr>
        <p:blipFill>
          <a:blip r:embed="rId69" cstate="print"/>
          <a:stretch>
            <a:fillRect/>
          </a:stretch>
        </p:blipFill>
        <p:spPr>
          <a:xfrm>
            <a:off x="4529018" y="7429234"/>
            <a:ext cx="151293" cy="67662"/>
          </a:xfrm>
          <a:prstGeom prst="rect">
            <a:avLst/>
          </a:prstGeom>
        </p:spPr>
      </p:pic>
      <p:grpSp>
        <p:nvGrpSpPr>
          <p:cNvPr id="230" name="object 230" descr=""/>
          <p:cNvGrpSpPr/>
          <p:nvPr/>
        </p:nvGrpSpPr>
        <p:grpSpPr>
          <a:xfrm>
            <a:off x="4704952" y="7482551"/>
            <a:ext cx="273050" cy="513715"/>
            <a:chOff x="4704952" y="7482551"/>
            <a:chExt cx="273050" cy="513715"/>
          </a:xfrm>
        </p:grpSpPr>
        <p:sp>
          <p:nvSpPr>
            <p:cNvPr id="231" name="object 231" descr=""/>
            <p:cNvSpPr/>
            <p:nvPr/>
          </p:nvSpPr>
          <p:spPr>
            <a:xfrm>
              <a:off x="4756495" y="7517132"/>
              <a:ext cx="221615" cy="479425"/>
            </a:xfrm>
            <a:custGeom>
              <a:avLst/>
              <a:gdLst/>
              <a:ahLst/>
              <a:cxnLst/>
              <a:rect l="l" t="t" r="r" b="b"/>
              <a:pathLst>
                <a:path w="221614" h="479425">
                  <a:moveTo>
                    <a:pt x="56071" y="0"/>
                  </a:moveTo>
                  <a:lnTo>
                    <a:pt x="46385" y="11367"/>
                  </a:lnTo>
                  <a:lnTo>
                    <a:pt x="25569" y="40595"/>
                  </a:lnTo>
                  <a:lnTo>
                    <a:pt x="5987" y="80370"/>
                  </a:lnTo>
                  <a:lnTo>
                    <a:pt x="0" y="123378"/>
                  </a:lnTo>
                  <a:lnTo>
                    <a:pt x="5722" y="157883"/>
                  </a:lnTo>
                  <a:lnTo>
                    <a:pt x="21079" y="188479"/>
                  </a:lnTo>
                  <a:lnTo>
                    <a:pt x="58175" y="232354"/>
                  </a:lnTo>
                  <a:lnTo>
                    <a:pt x="129116" y="306692"/>
                  </a:lnTo>
                  <a:lnTo>
                    <a:pt x="113399" y="333756"/>
                  </a:lnTo>
                  <a:lnTo>
                    <a:pt x="106176" y="357618"/>
                  </a:lnTo>
                  <a:lnTo>
                    <a:pt x="105661" y="391637"/>
                  </a:lnTo>
                  <a:lnTo>
                    <a:pt x="110069" y="449169"/>
                  </a:lnTo>
                  <a:lnTo>
                    <a:pt x="132320" y="478927"/>
                  </a:lnTo>
                  <a:lnTo>
                    <a:pt x="149739" y="460418"/>
                  </a:lnTo>
                  <a:lnTo>
                    <a:pt x="186194" y="414542"/>
                  </a:lnTo>
                  <a:lnTo>
                    <a:pt x="217987" y="355779"/>
                  </a:lnTo>
                  <a:lnTo>
                    <a:pt x="221417" y="298608"/>
                  </a:lnTo>
                  <a:lnTo>
                    <a:pt x="215372" y="274127"/>
                  </a:lnTo>
                  <a:lnTo>
                    <a:pt x="209248" y="241226"/>
                  </a:lnTo>
                  <a:lnTo>
                    <a:pt x="199579" y="201321"/>
                  </a:lnTo>
                  <a:lnTo>
                    <a:pt x="182894" y="155830"/>
                  </a:lnTo>
                  <a:lnTo>
                    <a:pt x="155727" y="106168"/>
                  </a:lnTo>
                  <a:lnTo>
                    <a:pt x="114609" y="53752"/>
                  </a:lnTo>
                  <a:lnTo>
                    <a:pt x="56071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4704952" y="7482551"/>
              <a:ext cx="222289" cy="222856"/>
            </a:xfrm>
            <a:prstGeom prst="rect">
              <a:avLst/>
            </a:prstGeom>
          </p:spPr>
        </p:pic>
      </p:grpSp>
      <p:grpSp>
        <p:nvGrpSpPr>
          <p:cNvPr id="233" name="object 233" descr=""/>
          <p:cNvGrpSpPr/>
          <p:nvPr/>
        </p:nvGrpSpPr>
        <p:grpSpPr>
          <a:xfrm>
            <a:off x="4443696" y="9245961"/>
            <a:ext cx="201295" cy="331470"/>
            <a:chOff x="4443696" y="9245961"/>
            <a:chExt cx="201295" cy="331470"/>
          </a:xfrm>
        </p:grpSpPr>
        <p:pic>
          <p:nvPicPr>
            <p:cNvPr id="234" name="object 234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4443696" y="9343725"/>
              <a:ext cx="201177" cy="232610"/>
            </a:xfrm>
            <a:prstGeom prst="rect">
              <a:avLst/>
            </a:prstGeom>
          </p:spPr>
        </p:pic>
        <p:pic>
          <p:nvPicPr>
            <p:cNvPr id="235" name="object 235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4443697" y="9245961"/>
              <a:ext cx="200297" cy="331420"/>
            </a:xfrm>
            <a:prstGeom prst="rect">
              <a:avLst/>
            </a:prstGeom>
          </p:spPr>
        </p:pic>
      </p:grpSp>
      <p:sp>
        <p:nvSpPr>
          <p:cNvPr id="236" name="object 236" descr=""/>
          <p:cNvSpPr/>
          <p:nvPr/>
        </p:nvSpPr>
        <p:spPr>
          <a:xfrm>
            <a:off x="4816077" y="7842284"/>
            <a:ext cx="133350" cy="428625"/>
          </a:xfrm>
          <a:custGeom>
            <a:avLst/>
            <a:gdLst/>
            <a:ahLst/>
            <a:cxnLst/>
            <a:rect l="l" t="t" r="r" b="b"/>
            <a:pathLst>
              <a:path w="133350" h="428625">
                <a:moveTo>
                  <a:pt x="130530" y="0"/>
                </a:moveTo>
                <a:lnTo>
                  <a:pt x="0" y="23025"/>
                </a:lnTo>
                <a:lnTo>
                  <a:pt x="29308" y="406710"/>
                </a:lnTo>
                <a:lnTo>
                  <a:pt x="132802" y="428311"/>
                </a:lnTo>
                <a:lnTo>
                  <a:pt x="130530" y="0"/>
                </a:lnTo>
                <a:close/>
              </a:path>
            </a:pathLst>
          </a:custGeom>
          <a:solidFill>
            <a:srgbClr val="212C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7" name="object 237" descr=""/>
          <p:cNvGrpSpPr/>
          <p:nvPr/>
        </p:nvGrpSpPr>
        <p:grpSpPr>
          <a:xfrm>
            <a:off x="4383154" y="8000479"/>
            <a:ext cx="545465" cy="1590040"/>
            <a:chOff x="4383154" y="8000479"/>
            <a:chExt cx="545465" cy="1590040"/>
          </a:xfrm>
        </p:grpSpPr>
        <p:pic>
          <p:nvPicPr>
            <p:cNvPr id="238" name="object 238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4497736" y="9438989"/>
              <a:ext cx="236868" cy="150985"/>
            </a:xfrm>
            <a:prstGeom prst="rect">
              <a:avLst/>
            </a:prstGeom>
          </p:spPr>
        </p:pic>
        <p:pic>
          <p:nvPicPr>
            <p:cNvPr id="239" name="object 239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4515695" y="9299633"/>
              <a:ext cx="145995" cy="233238"/>
            </a:xfrm>
            <a:prstGeom prst="rect">
              <a:avLst/>
            </a:prstGeom>
          </p:spPr>
        </p:pic>
        <p:sp>
          <p:nvSpPr>
            <p:cNvPr id="240" name="object 240" descr=""/>
            <p:cNvSpPr/>
            <p:nvPr/>
          </p:nvSpPr>
          <p:spPr>
            <a:xfrm>
              <a:off x="4497182" y="8074047"/>
              <a:ext cx="431165" cy="1293495"/>
            </a:xfrm>
            <a:custGeom>
              <a:avLst/>
              <a:gdLst/>
              <a:ahLst/>
              <a:cxnLst/>
              <a:rect l="l" t="t" r="r" b="b"/>
              <a:pathLst>
                <a:path w="431164" h="1293495">
                  <a:moveTo>
                    <a:pt x="392982" y="0"/>
                  </a:moveTo>
                  <a:lnTo>
                    <a:pt x="332234" y="3826"/>
                  </a:lnTo>
                  <a:lnTo>
                    <a:pt x="198238" y="14944"/>
                  </a:lnTo>
                  <a:lnTo>
                    <a:pt x="63369" y="32812"/>
                  </a:lnTo>
                  <a:lnTo>
                    <a:pt x="0" y="56888"/>
                  </a:lnTo>
                  <a:lnTo>
                    <a:pt x="2053" y="72785"/>
                  </a:lnTo>
                  <a:lnTo>
                    <a:pt x="22211" y="144392"/>
                  </a:lnTo>
                  <a:lnTo>
                    <a:pt x="38624" y="195293"/>
                  </a:lnTo>
                  <a:lnTo>
                    <a:pt x="58132" y="253054"/>
                  </a:lnTo>
                  <a:lnTo>
                    <a:pt x="79888" y="315271"/>
                  </a:lnTo>
                  <a:lnTo>
                    <a:pt x="103049" y="379541"/>
                  </a:lnTo>
                  <a:lnTo>
                    <a:pt x="126766" y="443458"/>
                  </a:lnTo>
                  <a:lnTo>
                    <a:pt x="150196" y="504620"/>
                  </a:lnTo>
                  <a:lnTo>
                    <a:pt x="172491" y="560622"/>
                  </a:lnTo>
                  <a:lnTo>
                    <a:pt x="192807" y="609059"/>
                  </a:lnTo>
                  <a:lnTo>
                    <a:pt x="210297" y="647530"/>
                  </a:lnTo>
                  <a:lnTo>
                    <a:pt x="200311" y="663856"/>
                  </a:lnTo>
                  <a:lnTo>
                    <a:pt x="172338" y="694489"/>
                  </a:lnTo>
                  <a:lnTo>
                    <a:pt x="140712" y="735398"/>
                  </a:lnTo>
                  <a:lnTo>
                    <a:pt x="119765" y="782552"/>
                  </a:lnTo>
                  <a:lnTo>
                    <a:pt x="111795" y="825904"/>
                  </a:lnTo>
                  <a:lnTo>
                    <a:pt x="104435" y="878533"/>
                  </a:lnTo>
                  <a:lnTo>
                    <a:pt x="97536" y="937139"/>
                  </a:lnTo>
                  <a:lnTo>
                    <a:pt x="84529" y="1059076"/>
                  </a:lnTo>
                  <a:lnTo>
                    <a:pt x="78124" y="1115805"/>
                  </a:lnTo>
                  <a:lnTo>
                    <a:pt x="71588" y="1165306"/>
                  </a:lnTo>
                  <a:lnTo>
                    <a:pt x="64772" y="1204277"/>
                  </a:lnTo>
                  <a:lnTo>
                    <a:pt x="60022" y="1268148"/>
                  </a:lnTo>
                  <a:lnTo>
                    <a:pt x="74605" y="1293045"/>
                  </a:lnTo>
                  <a:lnTo>
                    <a:pt x="95202" y="1292170"/>
                  </a:lnTo>
                  <a:lnTo>
                    <a:pt x="108499" y="1278725"/>
                  </a:lnTo>
                  <a:lnTo>
                    <a:pt x="125875" y="1233597"/>
                  </a:lnTo>
                  <a:lnTo>
                    <a:pt x="148803" y="1182778"/>
                  </a:lnTo>
                  <a:lnTo>
                    <a:pt x="176004" y="1127917"/>
                  </a:lnTo>
                  <a:lnTo>
                    <a:pt x="206201" y="1070660"/>
                  </a:lnTo>
                  <a:lnTo>
                    <a:pt x="238116" y="1012653"/>
                  </a:lnTo>
                  <a:lnTo>
                    <a:pt x="270472" y="955545"/>
                  </a:lnTo>
                  <a:lnTo>
                    <a:pt x="301990" y="900982"/>
                  </a:lnTo>
                  <a:lnTo>
                    <a:pt x="357406" y="806079"/>
                  </a:lnTo>
                  <a:lnTo>
                    <a:pt x="378748" y="769033"/>
                  </a:lnTo>
                  <a:lnTo>
                    <a:pt x="402312" y="723988"/>
                  </a:lnTo>
                  <a:lnTo>
                    <a:pt x="415950" y="666153"/>
                  </a:lnTo>
                  <a:lnTo>
                    <a:pt x="421192" y="627164"/>
                  </a:lnTo>
                  <a:lnTo>
                    <a:pt x="425352" y="582706"/>
                  </a:lnTo>
                  <a:lnTo>
                    <a:pt x="428406" y="533714"/>
                  </a:lnTo>
                  <a:lnTo>
                    <a:pt x="430331" y="481122"/>
                  </a:lnTo>
                  <a:lnTo>
                    <a:pt x="431104" y="425865"/>
                  </a:lnTo>
                  <a:lnTo>
                    <a:pt x="430700" y="368878"/>
                  </a:lnTo>
                  <a:lnTo>
                    <a:pt x="429097" y="311094"/>
                  </a:lnTo>
                  <a:lnTo>
                    <a:pt x="426272" y="253448"/>
                  </a:lnTo>
                  <a:lnTo>
                    <a:pt x="422200" y="196875"/>
                  </a:lnTo>
                  <a:lnTo>
                    <a:pt x="416858" y="142309"/>
                  </a:lnTo>
                  <a:lnTo>
                    <a:pt x="410224" y="90685"/>
                  </a:lnTo>
                  <a:lnTo>
                    <a:pt x="402273" y="42937"/>
                  </a:lnTo>
                  <a:lnTo>
                    <a:pt x="392982" y="0"/>
                  </a:lnTo>
                  <a:close/>
                </a:path>
              </a:pathLst>
            </a:custGeom>
            <a:solidFill>
              <a:srgbClr val="A874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4383154" y="8000479"/>
              <a:ext cx="373380" cy="1416050"/>
            </a:xfrm>
            <a:custGeom>
              <a:avLst/>
              <a:gdLst/>
              <a:ahLst/>
              <a:cxnLst/>
              <a:rect l="l" t="t" r="r" b="b"/>
              <a:pathLst>
                <a:path w="373379" h="1416050">
                  <a:moveTo>
                    <a:pt x="177627" y="0"/>
                  </a:moveTo>
                  <a:lnTo>
                    <a:pt x="78443" y="66417"/>
                  </a:lnTo>
                  <a:lnTo>
                    <a:pt x="47280" y="114838"/>
                  </a:lnTo>
                  <a:lnTo>
                    <a:pt x="25177" y="162956"/>
                  </a:lnTo>
                  <a:lnTo>
                    <a:pt x="10810" y="210287"/>
                  </a:lnTo>
                  <a:lnTo>
                    <a:pt x="2859" y="256350"/>
                  </a:lnTo>
                  <a:lnTo>
                    <a:pt x="0" y="300660"/>
                  </a:lnTo>
                  <a:lnTo>
                    <a:pt x="911" y="342733"/>
                  </a:lnTo>
                  <a:lnTo>
                    <a:pt x="4272" y="382087"/>
                  </a:lnTo>
                  <a:lnTo>
                    <a:pt x="15578" y="458592"/>
                  </a:lnTo>
                  <a:lnTo>
                    <a:pt x="25568" y="507160"/>
                  </a:lnTo>
                  <a:lnTo>
                    <a:pt x="37254" y="561387"/>
                  </a:lnTo>
                  <a:lnTo>
                    <a:pt x="49166" y="618720"/>
                  </a:lnTo>
                  <a:lnTo>
                    <a:pt x="59829" y="676605"/>
                  </a:lnTo>
                  <a:lnTo>
                    <a:pt x="67772" y="732487"/>
                  </a:lnTo>
                  <a:lnTo>
                    <a:pt x="71521" y="783814"/>
                  </a:lnTo>
                  <a:lnTo>
                    <a:pt x="69604" y="828030"/>
                  </a:lnTo>
                  <a:lnTo>
                    <a:pt x="60548" y="862581"/>
                  </a:lnTo>
                  <a:lnTo>
                    <a:pt x="48417" y="899315"/>
                  </a:lnTo>
                  <a:lnTo>
                    <a:pt x="43008" y="939563"/>
                  </a:lnTo>
                  <a:lnTo>
                    <a:pt x="43382" y="982700"/>
                  </a:lnTo>
                  <a:lnTo>
                    <a:pt x="48604" y="1028099"/>
                  </a:lnTo>
                  <a:lnTo>
                    <a:pt x="57736" y="1075134"/>
                  </a:lnTo>
                  <a:lnTo>
                    <a:pt x="69842" y="1123180"/>
                  </a:lnTo>
                  <a:lnTo>
                    <a:pt x="83984" y="1171611"/>
                  </a:lnTo>
                  <a:lnTo>
                    <a:pt x="99225" y="1219800"/>
                  </a:lnTo>
                  <a:lnTo>
                    <a:pt x="114630" y="1267122"/>
                  </a:lnTo>
                  <a:lnTo>
                    <a:pt x="129260" y="1312951"/>
                  </a:lnTo>
                  <a:lnTo>
                    <a:pt x="142179" y="1356661"/>
                  </a:lnTo>
                  <a:lnTo>
                    <a:pt x="158647" y="1384707"/>
                  </a:lnTo>
                  <a:lnTo>
                    <a:pt x="184391" y="1406694"/>
                  </a:lnTo>
                  <a:lnTo>
                    <a:pt x="207855" y="1415832"/>
                  </a:lnTo>
                  <a:lnTo>
                    <a:pt x="217485" y="1405329"/>
                  </a:lnTo>
                  <a:lnTo>
                    <a:pt x="216696" y="1360833"/>
                  </a:lnTo>
                  <a:lnTo>
                    <a:pt x="218105" y="1307950"/>
                  </a:lnTo>
                  <a:lnTo>
                    <a:pt x="221412" y="1249163"/>
                  </a:lnTo>
                  <a:lnTo>
                    <a:pt x="226317" y="1186953"/>
                  </a:lnTo>
                  <a:lnTo>
                    <a:pt x="232519" y="1123804"/>
                  </a:lnTo>
                  <a:lnTo>
                    <a:pt x="239718" y="1062196"/>
                  </a:lnTo>
                  <a:lnTo>
                    <a:pt x="247614" y="1004612"/>
                  </a:lnTo>
                  <a:lnTo>
                    <a:pt x="255906" y="953534"/>
                  </a:lnTo>
                  <a:lnTo>
                    <a:pt x="264294" y="911443"/>
                  </a:lnTo>
                  <a:lnTo>
                    <a:pt x="279922" y="852507"/>
                  </a:lnTo>
                  <a:lnTo>
                    <a:pt x="289026" y="808419"/>
                  </a:lnTo>
                  <a:lnTo>
                    <a:pt x="298834" y="752892"/>
                  </a:lnTo>
                  <a:lnTo>
                    <a:pt x="308387" y="690262"/>
                  </a:lnTo>
                  <a:lnTo>
                    <a:pt x="316727" y="624864"/>
                  </a:lnTo>
                  <a:lnTo>
                    <a:pt x="322896" y="561030"/>
                  </a:lnTo>
                  <a:lnTo>
                    <a:pt x="328294" y="494157"/>
                  </a:lnTo>
                  <a:lnTo>
                    <a:pt x="335299" y="423570"/>
                  </a:lnTo>
                  <a:lnTo>
                    <a:pt x="348593" y="305803"/>
                  </a:lnTo>
                  <a:lnTo>
                    <a:pt x="372863" y="97390"/>
                  </a:lnTo>
                  <a:lnTo>
                    <a:pt x="344587" y="68798"/>
                  </a:lnTo>
                  <a:lnTo>
                    <a:pt x="272925" y="18564"/>
                  </a:lnTo>
                  <a:lnTo>
                    <a:pt x="17762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2" name="object 242" descr=""/>
          <p:cNvGrpSpPr/>
          <p:nvPr/>
        </p:nvGrpSpPr>
        <p:grpSpPr>
          <a:xfrm>
            <a:off x="4279671" y="7337371"/>
            <a:ext cx="718185" cy="1551305"/>
            <a:chOff x="4279671" y="7337371"/>
            <a:chExt cx="718185" cy="1551305"/>
          </a:xfrm>
        </p:grpSpPr>
        <p:sp>
          <p:nvSpPr>
            <p:cNvPr id="243" name="object 243" descr=""/>
            <p:cNvSpPr/>
            <p:nvPr/>
          </p:nvSpPr>
          <p:spPr>
            <a:xfrm>
              <a:off x="4680313" y="7429234"/>
              <a:ext cx="90805" cy="101600"/>
            </a:xfrm>
            <a:custGeom>
              <a:avLst/>
              <a:gdLst/>
              <a:ahLst/>
              <a:cxnLst/>
              <a:rect l="l" t="t" r="r" b="b"/>
              <a:pathLst>
                <a:path w="90804" h="101600">
                  <a:moveTo>
                    <a:pt x="3800" y="0"/>
                  </a:moveTo>
                  <a:lnTo>
                    <a:pt x="0" y="40459"/>
                  </a:lnTo>
                  <a:lnTo>
                    <a:pt x="90311" y="101127"/>
                  </a:lnTo>
                  <a:lnTo>
                    <a:pt x="3800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4" name="object 244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4286145" y="7471081"/>
              <a:ext cx="711385" cy="1417474"/>
            </a:xfrm>
            <a:prstGeom prst="rect">
              <a:avLst/>
            </a:prstGeom>
          </p:spPr>
        </p:pic>
        <p:pic>
          <p:nvPicPr>
            <p:cNvPr id="245" name="object 245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4426189" y="7471082"/>
              <a:ext cx="570389" cy="485043"/>
            </a:xfrm>
            <a:prstGeom prst="rect">
              <a:avLst/>
            </a:prstGeom>
          </p:spPr>
        </p:pic>
        <p:sp>
          <p:nvSpPr>
            <p:cNvPr id="246" name="object 246" descr=""/>
            <p:cNvSpPr/>
            <p:nvPr/>
          </p:nvSpPr>
          <p:spPr>
            <a:xfrm>
              <a:off x="4520136" y="7337371"/>
              <a:ext cx="282575" cy="269875"/>
            </a:xfrm>
            <a:custGeom>
              <a:avLst/>
              <a:gdLst/>
              <a:ahLst/>
              <a:cxnLst/>
              <a:rect l="l" t="t" r="r" b="b"/>
              <a:pathLst>
                <a:path w="282575" h="269875">
                  <a:moveTo>
                    <a:pt x="157461" y="0"/>
                  </a:moveTo>
                  <a:lnTo>
                    <a:pt x="48260" y="14376"/>
                  </a:lnTo>
                  <a:lnTo>
                    <a:pt x="50650" y="76291"/>
                  </a:lnTo>
                  <a:lnTo>
                    <a:pt x="50378" y="109144"/>
                  </a:lnTo>
                  <a:lnTo>
                    <a:pt x="13455" y="140152"/>
                  </a:lnTo>
                  <a:lnTo>
                    <a:pt x="3858" y="140872"/>
                  </a:lnTo>
                  <a:lnTo>
                    <a:pt x="0" y="140843"/>
                  </a:lnTo>
                  <a:lnTo>
                    <a:pt x="13789" y="161482"/>
                  </a:lnTo>
                  <a:lnTo>
                    <a:pt x="44941" y="194423"/>
                  </a:lnTo>
                  <a:lnTo>
                    <a:pt x="94931" y="217113"/>
                  </a:lnTo>
                  <a:lnTo>
                    <a:pt x="175171" y="241793"/>
                  </a:lnTo>
                  <a:lnTo>
                    <a:pt x="249692" y="261620"/>
                  </a:lnTo>
                  <a:lnTo>
                    <a:pt x="282525" y="269750"/>
                  </a:lnTo>
                  <a:lnTo>
                    <a:pt x="253854" y="236221"/>
                  </a:lnTo>
                  <a:lnTo>
                    <a:pt x="224548" y="200486"/>
                  </a:lnTo>
                  <a:lnTo>
                    <a:pt x="191365" y="157635"/>
                  </a:lnTo>
                  <a:lnTo>
                    <a:pt x="169146" y="111682"/>
                  </a:lnTo>
                  <a:lnTo>
                    <a:pt x="158254" y="41363"/>
                  </a:lnTo>
                  <a:lnTo>
                    <a:pt x="157393" y="12021"/>
                  </a:lnTo>
                  <a:lnTo>
                    <a:pt x="157461" y="0"/>
                  </a:lnTo>
                  <a:close/>
                </a:path>
              </a:pathLst>
            </a:custGeom>
            <a:solidFill>
              <a:srgbClr val="A874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4279671" y="7469690"/>
              <a:ext cx="306705" cy="871219"/>
            </a:xfrm>
            <a:custGeom>
              <a:avLst/>
              <a:gdLst/>
              <a:ahLst/>
              <a:cxnLst/>
              <a:rect l="l" t="t" r="r" b="b"/>
              <a:pathLst>
                <a:path w="306704" h="871220">
                  <a:moveTo>
                    <a:pt x="254945" y="0"/>
                  </a:moveTo>
                  <a:lnTo>
                    <a:pt x="205079" y="15633"/>
                  </a:lnTo>
                  <a:lnTo>
                    <a:pt x="168263" y="39655"/>
                  </a:lnTo>
                  <a:lnTo>
                    <a:pt x="142886" y="70596"/>
                  </a:lnTo>
                  <a:lnTo>
                    <a:pt x="127339" y="106986"/>
                  </a:lnTo>
                  <a:lnTo>
                    <a:pt x="120012" y="147355"/>
                  </a:lnTo>
                  <a:lnTo>
                    <a:pt x="119295" y="190231"/>
                  </a:lnTo>
                  <a:lnTo>
                    <a:pt x="123578" y="234145"/>
                  </a:lnTo>
                  <a:lnTo>
                    <a:pt x="131253" y="277626"/>
                  </a:lnTo>
                  <a:lnTo>
                    <a:pt x="140708" y="319205"/>
                  </a:lnTo>
                  <a:lnTo>
                    <a:pt x="150334" y="357411"/>
                  </a:lnTo>
                  <a:lnTo>
                    <a:pt x="158521" y="390773"/>
                  </a:lnTo>
                  <a:lnTo>
                    <a:pt x="163660" y="417821"/>
                  </a:lnTo>
                  <a:lnTo>
                    <a:pt x="164141" y="437086"/>
                  </a:lnTo>
                  <a:lnTo>
                    <a:pt x="155126" y="463405"/>
                  </a:lnTo>
                  <a:lnTo>
                    <a:pt x="137966" y="491714"/>
                  </a:lnTo>
                  <a:lnTo>
                    <a:pt x="115164" y="522858"/>
                  </a:lnTo>
                  <a:lnTo>
                    <a:pt x="89221" y="557679"/>
                  </a:lnTo>
                  <a:lnTo>
                    <a:pt x="62641" y="597021"/>
                  </a:lnTo>
                  <a:lnTo>
                    <a:pt x="37927" y="641727"/>
                  </a:lnTo>
                  <a:lnTo>
                    <a:pt x="17580" y="692641"/>
                  </a:lnTo>
                  <a:lnTo>
                    <a:pt x="4103" y="750607"/>
                  </a:lnTo>
                  <a:lnTo>
                    <a:pt x="0" y="816467"/>
                  </a:lnTo>
                  <a:lnTo>
                    <a:pt x="17196" y="836311"/>
                  </a:lnTo>
                  <a:lnTo>
                    <a:pt x="60479" y="851343"/>
                  </a:lnTo>
                  <a:lnTo>
                    <a:pt x="118754" y="861913"/>
                  </a:lnTo>
                  <a:lnTo>
                    <a:pt x="180926" y="868370"/>
                  </a:lnTo>
                  <a:lnTo>
                    <a:pt x="235902" y="871062"/>
                  </a:lnTo>
                  <a:lnTo>
                    <a:pt x="272588" y="870339"/>
                  </a:lnTo>
                  <a:lnTo>
                    <a:pt x="291527" y="833423"/>
                  </a:lnTo>
                  <a:lnTo>
                    <a:pt x="297714" y="793320"/>
                  </a:lnTo>
                  <a:lnTo>
                    <a:pt x="302061" y="742613"/>
                  </a:lnTo>
                  <a:lnTo>
                    <a:pt x="304829" y="684172"/>
                  </a:lnTo>
                  <a:lnTo>
                    <a:pt x="306278" y="620864"/>
                  </a:lnTo>
                  <a:lnTo>
                    <a:pt x="306670" y="555560"/>
                  </a:lnTo>
                  <a:lnTo>
                    <a:pt x="306265" y="491128"/>
                  </a:lnTo>
                  <a:lnTo>
                    <a:pt x="305324" y="430438"/>
                  </a:lnTo>
                  <a:lnTo>
                    <a:pt x="304108" y="376359"/>
                  </a:lnTo>
                  <a:lnTo>
                    <a:pt x="301896" y="299509"/>
                  </a:lnTo>
                  <a:lnTo>
                    <a:pt x="293261" y="210321"/>
                  </a:lnTo>
                  <a:lnTo>
                    <a:pt x="277266" y="112075"/>
                  </a:lnTo>
                  <a:lnTo>
                    <a:pt x="261848" y="32668"/>
                  </a:lnTo>
                  <a:lnTo>
                    <a:pt x="254945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8" name="object 248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4499444" y="9504846"/>
            <a:ext cx="235333" cy="85125"/>
          </a:xfrm>
          <a:prstGeom prst="rect">
            <a:avLst/>
          </a:prstGeom>
        </p:spPr>
      </p:pic>
      <p:grpSp>
        <p:nvGrpSpPr>
          <p:cNvPr id="249" name="object 249" descr=""/>
          <p:cNvGrpSpPr/>
          <p:nvPr/>
        </p:nvGrpSpPr>
        <p:grpSpPr>
          <a:xfrm>
            <a:off x="4304059" y="7028950"/>
            <a:ext cx="636270" cy="1086485"/>
            <a:chOff x="4304059" y="7028950"/>
            <a:chExt cx="636270" cy="1086485"/>
          </a:xfrm>
        </p:grpSpPr>
        <p:sp>
          <p:nvSpPr>
            <p:cNvPr id="250" name="object 250" descr=""/>
            <p:cNvSpPr/>
            <p:nvPr/>
          </p:nvSpPr>
          <p:spPr>
            <a:xfrm>
              <a:off x="4471522" y="7429234"/>
              <a:ext cx="120014" cy="464184"/>
            </a:xfrm>
            <a:custGeom>
              <a:avLst/>
              <a:gdLst/>
              <a:ahLst/>
              <a:cxnLst/>
              <a:rect l="l" t="t" r="r" b="b"/>
              <a:pathLst>
                <a:path w="120014" h="464184">
                  <a:moveTo>
                    <a:pt x="96216" y="0"/>
                  </a:moveTo>
                  <a:lnTo>
                    <a:pt x="84196" y="8812"/>
                  </a:lnTo>
                  <a:lnTo>
                    <a:pt x="19538" y="53317"/>
                  </a:lnTo>
                  <a:lnTo>
                    <a:pt x="0" y="216024"/>
                  </a:lnTo>
                  <a:lnTo>
                    <a:pt x="76112" y="196999"/>
                  </a:lnTo>
                  <a:lnTo>
                    <a:pt x="18512" y="313215"/>
                  </a:lnTo>
                  <a:lnTo>
                    <a:pt x="113336" y="463902"/>
                  </a:lnTo>
                  <a:lnTo>
                    <a:pt x="119707" y="321991"/>
                  </a:lnTo>
                  <a:lnTo>
                    <a:pt x="118756" y="238876"/>
                  </a:lnTo>
                  <a:lnTo>
                    <a:pt x="107716" y="182326"/>
                  </a:lnTo>
                  <a:lnTo>
                    <a:pt x="83819" y="120111"/>
                  </a:lnTo>
                  <a:lnTo>
                    <a:pt x="71956" y="67869"/>
                  </a:lnTo>
                  <a:lnTo>
                    <a:pt x="77751" y="30300"/>
                  </a:lnTo>
                  <a:lnTo>
                    <a:pt x="89679" y="7609"/>
                  </a:lnTo>
                  <a:lnTo>
                    <a:pt x="96216" y="0"/>
                  </a:lnTo>
                  <a:close/>
                </a:path>
              </a:pathLst>
            </a:custGeom>
            <a:solidFill>
              <a:srgbClr val="2946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4480942" y="7028950"/>
              <a:ext cx="306070" cy="407670"/>
            </a:xfrm>
            <a:custGeom>
              <a:avLst/>
              <a:gdLst/>
              <a:ahLst/>
              <a:cxnLst/>
              <a:rect l="l" t="t" r="r" b="b"/>
              <a:pathLst>
                <a:path w="306070" h="407670">
                  <a:moveTo>
                    <a:pt x="132917" y="0"/>
                  </a:moveTo>
                  <a:lnTo>
                    <a:pt x="125262" y="6357"/>
                  </a:lnTo>
                  <a:lnTo>
                    <a:pt x="113618" y="24004"/>
                  </a:lnTo>
                  <a:lnTo>
                    <a:pt x="87145" y="53462"/>
                  </a:lnTo>
                  <a:lnTo>
                    <a:pt x="35004" y="95253"/>
                  </a:lnTo>
                  <a:lnTo>
                    <a:pt x="8803" y="129932"/>
                  </a:lnTo>
                  <a:lnTo>
                    <a:pt x="0" y="176957"/>
                  </a:lnTo>
                  <a:lnTo>
                    <a:pt x="4373" y="227242"/>
                  </a:lnTo>
                  <a:lnTo>
                    <a:pt x="17706" y="271698"/>
                  </a:lnTo>
                  <a:lnTo>
                    <a:pt x="37975" y="310735"/>
                  </a:lnTo>
                  <a:lnTo>
                    <a:pt x="64394" y="346392"/>
                  </a:lnTo>
                  <a:lnTo>
                    <a:pt x="96347" y="376118"/>
                  </a:lnTo>
                  <a:lnTo>
                    <a:pt x="133219" y="397361"/>
                  </a:lnTo>
                  <a:lnTo>
                    <a:pt x="174395" y="407570"/>
                  </a:lnTo>
                  <a:lnTo>
                    <a:pt x="219259" y="404193"/>
                  </a:lnTo>
                  <a:lnTo>
                    <a:pt x="267196" y="384679"/>
                  </a:lnTo>
                  <a:lnTo>
                    <a:pt x="291463" y="359174"/>
                  </a:lnTo>
                  <a:lnTo>
                    <a:pt x="303353" y="321895"/>
                  </a:lnTo>
                  <a:lnTo>
                    <a:pt x="305611" y="277372"/>
                  </a:lnTo>
                  <a:lnTo>
                    <a:pt x="300980" y="230132"/>
                  </a:lnTo>
                  <a:lnTo>
                    <a:pt x="292206" y="184705"/>
                  </a:lnTo>
                  <a:lnTo>
                    <a:pt x="282033" y="145618"/>
                  </a:lnTo>
                  <a:lnTo>
                    <a:pt x="255724" y="74442"/>
                  </a:lnTo>
                  <a:lnTo>
                    <a:pt x="228758" y="35486"/>
                  </a:lnTo>
                  <a:lnTo>
                    <a:pt x="188775" y="7394"/>
                  </a:lnTo>
                  <a:lnTo>
                    <a:pt x="13291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2" name="object 252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4458722" y="7277247"/>
              <a:ext cx="80133" cy="82323"/>
            </a:xfrm>
            <a:prstGeom prst="rect">
              <a:avLst/>
            </a:prstGeom>
          </p:spPr>
        </p:pic>
        <p:sp>
          <p:nvSpPr>
            <p:cNvPr id="253" name="object 253" descr=""/>
            <p:cNvSpPr/>
            <p:nvPr/>
          </p:nvSpPr>
          <p:spPr>
            <a:xfrm>
              <a:off x="4304059" y="7482550"/>
              <a:ext cx="187325" cy="400050"/>
            </a:xfrm>
            <a:custGeom>
              <a:avLst/>
              <a:gdLst/>
              <a:ahLst/>
              <a:cxnLst/>
              <a:rect l="l" t="t" r="r" b="b"/>
              <a:pathLst>
                <a:path w="187325" h="400050">
                  <a:moveTo>
                    <a:pt x="186999" y="0"/>
                  </a:moveTo>
                  <a:lnTo>
                    <a:pt x="142405" y="12826"/>
                  </a:lnTo>
                  <a:lnTo>
                    <a:pt x="107632" y="28704"/>
                  </a:lnTo>
                  <a:lnTo>
                    <a:pt x="69152" y="77783"/>
                  </a:lnTo>
                  <a:lnTo>
                    <a:pt x="55812" y="121445"/>
                  </a:lnTo>
                  <a:lnTo>
                    <a:pt x="35360" y="212922"/>
                  </a:lnTo>
                  <a:lnTo>
                    <a:pt x="0" y="383401"/>
                  </a:lnTo>
                  <a:lnTo>
                    <a:pt x="186256" y="399600"/>
                  </a:lnTo>
                  <a:lnTo>
                    <a:pt x="155555" y="237867"/>
                  </a:lnTo>
                  <a:lnTo>
                    <a:pt x="186999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4" name="object 254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4314865" y="7867308"/>
              <a:ext cx="176193" cy="199924"/>
            </a:xfrm>
            <a:prstGeom prst="rect">
              <a:avLst/>
            </a:prstGeom>
          </p:spPr>
        </p:pic>
        <p:pic>
          <p:nvPicPr>
            <p:cNvPr id="255" name="object 255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4639400" y="7947802"/>
              <a:ext cx="300517" cy="167419"/>
            </a:xfrm>
            <a:prstGeom prst="rect">
              <a:avLst/>
            </a:prstGeom>
          </p:spPr>
        </p:pic>
        <p:sp>
          <p:nvSpPr>
            <p:cNvPr id="256" name="object 256" descr=""/>
            <p:cNvSpPr/>
            <p:nvPr/>
          </p:nvSpPr>
          <p:spPr>
            <a:xfrm>
              <a:off x="4308523" y="7955421"/>
              <a:ext cx="417195" cy="147320"/>
            </a:xfrm>
            <a:custGeom>
              <a:avLst/>
              <a:gdLst/>
              <a:ahLst/>
              <a:cxnLst/>
              <a:rect l="l" t="t" r="r" b="b"/>
              <a:pathLst>
                <a:path w="417195" h="147320">
                  <a:moveTo>
                    <a:pt x="119836" y="0"/>
                  </a:moveTo>
                  <a:lnTo>
                    <a:pt x="6917" y="64113"/>
                  </a:lnTo>
                  <a:lnTo>
                    <a:pt x="0" y="98119"/>
                  </a:lnTo>
                  <a:lnTo>
                    <a:pt x="6192" y="117649"/>
                  </a:lnTo>
                  <a:lnTo>
                    <a:pt x="33145" y="130078"/>
                  </a:lnTo>
                  <a:lnTo>
                    <a:pt x="88507" y="142780"/>
                  </a:lnTo>
                  <a:lnTo>
                    <a:pt x="180366" y="147241"/>
                  </a:lnTo>
                  <a:lnTo>
                    <a:pt x="288706" y="137168"/>
                  </a:lnTo>
                  <a:lnTo>
                    <a:pt x="379017" y="123270"/>
                  </a:lnTo>
                  <a:lnTo>
                    <a:pt x="416790" y="116258"/>
                  </a:lnTo>
                  <a:lnTo>
                    <a:pt x="411921" y="56689"/>
                  </a:lnTo>
                  <a:lnTo>
                    <a:pt x="11983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7" name="object 257" descr=""/>
          <p:cNvSpPr txBox="1"/>
          <p:nvPr/>
        </p:nvSpPr>
        <p:spPr>
          <a:xfrm>
            <a:off x="732793" y="781072"/>
            <a:ext cx="208915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</a:t>
            </a:r>
            <a:r>
              <a:rPr dirty="0" sz="1950" spc="3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characters</a:t>
            </a:r>
            <a:endParaRPr sz="1950">
              <a:latin typeface="Open Sans"/>
              <a:cs typeface="Open Sans"/>
            </a:endParaRPr>
          </a:p>
        </p:txBody>
      </p:sp>
      <p:sp>
        <p:nvSpPr>
          <p:cNvPr id="258" name="object 258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7861864" y="6654651"/>
            <a:ext cx="3397250" cy="3427729"/>
            <a:chOff x="7861864" y="6654651"/>
            <a:chExt cx="3397250" cy="3427729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1864" y="6654651"/>
              <a:ext cx="3137053" cy="3427248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32442" y="8638522"/>
              <a:ext cx="1029933" cy="39593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9492230" y="8865036"/>
              <a:ext cx="300990" cy="798195"/>
            </a:xfrm>
            <a:custGeom>
              <a:avLst/>
              <a:gdLst/>
              <a:ahLst/>
              <a:cxnLst/>
              <a:rect l="l" t="t" r="r" b="b"/>
              <a:pathLst>
                <a:path w="300990" h="798195">
                  <a:moveTo>
                    <a:pt x="98076" y="0"/>
                  </a:moveTo>
                  <a:lnTo>
                    <a:pt x="65279" y="4183"/>
                  </a:lnTo>
                  <a:lnTo>
                    <a:pt x="40482" y="20340"/>
                  </a:lnTo>
                  <a:lnTo>
                    <a:pt x="30983" y="48345"/>
                  </a:lnTo>
                  <a:lnTo>
                    <a:pt x="33284" y="146648"/>
                  </a:lnTo>
                  <a:lnTo>
                    <a:pt x="34073" y="189066"/>
                  </a:lnTo>
                  <a:lnTo>
                    <a:pt x="34596" y="235348"/>
                  </a:lnTo>
                  <a:lnTo>
                    <a:pt x="34687" y="284919"/>
                  </a:lnTo>
                  <a:lnTo>
                    <a:pt x="34182" y="337204"/>
                  </a:lnTo>
                  <a:lnTo>
                    <a:pt x="32913" y="391626"/>
                  </a:lnTo>
                  <a:lnTo>
                    <a:pt x="30716" y="447609"/>
                  </a:lnTo>
                  <a:lnTo>
                    <a:pt x="27425" y="504577"/>
                  </a:lnTo>
                  <a:lnTo>
                    <a:pt x="22873" y="561955"/>
                  </a:lnTo>
                  <a:lnTo>
                    <a:pt x="16896" y="619166"/>
                  </a:lnTo>
                  <a:lnTo>
                    <a:pt x="9326" y="675635"/>
                  </a:lnTo>
                  <a:lnTo>
                    <a:pt x="0" y="730785"/>
                  </a:lnTo>
                  <a:lnTo>
                    <a:pt x="7732" y="768210"/>
                  </a:lnTo>
                  <a:lnTo>
                    <a:pt x="36637" y="787878"/>
                  </a:lnTo>
                  <a:lnTo>
                    <a:pt x="67945" y="795506"/>
                  </a:lnTo>
                  <a:lnTo>
                    <a:pt x="98316" y="798002"/>
                  </a:lnTo>
                  <a:lnTo>
                    <a:pt x="115597" y="797698"/>
                  </a:lnTo>
                  <a:lnTo>
                    <a:pt x="159062" y="763850"/>
                  </a:lnTo>
                  <a:lnTo>
                    <a:pt x="193112" y="691915"/>
                  </a:lnTo>
                  <a:lnTo>
                    <a:pt x="210205" y="646102"/>
                  </a:lnTo>
                  <a:lnTo>
                    <a:pt x="226860" y="595360"/>
                  </a:lnTo>
                  <a:lnTo>
                    <a:pt x="242712" y="540917"/>
                  </a:lnTo>
                  <a:lnTo>
                    <a:pt x="257399" y="484001"/>
                  </a:lnTo>
                  <a:lnTo>
                    <a:pt x="270556" y="425837"/>
                  </a:lnTo>
                  <a:lnTo>
                    <a:pt x="281821" y="367653"/>
                  </a:lnTo>
                  <a:lnTo>
                    <a:pt x="290830" y="310676"/>
                  </a:lnTo>
                  <a:lnTo>
                    <a:pt x="297219" y="256133"/>
                  </a:lnTo>
                  <a:lnTo>
                    <a:pt x="300626" y="205251"/>
                  </a:lnTo>
                  <a:lnTo>
                    <a:pt x="300687" y="159258"/>
                  </a:lnTo>
                  <a:lnTo>
                    <a:pt x="297038" y="119380"/>
                  </a:lnTo>
                  <a:lnTo>
                    <a:pt x="281447" y="78885"/>
                  </a:lnTo>
                  <a:lnTo>
                    <a:pt x="252860" y="53093"/>
                  </a:lnTo>
                  <a:lnTo>
                    <a:pt x="215522" y="36403"/>
                  </a:lnTo>
                  <a:lnTo>
                    <a:pt x="173679" y="23211"/>
                  </a:lnTo>
                  <a:lnTo>
                    <a:pt x="131577" y="7917"/>
                  </a:lnTo>
                  <a:lnTo>
                    <a:pt x="98076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432871" y="9532820"/>
              <a:ext cx="292735" cy="249554"/>
            </a:xfrm>
            <a:custGeom>
              <a:avLst/>
              <a:gdLst/>
              <a:ahLst/>
              <a:cxnLst/>
              <a:rect l="l" t="t" r="r" b="b"/>
              <a:pathLst>
                <a:path w="292734" h="249554">
                  <a:moveTo>
                    <a:pt x="288085" y="0"/>
                  </a:moveTo>
                  <a:lnTo>
                    <a:pt x="196967" y="7193"/>
                  </a:lnTo>
                  <a:lnTo>
                    <a:pt x="197275" y="21950"/>
                  </a:lnTo>
                  <a:lnTo>
                    <a:pt x="195655" y="56295"/>
                  </a:lnTo>
                  <a:lnTo>
                    <a:pt x="188287" y="95342"/>
                  </a:lnTo>
                  <a:lnTo>
                    <a:pt x="125883" y="163730"/>
                  </a:lnTo>
                  <a:lnTo>
                    <a:pt x="75809" y="191774"/>
                  </a:lnTo>
                  <a:lnTo>
                    <a:pt x="38234" y="202373"/>
                  </a:lnTo>
                  <a:lnTo>
                    <a:pt x="17468" y="208945"/>
                  </a:lnTo>
                  <a:lnTo>
                    <a:pt x="3695" y="215295"/>
                  </a:lnTo>
                  <a:lnTo>
                    <a:pt x="0" y="221563"/>
                  </a:lnTo>
                  <a:lnTo>
                    <a:pt x="6815" y="230302"/>
                  </a:lnTo>
                  <a:lnTo>
                    <a:pt x="23344" y="240079"/>
                  </a:lnTo>
                  <a:lnTo>
                    <a:pt x="51724" y="247488"/>
                  </a:lnTo>
                  <a:lnTo>
                    <a:pt x="94091" y="249123"/>
                  </a:lnTo>
                  <a:lnTo>
                    <a:pt x="131397" y="245529"/>
                  </a:lnTo>
                  <a:lnTo>
                    <a:pt x="151960" y="241012"/>
                  </a:lnTo>
                  <a:lnTo>
                    <a:pt x="168982" y="237828"/>
                  </a:lnTo>
                  <a:lnTo>
                    <a:pt x="195669" y="238233"/>
                  </a:lnTo>
                  <a:lnTo>
                    <a:pt x="229943" y="239759"/>
                  </a:lnTo>
                  <a:lnTo>
                    <a:pt x="258739" y="237058"/>
                  </a:lnTo>
                  <a:lnTo>
                    <a:pt x="278777" y="228023"/>
                  </a:lnTo>
                  <a:lnTo>
                    <a:pt x="286776" y="210548"/>
                  </a:lnTo>
                  <a:lnTo>
                    <a:pt x="286626" y="202697"/>
                  </a:lnTo>
                  <a:lnTo>
                    <a:pt x="285704" y="194931"/>
                  </a:lnTo>
                  <a:lnTo>
                    <a:pt x="284266" y="187251"/>
                  </a:lnTo>
                  <a:lnTo>
                    <a:pt x="279503" y="164867"/>
                  </a:lnTo>
                  <a:lnTo>
                    <a:pt x="277555" y="148872"/>
                  </a:lnTo>
                  <a:lnTo>
                    <a:pt x="277883" y="132590"/>
                  </a:lnTo>
                  <a:lnTo>
                    <a:pt x="281645" y="116938"/>
                  </a:lnTo>
                  <a:lnTo>
                    <a:pt x="289226" y="95934"/>
                  </a:lnTo>
                  <a:lnTo>
                    <a:pt x="292424" y="76751"/>
                  </a:lnTo>
                  <a:lnTo>
                    <a:pt x="291842" y="48427"/>
                  </a:lnTo>
                  <a:lnTo>
                    <a:pt x="288085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432880" y="9712474"/>
              <a:ext cx="287020" cy="69850"/>
            </a:xfrm>
            <a:custGeom>
              <a:avLst/>
              <a:gdLst/>
              <a:ahLst/>
              <a:cxnLst/>
              <a:rect l="l" t="t" r="r" b="b"/>
              <a:pathLst>
                <a:path w="287020" h="69850">
                  <a:moveTo>
                    <a:pt x="282567" y="0"/>
                  </a:moveTo>
                  <a:lnTo>
                    <a:pt x="256997" y="5802"/>
                  </a:lnTo>
                  <a:lnTo>
                    <a:pt x="227449" y="14728"/>
                  </a:lnTo>
                  <a:lnTo>
                    <a:pt x="195304" y="23955"/>
                  </a:lnTo>
                  <a:lnTo>
                    <a:pt x="161942" y="30658"/>
                  </a:lnTo>
                  <a:lnTo>
                    <a:pt x="129562" y="34588"/>
                  </a:lnTo>
                  <a:lnTo>
                    <a:pt x="108496" y="34413"/>
                  </a:lnTo>
                  <a:lnTo>
                    <a:pt x="89500" y="28799"/>
                  </a:lnTo>
                  <a:lnTo>
                    <a:pt x="63327" y="16407"/>
                  </a:lnTo>
                  <a:lnTo>
                    <a:pt x="62898" y="15790"/>
                  </a:lnTo>
                  <a:lnTo>
                    <a:pt x="38223" y="22718"/>
                  </a:lnTo>
                  <a:lnTo>
                    <a:pt x="17458" y="29288"/>
                  </a:lnTo>
                  <a:lnTo>
                    <a:pt x="3689" y="35640"/>
                  </a:lnTo>
                  <a:lnTo>
                    <a:pt x="0" y="41914"/>
                  </a:lnTo>
                  <a:lnTo>
                    <a:pt x="6809" y="50647"/>
                  </a:lnTo>
                  <a:lnTo>
                    <a:pt x="23336" y="60422"/>
                  </a:lnTo>
                  <a:lnTo>
                    <a:pt x="51718" y="67833"/>
                  </a:lnTo>
                  <a:lnTo>
                    <a:pt x="94091" y="69474"/>
                  </a:lnTo>
                  <a:lnTo>
                    <a:pt x="131391" y="65876"/>
                  </a:lnTo>
                  <a:lnTo>
                    <a:pt x="151950" y="61358"/>
                  </a:lnTo>
                  <a:lnTo>
                    <a:pt x="168972" y="58173"/>
                  </a:lnTo>
                  <a:lnTo>
                    <a:pt x="195658" y="58574"/>
                  </a:lnTo>
                  <a:lnTo>
                    <a:pt x="229933" y="60105"/>
                  </a:lnTo>
                  <a:lnTo>
                    <a:pt x="258729" y="57406"/>
                  </a:lnTo>
                  <a:lnTo>
                    <a:pt x="278766" y="48369"/>
                  </a:lnTo>
                  <a:lnTo>
                    <a:pt x="286766" y="30889"/>
                  </a:lnTo>
                  <a:lnTo>
                    <a:pt x="286616" y="23044"/>
                  </a:lnTo>
                  <a:lnTo>
                    <a:pt x="285695" y="15279"/>
                  </a:lnTo>
                  <a:lnTo>
                    <a:pt x="284259" y="7597"/>
                  </a:lnTo>
                  <a:lnTo>
                    <a:pt x="282567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294656" y="9764615"/>
              <a:ext cx="642620" cy="55244"/>
            </a:xfrm>
            <a:custGeom>
              <a:avLst/>
              <a:gdLst/>
              <a:ahLst/>
              <a:cxnLst/>
              <a:rect l="l" t="t" r="r" b="b"/>
              <a:pathLst>
                <a:path w="642620" h="55245">
                  <a:moveTo>
                    <a:pt x="167" y="0"/>
                  </a:moveTo>
                  <a:lnTo>
                    <a:pt x="0" y="52940"/>
                  </a:lnTo>
                  <a:lnTo>
                    <a:pt x="642367" y="55045"/>
                  </a:lnTo>
                  <a:lnTo>
                    <a:pt x="642535" y="2104"/>
                  </a:lnTo>
                  <a:lnTo>
                    <a:pt x="167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75666" y="8638773"/>
              <a:ext cx="1065407" cy="105818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0948836" y="7901044"/>
              <a:ext cx="296545" cy="168910"/>
            </a:xfrm>
            <a:custGeom>
              <a:avLst/>
              <a:gdLst/>
              <a:ahLst/>
              <a:cxnLst/>
              <a:rect l="l" t="t" r="r" b="b"/>
              <a:pathLst>
                <a:path w="296545" h="168909">
                  <a:moveTo>
                    <a:pt x="72475" y="0"/>
                  </a:moveTo>
                  <a:lnTo>
                    <a:pt x="66465" y="3863"/>
                  </a:lnTo>
                  <a:lnTo>
                    <a:pt x="1598" y="144225"/>
                  </a:lnTo>
                  <a:lnTo>
                    <a:pt x="0" y="150876"/>
                  </a:lnTo>
                  <a:lnTo>
                    <a:pt x="998" y="157407"/>
                  </a:lnTo>
                  <a:lnTo>
                    <a:pt x="23273" y="168822"/>
                  </a:lnTo>
                  <a:lnTo>
                    <a:pt x="29398" y="165157"/>
                  </a:lnTo>
                  <a:lnTo>
                    <a:pt x="89763" y="34543"/>
                  </a:lnTo>
                  <a:lnTo>
                    <a:pt x="288416" y="35192"/>
                  </a:lnTo>
                  <a:lnTo>
                    <a:pt x="296039" y="27496"/>
                  </a:lnTo>
                  <a:lnTo>
                    <a:pt x="296102" y="8450"/>
                  </a:lnTo>
                  <a:lnTo>
                    <a:pt x="288532" y="712"/>
                  </a:lnTo>
                  <a:lnTo>
                    <a:pt x="72475" y="0"/>
                  </a:lnTo>
                  <a:close/>
                </a:path>
              </a:pathLst>
            </a:custGeom>
            <a:solidFill>
              <a:srgbClr val="08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1062027" y="7892374"/>
              <a:ext cx="196850" cy="52705"/>
            </a:xfrm>
            <a:custGeom>
              <a:avLst/>
              <a:gdLst/>
              <a:ahLst/>
              <a:cxnLst/>
              <a:rect l="l" t="t" r="r" b="b"/>
              <a:pathLst>
                <a:path w="196850" h="52704">
                  <a:moveTo>
                    <a:pt x="25716" y="0"/>
                  </a:moveTo>
                  <a:lnTo>
                    <a:pt x="15753" y="2027"/>
                  </a:lnTo>
                  <a:lnTo>
                    <a:pt x="7584" y="7603"/>
                  </a:lnTo>
                  <a:lnTo>
                    <a:pt x="2052" y="15874"/>
                  </a:lnTo>
                  <a:lnTo>
                    <a:pt x="0" y="25988"/>
                  </a:lnTo>
                  <a:lnTo>
                    <a:pt x="1986" y="36115"/>
                  </a:lnTo>
                  <a:lnTo>
                    <a:pt x="7465" y="44421"/>
                  </a:lnTo>
                  <a:lnTo>
                    <a:pt x="15599" y="50047"/>
                  </a:lnTo>
                  <a:lnTo>
                    <a:pt x="25548" y="52134"/>
                  </a:lnTo>
                  <a:lnTo>
                    <a:pt x="170979" y="52605"/>
                  </a:lnTo>
                  <a:lnTo>
                    <a:pt x="180941" y="50584"/>
                  </a:lnTo>
                  <a:lnTo>
                    <a:pt x="189112" y="45011"/>
                  </a:lnTo>
                  <a:lnTo>
                    <a:pt x="194647" y="36741"/>
                  </a:lnTo>
                  <a:lnTo>
                    <a:pt x="196706" y="26627"/>
                  </a:lnTo>
                  <a:lnTo>
                    <a:pt x="194713" y="16500"/>
                  </a:lnTo>
                  <a:lnTo>
                    <a:pt x="189231" y="8194"/>
                  </a:lnTo>
                  <a:lnTo>
                    <a:pt x="181096" y="2568"/>
                  </a:lnTo>
                  <a:lnTo>
                    <a:pt x="171146" y="481"/>
                  </a:lnTo>
                  <a:lnTo>
                    <a:pt x="25716" y="0"/>
                  </a:lnTo>
                  <a:close/>
                </a:path>
              </a:pathLst>
            </a:custGeom>
            <a:solidFill>
              <a:srgbClr val="85BC4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42439" y="7399972"/>
              <a:ext cx="1758721" cy="2676287"/>
            </a:xfrm>
            <a:prstGeom prst="rect">
              <a:avLst/>
            </a:prstGeom>
          </p:spPr>
        </p:pic>
      </p:grpSp>
      <p:pic>
        <p:nvPicPr>
          <p:cNvPr id="13" name="object 13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432682" y="2516823"/>
            <a:ext cx="3711362" cy="3241720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1776561" y="3775068"/>
            <a:ext cx="648335" cy="1873250"/>
            <a:chOff x="1776561" y="3775068"/>
            <a:chExt cx="648335" cy="1873250"/>
          </a:xfrm>
        </p:grpSpPr>
        <p:sp>
          <p:nvSpPr>
            <p:cNvPr id="15" name="object 15" descr=""/>
            <p:cNvSpPr/>
            <p:nvPr/>
          </p:nvSpPr>
          <p:spPr>
            <a:xfrm>
              <a:off x="2040980" y="5368008"/>
              <a:ext cx="372745" cy="280670"/>
            </a:xfrm>
            <a:custGeom>
              <a:avLst/>
              <a:gdLst/>
              <a:ahLst/>
              <a:cxnLst/>
              <a:rect l="l" t="t" r="r" b="b"/>
              <a:pathLst>
                <a:path w="372744" h="280670">
                  <a:moveTo>
                    <a:pt x="129071" y="0"/>
                  </a:moveTo>
                  <a:lnTo>
                    <a:pt x="81357" y="4121"/>
                  </a:lnTo>
                  <a:lnTo>
                    <a:pt x="33527" y="13728"/>
                  </a:lnTo>
                  <a:lnTo>
                    <a:pt x="11693" y="27034"/>
                  </a:lnTo>
                  <a:lnTo>
                    <a:pt x="12764" y="54513"/>
                  </a:lnTo>
                  <a:lnTo>
                    <a:pt x="14855" y="90130"/>
                  </a:lnTo>
                  <a:lnTo>
                    <a:pt x="15642" y="126633"/>
                  </a:lnTo>
                  <a:lnTo>
                    <a:pt x="12803" y="156768"/>
                  </a:lnTo>
                  <a:lnTo>
                    <a:pt x="10604" y="166171"/>
                  </a:lnTo>
                  <a:lnTo>
                    <a:pt x="9305" y="170538"/>
                  </a:lnTo>
                  <a:lnTo>
                    <a:pt x="886" y="209350"/>
                  </a:lnTo>
                  <a:lnTo>
                    <a:pt x="6334" y="265553"/>
                  </a:lnTo>
                  <a:lnTo>
                    <a:pt x="77089" y="280111"/>
                  </a:lnTo>
                  <a:lnTo>
                    <a:pt x="128912" y="279291"/>
                  </a:lnTo>
                  <a:lnTo>
                    <a:pt x="188284" y="277674"/>
                  </a:lnTo>
                  <a:lnTo>
                    <a:pt x="249335" y="275607"/>
                  </a:lnTo>
                  <a:lnTo>
                    <a:pt x="352991" y="271508"/>
                  </a:lnTo>
                  <a:lnTo>
                    <a:pt x="372715" y="245675"/>
                  </a:lnTo>
                  <a:lnTo>
                    <a:pt x="366237" y="234577"/>
                  </a:lnTo>
                  <a:lnTo>
                    <a:pt x="316198" y="202682"/>
                  </a:lnTo>
                  <a:lnTo>
                    <a:pt x="278559" y="190355"/>
                  </a:lnTo>
                  <a:lnTo>
                    <a:pt x="231205" y="183249"/>
                  </a:lnTo>
                  <a:lnTo>
                    <a:pt x="207309" y="180279"/>
                  </a:lnTo>
                  <a:lnTo>
                    <a:pt x="183557" y="174718"/>
                  </a:lnTo>
                  <a:lnTo>
                    <a:pt x="163386" y="166569"/>
                  </a:lnTo>
                  <a:lnTo>
                    <a:pt x="150233" y="155836"/>
                  </a:lnTo>
                  <a:lnTo>
                    <a:pt x="143296" y="128944"/>
                  </a:lnTo>
                  <a:lnTo>
                    <a:pt x="143665" y="88230"/>
                  </a:lnTo>
                  <a:lnTo>
                    <a:pt x="150558" y="3150"/>
                  </a:lnTo>
                  <a:lnTo>
                    <a:pt x="129071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040980" y="5507552"/>
              <a:ext cx="384175" cy="140970"/>
            </a:xfrm>
            <a:custGeom>
              <a:avLst/>
              <a:gdLst/>
              <a:ahLst/>
              <a:cxnLst/>
              <a:rect l="l" t="t" r="r" b="b"/>
              <a:pathLst>
                <a:path w="384175" h="140970">
                  <a:moveTo>
                    <a:pt x="162495" y="0"/>
                  </a:moveTo>
                  <a:lnTo>
                    <a:pt x="140562" y="4180"/>
                  </a:lnTo>
                  <a:lnTo>
                    <a:pt x="122920" y="13029"/>
                  </a:lnTo>
                  <a:lnTo>
                    <a:pt x="111379" y="26762"/>
                  </a:lnTo>
                  <a:lnTo>
                    <a:pt x="107753" y="45590"/>
                  </a:lnTo>
                  <a:lnTo>
                    <a:pt x="99218" y="55451"/>
                  </a:lnTo>
                  <a:lnTo>
                    <a:pt x="76522" y="56894"/>
                  </a:lnTo>
                  <a:lnTo>
                    <a:pt x="45704" y="45594"/>
                  </a:lnTo>
                  <a:lnTo>
                    <a:pt x="12803" y="17224"/>
                  </a:lnTo>
                  <a:lnTo>
                    <a:pt x="10604" y="26627"/>
                  </a:lnTo>
                  <a:lnTo>
                    <a:pt x="9305" y="30993"/>
                  </a:lnTo>
                  <a:lnTo>
                    <a:pt x="886" y="69806"/>
                  </a:lnTo>
                  <a:lnTo>
                    <a:pt x="0" y="102305"/>
                  </a:lnTo>
                  <a:lnTo>
                    <a:pt x="6334" y="126009"/>
                  </a:lnTo>
                  <a:lnTo>
                    <a:pt x="19577" y="138435"/>
                  </a:lnTo>
                  <a:lnTo>
                    <a:pt x="41218" y="140326"/>
                  </a:lnTo>
                  <a:lnTo>
                    <a:pt x="84906" y="140505"/>
                  </a:lnTo>
                  <a:lnTo>
                    <a:pt x="143190" y="139409"/>
                  </a:lnTo>
                  <a:lnTo>
                    <a:pt x="208615" y="137480"/>
                  </a:lnTo>
                  <a:lnTo>
                    <a:pt x="273728" y="135156"/>
                  </a:lnTo>
                  <a:lnTo>
                    <a:pt x="373200" y="131085"/>
                  </a:lnTo>
                  <a:lnTo>
                    <a:pt x="383765" y="118564"/>
                  </a:lnTo>
                  <a:lnTo>
                    <a:pt x="381891" y="112059"/>
                  </a:lnTo>
                  <a:lnTo>
                    <a:pt x="335389" y="62128"/>
                  </a:lnTo>
                  <a:lnTo>
                    <a:pt x="292163" y="41045"/>
                  </a:lnTo>
                  <a:lnTo>
                    <a:pt x="233309" y="29601"/>
                  </a:lnTo>
                  <a:lnTo>
                    <a:pt x="210999" y="26293"/>
                  </a:lnTo>
                  <a:lnTo>
                    <a:pt x="190736" y="19979"/>
                  </a:lnTo>
                  <a:lnTo>
                    <a:pt x="174056" y="11076"/>
                  </a:lnTo>
                  <a:lnTo>
                    <a:pt x="162495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76563" y="3775068"/>
              <a:ext cx="549093" cy="1667279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776561" y="3942310"/>
              <a:ext cx="340360" cy="1500505"/>
            </a:xfrm>
            <a:custGeom>
              <a:avLst/>
              <a:gdLst/>
              <a:ahLst/>
              <a:cxnLst/>
              <a:rect l="l" t="t" r="r" b="b"/>
              <a:pathLst>
                <a:path w="340360" h="1500504">
                  <a:moveTo>
                    <a:pt x="0" y="0"/>
                  </a:moveTo>
                  <a:lnTo>
                    <a:pt x="3978" y="180465"/>
                  </a:lnTo>
                  <a:lnTo>
                    <a:pt x="142522" y="421502"/>
                  </a:lnTo>
                  <a:lnTo>
                    <a:pt x="216560" y="554616"/>
                  </a:lnTo>
                  <a:lnTo>
                    <a:pt x="251160" y="627300"/>
                  </a:lnTo>
                  <a:lnTo>
                    <a:pt x="271394" y="687047"/>
                  </a:lnTo>
                  <a:lnTo>
                    <a:pt x="282781" y="852948"/>
                  </a:lnTo>
                  <a:lnTo>
                    <a:pt x="280011" y="1128091"/>
                  </a:lnTo>
                  <a:lnTo>
                    <a:pt x="271891" y="1385957"/>
                  </a:lnTo>
                  <a:lnTo>
                    <a:pt x="267227" y="1500027"/>
                  </a:lnTo>
                  <a:lnTo>
                    <a:pt x="313938" y="1499001"/>
                  </a:lnTo>
                  <a:lnTo>
                    <a:pt x="339759" y="845105"/>
                  </a:lnTo>
                  <a:lnTo>
                    <a:pt x="340321" y="795000"/>
                  </a:lnTo>
                  <a:lnTo>
                    <a:pt x="338041" y="744993"/>
                  </a:lnTo>
                  <a:lnTo>
                    <a:pt x="332929" y="695213"/>
                  </a:lnTo>
                  <a:lnTo>
                    <a:pt x="324993" y="645789"/>
                  </a:lnTo>
                  <a:lnTo>
                    <a:pt x="314241" y="596850"/>
                  </a:lnTo>
                  <a:lnTo>
                    <a:pt x="224367" y="288968"/>
                  </a:lnTo>
                  <a:lnTo>
                    <a:pt x="151338" y="110801"/>
                  </a:lnTo>
                  <a:lnTo>
                    <a:pt x="102288" y="28629"/>
                  </a:lnTo>
                  <a:lnTo>
                    <a:pt x="84353" y="8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5BB24">
                <a:alpha val="28997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766459" y="3762398"/>
            <a:ext cx="1283335" cy="1290320"/>
            <a:chOff x="766459" y="3762398"/>
            <a:chExt cx="1283335" cy="1290320"/>
          </a:xfrm>
        </p:grpSpPr>
        <p:sp>
          <p:nvSpPr>
            <p:cNvPr id="20" name="object 20" descr=""/>
            <p:cNvSpPr/>
            <p:nvPr/>
          </p:nvSpPr>
          <p:spPr>
            <a:xfrm>
              <a:off x="766459" y="4618312"/>
              <a:ext cx="266700" cy="421640"/>
            </a:xfrm>
            <a:custGeom>
              <a:avLst/>
              <a:gdLst/>
              <a:ahLst/>
              <a:cxnLst/>
              <a:rect l="l" t="t" r="r" b="b"/>
              <a:pathLst>
                <a:path w="266700" h="421639">
                  <a:moveTo>
                    <a:pt x="38342" y="0"/>
                  </a:moveTo>
                  <a:lnTo>
                    <a:pt x="13971" y="7771"/>
                  </a:lnTo>
                  <a:lnTo>
                    <a:pt x="1426" y="23062"/>
                  </a:lnTo>
                  <a:lnTo>
                    <a:pt x="0" y="44714"/>
                  </a:lnTo>
                  <a:lnTo>
                    <a:pt x="568" y="88136"/>
                  </a:lnTo>
                  <a:lnTo>
                    <a:pt x="2634" y="146701"/>
                  </a:lnTo>
                  <a:lnTo>
                    <a:pt x="5702" y="213781"/>
                  </a:lnTo>
                  <a:lnTo>
                    <a:pt x="9275" y="282746"/>
                  </a:lnTo>
                  <a:lnTo>
                    <a:pt x="15949" y="399825"/>
                  </a:lnTo>
                  <a:lnTo>
                    <a:pt x="43134" y="421467"/>
                  </a:lnTo>
                  <a:lnTo>
                    <a:pt x="54461" y="413856"/>
                  </a:lnTo>
                  <a:lnTo>
                    <a:pt x="70986" y="389538"/>
                  </a:lnTo>
                  <a:lnTo>
                    <a:pt x="86285" y="356470"/>
                  </a:lnTo>
                  <a:lnTo>
                    <a:pt x="98155" y="313602"/>
                  </a:lnTo>
                  <a:lnTo>
                    <a:pt x="104397" y="259882"/>
                  </a:lnTo>
                  <a:lnTo>
                    <a:pt x="107412" y="236840"/>
                  </a:lnTo>
                  <a:lnTo>
                    <a:pt x="131715" y="190659"/>
                  </a:lnTo>
                  <a:lnTo>
                    <a:pt x="164829" y="158754"/>
                  </a:lnTo>
                  <a:lnTo>
                    <a:pt x="186943" y="151527"/>
                  </a:lnTo>
                  <a:lnTo>
                    <a:pt x="217747" y="160611"/>
                  </a:lnTo>
                  <a:lnTo>
                    <a:pt x="236225" y="151676"/>
                  </a:lnTo>
                  <a:lnTo>
                    <a:pt x="246216" y="126157"/>
                  </a:lnTo>
                  <a:lnTo>
                    <a:pt x="259012" y="76929"/>
                  </a:lnTo>
                  <a:lnTo>
                    <a:pt x="266567" y="29084"/>
                  </a:lnTo>
                  <a:lnTo>
                    <a:pt x="260832" y="7711"/>
                  </a:lnTo>
                  <a:lnTo>
                    <a:pt x="232434" y="9628"/>
                  </a:lnTo>
                  <a:lnTo>
                    <a:pt x="195636" y="12906"/>
                  </a:lnTo>
                  <a:lnTo>
                    <a:pt x="157890" y="14734"/>
                  </a:lnTo>
                  <a:lnTo>
                    <a:pt x="126647" y="12298"/>
                  </a:lnTo>
                  <a:lnTo>
                    <a:pt x="116878" y="10046"/>
                  </a:lnTo>
                  <a:lnTo>
                    <a:pt x="112334" y="8696"/>
                  </a:lnTo>
                  <a:lnTo>
                    <a:pt x="71982" y="168"/>
                  </a:lnTo>
                  <a:lnTo>
                    <a:pt x="38342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66482" y="4618312"/>
              <a:ext cx="148590" cy="434340"/>
            </a:xfrm>
            <a:custGeom>
              <a:avLst/>
              <a:gdLst/>
              <a:ahLst/>
              <a:cxnLst/>
              <a:rect l="l" t="t" r="r" b="b"/>
              <a:pathLst>
                <a:path w="148590" h="434339">
                  <a:moveTo>
                    <a:pt x="38319" y="0"/>
                  </a:moveTo>
                  <a:lnTo>
                    <a:pt x="13948" y="7771"/>
                  </a:lnTo>
                  <a:lnTo>
                    <a:pt x="1403" y="23062"/>
                  </a:lnTo>
                  <a:lnTo>
                    <a:pt x="0" y="42978"/>
                  </a:lnTo>
                  <a:lnTo>
                    <a:pt x="409" y="82750"/>
                  </a:lnTo>
                  <a:lnTo>
                    <a:pt x="2208" y="136741"/>
                  </a:lnTo>
                  <a:lnTo>
                    <a:pt x="4977" y="199313"/>
                  </a:lnTo>
                  <a:lnTo>
                    <a:pt x="8294" y="264828"/>
                  </a:lnTo>
                  <a:lnTo>
                    <a:pt x="14881" y="382135"/>
                  </a:lnTo>
                  <a:lnTo>
                    <a:pt x="17308" y="422652"/>
                  </a:lnTo>
                  <a:lnTo>
                    <a:pt x="30507" y="434271"/>
                  </a:lnTo>
                  <a:lnTo>
                    <a:pt x="37192" y="431981"/>
                  </a:lnTo>
                  <a:lnTo>
                    <a:pt x="87752" y="378135"/>
                  </a:lnTo>
                  <a:lnTo>
                    <a:pt x="108547" y="328732"/>
                  </a:lnTo>
                  <a:lnTo>
                    <a:pt x="119001" y="261903"/>
                  </a:lnTo>
                  <a:lnTo>
                    <a:pt x="121900" y="236594"/>
                  </a:lnTo>
                  <a:lnTo>
                    <a:pt x="127959" y="213523"/>
                  </a:lnTo>
                  <a:lnTo>
                    <a:pt x="136783" y="194435"/>
                  </a:lnTo>
                  <a:lnTo>
                    <a:pt x="147974" y="181078"/>
                  </a:lnTo>
                  <a:lnTo>
                    <a:pt x="143127" y="156394"/>
                  </a:lnTo>
                  <a:lnTo>
                    <a:pt x="133553" y="136677"/>
                  </a:lnTo>
                  <a:lnTo>
                    <a:pt x="119076" y="123983"/>
                  </a:lnTo>
                  <a:lnTo>
                    <a:pt x="99515" y="120368"/>
                  </a:lnTo>
                  <a:lnTo>
                    <a:pt x="89113" y="110969"/>
                  </a:lnTo>
                  <a:lnTo>
                    <a:pt x="87087" y="85349"/>
                  </a:lnTo>
                  <a:lnTo>
                    <a:pt x="98053" y="50221"/>
                  </a:lnTo>
                  <a:lnTo>
                    <a:pt x="126624" y="12298"/>
                  </a:lnTo>
                  <a:lnTo>
                    <a:pt x="116855" y="10046"/>
                  </a:lnTo>
                  <a:lnTo>
                    <a:pt x="112310" y="8696"/>
                  </a:lnTo>
                  <a:lnTo>
                    <a:pt x="71959" y="168"/>
                  </a:lnTo>
                  <a:lnTo>
                    <a:pt x="38319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651" y="3762398"/>
              <a:ext cx="1084940" cy="1019267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1497449" y="2682732"/>
            <a:ext cx="1218565" cy="1308100"/>
            <a:chOff x="1497449" y="2682732"/>
            <a:chExt cx="1218565" cy="1308100"/>
          </a:xfrm>
        </p:grpSpPr>
        <p:sp>
          <p:nvSpPr>
            <p:cNvPr id="24" name="object 24" descr=""/>
            <p:cNvSpPr/>
            <p:nvPr/>
          </p:nvSpPr>
          <p:spPr>
            <a:xfrm>
              <a:off x="2122635" y="3501014"/>
              <a:ext cx="593725" cy="225425"/>
            </a:xfrm>
            <a:custGeom>
              <a:avLst/>
              <a:gdLst/>
              <a:ahLst/>
              <a:cxnLst/>
              <a:rect l="l" t="t" r="r" b="b"/>
              <a:pathLst>
                <a:path w="593725" h="225425">
                  <a:moveTo>
                    <a:pt x="576862" y="0"/>
                  </a:moveTo>
                  <a:lnTo>
                    <a:pt x="359092" y="76788"/>
                  </a:lnTo>
                  <a:lnTo>
                    <a:pt x="244110" y="114573"/>
                  </a:lnTo>
                  <a:lnTo>
                    <a:pt x="193764" y="124324"/>
                  </a:lnTo>
                  <a:lnTo>
                    <a:pt x="169900" y="117012"/>
                  </a:lnTo>
                  <a:lnTo>
                    <a:pt x="148196" y="93117"/>
                  </a:lnTo>
                  <a:lnTo>
                    <a:pt x="130798" y="56402"/>
                  </a:lnTo>
                  <a:lnTo>
                    <a:pt x="119237" y="22737"/>
                  </a:lnTo>
                  <a:lnTo>
                    <a:pt x="115043" y="7989"/>
                  </a:lnTo>
                  <a:lnTo>
                    <a:pt x="0" y="87693"/>
                  </a:lnTo>
                  <a:lnTo>
                    <a:pt x="35271" y="164675"/>
                  </a:lnTo>
                  <a:lnTo>
                    <a:pt x="59578" y="204679"/>
                  </a:lnTo>
                  <a:lnTo>
                    <a:pt x="84211" y="220613"/>
                  </a:lnTo>
                  <a:lnTo>
                    <a:pt x="120467" y="225385"/>
                  </a:lnTo>
                  <a:lnTo>
                    <a:pt x="220099" y="204923"/>
                  </a:lnTo>
                  <a:lnTo>
                    <a:pt x="379710" y="155372"/>
                  </a:lnTo>
                  <a:lnTo>
                    <a:pt x="527864" y="104949"/>
                  </a:lnTo>
                  <a:lnTo>
                    <a:pt x="593123" y="81871"/>
                  </a:lnTo>
                  <a:lnTo>
                    <a:pt x="576862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497449" y="2890737"/>
              <a:ext cx="740410" cy="1099820"/>
            </a:xfrm>
            <a:custGeom>
              <a:avLst/>
              <a:gdLst/>
              <a:ahLst/>
              <a:cxnLst/>
              <a:rect l="l" t="t" r="r" b="b"/>
              <a:pathLst>
                <a:path w="740410" h="1099820">
                  <a:moveTo>
                    <a:pt x="328584" y="0"/>
                  </a:moveTo>
                  <a:lnTo>
                    <a:pt x="171874" y="33666"/>
                  </a:lnTo>
                  <a:lnTo>
                    <a:pt x="87531" y="54936"/>
                  </a:lnTo>
                  <a:lnTo>
                    <a:pt x="46659" y="72856"/>
                  </a:lnTo>
                  <a:lnTo>
                    <a:pt x="5739" y="121148"/>
                  </a:lnTo>
                  <a:lnTo>
                    <a:pt x="0" y="154026"/>
                  </a:lnTo>
                  <a:lnTo>
                    <a:pt x="1705" y="193728"/>
                  </a:lnTo>
                  <a:lnTo>
                    <a:pt x="9414" y="238882"/>
                  </a:lnTo>
                  <a:lnTo>
                    <a:pt x="21689" y="288117"/>
                  </a:lnTo>
                  <a:lnTo>
                    <a:pt x="37088" y="340060"/>
                  </a:lnTo>
                  <a:lnTo>
                    <a:pt x="54171" y="393339"/>
                  </a:lnTo>
                  <a:lnTo>
                    <a:pt x="71499" y="446583"/>
                  </a:lnTo>
                  <a:lnTo>
                    <a:pt x="87631" y="498419"/>
                  </a:lnTo>
                  <a:lnTo>
                    <a:pt x="101128" y="547475"/>
                  </a:lnTo>
                  <a:lnTo>
                    <a:pt x="110549" y="592380"/>
                  </a:lnTo>
                  <a:lnTo>
                    <a:pt x="114455" y="631760"/>
                  </a:lnTo>
                  <a:lnTo>
                    <a:pt x="103335" y="741713"/>
                  </a:lnTo>
                  <a:lnTo>
                    <a:pt x="76269" y="842579"/>
                  </a:lnTo>
                  <a:lnTo>
                    <a:pt x="48701" y="916324"/>
                  </a:lnTo>
                  <a:lnTo>
                    <a:pt x="36080" y="944913"/>
                  </a:lnTo>
                  <a:lnTo>
                    <a:pt x="252232" y="1045110"/>
                  </a:lnTo>
                  <a:lnTo>
                    <a:pt x="395589" y="1092519"/>
                  </a:lnTo>
                  <a:lnTo>
                    <a:pt x="530324" y="1099746"/>
                  </a:lnTo>
                  <a:lnTo>
                    <a:pt x="720614" y="1079401"/>
                  </a:lnTo>
                  <a:lnTo>
                    <a:pt x="718332" y="910701"/>
                  </a:lnTo>
                  <a:lnTo>
                    <a:pt x="718296" y="808158"/>
                  </a:lnTo>
                  <a:lnTo>
                    <a:pt x="721160" y="730093"/>
                  </a:lnTo>
                  <a:lnTo>
                    <a:pt x="727577" y="634828"/>
                  </a:lnTo>
                  <a:lnTo>
                    <a:pt x="734881" y="532007"/>
                  </a:lnTo>
                  <a:lnTo>
                    <a:pt x="737979" y="476438"/>
                  </a:lnTo>
                  <a:lnTo>
                    <a:pt x="739836" y="420146"/>
                  </a:lnTo>
                  <a:lnTo>
                    <a:pt x="739798" y="364665"/>
                  </a:lnTo>
                  <a:lnTo>
                    <a:pt x="737211" y="311532"/>
                  </a:lnTo>
                  <a:lnTo>
                    <a:pt x="731420" y="262282"/>
                  </a:lnTo>
                  <a:lnTo>
                    <a:pt x="721772" y="218451"/>
                  </a:lnTo>
                  <a:lnTo>
                    <a:pt x="707614" y="181574"/>
                  </a:lnTo>
                  <a:lnTo>
                    <a:pt x="636874" y="104161"/>
                  </a:lnTo>
                  <a:lnTo>
                    <a:pt x="595652" y="73094"/>
                  </a:lnTo>
                  <a:lnTo>
                    <a:pt x="558315" y="52071"/>
                  </a:lnTo>
                  <a:lnTo>
                    <a:pt x="540243" y="82773"/>
                  </a:lnTo>
                  <a:lnTo>
                    <a:pt x="525332" y="98610"/>
                  </a:lnTo>
                  <a:lnTo>
                    <a:pt x="505583" y="104625"/>
                  </a:lnTo>
                  <a:lnTo>
                    <a:pt x="472999" y="105860"/>
                  </a:lnTo>
                  <a:lnTo>
                    <a:pt x="426995" y="89615"/>
                  </a:lnTo>
                  <a:lnTo>
                    <a:pt x="379957" y="53193"/>
                  </a:lnTo>
                  <a:lnTo>
                    <a:pt x="343336" y="16639"/>
                  </a:lnTo>
                  <a:lnTo>
                    <a:pt x="32858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98550" y="3037128"/>
              <a:ext cx="365760" cy="908685"/>
            </a:xfrm>
            <a:custGeom>
              <a:avLst/>
              <a:gdLst/>
              <a:ahLst/>
              <a:cxnLst/>
              <a:rect l="l" t="t" r="r" b="b"/>
              <a:pathLst>
                <a:path w="365760" h="908685">
                  <a:moveTo>
                    <a:pt x="0" y="0"/>
                  </a:moveTo>
                  <a:lnTo>
                    <a:pt x="212" y="39199"/>
                  </a:lnTo>
                  <a:lnTo>
                    <a:pt x="6987" y="84373"/>
                  </a:lnTo>
                  <a:lnTo>
                    <a:pt x="18791" y="134059"/>
                  </a:lnTo>
                  <a:lnTo>
                    <a:pt x="34090" y="186794"/>
                  </a:lnTo>
                  <a:lnTo>
                    <a:pt x="51350" y="241117"/>
                  </a:lnTo>
                  <a:lnTo>
                    <a:pt x="69036" y="295564"/>
                  </a:lnTo>
                  <a:lnTo>
                    <a:pt x="85614" y="348676"/>
                  </a:lnTo>
                  <a:lnTo>
                    <a:pt x="99550" y="398988"/>
                  </a:lnTo>
                  <a:lnTo>
                    <a:pt x="109309" y="445039"/>
                  </a:lnTo>
                  <a:lnTo>
                    <a:pt x="113357" y="485367"/>
                  </a:lnTo>
                  <a:lnTo>
                    <a:pt x="102238" y="595319"/>
                  </a:lnTo>
                  <a:lnTo>
                    <a:pt x="75171" y="696185"/>
                  </a:lnTo>
                  <a:lnTo>
                    <a:pt x="47604" y="769930"/>
                  </a:lnTo>
                  <a:lnTo>
                    <a:pt x="34983" y="798520"/>
                  </a:lnTo>
                  <a:lnTo>
                    <a:pt x="121152" y="838900"/>
                  </a:lnTo>
                  <a:lnTo>
                    <a:pt x="184271" y="863820"/>
                  </a:lnTo>
                  <a:lnTo>
                    <a:pt x="255299" y="883594"/>
                  </a:lnTo>
                  <a:lnTo>
                    <a:pt x="365193" y="908537"/>
                  </a:lnTo>
                  <a:lnTo>
                    <a:pt x="350784" y="858010"/>
                  </a:lnTo>
                  <a:lnTo>
                    <a:pt x="339334" y="806193"/>
                  </a:lnTo>
                  <a:lnTo>
                    <a:pt x="330408" y="753521"/>
                  </a:lnTo>
                  <a:lnTo>
                    <a:pt x="323575" y="700428"/>
                  </a:lnTo>
                  <a:lnTo>
                    <a:pt x="318400" y="647350"/>
                  </a:lnTo>
                  <a:lnTo>
                    <a:pt x="314450" y="594719"/>
                  </a:lnTo>
                  <a:lnTo>
                    <a:pt x="311292" y="542971"/>
                  </a:lnTo>
                  <a:lnTo>
                    <a:pt x="308493" y="492539"/>
                  </a:lnTo>
                  <a:lnTo>
                    <a:pt x="309138" y="453691"/>
                  </a:lnTo>
                  <a:lnTo>
                    <a:pt x="312406" y="406168"/>
                  </a:lnTo>
                  <a:lnTo>
                    <a:pt x="314719" y="353439"/>
                  </a:lnTo>
                  <a:lnTo>
                    <a:pt x="312499" y="298972"/>
                  </a:lnTo>
                  <a:lnTo>
                    <a:pt x="302168" y="246234"/>
                  </a:lnTo>
                  <a:lnTo>
                    <a:pt x="280148" y="198695"/>
                  </a:lnTo>
                  <a:lnTo>
                    <a:pt x="253862" y="157303"/>
                  </a:lnTo>
                  <a:lnTo>
                    <a:pt x="224171" y="113644"/>
                  </a:lnTo>
                  <a:lnTo>
                    <a:pt x="189320" y="74703"/>
                  </a:lnTo>
                  <a:lnTo>
                    <a:pt x="147555" y="47464"/>
                  </a:lnTo>
                  <a:lnTo>
                    <a:pt x="102527" y="31521"/>
                  </a:lnTo>
                  <a:lnTo>
                    <a:pt x="70534" y="24026"/>
                  </a:lnTo>
                  <a:lnTo>
                    <a:pt x="40162" y="163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DA2DC">
                <a:alpha val="3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816086" y="2682738"/>
              <a:ext cx="259079" cy="352425"/>
            </a:xfrm>
            <a:custGeom>
              <a:avLst/>
              <a:gdLst/>
              <a:ahLst/>
              <a:cxnLst/>
              <a:rect l="l" t="t" r="r" b="b"/>
              <a:pathLst>
                <a:path w="259080" h="352425">
                  <a:moveTo>
                    <a:pt x="95595" y="0"/>
                  </a:moveTo>
                  <a:lnTo>
                    <a:pt x="30608" y="11894"/>
                  </a:lnTo>
                  <a:lnTo>
                    <a:pt x="1120" y="22071"/>
                  </a:lnTo>
                  <a:lnTo>
                    <a:pt x="30092" y="122922"/>
                  </a:lnTo>
                  <a:lnTo>
                    <a:pt x="39633" y="178442"/>
                  </a:lnTo>
                  <a:lnTo>
                    <a:pt x="29637" y="208342"/>
                  </a:lnTo>
                  <a:lnTo>
                    <a:pt x="0" y="232337"/>
                  </a:lnTo>
                  <a:lnTo>
                    <a:pt x="54776" y="308077"/>
                  </a:lnTo>
                  <a:lnTo>
                    <a:pt x="93108" y="344566"/>
                  </a:lnTo>
                  <a:lnTo>
                    <a:pt x="133059" y="351925"/>
                  </a:lnTo>
                  <a:lnTo>
                    <a:pt x="192695" y="340271"/>
                  </a:lnTo>
                  <a:lnTo>
                    <a:pt x="244083" y="318487"/>
                  </a:lnTo>
                  <a:lnTo>
                    <a:pt x="258996" y="293687"/>
                  </a:lnTo>
                  <a:lnTo>
                    <a:pt x="255035" y="273334"/>
                  </a:lnTo>
                  <a:lnTo>
                    <a:pt x="249803" y="264891"/>
                  </a:lnTo>
                  <a:lnTo>
                    <a:pt x="216776" y="238393"/>
                  </a:lnTo>
                  <a:lnTo>
                    <a:pt x="199664" y="210602"/>
                  </a:lnTo>
                  <a:lnTo>
                    <a:pt x="192972" y="164454"/>
                  </a:lnTo>
                  <a:lnTo>
                    <a:pt x="191208" y="82886"/>
                  </a:lnTo>
                  <a:lnTo>
                    <a:pt x="160866" y="14345"/>
                  </a:lnTo>
                  <a:lnTo>
                    <a:pt x="95595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816078" y="2682732"/>
              <a:ext cx="217170" cy="278130"/>
            </a:xfrm>
            <a:custGeom>
              <a:avLst/>
              <a:gdLst/>
              <a:ahLst/>
              <a:cxnLst/>
              <a:rect l="l" t="t" r="r" b="b"/>
              <a:pathLst>
                <a:path w="217169" h="278130">
                  <a:moveTo>
                    <a:pt x="95604" y="0"/>
                  </a:moveTo>
                  <a:lnTo>
                    <a:pt x="30618" y="11892"/>
                  </a:lnTo>
                  <a:lnTo>
                    <a:pt x="1130" y="22070"/>
                  </a:lnTo>
                  <a:lnTo>
                    <a:pt x="30103" y="122921"/>
                  </a:lnTo>
                  <a:lnTo>
                    <a:pt x="39642" y="178440"/>
                  </a:lnTo>
                  <a:lnTo>
                    <a:pt x="29643" y="208341"/>
                  </a:lnTo>
                  <a:lnTo>
                    <a:pt x="0" y="232335"/>
                  </a:lnTo>
                  <a:lnTo>
                    <a:pt x="9091" y="245058"/>
                  </a:lnTo>
                  <a:lnTo>
                    <a:pt x="16229" y="254017"/>
                  </a:lnTo>
                  <a:lnTo>
                    <a:pt x="25111" y="263456"/>
                  </a:lnTo>
                  <a:lnTo>
                    <a:pt x="39433" y="277622"/>
                  </a:lnTo>
                  <a:lnTo>
                    <a:pt x="55284" y="262808"/>
                  </a:lnTo>
                  <a:lnTo>
                    <a:pt x="72538" y="249501"/>
                  </a:lnTo>
                  <a:lnTo>
                    <a:pt x="112090" y="228095"/>
                  </a:lnTo>
                  <a:lnTo>
                    <a:pt x="163661" y="216341"/>
                  </a:lnTo>
                  <a:lnTo>
                    <a:pt x="190306" y="215758"/>
                  </a:lnTo>
                  <a:lnTo>
                    <a:pt x="216998" y="217812"/>
                  </a:lnTo>
                  <a:lnTo>
                    <a:pt x="207575" y="193658"/>
                  </a:lnTo>
                  <a:lnTo>
                    <a:pt x="199482" y="163464"/>
                  </a:lnTo>
                  <a:lnTo>
                    <a:pt x="193699" y="126715"/>
                  </a:lnTo>
                  <a:lnTo>
                    <a:pt x="191208" y="82895"/>
                  </a:lnTo>
                  <a:lnTo>
                    <a:pt x="160873" y="14348"/>
                  </a:lnTo>
                  <a:lnTo>
                    <a:pt x="95604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1639403" y="2267860"/>
            <a:ext cx="532765" cy="621030"/>
            <a:chOff x="1639403" y="2267860"/>
            <a:chExt cx="532765" cy="621030"/>
          </a:xfrm>
        </p:grpSpPr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39403" y="2267860"/>
              <a:ext cx="199259" cy="198035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861577" y="2410136"/>
              <a:ext cx="310515" cy="368300"/>
            </a:xfrm>
            <a:custGeom>
              <a:avLst/>
              <a:gdLst/>
              <a:ahLst/>
              <a:cxnLst/>
              <a:rect l="l" t="t" r="r" b="b"/>
              <a:pathLst>
                <a:path w="310514" h="368300">
                  <a:moveTo>
                    <a:pt x="133933" y="0"/>
                  </a:moveTo>
                  <a:lnTo>
                    <a:pt x="94900" y="370"/>
                  </a:lnTo>
                  <a:lnTo>
                    <a:pt x="34696" y="44952"/>
                  </a:lnTo>
                  <a:lnTo>
                    <a:pt x="14359" y="84737"/>
                  </a:lnTo>
                  <a:lnTo>
                    <a:pt x="1090" y="133234"/>
                  </a:lnTo>
                  <a:lnTo>
                    <a:pt x="0" y="184146"/>
                  </a:lnTo>
                  <a:lnTo>
                    <a:pt x="12894" y="231611"/>
                  </a:lnTo>
                  <a:lnTo>
                    <a:pt x="35231" y="274075"/>
                  </a:lnTo>
                  <a:lnTo>
                    <a:pt x="62470" y="309986"/>
                  </a:lnTo>
                  <a:lnTo>
                    <a:pt x="90068" y="337791"/>
                  </a:lnTo>
                  <a:lnTo>
                    <a:pt x="157014" y="367745"/>
                  </a:lnTo>
                  <a:lnTo>
                    <a:pt x="213315" y="365827"/>
                  </a:lnTo>
                  <a:lnTo>
                    <a:pt x="260108" y="351782"/>
                  </a:lnTo>
                  <a:lnTo>
                    <a:pt x="275113" y="327207"/>
                  </a:lnTo>
                  <a:lnTo>
                    <a:pt x="264282" y="289434"/>
                  </a:lnTo>
                  <a:lnTo>
                    <a:pt x="254998" y="259491"/>
                  </a:lnTo>
                  <a:lnTo>
                    <a:pt x="266556" y="255949"/>
                  </a:lnTo>
                  <a:lnTo>
                    <a:pt x="283365" y="249858"/>
                  </a:lnTo>
                  <a:lnTo>
                    <a:pt x="299760" y="242841"/>
                  </a:lnTo>
                  <a:lnTo>
                    <a:pt x="310075" y="236518"/>
                  </a:lnTo>
                  <a:lnTo>
                    <a:pt x="305431" y="222084"/>
                  </a:lnTo>
                  <a:lnTo>
                    <a:pt x="265964" y="170583"/>
                  </a:lnTo>
                  <a:lnTo>
                    <a:pt x="242313" y="150526"/>
                  </a:lnTo>
                  <a:lnTo>
                    <a:pt x="241222" y="140375"/>
                  </a:lnTo>
                  <a:lnTo>
                    <a:pt x="238028" y="75129"/>
                  </a:lnTo>
                  <a:lnTo>
                    <a:pt x="212918" y="37479"/>
                  </a:lnTo>
                  <a:lnTo>
                    <a:pt x="178362" y="17195"/>
                  </a:lnTo>
                  <a:lnTo>
                    <a:pt x="133933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714720" y="2328034"/>
              <a:ext cx="447675" cy="560705"/>
            </a:xfrm>
            <a:custGeom>
              <a:avLst/>
              <a:gdLst/>
              <a:ahLst/>
              <a:cxnLst/>
              <a:rect l="l" t="t" r="r" b="b"/>
              <a:pathLst>
                <a:path w="447675" h="560705">
                  <a:moveTo>
                    <a:pt x="261083" y="0"/>
                  </a:moveTo>
                  <a:lnTo>
                    <a:pt x="226194" y="5039"/>
                  </a:lnTo>
                  <a:lnTo>
                    <a:pt x="146577" y="21686"/>
                  </a:lnTo>
                  <a:lnTo>
                    <a:pt x="63966" y="40076"/>
                  </a:lnTo>
                  <a:lnTo>
                    <a:pt x="59942" y="59230"/>
                  </a:lnTo>
                  <a:lnTo>
                    <a:pt x="50549" y="97927"/>
                  </a:lnTo>
                  <a:lnTo>
                    <a:pt x="36862" y="144815"/>
                  </a:lnTo>
                  <a:lnTo>
                    <a:pt x="19957" y="188542"/>
                  </a:lnTo>
                  <a:lnTo>
                    <a:pt x="5202" y="229141"/>
                  </a:lnTo>
                  <a:lnTo>
                    <a:pt x="0" y="273401"/>
                  </a:lnTo>
                  <a:lnTo>
                    <a:pt x="8454" y="320107"/>
                  </a:lnTo>
                  <a:lnTo>
                    <a:pt x="34669" y="368045"/>
                  </a:lnTo>
                  <a:lnTo>
                    <a:pt x="63234" y="404987"/>
                  </a:lnTo>
                  <a:lnTo>
                    <a:pt x="95227" y="426460"/>
                  </a:lnTo>
                  <a:lnTo>
                    <a:pt x="113420" y="420902"/>
                  </a:lnTo>
                  <a:lnTo>
                    <a:pt x="113143" y="416551"/>
                  </a:lnTo>
                  <a:lnTo>
                    <a:pt x="115985" y="406579"/>
                  </a:lnTo>
                  <a:lnTo>
                    <a:pt x="127459" y="395603"/>
                  </a:lnTo>
                  <a:lnTo>
                    <a:pt x="153073" y="388243"/>
                  </a:lnTo>
                  <a:lnTo>
                    <a:pt x="182197" y="402053"/>
                  </a:lnTo>
                  <a:lnTo>
                    <a:pt x="202063" y="438719"/>
                  </a:lnTo>
                  <a:lnTo>
                    <a:pt x="214980" y="479054"/>
                  </a:lnTo>
                  <a:lnTo>
                    <a:pt x="223260" y="503873"/>
                  </a:lnTo>
                  <a:lnTo>
                    <a:pt x="249745" y="520679"/>
                  </a:lnTo>
                  <a:lnTo>
                    <a:pt x="303085" y="542741"/>
                  </a:lnTo>
                  <a:lnTo>
                    <a:pt x="364269" y="559517"/>
                  </a:lnTo>
                  <a:lnTo>
                    <a:pt x="414291" y="560468"/>
                  </a:lnTo>
                  <a:lnTo>
                    <a:pt x="440388" y="542578"/>
                  </a:lnTo>
                  <a:lnTo>
                    <a:pt x="447444" y="513828"/>
                  </a:lnTo>
                  <a:lnTo>
                    <a:pt x="442936" y="480174"/>
                  </a:lnTo>
                  <a:lnTo>
                    <a:pt x="427936" y="424011"/>
                  </a:lnTo>
                  <a:lnTo>
                    <a:pt x="414846" y="384599"/>
                  </a:lnTo>
                  <a:lnTo>
                    <a:pt x="398746" y="395599"/>
                  </a:lnTo>
                  <a:lnTo>
                    <a:pt x="375927" y="396737"/>
                  </a:lnTo>
                  <a:lnTo>
                    <a:pt x="330681" y="385739"/>
                  </a:lnTo>
                  <a:lnTo>
                    <a:pt x="247301" y="360328"/>
                  </a:lnTo>
                  <a:lnTo>
                    <a:pt x="235446" y="324329"/>
                  </a:lnTo>
                  <a:lnTo>
                    <a:pt x="227669" y="273394"/>
                  </a:lnTo>
                  <a:lnTo>
                    <a:pt x="228219" y="223616"/>
                  </a:lnTo>
                  <a:lnTo>
                    <a:pt x="241343" y="191087"/>
                  </a:lnTo>
                  <a:lnTo>
                    <a:pt x="258751" y="167453"/>
                  </a:lnTo>
                  <a:lnTo>
                    <a:pt x="273006" y="139401"/>
                  </a:lnTo>
                  <a:lnTo>
                    <a:pt x="289630" y="115556"/>
                  </a:lnTo>
                  <a:lnTo>
                    <a:pt x="314147" y="104545"/>
                  </a:lnTo>
                  <a:lnTo>
                    <a:pt x="337927" y="104184"/>
                  </a:lnTo>
                  <a:lnTo>
                    <a:pt x="352863" y="110262"/>
                  </a:lnTo>
                  <a:lnTo>
                    <a:pt x="365262" y="128355"/>
                  </a:lnTo>
                  <a:lnTo>
                    <a:pt x="381433" y="164040"/>
                  </a:lnTo>
                  <a:lnTo>
                    <a:pt x="400104" y="119624"/>
                  </a:lnTo>
                  <a:lnTo>
                    <a:pt x="394726" y="76351"/>
                  </a:lnTo>
                  <a:lnTo>
                    <a:pt x="371426" y="39209"/>
                  </a:lnTo>
                  <a:lnTo>
                    <a:pt x="336335" y="13186"/>
                  </a:lnTo>
                  <a:lnTo>
                    <a:pt x="297963" y="1229"/>
                  </a:lnTo>
                  <a:lnTo>
                    <a:pt x="261083" y="0"/>
                  </a:lnTo>
                  <a:close/>
                </a:path>
              </a:pathLst>
            </a:custGeom>
            <a:solidFill>
              <a:srgbClr val="252F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17325" y="2580277"/>
              <a:ext cx="95703" cy="100878"/>
            </a:xfrm>
            <a:prstGeom prst="rect">
              <a:avLst/>
            </a:prstGeom>
          </p:spPr>
        </p:pic>
      </p:grpSp>
      <p:grpSp>
        <p:nvGrpSpPr>
          <p:cNvPr id="34" name="object 34" descr=""/>
          <p:cNvGrpSpPr/>
          <p:nvPr/>
        </p:nvGrpSpPr>
        <p:grpSpPr>
          <a:xfrm>
            <a:off x="1475594" y="2937391"/>
            <a:ext cx="1059180" cy="834390"/>
            <a:chOff x="1475594" y="2937391"/>
            <a:chExt cx="1059180" cy="834390"/>
          </a:xfrm>
        </p:grpSpPr>
        <p:sp>
          <p:nvSpPr>
            <p:cNvPr id="35" name="object 35" descr=""/>
            <p:cNvSpPr/>
            <p:nvPr/>
          </p:nvSpPr>
          <p:spPr>
            <a:xfrm>
              <a:off x="1560023" y="3312176"/>
              <a:ext cx="975360" cy="459740"/>
            </a:xfrm>
            <a:custGeom>
              <a:avLst/>
              <a:gdLst/>
              <a:ahLst/>
              <a:cxnLst/>
              <a:rect l="l" t="t" r="r" b="b"/>
              <a:pathLst>
                <a:path w="975360" h="459739">
                  <a:moveTo>
                    <a:pt x="66042" y="0"/>
                  </a:moveTo>
                  <a:lnTo>
                    <a:pt x="13842" y="6498"/>
                  </a:lnTo>
                  <a:lnTo>
                    <a:pt x="0" y="48159"/>
                  </a:lnTo>
                  <a:lnTo>
                    <a:pt x="9389" y="84493"/>
                  </a:lnTo>
                  <a:lnTo>
                    <a:pt x="22229" y="132557"/>
                  </a:lnTo>
                  <a:lnTo>
                    <a:pt x="37841" y="188267"/>
                  </a:lnTo>
                  <a:lnTo>
                    <a:pt x="55629" y="247807"/>
                  </a:lnTo>
                  <a:lnTo>
                    <a:pt x="74657" y="306302"/>
                  </a:lnTo>
                  <a:lnTo>
                    <a:pt x="94504" y="360463"/>
                  </a:lnTo>
                  <a:lnTo>
                    <a:pt x="114402" y="405943"/>
                  </a:lnTo>
                  <a:lnTo>
                    <a:pt x="151639" y="454534"/>
                  </a:lnTo>
                  <a:lnTo>
                    <a:pt x="216168" y="459427"/>
                  </a:lnTo>
                  <a:lnTo>
                    <a:pt x="270224" y="458651"/>
                  </a:lnTo>
                  <a:lnTo>
                    <a:pt x="333798" y="456241"/>
                  </a:lnTo>
                  <a:lnTo>
                    <a:pt x="403134" y="452583"/>
                  </a:lnTo>
                  <a:lnTo>
                    <a:pt x="544070" y="443068"/>
                  </a:lnTo>
                  <a:lnTo>
                    <a:pt x="662982" y="433192"/>
                  </a:lnTo>
                  <a:lnTo>
                    <a:pt x="704789" y="429084"/>
                  </a:lnTo>
                  <a:lnTo>
                    <a:pt x="759442" y="421049"/>
                  </a:lnTo>
                  <a:lnTo>
                    <a:pt x="818195" y="408490"/>
                  </a:lnTo>
                  <a:lnTo>
                    <a:pt x="874617" y="393219"/>
                  </a:lnTo>
                  <a:lnTo>
                    <a:pt x="929568" y="373656"/>
                  </a:lnTo>
                  <a:lnTo>
                    <a:pt x="962072" y="350405"/>
                  </a:lnTo>
                  <a:lnTo>
                    <a:pt x="962336" y="349710"/>
                  </a:lnTo>
                  <a:lnTo>
                    <a:pt x="917678" y="349710"/>
                  </a:lnTo>
                  <a:lnTo>
                    <a:pt x="927961" y="340056"/>
                  </a:lnTo>
                  <a:lnTo>
                    <a:pt x="935688" y="336789"/>
                  </a:lnTo>
                  <a:lnTo>
                    <a:pt x="942889" y="333164"/>
                  </a:lnTo>
                  <a:lnTo>
                    <a:pt x="944553" y="332099"/>
                  </a:lnTo>
                  <a:lnTo>
                    <a:pt x="668315" y="332099"/>
                  </a:lnTo>
                  <a:lnTo>
                    <a:pt x="623122" y="328996"/>
                  </a:lnTo>
                  <a:lnTo>
                    <a:pt x="562717" y="322755"/>
                  </a:lnTo>
                  <a:lnTo>
                    <a:pt x="493335" y="314371"/>
                  </a:lnTo>
                  <a:lnTo>
                    <a:pt x="351753" y="295021"/>
                  </a:lnTo>
                  <a:lnTo>
                    <a:pt x="293677" y="286293"/>
                  </a:lnTo>
                  <a:lnTo>
                    <a:pt x="250736" y="279271"/>
                  </a:lnTo>
                  <a:lnTo>
                    <a:pt x="202819" y="237337"/>
                  </a:lnTo>
                  <a:lnTo>
                    <a:pt x="182975" y="162203"/>
                  </a:lnTo>
                  <a:lnTo>
                    <a:pt x="148812" y="17343"/>
                  </a:lnTo>
                  <a:lnTo>
                    <a:pt x="122423" y="9876"/>
                  </a:lnTo>
                  <a:lnTo>
                    <a:pt x="66042" y="0"/>
                  </a:lnTo>
                  <a:close/>
                </a:path>
                <a:path w="975360" h="459739">
                  <a:moveTo>
                    <a:pt x="954017" y="337123"/>
                  </a:moveTo>
                  <a:lnTo>
                    <a:pt x="941302" y="341705"/>
                  </a:lnTo>
                  <a:lnTo>
                    <a:pt x="928094" y="347637"/>
                  </a:lnTo>
                  <a:lnTo>
                    <a:pt x="917678" y="349710"/>
                  </a:lnTo>
                  <a:lnTo>
                    <a:pt x="962336" y="349710"/>
                  </a:lnTo>
                  <a:lnTo>
                    <a:pt x="964346" y="344407"/>
                  </a:lnTo>
                  <a:lnTo>
                    <a:pt x="962954" y="339103"/>
                  </a:lnTo>
                  <a:lnTo>
                    <a:pt x="954017" y="337123"/>
                  </a:lnTo>
                  <a:close/>
                </a:path>
                <a:path w="975360" h="459739">
                  <a:moveTo>
                    <a:pt x="846633" y="258393"/>
                  </a:moveTo>
                  <a:lnTo>
                    <a:pt x="835244" y="259365"/>
                  </a:lnTo>
                  <a:lnTo>
                    <a:pt x="820969" y="267482"/>
                  </a:lnTo>
                  <a:lnTo>
                    <a:pt x="807495" y="277406"/>
                  </a:lnTo>
                  <a:lnTo>
                    <a:pt x="798509" y="283796"/>
                  </a:lnTo>
                  <a:lnTo>
                    <a:pt x="791432" y="286669"/>
                  </a:lnTo>
                  <a:lnTo>
                    <a:pt x="784109" y="288611"/>
                  </a:lnTo>
                  <a:lnTo>
                    <a:pt x="776720" y="290323"/>
                  </a:lnTo>
                  <a:lnTo>
                    <a:pt x="769442" y="292508"/>
                  </a:lnTo>
                  <a:lnTo>
                    <a:pt x="732053" y="311270"/>
                  </a:lnTo>
                  <a:lnTo>
                    <a:pt x="719133" y="318724"/>
                  </a:lnTo>
                  <a:lnTo>
                    <a:pt x="705937" y="325601"/>
                  </a:lnTo>
                  <a:lnTo>
                    <a:pt x="692062" y="331072"/>
                  </a:lnTo>
                  <a:lnTo>
                    <a:pt x="668315" y="332099"/>
                  </a:lnTo>
                  <a:lnTo>
                    <a:pt x="944553" y="332099"/>
                  </a:lnTo>
                  <a:lnTo>
                    <a:pt x="950173" y="328503"/>
                  </a:lnTo>
                  <a:lnTo>
                    <a:pt x="952960" y="326391"/>
                  </a:lnTo>
                  <a:lnTo>
                    <a:pt x="908024" y="326391"/>
                  </a:lnTo>
                  <a:lnTo>
                    <a:pt x="906014" y="326140"/>
                  </a:lnTo>
                  <a:lnTo>
                    <a:pt x="911213" y="322594"/>
                  </a:lnTo>
                  <a:lnTo>
                    <a:pt x="806673" y="322594"/>
                  </a:lnTo>
                  <a:lnTo>
                    <a:pt x="802541" y="318842"/>
                  </a:lnTo>
                  <a:lnTo>
                    <a:pt x="836848" y="290035"/>
                  </a:lnTo>
                  <a:lnTo>
                    <a:pt x="844579" y="284379"/>
                  </a:lnTo>
                  <a:lnTo>
                    <a:pt x="849837" y="277733"/>
                  </a:lnTo>
                  <a:lnTo>
                    <a:pt x="853356" y="270267"/>
                  </a:lnTo>
                  <a:lnTo>
                    <a:pt x="855827" y="263011"/>
                  </a:lnTo>
                  <a:lnTo>
                    <a:pt x="846633" y="258393"/>
                  </a:lnTo>
                  <a:close/>
                </a:path>
                <a:path w="975360" h="459739">
                  <a:moveTo>
                    <a:pt x="964762" y="292036"/>
                  </a:moveTo>
                  <a:lnTo>
                    <a:pt x="955626" y="296359"/>
                  </a:lnTo>
                  <a:lnTo>
                    <a:pt x="948400" y="301157"/>
                  </a:lnTo>
                  <a:lnTo>
                    <a:pt x="939485" y="308738"/>
                  </a:lnTo>
                  <a:lnTo>
                    <a:pt x="929492" y="317461"/>
                  </a:lnTo>
                  <a:lnTo>
                    <a:pt x="918859" y="324341"/>
                  </a:lnTo>
                  <a:lnTo>
                    <a:pt x="908024" y="326391"/>
                  </a:lnTo>
                  <a:lnTo>
                    <a:pt x="952960" y="326391"/>
                  </a:lnTo>
                  <a:lnTo>
                    <a:pt x="957079" y="323270"/>
                  </a:lnTo>
                  <a:lnTo>
                    <a:pt x="963143" y="317931"/>
                  </a:lnTo>
                  <a:lnTo>
                    <a:pt x="968326" y="312999"/>
                  </a:lnTo>
                  <a:lnTo>
                    <a:pt x="974054" y="308193"/>
                  </a:lnTo>
                  <a:lnTo>
                    <a:pt x="974755" y="300570"/>
                  </a:lnTo>
                  <a:lnTo>
                    <a:pt x="972305" y="292127"/>
                  </a:lnTo>
                  <a:lnTo>
                    <a:pt x="964762" y="292036"/>
                  </a:lnTo>
                  <a:close/>
                </a:path>
                <a:path w="975360" h="459739">
                  <a:moveTo>
                    <a:pt x="921702" y="245341"/>
                  </a:moveTo>
                  <a:lnTo>
                    <a:pt x="916697" y="246162"/>
                  </a:lnTo>
                  <a:lnTo>
                    <a:pt x="912072" y="249125"/>
                  </a:lnTo>
                  <a:lnTo>
                    <a:pt x="908056" y="253085"/>
                  </a:lnTo>
                  <a:lnTo>
                    <a:pt x="903151" y="258393"/>
                  </a:lnTo>
                  <a:lnTo>
                    <a:pt x="898399" y="263235"/>
                  </a:lnTo>
                  <a:lnTo>
                    <a:pt x="893443" y="268064"/>
                  </a:lnTo>
                  <a:lnTo>
                    <a:pt x="884119" y="276927"/>
                  </a:lnTo>
                  <a:lnTo>
                    <a:pt x="879910" y="281199"/>
                  </a:lnTo>
                  <a:lnTo>
                    <a:pt x="846571" y="308999"/>
                  </a:lnTo>
                  <a:lnTo>
                    <a:pt x="831712" y="315397"/>
                  </a:lnTo>
                  <a:lnTo>
                    <a:pt x="825088" y="318053"/>
                  </a:lnTo>
                  <a:lnTo>
                    <a:pt x="815466" y="321392"/>
                  </a:lnTo>
                  <a:lnTo>
                    <a:pt x="806673" y="322594"/>
                  </a:lnTo>
                  <a:lnTo>
                    <a:pt x="911213" y="322594"/>
                  </a:lnTo>
                  <a:lnTo>
                    <a:pt x="919678" y="316821"/>
                  </a:lnTo>
                  <a:lnTo>
                    <a:pt x="929406" y="311931"/>
                  </a:lnTo>
                  <a:lnTo>
                    <a:pt x="935507" y="307114"/>
                  </a:lnTo>
                  <a:lnTo>
                    <a:pt x="892381" y="307114"/>
                  </a:lnTo>
                  <a:lnTo>
                    <a:pt x="890996" y="301157"/>
                  </a:lnTo>
                  <a:lnTo>
                    <a:pt x="891030" y="300990"/>
                  </a:lnTo>
                  <a:lnTo>
                    <a:pt x="900422" y="294926"/>
                  </a:lnTo>
                  <a:lnTo>
                    <a:pt x="907983" y="284291"/>
                  </a:lnTo>
                  <a:lnTo>
                    <a:pt x="912548" y="278707"/>
                  </a:lnTo>
                  <a:lnTo>
                    <a:pt x="917773" y="272728"/>
                  </a:lnTo>
                  <a:lnTo>
                    <a:pt x="922326" y="267441"/>
                  </a:lnTo>
                  <a:lnTo>
                    <a:pt x="927029" y="260708"/>
                  </a:lnTo>
                  <a:lnTo>
                    <a:pt x="929376" y="253754"/>
                  </a:lnTo>
                  <a:lnTo>
                    <a:pt x="926861" y="247807"/>
                  </a:lnTo>
                  <a:lnTo>
                    <a:pt x="921702" y="245341"/>
                  </a:lnTo>
                  <a:close/>
                </a:path>
                <a:path w="975360" h="459739">
                  <a:moveTo>
                    <a:pt x="952063" y="261900"/>
                  </a:moveTo>
                  <a:lnTo>
                    <a:pt x="939496" y="269767"/>
                  </a:lnTo>
                  <a:lnTo>
                    <a:pt x="927426" y="280097"/>
                  </a:lnTo>
                  <a:lnTo>
                    <a:pt x="919888" y="287073"/>
                  </a:lnTo>
                  <a:lnTo>
                    <a:pt x="913634" y="292508"/>
                  </a:lnTo>
                  <a:lnTo>
                    <a:pt x="906810" y="298197"/>
                  </a:lnTo>
                  <a:lnTo>
                    <a:pt x="899621" y="303357"/>
                  </a:lnTo>
                  <a:lnTo>
                    <a:pt x="892381" y="307114"/>
                  </a:lnTo>
                  <a:lnTo>
                    <a:pt x="935507" y="307114"/>
                  </a:lnTo>
                  <a:lnTo>
                    <a:pt x="964620" y="273184"/>
                  </a:lnTo>
                  <a:lnTo>
                    <a:pt x="961091" y="262310"/>
                  </a:lnTo>
                  <a:lnTo>
                    <a:pt x="952063" y="26190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75594" y="2937391"/>
              <a:ext cx="303530" cy="480695"/>
            </a:xfrm>
            <a:custGeom>
              <a:avLst/>
              <a:gdLst/>
              <a:ahLst/>
              <a:cxnLst/>
              <a:rect l="l" t="t" r="r" b="b"/>
              <a:pathLst>
                <a:path w="303530" h="480695">
                  <a:moveTo>
                    <a:pt x="153112" y="0"/>
                  </a:moveTo>
                  <a:lnTo>
                    <a:pt x="64816" y="34852"/>
                  </a:lnTo>
                  <a:lnTo>
                    <a:pt x="0" y="134971"/>
                  </a:lnTo>
                  <a:lnTo>
                    <a:pt x="3976" y="284757"/>
                  </a:lnTo>
                  <a:lnTo>
                    <a:pt x="36139" y="420991"/>
                  </a:lnTo>
                  <a:lnTo>
                    <a:pt x="55884" y="480451"/>
                  </a:lnTo>
                  <a:lnTo>
                    <a:pt x="144567" y="468038"/>
                  </a:lnTo>
                  <a:lnTo>
                    <a:pt x="199884" y="456184"/>
                  </a:lnTo>
                  <a:lnTo>
                    <a:pt x="245012" y="437943"/>
                  </a:lnTo>
                  <a:lnTo>
                    <a:pt x="303133" y="406370"/>
                  </a:lnTo>
                  <a:lnTo>
                    <a:pt x="249929" y="150928"/>
                  </a:lnTo>
                  <a:lnTo>
                    <a:pt x="207369" y="27082"/>
                  </a:lnTo>
                  <a:lnTo>
                    <a:pt x="15311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/>
          <p:nvPr/>
        </p:nvSpPr>
        <p:spPr>
          <a:xfrm>
            <a:off x="1851113" y="2603171"/>
            <a:ext cx="39370" cy="65405"/>
          </a:xfrm>
          <a:custGeom>
            <a:avLst/>
            <a:gdLst/>
            <a:ahLst/>
            <a:cxnLst/>
            <a:rect l="l" t="t" r="r" b="b"/>
            <a:pathLst>
              <a:path w="39369" h="65405">
                <a:moveTo>
                  <a:pt x="15246" y="0"/>
                </a:moveTo>
                <a:lnTo>
                  <a:pt x="0" y="597"/>
                </a:lnTo>
                <a:lnTo>
                  <a:pt x="4767" y="4287"/>
                </a:lnTo>
                <a:lnTo>
                  <a:pt x="9472" y="10226"/>
                </a:lnTo>
                <a:lnTo>
                  <a:pt x="12985" y="17525"/>
                </a:lnTo>
                <a:lnTo>
                  <a:pt x="14177" y="25297"/>
                </a:lnTo>
                <a:lnTo>
                  <a:pt x="12580" y="32705"/>
                </a:lnTo>
                <a:lnTo>
                  <a:pt x="10402" y="40242"/>
                </a:lnTo>
                <a:lnTo>
                  <a:pt x="10549" y="49016"/>
                </a:lnTo>
                <a:lnTo>
                  <a:pt x="15926" y="60134"/>
                </a:lnTo>
                <a:lnTo>
                  <a:pt x="25516" y="65180"/>
                </a:lnTo>
                <a:lnTo>
                  <a:pt x="34237" y="58007"/>
                </a:lnTo>
                <a:lnTo>
                  <a:pt x="38917" y="43105"/>
                </a:lnTo>
                <a:lnTo>
                  <a:pt x="36386" y="24962"/>
                </a:lnTo>
                <a:lnTo>
                  <a:pt x="30028" y="9898"/>
                </a:lnTo>
                <a:lnTo>
                  <a:pt x="24118" y="2339"/>
                </a:lnTo>
                <a:lnTo>
                  <a:pt x="15246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642053" y="3498554"/>
            <a:ext cx="143630" cy="116938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18374280" y="3851589"/>
            <a:ext cx="490855" cy="480695"/>
            <a:chOff x="18374280" y="3851589"/>
            <a:chExt cx="490855" cy="480695"/>
          </a:xfrm>
        </p:grpSpPr>
        <p:sp>
          <p:nvSpPr>
            <p:cNvPr id="40" name="object 40" descr=""/>
            <p:cNvSpPr/>
            <p:nvPr/>
          </p:nvSpPr>
          <p:spPr>
            <a:xfrm>
              <a:off x="18374280" y="3972386"/>
              <a:ext cx="490855" cy="360045"/>
            </a:xfrm>
            <a:custGeom>
              <a:avLst/>
              <a:gdLst/>
              <a:ahLst/>
              <a:cxnLst/>
              <a:rect l="l" t="t" r="r" b="b"/>
              <a:pathLst>
                <a:path w="490855" h="360045">
                  <a:moveTo>
                    <a:pt x="176056" y="0"/>
                  </a:moveTo>
                  <a:lnTo>
                    <a:pt x="4501" y="306074"/>
                  </a:lnTo>
                  <a:lnTo>
                    <a:pt x="0" y="324054"/>
                  </a:lnTo>
                  <a:lnTo>
                    <a:pt x="1395" y="333110"/>
                  </a:lnTo>
                  <a:lnTo>
                    <a:pt x="36301" y="359507"/>
                  </a:lnTo>
                  <a:lnTo>
                    <a:pt x="454089" y="359507"/>
                  </a:lnTo>
                  <a:lnTo>
                    <a:pt x="488990" y="333110"/>
                  </a:lnTo>
                  <a:lnTo>
                    <a:pt x="490386" y="324054"/>
                  </a:lnTo>
                  <a:lnTo>
                    <a:pt x="489356" y="314945"/>
                  </a:lnTo>
                  <a:lnTo>
                    <a:pt x="409672" y="136037"/>
                  </a:lnTo>
                  <a:lnTo>
                    <a:pt x="368070" y="118390"/>
                  </a:lnTo>
                  <a:lnTo>
                    <a:pt x="318858" y="186214"/>
                  </a:lnTo>
                  <a:lnTo>
                    <a:pt x="314177" y="188999"/>
                  </a:lnTo>
                  <a:lnTo>
                    <a:pt x="303287" y="188999"/>
                  </a:lnTo>
                  <a:lnTo>
                    <a:pt x="298607" y="186214"/>
                  </a:lnTo>
                  <a:lnTo>
                    <a:pt x="207845" y="18920"/>
                  </a:lnTo>
                  <a:lnTo>
                    <a:pt x="202055" y="10916"/>
                  </a:lnTo>
                  <a:lnTo>
                    <a:pt x="194624" y="4976"/>
                  </a:lnTo>
                  <a:lnTo>
                    <a:pt x="185857" y="1277"/>
                  </a:lnTo>
                  <a:lnTo>
                    <a:pt x="176056" y="0"/>
                  </a:lnTo>
                  <a:close/>
                </a:path>
              </a:pathLst>
            </a:custGeom>
            <a:solidFill>
              <a:srgbClr val="3DA4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717621" y="3851589"/>
              <a:ext cx="124938" cy="124938"/>
            </a:xfrm>
            <a:prstGeom prst="rect">
              <a:avLst/>
            </a:prstGeom>
          </p:spPr>
        </p:pic>
      </p:grpSp>
      <p:sp>
        <p:nvSpPr>
          <p:cNvPr id="42" name="object 42" descr=""/>
          <p:cNvSpPr/>
          <p:nvPr/>
        </p:nvSpPr>
        <p:spPr>
          <a:xfrm>
            <a:off x="18401830" y="5388812"/>
            <a:ext cx="160020" cy="151765"/>
          </a:xfrm>
          <a:custGeom>
            <a:avLst/>
            <a:gdLst/>
            <a:ahLst/>
            <a:cxnLst/>
            <a:rect l="l" t="t" r="r" b="b"/>
            <a:pathLst>
              <a:path w="160019" h="151764">
                <a:moveTo>
                  <a:pt x="159398" y="0"/>
                </a:moveTo>
                <a:lnTo>
                  <a:pt x="0" y="10387"/>
                </a:lnTo>
                <a:lnTo>
                  <a:pt x="8617" y="149786"/>
                </a:lnTo>
                <a:lnTo>
                  <a:pt x="151147" y="151471"/>
                </a:lnTo>
                <a:lnTo>
                  <a:pt x="159398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18098554" y="3658299"/>
            <a:ext cx="867410" cy="2023110"/>
            <a:chOff x="18098554" y="3658299"/>
            <a:chExt cx="867410" cy="2023110"/>
          </a:xfrm>
        </p:grpSpPr>
        <p:sp>
          <p:nvSpPr>
            <p:cNvPr id="44" name="object 44" descr=""/>
            <p:cNvSpPr/>
            <p:nvPr/>
          </p:nvSpPr>
          <p:spPr>
            <a:xfrm>
              <a:off x="18770855" y="5390465"/>
              <a:ext cx="162560" cy="137795"/>
            </a:xfrm>
            <a:custGeom>
              <a:avLst/>
              <a:gdLst/>
              <a:ahLst/>
              <a:cxnLst/>
              <a:rect l="l" t="t" r="r" b="b"/>
              <a:pathLst>
                <a:path w="162559" h="137795">
                  <a:moveTo>
                    <a:pt x="161974" y="0"/>
                  </a:moveTo>
                  <a:lnTo>
                    <a:pt x="0" y="4889"/>
                  </a:lnTo>
                  <a:lnTo>
                    <a:pt x="10303" y="137566"/>
                  </a:lnTo>
                  <a:lnTo>
                    <a:pt x="157199" y="137147"/>
                  </a:lnTo>
                  <a:lnTo>
                    <a:pt x="161974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8300906" y="3663570"/>
              <a:ext cx="466725" cy="1784350"/>
            </a:xfrm>
            <a:custGeom>
              <a:avLst/>
              <a:gdLst/>
              <a:ahLst/>
              <a:cxnLst/>
              <a:rect l="l" t="t" r="r" b="b"/>
              <a:pathLst>
                <a:path w="466725" h="1784350">
                  <a:moveTo>
                    <a:pt x="466528" y="0"/>
                  </a:moveTo>
                  <a:lnTo>
                    <a:pt x="58875" y="14606"/>
                  </a:lnTo>
                  <a:lnTo>
                    <a:pt x="50591" y="74375"/>
                  </a:lnTo>
                  <a:lnTo>
                    <a:pt x="40653" y="150787"/>
                  </a:lnTo>
                  <a:lnTo>
                    <a:pt x="35369" y="194396"/>
                  </a:lnTo>
                  <a:lnTo>
                    <a:pt x="30036" y="241160"/>
                  </a:lnTo>
                  <a:lnTo>
                    <a:pt x="24778" y="290743"/>
                  </a:lnTo>
                  <a:lnTo>
                    <a:pt x="19716" y="342809"/>
                  </a:lnTo>
                  <a:lnTo>
                    <a:pt x="14971" y="397023"/>
                  </a:lnTo>
                  <a:lnTo>
                    <a:pt x="10666" y="453050"/>
                  </a:lnTo>
                  <a:lnTo>
                    <a:pt x="6922" y="510553"/>
                  </a:lnTo>
                  <a:lnTo>
                    <a:pt x="3862" y="569198"/>
                  </a:lnTo>
                  <a:lnTo>
                    <a:pt x="1607" y="628649"/>
                  </a:lnTo>
                  <a:lnTo>
                    <a:pt x="279" y="688570"/>
                  </a:lnTo>
                  <a:lnTo>
                    <a:pt x="0" y="748626"/>
                  </a:lnTo>
                  <a:lnTo>
                    <a:pt x="891" y="808481"/>
                  </a:lnTo>
                  <a:lnTo>
                    <a:pt x="3075" y="867800"/>
                  </a:lnTo>
                  <a:lnTo>
                    <a:pt x="6674" y="926248"/>
                  </a:lnTo>
                  <a:lnTo>
                    <a:pt x="11808" y="983488"/>
                  </a:lnTo>
                  <a:lnTo>
                    <a:pt x="29567" y="1157093"/>
                  </a:lnTo>
                  <a:lnTo>
                    <a:pt x="40667" y="1270351"/>
                  </a:lnTo>
                  <a:lnTo>
                    <a:pt x="52019" y="1391179"/>
                  </a:lnTo>
                  <a:lnTo>
                    <a:pt x="62705" y="1512028"/>
                  </a:lnTo>
                  <a:lnTo>
                    <a:pt x="67511" y="1570100"/>
                  </a:lnTo>
                  <a:lnTo>
                    <a:pt x="71805" y="1625346"/>
                  </a:lnTo>
                  <a:lnTo>
                    <a:pt x="75472" y="1676822"/>
                  </a:lnTo>
                  <a:lnTo>
                    <a:pt x="78397" y="1723585"/>
                  </a:lnTo>
                  <a:lnTo>
                    <a:pt x="80466" y="1764689"/>
                  </a:lnTo>
                  <a:lnTo>
                    <a:pt x="199649" y="1779972"/>
                  </a:lnTo>
                  <a:lnTo>
                    <a:pt x="260429" y="1783759"/>
                  </a:lnTo>
                  <a:lnTo>
                    <a:pt x="281755" y="1774876"/>
                  </a:lnTo>
                  <a:lnTo>
                    <a:pt x="282575" y="1752145"/>
                  </a:lnTo>
                  <a:lnTo>
                    <a:pt x="278988" y="1707605"/>
                  </a:lnTo>
                  <a:lnTo>
                    <a:pt x="276769" y="1658410"/>
                  </a:lnTo>
                  <a:lnTo>
                    <a:pt x="275695" y="1605456"/>
                  </a:lnTo>
                  <a:lnTo>
                    <a:pt x="275543" y="1549636"/>
                  </a:lnTo>
                  <a:lnTo>
                    <a:pt x="276090" y="1491846"/>
                  </a:lnTo>
                  <a:lnTo>
                    <a:pt x="277112" y="1432981"/>
                  </a:lnTo>
                  <a:lnTo>
                    <a:pt x="280800" y="1258876"/>
                  </a:lnTo>
                  <a:lnTo>
                    <a:pt x="281493" y="1204654"/>
                  </a:lnTo>
                  <a:lnTo>
                    <a:pt x="281545" y="1153829"/>
                  </a:lnTo>
                  <a:lnTo>
                    <a:pt x="280734" y="1107296"/>
                  </a:lnTo>
                  <a:lnTo>
                    <a:pt x="278837" y="1065951"/>
                  </a:lnTo>
                  <a:lnTo>
                    <a:pt x="270889" y="1002398"/>
                  </a:lnTo>
                  <a:lnTo>
                    <a:pt x="268539" y="961210"/>
                  </a:lnTo>
                  <a:lnTo>
                    <a:pt x="277093" y="918871"/>
                  </a:lnTo>
                  <a:lnTo>
                    <a:pt x="292251" y="875575"/>
                  </a:lnTo>
                  <a:lnTo>
                    <a:pt x="309714" y="831514"/>
                  </a:lnTo>
                  <a:lnTo>
                    <a:pt x="325181" y="786882"/>
                  </a:lnTo>
                  <a:lnTo>
                    <a:pt x="334354" y="741872"/>
                  </a:lnTo>
                  <a:lnTo>
                    <a:pt x="466528" y="0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8486019" y="3888583"/>
              <a:ext cx="234950" cy="1549400"/>
            </a:xfrm>
            <a:custGeom>
              <a:avLst/>
              <a:gdLst/>
              <a:ahLst/>
              <a:cxnLst/>
              <a:rect l="l" t="t" r="r" b="b"/>
              <a:pathLst>
                <a:path w="234950" h="1549400">
                  <a:moveTo>
                    <a:pt x="49917" y="0"/>
                  </a:moveTo>
                  <a:lnTo>
                    <a:pt x="55303" y="272070"/>
                  </a:lnTo>
                  <a:lnTo>
                    <a:pt x="52605" y="434730"/>
                  </a:lnTo>
                  <a:lnTo>
                    <a:pt x="37778" y="552752"/>
                  </a:lnTo>
                  <a:lnTo>
                    <a:pt x="6777" y="690910"/>
                  </a:lnTo>
                  <a:lnTo>
                    <a:pt x="511" y="1028471"/>
                  </a:lnTo>
                  <a:lnTo>
                    <a:pt x="0" y="1230365"/>
                  </a:lnTo>
                  <a:lnTo>
                    <a:pt x="6662" y="1377028"/>
                  </a:lnTo>
                  <a:lnTo>
                    <a:pt x="21918" y="1548895"/>
                  </a:lnTo>
                  <a:lnTo>
                    <a:pt x="51586" y="1547866"/>
                  </a:lnTo>
                  <a:lnTo>
                    <a:pt x="76012" y="1544337"/>
                  </a:lnTo>
                  <a:lnTo>
                    <a:pt x="92280" y="1537648"/>
                  </a:lnTo>
                  <a:lnTo>
                    <a:pt x="97476" y="1527136"/>
                  </a:lnTo>
                  <a:lnTo>
                    <a:pt x="93887" y="1482594"/>
                  </a:lnTo>
                  <a:lnTo>
                    <a:pt x="91666" y="1433398"/>
                  </a:lnTo>
                  <a:lnTo>
                    <a:pt x="90591" y="1380443"/>
                  </a:lnTo>
                  <a:lnTo>
                    <a:pt x="90438" y="1324622"/>
                  </a:lnTo>
                  <a:lnTo>
                    <a:pt x="90983" y="1266832"/>
                  </a:lnTo>
                  <a:lnTo>
                    <a:pt x="92005" y="1207966"/>
                  </a:lnTo>
                  <a:lnTo>
                    <a:pt x="95691" y="1033859"/>
                  </a:lnTo>
                  <a:lnTo>
                    <a:pt x="96384" y="979636"/>
                  </a:lnTo>
                  <a:lnTo>
                    <a:pt x="96436" y="928810"/>
                  </a:lnTo>
                  <a:lnTo>
                    <a:pt x="95625" y="882276"/>
                  </a:lnTo>
                  <a:lnTo>
                    <a:pt x="93727" y="840928"/>
                  </a:lnTo>
                  <a:lnTo>
                    <a:pt x="85780" y="777369"/>
                  </a:lnTo>
                  <a:lnTo>
                    <a:pt x="83425" y="736189"/>
                  </a:lnTo>
                  <a:lnTo>
                    <a:pt x="91976" y="693856"/>
                  </a:lnTo>
                  <a:lnTo>
                    <a:pt x="107134" y="650562"/>
                  </a:lnTo>
                  <a:lnTo>
                    <a:pt x="124597" y="606501"/>
                  </a:lnTo>
                  <a:lnTo>
                    <a:pt x="140067" y="561867"/>
                  </a:lnTo>
                  <a:lnTo>
                    <a:pt x="149244" y="516853"/>
                  </a:lnTo>
                  <a:lnTo>
                    <a:pt x="234780" y="26302"/>
                  </a:lnTo>
                  <a:lnTo>
                    <a:pt x="49917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8351617" y="3658299"/>
              <a:ext cx="614045" cy="1772920"/>
            </a:xfrm>
            <a:custGeom>
              <a:avLst/>
              <a:gdLst/>
              <a:ahLst/>
              <a:cxnLst/>
              <a:rect l="l" t="t" r="r" b="b"/>
              <a:pathLst>
                <a:path w="614044" h="1772920">
                  <a:moveTo>
                    <a:pt x="569029" y="0"/>
                  </a:moveTo>
                  <a:lnTo>
                    <a:pt x="0" y="11486"/>
                  </a:lnTo>
                  <a:lnTo>
                    <a:pt x="3061" y="54027"/>
                  </a:lnTo>
                  <a:lnTo>
                    <a:pt x="15551" y="100968"/>
                  </a:lnTo>
                  <a:lnTo>
                    <a:pt x="35326" y="149621"/>
                  </a:lnTo>
                  <a:lnTo>
                    <a:pt x="60244" y="197294"/>
                  </a:lnTo>
                  <a:lnTo>
                    <a:pt x="88162" y="241298"/>
                  </a:lnTo>
                  <a:lnTo>
                    <a:pt x="116938" y="278944"/>
                  </a:lnTo>
                  <a:lnTo>
                    <a:pt x="152764" y="326766"/>
                  </a:lnTo>
                  <a:lnTo>
                    <a:pt x="174180" y="368562"/>
                  </a:lnTo>
                  <a:lnTo>
                    <a:pt x="186539" y="410179"/>
                  </a:lnTo>
                  <a:lnTo>
                    <a:pt x="195193" y="457468"/>
                  </a:lnTo>
                  <a:lnTo>
                    <a:pt x="213205" y="559743"/>
                  </a:lnTo>
                  <a:lnTo>
                    <a:pt x="220663" y="608135"/>
                  </a:lnTo>
                  <a:lnTo>
                    <a:pt x="227945" y="660123"/>
                  </a:lnTo>
                  <a:lnTo>
                    <a:pt x="249558" y="824379"/>
                  </a:lnTo>
                  <a:lnTo>
                    <a:pt x="256956" y="877467"/>
                  </a:lnTo>
                  <a:lnTo>
                    <a:pt x="264588" y="927508"/>
                  </a:lnTo>
                  <a:lnTo>
                    <a:pt x="272536" y="973174"/>
                  </a:lnTo>
                  <a:lnTo>
                    <a:pt x="280558" y="1016342"/>
                  </a:lnTo>
                  <a:lnTo>
                    <a:pt x="288637" y="1061203"/>
                  </a:lnTo>
                  <a:lnTo>
                    <a:pt x="296745" y="1107566"/>
                  </a:lnTo>
                  <a:lnTo>
                    <a:pt x="304860" y="1155240"/>
                  </a:lnTo>
                  <a:lnTo>
                    <a:pt x="321005" y="1253753"/>
                  </a:lnTo>
                  <a:lnTo>
                    <a:pt x="336871" y="1355212"/>
                  </a:lnTo>
                  <a:lnTo>
                    <a:pt x="352260" y="1458088"/>
                  </a:lnTo>
                  <a:lnTo>
                    <a:pt x="366971" y="1560851"/>
                  </a:lnTo>
                  <a:lnTo>
                    <a:pt x="380804" y="1661970"/>
                  </a:lnTo>
                  <a:lnTo>
                    <a:pt x="393558" y="1759914"/>
                  </a:lnTo>
                  <a:lnTo>
                    <a:pt x="449091" y="1769659"/>
                  </a:lnTo>
                  <a:lnTo>
                    <a:pt x="506803" y="1772473"/>
                  </a:lnTo>
                  <a:lnTo>
                    <a:pt x="562933" y="1768068"/>
                  </a:lnTo>
                  <a:lnTo>
                    <a:pt x="613719" y="1756155"/>
                  </a:lnTo>
                  <a:lnTo>
                    <a:pt x="611284" y="1708171"/>
                  </a:lnTo>
                  <a:lnTo>
                    <a:pt x="607564" y="1655567"/>
                  </a:lnTo>
                  <a:lnTo>
                    <a:pt x="602756" y="1599242"/>
                  </a:lnTo>
                  <a:lnTo>
                    <a:pt x="597060" y="1540096"/>
                  </a:lnTo>
                  <a:lnTo>
                    <a:pt x="590673" y="1479027"/>
                  </a:lnTo>
                  <a:lnTo>
                    <a:pt x="583794" y="1416932"/>
                  </a:lnTo>
                  <a:lnTo>
                    <a:pt x="576623" y="1354712"/>
                  </a:lnTo>
                  <a:lnTo>
                    <a:pt x="555334" y="1176283"/>
                  </a:lnTo>
                  <a:lnTo>
                    <a:pt x="543314" y="1073176"/>
                  </a:lnTo>
                  <a:lnTo>
                    <a:pt x="538552" y="1029072"/>
                  </a:lnTo>
                  <a:lnTo>
                    <a:pt x="534886" y="991133"/>
                  </a:lnTo>
                  <a:lnTo>
                    <a:pt x="532515" y="960257"/>
                  </a:lnTo>
                  <a:lnTo>
                    <a:pt x="531638" y="937343"/>
                  </a:lnTo>
                  <a:lnTo>
                    <a:pt x="532746" y="894142"/>
                  </a:lnTo>
                  <a:lnTo>
                    <a:pt x="535982" y="845769"/>
                  </a:lnTo>
                  <a:lnTo>
                    <a:pt x="540778" y="793485"/>
                  </a:lnTo>
                  <a:lnTo>
                    <a:pt x="546566" y="738554"/>
                  </a:lnTo>
                  <a:lnTo>
                    <a:pt x="558848" y="625803"/>
                  </a:lnTo>
                  <a:lnTo>
                    <a:pt x="564206" y="570510"/>
                  </a:lnTo>
                  <a:lnTo>
                    <a:pt x="568286" y="517621"/>
                  </a:lnTo>
                  <a:lnTo>
                    <a:pt x="570519" y="468401"/>
                  </a:lnTo>
                  <a:lnTo>
                    <a:pt x="570338" y="424112"/>
                  </a:lnTo>
                  <a:lnTo>
                    <a:pt x="583908" y="366083"/>
                  </a:lnTo>
                  <a:lnTo>
                    <a:pt x="593155" y="309859"/>
                  </a:lnTo>
                  <a:lnTo>
                    <a:pt x="598461" y="255837"/>
                  </a:lnTo>
                  <a:lnTo>
                    <a:pt x="600210" y="204409"/>
                  </a:lnTo>
                  <a:lnTo>
                    <a:pt x="598787" y="155970"/>
                  </a:lnTo>
                  <a:lnTo>
                    <a:pt x="594573" y="110916"/>
                  </a:lnTo>
                  <a:lnTo>
                    <a:pt x="587953" y="69639"/>
                  </a:lnTo>
                  <a:lnTo>
                    <a:pt x="579311" y="32536"/>
                  </a:lnTo>
                  <a:lnTo>
                    <a:pt x="569029" y="0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8768369" y="3658299"/>
              <a:ext cx="197485" cy="1771650"/>
            </a:xfrm>
            <a:custGeom>
              <a:avLst/>
              <a:gdLst/>
              <a:ahLst/>
              <a:cxnLst/>
              <a:rect l="l" t="t" r="r" b="b"/>
              <a:pathLst>
                <a:path w="197484" h="1771650">
                  <a:moveTo>
                    <a:pt x="152278" y="0"/>
                  </a:moveTo>
                  <a:lnTo>
                    <a:pt x="38742" y="2188"/>
                  </a:lnTo>
                  <a:lnTo>
                    <a:pt x="43942" y="50738"/>
                  </a:lnTo>
                  <a:lnTo>
                    <a:pt x="48139" y="103649"/>
                  </a:lnTo>
                  <a:lnTo>
                    <a:pt x="50977" y="159018"/>
                  </a:lnTo>
                  <a:lnTo>
                    <a:pt x="52100" y="214945"/>
                  </a:lnTo>
                  <a:lnTo>
                    <a:pt x="51153" y="269528"/>
                  </a:lnTo>
                  <a:lnTo>
                    <a:pt x="47780" y="320867"/>
                  </a:lnTo>
                  <a:lnTo>
                    <a:pt x="41625" y="367060"/>
                  </a:lnTo>
                  <a:lnTo>
                    <a:pt x="32334" y="406207"/>
                  </a:lnTo>
                  <a:lnTo>
                    <a:pt x="26775" y="483666"/>
                  </a:lnTo>
                  <a:lnTo>
                    <a:pt x="14816" y="658660"/>
                  </a:lnTo>
                  <a:lnTo>
                    <a:pt x="3532" y="845112"/>
                  </a:lnTo>
                  <a:lnTo>
                    <a:pt x="0" y="956944"/>
                  </a:lnTo>
                  <a:lnTo>
                    <a:pt x="89134" y="1556342"/>
                  </a:lnTo>
                  <a:lnTo>
                    <a:pt x="120561" y="1771024"/>
                  </a:lnTo>
                  <a:lnTo>
                    <a:pt x="140843" y="1768825"/>
                  </a:lnTo>
                  <a:lnTo>
                    <a:pt x="160461" y="1765624"/>
                  </a:lnTo>
                  <a:lnTo>
                    <a:pt x="179230" y="1761406"/>
                  </a:lnTo>
                  <a:lnTo>
                    <a:pt x="196967" y="1756155"/>
                  </a:lnTo>
                  <a:lnTo>
                    <a:pt x="194533" y="1708171"/>
                  </a:lnTo>
                  <a:lnTo>
                    <a:pt x="190812" y="1655567"/>
                  </a:lnTo>
                  <a:lnTo>
                    <a:pt x="186004" y="1599243"/>
                  </a:lnTo>
                  <a:lnTo>
                    <a:pt x="180308" y="1540098"/>
                  </a:lnTo>
                  <a:lnTo>
                    <a:pt x="173921" y="1479029"/>
                  </a:lnTo>
                  <a:lnTo>
                    <a:pt x="167043" y="1416935"/>
                  </a:lnTo>
                  <a:lnTo>
                    <a:pt x="159871" y="1354716"/>
                  </a:lnTo>
                  <a:lnTo>
                    <a:pt x="138582" y="1176288"/>
                  </a:lnTo>
                  <a:lnTo>
                    <a:pt x="126563" y="1073181"/>
                  </a:lnTo>
                  <a:lnTo>
                    <a:pt x="121801" y="1029076"/>
                  </a:lnTo>
                  <a:lnTo>
                    <a:pt x="118135" y="991136"/>
                  </a:lnTo>
                  <a:lnTo>
                    <a:pt x="115764" y="960259"/>
                  </a:lnTo>
                  <a:lnTo>
                    <a:pt x="114886" y="937343"/>
                  </a:lnTo>
                  <a:lnTo>
                    <a:pt x="115995" y="894142"/>
                  </a:lnTo>
                  <a:lnTo>
                    <a:pt x="119231" y="845769"/>
                  </a:lnTo>
                  <a:lnTo>
                    <a:pt x="124026" y="793485"/>
                  </a:lnTo>
                  <a:lnTo>
                    <a:pt x="129814" y="738554"/>
                  </a:lnTo>
                  <a:lnTo>
                    <a:pt x="142096" y="625803"/>
                  </a:lnTo>
                  <a:lnTo>
                    <a:pt x="147454" y="570510"/>
                  </a:lnTo>
                  <a:lnTo>
                    <a:pt x="151534" y="517621"/>
                  </a:lnTo>
                  <a:lnTo>
                    <a:pt x="153767" y="468401"/>
                  </a:lnTo>
                  <a:lnTo>
                    <a:pt x="153586" y="424112"/>
                  </a:lnTo>
                  <a:lnTo>
                    <a:pt x="167157" y="366083"/>
                  </a:lnTo>
                  <a:lnTo>
                    <a:pt x="176403" y="309859"/>
                  </a:lnTo>
                  <a:lnTo>
                    <a:pt x="181709" y="255837"/>
                  </a:lnTo>
                  <a:lnTo>
                    <a:pt x="183459" y="204409"/>
                  </a:lnTo>
                  <a:lnTo>
                    <a:pt x="182035" y="155970"/>
                  </a:lnTo>
                  <a:lnTo>
                    <a:pt x="177822" y="110916"/>
                  </a:lnTo>
                  <a:lnTo>
                    <a:pt x="171202" y="69639"/>
                  </a:lnTo>
                  <a:lnTo>
                    <a:pt x="162559" y="32536"/>
                  </a:lnTo>
                  <a:lnTo>
                    <a:pt x="152278" y="0"/>
                  </a:lnTo>
                  <a:close/>
                </a:path>
              </a:pathLst>
            </a:custGeom>
            <a:solidFill>
              <a:srgbClr val="DECC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8098554" y="5445626"/>
              <a:ext cx="843280" cy="236220"/>
            </a:xfrm>
            <a:custGeom>
              <a:avLst/>
              <a:gdLst/>
              <a:ahLst/>
              <a:cxnLst/>
              <a:rect l="l" t="t" r="r" b="b"/>
              <a:pathLst>
                <a:path w="843280" h="236220">
                  <a:moveTo>
                    <a:pt x="477786" y="157886"/>
                  </a:moveTo>
                  <a:lnTo>
                    <a:pt x="476834" y="100774"/>
                  </a:lnTo>
                  <a:lnTo>
                    <a:pt x="473125" y="60642"/>
                  </a:lnTo>
                  <a:lnTo>
                    <a:pt x="459168" y="46431"/>
                  </a:lnTo>
                  <a:lnTo>
                    <a:pt x="434467" y="52235"/>
                  </a:lnTo>
                  <a:lnTo>
                    <a:pt x="405930" y="57619"/>
                  </a:lnTo>
                  <a:lnTo>
                    <a:pt x="376897" y="59563"/>
                  </a:lnTo>
                  <a:lnTo>
                    <a:pt x="350672" y="55016"/>
                  </a:lnTo>
                  <a:lnTo>
                    <a:pt x="352132" y="47371"/>
                  </a:lnTo>
                  <a:lnTo>
                    <a:pt x="352437" y="38049"/>
                  </a:lnTo>
                  <a:lnTo>
                    <a:pt x="322173" y="2781"/>
                  </a:lnTo>
                  <a:lnTo>
                    <a:pt x="306044" y="0"/>
                  </a:lnTo>
                  <a:lnTo>
                    <a:pt x="294627" y="3556"/>
                  </a:lnTo>
                  <a:lnTo>
                    <a:pt x="253822" y="36652"/>
                  </a:lnTo>
                  <a:lnTo>
                    <a:pt x="202209" y="68059"/>
                  </a:lnTo>
                  <a:lnTo>
                    <a:pt x="146011" y="96926"/>
                  </a:lnTo>
                  <a:lnTo>
                    <a:pt x="91465" y="122402"/>
                  </a:lnTo>
                  <a:lnTo>
                    <a:pt x="44792" y="143649"/>
                  </a:lnTo>
                  <a:lnTo>
                    <a:pt x="12230" y="159804"/>
                  </a:lnTo>
                  <a:lnTo>
                    <a:pt x="0" y="170002"/>
                  </a:lnTo>
                  <a:lnTo>
                    <a:pt x="215" y="194614"/>
                  </a:lnTo>
                  <a:lnTo>
                    <a:pt x="10363" y="213258"/>
                  </a:lnTo>
                  <a:lnTo>
                    <a:pt x="33832" y="225818"/>
                  </a:lnTo>
                  <a:lnTo>
                    <a:pt x="74041" y="232244"/>
                  </a:lnTo>
                  <a:lnTo>
                    <a:pt x="134404" y="232435"/>
                  </a:lnTo>
                  <a:lnTo>
                    <a:pt x="218313" y="226314"/>
                  </a:lnTo>
                  <a:lnTo>
                    <a:pt x="266712" y="223672"/>
                  </a:lnTo>
                  <a:lnTo>
                    <a:pt x="309270" y="224434"/>
                  </a:lnTo>
                  <a:lnTo>
                    <a:pt x="350913" y="226326"/>
                  </a:lnTo>
                  <a:lnTo>
                    <a:pt x="396595" y="227088"/>
                  </a:lnTo>
                  <a:lnTo>
                    <a:pt x="447319" y="219430"/>
                  </a:lnTo>
                  <a:lnTo>
                    <a:pt x="471170" y="196900"/>
                  </a:lnTo>
                  <a:lnTo>
                    <a:pt x="477786" y="157886"/>
                  </a:lnTo>
                  <a:close/>
                </a:path>
                <a:path w="843280" h="236220">
                  <a:moveTo>
                    <a:pt x="843038" y="105981"/>
                  </a:moveTo>
                  <a:lnTo>
                    <a:pt x="839978" y="65316"/>
                  </a:lnTo>
                  <a:lnTo>
                    <a:pt x="830554" y="53009"/>
                  </a:lnTo>
                  <a:lnTo>
                    <a:pt x="826160" y="56222"/>
                  </a:lnTo>
                  <a:lnTo>
                    <a:pt x="820928" y="59410"/>
                  </a:lnTo>
                  <a:lnTo>
                    <a:pt x="814057" y="61277"/>
                  </a:lnTo>
                  <a:lnTo>
                    <a:pt x="804672" y="60490"/>
                  </a:lnTo>
                  <a:lnTo>
                    <a:pt x="802551" y="49390"/>
                  </a:lnTo>
                  <a:lnTo>
                    <a:pt x="798639" y="37795"/>
                  </a:lnTo>
                  <a:lnTo>
                    <a:pt x="748436" y="12395"/>
                  </a:lnTo>
                  <a:lnTo>
                    <a:pt x="719035" y="11785"/>
                  </a:lnTo>
                  <a:lnTo>
                    <a:pt x="691146" y="12585"/>
                  </a:lnTo>
                  <a:lnTo>
                    <a:pt x="680720" y="13258"/>
                  </a:lnTo>
                  <a:lnTo>
                    <a:pt x="672350" y="14414"/>
                  </a:lnTo>
                  <a:lnTo>
                    <a:pt x="668121" y="16154"/>
                  </a:lnTo>
                  <a:lnTo>
                    <a:pt x="639508" y="62420"/>
                  </a:lnTo>
                  <a:lnTo>
                    <a:pt x="595782" y="106222"/>
                  </a:lnTo>
                  <a:lnTo>
                    <a:pt x="554939" y="143217"/>
                  </a:lnTo>
                  <a:lnTo>
                    <a:pt x="535012" y="169075"/>
                  </a:lnTo>
                  <a:lnTo>
                    <a:pt x="534327" y="199694"/>
                  </a:lnTo>
                  <a:lnTo>
                    <a:pt x="549414" y="220167"/>
                  </a:lnTo>
                  <a:lnTo>
                    <a:pt x="583552" y="231559"/>
                  </a:lnTo>
                  <a:lnTo>
                    <a:pt x="640054" y="234937"/>
                  </a:lnTo>
                  <a:lnTo>
                    <a:pt x="689127" y="235686"/>
                  </a:lnTo>
                  <a:lnTo>
                    <a:pt x="739876" y="235572"/>
                  </a:lnTo>
                  <a:lnTo>
                    <a:pt x="785888" y="230555"/>
                  </a:lnTo>
                  <a:lnTo>
                    <a:pt x="820775" y="216636"/>
                  </a:lnTo>
                  <a:lnTo>
                    <a:pt x="838123" y="189763"/>
                  </a:lnTo>
                  <a:lnTo>
                    <a:pt x="841743" y="154343"/>
                  </a:lnTo>
                  <a:lnTo>
                    <a:pt x="843038" y="105981"/>
                  </a:lnTo>
                  <a:close/>
                </a:path>
              </a:pathLst>
            </a:custGeom>
            <a:solidFill>
              <a:srgbClr val="1A17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/>
          <p:nvPr/>
        </p:nvSpPr>
        <p:spPr>
          <a:xfrm>
            <a:off x="18190440" y="2421467"/>
            <a:ext cx="300355" cy="375285"/>
          </a:xfrm>
          <a:custGeom>
            <a:avLst/>
            <a:gdLst/>
            <a:ahLst/>
            <a:cxnLst/>
            <a:rect l="l" t="t" r="r" b="b"/>
            <a:pathLst>
              <a:path w="300355" h="375285">
                <a:moveTo>
                  <a:pt x="184549" y="0"/>
                </a:moveTo>
                <a:lnTo>
                  <a:pt x="0" y="223396"/>
                </a:lnTo>
                <a:lnTo>
                  <a:pt x="41140" y="266949"/>
                </a:lnTo>
                <a:lnTo>
                  <a:pt x="60623" y="294916"/>
                </a:lnTo>
                <a:lnTo>
                  <a:pt x="63643" y="319402"/>
                </a:lnTo>
                <a:lnTo>
                  <a:pt x="55390" y="352512"/>
                </a:lnTo>
                <a:lnTo>
                  <a:pt x="55716" y="369548"/>
                </a:lnTo>
                <a:lnTo>
                  <a:pt x="64943" y="375005"/>
                </a:lnTo>
                <a:lnTo>
                  <a:pt x="91277" y="368684"/>
                </a:lnTo>
                <a:lnTo>
                  <a:pt x="142927" y="350387"/>
                </a:lnTo>
                <a:lnTo>
                  <a:pt x="179787" y="343459"/>
                </a:lnTo>
                <a:lnTo>
                  <a:pt x="225522" y="340395"/>
                </a:lnTo>
                <a:lnTo>
                  <a:pt x="268567" y="335107"/>
                </a:lnTo>
                <a:lnTo>
                  <a:pt x="297356" y="321511"/>
                </a:lnTo>
                <a:lnTo>
                  <a:pt x="300325" y="293519"/>
                </a:lnTo>
                <a:lnTo>
                  <a:pt x="264987" y="216461"/>
                </a:lnTo>
                <a:lnTo>
                  <a:pt x="245912" y="175685"/>
                </a:lnTo>
                <a:lnTo>
                  <a:pt x="236534" y="157613"/>
                </a:lnTo>
                <a:lnTo>
                  <a:pt x="230286" y="148665"/>
                </a:lnTo>
                <a:lnTo>
                  <a:pt x="206801" y="109442"/>
                </a:lnTo>
                <a:lnTo>
                  <a:pt x="194208" y="80882"/>
                </a:lnTo>
                <a:lnTo>
                  <a:pt x="188220" y="49047"/>
                </a:lnTo>
                <a:lnTo>
                  <a:pt x="184549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" name="object 51" descr=""/>
          <p:cNvGrpSpPr/>
          <p:nvPr/>
        </p:nvGrpSpPr>
        <p:grpSpPr>
          <a:xfrm>
            <a:off x="17387844" y="2134965"/>
            <a:ext cx="1814830" cy="1532890"/>
            <a:chOff x="17387844" y="2134965"/>
            <a:chExt cx="1814830" cy="1532890"/>
          </a:xfrm>
        </p:grpSpPr>
        <p:sp>
          <p:nvSpPr>
            <p:cNvPr id="52" name="object 52" descr=""/>
            <p:cNvSpPr/>
            <p:nvPr/>
          </p:nvSpPr>
          <p:spPr>
            <a:xfrm>
              <a:off x="17569459" y="2837185"/>
              <a:ext cx="716280" cy="626745"/>
            </a:xfrm>
            <a:custGeom>
              <a:avLst/>
              <a:gdLst/>
              <a:ahLst/>
              <a:cxnLst/>
              <a:rect l="l" t="t" r="r" b="b"/>
              <a:pathLst>
                <a:path w="716280" h="626745">
                  <a:moveTo>
                    <a:pt x="716114" y="312115"/>
                  </a:moveTo>
                  <a:lnTo>
                    <a:pt x="607682" y="0"/>
                  </a:lnTo>
                  <a:lnTo>
                    <a:pt x="506920" y="150495"/>
                  </a:lnTo>
                  <a:lnTo>
                    <a:pt x="450367" y="239255"/>
                  </a:lnTo>
                  <a:lnTo>
                    <a:pt x="417334" y="300977"/>
                  </a:lnTo>
                  <a:lnTo>
                    <a:pt x="387172" y="370408"/>
                  </a:lnTo>
                  <a:lnTo>
                    <a:pt x="381596" y="386918"/>
                  </a:lnTo>
                  <a:lnTo>
                    <a:pt x="377494" y="384530"/>
                  </a:lnTo>
                  <a:lnTo>
                    <a:pt x="308330" y="347116"/>
                  </a:lnTo>
                  <a:lnTo>
                    <a:pt x="222745" y="306654"/>
                  </a:lnTo>
                  <a:lnTo>
                    <a:pt x="145021" y="281089"/>
                  </a:lnTo>
                  <a:lnTo>
                    <a:pt x="95732" y="276466"/>
                  </a:lnTo>
                  <a:lnTo>
                    <a:pt x="54419" y="283235"/>
                  </a:lnTo>
                  <a:lnTo>
                    <a:pt x="23266" y="303250"/>
                  </a:lnTo>
                  <a:lnTo>
                    <a:pt x="4394" y="338328"/>
                  </a:lnTo>
                  <a:lnTo>
                    <a:pt x="0" y="390296"/>
                  </a:lnTo>
                  <a:lnTo>
                    <a:pt x="9715" y="451180"/>
                  </a:lnTo>
                  <a:lnTo>
                    <a:pt x="55562" y="495884"/>
                  </a:lnTo>
                  <a:lnTo>
                    <a:pt x="175882" y="546379"/>
                  </a:lnTo>
                  <a:lnTo>
                    <a:pt x="409016" y="624636"/>
                  </a:lnTo>
                  <a:lnTo>
                    <a:pt x="409003" y="623849"/>
                  </a:lnTo>
                  <a:lnTo>
                    <a:pt x="413931" y="626605"/>
                  </a:lnTo>
                  <a:lnTo>
                    <a:pt x="464159" y="616839"/>
                  </a:lnTo>
                  <a:lnTo>
                    <a:pt x="504024" y="587540"/>
                  </a:lnTo>
                  <a:lnTo>
                    <a:pt x="593178" y="489038"/>
                  </a:lnTo>
                  <a:lnTo>
                    <a:pt x="654583" y="405549"/>
                  </a:lnTo>
                  <a:lnTo>
                    <a:pt x="699008" y="339166"/>
                  </a:lnTo>
                  <a:lnTo>
                    <a:pt x="716114" y="312115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8094599" y="2881167"/>
              <a:ext cx="191135" cy="523875"/>
            </a:xfrm>
            <a:custGeom>
              <a:avLst/>
              <a:gdLst/>
              <a:ahLst/>
              <a:cxnLst/>
              <a:rect l="l" t="t" r="r" b="b"/>
              <a:pathLst>
                <a:path w="191134" h="523875">
                  <a:moveTo>
                    <a:pt x="97808" y="0"/>
                  </a:moveTo>
                  <a:lnTo>
                    <a:pt x="86650" y="23964"/>
                  </a:lnTo>
                  <a:lnTo>
                    <a:pt x="76983" y="53894"/>
                  </a:lnTo>
                  <a:lnTo>
                    <a:pt x="71700" y="88429"/>
                  </a:lnTo>
                  <a:lnTo>
                    <a:pt x="73694" y="126205"/>
                  </a:lnTo>
                  <a:lnTo>
                    <a:pt x="79396" y="183261"/>
                  </a:lnTo>
                  <a:lnTo>
                    <a:pt x="76233" y="232820"/>
                  </a:lnTo>
                  <a:lnTo>
                    <a:pt x="65083" y="276512"/>
                  </a:lnTo>
                  <a:lnTo>
                    <a:pt x="46825" y="315969"/>
                  </a:lnTo>
                  <a:lnTo>
                    <a:pt x="31868" y="355653"/>
                  </a:lnTo>
                  <a:lnTo>
                    <a:pt x="18665" y="411542"/>
                  </a:lnTo>
                  <a:lnTo>
                    <a:pt x="7836" y="471515"/>
                  </a:lnTo>
                  <a:lnTo>
                    <a:pt x="0" y="523450"/>
                  </a:lnTo>
                  <a:lnTo>
                    <a:pt x="68050" y="445058"/>
                  </a:lnTo>
                  <a:lnTo>
                    <a:pt x="129454" y="361568"/>
                  </a:lnTo>
                  <a:lnTo>
                    <a:pt x="173874" y="295189"/>
                  </a:lnTo>
                  <a:lnTo>
                    <a:pt x="190978" y="268127"/>
                  </a:lnTo>
                  <a:lnTo>
                    <a:pt x="97808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8177147" y="2651913"/>
              <a:ext cx="752475" cy="1014094"/>
            </a:xfrm>
            <a:custGeom>
              <a:avLst/>
              <a:gdLst/>
              <a:ahLst/>
              <a:cxnLst/>
              <a:rect l="l" t="t" r="r" b="b"/>
              <a:pathLst>
                <a:path w="752475" h="1014095">
                  <a:moveTo>
                    <a:pt x="259520" y="0"/>
                  </a:moveTo>
                  <a:lnTo>
                    <a:pt x="67757" y="91190"/>
                  </a:lnTo>
                  <a:lnTo>
                    <a:pt x="0" y="188821"/>
                  </a:lnTo>
                  <a:lnTo>
                    <a:pt x="27292" y="312379"/>
                  </a:lnTo>
                  <a:lnTo>
                    <a:pt x="47451" y="390126"/>
                  </a:lnTo>
                  <a:lnTo>
                    <a:pt x="70434" y="454967"/>
                  </a:lnTo>
                  <a:lnTo>
                    <a:pt x="108436" y="545020"/>
                  </a:lnTo>
                  <a:lnTo>
                    <a:pt x="124722" y="589762"/>
                  </a:lnTo>
                  <a:lnTo>
                    <a:pt x="138551" y="641943"/>
                  </a:lnTo>
                  <a:lnTo>
                    <a:pt x="150108" y="698929"/>
                  </a:lnTo>
                  <a:lnTo>
                    <a:pt x="159576" y="758086"/>
                  </a:lnTo>
                  <a:lnTo>
                    <a:pt x="167140" y="816783"/>
                  </a:lnTo>
                  <a:lnTo>
                    <a:pt x="172983" y="872385"/>
                  </a:lnTo>
                  <a:lnTo>
                    <a:pt x="177290" y="922258"/>
                  </a:lnTo>
                  <a:lnTo>
                    <a:pt x="180245" y="963771"/>
                  </a:lnTo>
                  <a:lnTo>
                    <a:pt x="183010" y="1013759"/>
                  </a:lnTo>
                  <a:lnTo>
                    <a:pt x="749799" y="1013759"/>
                  </a:lnTo>
                  <a:lnTo>
                    <a:pt x="752332" y="783466"/>
                  </a:lnTo>
                  <a:lnTo>
                    <a:pt x="744269" y="642903"/>
                  </a:lnTo>
                  <a:lnTo>
                    <a:pt x="717591" y="534649"/>
                  </a:lnTo>
                  <a:lnTo>
                    <a:pt x="664283" y="401286"/>
                  </a:lnTo>
                  <a:lnTo>
                    <a:pt x="647126" y="361287"/>
                  </a:lnTo>
                  <a:lnTo>
                    <a:pt x="629970" y="323079"/>
                  </a:lnTo>
                  <a:lnTo>
                    <a:pt x="566548" y="193973"/>
                  </a:lnTo>
                  <a:lnTo>
                    <a:pt x="512492" y="96532"/>
                  </a:lnTo>
                  <a:lnTo>
                    <a:pt x="474872" y="34974"/>
                  </a:lnTo>
                  <a:lnTo>
                    <a:pt x="460760" y="13517"/>
                  </a:lnTo>
                  <a:lnTo>
                    <a:pt x="25952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8252326" y="2696114"/>
              <a:ext cx="677545" cy="971550"/>
            </a:xfrm>
            <a:custGeom>
              <a:avLst/>
              <a:gdLst/>
              <a:ahLst/>
              <a:cxnLst/>
              <a:rect l="l" t="t" r="r" b="b"/>
              <a:pathLst>
                <a:path w="677544" h="971550">
                  <a:moveTo>
                    <a:pt x="201752" y="722160"/>
                  </a:moveTo>
                  <a:lnTo>
                    <a:pt x="72961" y="161671"/>
                  </a:lnTo>
                  <a:lnTo>
                    <a:pt x="74269" y="159893"/>
                  </a:lnTo>
                  <a:lnTo>
                    <a:pt x="93738" y="126517"/>
                  </a:lnTo>
                  <a:lnTo>
                    <a:pt x="94729" y="119456"/>
                  </a:lnTo>
                  <a:lnTo>
                    <a:pt x="73380" y="36296"/>
                  </a:lnTo>
                  <a:lnTo>
                    <a:pt x="24574" y="0"/>
                  </a:lnTo>
                  <a:lnTo>
                    <a:pt x="0" y="54851"/>
                  </a:lnTo>
                  <a:lnTo>
                    <a:pt x="14478" y="148818"/>
                  </a:lnTo>
                  <a:lnTo>
                    <a:pt x="18376" y="155079"/>
                  </a:lnTo>
                  <a:lnTo>
                    <a:pt x="31915" y="164490"/>
                  </a:lnTo>
                  <a:lnTo>
                    <a:pt x="27800" y="489800"/>
                  </a:lnTo>
                  <a:lnTo>
                    <a:pt x="46329" y="538835"/>
                  </a:lnTo>
                  <a:lnTo>
                    <a:pt x="60159" y="590029"/>
                  </a:lnTo>
                  <a:lnTo>
                    <a:pt x="71716" y="645947"/>
                  </a:lnTo>
                  <a:lnTo>
                    <a:pt x="81191" y="703986"/>
                  </a:lnTo>
                  <a:lnTo>
                    <a:pt x="88747" y="761580"/>
                  </a:lnTo>
                  <a:lnTo>
                    <a:pt x="94602" y="816140"/>
                  </a:lnTo>
                  <a:lnTo>
                    <a:pt x="98907" y="865073"/>
                  </a:lnTo>
                  <a:lnTo>
                    <a:pt x="101866" y="905802"/>
                  </a:lnTo>
                  <a:lnTo>
                    <a:pt x="125196" y="954862"/>
                  </a:lnTo>
                  <a:lnTo>
                    <a:pt x="201752" y="722160"/>
                  </a:lnTo>
                  <a:close/>
                </a:path>
                <a:path w="677544" h="971550">
                  <a:moveTo>
                    <a:pt x="677151" y="738543"/>
                  </a:moveTo>
                  <a:lnTo>
                    <a:pt x="669086" y="596341"/>
                  </a:lnTo>
                  <a:lnTo>
                    <a:pt x="642404" y="486829"/>
                  </a:lnTo>
                  <a:lnTo>
                    <a:pt x="589102" y="351917"/>
                  </a:lnTo>
                  <a:lnTo>
                    <a:pt x="571944" y="311454"/>
                  </a:lnTo>
                  <a:lnTo>
                    <a:pt x="554786" y="272808"/>
                  </a:lnTo>
                  <a:lnTo>
                    <a:pt x="542112" y="317792"/>
                  </a:lnTo>
                  <a:lnTo>
                    <a:pt x="531634" y="367449"/>
                  </a:lnTo>
                  <a:lnTo>
                    <a:pt x="525297" y="419608"/>
                  </a:lnTo>
                  <a:lnTo>
                    <a:pt x="525043" y="472122"/>
                  </a:lnTo>
                  <a:lnTo>
                    <a:pt x="527672" y="536422"/>
                  </a:lnTo>
                  <a:lnTo>
                    <a:pt x="525653" y="593445"/>
                  </a:lnTo>
                  <a:lnTo>
                    <a:pt x="517575" y="642734"/>
                  </a:lnTo>
                  <a:lnTo>
                    <a:pt x="502031" y="683844"/>
                  </a:lnTo>
                  <a:lnTo>
                    <a:pt x="477596" y="716356"/>
                  </a:lnTo>
                  <a:lnTo>
                    <a:pt x="442861" y="739825"/>
                  </a:lnTo>
                  <a:lnTo>
                    <a:pt x="400164" y="762889"/>
                  </a:lnTo>
                  <a:lnTo>
                    <a:pt x="355244" y="792962"/>
                  </a:lnTo>
                  <a:lnTo>
                    <a:pt x="311835" y="827684"/>
                  </a:lnTo>
                  <a:lnTo>
                    <a:pt x="273608" y="864679"/>
                  </a:lnTo>
                  <a:lnTo>
                    <a:pt x="244284" y="901573"/>
                  </a:lnTo>
                  <a:lnTo>
                    <a:pt x="227558" y="936015"/>
                  </a:lnTo>
                  <a:lnTo>
                    <a:pt x="217512" y="971499"/>
                  </a:lnTo>
                  <a:lnTo>
                    <a:pt x="674611" y="971499"/>
                  </a:lnTo>
                  <a:lnTo>
                    <a:pt x="677151" y="738543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222513" y="2573650"/>
              <a:ext cx="290496" cy="290418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387844" y="2967834"/>
              <a:ext cx="270097" cy="283281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18531891" y="2658662"/>
              <a:ext cx="670560" cy="791210"/>
            </a:xfrm>
            <a:custGeom>
              <a:avLst/>
              <a:gdLst/>
              <a:ahLst/>
              <a:cxnLst/>
              <a:rect l="l" t="t" r="r" b="b"/>
              <a:pathLst>
                <a:path w="670559" h="791210">
                  <a:moveTo>
                    <a:pt x="670534" y="388861"/>
                  </a:moveTo>
                  <a:lnTo>
                    <a:pt x="669912" y="318858"/>
                  </a:lnTo>
                  <a:lnTo>
                    <a:pt x="644626" y="271462"/>
                  </a:lnTo>
                  <a:lnTo>
                    <a:pt x="644563" y="271246"/>
                  </a:lnTo>
                  <a:lnTo>
                    <a:pt x="618109" y="229019"/>
                  </a:lnTo>
                  <a:lnTo>
                    <a:pt x="581012" y="196596"/>
                  </a:lnTo>
                  <a:lnTo>
                    <a:pt x="543267" y="172745"/>
                  </a:lnTo>
                  <a:lnTo>
                    <a:pt x="514845" y="156235"/>
                  </a:lnTo>
                  <a:lnTo>
                    <a:pt x="475767" y="132638"/>
                  </a:lnTo>
                  <a:lnTo>
                    <a:pt x="431253" y="108813"/>
                  </a:lnTo>
                  <a:lnTo>
                    <a:pt x="382587" y="85534"/>
                  </a:lnTo>
                  <a:lnTo>
                    <a:pt x="331089" y="63550"/>
                  </a:lnTo>
                  <a:lnTo>
                    <a:pt x="278066" y="43637"/>
                  </a:lnTo>
                  <a:lnTo>
                    <a:pt x="224840" y="26568"/>
                  </a:lnTo>
                  <a:lnTo>
                    <a:pt x="172720" y="13093"/>
                  </a:lnTo>
                  <a:lnTo>
                    <a:pt x="122999" y="3975"/>
                  </a:lnTo>
                  <a:lnTo>
                    <a:pt x="77012" y="0"/>
                  </a:lnTo>
                  <a:lnTo>
                    <a:pt x="36055" y="1917"/>
                  </a:lnTo>
                  <a:lnTo>
                    <a:pt x="1574" y="35318"/>
                  </a:lnTo>
                  <a:lnTo>
                    <a:pt x="0" y="74866"/>
                  </a:lnTo>
                  <a:lnTo>
                    <a:pt x="6667" y="124129"/>
                  </a:lnTo>
                  <a:lnTo>
                    <a:pt x="21170" y="175552"/>
                  </a:lnTo>
                  <a:lnTo>
                    <a:pt x="43129" y="221576"/>
                  </a:lnTo>
                  <a:lnTo>
                    <a:pt x="72148" y="254685"/>
                  </a:lnTo>
                  <a:lnTo>
                    <a:pt x="129971" y="280441"/>
                  </a:lnTo>
                  <a:lnTo>
                    <a:pt x="172504" y="294716"/>
                  </a:lnTo>
                  <a:lnTo>
                    <a:pt x="220738" y="311137"/>
                  </a:lnTo>
                  <a:lnTo>
                    <a:pt x="272148" y="330644"/>
                  </a:lnTo>
                  <a:lnTo>
                    <a:pt x="324218" y="354139"/>
                  </a:lnTo>
                  <a:lnTo>
                    <a:pt x="374408" y="382562"/>
                  </a:lnTo>
                  <a:lnTo>
                    <a:pt x="420204" y="416826"/>
                  </a:lnTo>
                  <a:lnTo>
                    <a:pt x="425856" y="529628"/>
                  </a:lnTo>
                  <a:lnTo>
                    <a:pt x="425577" y="738886"/>
                  </a:lnTo>
                  <a:lnTo>
                    <a:pt x="569455" y="790943"/>
                  </a:lnTo>
                  <a:lnTo>
                    <a:pt x="639394" y="529983"/>
                  </a:lnTo>
                  <a:lnTo>
                    <a:pt x="670534" y="388861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8881811" y="3384315"/>
              <a:ext cx="111760" cy="75565"/>
            </a:xfrm>
            <a:custGeom>
              <a:avLst/>
              <a:gdLst/>
              <a:ahLst/>
              <a:cxnLst/>
              <a:rect l="l" t="t" r="r" b="b"/>
              <a:pathLst>
                <a:path w="111759" h="75564">
                  <a:moveTo>
                    <a:pt x="111169" y="0"/>
                  </a:moveTo>
                  <a:lnTo>
                    <a:pt x="62670" y="5569"/>
                  </a:lnTo>
                  <a:lnTo>
                    <a:pt x="12664" y="38608"/>
                  </a:lnTo>
                  <a:lnTo>
                    <a:pt x="0" y="59202"/>
                  </a:lnTo>
                  <a:lnTo>
                    <a:pt x="65966" y="75149"/>
                  </a:lnTo>
                  <a:lnTo>
                    <a:pt x="111169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8259559" y="2837201"/>
              <a:ext cx="177125" cy="813231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8904881" y="3376692"/>
              <a:ext cx="200025" cy="235585"/>
            </a:xfrm>
            <a:custGeom>
              <a:avLst/>
              <a:gdLst/>
              <a:ahLst/>
              <a:cxnLst/>
              <a:rect l="l" t="t" r="r" b="b"/>
              <a:pathLst>
                <a:path w="200025" h="235585">
                  <a:moveTo>
                    <a:pt x="111323" y="0"/>
                  </a:moveTo>
                  <a:lnTo>
                    <a:pt x="70999" y="28501"/>
                  </a:lnTo>
                  <a:lnTo>
                    <a:pt x="38574" y="85866"/>
                  </a:lnTo>
                  <a:lnTo>
                    <a:pt x="10532" y="146005"/>
                  </a:lnTo>
                  <a:lnTo>
                    <a:pt x="0" y="182390"/>
                  </a:lnTo>
                  <a:lnTo>
                    <a:pt x="16209" y="199628"/>
                  </a:lnTo>
                  <a:lnTo>
                    <a:pt x="49587" y="217108"/>
                  </a:lnTo>
                  <a:lnTo>
                    <a:pt x="85082" y="230506"/>
                  </a:lnTo>
                  <a:lnTo>
                    <a:pt x="107640" y="235499"/>
                  </a:lnTo>
                  <a:lnTo>
                    <a:pt x="118719" y="232819"/>
                  </a:lnTo>
                  <a:lnTo>
                    <a:pt x="147060" y="202321"/>
                  </a:lnTo>
                  <a:lnTo>
                    <a:pt x="168392" y="165857"/>
                  </a:lnTo>
                  <a:lnTo>
                    <a:pt x="192632" y="95241"/>
                  </a:lnTo>
                  <a:lnTo>
                    <a:pt x="200004" y="37253"/>
                  </a:lnTo>
                  <a:lnTo>
                    <a:pt x="199198" y="30244"/>
                  </a:lnTo>
                  <a:lnTo>
                    <a:pt x="162082" y="10054"/>
                  </a:lnTo>
                  <a:lnTo>
                    <a:pt x="111323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8343827" y="2662806"/>
              <a:ext cx="133409" cy="102509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8952105" y="2991748"/>
              <a:ext cx="86552" cy="93295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18010201" y="2187764"/>
              <a:ext cx="396240" cy="510540"/>
            </a:xfrm>
            <a:custGeom>
              <a:avLst/>
              <a:gdLst/>
              <a:ahLst/>
              <a:cxnLst/>
              <a:rect l="l" t="t" r="r" b="b"/>
              <a:pathLst>
                <a:path w="396240" h="510539">
                  <a:moveTo>
                    <a:pt x="261624" y="0"/>
                  </a:moveTo>
                  <a:lnTo>
                    <a:pt x="182560" y="18585"/>
                  </a:lnTo>
                  <a:lnTo>
                    <a:pt x="88612" y="28529"/>
                  </a:lnTo>
                  <a:lnTo>
                    <a:pt x="39834" y="42069"/>
                  </a:lnTo>
                  <a:lnTo>
                    <a:pt x="20509" y="68408"/>
                  </a:lnTo>
                  <a:lnTo>
                    <a:pt x="14921" y="116749"/>
                  </a:lnTo>
                  <a:lnTo>
                    <a:pt x="0" y="170477"/>
                  </a:lnTo>
                  <a:lnTo>
                    <a:pt x="352" y="210306"/>
                  </a:lnTo>
                  <a:lnTo>
                    <a:pt x="11041" y="244922"/>
                  </a:lnTo>
                  <a:lnTo>
                    <a:pt x="27130" y="283006"/>
                  </a:lnTo>
                  <a:lnTo>
                    <a:pt x="46054" y="343523"/>
                  </a:lnTo>
                  <a:lnTo>
                    <a:pt x="67331" y="404604"/>
                  </a:lnTo>
                  <a:lnTo>
                    <a:pt x="92181" y="457725"/>
                  </a:lnTo>
                  <a:lnTo>
                    <a:pt x="137062" y="487481"/>
                  </a:lnTo>
                  <a:lnTo>
                    <a:pt x="194266" y="508098"/>
                  </a:lnTo>
                  <a:lnTo>
                    <a:pt x="204014" y="510193"/>
                  </a:lnTo>
                  <a:lnTo>
                    <a:pt x="216087" y="509438"/>
                  </a:lnTo>
                  <a:lnTo>
                    <a:pt x="259440" y="474238"/>
                  </a:lnTo>
                  <a:lnTo>
                    <a:pt x="307352" y="421829"/>
                  </a:lnTo>
                  <a:lnTo>
                    <a:pt x="336707" y="378040"/>
                  </a:lnTo>
                  <a:lnTo>
                    <a:pt x="350073" y="337266"/>
                  </a:lnTo>
                  <a:lnTo>
                    <a:pt x="383158" y="226673"/>
                  </a:lnTo>
                  <a:lnTo>
                    <a:pt x="395653" y="164174"/>
                  </a:lnTo>
                  <a:lnTo>
                    <a:pt x="388875" y="126700"/>
                  </a:lnTo>
                  <a:lnTo>
                    <a:pt x="364146" y="91179"/>
                  </a:lnTo>
                  <a:lnTo>
                    <a:pt x="335393" y="29491"/>
                  </a:lnTo>
                  <a:lnTo>
                    <a:pt x="306893" y="1366"/>
                  </a:lnTo>
                  <a:lnTo>
                    <a:pt x="261624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7907089" y="2134977"/>
              <a:ext cx="535305" cy="580390"/>
            </a:xfrm>
            <a:custGeom>
              <a:avLst/>
              <a:gdLst/>
              <a:ahLst/>
              <a:cxnLst/>
              <a:rect l="l" t="t" r="r" b="b"/>
              <a:pathLst>
                <a:path w="535305" h="580389">
                  <a:moveTo>
                    <a:pt x="535127" y="230784"/>
                  </a:moveTo>
                  <a:lnTo>
                    <a:pt x="532358" y="211950"/>
                  </a:lnTo>
                  <a:lnTo>
                    <a:pt x="530694" y="180200"/>
                  </a:lnTo>
                  <a:lnTo>
                    <a:pt x="526656" y="164528"/>
                  </a:lnTo>
                  <a:lnTo>
                    <a:pt x="517131" y="160337"/>
                  </a:lnTo>
                  <a:lnTo>
                    <a:pt x="499008" y="163029"/>
                  </a:lnTo>
                  <a:lnTo>
                    <a:pt x="504037" y="152552"/>
                  </a:lnTo>
                  <a:lnTo>
                    <a:pt x="507377" y="128397"/>
                  </a:lnTo>
                  <a:lnTo>
                    <a:pt x="499783" y="100266"/>
                  </a:lnTo>
                  <a:lnTo>
                    <a:pt x="472046" y="77901"/>
                  </a:lnTo>
                  <a:lnTo>
                    <a:pt x="470827" y="54838"/>
                  </a:lnTo>
                  <a:lnTo>
                    <a:pt x="454850" y="33083"/>
                  </a:lnTo>
                  <a:lnTo>
                    <a:pt x="429247" y="23241"/>
                  </a:lnTo>
                  <a:lnTo>
                    <a:pt x="399135" y="35928"/>
                  </a:lnTo>
                  <a:lnTo>
                    <a:pt x="394169" y="19672"/>
                  </a:lnTo>
                  <a:lnTo>
                    <a:pt x="377329" y="9537"/>
                  </a:lnTo>
                  <a:lnTo>
                    <a:pt x="356870" y="9994"/>
                  </a:lnTo>
                  <a:lnTo>
                    <a:pt x="341020" y="25527"/>
                  </a:lnTo>
                  <a:lnTo>
                    <a:pt x="328256" y="7137"/>
                  </a:lnTo>
                  <a:lnTo>
                    <a:pt x="304647" y="0"/>
                  </a:lnTo>
                  <a:lnTo>
                    <a:pt x="283171" y="5207"/>
                  </a:lnTo>
                  <a:lnTo>
                    <a:pt x="276796" y="23863"/>
                  </a:lnTo>
                  <a:lnTo>
                    <a:pt x="264591" y="9029"/>
                  </a:lnTo>
                  <a:lnTo>
                    <a:pt x="243865" y="2794"/>
                  </a:lnTo>
                  <a:lnTo>
                    <a:pt x="220713" y="8763"/>
                  </a:lnTo>
                  <a:lnTo>
                    <a:pt x="201244" y="30530"/>
                  </a:lnTo>
                  <a:lnTo>
                    <a:pt x="180022" y="23977"/>
                  </a:lnTo>
                  <a:lnTo>
                    <a:pt x="151142" y="33464"/>
                  </a:lnTo>
                  <a:lnTo>
                    <a:pt x="127266" y="58597"/>
                  </a:lnTo>
                  <a:lnTo>
                    <a:pt x="121056" y="98958"/>
                  </a:lnTo>
                  <a:lnTo>
                    <a:pt x="113677" y="90970"/>
                  </a:lnTo>
                  <a:lnTo>
                    <a:pt x="101219" y="87134"/>
                  </a:lnTo>
                  <a:lnTo>
                    <a:pt x="88607" y="90779"/>
                  </a:lnTo>
                  <a:lnTo>
                    <a:pt x="80759" y="105219"/>
                  </a:lnTo>
                  <a:lnTo>
                    <a:pt x="66979" y="95872"/>
                  </a:lnTo>
                  <a:lnTo>
                    <a:pt x="46139" y="97193"/>
                  </a:lnTo>
                  <a:lnTo>
                    <a:pt x="26746" y="110693"/>
                  </a:lnTo>
                  <a:lnTo>
                    <a:pt x="17284" y="137947"/>
                  </a:lnTo>
                  <a:lnTo>
                    <a:pt x="6426" y="150241"/>
                  </a:lnTo>
                  <a:lnTo>
                    <a:pt x="0" y="175374"/>
                  </a:lnTo>
                  <a:lnTo>
                    <a:pt x="8178" y="202158"/>
                  </a:lnTo>
                  <a:lnTo>
                    <a:pt x="41135" y="219405"/>
                  </a:lnTo>
                  <a:lnTo>
                    <a:pt x="52247" y="241846"/>
                  </a:lnTo>
                  <a:lnTo>
                    <a:pt x="78701" y="256501"/>
                  </a:lnTo>
                  <a:lnTo>
                    <a:pt x="108915" y="256514"/>
                  </a:lnTo>
                  <a:lnTo>
                    <a:pt x="131305" y="235064"/>
                  </a:lnTo>
                  <a:lnTo>
                    <a:pt x="170916" y="257721"/>
                  </a:lnTo>
                  <a:lnTo>
                    <a:pt x="195224" y="261569"/>
                  </a:lnTo>
                  <a:lnTo>
                    <a:pt x="214261" y="243268"/>
                  </a:lnTo>
                  <a:lnTo>
                    <a:pt x="238010" y="199466"/>
                  </a:lnTo>
                  <a:lnTo>
                    <a:pt x="270154" y="214071"/>
                  </a:lnTo>
                  <a:lnTo>
                    <a:pt x="289991" y="215874"/>
                  </a:lnTo>
                  <a:lnTo>
                    <a:pt x="305701" y="202082"/>
                  </a:lnTo>
                  <a:lnTo>
                    <a:pt x="325526" y="169951"/>
                  </a:lnTo>
                  <a:lnTo>
                    <a:pt x="329933" y="183769"/>
                  </a:lnTo>
                  <a:lnTo>
                    <a:pt x="343839" y="199110"/>
                  </a:lnTo>
                  <a:lnTo>
                    <a:pt x="363982" y="210464"/>
                  </a:lnTo>
                  <a:lnTo>
                    <a:pt x="387096" y="212331"/>
                  </a:lnTo>
                  <a:lnTo>
                    <a:pt x="407009" y="260680"/>
                  </a:lnTo>
                  <a:lnTo>
                    <a:pt x="411137" y="270002"/>
                  </a:lnTo>
                  <a:lnTo>
                    <a:pt x="414845" y="277558"/>
                  </a:lnTo>
                  <a:lnTo>
                    <a:pt x="421843" y="276453"/>
                  </a:lnTo>
                  <a:lnTo>
                    <a:pt x="415429" y="215709"/>
                  </a:lnTo>
                  <a:lnTo>
                    <a:pt x="421944" y="210058"/>
                  </a:lnTo>
                  <a:lnTo>
                    <a:pt x="437146" y="205930"/>
                  </a:lnTo>
                  <a:lnTo>
                    <a:pt x="453288" y="210337"/>
                  </a:lnTo>
                  <a:lnTo>
                    <a:pt x="462572" y="230263"/>
                  </a:lnTo>
                  <a:lnTo>
                    <a:pt x="463994" y="262597"/>
                  </a:lnTo>
                  <a:lnTo>
                    <a:pt x="463550" y="281965"/>
                  </a:lnTo>
                  <a:lnTo>
                    <a:pt x="450126" y="317754"/>
                  </a:lnTo>
                  <a:lnTo>
                    <a:pt x="435635" y="322948"/>
                  </a:lnTo>
                  <a:lnTo>
                    <a:pt x="434009" y="322376"/>
                  </a:lnTo>
                  <a:lnTo>
                    <a:pt x="430758" y="312470"/>
                  </a:lnTo>
                  <a:lnTo>
                    <a:pt x="425234" y="290588"/>
                  </a:lnTo>
                  <a:lnTo>
                    <a:pt x="416725" y="292722"/>
                  </a:lnTo>
                  <a:lnTo>
                    <a:pt x="418071" y="308762"/>
                  </a:lnTo>
                  <a:lnTo>
                    <a:pt x="417042" y="331254"/>
                  </a:lnTo>
                  <a:lnTo>
                    <a:pt x="407822" y="354380"/>
                  </a:lnTo>
                  <a:lnTo>
                    <a:pt x="384594" y="372325"/>
                  </a:lnTo>
                  <a:lnTo>
                    <a:pt x="372681" y="363067"/>
                  </a:lnTo>
                  <a:lnTo>
                    <a:pt x="353860" y="361378"/>
                  </a:lnTo>
                  <a:lnTo>
                    <a:pt x="334391" y="365887"/>
                  </a:lnTo>
                  <a:lnTo>
                    <a:pt x="320814" y="375031"/>
                  </a:lnTo>
                  <a:lnTo>
                    <a:pt x="320814" y="409016"/>
                  </a:lnTo>
                  <a:lnTo>
                    <a:pt x="320598" y="419963"/>
                  </a:lnTo>
                  <a:lnTo>
                    <a:pt x="288061" y="447929"/>
                  </a:lnTo>
                  <a:lnTo>
                    <a:pt x="244856" y="453466"/>
                  </a:lnTo>
                  <a:lnTo>
                    <a:pt x="229158" y="453656"/>
                  </a:lnTo>
                  <a:lnTo>
                    <a:pt x="218389" y="453390"/>
                  </a:lnTo>
                  <a:lnTo>
                    <a:pt x="214376" y="453186"/>
                  </a:lnTo>
                  <a:lnTo>
                    <a:pt x="204889" y="448564"/>
                  </a:lnTo>
                  <a:lnTo>
                    <a:pt x="200456" y="441731"/>
                  </a:lnTo>
                  <a:lnTo>
                    <a:pt x="199186" y="435533"/>
                  </a:lnTo>
                  <a:lnTo>
                    <a:pt x="199186" y="432828"/>
                  </a:lnTo>
                  <a:lnTo>
                    <a:pt x="224815" y="436778"/>
                  </a:lnTo>
                  <a:lnTo>
                    <a:pt x="255473" y="432828"/>
                  </a:lnTo>
                  <a:lnTo>
                    <a:pt x="261391" y="432066"/>
                  </a:lnTo>
                  <a:lnTo>
                    <a:pt x="297281" y="421792"/>
                  </a:lnTo>
                  <a:lnTo>
                    <a:pt x="320814" y="409016"/>
                  </a:lnTo>
                  <a:lnTo>
                    <a:pt x="320814" y="375031"/>
                  </a:lnTo>
                  <a:lnTo>
                    <a:pt x="320560" y="375196"/>
                  </a:lnTo>
                  <a:lnTo>
                    <a:pt x="314985" y="370738"/>
                  </a:lnTo>
                  <a:lnTo>
                    <a:pt x="300951" y="366966"/>
                  </a:lnTo>
                  <a:lnTo>
                    <a:pt x="282549" y="369900"/>
                  </a:lnTo>
                  <a:lnTo>
                    <a:pt x="263880" y="385546"/>
                  </a:lnTo>
                  <a:lnTo>
                    <a:pt x="240372" y="376135"/>
                  </a:lnTo>
                  <a:lnTo>
                    <a:pt x="221767" y="377469"/>
                  </a:lnTo>
                  <a:lnTo>
                    <a:pt x="209854" y="383781"/>
                  </a:lnTo>
                  <a:lnTo>
                    <a:pt x="206387" y="389369"/>
                  </a:lnTo>
                  <a:lnTo>
                    <a:pt x="196202" y="386054"/>
                  </a:lnTo>
                  <a:lnTo>
                    <a:pt x="185915" y="387261"/>
                  </a:lnTo>
                  <a:lnTo>
                    <a:pt x="177876" y="392455"/>
                  </a:lnTo>
                  <a:lnTo>
                    <a:pt x="174472" y="401104"/>
                  </a:lnTo>
                  <a:lnTo>
                    <a:pt x="157657" y="397865"/>
                  </a:lnTo>
                  <a:lnTo>
                    <a:pt x="147447" y="383959"/>
                  </a:lnTo>
                  <a:lnTo>
                    <a:pt x="141693" y="366839"/>
                  </a:lnTo>
                  <a:lnTo>
                    <a:pt x="138277" y="353910"/>
                  </a:lnTo>
                  <a:lnTo>
                    <a:pt x="133426" y="351396"/>
                  </a:lnTo>
                  <a:lnTo>
                    <a:pt x="134239" y="370738"/>
                  </a:lnTo>
                  <a:lnTo>
                    <a:pt x="135115" y="382003"/>
                  </a:lnTo>
                  <a:lnTo>
                    <a:pt x="136690" y="390169"/>
                  </a:lnTo>
                  <a:lnTo>
                    <a:pt x="139484" y="399592"/>
                  </a:lnTo>
                  <a:lnTo>
                    <a:pt x="142100" y="423926"/>
                  </a:lnTo>
                  <a:lnTo>
                    <a:pt x="146177" y="438099"/>
                  </a:lnTo>
                  <a:lnTo>
                    <a:pt x="154597" y="447586"/>
                  </a:lnTo>
                  <a:lnTo>
                    <a:pt x="170256" y="457822"/>
                  </a:lnTo>
                  <a:lnTo>
                    <a:pt x="168516" y="486079"/>
                  </a:lnTo>
                  <a:lnTo>
                    <a:pt x="178701" y="510540"/>
                  </a:lnTo>
                  <a:lnTo>
                    <a:pt x="193890" y="527799"/>
                  </a:lnTo>
                  <a:lnTo>
                    <a:pt x="207213" y="534416"/>
                  </a:lnTo>
                  <a:lnTo>
                    <a:pt x="217830" y="555561"/>
                  </a:lnTo>
                  <a:lnTo>
                    <a:pt x="226758" y="565823"/>
                  </a:lnTo>
                  <a:lnTo>
                    <a:pt x="238823" y="568096"/>
                  </a:lnTo>
                  <a:lnTo>
                    <a:pt x="258902" y="565264"/>
                  </a:lnTo>
                  <a:lnTo>
                    <a:pt x="276352" y="576173"/>
                  </a:lnTo>
                  <a:lnTo>
                    <a:pt x="293662" y="579945"/>
                  </a:lnTo>
                  <a:lnTo>
                    <a:pt x="309651" y="578561"/>
                  </a:lnTo>
                  <a:lnTo>
                    <a:pt x="323176" y="573963"/>
                  </a:lnTo>
                  <a:lnTo>
                    <a:pt x="337400" y="575106"/>
                  </a:lnTo>
                  <a:lnTo>
                    <a:pt x="344474" y="573963"/>
                  </a:lnTo>
                  <a:lnTo>
                    <a:pt x="353263" y="572554"/>
                  </a:lnTo>
                  <a:lnTo>
                    <a:pt x="367906" y="565264"/>
                  </a:lnTo>
                  <a:lnTo>
                    <a:pt x="369125" y="564667"/>
                  </a:lnTo>
                  <a:lnTo>
                    <a:pt x="383374" y="549833"/>
                  </a:lnTo>
                  <a:lnTo>
                    <a:pt x="386676" y="548144"/>
                  </a:lnTo>
                  <a:lnTo>
                    <a:pt x="394538" y="541426"/>
                  </a:lnTo>
                  <a:lnTo>
                    <a:pt x="403885" y="527227"/>
                  </a:lnTo>
                  <a:lnTo>
                    <a:pt x="411657" y="503097"/>
                  </a:lnTo>
                  <a:lnTo>
                    <a:pt x="430745" y="493242"/>
                  </a:lnTo>
                  <a:lnTo>
                    <a:pt x="446519" y="471868"/>
                  </a:lnTo>
                  <a:lnTo>
                    <a:pt x="451904" y="453656"/>
                  </a:lnTo>
                  <a:lnTo>
                    <a:pt x="454393" y="445223"/>
                  </a:lnTo>
                  <a:lnTo>
                    <a:pt x="451497" y="429234"/>
                  </a:lnTo>
                  <a:lnTo>
                    <a:pt x="466915" y="416445"/>
                  </a:lnTo>
                  <a:lnTo>
                    <a:pt x="478345" y="403885"/>
                  </a:lnTo>
                  <a:lnTo>
                    <a:pt x="482180" y="391731"/>
                  </a:lnTo>
                  <a:lnTo>
                    <a:pt x="481977" y="374294"/>
                  </a:lnTo>
                  <a:lnTo>
                    <a:pt x="489521" y="372237"/>
                  </a:lnTo>
                  <a:lnTo>
                    <a:pt x="500900" y="362521"/>
                  </a:lnTo>
                  <a:lnTo>
                    <a:pt x="509803" y="346290"/>
                  </a:lnTo>
                  <a:lnTo>
                    <a:pt x="509905" y="324700"/>
                  </a:lnTo>
                  <a:lnTo>
                    <a:pt x="515467" y="316445"/>
                  </a:lnTo>
                  <a:lnTo>
                    <a:pt x="521284" y="298577"/>
                  </a:lnTo>
                  <a:lnTo>
                    <a:pt x="522287" y="278866"/>
                  </a:lnTo>
                  <a:lnTo>
                    <a:pt x="513435" y="265112"/>
                  </a:lnTo>
                  <a:lnTo>
                    <a:pt x="527443" y="252387"/>
                  </a:lnTo>
                  <a:lnTo>
                    <a:pt x="534085" y="242608"/>
                  </a:lnTo>
                  <a:lnTo>
                    <a:pt x="535127" y="230784"/>
                  </a:lnTo>
                  <a:close/>
                </a:path>
              </a:pathLst>
            </a:custGeom>
            <a:solidFill>
              <a:srgbClr val="211E5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" name="object 66" descr=""/>
          <p:cNvSpPr/>
          <p:nvPr/>
        </p:nvSpPr>
        <p:spPr>
          <a:xfrm>
            <a:off x="14980327" y="5289500"/>
            <a:ext cx="146050" cy="240665"/>
          </a:xfrm>
          <a:custGeom>
            <a:avLst/>
            <a:gdLst/>
            <a:ahLst/>
            <a:cxnLst/>
            <a:rect l="l" t="t" r="r" b="b"/>
            <a:pathLst>
              <a:path w="146050" h="240664">
                <a:moveTo>
                  <a:pt x="145775" y="0"/>
                </a:moveTo>
                <a:lnTo>
                  <a:pt x="0" y="0"/>
                </a:lnTo>
                <a:lnTo>
                  <a:pt x="57108" y="240516"/>
                </a:lnTo>
                <a:lnTo>
                  <a:pt x="142644" y="240024"/>
                </a:lnTo>
                <a:lnTo>
                  <a:pt x="145775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15699843" y="5268093"/>
            <a:ext cx="226060" cy="262255"/>
          </a:xfrm>
          <a:custGeom>
            <a:avLst/>
            <a:gdLst/>
            <a:ahLst/>
            <a:cxnLst/>
            <a:rect l="l" t="t" r="r" b="b"/>
            <a:pathLst>
              <a:path w="226059" h="262254">
                <a:moveTo>
                  <a:pt x="128017" y="0"/>
                </a:moveTo>
                <a:lnTo>
                  <a:pt x="0" y="31653"/>
                </a:lnTo>
                <a:lnTo>
                  <a:pt x="162476" y="261918"/>
                </a:lnTo>
                <a:lnTo>
                  <a:pt x="225815" y="180612"/>
                </a:lnTo>
                <a:lnTo>
                  <a:pt x="128017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" name="object 68" descr=""/>
          <p:cNvGrpSpPr/>
          <p:nvPr/>
        </p:nvGrpSpPr>
        <p:grpSpPr>
          <a:xfrm>
            <a:off x="15014379" y="5516569"/>
            <a:ext cx="135890" cy="205104"/>
            <a:chOff x="15014379" y="5516569"/>
            <a:chExt cx="135890" cy="205104"/>
          </a:xfrm>
        </p:grpSpPr>
        <p:sp>
          <p:nvSpPr>
            <p:cNvPr id="69" name="object 69" descr=""/>
            <p:cNvSpPr/>
            <p:nvPr/>
          </p:nvSpPr>
          <p:spPr>
            <a:xfrm>
              <a:off x="15016556" y="5516569"/>
              <a:ext cx="128270" cy="163830"/>
            </a:xfrm>
            <a:custGeom>
              <a:avLst/>
              <a:gdLst/>
              <a:ahLst/>
              <a:cxnLst/>
              <a:rect l="l" t="t" r="r" b="b"/>
              <a:pathLst>
                <a:path w="128269" h="163829">
                  <a:moveTo>
                    <a:pt x="18007" y="0"/>
                  </a:moveTo>
                  <a:lnTo>
                    <a:pt x="21707" y="28333"/>
                  </a:lnTo>
                  <a:lnTo>
                    <a:pt x="21805" y="48049"/>
                  </a:lnTo>
                  <a:lnTo>
                    <a:pt x="17283" y="68391"/>
                  </a:lnTo>
                  <a:lnTo>
                    <a:pt x="7117" y="98604"/>
                  </a:lnTo>
                  <a:lnTo>
                    <a:pt x="0" y="135500"/>
                  </a:lnTo>
                  <a:lnTo>
                    <a:pt x="2712" y="154568"/>
                  </a:lnTo>
                  <a:lnTo>
                    <a:pt x="19831" y="161899"/>
                  </a:lnTo>
                  <a:lnTo>
                    <a:pt x="55933" y="163586"/>
                  </a:lnTo>
                  <a:lnTo>
                    <a:pt x="94551" y="162733"/>
                  </a:lnTo>
                  <a:lnTo>
                    <a:pt x="117721" y="156768"/>
                  </a:lnTo>
                  <a:lnTo>
                    <a:pt x="127777" y="143247"/>
                  </a:lnTo>
                  <a:lnTo>
                    <a:pt x="127051" y="119724"/>
                  </a:lnTo>
                  <a:lnTo>
                    <a:pt x="120827" y="86539"/>
                  </a:lnTo>
                  <a:lnTo>
                    <a:pt x="106413" y="12962"/>
                  </a:lnTo>
                  <a:lnTo>
                    <a:pt x="1800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5014379" y="5613544"/>
              <a:ext cx="135890" cy="108585"/>
            </a:xfrm>
            <a:custGeom>
              <a:avLst/>
              <a:gdLst/>
              <a:ahLst/>
              <a:cxnLst/>
              <a:rect l="l" t="t" r="r" b="b"/>
              <a:pathLst>
                <a:path w="135890" h="108585">
                  <a:moveTo>
                    <a:pt x="124941" y="0"/>
                  </a:moveTo>
                  <a:lnTo>
                    <a:pt x="98084" y="37614"/>
                  </a:lnTo>
                  <a:lnTo>
                    <a:pt x="77085" y="50323"/>
                  </a:lnTo>
                  <a:lnTo>
                    <a:pt x="51101" y="38278"/>
                  </a:lnTo>
                  <a:lnTo>
                    <a:pt x="9290" y="1633"/>
                  </a:lnTo>
                  <a:lnTo>
                    <a:pt x="2675" y="36959"/>
                  </a:lnTo>
                  <a:lnTo>
                    <a:pt x="0" y="58342"/>
                  </a:lnTo>
                  <a:lnTo>
                    <a:pt x="838" y="74430"/>
                  </a:lnTo>
                  <a:lnTo>
                    <a:pt x="4766" y="93871"/>
                  </a:lnTo>
                  <a:lnTo>
                    <a:pt x="16442" y="102092"/>
                  </a:lnTo>
                  <a:lnTo>
                    <a:pt x="27064" y="106313"/>
                  </a:lnTo>
                  <a:lnTo>
                    <a:pt x="42688" y="107868"/>
                  </a:lnTo>
                  <a:lnTo>
                    <a:pt x="69372" y="108090"/>
                  </a:lnTo>
                  <a:lnTo>
                    <a:pt x="97904" y="105869"/>
                  </a:lnTo>
                  <a:lnTo>
                    <a:pt x="118491" y="100981"/>
                  </a:lnTo>
                  <a:lnTo>
                    <a:pt x="130965" y="96093"/>
                  </a:lnTo>
                  <a:lnTo>
                    <a:pt x="135160" y="93871"/>
                  </a:lnTo>
                  <a:lnTo>
                    <a:pt x="135755" y="55274"/>
                  </a:lnTo>
                  <a:lnTo>
                    <a:pt x="134888" y="32631"/>
                  </a:lnTo>
                  <a:lnTo>
                    <a:pt x="131603" y="17139"/>
                  </a:lnTo>
                  <a:lnTo>
                    <a:pt x="124941" y="0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" name="object 71" descr=""/>
          <p:cNvGrpSpPr/>
          <p:nvPr/>
        </p:nvGrpSpPr>
        <p:grpSpPr>
          <a:xfrm>
            <a:off x="14778713" y="3575021"/>
            <a:ext cx="1405255" cy="2147570"/>
            <a:chOff x="14778713" y="3575021"/>
            <a:chExt cx="1405255" cy="2147570"/>
          </a:xfrm>
        </p:grpSpPr>
        <p:pic>
          <p:nvPicPr>
            <p:cNvPr id="72" name="object 72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778713" y="3575021"/>
              <a:ext cx="1131714" cy="1831860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854719" y="5448701"/>
              <a:ext cx="245615" cy="201627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5016646" y="5508707"/>
              <a:ext cx="1167130" cy="213995"/>
            </a:xfrm>
            <a:custGeom>
              <a:avLst/>
              <a:gdLst/>
              <a:ahLst/>
              <a:cxnLst/>
              <a:rect l="l" t="t" r="r" b="b"/>
              <a:pathLst>
                <a:path w="1167130" h="213995">
                  <a:moveTo>
                    <a:pt x="132410" y="158115"/>
                  </a:moveTo>
                  <a:lnTo>
                    <a:pt x="126403" y="116840"/>
                  </a:lnTo>
                  <a:lnTo>
                    <a:pt x="118059" y="73088"/>
                  </a:lnTo>
                  <a:lnTo>
                    <a:pt x="103924" y="64439"/>
                  </a:lnTo>
                  <a:lnTo>
                    <a:pt x="98285" y="67487"/>
                  </a:lnTo>
                  <a:lnTo>
                    <a:pt x="87464" y="72859"/>
                  </a:lnTo>
                  <a:lnTo>
                    <a:pt x="71005" y="75209"/>
                  </a:lnTo>
                  <a:lnTo>
                    <a:pt x="51854" y="73660"/>
                  </a:lnTo>
                  <a:lnTo>
                    <a:pt x="32943" y="67297"/>
                  </a:lnTo>
                  <a:lnTo>
                    <a:pt x="23025" y="64770"/>
                  </a:lnTo>
                  <a:lnTo>
                    <a:pt x="5803" y="109194"/>
                  </a:lnTo>
                  <a:lnTo>
                    <a:pt x="0" y="147091"/>
                  </a:lnTo>
                  <a:lnTo>
                    <a:pt x="254" y="162471"/>
                  </a:lnTo>
                  <a:lnTo>
                    <a:pt x="44208" y="181495"/>
                  </a:lnTo>
                  <a:lnTo>
                    <a:pt x="68300" y="183222"/>
                  </a:lnTo>
                  <a:lnTo>
                    <a:pt x="87236" y="181737"/>
                  </a:lnTo>
                  <a:lnTo>
                    <a:pt x="102857" y="177965"/>
                  </a:lnTo>
                  <a:lnTo>
                    <a:pt x="115189" y="172986"/>
                  </a:lnTo>
                  <a:lnTo>
                    <a:pt x="124256" y="167843"/>
                  </a:lnTo>
                  <a:lnTo>
                    <a:pt x="129603" y="164325"/>
                  </a:lnTo>
                  <a:lnTo>
                    <a:pt x="132410" y="158115"/>
                  </a:lnTo>
                  <a:close/>
                </a:path>
                <a:path w="1167130" h="213995">
                  <a:moveTo>
                    <a:pt x="1167053" y="151599"/>
                  </a:moveTo>
                  <a:lnTo>
                    <a:pt x="1162545" y="140081"/>
                  </a:lnTo>
                  <a:lnTo>
                    <a:pt x="1153693" y="132181"/>
                  </a:lnTo>
                  <a:lnTo>
                    <a:pt x="1141349" y="127254"/>
                  </a:lnTo>
                  <a:lnTo>
                    <a:pt x="1140929" y="127139"/>
                  </a:lnTo>
                  <a:lnTo>
                    <a:pt x="1109243" y="115265"/>
                  </a:lnTo>
                  <a:lnTo>
                    <a:pt x="1079754" y="99326"/>
                  </a:lnTo>
                  <a:lnTo>
                    <a:pt x="1058976" y="83629"/>
                  </a:lnTo>
                  <a:lnTo>
                    <a:pt x="1058976" y="181025"/>
                  </a:lnTo>
                  <a:lnTo>
                    <a:pt x="1058418" y="180911"/>
                  </a:lnTo>
                  <a:lnTo>
                    <a:pt x="1058964" y="181013"/>
                  </a:lnTo>
                  <a:lnTo>
                    <a:pt x="1058976" y="83629"/>
                  </a:lnTo>
                  <a:lnTo>
                    <a:pt x="1053249" y="79298"/>
                  </a:lnTo>
                  <a:lnTo>
                    <a:pt x="1052309" y="78295"/>
                  </a:lnTo>
                  <a:lnTo>
                    <a:pt x="1030478" y="55143"/>
                  </a:lnTo>
                  <a:lnTo>
                    <a:pt x="1026960" y="50660"/>
                  </a:lnTo>
                  <a:lnTo>
                    <a:pt x="1020356" y="49631"/>
                  </a:lnTo>
                  <a:lnTo>
                    <a:pt x="1014996" y="53365"/>
                  </a:lnTo>
                  <a:lnTo>
                    <a:pt x="1014336" y="53987"/>
                  </a:lnTo>
                  <a:lnTo>
                    <a:pt x="1001369" y="69811"/>
                  </a:lnTo>
                  <a:lnTo>
                    <a:pt x="996518" y="74320"/>
                  </a:lnTo>
                  <a:lnTo>
                    <a:pt x="990828" y="77203"/>
                  </a:lnTo>
                  <a:lnTo>
                    <a:pt x="984681" y="78295"/>
                  </a:lnTo>
                  <a:lnTo>
                    <a:pt x="978446" y="77457"/>
                  </a:lnTo>
                  <a:lnTo>
                    <a:pt x="930186" y="59182"/>
                  </a:lnTo>
                  <a:lnTo>
                    <a:pt x="885050" y="34785"/>
                  </a:lnTo>
                  <a:lnTo>
                    <a:pt x="829932" y="0"/>
                  </a:lnTo>
                  <a:lnTo>
                    <a:pt x="823442" y="8356"/>
                  </a:lnTo>
                  <a:lnTo>
                    <a:pt x="813447" y="27266"/>
                  </a:lnTo>
                  <a:lnTo>
                    <a:pt x="806030" y="52031"/>
                  </a:lnTo>
                  <a:lnTo>
                    <a:pt x="802754" y="80911"/>
                  </a:lnTo>
                  <a:lnTo>
                    <a:pt x="805205" y="112166"/>
                  </a:lnTo>
                  <a:lnTo>
                    <a:pt x="806183" y="115303"/>
                  </a:lnTo>
                  <a:lnTo>
                    <a:pt x="801649" y="132486"/>
                  </a:lnTo>
                  <a:lnTo>
                    <a:pt x="1019429" y="197358"/>
                  </a:lnTo>
                  <a:lnTo>
                    <a:pt x="1078395" y="209194"/>
                  </a:lnTo>
                  <a:lnTo>
                    <a:pt x="1138224" y="213804"/>
                  </a:lnTo>
                  <a:lnTo>
                    <a:pt x="1144917" y="212686"/>
                  </a:lnTo>
                  <a:lnTo>
                    <a:pt x="1150797" y="209384"/>
                  </a:lnTo>
                  <a:lnTo>
                    <a:pt x="1155395" y="204279"/>
                  </a:lnTo>
                  <a:lnTo>
                    <a:pt x="1158278" y="197789"/>
                  </a:lnTo>
                  <a:lnTo>
                    <a:pt x="1160360" y="189890"/>
                  </a:lnTo>
                  <a:lnTo>
                    <a:pt x="1166329" y="167373"/>
                  </a:lnTo>
                  <a:lnTo>
                    <a:pt x="1167053" y="151599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5818295" y="5579903"/>
              <a:ext cx="358775" cy="142875"/>
            </a:xfrm>
            <a:custGeom>
              <a:avLst/>
              <a:gdLst/>
              <a:ahLst/>
              <a:cxnLst/>
              <a:rect l="l" t="t" r="r" b="b"/>
              <a:pathLst>
                <a:path w="358775" h="142875">
                  <a:moveTo>
                    <a:pt x="171310" y="4546"/>
                  </a:moveTo>
                  <a:lnTo>
                    <a:pt x="166624" y="3073"/>
                  </a:lnTo>
                  <a:lnTo>
                    <a:pt x="162483" y="1384"/>
                  </a:lnTo>
                  <a:lnTo>
                    <a:pt x="157962" y="0"/>
                  </a:lnTo>
                  <a:lnTo>
                    <a:pt x="132880" y="30657"/>
                  </a:lnTo>
                  <a:lnTo>
                    <a:pt x="133438" y="34569"/>
                  </a:lnTo>
                  <a:lnTo>
                    <a:pt x="136321" y="36728"/>
                  </a:lnTo>
                  <a:lnTo>
                    <a:pt x="139192" y="38874"/>
                  </a:lnTo>
                  <a:lnTo>
                    <a:pt x="143294" y="38468"/>
                  </a:lnTo>
                  <a:lnTo>
                    <a:pt x="171310" y="4546"/>
                  </a:lnTo>
                  <a:close/>
                </a:path>
                <a:path w="358775" h="142875">
                  <a:moveTo>
                    <a:pt x="358724" y="118681"/>
                  </a:moveTo>
                  <a:lnTo>
                    <a:pt x="290931" y="115100"/>
                  </a:lnTo>
                  <a:lnTo>
                    <a:pt x="224116" y="102235"/>
                  </a:lnTo>
                  <a:lnTo>
                    <a:pt x="4546" y="44094"/>
                  </a:lnTo>
                  <a:lnTo>
                    <a:pt x="0" y="61290"/>
                  </a:lnTo>
                  <a:lnTo>
                    <a:pt x="217779" y="126161"/>
                  </a:lnTo>
                  <a:lnTo>
                    <a:pt x="276745" y="137998"/>
                  </a:lnTo>
                  <a:lnTo>
                    <a:pt x="336575" y="142608"/>
                  </a:lnTo>
                  <a:lnTo>
                    <a:pt x="343268" y="141490"/>
                  </a:lnTo>
                  <a:lnTo>
                    <a:pt x="349148" y="138188"/>
                  </a:lnTo>
                  <a:lnTo>
                    <a:pt x="353745" y="133083"/>
                  </a:lnTo>
                  <a:lnTo>
                    <a:pt x="356628" y="126593"/>
                  </a:lnTo>
                  <a:lnTo>
                    <a:pt x="358724" y="118681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" name="object 76" descr=""/>
          <p:cNvGrpSpPr/>
          <p:nvPr/>
        </p:nvGrpSpPr>
        <p:grpSpPr>
          <a:xfrm>
            <a:off x="14565962" y="2219618"/>
            <a:ext cx="1455420" cy="2611755"/>
            <a:chOff x="14565962" y="2219618"/>
            <a:chExt cx="1455420" cy="2611755"/>
          </a:xfrm>
        </p:grpSpPr>
        <p:sp>
          <p:nvSpPr>
            <p:cNvPr id="77" name="object 77" descr=""/>
            <p:cNvSpPr/>
            <p:nvPr/>
          </p:nvSpPr>
          <p:spPr>
            <a:xfrm>
              <a:off x="15626944" y="2708293"/>
              <a:ext cx="394335" cy="549275"/>
            </a:xfrm>
            <a:custGeom>
              <a:avLst/>
              <a:gdLst/>
              <a:ahLst/>
              <a:cxnLst/>
              <a:rect l="l" t="t" r="r" b="b"/>
              <a:pathLst>
                <a:path w="394334" h="549275">
                  <a:moveTo>
                    <a:pt x="394296" y="31064"/>
                  </a:moveTo>
                  <a:lnTo>
                    <a:pt x="389674" y="3225"/>
                  </a:lnTo>
                  <a:lnTo>
                    <a:pt x="370611" y="0"/>
                  </a:lnTo>
                  <a:lnTo>
                    <a:pt x="340893" y="21501"/>
                  </a:lnTo>
                  <a:lnTo>
                    <a:pt x="311759" y="52057"/>
                  </a:lnTo>
                  <a:lnTo>
                    <a:pt x="286905" y="81000"/>
                  </a:lnTo>
                  <a:lnTo>
                    <a:pt x="269976" y="97624"/>
                  </a:lnTo>
                  <a:lnTo>
                    <a:pt x="260959" y="100063"/>
                  </a:lnTo>
                  <a:lnTo>
                    <a:pt x="257581" y="94424"/>
                  </a:lnTo>
                  <a:lnTo>
                    <a:pt x="260172" y="81953"/>
                  </a:lnTo>
                  <a:lnTo>
                    <a:pt x="269100" y="63893"/>
                  </a:lnTo>
                  <a:lnTo>
                    <a:pt x="276123" y="44996"/>
                  </a:lnTo>
                  <a:lnTo>
                    <a:pt x="275005" y="31280"/>
                  </a:lnTo>
                  <a:lnTo>
                    <a:pt x="269113" y="25958"/>
                  </a:lnTo>
                  <a:lnTo>
                    <a:pt x="261810" y="32232"/>
                  </a:lnTo>
                  <a:lnTo>
                    <a:pt x="252031" y="46850"/>
                  </a:lnTo>
                  <a:lnTo>
                    <a:pt x="238798" y="64020"/>
                  </a:lnTo>
                  <a:lnTo>
                    <a:pt x="216293" y="103733"/>
                  </a:lnTo>
                  <a:lnTo>
                    <a:pt x="206552" y="146100"/>
                  </a:lnTo>
                  <a:lnTo>
                    <a:pt x="196519" y="203403"/>
                  </a:lnTo>
                  <a:lnTo>
                    <a:pt x="151460" y="254673"/>
                  </a:lnTo>
                  <a:lnTo>
                    <a:pt x="116801" y="293408"/>
                  </a:lnTo>
                  <a:lnTo>
                    <a:pt x="94157" y="317169"/>
                  </a:lnTo>
                  <a:lnTo>
                    <a:pt x="70281" y="340360"/>
                  </a:lnTo>
                  <a:lnTo>
                    <a:pt x="57061" y="357886"/>
                  </a:lnTo>
                  <a:lnTo>
                    <a:pt x="39433" y="385483"/>
                  </a:lnTo>
                  <a:lnTo>
                    <a:pt x="19672" y="415277"/>
                  </a:lnTo>
                  <a:lnTo>
                    <a:pt x="0" y="439356"/>
                  </a:lnTo>
                  <a:lnTo>
                    <a:pt x="23761" y="454240"/>
                  </a:lnTo>
                  <a:lnTo>
                    <a:pt x="52260" y="471779"/>
                  </a:lnTo>
                  <a:lnTo>
                    <a:pt x="82842" y="500494"/>
                  </a:lnTo>
                  <a:lnTo>
                    <a:pt x="112826" y="548932"/>
                  </a:lnTo>
                  <a:lnTo>
                    <a:pt x="132372" y="522503"/>
                  </a:lnTo>
                  <a:lnTo>
                    <a:pt x="172326" y="457492"/>
                  </a:lnTo>
                  <a:lnTo>
                    <a:pt x="190576" y="422122"/>
                  </a:lnTo>
                  <a:lnTo>
                    <a:pt x="216611" y="362432"/>
                  </a:lnTo>
                  <a:lnTo>
                    <a:pt x="238099" y="305155"/>
                  </a:lnTo>
                  <a:lnTo>
                    <a:pt x="252717" y="262115"/>
                  </a:lnTo>
                  <a:lnTo>
                    <a:pt x="256057" y="251574"/>
                  </a:lnTo>
                  <a:lnTo>
                    <a:pt x="312978" y="207543"/>
                  </a:lnTo>
                  <a:lnTo>
                    <a:pt x="356196" y="167614"/>
                  </a:lnTo>
                  <a:lnTo>
                    <a:pt x="381901" y="134747"/>
                  </a:lnTo>
                  <a:lnTo>
                    <a:pt x="390067" y="108927"/>
                  </a:lnTo>
                  <a:lnTo>
                    <a:pt x="391934" y="70599"/>
                  </a:lnTo>
                  <a:lnTo>
                    <a:pt x="394296" y="31064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5242863" y="2802252"/>
              <a:ext cx="600075" cy="618490"/>
            </a:xfrm>
            <a:custGeom>
              <a:avLst/>
              <a:gdLst/>
              <a:ahLst/>
              <a:cxnLst/>
              <a:rect l="l" t="t" r="r" b="b"/>
              <a:pathLst>
                <a:path w="600075" h="618489">
                  <a:moveTo>
                    <a:pt x="23425" y="0"/>
                  </a:moveTo>
                  <a:lnTo>
                    <a:pt x="12406" y="5257"/>
                  </a:lnTo>
                  <a:lnTo>
                    <a:pt x="4829" y="20159"/>
                  </a:lnTo>
                  <a:lnTo>
                    <a:pt x="694" y="44705"/>
                  </a:lnTo>
                  <a:lnTo>
                    <a:pt x="0" y="78897"/>
                  </a:lnTo>
                  <a:lnTo>
                    <a:pt x="2747" y="122733"/>
                  </a:lnTo>
                  <a:lnTo>
                    <a:pt x="8935" y="176213"/>
                  </a:lnTo>
                  <a:lnTo>
                    <a:pt x="18564" y="239338"/>
                  </a:lnTo>
                  <a:lnTo>
                    <a:pt x="31635" y="312108"/>
                  </a:lnTo>
                  <a:lnTo>
                    <a:pt x="48146" y="394522"/>
                  </a:lnTo>
                  <a:lnTo>
                    <a:pt x="111784" y="447264"/>
                  </a:lnTo>
                  <a:lnTo>
                    <a:pt x="168535" y="492932"/>
                  </a:lnTo>
                  <a:lnTo>
                    <a:pt x="218399" y="531525"/>
                  </a:lnTo>
                  <a:lnTo>
                    <a:pt x="261375" y="563043"/>
                  </a:lnTo>
                  <a:lnTo>
                    <a:pt x="297464" y="587486"/>
                  </a:lnTo>
                  <a:lnTo>
                    <a:pt x="348981" y="615149"/>
                  </a:lnTo>
                  <a:lnTo>
                    <a:pt x="364409" y="618369"/>
                  </a:lnTo>
                  <a:lnTo>
                    <a:pt x="386886" y="611717"/>
                  </a:lnTo>
                  <a:lnTo>
                    <a:pt x="440033" y="568618"/>
                  </a:lnTo>
                  <a:lnTo>
                    <a:pt x="466416" y="536811"/>
                  </a:lnTo>
                  <a:lnTo>
                    <a:pt x="490659" y="498667"/>
                  </a:lnTo>
                  <a:lnTo>
                    <a:pt x="520725" y="445278"/>
                  </a:lnTo>
                  <a:lnTo>
                    <a:pt x="552009" y="388064"/>
                  </a:lnTo>
                  <a:lnTo>
                    <a:pt x="579904" y="338449"/>
                  </a:lnTo>
                  <a:lnTo>
                    <a:pt x="599805" y="307854"/>
                  </a:lnTo>
                  <a:lnTo>
                    <a:pt x="592278" y="278985"/>
                  </a:lnTo>
                  <a:lnTo>
                    <a:pt x="551086" y="244331"/>
                  </a:lnTo>
                  <a:lnTo>
                    <a:pt x="502195" y="217034"/>
                  </a:lnTo>
                  <a:lnTo>
                    <a:pt x="471568" y="210234"/>
                  </a:lnTo>
                  <a:lnTo>
                    <a:pt x="458971" y="220374"/>
                  </a:lnTo>
                  <a:lnTo>
                    <a:pt x="445129" y="236198"/>
                  </a:lnTo>
                  <a:lnTo>
                    <a:pt x="427461" y="259304"/>
                  </a:lnTo>
                  <a:lnTo>
                    <a:pt x="403392" y="291289"/>
                  </a:lnTo>
                  <a:lnTo>
                    <a:pt x="377407" y="323650"/>
                  </a:lnTo>
                  <a:lnTo>
                    <a:pt x="355524" y="345889"/>
                  </a:lnTo>
                  <a:lnTo>
                    <a:pt x="337434" y="356636"/>
                  </a:lnTo>
                  <a:lnTo>
                    <a:pt x="322829" y="354523"/>
                  </a:lnTo>
                  <a:lnTo>
                    <a:pt x="311164" y="340869"/>
                  </a:lnTo>
                  <a:lnTo>
                    <a:pt x="289214" y="310799"/>
                  </a:lnTo>
                  <a:lnTo>
                    <a:pt x="223519" y="218731"/>
                  </a:lnTo>
                  <a:lnTo>
                    <a:pt x="184306" y="165394"/>
                  </a:lnTo>
                  <a:lnTo>
                    <a:pt x="143870" y="112961"/>
                  </a:lnTo>
                  <a:lnTo>
                    <a:pt x="104477" y="65763"/>
                  </a:lnTo>
                  <a:lnTo>
                    <a:pt x="68393" y="28128"/>
                  </a:lnTo>
                  <a:lnTo>
                    <a:pt x="37884" y="4387"/>
                  </a:lnTo>
                  <a:lnTo>
                    <a:pt x="23425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15242713" y="2841109"/>
              <a:ext cx="361950" cy="579755"/>
            </a:xfrm>
            <a:custGeom>
              <a:avLst/>
              <a:gdLst/>
              <a:ahLst/>
              <a:cxnLst/>
              <a:rect l="l" t="t" r="r" b="b"/>
              <a:pathLst>
                <a:path w="361950" h="579754">
                  <a:moveTo>
                    <a:pt x="1414" y="0"/>
                  </a:moveTo>
                  <a:lnTo>
                    <a:pt x="0" y="27171"/>
                  </a:lnTo>
                  <a:lnTo>
                    <a:pt x="1140" y="61503"/>
                  </a:lnTo>
                  <a:lnTo>
                    <a:pt x="4835" y="102995"/>
                  </a:lnTo>
                  <a:lnTo>
                    <a:pt x="11085" y="151648"/>
                  </a:lnTo>
                  <a:lnTo>
                    <a:pt x="19890" y="207460"/>
                  </a:lnTo>
                  <a:lnTo>
                    <a:pt x="31249" y="270433"/>
                  </a:lnTo>
                  <a:lnTo>
                    <a:pt x="45162" y="340565"/>
                  </a:lnTo>
                  <a:lnTo>
                    <a:pt x="110166" y="406961"/>
                  </a:lnTo>
                  <a:lnTo>
                    <a:pt x="165548" y="451593"/>
                  </a:lnTo>
                  <a:lnTo>
                    <a:pt x="214441" y="489558"/>
                  </a:lnTo>
                  <a:lnTo>
                    <a:pt x="256844" y="520857"/>
                  </a:lnTo>
                  <a:lnTo>
                    <a:pt x="292757" y="545490"/>
                  </a:lnTo>
                  <a:lnTo>
                    <a:pt x="345115" y="574759"/>
                  </a:lnTo>
                  <a:lnTo>
                    <a:pt x="361560" y="579395"/>
                  </a:lnTo>
                  <a:lnTo>
                    <a:pt x="361307" y="528462"/>
                  </a:lnTo>
                  <a:lnTo>
                    <a:pt x="350380" y="484505"/>
                  </a:lnTo>
                  <a:lnTo>
                    <a:pt x="329151" y="450171"/>
                  </a:lnTo>
                  <a:lnTo>
                    <a:pt x="297994" y="428107"/>
                  </a:lnTo>
                  <a:lnTo>
                    <a:pt x="257281" y="420961"/>
                  </a:lnTo>
                  <a:lnTo>
                    <a:pt x="254161" y="421013"/>
                  </a:lnTo>
                  <a:lnTo>
                    <a:pt x="214868" y="415248"/>
                  </a:lnTo>
                  <a:lnTo>
                    <a:pt x="175601" y="366205"/>
                  </a:lnTo>
                  <a:lnTo>
                    <a:pt x="168672" y="322864"/>
                  </a:lnTo>
                  <a:lnTo>
                    <a:pt x="165577" y="266934"/>
                  </a:lnTo>
                  <a:lnTo>
                    <a:pt x="165179" y="254568"/>
                  </a:lnTo>
                  <a:lnTo>
                    <a:pt x="159551" y="209613"/>
                  </a:lnTo>
                  <a:lnTo>
                    <a:pt x="145885" y="165486"/>
                  </a:lnTo>
                  <a:lnTo>
                    <a:pt x="125431" y="122152"/>
                  </a:lnTo>
                  <a:lnTo>
                    <a:pt x="99437" y="79580"/>
                  </a:lnTo>
                  <a:lnTo>
                    <a:pt x="69151" y="37737"/>
                  </a:lnTo>
                  <a:lnTo>
                    <a:pt x="141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759746" y="2759220"/>
              <a:ext cx="693124" cy="1121103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15268743" y="2781509"/>
              <a:ext cx="433070" cy="2009139"/>
            </a:xfrm>
            <a:custGeom>
              <a:avLst/>
              <a:gdLst/>
              <a:ahLst/>
              <a:cxnLst/>
              <a:rect l="l" t="t" r="r" b="b"/>
              <a:pathLst>
                <a:path w="433069" h="2009139">
                  <a:moveTo>
                    <a:pt x="4554" y="0"/>
                  </a:moveTo>
                  <a:lnTo>
                    <a:pt x="0" y="2823"/>
                  </a:lnTo>
                  <a:lnTo>
                    <a:pt x="1225" y="16808"/>
                  </a:lnTo>
                  <a:lnTo>
                    <a:pt x="12478" y="68523"/>
                  </a:lnTo>
                  <a:lnTo>
                    <a:pt x="18232" y="101385"/>
                  </a:lnTo>
                  <a:lnTo>
                    <a:pt x="21226" y="135672"/>
                  </a:lnTo>
                  <a:lnTo>
                    <a:pt x="34694" y="161381"/>
                  </a:lnTo>
                  <a:lnTo>
                    <a:pt x="46703" y="191326"/>
                  </a:lnTo>
                  <a:lnTo>
                    <a:pt x="66693" y="263918"/>
                  </a:lnTo>
                  <a:lnTo>
                    <a:pt x="74849" y="306561"/>
                  </a:lnTo>
                  <a:lnTo>
                    <a:pt x="81894" y="353435"/>
                  </a:lnTo>
                  <a:lnTo>
                    <a:pt x="87917" y="404537"/>
                  </a:lnTo>
                  <a:lnTo>
                    <a:pt x="93004" y="459866"/>
                  </a:lnTo>
                  <a:lnTo>
                    <a:pt x="97243" y="519421"/>
                  </a:lnTo>
                  <a:lnTo>
                    <a:pt x="100722" y="583200"/>
                  </a:lnTo>
                  <a:lnTo>
                    <a:pt x="103527" y="651201"/>
                  </a:lnTo>
                  <a:lnTo>
                    <a:pt x="105747" y="723424"/>
                  </a:lnTo>
                  <a:lnTo>
                    <a:pt x="106134" y="747782"/>
                  </a:lnTo>
                  <a:lnTo>
                    <a:pt x="106096" y="773369"/>
                  </a:lnTo>
                  <a:lnTo>
                    <a:pt x="105708" y="800313"/>
                  </a:lnTo>
                  <a:lnTo>
                    <a:pt x="101211" y="959814"/>
                  </a:lnTo>
                  <a:lnTo>
                    <a:pt x="100335" y="997559"/>
                  </a:lnTo>
                  <a:lnTo>
                    <a:pt x="99645" y="1037548"/>
                  </a:lnTo>
                  <a:lnTo>
                    <a:pt x="99219" y="1079907"/>
                  </a:lnTo>
                  <a:lnTo>
                    <a:pt x="99131" y="1124764"/>
                  </a:lnTo>
                  <a:lnTo>
                    <a:pt x="99460" y="1172245"/>
                  </a:lnTo>
                  <a:lnTo>
                    <a:pt x="100281" y="1222478"/>
                  </a:lnTo>
                  <a:lnTo>
                    <a:pt x="101671" y="1275589"/>
                  </a:lnTo>
                  <a:lnTo>
                    <a:pt x="103706" y="1331705"/>
                  </a:lnTo>
                  <a:lnTo>
                    <a:pt x="106464" y="1390952"/>
                  </a:lnTo>
                  <a:lnTo>
                    <a:pt x="110019" y="1453458"/>
                  </a:lnTo>
                  <a:lnTo>
                    <a:pt x="114450" y="1519349"/>
                  </a:lnTo>
                  <a:lnTo>
                    <a:pt x="119832" y="1588753"/>
                  </a:lnTo>
                  <a:lnTo>
                    <a:pt x="126242" y="1661796"/>
                  </a:lnTo>
                  <a:lnTo>
                    <a:pt x="133757" y="1738604"/>
                  </a:lnTo>
                  <a:lnTo>
                    <a:pt x="142452" y="1819305"/>
                  </a:lnTo>
                  <a:lnTo>
                    <a:pt x="152405" y="1904026"/>
                  </a:lnTo>
                  <a:lnTo>
                    <a:pt x="163692" y="1992893"/>
                  </a:lnTo>
                  <a:lnTo>
                    <a:pt x="208984" y="2008840"/>
                  </a:lnTo>
                  <a:lnTo>
                    <a:pt x="301082" y="1986589"/>
                  </a:lnTo>
                  <a:lnTo>
                    <a:pt x="391729" y="1953313"/>
                  </a:lnTo>
                  <a:lnTo>
                    <a:pt x="432669" y="1936183"/>
                  </a:lnTo>
                  <a:lnTo>
                    <a:pt x="417745" y="1828250"/>
                  </a:lnTo>
                  <a:lnTo>
                    <a:pt x="402830" y="1726171"/>
                  </a:lnTo>
                  <a:lnTo>
                    <a:pt x="387968" y="1629783"/>
                  </a:lnTo>
                  <a:lnTo>
                    <a:pt x="373200" y="1538923"/>
                  </a:lnTo>
                  <a:lnTo>
                    <a:pt x="358570" y="1453428"/>
                  </a:lnTo>
                  <a:lnTo>
                    <a:pt x="344120" y="1373136"/>
                  </a:lnTo>
                  <a:lnTo>
                    <a:pt x="329894" y="1297883"/>
                  </a:lnTo>
                  <a:lnTo>
                    <a:pt x="315935" y="1227508"/>
                  </a:lnTo>
                  <a:lnTo>
                    <a:pt x="302284" y="1161846"/>
                  </a:lnTo>
                  <a:lnTo>
                    <a:pt x="288985" y="1100736"/>
                  </a:lnTo>
                  <a:lnTo>
                    <a:pt x="276081" y="1044015"/>
                  </a:lnTo>
                  <a:lnTo>
                    <a:pt x="263615" y="991519"/>
                  </a:lnTo>
                  <a:lnTo>
                    <a:pt x="251629" y="943087"/>
                  </a:lnTo>
                  <a:lnTo>
                    <a:pt x="240167" y="898554"/>
                  </a:lnTo>
                  <a:lnTo>
                    <a:pt x="229271" y="857760"/>
                  </a:lnTo>
                  <a:lnTo>
                    <a:pt x="218984" y="820540"/>
                  </a:lnTo>
                  <a:lnTo>
                    <a:pt x="192205" y="728701"/>
                  </a:lnTo>
                  <a:lnTo>
                    <a:pt x="172451" y="663176"/>
                  </a:lnTo>
                  <a:lnTo>
                    <a:pt x="167627" y="646423"/>
                  </a:lnTo>
                  <a:lnTo>
                    <a:pt x="163755" y="631941"/>
                  </a:lnTo>
                  <a:lnTo>
                    <a:pt x="160878" y="619570"/>
                  </a:lnTo>
                  <a:lnTo>
                    <a:pt x="159038" y="609146"/>
                  </a:lnTo>
                  <a:lnTo>
                    <a:pt x="158279" y="600506"/>
                  </a:lnTo>
                  <a:lnTo>
                    <a:pt x="158504" y="568453"/>
                  </a:lnTo>
                  <a:lnTo>
                    <a:pt x="161950" y="487348"/>
                  </a:lnTo>
                  <a:lnTo>
                    <a:pt x="163243" y="440294"/>
                  </a:lnTo>
                  <a:lnTo>
                    <a:pt x="162963" y="390239"/>
                  </a:lnTo>
                  <a:lnTo>
                    <a:pt x="160146" y="338181"/>
                  </a:lnTo>
                  <a:lnTo>
                    <a:pt x="153829" y="285121"/>
                  </a:lnTo>
                  <a:lnTo>
                    <a:pt x="143045" y="232056"/>
                  </a:lnTo>
                  <a:lnTo>
                    <a:pt x="126833" y="179988"/>
                  </a:lnTo>
                  <a:lnTo>
                    <a:pt x="104226" y="129915"/>
                  </a:lnTo>
                  <a:lnTo>
                    <a:pt x="74261" y="82836"/>
                  </a:lnTo>
                  <a:lnTo>
                    <a:pt x="39549" y="37572"/>
                  </a:lnTo>
                  <a:lnTo>
                    <a:pt x="17026" y="10771"/>
                  </a:lnTo>
                  <a:lnTo>
                    <a:pt x="455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4759746" y="2759051"/>
              <a:ext cx="594995" cy="1121410"/>
            </a:xfrm>
            <a:custGeom>
              <a:avLst/>
              <a:gdLst/>
              <a:ahLst/>
              <a:cxnLst/>
              <a:rect l="l" t="t" r="r" b="b"/>
              <a:pathLst>
                <a:path w="594994" h="1121410">
                  <a:moveTo>
                    <a:pt x="326068" y="0"/>
                  </a:moveTo>
                  <a:lnTo>
                    <a:pt x="273802" y="579"/>
                  </a:lnTo>
                  <a:lnTo>
                    <a:pt x="216416" y="2839"/>
                  </a:lnTo>
                  <a:lnTo>
                    <a:pt x="153911" y="6780"/>
                  </a:lnTo>
                  <a:lnTo>
                    <a:pt x="86286" y="12402"/>
                  </a:lnTo>
                  <a:lnTo>
                    <a:pt x="13543" y="19704"/>
                  </a:lnTo>
                  <a:lnTo>
                    <a:pt x="4204" y="73129"/>
                  </a:lnTo>
                  <a:lnTo>
                    <a:pt x="0" y="124697"/>
                  </a:lnTo>
                  <a:lnTo>
                    <a:pt x="928" y="174409"/>
                  </a:lnTo>
                  <a:lnTo>
                    <a:pt x="6991" y="222265"/>
                  </a:lnTo>
                  <a:lnTo>
                    <a:pt x="18187" y="268265"/>
                  </a:lnTo>
                  <a:lnTo>
                    <a:pt x="34518" y="312410"/>
                  </a:lnTo>
                  <a:lnTo>
                    <a:pt x="55981" y="354699"/>
                  </a:lnTo>
                  <a:lnTo>
                    <a:pt x="88520" y="413376"/>
                  </a:lnTo>
                  <a:lnTo>
                    <a:pt x="114244" y="465907"/>
                  </a:lnTo>
                  <a:lnTo>
                    <a:pt x="133461" y="513179"/>
                  </a:lnTo>
                  <a:lnTo>
                    <a:pt x="146480" y="556077"/>
                  </a:lnTo>
                  <a:lnTo>
                    <a:pt x="153608" y="595488"/>
                  </a:lnTo>
                  <a:lnTo>
                    <a:pt x="155153" y="632297"/>
                  </a:lnTo>
                  <a:lnTo>
                    <a:pt x="151423" y="667391"/>
                  </a:lnTo>
                  <a:lnTo>
                    <a:pt x="142610" y="716881"/>
                  </a:lnTo>
                  <a:lnTo>
                    <a:pt x="133049" y="767478"/>
                  </a:lnTo>
                  <a:lnTo>
                    <a:pt x="121749" y="817387"/>
                  </a:lnTo>
                  <a:lnTo>
                    <a:pt x="107720" y="864813"/>
                  </a:lnTo>
                  <a:lnTo>
                    <a:pt x="89970" y="907960"/>
                  </a:lnTo>
                  <a:lnTo>
                    <a:pt x="74540" y="946548"/>
                  </a:lnTo>
                  <a:lnTo>
                    <a:pt x="61488" y="994964"/>
                  </a:lnTo>
                  <a:lnTo>
                    <a:pt x="50812" y="1053206"/>
                  </a:lnTo>
                  <a:lnTo>
                    <a:pt x="42516" y="1121273"/>
                  </a:lnTo>
                  <a:lnTo>
                    <a:pt x="326664" y="1113786"/>
                  </a:lnTo>
                  <a:lnTo>
                    <a:pt x="327743" y="1045559"/>
                  </a:lnTo>
                  <a:lnTo>
                    <a:pt x="327784" y="979938"/>
                  </a:lnTo>
                  <a:lnTo>
                    <a:pt x="327009" y="917585"/>
                  </a:lnTo>
                  <a:lnTo>
                    <a:pt x="325642" y="859162"/>
                  </a:lnTo>
                  <a:lnTo>
                    <a:pt x="323904" y="805330"/>
                  </a:lnTo>
                  <a:lnTo>
                    <a:pt x="318695" y="677994"/>
                  </a:lnTo>
                  <a:lnTo>
                    <a:pt x="317701" y="649140"/>
                  </a:lnTo>
                  <a:lnTo>
                    <a:pt x="318652" y="596693"/>
                  </a:lnTo>
                  <a:lnTo>
                    <a:pt x="324582" y="548562"/>
                  </a:lnTo>
                  <a:lnTo>
                    <a:pt x="335800" y="504669"/>
                  </a:lnTo>
                  <a:lnTo>
                    <a:pt x="352614" y="464941"/>
                  </a:lnTo>
                  <a:lnTo>
                    <a:pt x="375330" y="429299"/>
                  </a:lnTo>
                  <a:lnTo>
                    <a:pt x="404256" y="397668"/>
                  </a:lnTo>
                  <a:lnTo>
                    <a:pt x="439699" y="369972"/>
                  </a:lnTo>
                  <a:lnTo>
                    <a:pt x="481968" y="346134"/>
                  </a:lnTo>
                  <a:lnTo>
                    <a:pt x="525552" y="319881"/>
                  </a:lnTo>
                  <a:lnTo>
                    <a:pt x="558621" y="287913"/>
                  </a:lnTo>
                  <a:lnTo>
                    <a:pt x="581177" y="250230"/>
                  </a:lnTo>
                  <a:lnTo>
                    <a:pt x="593220" y="206833"/>
                  </a:lnTo>
                  <a:lnTo>
                    <a:pt x="594750" y="157721"/>
                  </a:lnTo>
                  <a:lnTo>
                    <a:pt x="483937" y="14490"/>
                  </a:lnTo>
                  <a:lnTo>
                    <a:pt x="452149" y="8346"/>
                  </a:lnTo>
                  <a:lnTo>
                    <a:pt x="415242" y="3883"/>
                  </a:lnTo>
                  <a:lnTo>
                    <a:pt x="373215" y="1101"/>
                  </a:lnTo>
                  <a:lnTo>
                    <a:pt x="326068" y="0"/>
                  </a:lnTo>
                  <a:close/>
                </a:path>
              </a:pathLst>
            </a:custGeom>
            <a:solidFill>
              <a:srgbClr val="212C61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4565962" y="2825846"/>
              <a:ext cx="496570" cy="2005330"/>
            </a:xfrm>
            <a:custGeom>
              <a:avLst/>
              <a:gdLst/>
              <a:ahLst/>
              <a:cxnLst/>
              <a:rect l="l" t="t" r="r" b="b"/>
              <a:pathLst>
                <a:path w="496569" h="2005329">
                  <a:moveTo>
                    <a:pt x="293917" y="0"/>
                  </a:moveTo>
                  <a:lnTo>
                    <a:pt x="217574" y="251364"/>
                  </a:lnTo>
                  <a:lnTo>
                    <a:pt x="242578" y="311069"/>
                  </a:lnTo>
                  <a:lnTo>
                    <a:pt x="261506" y="367772"/>
                  </a:lnTo>
                  <a:lnTo>
                    <a:pt x="274360" y="421470"/>
                  </a:lnTo>
                  <a:lnTo>
                    <a:pt x="281139" y="472164"/>
                  </a:lnTo>
                  <a:lnTo>
                    <a:pt x="281843" y="519853"/>
                  </a:lnTo>
                  <a:lnTo>
                    <a:pt x="276473" y="564537"/>
                  </a:lnTo>
                  <a:lnTo>
                    <a:pt x="0" y="1971353"/>
                  </a:lnTo>
                  <a:lnTo>
                    <a:pt x="57255" y="1982146"/>
                  </a:lnTo>
                  <a:lnTo>
                    <a:pt x="189494" y="2000487"/>
                  </a:lnTo>
                  <a:lnTo>
                    <a:pt x="337427" y="2005319"/>
                  </a:lnTo>
                  <a:lnTo>
                    <a:pt x="441766" y="1975583"/>
                  </a:lnTo>
                  <a:lnTo>
                    <a:pt x="467932" y="1938335"/>
                  </a:lnTo>
                  <a:lnTo>
                    <a:pt x="483702" y="1882896"/>
                  </a:lnTo>
                  <a:lnTo>
                    <a:pt x="491355" y="1810764"/>
                  </a:lnTo>
                  <a:lnTo>
                    <a:pt x="492850" y="1768904"/>
                  </a:lnTo>
                  <a:lnTo>
                    <a:pt x="493170" y="1723433"/>
                  </a:lnTo>
                  <a:lnTo>
                    <a:pt x="492599" y="1674536"/>
                  </a:lnTo>
                  <a:lnTo>
                    <a:pt x="491423" y="1622400"/>
                  </a:lnTo>
                  <a:lnTo>
                    <a:pt x="488393" y="1509162"/>
                  </a:lnTo>
                  <a:lnTo>
                    <a:pt x="487108" y="1448434"/>
                  </a:lnTo>
                  <a:lnTo>
                    <a:pt x="486357" y="1385215"/>
                  </a:lnTo>
                  <a:lnTo>
                    <a:pt x="486424" y="1319693"/>
                  </a:lnTo>
                  <a:lnTo>
                    <a:pt x="487594" y="1252054"/>
                  </a:lnTo>
                  <a:lnTo>
                    <a:pt x="490152" y="1182487"/>
                  </a:lnTo>
                  <a:lnTo>
                    <a:pt x="492470" y="1128216"/>
                  </a:lnTo>
                  <a:lnTo>
                    <a:pt x="494250" y="1074309"/>
                  </a:lnTo>
                  <a:lnTo>
                    <a:pt x="495490" y="1020767"/>
                  </a:lnTo>
                  <a:lnTo>
                    <a:pt x="496193" y="967590"/>
                  </a:lnTo>
                  <a:lnTo>
                    <a:pt x="496357" y="914777"/>
                  </a:lnTo>
                  <a:lnTo>
                    <a:pt x="495982" y="862330"/>
                  </a:lnTo>
                  <a:lnTo>
                    <a:pt x="495069" y="810247"/>
                  </a:lnTo>
                  <a:lnTo>
                    <a:pt x="493617" y="758529"/>
                  </a:lnTo>
                  <a:lnTo>
                    <a:pt x="491627" y="707176"/>
                  </a:lnTo>
                  <a:lnTo>
                    <a:pt x="489098" y="656188"/>
                  </a:lnTo>
                  <a:lnTo>
                    <a:pt x="486031" y="605565"/>
                  </a:lnTo>
                  <a:lnTo>
                    <a:pt x="482425" y="555306"/>
                  </a:lnTo>
                  <a:lnTo>
                    <a:pt x="478280" y="505413"/>
                  </a:lnTo>
                  <a:lnTo>
                    <a:pt x="473598" y="455884"/>
                  </a:lnTo>
                  <a:lnTo>
                    <a:pt x="468377" y="406721"/>
                  </a:lnTo>
                  <a:lnTo>
                    <a:pt x="462617" y="357922"/>
                  </a:lnTo>
                  <a:lnTo>
                    <a:pt x="456319" y="309488"/>
                  </a:lnTo>
                  <a:lnTo>
                    <a:pt x="449482" y="261419"/>
                  </a:lnTo>
                  <a:lnTo>
                    <a:pt x="442107" y="213715"/>
                  </a:lnTo>
                  <a:lnTo>
                    <a:pt x="434194" y="166376"/>
                  </a:lnTo>
                  <a:lnTo>
                    <a:pt x="425742" y="119402"/>
                  </a:lnTo>
                  <a:lnTo>
                    <a:pt x="416751" y="72793"/>
                  </a:lnTo>
                  <a:lnTo>
                    <a:pt x="293917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4598453" y="2964795"/>
              <a:ext cx="325755" cy="1667510"/>
            </a:xfrm>
            <a:custGeom>
              <a:avLst/>
              <a:gdLst/>
              <a:ahLst/>
              <a:cxnLst/>
              <a:rect l="l" t="t" r="r" b="b"/>
              <a:pathLst>
                <a:path w="325755" h="1667510">
                  <a:moveTo>
                    <a:pt x="318985" y="0"/>
                  </a:moveTo>
                  <a:lnTo>
                    <a:pt x="204800" y="47485"/>
                  </a:lnTo>
                  <a:lnTo>
                    <a:pt x="185083" y="112404"/>
                  </a:lnTo>
                  <a:lnTo>
                    <a:pt x="210086" y="172115"/>
                  </a:lnTo>
                  <a:lnTo>
                    <a:pt x="229015" y="228819"/>
                  </a:lnTo>
                  <a:lnTo>
                    <a:pt x="241869" y="282518"/>
                  </a:lnTo>
                  <a:lnTo>
                    <a:pt x="248648" y="333211"/>
                  </a:lnTo>
                  <a:lnTo>
                    <a:pt x="249352" y="380898"/>
                  </a:lnTo>
                  <a:lnTo>
                    <a:pt x="243982" y="425578"/>
                  </a:lnTo>
                  <a:lnTo>
                    <a:pt x="175607" y="774164"/>
                  </a:lnTo>
                  <a:lnTo>
                    <a:pt x="163662" y="832993"/>
                  </a:lnTo>
                  <a:lnTo>
                    <a:pt x="83782" y="1212654"/>
                  </a:lnTo>
                  <a:lnTo>
                    <a:pt x="58174" y="1337874"/>
                  </a:lnTo>
                  <a:lnTo>
                    <a:pt x="46132" y="1398290"/>
                  </a:lnTo>
                  <a:lnTo>
                    <a:pt x="34925" y="1455914"/>
                  </a:lnTo>
                  <a:lnTo>
                    <a:pt x="24799" y="1509748"/>
                  </a:lnTo>
                  <a:lnTo>
                    <a:pt x="15997" y="1558797"/>
                  </a:lnTo>
                  <a:lnTo>
                    <a:pt x="8767" y="1602063"/>
                  </a:lnTo>
                  <a:lnTo>
                    <a:pt x="0" y="1667258"/>
                  </a:lnTo>
                  <a:lnTo>
                    <a:pt x="262421" y="872099"/>
                  </a:lnTo>
                  <a:lnTo>
                    <a:pt x="277595" y="820681"/>
                  </a:lnTo>
                  <a:lnTo>
                    <a:pt x="289407" y="768561"/>
                  </a:lnTo>
                  <a:lnTo>
                    <a:pt x="297803" y="715898"/>
                  </a:lnTo>
                  <a:lnTo>
                    <a:pt x="302731" y="662850"/>
                  </a:lnTo>
                  <a:lnTo>
                    <a:pt x="304138" y="609576"/>
                  </a:lnTo>
                  <a:lnTo>
                    <a:pt x="301969" y="556234"/>
                  </a:lnTo>
                  <a:lnTo>
                    <a:pt x="298844" y="494429"/>
                  </a:lnTo>
                  <a:lnTo>
                    <a:pt x="299065" y="437994"/>
                  </a:lnTo>
                  <a:lnTo>
                    <a:pt x="302633" y="386927"/>
                  </a:lnTo>
                  <a:lnTo>
                    <a:pt x="309550" y="341225"/>
                  </a:lnTo>
                  <a:lnTo>
                    <a:pt x="316117" y="302324"/>
                  </a:lnTo>
                  <a:lnTo>
                    <a:pt x="320944" y="260141"/>
                  </a:lnTo>
                  <a:lnTo>
                    <a:pt x="324032" y="214675"/>
                  </a:lnTo>
                  <a:lnTo>
                    <a:pt x="325381" y="165929"/>
                  </a:lnTo>
                  <a:lnTo>
                    <a:pt x="324989" y="113900"/>
                  </a:lnTo>
                  <a:lnTo>
                    <a:pt x="322857" y="58590"/>
                  </a:lnTo>
                  <a:lnTo>
                    <a:pt x="31898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995670" y="2815820"/>
              <a:ext cx="324566" cy="179360"/>
            </a:xfrm>
            <a:prstGeom prst="rect">
              <a:avLst/>
            </a:prstGeom>
          </p:spPr>
        </p:pic>
        <p:sp>
          <p:nvSpPr>
            <p:cNvPr id="86" name="object 86" descr=""/>
            <p:cNvSpPr/>
            <p:nvPr/>
          </p:nvSpPr>
          <p:spPr>
            <a:xfrm>
              <a:off x="14977011" y="3167892"/>
              <a:ext cx="455930" cy="282575"/>
            </a:xfrm>
            <a:custGeom>
              <a:avLst/>
              <a:gdLst/>
              <a:ahLst/>
              <a:cxnLst/>
              <a:rect l="l" t="t" r="r" b="b"/>
              <a:pathLst>
                <a:path w="455930" h="282575">
                  <a:moveTo>
                    <a:pt x="437800" y="0"/>
                  </a:moveTo>
                  <a:lnTo>
                    <a:pt x="381265" y="5815"/>
                  </a:lnTo>
                  <a:lnTo>
                    <a:pt x="325624" y="30722"/>
                  </a:lnTo>
                  <a:lnTo>
                    <a:pt x="304734" y="76598"/>
                  </a:lnTo>
                  <a:lnTo>
                    <a:pt x="301347" y="91022"/>
                  </a:lnTo>
                  <a:lnTo>
                    <a:pt x="296153" y="104903"/>
                  </a:lnTo>
                  <a:lnTo>
                    <a:pt x="289929" y="117721"/>
                  </a:lnTo>
                  <a:lnTo>
                    <a:pt x="283457" y="128952"/>
                  </a:lnTo>
                  <a:lnTo>
                    <a:pt x="132889" y="140933"/>
                  </a:lnTo>
                  <a:lnTo>
                    <a:pt x="5120" y="151664"/>
                  </a:lnTo>
                  <a:lnTo>
                    <a:pt x="0" y="282089"/>
                  </a:lnTo>
                  <a:lnTo>
                    <a:pt x="44010" y="274932"/>
                  </a:lnTo>
                  <a:lnTo>
                    <a:pt x="91111" y="265708"/>
                  </a:lnTo>
                  <a:lnTo>
                    <a:pt x="141195" y="254189"/>
                  </a:lnTo>
                  <a:lnTo>
                    <a:pt x="194153" y="240151"/>
                  </a:lnTo>
                  <a:lnTo>
                    <a:pt x="249875" y="223367"/>
                  </a:lnTo>
                  <a:lnTo>
                    <a:pt x="308252" y="203610"/>
                  </a:lnTo>
                  <a:lnTo>
                    <a:pt x="315584" y="201503"/>
                  </a:lnTo>
                  <a:lnTo>
                    <a:pt x="391513" y="133623"/>
                  </a:lnTo>
                  <a:lnTo>
                    <a:pt x="426845" y="80055"/>
                  </a:lnTo>
                  <a:lnTo>
                    <a:pt x="448434" y="35198"/>
                  </a:lnTo>
                  <a:lnTo>
                    <a:pt x="455651" y="10652"/>
                  </a:lnTo>
                  <a:lnTo>
                    <a:pt x="451214" y="2860"/>
                  </a:lnTo>
                  <a:lnTo>
                    <a:pt x="437800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4665687" y="2742867"/>
              <a:ext cx="351155" cy="748665"/>
            </a:xfrm>
            <a:custGeom>
              <a:avLst/>
              <a:gdLst/>
              <a:ahLst/>
              <a:cxnLst/>
              <a:rect l="l" t="t" r="r" b="b"/>
              <a:pathLst>
                <a:path w="351155" h="748664">
                  <a:moveTo>
                    <a:pt x="307472" y="0"/>
                  </a:moveTo>
                  <a:lnTo>
                    <a:pt x="179909" y="13750"/>
                  </a:lnTo>
                  <a:lnTo>
                    <a:pt x="109351" y="32372"/>
                  </a:lnTo>
                  <a:lnTo>
                    <a:pt x="70565" y="68500"/>
                  </a:lnTo>
                  <a:lnTo>
                    <a:pt x="38318" y="134770"/>
                  </a:lnTo>
                  <a:lnTo>
                    <a:pt x="17130" y="211129"/>
                  </a:lnTo>
                  <a:lnTo>
                    <a:pt x="9514" y="261051"/>
                  </a:lnTo>
                  <a:lnTo>
                    <a:pt x="4041" y="316358"/>
                  </a:lnTo>
                  <a:lnTo>
                    <a:pt x="830" y="375218"/>
                  </a:lnTo>
                  <a:lnTo>
                    <a:pt x="0" y="435796"/>
                  </a:lnTo>
                  <a:lnTo>
                    <a:pt x="1668" y="496261"/>
                  </a:lnTo>
                  <a:lnTo>
                    <a:pt x="5954" y="554780"/>
                  </a:lnTo>
                  <a:lnTo>
                    <a:pt x="12977" y="609519"/>
                  </a:lnTo>
                  <a:lnTo>
                    <a:pt x="22854" y="658646"/>
                  </a:lnTo>
                  <a:lnTo>
                    <a:pt x="35704" y="700328"/>
                  </a:lnTo>
                  <a:lnTo>
                    <a:pt x="108074" y="745390"/>
                  </a:lnTo>
                  <a:lnTo>
                    <a:pt x="153560" y="748483"/>
                  </a:lnTo>
                  <a:lnTo>
                    <a:pt x="212114" y="740996"/>
                  </a:lnTo>
                  <a:lnTo>
                    <a:pt x="313765" y="720648"/>
                  </a:lnTo>
                  <a:lnTo>
                    <a:pt x="341348" y="648701"/>
                  </a:lnTo>
                  <a:lnTo>
                    <a:pt x="350702" y="609434"/>
                  </a:lnTo>
                  <a:lnTo>
                    <a:pt x="341973" y="589089"/>
                  </a:lnTo>
                  <a:lnTo>
                    <a:pt x="315304" y="573909"/>
                  </a:lnTo>
                  <a:lnTo>
                    <a:pt x="235823" y="579310"/>
                  </a:lnTo>
                  <a:lnTo>
                    <a:pt x="196351" y="577617"/>
                  </a:lnTo>
                  <a:lnTo>
                    <a:pt x="185207" y="565685"/>
                  </a:lnTo>
                  <a:lnTo>
                    <a:pt x="190711" y="540370"/>
                  </a:lnTo>
                  <a:lnTo>
                    <a:pt x="214547" y="437345"/>
                  </a:lnTo>
                  <a:lnTo>
                    <a:pt x="254062" y="253658"/>
                  </a:lnTo>
                  <a:lnTo>
                    <a:pt x="307472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14694267" y="2219618"/>
              <a:ext cx="663575" cy="856615"/>
            </a:xfrm>
            <a:custGeom>
              <a:avLst/>
              <a:gdLst/>
              <a:ahLst/>
              <a:cxnLst/>
              <a:rect l="l" t="t" r="r" b="b"/>
              <a:pathLst>
                <a:path w="663575" h="856614">
                  <a:moveTo>
                    <a:pt x="378206" y="0"/>
                  </a:moveTo>
                  <a:lnTo>
                    <a:pt x="302029" y="6060"/>
                  </a:lnTo>
                  <a:lnTo>
                    <a:pt x="261025" y="18502"/>
                  </a:lnTo>
                  <a:lnTo>
                    <a:pt x="221737" y="39862"/>
                  </a:lnTo>
                  <a:lnTo>
                    <a:pt x="186908" y="72124"/>
                  </a:lnTo>
                  <a:lnTo>
                    <a:pt x="159283" y="117269"/>
                  </a:lnTo>
                  <a:lnTo>
                    <a:pt x="141606" y="177282"/>
                  </a:lnTo>
                  <a:lnTo>
                    <a:pt x="131630" y="251283"/>
                  </a:lnTo>
                  <a:lnTo>
                    <a:pt x="127357" y="314807"/>
                  </a:lnTo>
                  <a:lnTo>
                    <a:pt x="124805" y="413058"/>
                  </a:lnTo>
                  <a:lnTo>
                    <a:pt x="120969" y="449099"/>
                  </a:lnTo>
                  <a:lnTo>
                    <a:pt x="111722" y="477294"/>
                  </a:lnTo>
                  <a:lnTo>
                    <a:pt x="93461" y="500687"/>
                  </a:lnTo>
                  <a:lnTo>
                    <a:pt x="75231" y="507709"/>
                  </a:lnTo>
                  <a:lnTo>
                    <a:pt x="53921" y="513832"/>
                  </a:lnTo>
                  <a:lnTo>
                    <a:pt x="26426" y="534528"/>
                  </a:lnTo>
                  <a:lnTo>
                    <a:pt x="9428" y="559291"/>
                  </a:lnTo>
                  <a:lnTo>
                    <a:pt x="619" y="589398"/>
                  </a:lnTo>
                  <a:lnTo>
                    <a:pt x="0" y="624849"/>
                  </a:lnTo>
                  <a:lnTo>
                    <a:pt x="7568" y="665644"/>
                  </a:lnTo>
                  <a:lnTo>
                    <a:pt x="33522" y="624799"/>
                  </a:lnTo>
                  <a:lnTo>
                    <a:pt x="57748" y="600066"/>
                  </a:lnTo>
                  <a:lnTo>
                    <a:pt x="80244" y="591442"/>
                  </a:lnTo>
                  <a:lnTo>
                    <a:pt x="101010" y="598924"/>
                  </a:lnTo>
                  <a:lnTo>
                    <a:pt x="120128" y="616637"/>
                  </a:lnTo>
                  <a:lnTo>
                    <a:pt x="180366" y="678957"/>
                  </a:lnTo>
                  <a:lnTo>
                    <a:pt x="219398" y="717276"/>
                  </a:lnTo>
                  <a:lnTo>
                    <a:pt x="262980" y="756174"/>
                  </a:lnTo>
                  <a:lnTo>
                    <a:pt x="310070" y="792506"/>
                  </a:lnTo>
                  <a:lnTo>
                    <a:pt x="359621" y="823128"/>
                  </a:lnTo>
                  <a:lnTo>
                    <a:pt x="410592" y="844895"/>
                  </a:lnTo>
                  <a:lnTo>
                    <a:pt x="466679" y="856376"/>
                  </a:lnTo>
                  <a:lnTo>
                    <a:pt x="517140" y="854692"/>
                  </a:lnTo>
                  <a:lnTo>
                    <a:pt x="561274" y="841514"/>
                  </a:lnTo>
                  <a:lnTo>
                    <a:pt x="598379" y="818511"/>
                  </a:lnTo>
                  <a:lnTo>
                    <a:pt x="627753" y="787352"/>
                  </a:lnTo>
                  <a:lnTo>
                    <a:pt x="648694" y="749707"/>
                  </a:lnTo>
                  <a:lnTo>
                    <a:pt x="660501" y="707245"/>
                  </a:lnTo>
                  <a:lnTo>
                    <a:pt x="663319" y="650245"/>
                  </a:lnTo>
                  <a:lnTo>
                    <a:pt x="654619" y="601876"/>
                  </a:lnTo>
                  <a:lnTo>
                    <a:pt x="638086" y="559984"/>
                  </a:lnTo>
                  <a:lnTo>
                    <a:pt x="617408" y="522414"/>
                  </a:lnTo>
                  <a:lnTo>
                    <a:pt x="596272" y="487011"/>
                  </a:lnTo>
                  <a:lnTo>
                    <a:pt x="581366" y="454395"/>
                  </a:lnTo>
                  <a:lnTo>
                    <a:pt x="569909" y="415216"/>
                  </a:lnTo>
                  <a:lnTo>
                    <a:pt x="561434" y="369887"/>
                  </a:lnTo>
                  <a:lnTo>
                    <a:pt x="555479" y="318820"/>
                  </a:lnTo>
                  <a:lnTo>
                    <a:pt x="551579" y="262425"/>
                  </a:lnTo>
                  <a:lnTo>
                    <a:pt x="549269" y="201114"/>
                  </a:lnTo>
                  <a:lnTo>
                    <a:pt x="540847" y="142233"/>
                  </a:lnTo>
                  <a:lnTo>
                    <a:pt x="520751" y="93068"/>
                  </a:lnTo>
                  <a:lnTo>
                    <a:pt x="491710" y="53940"/>
                  </a:lnTo>
                  <a:lnTo>
                    <a:pt x="456453" y="25172"/>
                  </a:lnTo>
                  <a:lnTo>
                    <a:pt x="417709" y="7084"/>
                  </a:lnTo>
                  <a:lnTo>
                    <a:pt x="37820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14920989" y="2355656"/>
              <a:ext cx="294005" cy="412115"/>
            </a:xfrm>
            <a:custGeom>
              <a:avLst/>
              <a:gdLst/>
              <a:ahLst/>
              <a:cxnLst/>
              <a:rect l="l" t="t" r="r" b="b"/>
              <a:pathLst>
                <a:path w="294005" h="412114">
                  <a:moveTo>
                    <a:pt x="91164" y="0"/>
                  </a:moveTo>
                  <a:lnTo>
                    <a:pt x="47269" y="29981"/>
                  </a:lnTo>
                  <a:lnTo>
                    <a:pt x="26435" y="63582"/>
                  </a:lnTo>
                  <a:lnTo>
                    <a:pt x="11158" y="104545"/>
                  </a:lnTo>
                  <a:lnTo>
                    <a:pt x="2120" y="151244"/>
                  </a:lnTo>
                  <a:lnTo>
                    <a:pt x="0" y="202051"/>
                  </a:lnTo>
                  <a:lnTo>
                    <a:pt x="5477" y="255340"/>
                  </a:lnTo>
                  <a:lnTo>
                    <a:pt x="18680" y="300290"/>
                  </a:lnTo>
                  <a:lnTo>
                    <a:pt x="40492" y="340916"/>
                  </a:lnTo>
                  <a:lnTo>
                    <a:pt x="68648" y="374691"/>
                  </a:lnTo>
                  <a:lnTo>
                    <a:pt x="100883" y="399090"/>
                  </a:lnTo>
                  <a:lnTo>
                    <a:pt x="134932" y="411587"/>
                  </a:lnTo>
                  <a:lnTo>
                    <a:pt x="168532" y="409656"/>
                  </a:lnTo>
                  <a:lnTo>
                    <a:pt x="230485" y="354922"/>
                  </a:lnTo>
                  <a:lnTo>
                    <a:pt x="256555" y="313202"/>
                  </a:lnTo>
                  <a:lnTo>
                    <a:pt x="277627" y="265608"/>
                  </a:lnTo>
                  <a:lnTo>
                    <a:pt x="293698" y="212137"/>
                  </a:lnTo>
                  <a:lnTo>
                    <a:pt x="248818" y="147693"/>
                  </a:lnTo>
                  <a:lnTo>
                    <a:pt x="208387" y="94884"/>
                  </a:lnTo>
                  <a:lnTo>
                    <a:pt x="172407" y="53709"/>
                  </a:lnTo>
                  <a:lnTo>
                    <a:pt x="140877" y="24170"/>
                  </a:lnTo>
                  <a:lnTo>
                    <a:pt x="91164" y="0"/>
                  </a:lnTo>
                  <a:close/>
                </a:path>
              </a:pathLst>
            </a:custGeom>
            <a:solidFill>
              <a:srgbClr val="259CA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4720688" y="2633139"/>
              <a:ext cx="513080" cy="255904"/>
            </a:xfrm>
            <a:custGeom>
              <a:avLst/>
              <a:gdLst/>
              <a:ahLst/>
              <a:cxnLst/>
              <a:rect l="l" t="t" r="r" b="b"/>
              <a:pathLst>
                <a:path w="513080" h="255905">
                  <a:moveTo>
                    <a:pt x="193603" y="98095"/>
                  </a:moveTo>
                  <a:lnTo>
                    <a:pt x="54075" y="98095"/>
                  </a:lnTo>
                  <a:lnTo>
                    <a:pt x="85406" y="102874"/>
                  </a:lnTo>
                  <a:lnTo>
                    <a:pt x="120279" y="117839"/>
                  </a:lnTo>
                  <a:lnTo>
                    <a:pt x="161298" y="142428"/>
                  </a:lnTo>
                  <a:lnTo>
                    <a:pt x="207831" y="172225"/>
                  </a:lnTo>
                  <a:lnTo>
                    <a:pt x="257501" y="202823"/>
                  </a:lnTo>
                  <a:lnTo>
                    <a:pt x="307928" y="229818"/>
                  </a:lnTo>
                  <a:lnTo>
                    <a:pt x="356737" y="248803"/>
                  </a:lnTo>
                  <a:lnTo>
                    <a:pt x="401547" y="255374"/>
                  </a:lnTo>
                  <a:lnTo>
                    <a:pt x="455627" y="243809"/>
                  </a:lnTo>
                  <a:lnTo>
                    <a:pt x="492011" y="219012"/>
                  </a:lnTo>
                  <a:lnTo>
                    <a:pt x="494581" y="215208"/>
                  </a:lnTo>
                  <a:lnTo>
                    <a:pt x="400500" y="215208"/>
                  </a:lnTo>
                  <a:lnTo>
                    <a:pt x="369058" y="208204"/>
                  </a:lnTo>
                  <a:lnTo>
                    <a:pt x="332680" y="193261"/>
                  </a:lnTo>
                  <a:lnTo>
                    <a:pt x="292929" y="171506"/>
                  </a:lnTo>
                  <a:lnTo>
                    <a:pt x="251370" y="144066"/>
                  </a:lnTo>
                  <a:lnTo>
                    <a:pt x="209569" y="112068"/>
                  </a:lnTo>
                  <a:lnTo>
                    <a:pt x="193603" y="98095"/>
                  </a:lnTo>
                  <a:close/>
                </a:path>
                <a:path w="513080" h="255905">
                  <a:moveTo>
                    <a:pt x="503221" y="168994"/>
                  </a:moveTo>
                  <a:lnTo>
                    <a:pt x="483936" y="187519"/>
                  </a:lnTo>
                  <a:lnTo>
                    <a:pt x="451063" y="208393"/>
                  </a:lnTo>
                  <a:lnTo>
                    <a:pt x="400500" y="215208"/>
                  </a:lnTo>
                  <a:lnTo>
                    <a:pt x="494581" y="215208"/>
                  </a:lnTo>
                  <a:lnTo>
                    <a:pt x="511031" y="190861"/>
                  </a:lnTo>
                  <a:lnTo>
                    <a:pt x="513021" y="169230"/>
                  </a:lnTo>
                  <a:lnTo>
                    <a:pt x="503221" y="168994"/>
                  </a:lnTo>
                  <a:close/>
                </a:path>
                <a:path w="513080" h="255905">
                  <a:moveTo>
                    <a:pt x="98353" y="0"/>
                  </a:moveTo>
                  <a:lnTo>
                    <a:pt x="90707" y="50824"/>
                  </a:lnTo>
                  <a:lnTo>
                    <a:pt x="67421" y="86896"/>
                  </a:lnTo>
                  <a:lnTo>
                    <a:pt x="29013" y="99647"/>
                  </a:lnTo>
                  <a:lnTo>
                    <a:pt x="2659" y="118289"/>
                  </a:lnTo>
                  <a:lnTo>
                    <a:pt x="0" y="121001"/>
                  </a:lnTo>
                  <a:lnTo>
                    <a:pt x="2031" y="119085"/>
                  </a:lnTo>
                  <a:lnTo>
                    <a:pt x="26284" y="103498"/>
                  </a:lnTo>
                  <a:lnTo>
                    <a:pt x="54075" y="98095"/>
                  </a:lnTo>
                  <a:lnTo>
                    <a:pt x="193603" y="98095"/>
                  </a:lnTo>
                  <a:lnTo>
                    <a:pt x="169089" y="76640"/>
                  </a:lnTo>
                  <a:lnTo>
                    <a:pt x="131495" y="38908"/>
                  </a:lnTo>
                  <a:lnTo>
                    <a:pt x="98353" y="0"/>
                  </a:lnTo>
                  <a:close/>
                </a:path>
              </a:pathLst>
            </a:custGeom>
            <a:solidFill>
              <a:srgbClr val="259CA6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4934165" y="2303669"/>
              <a:ext cx="291465" cy="408305"/>
            </a:xfrm>
            <a:custGeom>
              <a:avLst/>
              <a:gdLst/>
              <a:ahLst/>
              <a:cxnLst/>
              <a:rect l="l" t="t" r="r" b="b"/>
              <a:pathLst>
                <a:path w="291465" h="408305">
                  <a:moveTo>
                    <a:pt x="148571" y="0"/>
                  </a:moveTo>
                  <a:lnTo>
                    <a:pt x="92797" y="13418"/>
                  </a:lnTo>
                  <a:lnTo>
                    <a:pt x="57283" y="38413"/>
                  </a:lnTo>
                  <a:lnTo>
                    <a:pt x="20900" y="83599"/>
                  </a:lnTo>
                  <a:lnTo>
                    <a:pt x="2211" y="134748"/>
                  </a:lnTo>
                  <a:lnTo>
                    <a:pt x="0" y="192018"/>
                  </a:lnTo>
                  <a:lnTo>
                    <a:pt x="9211" y="248595"/>
                  </a:lnTo>
                  <a:lnTo>
                    <a:pt x="24794" y="297670"/>
                  </a:lnTo>
                  <a:lnTo>
                    <a:pt x="41695" y="332429"/>
                  </a:lnTo>
                  <a:lnTo>
                    <a:pt x="68869" y="362137"/>
                  </a:lnTo>
                  <a:lnTo>
                    <a:pt x="105535" y="386251"/>
                  </a:lnTo>
                  <a:lnTo>
                    <a:pt x="143918" y="402270"/>
                  </a:lnTo>
                  <a:lnTo>
                    <a:pt x="176246" y="407694"/>
                  </a:lnTo>
                  <a:lnTo>
                    <a:pt x="205821" y="394652"/>
                  </a:lnTo>
                  <a:lnTo>
                    <a:pt x="237114" y="362439"/>
                  </a:lnTo>
                  <a:lnTo>
                    <a:pt x="264106" y="319325"/>
                  </a:lnTo>
                  <a:lnTo>
                    <a:pt x="280777" y="273583"/>
                  </a:lnTo>
                  <a:lnTo>
                    <a:pt x="287526" y="233189"/>
                  </a:lnTo>
                  <a:lnTo>
                    <a:pt x="290926" y="186111"/>
                  </a:lnTo>
                  <a:lnTo>
                    <a:pt x="288515" y="137185"/>
                  </a:lnTo>
                  <a:lnTo>
                    <a:pt x="277827" y="91246"/>
                  </a:lnTo>
                  <a:lnTo>
                    <a:pt x="256400" y="53129"/>
                  </a:lnTo>
                  <a:lnTo>
                    <a:pt x="223816" y="21813"/>
                  </a:lnTo>
                  <a:lnTo>
                    <a:pt x="169994" y="370"/>
                  </a:lnTo>
                  <a:lnTo>
                    <a:pt x="14857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4934165" y="2369557"/>
              <a:ext cx="151130" cy="338455"/>
            </a:xfrm>
            <a:custGeom>
              <a:avLst/>
              <a:gdLst/>
              <a:ahLst/>
              <a:cxnLst/>
              <a:rect l="l" t="t" r="r" b="b"/>
              <a:pathLst>
                <a:path w="151130" h="338455">
                  <a:moveTo>
                    <a:pt x="62919" y="0"/>
                  </a:moveTo>
                  <a:lnTo>
                    <a:pt x="25444" y="10669"/>
                  </a:lnTo>
                  <a:lnTo>
                    <a:pt x="20900" y="17706"/>
                  </a:lnTo>
                  <a:lnTo>
                    <a:pt x="2211" y="68859"/>
                  </a:lnTo>
                  <a:lnTo>
                    <a:pt x="0" y="126130"/>
                  </a:lnTo>
                  <a:lnTo>
                    <a:pt x="9211" y="182707"/>
                  </a:lnTo>
                  <a:lnTo>
                    <a:pt x="24794" y="231783"/>
                  </a:lnTo>
                  <a:lnTo>
                    <a:pt x="41695" y="266546"/>
                  </a:lnTo>
                  <a:lnTo>
                    <a:pt x="89920" y="311351"/>
                  </a:lnTo>
                  <a:lnTo>
                    <a:pt x="150529" y="338220"/>
                  </a:lnTo>
                  <a:lnTo>
                    <a:pt x="138178" y="280278"/>
                  </a:lnTo>
                  <a:lnTo>
                    <a:pt x="117178" y="237848"/>
                  </a:lnTo>
                  <a:lnTo>
                    <a:pt x="92100" y="204752"/>
                  </a:lnTo>
                  <a:lnTo>
                    <a:pt x="67516" y="174811"/>
                  </a:lnTo>
                  <a:lnTo>
                    <a:pt x="55670" y="149309"/>
                  </a:lnTo>
                  <a:lnTo>
                    <a:pt x="50600" y="113452"/>
                  </a:lnTo>
                  <a:lnTo>
                    <a:pt x="52308" y="67235"/>
                  </a:lnTo>
                  <a:lnTo>
                    <a:pt x="60794" y="10659"/>
                  </a:lnTo>
                  <a:lnTo>
                    <a:pt x="62919" y="0"/>
                  </a:lnTo>
                  <a:close/>
                </a:path>
              </a:pathLst>
            </a:custGeom>
            <a:solidFill>
              <a:srgbClr val="703B1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4933537" y="2303522"/>
              <a:ext cx="292100" cy="192405"/>
            </a:xfrm>
            <a:custGeom>
              <a:avLst/>
              <a:gdLst/>
              <a:ahLst/>
              <a:cxnLst/>
              <a:rect l="l" t="t" r="r" b="b"/>
              <a:pathLst>
                <a:path w="292100" h="192405">
                  <a:moveTo>
                    <a:pt x="158643" y="0"/>
                  </a:moveTo>
                  <a:lnTo>
                    <a:pt x="93424" y="13565"/>
                  </a:lnTo>
                  <a:lnTo>
                    <a:pt x="57910" y="38560"/>
                  </a:lnTo>
                  <a:lnTo>
                    <a:pt x="21527" y="83746"/>
                  </a:lnTo>
                  <a:lnTo>
                    <a:pt x="2868" y="134736"/>
                  </a:lnTo>
                  <a:lnTo>
                    <a:pt x="0" y="162944"/>
                  </a:lnTo>
                  <a:lnTo>
                    <a:pt x="606" y="191837"/>
                  </a:lnTo>
                  <a:lnTo>
                    <a:pt x="24875" y="153113"/>
                  </a:lnTo>
                  <a:lnTo>
                    <a:pt x="60794" y="117817"/>
                  </a:lnTo>
                  <a:lnTo>
                    <a:pt x="108260" y="91722"/>
                  </a:lnTo>
                  <a:lnTo>
                    <a:pt x="167167" y="80604"/>
                  </a:lnTo>
                  <a:lnTo>
                    <a:pt x="207216" y="85799"/>
                  </a:lnTo>
                  <a:lnTo>
                    <a:pt x="241307" y="103644"/>
                  </a:lnTo>
                  <a:lnTo>
                    <a:pt x="269440" y="134139"/>
                  </a:lnTo>
                  <a:lnTo>
                    <a:pt x="291613" y="177282"/>
                  </a:lnTo>
                  <a:lnTo>
                    <a:pt x="289775" y="142778"/>
                  </a:lnTo>
                  <a:lnTo>
                    <a:pt x="273343" y="79086"/>
                  </a:lnTo>
                  <a:lnTo>
                    <a:pt x="228005" y="24685"/>
                  </a:lnTo>
                  <a:lnTo>
                    <a:pt x="178878" y="1596"/>
                  </a:lnTo>
                  <a:lnTo>
                    <a:pt x="158643" y="0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15524058" y="4285045"/>
              <a:ext cx="12700" cy="10160"/>
            </a:xfrm>
            <a:custGeom>
              <a:avLst/>
              <a:gdLst/>
              <a:ahLst/>
              <a:cxnLst/>
              <a:rect l="l" t="t" r="r" b="b"/>
              <a:pathLst>
                <a:path w="12700" h="10160">
                  <a:moveTo>
                    <a:pt x="12460" y="0"/>
                  </a:moveTo>
                  <a:lnTo>
                    <a:pt x="10" y="0"/>
                  </a:lnTo>
                  <a:lnTo>
                    <a:pt x="0" y="9664"/>
                  </a:lnTo>
                  <a:lnTo>
                    <a:pt x="6230" y="9664"/>
                  </a:lnTo>
                  <a:lnTo>
                    <a:pt x="12449" y="9664"/>
                  </a:lnTo>
                  <a:lnTo>
                    <a:pt x="1246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 descr=""/>
          <p:cNvSpPr/>
          <p:nvPr/>
        </p:nvSpPr>
        <p:spPr>
          <a:xfrm>
            <a:off x="16934006" y="5294253"/>
            <a:ext cx="146050" cy="240665"/>
          </a:xfrm>
          <a:custGeom>
            <a:avLst/>
            <a:gdLst/>
            <a:ahLst/>
            <a:cxnLst/>
            <a:rect l="l" t="t" r="r" b="b"/>
            <a:pathLst>
              <a:path w="146050" h="240664">
                <a:moveTo>
                  <a:pt x="145786" y="0"/>
                </a:moveTo>
                <a:lnTo>
                  <a:pt x="0" y="0"/>
                </a:lnTo>
                <a:lnTo>
                  <a:pt x="57108" y="240516"/>
                </a:lnTo>
                <a:lnTo>
                  <a:pt x="142644" y="240024"/>
                </a:lnTo>
                <a:lnTo>
                  <a:pt x="145786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17653523" y="5272846"/>
            <a:ext cx="226060" cy="262255"/>
          </a:xfrm>
          <a:custGeom>
            <a:avLst/>
            <a:gdLst/>
            <a:ahLst/>
            <a:cxnLst/>
            <a:rect l="l" t="t" r="r" b="b"/>
            <a:pathLst>
              <a:path w="226059" h="262254">
                <a:moveTo>
                  <a:pt x="128017" y="0"/>
                </a:moveTo>
                <a:lnTo>
                  <a:pt x="0" y="31653"/>
                </a:lnTo>
                <a:lnTo>
                  <a:pt x="162476" y="261918"/>
                </a:lnTo>
                <a:lnTo>
                  <a:pt x="225815" y="180612"/>
                </a:lnTo>
                <a:lnTo>
                  <a:pt x="128017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7" name="object 97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6968060" y="5521321"/>
            <a:ext cx="135749" cy="205067"/>
          </a:xfrm>
          <a:prstGeom prst="rect">
            <a:avLst/>
          </a:prstGeom>
        </p:spPr>
      </p:pic>
      <p:grpSp>
        <p:nvGrpSpPr>
          <p:cNvPr id="98" name="object 98" descr=""/>
          <p:cNvGrpSpPr/>
          <p:nvPr/>
        </p:nvGrpSpPr>
        <p:grpSpPr>
          <a:xfrm>
            <a:off x="16732369" y="3579775"/>
            <a:ext cx="1322070" cy="2075814"/>
            <a:chOff x="16732369" y="3579775"/>
            <a:chExt cx="1322070" cy="2075814"/>
          </a:xfrm>
        </p:grpSpPr>
        <p:pic>
          <p:nvPicPr>
            <p:cNvPr id="99" name="object 9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6732369" y="3579775"/>
              <a:ext cx="1131736" cy="1831860"/>
            </a:xfrm>
            <a:prstGeom prst="rect">
              <a:avLst/>
            </a:prstGeom>
          </p:spPr>
        </p:pic>
        <p:pic>
          <p:nvPicPr>
            <p:cNvPr id="100" name="object 100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7808387" y="5453454"/>
              <a:ext cx="245626" cy="201627"/>
            </a:xfrm>
            <a:prstGeom prst="rect">
              <a:avLst/>
            </a:prstGeom>
          </p:spPr>
        </p:pic>
      </p:grpSp>
      <p:grpSp>
        <p:nvGrpSpPr>
          <p:cNvPr id="101" name="object 101" descr=""/>
          <p:cNvGrpSpPr/>
          <p:nvPr/>
        </p:nvGrpSpPr>
        <p:grpSpPr>
          <a:xfrm>
            <a:off x="16712196" y="2793523"/>
            <a:ext cx="818515" cy="1174750"/>
            <a:chOff x="16712196" y="2793523"/>
            <a:chExt cx="818515" cy="1174750"/>
          </a:xfrm>
        </p:grpSpPr>
        <p:sp>
          <p:nvSpPr>
            <p:cNvPr id="102" name="object 102" descr=""/>
            <p:cNvSpPr/>
            <p:nvPr/>
          </p:nvSpPr>
          <p:spPr>
            <a:xfrm>
              <a:off x="17107077" y="2793523"/>
              <a:ext cx="423545" cy="569595"/>
            </a:xfrm>
            <a:custGeom>
              <a:avLst/>
              <a:gdLst/>
              <a:ahLst/>
              <a:cxnLst/>
              <a:rect l="l" t="t" r="r" b="b"/>
              <a:pathLst>
                <a:path w="423544" h="569595">
                  <a:moveTo>
                    <a:pt x="156031" y="0"/>
                  </a:moveTo>
                  <a:lnTo>
                    <a:pt x="99267" y="1801"/>
                  </a:lnTo>
                  <a:lnTo>
                    <a:pt x="0" y="16525"/>
                  </a:lnTo>
                  <a:lnTo>
                    <a:pt x="12929" y="44021"/>
                  </a:lnTo>
                  <a:lnTo>
                    <a:pt x="30559" y="79255"/>
                  </a:lnTo>
                  <a:lnTo>
                    <a:pt x="52270" y="120809"/>
                  </a:lnTo>
                  <a:lnTo>
                    <a:pt x="77439" y="167266"/>
                  </a:lnTo>
                  <a:lnTo>
                    <a:pt x="105445" y="217208"/>
                  </a:lnTo>
                  <a:lnTo>
                    <a:pt x="135667" y="269216"/>
                  </a:lnTo>
                  <a:lnTo>
                    <a:pt x="167483" y="321874"/>
                  </a:lnTo>
                  <a:lnTo>
                    <a:pt x="200273" y="373762"/>
                  </a:lnTo>
                  <a:lnTo>
                    <a:pt x="233414" y="423462"/>
                  </a:lnTo>
                  <a:lnTo>
                    <a:pt x="266285" y="469558"/>
                  </a:lnTo>
                  <a:lnTo>
                    <a:pt x="298265" y="510631"/>
                  </a:lnTo>
                  <a:lnTo>
                    <a:pt x="328733" y="545263"/>
                  </a:lnTo>
                  <a:lnTo>
                    <a:pt x="384239" y="568855"/>
                  </a:lnTo>
                  <a:lnTo>
                    <a:pt x="411162" y="569189"/>
                  </a:lnTo>
                  <a:lnTo>
                    <a:pt x="423474" y="560791"/>
                  </a:lnTo>
                  <a:lnTo>
                    <a:pt x="413962" y="504967"/>
                  </a:lnTo>
                  <a:lnTo>
                    <a:pt x="401275" y="458449"/>
                  </a:lnTo>
                  <a:lnTo>
                    <a:pt x="384491" y="403634"/>
                  </a:lnTo>
                  <a:lnTo>
                    <a:pt x="364502" y="343602"/>
                  </a:lnTo>
                  <a:lnTo>
                    <a:pt x="342202" y="281433"/>
                  </a:lnTo>
                  <a:lnTo>
                    <a:pt x="318484" y="220208"/>
                  </a:lnTo>
                  <a:lnTo>
                    <a:pt x="294239" y="163007"/>
                  </a:lnTo>
                  <a:lnTo>
                    <a:pt x="270362" y="112909"/>
                  </a:lnTo>
                  <a:lnTo>
                    <a:pt x="247745" y="72995"/>
                  </a:lnTo>
                  <a:lnTo>
                    <a:pt x="191600" y="13916"/>
                  </a:lnTo>
                  <a:lnTo>
                    <a:pt x="156031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6712196" y="2799879"/>
              <a:ext cx="751205" cy="1168400"/>
            </a:xfrm>
            <a:custGeom>
              <a:avLst/>
              <a:gdLst/>
              <a:ahLst/>
              <a:cxnLst/>
              <a:rect l="l" t="t" r="r" b="b"/>
              <a:pathLst>
                <a:path w="751205" h="1168400">
                  <a:moveTo>
                    <a:pt x="435115" y="0"/>
                  </a:moveTo>
                  <a:lnTo>
                    <a:pt x="256900" y="6073"/>
                  </a:lnTo>
                  <a:lnTo>
                    <a:pt x="215911" y="10106"/>
                  </a:lnTo>
                  <a:lnTo>
                    <a:pt x="168463" y="21080"/>
                  </a:lnTo>
                  <a:lnTo>
                    <a:pt x="121539" y="40940"/>
                  </a:lnTo>
                  <a:lnTo>
                    <a:pt x="82121" y="71633"/>
                  </a:lnTo>
                  <a:lnTo>
                    <a:pt x="57189" y="115106"/>
                  </a:lnTo>
                  <a:lnTo>
                    <a:pt x="49001" y="157754"/>
                  </a:lnTo>
                  <a:lnTo>
                    <a:pt x="44966" y="210534"/>
                  </a:lnTo>
                  <a:lnTo>
                    <a:pt x="43791" y="270311"/>
                  </a:lnTo>
                  <a:lnTo>
                    <a:pt x="44534" y="332675"/>
                  </a:lnTo>
                  <a:lnTo>
                    <a:pt x="46250" y="393213"/>
                  </a:lnTo>
                  <a:lnTo>
                    <a:pt x="47997" y="447513"/>
                  </a:lnTo>
                  <a:lnTo>
                    <a:pt x="48830" y="491164"/>
                  </a:lnTo>
                  <a:lnTo>
                    <a:pt x="47807" y="519753"/>
                  </a:lnTo>
                  <a:lnTo>
                    <a:pt x="31003" y="660208"/>
                  </a:lnTo>
                  <a:lnTo>
                    <a:pt x="24570" y="715961"/>
                  </a:lnTo>
                  <a:lnTo>
                    <a:pt x="18263" y="773914"/>
                  </a:lnTo>
                  <a:lnTo>
                    <a:pt x="12409" y="832707"/>
                  </a:lnTo>
                  <a:lnTo>
                    <a:pt x="7332" y="890981"/>
                  </a:lnTo>
                  <a:lnTo>
                    <a:pt x="3358" y="947374"/>
                  </a:lnTo>
                  <a:lnTo>
                    <a:pt x="373" y="1015196"/>
                  </a:lnTo>
                  <a:lnTo>
                    <a:pt x="0" y="1046162"/>
                  </a:lnTo>
                  <a:lnTo>
                    <a:pt x="489" y="1074679"/>
                  </a:lnTo>
                  <a:lnTo>
                    <a:pt x="24982" y="1118605"/>
                  </a:lnTo>
                  <a:lnTo>
                    <a:pt x="87985" y="1147193"/>
                  </a:lnTo>
                  <a:lnTo>
                    <a:pt x="130712" y="1156486"/>
                  </a:lnTo>
                  <a:lnTo>
                    <a:pt x="179207" y="1162844"/>
                  </a:lnTo>
                  <a:lnTo>
                    <a:pt x="232183" y="1166568"/>
                  </a:lnTo>
                  <a:lnTo>
                    <a:pt x="288355" y="1167957"/>
                  </a:lnTo>
                  <a:lnTo>
                    <a:pt x="346436" y="1167314"/>
                  </a:lnTo>
                  <a:lnTo>
                    <a:pt x="405139" y="1164936"/>
                  </a:lnTo>
                  <a:lnTo>
                    <a:pt x="463177" y="1161125"/>
                  </a:lnTo>
                  <a:lnTo>
                    <a:pt x="519266" y="1156180"/>
                  </a:lnTo>
                  <a:lnTo>
                    <a:pt x="572117" y="1150402"/>
                  </a:lnTo>
                  <a:lnTo>
                    <a:pt x="620444" y="1144091"/>
                  </a:lnTo>
                  <a:lnTo>
                    <a:pt x="662961" y="1137547"/>
                  </a:lnTo>
                  <a:lnTo>
                    <a:pt x="725420" y="1124960"/>
                  </a:lnTo>
                  <a:lnTo>
                    <a:pt x="748270" y="1079746"/>
                  </a:lnTo>
                  <a:lnTo>
                    <a:pt x="750641" y="1035686"/>
                  </a:lnTo>
                  <a:lnTo>
                    <a:pt x="748410" y="981981"/>
                  </a:lnTo>
                  <a:lnTo>
                    <a:pt x="742652" y="922123"/>
                  </a:lnTo>
                  <a:lnTo>
                    <a:pt x="734444" y="859605"/>
                  </a:lnTo>
                  <a:lnTo>
                    <a:pt x="724861" y="797920"/>
                  </a:lnTo>
                  <a:lnTo>
                    <a:pt x="714978" y="740560"/>
                  </a:lnTo>
                  <a:lnTo>
                    <a:pt x="705870" y="691018"/>
                  </a:lnTo>
                  <a:lnTo>
                    <a:pt x="698615" y="652786"/>
                  </a:lnTo>
                  <a:lnTo>
                    <a:pt x="691638" y="608814"/>
                  </a:lnTo>
                  <a:lnTo>
                    <a:pt x="685406" y="557490"/>
                  </a:lnTo>
                  <a:lnTo>
                    <a:pt x="673823" y="445184"/>
                  </a:lnTo>
                  <a:lnTo>
                    <a:pt x="667800" y="390401"/>
                  </a:lnTo>
                  <a:lnTo>
                    <a:pt x="661171" y="340665"/>
                  </a:lnTo>
                  <a:lnTo>
                    <a:pt x="653601" y="299077"/>
                  </a:lnTo>
                  <a:lnTo>
                    <a:pt x="627076" y="229008"/>
                  </a:lnTo>
                  <a:lnTo>
                    <a:pt x="599347" y="187773"/>
                  </a:lnTo>
                  <a:lnTo>
                    <a:pt x="541911" y="119834"/>
                  </a:lnTo>
                  <a:lnTo>
                    <a:pt x="435115" y="0"/>
                  </a:lnTo>
                  <a:close/>
                </a:path>
              </a:pathLst>
            </a:custGeom>
            <a:solidFill>
              <a:srgbClr val="0120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6715550" y="2957633"/>
              <a:ext cx="379095" cy="789940"/>
            </a:xfrm>
            <a:custGeom>
              <a:avLst/>
              <a:gdLst/>
              <a:ahLst/>
              <a:cxnLst/>
              <a:rect l="l" t="t" r="r" b="b"/>
              <a:pathLst>
                <a:path w="379094" h="789939">
                  <a:moveTo>
                    <a:pt x="45653" y="0"/>
                  </a:moveTo>
                  <a:lnTo>
                    <a:pt x="41617" y="52779"/>
                  </a:lnTo>
                  <a:lnTo>
                    <a:pt x="40443" y="112557"/>
                  </a:lnTo>
                  <a:lnTo>
                    <a:pt x="41186" y="174921"/>
                  </a:lnTo>
                  <a:lnTo>
                    <a:pt x="42902" y="235459"/>
                  </a:lnTo>
                  <a:lnTo>
                    <a:pt x="44649" y="289759"/>
                  </a:lnTo>
                  <a:lnTo>
                    <a:pt x="45482" y="333410"/>
                  </a:lnTo>
                  <a:lnTo>
                    <a:pt x="44459" y="361999"/>
                  </a:lnTo>
                  <a:lnTo>
                    <a:pt x="27654" y="502453"/>
                  </a:lnTo>
                  <a:lnTo>
                    <a:pt x="21220" y="558206"/>
                  </a:lnTo>
                  <a:lnTo>
                    <a:pt x="14912" y="616160"/>
                  </a:lnTo>
                  <a:lnTo>
                    <a:pt x="9056" y="674953"/>
                  </a:lnTo>
                  <a:lnTo>
                    <a:pt x="3977" y="733226"/>
                  </a:lnTo>
                  <a:lnTo>
                    <a:pt x="0" y="789619"/>
                  </a:lnTo>
                  <a:lnTo>
                    <a:pt x="159325" y="773357"/>
                  </a:lnTo>
                  <a:lnTo>
                    <a:pt x="251182" y="734168"/>
                  </a:lnTo>
                  <a:lnTo>
                    <a:pt x="310441" y="641660"/>
                  </a:lnTo>
                  <a:lnTo>
                    <a:pt x="371978" y="465441"/>
                  </a:lnTo>
                  <a:lnTo>
                    <a:pt x="378850" y="422922"/>
                  </a:lnTo>
                  <a:lnTo>
                    <a:pt x="378047" y="391998"/>
                  </a:lnTo>
                  <a:lnTo>
                    <a:pt x="365908" y="316938"/>
                  </a:lnTo>
                  <a:lnTo>
                    <a:pt x="353750" y="275250"/>
                  </a:lnTo>
                  <a:lnTo>
                    <a:pt x="336985" y="232420"/>
                  </a:lnTo>
                  <a:lnTo>
                    <a:pt x="315203" y="189673"/>
                  </a:lnTo>
                  <a:lnTo>
                    <a:pt x="287993" y="148233"/>
                  </a:lnTo>
                  <a:lnTo>
                    <a:pt x="254943" y="109321"/>
                  </a:lnTo>
                  <a:lnTo>
                    <a:pt x="215643" y="74163"/>
                  </a:lnTo>
                  <a:lnTo>
                    <a:pt x="169682" y="43982"/>
                  </a:lnTo>
                  <a:lnTo>
                    <a:pt x="116649" y="20001"/>
                  </a:lnTo>
                  <a:lnTo>
                    <a:pt x="56134" y="3444"/>
                  </a:lnTo>
                  <a:lnTo>
                    <a:pt x="52417" y="2732"/>
                  </a:lnTo>
                  <a:lnTo>
                    <a:pt x="49202" y="743"/>
                  </a:lnTo>
                  <a:lnTo>
                    <a:pt x="4565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7036287" y="3249423"/>
              <a:ext cx="485775" cy="152400"/>
            </a:xfrm>
            <a:custGeom>
              <a:avLst/>
              <a:gdLst/>
              <a:ahLst/>
              <a:cxnLst/>
              <a:rect l="l" t="t" r="r" b="b"/>
              <a:pathLst>
                <a:path w="485775" h="152400">
                  <a:moveTo>
                    <a:pt x="71746" y="0"/>
                  </a:moveTo>
                  <a:lnTo>
                    <a:pt x="18392" y="14109"/>
                  </a:lnTo>
                  <a:lnTo>
                    <a:pt x="0" y="78830"/>
                  </a:lnTo>
                  <a:lnTo>
                    <a:pt x="17962" y="74583"/>
                  </a:lnTo>
                  <a:lnTo>
                    <a:pt x="33203" y="72973"/>
                  </a:lnTo>
                  <a:lnTo>
                    <a:pt x="54051" y="73822"/>
                  </a:lnTo>
                  <a:lnTo>
                    <a:pt x="88834" y="76955"/>
                  </a:lnTo>
                  <a:lnTo>
                    <a:pt x="217645" y="130429"/>
                  </a:lnTo>
                  <a:lnTo>
                    <a:pt x="301921" y="151944"/>
                  </a:lnTo>
                  <a:lnTo>
                    <a:pt x="378868" y="144820"/>
                  </a:lnTo>
                  <a:lnTo>
                    <a:pt x="485692" y="112378"/>
                  </a:lnTo>
                  <a:lnTo>
                    <a:pt x="463293" y="70402"/>
                  </a:lnTo>
                  <a:lnTo>
                    <a:pt x="431209" y="41427"/>
                  </a:lnTo>
                  <a:lnTo>
                    <a:pt x="392279" y="23336"/>
                  </a:lnTo>
                  <a:lnTo>
                    <a:pt x="349344" y="14013"/>
                  </a:lnTo>
                  <a:lnTo>
                    <a:pt x="305245" y="11339"/>
                  </a:lnTo>
                  <a:lnTo>
                    <a:pt x="262821" y="13197"/>
                  </a:lnTo>
                  <a:lnTo>
                    <a:pt x="224914" y="17470"/>
                  </a:lnTo>
                  <a:lnTo>
                    <a:pt x="183683" y="15249"/>
                  </a:lnTo>
                  <a:lnTo>
                    <a:pt x="126942" y="6600"/>
                  </a:lnTo>
                  <a:lnTo>
                    <a:pt x="71746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7322434" y="2988209"/>
              <a:ext cx="114300" cy="275590"/>
            </a:xfrm>
            <a:custGeom>
              <a:avLst/>
              <a:gdLst/>
              <a:ahLst/>
              <a:cxnLst/>
              <a:rect l="l" t="t" r="r" b="b"/>
              <a:pathLst>
                <a:path w="114300" h="275589">
                  <a:moveTo>
                    <a:pt x="11841" y="0"/>
                  </a:moveTo>
                  <a:lnTo>
                    <a:pt x="0" y="3591"/>
                  </a:lnTo>
                  <a:lnTo>
                    <a:pt x="32632" y="56518"/>
                  </a:lnTo>
                  <a:lnTo>
                    <a:pt x="47688" y="98431"/>
                  </a:lnTo>
                  <a:lnTo>
                    <a:pt x="48928" y="151173"/>
                  </a:lnTo>
                  <a:lnTo>
                    <a:pt x="40113" y="236589"/>
                  </a:lnTo>
                  <a:lnTo>
                    <a:pt x="42988" y="244692"/>
                  </a:lnTo>
                  <a:lnTo>
                    <a:pt x="52900" y="261328"/>
                  </a:lnTo>
                  <a:lnTo>
                    <a:pt x="71782" y="274980"/>
                  </a:lnTo>
                  <a:lnTo>
                    <a:pt x="101567" y="274137"/>
                  </a:lnTo>
                  <a:lnTo>
                    <a:pt x="114209" y="251338"/>
                  </a:lnTo>
                  <a:lnTo>
                    <a:pt x="108645" y="206119"/>
                  </a:lnTo>
                  <a:lnTo>
                    <a:pt x="91383" y="149404"/>
                  </a:lnTo>
                  <a:lnTo>
                    <a:pt x="68934" y="92118"/>
                  </a:lnTo>
                  <a:lnTo>
                    <a:pt x="47807" y="45184"/>
                  </a:lnTo>
                  <a:lnTo>
                    <a:pt x="25862" y="6474"/>
                  </a:lnTo>
                  <a:lnTo>
                    <a:pt x="19384" y="463"/>
                  </a:lnTo>
                  <a:lnTo>
                    <a:pt x="1184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" name="object 10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996424" y="3249088"/>
              <a:ext cx="104964" cy="70437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16877439" y="3254671"/>
              <a:ext cx="481330" cy="225425"/>
            </a:xfrm>
            <a:custGeom>
              <a:avLst/>
              <a:gdLst/>
              <a:ahLst/>
              <a:cxnLst/>
              <a:rect l="l" t="t" r="r" b="b"/>
              <a:pathLst>
                <a:path w="481330" h="225425">
                  <a:moveTo>
                    <a:pt x="444991" y="0"/>
                  </a:moveTo>
                  <a:lnTo>
                    <a:pt x="318980" y="23814"/>
                  </a:lnTo>
                  <a:lnTo>
                    <a:pt x="230623" y="36908"/>
                  </a:lnTo>
                  <a:lnTo>
                    <a:pt x="138202" y="43922"/>
                  </a:lnTo>
                  <a:lnTo>
                    <a:pt x="0" y="49495"/>
                  </a:lnTo>
                  <a:lnTo>
                    <a:pt x="32627" y="220642"/>
                  </a:lnTo>
                  <a:lnTo>
                    <a:pt x="109213" y="218473"/>
                  </a:lnTo>
                  <a:lnTo>
                    <a:pt x="163339" y="202803"/>
                  </a:lnTo>
                  <a:lnTo>
                    <a:pt x="222896" y="180455"/>
                  </a:lnTo>
                  <a:lnTo>
                    <a:pt x="284043" y="153716"/>
                  </a:lnTo>
                  <a:lnTo>
                    <a:pt x="342937" y="124871"/>
                  </a:lnTo>
                  <a:lnTo>
                    <a:pt x="395736" y="96204"/>
                  </a:lnTo>
                  <a:lnTo>
                    <a:pt x="438597" y="70003"/>
                  </a:lnTo>
                  <a:lnTo>
                    <a:pt x="479137" y="34135"/>
                  </a:lnTo>
                  <a:lnTo>
                    <a:pt x="481159" y="14595"/>
                  </a:lnTo>
                  <a:lnTo>
                    <a:pt x="478277" y="4526"/>
                  </a:lnTo>
                  <a:lnTo>
                    <a:pt x="467288" y="727"/>
                  </a:lnTo>
                  <a:lnTo>
                    <a:pt x="44499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7322435" y="3224796"/>
              <a:ext cx="101557" cy="67677"/>
            </a:xfrm>
            <a:prstGeom prst="rect">
              <a:avLst/>
            </a:prstGeom>
          </p:spPr>
        </p:pic>
        <p:sp>
          <p:nvSpPr>
            <p:cNvPr id="110" name="object 110" descr=""/>
            <p:cNvSpPr/>
            <p:nvPr/>
          </p:nvSpPr>
          <p:spPr>
            <a:xfrm>
              <a:off x="16734886" y="2805957"/>
              <a:ext cx="285750" cy="675005"/>
            </a:xfrm>
            <a:custGeom>
              <a:avLst/>
              <a:gdLst/>
              <a:ahLst/>
              <a:cxnLst/>
              <a:rect l="l" t="t" r="r" b="b"/>
              <a:pathLst>
                <a:path w="285750" h="675004">
                  <a:moveTo>
                    <a:pt x="234230" y="0"/>
                  </a:moveTo>
                  <a:lnTo>
                    <a:pt x="120424" y="1367"/>
                  </a:lnTo>
                  <a:lnTo>
                    <a:pt x="59077" y="9209"/>
                  </a:lnTo>
                  <a:lnTo>
                    <a:pt x="9472" y="70908"/>
                  </a:lnTo>
                  <a:lnTo>
                    <a:pt x="0" y="148939"/>
                  </a:lnTo>
                  <a:lnTo>
                    <a:pt x="4836" y="199173"/>
                  </a:lnTo>
                  <a:lnTo>
                    <a:pt x="14774" y="254406"/>
                  </a:lnTo>
                  <a:lnTo>
                    <a:pt x="28851" y="312775"/>
                  </a:lnTo>
                  <a:lnTo>
                    <a:pt x="46107" y="372421"/>
                  </a:lnTo>
                  <a:lnTo>
                    <a:pt x="65581" y="431482"/>
                  </a:lnTo>
                  <a:lnTo>
                    <a:pt x="86311" y="488097"/>
                  </a:lnTo>
                  <a:lnTo>
                    <a:pt x="107338" y="540406"/>
                  </a:lnTo>
                  <a:lnTo>
                    <a:pt x="127700" y="586548"/>
                  </a:lnTo>
                  <a:lnTo>
                    <a:pt x="146435" y="624662"/>
                  </a:lnTo>
                  <a:lnTo>
                    <a:pt x="175184" y="669361"/>
                  </a:lnTo>
                  <a:lnTo>
                    <a:pt x="194164" y="674404"/>
                  </a:lnTo>
                  <a:lnTo>
                    <a:pt x="222442" y="665757"/>
                  </a:lnTo>
                  <a:lnTo>
                    <a:pt x="252255" y="641228"/>
                  </a:lnTo>
                  <a:lnTo>
                    <a:pt x="275836" y="598627"/>
                  </a:lnTo>
                  <a:lnTo>
                    <a:pt x="285422" y="535763"/>
                  </a:lnTo>
                  <a:lnTo>
                    <a:pt x="285281" y="511169"/>
                  </a:lnTo>
                  <a:lnTo>
                    <a:pt x="283643" y="426557"/>
                  </a:lnTo>
                  <a:lnTo>
                    <a:pt x="281808" y="371777"/>
                  </a:lnTo>
                  <a:lnTo>
                    <a:pt x="279071" y="312176"/>
                  </a:lnTo>
                  <a:lnTo>
                    <a:pt x="275262" y="250371"/>
                  </a:lnTo>
                  <a:lnTo>
                    <a:pt x="270213" y="188984"/>
                  </a:lnTo>
                  <a:lnTo>
                    <a:pt x="263754" y="130633"/>
                  </a:lnTo>
                  <a:lnTo>
                    <a:pt x="255717" y="77939"/>
                  </a:lnTo>
                  <a:lnTo>
                    <a:pt x="245932" y="33521"/>
                  </a:lnTo>
                  <a:lnTo>
                    <a:pt x="234230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1" name="object 111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6970333" y="5577896"/>
            <a:ext cx="132404" cy="118783"/>
          </a:xfrm>
          <a:prstGeom prst="rect">
            <a:avLst/>
          </a:prstGeom>
        </p:spPr>
      </p:pic>
      <p:grpSp>
        <p:nvGrpSpPr>
          <p:cNvPr id="112" name="object 112" descr=""/>
          <p:cNvGrpSpPr/>
          <p:nvPr/>
        </p:nvGrpSpPr>
        <p:grpSpPr>
          <a:xfrm>
            <a:off x="17771978" y="5513459"/>
            <a:ext cx="365760" cy="213995"/>
            <a:chOff x="17771978" y="5513459"/>
            <a:chExt cx="365760" cy="213995"/>
          </a:xfrm>
        </p:grpSpPr>
        <p:sp>
          <p:nvSpPr>
            <p:cNvPr id="113" name="object 113" descr=""/>
            <p:cNvSpPr/>
            <p:nvPr/>
          </p:nvSpPr>
          <p:spPr>
            <a:xfrm>
              <a:off x="17771974" y="5513469"/>
              <a:ext cx="365760" cy="213995"/>
            </a:xfrm>
            <a:custGeom>
              <a:avLst/>
              <a:gdLst/>
              <a:ahLst/>
              <a:cxnLst/>
              <a:rect l="l" t="t" r="r" b="b"/>
              <a:pathLst>
                <a:path w="365759" h="213995">
                  <a:moveTo>
                    <a:pt x="365404" y="151587"/>
                  </a:moveTo>
                  <a:lnTo>
                    <a:pt x="360895" y="140068"/>
                  </a:lnTo>
                  <a:lnTo>
                    <a:pt x="352044" y="132168"/>
                  </a:lnTo>
                  <a:lnTo>
                    <a:pt x="339699" y="127254"/>
                  </a:lnTo>
                  <a:lnTo>
                    <a:pt x="339280" y="127127"/>
                  </a:lnTo>
                  <a:lnTo>
                    <a:pt x="324802" y="121704"/>
                  </a:lnTo>
                  <a:lnTo>
                    <a:pt x="324802" y="189268"/>
                  </a:lnTo>
                  <a:lnTo>
                    <a:pt x="324802" y="121704"/>
                  </a:lnTo>
                  <a:lnTo>
                    <a:pt x="307594" y="115252"/>
                  </a:lnTo>
                  <a:lnTo>
                    <a:pt x="278104" y="99314"/>
                  </a:lnTo>
                  <a:lnTo>
                    <a:pt x="257340" y="83629"/>
                  </a:lnTo>
                  <a:lnTo>
                    <a:pt x="257340" y="181013"/>
                  </a:lnTo>
                  <a:lnTo>
                    <a:pt x="256933" y="180924"/>
                  </a:lnTo>
                  <a:lnTo>
                    <a:pt x="257314" y="181000"/>
                  </a:lnTo>
                  <a:lnTo>
                    <a:pt x="257340" y="83629"/>
                  </a:lnTo>
                  <a:lnTo>
                    <a:pt x="251599" y="79286"/>
                  </a:lnTo>
                  <a:lnTo>
                    <a:pt x="250659" y="78295"/>
                  </a:lnTo>
                  <a:lnTo>
                    <a:pt x="228828" y="55130"/>
                  </a:lnTo>
                  <a:lnTo>
                    <a:pt x="225310" y="50647"/>
                  </a:lnTo>
                  <a:lnTo>
                    <a:pt x="218706" y="49631"/>
                  </a:lnTo>
                  <a:lnTo>
                    <a:pt x="213347" y="53352"/>
                  </a:lnTo>
                  <a:lnTo>
                    <a:pt x="212686" y="53987"/>
                  </a:lnTo>
                  <a:lnTo>
                    <a:pt x="199720" y="69799"/>
                  </a:lnTo>
                  <a:lnTo>
                    <a:pt x="194868" y="74307"/>
                  </a:lnTo>
                  <a:lnTo>
                    <a:pt x="189179" y="77190"/>
                  </a:lnTo>
                  <a:lnTo>
                    <a:pt x="183032" y="78295"/>
                  </a:lnTo>
                  <a:lnTo>
                    <a:pt x="176796" y="77444"/>
                  </a:lnTo>
                  <a:lnTo>
                    <a:pt x="128536" y="59182"/>
                  </a:lnTo>
                  <a:lnTo>
                    <a:pt x="83400" y="34772"/>
                  </a:lnTo>
                  <a:lnTo>
                    <a:pt x="28282" y="0"/>
                  </a:lnTo>
                  <a:lnTo>
                    <a:pt x="21793" y="8343"/>
                  </a:lnTo>
                  <a:lnTo>
                    <a:pt x="11798" y="27254"/>
                  </a:lnTo>
                  <a:lnTo>
                    <a:pt x="4381" y="52019"/>
                  </a:lnTo>
                  <a:lnTo>
                    <a:pt x="1104" y="80899"/>
                  </a:lnTo>
                  <a:lnTo>
                    <a:pt x="3556" y="112153"/>
                  </a:lnTo>
                  <a:lnTo>
                    <a:pt x="4546" y="115290"/>
                  </a:lnTo>
                  <a:lnTo>
                    <a:pt x="217779" y="197345"/>
                  </a:lnTo>
                  <a:lnTo>
                    <a:pt x="276745" y="209181"/>
                  </a:lnTo>
                  <a:lnTo>
                    <a:pt x="336575" y="213791"/>
                  </a:lnTo>
                  <a:lnTo>
                    <a:pt x="343281" y="212674"/>
                  </a:lnTo>
                  <a:lnTo>
                    <a:pt x="349148" y="209372"/>
                  </a:lnTo>
                  <a:lnTo>
                    <a:pt x="353745" y="204279"/>
                  </a:lnTo>
                  <a:lnTo>
                    <a:pt x="356628" y="197789"/>
                  </a:lnTo>
                  <a:lnTo>
                    <a:pt x="358711" y="189877"/>
                  </a:lnTo>
                  <a:lnTo>
                    <a:pt x="364680" y="167360"/>
                  </a:lnTo>
                  <a:lnTo>
                    <a:pt x="365404" y="151587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7771974" y="5584653"/>
              <a:ext cx="358775" cy="142875"/>
            </a:xfrm>
            <a:custGeom>
              <a:avLst/>
              <a:gdLst/>
              <a:ahLst/>
              <a:cxnLst/>
              <a:rect l="l" t="t" r="r" b="b"/>
              <a:pathLst>
                <a:path w="358775" h="142875">
                  <a:moveTo>
                    <a:pt x="171310" y="4546"/>
                  </a:moveTo>
                  <a:lnTo>
                    <a:pt x="166624" y="3073"/>
                  </a:lnTo>
                  <a:lnTo>
                    <a:pt x="162483" y="1384"/>
                  </a:lnTo>
                  <a:lnTo>
                    <a:pt x="157962" y="0"/>
                  </a:lnTo>
                  <a:lnTo>
                    <a:pt x="132880" y="30670"/>
                  </a:lnTo>
                  <a:lnTo>
                    <a:pt x="133438" y="34569"/>
                  </a:lnTo>
                  <a:lnTo>
                    <a:pt x="136321" y="36728"/>
                  </a:lnTo>
                  <a:lnTo>
                    <a:pt x="139192" y="38887"/>
                  </a:lnTo>
                  <a:lnTo>
                    <a:pt x="143294" y="38481"/>
                  </a:lnTo>
                  <a:lnTo>
                    <a:pt x="171310" y="4546"/>
                  </a:lnTo>
                  <a:close/>
                </a:path>
                <a:path w="358775" h="142875">
                  <a:moveTo>
                    <a:pt x="358724" y="118681"/>
                  </a:moveTo>
                  <a:lnTo>
                    <a:pt x="290931" y="115112"/>
                  </a:lnTo>
                  <a:lnTo>
                    <a:pt x="224116" y="102235"/>
                  </a:lnTo>
                  <a:lnTo>
                    <a:pt x="4559" y="44107"/>
                  </a:lnTo>
                  <a:lnTo>
                    <a:pt x="0" y="61290"/>
                  </a:lnTo>
                  <a:lnTo>
                    <a:pt x="217779" y="126161"/>
                  </a:lnTo>
                  <a:lnTo>
                    <a:pt x="276745" y="137998"/>
                  </a:lnTo>
                  <a:lnTo>
                    <a:pt x="336575" y="142608"/>
                  </a:lnTo>
                  <a:lnTo>
                    <a:pt x="343281" y="141490"/>
                  </a:lnTo>
                  <a:lnTo>
                    <a:pt x="349148" y="138188"/>
                  </a:lnTo>
                  <a:lnTo>
                    <a:pt x="353745" y="133096"/>
                  </a:lnTo>
                  <a:lnTo>
                    <a:pt x="356628" y="126606"/>
                  </a:lnTo>
                  <a:lnTo>
                    <a:pt x="358724" y="118681"/>
                  </a:lnTo>
                  <a:close/>
                </a:path>
              </a:pathLst>
            </a:custGeom>
            <a:solidFill>
              <a:srgbClr val="E6E6E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 descr=""/>
          <p:cNvGrpSpPr/>
          <p:nvPr/>
        </p:nvGrpSpPr>
        <p:grpSpPr>
          <a:xfrm>
            <a:off x="16729257" y="2267580"/>
            <a:ext cx="662940" cy="859155"/>
            <a:chOff x="16729257" y="2267580"/>
            <a:chExt cx="662940" cy="859155"/>
          </a:xfrm>
        </p:grpSpPr>
        <p:sp>
          <p:nvSpPr>
            <p:cNvPr id="116" name="object 116" descr=""/>
            <p:cNvSpPr/>
            <p:nvPr/>
          </p:nvSpPr>
          <p:spPr>
            <a:xfrm>
              <a:off x="16729257" y="2267580"/>
              <a:ext cx="662940" cy="859155"/>
            </a:xfrm>
            <a:custGeom>
              <a:avLst/>
              <a:gdLst/>
              <a:ahLst/>
              <a:cxnLst/>
              <a:rect l="l" t="t" r="r" b="b"/>
              <a:pathLst>
                <a:path w="662940" h="859155">
                  <a:moveTo>
                    <a:pt x="358305" y="0"/>
                  </a:moveTo>
                  <a:lnTo>
                    <a:pt x="318198" y="4452"/>
                  </a:lnTo>
                  <a:lnTo>
                    <a:pt x="276881" y="15811"/>
                  </a:lnTo>
                  <a:lnTo>
                    <a:pt x="237046" y="36131"/>
                  </a:lnTo>
                  <a:lnTo>
                    <a:pt x="201381" y="67466"/>
                  </a:lnTo>
                  <a:lnTo>
                    <a:pt x="172577" y="111871"/>
                  </a:lnTo>
                  <a:lnTo>
                    <a:pt x="153325" y="171399"/>
                  </a:lnTo>
                  <a:lnTo>
                    <a:pt x="141408" y="245109"/>
                  </a:lnTo>
                  <a:lnTo>
                    <a:pt x="135467" y="308498"/>
                  </a:lnTo>
                  <a:lnTo>
                    <a:pt x="130334" y="406648"/>
                  </a:lnTo>
                  <a:lnTo>
                    <a:pt x="125552" y="442577"/>
                  </a:lnTo>
                  <a:lnTo>
                    <a:pt x="115567" y="470521"/>
                  </a:lnTo>
                  <a:lnTo>
                    <a:pt x="96695" y="493422"/>
                  </a:lnTo>
                  <a:lnTo>
                    <a:pt x="78286" y="499962"/>
                  </a:lnTo>
                  <a:lnTo>
                    <a:pt x="56822" y="505524"/>
                  </a:lnTo>
                  <a:lnTo>
                    <a:pt x="28785" y="525493"/>
                  </a:lnTo>
                  <a:lnTo>
                    <a:pt x="11147" y="549798"/>
                  </a:lnTo>
                  <a:lnTo>
                    <a:pt x="1551" y="579663"/>
                  </a:lnTo>
                  <a:lnTo>
                    <a:pt x="0" y="615085"/>
                  </a:lnTo>
                  <a:lnTo>
                    <a:pt x="6492" y="656065"/>
                  </a:lnTo>
                  <a:lnTo>
                    <a:pt x="33513" y="615917"/>
                  </a:lnTo>
                  <a:lnTo>
                    <a:pt x="58381" y="591830"/>
                  </a:lnTo>
                  <a:lnTo>
                    <a:pt x="81096" y="583800"/>
                  </a:lnTo>
                  <a:lnTo>
                    <a:pt x="101662" y="591826"/>
                  </a:lnTo>
                  <a:lnTo>
                    <a:pt x="120305" y="610035"/>
                  </a:lnTo>
                  <a:lnTo>
                    <a:pt x="178880" y="673919"/>
                  </a:lnTo>
                  <a:lnTo>
                    <a:pt x="216890" y="713250"/>
                  </a:lnTo>
                  <a:lnTo>
                    <a:pt x="259434" y="753280"/>
                  </a:lnTo>
                  <a:lnTo>
                    <a:pt x="305550" y="790837"/>
                  </a:lnTo>
                  <a:lnTo>
                    <a:pt x="354279" y="822751"/>
                  </a:lnTo>
                  <a:lnTo>
                    <a:pt x="404658" y="845850"/>
                  </a:lnTo>
                  <a:lnTo>
                    <a:pt x="460426" y="858800"/>
                  </a:lnTo>
                  <a:lnTo>
                    <a:pt x="510916" y="858444"/>
                  </a:lnTo>
                  <a:lnTo>
                    <a:pt x="555383" y="846432"/>
                  </a:lnTo>
                  <a:lnTo>
                    <a:pt x="593080" y="824415"/>
                  </a:lnTo>
                  <a:lnTo>
                    <a:pt x="623264" y="794041"/>
                  </a:lnTo>
                  <a:lnTo>
                    <a:pt x="645188" y="756962"/>
                  </a:lnTo>
                  <a:lnTo>
                    <a:pt x="658106" y="714827"/>
                  </a:lnTo>
                  <a:lnTo>
                    <a:pt x="662422" y="657919"/>
                  </a:lnTo>
                  <a:lnTo>
                    <a:pt x="654998" y="609337"/>
                  </a:lnTo>
                  <a:lnTo>
                    <a:pt x="639573" y="567023"/>
                  </a:lnTo>
                  <a:lnTo>
                    <a:pt x="619889" y="528920"/>
                  </a:lnTo>
                  <a:lnTo>
                    <a:pt x="599689" y="492970"/>
                  </a:lnTo>
                  <a:lnTo>
                    <a:pt x="585647" y="459975"/>
                  </a:lnTo>
                  <a:lnTo>
                    <a:pt x="575223" y="420510"/>
                  </a:lnTo>
                  <a:lnTo>
                    <a:pt x="567944" y="374975"/>
                  </a:lnTo>
                  <a:lnTo>
                    <a:pt x="563332" y="323769"/>
                  </a:lnTo>
                  <a:lnTo>
                    <a:pt x="560914" y="267292"/>
                  </a:lnTo>
                  <a:lnTo>
                    <a:pt x="560214" y="205942"/>
                  </a:lnTo>
                  <a:lnTo>
                    <a:pt x="553344" y="146861"/>
                  </a:lnTo>
                  <a:lnTo>
                    <a:pt x="534549" y="97183"/>
                  </a:lnTo>
                  <a:lnTo>
                    <a:pt x="506549" y="57304"/>
                  </a:lnTo>
                  <a:lnTo>
                    <a:pt x="472063" y="27618"/>
                  </a:lnTo>
                  <a:lnTo>
                    <a:pt x="433810" y="8518"/>
                  </a:lnTo>
                  <a:lnTo>
                    <a:pt x="394512" y="399"/>
                  </a:lnTo>
                  <a:lnTo>
                    <a:pt x="358305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6963442" y="2402379"/>
              <a:ext cx="293370" cy="412750"/>
            </a:xfrm>
            <a:custGeom>
              <a:avLst/>
              <a:gdLst/>
              <a:ahLst/>
              <a:cxnLst/>
              <a:rect l="l" t="t" r="r" b="b"/>
              <a:pathLst>
                <a:path w="293369" h="412750">
                  <a:moveTo>
                    <a:pt x="96443" y="0"/>
                  </a:moveTo>
                  <a:lnTo>
                    <a:pt x="51774" y="28817"/>
                  </a:lnTo>
                  <a:lnTo>
                    <a:pt x="30064" y="61860"/>
                  </a:lnTo>
                  <a:lnTo>
                    <a:pt x="13718" y="102410"/>
                  </a:lnTo>
                  <a:lnTo>
                    <a:pt x="3455" y="148856"/>
                  </a:lnTo>
                  <a:lnTo>
                    <a:pt x="0" y="199590"/>
                  </a:lnTo>
                  <a:lnTo>
                    <a:pt x="4073" y="253005"/>
                  </a:lnTo>
                  <a:lnTo>
                    <a:pt x="16089" y="298286"/>
                  </a:lnTo>
                  <a:lnTo>
                    <a:pt x="36826" y="339471"/>
                  </a:lnTo>
                  <a:lnTo>
                    <a:pt x="64084" y="373975"/>
                  </a:lnTo>
                  <a:lnTo>
                    <a:pt x="95667" y="399213"/>
                  </a:lnTo>
                  <a:lnTo>
                    <a:pt x="129375" y="412600"/>
                  </a:lnTo>
                  <a:lnTo>
                    <a:pt x="163013" y="411551"/>
                  </a:lnTo>
                  <a:lnTo>
                    <a:pt x="226381" y="358464"/>
                  </a:lnTo>
                  <a:lnTo>
                    <a:pt x="253539" y="317445"/>
                  </a:lnTo>
                  <a:lnTo>
                    <a:pt x="275856" y="270422"/>
                  </a:lnTo>
                  <a:lnTo>
                    <a:pt x="293331" y="217393"/>
                  </a:lnTo>
                  <a:lnTo>
                    <a:pt x="250163" y="151790"/>
                  </a:lnTo>
                  <a:lnTo>
                    <a:pt x="211136" y="97935"/>
                  </a:lnTo>
                  <a:lnTo>
                    <a:pt x="176251" y="55829"/>
                  </a:lnTo>
                  <a:lnTo>
                    <a:pt x="145507" y="25471"/>
                  </a:lnTo>
                  <a:lnTo>
                    <a:pt x="96443" y="0"/>
                  </a:lnTo>
                  <a:close/>
                </a:path>
              </a:pathLst>
            </a:custGeom>
            <a:solidFill>
              <a:srgbClr val="259CA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16758044" y="2674692"/>
              <a:ext cx="511809" cy="263525"/>
            </a:xfrm>
            <a:custGeom>
              <a:avLst/>
              <a:gdLst/>
              <a:ahLst/>
              <a:cxnLst/>
              <a:rect l="l" t="t" r="r" b="b"/>
              <a:pathLst>
                <a:path w="511809" h="263525">
                  <a:moveTo>
                    <a:pt x="190159" y="96897"/>
                  </a:moveTo>
                  <a:lnTo>
                    <a:pt x="54660" y="96897"/>
                  </a:lnTo>
                  <a:lnTo>
                    <a:pt x="85855" y="102500"/>
                  </a:lnTo>
                  <a:lnTo>
                    <a:pt x="120320" y="118373"/>
                  </a:lnTo>
                  <a:lnTo>
                    <a:pt x="160681" y="144033"/>
                  </a:lnTo>
                  <a:lnTo>
                    <a:pt x="206417" y="175044"/>
                  </a:lnTo>
                  <a:lnTo>
                    <a:pt x="255265" y="206938"/>
                  </a:lnTo>
                  <a:lnTo>
                    <a:pt x="304966" y="235250"/>
                  </a:lnTo>
                  <a:lnTo>
                    <a:pt x="353259" y="255512"/>
                  </a:lnTo>
                  <a:lnTo>
                    <a:pt x="397883" y="263258"/>
                  </a:lnTo>
                  <a:lnTo>
                    <a:pt x="452244" y="253119"/>
                  </a:lnTo>
                  <a:lnTo>
                    <a:pt x="489267" y="229288"/>
                  </a:lnTo>
                  <a:lnTo>
                    <a:pt x="493703" y="223082"/>
                  </a:lnTo>
                  <a:lnTo>
                    <a:pt x="397883" y="223082"/>
                  </a:lnTo>
                  <a:lnTo>
                    <a:pt x="366635" y="215254"/>
                  </a:lnTo>
                  <a:lnTo>
                    <a:pt x="330661" y="199360"/>
                  </a:lnTo>
                  <a:lnTo>
                    <a:pt x="291496" y="176566"/>
                  </a:lnTo>
                  <a:lnTo>
                    <a:pt x="250674" y="148042"/>
                  </a:lnTo>
                  <a:lnTo>
                    <a:pt x="209728" y="114955"/>
                  </a:lnTo>
                  <a:lnTo>
                    <a:pt x="190159" y="96897"/>
                  </a:lnTo>
                  <a:close/>
                </a:path>
                <a:path w="511809" h="263525">
                  <a:moveTo>
                    <a:pt x="501787" y="179579"/>
                  </a:moveTo>
                  <a:lnTo>
                    <a:pt x="482023" y="197593"/>
                  </a:lnTo>
                  <a:lnTo>
                    <a:pt x="448611" y="217598"/>
                  </a:lnTo>
                  <a:lnTo>
                    <a:pt x="397883" y="223082"/>
                  </a:lnTo>
                  <a:lnTo>
                    <a:pt x="493703" y="223082"/>
                  </a:lnTo>
                  <a:lnTo>
                    <a:pt x="509022" y="201645"/>
                  </a:lnTo>
                  <a:lnTo>
                    <a:pt x="511576" y="180067"/>
                  </a:lnTo>
                  <a:lnTo>
                    <a:pt x="501787" y="179579"/>
                  </a:lnTo>
                  <a:close/>
                </a:path>
                <a:path w="511809" h="263525">
                  <a:moveTo>
                    <a:pt x="101494" y="0"/>
                  </a:moveTo>
                  <a:lnTo>
                    <a:pt x="92526" y="50606"/>
                  </a:lnTo>
                  <a:lnTo>
                    <a:pt x="68294" y="86051"/>
                  </a:lnTo>
                  <a:lnTo>
                    <a:pt x="29566" y="97789"/>
                  </a:lnTo>
                  <a:lnTo>
                    <a:pt x="2732" y="115734"/>
                  </a:lnTo>
                  <a:lnTo>
                    <a:pt x="0" y="118373"/>
                  </a:lnTo>
                  <a:lnTo>
                    <a:pt x="2083" y="116509"/>
                  </a:lnTo>
                  <a:lnTo>
                    <a:pt x="26736" y="101566"/>
                  </a:lnTo>
                  <a:lnTo>
                    <a:pt x="54660" y="96897"/>
                  </a:lnTo>
                  <a:lnTo>
                    <a:pt x="190159" y="96897"/>
                  </a:lnTo>
                  <a:lnTo>
                    <a:pt x="170193" y="78474"/>
                  </a:lnTo>
                  <a:lnTo>
                    <a:pt x="133604" y="39766"/>
                  </a:lnTo>
                  <a:lnTo>
                    <a:pt x="101494" y="0"/>
                  </a:lnTo>
                  <a:close/>
                </a:path>
              </a:pathLst>
            </a:custGeom>
            <a:solidFill>
              <a:srgbClr val="259CA6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6978251" y="2352269"/>
              <a:ext cx="291465" cy="408305"/>
            </a:xfrm>
            <a:custGeom>
              <a:avLst/>
              <a:gdLst/>
              <a:ahLst/>
              <a:cxnLst/>
              <a:rect l="l" t="t" r="r" b="b"/>
              <a:pathLst>
                <a:path w="291465" h="408305">
                  <a:moveTo>
                    <a:pt x="153562" y="0"/>
                  </a:moveTo>
                  <a:lnTo>
                    <a:pt x="97456" y="11945"/>
                  </a:lnTo>
                  <a:lnTo>
                    <a:pt x="61300" y="35997"/>
                  </a:lnTo>
                  <a:lnTo>
                    <a:pt x="23744" y="80206"/>
                  </a:lnTo>
                  <a:lnTo>
                    <a:pt x="3717" y="130849"/>
                  </a:lnTo>
                  <a:lnTo>
                    <a:pt x="0" y="188043"/>
                  </a:lnTo>
                  <a:lnTo>
                    <a:pt x="7719" y="244846"/>
                  </a:lnTo>
                  <a:lnTo>
                    <a:pt x="22004" y="294315"/>
                  </a:lnTo>
                  <a:lnTo>
                    <a:pt x="37984" y="329508"/>
                  </a:lnTo>
                  <a:lnTo>
                    <a:pt x="64367" y="359914"/>
                  </a:lnTo>
                  <a:lnTo>
                    <a:pt x="100384" y="384981"/>
                  </a:lnTo>
                  <a:lnTo>
                    <a:pt x="138331" y="402005"/>
                  </a:lnTo>
                  <a:lnTo>
                    <a:pt x="170504" y="408280"/>
                  </a:lnTo>
                  <a:lnTo>
                    <a:pt x="200410" y="396020"/>
                  </a:lnTo>
                  <a:lnTo>
                    <a:pt x="232538" y="364643"/>
                  </a:lnTo>
                  <a:lnTo>
                    <a:pt x="260654" y="322256"/>
                  </a:lnTo>
                  <a:lnTo>
                    <a:pt x="278521" y="276965"/>
                  </a:lnTo>
                  <a:lnTo>
                    <a:pt x="286331" y="236764"/>
                  </a:lnTo>
                  <a:lnTo>
                    <a:pt x="290970" y="189792"/>
                  </a:lnTo>
                  <a:lnTo>
                    <a:pt x="289847" y="140819"/>
                  </a:lnTo>
                  <a:lnTo>
                    <a:pt x="280373" y="94614"/>
                  </a:lnTo>
                  <a:lnTo>
                    <a:pt x="259956" y="55945"/>
                  </a:lnTo>
                  <a:lnTo>
                    <a:pt x="228207" y="23783"/>
                  </a:lnTo>
                  <a:lnTo>
                    <a:pt x="174969" y="934"/>
                  </a:lnTo>
                  <a:lnTo>
                    <a:pt x="153562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6978248" y="2415878"/>
              <a:ext cx="145415" cy="340995"/>
            </a:xfrm>
            <a:custGeom>
              <a:avLst/>
              <a:gdLst/>
              <a:ahLst/>
              <a:cxnLst/>
              <a:rect l="l" t="t" r="r" b="b"/>
              <a:pathLst>
                <a:path w="145415" h="340994">
                  <a:moveTo>
                    <a:pt x="66214" y="0"/>
                  </a:moveTo>
                  <a:lnTo>
                    <a:pt x="28466" y="9685"/>
                  </a:lnTo>
                  <a:lnTo>
                    <a:pt x="23744" y="16606"/>
                  </a:lnTo>
                  <a:lnTo>
                    <a:pt x="3717" y="67248"/>
                  </a:lnTo>
                  <a:lnTo>
                    <a:pt x="0" y="124439"/>
                  </a:lnTo>
                  <a:lnTo>
                    <a:pt x="7719" y="181239"/>
                  </a:lnTo>
                  <a:lnTo>
                    <a:pt x="22004" y="230706"/>
                  </a:lnTo>
                  <a:lnTo>
                    <a:pt x="37984" y="265897"/>
                  </a:lnTo>
                  <a:lnTo>
                    <a:pt x="85015" y="311956"/>
                  </a:lnTo>
                  <a:lnTo>
                    <a:pt x="144902" y="340408"/>
                  </a:lnTo>
                  <a:lnTo>
                    <a:pt x="134074" y="282165"/>
                  </a:lnTo>
                  <a:lnTo>
                    <a:pt x="114197" y="239198"/>
                  </a:lnTo>
                  <a:lnTo>
                    <a:pt x="90000" y="205452"/>
                  </a:lnTo>
                  <a:lnTo>
                    <a:pt x="66214" y="174874"/>
                  </a:lnTo>
                  <a:lnTo>
                    <a:pt x="55037" y="149074"/>
                  </a:lnTo>
                  <a:lnTo>
                    <a:pt x="50909" y="113096"/>
                  </a:lnTo>
                  <a:lnTo>
                    <a:pt x="53832" y="66939"/>
                  </a:lnTo>
                  <a:lnTo>
                    <a:pt x="63805" y="10607"/>
                  </a:lnTo>
                  <a:lnTo>
                    <a:pt x="66214" y="0"/>
                  </a:lnTo>
                  <a:close/>
                </a:path>
              </a:pathLst>
            </a:custGeom>
            <a:solidFill>
              <a:srgbClr val="703B1A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16978237" y="2352269"/>
              <a:ext cx="291465" cy="187960"/>
            </a:xfrm>
            <a:custGeom>
              <a:avLst/>
              <a:gdLst/>
              <a:ahLst/>
              <a:cxnLst/>
              <a:rect l="l" t="t" r="r" b="b"/>
              <a:pathLst>
                <a:path w="291465" h="187960">
                  <a:moveTo>
                    <a:pt x="163021" y="104"/>
                  </a:moveTo>
                  <a:lnTo>
                    <a:pt x="97470" y="11945"/>
                  </a:lnTo>
                  <a:lnTo>
                    <a:pt x="61314" y="35997"/>
                  </a:lnTo>
                  <a:lnTo>
                    <a:pt x="23758" y="80206"/>
                  </a:lnTo>
                  <a:lnTo>
                    <a:pt x="3759" y="130692"/>
                  </a:lnTo>
                  <a:lnTo>
                    <a:pt x="0" y="187711"/>
                  </a:lnTo>
                  <a:lnTo>
                    <a:pt x="25277" y="149643"/>
                  </a:lnTo>
                  <a:lnTo>
                    <a:pt x="62111" y="115305"/>
                  </a:lnTo>
                  <a:lnTo>
                    <a:pt x="110245" y="90469"/>
                  </a:lnTo>
                  <a:lnTo>
                    <a:pt x="169418" y="80908"/>
                  </a:lnTo>
                  <a:lnTo>
                    <a:pt x="209318" y="87152"/>
                  </a:lnTo>
                  <a:lnTo>
                    <a:pt x="242931" y="105884"/>
                  </a:lnTo>
                  <a:lnTo>
                    <a:pt x="270255" y="137106"/>
                  </a:lnTo>
                  <a:lnTo>
                    <a:pt x="291289" y="180821"/>
                  </a:lnTo>
                  <a:lnTo>
                    <a:pt x="290361" y="146280"/>
                  </a:lnTo>
                  <a:lnTo>
                    <a:pt x="275606" y="82176"/>
                  </a:lnTo>
                  <a:lnTo>
                    <a:pt x="231710" y="26604"/>
                  </a:lnTo>
                  <a:lnTo>
                    <a:pt x="183206" y="2228"/>
                  </a:lnTo>
                  <a:lnTo>
                    <a:pt x="163021" y="104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" name="object 122" descr=""/>
          <p:cNvSpPr/>
          <p:nvPr/>
        </p:nvSpPr>
        <p:spPr>
          <a:xfrm>
            <a:off x="7352711" y="2134992"/>
            <a:ext cx="713105" cy="1150620"/>
          </a:xfrm>
          <a:custGeom>
            <a:avLst/>
            <a:gdLst/>
            <a:ahLst/>
            <a:cxnLst/>
            <a:rect l="l" t="t" r="r" b="b"/>
            <a:pathLst>
              <a:path w="713104" h="1150620">
                <a:moveTo>
                  <a:pt x="262568" y="0"/>
                </a:moveTo>
                <a:lnTo>
                  <a:pt x="219792" y="2618"/>
                </a:lnTo>
                <a:lnTo>
                  <a:pt x="172858" y="4960"/>
                </a:lnTo>
                <a:lnTo>
                  <a:pt x="128741" y="15612"/>
                </a:lnTo>
                <a:lnTo>
                  <a:pt x="96835" y="40855"/>
                </a:lnTo>
                <a:lnTo>
                  <a:pt x="71583" y="71826"/>
                </a:lnTo>
                <a:lnTo>
                  <a:pt x="47427" y="99659"/>
                </a:lnTo>
                <a:lnTo>
                  <a:pt x="24055" y="132172"/>
                </a:lnTo>
                <a:lnTo>
                  <a:pt x="8044" y="175943"/>
                </a:lnTo>
                <a:lnTo>
                  <a:pt x="0" y="224044"/>
                </a:lnTo>
                <a:lnTo>
                  <a:pt x="525" y="269550"/>
                </a:lnTo>
                <a:lnTo>
                  <a:pt x="10224" y="305537"/>
                </a:lnTo>
                <a:lnTo>
                  <a:pt x="22590" y="344022"/>
                </a:lnTo>
                <a:lnTo>
                  <a:pt x="28073" y="388274"/>
                </a:lnTo>
                <a:lnTo>
                  <a:pt x="33573" y="439934"/>
                </a:lnTo>
                <a:lnTo>
                  <a:pt x="45992" y="500641"/>
                </a:lnTo>
                <a:lnTo>
                  <a:pt x="61250" y="551339"/>
                </a:lnTo>
                <a:lnTo>
                  <a:pt x="103601" y="586973"/>
                </a:lnTo>
                <a:lnTo>
                  <a:pt x="150240" y="588356"/>
                </a:lnTo>
                <a:lnTo>
                  <a:pt x="496439" y="1150119"/>
                </a:lnTo>
                <a:lnTo>
                  <a:pt x="571230" y="1140050"/>
                </a:lnTo>
                <a:lnTo>
                  <a:pt x="635649" y="1125138"/>
                </a:lnTo>
                <a:lnTo>
                  <a:pt x="692245" y="1101576"/>
                </a:lnTo>
                <a:lnTo>
                  <a:pt x="712676" y="1073037"/>
                </a:lnTo>
                <a:lnTo>
                  <a:pt x="708769" y="1035441"/>
                </a:lnTo>
                <a:lnTo>
                  <a:pt x="693658" y="992643"/>
                </a:lnTo>
                <a:lnTo>
                  <a:pt x="680481" y="948501"/>
                </a:lnTo>
                <a:lnTo>
                  <a:pt x="682371" y="906870"/>
                </a:lnTo>
                <a:lnTo>
                  <a:pt x="690648" y="872445"/>
                </a:lnTo>
                <a:lnTo>
                  <a:pt x="691738" y="834861"/>
                </a:lnTo>
                <a:lnTo>
                  <a:pt x="684523" y="794924"/>
                </a:lnTo>
                <a:lnTo>
                  <a:pt x="667884" y="753444"/>
                </a:lnTo>
                <a:lnTo>
                  <a:pt x="640703" y="711229"/>
                </a:lnTo>
                <a:lnTo>
                  <a:pt x="601860" y="669086"/>
                </a:lnTo>
                <a:lnTo>
                  <a:pt x="567393" y="629212"/>
                </a:lnTo>
                <a:lnTo>
                  <a:pt x="549751" y="591874"/>
                </a:lnTo>
                <a:lnTo>
                  <a:pt x="542439" y="554976"/>
                </a:lnTo>
                <a:lnTo>
                  <a:pt x="538960" y="516421"/>
                </a:lnTo>
                <a:lnTo>
                  <a:pt x="532819" y="474112"/>
                </a:lnTo>
                <a:lnTo>
                  <a:pt x="517517" y="425952"/>
                </a:lnTo>
                <a:lnTo>
                  <a:pt x="494167" y="373850"/>
                </a:lnTo>
                <a:lnTo>
                  <a:pt x="476332" y="335754"/>
                </a:lnTo>
                <a:lnTo>
                  <a:pt x="462984" y="302572"/>
                </a:lnTo>
                <a:lnTo>
                  <a:pt x="453098" y="265217"/>
                </a:lnTo>
                <a:lnTo>
                  <a:pt x="445645" y="214597"/>
                </a:lnTo>
                <a:lnTo>
                  <a:pt x="433926" y="154961"/>
                </a:lnTo>
                <a:lnTo>
                  <a:pt x="415667" y="116814"/>
                </a:lnTo>
                <a:lnTo>
                  <a:pt x="391550" y="85222"/>
                </a:lnTo>
                <a:lnTo>
                  <a:pt x="362255" y="45252"/>
                </a:lnTo>
                <a:lnTo>
                  <a:pt x="334168" y="15839"/>
                </a:lnTo>
                <a:lnTo>
                  <a:pt x="300816" y="2581"/>
                </a:lnTo>
                <a:lnTo>
                  <a:pt x="262568" y="0"/>
                </a:lnTo>
                <a:close/>
              </a:path>
            </a:pathLst>
          </a:custGeom>
          <a:solidFill>
            <a:srgbClr val="259C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3" name="object 123" descr=""/>
          <p:cNvGrpSpPr/>
          <p:nvPr/>
        </p:nvGrpSpPr>
        <p:grpSpPr>
          <a:xfrm>
            <a:off x="7184604" y="4649465"/>
            <a:ext cx="214629" cy="1116965"/>
            <a:chOff x="7184604" y="4649465"/>
            <a:chExt cx="214629" cy="1116965"/>
          </a:xfrm>
        </p:grpSpPr>
        <p:sp>
          <p:nvSpPr>
            <p:cNvPr id="124" name="object 124" descr=""/>
            <p:cNvSpPr/>
            <p:nvPr/>
          </p:nvSpPr>
          <p:spPr>
            <a:xfrm>
              <a:off x="7184604" y="4649472"/>
              <a:ext cx="201930" cy="1069975"/>
            </a:xfrm>
            <a:custGeom>
              <a:avLst/>
              <a:gdLst/>
              <a:ahLst/>
              <a:cxnLst/>
              <a:rect l="l" t="t" r="r" b="b"/>
              <a:pathLst>
                <a:path w="201929" h="1069975">
                  <a:moveTo>
                    <a:pt x="201794" y="0"/>
                  </a:moveTo>
                  <a:lnTo>
                    <a:pt x="0" y="43862"/>
                  </a:lnTo>
                  <a:lnTo>
                    <a:pt x="17994" y="71376"/>
                  </a:lnTo>
                  <a:lnTo>
                    <a:pt x="25923" y="90734"/>
                  </a:lnTo>
                  <a:lnTo>
                    <a:pt x="25523" y="111102"/>
                  </a:lnTo>
                  <a:lnTo>
                    <a:pt x="18533" y="141650"/>
                  </a:lnTo>
                  <a:lnTo>
                    <a:pt x="13340" y="169183"/>
                  </a:lnTo>
                  <a:lnTo>
                    <a:pt x="9271" y="206904"/>
                  </a:lnTo>
                  <a:lnTo>
                    <a:pt x="6947" y="253841"/>
                  </a:lnTo>
                  <a:lnTo>
                    <a:pt x="6994" y="309022"/>
                  </a:lnTo>
                  <a:lnTo>
                    <a:pt x="10032" y="371474"/>
                  </a:lnTo>
                  <a:lnTo>
                    <a:pt x="16687" y="440223"/>
                  </a:lnTo>
                  <a:lnTo>
                    <a:pt x="27580" y="514298"/>
                  </a:lnTo>
                  <a:lnTo>
                    <a:pt x="41175" y="571904"/>
                  </a:lnTo>
                  <a:lnTo>
                    <a:pt x="57643" y="626949"/>
                  </a:lnTo>
                  <a:lnTo>
                    <a:pt x="70407" y="675586"/>
                  </a:lnTo>
                  <a:lnTo>
                    <a:pt x="72887" y="713967"/>
                  </a:lnTo>
                  <a:lnTo>
                    <a:pt x="67646" y="742562"/>
                  </a:lnTo>
                  <a:lnTo>
                    <a:pt x="62909" y="766056"/>
                  </a:lnTo>
                  <a:lnTo>
                    <a:pt x="60598" y="786921"/>
                  </a:lnTo>
                  <a:lnTo>
                    <a:pt x="62636" y="807629"/>
                  </a:lnTo>
                  <a:lnTo>
                    <a:pt x="61827" y="847040"/>
                  </a:lnTo>
                  <a:lnTo>
                    <a:pt x="53739" y="905851"/>
                  </a:lnTo>
                  <a:lnTo>
                    <a:pt x="44437" y="959299"/>
                  </a:lnTo>
                  <a:lnTo>
                    <a:pt x="39988" y="982619"/>
                  </a:lnTo>
                  <a:lnTo>
                    <a:pt x="33947" y="1037800"/>
                  </a:lnTo>
                  <a:lnTo>
                    <a:pt x="40192" y="1064430"/>
                  </a:lnTo>
                  <a:lnTo>
                    <a:pt x="66157" y="1069924"/>
                  </a:lnTo>
                  <a:lnTo>
                    <a:pt x="119273" y="1061695"/>
                  </a:lnTo>
                  <a:lnTo>
                    <a:pt x="161886" y="1043415"/>
                  </a:lnTo>
                  <a:lnTo>
                    <a:pt x="183297" y="1012374"/>
                  </a:lnTo>
                  <a:lnTo>
                    <a:pt x="189873" y="973984"/>
                  </a:lnTo>
                  <a:lnTo>
                    <a:pt x="187982" y="933656"/>
                  </a:lnTo>
                  <a:lnTo>
                    <a:pt x="183994" y="896799"/>
                  </a:lnTo>
                  <a:lnTo>
                    <a:pt x="177721" y="822982"/>
                  </a:lnTo>
                  <a:lnTo>
                    <a:pt x="175116" y="785360"/>
                  </a:lnTo>
                  <a:lnTo>
                    <a:pt x="172664" y="740323"/>
                  </a:lnTo>
                  <a:lnTo>
                    <a:pt x="172987" y="703238"/>
                  </a:lnTo>
                  <a:lnTo>
                    <a:pt x="176322" y="659563"/>
                  </a:lnTo>
                  <a:lnTo>
                    <a:pt x="186811" y="554123"/>
                  </a:lnTo>
                  <a:lnTo>
                    <a:pt x="191358" y="493200"/>
                  </a:lnTo>
                  <a:lnTo>
                    <a:pt x="193700" y="427369"/>
                  </a:lnTo>
                  <a:lnTo>
                    <a:pt x="192693" y="353941"/>
                  </a:lnTo>
                  <a:lnTo>
                    <a:pt x="189121" y="294242"/>
                  </a:lnTo>
                  <a:lnTo>
                    <a:pt x="185083" y="243832"/>
                  </a:lnTo>
                  <a:lnTo>
                    <a:pt x="182674" y="198266"/>
                  </a:lnTo>
                  <a:lnTo>
                    <a:pt x="183994" y="153105"/>
                  </a:lnTo>
                  <a:lnTo>
                    <a:pt x="189505" y="96533"/>
                  </a:lnTo>
                  <a:lnTo>
                    <a:pt x="195321" y="47531"/>
                  </a:lnTo>
                  <a:lnTo>
                    <a:pt x="201794" y="0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7276434" y="4649465"/>
              <a:ext cx="110489" cy="1063625"/>
            </a:xfrm>
            <a:custGeom>
              <a:avLst/>
              <a:gdLst/>
              <a:ahLst/>
              <a:cxnLst/>
              <a:rect l="l" t="t" r="r" b="b"/>
              <a:pathLst>
                <a:path w="110490" h="1063625">
                  <a:moveTo>
                    <a:pt x="109965" y="0"/>
                  </a:moveTo>
                  <a:lnTo>
                    <a:pt x="87603" y="58389"/>
                  </a:lnTo>
                  <a:lnTo>
                    <a:pt x="82431" y="103151"/>
                  </a:lnTo>
                  <a:lnTo>
                    <a:pt x="77631" y="153115"/>
                  </a:lnTo>
                  <a:lnTo>
                    <a:pt x="76311" y="198276"/>
                  </a:lnTo>
                  <a:lnTo>
                    <a:pt x="78720" y="243838"/>
                  </a:lnTo>
                  <a:lnTo>
                    <a:pt x="82760" y="294246"/>
                  </a:lnTo>
                  <a:lnTo>
                    <a:pt x="86335" y="353942"/>
                  </a:lnTo>
                  <a:lnTo>
                    <a:pt x="87348" y="427369"/>
                  </a:lnTo>
                  <a:lnTo>
                    <a:pt x="85001" y="493200"/>
                  </a:lnTo>
                  <a:lnTo>
                    <a:pt x="80454" y="554123"/>
                  </a:lnTo>
                  <a:lnTo>
                    <a:pt x="69967" y="659566"/>
                  </a:lnTo>
                  <a:lnTo>
                    <a:pt x="66634" y="703245"/>
                  </a:lnTo>
                  <a:lnTo>
                    <a:pt x="68763" y="785365"/>
                  </a:lnTo>
                  <a:lnTo>
                    <a:pt x="77631" y="896810"/>
                  </a:lnTo>
                  <a:lnTo>
                    <a:pt x="81619" y="933666"/>
                  </a:lnTo>
                  <a:lnTo>
                    <a:pt x="83509" y="973995"/>
                  </a:lnTo>
                  <a:lnTo>
                    <a:pt x="76933" y="1012385"/>
                  </a:lnTo>
                  <a:lnTo>
                    <a:pt x="12910" y="1061705"/>
                  </a:lnTo>
                  <a:lnTo>
                    <a:pt x="0" y="1063213"/>
                  </a:lnTo>
                  <a:lnTo>
                    <a:pt x="6162" y="1063543"/>
                  </a:lnTo>
                  <a:lnTo>
                    <a:pt x="70056" y="1043425"/>
                  </a:lnTo>
                  <a:lnTo>
                    <a:pt x="98043" y="973995"/>
                  </a:lnTo>
                  <a:lnTo>
                    <a:pt x="96153" y="933666"/>
                  </a:lnTo>
                  <a:lnTo>
                    <a:pt x="92164" y="896810"/>
                  </a:lnTo>
                  <a:lnTo>
                    <a:pt x="85891" y="822985"/>
                  </a:lnTo>
                  <a:lnTo>
                    <a:pt x="83287" y="785365"/>
                  </a:lnTo>
                  <a:lnTo>
                    <a:pt x="80835" y="740333"/>
                  </a:lnTo>
                  <a:lnTo>
                    <a:pt x="81158" y="703245"/>
                  </a:lnTo>
                  <a:lnTo>
                    <a:pt x="84492" y="659566"/>
                  </a:lnTo>
                  <a:lnTo>
                    <a:pt x="94981" y="554123"/>
                  </a:lnTo>
                  <a:lnTo>
                    <a:pt x="99528" y="493200"/>
                  </a:lnTo>
                  <a:lnTo>
                    <a:pt x="101871" y="427369"/>
                  </a:lnTo>
                  <a:lnTo>
                    <a:pt x="100863" y="353942"/>
                  </a:lnTo>
                  <a:lnTo>
                    <a:pt x="97292" y="294246"/>
                  </a:lnTo>
                  <a:lnTo>
                    <a:pt x="93253" y="243838"/>
                  </a:lnTo>
                  <a:lnTo>
                    <a:pt x="90845" y="198276"/>
                  </a:lnTo>
                  <a:lnTo>
                    <a:pt x="92164" y="153115"/>
                  </a:lnTo>
                  <a:lnTo>
                    <a:pt x="97676" y="96537"/>
                  </a:lnTo>
                  <a:lnTo>
                    <a:pt x="103491" y="47532"/>
                  </a:lnTo>
                  <a:lnTo>
                    <a:pt x="109965" y="0"/>
                  </a:lnTo>
                  <a:close/>
                </a:path>
              </a:pathLst>
            </a:custGeom>
            <a:solidFill>
              <a:srgbClr val="FADBD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207802" y="5528291"/>
              <a:ext cx="191246" cy="238113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236121" y="5407139"/>
              <a:ext cx="134806" cy="69738"/>
            </a:xfrm>
            <a:prstGeom prst="rect">
              <a:avLst/>
            </a:prstGeom>
          </p:spPr>
        </p:pic>
      </p:grpSp>
      <p:grpSp>
        <p:nvGrpSpPr>
          <p:cNvPr id="128" name="object 128" descr=""/>
          <p:cNvGrpSpPr/>
          <p:nvPr/>
        </p:nvGrpSpPr>
        <p:grpSpPr>
          <a:xfrm>
            <a:off x="6972655" y="2216462"/>
            <a:ext cx="1028065" cy="3531870"/>
            <a:chOff x="6972655" y="2216462"/>
            <a:chExt cx="1028065" cy="3531870"/>
          </a:xfrm>
        </p:grpSpPr>
        <p:sp>
          <p:nvSpPr>
            <p:cNvPr id="129" name="object 129" descr=""/>
            <p:cNvSpPr/>
            <p:nvPr/>
          </p:nvSpPr>
          <p:spPr>
            <a:xfrm>
              <a:off x="7446480" y="4649472"/>
              <a:ext cx="201930" cy="1069975"/>
            </a:xfrm>
            <a:custGeom>
              <a:avLst/>
              <a:gdLst/>
              <a:ahLst/>
              <a:cxnLst/>
              <a:rect l="l" t="t" r="r" b="b"/>
              <a:pathLst>
                <a:path w="201929" h="1069975">
                  <a:moveTo>
                    <a:pt x="0" y="0"/>
                  </a:moveTo>
                  <a:lnTo>
                    <a:pt x="6473" y="47531"/>
                  </a:lnTo>
                  <a:lnTo>
                    <a:pt x="12289" y="96533"/>
                  </a:lnTo>
                  <a:lnTo>
                    <a:pt x="17800" y="153105"/>
                  </a:lnTo>
                  <a:lnTo>
                    <a:pt x="19120" y="198266"/>
                  </a:lnTo>
                  <a:lnTo>
                    <a:pt x="16711" y="243832"/>
                  </a:lnTo>
                  <a:lnTo>
                    <a:pt x="12673" y="294242"/>
                  </a:lnTo>
                  <a:lnTo>
                    <a:pt x="9101" y="353941"/>
                  </a:lnTo>
                  <a:lnTo>
                    <a:pt x="8093" y="427369"/>
                  </a:lnTo>
                  <a:lnTo>
                    <a:pt x="10436" y="493200"/>
                  </a:lnTo>
                  <a:lnTo>
                    <a:pt x="14983" y="554123"/>
                  </a:lnTo>
                  <a:lnTo>
                    <a:pt x="25472" y="659563"/>
                  </a:lnTo>
                  <a:lnTo>
                    <a:pt x="28807" y="703238"/>
                  </a:lnTo>
                  <a:lnTo>
                    <a:pt x="26672" y="785360"/>
                  </a:lnTo>
                  <a:lnTo>
                    <a:pt x="17800" y="896799"/>
                  </a:lnTo>
                  <a:lnTo>
                    <a:pt x="13811" y="933656"/>
                  </a:lnTo>
                  <a:lnTo>
                    <a:pt x="11921" y="973984"/>
                  </a:lnTo>
                  <a:lnTo>
                    <a:pt x="18497" y="1012374"/>
                  </a:lnTo>
                  <a:lnTo>
                    <a:pt x="39908" y="1043415"/>
                  </a:lnTo>
                  <a:lnTo>
                    <a:pt x="82521" y="1061695"/>
                  </a:lnTo>
                  <a:lnTo>
                    <a:pt x="135637" y="1069924"/>
                  </a:lnTo>
                  <a:lnTo>
                    <a:pt x="161602" y="1064430"/>
                  </a:lnTo>
                  <a:lnTo>
                    <a:pt x="167847" y="1037800"/>
                  </a:lnTo>
                  <a:lnTo>
                    <a:pt x="161806" y="982619"/>
                  </a:lnTo>
                  <a:lnTo>
                    <a:pt x="157356" y="959299"/>
                  </a:lnTo>
                  <a:lnTo>
                    <a:pt x="148051" y="905851"/>
                  </a:lnTo>
                  <a:lnTo>
                    <a:pt x="139962" y="847040"/>
                  </a:lnTo>
                  <a:lnTo>
                    <a:pt x="139158" y="807629"/>
                  </a:lnTo>
                  <a:lnTo>
                    <a:pt x="139912" y="786981"/>
                  </a:lnTo>
                  <a:lnTo>
                    <a:pt x="130296" y="742744"/>
                  </a:lnTo>
                  <a:lnTo>
                    <a:pt x="128907" y="713967"/>
                  </a:lnTo>
                  <a:lnTo>
                    <a:pt x="135353" y="673027"/>
                  </a:lnTo>
                  <a:lnTo>
                    <a:pt x="147759" y="622394"/>
                  </a:lnTo>
                  <a:lnTo>
                    <a:pt x="162067" y="567630"/>
                  </a:lnTo>
                  <a:lnTo>
                    <a:pt x="174214" y="514298"/>
                  </a:lnTo>
                  <a:lnTo>
                    <a:pt x="184176" y="451913"/>
                  </a:lnTo>
                  <a:lnTo>
                    <a:pt x="191038" y="387856"/>
                  </a:lnTo>
                  <a:lnTo>
                    <a:pt x="195148" y="324412"/>
                  </a:lnTo>
                  <a:lnTo>
                    <a:pt x="196851" y="263863"/>
                  </a:lnTo>
                  <a:lnTo>
                    <a:pt x="196494" y="208495"/>
                  </a:lnTo>
                  <a:lnTo>
                    <a:pt x="194424" y="160590"/>
                  </a:lnTo>
                  <a:lnTo>
                    <a:pt x="190986" y="122434"/>
                  </a:lnTo>
                  <a:lnTo>
                    <a:pt x="186528" y="96311"/>
                  </a:lnTo>
                  <a:lnTo>
                    <a:pt x="179487" y="66466"/>
                  </a:lnTo>
                  <a:lnTo>
                    <a:pt x="178730" y="51054"/>
                  </a:lnTo>
                  <a:lnTo>
                    <a:pt x="185689" y="45159"/>
                  </a:lnTo>
                  <a:lnTo>
                    <a:pt x="201794" y="43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7446480" y="4649472"/>
              <a:ext cx="201930" cy="1062990"/>
            </a:xfrm>
            <a:custGeom>
              <a:avLst/>
              <a:gdLst/>
              <a:ahLst/>
              <a:cxnLst/>
              <a:rect l="l" t="t" r="r" b="b"/>
              <a:pathLst>
                <a:path w="201929" h="1062989">
                  <a:moveTo>
                    <a:pt x="126781" y="1055930"/>
                  </a:moveTo>
                  <a:lnTo>
                    <a:pt x="92080" y="1062815"/>
                  </a:lnTo>
                  <a:lnTo>
                    <a:pt x="125194" y="1056950"/>
                  </a:lnTo>
                  <a:lnTo>
                    <a:pt x="126781" y="1055930"/>
                  </a:lnTo>
                  <a:close/>
                </a:path>
                <a:path w="201929" h="1062989">
                  <a:moveTo>
                    <a:pt x="0" y="0"/>
                  </a:moveTo>
                  <a:lnTo>
                    <a:pt x="712" y="4889"/>
                  </a:lnTo>
                  <a:lnTo>
                    <a:pt x="179994" y="43862"/>
                  </a:lnTo>
                  <a:lnTo>
                    <a:pt x="163882" y="45159"/>
                  </a:lnTo>
                  <a:lnTo>
                    <a:pt x="156920" y="51054"/>
                  </a:lnTo>
                  <a:lnTo>
                    <a:pt x="157676" y="66466"/>
                  </a:lnTo>
                  <a:lnTo>
                    <a:pt x="164717" y="96311"/>
                  </a:lnTo>
                  <a:lnTo>
                    <a:pt x="169178" y="122434"/>
                  </a:lnTo>
                  <a:lnTo>
                    <a:pt x="172617" y="160590"/>
                  </a:lnTo>
                  <a:lnTo>
                    <a:pt x="174688" y="208495"/>
                  </a:lnTo>
                  <a:lnTo>
                    <a:pt x="175044" y="263863"/>
                  </a:lnTo>
                  <a:lnTo>
                    <a:pt x="173340" y="324412"/>
                  </a:lnTo>
                  <a:lnTo>
                    <a:pt x="169229" y="387856"/>
                  </a:lnTo>
                  <a:lnTo>
                    <a:pt x="162365" y="451913"/>
                  </a:lnTo>
                  <a:lnTo>
                    <a:pt x="152403" y="514298"/>
                  </a:lnTo>
                  <a:lnTo>
                    <a:pt x="140260" y="567630"/>
                  </a:lnTo>
                  <a:lnTo>
                    <a:pt x="125954" y="622394"/>
                  </a:lnTo>
                  <a:lnTo>
                    <a:pt x="113548" y="673027"/>
                  </a:lnTo>
                  <a:lnTo>
                    <a:pt x="107106" y="713967"/>
                  </a:lnTo>
                  <a:lnTo>
                    <a:pt x="108494" y="742744"/>
                  </a:lnTo>
                  <a:lnTo>
                    <a:pt x="113656" y="766217"/>
                  </a:lnTo>
                  <a:lnTo>
                    <a:pt x="118103" y="786981"/>
                  </a:lnTo>
                  <a:lnTo>
                    <a:pt x="118157" y="847040"/>
                  </a:lnTo>
                  <a:lnTo>
                    <a:pt x="126250" y="905851"/>
                  </a:lnTo>
                  <a:lnTo>
                    <a:pt x="135555" y="959299"/>
                  </a:lnTo>
                  <a:lnTo>
                    <a:pt x="140006" y="982619"/>
                  </a:lnTo>
                  <a:lnTo>
                    <a:pt x="144664" y="1024371"/>
                  </a:lnTo>
                  <a:lnTo>
                    <a:pt x="141224" y="1046642"/>
                  </a:lnTo>
                  <a:lnTo>
                    <a:pt x="126781" y="1055930"/>
                  </a:lnTo>
                  <a:lnTo>
                    <a:pt x="137334" y="1053836"/>
                  </a:lnTo>
                  <a:lnTo>
                    <a:pt x="157484" y="1025874"/>
                  </a:lnTo>
                  <a:lnTo>
                    <a:pt x="162364" y="996333"/>
                  </a:lnTo>
                  <a:lnTo>
                    <a:pt x="161806" y="982619"/>
                  </a:lnTo>
                  <a:lnTo>
                    <a:pt x="145067" y="897544"/>
                  </a:lnTo>
                  <a:lnTo>
                    <a:pt x="137128" y="850958"/>
                  </a:lnTo>
                  <a:lnTo>
                    <a:pt x="135866" y="826455"/>
                  </a:lnTo>
                  <a:lnTo>
                    <a:pt x="139158" y="807629"/>
                  </a:lnTo>
                  <a:lnTo>
                    <a:pt x="139912" y="786981"/>
                  </a:lnTo>
                  <a:lnTo>
                    <a:pt x="135461" y="766217"/>
                  </a:lnTo>
                  <a:lnTo>
                    <a:pt x="130296" y="742744"/>
                  </a:lnTo>
                  <a:lnTo>
                    <a:pt x="128907" y="713967"/>
                  </a:lnTo>
                  <a:lnTo>
                    <a:pt x="135353" y="673027"/>
                  </a:lnTo>
                  <a:lnTo>
                    <a:pt x="147759" y="622394"/>
                  </a:lnTo>
                  <a:lnTo>
                    <a:pt x="162067" y="567630"/>
                  </a:lnTo>
                  <a:lnTo>
                    <a:pt x="174214" y="514298"/>
                  </a:lnTo>
                  <a:lnTo>
                    <a:pt x="184176" y="451913"/>
                  </a:lnTo>
                  <a:lnTo>
                    <a:pt x="191038" y="387856"/>
                  </a:lnTo>
                  <a:lnTo>
                    <a:pt x="195148" y="324412"/>
                  </a:lnTo>
                  <a:lnTo>
                    <a:pt x="196851" y="263863"/>
                  </a:lnTo>
                  <a:lnTo>
                    <a:pt x="196494" y="208495"/>
                  </a:lnTo>
                  <a:lnTo>
                    <a:pt x="194424" y="160590"/>
                  </a:lnTo>
                  <a:lnTo>
                    <a:pt x="190986" y="122434"/>
                  </a:lnTo>
                  <a:lnTo>
                    <a:pt x="186528" y="96311"/>
                  </a:lnTo>
                  <a:lnTo>
                    <a:pt x="183453" y="66347"/>
                  </a:lnTo>
                  <a:lnTo>
                    <a:pt x="189308" y="50736"/>
                  </a:lnTo>
                  <a:lnTo>
                    <a:pt x="197589" y="44801"/>
                  </a:lnTo>
                  <a:lnTo>
                    <a:pt x="201794" y="43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DBD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1" name="object 13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435440" y="5528286"/>
              <a:ext cx="185131" cy="220036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461950" y="5407139"/>
              <a:ext cx="134806" cy="69738"/>
            </a:xfrm>
            <a:prstGeom prst="rect">
              <a:avLst/>
            </a:prstGeom>
          </p:spPr>
        </p:pic>
        <p:sp>
          <p:nvSpPr>
            <p:cNvPr id="133" name="object 133" descr=""/>
            <p:cNvSpPr/>
            <p:nvPr/>
          </p:nvSpPr>
          <p:spPr>
            <a:xfrm>
              <a:off x="7072104" y="3612119"/>
              <a:ext cx="682625" cy="1250315"/>
            </a:xfrm>
            <a:custGeom>
              <a:avLst/>
              <a:gdLst/>
              <a:ahLst/>
              <a:cxnLst/>
              <a:rect l="l" t="t" r="r" b="b"/>
              <a:pathLst>
                <a:path w="682625" h="1250314">
                  <a:moveTo>
                    <a:pt x="196643" y="0"/>
                  </a:moveTo>
                  <a:lnTo>
                    <a:pt x="0" y="1169524"/>
                  </a:lnTo>
                  <a:lnTo>
                    <a:pt x="168852" y="1225932"/>
                  </a:lnTo>
                  <a:lnTo>
                    <a:pt x="296179" y="1250277"/>
                  </a:lnTo>
                  <a:lnTo>
                    <a:pt x="445919" y="1247546"/>
                  </a:lnTo>
                  <a:lnTo>
                    <a:pt x="682010" y="1222727"/>
                  </a:lnTo>
                  <a:lnTo>
                    <a:pt x="584914" y="42270"/>
                  </a:lnTo>
                  <a:lnTo>
                    <a:pt x="19664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4" name="object 134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072104" y="3612119"/>
              <a:ext cx="682010" cy="1250277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7072112" y="3641219"/>
              <a:ext cx="682625" cy="1205865"/>
            </a:xfrm>
            <a:custGeom>
              <a:avLst/>
              <a:gdLst/>
              <a:ahLst/>
              <a:cxnLst/>
              <a:rect l="l" t="t" r="r" b="b"/>
              <a:pathLst>
                <a:path w="682625" h="1205864">
                  <a:moveTo>
                    <a:pt x="463915" y="0"/>
                  </a:moveTo>
                  <a:lnTo>
                    <a:pt x="509848" y="558567"/>
                  </a:lnTo>
                  <a:lnTo>
                    <a:pt x="511674" y="607389"/>
                  </a:lnTo>
                  <a:lnTo>
                    <a:pt x="509168" y="655000"/>
                  </a:lnTo>
                  <a:lnTo>
                    <a:pt x="502539" y="701225"/>
                  </a:lnTo>
                  <a:lnTo>
                    <a:pt x="491995" y="745888"/>
                  </a:lnTo>
                  <a:lnTo>
                    <a:pt x="477744" y="788814"/>
                  </a:lnTo>
                  <a:lnTo>
                    <a:pt x="459992" y="829827"/>
                  </a:lnTo>
                  <a:lnTo>
                    <a:pt x="438949" y="868750"/>
                  </a:lnTo>
                  <a:lnTo>
                    <a:pt x="414822" y="905408"/>
                  </a:lnTo>
                  <a:lnTo>
                    <a:pt x="387818" y="939624"/>
                  </a:lnTo>
                  <a:lnTo>
                    <a:pt x="358146" y="971224"/>
                  </a:lnTo>
                  <a:lnTo>
                    <a:pt x="326013" y="1000030"/>
                  </a:lnTo>
                  <a:lnTo>
                    <a:pt x="291627" y="1025868"/>
                  </a:lnTo>
                  <a:lnTo>
                    <a:pt x="255197" y="1048562"/>
                  </a:lnTo>
                  <a:lnTo>
                    <a:pt x="216929" y="1067934"/>
                  </a:lnTo>
                  <a:lnTo>
                    <a:pt x="177032" y="1083810"/>
                  </a:lnTo>
                  <a:lnTo>
                    <a:pt x="135714" y="1096014"/>
                  </a:lnTo>
                  <a:lnTo>
                    <a:pt x="93182" y="1104370"/>
                  </a:lnTo>
                  <a:lnTo>
                    <a:pt x="49644" y="1108702"/>
                  </a:lnTo>
                  <a:lnTo>
                    <a:pt x="5308" y="1108833"/>
                  </a:lnTo>
                  <a:lnTo>
                    <a:pt x="0" y="1140424"/>
                  </a:lnTo>
                  <a:lnTo>
                    <a:pt x="168852" y="1196832"/>
                  </a:lnTo>
                  <a:lnTo>
                    <a:pt x="214964" y="1205649"/>
                  </a:lnTo>
                  <a:lnTo>
                    <a:pt x="567643" y="1205649"/>
                  </a:lnTo>
                  <a:lnTo>
                    <a:pt x="681996" y="1193627"/>
                  </a:lnTo>
                  <a:lnTo>
                    <a:pt x="584903" y="13170"/>
                  </a:lnTo>
                  <a:lnTo>
                    <a:pt x="463915" y="0"/>
                  </a:lnTo>
                  <a:close/>
                </a:path>
              </a:pathLst>
            </a:custGeom>
            <a:solidFill>
              <a:srgbClr val="D3463A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7268752" y="2698219"/>
              <a:ext cx="447040" cy="960755"/>
            </a:xfrm>
            <a:custGeom>
              <a:avLst/>
              <a:gdLst/>
              <a:ahLst/>
              <a:cxnLst/>
              <a:rect l="l" t="t" r="r" b="b"/>
              <a:pathLst>
                <a:path w="447040" h="960754">
                  <a:moveTo>
                    <a:pt x="252243" y="0"/>
                  </a:moveTo>
                  <a:lnTo>
                    <a:pt x="177600" y="128649"/>
                  </a:lnTo>
                  <a:lnTo>
                    <a:pt x="126443" y="266730"/>
                  </a:lnTo>
                  <a:lnTo>
                    <a:pt x="75126" y="499920"/>
                  </a:lnTo>
                  <a:lnTo>
                    <a:pt x="0" y="913898"/>
                  </a:lnTo>
                  <a:lnTo>
                    <a:pt x="5018" y="918165"/>
                  </a:lnTo>
                  <a:lnTo>
                    <a:pt x="60098" y="940858"/>
                  </a:lnTo>
                  <a:lnTo>
                    <a:pt x="120111" y="951656"/>
                  </a:lnTo>
                  <a:lnTo>
                    <a:pt x="179289" y="958240"/>
                  </a:lnTo>
                  <a:lnTo>
                    <a:pt x="226947" y="960737"/>
                  </a:lnTo>
                  <a:lnTo>
                    <a:pt x="288224" y="959422"/>
                  </a:lnTo>
                  <a:lnTo>
                    <a:pt x="388260" y="954567"/>
                  </a:lnTo>
                  <a:lnTo>
                    <a:pt x="420078" y="871237"/>
                  </a:lnTo>
                  <a:lnTo>
                    <a:pt x="435745" y="774479"/>
                  </a:lnTo>
                  <a:lnTo>
                    <a:pt x="446314" y="671294"/>
                  </a:lnTo>
                  <a:lnTo>
                    <a:pt x="446948" y="558993"/>
                  </a:lnTo>
                  <a:lnTo>
                    <a:pt x="435046" y="367462"/>
                  </a:lnTo>
                  <a:lnTo>
                    <a:pt x="408008" y="26585"/>
                  </a:lnTo>
                  <a:lnTo>
                    <a:pt x="252243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7474750" y="2761062"/>
              <a:ext cx="233679" cy="895350"/>
            </a:xfrm>
            <a:custGeom>
              <a:avLst/>
              <a:gdLst/>
              <a:ahLst/>
              <a:cxnLst/>
              <a:rect l="l" t="t" r="r" b="b"/>
              <a:pathLst>
                <a:path w="233679" h="895350">
                  <a:moveTo>
                    <a:pt x="199009" y="0"/>
                  </a:moveTo>
                  <a:lnTo>
                    <a:pt x="698" y="17424"/>
                  </a:lnTo>
                  <a:lnTo>
                    <a:pt x="0" y="18605"/>
                  </a:lnTo>
                  <a:lnTo>
                    <a:pt x="199009" y="0"/>
                  </a:lnTo>
                  <a:close/>
                </a:path>
                <a:path w="233679" h="895350">
                  <a:moveTo>
                    <a:pt x="233197" y="531825"/>
                  </a:moveTo>
                  <a:lnTo>
                    <a:pt x="221716" y="294817"/>
                  </a:lnTo>
                  <a:lnTo>
                    <a:pt x="206565" y="88315"/>
                  </a:lnTo>
                  <a:lnTo>
                    <a:pt x="199021" y="0"/>
                  </a:lnTo>
                  <a:lnTo>
                    <a:pt x="154584" y="327406"/>
                  </a:lnTo>
                  <a:lnTo>
                    <a:pt x="129794" y="512025"/>
                  </a:lnTo>
                  <a:lnTo>
                    <a:pt x="115633" y="621766"/>
                  </a:lnTo>
                  <a:lnTo>
                    <a:pt x="103136" y="724598"/>
                  </a:lnTo>
                  <a:lnTo>
                    <a:pt x="92671" y="795261"/>
                  </a:lnTo>
                  <a:lnTo>
                    <a:pt x="81838" y="844715"/>
                  </a:lnTo>
                  <a:lnTo>
                    <a:pt x="71666" y="876668"/>
                  </a:lnTo>
                  <a:lnTo>
                    <a:pt x="63207" y="894829"/>
                  </a:lnTo>
                  <a:lnTo>
                    <a:pt x="109156" y="894207"/>
                  </a:lnTo>
                  <a:lnTo>
                    <a:pt x="182257" y="891730"/>
                  </a:lnTo>
                  <a:lnTo>
                    <a:pt x="209143" y="856145"/>
                  </a:lnTo>
                  <a:lnTo>
                    <a:pt x="218008" y="805954"/>
                  </a:lnTo>
                  <a:lnTo>
                    <a:pt x="229743" y="711644"/>
                  </a:lnTo>
                  <a:lnTo>
                    <a:pt x="233197" y="531825"/>
                  </a:lnTo>
                  <a:close/>
                </a:path>
              </a:pathLst>
            </a:custGeom>
            <a:solidFill>
              <a:srgbClr val="036F79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7614696" y="2724804"/>
              <a:ext cx="300355" cy="2132330"/>
            </a:xfrm>
            <a:custGeom>
              <a:avLst/>
              <a:gdLst/>
              <a:ahLst/>
              <a:cxnLst/>
              <a:rect l="l" t="t" r="r" b="b"/>
              <a:pathLst>
                <a:path w="300354" h="2132329">
                  <a:moveTo>
                    <a:pt x="98216" y="0"/>
                  </a:moveTo>
                  <a:lnTo>
                    <a:pt x="95125" y="25314"/>
                  </a:lnTo>
                  <a:lnTo>
                    <a:pt x="88560" y="42272"/>
                  </a:lnTo>
                  <a:lnTo>
                    <a:pt x="73541" y="58540"/>
                  </a:lnTo>
                  <a:lnTo>
                    <a:pt x="45087" y="81788"/>
                  </a:lnTo>
                  <a:lnTo>
                    <a:pt x="48721" y="400226"/>
                  </a:lnTo>
                  <a:lnTo>
                    <a:pt x="48245" y="615504"/>
                  </a:lnTo>
                  <a:lnTo>
                    <a:pt x="42141" y="825843"/>
                  </a:lnTo>
                  <a:lnTo>
                    <a:pt x="28889" y="1129462"/>
                  </a:lnTo>
                  <a:lnTo>
                    <a:pt x="14626" y="1489457"/>
                  </a:lnTo>
                  <a:lnTo>
                    <a:pt x="5778" y="1783556"/>
                  </a:lnTo>
                  <a:lnTo>
                    <a:pt x="1264" y="1981908"/>
                  </a:lnTo>
                  <a:lnTo>
                    <a:pt x="0" y="2054659"/>
                  </a:lnTo>
                  <a:lnTo>
                    <a:pt x="124665" y="2112197"/>
                  </a:lnTo>
                  <a:lnTo>
                    <a:pt x="195708" y="2132001"/>
                  </a:lnTo>
                  <a:lnTo>
                    <a:pt x="239670" y="2114635"/>
                  </a:lnTo>
                  <a:lnTo>
                    <a:pt x="283090" y="2060659"/>
                  </a:lnTo>
                  <a:lnTo>
                    <a:pt x="298358" y="1999367"/>
                  </a:lnTo>
                  <a:lnTo>
                    <a:pt x="300180" y="1931030"/>
                  </a:lnTo>
                  <a:lnTo>
                    <a:pt x="299069" y="1889935"/>
                  </a:lnTo>
                  <a:lnTo>
                    <a:pt x="296827" y="1844809"/>
                  </a:lnTo>
                  <a:lnTo>
                    <a:pt x="293613" y="1796089"/>
                  </a:lnTo>
                  <a:lnTo>
                    <a:pt x="289591" y="1744215"/>
                  </a:lnTo>
                  <a:lnTo>
                    <a:pt x="284922" y="1689626"/>
                  </a:lnTo>
                  <a:lnTo>
                    <a:pt x="263012" y="1452893"/>
                  </a:lnTo>
                  <a:lnTo>
                    <a:pt x="257534" y="1391310"/>
                  </a:lnTo>
                  <a:lnTo>
                    <a:pt x="252380" y="1329645"/>
                  </a:lnTo>
                  <a:lnTo>
                    <a:pt x="247711" y="1268337"/>
                  </a:lnTo>
                  <a:lnTo>
                    <a:pt x="243689" y="1207825"/>
                  </a:lnTo>
                  <a:lnTo>
                    <a:pt x="240475" y="1148548"/>
                  </a:lnTo>
                  <a:lnTo>
                    <a:pt x="238233" y="1090944"/>
                  </a:lnTo>
                  <a:lnTo>
                    <a:pt x="237122" y="1035452"/>
                  </a:lnTo>
                  <a:lnTo>
                    <a:pt x="237305" y="982512"/>
                  </a:lnTo>
                  <a:lnTo>
                    <a:pt x="238944" y="932562"/>
                  </a:lnTo>
                  <a:lnTo>
                    <a:pt x="242200" y="886042"/>
                  </a:lnTo>
                  <a:lnTo>
                    <a:pt x="247235" y="843389"/>
                  </a:lnTo>
                  <a:lnTo>
                    <a:pt x="254212" y="805043"/>
                  </a:lnTo>
                  <a:lnTo>
                    <a:pt x="264154" y="757385"/>
                  </a:lnTo>
                  <a:lnTo>
                    <a:pt x="273086" y="708371"/>
                  </a:lnTo>
                  <a:lnTo>
                    <a:pt x="280866" y="658356"/>
                  </a:lnTo>
                  <a:lnTo>
                    <a:pt x="287350" y="607697"/>
                  </a:lnTo>
                  <a:lnTo>
                    <a:pt x="292395" y="556750"/>
                  </a:lnTo>
                  <a:lnTo>
                    <a:pt x="295859" y="505871"/>
                  </a:lnTo>
                  <a:lnTo>
                    <a:pt x="297598" y="455415"/>
                  </a:lnTo>
                  <a:lnTo>
                    <a:pt x="297470" y="405738"/>
                  </a:lnTo>
                  <a:lnTo>
                    <a:pt x="295331" y="357198"/>
                  </a:lnTo>
                  <a:lnTo>
                    <a:pt x="291039" y="310148"/>
                  </a:lnTo>
                  <a:lnTo>
                    <a:pt x="284450" y="264947"/>
                  </a:lnTo>
                  <a:lnTo>
                    <a:pt x="275422" y="221948"/>
                  </a:lnTo>
                  <a:lnTo>
                    <a:pt x="263811" y="181509"/>
                  </a:lnTo>
                  <a:lnTo>
                    <a:pt x="249475" y="143986"/>
                  </a:lnTo>
                  <a:lnTo>
                    <a:pt x="232270" y="109733"/>
                  </a:lnTo>
                  <a:lnTo>
                    <a:pt x="188684" y="52466"/>
                  </a:lnTo>
                  <a:lnTo>
                    <a:pt x="131908" y="12556"/>
                  </a:lnTo>
                  <a:lnTo>
                    <a:pt x="9821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654696" y="2998958"/>
              <a:ext cx="257810" cy="666750"/>
            </a:xfrm>
            <a:custGeom>
              <a:avLst/>
              <a:gdLst/>
              <a:ahLst/>
              <a:cxnLst/>
              <a:rect l="l" t="t" r="r" b="b"/>
              <a:pathLst>
                <a:path w="257809" h="666750">
                  <a:moveTo>
                    <a:pt x="257556" y="178295"/>
                  </a:moveTo>
                  <a:lnTo>
                    <a:pt x="256120" y="179197"/>
                  </a:lnTo>
                  <a:lnTo>
                    <a:pt x="242341" y="186550"/>
                  </a:lnTo>
                  <a:lnTo>
                    <a:pt x="241338" y="185788"/>
                  </a:lnTo>
                  <a:lnTo>
                    <a:pt x="245630" y="179857"/>
                  </a:lnTo>
                  <a:lnTo>
                    <a:pt x="233019" y="192062"/>
                  </a:lnTo>
                  <a:lnTo>
                    <a:pt x="219608" y="199110"/>
                  </a:lnTo>
                  <a:lnTo>
                    <a:pt x="205854" y="201523"/>
                  </a:lnTo>
                  <a:lnTo>
                    <a:pt x="192278" y="199821"/>
                  </a:lnTo>
                  <a:lnTo>
                    <a:pt x="183083" y="203962"/>
                  </a:lnTo>
                  <a:lnTo>
                    <a:pt x="173367" y="206616"/>
                  </a:lnTo>
                  <a:lnTo>
                    <a:pt x="163372" y="207784"/>
                  </a:lnTo>
                  <a:lnTo>
                    <a:pt x="153327" y="207467"/>
                  </a:lnTo>
                  <a:lnTo>
                    <a:pt x="148424" y="287705"/>
                  </a:lnTo>
                  <a:lnTo>
                    <a:pt x="148170" y="297649"/>
                  </a:lnTo>
                  <a:lnTo>
                    <a:pt x="147612" y="276479"/>
                  </a:lnTo>
                  <a:lnTo>
                    <a:pt x="153263" y="163906"/>
                  </a:lnTo>
                  <a:lnTo>
                    <a:pt x="173761" y="14224"/>
                  </a:lnTo>
                  <a:lnTo>
                    <a:pt x="174599" y="9664"/>
                  </a:lnTo>
                  <a:lnTo>
                    <a:pt x="176695" y="2324"/>
                  </a:lnTo>
                  <a:lnTo>
                    <a:pt x="176695" y="0"/>
                  </a:lnTo>
                  <a:lnTo>
                    <a:pt x="176364" y="0"/>
                  </a:lnTo>
                  <a:lnTo>
                    <a:pt x="175945" y="698"/>
                  </a:lnTo>
                  <a:lnTo>
                    <a:pt x="148755" y="49288"/>
                  </a:lnTo>
                  <a:lnTo>
                    <a:pt x="134416" y="98425"/>
                  </a:lnTo>
                  <a:lnTo>
                    <a:pt x="128193" y="177774"/>
                  </a:lnTo>
                  <a:lnTo>
                    <a:pt x="125323" y="316979"/>
                  </a:lnTo>
                  <a:lnTo>
                    <a:pt x="107797" y="310654"/>
                  </a:lnTo>
                  <a:lnTo>
                    <a:pt x="94005" y="306857"/>
                  </a:lnTo>
                  <a:lnTo>
                    <a:pt x="76809" y="304076"/>
                  </a:lnTo>
                  <a:lnTo>
                    <a:pt x="49047" y="300799"/>
                  </a:lnTo>
                  <a:lnTo>
                    <a:pt x="77139" y="321030"/>
                  </a:lnTo>
                  <a:lnTo>
                    <a:pt x="101003" y="337616"/>
                  </a:lnTo>
                  <a:lnTo>
                    <a:pt x="149301" y="370332"/>
                  </a:lnTo>
                  <a:lnTo>
                    <a:pt x="149987" y="380669"/>
                  </a:lnTo>
                  <a:lnTo>
                    <a:pt x="157162" y="436308"/>
                  </a:lnTo>
                  <a:lnTo>
                    <a:pt x="124142" y="405561"/>
                  </a:lnTo>
                  <a:lnTo>
                    <a:pt x="84328" y="373367"/>
                  </a:lnTo>
                  <a:lnTo>
                    <a:pt x="42278" y="342125"/>
                  </a:lnTo>
                  <a:lnTo>
                    <a:pt x="2552" y="314223"/>
                  </a:lnTo>
                  <a:lnTo>
                    <a:pt x="1536" y="405104"/>
                  </a:lnTo>
                  <a:lnTo>
                    <a:pt x="0" y="499529"/>
                  </a:lnTo>
                  <a:lnTo>
                    <a:pt x="39725" y="534428"/>
                  </a:lnTo>
                  <a:lnTo>
                    <a:pt x="80098" y="574408"/>
                  </a:lnTo>
                  <a:lnTo>
                    <a:pt x="120307" y="613651"/>
                  </a:lnTo>
                  <a:lnTo>
                    <a:pt x="159512" y="646328"/>
                  </a:lnTo>
                  <a:lnTo>
                    <a:pt x="196926" y="666610"/>
                  </a:lnTo>
                  <a:lnTo>
                    <a:pt x="199961" y="634936"/>
                  </a:lnTo>
                  <a:lnTo>
                    <a:pt x="204381" y="596125"/>
                  </a:lnTo>
                  <a:lnTo>
                    <a:pt x="209384" y="558634"/>
                  </a:lnTo>
                  <a:lnTo>
                    <a:pt x="214198" y="530898"/>
                  </a:lnTo>
                  <a:lnTo>
                    <a:pt x="224218" y="482828"/>
                  </a:lnTo>
                  <a:lnTo>
                    <a:pt x="233210" y="433374"/>
                  </a:lnTo>
                  <a:lnTo>
                    <a:pt x="241007" y="382917"/>
                  </a:lnTo>
                  <a:lnTo>
                    <a:pt x="247497" y="331825"/>
                  </a:lnTo>
                  <a:lnTo>
                    <a:pt x="252501" y="280441"/>
                  </a:lnTo>
                  <a:lnTo>
                    <a:pt x="255905" y="229146"/>
                  </a:lnTo>
                  <a:lnTo>
                    <a:pt x="257556" y="178295"/>
                  </a:lnTo>
                  <a:close/>
                </a:path>
              </a:pathLst>
            </a:custGeom>
            <a:solidFill>
              <a:srgbClr val="C5C5C8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6972655" y="2697360"/>
              <a:ext cx="561340" cy="1993264"/>
            </a:xfrm>
            <a:custGeom>
              <a:avLst/>
              <a:gdLst/>
              <a:ahLst/>
              <a:cxnLst/>
              <a:rect l="l" t="t" r="r" b="b"/>
              <a:pathLst>
                <a:path w="561340" h="1993264">
                  <a:moveTo>
                    <a:pt x="561176" y="0"/>
                  </a:moveTo>
                  <a:lnTo>
                    <a:pt x="512729" y="2292"/>
                  </a:lnTo>
                  <a:lnTo>
                    <a:pt x="466078" y="8252"/>
                  </a:lnTo>
                  <a:lnTo>
                    <a:pt x="421470" y="18087"/>
                  </a:lnTo>
                  <a:lnTo>
                    <a:pt x="379149" y="32005"/>
                  </a:lnTo>
                  <a:lnTo>
                    <a:pt x="339362" y="50214"/>
                  </a:lnTo>
                  <a:lnTo>
                    <a:pt x="302354" y="72921"/>
                  </a:lnTo>
                  <a:lnTo>
                    <a:pt x="268370" y="100335"/>
                  </a:lnTo>
                  <a:lnTo>
                    <a:pt x="237657" y="132662"/>
                  </a:lnTo>
                  <a:lnTo>
                    <a:pt x="210460" y="170111"/>
                  </a:lnTo>
                  <a:lnTo>
                    <a:pt x="187025" y="212890"/>
                  </a:lnTo>
                  <a:lnTo>
                    <a:pt x="167596" y="261206"/>
                  </a:lnTo>
                  <a:lnTo>
                    <a:pt x="155578" y="294120"/>
                  </a:lnTo>
                  <a:lnTo>
                    <a:pt x="138757" y="338976"/>
                  </a:lnTo>
                  <a:lnTo>
                    <a:pt x="120303" y="390703"/>
                  </a:lnTo>
                  <a:lnTo>
                    <a:pt x="103388" y="444231"/>
                  </a:lnTo>
                  <a:lnTo>
                    <a:pt x="91182" y="494487"/>
                  </a:lnTo>
                  <a:lnTo>
                    <a:pt x="86857" y="536400"/>
                  </a:lnTo>
                  <a:lnTo>
                    <a:pt x="93582" y="564900"/>
                  </a:lnTo>
                  <a:lnTo>
                    <a:pt x="114530" y="574914"/>
                  </a:lnTo>
                  <a:lnTo>
                    <a:pt x="135280" y="580794"/>
                  </a:lnTo>
                  <a:lnTo>
                    <a:pt x="148028" y="598838"/>
                  </a:lnTo>
                  <a:lnTo>
                    <a:pt x="153939" y="627273"/>
                  </a:lnTo>
                  <a:lnTo>
                    <a:pt x="154181" y="664330"/>
                  </a:lnTo>
                  <a:lnTo>
                    <a:pt x="149916" y="708239"/>
                  </a:lnTo>
                  <a:lnTo>
                    <a:pt x="142311" y="757228"/>
                  </a:lnTo>
                  <a:lnTo>
                    <a:pt x="132532" y="809527"/>
                  </a:lnTo>
                  <a:lnTo>
                    <a:pt x="111109" y="916975"/>
                  </a:lnTo>
                  <a:lnTo>
                    <a:pt x="101797" y="968583"/>
                  </a:lnTo>
                  <a:lnTo>
                    <a:pt x="94970" y="1016419"/>
                  </a:lnTo>
                  <a:lnTo>
                    <a:pt x="77778" y="1168460"/>
                  </a:lnTo>
                  <a:lnTo>
                    <a:pt x="62155" y="1317779"/>
                  </a:lnTo>
                  <a:lnTo>
                    <a:pt x="39196" y="1553148"/>
                  </a:lnTo>
                  <a:lnTo>
                    <a:pt x="0" y="1963343"/>
                  </a:lnTo>
                  <a:lnTo>
                    <a:pt x="88079" y="1986122"/>
                  </a:lnTo>
                  <a:lnTo>
                    <a:pt x="138970" y="1993110"/>
                  </a:lnTo>
                  <a:lnTo>
                    <a:pt x="172053" y="1983762"/>
                  </a:lnTo>
                  <a:lnTo>
                    <a:pt x="206705" y="1957532"/>
                  </a:lnTo>
                  <a:lnTo>
                    <a:pt x="206880" y="1938107"/>
                  </a:lnTo>
                  <a:lnTo>
                    <a:pt x="208102" y="1884916"/>
                  </a:lnTo>
                  <a:lnTo>
                    <a:pt x="211419" y="1805582"/>
                  </a:lnTo>
                  <a:lnTo>
                    <a:pt x="217878" y="1707728"/>
                  </a:lnTo>
                  <a:lnTo>
                    <a:pt x="223362" y="1655041"/>
                  </a:lnTo>
                  <a:lnTo>
                    <a:pt x="232872" y="1579622"/>
                  </a:lnTo>
                  <a:lnTo>
                    <a:pt x="245567" y="1485925"/>
                  </a:lnTo>
                  <a:lnTo>
                    <a:pt x="294366" y="1139737"/>
                  </a:lnTo>
                  <a:lnTo>
                    <a:pt x="319596" y="957598"/>
                  </a:lnTo>
                  <a:lnTo>
                    <a:pt x="334800" y="843034"/>
                  </a:lnTo>
                  <a:lnTo>
                    <a:pt x="341602" y="789482"/>
                  </a:lnTo>
                  <a:lnTo>
                    <a:pt x="347731" y="739159"/>
                  </a:lnTo>
                  <a:lnTo>
                    <a:pt x="353081" y="692623"/>
                  </a:lnTo>
                  <a:lnTo>
                    <a:pt x="357549" y="650430"/>
                  </a:lnTo>
                  <a:lnTo>
                    <a:pt x="375850" y="484849"/>
                  </a:lnTo>
                  <a:lnTo>
                    <a:pt x="399235" y="371431"/>
                  </a:lnTo>
                  <a:lnTo>
                    <a:pt x="443260" y="257773"/>
                  </a:lnTo>
                  <a:lnTo>
                    <a:pt x="523481" y="91473"/>
                  </a:lnTo>
                  <a:lnTo>
                    <a:pt x="505216" y="60636"/>
                  </a:lnTo>
                  <a:lnTo>
                    <a:pt x="503055" y="40828"/>
                  </a:lnTo>
                  <a:lnTo>
                    <a:pt x="520530" y="23475"/>
                  </a:lnTo>
                  <a:lnTo>
                    <a:pt x="5611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7061751" y="3153761"/>
              <a:ext cx="297180" cy="346075"/>
            </a:xfrm>
            <a:custGeom>
              <a:avLst/>
              <a:gdLst/>
              <a:ahLst/>
              <a:cxnLst/>
              <a:rect l="l" t="t" r="r" b="b"/>
              <a:pathLst>
                <a:path w="297179" h="346075">
                  <a:moveTo>
                    <a:pt x="294336" y="0"/>
                  </a:moveTo>
                  <a:lnTo>
                    <a:pt x="243948" y="664"/>
                  </a:lnTo>
                  <a:lnTo>
                    <a:pt x="203987" y="5317"/>
                  </a:lnTo>
                  <a:lnTo>
                    <a:pt x="153602" y="17947"/>
                  </a:lnTo>
                  <a:lnTo>
                    <a:pt x="71945" y="42543"/>
                  </a:lnTo>
                  <a:lnTo>
                    <a:pt x="30365" y="60286"/>
                  </a:lnTo>
                  <a:lnTo>
                    <a:pt x="0" y="83180"/>
                  </a:lnTo>
                  <a:lnTo>
                    <a:pt x="1419" y="98102"/>
                  </a:lnTo>
                  <a:lnTo>
                    <a:pt x="5857" y="109346"/>
                  </a:lnTo>
                  <a:lnTo>
                    <a:pt x="13724" y="116339"/>
                  </a:lnTo>
                  <a:lnTo>
                    <a:pt x="25433" y="118509"/>
                  </a:lnTo>
                  <a:lnTo>
                    <a:pt x="45647" y="126467"/>
                  </a:lnTo>
                  <a:lnTo>
                    <a:pt x="59299" y="152344"/>
                  </a:lnTo>
                  <a:lnTo>
                    <a:pt x="64966" y="196981"/>
                  </a:lnTo>
                  <a:lnTo>
                    <a:pt x="61224" y="261214"/>
                  </a:lnTo>
                  <a:lnTo>
                    <a:pt x="46647" y="345884"/>
                  </a:lnTo>
                  <a:lnTo>
                    <a:pt x="79310" y="331184"/>
                  </a:lnTo>
                  <a:lnTo>
                    <a:pt x="117439" y="301991"/>
                  </a:lnTo>
                  <a:lnTo>
                    <a:pt x="158309" y="265258"/>
                  </a:lnTo>
                  <a:lnTo>
                    <a:pt x="199193" y="227939"/>
                  </a:lnTo>
                  <a:lnTo>
                    <a:pt x="237364" y="196987"/>
                  </a:lnTo>
                  <a:lnTo>
                    <a:pt x="270096" y="179355"/>
                  </a:lnTo>
                  <a:lnTo>
                    <a:pt x="275138" y="140785"/>
                  </a:lnTo>
                  <a:lnTo>
                    <a:pt x="281378" y="102439"/>
                  </a:lnTo>
                  <a:lnTo>
                    <a:pt x="288679" y="64473"/>
                  </a:lnTo>
                  <a:lnTo>
                    <a:pt x="296901" y="27046"/>
                  </a:lnTo>
                  <a:lnTo>
                    <a:pt x="294336" y="0"/>
                  </a:lnTo>
                  <a:close/>
                </a:path>
              </a:pathLst>
            </a:custGeom>
            <a:solidFill>
              <a:srgbClr val="C5C5C8">
                <a:alpha val="5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7019226" y="3161256"/>
              <a:ext cx="368300" cy="250190"/>
            </a:xfrm>
            <a:custGeom>
              <a:avLst/>
              <a:gdLst/>
              <a:ahLst/>
              <a:cxnLst/>
              <a:rect l="l" t="t" r="r" b="b"/>
              <a:pathLst>
                <a:path w="368300" h="250189">
                  <a:moveTo>
                    <a:pt x="275758" y="0"/>
                  </a:moveTo>
                  <a:lnTo>
                    <a:pt x="202249" y="7331"/>
                  </a:lnTo>
                  <a:lnTo>
                    <a:pt x="107237" y="29518"/>
                  </a:lnTo>
                  <a:lnTo>
                    <a:pt x="61680" y="50181"/>
                  </a:lnTo>
                  <a:lnTo>
                    <a:pt x="28940" y="78370"/>
                  </a:lnTo>
                  <a:lnTo>
                    <a:pt x="8539" y="111251"/>
                  </a:lnTo>
                  <a:lnTo>
                    <a:pt x="0" y="145986"/>
                  </a:lnTo>
                  <a:lnTo>
                    <a:pt x="2843" y="179739"/>
                  </a:lnTo>
                  <a:lnTo>
                    <a:pt x="16592" y="209675"/>
                  </a:lnTo>
                  <a:lnTo>
                    <a:pt x="40768" y="232956"/>
                  </a:lnTo>
                  <a:lnTo>
                    <a:pt x="74893" y="246747"/>
                  </a:lnTo>
                  <a:lnTo>
                    <a:pt x="102669" y="249745"/>
                  </a:lnTo>
                  <a:lnTo>
                    <a:pt x="142473" y="238573"/>
                  </a:lnTo>
                  <a:lnTo>
                    <a:pt x="221796" y="202277"/>
                  </a:lnTo>
                  <a:lnTo>
                    <a:pt x="368130" y="129903"/>
                  </a:lnTo>
                  <a:lnTo>
                    <a:pt x="354009" y="93101"/>
                  </a:lnTo>
                  <a:lnTo>
                    <a:pt x="346375" y="67551"/>
                  </a:lnTo>
                  <a:lnTo>
                    <a:pt x="342596" y="41298"/>
                  </a:lnTo>
                  <a:lnTo>
                    <a:pt x="340036" y="2388"/>
                  </a:lnTo>
                  <a:lnTo>
                    <a:pt x="323207" y="645"/>
                  </a:lnTo>
                  <a:lnTo>
                    <a:pt x="275758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279920" y="3013760"/>
              <a:ext cx="445770" cy="539115"/>
            </a:xfrm>
            <a:custGeom>
              <a:avLst/>
              <a:gdLst/>
              <a:ahLst/>
              <a:cxnLst/>
              <a:rect l="l" t="t" r="r" b="b"/>
              <a:pathLst>
                <a:path w="445770" h="539114">
                  <a:moveTo>
                    <a:pt x="61453" y="0"/>
                  </a:moveTo>
                  <a:lnTo>
                    <a:pt x="0" y="485074"/>
                  </a:lnTo>
                  <a:lnTo>
                    <a:pt x="368208" y="539009"/>
                  </a:lnTo>
                  <a:lnTo>
                    <a:pt x="445546" y="56469"/>
                  </a:lnTo>
                  <a:lnTo>
                    <a:pt x="61453" y="0"/>
                  </a:lnTo>
                  <a:close/>
                </a:path>
              </a:pathLst>
            </a:custGeom>
            <a:solidFill>
              <a:srgbClr val="C3926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279924" y="3063169"/>
              <a:ext cx="445770" cy="490220"/>
            </a:xfrm>
            <a:custGeom>
              <a:avLst/>
              <a:gdLst/>
              <a:ahLst/>
              <a:cxnLst/>
              <a:rect l="l" t="t" r="r" b="b"/>
              <a:pathLst>
                <a:path w="445770" h="490220">
                  <a:moveTo>
                    <a:pt x="397527" y="0"/>
                  </a:moveTo>
                  <a:lnTo>
                    <a:pt x="387799" y="60689"/>
                  </a:lnTo>
                  <a:lnTo>
                    <a:pt x="377242" y="108404"/>
                  </a:lnTo>
                  <a:lnTo>
                    <a:pt x="361519" y="153445"/>
                  </a:lnTo>
                  <a:lnTo>
                    <a:pt x="341018" y="195518"/>
                  </a:lnTo>
                  <a:lnTo>
                    <a:pt x="316128" y="234326"/>
                  </a:lnTo>
                  <a:lnTo>
                    <a:pt x="287237" y="269576"/>
                  </a:lnTo>
                  <a:lnTo>
                    <a:pt x="254731" y="300972"/>
                  </a:lnTo>
                  <a:lnTo>
                    <a:pt x="219000" y="328219"/>
                  </a:lnTo>
                  <a:lnTo>
                    <a:pt x="180431" y="351023"/>
                  </a:lnTo>
                  <a:lnTo>
                    <a:pt x="139413" y="369088"/>
                  </a:lnTo>
                  <a:lnTo>
                    <a:pt x="96333" y="382120"/>
                  </a:lnTo>
                  <a:lnTo>
                    <a:pt x="51579" y="389824"/>
                  </a:lnTo>
                  <a:lnTo>
                    <a:pt x="5539" y="391904"/>
                  </a:lnTo>
                  <a:lnTo>
                    <a:pt x="0" y="435672"/>
                  </a:lnTo>
                  <a:lnTo>
                    <a:pt x="368198" y="489608"/>
                  </a:lnTo>
                  <a:lnTo>
                    <a:pt x="445546" y="7057"/>
                  </a:lnTo>
                  <a:lnTo>
                    <a:pt x="397527" y="0"/>
                  </a:lnTo>
                  <a:close/>
                </a:path>
              </a:pathLst>
            </a:custGeom>
            <a:solidFill>
              <a:srgbClr val="C3926F">
                <a:alpha val="25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5" name="object 14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361683" y="3120154"/>
              <a:ext cx="250417" cy="229264"/>
            </a:xfrm>
            <a:prstGeom prst="rect">
              <a:avLst/>
            </a:prstGeom>
          </p:spPr>
        </p:pic>
        <p:sp>
          <p:nvSpPr>
            <p:cNvPr id="146" name="object 146" descr=""/>
            <p:cNvSpPr/>
            <p:nvPr/>
          </p:nvSpPr>
          <p:spPr>
            <a:xfrm>
              <a:off x="7030123" y="2710020"/>
              <a:ext cx="970280" cy="887730"/>
            </a:xfrm>
            <a:custGeom>
              <a:avLst/>
              <a:gdLst/>
              <a:ahLst/>
              <a:cxnLst/>
              <a:rect l="l" t="t" r="r" b="b"/>
              <a:pathLst>
                <a:path w="970279" h="887729">
                  <a:moveTo>
                    <a:pt x="73761" y="503707"/>
                  </a:moveTo>
                  <a:lnTo>
                    <a:pt x="60210" y="389458"/>
                  </a:lnTo>
                  <a:lnTo>
                    <a:pt x="0" y="552234"/>
                  </a:lnTo>
                  <a:lnTo>
                    <a:pt x="73761" y="503707"/>
                  </a:lnTo>
                  <a:close/>
                </a:path>
                <a:path w="970279" h="887729">
                  <a:moveTo>
                    <a:pt x="970153" y="606666"/>
                  </a:moveTo>
                  <a:lnTo>
                    <a:pt x="970000" y="546912"/>
                  </a:lnTo>
                  <a:lnTo>
                    <a:pt x="967778" y="486371"/>
                  </a:lnTo>
                  <a:lnTo>
                    <a:pt x="963637" y="426415"/>
                  </a:lnTo>
                  <a:lnTo>
                    <a:pt x="957681" y="368427"/>
                  </a:lnTo>
                  <a:lnTo>
                    <a:pt x="950074" y="313766"/>
                  </a:lnTo>
                  <a:lnTo>
                    <a:pt x="940917" y="263804"/>
                  </a:lnTo>
                  <a:lnTo>
                    <a:pt x="930363" y="219938"/>
                  </a:lnTo>
                  <a:lnTo>
                    <a:pt x="918527" y="183515"/>
                  </a:lnTo>
                  <a:lnTo>
                    <a:pt x="863498" y="89750"/>
                  </a:lnTo>
                  <a:lnTo>
                    <a:pt x="821499" y="51460"/>
                  </a:lnTo>
                  <a:lnTo>
                    <a:pt x="754367" y="26403"/>
                  </a:lnTo>
                  <a:lnTo>
                    <a:pt x="636917" y="0"/>
                  </a:lnTo>
                  <a:lnTo>
                    <a:pt x="667829" y="16103"/>
                  </a:lnTo>
                  <a:lnTo>
                    <a:pt x="732790" y="68224"/>
                  </a:lnTo>
                  <a:lnTo>
                    <a:pt x="790181" y="162013"/>
                  </a:lnTo>
                  <a:lnTo>
                    <a:pt x="798334" y="303161"/>
                  </a:lnTo>
                  <a:lnTo>
                    <a:pt x="775246" y="433920"/>
                  </a:lnTo>
                  <a:lnTo>
                    <a:pt x="765251" y="515620"/>
                  </a:lnTo>
                  <a:lnTo>
                    <a:pt x="766318" y="582561"/>
                  </a:lnTo>
                  <a:lnTo>
                    <a:pt x="776363" y="669048"/>
                  </a:lnTo>
                  <a:lnTo>
                    <a:pt x="737349" y="629818"/>
                  </a:lnTo>
                  <a:lnTo>
                    <a:pt x="702564" y="603034"/>
                  </a:lnTo>
                  <a:lnTo>
                    <a:pt x="652399" y="576364"/>
                  </a:lnTo>
                  <a:lnTo>
                    <a:pt x="567232" y="537464"/>
                  </a:lnTo>
                  <a:lnTo>
                    <a:pt x="480568" y="639597"/>
                  </a:lnTo>
                  <a:lnTo>
                    <a:pt x="531863" y="685952"/>
                  </a:lnTo>
                  <a:lnTo>
                    <a:pt x="652513" y="783856"/>
                  </a:lnTo>
                  <a:lnTo>
                    <a:pt x="792657" y="871626"/>
                  </a:lnTo>
                  <a:lnTo>
                    <a:pt x="902449" y="887564"/>
                  </a:lnTo>
                  <a:lnTo>
                    <a:pt x="920419" y="871778"/>
                  </a:lnTo>
                  <a:lnTo>
                    <a:pt x="947521" y="810348"/>
                  </a:lnTo>
                  <a:lnTo>
                    <a:pt x="956932" y="767473"/>
                  </a:lnTo>
                  <a:lnTo>
                    <a:pt x="963752" y="718324"/>
                  </a:lnTo>
                  <a:lnTo>
                    <a:pt x="968121" y="664260"/>
                  </a:lnTo>
                  <a:lnTo>
                    <a:pt x="970153" y="606666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240521" y="2909191"/>
              <a:ext cx="73025" cy="259715"/>
            </a:xfrm>
            <a:custGeom>
              <a:avLst/>
              <a:gdLst/>
              <a:ahLst/>
              <a:cxnLst/>
              <a:rect l="l" t="t" r="r" b="b"/>
              <a:pathLst>
                <a:path w="73025" h="259714">
                  <a:moveTo>
                    <a:pt x="72919" y="0"/>
                  </a:moveTo>
                  <a:lnTo>
                    <a:pt x="53278" y="114009"/>
                  </a:lnTo>
                  <a:lnTo>
                    <a:pt x="29128" y="194910"/>
                  </a:lnTo>
                  <a:lnTo>
                    <a:pt x="8644" y="243133"/>
                  </a:lnTo>
                  <a:lnTo>
                    <a:pt x="0" y="259112"/>
                  </a:lnTo>
                  <a:lnTo>
                    <a:pt x="34951" y="252892"/>
                  </a:lnTo>
                  <a:lnTo>
                    <a:pt x="72919" y="0"/>
                  </a:lnTo>
                  <a:close/>
                </a:path>
              </a:pathLst>
            </a:custGeom>
            <a:solidFill>
              <a:srgbClr val="C5C7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521002" y="2623062"/>
              <a:ext cx="147827" cy="234977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7376744" y="2696495"/>
              <a:ext cx="412115" cy="340995"/>
            </a:xfrm>
            <a:custGeom>
              <a:avLst/>
              <a:gdLst/>
              <a:ahLst/>
              <a:cxnLst/>
              <a:rect l="l" t="t" r="r" b="b"/>
              <a:pathLst>
                <a:path w="412115" h="340994">
                  <a:moveTo>
                    <a:pt x="144335" y="7454"/>
                  </a:moveTo>
                  <a:lnTo>
                    <a:pt x="144246" y="1727"/>
                  </a:lnTo>
                  <a:lnTo>
                    <a:pt x="94170" y="0"/>
                  </a:lnTo>
                  <a:lnTo>
                    <a:pt x="66382" y="2057"/>
                  </a:lnTo>
                  <a:lnTo>
                    <a:pt x="50888" y="10274"/>
                  </a:lnTo>
                  <a:lnTo>
                    <a:pt x="37693" y="27000"/>
                  </a:lnTo>
                  <a:lnTo>
                    <a:pt x="46570" y="85864"/>
                  </a:lnTo>
                  <a:lnTo>
                    <a:pt x="0" y="101358"/>
                  </a:lnTo>
                  <a:lnTo>
                    <a:pt x="31661" y="296938"/>
                  </a:lnTo>
                  <a:lnTo>
                    <a:pt x="107670" y="127990"/>
                  </a:lnTo>
                  <a:lnTo>
                    <a:pt x="117233" y="105410"/>
                  </a:lnTo>
                  <a:lnTo>
                    <a:pt x="133184" y="58978"/>
                  </a:lnTo>
                  <a:lnTo>
                    <a:pt x="143421" y="15303"/>
                  </a:lnTo>
                  <a:lnTo>
                    <a:pt x="144335" y="7454"/>
                  </a:lnTo>
                  <a:close/>
                </a:path>
                <a:path w="412115" h="340994">
                  <a:moveTo>
                    <a:pt x="411556" y="113944"/>
                  </a:moveTo>
                  <a:lnTo>
                    <a:pt x="397116" y="66573"/>
                  </a:lnTo>
                  <a:lnTo>
                    <a:pt x="379857" y="39979"/>
                  </a:lnTo>
                  <a:lnTo>
                    <a:pt x="348576" y="24434"/>
                  </a:lnTo>
                  <a:lnTo>
                    <a:pt x="292074" y="10210"/>
                  </a:lnTo>
                  <a:lnTo>
                    <a:pt x="270052" y="49695"/>
                  </a:lnTo>
                  <a:lnTo>
                    <a:pt x="261886" y="97282"/>
                  </a:lnTo>
                  <a:lnTo>
                    <a:pt x="266852" y="183934"/>
                  </a:lnTo>
                  <a:lnTo>
                    <a:pt x="284200" y="340626"/>
                  </a:lnTo>
                  <a:lnTo>
                    <a:pt x="366852" y="238836"/>
                  </a:lnTo>
                  <a:lnTo>
                    <a:pt x="322160" y="131381"/>
                  </a:lnTo>
                  <a:lnTo>
                    <a:pt x="411556" y="113944"/>
                  </a:lnTo>
                  <a:close/>
                </a:path>
              </a:pathLst>
            </a:custGeom>
            <a:solidFill>
              <a:srgbClr val="C5C7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520999" y="2623066"/>
              <a:ext cx="147827" cy="77620"/>
            </a:xfrm>
            <a:prstGeom prst="rect">
              <a:avLst/>
            </a:prstGeom>
          </p:spPr>
        </p:pic>
        <p:sp>
          <p:nvSpPr>
            <p:cNvPr id="151" name="object 151" descr=""/>
            <p:cNvSpPr/>
            <p:nvPr/>
          </p:nvSpPr>
          <p:spPr>
            <a:xfrm>
              <a:off x="7413699" y="2247028"/>
              <a:ext cx="316865" cy="439420"/>
            </a:xfrm>
            <a:custGeom>
              <a:avLst/>
              <a:gdLst/>
              <a:ahLst/>
              <a:cxnLst/>
              <a:rect l="l" t="t" r="r" b="b"/>
              <a:pathLst>
                <a:path w="316865" h="439419">
                  <a:moveTo>
                    <a:pt x="157529" y="0"/>
                  </a:moveTo>
                  <a:lnTo>
                    <a:pt x="116091" y="3570"/>
                  </a:lnTo>
                  <a:lnTo>
                    <a:pt x="75957" y="17532"/>
                  </a:lnTo>
                  <a:lnTo>
                    <a:pt x="40928" y="42073"/>
                  </a:lnTo>
                  <a:lnTo>
                    <a:pt x="14806" y="77383"/>
                  </a:lnTo>
                  <a:lnTo>
                    <a:pt x="1393" y="123650"/>
                  </a:lnTo>
                  <a:lnTo>
                    <a:pt x="0" y="171676"/>
                  </a:lnTo>
                  <a:lnTo>
                    <a:pt x="5573" y="222056"/>
                  </a:lnTo>
                  <a:lnTo>
                    <a:pt x="17299" y="272384"/>
                  </a:lnTo>
                  <a:lnTo>
                    <a:pt x="34365" y="320252"/>
                  </a:lnTo>
                  <a:lnTo>
                    <a:pt x="55957" y="363255"/>
                  </a:lnTo>
                  <a:lnTo>
                    <a:pt x="81261" y="398987"/>
                  </a:lnTo>
                  <a:lnTo>
                    <a:pt x="109465" y="425040"/>
                  </a:lnTo>
                  <a:lnTo>
                    <a:pt x="139754" y="439010"/>
                  </a:lnTo>
                  <a:lnTo>
                    <a:pt x="171315" y="438488"/>
                  </a:lnTo>
                  <a:lnTo>
                    <a:pt x="227458" y="421274"/>
                  </a:lnTo>
                  <a:lnTo>
                    <a:pt x="261299" y="397130"/>
                  </a:lnTo>
                  <a:lnTo>
                    <a:pt x="286450" y="349491"/>
                  </a:lnTo>
                  <a:lnTo>
                    <a:pt x="316525" y="261792"/>
                  </a:lnTo>
                  <a:lnTo>
                    <a:pt x="312471" y="240408"/>
                  </a:lnTo>
                  <a:lnTo>
                    <a:pt x="300307" y="187097"/>
                  </a:lnTo>
                  <a:lnTo>
                    <a:pt x="280033" y="118125"/>
                  </a:lnTo>
                  <a:lnTo>
                    <a:pt x="251647" y="49757"/>
                  </a:lnTo>
                  <a:lnTo>
                    <a:pt x="196469" y="6633"/>
                  </a:lnTo>
                  <a:lnTo>
                    <a:pt x="157529" y="0"/>
                  </a:lnTo>
                  <a:close/>
                </a:path>
              </a:pathLst>
            </a:custGeom>
            <a:solidFill>
              <a:srgbClr val="FAD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7409373" y="2216462"/>
              <a:ext cx="363220" cy="330835"/>
            </a:xfrm>
            <a:custGeom>
              <a:avLst/>
              <a:gdLst/>
              <a:ahLst/>
              <a:cxnLst/>
              <a:rect l="l" t="t" r="r" b="b"/>
              <a:pathLst>
                <a:path w="363220" h="330835">
                  <a:moveTo>
                    <a:pt x="178734" y="0"/>
                  </a:moveTo>
                  <a:lnTo>
                    <a:pt x="57584" y="18275"/>
                  </a:lnTo>
                  <a:lnTo>
                    <a:pt x="7938" y="83534"/>
                  </a:lnTo>
                  <a:lnTo>
                    <a:pt x="0" y="153610"/>
                  </a:lnTo>
                  <a:lnTo>
                    <a:pt x="3975" y="186339"/>
                  </a:lnTo>
                  <a:lnTo>
                    <a:pt x="113928" y="156644"/>
                  </a:lnTo>
                  <a:lnTo>
                    <a:pt x="173248" y="132151"/>
                  </a:lnTo>
                  <a:lnTo>
                    <a:pt x="202335" y="99724"/>
                  </a:lnTo>
                  <a:lnTo>
                    <a:pt x="221591" y="46228"/>
                  </a:lnTo>
                  <a:lnTo>
                    <a:pt x="222021" y="162277"/>
                  </a:lnTo>
                  <a:lnTo>
                    <a:pt x="232058" y="230566"/>
                  </a:lnTo>
                  <a:lnTo>
                    <a:pt x="260607" y="277742"/>
                  </a:lnTo>
                  <a:lnTo>
                    <a:pt x="316572" y="330450"/>
                  </a:lnTo>
                  <a:lnTo>
                    <a:pt x="362009" y="153868"/>
                  </a:lnTo>
                  <a:lnTo>
                    <a:pt x="362796" y="60585"/>
                  </a:lnTo>
                  <a:lnTo>
                    <a:pt x="306012" y="19622"/>
                  </a:lnTo>
                  <a:lnTo>
                    <a:pt x="178734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3" name="object 153" descr=""/>
          <p:cNvGrpSpPr/>
          <p:nvPr/>
        </p:nvGrpSpPr>
        <p:grpSpPr>
          <a:xfrm>
            <a:off x="5667083" y="7265662"/>
            <a:ext cx="264795" cy="1359535"/>
            <a:chOff x="5667083" y="7265662"/>
            <a:chExt cx="264795" cy="1359535"/>
          </a:xfrm>
        </p:grpSpPr>
        <p:sp>
          <p:nvSpPr>
            <p:cNvPr id="154" name="object 154" descr=""/>
            <p:cNvSpPr/>
            <p:nvPr/>
          </p:nvSpPr>
          <p:spPr>
            <a:xfrm>
              <a:off x="5667083" y="7265662"/>
              <a:ext cx="264795" cy="1359535"/>
            </a:xfrm>
            <a:custGeom>
              <a:avLst/>
              <a:gdLst/>
              <a:ahLst/>
              <a:cxnLst/>
              <a:rect l="l" t="t" r="r" b="b"/>
              <a:pathLst>
                <a:path w="264795" h="1359534">
                  <a:moveTo>
                    <a:pt x="0" y="0"/>
                  </a:moveTo>
                  <a:lnTo>
                    <a:pt x="73369" y="546569"/>
                  </a:lnTo>
                  <a:lnTo>
                    <a:pt x="132540" y="1021591"/>
                  </a:lnTo>
                  <a:lnTo>
                    <a:pt x="132205" y="1021623"/>
                  </a:lnTo>
                  <a:lnTo>
                    <a:pt x="106122" y="1125128"/>
                  </a:lnTo>
                  <a:lnTo>
                    <a:pt x="97284" y="1239229"/>
                  </a:lnTo>
                  <a:lnTo>
                    <a:pt x="115228" y="1233895"/>
                  </a:lnTo>
                  <a:lnTo>
                    <a:pt x="127674" y="1219163"/>
                  </a:lnTo>
                  <a:lnTo>
                    <a:pt x="135498" y="1199689"/>
                  </a:lnTo>
                  <a:lnTo>
                    <a:pt x="139576" y="1180131"/>
                  </a:lnTo>
                  <a:lnTo>
                    <a:pt x="144338" y="1167392"/>
                  </a:lnTo>
                  <a:lnTo>
                    <a:pt x="151568" y="1162825"/>
                  </a:lnTo>
                  <a:lnTo>
                    <a:pt x="158174" y="1162771"/>
                  </a:lnTo>
                  <a:lnTo>
                    <a:pt x="161063" y="1163566"/>
                  </a:lnTo>
                  <a:lnTo>
                    <a:pt x="170329" y="1283018"/>
                  </a:lnTo>
                  <a:lnTo>
                    <a:pt x="169235" y="1299352"/>
                  </a:lnTo>
                  <a:lnTo>
                    <a:pt x="165208" y="1314915"/>
                  </a:lnTo>
                  <a:lnTo>
                    <a:pt x="161022" y="1328102"/>
                  </a:lnTo>
                  <a:lnTo>
                    <a:pt x="159450" y="1337310"/>
                  </a:lnTo>
                  <a:lnTo>
                    <a:pt x="165073" y="1352383"/>
                  </a:lnTo>
                  <a:lnTo>
                    <a:pt x="174748" y="1358357"/>
                  </a:lnTo>
                  <a:lnTo>
                    <a:pt x="183905" y="1359104"/>
                  </a:lnTo>
                  <a:lnTo>
                    <a:pt x="187973" y="1358492"/>
                  </a:lnTo>
                  <a:lnTo>
                    <a:pt x="240924" y="1289154"/>
                  </a:lnTo>
                  <a:lnTo>
                    <a:pt x="264641" y="1181712"/>
                  </a:lnTo>
                  <a:lnTo>
                    <a:pt x="227333" y="1015393"/>
                  </a:lnTo>
                  <a:lnTo>
                    <a:pt x="208297" y="569668"/>
                  </a:lnTo>
                  <a:lnTo>
                    <a:pt x="173376" y="1097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5793117" y="8238954"/>
              <a:ext cx="105410" cy="50165"/>
            </a:xfrm>
            <a:custGeom>
              <a:avLst/>
              <a:gdLst/>
              <a:ahLst/>
              <a:cxnLst/>
              <a:rect l="l" t="t" r="r" b="b"/>
              <a:pathLst>
                <a:path w="105410" h="50165">
                  <a:moveTo>
                    <a:pt x="0" y="0"/>
                  </a:moveTo>
                  <a:lnTo>
                    <a:pt x="4303" y="50071"/>
                  </a:lnTo>
                  <a:lnTo>
                    <a:pt x="105190" y="48187"/>
                  </a:lnTo>
                  <a:lnTo>
                    <a:pt x="105190" y="199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6" name="object 156" descr=""/>
          <p:cNvGrpSpPr/>
          <p:nvPr/>
        </p:nvGrpSpPr>
        <p:grpSpPr>
          <a:xfrm>
            <a:off x="5009783" y="10004724"/>
            <a:ext cx="730250" cy="129539"/>
            <a:chOff x="5009783" y="10004724"/>
            <a:chExt cx="730250" cy="129539"/>
          </a:xfrm>
        </p:grpSpPr>
        <p:sp>
          <p:nvSpPr>
            <p:cNvPr id="157" name="object 157" descr=""/>
            <p:cNvSpPr/>
            <p:nvPr/>
          </p:nvSpPr>
          <p:spPr>
            <a:xfrm>
              <a:off x="5421641" y="10004727"/>
              <a:ext cx="318135" cy="129539"/>
            </a:xfrm>
            <a:custGeom>
              <a:avLst/>
              <a:gdLst/>
              <a:ahLst/>
              <a:cxnLst/>
              <a:rect l="l" t="t" r="r" b="b"/>
              <a:pathLst>
                <a:path w="318135" h="129540">
                  <a:moveTo>
                    <a:pt x="296776" y="0"/>
                  </a:moveTo>
                  <a:lnTo>
                    <a:pt x="173397" y="0"/>
                  </a:lnTo>
                  <a:lnTo>
                    <a:pt x="81505" y="60521"/>
                  </a:lnTo>
                  <a:lnTo>
                    <a:pt x="36602" y="74542"/>
                  </a:lnTo>
                  <a:lnTo>
                    <a:pt x="12159" y="97690"/>
                  </a:lnTo>
                  <a:lnTo>
                    <a:pt x="2012" y="119358"/>
                  </a:lnTo>
                  <a:lnTo>
                    <a:pt x="0" y="128938"/>
                  </a:lnTo>
                  <a:lnTo>
                    <a:pt x="316492" y="128938"/>
                  </a:lnTo>
                  <a:lnTo>
                    <a:pt x="317851" y="79928"/>
                  </a:lnTo>
                  <a:lnTo>
                    <a:pt x="310580" y="38812"/>
                  </a:lnTo>
                  <a:lnTo>
                    <a:pt x="301336" y="10525"/>
                  </a:lnTo>
                  <a:lnTo>
                    <a:pt x="296776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591835" y="10004724"/>
              <a:ext cx="147657" cy="128938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5009783" y="10004727"/>
              <a:ext cx="382905" cy="129539"/>
            </a:xfrm>
            <a:custGeom>
              <a:avLst/>
              <a:gdLst/>
              <a:ahLst/>
              <a:cxnLst/>
              <a:rect l="l" t="t" r="r" b="b"/>
              <a:pathLst>
                <a:path w="382904" h="129540">
                  <a:moveTo>
                    <a:pt x="361517" y="0"/>
                  </a:moveTo>
                  <a:lnTo>
                    <a:pt x="224432" y="0"/>
                  </a:lnTo>
                  <a:lnTo>
                    <a:pt x="81505" y="60521"/>
                  </a:lnTo>
                  <a:lnTo>
                    <a:pt x="36602" y="74542"/>
                  </a:lnTo>
                  <a:lnTo>
                    <a:pt x="12159" y="97690"/>
                  </a:lnTo>
                  <a:lnTo>
                    <a:pt x="2012" y="119358"/>
                  </a:lnTo>
                  <a:lnTo>
                    <a:pt x="0" y="128938"/>
                  </a:lnTo>
                  <a:lnTo>
                    <a:pt x="381234" y="128938"/>
                  </a:lnTo>
                  <a:lnTo>
                    <a:pt x="382588" y="79928"/>
                  </a:lnTo>
                  <a:lnTo>
                    <a:pt x="375318" y="38812"/>
                  </a:lnTo>
                  <a:lnTo>
                    <a:pt x="366076" y="10525"/>
                  </a:lnTo>
                  <a:lnTo>
                    <a:pt x="361517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139162" y="10004724"/>
              <a:ext cx="253210" cy="128938"/>
            </a:xfrm>
            <a:prstGeom prst="rect">
              <a:avLst/>
            </a:prstGeom>
          </p:spPr>
        </p:pic>
      </p:grpSp>
      <p:grpSp>
        <p:nvGrpSpPr>
          <p:cNvPr id="161" name="object 161" descr=""/>
          <p:cNvGrpSpPr/>
          <p:nvPr/>
        </p:nvGrpSpPr>
        <p:grpSpPr>
          <a:xfrm>
            <a:off x="4942123" y="6538859"/>
            <a:ext cx="961390" cy="3470910"/>
            <a:chOff x="4942123" y="6538859"/>
            <a:chExt cx="961390" cy="3470910"/>
          </a:xfrm>
        </p:grpSpPr>
        <p:sp>
          <p:nvSpPr>
            <p:cNvPr id="162" name="object 162" descr=""/>
            <p:cNvSpPr/>
            <p:nvPr/>
          </p:nvSpPr>
          <p:spPr>
            <a:xfrm>
              <a:off x="4942123" y="8262137"/>
              <a:ext cx="167005" cy="374650"/>
            </a:xfrm>
            <a:custGeom>
              <a:avLst/>
              <a:gdLst/>
              <a:ahLst/>
              <a:cxnLst/>
              <a:rect l="l" t="t" r="r" b="b"/>
              <a:pathLst>
                <a:path w="167004" h="374650">
                  <a:moveTo>
                    <a:pt x="130812" y="0"/>
                  </a:moveTo>
                  <a:lnTo>
                    <a:pt x="107422" y="7512"/>
                  </a:lnTo>
                  <a:lnTo>
                    <a:pt x="82946" y="10291"/>
                  </a:lnTo>
                  <a:lnTo>
                    <a:pt x="58471" y="8317"/>
                  </a:lnTo>
                  <a:lnTo>
                    <a:pt x="35087" y="1570"/>
                  </a:lnTo>
                  <a:lnTo>
                    <a:pt x="35182" y="19433"/>
                  </a:lnTo>
                  <a:lnTo>
                    <a:pt x="35046" y="19433"/>
                  </a:lnTo>
                  <a:lnTo>
                    <a:pt x="0" y="187774"/>
                  </a:lnTo>
                  <a:lnTo>
                    <a:pt x="25140" y="293802"/>
                  </a:lnTo>
                  <a:lnTo>
                    <a:pt x="76646" y="371151"/>
                  </a:lnTo>
                  <a:lnTo>
                    <a:pt x="91489" y="374338"/>
                  </a:lnTo>
                  <a:lnTo>
                    <a:pt x="99345" y="373171"/>
                  </a:lnTo>
                  <a:lnTo>
                    <a:pt x="102830" y="365643"/>
                  </a:lnTo>
                  <a:lnTo>
                    <a:pt x="104562" y="349748"/>
                  </a:lnTo>
                  <a:lnTo>
                    <a:pt x="103204" y="338524"/>
                  </a:lnTo>
                  <a:lnTo>
                    <a:pt x="99705" y="319668"/>
                  </a:lnTo>
                  <a:lnTo>
                    <a:pt x="96294" y="299057"/>
                  </a:lnTo>
                  <a:lnTo>
                    <a:pt x="95201" y="282567"/>
                  </a:lnTo>
                  <a:lnTo>
                    <a:pt x="102290" y="168267"/>
                  </a:lnTo>
                  <a:lnTo>
                    <a:pt x="112680" y="164195"/>
                  </a:lnTo>
                  <a:lnTo>
                    <a:pt x="118389" y="164513"/>
                  </a:lnTo>
                  <a:lnTo>
                    <a:pt x="121435" y="170729"/>
                  </a:lnTo>
                  <a:lnTo>
                    <a:pt x="123839" y="184350"/>
                  </a:lnTo>
                  <a:lnTo>
                    <a:pt x="128170" y="203656"/>
                  </a:lnTo>
                  <a:lnTo>
                    <a:pt x="136214" y="222821"/>
                  </a:lnTo>
                  <a:lnTo>
                    <a:pt x="148763" y="237222"/>
                  </a:lnTo>
                  <a:lnTo>
                    <a:pt x="166612" y="242233"/>
                  </a:lnTo>
                  <a:lnTo>
                    <a:pt x="156110" y="129388"/>
                  </a:lnTo>
                  <a:lnTo>
                    <a:pt x="127922" y="24292"/>
                  </a:lnTo>
                  <a:lnTo>
                    <a:pt x="130812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4972324" y="8262134"/>
              <a:ext cx="102870" cy="43180"/>
            </a:xfrm>
            <a:custGeom>
              <a:avLst/>
              <a:gdLst/>
              <a:ahLst/>
              <a:cxnLst/>
              <a:rect l="l" t="t" r="r" b="b"/>
              <a:pathLst>
                <a:path w="102870" h="43179">
                  <a:moveTo>
                    <a:pt x="100614" y="0"/>
                  </a:moveTo>
                  <a:lnTo>
                    <a:pt x="77223" y="7516"/>
                  </a:lnTo>
                  <a:lnTo>
                    <a:pt x="52744" y="10295"/>
                  </a:lnTo>
                  <a:lnTo>
                    <a:pt x="28269" y="8319"/>
                  </a:lnTo>
                  <a:lnTo>
                    <a:pt x="4889" y="1570"/>
                  </a:lnTo>
                  <a:lnTo>
                    <a:pt x="0" y="42710"/>
                  </a:lnTo>
                  <a:lnTo>
                    <a:pt x="102604" y="42480"/>
                  </a:lnTo>
                  <a:lnTo>
                    <a:pt x="100614" y="0"/>
                  </a:lnTo>
                  <a:close/>
                </a:path>
              </a:pathLst>
            </a:custGeom>
            <a:solidFill>
              <a:srgbClr val="D0D0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5105301" y="8191263"/>
              <a:ext cx="626745" cy="1818005"/>
            </a:xfrm>
            <a:custGeom>
              <a:avLst/>
              <a:gdLst/>
              <a:ahLst/>
              <a:cxnLst/>
              <a:rect l="l" t="t" r="r" b="b"/>
              <a:pathLst>
                <a:path w="626745" h="1818004">
                  <a:moveTo>
                    <a:pt x="615038" y="0"/>
                  </a:moveTo>
                  <a:lnTo>
                    <a:pt x="386705" y="1547"/>
                  </a:lnTo>
                  <a:lnTo>
                    <a:pt x="166345" y="2405"/>
                  </a:lnTo>
                  <a:lnTo>
                    <a:pt x="53995" y="2440"/>
                  </a:lnTo>
                  <a:lnTo>
                    <a:pt x="20660" y="2204"/>
                  </a:lnTo>
                  <a:lnTo>
                    <a:pt x="8093" y="1759"/>
                  </a:lnTo>
                  <a:lnTo>
                    <a:pt x="0" y="330450"/>
                  </a:lnTo>
                  <a:lnTo>
                    <a:pt x="43726" y="1041099"/>
                  </a:lnTo>
                  <a:lnTo>
                    <a:pt x="118247" y="1817976"/>
                  </a:lnTo>
                  <a:lnTo>
                    <a:pt x="266002" y="1813463"/>
                  </a:lnTo>
                  <a:lnTo>
                    <a:pt x="267028" y="1015183"/>
                  </a:lnTo>
                  <a:lnTo>
                    <a:pt x="291844" y="316859"/>
                  </a:lnTo>
                  <a:lnTo>
                    <a:pt x="321864" y="315466"/>
                  </a:lnTo>
                  <a:lnTo>
                    <a:pt x="383946" y="1015194"/>
                  </a:lnTo>
                  <a:lnTo>
                    <a:pt x="482508" y="1817452"/>
                  </a:lnTo>
                  <a:lnTo>
                    <a:pt x="613112" y="1813463"/>
                  </a:lnTo>
                  <a:lnTo>
                    <a:pt x="607353" y="1015183"/>
                  </a:lnTo>
                  <a:lnTo>
                    <a:pt x="626368" y="301289"/>
                  </a:lnTo>
                  <a:lnTo>
                    <a:pt x="61503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5109794" y="8191265"/>
              <a:ext cx="622300" cy="1816735"/>
            </a:xfrm>
            <a:custGeom>
              <a:avLst/>
              <a:gdLst/>
              <a:ahLst/>
              <a:cxnLst/>
              <a:rect l="l" t="t" r="r" b="b"/>
              <a:pathLst>
                <a:path w="622300" h="1816734">
                  <a:moveTo>
                    <a:pt x="287337" y="316865"/>
                  </a:moveTo>
                  <a:lnTo>
                    <a:pt x="270827" y="375539"/>
                  </a:lnTo>
                  <a:lnTo>
                    <a:pt x="264160" y="417614"/>
                  </a:lnTo>
                  <a:lnTo>
                    <a:pt x="257098" y="468312"/>
                  </a:lnTo>
                  <a:lnTo>
                    <a:pt x="249796" y="526021"/>
                  </a:lnTo>
                  <a:lnTo>
                    <a:pt x="242354" y="589165"/>
                  </a:lnTo>
                  <a:lnTo>
                    <a:pt x="234911" y="656132"/>
                  </a:lnTo>
                  <a:lnTo>
                    <a:pt x="227596" y="725335"/>
                  </a:lnTo>
                  <a:lnTo>
                    <a:pt x="220522" y="795197"/>
                  </a:lnTo>
                  <a:lnTo>
                    <a:pt x="213829" y="864108"/>
                  </a:lnTo>
                  <a:lnTo>
                    <a:pt x="207619" y="930478"/>
                  </a:lnTo>
                  <a:lnTo>
                    <a:pt x="202044" y="992720"/>
                  </a:lnTo>
                  <a:lnTo>
                    <a:pt x="197205" y="1049248"/>
                  </a:lnTo>
                  <a:lnTo>
                    <a:pt x="193243" y="1098448"/>
                  </a:lnTo>
                  <a:lnTo>
                    <a:pt x="190284" y="1138745"/>
                  </a:lnTo>
                  <a:lnTo>
                    <a:pt x="186182" y="1218298"/>
                  </a:lnTo>
                  <a:lnTo>
                    <a:pt x="184531" y="1268056"/>
                  </a:lnTo>
                  <a:lnTo>
                    <a:pt x="183413" y="1317828"/>
                  </a:lnTo>
                  <a:lnTo>
                    <a:pt x="182778" y="1367599"/>
                  </a:lnTo>
                  <a:lnTo>
                    <a:pt x="182575" y="1417383"/>
                  </a:lnTo>
                  <a:lnTo>
                    <a:pt x="182727" y="1467154"/>
                  </a:lnTo>
                  <a:lnTo>
                    <a:pt x="183197" y="1516951"/>
                  </a:lnTo>
                  <a:lnTo>
                    <a:pt x="184823" y="1616519"/>
                  </a:lnTo>
                  <a:lnTo>
                    <a:pt x="189230" y="1815680"/>
                  </a:lnTo>
                  <a:lnTo>
                    <a:pt x="261505" y="1813471"/>
                  </a:lnTo>
                  <a:lnTo>
                    <a:pt x="262521" y="1015187"/>
                  </a:lnTo>
                  <a:lnTo>
                    <a:pt x="287337" y="316865"/>
                  </a:lnTo>
                  <a:close/>
                </a:path>
                <a:path w="622300" h="1816734">
                  <a:moveTo>
                    <a:pt x="621868" y="301294"/>
                  </a:moveTo>
                  <a:lnTo>
                    <a:pt x="610539" y="0"/>
                  </a:lnTo>
                  <a:lnTo>
                    <a:pt x="382206" y="1549"/>
                  </a:lnTo>
                  <a:lnTo>
                    <a:pt x="161848" y="2413"/>
                  </a:lnTo>
                  <a:lnTo>
                    <a:pt x="49491" y="2451"/>
                  </a:lnTo>
                  <a:lnTo>
                    <a:pt x="16167" y="2209"/>
                  </a:lnTo>
                  <a:lnTo>
                    <a:pt x="3594" y="1765"/>
                  </a:lnTo>
                  <a:lnTo>
                    <a:pt x="0" y="147421"/>
                  </a:lnTo>
                  <a:lnTo>
                    <a:pt x="7277" y="148247"/>
                  </a:lnTo>
                  <a:lnTo>
                    <a:pt x="65316" y="157314"/>
                  </a:lnTo>
                  <a:lnTo>
                    <a:pt x="129552" y="165290"/>
                  </a:lnTo>
                  <a:lnTo>
                    <a:pt x="198564" y="172593"/>
                  </a:lnTo>
                  <a:lnTo>
                    <a:pt x="267322" y="179044"/>
                  </a:lnTo>
                  <a:lnTo>
                    <a:pt x="330771" y="184416"/>
                  </a:lnTo>
                  <a:lnTo>
                    <a:pt x="383870" y="188506"/>
                  </a:lnTo>
                  <a:lnTo>
                    <a:pt x="438835" y="192036"/>
                  </a:lnTo>
                  <a:lnTo>
                    <a:pt x="479183" y="200291"/>
                  </a:lnTo>
                  <a:lnTo>
                    <a:pt x="530466" y="255092"/>
                  </a:lnTo>
                  <a:lnTo>
                    <a:pt x="540905" y="294106"/>
                  </a:lnTo>
                  <a:lnTo>
                    <a:pt x="547522" y="365125"/>
                  </a:lnTo>
                  <a:lnTo>
                    <a:pt x="550087" y="408216"/>
                  </a:lnTo>
                  <a:lnTo>
                    <a:pt x="552183" y="455764"/>
                  </a:lnTo>
                  <a:lnTo>
                    <a:pt x="553847" y="507339"/>
                  </a:lnTo>
                  <a:lnTo>
                    <a:pt x="555104" y="562508"/>
                  </a:lnTo>
                  <a:lnTo>
                    <a:pt x="556006" y="620801"/>
                  </a:lnTo>
                  <a:lnTo>
                    <a:pt x="556564" y="681799"/>
                  </a:lnTo>
                  <a:lnTo>
                    <a:pt x="556818" y="745070"/>
                  </a:lnTo>
                  <a:lnTo>
                    <a:pt x="556793" y="810158"/>
                  </a:lnTo>
                  <a:lnTo>
                    <a:pt x="556056" y="944029"/>
                  </a:lnTo>
                  <a:lnTo>
                    <a:pt x="554570" y="1079906"/>
                  </a:lnTo>
                  <a:lnTo>
                    <a:pt x="551535" y="1279779"/>
                  </a:lnTo>
                  <a:lnTo>
                    <a:pt x="545553" y="1621739"/>
                  </a:lnTo>
                  <a:lnTo>
                    <a:pt x="544499" y="1705698"/>
                  </a:lnTo>
                  <a:lnTo>
                    <a:pt x="544283" y="1740052"/>
                  </a:lnTo>
                  <a:lnTo>
                    <a:pt x="544322" y="1768754"/>
                  </a:lnTo>
                  <a:lnTo>
                    <a:pt x="544639" y="1791360"/>
                  </a:lnTo>
                  <a:lnTo>
                    <a:pt x="545274" y="1807413"/>
                  </a:lnTo>
                  <a:lnTo>
                    <a:pt x="546252" y="1816493"/>
                  </a:lnTo>
                  <a:lnTo>
                    <a:pt x="608609" y="1813471"/>
                  </a:lnTo>
                  <a:lnTo>
                    <a:pt x="602856" y="1015187"/>
                  </a:lnTo>
                  <a:lnTo>
                    <a:pt x="621868" y="301294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5652356" y="7429938"/>
              <a:ext cx="68580" cy="761365"/>
            </a:xfrm>
            <a:custGeom>
              <a:avLst/>
              <a:gdLst/>
              <a:ahLst/>
              <a:cxnLst/>
              <a:rect l="l" t="t" r="r" b="b"/>
              <a:pathLst>
                <a:path w="68579" h="761365">
                  <a:moveTo>
                    <a:pt x="32375" y="0"/>
                  </a:moveTo>
                  <a:lnTo>
                    <a:pt x="0" y="457881"/>
                  </a:lnTo>
                  <a:lnTo>
                    <a:pt x="25904" y="760249"/>
                  </a:lnTo>
                  <a:lnTo>
                    <a:pt x="67987" y="761327"/>
                  </a:lnTo>
                  <a:lnTo>
                    <a:pt x="64741" y="691130"/>
                  </a:lnTo>
                  <a:lnTo>
                    <a:pt x="40616" y="460006"/>
                  </a:lnTo>
                  <a:lnTo>
                    <a:pt x="51788" y="88552"/>
                  </a:lnTo>
                  <a:lnTo>
                    <a:pt x="3237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965468" y="7028924"/>
              <a:ext cx="937835" cy="1292965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5121004" y="7548508"/>
              <a:ext cx="635" cy="1905"/>
            </a:xfrm>
            <a:custGeom>
              <a:avLst/>
              <a:gdLst/>
              <a:ahLst/>
              <a:cxnLst/>
              <a:rect l="l" t="t" r="r" b="b"/>
              <a:pathLst>
                <a:path w="635" h="1904">
                  <a:moveTo>
                    <a:pt x="94" y="0"/>
                  </a:moveTo>
                  <a:lnTo>
                    <a:pt x="0" y="450"/>
                  </a:lnTo>
                  <a:lnTo>
                    <a:pt x="10" y="1340"/>
                  </a:lnTo>
                  <a:lnTo>
                    <a:pt x="261" y="366"/>
                  </a:lnTo>
                  <a:lnTo>
                    <a:pt x="303" y="167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5234432" y="6573666"/>
              <a:ext cx="339090" cy="600075"/>
            </a:xfrm>
            <a:custGeom>
              <a:avLst/>
              <a:gdLst/>
              <a:ahLst/>
              <a:cxnLst/>
              <a:rect l="l" t="t" r="r" b="b"/>
              <a:pathLst>
                <a:path w="339089" h="600075">
                  <a:moveTo>
                    <a:pt x="338823" y="107061"/>
                  </a:moveTo>
                  <a:lnTo>
                    <a:pt x="137807" y="0"/>
                  </a:lnTo>
                  <a:lnTo>
                    <a:pt x="37934" y="47993"/>
                  </a:lnTo>
                  <a:lnTo>
                    <a:pt x="0" y="107061"/>
                  </a:lnTo>
                  <a:lnTo>
                    <a:pt x="0" y="297967"/>
                  </a:lnTo>
                  <a:lnTo>
                    <a:pt x="8051" y="347916"/>
                  </a:lnTo>
                  <a:lnTo>
                    <a:pt x="30480" y="391299"/>
                  </a:lnTo>
                  <a:lnTo>
                    <a:pt x="64668" y="425513"/>
                  </a:lnTo>
                  <a:lnTo>
                    <a:pt x="82892" y="434949"/>
                  </a:lnTo>
                  <a:lnTo>
                    <a:pt x="82892" y="540956"/>
                  </a:lnTo>
                  <a:lnTo>
                    <a:pt x="109689" y="581342"/>
                  </a:lnTo>
                  <a:lnTo>
                    <a:pt x="148132" y="599338"/>
                  </a:lnTo>
                  <a:lnTo>
                    <a:pt x="190868" y="599605"/>
                  </a:lnTo>
                  <a:lnTo>
                    <a:pt x="230505" y="586841"/>
                  </a:lnTo>
                  <a:lnTo>
                    <a:pt x="259689" y="565734"/>
                  </a:lnTo>
                  <a:lnTo>
                    <a:pt x="271056" y="540956"/>
                  </a:lnTo>
                  <a:lnTo>
                    <a:pt x="271056" y="366636"/>
                  </a:lnTo>
                  <a:lnTo>
                    <a:pt x="312280" y="286207"/>
                  </a:lnTo>
                  <a:lnTo>
                    <a:pt x="330987" y="240906"/>
                  </a:lnTo>
                  <a:lnTo>
                    <a:pt x="338823" y="198920"/>
                  </a:lnTo>
                  <a:lnTo>
                    <a:pt x="338823" y="107061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5214360" y="6538859"/>
              <a:ext cx="361315" cy="420370"/>
            </a:xfrm>
            <a:custGeom>
              <a:avLst/>
              <a:gdLst/>
              <a:ahLst/>
              <a:cxnLst/>
              <a:rect l="l" t="t" r="r" b="b"/>
              <a:pathLst>
                <a:path w="361314" h="420370">
                  <a:moveTo>
                    <a:pt x="177803" y="0"/>
                  </a:moveTo>
                  <a:lnTo>
                    <a:pt x="137361" y="4718"/>
                  </a:lnTo>
                  <a:lnTo>
                    <a:pt x="66243" y="30175"/>
                  </a:lnTo>
                  <a:lnTo>
                    <a:pt x="9209" y="75040"/>
                  </a:lnTo>
                  <a:lnTo>
                    <a:pt x="0" y="114010"/>
                  </a:lnTo>
                  <a:lnTo>
                    <a:pt x="3488" y="129452"/>
                  </a:lnTo>
                  <a:lnTo>
                    <a:pt x="11161" y="141557"/>
                  </a:lnTo>
                  <a:lnTo>
                    <a:pt x="18835" y="149456"/>
                  </a:lnTo>
                  <a:lnTo>
                    <a:pt x="22323" y="152281"/>
                  </a:lnTo>
                  <a:lnTo>
                    <a:pt x="84420" y="124859"/>
                  </a:lnTo>
                  <a:lnTo>
                    <a:pt x="125654" y="114390"/>
                  </a:lnTo>
                  <a:lnTo>
                    <a:pt x="164506" y="119678"/>
                  </a:lnTo>
                  <a:lnTo>
                    <a:pt x="219459" y="139528"/>
                  </a:lnTo>
                  <a:lnTo>
                    <a:pt x="262222" y="180803"/>
                  </a:lnTo>
                  <a:lnTo>
                    <a:pt x="273782" y="255022"/>
                  </a:lnTo>
                  <a:lnTo>
                    <a:pt x="297771" y="255022"/>
                  </a:lnTo>
                  <a:lnTo>
                    <a:pt x="302708" y="241577"/>
                  </a:lnTo>
                  <a:lnTo>
                    <a:pt x="306607" y="234673"/>
                  </a:lnTo>
                  <a:lnTo>
                    <a:pt x="311492" y="232129"/>
                  </a:lnTo>
                  <a:lnTo>
                    <a:pt x="319393" y="231766"/>
                  </a:lnTo>
                  <a:lnTo>
                    <a:pt x="326830" y="232141"/>
                  </a:lnTo>
                  <a:lnTo>
                    <a:pt x="333269" y="235352"/>
                  </a:lnTo>
                  <a:lnTo>
                    <a:pt x="337310" y="244532"/>
                  </a:lnTo>
                  <a:lnTo>
                    <a:pt x="337549" y="262812"/>
                  </a:lnTo>
                  <a:lnTo>
                    <a:pt x="328113" y="310481"/>
                  </a:lnTo>
                  <a:lnTo>
                    <a:pt x="314582" y="334190"/>
                  </a:lnTo>
                  <a:lnTo>
                    <a:pt x="302440" y="342290"/>
                  </a:lnTo>
                  <a:lnTo>
                    <a:pt x="297174" y="343134"/>
                  </a:lnTo>
                  <a:lnTo>
                    <a:pt x="291132" y="401436"/>
                  </a:lnTo>
                  <a:lnTo>
                    <a:pt x="330194" y="357890"/>
                  </a:lnTo>
                  <a:lnTo>
                    <a:pt x="348414" y="309775"/>
                  </a:lnTo>
                  <a:lnTo>
                    <a:pt x="358889" y="243190"/>
                  </a:lnTo>
                  <a:lnTo>
                    <a:pt x="361179" y="191361"/>
                  </a:lnTo>
                  <a:lnTo>
                    <a:pt x="359655" y="152844"/>
                  </a:lnTo>
                  <a:lnTo>
                    <a:pt x="340418" y="93802"/>
                  </a:lnTo>
                  <a:lnTo>
                    <a:pt x="305604" y="47869"/>
                  </a:lnTo>
                  <a:lnTo>
                    <a:pt x="264908" y="18785"/>
                  </a:lnTo>
                  <a:lnTo>
                    <a:pt x="221313" y="3758"/>
                  </a:lnTo>
                  <a:lnTo>
                    <a:pt x="177803" y="0"/>
                  </a:lnTo>
                  <a:close/>
                </a:path>
              </a:pathLst>
            </a:custGeom>
            <a:solidFill>
              <a:srgbClr val="2F2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5317325" y="7000195"/>
              <a:ext cx="408940" cy="1319530"/>
            </a:xfrm>
            <a:custGeom>
              <a:avLst/>
              <a:gdLst/>
              <a:ahLst/>
              <a:cxnLst/>
              <a:rect l="l" t="t" r="r" b="b"/>
              <a:pathLst>
                <a:path w="408939" h="1319529">
                  <a:moveTo>
                    <a:pt x="138874" y="0"/>
                  </a:moveTo>
                  <a:lnTo>
                    <a:pt x="93560" y="26009"/>
                  </a:lnTo>
                  <a:lnTo>
                    <a:pt x="63982" y="35725"/>
                  </a:lnTo>
                  <a:lnTo>
                    <a:pt x="37134" y="30111"/>
                  </a:lnTo>
                  <a:lnTo>
                    <a:pt x="0" y="10096"/>
                  </a:lnTo>
                  <a:lnTo>
                    <a:pt x="0" y="28028"/>
                  </a:lnTo>
                  <a:lnTo>
                    <a:pt x="23012" y="40081"/>
                  </a:lnTo>
                  <a:lnTo>
                    <a:pt x="98056" y="40081"/>
                  </a:lnTo>
                  <a:lnTo>
                    <a:pt x="99542" y="39217"/>
                  </a:lnTo>
                  <a:lnTo>
                    <a:pt x="103035" y="35725"/>
                  </a:lnTo>
                  <a:lnTo>
                    <a:pt x="138874" y="0"/>
                  </a:lnTo>
                  <a:close/>
                </a:path>
                <a:path w="408939" h="1319529">
                  <a:moveTo>
                    <a:pt x="408406" y="1319060"/>
                  </a:moveTo>
                  <a:lnTo>
                    <a:pt x="399313" y="1116558"/>
                  </a:lnTo>
                  <a:lnTo>
                    <a:pt x="375640" y="889762"/>
                  </a:lnTo>
                  <a:lnTo>
                    <a:pt x="387565" y="521322"/>
                  </a:lnTo>
                  <a:lnTo>
                    <a:pt x="380707" y="451294"/>
                  </a:lnTo>
                  <a:lnTo>
                    <a:pt x="337553" y="872451"/>
                  </a:lnTo>
                  <a:lnTo>
                    <a:pt x="356971" y="1114348"/>
                  </a:lnTo>
                  <a:lnTo>
                    <a:pt x="356971" y="1317358"/>
                  </a:lnTo>
                  <a:lnTo>
                    <a:pt x="408406" y="131906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2" name="object 17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269207" y="7020233"/>
              <a:ext cx="283168" cy="226610"/>
            </a:xfrm>
            <a:prstGeom prst="rect">
              <a:avLst/>
            </a:prstGeom>
          </p:spPr>
        </p:pic>
        <p:sp>
          <p:nvSpPr>
            <p:cNvPr id="173" name="object 173" descr=""/>
            <p:cNvSpPr/>
            <p:nvPr/>
          </p:nvSpPr>
          <p:spPr>
            <a:xfrm>
              <a:off x="5052695" y="7242016"/>
              <a:ext cx="850900" cy="1080135"/>
            </a:xfrm>
            <a:custGeom>
              <a:avLst/>
              <a:gdLst/>
              <a:ahLst/>
              <a:cxnLst/>
              <a:rect l="l" t="t" r="r" b="b"/>
              <a:pathLst>
                <a:path w="850900" h="1080134">
                  <a:moveTo>
                    <a:pt x="77304" y="671207"/>
                  </a:moveTo>
                  <a:lnTo>
                    <a:pt x="0" y="1039622"/>
                  </a:lnTo>
                  <a:lnTo>
                    <a:pt x="33337" y="1042924"/>
                  </a:lnTo>
                  <a:lnTo>
                    <a:pt x="77304" y="671207"/>
                  </a:lnTo>
                  <a:close/>
                </a:path>
                <a:path w="850900" h="1080134">
                  <a:moveTo>
                    <a:pt x="108927" y="895578"/>
                  </a:moveTo>
                  <a:lnTo>
                    <a:pt x="108521" y="790702"/>
                  </a:lnTo>
                  <a:lnTo>
                    <a:pt x="105905" y="726147"/>
                  </a:lnTo>
                  <a:lnTo>
                    <a:pt x="100406" y="662825"/>
                  </a:lnTo>
                  <a:lnTo>
                    <a:pt x="61087" y="247357"/>
                  </a:lnTo>
                  <a:lnTo>
                    <a:pt x="18592" y="164490"/>
                  </a:lnTo>
                  <a:lnTo>
                    <a:pt x="47358" y="254457"/>
                  </a:lnTo>
                  <a:lnTo>
                    <a:pt x="78270" y="655472"/>
                  </a:lnTo>
                  <a:lnTo>
                    <a:pt x="52603" y="1079881"/>
                  </a:lnTo>
                  <a:lnTo>
                    <a:pt x="107848" y="1079881"/>
                  </a:lnTo>
                  <a:lnTo>
                    <a:pt x="108927" y="895578"/>
                  </a:lnTo>
                  <a:close/>
                </a:path>
                <a:path w="850900" h="1080134">
                  <a:moveTo>
                    <a:pt x="850595" y="1019276"/>
                  </a:moveTo>
                  <a:lnTo>
                    <a:pt x="830884" y="542048"/>
                  </a:lnTo>
                  <a:lnTo>
                    <a:pt x="789381" y="0"/>
                  </a:lnTo>
                  <a:lnTo>
                    <a:pt x="804278" y="533107"/>
                  </a:lnTo>
                  <a:lnTo>
                    <a:pt x="800112" y="1020127"/>
                  </a:lnTo>
                  <a:lnTo>
                    <a:pt x="850595" y="1019276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4" name="object 174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480689" y="6679875"/>
            <a:ext cx="835280" cy="3453789"/>
          </a:xfrm>
          <a:prstGeom prst="rect">
            <a:avLst/>
          </a:prstGeom>
        </p:spPr>
      </p:pic>
      <p:grpSp>
        <p:nvGrpSpPr>
          <p:cNvPr id="175" name="object 175" descr=""/>
          <p:cNvGrpSpPr/>
          <p:nvPr/>
        </p:nvGrpSpPr>
        <p:grpSpPr>
          <a:xfrm>
            <a:off x="2720527" y="6506964"/>
            <a:ext cx="2273935" cy="3631565"/>
            <a:chOff x="2720527" y="6506964"/>
            <a:chExt cx="2273935" cy="3631565"/>
          </a:xfrm>
        </p:grpSpPr>
        <p:pic>
          <p:nvPicPr>
            <p:cNvPr id="176" name="object 17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731131" y="6506964"/>
              <a:ext cx="2262922" cy="3630985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731131" y="7189727"/>
              <a:ext cx="755966" cy="1614903"/>
            </a:xfrm>
            <a:prstGeom prst="rect">
              <a:avLst/>
            </a:prstGeom>
          </p:spPr>
        </p:pic>
        <p:sp>
          <p:nvSpPr>
            <p:cNvPr id="178" name="object 178" descr=""/>
            <p:cNvSpPr/>
            <p:nvPr/>
          </p:nvSpPr>
          <p:spPr>
            <a:xfrm>
              <a:off x="2903793" y="7189728"/>
              <a:ext cx="455295" cy="172085"/>
            </a:xfrm>
            <a:custGeom>
              <a:avLst/>
              <a:gdLst/>
              <a:ahLst/>
              <a:cxnLst/>
              <a:rect l="l" t="t" r="r" b="b"/>
              <a:pathLst>
                <a:path w="455295" h="172084">
                  <a:moveTo>
                    <a:pt x="228558" y="0"/>
                  </a:moveTo>
                  <a:lnTo>
                    <a:pt x="208255" y="0"/>
                  </a:lnTo>
                  <a:lnTo>
                    <a:pt x="208066" y="1570"/>
                  </a:lnTo>
                  <a:lnTo>
                    <a:pt x="0" y="74500"/>
                  </a:lnTo>
                  <a:lnTo>
                    <a:pt x="50917" y="114882"/>
                  </a:lnTo>
                  <a:lnTo>
                    <a:pt x="86366" y="134731"/>
                  </a:lnTo>
                  <a:lnTo>
                    <a:pt x="157696" y="164893"/>
                  </a:lnTo>
                  <a:lnTo>
                    <a:pt x="210363" y="171521"/>
                  </a:lnTo>
                  <a:lnTo>
                    <a:pt x="266210" y="169649"/>
                  </a:lnTo>
                  <a:lnTo>
                    <a:pt x="321297" y="160650"/>
                  </a:lnTo>
                  <a:lnTo>
                    <a:pt x="371682" y="145898"/>
                  </a:lnTo>
                  <a:lnTo>
                    <a:pt x="413422" y="126764"/>
                  </a:lnTo>
                  <a:lnTo>
                    <a:pt x="455200" y="80845"/>
                  </a:lnTo>
                  <a:lnTo>
                    <a:pt x="228757" y="1570"/>
                  </a:lnTo>
                  <a:lnTo>
                    <a:pt x="228558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2811692" y="7596631"/>
              <a:ext cx="158115" cy="1208405"/>
            </a:xfrm>
            <a:custGeom>
              <a:avLst/>
              <a:gdLst/>
              <a:ahLst/>
              <a:cxnLst/>
              <a:rect l="l" t="t" r="r" b="b"/>
              <a:pathLst>
                <a:path w="158114" h="1208404">
                  <a:moveTo>
                    <a:pt x="83452" y="0"/>
                  </a:moveTo>
                  <a:lnTo>
                    <a:pt x="112373" y="413003"/>
                  </a:lnTo>
                  <a:lnTo>
                    <a:pt x="18868" y="663728"/>
                  </a:lnTo>
                  <a:lnTo>
                    <a:pt x="9760" y="708195"/>
                  </a:lnTo>
                  <a:lnTo>
                    <a:pt x="3564" y="765292"/>
                  </a:lnTo>
                  <a:lnTo>
                    <a:pt x="302" y="822783"/>
                  </a:lnTo>
                  <a:lnTo>
                    <a:pt x="0" y="868434"/>
                  </a:lnTo>
                  <a:lnTo>
                    <a:pt x="10439" y="1207994"/>
                  </a:lnTo>
                  <a:lnTo>
                    <a:pt x="60176" y="1207994"/>
                  </a:lnTo>
                  <a:lnTo>
                    <a:pt x="55993" y="1053623"/>
                  </a:lnTo>
                  <a:lnTo>
                    <a:pt x="54432" y="965229"/>
                  </a:lnTo>
                  <a:lnTo>
                    <a:pt x="55346" y="909572"/>
                  </a:lnTo>
                  <a:lnTo>
                    <a:pt x="58584" y="853408"/>
                  </a:lnTo>
                  <a:lnTo>
                    <a:pt x="63344" y="795298"/>
                  </a:lnTo>
                  <a:lnTo>
                    <a:pt x="69713" y="742581"/>
                  </a:lnTo>
                  <a:lnTo>
                    <a:pt x="77642" y="693947"/>
                  </a:lnTo>
                  <a:lnTo>
                    <a:pt x="87086" y="648084"/>
                  </a:lnTo>
                  <a:lnTo>
                    <a:pt x="97996" y="603680"/>
                  </a:lnTo>
                  <a:lnTo>
                    <a:pt x="110327" y="559424"/>
                  </a:lnTo>
                  <a:lnTo>
                    <a:pt x="124030" y="514004"/>
                  </a:lnTo>
                  <a:lnTo>
                    <a:pt x="139059" y="466108"/>
                  </a:lnTo>
                  <a:lnTo>
                    <a:pt x="155366" y="414427"/>
                  </a:lnTo>
                  <a:lnTo>
                    <a:pt x="156455" y="414186"/>
                  </a:lnTo>
                  <a:lnTo>
                    <a:pt x="156319" y="411401"/>
                  </a:lnTo>
                  <a:lnTo>
                    <a:pt x="156455" y="410971"/>
                  </a:lnTo>
                  <a:lnTo>
                    <a:pt x="156298" y="410971"/>
                  </a:lnTo>
                  <a:lnTo>
                    <a:pt x="156215" y="409348"/>
                  </a:lnTo>
                  <a:lnTo>
                    <a:pt x="156464" y="409348"/>
                  </a:lnTo>
                  <a:lnTo>
                    <a:pt x="158058" y="122802"/>
                  </a:lnTo>
                  <a:lnTo>
                    <a:pt x="133357" y="77589"/>
                  </a:lnTo>
                  <a:lnTo>
                    <a:pt x="131443" y="58951"/>
                  </a:lnTo>
                  <a:lnTo>
                    <a:pt x="125964" y="19957"/>
                  </a:lnTo>
                  <a:lnTo>
                    <a:pt x="90618" y="3510"/>
                  </a:lnTo>
                  <a:lnTo>
                    <a:pt x="83452" y="0"/>
                  </a:lnTo>
                  <a:close/>
                </a:path>
                <a:path w="158114" h="1208404">
                  <a:moveTo>
                    <a:pt x="156464" y="409348"/>
                  </a:moveTo>
                  <a:lnTo>
                    <a:pt x="156215" y="409348"/>
                  </a:lnTo>
                  <a:lnTo>
                    <a:pt x="156455" y="410971"/>
                  </a:lnTo>
                  <a:lnTo>
                    <a:pt x="156464" y="409348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2865963" y="6637984"/>
              <a:ext cx="497840" cy="490220"/>
            </a:xfrm>
            <a:custGeom>
              <a:avLst/>
              <a:gdLst/>
              <a:ahLst/>
              <a:cxnLst/>
              <a:rect l="l" t="t" r="r" b="b"/>
              <a:pathLst>
                <a:path w="497839" h="490220">
                  <a:moveTo>
                    <a:pt x="244279" y="0"/>
                  </a:moveTo>
                  <a:lnTo>
                    <a:pt x="192483" y="5259"/>
                  </a:lnTo>
                  <a:lnTo>
                    <a:pt x="147173" y="16939"/>
                  </a:lnTo>
                  <a:lnTo>
                    <a:pt x="108213" y="34467"/>
                  </a:lnTo>
                  <a:lnTo>
                    <a:pt x="75462" y="57268"/>
                  </a:lnTo>
                  <a:lnTo>
                    <a:pt x="48782" y="84771"/>
                  </a:lnTo>
                  <a:lnTo>
                    <a:pt x="13081" y="151589"/>
                  </a:lnTo>
                  <a:lnTo>
                    <a:pt x="3782" y="189757"/>
                  </a:lnTo>
                  <a:lnTo>
                    <a:pt x="0" y="230334"/>
                  </a:lnTo>
                  <a:lnTo>
                    <a:pt x="1903" y="290813"/>
                  </a:lnTo>
                  <a:lnTo>
                    <a:pt x="10693" y="341800"/>
                  </a:lnTo>
                  <a:lnTo>
                    <a:pt x="25923" y="383966"/>
                  </a:lnTo>
                  <a:lnTo>
                    <a:pt x="47146" y="417984"/>
                  </a:lnTo>
                  <a:lnTo>
                    <a:pt x="105782" y="464264"/>
                  </a:lnTo>
                  <a:lnTo>
                    <a:pt x="142300" y="477872"/>
                  </a:lnTo>
                  <a:lnTo>
                    <a:pt x="183022" y="486021"/>
                  </a:lnTo>
                  <a:lnTo>
                    <a:pt x="227500" y="489384"/>
                  </a:lnTo>
                  <a:lnTo>
                    <a:pt x="268569" y="489806"/>
                  </a:lnTo>
                  <a:lnTo>
                    <a:pt x="308178" y="488087"/>
                  </a:lnTo>
                  <a:lnTo>
                    <a:pt x="380511" y="473155"/>
                  </a:lnTo>
                  <a:lnTo>
                    <a:pt x="439494" y="434448"/>
                  </a:lnTo>
                  <a:lnTo>
                    <a:pt x="462413" y="403011"/>
                  </a:lnTo>
                  <a:lnTo>
                    <a:pt x="480118" y="361829"/>
                  </a:lnTo>
                  <a:lnTo>
                    <a:pt x="491981" y="309635"/>
                  </a:lnTo>
                  <a:lnTo>
                    <a:pt x="497377" y="245161"/>
                  </a:lnTo>
                  <a:lnTo>
                    <a:pt x="495932" y="189637"/>
                  </a:lnTo>
                  <a:lnTo>
                    <a:pt x="488227" y="141883"/>
                  </a:lnTo>
                  <a:lnTo>
                    <a:pt x="474124" y="101598"/>
                  </a:lnTo>
                  <a:lnTo>
                    <a:pt x="453480" y="68483"/>
                  </a:lnTo>
                  <a:lnTo>
                    <a:pt x="392013" y="22565"/>
                  </a:lnTo>
                  <a:lnTo>
                    <a:pt x="350908" y="9163"/>
                  </a:lnTo>
                  <a:lnTo>
                    <a:pt x="302702" y="1733"/>
                  </a:lnTo>
                  <a:lnTo>
                    <a:pt x="244279" y="0"/>
                  </a:lnTo>
                  <a:close/>
                </a:path>
              </a:pathLst>
            </a:custGeom>
            <a:solidFill>
              <a:srgbClr val="2F2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3028861" y="6875163"/>
              <a:ext cx="274955" cy="479425"/>
            </a:xfrm>
            <a:custGeom>
              <a:avLst/>
              <a:gdLst/>
              <a:ahLst/>
              <a:cxnLst/>
              <a:rect l="l" t="t" r="r" b="b"/>
              <a:pathLst>
                <a:path w="274954" h="479425">
                  <a:moveTo>
                    <a:pt x="274485" y="40894"/>
                  </a:moveTo>
                  <a:lnTo>
                    <a:pt x="254304" y="8382"/>
                  </a:lnTo>
                  <a:lnTo>
                    <a:pt x="102095" y="0"/>
                  </a:lnTo>
                  <a:lnTo>
                    <a:pt x="67119" y="5410"/>
                  </a:lnTo>
                  <a:lnTo>
                    <a:pt x="16344" y="49644"/>
                  </a:lnTo>
                  <a:lnTo>
                    <a:pt x="2362" y="124028"/>
                  </a:lnTo>
                  <a:lnTo>
                    <a:pt x="12" y="162725"/>
                  </a:lnTo>
                  <a:lnTo>
                    <a:pt x="0" y="194881"/>
                  </a:lnTo>
                  <a:lnTo>
                    <a:pt x="3263" y="215734"/>
                  </a:lnTo>
                  <a:lnTo>
                    <a:pt x="10998" y="231978"/>
                  </a:lnTo>
                  <a:lnTo>
                    <a:pt x="8928" y="375031"/>
                  </a:lnTo>
                  <a:lnTo>
                    <a:pt x="15646" y="412038"/>
                  </a:lnTo>
                  <a:lnTo>
                    <a:pt x="35394" y="445122"/>
                  </a:lnTo>
                  <a:lnTo>
                    <a:pt x="64693" y="469125"/>
                  </a:lnTo>
                  <a:lnTo>
                    <a:pt x="100037" y="478917"/>
                  </a:lnTo>
                  <a:lnTo>
                    <a:pt x="134620" y="470928"/>
                  </a:lnTo>
                  <a:lnTo>
                    <a:pt x="162433" y="448398"/>
                  </a:lnTo>
                  <a:lnTo>
                    <a:pt x="181178" y="416306"/>
                  </a:lnTo>
                  <a:lnTo>
                    <a:pt x="188569" y="379666"/>
                  </a:lnTo>
                  <a:lnTo>
                    <a:pt x="189801" y="294881"/>
                  </a:lnTo>
                  <a:lnTo>
                    <a:pt x="223735" y="262636"/>
                  </a:lnTo>
                  <a:lnTo>
                    <a:pt x="249453" y="222986"/>
                  </a:lnTo>
                  <a:lnTo>
                    <a:pt x="265772" y="178460"/>
                  </a:lnTo>
                  <a:lnTo>
                    <a:pt x="272161" y="130949"/>
                  </a:lnTo>
                  <a:lnTo>
                    <a:pt x="274485" y="40894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3093779" y="7157529"/>
              <a:ext cx="125095" cy="38735"/>
            </a:xfrm>
            <a:custGeom>
              <a:avLst/>
              <a:gdLst/>
              <a:ahLst/>
              <a:cxnLst/>
              <a:rect l="l" t="t" r="r" b="b"/>
              <a:pathLst>
                <a:path w="125094" h="38734">
                  <a:moveTo>
                    <a:pt x="0" y="0"/>
                  </a:moveTo>
                  <a:lnTo>
                    <a:pt x="43912" y="31333"/>
                  </a:lnTo>
                  <a:lnTo>
                    <a:pt x="84002" y="38144"/>
                  </a:lnTo>
                  <a:lnTo>
                    <a:pt x="113223" y="33008"/>
                  </a:lnTo>
                  <a:lnTo>
                    <a:pt x="124530" y="28501"/>
                  </a:lnTo>
                  <a:lnTo>
                    <a:pt x="124949" y="12324"/>
                  </a:lnTo>
                  <a:lnTo>
                    <a:pt x="81434" y="23438"/>
                  </a:lnTo>
                  <a:lnTo>
                    <a:pt x="41149" y="17753"/>
                  </a:lnTo>
                  <a:lnTo>
                    <a:pt x="11526" y="62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2720528" y="7544642"/>
              <a:ext cx="182245" cy="1106805"/>
            </a:xfrm>
            <a:custGeom>
              <a:avLst/>
              <a:gdLst/>
              <a:ahLst/>
              <a:cxnLst/>
              <a:rect l="l" t="t" r="r" b="b"/>
              <a:pathLst>
                <a:path w="182244" h="1106804">
                  <a:moveTo>
                    <a:pt x="32313" y="0"/>
                  </a:moveTo>
                  <a:lnTo>
                    <a:pt x="13813" y="148664"/>
                  </a:lnTo>
                  <a:lnTo>
                    <a:pt x="4200" y="272657"/>
                  </a:lnTo>
                  <a:lnTo>
                    <a:pt x="565" y="357599"/>
                  </a:lnTo>
                  <a:lnTo>
                    <a:pt x="0" y="389108"/>
                  </a:lnTo>
                  <a:lnTo>
                    <a:pt x="54333" y="789117"/>
                  </a:lnTo>
                  <a:lnTo>
                    <a:pt x="25904" y="946369"/>
                  </a:lnTo>
                  <a:lnTo>
                    <a:pt x="58102" y="1040387"/>
                  </a:lnTo>
                  <a:lnTo>
                    <a:pt x="111483" y="1095265"/>
                  </a:lnTo>
                  <a:lnTo>
                    <a:pt x="126641" y="1104464"/>
                  </a:lnTo>
                  <a:lnTo>
                    <a:pt x="134389" y="1106623"/>
                  </a:lnTo>
                  <a:lnTo>
                    <a:pt x="137153" y="1100925"/>
                  </a:lnTo>
                  <a:lnTo>
                    <a:pt x="137357" y="1086553"/>
                  </a:lnTo>
                  <a:lnTo>
                    <a:pt x="133733" y="1076043"/>
                  </a:lnTo>
                  <a:lnTo>
                    <a:pt x="125815" y="1059205"/>
                  </a:lnTo>
                  <a:lnTo>
                    <a:pt x="117799" y="1040291"/>
                  </a:lnTo>
                  <a:lnTo>
                    <a:pt x="113881" y="1023549"/>
                  </a:lnTo>
                  <a:lnTo>
                    <a:pt x="113779" y="989663"/>
                  </a:lnTo>
                  <a:lnTo>
                    <a:pt x="114902" y="955877"/>
                  </a:lnTo>
                  <a:lnTo>
                    <a:pt x="116959" y="919563"/>
                  </a:lnTo>
                  <a:lnTo>
                    <a:pt x="126022" y="914944"/>
                  </a:lnTo>
                  <a:lnTo>
                    <a:pt x="131226" y="914726"/>
                  </a:lnTo>
                  <a:lnTo>
                    <a:pt x="134538" y="920099"/>
                  </a:lnTo>
                  <a:lnTo>
                    <a:pt x="137922" y="932254"/>
                  </a:lnTo>
                  <a:lnTo>
                    <a:pt x="143568" y="949391"/>
                  </a:lnTo>
                  <a:lnTo>
                    <a:pt x="152562" y="966072"/>
                  </a:lnTo>
                  <a:lnTo>
                    <a:pt x="165217" y="978030"/>
                  </a:lnTo>
                  <a:lnTo>
                    <a:pt x="181847" y="980996"/>
                  </a:lnTo>
                  <a:lnTo>
                    <a:pt x="162330" y="879481"/>
                  </a:lnTo>
                  <a:lnTo>
                    <a:pt x="128425" y="789242"/>
                  </a:lnTo>
                  <a:lnTo>
                    <a:pt x="127985" y="789242"/>
                  </a:lnTo>
                  <a:lnTo>
                    <a:pt x="142718" y="391286"/>
                  </a:lnTo>
                  <a:lnTo>
                    <a:pt x="175848" y="52815"/>
                  </a:lnTo>
                  <a:lnTo>
                    <a:pt x="3231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2720527" y="7544642"/>
              <a:ext cx="118110" cy="1027430"/>
            </a:xfrm>
            <a:custGeom>
              <a:avLst/>
              <a:gdLst/>
              <a:ahLst/>
              <a:cxnLst/>
              <a:rect l="l" t="t" r="r" b="b"/>
              <a:pathLst>
                <a:path w="118110" h="1027429">
                  <a:moveTo>
                    <a:pt x="32313" y="0"/>
                  </a:moveTo>
                  <a:lnTo>
                    <a:pt x="13813" y="148664"/>
                  </a:lnTo>
                  <a:lnTo>
                    <a:pt x="4200" y="272657"/>
                  </a:lnTo>
                  <a:lnTo>
                    <a:pt x="565" y="357599"/>
                  </a:lnTo>
                  <a:lnTo>
                    <a:pt x="0" y="389108"/>
                  </a:lnTo>
                  <a:lnTo>
                    <a:pt x="54333" y="789117"/>
                  </a:lnTo>
                  <a:lnTo>
                    <a:pt x="25904" y="946369"/>
                  </a:lnTo>
                  <a:lnTo>
                    <a:pt x="53621" y="1027288"/>
                  </a:lnTo>
                  <a:lnTo>
                    <a:pt x="51086" y="976276"/>
                  </a:lnTo>
                  <a:lnTo>
                    <a:pt x="52096" y="924800"/>
                  </a:lnTo>
                  <a:lnTo>
                    <a:pt x="55231" y="873143"/>
                  </a:lnTo>
                  <a:lnTo>
                    <a:pt x="59073" y="821589"/>
                  </a:lnTo>
                  <a:lnTo>
                    <a:pt x="62203" y="770422"/>
                  </a:lnTo>
                  <a:lnTo>
                    <a:pt x="63202" y="719925"/>
                  </a:lnTo>
                  <a:lnTo>
                    <a:pt x="61596" y="662913"/>
                  </a:lnTo>
                  <a:lnTo>
                    <a:pt x="58515" y="605984"/>
                  </a:lnTo>
                  <a:lnTo>
                    <a:pt x="50993" y="492183"/>
                  </a:lnTo>
                  <a:lnTo>
                    <a:pt x="50205" y="440287"/>
                  </a:lnTo>
                  <a:lnTo>
                    <a:pt x="52468" y="388632"/>
                  </a:lnTo>
                  <a:lnTo>
                    <a:pt x="55247" y="337024"/>
                  </a:lnTo>
                  <a:lnTo>
                    <a:pt x="56008" y="285268"/>
                  </a:lnTo>
                  <a:lnTo>
                    <a:pt x="54375" y="238328"/>
                  </a:lnTo>
                  <a:lnTo>
                    <a:pt x="53465" y="191717"/>
                  </a:lnTo>
                  <a:lnTo>
                    <a:pt x="56324" y="146581"/>
                  </a:lnTo>
                  <a:lnTo>
                    <a:pt x="65996" y="104071"/>
                  </a:lnTo>
                  <a:lnTo>
                    <a:pt x="85528" y="65333"/>
                  </a:lnTo>
                  <a:lnTo>
                    <a:pt x="117964" y="31517"/>
                  </a:lnTo>
                  <a:lnTo>
                    <a:pt x="32313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3508880" y="8382165"/>
              <a:ext cx="50800" cy="172085"/>
            </a:xfrm>
            <a:custGeom>
              <a:avLst/>
              <a:gdLst/>
              <a:ahLst/>
              <a:cxnLst/>
              <a:rect l="l" t="t" r="r" b="b"/>
              <a:pathLst>
                <a:path w="50800" h="172084">
                  <a:moveTo>
                    <a:pt x="9290" y="0"/>
                  </a:moveTo>
                  <a:lnTo>
                    <a:pt x="2322" y="23360"/>
                  </a:lnTo>
                  <a:lnTo>
                    <a:pt x="0" y="39128"/>
                  </a:lnTo>
                  <a:lnTo>
                    <a:pt x="2322" y="54485"/>
                  </a:lnTo>
                  <a:lnTo>
                    <a:pt x="9290" y="76615"/>
                  </a:lnTo>
                  <a:lnTo>
                    <a:pt x="15430" y="104608"/>
                  </a:lnTo>
                  <a:lnTo>
                    <a:pt x="16862" y="129909"/>
                  </a:lnTo>
                  <a:lnTo>
                    <a:pt x="15970" y="148233"/>
                  </a:lnTo>
                  <a:lnTo>
                    <a:pt x="15143" y="155293"/>
                  </a:lnTo>
                  <a:lnTo>
                    <a:pt x="19120" y="166804"/>
                  </a:lnTo>
                  <a:lnTo>
                    <a:pt x="22454" y="171638"/>
                  </a:lnTo>
                  <a:lnTo>
                    <a:pt x="26955" y="170692"/>
                  </a:lnTo>
                  <a:lnTo>
                    <a:pt x="34430" y="164864"/>
                  </a:lnTo>
                  <a:lnTo>
                    <a:pt x="42307" y="148751"/>
                  </a:lnTo>
                  <a:lnTo>
                    <a:pt x="47190" y="123665"/>
                  </a:lnTo>
                  <a:lnTo>
                    <a:pt x="49681" y="100571"/>
                  </a:lnTo>
                  <a:lnTo>
                    <a:pt x="50378" y="90437"/>
                  </a:lnTo>
                  <a:lnTo>
                    <a:pt x="9290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6" name="object 186" descr=""/>
          <p:cNvSpPr/>
          <p:nvPr/>
        </p:nvSpPr>
        <p:spPr>
          <a:xfrm>
            <a:off x="5533762" y="8414937"/>
            <a:ext cx="168275" cy="346710"/>
          </a:xfrm>
          <a:custGeom>
            <a:avLst/>
            <a:gdLst/>
            <a:ahLst/>
            <a:cxnLst/>
            <a:rect l="l" t="t" r="r" b="b"/>
            <a:pathLst>
              <a:path w="168275" h="346709">
                <a:moveTo>
                  <a:pt x="48972" y="0"/>
                </a:moveTo>
                <a:lnTo>
                  <a:pt x="47851" y="17905"/>
                </a:lnTo>
                <a:lnTo>
                  <a:pt x="47715" y="17894"/>
                </a:lnTo>
                <a:lnTo>
                  <a:pt x="0" y="184779"/>
                </a:lnTo>
                <a:lnTo>
                  <a:pt x="18564" y="292242"/>
                </a:lnTo>
                <a:lnTo>
                  <a:pt x="55924" y="342324"/>
                </a:lnTo>
                <a:lnTo>
                  <a:pt x="70986" y="346258"/>
                </a:lnTo>
                <a:lnTo>
                  <a:pt x="79155" y="345481"/>
                </a:lnTo>
                <a:lnTo>
                  <a:pt x="83267" y="338116"/>
                </a:lnTo>
                <a:lnTo>
                  <a:pt x="86154" y="322283"/>
                </a:lnTo>
                <a:lnTo>
                  <a:pt x="91167" y="286905"/>
                </a:lnTo>
                <a:lnTo>
                  <a:pt x="106677" y="170361"/>
                </a:lnTo>
                <a:lnTo>
                  <a:pt x="117661" y="166807"/>
                </a:lnTo>
                <a:lnTo>
                  <a:pt x="123518" y="167416"/>
                </a:lnTo>
                <a:lnTo>
                  <a:pt x="126224" y="173800"/>
                </a:lnTo>
                <a:lnTo>
                  <a:pt x="127755" y="187575"/>
                </a:lnTo>
                <a:lnTo>
                  <a:pt x="130891" y="207130"/>
                </a:lnTo>
                <a:lnTo>
                  <a:pt x="137854" y="226733"/>
                </a:lnTo>
                <a:lnTo>
                  <a:pt x="149780" y="241794"/>
                </a:lnTo>
                <a:lnTo>
                  <a:pt x="167806" y="247720"/>
                </a:lnTo>
                <a:lnTo>
                  <a:pt x="164790" y="134142"/>
                </a:lnTo>
                <a:lnTo>
                  <a:pt x="143011" y="27444"/>
                </a:lnTo>
                <a:lnTo>
                  <a:pt x="147670" y="3235"/>
                </a:lnTo>
                <a:lnTo>
                  <a:pt x="123062" y="9593"/>
                </a:lnTo>
                <a:lnTo>
                  <a:pt x="97658" y="11147"/>
                </a:lnTo>
                <a:lnTo>
                  <a:pt x="72585" y="7937"/>
                </a:lnTo>
                <a:lnTo>
                  <a:pt x="48972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7" name="object 187" descr=""/>
          <p:cNvGrpSpPr/>
          <p:nvPr/>
        </p:nvGrpSpPr>
        <p:grpSpPr>
          <a:xfrm>
            <a:off x="5421539" y="6621035"/>
            <a:ext cx="1203325" cy="3512820"/>
            <a:chOff x="5421539" y="6621035"/>
            <a:chExt cx="1203325" cy="3512820"/>
          </a:xfrm>
        </p:grpSpPr>
        <p:sp>
          <p:nvSpPr>
            <p:cNvPr id="188" name="object 188" descr=""/>
            <p:cNvSpPr/>
            <p:nvPr/>
          </p:nvSpPr>
          <p:spPr>
            <a:xfrm>
              <a:off x="5758990" y="8297537"/>
              <a:ext cx="648335" cy="1683385"/>
            </a:xfrm>
            <a:custGeom>
              <a:avLst/>
              <a:gdLst/>
              <a:ahLst/>
              <a:cxnLst/>
              <a:rect l="l" t="t" r="r" b="b"/>
              <a:pathLst>
                <a:path w="648335" h="1683384">
                  <a:moveTo>
                    <a:pt x="636179" y="0"/>
                  </a:moveTo>
                  <a:lnTo>
                    <a:pt x="400001" y="1554"/>
                  </a:lnTo>
                  <a:lnTo>
                    <a:pt x="172066" y="2418"/>
                  </a:lnTo>
                  <a:lnTo>
                    <a:pt x="55854" y="2453"/>
                  </a:lnTo>
                  <a:lnTo>
                    <a:pt x="21373" y="2216"/>
                  </a:lnTo>
                  <a:lnTo>
                    <a:pt x="8376" y="1769"/>
                  </a:lnTo>
                  <a:lnTo>
                    <a:pt x="0" y="330681"/>
                  </a:lnTo>
                  <a:lnTo>
                    <a:pt x="27653" y="885627"/>
                  </a:lnTo>
                  <a:lnTo>
                    <a:pt x="98510" y="1683362"/>
                  </a:lnTo>
                  <a:lnTo>
                    <a:pt x="234380" y="1683362"/>
                  </a:lnTo>
                  <a:lnTo>
                    <a:pt x="260348" y="899333"/>
                  </a:lnTo>
                  <a:lnTo>
                    <a:pt x="301875" y="317079"/>
                  </a:lnTo>
                  <a:lnTo>
                    <a:pt x="332921" y="315676"/>
                  </a:lnTo>
                  <a:lnTo>
                    <a:pt x="395307" y="879627"/>
                  </a:lnTo>
                  <a:lnTo>
                    <a:pt x="515167" y="1683362"/>
                  </a:lnTo>
                  <a:lnTo>
                    <a:pt x="646210" y="1683362"/>
                  </a:lnTo>
                  <a:lnTo>
                    <a:pt x="634430" y="876810"/>
                  </a:lnTo>
                  <a:lnTo>
                    <a:pt x="647896" y="301498"/>
                  </a:lnTo>
                  <a:lnTo>
                    <a:pt x="636179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5764301" y="8297538"/>
              <a:ext cx="642620" cy="1683385"/>
            </a:xfrm>
            <a:custGeom>
              <a:avLst/>
              <a:gdLst/>
              <a:ahLst/>
              <a:cxnLst/>
              <a:rect l="l" t="t" r="r" b="b"/>
              <a:pathLst>
                <a:path w="642620" h="1683384">
                  <a:moveTo>
                    <a:pt x="296545" y="317080"/>
                  </a:moveTo>
                  <a:lnTo>
                    <a:pt x="243840" y="540270"/>
                  </a:lnTo>
                  <a:lnTo>
                    <a:pt x="215773" y="669658"/>
                  </a:lnTo>
                  <a:lnTo>
                    <a:pt x="202895" y="754710"/>
                  </a:lnTo>
                  <a:lnTo>
                    <a:pt x="195757" y="844905"/>
                  </a:lnTo>
                  <a:lnTo>
                    <a:pt x="188950" y="948994"/>
                  </a:lnTo>
                  <a:lnTo>
                    <a:pt x="185813" y="1001052"/>
                  </a:lnTo>
                  <a:lnTo>
                    <a:pt x="182918" y="1053122"/>
                  </a:lnTo>
                  <a:lnTo>
                    <a:pt x="180289" y="1105217"/>
                  </a:lnTo>
                  <a:lnTo>
                    <a:pt x="178003" y="1157312"/>
                  </a:lnTo>
                  <a:lnTo>
                    <a:pt x="176072" y="1209433"/>
                  </a:lnTo>
                  <a:lnTo>
                    <a:pt x="174561" y="1261554"/>
                  </a:lnTo>
                  <a:lnTo>
                    <a:pt x="173494" y="1313688"/>
                  </a:lnTo>
                  <a:lnTo>
                    <a:pt x="172948" y="1365834"/>
                  </a:lnTo>
                  <a:lnTo>
                    <a:pt x="172935" y="1417980"/>
                  </a:lnTo>
                  <a:lnTo>
                    <a:pt x="173177" y="1471155"/>
                  </a:lnTo>
                  <a:lnTo>
                    <a:pt x="173164" y="1524304"/>
                  </a:lnTo>
                  <a:lnTo>
                    <a:pt x="172694" y="1577390"/>
                  </a:lnTo>
                  <a:lnTo>
                    <a:pt x="171564" y="1630426"/>
                  </a:lnTo>
                  <a:lnTo>
                    <a:pt x="169583" y="1683359"/>
                  </a:lnTo>
                  <a:lnTo>
                    <a:pt x="229069" y="1683359"/>
                  </a:lnTo>
                  <a:lnTo>
                    <a:pt x="255028" y="899337"/>
                  </a:lnTo>
                  <a:lnTo>
                    <a:pt x="296545" y="317080"/>
                  </a:lnTo>
                  <a:close/>
                </a:path>
                <a:path w="642620" h="1683384">
                  <a:moveTo>
                    <a:pt x="642581" y="301510"/>
                  </a:moveTo>
                  <a:lnTo>
                    <a:pt x="630859" y="0"/>
                  </a:lnTo>
                  <a:lnTo>
                    <a:pt x="476694" y="1130"/>
                  </a:lnTo>
                  <a:lnTo>
                    <a:pt x="464261" y="6667"/>
                  </a:lnTo>
                  <a:lnTo>
                    <a:pt x="427990" y="17500"/>
                  </a:lnTo>
                  <a:lnTo>
                    <a:pt x="373875" y="32270"/>
                  </a:lnTo>
                  <a:lnTo>
                    <a:pt x="307936" y="49606"/>
                  </a:lnTo>
                  <a:lnTo>
                    <a:pt x="99148" y="103187"/>
                  </a:lnTo>
                  <a:lnTo>
                    <a:pt x="45910" y="117005"/>
                  </a:lnTo>
                  <a:lnTo>
                    <a:pt x="10858" y="126492"/>
                  </a:lnTo>
                  <a:lnTo>
                    <a:pt x="0" y="130302"/>
                  </a:lnTo>
                  <a:lnTo>
                    <a:pt x="50317" y="136931"/>
                  </a:lnTo>
                  <a:lnTo>
                    <a:pt x="106349" y="142443"/>
                  </a:lnTo>
                  <a:lnTo>
                    <a:pt x="166192" y="147243"/>
                  </a:lnTo>
                  <a:lnTo>
                    <a:pt x="289623" y="156273"/>
                  </a:lnTo>
                  <a:lnTo>
                    <a:pt x="349389" y="161315"/>
                  </a:lnTo>
                  <a:lnTo>
                    <a:pt x="405333" y="167220"/>
                  </a:lnTo>
                  <a:lnTo>
                    <a:pt x="455510" y="174421"/>
                  </a:lnTo>
                  <a:lnTo>
                    <a:pt x="498043" y="183299"/>
                  </a:lnTo>
                  <a:lnTo>
                    <a:pt x="552462" y="207670"/>
                  </a:lnTo>
                  <a:lnTo>
                    <a:pt x="561022" y="247180"/>
                  </a:lnTo>
                  <a:lnTo>
                    <a:pt x="560984" y="279552"/>
                  </a:lnTo>
                  <a:lnTo>
                    <a:pt x="560501" y="319900"/>
                  </a:lnTo>
                  <a:lnTo>
                    <a:pt x="558571" y="419709"/>
                  </a:lnTo>
                  <a:lnTo>
                    <a:pt x="553046" y="662114"/>
                  </a:lnTo>
                  <a:lnTo>
                    <a:pt x="550773" y="785482"/>
                  </a:lnTo>
                  <a:lnTo>
                    <a:pt x="550037" y="843495"/>
                  </a:lnTo>
                  <a:lnTo>
                    <a:pt x="549694" y="897470"/>
                  </a:lnTo>
                  <a:lnTo>
                    <a:pt x="549795" y="946188"/>
                  </a:lnTo>
                  <a:lnTo>
                    <a:pt x="550456" y="988466"/>
                  </a:lnTo>
                  <a:lnTo>
                    <a:pt x="551738" y="1023099"/>
                  </a:lnTo>
                  <a:lnTo>
                    <a:pt x="553834" y="1066253"/>
                  </a:lnTo>
                  <a:lnTo>
                    <a:pt x="558228" y="1174432"/>
                  </a:lnTo>
                  <a:lnTo>
                    <a:pt x="571322" y="1543913"/>
                  </a:lnTo>
                  <a:lnTo>
                    <a:pt x="575030" y="1633943"/>
                  </a:lnTo>
                  <a:lnTo>
                    <a:pt x="576668" y="1664639"/>
                  </a:lnTo>
                  <a:lnTo>
                    <a:pt x="578104" y="1683372"/>
                  </a:lnTo>
                  <a:lnTo>
                    <a:pt x="640892" y="1683372"/>
                  </a:lnTo>
                  <a:lnTo>
                    <a:pt x="629107" y="876820"/>
                  </a:lnTo>
                  <a:lnTo>
                    <a:pt x="642581" y="301510"/>
                  </a:lnTo>
                  <a:close/>
                </a:path>
              </a:pathLst>
            </a:custGeom>
            <a:solidFill>
              <a:srgbClr val="000000">
                <a:alpha val="7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6324849" y="7535719"/>
              <a:ext cx="70485" cy="762000"/>
            </a:xfrm>
            <a:custGeom>
              <a:avLst/>
              <a:gdLst/>
              <a:ahLst/>
              <a:cxnLst/>
              <a:rect l="l" t="t" r="r" b="b"/>
              <a:pathLst>
                <a:path w="70485" h="762000">
                  <a:moveTo>
                    <a:pt x="33485" y="0"/>
                  </a:moveTo>
                  <a:lnTo>
                    <a:pt x="0" y="458174"/>
                  </a:lnTo>
                  <a:lnTo>
                    <a:pt x="26784" y="760741"/>
                  </a:lnTo>
                  <a:lnTo>
                    <a:pt x="70322" y="761819"/>
                  </a:lnTo>
                  <a:lnTo>
                    <a:pt x="66971" y="691591"/>
                  </a:lnTo>
                  <a:lnTo>
                    <a:pt x="42009" y="460310"/>
                  </a:lnTo>
                  <a:lnTo>
                    <a:pt x="53579" y="88615"/>
                  </a:lnTo>
                  <a:lnTo>
                    <a:pt x="3348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5613628" y="9980897"/>
              <a:ext cx="817244" cy="153035"/>
            </a:xfrm>
            <a:custGeom>
              <a:avLst/>
              <a:gdLst/>
              <a:ahLst/>
              <a:cxnLst/>
              <a:rect l="l" t="t" r="r" b="b"/>
              <a:pathLst>
                <a:path w="817245" h="153034">
                  <a:moveTo>
                    <a:pt x="396532" y="99352"/>
                  </a:moveTo>
                  <a:lnTo>
                    <a:pt x="393052" y="56476"/>
                  </a:lnTo>
                  <a:lnTo>
                    <a:pt x="386499" y="23558"/>
                  </a:lnTo>
                  <a:lnTo>
                    <a:pt x="379514" y="0"/>
                  </a:lnTo>
                  <a:lnTo>
                    <a:pt x="243865" y="0"/>
                  </a:lnTo>
                  <a:lnTo>
                    <a:pt x="84302" y="59956"/>
                  </a:lnTo>
                  <a:lnTo>
                    <a:pt x="37858" y="77800"/>
                  </a:lnTo>
                  <a:lnTo>
                    <a:pt x="12573" y="109334"/>
                  </a:lnTo>
                  <a:lnTo>
                    <a:pt x="0" y="152781"/>
                  </a:lnTo>
                  <a:lnTo>
                    <a:pt x="394335" y="152781"/>
                  </a:lnTo>
                  <a:lnTo>
                    <a:pt x="396532" y="99352"/>
                  </a:lnTo>
                  <a:close/>
                </a:path>
                <a:path w="817245" h="153034">
                  <a:moveTo>
                    <a:pt x="816991" y="99656"/>
                  </a:moveTo>
                  <a:lnTo>
                    <a:pt x="810260" y="57289"/>
                  </a:lnTo>
                  <a:lnTo>
                    <a:pt x="800608" y="24460"/>
                  </a:lnTo>
                  <a:lnTo>
                    <a:pt x="792264" y="0"/>
                  </a:lnTo>
                  <a:lnTo>
                    <a:pt x="660527" y="0"/>
                  </a:lnTo>
                  <a:lnTo>
                    <a:pt x="573544" y="59956"/>
                  </a:lnTo>
                  <a:lnTo>
                    <a:pt x="527113" y="77800"/>
                  </a:lnTo>
                  <a:lnTo>
                    <a:pt x="501827" y="109334"/>
                  </a:lnTo>
                  <a:lnTo>
                    <a:pt x="491324" y="139382"/>
                  </a:lnTo>
                  <a:lnTo>
                    <a:pt x="489242" y="152781"/>
                  </a:lnTo>
                  <a:lnTo>
                    <a:pt x="816610" y="152781"/>
                  </a:lnTo>
                  <a:lnTo>
                    <a:pt x="816991" y="99656"/>
                  </a:lnTo>
                  <a:close/>
                </a:path>
              </a:pathLst>
            </a:custGeom>
            <a:solidFill>
              <a:srgbClr val="1830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5572175" y="7133733"/>
              <a:ext cx="1052195" cy="1332865"/>
            </a:xfrm>
            <a:custGeom>
              <a:avLst/>
              <a:gdLst/>
              <a:ahLst/>
              <a:cxnLst/>
              <a:rect l="l" t="t" r="r" b="b"/>
              <a:pathLst>
                <a:path w="1052195" h="1332865">
                  <a:moveTo>
                    <a:pt x="511607" y="0"/>
                  </a:moveTo>
                  <a:lnTo>
                    <a:pt x="509628" y="712"/>
                  </a:lnTo>
                  <a:lnTo>
                    <a:pt x="509721" y="1444"/>
                  </a:lnTo>
                  <a:lnTo>
                    <a:pt x="509597" y="2366"/>
                  </a:lnTo>
                  <a:lnTo>
                    <a:pt x="509555" y="3026"/>
                  </a:lnTo>
                  <a:lnTo>
                    <a:pt x="509460" y="3664"/>
                  </a:lnTo>
                  <a:lnTo>
                    <a:pt x="198130" y="116718"/>
                  </a:lnTo>
                  <a:lnTo>
                    <a:pt x="147512" y="137506"/>
                  </a:lnTo>
                  <a:lnTo>
                    <a:pt x="113216" y="165302"/>
                  </a:lnTo>
                  <a:lnTo>
                    <a:pt x="92403" y="193112"/>
                  </a:lnTo>
                  <a:lnTo>
                    <a:pt x="82238" y="213941"/>
                  </a:lnTo>
                  <a:lnTo>
                    <a:pt x="82049" y="213972"/>
                  </a:lnTo>
                  <a:lnTo>
                    <a:pt x="48857" y="781840"/>
                  </a:lnTo>
                  <a:lnTo>
                    <a:pt x="0" y="1310316"/>
                  </a:lnTo>
                  <a:lnTo>
                    <a:pt x="111954" y="1332566"/>
                  </a:lnTo>
                  <a:lnTo>
                    <a:pt x="196172" y="848194"/>
                  </a:lnTo>
                  <a:lnTo>
                    <a:pt x="203554" y="704341"/>
                  </a:lnTo>
                  <a:lnTo>
                    <a:pt x="207289" y="626090"/>
                  </a:lnTo>
                  <a:lnTo>
                    <a:pt x="208523" y="586171"/>
                  </a:lnTo>
                  <a:lnTo>
                    <a:pt x="208402" y="557312"/>
                  </a:lnTo>
                  <a:lnTo>
                    <a:pt x="804883" y="557312"/>
                  </a:lnTo>
                  <a:lnTo>
                    <a:pt x="807012" y="493628"/>
                  </a:lnTo>
                  <a:lnTo>
                    <a:pt x="998775" y="493628"/>
                  </a:lnTo>
                  <a:lnTo>
                    <a:pt x="949101" y="213972"/>
                  </a:lnTo>
                  <a:lnTo>
                    <a:pt x="948913" y="213941"/>
                  </a:lnTo>
                  <a:lnTo>
                    <a:pt x="938746" y="193112"/>
                  </a:lnTo>
                  <a:lnTo>
                    <a:pt x="917931" y="165302"/>
                  </a:lnTo>
                  <a:lnTo>
                    <a:pt x="883634" y="137506"/>
                  </a:lnTo>
                  <a:lnTo>
                    <a:pt x="833021" y="116718"/>
                  </a:lnTo>
                  <a:lnTo>
                    <a:pt x="521701" y="3664"/>
                  </a:lnTo>
                  <a:lnTo>
                    <a:pt x="521596" y="3026"/>
                  </a:lnTo>
                  <a:lnTo>
                    <a:pt x="521565" y="2366"/>
                  </a:lnTo>
                  <a:lnTo>
                    <a:pt x="521430" y="1444"/>
                  </a:lnTo>
                  <a:lnTo>
                    <a:pt x="515575" y="1444"/>
                  </a:lnTo>
                  <a:lnTo>
                    <a:pt x="511607" y="0"/>
                  </a:lnTo>
                  <a:close/>
                </a:path>
                <a:path w="1052195" h="1332865">
                  <a:moveTo>
                    <a:pt x="819639" y="1089401"/>
                  </a:moveTo>
                  <a:lnTo>
                    <a:pt x="196863" y="1089401"/>
                  </a:lnTo>
                  <a:lnTo>
                    <a:pt x="192130" y="1294096"/>
                  </a:lnTo>
                  <a:lnTo>
                    <a:pt x="828581" y="1291957"/>
                  </a:lnTo>
                  <a:lnTo>
                    <a:pt x="819639" y="1089401"/>
                  </a:lnTo>
                  <a:close/>
                </a:path>
                <a:path w="1052195" h="1332865">
                  <a:moveTo>
                    <a:pt x="828581" y="1291957"/>
                  </a:moveTo>
                  <a:lnTo>
                    <a:pt x="681701" y="1291957"/>
                  </a:lnTo>
                  <a:lnTo>
                    <a:pt x="828582" y="1291960"/>
                  </a:lnTo>
                  <a:close/>
                </a:path>
                <a:path w="1052195" h="1332865">
                  <a:moveTo>
                    <a:pt x="804883" y="557312"/>
                  </a:moveTo>
                  <a:lnTo>
                    <a:pt x="208402" y="557312"/>
                  </a:lnTo>
                  <a:lnTo>
                    <a:pt x="214422" y="859628"/>
                  </a:lnTo>
                  <a:lnTo>
                    <a:pt x="197103" y="1089401"/>
                  </a:lnTo>
                  <a:lnTo>
                    <a:pt x="819168" y="1089401"/>
                  </a:lnTo>
                  <a:lnTo>
                    <a:pt x="794677" y="862371"/>
                  </a:lnTo>
                  <a:lnTo>
                    <a:pt x="795138" y="848864"/>
                  </a:lnTo>
                  <a:lnTo>
                    <a:pt x="1030824" y="848864"/>
                  </a:lnTo>
                  <a:lnTo>
                    <a:pt x="1046799" y="825962"/>
                  </a:lnTo>
                  <a:lnTo>
                    <a:pt x="1052093" y="793504"/>
                  </a:lnTo>
                  <a:lnTo>
                    <a:pt x="1043015" y="742877"/>
                  </a:lnTo>
                  <a:lnTo>
                    <a:pt x="1030440" y="671895"/>
                  </a:lnTo>
                  <a:lnTo>
                    <a:pt x="801054" y="671895"/>
                  </a:lnTo>
                  <a:lnTo>
                    <a:pt x="804883" y="557312"/>
                  </a:lnTo>
                  <a:close/>
                </a:path>
                <a:path w="1052195" h="1332865">
                  <a:moveTo>
                    <a:pt x="1030824" y="848864"/>
                  </a:moveTo>
                  <a:lnTo>
                    <a:pt x="795138" y="848864"/>
                  </a:lnTo>
                  <a:lnTo>
                    <a:pt x="967227" y="872381"/>
                  </a:lnTo>
                  <a:lnTo>
                    <a:pt x="1000922" y="868601"/>
                  </a:lnTo>
                  <a:lnTo>
                    <a:pt x="1028594" y="852061"/>
                  </a:lnTo>
                  <a:lnTo>
                    <a:pt x="1030824" y="848864"/>
                  </a:lnTo>
                  <a:close/>
                </a:path>
                <a:path w="1052195" h="1332865">
                  <a:moveTo>
                    <a:pt x="998775" y="493628"/>
                  </a:moveTo>
                  <a:lnTo>
                    <a:pt x="807012" y="493628"/>
                  </a:lnTo>
                  <a:lnTo>
                    <a:pt x="833042" y="671361"/>
                  </a:lnTo>
                  <a:lnTo>
                    <a:pt x="801054" y="671895"/>
                  </a:lnTo>
                  <a:lnTo>
                    <a:pt x="1030440" y="671895"/>
                  </a:lnTo>
                  <a:lnTo>
                    <a:pt x="998775" y="493628"/>
                  </a:lnTo>
                  <a:close/>
                </a:path>
                <a:path w="1052195" h="1332865">
                  <a:moveTo>
                    <a:pt x="519554" y="0"/>
                  </a:moveTo>
                  <a:lnTo>
                    <a:pt x="515575" y="1444"/>
                  </a:lnTo>
                  <a:lnTo>
                    <a:pt x="521430" y="1444"/>
                  </a:lnTo>
                  <a:lnTo>
                    <a:pt x="521533" y="712"/>
                  </a:lnTo>
                  <a:lnTo>
                    <a:pt x="519554" y="0"/>
                  </a:lnTo>
                  <a:close/>
                </a:path>
              </a:pathLst>
            </a:custGeom>
            <a:solidFill>
              <a:srgbClr val="162C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5782804" y="7275520"/>
              <a:ext cx="842010" cy="791210"/>
            </a:xfrm>
            <a:custGeom>
              <a:avLst/>
              <a:gdLst/>
              <a:ahLst/>
              <a:cxnLst/>
              <a:rect l="l" t="t" r="r" b="b"/>
              <a:pathLst>
                <a:path w="842009" h="791209">
                  <a:moveTo>
                    <a:pt x="679508" y="0"/>
                  </a:moveTo>
                  <a:lnTo>
                    <a:pt x="704556" y="59706"/>
                  </a:lnTo>
                  <a:lnTo>
                    <a:pt x="721343" y="123295"/>
                  </a:lnTo>
                  <a:lnTo>
                    <a:pt x="731122" y="175955"/>
                  </a:lnTo>
                  <a:lnTo>
                    <a:pt x="742597" y="250729"/>
                  </a:lnTo>
                  <a:lnTo>
                    <a:pt x="748853" y="298596"/>
                  </a:lnTo>
                  <a:lnTo>
                    <a:pt x="760357" y="394443"/>
                  </a:lnTo>
                  <a:lnTo>
                    <a:pt x="766888" y="442462"/>
                  </a:lnTo>
                  <a:lnTo>
                    <a:pt x="774793" y="490571"/>
                  </a:lnTo>
                  <a:lnTo>
                    <a:pt x="781813" y="528236"/>
                  </a:lnTo>
                  <a:lnTo>
                    <a:pt x="786523" y="569550"/>
                  </a:lnTo>
                  <a:lnTo>
                    <a:pt x="783265" y="610091"/>
                  </a:lnTo>
                  <a:lnTo>
                    <a:pt x="766385" y="645435"/>
                  </a:lnTo>
                  <a:lnTo>
                    <a:pt x="711102" y="664106"/>
                  </a:lnTo>
                  <a:lnTo>
                    <a:pt x="663909" y="667756"/>
                  </a:lnTo>
                  <a:lnTo>
                    <a:pt x="608173" y="668434"/>
                  </a:lnTo>
                  <a:lnTo>
                    <a:pt x="547260" y="666754"/>
                  </a:lnTo>
                  <a:lnTo>
                    <a:pt x="484540" y="663330"/>
                  </a:lnTo>
                  <a:lnTo>
                    <a:pt x="423379" y="658776"/>
                  </a:lnTo>
                  <a:lnTo>
                    <a:pt x="367146" y="653706"/>
                  </a:lnTo>
                  <a:lnTo>
                    <a:pt x="319208" y="648733"/>
                  </a:lnTo>
                  <a:lnTo>
                    <a:pt x="264905" y="627433"/>
                  </a:lnTo>
                  <a:lnTo>
                    <a:pt x="272338" y="595890"/>
                  </a:lnTo>
                  <a:lnTo>
                    <a:pt x="288828" y="565489"/>
                  </a:lnTo>
                  <a:lnTo>
                    <a:pt x="297969" y="551878"/>
                  </a:lnTo>
                  <a:lnTo>
                    <a:pt x="590421" y="530109"/>
                  </a:lnTo>
                  <a:lnTo>
                    <a:pt x="595721" y="367839"/>
                  </a:lnTo>
                  <a:lnTo>
                    <a:pt x="596379" y="351842"/>
                  </a:lnTo>
                  <a:lnTo>
                    <a:pt x="588085" y="388539"/>
                  </a:lnTo>
                  <a:lnTo>
                    <a:pt x="572798" y="425839"/>
                  </a:lnTo>
                  <a:lnTo>
                    <a:pt x="551029" y="459328"/>
                  </a:lnTo>
                  <a:lnTo>
                    <a:pt x="482296" y="503482"/>
                  </a:lnTo>
                  <a:lnTo>
                    <a:pt x="438063" y="512378"/>
                  </a:lnTo>
                  <a:lnTo>
                    <a:pt x="392439" y="514538"/>
                  </a:lnTo>
                  <a:lnTo>
                    <a:pt x="347266" y="513219"/>
                  </a:lnTo>
                  <a:lnTo>
                    <a:pt x="297591" y="512038"/>
                  </a:lnTo>
                  <a:lnTo>
                    <a:pt x="247958" y="512624"/>
                  </a:lnTo>
                  <a:lnTo>
                    <a:pt x="198353" y="514554"/>
                  </a:lnTo>
                  <a:lnTo>
                    <a:pt x="148767" y="517401"/>
                  </a:lnTo>
                  <a:lnTo>
                    <a:pt x="49601" y="524149"/>
                  </a:lnTo>
                  <a:lnTo>
                    <a:pt x="0" y="527198"/>
                  </a:lnTo>
                  <a:lnTo>
                    <a:pt x="3800" y="717842"/>
                  </a:lnTo>
                  <a:lnTo>
                    <a:pt x="39153" y="718136"/>
                  </a:lnTo>
                  <a:lnTo>
                    <a:pt x="63945" y="718627"/>
                  </a:lnTo>
                  <a:lnTo>
                    <a:pt x="89884" y="719667"/>
                  </a:lnTo>
                  <a:lnTo>
                    <a:pt x="128676" y="721611"/>
                  </a:lnTo>
                  <a:lnTo>
                    <a:pt x="139242" y="720384"/>
                  </a:lnTo>
                  <a:lnTo>
                    <a:pt x="148617" y="715900"/>
                  </a:lnTo>
                  <a:lnTo>
                    <a:pt x="155901" y="708631"/>
                  </a:lnTo>
                  <a:lnTo>
                    <a:pt x="160194" y="699046"/>
                  </a:lnTo>
                  <a:lnTo>
                    <a:pt x="162662" y="677680"/>
                  </a:lnTo>
                  <a:lnTo>
                    <a:pt x="166826" y="670360"/>
                  </a:lnTo>
                  <a:lnTo>
                    <a:pt x="177523" y="667121"/>
                  </a:lnTo>
                  <a:lnTo>
                    <a:pt x="228324" y="667866"/>
                  </a:lnTo>
                  <a:lnTo>
                    <a:pt x="280049" y="674329"/>
                  </a:lnTo>
                  <a:lnTo>
                    <a:pt x="332033" y="685513"/>
                  </a:lnTo>
                  <a:lnTo>
                    <a:pt x="383610" y="700420"/>
                  </a:lnTo>
                  <a:lnTo>
                    <a:pt x="434116" y="718055"/>
                  </a:lnTo>
                  <a:lnTo>
                    <a:pt x="482885" y="737419"/>
                  </a:lnTo>
                  <a:lnTo>
                    <a:pt x="529250" y="757516"/>
                  </a:lnTo>
                  <a:lnTo>
                    <a:pt x="591615" y="790708"/>
                  </a:lnTo>
                  <a:lnTo>
                    <a:pt x="584055" y="720585"/>
                  </a:lnTo>
                  <a:lnTo>
                    <a:pt x="584505" y="707077"/>
                  </a:lnTo>
                  <a:lnTo>
                    <a:pt x="756594" y="730595"/>
                  </a:lnTo>
                  <a:lnTo>
                    <a:pt x="790290" y="726815"/>
                  </a:lnTo>
                  <a:lnTo>
                    <a:pt x="817963" y="710275"/>
                  </a:lnTo>
                  <a:lnTo>
                    <a:pt x="836171" y="684175"/>
                  </a:lnTo>
                  <a:lnTo>
                    <a:pt x="841471" y="651718"/>
                  </a:lnTo>
                  <a:lnTo>
                    <a:pt x="738469" y="72186"/>
                  </a:lnTo>
                  <a:lnTo>
                    <a:pt x="738291" y="72154"/>
                  </a:lnTo>
                  <a:lnTo>
                    <a:pt x="732032" y="58415"/>
                  </a:lnTo>
                  <a:lnTo>
                    <a:pt x="720809" y="40153"/>
                  </a:lnTo>
                  <a:lnTo>
                    <a:pt x="703631" y="19852"/>
                  </a:lnTo>
                  <a:lnTo>
                    <a:pt x="679508" y="0"/>
                  </a:lnTo>
                  <a:close/>
                </a:path>
              </a:pathLst>
            </a:custGeom>
            <a:solidFill>
              <a:srgbClr val="000000">
                <a:alpha val="13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5421539" y="7687763"/>
              <a:ext cx="494030" cy="300355"/>
            </a:xfrm>
            <a:custGeom>
              <a:avLst/>
              <a:gdLst/>
              <a:ahLst/>
              <a:cxnLst/>
              <a:rect l="l" t="t" r="r" b="b"/>
              <a:pathLst>
                <a:path w="494029" h="300354">
                  <a:moveTo>
                    <a:pt x="26041" y="0"/>
                  </a:moveTo>
                  <a:lnTo>
                    <a:pt x="13225" y="1410"/>
                  </a:lnTo>
                  <a:lnTo>
                    <a:pt x="5245" y="5717"/>
                  </a:lnTo>
                  <a:lnTo>
                    <a:pt x="1153" y="13031"/>
                  </a:lnTo>
                  <a:lnTo>
                    <a:pt x="0" y="23465"/>
                  </a:lnTo>
                  <a:lnTo>
                    <a:pt x="48773" y="275677"/>
                  </a:lnTo>
                  <a:lnTo>
                    <a:pt x="51085" y="286219"/>
                  </a:lnTo>
                  <a:lnTo>
                    <a:pt x="57392" y="293771"/>
                  </a:lnTo>
                  <a:lnTo>
                    <a:pt x="66747" y="298315"/>
                  </a:lnTo>
                  <a:lnTo>
                    <a:pt x="78207" y="299833"/>
                  </a:lnTo>
                  <a:lnTo>
                    <a:pt x="464404" y="299833"/>
                  </a:lnTo>
                  <a:lnTo>
                    <a:pt x="475863" y="298483"/>
                  </a:lnTo>
                  <a:lnTo>
                    <a:pt x="485219" y="294310"/>
                  </a:lnTo>
                  <a:lnTo>
                    <a:pt x="491526" y="287129"/>
                  </a:lnTo>
                  <a:lnTo>
                    <a:pt x="493838" y="276755"/>
                  </a:lnTo>
                  <a:lnTo>
                    <a:pt x="445064" y="28815"/>
                  </a:lnTo>
                  <a:lnTo>
                    <a:pt x="415631" y="607"/>
                  </a:lnTo>
                  <a:lnTo>
                    <a:pt x="26041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5" name="object 195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873308" y="7753629"/>
              <a:ext cx="192433" cy="167433"/>
            </a:xfrm>
            <a:prstGeom prst="rect">
              <a:avLst/>
            </a:prstGeom>
          </p:spPr>
        </p:pic>
        <p:sp>
          <p:nvSpPr>
            <p:cNvPr id="196" name="object 196" descr=""/>
            <p:cNvSpPr/>
            <p:nvPr/>
          </p:nvSpPr>
          <p:spPr>
            <a:xfrm>
              <a:off x="5745950" y="6747134"/>
              <a:ext cx="464184" cy="1179195"/>
            </a:xfrm>
            <a:custGeom>
              <a:avLst/>
              <a:gdLst/>
              <a:ahLst/>
              <a:cxnLst/>
              <a:rect l="l" t="t" r="r" b="b"/>
              <a:pathLst>
                <a:path w="464185" h="1179195">
                  <a:moveTo>
                    <a:pt x="334822" y="1080262"/>
                  </a:moveTo>
                  <a:lnTo>
                    <a:pt x="189382" y="1036878"/>
                  </a:lnTo>
                  <a:lnTo>
                    <a:pt x="0" y="1048410"/>
                  </a:lnTo>
                  <a:lnTo>
                    <a:pt x="20396" y="1113078"/>
                  </a:lnTo>
                  <a:lnTo>
                    <a:pt x="46456" y="1143723"/>
                  </a:lnTo>
                  <a:lnTo>
                    <a:pt x="169468" y="1178648"/>
                  </a:lnTo>
                  <a:lnTo>
                    <a:pt x="247764" y="1173594"/>
                  </a:lnTo>
                  <a:lnTo>
                    <a:pt x="259334" y="1170901"/>
                  </a:lnTo>
                  <a:lnTo>
                    <a:pt x="270459" y="1166863"/>
                  </a:lnTo>
                  <a:lnTo>
                    <a:pt x="321767" y="1173822"/>
                  </a:lnTo>
                  <a:lnTo>
                    <a:pt x="322745" y="1166863"/>
                  </a:lnTo>
                  <a:lnTo>
                    <a:pt x="334822" y="1080262"/>
                  </a:lnTo>
                  <a:close/>
                </a:path>
                <a:path w="464185" h="1179195">
                  <a:moveTo>
                    <a:pt x="463791" y="131356"/>
                  </a:moveTo>
                  <a:lnTo>
                    <a:pt x="449618" y="0"/>
                  </a:lnTo>
                  <a:lnTo>
                    <a:pt x="107746" y="40614"/>
                  </a:lnTo>
                  <a:lnTo>
                    <a:pt x="130556" y="232613"/>
                  </a:lnTo>
                  <a:lnTo>
                    <a:pt x="144386" y="281241"/>
                  </a:lnTo>
                  <a:lnTo>
                    <a:pt x="171767" y="321564"/>
                  </a:lnTo>
                  <a:lnTo>
                    <a:pt x="209981" y="351320"/>
                  </a:lnTo>
                  <a:lnTo>
                    <a:pt x="229374" y="358419"/>
                  </a:lnTo>
                  <a:lnTo>
                    <a:pt x="226491" y="451332"/>
                  </a:lnTo>
                  <a:lnTo>
                    <a:pt x="239153" y="483082"/>
                  </a:lnTo>
                  <a:lnTo>
                    <a:pt x="259638" y="523100"/>
                  </a:lnTo>
                  <a:lnTo>
                    <a:pt x="282067" y="564108"/>
                  </a:lnTo>
                  <a:lnTo>
                    <a:pt x="300545" y="598830"/>
                  </a:lnTo>
                  <a:lnTo>
                    <a:pt x="304393" y="598449"/>
                  </a:lnTo>
                  <a:lnTo>
                    <a:pt x="318706" y="598462"/>
                  </a:lnTo>
                  <a:lnTo>
                    <a:pt x="321754" y="598703"/>
                  </a:lnTo>
                  <a:lnTo>
                    <a:pt x="351472" y="558584"/>
                  </a:lnTo>
                  <a:lnTo>
                    <a:pt x="387057" y="511009"/>
                  </a:lnTo>
                  <a:lnTo>
                    <a:pt x="417029" y="467220"/>
                  </a:lnTo>
                  <a:lnTo>
                    <a:pt x="429933" y="438467"/>
                  </a:lnTo>
                  <a:lnTo>
                    <a:pt x="415099" y="276352"/>
                  </a:lnTo>
                  <a:lnTo>
                    <a:pt x="431190" y="246976"/>
                  </a:lnTo>
                  <a:lnTo>
                    <a:pt x="449033" y="202869"/>
                  </a:lnTo>
                  <a:lnTo>
                    <a:pt x="460171" y="162763"/>
                  </a:lnTo>
                  <a:lnTo>
                    <a:pt x="463791" y="131356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973524" y="6996443"/>
              <a:ext cx="192559" cy="179548"/>
            </a:xfrm>
            <a:prstGeom prst="rect">
              <a:avLst/>
            </a:prstGeom>
          </p:spPr>
        </p:pic>
        <p:sp>
          <p:nvSpPr>
            <p:cNvPr id="198" name="object 198" descr=""/>
            <p:cNvSpPr/>
            <p:nvPr/>
          </p:nvSpPr>
          <p:spPr>
            <a:xfrm>
              <a:off x="5801888" y="6621035"/>
              <a:ext cx="414020" cy="418465"/>
            </a:xfrm>
            <a:custGeom>
              <a:avLst/>
              <a:gdLst/>
              <a:ahLst/>
              <a:cxnLst/>
              <a:rect l="l" t="t" r="r" b="b"/>
              <a:pathLst>
                <a:path w="414020" h="418465">
                  <a:moveTo>
                    <a:pt x="243476" y="0"/>
                  </a:moveTo>
                  <a:lnTo>
                    <a:pt x="217488" y="153"/>
                  </a:lnTo>
                  <a:lnTo>
                    <a:pt x="8363" y="39387"/>
                  </a:lnTo>
                  <a:lnTo>
                    <a:pt x="0" y="105024"/>
                  </a:lnTo>
                  <a:lnTo>
                    <a:pt x="16617" y="143710"/>
                  </a:lnTo>
                  <a:lnTo>
                    <a:pt x="39968" y="162066"/>
                  </a:lnTo>
                  <a:lnTo>
                    <a:pt x="51807" y="166713"/>
                  </a:lnTo>
                  <a:lnTo>
                    <a:pt x="256921" y="142337"/>
                  </a:lnTo>
                  <a:lnTo>
                    <a:pt x="287824" y="146592"/>
                  </a:lnTo>
                  <a:lnTo>
                    <a:pt x="304071" y="162098"/>
                  </a:lnTo>
                  <a:lnTo>
                    <a:pt x="310369" y="178786"/>
                  </a:lnTo>
                  <a:lnTo>
                    <a:pt x="311422" y="186587"/>
                  </a:lnTo>
                  <a:lnTo>
                    <a:pt x="320814" y="240166"/>
                  </a:lnTo>
                  <a:lnTo>
                    <a:pt x="347358" y="237015"/>
                  </a:lnTo>
                  <a:lnTo>
                    <a:pt x="351611" y="223696"/>
                  </a:lnTo>
                  <a:lnTo>
                    <a:pt x="355194" y="216689"/>
                  </a:lnTo>
                  <a:lnTo>
                    <a:pt x="360055" y="213686"/>
                  </a:lnTo>
                  <a:lnTo>
                    <a:pt x="368143" y="212377"/>
                  </a:lnTo>
                  <a:lnTo>
                    <a:pt x="375696" y="212129"/>
                  </a:lnTo>
                  <a:lnTo>
                    <a:pt x="382623" y="215150"/>
                  </a:lnTo>
                  <a:lnTo>
                    <a:pt x="388338" y="224349"/>
                  </a:lnTo>
                  <a:lnTo>
                    <a:pt x="392257" y="242638"/>
                  </a:lnTo>
                  <a:lnTo>
                    <a:pt x="391317" y="292454"/>
                  </a:lnTo>
                  <a:lnTo>
                    <a:pt x="379182" y="317346"/>
                  </a:lnTo>
                  <a:lnTo>
                    <a:pt x="365111" y="325948"/>
                  </a:lnTo>
                  <a:lnTo>
                    <a:pt x="358363" y="326897"/>
                  </a:lnTo>
                  <a:lnTo>
                    <a:pt x="353347" y="391471"/>
                  </a:lnTo>
                  <a:lnTo>
                    <a:pt x="389674" y="349920"/>
                  </a:lnTo>
                  <a:lnTo>
                    <a:pt x="405221" y="296135"/>
                  </a:lnTo>
                  <a:lnTo>
                    <a:pt x="413408" y="248271"/>
                  </a:lnTo>
                  <a:lnTo>
                    <a:pt x="398822" y="125479"/>
                  </a:lnTo>
                  <a:lnTo>
                    <a:pt x="363452" y="46690"/>
                  </a:lnTo>
                  <a:lnTo>
                    <a:pt x="301900" y="10188"/>
                  </a:lnTo>
                  <a:lnTo>
                    <a:pt x="243476" y="0"/>
                  </a:lnTo>
                  <a:close/>
                </a:path>
              </a:pathLst>
            </a:custGeom>
            <a:solidFill>
              <a:srgbClr val="2F2A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5971734" y="7081166"/>
              <a:ext cx="141605" cy="51435"/>
            </a:xfrm>
            <a:custGeom>
              <a:avLst/>
              <a:gdLst/>
              <a:ahLst/>
              <a:cxnLst/>
              <a:rect l="l" t="t" r="r" b="b"/>
              <a:pathLst>
                <a:path w="141604" h="51434">
                  <a:moveTo>
                    <a:pt x="0" y="26971"/>
                  </a:moveTo>
                  <a:lnTo>
                    <a:pt x="2124" y="44792"/>
                  </a:lnTo>
                  <a:lnTo>
                    <a:pt x="19999" y="51328"/>
                  </a:lnTo>
                  <a:lnTo>
                    <a:pt x="95305" y="51328"/>
                  </a:lnTo>
                  <a:lnTo>
                    <a:pt x="105692" y="43764"/>
                  </a:lnTo>
                  <a:lnTo>
                    <a:pt x="106063" y="43310"/>
                  </a:lnTo>
                  <a:lnTo>
                    <a:pt x="80005" y="43310"/>
                  </a:lnTo>
                  <a:lnTo>
                    <a:pt x="48951" y="41333"/>
                  </a:lnTo>
                  <a:lnTo>
                    <a:pt x="0" y="26971"/>
                  </a:lnTo>
                  <a:close/>
                </a:path>
                <a:path w="141604" h="51434">
                  <a:moveTo>
                    <a:pt x="141469" y="0"/>
                  </a:moveTo>
                  <a:lnTo>
                    <a:pt x="106424" y="30375"/>
                  </a:lnTo>
                  <a:lnTo>
                    <a:pt x="80005" y="43310"/>
                  </a:lnTo>
                  <a:lnTo>
                    <a:pt x="106063" y="43310"/>
                  </a:lnTo>
                  <a:lnTo>
                    <a:pt x="14146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5874372" y="6831898"/>
              <a:ext cx="288290" cy="324485"/>
            </a:xfrm>
            <a:custGeom>
              <a:avLst/>
              <a:gdLst/>
              <a:ahLst/>
              <a:cxnLst/>
              <a:rect l="l" t="t" r="r" b="b"/>
              <a:pathLst>
                <a:path w="288289" h="324484">
                  <a:moveTo>
                    <a:pt x="273164" y="0"/>
                  </a:moveTo>
                  <a:lnTo>
                    <a:pt x="247280" y="3078"/>
                  </a:lnTo>
                  <a:lnTo>
                    <a:pt x="247216" y="71193"/>
                  </a:lnTo>
                  <a:lnTo>
                    <a:pt x="238158" y="120688"/>
                  </a:lnTo>
                  <a:lnTo>
                    <a:pt x="197697" y="176670"/>
                  </a:lnTo>
                  <a:lnTo>
                    <a:pt x="135170" y="196726"/>
                  </a:lnTo>
                  <a:lnTo>
                    <a:pt x="98531" y="201313"/>
                  </a:lnTo>
                  <a:lnTo>
                    <a:pt x="41558" y="194785"/>
                  </a:lnTo>
                  <a:lnTo>
                    <a:pt x="12308" y="169307"/>
                  </a:lnTo>
                  <a:lnTo>
                    <a:pt x="1536" y="141691"/>
                  </a:lnTo>
                  <a:lnTo>
                    <a:pt x="0" y="128750"/>
                  </a:lnTo>
                  <a:lnTo>
                    <a:pt x="1795" y="245088"/>
                  </a:lnTo>
                  <a:lnTo>
                    <a:pt x="14794" y="304183"/>
                  </a:lnTo>
                  <a:lnTo>
                    <a:pt x="50156" y="324315"/>
                  </a:lnTo>
                  <a:lnTo>
                    <a:pt x="119043" y="323770"/>
                  </a:lnTo>
                  <a:lnTo>
                    <a:pt x="222574" y="287460"/>
                  </a:lnTo>
                  <a:lnTo>
                    <a:pt x="272030" y="217146"/>
                  </a:lnTo>
                  <a:lnTo>
                    <a:pt x="287196" y="148671"/>
                  </a:lnTo>
                  <a:lnTo>
                    <a:pt x="287855" y="117881"/>
                  </a:lnTo>
                  <a:lnTo>
                    <a:pt x="273164" y="0"/>
                  </a:lnTo>
                  <a:close/>
                </a:path>
              </a:pathLst>
            </a:custGeom>
            <a:solidFill>
              <a:srgbClr val="2F2A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1" name="object 20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890714" y="6983117"/>
              <a:ext cx="159607" cy="134969"/>
            </a:xfrm>
            <a:prstGeom prst="rect">
              <a:avLst/>
            </a:prstGeom>
          </p:spPr>
        </p:pic>
        <p:sp>
          <p:nvSpPr>
            <p:cNvPr id="202" name="object 202" descr=""/>
            <p:cNvSpPr/>
            <p:nvPr/>
          </p:nvSpPr>
          <p:spPr>
            <a:xfrm>
              <a:off x="5700586" y="7779384"/>
              <a:ext cx="189865" cy="47625"/>
            </a:xfrm>
            <a:custGeom>
              <a:avLst/>
              <a:gdLst/>
              <a:ahLst/>
              <a:cxnLst/>
              <a:rect l="l" t="t" r="r" b="b"/>
              <a:pathLst>
                <a:path w="189864" h="47625">
                  <a:moveTo>
                    <a:pt x="186151" y="0"/>
                  </a:moveTo>
                  <a:lnTo>
                    <a:pt x="6554" y="14722"/>
                  </a:lnTo>
                  <a:lnTo>
                    <a:pt x="0" y="22470"/>
                  </a:lnTo>
                  <a:lnTo>
                    <a:pt x="2062" y="38511"/>
                  </a:lnTo>
                  <a:lnTo>
                    <a:pt x="8450" y="44145"/>
                  </a:lnTo>
                  <a:lnTo>
                    <a:pt x="16156" y="44375"/>
                  </a:lnTo>
                  <a:lnTo>
                    <a:pt x="189397" y="47558"/>
                  </a:lnTo>
                  <a:lnTo>
                    <a:pt x="186151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924617" y="7152250"/>
              <a:ext cx="121880" cy="193706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067709" y="7138432"/>
              <a:ext cx="147611" cy="207397"/>
            </a:xfrm>
            <a:prstGeom prst="rect">
              <a:avLst/>
            </a:prstGeom>
          </p:spPr>
        </p:pic>
      </p:grpSp>
      <p:grpSp>
        <p:nvGrpSpPr>
          <p:cNvPr id="205" name="object 205" descr=""/>
          <p:cNvGrpSpPr/>
          <p:nvPr/>
        </p:nvGrpSpPr>
        <p:grpSpPr>
          <a:xfrm>
            <a:off x="1948668" y="9979611"/>
            <a:ext cx="328295" cy="154305"/>
            <a:chOff x="1948668" y="9979611"/>
            <a:chExt cx="328295" cy="154305"/>
          </a:xfrm>
        </p:grpSpPr>
        <p:sp>
          <p:nvSpPr>
            <p:cNvPr id="206" name="object 206" descr=""/>
            <p:cNvSpPr/>
            <p:nvPr/>
          </p:nvSpPr>
          <p:spPr>
            <a:xfrm>
              <a:off x="1948668" y="9979611"/>
              <a:ext cx="328295" cy="154305"/>
            </a:xfrm>
            <a:custGeom>
              <a:avLst/>
              <a:gdLst/>
              <a:ahLst/>
              <a:cxnLst/>
              <a:rect l="l" t="t" r="r" b="b"/>
              <a:pathLst>
                <a:path w="328294" h="154304">
                  <a:moveTo>
                    <a:pt x="30248" y="0"/>
                  </a:moveTo>
                  <a:lnTo>
                    <a:pt x="9566" y="43082"/>
                  </a:lnTo>
                  <a:lnTo>
                    <a:pt x="219" y="73489"/>
                  </a:lnTo>
                  <a:lnTo>
                    <a:pt x="0" y="105664"/>
                  </a:lnTo>
                  <a:lnTo>
                    <a:pt x="6699" y="154047"/>
                  </a:lnTo>
                  <a:lnTo>
                    <a:pt x="328124" y="154047"/>
                  </a:lnTo>
                  <a:lnTo>
                    <a:pt x="320734" y="114186"/>
                  </a:lnTo>
                  <a:lnTo>
                    <a:pt x="309406" y="91565"/>
                  </a:lnTo>
                  <a:lnTo>
                    <a:pt x="286163" y="77782"/>
                  </a:lnTo>
                  <a:lnTo>
                    <a:pt x="243027" y="64437"/>
                  </a:lnTo>
                  <a:lnTo>
                    <a:pt x="166087" y="23025"/>
                  </a:lnTo>
                  <a:lnTo>
                    <a:pt x="30248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952775" y="10103289"/>
              <a:ext cx="324485" cy="30480"/>
            </a:xfrm>
            <a:custGeom>
              <a:avLst/>
              <a:gdLst/>
              <a:ahLst/>
              <a:cxnLst/>
              <a:rect l="l" t="t" r="r" b="b"/>
              <a:pathLst>
                <a:path w="324485" h="30479">
                  <a:moveTo>
                    <a:pt x="0" y="0"/>
                  </a:moveTo>
                  <a:lnTo>
                    <a:pt x="270" y="7468"/>
                  </a:lnTo>
                  <a:lnTo>
                    <a:pt x="778" y="15027"/>
                  </a:lnTo>
                  <a:lnTo>
                    <a:pt x="1544" y="22665"/>
                  </a:lnTo>
                  <a:lnTo>
                    <a:pt x="2586" y="30376"/>
                  </a:lnTo>
                  <a:lnTo>
                    <a:pt x="324011" y="30376"/>
                  </a:lnTo>
                  <a:lnTo>
                    <a:pt x="4303" y="3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878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8" name="object 208" descr=""/>
          <p:cNvGrpSpPr/>
          <p:nvPr/>
        </p:nvGrpSpPr>
        <p:grpSpPr>
          <a:xfrm>
            <a:off x="1886726" y="6566562"/>
            <a:ext cx="994410" cy="3566795"/>
            <a:chOff x="1886726" y="6566562"/>
            <a:chExt cx="994410" cy="3566795"/>
          </a:xfrm>
        </p:grpSpPr>
        <p:sp>
          <p:nvSpPr>
            <p:cNvPr id="209" name="object 209" descr=""/>
            <p:cNvSpPr/>
            <p:nvPr/>
          </p:nvSpPr>
          <p:spPr>
            <a:xfrm>
              <a:off x="2421043" y="9980022"/>
              <a:ext cx="459740" cy="153670"/>
            </a:xfrm>
            <a:custGeom>
              <a:avLst/>
              <a:gdLst/>
              <a:ahLst/>
              <a:cxnLst/>
              <a:rect l="l" t="t" r="r" b="b"/>
              <a:pathLst>
                <a:path w="459739" h="153670">
                  <a:moveTo>
                    <a:pt x="162211" y="0"/>
                  </a:moveTo>
                  <a:lnTo>
                    <a:pt x="30100" y="0"/>
                  </a:lnTo>
                  <a:lnTo>
                    <a:pt x="9519" y="42851"/>
                  </a:lnTo>
                  <a:lnTo>
                    <a:pt x="218" y="73097"/>
                  </a:lnTo>
                  <a:lnTo>
                    <a:pt x="0" y="105101"/>
                  </a:lnTo>
                  <a:lnTo>
                    <a:pt x="6666" y="153230"/>
                  </a:lnTo>
                  <a:lnTo>
                    <a:pt x="459647" y="153230"/>
                  </a:lnTo>
                  <a:lnTo>
                    <a:pt x="454617" y="111502"/>
                  </a:lnTo>
                  <a:lnTo>
                    <a:pt x="442853" y="89124"/>
                  </a:lnTo>
                  <a:lnTo>
                    <a:pt x="415274" y="78472"/>
                  </a:lnTo>
                  <a:lnTo>
                    <a:pt x="362802" y="71924"/>
                  </a:lnTo>
                  <a:lnTo>
                    <a:pt x="162211" y="0"/>
                  </a:lnTo>
                  <a:close/>
                </a:path>
              </a:pathLst>
            </a:custGeom>
            <a:solidFill>
              <a:srgbClr val="C2C2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2425281" y="10103618"/>
              <a:ext cx="455295" cy="29209"/>
            </a:xfrm>
            <a:custGeom>
              <a:avLst/>
              <a:gdLst/>
              <a:ahLst/>
              <a:cxnLst/>
              <a:rect l="l" t="t" r="r" b="b"/>
              <a:pathLst>
                <a:path w="455294" h="29209">
                  <a:moveTo>
                    <a:pt x="454964" y="21590"/>
                  </a:moveTo>
                  <a:lnTo>
                    <a:pt x="453847" y="21590"/>
                  </a:lnTo>
                  <a:lnTo>
                    <a:pt x="453847" y="15240"/>
                  </a:lnTo>
                  <a:lnTo>
                    <a:pt x="451637" y="15240"/>
                  </a:lnTo>
                  <a:lnTo>
                    <a:pt x="451637" y="8890"/>
                  </a:lnTo>
                  <a:lnTo>
                    <a:pt x="449859" y="8890"/>
                  </a:lnTo>
                  <a:lnTo>
                    <a:pt x="449859" y="7620"/>
                  </a:lnTo>
                  <a:lnTo>
                    <a:pt x="447497" y="7620"/>
                  </a:lnTo>
                  <a:lnTo>
                    <a:pt x="447497" y="0"/>
                  </a:lnTo>
                  <a:lnTo>
                    <a:pt x="0" y="0"/>
                  </a:lnTo>
                  <a:lnTo>
                    <a:pt x="0" y="7620"/>
                  </a:lnTo>
                  <a:lnTo>
                    <a:pt x="190" y="7620"/>
                  </a:lnTo>
                  <a:lnTo>
                    <a:pt x="190" y="8890"/>
                  </a:lnTo>
                  <a:lnTo>
                    <a:pt x="457" y="8890"/>
                  </a:lnTo>
                  <a:lnTo>
                    <a:pt x="457" y="15240"/>
                  </a:lnTo>
                  <a:lnTo>
                    <a:pt x="1016" y="15240"/>
                  </a:lnTo>
                  <a:lnTo>
                    <a:pt x="1016" y="21590"/>
                  </a:lnTo>
                  <a:lnTo>
                    <a:pt x="1841" y="21590"/>
                  </a:lnTo>
                  <a:lnTo>
                    <a:pt x="1841" y="29210"/>
                  </a:lnTo>
                  <a:lnTo>
                    <a:pt x="454964" y="29210"/>
                  </a:lnTo>
                  <a:lnTo>
                    <a:pt x="454964" y="21590"/>
                  </a:lnTo>
                  <a:close/>
                </a:path>
              </a:pathLst>
            </a:custGeom>
            <a:solidFill>
              <a:srgbClr val="7878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970673" y="8233109"/>
              <a:ext cx="674370" cy="1769745"/>
            </a:xfrm>
            <a:custGeom>
              <a:avLst/>
              <a:gdLst/>
              <a:ahLst/>
              <a:cxnLst/>
              <a:rect l="l" t="t" r="r" b="b"/>
              <a:pathLst>
                <a:path w="674369" h="1769745">
                  <a:moveTo>
                    <a:pt x="51003" y="0"/>
                  </a:moveTo>
                  <a:lnTo>
                    <a:pt x="50274" y="70219"/>
                  </a:lnTo>
                  <a:lnTo>
                    <a:pt x="49977" y="162937"/>
                  </a:lnTo>
                  <a:lnTo>
                    <a:pt x="50584" y="610968"/>
                  </a:lnTo>
                  <a:lnTo>
                    <a:pt x="51192" y="880590"/>
                  </a:lnTo>
                  <a:lnTo>
                    <a:pt x="0" y="1769045"/>
                  </a:lnTo>
                  <a:lnTo>
                    <a:pt x="144079" y="1769527"/>
                  </a:lnTo>
                  <a:lnTo>
                    <a:pt x="279206" y="997676"/>
                  </a:lnTo>
                  <a:lnTo>
                    <a:pt x="383223" y="359811"/>
                  </a:lnTo>
                  <a:lnTo>
                    <a:pt x="454436" y="997676"/>
                  </a:lnTo>
                  <a:lnTo>
                    <a:pt x="474310" y="1764459"/>
                  </a:lnTo>
                  <a:lnTo>
                    <a:pt x="642839" y="1757768"/>
                  </a:lnTo>
                  <a:lnTo>
                    <a:pt x="669445" y="925280"/>
                  </a:lnTo>
                  <a:lnTo>
                    <a:pt x="674031" y="31004"/>
                  </a:lnTo>
                  <a:lnTo>
                    <a:pt x="667173" y="32386"/>
                  </a:lnTo>
                  <a:lnTo>
                    <a:pt x="659896" y="33182"/>
                  </a:lnTo>
                  <a:lnTo>
                    <a:pt x="554804" y="33598"/>
                  </a:lnTo>
                  <a:lnTo>
                    <a:pt x="506328" y="33413"/>
                  </a:lnTo>
                  <a:lnTo>
                    <a:pt x="457919" y="32721"/>
                  </a:lnTo>
                  <a:lnTo>
                    <a:pt x="409534" y="31326"/>
                  </a:lnTo>
                  <a:lnTo>
                    <a:pt x="361130" y="29033"/>
                  </a:lnTo>
                  <a:lnTo>
                    <a:pt x="312665" y="25647"/>
                  </a:lnTo>
                  <a:lnTo>
                    <a:pt x="264096" y="20973"/>
                  </a:lnTo>
                  <a:lnTo>
                    <a:pt x="165704" y="9574"/>
                  </a:lnTo>
                  <a:lnTo>
                    <a:pt x="116437" y="4456"/>
                  </a:lnTo>
                  <a:lnTo>
                    <a:pt x="61715" y="261"/>
                  </a:lnTo>
                  <a:lnTo>
                    <a:pt x="51003" y="0"/>
                  </a:lnTo>
                  <a:close/>
                </a:path>
              </a:pathLst>
            </a:custGeom>
            <a:solidFill>
              <a:srgbClr val="007B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1970659" y="8233111"/>
              <a:ext cx="674370" cy="1769745"/>
            </a:xfrm>
            <a:custGeom>
              <a:avLst/>
              <a:gdLst/>
              <a:ahLst/>
              <a:cxnLst/>
              <a:rect l="l" t="t" r="r" b="b"/>
              <a:pathLst>
                <a:path w="674369" h="1769745">
                  <a:moveTo>
                    <a:pt x="613676" y="1758924"/>
                  </a:moveTo>
                  <a:lnTo>
                    <a:pt x="602373" y="1695538"/>
                  </a:lnTo>
                  <a:lnTo>
                    <a:pt x="593864" y="1633156"/>
                  </a:lnTo>
                  <a:lnTo>
                    <a:pt x="589368" y="1584325"/>
                  </a:lnTo>
                  <a:lnTo>
                    <a:pt x="585825" y="1535315"/>
                  </a:lnTo>
                  <a:lnTo>
                    <a:pt x="583120" y="1486154"/>
                  </a:lnTo>
                  <a:lnTo>
                    <a:pt x="581113" y="1436903"/>
                  </a:lnTo>
                  <a:lnTo>
                    <a:pt x="579691" y="1387614"/>
                  </a:lnTo>
                  <a:lnTo>
                    <a:pt x="578726" y="1338313"/>
                  </a:lnTo>
                  <a:lnTo>
                    <a:pt x="577659" y="1239888"/>
                  </a:lnTo>
                  <a:lnTo>
                    <a:pt x="577329" y="1190866"/>
                  </a:lnTo>
                  <a:lnTo>
                    <a:pt x="576618" y="1136904"/>
                  </a:lnTo>
                  <a:lnTo>
                    <a:pt x="575081" y="1083487"/>
                  </a:lnTo>
                  <a:lnTo>
                    <a:pt x="572465" y="1030478"/>
                  </a:lnTo>
                  <a:lnTo>
                    <a:pt x="568528" y="977773"/>
                  </a:lnTo>
                  <a:lnTo>
                    <a:pt x="563016" y="925220"/>
                  </a:lnTo>
                  <a:lnTo>
                    <a:pt x="555701" y="872731"/>
                  </a:lnTo>
                  <a:lnTo>
                    <a:pt x="546328" y="820153"/>
                  </a:lnTo>
                  <a:lnTo>
                    <a:pt x="534644" y="767397"/>
                  </a:lnTo>
                  <a:lnTo>
                    <a:pt x="521931" y="717956"/>
                  </a:lnTo>
                  <a:lnTo>
                    <a:pt x="507974" y="668883"/>
                  </a:lnTo>
                  <a:lnTo>
                    <a:pt x="492734" y="620217"/>
                  </a:lnTo>
                  <a:lnTo>
                    <a:pt x="476173" y="572020"/>
                  </a:lnTo>
                  <a:lnTo>
                    <a:pt x="458254" y="524319"/>
                  </a:lnTo>
                  <a:lnTo>
                    <a:pt x="438950" y="477151"/>
                  </a:lnTo>
                  <a:lnTo>
                    <a:pt x="418211" y="430555"/>
                  </a:lnTo>
                  <a:lnTo>
                    <a:pt x="395058" y="382701"/>
                  </a:lnTo>
                  <a:lnTo>
                    <a:pt x="393522" y="378968"/>
                  </a:lnTo>
                  <a:lnTo>
                    <a:pt x="389737" y="372922"/>
                  </a:lnTo>
                  <a:lnTo>
                    <a:pt x="388162" y="369862"/>
                  </a:lnTo>
                  <a:lnTo>
                    <a:pt x="385749" y="371614"/>
                  </a:lnTo>
                  <a:lnTo>
                    <a:pt x="384670" y="372643"/>
                  </a:lnTo>
                  <a:lnTo>
                    <a:pt x="454456" y="997686"/>
                  </a:lnTo>
                  <a:lnTo>
                    <a:pt x="474332" y="1764461"/>
                  </a:lnTo>
                  <a:lnTo>
                    <a:pt x="613676" y="1758924"/>
                  </a:lnTo>
                  <a:close/>
                </a:path>
                <a:path w="674369" h="1769745">
                  <a:moveTo>
                    <a:pt x="674027" y="31013"/>
                  </a:moveTo>
                  <a:lnTo>
                    <a:pt x="667181" y="32397"/>
                  </a:lnTo>
                  <a:lnTo>
                    <a:pt x="659904" y="33185"/>
                  </a:lnTo>
                  <a:lnTo>
                    <a:pt x="554812" y="33604"/>
                  </a:lnTo>
                  <a:lnTo>
                    <a:pt x="506336" y="33413"/>
                  </a:lnTo>
                  <a:lnTo>
                    <a:pt x="457923" y="32727"/>
                  </a:lnTo>
                  <a:lnTo>
                    <a:pt x="409536" y="31330"/>
                  </a:lnTo>
                  <a:lnTo>
                    <a:pt x="361137" y="29032"/>
                  </a:lnTo>
                  <a:lnTo>
                    <a:pt x="312674" y="25654"/>
                  </a:lnTo>
                  <a:lnTo>
                    <a:pt x="264096" y="20980"/>
                  </a:lnTo>
                  <a:lnTo>
                    <a:pt x="165709" y="9575"/>
                  </a:lnTo>
                  <a:lnTo>
                    <a:pt x="116446" y="4457"/>
                  </a:lnTo>
                  <a:lnTo>
                    <a:pt x="61722" y="254"/>
                  </a:lnTo>
                  <a:lnTo>
                    <a:pt x="51003" y="0"/>
                  </a:lnTo>
                  <a:lnTo>
                    <a:pt x="50279" y="70218"/>
                  </a:lnTo>
                  <a:lnTo>
                    <a:pt x="49987" y="162941"/>
                  </a:lnTo>
                  <a:lnTo>
                    <a:pt x="50596" y="610971"/>
                  </a:lnTo>
                  <a:lnTo>
                    <a:pt x="51193" y="880592"/>
                  </a:lnTo>
                  <a:lnTo>
                    <a:pt x="0" y="1769046"/>
                  </a:lnTo>
                  <a:lnTo>
                    <a:pt x="53009" y="1769224"/>
                  </a:lnTo>
                  <a:lnTo>
                    <a:pt x="58508" y="1719173"/>
                  </a:lnTo>
                  <a:lnTo>
                    <a:pt x="64554" y="1669173"/>
                  </a:lnTo>
                  <a:lnTo>
                    <a:pt x="71043" y="1619224"/>
                  </a:lnTo>
                  <a:lnTo>
                    <a:pt x="77889" y="1569313"/>
                  </a:lnTo>
                  <a:lnTo>
                    <a:pt x="99479" y="1419821"/>
                  </a:lnTo>
                  <a:lnTo>
                    <a:pt x="105994" y="1371206"/>
                  </a:lnTo>
                  <a:lnTo>
                    <a:pt x="111442" y="1322552"/>
                  </a:lnTo>
                  <a:lnTo>
                    <a:pt x="115938" y="1273860"/>
                  </a:lnTo>
                  <a:lnTo>
                    <a:pt x="119595" y="1225118"/>
                  </a:lnTo>
                  <a:lnTo>
                    <a:pt x="122516" y="1176350"/>
                  </a:lnTo>
                  <a:lnTo>
                    <a:pt x="124815" y="1127556"/>
                  </a:lnTo>
                  <a:lnTo>
                    <a:pt x="126606" y="1078725"/>
                  </a:lnTo>
                  <a:lnTo>
                    <a:pt x="127990" y="1029868"/>
                  </a:lnTo>
                  <a:lnTo>
                    <a:pt x="129997" y="932078"/>
                  </a:lnTo>
                  <a:lnTo>
                    <a:pt x="131737" y="834199"/>
                  </a:lnTo>
                  <a:lnTo>
                    <a:pt x="132778" y="785228"/>
                  </a:lnTo>
                  <a:lnTo>
                    <a:pt x="134327" y="734758"/>
                  </a:lnTo>
                  <a:lnTo>
                    <a:pt x="136550" y="684403"/>
                  </a:lnTo>
                  <a:lnTo>
                    <a:pt x="139382" y="634098"/>
                  </a:lnTo>
                  <a:lnTo>
                    <a:pt x="142748" y="583831"/>
                  </a:lnTo>
                  <a:lnTo>
                    <a:pt x="146570" y="533565"/>
                  </a:lnTo>
                  <a:lnTo>
                    <a:pt x="150787" y="483273"/>
                  </a:lnTo>
                  <a:lnTo>
                    <a:pt x="155702" y="427990"/>
                  </a:lnTo>
                  <a:lnTo>
                    <a:pt x="163322" y="372630"/>
                  </a:lnTo>
                  <a:lnTo>
                    <a:pt x="177241" y="318947"/>
                  </a:lnTo>
                  <a:lnTo>
                    <a:pt x="201066" y="268757"/>
                  </a:lnTo>
                  <a:lnTo>
                    <a:pt x="228396" y="233540"/>
                  </a:lnTo>
                  <a:lnTo>
                    <a:pt x="261251" y="204812"/>
                  </a:lnTo>
                  <a:lnTo>
                    <a:pt x="298716" y="181673"/>
                  </a:lnTo>
                  <a:lnTo>
                    <a:pt x="339852" y="163220"/>
                  </a:lnTo>
                  <a:lnTo>
                    <a:pt x="383730" y="148564"/>
                  </a:lnTo>
                  <a:lnTo>
                    <a:pt x="429425" y="136804"/>
                  </a:lnTo>
                  <a:lnTo>
                    <a:pt x="476008" y="127038"/>
                  </a:lnTo>
                  <a:lnTo>
                    <a:pt x="568121" y="109918"/>
                  </a:lnTo>
                  <a:lnTo>
                    <a:pt x="611797" y="100774"/>
                  </a:lnTo>
                  <a:lnTo>
                    <a:pt x="652640" y="90030"/>
                  </a:lnTo>
                  <a:lnTo>
                    <a:pt x="659942" y="87820"/>
                  </a:lnTo>
                  <a:lnTo>
                    <a:pt x="666965" y="86487"/>
                  </a:lnTo>
                  <a:lnTo>
                    <a:pt x="673747" y="85788"/>
                  </a:lnTo>
                  <a:lnTo>
                    <a:pt x="674027" y="31013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1891242" y="7094586"/>
              <a:ext cx="792480" cy="1251585"/>
            </a:xfrm>
            <a:custGeom>
              <a:avLst/>
              <a:gdLst/>
              <a:ahLst/>
              <a:cxnLst/>
              <a:rect l="l" t="t" r="r" b="b"/>
              <a:pathLst>
                <a:path w="792480" h="1251584">
                  <a:moveTo>
                    <a:pt x="376970" y="0"/>
                  </a:moveTo>
                  <a:lnTo>
                    <a:pt x="327759" y="3587"/>
                  </a:lnTo>
                  <a:lnTo>
                    <a:pt x="282009" y="11249"/>
                  </a:lnTo>
                  <a:lnTo>
                    <a:pt x="239644" y="22163"/>
                  </a:lnTo>
                  <a:lnTo>
                    <a:pt x="200589" y="35502"/>
                  </a:lnTo>
                  <a:lnTo>
                    <a:pt x="164769" y="50442"/>
                  </a:lnTo>
                  <a:lnTo>
                    <a:pt x="102534" y="81823"/>
                  </a:lnTo>
                  <a:lnTo>
                    <a:pt x="52339" y="109706"/>
                  </a:lnTo>
                  <a:lnTo>
                    <a:pt x="31569" y="120274"/>
                  </a:lnTo>
                  <a:lnTo>
                    <a:pt x="17980" y="136839"/>
                  </a:lnTo>
                  <a:lnTo>
                    <a:pt x="7440" y="165954"/>
                  </a:lnTo>
                  <a:lnTo>
                    <a:pt x="1073" y="197388"/>
                  </a:lnTo>
                  <a:lnTo>
                    <a:pt x="0" y="220909"/>
                  </a:lnTo>
                  <a:lnTo>
                    <a:pt x="9442" y="289199"/>
                  </a:lnTo>
                  <a:lnTo>
                    <a:pt x="20314" y="351915"/>
                  </a:lnTo>
                  <a:lnTo>
                    <a:pt x="32202" y="409511"/>
                  </a:lnTo>
                  <a:lnTo>
                    <a:pt x="44694" y="462438"/>
                  </a:lnTo>
                  <a:lnTo>
                    <a:pt x="57377" y="511147"/>
                  </a:lnTo>
                  <a:lnTo>
                    <a:pt x="69836" y="556092"/>
                  </a:lnTo>
                  <a:lnTo>
                    <a:pt x="81659" y="597724"/>
                  </a:lnTo>
                  <a:lnTo>
                    <a:pt x="92434" y="636494"/>
                  </a:lnTo>
                  <a:lnTo>
                    <a:pt x="109183" y="707261"/>
                  </a:lnTo>
                  <a:lnTo>
                    <a:pt x="124404" y="876576"/>
                  </a:lnTo>
                  <a:lnTo>
                    <a:pt x="128730" y="1027657"/>
                  </a:lnTo>
                  <a:lnTo>
                    <a:pt x="129626" y="1150078"/>
                  </a:lnTo>
                  <a:lnTo>
                    <a:pt x="129409" y="1200513"/>
                  </a:lnTo>
                  <a:lnTo>
                    <a:pt x="316638" y="1251070"/>
                  </a:lnTo>
                  <a:lnTo>
                    <a:pt x="521316" y="1245453"/>
                  </a:lnTo>
                  <a:lnTo>
                    <a:pt x="686144" y="1217365"/>
                  </a:lnTo>
                  <a:lnTo>
                    <a:pt x="753819" y="1200513"/>
                  </a:lnTo>
                  <a:lnTo>
                    <a:pt x="747720" y="1071725"/>
                  </a:lnTo>
                  <a:lnTo>
                    <a:pt x="742795" y="971863"/>
                  </a:lnTo>
                  <a:lnTo>
                    <a:pt x="726061" y="653954"/>
                  </a:lnTo>
                  <a:lnTo>
                    <a:pt x="727868" y="613421"/>
                  </a:lnTo>
                  <a:lnTo>
                    <a:pt x="735780" y="566589"/>
                  </a:lnTo>
                  <a:lnTo>
                    <a:pt x="747668" y="515284"/>
                  </a:lnTo>
                  <a:lnTo>
                    <a:pt x="761403" y="461332"/>
                  </a:lnTo>
                  <a:lnTo>
                    <a:pt x="774857" y="406560"/>
                  </a:lnTo>
                  <a:lnTo>
                    <a:pt x="785900" y="352794"/>
                  </a:lnTo>
                  <a:lnTo>
                    <a:pt x="792405" y="301861"/>
                  </a:lnTo>
                  <a:lnTo>
                    <a:pt x="792243" y="255587"/>
                  </a:lnTo>
                  <a:lnTo>
                    <a:pt x="783285" y="215799"/>
                  </a:lnTo>
                  <a:lnTo>
                    <a:pt x="751488" y="142607"/>
                  </a:lnTo>
                  <a:lnTo>
                    <a:pt x="726883" y="103682"/>
                  </a:lnTo>
                  <a:lnTo>
                    <a:pt x="677550" y="72076"/>
                  </a:lnTo>
                  <a:lnTo>
                    <a:pt x="609913" y="42909"/>
                  </a:lnTo>
                  <a:lnTo>
                    <a:pt x="546112" y="21943"/>
                  </a:lnTo>
                  <a:lnTo>
                    <a:pt x="486071" y="8353"/>
                  </a:lnTo>
                  <a:lnTo>
                    <a:pt x="429715" y="1313"/>
                  </a:lnTo>
                  <a:lnTo>
                    <a:pt x="376970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2000823" y="7444394"/>
              <a:ext cx="635635" cy="859790"/>
            </a:xfrm>
            <a:custGeom>
              <a:avLst/>
              <a:gdLst/>
              <a:ahLst/>
              <a:cxnLst/>
              <a:rect l="l" t="t" r="r" b="b"/>
              <a:pathLst>
                <a:path w="635635" h="859790">
                  <a:moveTo>
                    <a:pt x="115818" y="0"/>
                  </a:moveTo>
                  <a:lnTo>
                    <a:pt x="115169" y="6041"/>
                  </a:lnTo>
                  <a:lnTo>
                    <a:pt x="114017" y="12261"/>
                  </a:lnTo>
                  <a:lnTo>
                    <a:pt x="112226" y="18680"/>
                  </a:lnTo>
                  <a:lnTo>
                    <a:pt x="92717" y="94481"/>
                  </a:lnTo>
                  <a:lnTo>
                    <a:pt x="75652" y="158032"/>
                  </a:lnTo>
                  <a:lnTo>
                    <a:pt x="56076" y="225823"/>
                  </a:lnTo>
                  <a:lnTo>
                    <a:pt x="35761" y="288211"/>
                  </a:lnTo>
                  <a:lnTo>
                    <a:pt x="16478" y="335551"/>
                  </a:lnTo>
                  <a:lnTo>
                    <a:pt x="0" y="358198"/>
                  </a:lnTo>
                  <a:lnTo>
                    <a:pt x="3734" y="382458"/>
                  </a:lnTo>
                  <a:lnTo>
                    <a:pt x="9863" y="443777"/>
                  </a:lnTo>
                  <a:lnTo>
                    <a:pt x="16699" y="575414"/>
                  </a:lnTo>
                  <a:lnTo>
                    <a:pt x="19539" y="707734"/>
                  </a:lnTo>
                  <a:lnTo>
                    <a:pt x="20033" y="809809"/>
                  </a:lnTo>
                  <a:lnTo>
                    <a:pt x="19831" y="850707"/>
                  </a:lnTo>
                  <a:lnTo>
                    <a:pt x="25255" y="853764"/>
                  </a:lnTo>
                  <a:lnTo>
                    <a:pt x="36564" y="859314"/>
                  </a:lnTo>
                  <a:lnTo>
                    <a:pt x="35013" y="834898"/>
                  </a:lnTo>
                  <a:lnTo>
                    <a:pt x="33391" y="801070"/>
                  </a:lnTo>
                  <a:lnTo>
                    <a:pt x="32495" y="759397"/>
                  </a:lnTo>
                  <a:lnTo>
                    <a:pt x="33122" y="711451"/>
                  </a:lnTo>
                  <a:lnTo>
                    <a:pt x="36071" y="658799"/>
                  </a:lnTo>
                  <a:lnTo>
                    <a:pt x="42137" y="603010"/>
                  </a:lnTo>
                  <a:lnTo>
                    <a:pt x="52120" y="545655"/>
                  </a:lnTo>
                  <a:lnTo>
                    <a:pt x="66816" y="488302"/>
                  </a:lnTo>
                  <a:lnTo>
                    <a:pt x="87023" y="432520"/>
                  </a:lnTo>
                  <a:lnTo>
                    <a:pt x="150789" y="400228"/>
                  </a:lnTo>
                  <a:lnTo>
                    <a:pt x="204107" y="376016"/>
                  </a:lnTo>
                  <a:lnTo>
                    <a:pt x="248463" y="359446"/>
                  </a:lnTo>
                  <a:lnTo>
                    <a:pt x="339151" y="344731"/>
                  </a:lnTo>
                  <a:lnTo>
                    <a:pt x="398135" y="344952"/>
                  </a:lnTo>
                  <a:lnTo>
                    <a:pt x="458093" y="348901"/>
                  </a:lnTo>
                  <a:lnTo>
                    <a:pt x="514822" y="354729"/>
                  </a:lnTo>
                  <a:lnTo>
                    <a:pt x="564120" y="360591"/>
                  </a:lnTo>
                  <a:lnTo>
                    <a:pt x="601784" y="364639"/>
                  </a:lnTo>
                  <a:lnTo>
                    <a:pt x="623614" y="365025"/>
                  </a:lnTo>
                  <a:lnTo>
                    <a:pt x="616473" y="304137"/>
                  </a:lnTo>
                  <a:lnTo>
                    <a:pt x="615502" y="273460"/>
                  </a:lnTo>
                  <a:lnTo>
                    <a:pt x="619068" y="238702"/>
                  </a:lnTo>
                  <a:lnTo>
                    <a:pt x="626104" y="200720"/>
                  </a:lnTo>
                  <a:lnTo>
                    <a:pt x="635540" y="160372"/>
                  </a:lnTo>
                  <a:lnTo>
                    <a:pt x="617166" y="135443"/>
                  </a:lnTo>
                  <a:lnTo>
                    <a:pt x="582484" y="82384"/>
                  </a:lnTo>
                  <a:lnTo>
                    <a:pt x="548541" y="29569"/>
                  </a:lnTo>
                  <a:lnTo>
                    <a:pt x="532381" y="5371"/>
                  </a:lnTo>
                  <a:lnTo>
                    <a:pt x="536055" y="24643"/>
                  </a:lnTo>
                  <a:lnTo>
                    <a:pt x="551310" y="69321"/>
                  </a:lnTo>
                  <a:lnTo>
                    <a:pt x="566828" y="113784"/>
                  </a:lnTo>
                  <a:lnTo>
                    <a:pt x="571291" y="132414"/>
                  </a:lnTo>
                  <a:lnTo>
                    <a:pt x="534685" y="118544"/>
                  </a:lnTo>
                  <a:lnTo>
                    <a:pt x="507078" y="110974"/>
                  </a:lnTo>
                  <a:lnTo>
                    <a:pt x="477925" y="108129"/>
                  </a:lnTo>
                  <a:lnTo>
                    <a:pt x="436677" y="108436"/>
                  </a:lnTo>
                  <a:lnTo>
                    <a:pt x="379600" y="110611"/>
                  </a:lnTo>
                  <a:lnTo>
                    <a:pt x="323044" y="113915"/>
                  </a:lnTo>
                  <a:lnTo>
                    <a:pt x="267797" y="118093"/>
                  </a:lnTo>
                  <a:lnTo>
                    <a:pt x="214644" y="122893"/>
                  </a:lnTo>
                  <a:lnTo>
                    <a:pt x="164371" y="128058"/>
                  </a:lnTo>
                  <a:lnTo>
                    <a:pt x="153454" y="113667"/>
                  </a:lnTo>
                  <a:lnTo>
                    <a:pt x="140927" y="77957"/>
                  </a:lnTo>
                  <a:lnTo>
                    <a:pt x="127984" y="35283"/>
                  </a:lnTo>
                  <a:lnTo>
                    <a:pt x="115818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2020651" y="8247055"/>
              <a:ext cx="625475" cy="99060"/>
            </a:xfrm>
            <a:custGeom>
              <a:avLst/>
              <a:gdLst/>
              <a:ahLst/>
              <a:cxnLst/>
              <a:rect l="l" t="t" r="r" b="b"/>
              <a:pathLst>
                <a:path w="625475" h="99059">
                  <a:moveTo>
                    <a:pt x="625247" y="0"/>
                  </a:moveTo>
                  <a:lnTo>
                    <a:pt x="560209" y="15449"/>
                  </a:lnTo>
                  <a:lnTo>
                    <a:pt x="494406" y="28764"/>
                  </a:lnTo>
                  <a:lnTo>
                    <a:pt x="431406" y="39790"/>
                  </a:lnTo>
                  <a:lnTo>
                    <a:pt x="374777" y="48374"/>
                  </a:lnTo>
                  <a:lnTo>
                    <a:pt x="328088" y="54361"/>
                  </a:lnTo>
                  <a:lnTo>
                    <a:pt x="278797" y="57924"/>
                  </a:lnTo>
                  <a:lnTo>
                    <a:pt x="231627" y="57828"/>
                  </a:lnTo>
                  <a:lnTo>
                    <a:pt x="183586" y="55362"/>
                  </a:lnTo>
                  <a:lnTo>
                    <a:pt x="135548" y="49960"/>
                  </a:lnTo>
                  <a:lnTo>
                    <a:pt x="88388" y="41056"/>
                  </a:lnTo>
                  <a:lnTo>
                    <a:pt x="42980" y="28085"/>
                  </a:lnTo>
                  <a:lnTo>
                    <a:pt x="198" y="10481"/>
                  </a:lnTo>
                  <a:lnTo>
                    <a:pt x="0" y="48040"/>
                  </a:lnTo>
                  <a:lnTo>
                    <a:pt x="187228" y="98597"/>
                  </a:lnTo>
                  <a:lnTo>
                    <a:pt x="391906" y="92980"/>
                  </a:lnTo>
                  <a:lnTo>
                    <a:pt x="556734" y="64892"/>
                  </a:lnTo>
                  <a:lnTo>
                    <a:pt x="624410" y="48040"/>
                  </a:lnTo>
                  <a:lnTo>
                    <a:pt x="624954" y="28928"/>
                  </a:lnTo>
                  <a:lnTo>
                    <a:pt x="625247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6" name="object 216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2149388" y="7089265"/>
              <a:ext cx="238484" cy="137507"/>
            </a:xfrm>
            <a:prstGeom prst="rect">
              <a:avLst/>
            </a:prstGeom>
          </p:spPr>
        </p:pic>
        <p:sp>
          <p:nvSpPr>
            <p:cNvPr id="217" name="object 217" descr=""/>
            <p:cNvSpPr/>
            <p:nvPr/>
          </p:nvSpPr>
          <p:spPr>
            <a:xfrm>
              <a:off x="1886726" y="7204694"/>
              <a:ext cx="682625" cy="639445"/>
            </a:xfrm>
            <a:custGeom>
              <a:avLst/>
              <a:gdLst/>
              <a:ahLst/>
              <a:cxnLst/>
              <a:rect l="l" t="t" r="r" b="b"/>
              <a:pathLst>
                <a:path w="682625" h="639445">
                  <a:moveTo>
                    <a:pt x="91482" y="0"/>
                  </a:moveTo>
                  <a:lnTo>
                    <a:pt x="52774" y="3205"/>
                  </a:lnTo>
                  <a:lnTo>
                    <a:pt x="10447" y="43190"/>
                  </a:lnTo>
                  <a:lnTo>
                    <a:pt x="1608" y="100284"/>
                  </a:lnTo>
                  <a:lnTo>
                    <a:pt x="0" y="170648"/>
                  </a:lnTo>
                  <a:lnTo>
                    <a:pt x="3394" y="224623"/>
                  </a:lnTo>
                  <a:lnTo>
                    <a:pt x="10554" y="281317"/>
                  </a:lnTo>
                  <a:lnTo>
                    <a:pt x="20977" y="339064"/>
                  </a:lnTo>
                  <a:lnTo>
                    <a:pt x="34160" y="396196"/>
                  </a:lnTo>
                  <a:lnTo>
                    <a:pt x="49601" y="451049"/>
                  </a:lnTo>
                  <a:lnTo>
                    <a:pt x="66796" y="501954"/>
                  </a:lnTo>
                  <a:lnTo>
                    <a:pt x="85244" y="547247"/>
                  </a:lnTo>
                  <a:lnTo>
                    <a:pt x="104442" y="585260"/>
                  </a:lnTo>
                  <a:lnTo>
                    <a:pt x="143076" y="632783"/>
                  </a:lnTo>
                  <a:lnTo>
                    <a:pt x="161507" y="638959"/>
                  </a:lnTo>
                  <a:lnTo>
                    <a:pt x="251688" y="608025"/>
                  </a:lnTo>
                  <a:lnTo>
                    <a:pt x="429648" y="540562"/>
                  </a:lnTo>
                  <a:lnTo>
                    <a:pt x="603677" y="473212"/>
                  </a:lnTo>
                  <a:lnTo>
                    <a:pt x="682067" y="442620"/>
                  </a:lnTo>
                  <a:lnTo>
                    <a:pt x="644278" y="348141"/>
                  </a:lnTo>
                  <a:lnTo>
                    <a:pt x="250174" y="391940"/>
                  </a:lnTo>
                  <a:lnTo>
                    <a:pt x="222914" y="205995"/>
                  </a:lnTo>
                  <a:lnTo>
                    <a:pt x="206074" y="107560"/>
                  </a:lnTo>
                  <a:lnTo>
                    <a:pt x="192678" y="63829"/>
                  </a:lnTo>
                  <a:lnTo>
                    <a:pt x="175747" y="41993"/>
                  </a:lnTo>
                  <a:lnTo>
                    <a:pt x="134538" y="12076"/>
                  </a:lnTo>
                  <a:lnTo>
                    <a:pt x="91482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483358" y="7552831"/>
              <a:ext cx="85431" cy="108373"/>
            </a:xfrm>
            <a:prstGeom prst="rect">
              <a:avLst/>
            </a:prstGeom>
          </p:spPr>
        </p:pic>
        <p:sp>
          <p:nvSpPr>
            <p:cNvPr id="219" name="object 219" descr=""/>
            <p:cNvSpPr/>
            <p:nvPr/>
          </p:nvSpPr>
          <p:spPr>
            <a:xfrm>
              <a:off x="2079472" y="6694303"/>
              <a:ext cx="418465" cy="1090295"/>
            </a:xfrm>
            <a:custGeom>
              <a:avLst/>
              <a:gdLst/>
              <a:ahLst/>
              <a:cxnLst/>
              <a:rect l="l" t="t" r="r" b="b"/>
              <a:pathLst>
                <a:path w="418464" h="1090295">
                  <a:moveTo>
                    <a:pt x="357543" y="193014"/>
                  </a:moveTo>
                  <a:lnTo>
                    <a:pt x="342607" y="0"/>
                  </a:lnTo>
                  <a:lnTo>
                    <a:pt x="0" y="26517"/>
                  </a:lnTo>
                  <a:lnTo>
                    <a:pt x="927" y="143522"/>
                  </a:lnTo>
                  <a:lnTo>
                    <a:pt x="17068" y="202806"/>
                  </a:lnTo>
                  <a:lnTo>
                    <a:pt x="40119" y="251167"/>
                  </a:lnTo>
                  <a:lnTo>
                    <a:pt x="68630" y="289420"/>
                  </a:lnTo>
                  <a:lnTo>
                    <a:pt x="91084" y="309410"/>
                  </a:lnTo>
                  <a:lnTo>
                    <a:pt x="99885" y="417334"/>
                  </a:lnTo>
                  <a:lnTo>
                    <a:pt x="110236" y="453809"/>
                  </a:lnTo>
                  <a:lnTo>
                    <a:pt x="132969" y="482498"/>
                  </a:lnTo>
                  <a:lnTo>
                    <a:pt x="164782" y="500557"/>
                  </a:lnTo>
                  <a:lnTo>
                    <a:pt x="202399" y="505167"/>
                  </a:lnTo>
                  <a:lnTo>
                    <a:pt x="238848" y="494830"/>
                  </a:lnTo>
                  <a:lnTo>
                    <a:pt x="267500" y="472084"/>
                  </a:lnTo>
                  <a:lnTo>
                    <a:pt x="285546" y="440245"/>
                  </a:lnTo>
                  <a:lnTo>
                    <a:pt x="290156" y="402602"/>
                  </a:lnTo>
                  <a:lnTo>
                    <a:pt x="285572" y="346417"/>
                  </a:lnTo>
                  <a:lnTo>
                    <a:pt x="289420" y="345351"/>
                  </a:lnTo>
                  <a:lnTo>
                    <a:pt x="322935" y="318223"/>
                  </a:lnTo>
                  <a:lnTo>
                    <a:pt x="344766" y="280949"/>
                  </a:lnTo>
                  <a:lnTo>
                    <a:pt x="355968" y="237794"/>
                  </a:lnTo>
                  <a:lnTo>
                    <a:pt x="357543" y="193014"/>
                  </a:lnTo>
                  <a:close/>
                </a:path>
                <a:path w="418464" h="1090295">
                  <a:moveTo>
                    <a:pt x="418325" y="1089761"/>
                  </a:moveTo>
                  <a:lnTo>
                    <a:pt x="376072" y="1002080"/>
                  </a:lnTo>
                  <a:lnTo>
                    <a:pt x="227533" y="1054239"/>
                  </a:lnTo>
                  <a:lnTo>
                    <a:pt x="418325" y="108976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2061707" y="6566562"/>
              <a:ext cx="395605" cy="448945"/>
            </a:xfrm>
            <a:custGeom>
              <a:avLst/>
              <a:gdLst/>
              <a:ahLst/>
              <a:cxnLst/>
              <a:rect l="l" t="t" r="r" b="b"/>
              <a:pathLst>
                <a:path w="395605" h="448945">
                  <a:moveTo>
                    <a:pt x="390370" y="0"/>
                  </a:moveTo>
                  <a:lnTo>
                    <a:pt x="145728" y="18941"/>
                  </a:lnTo>
                  <a:lnTo>
                    <a:pt x="57575" y="16142"/>
                  </a:lnTo>
                  <a:lnTo>
                    <a:pt x="13427" y="29178"/>
                  </a:lnTo>
                  <a:lnTo>
                    <a:pt x="0" y="70621"/>
                  </a:lnTo>
                  <a:lnTo>
                    <a:pt x="4005" y="153042"/>
                  </a:lnTo>
                  <a:lnTo>
                    <a:pt x="13680" y="277991"/>
                  </a:lnTo>
                  <a:lnTo>
                    <a:pt x="25099" y="357678"/>
                  </a:lnTo>
                  <a:lnTo>
                    <a:pt x="39025" y="402049"/>
                  </a:lnTo>
                  <a:lnTo>
                    <a:pt x="64565" y="427130"/>
                  </a:lnTo>
                  <a:lnTo>
                    <a:pt x="110829" y="448949"/>
                  </a:lnTo>
                  <a:lnTo>
                    <a:pt x="87227" y="344984"/>
                  </a:lnTo>
                  <a:lnTo>
                    <a:pt x="62453" y="353950"/>
                  </a:lnTo>
                  <a:lnTo>
                    <a:pt x="47666" y="349410"/>
                  </a:lnTo>
                  <a:lnTo>
                    <a:pt x="36990" y="324590"/>
                  </a:lnTo>
                  <a:lnTo>
                    <a:pt x="24549" y="272714"/>
                  </a:lnTo>
                  <a:lnTo>
                    <a:pt x="22041" y="253367"/>
                  </a:lnTo>
                  <a:lnTo>
                    <a:pt x="24232" y="241556"/>
                  </a:lnTo>
                  <a:lnTo>
                    <a:pt x="29646" y="235524"/>
                  </a:lnTo>
                  <a:lnTo>
                    <a:pt x="36810" y="233511"/>
                  </a:lnTo>
                  <a:lnTo>
                    <a:pt x="45697" y="236871"/>
                  </a:lnTo>
                  <a:lnTo>
                    <a:pt x="51995" y="245285"/>
                  </a:lnTo>
                  <a:lnTo>
                    <a:pt x="55746" y="253896"/>
                  </a:lnTo>
                  <a:lnTo>
                    <a:pt x="56987" y="257845"/>
                  </a:lnTo>
                  <a:lnTo>
                    <a:pt x="74704" y="253531"/>
                  </a:lnTo>
                  <a:lnTo>
                    <a:pt x="79500" y="206506"/>
                  </a:lnTo>
                  <a:lnTo>
                    <a:pt x="77071" y="177277"/>
                  </a:lnTo>
                  <a:lnTo>
                    <a:pt x="81119" y="161858"/>
                  </a:lnTo>
                  <a:lnTo>
                    <a:pt x="96014" y="155141"/>
                  </a:lnTo>
                  <a:lnTo>
                    <a:pt x="126127" y="152016"/>
                  </a:lnTo>
                  <a:lnTo>
                    <a:pt x="360360" y="127598"/>
                  </a:lnTo>
                  <a:lnTo>
                    <a:pt x="383034" y="122683"/>
                  </a:lnTo>
                  <a:lnTo>
                    <a:pt x="393718" y="107753"/>
                  </a:lnTo>
                  <a:lnTo>
                    <a:pt x="395226" y="70846"/>
                  </a:lnTo>
                  <a:lnTo>
                    <a:pt x="390370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185785" y="7013255"/>
              <a:ext cx="180727" cy="65725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2455556" y="7265624"/>
              <a:ext cx="358775" cy="527685"/>
            </a:xfrm>
            <a:custGeom>
              <a:avLst/>
              <a:gdLst/>
              <a:ahLst/>
              <a:cxnLst/>
              <a:rect l="l" t="t" r="r" b="b"/>
              <a:pathLst>
                <a:path w="358775" h="527684">
                  <a:moveTo>
                    <a:pt x="200517" y="0"/>
                  </a:moveTo>
                  <a:lnTo>
                    <a:pt x="177066" y="75963"/>
                  </a:lnTo>
                  <a:lnTo>
                    <a:pt x="152742" y="161288"/>
                  </a:lnTo>
                  <a:lnTo>
                    <a:pt x="133662" y="230883"/>
                  </a:lnTo>
                  <a:lnTo>
                    <a:pt x="125943" y="259657"/>
                  </a:lnTo>
                  <a:lnTo>
                    <a:pt x="192046" y="358805"/>
                  </a:lnTo>
                  <a:lnTo>
                    <a:pt x="0" y="424217"/>
                  </a:lnTo>
                  <a:lnTo>
                    <a:pt x="9884" y="518434"/>
                  </a:lnTo>
                  <a:lnTo>
                    <a:pt x="137863" y="525089"/>
                  </a:lnTo>
                  <a:lnTo>
                    <a:pt x="210039" y="527498"/>
                  </a:lnTo>
                  <a:lnTo>
                    <a:pt x="252975" y="525833"/>
                  </a:lnTo>
                  <a:lnTo>
                    <a:pt x="293237" y="520266"/>
                  </a:lnTo>
                  <a:lnTo>
                    <a:pt x="321384" y="512843"/>
                  </a:lnTo>
                  <a:lnTo>
                    <a:pt x="346215" y="493563"/>
                  </a:lnTo>
                  <a:lnTo>
                    <a:pt x="358633" y="454356"/>
                  </a:lnTo>
                  <a:lnTo>
                    <a:pt x="349539" y="387150"/>
                  </a:lnTo>
                  <a:lnTo>
                    <a:pt x="318722" y="299045"/>
                  </a:lnTo>
                  <a:lnTo>
                    <a:pt x="268333" y="169030"/>
                  </a:lnTo>
                  <a:lnTo>
                    <a:pt x="221291" y="51287"/>
                  </a:lnTo>
                  <a:lnTo>
                    <a:pt x="200517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2455551" y="7677934"/>
              <a:ext cx="43815" cy="107950"/>
            </a:xfrm>
            <a:custGeom>
              <a:avLst/>
              <a:gdLst/>
              <a:ahLst/>
              <a:cxnLst/>
              <a:rect l="l" t="t" r="r" b="b"/>
              <a:pathLst>
                <a:path w="43814" h="107950">
                  <a:moveTo>
                    <a:pt x="34962" y="0"/>
                  </a:moveTo>
                  <a:lnTo>
                    <a:pt x="0" y="11905"/>
                  </a:lnTo>
                  <a:lnTo>
                    <a:pt x="9884" y="106122"/>
                  </a:lnTo>
                  <a:lnTo>
                    <a:pt x="43454" y="107724"/>
                  </a:lnTo>
                  <a:lnTo>
                    <a:pt x="41896" y="80767"/>
                  </a:lnTo>
                  <a:lnTo>
                    <a:pt x="39691" y="53846"/>
                  </a:lnTo>
                  <a:lnTo>
                    <a:pt x="34962" y="0"/>
                  </a:lnTo>
                  <a:close/>
                </a:path>
              </a:pathLst>
            </a:custGeom>
            <a:solidFill>
              <a:srgbClr val="25880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4" name="object 224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533201" y="7558333"/>
              <a:ext cx="130697" cy="88981"/>
            </a:xfrm>
            <a:prstGeom prst="rect">
              <a:avLst/>
            </a:prstGeom>
          </p:spPr>
        </p:pic>
        <p:sp>
          <p:nvSpPr>
            <p:cNvPr id="225" name="object 225" descr=""/>
            <p:cNvSpPr/>
            <p:nvPr/>
          </p:nvSpPr>
          <p:spPr>
            <a:xfrm>
              <a:off x="1959622" y="9942912"/>
              <a:ext cx="666750" cy="64135"/>
            </a:xfrm>
            <a:custGeom>
              <a:avLst/>
              <a:gdLst/>
              <a:ahLst/>
              <a:cxnLst/>
              <a:rect l="l" t="t" r="r" b="b"/>
              <a:pathLst>
                <a:path w="666750" h="64134">
                  <a:moveTo>
                    <a:pt x="174879" y="10312"/>
                  </a:moveTo>
                  <a:lnTo>
                    <a:pt x="0" y="10312"/>
                  </a:lnTo>
                  <a:lnTo>
                    <a:pt x="0" y="63919"/>
                  </a:lnTo>
                  <a:lnTo>
                    <a:pt x="174879" y="63919"/>
                  </a:lnTo>
                  <a:lnTo>
                    <a:pt x="174879" y="10312"/>
                  </a:lnTo>
                  <a:close/>
                </a:path>
                <a:path w="666750" h="64134">
                  <a:moveTo>
                    <a:pt x="666305" y="53568"/>
                  </a:moveTo>
                  <a:lnTo>
                    <a:pt x="664095" y="0"/>
                  </a:lnTo>
                  <a:lnTo>
                    <a:pt x="472643" y="7924"/>
                  </a:lnTo>
                  <a:lnTo>
                    <a:pt x="474865" y="61493"/>
                  </a:lnTo>
                  <a:lnTo>
                    <a:pt x="666305" y="53568"/>
                  </a:lnTo>
                  <a:close/>
                </a:path>
              </a:pathLst>
            </a:custGeom>
            <a:solidFill>
              <a:srgbClr val="78787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 descr=""/>
          <p:cNvSpPr/>
          <p:nvPr/>
        </p:nvSpPr>
        <p:spPr>
          <a:xfrm>
            <a:off x="5614373" y="7987597"/>
            <a:ext cx="153035" cy="478790"/>
          </a:xfrm>
          <a:custGeom>
            <a:avLst/>
            <a:gdLst/>
            <a:ahLst/>
            <a:cxnLst/>
            <a:rect l="l" t="t" r="r" b="b"/>
            <a:pathLst>
              <a:path w="153035" h="478790">
                <a:moveTo>
                  <a:pt x="152990" y="0"/>
                </a:moveTo>
                <a:lnTo>
                  <a:pt x="0" y="0"/>
                </a:lnTo>
                <a:lnTo>
                  <a:pt x="65945" y="9798"/>
                </a:lnTo>
                <a:lnTo>
                  <a:pt x="99527" y="17682"/>
                </a:lnTo>
                <a:lnTo>
                  <a:pt x="111184" y="27809"/>
                </a:lnTo>
                <a:lnTo>
                  <a:pt x="111357" y="44333"/>
                </a:lnTo>
                <a:lnTo>
                  <a:pt x="69757" y="478707"/>
                </a:lnTo>
                <a:lnTo>
                  <a:pt x="152990" y="0"/>
                </a:lnTo>
                <a:close/>
              </a:path>
            </a:pathLst>
          </a:custGeom>
          <a:solidFill>
            <a:srgbClr val="000000">
              <a:alpha val="17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7" name="object 227" descr=""/>
          <p:cNvGrpSpPr/>
          <p:nvPr/>
        </p:nvGrpSpPr>
        <p:grpSpPr>
          <a:xfrm>
            <a:off x="13762794" y="6494648"/>
            <a:ext cx="3355975" cy="3603625"/>
            <a:chOff x="13762794" y="6494648"/>
            <a:chExt cx="3355975" cy="3603625"/>
          </a:xfrm>
        </p:grpSpPr>
        <p:pic>
          <p:nvPicPr>
            <p:cNvPr id="228" name="object 228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3762794" y="6494648"/>
              <a:ext cx="3355516" cy="3603125"/>
            </a:xfrm>
            <a:prstGeom prst="rect">
              <a:avLst/>
            </a:prstGeom>
          </p:spPr>
        </p:pic>
        <p:sp>
          <p:nvSpPr>
            <p:cNvPr id="229" name="object 229" descr=""/>
            <p:cNvSpPr/>
            <p:nvPr/>
          </p:nvSpPr>
          <p:spPr>
            <a:xfrm>
              <a:off x="15733982" y="7750978"/>
              <a:ext cx="63500" cy="1910080"/>
            </a:xfrm>
            <a:custGeom>
              <a:avLst/>
              <a:gdLst/>
              <a:ahLst/>
              <a:cxnLst/>
              <a:rect l="l" t="t" r="r" b="b"/>
              <a:pathLst>
                <a:path w="63500" h="1910079">
                  <a:moveTo>
                    <a:pt x="63380" y="0"/>
                  </a:moveTo>
                  <a:lnTo>
                    <a:pt x="0" y="0"/>
                  </a:lnTo>
                  <a:lnTo>
                    <a:pt x="0" y="1909533"/>
                  </a:lnTo>
                  <a:lnTo>
                    <a:pt x="63380" y="1909533"/>
                  </a:lnTo>
                  <a:lnTo>
                    <a:pt x="63380" y="0"/>
                  </a:lnTo>
                  <a:close/>
                </a:path>
              </a:pathLst>
            </a:custGeom>
            <a:solidFill>
              <a:srgbClr val="3B4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15724432" y="9660512"/>
              <a:ext cx="82550" cy="210820"/>
            </a:xfrm>
            <a:custGeom>
              <a:avLst/>
              <a:gdLst/>
              <a:ahLst/>
              <a:cxnLst/>
              <a:rect l="l" t="t" r="r" b="b"/>
              <a:pathLst>
                <a:path w="82550" h="210820">
                  <a:moveTo>
                    <a:pt x="82479" y="0"/>
                  </a:moveTo>
                  <a:lnTo>
                    <a:pt x="0" y="0"/>
                  </a:lnTo>
                  <a:lnTo>
                    <a:pt x="0" y="210517"/>
                  </a:lnTo>
                  <a:lnTo>
                    <a:pt x="82479" y="210517"/>
                  </a:lnTo>
                  <a:lnTo>
                    <a:pt x="82479" y="0"/>
                  </a:lnTo>
                  <a:close/>
                </a:path>
              </a:pathLst>
            </a:custGeom>
            <a:solidFill>
              <a:srgbClr val="2024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5367140" y="7699635"/>
              <a:ext cx="797560" cy="2222500"/>
            </a:xfrm>
            <a:custGeom>
              <a:avLst/>
              <a:gdLst/>
              <a:ahLst/>
              <a:cxnLst/>
              <a:rect l="l" t="t" r="r" b="b"/>
              <a:pathLst>
                <a:path w="797559" h="2222500">
                  <a:moveTo>
                    <a:pt x="436092" y="37579"/>
                  </a:moveTo>
                  <a:lnTo>
                    <a:pt x="433146" y="22948"/>
                  </a:lnTo>
                  <a:lnTo>
                    <a:pt x="425094" y="11010"/>
                  </a:lnTo>
                  <a:lnTo>
                    <a:pt x="413143" y="2959"/>
                  </a:lnTo>
                  <a:lnTo>
                    <a:pt x="398526" y="0"/>
                  </a:lnTo>
                  <a:lnTo>
                    <a:pt x="383895" y="2959"/>
                  </a:lnTo>
                  <a:lnTo>
                    <a:pt x="371957" y="11010"/>
                  </a:lnTo>
                  <a:lnTo>
                    <a:pt x="363905" y="22948"/>
                  </a:lnTo>
                  <a:lnTo>
                    <a:pt x="360959" y="37579"/>
                  </a:lnTo>
                  <a:lnTo>
                    <a:pt x="360959" y="98628"/>
                  </a:lnTo>
                  <a:lnTo>
                    <a:pt x="436092" y="98628"/>
                  </a:lnTo>
                  <a:lnTo>
                    <a:pt x="436092" y="37579"/>
                  </a:lnTo>
                  <a:close/>
                </a:path>
                <a:path w="797559" h="2222500">
                  <a:moveTo>
                    <a:pt x="797052" y="2222055"/>
                  </a:moveTo>
                  <a:lnTo>
                    <a:pt x="792734" y="2202345"/>
                  </a:lnTo>
                  <a:lnTo>
                    <a:pt x="780973" y="2186241"/>
                  </a:lnTo>
                  <a:lnTo>
                    <a:pt x="763524" y="2175383"/>
                  </a:lnTo>
                  <a:lnTo>
                    <a:pt x="742149" y="2171395"/>
                  </a:lnTo>
                  <a:lnTo>
                    <a:pt x="54889" y="2171395"/>
                  </a:lnTo>
                  <a:lnTo>
                    <a:pt x="33528" y="2175383"/>
                  </a:lnTo>
                  <a:lnTo>
                    <a:pt x="16078" y="2186241"/>
                  </a:lnTo>
                  <a:lnTo>
                    <a:pt x="4305" y="2202345"/>
                  </a:lnTo>
                  <a:lnTo>
                    <a:pt x="0" y="2222055"/>
                  </a:lnTo>
                  <a:lnTo>
                    <a:pt x="797052" y="2222055"/>
                  </a:lnTo>
                  <a:close/>
                </a:path>
              </a:pathLst>
            </a:custGeom>
            <a:solidFill>
              <a:srgbClr val="3B4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5733982" y="7798254"/>
              <a:ext cx="63500" cy="19685"/>
            </a:xfrm>
            <a:custGeom>
              <a:avLst/>
              <a:gdLst/>
              <a:ahLst/>
              <a:cxnLst/>
              <a:rect l="l" t="t" r="r" b="b"/>
              <a:pathLst>
                <a:path w="63500" h="19684">
                  <a:moveTo>
                    <a:pt x="63380" y="0"/>
                  </a:moveTo>
                  <a:lnTo>
                    <a:pt x="0" y="0"/>
                  </a:lnTo>
                  <a:lnTo>
                    <a:pt x="0" y="19109"/>
                  </a:lnTo>
                  <a:lnTo>
                    <a:pt x="63380" y="19109"/>
                  </a:lnTo>
                  <a:lnTo>
                    <a:pt x="63380" y="0"/>
                  </a:lnTo>
                  <a:close/>
                </a:path>
              </a:pathLst>
            </a:custGeom>
            <a:solidFill>
              <a:srgbClr val="2024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15751479" y="6662258"/>
              <a:ext cx="29845" cy="20320"/>
            </a:xfrm>
            <a:custGeom>
              <a:avLst/>
              <a:gdLst/>
              <a:ahLst/>
              <a:cxnLst/>
              <a:rect l="l" t="t" r="r" b="b"/>
              <a:pathLst>
                <a:path w="29844" h="20320">
                  <a:moveTo>
                    <a:pt x="29224" y="0"/>
                  </a:moveTo>
                  <a:lnTo>
                    <a:pt x="0" y="0"/>
                  </a:lnTo>
                  <a:lnTo>
                    <a:pt x="0" y="20156"/>
                  </a:lnTo>
                  <a:lnTo>
                    <a:pt x="29224" y="20156"/>
                  </a:lnTo>
                  <a:lnTo>
                    <a:pt x="2922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5306571" y="6637766"/>
              <a:ext cx="246379" cy="381635"/>
            </a:xfrm>
            <a:custGeom>
              <a:avLst/>
              <a:gdLst/>
              <a:ahLst/>
              <a:cxnLst/>
              <a:rect l="l" t="t" r="r" b="b"/>
              <a:pathLst>
                <a:path w="246380" h="381634">
                  <a:moveTo>
                    <a:pt x="123064" y="0"/>
                  </a:moveTo>
                  <a:lnTo>
                    <a:pt x="80736" y="5725"/>
                  </a:lnTo>
                  <a:lnTo>
                    <a:pt x="43744" y="20539"/>
                  </a:lnTo>
                  <a:lnTo>
                    <a:pt x="7601" y="61945"/>
                  </a:lnTo>
                  <a:lnTo>
                    <a:pt x="844" y="141195"/>
                  </a:lnTo>
                  <a:lnTo>
                    <a:pt x="0" y="214784"/>
                  </a:lnTo>
                  <a:lnTo>
                    <a:pt x="844" y="288372"/>
                  </a:lnTo>
                  <a:lnTo>
                    <a:pt x="3378" y="344979"/>
                  </a:lnTo>
                  <a:lnTo>
                    <a:pt x="7601" y="367622"/>
                  </a:lnTo>
                  <a:lnTo>
                    <a:pt x="31424" y="376960"/>
                  </a:lnTo>
                  <a:lnTo>
                    <a:pt x="88231" y="381629"/>
                  </a:lnTo>
                  <a:lnTo>
                    <a:pt x="156033" y="381629"/>
                  </a:lnTo>
                  <a:lnTo>
                    <a:pt x="212840" y="376960"/>
                  </a:lnTo>
                  <a:lnTo>
                    <a:pt x="241297" y="350689"/>
                  </a:lnTo>
                  <a:lnTo>
                    <a:pt x="244387" y="307021"/>
                  </a:lnTo>
                  <a:lnTo>
                    <a:pt x="245932" y="247312"/>
                  </a:lnTo>
                  <a:lnTo>
                    <a:pt x="245932" y="182255"/>
                  </a:lnTo>
                  <a:lnTo>
                    <a:pt x="244387" y="122546"/>
                  </a:lnTo>
                  <a:lnTo>
                    <a:pt x="241297" y="78878"/>
                  </a:lnTo>
                  <a:lnTo>
                    <a:pt x="226921" y="40740"/>
                  </a:lnTo>
                  <a:lnTo>
                    <a:pt x="93354" y="39968"/>
                  </a:lnTo>
                  <a:lnTo>
                    <a:pt x="84169" y="38786"/>
                  </a:lnTo>
                  <a:lnTo>
                    <a:pt x="80772" y="34449"/>
                  </a:lnTo>
                  <a:lnTo>
                    <a:pt x="84169" y="26694"/>
                  </a:lnTo>
                  <a:lnTo>
                    <a:pt x="93354" y="18004"/>
                  </a:lnTo>
                  <a:lnTo>
                    <a:pt x="106821" y="10925"/>
                  </a:lnTo>
                  <a:lnTo>
                    <a:pt x="123064" y="7999"/>
                  </a:lnTo>
                  <a:lnTo>
                    <a:pt x="169996" y="7999"/>
                  </a:lnTo>
                  <a:lnTo>
                    <a:pt x="164840" y="5891"/>
                  </a:lnTo>
                  <a:lnTo>
                    <a:pt x="123064" y="0"/>
                  </a:lnTo>
                  <a:close/>
                </a:path>
                <a:path w="246380" h="381634">
                  <a:moveTo>
                    <a:pt x="123064" y="39056"/>
                  </a:moveTo>
                  <a:lnTo>
                    <a:pt x="93354" y="39968"/>
                  </a:lnTo>
                  <a:lnTo>
                    <a:pt x="151842" y="39968"/>
                  </a:lnTo>
                  <a:lnTo>
                    <a:pt x="123064" y="39056"/>
                  </a:lnTo>
                  <a:close/>
                </a:path>
                <a:path w="246380" h="381634">
                  <a:moveTo>
                    <a:pt x="169996" y="7999"/>
                  </a:moveTo>
                  <a:lnTo>
                    <a:pt x="123064" y="7999"/>
                  </a:lnTo>
                  <a:lnTo>
                    <a:pt x="139015" y="10925"/>
                  </a:lnTo>
                  <a:lnTo>
                    <a:pt x="151842" y="18004"/>
                  </a:lnTo>
                  <a:lnTo>
                    <a:pt x="160386" y="26694"/>
                  </a:lnTo>
                  <a:lnTo>
                    <a:pt x="163492" y="34449"/>
                  </a:lnTo>
                  <a:lnTo>
                    <a:pt x="160386" y="38786"/>
                  </a:lnTo>
                  <a:lnTo>
                    <a:pt x="151842" y="39968"/>
                  </a:lnTo>
                  <a:lnTo>
                    <a:pt x="225929" y="39968"/>
                  </a:lnTo>
                  <a:lnTo>
                    <a:pt x="201220" y="20763"/>
                  </a:lnTo>
                  <a:lnTo>
                    <a:pt x="169996" y="7999"/>
                  </a:lnTo>
                  <a:close/>
                </a:path>
              </a:pathLst>
            </a:custGeom>
            <a:solidFill>
              <a:srgbClr val="DCEA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5320701" y="6687832"/>
              <a:ext cx="218440" cy="318135"/>
            </a:xfrm>
            <a:custGeom>
              <a:avLst/>
              <a:gdLst/>
              <a:ahLst/>
              <a:cxnLst/>
              <a:rect l="l" t="t" r="r" b="b"/>
              <a:pathLst>
                <a:path w="218440" h="318134">
                  <a:moveTo>
                    <a:pt x="108936" y="0"/>
                  </a:moveTo>
                  <a:lnTo>
                    <a:pt x="38722" y="5926"/>
                  </a:lnTo>
                  <a:lnTo>
                    <a:pt x="6730" y="30606"/>
                  </a:lnTo>
                  <a:lnTo>
                    <a:pt x="747" y="101847"/>
                  </a:lnTo>
                  <a:lnTo>
                    <a:pt x="0" y="168000"/>
                  </a:lnTo>
                  <a:lnTo>
                    <a:pt x="747" y="234152"/>
                  </a:lnTo>
                  <a:lnTo>
                    <a:pt x="2991" y="285039"/>
                  </a:lnTo>
                  <a:lnTo>
                    <a:pt x="6730" y="305393"/>
                  </a:lnTo>
                  <a:lnTo>
                    <a:pt x="27817" y="313787"/>
                  </a:lnTo>
                  <a:lnTo>
                    <a:pt x="78101" y="317984"/>
                  </a:lnTo>
                  <a:lnTo>
                    <a:pt x="138117" y="317984"/>
                  </a:lnTo>
                  <a:lnTo>
                    <a:pt x="188401" y="313787"/>
                  </a:lnTo>
                  <a:lnTo>
                    <a:pt x="214143" y="285039"/>
                  </a:lnTo>
                  <a:lnTo>
                    <a:pt x="216936" y="234152"/>
                  </a:lnTo>
                  <a:lnTo>
                    <a:pt x="217867" y="168000"/>
                  </a:lnTo>
                  <a:lnTo>
                    <a:pt x="216936" y="101847"/>
                  </a:lnTo>
                  <a:lnTo>
                    <a:pt x="214143" y="50961"/>
                  </a:lnTo>
                  <a:lnTo>
                    <a:pt x="178114" y="6122"/>
                  </a:lnTo>
                  <a:lnTo>
                    <a:pt x="108936" y="0"/>
                  </a:lnTo>
                  <a:close/>
                </a:path>
              </a:pathLst>
            </a:custGeom>
            <a:solidFill>
              <a:srgbClr val="CCE2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5326374" y="6714564"/>
              <a:ext cx="150495" cy="291465"/>
            </a:xfrm>
            <a:custGeom>
              <a:avLst/>
              <a:gdLst/>
              <a:ahLst/>
              <a:cxnLst/>
              <a:rect l="l" t="t" r="r" b="b"/>
              <a:pathLst>
                <a:path w="150494" h="291465">
                  <a:moveTo>
                    <a:pt x="149083" y="271792"/>
                  </a:moveTo>
                  <a:lnTo>
                    <a:pt x="113378" y="271792"/>
                  </a:lnTo>
                  <a:lnTo>
                    <a:pt x="120666" y="273949"/>
                  </a:lnTo>
                  <a:lnTo>
                    <a:pt x="122697" y="275248"/>
                  </a:lnTo>
                  <a:lnTo>
                    <a:pt x="131545" y="281185"/>
                  </a:lnTo>
                  <a:lnTo>
                    <a:pt x="138110" y="286263"/>
                  </a:lnTo>
                  <a:lnTo>
                    <a:pt x="143515" y="291065"/>
                  </a:lnTo>
                  <a:lnTo>
                    <a:pt x="149922" y="273426"/>
                  </a:lnTo>
                  <a:lnTo>
                    <a:pt x="149083" y="271792"/>
                  </a:lnTo>
                  <a:close/>
                </a:path>
                <a:path w="150494" h="291465">
                  <a:moveTo>
                    <a:pt x="96510" y="244976"/>
                  </a:moveTo>
                  <a:lnTo>
                    <a:pt x="107933" y="273541"/>
                  </a:lnTo>
                  <a:lnTo>
                    <a:pt x="113378" y="271792"/>
                  </a:lnTo>
                  <a:lnTo>
                    <a:pt x="149083" y="271792"/>
                  </a:lnTo>
                  <a:lnTo>
                    <a:pt x="145367" y="264557"/>
                  </a:lnTo>
                  <a:lnTo>
                    <a:pt x="136372" y="260787"/>
                  </a:lnTo>
                  <a:lnTo>
                    <a:pt x="131502" y="257358"/>
                  </a:lnTo>
                  <a:lnTo>
                    <a:pt x="110902" y="257358"/>
                  </a:lnTo>
                  <a:lnTo>
                    <a:pt x="104577" y="255213"/>
                  </a:lnTo>
                  <a:lnTo>
                    <a:pt x="99471" y="250910"/>
                  </a:lnTo>
                  <a:lnTo>
                    <a:pt x="96510" y="244976"/>
                  </a:lnTo>
                  <a:close/>
                </a:path>
                <a:path w="150494" h="291465">
                  <a:moveTo>
                    <a:pt x="122498" y="254568"/>
                  </a:moveTo>
                  <a:lnTo>
                    <a:pt x="120048" y="256002"/>
                  </a:lnTo>
                  <a:lnTo>
                    <a:pt x="117514" y="256819"/>
                  </a:lnTo>
                  <a:lnTo>
                    <a:pt x="110902" y="257358"/>
                  </a:lnTo>
                  <a:lnTo>
                    <a:pt x="131502" y="257358"/>
                  </a:lnTo>
                  <a:lnTo>
                    <a:pt x="130037" y="256327"/>
                  </a:lnTo>
                  <a:lnTo>
                    <a:pt x="127755" y="254767"/>
                  </a:lnTo>
                  <a:lnTo>
                    <a:pt x="122498" y="254568"/>
                  </a:lnTo>
                  <a:close/>
                </a:path>
                <a:path w="150494" h="291465">
                  <a:moveTo>
                    <a:pt x="110846" y="216756"/>
                  </a:moveTo>
                  <a:lnTo>
                    <a:pt x="86870" y="216756"/>
                  </a:lnTo>
                  <a:lnTo>
                    <a:pt x="98841" y="218668"/>
                  </a:lnTo>
                  <a:lnTo>
                    <a:pt x="109933" y="223343"/>
                  </a:lnTo>
                  <a:lnTo>
                    <a:pt x="110846" y="216756"/>
                  </a:lnTo>
                  <a:close/>
                </a:path>
                <a:path w="150494" h="291465">
                  <a:moveTo>
                    <a:pt x="83714" y="158665"/>
                  </a:moveTo>
                  <a:lnTo>
                    <a:pt x="58312" y="188067"/>
                  </a:lnTo>
                  <a:lnTo>
                    <a:pt x="53202" y="202821"/>
                  </a:lnTo>
                  <a:lnTo>
                    <a:pt x="48700" y="209826"/>
                  </a:lnTo>
                  <a:lnTo>
                    <a:pt x="41956" y="213763"/>
                  </a:lnTo>
                  <a:lnTo>
                    <a:pt x="46553" y="219281"/>
                  </a:lnTo>
                  <a:lnTo>
                    <a:pt x="55003" y="218810"/>
                  </a:lnTo>
                  <a:lnTo>
                    <a:pt x="62134" y="217951"/>
                  </a:lnTo>
                  <a:lnTo>
                    <a:pt x="74481" y="216790"/>
                  </a:lnTo>
                  <a:lnTo>
                    <a:pt x="110846" y="216756"/>
                  </a:lnTo>
                  <a:lnTo>
                    <a:pt x="111059" y="215221"/>
                  </a:lnTo>
                  <a:lnTo>
                    <a:pt x="111478" y="207038"/>
                  </a:lnTo>
                  <a:lnTo>
                    <a:pt x="110758" y="198992"/>
                  </a:lnTo>
                  <a:lnTo>
                    <a:pt x="108467" y="191282"/>
                  </a:lnTo>
                  <a:lnTo>
                    <a:pt x="107075" y="188067"/>
                  </a:lnTo>
                  <a:lnTo>
                    <a:pt x="103274" y="182141"/>
                  </a:lnTo>
                  <a:lnTo>
                    <a:pt x="99629" y="175700"/>
                  </a:lnTo>
                  <a:lnTo>
                    <a:pt x="95292" y="168247"/>
                  </a:lnTo>
                  <a:lnTo>
                    <a:pt x="90057" y="161872"/>
                  </a:lnTo>
                  <a:lnTo>
                    <a:pt x="83714" y="158665"/>
                  </a:lnTo>
                  <a:close/>
                </a:path>
                <a:path w="150494" h="291465">
                  <a:moveTo>
                    <a:pt x="0" y="66584"/>
                  </a:moveTo>
                  <a:lnTo>
                    <a:pt x="20620" y="92105"/>
                  </a:lnTo>
                  <a:lnTo>
                    <a:pt x="25910" y="96363"/>
                  </a:lnTo>
                  <a:lnTo>
                    <a:pt x="30697" y="101053"/>
                  </a:lnTo>
                  <a:lnTo>
                    <a:pt x="34585" y="106467"/>
                  </a:lnTo>
                  <a:lnTo>
                    <a:pt x="37328" y="111347"/>
                  </a:lnTo>
                  <a:lnTo>
                    <a:pt x="38532" y="116970"/>
                  </a:lnTo>
                  <a:lnTo>
                    <a:pt x="41129" y="121933"/>
                  </a:lnTo>
                  <a:lnTo>
                    <a:pt x="46015" y="128566"/>
                  </a:lnTo>
                  <a:lnTo>
                    <a:pt x="53075" y="134467"/>
                  </a:lnTo>
                  <a:lnTo>
                    <a:pt x="61280" y="138475"/>
                  </a:lnTo>
                  <a:lnTo>
                    <a:pt x="69599" y="139430"/>
                  </a:lnTo>
                  <a:lnTo>
                    <a:pt x="75500" y="135644"/>
                  </a:lnTo>
                  <a:lnTo>
                    <a:pt x="49967" y="98877"/>
                  </a:lnTo>
                  <a:lnTo>
                    <a:pt x="12952" y="69830"/>
                  </a:lnTo>
                  <a:lnTo>
                    <a:pt x="0" y="66584"/>
                  </a:lnTo>
                  <a:close/>
                </a:path>
                <a:path w="150494" h="291465">
                  <a:moveTo>
                    <a:pt x="5329" y="0"/>
                  </a:moveTo>
                  <a:lnTo>
                    <a:pt x="1685" y="4565"/>
                  </a:lnTo>
                  <a:lnTo>
                    <a:pt x="911" y="10708"/>
                  </a:lnTo>
                  <a:lnTo>
                    <a:pt x="4226" y="18585"/>
                  </a:lnTo>
                  <a:lnTo>
                    <a:pt x="8681" y="26596"/>
                  </a:lnTo>
                  <a:lnTo>
                    <a:pt x="11329" y="33140"/>
                  </a:lnTo>
                  <a:lnTo>
                    <a:pt x="11989" y="37768"/>
                  </a:lnTo>
                  <a:lnTo>
                    <a:pt x="11308" y="43276"/>
                  </a:lnTo>
                  <a:lnTo>
                    <a:pt x="18753" y="49715"/>
                  </a:lnTo>
                  <a:lnTo>
                    <a:pt x="24658" y="47548"/>
                  </a:lnTo>
                  <a:lnTo>
                    <a:pt x="34868" y="45202"/>
                  </a:lnTo>
                  <a:lnTo>
                    <a:pt x="45268" y="45202"/>
                  </a:lnTo>
                  <a:lnTo>
                    <a:pt x="19371" y="24836"/>
                  </a:lnTo>
                  <a:lnTo>
                    <a:pt x="12847" y="17748"/>
                  </a:lnTo>
                  <a:lnTo>
                    <a:pt x="10146" y="13057"/>
                  </a:lnTo>
                  <a:lnTo>
                    <a:pt x="6125" y="4533"/>
                  </a:lnTo>
                  <a:lnTo>
                    <a:pt x="5329" y="0"/>
                  </a:lnTo>
                  <a:close/>
                </a:path>
                <a:path w="150494" h="291465">
                  <a:moveTo>
                    <a:pt x="45268" y="45202"/>
                  </a:moveTo>
                  <a:lnTo>
                    <a:pt x="34868" y="45202"/>
                  </a:lnTo>
                  <a:lnTo>
                    <a:pt x="45548" y="45422"/>
                  </a:lnTo>
                  <a:lnTo>
                    <a:pt x="45268" y="452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7" name="object 237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5416900" y="6692209"/>
              <a:ext cx="135744" cy="188093"/>
            </a:xfrm>
            <a:prstGeom prst="rect">
              <a:avLst/>
            </a:prstGeom>
          </p:spPr>
        </p:pic>
        <p:sp>
          <p:nvSpPr>
            <p:cNvPr id="238" name="object 238" descr=""/>
            <p:cNvSpPr/>
            <p:nvPr/>
          </p:nvSpPr>
          <p:spPr>
            <a:xfrm>
              <a:off x="15306727" y="6660153"/>
              <a:ext cx="242570" cy="360045"/>
            </a:xfrm>
            <a:custGeom>
              <a:avLst/>
              <a:gdLst/>
              <a:ahLst/>
              <a:cxnLst/>
              <a:rect l="l" t="t" r="r" b="b"/>
              <a:pathLst>
                <a:path w="242569" h="360045">
                  <a:moveTo>
                    <a:pt x="13690" y="164363"/>
                  </a:moveTo>
                  <a:lnTo>
                    <a:pt x="6324" y="150545"/>
                  </a:lnTo>
                  <a:lnTo>
                    <a:pt x="1066" y="156857"/>
                  </a:lnTo>
                  <a:lnTo>
                    <a:pt x="13690" y="164363"/>
                  </a:lnTo>
                  <a:close/>
                </a:path>
                <a:path w="242569" h="360045">
                  <a:moveTo>
                    <a:pt x="99034" y="22161"/>
                  </a:moveTo>
                  <a:lnTo>
                    <a:pt x="97688" y="18846"/>
                  </a:lnTo>
                  <a:lnTo>
                    <a:pt x="93637" y="13627"/>
                  </a:lnTo>
                  <a:lnTo>
                    <a:pt x="88315" y="9652"/>
                  </a:lnTo>
                  <a:lnTo>
                    <a:pt x="85407" y="11696"/>
                  </a:lnTo>
                  <a:lnTo>
                    <a:pt x="84683" y="15875"/>
                  </a:lnTo>
                  <a:lnTo>
                    <a:pt x="86652" y="22682"/>
                  </a:lnTo>
                  <a:lnTo>
                    <a:pt x="93116" y="30505"/>
                  </a:lnTo>
                  <a:lnTo>
                    <a:pt x="95669" y="31864"/>
                  </a:lnTo>
                  <a:lnTo>
                    <a:pt x="97332" y="31978"/>
                  </a:lnTo>
                  <a:lnTo>
                    <a:pt x="98463" y="31089"/>
                  </a:lnTo>
                  <a:lnTo>
                    <a:pt x="95427" y="25755"/>
                  </a:lnTo>
                  <a:lnTo>
                    <a:pt x="92862" y="20129"/>
                  </a:lnTo>
                  <a:lnTo>
                    <a:pt x="90855" y="14325"/>
                  </a:lnTo>
                  <a:lnTo>
                    <a:pt x="98552" y="25438"/>
                  </a:lnTo>
                  <a:lnTo>
                    <a:pt x="99034" y="22161"/>
                  </a:lnTo>
                  <a:close/>
                </a:path>
                <a:path w="242569" h="360045">
                  <a:moveTo>
                    <a:pt x="137693" y="349681"/>
                  </a:moveTo>
                  <a:lnTo>
                    <a:pt x="124726" y="346227"/>
                  </a:lnTo>
                  <a:lnTo>
                    <a:pt x="98526" y="331228"/>
                  </a:lnTo>
                  <a:lnTo>
                    <a:pt x="95097" y="327355"/>
                  </a:lnTo>
                  <a:lnTo>
                    <a:pt x="94488" y="323926"/>
                  </a:lnTo>
                  <a:lnTo>
                    <a:pt x="93548" y="320763"/>
                  </a:lnTo>
                  <a:lnTo>
                    <a:pt x="53949" y="289979"/>
                  </a:lnTo>
                  <a:lnTo>
                    <a:pt x="47409" y="286461"/>
                  </a:lnTo>
                  <a:lnTo>
                    <a:pt x="45173" y="284810"/>
                  </a:lnTo>
                  <a:lnTo>
                    <a:pt x="43815" y="282270"/>
                  </a:lnTo>
                  <a:lnTo>
                    <a:pt x="43370" y="264744"/>
                  </a:lnTo>
                  <a:lnTo>
                    <a:pt x="43599" y="257530"/>
                  </a:lnTo>
                  <a:lnTo>
                    <a:pt x="44310" y="250355"/>
                  </a:lnTo>
                  <a:lnTo>
                    <a:pt x="48082" y="230111"/>
                  </a:lnTo>
                  <a:lnTo>
                    <a:pt x="48996" y="220040"/>
                  </a:lnTo>
                  <a:lnTo>
                    <a:pt x="23863" y="181419"/>
                  </a:lnTo>
                  <a:lnTo>
                    <a:pt x="17297" y="176453"/>
                  </a:lnTo>
                  <a:lnTo>
                    <a:pt x="10883" y="171259"/>
                  </a:lnTo>
                  <a:lnTo>
                    <a:pt x="4991" y="165608"/>
                  </a:lnTo>
                  <a:lnTo>
                    <a:pt x="0" y="159270"/>
                  </a:lnTo>
                  <a:lnTo>
                    <a:pt x="0" y="224485"/>
                  </a:lnTo>
                  <a:lnTo>
                    <a:pt x="1231" y="284391"/>
                  </a:lnTo>
                  <a:lnTo>
                    <a:pt x="3708" y="328244"/>
                  </a:lnTo>
                  <a:lnTo>
                    <a:pt x="40462" y="355866"/>
                  </a:lnTo>
                  <a:lnTo>
                    <a:pt x="114490" y="359803"/>
                  </a:lnTo>
                  <a:lnTo>
                    <a:pt x="122174" y="354482"/>
                  </a:lnTo>
                  <a:lnTo>
                    <a:pt x="137541" y="353377"/>
                  </a:lnTo>
                  <a:lnTo>
                    <a:pt x="137693" y="349681"/>
                  </a:lnTo>
                  <a:close/>
                </a:path>
                <a:path w="242569" h="360045">
                  <a:moveTo>
                    <a:pt x="169557" y="327837"/>
                  </a:moveTo>
                  <a:lnTo>
                    <a:pt x="165011" y="318985"/>
                  </a:lnTo>
                  <a:lnTo>
                    <a:pt x="156006" y="315201"/>
                  </a:lnTo>
                  <a:lnTo>
                    <a:pt x="147396" y="309194"/>
                  </a:lnTo>
                  <a:lnTo>
                    <a:pt x="142138" y="308978"/>
                  </a:lnTo>
                  <a:lnTo>
                    <a:pt x="139700" y="310426"/>
                  </a:lnTo>
                  <a:lnTo>
                    <a:pt x="137160" y="311238"/>
                  </a:lnTo>
                  <a:lnTo>
                    <a:pt x="130543" y="311772"/>
                  </a:lnTo>
                  <a:lnTo>
                    <a:pt x="124218" y="309626"/>
                  </a:lnTo>
                  <a:lnTo>
                    <a:pt x="119113" y="305333"/>
                  </a:lnTo>
                  <a:lnTo>
                    <a:pt x="116154" y="299389"/>
                  </a:lnTo>
                  <a:lnTo>
                    <a:pt x="120230" y="325577"/>
                  </a:lnTo>
                  <a:lnTo>
                    <a:pt x="121069" y="326580"/>
                  </a:lnTo>
                  <a:lnTo>
                    <a:pt x="122453" y="326923"/>
                  </a:lnTo>
                  <a:lnTo>
                    <a:pt x="127571" y="327952"/>
                  </a:lnTo>
                  <a:lnTo>
                    <a:pt x="133019" y="326212"/>
                  </a:lnTo>
                  <a:lnTo>
                    <a:pt x="140309" y="328358"/>
                  </a:lnTo>
                  <a:lnTo>
                    <a:pt x="151180" y="335597"/>
                  </a:lnTo>
                  <a:lnTo>
                    <a:pt x="157759" y="340690"/>
                  </a:lnTo>
                  <a:lnTo>
                    <a:pt x="163944" y="346202"/>
                  </a:lnTo>
                  <a:lnTo>
                    <a:pt x="163156" y="345478"/>
                  </a:lnTo>
                  <a:lnTo>
                    <a:pt x="169557" y="327837"/>
                  </a:lnTo>
                  <a:close/>
                </a:path>
                <a:path w="242569" h="360045">
                  <a:moveTo>
                    <a:pt x="199415" y="27686"/>
                  </a:moveTo>
                  <a:lnTo>
                    <a:pt x="198996" y="17208"/>
                  </a:lnTo>
                  <a:lnTo>
                    <a:pt x="191947" y="10515"/>
                  </a:lnTo>
                  <a:lnTo>
                    <a:pt x="181762" y="6515"/>
                  </a:lnTo>
                  <a:lnTo>
                    <a:pt x="171907" y="4076"/>
                  </a:lnTo>
                  <a:lnTo>
                    <a:pt x="174104" y="8255"/>
                  </a:lnTo>
                  <a:lnTo>
                    <a:pt x="169583" y="13779"/>
                  </a:lnTo>
                  <a:lnTo>
                    <a:pt x="171869" y="17919"/>
                  </a:lnTo>
                  <a:lnTo>
                    <a:pt x="177012" y="16751"/>
                  </a:lnTo>
                  <a:lnTo>
                    <a:pt x="182206" y="19189"/>
                  </a:lnTo>
                  <a:lnTo>
                    <a:pt x="186918" y="21564"/>
                  </a:lnTo>
                  <a:lnTo>
                    <a:pt x="191033" y="23634"/>
                  </a:lnTo>
                  <a:lnTo>
                    <a:pt x="195160" y="26009"/>
                  </a:lnTo>
                  <a:lnTo>
                    <a:pt x="199415" y="27686"/>
                  </a:lnTo>
                  <a:close/>
                </a:path>
                <a:path w="242569" h="360045">
                  <a:moveTo>
                    <a:pt x="206146" y="233565"/>
                  </a:moveTo>
                  <a:lnTo>
                    <a:pt x="205054" y="230924"/>
                  </a:lnTo>
                  <a:lnTo>
                    <a:pt x="204000" y="228231"/>
                  </a:lnTo>
                  <a:lnTo>
                    <a:pt x="200456" y="223012"/>
                  </a:lnTo>
                  <a:lnTo>
                    <a:pt x="197459" y="220611"/>
                  </a:lnTo>
                  <a:lnTo>
                    <a:pt x="194017" y="220459"/>
                  </a:lnTo>
                  <a:lnTo>
                    <a:pt x="197853" y="225018"/>
                  </a:lnTo>
                  <a:lnTo>
                    <a:pt x="201904" y="229387"/>
                  </a:lnTo>
                  <a:lnTo>
                    <a:pt x="206146" y="233565"/>
                  </a:lnTo>
                  <a:close/>
                </a:path>
                <a:path w="242569" h="360045">
                  <a:moveTo>
                    <a:pt x="240372" y="262585"/>
                  </a:moveTo>
                  <a:lnTo>
                    <a:pt x="240284" y="260362"/>
                  </a:lnTo>
                  <a:lnTo>
                    <a:pt x="239991" y="258013"/>
                  </a:lnTo>
                  <a:lnTo>
                    <a:pt x="236562" y="253390"/>
                  </a:lnTo>
                  <a:lnTo>
                    <a:pt x="232498" y="254596"/>
                  </a:lnTo>
                  <a:lnTo>
                    <a:pt x="225107" y="251421"/>
                  </a:lnTo>
                  <a:lnTo>
                    <a:pt x="220421" y="246443"/>
                  </a:lnTo>
                  <a:lnTo>
                    <a:pt x="213055" y="240169"/>
                  </a:lnTo>
                  <a:lnTo>
                    <a:pt x="209550" y="236931"/>
                  </a:lnTo>
                  <a:lnTo>
                    <a:pt x="206159" y="233578"/>
                  </a:lnTo>
                  <a:lnTo>
                    <a:pt x="206832" y="235191"/>
                  </a:lnTo>
                  <a:lnTo>
                    <a:pt x="211734" y="244221"/>
                  </a:lnTo>
                  <a:lnTo>
                    <a:pt x="217601" y="252704"/>
                  </a:lnTo>
                  <a:lnTo>
                    <a:pt x="223748" y="261048"/>
                  </a:lnTo>
                  <a:lnTo>
                    <a:pt x="229425" y="269671"/>
                  </a:lnTo>
                  <a:lnTo>
                    <a:pt x="232740" y="275348"/>
                  </a:lnTo>
                  <a:lnTo>
                    <a:pt x="235331" y="281457"/>
                  </a:lnTo>
                  <a:lnTo>
                    <a:pt x="237121" y="287794"/>
                  </a:lnTo>
                  <a:lnTo>
                    <a:pt x="238442" y="281546"/>
                  </a:lnTo>
                  <a:lnTo>
                    <a:pt x="239560" y="275259"/>
                  </a:lnTo>
                  <a:lnTo>
                    <a:pt x="240271" y="268947"/>
                  </a:lnTo>
                  <a:lnTo>
                    <a:pt x="240372" y="262585"/>
                  </a:lnTo>
                  <a:close/>
                </a:path>
                <a:path w="242569" h="360045">
                  <a:moveTo>
                    <a:pt x="242468" y="314490"/>
                  </a:moveTo>
                  <a:lnTo>
                    <a:pt x="238379" y="310045"/>
                  </a:lnTo>
                  <a:lnTo>
                    <a:pt x="234784" y="305155"/>
                  </a:lnTo>
                  <a:lnTo>
                    <a:pt x="216509" y="278358"/>
                  </a:lnTo>
                  <a:lnTo>
                    <a:pt x="201993" y="256311"/>
                  </a:lnTo>
                  <a:lnTo>
                    <a:pt x="187096" y="234569"/>
                  </a:lnTo>
                  <a:lnTo>
                    <a:pt x="185496" y="232473"/>
                  </a:lnTo>
                  <a:lnTo>
                    <a:pt x="185496" y="73393"/>
                  </a:lnTo>
                  <a:lnTo>
                    <a:pt x="82626" y="73393"/>
                  </a:lnTo>
                  <a:lnTo>
                    <a:pt x="49263" y="3365"/>
                  </a:lnTo>
                  <a:lnTo>
                    <a:pt x="44577" y="11353"/>
                  </a:lnTo>
                  <a:lnTo>
                    <a:pt x="42519" y="3416"/>
                  </a:lnTo>
                  <a:lnTo>
                    <a:pt x="40398" y="0"/>
                  </a:lnTo>
                  <a:lnTo>
                    <a:pt x="32804" y="4495"/>
                  </a:lnTo>
                  <a:lnTo>
                    <a:pt x="26225" y="9398"/>
                  </a:lnTo>
                  <a:lnTo>
                    <a:pt x="20980" y="14490"/>
                  </a:lnTo>
                  <a:lnTo>
                    <a:pt x="25641" y="25615"/>
                  </a:lnTo>
                  <a:lnTo>
                    <a:pt x="31534" y="35267"/>
                  </a:lnTo>
                  <a:lnTo>
                    <a:pt x="38239" y="44488"/>
                  </a:lnTo>
                  <a:lnTo>
                    <a:pt x="45148" y="53543"/>
                  </a:lnTo>
                  <a:lnTo>
                    <a:pt x="57480" y="70954"/>
                  </a:lnTo>
                  <a:lnTo>
                    <a:pt x="59042" y="73393"/>
                  </a:lnTo>
                  <a:lnTo>
                    <a:pt x="58445" y="73393"/>
                  </a:lnTo>
                  <a:lnTo>
                    <a:pt x="58445" y="94551"/>
                  </a:lnTo>
                  <a:lnTo>
                    <a:pt x="29794" y="67475"/>
                  </a:lnTo>
                  <a:lnTo>
                    <a:pt x="24968" y="54406"/>
                  </a:lnTo>
                  <a:lnTo>
                    <a:pt x="21323" y="58978"/>
                  </a:lnTo>
                  <a:lnTo>
                    <a:pt x="20548" y="65125"/>
                  </a:lnTo>
                  <a:lnTo>
                    <a:pt x="23863" y="72999"/>
                  </a:lnTo>
                  <a:lnTo>
                    <a:pt x="28321" y="81013"/>
                  </a:lnTo>
                  <a:lnTo>
                    <a:pt x="30962" y="87553"/>
                  </a:lnTo>
                  <a:lnTo>
                    <a:pt x="31635" y="92189"/>
                  </a:lnTo>
                  <a:lnTo>
                    <a:pt x="30949" y="97688"/>
                  </a:lnTo>
                  <a:lnTo>
                    <a:pt x="38392" y="104140"/>
                  </a:lnTo>
                  <a:lnTo>
                    <a:pt x="44297" y="101955"/>
                  </a:lnTo>
                  <a:lnTo>
                    <a:pt x="49339" y="100812"/>
                  </a:lnTo>
                  <a:lnTo>
                    <a:pt x="54508" y="99631"/>
                  </a:lnTo>
                  <a:lnTo>
                    <a:pt x="58445" y="99720"/>
                  </a:lnTo>
                  <a:lnTo>
                    <a:pt x="58445" y="142786"/>
                  </a:lnTo>
                  <a:lnTo>
                    <a:pt x="53174" y="138036"/>
                  </a:lnTo>
                  <a:lnTo>
                    <a:pt x="43878" y="130111"/>
                  </a:lnTo>
                  <a:lnTo>
                    <a:pt x="32588" y="124244"/>
                  </a:lnTo>
                  <a:lnTo>
                    <a:pt x="19646" y="121005"/>
                  </a:lnTo>
                  <a:lnTo>
                    <a:pt x="21513" y="127330"/>
                  </a:lnTo>
                  <a:lnTo>
                    <a:pt x="25044" y="132969"/>
                  </a:lnTo>
                  <a:lnTo>
                    <a:pt x="29667" y="137972"/>
                  </a:lnTo>
                  <a:lnTo>
                    <a:pt x="34861" y="142392"/>
                  </a:lnTo>
                  <a:lnTo>
                    <a:pt x="40259" y="146519"/>
                  </a:lnTo>
                  <a:lnTo>
                    <a:pt x="45554" y="150787"/>
                  </a:lnTo>
                  <a:lnTo>
                    <a:pt x="50342" y="155473"/>
                  </a:lnTo>
                  <a:lnTo>
                    <a:pt x="54229" y="160883"/>
                  </a:lnTo>
                  <a:lnTo>
                    <a:pt x="56972" y="165773"/>
                  </a:lnTo>
                  <a:lnTo>
                    <a:pt x="58178" y="171386"/>
                  </a:lnTo>
                  <a:lnTo>
                    <a:pt x="58445" y="171907"/>
                  </a:lnTo>
                  <a:lnTo>
                    <a:pt x="58445" y="272783"/>
                  </a:lnTo>
                  <a:lnTo>
                    <a:pt x="65430" y="272783"/>
                  </a:lnTo>
                  <a:lnTo>
                    <a:pt x="66205" y="273697"/>
                  </a:lnTo>
                  <a:lnTo>
                    <a:pt x="74650" y="273215"/>
                  </a:lnTo>
                  <a:lnTo>
                    <a:pt x="78320" y="272783"/>
                  </a:lnTo>
                  <a:lnTo>
                    <a:pt x="116560" y="272783"/>
                  </a:lnTo>
                  <a:lnTo>
                    <a:pt x="118478" y="273088"/>
                  </a:lnTo>
                  <a:lnTo>
                    <a:pt x="129565" y="277761"/>
                  </a:lnTo>
                  <a:lnTo>
                    <a:pt x="130251" y="272783"/>
                  </a:lnTo>
                  <a:lnTo>
                    <a:pt x="185496" y="272783"/>
                  </a:lnTo>
                  <a:lnTo>
                    <a:pt x="185496" y="260731"/>
                  </a:lnTo>
                  <a:lnTo>
                    <a:pt x="185877" y="261213"/>
                  </a:lnTo>
                  <a:lnTo>
                    <a:pt x="191579" y="269024"/>
                  </a:lnTo>
                  <a:lnTo>
                    <a:pt x="197002" y="277025"/>
                  </a:lnTo>
                  <a:lnTo>
                    <a:pt x="202184" y="285457"/>
                  </a:lnTo>
                  <a:lnTo>
                    <a:pt x="212267" y="302514"/>
                  </a:lnTo>
                  <a:lnTo>
                    <a:pt x="217678" y="310807"/>
                  </a:lnTo>
                  <a:lnTo>
                    <a:pt x="239776" y="337375"/>
                  </a:lnTo>
                  <a:lnTo>
                    <a:pt x="240804" y="332041"/>
                  </a:lnTo>
                  <a:lnTo>
                    <a:pt x="241706" y="324192"/>
                  </a:lnTo>
                  <a:lnTo>
                    <a:pt x="242468" y="31449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15365176" y="6733543"/>
              <a:ext cx="127635" cy="22860"/>
            </a:xfrm>
            <a:custGeom>
              <a:avLst/>
              <a:gdLst/>
              <a:ahLst/>
              <a:cxnLst/>
              <a:rect l="l" t="t" r="r" b="b"/>
              <a:pathLst>
                <a:path w="127634" h="22859">
                  <a:moveTo>
                    <a:pt x="127053" y="0"/>
                  </a:moveTo>
                  <a:lnTo>
                    <a:pt x="0" y="0"/>
                  </a:lnTo>
                  <a:lnTo>
                    <a:pt x="0" y="22753"/>
                  </a:lnTo>
                  <a:lnTo>
                    <a:pt x="127053" y="22753"/>
                  </a:lnTo>
                  <a:lnTo>
                    <a:pt x="127053" y="0"/>
                  </a:lnTo>
                  <a:close/>
                </a:path>
              </a:pathLst>
            </a:custGeom>
            <a:solidFill>
              <a:srgbClr val="DF150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5390724" y="6765905"/>
              <a:ext cx="90170" cy="149860"/>
            </a:xfrm>
            <a:custGeom>
              <a:avLst/>
              <a:gdLst/>
              <a:ahLst/>
              <a:cxnLst/>
              <a:rect l="l" t="t" r="r" b="b"/>
              <a:pathLst>
                <a:path w="90169" h="149859">
                  <a:moveTo>
                    <a:pt x="89750" y="146939"/>
                  </a:moveTo>
                  <a:lnTo>
                    <a:pt x="0" y="146939"/>
                  </a:lnTo>
                  <a:lnTo>
                    <a:pt x="0" y="149758"/>
                  </a:lnTo>
                  <a:lnTo>
                    <a:pt x="89750" y="149758"/>
                  </a:lnTo>
                  <a:lnTo>
                    <a:pt x="89750" y="146939"/>
                  </a:lnTo>
                  <a:close/>
                </a:path>
                <a:path w="90169" h="149859">
                  <a:moveTo>
                    <a:pt x="89750" y="138430"/>
                  </a:moveTo>
                  <a:lnTo>
                    <a:pt x="0" y="138430"/>
                  </a:lnTo>
                  <a:lnTo>
                    <a:pt x="0" y="141262"/>
                  </a:lnTo>
                  <a:lnTo>
                    <a:pt x="89750" y="141262"/>
                  </a:lnTo>
                  <a:lnTo>
                    <a:pt x="89750" y="138430"/>
                  </a:lnTo>
                  <a:close/>
                </a:path>
                <a:path w="90169" h="149859">
                  <a:moveTo>
                    <a:pt x="89750" y="75755"/>
                  </a:moveTo>
                  <a:lnTo>
                    <a:pt x="20408" y="75755"/>
                  </a:lnTo>
                  <a:lnTo>
                    <a:pt x="20408" y="78232"/>
                  </a:lnTo>
                  <a:lnTo>
                    <a:pt x="89750" y="78232"/>
                  </a:lnTo>
                  <a:lnTo>
                    <a:pt x="89750" y="75755"/>
                  </a:lnTo>
                  <a:close/>
                </a:path>
                <a:path w="90169" h="149859">
                  <a:moveTo>
                    <a:pt x="89750" y="66103"/>
                  </a:moveTo>
                  <a:lnTo>
                    <a:pt x="20408" y="66103"/>
                  </a:lnTo>
                  <a:lnTo>
                    <a:pt x="20408" y="68580"/>
                  </a:lnTo>
                  <a:lnTo>
                    <a:pt x="89750" y="68580"/>
                  </a:lnTo>
                  <a:lnTo>
                    <a:pt x="89750" y="66103"/>
                  </a:lnTo>
                  <a:close/>
                </a:path>
                <a:path w="90169" h="149859">
                  <a:moveTo>
                    <a:pt x="89750" y="56438"/>
                  </a:moveTo>
                  <a:lnTo>
                    <a:pt x="44107" y="56438"/>
                  </a:lnTo>
                  <a:lnTo>
                    <a:pt x="44107" y="58915"/>
                  </a:lnTo>
                  <a:lnTo>
                    <a:pt x="89750" y="58915"/>
                  </a:lnTo>
                  <a:lnTo>
                    <a:pt x="89750" y="56438"/>
                  </a:lnTo>
                  <a:close/>
                </a:path>
                <a:path w="90169" h="149859">
                  <a:moveTo>
                    <a:pt x="89750" y="28155"/>
                  </a:moveTo>
                  <a:lnTo>
                    <a:pt x="0" y="28155"/>
                  </a:lnTo>
                  <a:lnTo>
                    <a:pt x="0" y="30988"/>
                  </a:lnTo>
                  <a:lnTo>
                    <a:pt x="89750" y="30988"/>
                  </a:lnTo>
                  <a:lnTo>
                    <a:pt x="89750" y="28155"/>
                  </a:lnTo>
                  <a:close/>
                </a:path>
                <a:path w="90169" h="149859">
                  <a:moveTo>
                    <a:pt x="89750" y="18757"/>
                  </a:moveTo>
                  <a:lnTo>
                    <a:pt x="0" y="18757"/>
                  </a:lnTo>
                  <a:lnTo>
                    <a:pt x="0" y="21590"/>
                  </a:lnTo>
                  <a:lnTo>
                    <a:pt x="89750" y="21590"/>
                  </a:lnTo>
                  <a:lnTo>
                    <a:pt x="89750" y="18757"/>
                  </a:lnTo>
                  <a:close/>
                </a:path>
                <a:path w="90169" h="149859">
                  <a:moveTo>
                    <a:pt x="89750" y="9385"/>
                  </a:moveTo>
                  <a:lnTo>
                    <a:pt x="0" y="9385"/>
                  </a:lnTo>
                  <a:lnTo>
                    <a:pt x="0" y="12204"/>
                  </a:lnTo>
                  <a:lnTo>
                    <a:pt x="89750" y="12204"/>
                  </a:lnTo>
                  <a:lnTo>
                    <a:pt x="89750" y="9385"/>
                  </a:lnTo>
                  <a:close/>
                </a:path>
                <a:path w="90169" h="149859">
                  <a:moveTo>
                    <a:pt x="89750" y="0"/>
                  </a:moveTo>
                  <a:lnTo>
                    <a:pt x="0" y="0"/>
                  </a:lnTo>
                  <a:lnTo>
                    <a:pt x="0" y="2832"/>
                  </a:lnTo>
                  <a:lnTo>
                    <a:pt x="89750" y="2832"/>
                  </a:lnTo>
                  <a:lnTo>
                    <a:pt x="89750" y="0"/>
                  </a:lnTo>
                  <a:close/>
                </a:path>
              </a:pathLst>
            </a:custGeom>
            <a:solidFill>
              <a:srgbClr val="D1C6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5501837" y="6705936"/>
              <a:ext cx="38735" cy="120014"/>
            </a:xfrm>
            <a:custGeom>
              <a:avLst/>
              <a:gdLst/>
              <a:ahLst/>
              <a:cxnLst/>
              <a:rect l="l" t="t" r="r" b="b"/>
              <a:pathLst>
                <a:path w="38734" h="120015">
                  <a:moveTo>
                    <a:pt x="22567" y="21869"/>
                  </a:moveTo>
                  <a:lnTo>
                    <a:pt x="20459" y="12674"/>
                  </a:lnTo>
                  <a:lnTo>
                    <a:pt x="13728" y="9537"/>
                  </a:lnTo>
                  <a:lnTo>
                    <a:pt x="10223" y="4025"/>
                  </a:lnTo>
                  <a:lnTo>
                    <a:pt x="4267" y="0"/>
                  </a:lnTo>
                  <a:lnTo>
                    <a:pt x="0" y="1905"/>
                  </a:lnTo>
                  <a:lnTo>
                    <a:pt x="3124" y="9207"/>
                  </a:lnTo>
                  <a:lnTo>
                    <a:pt x="3937" y="11290"/>
                  </a:lnTo>
                  <a:lnTo>
                    <a:pt x="5016" y="14033"/>
                  </a:lnTo>
                  <a:lnTo>
                    <a:pt x="6807" y="16611"/>
                  </a:lnTo>
                  <a:lnTo>
                    <a:pt x="20701" y="28194"/>
                  </a:lnTo>
                  <a:lnTo>
                    <a:pt x="21653" y="25107"/>
                  </a:lnTo>
                  <a:lnTo>
                    <a:pt x="22567" y="21869"/>
                  </a:lnTo>
                  <a:close/>
                </a:path>
                <a:path w="38734" h="120015">
                  <a:moveTo>
                    <a:pt x="38417" y="119799"/>
                  </a:moveTo>
                  <a:lnTo>
                    <a:pt x="38112" y="114973"/>
                  </a:lnTo>
                  <a:lnTo>
                    <a:pt x="36588" y="110223"/>
                  </a:lnTo>
                  <a:lnTo>
                    <a:pt x="32016" y="102819"/>
                  </a:lnTo>
                  <a:lnTo>
                    <a:pt x="29362" y="99961"/>
                  </a:lnTo>
                  <a:lnTo>
                    <a:pt x="27254" y="96735"/>
                  </a:lnTo>
                  <a:lnTo>
                    <a:pt x="23888" y="88252"/>
                  </a:lnTo>
                  <a:lnTo>
                    <a:pt x="19151" y="75031"/>
                  </a:lnTo>
                  <a:lnTo>
                    <a:pt x="13347" y="63677"/>
                  </a:lnTo>
                  <a:lnTo>
                    <a:pt x="6794" y="60807"/>
                  </a:lnTo>
                  <a:lnTo>
                    <a:pt x="5461" y="68872"/>
                  </a:lnTo>
                  <a:lnTo>
                    <a:pt x="11264" y="82575"/>
                  </a:lnTo>
                  <a:lnTo>
                    <a:pt x="19418" y="96380"/>
                  </a:lnTo>
                  <a:lnTo>
                    <a:pt x="25171" y="104736"/>
                  </a:lnTo>
                  <a:lnTo>
                    <a:pt x="29286" y="110007"/>
                  </a:lnTo>
                  <a:lnTo>
                    <a:pt x="38417" y="1197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5324470" y="6713568"/>
              <a:ext cx="22860" cy="34290"/>
            </a:xfrm>
            <a:custGeom>
              <a:avLst/>
              <a:gdLst/>
              <a:ahLst/>
              <a:cxnLst/>
              <a:rect l="l" t="t" r="r" b="b"/>
              <a:pathLst>
                <a:path w="22859" h="34290">
                  <a:moveTo>
                    <a:pt x="994" y="0"/>
                  </a:moveTo>
                  <a:lnTo>
                    <a:pt x="0" y="10219"/>
                  </a:lnTo>
                  <a:lnTo>
                    <a:pt x="293" y="12219"/>
                  </a:lnTo>
                  <a:lnTo>
                    <a:pt x="1602" y="15528"/>
                  </a:lnTo>
                  <a:lnTo>
                    <a:pt x="22460" y="34030"/>
                  </a:lnTo>
                  <a:lnTo>
                    <a:pt x="21262" y="28312"/>
                  </a:lnTo>
                  <a:lnTo>
                    <a:pt x="17385" y="22134"/>
                  </a:lnTo>
                  <a:lnTo>
                    <a:pt x="8659" y="11298"/>
                  </a:lnTo>
                  <a:lnTo>
                    <a:pt x="6607" y="8355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rgbClr val="DCEA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5312314" y="6852180"/>
              <a:ext cx="80645" cy="130175"/>
            </a:xfrm>
            <a:custGeom>
              <a:avLst/>
              <a:gdLst/>
              <a:ahLst/>
              <a:cxnLst/>
              <a:rect l="l" t="t" r="r" b="b"/>
              <a:pathLst>
                <a:path w="80644" h="130175">
                  <a:moveTo>
                    <a:pt x="14324" y="0"/>
                  </a:moveTo>
                  <a:lnTo>
                    <a:pt x="12188" y="2774"/>
                  </a:lnTo>
                  <a:lnTo>
                    <a:pt x="13402" y="10209"/>
                  </a:lnTo>
                  <a:lnTo>
                    <a:pt x="12449" y="19507"/>
                  </a:lnTo>
                  <a:lnTo>
                    <a:pt x="11476" y="25077"/>
                  </a:lnTo>
                  <a:lnTo>
                    <a:pt x="11036" y="36428"/>
                  </a:lnTo>
                  <a:lnTo>
                    <a:pt x="9423" y="42794"/>
                  </a:lnTo>
                  <a:lnTo>
                    <a:pt x="0" y="90499"/>
                  </a:lnTo>
                  <a:lnTo>
                    <a:pt x="2387" y="94782"/>
                  </a:lnTo>
                  <a:lnTo>
                    <a:pt x="4722" y="96122"/>
                  </a:lnTo>
                  <a:lnTo>
                    <a:pt x="14615" y="101179"/>
                  </a:lnTo>
                  <a:lnTo>
                    <a:pt x="22373" y="104808"/>
                  </a:lnTo>
                  <a:lnTo>
                    <a:pt x="80458" y="129828"/>
                  </a:lnTo>
                  <a:lnTo>
                    <a:pt x="79379" y="126100"/>
                  </a:lnTo>
                  <a:lnTo>
                    <a:pt x="51286" y="100321"/>
                  </a:lnTo>
                  <a:lnTo>
                    <a:pt x="46179" y="98227"/>
                  </a:lnTo>
                  <a:lnTo>
                    <a:pt x="30920" y="94994"/>
                  </a:lnTo>
                  <a:lnTo>
                    <a:pt x="26397" y="92405"/>
                  </a:lnTo>
                  <a:lnTo>
                    <a:pt x="23611" y="88049"/>
                  </a:lnTo>
                  <a:lnTo>
                    <a:pt x="21999" y="82699"/>
                  </a:lnTo>
                  <a:lnTo>
                    <a:pt x="24899" y="69798"/>
                  </a:lnTo>
                  <a:lnTo>
                    <a:pt x="18187" y="75411"/>
                  </a:lnTo>
                  <a:lnTo>
                    <a:pt x="16229" y="65390"/>
                  </a:lnTo>
                  <a:lnTo>
                    <a:pt x="11172" y="56605"/>
                  </a:lnTo>
                  <a:lnTo>
                    <a:pt x="22721" y="48124"/>
                  </a:lnTo>
                  <a:lnTo>
                    <a:pt x="19831" y="43119"/>
                  </a:lnTo>
                  <a:lnTo>
                    <a:pt x="17641" y="33221"/>
                  </a:lnTo>
                  <a:lnTo>
                    <a:pt x="18008" y="20892"/>
                  </a:lnTo>
                  <a:lnTo>
                    <a:pt x="17910" y="8895"/>
                  </a:lnTo>
                  <a:lnTo>
                    <a:pt x="14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5307365" y="6869193"/>
              <a:ext cx="245745" cy="150495"/>
            </a:xfrm>
            <a:custGeom>
              <a:avLst/>
              <a:gdLst/>
              <a:ahLst/>
              <a:cxnLst/>
              <a:rect l="l" t="t" r="r" b="b"/>
              <a:pathLst>
                <a:path w="245744" h="150495">
                  <a:moveTo>
                    <a:pt x="245280" y="0"/>
                  </a:moveTo>
                  <a:lnTo>
                    <a:pt x="202917" y="25055"/>
                  </a:lnTo>
                  <a:lnTo>
                    <a:pt x="157111" y="42873"/>
                  </a:lnTo>
                  <a:lnTo>
                    <a:pt x="107959" y="53654"/>
                  </a:lnTo>
                  <a:lnTo>
                    <a:pt x="55556" y="57602"/>
                  </a:lnTo>
                  <a:lnTo>
                    <a:pt x="0" y="54919"/>
                  </a:lnTo>
                  <a:lnTo>
                    <a:pt x="1050" y="87149"/>
                  </a:lnTo>
                  <a:lnTo>
                    <a:pt x="4454" y="130014"/>
                  </a:lnTo>
                  <a:lnTo>
                    <a:pt x="87435" y="150205"/>
                  </a:lnTo>
                  <a:lnTo>
                    <a:pt x="155237" y="150205"/>
                  </a:lnTo>
                  <a:lnTo>
                    <a:pt x="212044" y="145538"/>
                  </a:lnTo>
                  <a:lnTo>
                    <a:pt x="242607" y="94536"/>
                  </a:lnTo>
                  <a:lnTo>
                    <a:pt x="244451" y="51020"/>
                  </a:lnTo>
                  <a:lnTo>
                    <a:pt x="245280" y="0"/>
                  </a:lnTo>
                  <a:close/>
                </a:path>
              </a:pathLst>
            </a:custGeom>
            <a:solidFill>
              <a:srgbClr val="003E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5438448" y="6635119"/>
              <a:ext cx="40005" cy="22225"/>
            </a:xfrm>
            <a:custGeom>
              <a:avLst/>
              <a:gdLst/>
              <a:ahLst/>
              <a:cxnLst/>
              <a:rect l="l" t="t" r="r" b="b"/>
              <a:pathLst>
                <a:path w="40005" h="22225">
                  <a:moveTo>
                    <a:pt x="27978" y="0"/>
                  </a:moveTo>
                  <a:lnTo>
                    <a:pt x="21412" y="5392"/>
                  </a:lnTo>
                  <a:lnTo>
                    <a:pt x="14562" y="9603"/>
                  </a:lnTo>
                  <a:lnTo>
                    <a:pt x="7425" y="12629"/>
                  </a:lnTo>
                  <a:lnTo>
                    <a:pt x="0" y="14470"/>
                  </a:lnTo>
                  <a:lnTo>
                    <a:pt x="16523" y="22166"/>
                  </a:lnTo>
                  <a:lnTo>
                    <a:pt x="23073" y="18922"/>
                  </a:lnTo>
                  <a:lnTo>
                    <a:pt x="29025" y="15062"/>
                  </a:lnTo>
                  <a:lnTo>
                    <a:pt x="34466" y="10675"/>
                  </a:lnTo>
                  <a:lnTo>
                    <a:pt x="39485" y="5853"/>
                  </a:lnTo>
                  <a:lnTo>
                    <a:pt x="27978" y="0"/>
                  </a:lnTo>
                  <a:close/>
                </a:path>
              </a:pathLst>
            </a:custGeom>
            <a:solidFill>
              <a:srgbClr val="CECD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5398738" y="7071683"/>
              <a:ext cx="25400" cy="43815"/>
            </a:xfrm>
            <a:custGeom>
              <a:avLst/>
              <a:gdLst/>
              <a:ahLst/>
              <a:cxnLst/>
              <a:rect l="l" t="t" r="r" b="b"/>
              <a:pathLst>
                <a:path w="25400" h="43815">
                  <a:moveTo>
                    <a:pt x="24790" y="18948"/>
                  </a:moveTo>
                  <a:lnTo>
                    <a:pt x="19735" y="18948"/>
                  </a:lnTo>
                  <a:lnTo>
                    <a:pt x="19735" y="0"/>
                  </a:lnTo>
                  <a:lnTo>
                    <a:pt x="5054" y="0"/>
                  </a:lnTo>
                  <a:lnTo>
                    <a:pt x="5054" y="18948"/>
                  </a:lnTo>
                  <a:lnTo>
                    <a:pt x="0" y="18948"/>
                  </a:lnTo>
                  <a:lnTo>
                    <a:pt x="0" y="43726"/>
                  </a:lnTo>
                  <a:lnTo>
                    <a:pt x="24790" y="43726"/>
                  </a:lnTo>
                  <a:lnTo>
                    <a:pt x="24790" y="18948"/>
                  </a:lnTo>
                  <a:close/>
                </a:path>
              </a:pathLst>
            </a:custGeom>
            <a:solidFill>
              <a:srgbClr val="A9A4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5383765" y="7029888"/>
              <a:ext cx="55244" cy="51435"/>
            </a:xfrm>
            <a:custGeom>
              <a:avLst/>
              <a:gdLst/>
              <a:ahLst/>
              <a:cxnLst/>
              <a:rect l="l" t="t" r="r" b="b"/>
              <a:pathLst>
                <a:path w="55244" h="51434">
                  <a:moveTo>
                    <a:pt x="54724" y="41783"/>
                  </a:moveTo>
                  <a:lnTo>
                    <a:pt x="37325" y="41783"/>
                  </a:lnTo>
                  <a:lnTo>
                    <a:pt x="37325" y="0"/>
                  </a:lnTo>
                  <a:lnTo>
                    <a:pt x="17411" y="0"/>
                  </a:lnTo>
                  <a:lnTo>
                    <a:pt x="17411" y="41783"/>
                  </a:lnTo>
                  <a:lnTo>
                    <a:pt x="0" y="41783"/>
                  </a:lnTo>
                  <a:lnTo>
                    <a:pt x="0" y="51244"/>
                  </a:lnTo>
                  <a:lnTo>
                    <a:pt x="54724" y="51244"/>
                  </a:lnTo>
                  <a:lnTo>
                    <a:pt x="54724" y="41783"/>
                  </a:lnTo>
                  <a:close/>
                </a:path>
              </a:pathLst>
            </a:custGeom>
            <a:solidFill>
              <a:srgbClr val="FFD2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5392113" y="7120801"/>
              <a:ext cx="38100" cy="102870"/>
            </a:xfrm>
            <a:custGeom>
              <a:avLst/>
              <a:gdLst/>
              <a:ahLst/>
              <a:cxnLst/>
              <a:rect l="l" t="t" r="r" b="b"/>
              <a:pathLst>
                <a:path w="38100" h="102870">
                  <a:moveTo>
                    <a:pt x="38040" y="0"/>
                  </a:moveTo>
                  <a:lnTo>
                    <a:pt x="0" y="0"/>
                  </a:lnTo>
                  <a:lnTo>
                    <a:pt x="0" y="83808"/>
                  </a:lnTo>
                  <a:lnTo>
                    <a:pt x="1497" y="91207"/>
                  </a:lnTo>
                  <a:lnTo>
                    <a:pt x="5578" y="97256"/>
                  </a:lnTo>
                  <a:lnTo>
                    <a:pt x="11626" y="101337"/>
                  </a:lnTo>
                  <a:lnTo>
                    <a:pt x="19025" y="102834"/>
                  </a:lnTo>
                  <a:lnTo>
                    <a:pt x="26418" y="101337"/>
                  </a:lnTo>
                  <a:lnTo>
                    <a:pt x="32463" y="97256"/>
                  </a:lnTo>
                  <a:lnTo>
                    <a:pt x="34238" y="94625"/>
                  </a:lnTo>
                  <a:lnTo>
                    <a:pt x="13057" y="94625"/>
                  </a:lnTo>
                  <a:lnTo>
                    <a:pt x="8209" y="89766"/>
                  </a:lnTo>
                  <a:lnTo>
                    <a:pt x="8209" y="8209"/>
                  </a:lnTo>
                  <a:lnTo>
                    <a:pt x="38040" y="8209"/>
                  </a:lnTo>
                  <a:lnTo>
                    <a:pt x="38040" y="0"/>
                  </a:lnTo>
                  <a:close/>
                </a:path>
                <a:path w="38100" h="102870">
                  <a:moveTo>
                    <a:pt x="38040" y="8209"/>
                  </a:moveTo>
                  <a:lnTo>
                    <a:pt x="29831" y="8209"/>
                  </a:lnTo>
                  <a:lnTo>
                    <a:pt x="29831" y="89766"/>
                  </a:lnTo>
                  <a:lnTo>
                    <a:pt x="24983" y="94625"/>
                  </a:lnTo>
                  <a:lnTo>
                    <a:pt x="34238" y="94625"/>
                  </a:lnTo>
                  <a:lnTo>
                    <a:pt x="36543" y="91207"/>
                  </a:lnTo>
                  <a:lnTo>
                    <a:pt x="38040" y="83808"/>
                  </a:lnTo>
                  <a:lnTo>
                    <a:pt x="38040" y="8209"/>
                  </a:lnTo>
                  <a:close/>
                </a:path>
              </a:pathLst>
            </a:custGeom>
            <a:solidFill>
              <a:srgbClr val="D0D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5388851" y="7111605"/>
              <a:ext cx="45085" cy="19685"/>
            </a:xfrm>
            <a:custGeom>
              <a:avLst/>
              <a:gdLst/>
              <a:ahLst/>
              <a:cxnLst/>
              <a:rect l="l" t="t" r="r" b="b"/>
              <a:pathLst>
                <a:path w="45084" h="19684">
                  <a:moveTo>
                    <a:pt x="44574" y="0"/>
                  </a:moveTo>
                  <a:lnTo>
                    <a:pt x="0" y="0"/>
                  </a:lnTo>
                  <a:lnTo>
                    <a:pt x="0" y="19308"/>
                  </a:lnTo>
                  <a:lnTo>
                    <a:pt x="44574" y="19308"/>
                  </a:lnTo>
                  <a:lnTo>
                    <a:pt x="44574" y="0"/>
                  </a:lnTo>
                  <a:close/>
                </a:path>
              </a:pathLst>
            </a:custGeom>
            <a:solidFill>
              <a:srgbClr val="A9A4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5403793" y="6577120"/>
              <a:ext cx="292735" cy="1000760"/>
            </a:xfrm>
            <a:custGeom>
              <a:avLst/>
              <a:gdLst/>
              <a:ahLst/>
              <a:cxnLst/>
              <a:rect l="l" t="t" r="r" b="b"/>
              <a:pathLst>
                <a:path w="292734" h="1000759">
                  <a:moveTo>
                    <a:pt x="292417" y="382422"/>
                  </a:moveTo>
                  <a:lnTo>
                    <a:pt x="291528" y="289026"/>
                  </a:lnTo>
                  <a:lnTo>
                    <a:pt x="288823" y="209588"/>
                  </a:lnTo>
                  <a:lnTo>
                    <a:pt x="284213" y="143624"/>
                  </a:lnTo>
                  <a:lnTo>
                    <a:pt x="284200" y="382422"/>
                  </a:lnTo>
                  <a:lnTo>
                    <a:pt x="282867" y="440423"/>
                  </a:lnTo>
                  <a:lnTo>
                    <a:pt x="278815" y="498081"/>
                  </a:lnTo>
                  <a:lnTo>
                    <a:pt x="272021" y="554240"/>
                  </a:lnTo>
                  <a:lnTo>
                    <a:pt x="262407" y="607720"/>
                  </a:lnTo>
                  <a:lnTo>
                    <a:pt x="249948" y="657377"/>
                  </a:lnTo>
                  <a:lnTo>
                    <a:pt x="234581" y="702030"/>
                  </a:lnTo>
                  <a:lnTo>
                    <a:pt x="216255" y="740511"/>
                  </a:lnTo>
                  <a:lnTo>
                    <a:pt x="194945" y="771677"/>
                  </a:lnTo>
                  <a:lnTo>
                    <a:pt x="192709" y="714883"/>
                  </a:lnTo>
                  <a:lnTo>
                    <a:pt x="190614" y="654939"/>
                  </a:lnTo>
                  <a:lnTo>
                    <a:pt x="188772" y="592569"/>
                  </a:lnTo>
                  <a:lnTo>
                    <a:pt x="187261" y="528828"/>
                  </a:lnTo>
                  <a:lnTo>
                    <a:pt x="186207" y="464654"/>
                  </a:lnTo>
                  <a:lnTo>
                    <a:pt x="185686" y="401027"/>
                  </a:lnTo>
                  <a:lnTo>
                    <a:pt x="185826" y="338924"/>
                  </a:lnTo>
                  <a:lnTo>
                    <a:pt x="186702" y="279285"/>
                  </a:lnTo>
                  <a:lnTo>
                    <a:pt x="188442" y="223100"/>
                  </a:lnTo>
                  <a:lnTo>
                    <a:pt x="191122" y="171310"/>
                  </a:lnTo>
                  <a:lnTo>
                    <a:pt x="194868" y="124904"/>
                  </a:lnTo>
                  <a:lnTo>
                    <a:pt x="199758" y="84823"/>
                  </a:lnTo>
                  <a:lnTo>
                    <a:pt x="213423" y="27533"/>
                  </a:lnTo>
                  <a:lnTo>
                    <a:pt x="227457" y="8216"/>
                  </a:lnTo>
                  <a:lnTo>
                    <a:pt x="230073" y="8216"/>
                  </a:lnTo>
                  <a:lnTo>
                    <a:pt x="259003" y="44094"/>
                  </a:lnTo>
                  <a:lnTo>
                    <a:pt x="268528" y="84264"/>
                  </a:lnTo>
                  <a:lnTo>
                    <a:pt x="275336" y="135077"/>
                  </a:lnTo>
                  <a:lnTo>
                    <a:pt x="279869" y="193433"/>
                  </a:lnTo>
                  <a:lnTo>
                    <a:pt x="282575" y="256184"/>
                  </a:lnTo>
                  <a:lnTo>
                    <a:pt x="283870" y="320217"/>
                  </a:lnTo>
                  <a:lnTo>
                    <a:pt x="284200" y="382422"/>
                  </a:lnTo>
                  <a:lnTo>
                    <a:pt x="284200" y="143522"/>
                  </a:lnTo>
                  <a:lnTo>
                    <a:pt x="277634" y="90690"/>
                  </a:lnTo>
                  <a:lnTo>
                    <a:pt x="268998" y="50330"/>
                  </a:lnTo>
                  <a:lnTo>
                    <a:pt x="258254" y="22059"/>
                  </a:lnTo>
                  <a:lnTo>
                    <a:pt x="247459" y="8216"/>
                  </a:lnTo>
                  <a:lnTo>
                    <a:pt x="245300" y="5435"/>
                  </a:lnTo>
                  <a:lnTo>
                    <a:pt x="230073" y="0"/>
                  </a:lnTo>
                  <a:lnTo>
                    <a:pt x="225132" y="0"/>
                  </a:lnTo>
                  <a:lnTo>
                    <a:pt x="199834" y="44386"/>
                  </a:lnTo>
                  <a:lnTo>
                    <a:pt x="188379" y="112115"/>
                  </a:lnTo>
                  <a:lnTo>
                    <a:pt x="184340" y="155168"/>
                  </a:lnTo>
                  <a:lnTo>
                    <a:pt x="181305" y="203263"/>
                  </a:lnTo>
                  <a:lnTo>
                    <a:pt x="179184" y="256184"/>
                  </a:lnTo>
                  <a:lnTo>
                    <a:pt x="177914" y="311251"/>
                  </a:lnTo>
                  <a:lnTo>
                    <a:pt x="177380" y="369506"/>
                  </a:lnTo>
                  <a:lnTo>
                    <a:pt x="177495" y="429526"/>
                  </a:lnTo>
                  <a:lnTo>
                    <a:pt x="178181" y="490474"/>
                  </a:lnTo>
                  <a:lnTo>
                    <a:pt x="179336" y="551535"/>
                  </a:lnTo>
                  <a:lnTo>
                    <a:pt x="180873" y="611886"/>
                  </a:lnTo>
                  <a:lnTo>
                    <a:pt x="182714" y="670699"/>
                  </a:lnTo>
                  <a:lnTo>
                    <a:pt x="184759" y="727176"/>
                  </a:lnTo>
                  <a:lnTo>
                    <a:pt x="186918" y="780478"/>
                  </a:lnTo>
                  <a:lnTo>
                    <a:pt x="172364" y="793076"/>
                  </a:lnTo>
                  <a:lnTo>
                    <a:pt x="156730" y="802373"/>
                  </a:lnTo>
                  <a:lnTo>
                    <a:pt x="140017" y="808113"/>
                  </a:lnTo>
                  <a:lnTo>
                    <a:pt x="122212" y="810082"/>
                  </a:lnTo>
                  <a:lnTo>
                    <a:pt x="100152" y="808278"/>
                  </a:lnTo>
                  <a:lnTo>
                    <a:pt x="62852" y="793940"/>
                  </a:lnTo>
                  <a:lnTo>
                    <a:pt x="26289" y="749300"/>
                  </a:lnTo>
                  <a:lnTo>
                    <a:pt x="11836" y="689432"/>
                  </a:lnTo>
                  <a:lnTo>
                    <a:pt x="11493" y="680161"/>
                  </a:lnTo>
                  <a:lnTo>
                    <a:pt x="14681" y="680161"/>
                  </a:lnTo>
                  <a:lnTo>
                    <a:pt x="14681" y="640473"/>
                  </a:lnTo>
                  <a:lnTo>
                    <a:pt x="0" y="640473"/>
                  </a:lnTo>
                  <a:lnTo>
                    <a:pt x="0" y="680161"/>
                  </a:lnTo>
                  <a:lnTo>
                    <a:pt x="3289" y="680161"/>
                  </a:lnTo>
                  <a:lnTo>
                    <a:pt x="3644" y="690714"/>
                  </a:lnTo>
                  <a:lnTo>
                    <a:pt x="19037" y="753364"/>
                  </a:lnTo>
                  <a:lnTo>
                    <a:pt x="41871" y="787196"/>
                  </a:lnTo>
                  <a:lnTo>
                    <a:pt x="77152" y="810475"/>
                  </a:lnTo>
                  <a:lnTo>
                    <a:pt x="122212" y="818286"/>
                  </a:lnTo>
                  <a:lnTo>
                    <a:pt x="140068" y="816533"/>
                  </a:lnTo>
                  <a:lnTo>
                    <a:pt x="156883" y="811403"/>
                  </a:lnTo>
                  <a:lnTo>
                    <a:pt x="159372" y="810082"/>
                  </a:lnTo>
                  <a:lnTo>
                    <a:pt x="172656" y="803071"/>
                  </a:lnTo>
                  <a:lnTo>
                    <a:pt x="187401" y="791743"/>
                  </a:lnTo>
                  <a:lnTo>
                    <a:pt x="190995" y="869175"/>
                  </a:lnTo>
                  <a:lnTo>
                    <a:pt x="193497" y="918057"/>
                  </a:lnTo>
                  <a:lnTo>
                    <a:pt x="187020" y="918387"/>
                  </a:lnTo>
                  <a:lnTo>
                    <a:pt x="191211" y="1000188"/>
                  </a:lnTo>
                  <a:lnTo>
                    <a:pt x="211086" y="999172"/>
                  </a:lnTo>
                  <a:lnTo>
                    <a:pt x="206883" y="917371"/>
                  </a:lnTo>
                  <a:lnTo>
                    <a:pt x="201777" y="917638"/>
                  </a:lnTo>
                  <a:lnTo>
                    <a:pt x="199250" y="867625"/>
                  </a:lnTo>
                  <a:lnTo>
                    <a:pt x="195808" y="791743"/>
                  </a:lnTo>
                  <a:lnTo>
                    <a:pt x="195453" y="783894"/>
                  </a:lnTo>
                  <a:lnTo>
                    <a:pt x="204749" y="771677"/>
                  </a:lnTo>
                  <a:lnTo>
                    <a:pt x="218706" y="753325"/>
                  </a:lnTo>
                  <a:lnTo>
                    <a:pt x="238645" y="714883"/>
                  </a:lnTo>
                  <a:lnTo>
                    <a:pt x="255346" y="669671"/>
                  </a:lnTo>
                  <a:lnTo>
                    <a:pt x="268859" y="618871"/>
                  </a:lnTo>
                  <a:lnTo>
                    <a:pt x="279260" y="563587"/>
                  </a:lnTo>
                  <a:lnTo>
                    <a:pt x="286613" y="505002"/>
                  </a:lnTo>
                  <a:lnTo>
                    <a:pt x="290969" y="444233"/>
                  </a:lnTo>
                  <a:lnTo>
                    <a:pt x="292417" y="382422"/>
                  </a:lnTo>
                  <a:close/>
                </a:path>
              </a:pathLst>
            </a:custGeom>
            <a:solidFill>
              <a:srgbClr val="D0DE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5378939" y="7011727"/>
              <a:ext cx="102235" cy="64769"/>
            </a:xfrm>
            <a:custGeom>
              <a:avLst/>
              <a:gdLst/>
              <a:ahLst/>
              <a:cxnLst/>
              <a:rect l="l" t="t" r="r" b="b"/>
              <a:pathLst>
                <a:path w="102234" h="64770">
                  <a:moveTo>
                    <a:pt x="102120" y="0"/>
                  </a:moveTo>
                  <a:lnTo>
                    <a:pt x="0" y="0"/>
                  </a:lnTo>
                  <a:lnTo>
                    <a:pt x="0" y="22491"/>
                  </a:lnTo>
                  <a:lnTo>
                    <a:pt x="70142" y="22491"/>
                  </a:lnTo>
                  <a:lnTo>
                    <a:pt x="70142" y="64338"/>
                  </a:lnTo>
                  <a:lnTo>
                    <a:pt x="88684" y="64338"/>
                  </a:lnTo>
                  <a:lnTo>
                    <a:pt x="88684" y="22491"/>
                  </a:lnTo>
                  <a:lnTo>
                    <a:pt x="102120" y="22491"/>
                  </a:lnTo>
                  <a:lnTo>
                    <a:pt x="102120" y="0"/>
                  </a:lnTo>
                  <a:close/>
                </a:path>
              </a:pathLst>
            </a:custGeom>
            <a:solidFill>
              <a:srgbClr val="FFD2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5447111" y="7056476"/>
              <a:ext cx="22860" cy="19685"/>
            </a:xfrm>
            <a:custGeom>
              <a:avLst/>
              <a:gdLst/>
              <a:ahLst/>
              <a:cxnLst/>
              <a:rect l="l" t="t" r="r" b="b"/>
              <a:pathLst>
                <a:path w="22859" h="19684">
                  <a:moveTo>
                    <a:pt x="22501" y="0"/>
                  </a:moveTo>
                  <a:lnTo>
                    <a:pt x="0" y="0"/>
                  </a:lnTo>
                  <a:lnTo>
                    <a:pt x="0" y="19580"/>
                  </a:lnTo>
                  <a:lnTo>
                    <a:pt x="22501" y="19580"/>
                  </a:lnTo>
                  <a:lnTo>
                    <a:pt x="22501" y="0"/>
                  </a:lnTo>
                  <a:close/>
                </a:path>
              </a:pathLst>
            </a:custGeom>
            <a:solidFill>
              <a:srgbClr val="F1B06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3" name="object 253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5691534" y="7856654"/>
              <a:ext cx="250724" cy="197649"/>
            </a:xfrm>
            <a:prstGeom prst="rect">
              <a:avLst/>
            </a:prstGeom>
          </p:spPr>
        </p:pic>
      </p:grpSp>
      <p:pic>
        <p:nvPicPr>
          <p:cNvPr id="254" name="object 254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8403690" y="2086757"/>
            <a:ext cx="1738527" cy="3696091"/>
          </a:xfrm>
          <a:prstGeom prst="rect">
            <a:avLst/>
          </a:prstGeom>
        </p:spPr>
      </p:pic>
      <p:pic>
        <p:nvPicPr>
          <p:cNvPr id="255" name="object 255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5584373" y="1925372"/>
            <a:ext cx="1365790" cy="3874415"/>
          </a:xfrm>
          <a:prstGeom prst="rect">
            <a:avLst/>
          </a:prstGeom>
        </p:spPr>
      </p:pic>
      <p:grpSp>
        <p:nvGrpSpPr>
          <p:cNvPr id="256" name="object 256" descr=""/>
          <p:cNvGrpSpPr/>
          <p:nvPr/>
        </p:nvGrpSpPr>
        <p:grpSpPr>
          <a:xfrm>
            <a:off x="2925508" y="2490371"/>
            <a:ext cx="1068705" cy="3282315"/>
            <a:chOff x="2925508" y="2490371"/>
            <a:chExt cx="1068705" cy="3282315"/>
          </a:xfrm>
        </p:grpSpPr>
        <p:sp>
          <p:nvSpPr>
            <p:cNvPr id="257" name="object 257" descr=""/>
            <p:cNvSpPr/>
            <p:nvPr/>
          </p:nvSpPr>
          <p:spPr>
            <a:xfrm>
              <a:off x="3199249" y="3190724"/>
              <a:ext cx="526415" cy="2093595"/>
            </a:xfrm>
            <a:custGeom>
              <a:avLst/>
              <a:gdLst/>
              <a:ahLst/>
              <a:cxnLst/>
              <a:rect l="l" t="t" r="r" b="b"/>
              <a:pathLst>
                <a:path w="526414" h="2093595">
                  <a:moveTo>
                    <a:pt x="451337" y="0"/>
                  </a:moveTo>
                  <a:lnTo>
                    <a:pt x="354977" y="46900"/>
                  </a:lnTo>
                  <a:lnTo>
                    <a:pt x="280246" y="63358"/>
                  </a:lnTo>
                  <a:lnTo>
                    <a:pt x="188794" y="50112"/>
                  </a:lnTo>
                  <a:lnTo>
                    <a:pt x="42270" y="7905"/>
                  </a:lnTo>
                  <a:lnTo>
                    <a:pt x="0" y="2057350"/>
                  </a:lnTo>
                  <a:lnTo>
                    <a:pt x="119800" y="2084102"/>
                  </a:lnTo>
                  <a:lnTo>
                    <a:pt x="214552" y="2093020"/>
                  </a:lnTo>
                  <a:lnTo>
                    <a:pt x="333592" y="2084102"/>
                  </a:lnTo>
                  <a:lnTo>
                    <a:pt x="526256" y="2057350"/>
                  </a:lnTo>
                  <a:lnTo>
                    <a:pt x="524208" y="2003014"/>
                  </a:lnTo>
                  <a:lnTo>
                    <a:pt x="518981" y="1845721"/>
                  </a:lnTo>
                  <a:lnTo>
                    <a:pt x="511952" y="1594044"/>
                  </a:lnTo>
                  <a:lnTo>
                    <a:pt x="504497" y="1256558"/>
                  </a:lnTo>
                  <a:lnTo>
                    <a:pt x="498260" y="953775"/>
                  </a:lnTo>
                  <a:lnTo>
                    <a:pt x="490643" y="721955"/>
                  </a:lnTo>
                  <a:lnTo>
                    <a:pt x="476663" y="443298"/>
                  </a:lnTo>
                  <a:lnTo>
                    <a:pt x="451337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925508" y="2490371"/>
              <a:ext cx="1068708" cy="3282176"/>
            </a:xfrm>
            <a:prstGeom prst="rect">
              <a:avLst/>
            </a:prstGeom>
          </p:spPr>
        </p:pic>
      </p:grpSp>
      <p:pic>
        <p:nvPicPr>
          <p:cNvPr id="259" name="object 259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4150432" y="2580588"/>
            <a:ext cx="1213676" cy="3191257"/>
          </a:xfrm>
          <a:prstGeom prst="rect">
            <a:avLst/>
          </a:prstGeom>
        </p:spPr>
      </p:pic>
      <p:grpSp>
        <p:nvGrpSpPr>
          <p:cNvPr id="260" name="object 260" descr=""/>
          <p:cNvGrpSpPr/>
          <p:nvPr/>
        </p:nvGrpSpPr>
        <p:grpSpPr>
          <a:xfrm>
            <a:off x="11919822" y="9782030"/>
            <a:ext cx="473075" cy="327025"/>
            <a:chOff x="11919822" y="9782030"/>
            <a:chExt cx="473075" cy="327025"/>
          </a:xfrm>
        </p:grpSpPr>
        <p:sp>
          <p:nvSpPr>
            <p:cNvPr id="261" name="object 261" descr=""/>
            <p:cNvSpPr/>
            <p:nvPr/>
          </p:nvSpPr>
          <p:spPr>
            <a:xfrm>
              <a:off x="12131257" y="9782030"/>
              <a:ext cx="261620" cy="273685"/>
            </a:xfrm>
            <a:custGeom>
              <a:avLst/>
              <a:gdLst/>
              <a:ahLst/>
              <a:cxnLst/>
              <a:rect l="l" t="t" r="r" b="b"/>
              <a:pathLst>
                <a:path w="261620" h="273684">
                  <a:moveTo>
                    <a:pt x="261227" y="0"/>
                  </a:moveTo>
                  <a:lnTo>
                    <a:pt x="155921" y="0"/>
                  </a:lnTo>
                  <a:lnTo>
                    <a:pt x="140009" y="80078"/>
                  </a:lnTo>
                  <a:lnTo>
                    <a:pt x="123526" y="127578"/>
                  </a:lnTo>
                  <a:lnTo>
                    <a:pt x="96412" y="161227"/>
                  </a:lnTo>
                  <a:lnTo>
                    <a:pt x="48605" y="199753"/>
                  </a:lnTo>
                  <a:lnTo>
                    <a:pt x="0" y="243469"/>
                  </a:lnTo>
                  <a:lnTo>
                    <a:pt x="143178" y="273625"/>
                  </a:lnTo>
                  <a:lnTo>
                    <a:pt x="219951" y="222485"/>
                  </a:lnTo>
                  <a:lnTo>
                    <a:pt x="213312" y="198360"/>
                  </a:lnTo>
                  <a:lnTo>
                    <a:pt x="218007" y="157215"/>
                  </a:lnTo>
                  <a:lnTo>
                    <a:pt x="234788" y="90156"/>
                  </a:lnTo>
                  <a:lnTo>
                    <a:pt x="252810" y="27610"/>
                  </a:lnTo>
                  <a:lnTo>
                    <a:pt x="261227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1925310" y="9968416"/>
              <a:ext cx="444500" cy="121920"/>
            </a:xfrm>
            <a:custGeom>
              <a:avLst/>
              <a:gdLst/>
              <a:ahLst/>
              <a:cxnLst/>
              <a:rect l="l" t="t" r="r" b="b"/>
              <a:pathLst>
                <a:path w="444500" h="121920">
                  <a:moveTo>
                    <a:pt x="235479" y="0"/>
                  </a:moveTo>
                  <a:lnTo>
                    <a:pt x="193411" y="25004"/>
                  </a:lnTo>
                  <a:lnTo>
                    <a:pt x="135597" y="49404"/>
                  </a:lnTo>
                  <a:lnTo>
                    <a:pt x="93169" y="60060"/>
                  </a:lnTo>
                  <a:lnTo>
                    <a:pt x="52895" y="69047"/>
                  </a:lnTo>
                  <a:lnTo>
                    <a:pt x="23673" y="76114"/>
                  </a:lnTo>
                  <a:lnTo>
                    <a:pt x="5907" y="84526"/>
                  </a:lnTo>
                  <a:lnTo>
                    <a:pt x="0" y="97546"/>
                  </a:lnTo>
                  <a:lnTo>
                    <a:pt x="42006" y="114225"/>
                  </a:lnTo>
                  <a:lnTo>
                    <a:pt x="134125" y="120709"/>
                  </a:lnTo>
                  <a:lnTo>
                    <a:pt x="226187" y="121384"/>
                  </a:lnTo>
                  <a:lnTo>
                    <a:pt x="268023" y="120635"/>
                  </a:lnTo>
                  <a:lnTo>
                    <a:pt x="444143" y="114928"/>
                  </a:lnTo>
                  <a:lnTo>
                    <a:pt x="431861" y="28177"/>
                  </a:lnTo>
                  <a:lnTo>
                    <a:pt x="399895" y="37699"/>
                  </a:lnTo>
                  <a:lnTo>
                    <a:pt x="378943" y="42589"/>
                  </a:lnTo>
                  <a:lnTo>
                    <a:pt x="359739" y="44390"/>
                  </a:lnTo>
                  <a:lnTo>
                    <a:pt x="333016" y="44647"/>
                  </a:lnTo>
                  <a:lnTo>
                    <a:pt x="300921" y="43346"/>
                  </a:lnTo>
                  <a:lnTo>
                    <a:pt x="275174" y="39966"/>
                  </a:lnTo>
                  <a:lnTo>
                    <a:pt x="255066" y="35296"/>
                  </a:lnTo>
                  <a:lnTo>
                    <a:pt x="239887" y="30124"/>
                  </a:lnTo>
                  <a:lnTo>
                    <a:pt x="246973" y="17899"/>
                  </a:lnTo>
                  <a:lnTo>
                    <a:pt x="244594" y="8379"/>
                  </a:lnTo>
                  <a:lnTo>
                    <a:pt x="238760" y="2200"/>
                  </a:lnTo>
                  <a:lnTo>
                    <a:pt x="235479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1919814" y="10000316"/>
              <a:ext cx="450850" cy="109220"/>
            </a:xfrm>
            <a:custGeom>
              <a:avLst/>
              <a:gdLst/>
              <a:ahLst/>
              <a:cxnLst/>
              <a:rect l="l" t="t" r="r" b="b"/>
              <a:pathLst>
                <a:path w="450850" h="109220">
                  <a:moveTo>
                    <a:pt x="289547" y="10629"/>
                  </a:moveTo>
                  <a:lnTo>
                    <a:pt x="277228" y="8305"/>
                  </a:lnTo>
                  <a:lnTo>
                    <a:pt x="266547" y="5664"/>
                  </a:lnTo>
                  <a:lnTo>
                    <a:pt x="257378" y="2857"/>
                  </a:lnTo>
                  <a:lnTo>
                    <a:pt x="249593" y="0"/>
                  </a:lnTo>
                  <a:lnTo>
                    <a:pt x="232232" y="7467"/>
                  </a:lnTo>
                  <a:lnTo>
                    <a:pt x="218173" y="13030"/>
                  </a:lnTo>
                  <a:lnTo>
                    <a:pt x="195046" y="21780"/>
                  </a:lnTo>
                  <a:lnTo>
                    <a:pt x="184683" y="30505"/>
                  </a:lnTo>
                  <a:lnTo>
                    <a:pt x="185140" y="40398"/>
                  </a:lnTo>
                  <a:lnTo>
                    <a:pt x="196456" y="45732"/>
                  </a:lnTo>
                  <a:lnTo>
                    <a:pt x="218706" y="40767"/>
                  </a:lnTo>
                  <a:lnTo>
                    <a:pt x="289547" y="10629"/>
                  </a:lnTo>
                  <a:close/>
                </a:path>
                <a:path w="450850" h="109220">
                  <a:moveTo>
                    <a:pt x="450367" y="81026"/>
                  </a:moveTo>
                  <a:lnTo>
                    <a:pt x="153809" y="81026"/>
                  </a:lnTo>
                  <a:lnTo>
                    <a:pt x="93446" y="79413"/>
                  </a:lnTo>
                  <a:lnTo>
                    <a:pt x="45707" y="75869"/>
                  </a:lnTo>
                  <a:lnTo>
                    <a:pt x="14224" y="72288"/>
                  </a:lnTo>
                  <a:lnTo>
                    <a:pt x="2616" y="70624"/>
                  </a:lnTo>
                  <a:lnTo>
                    <a:pt x="0" y="98272"/>
                  </a:lnTo>
                  <a:lnTo>
                    <a:pt x="12420" y="100076"/>
                  </a:lnTo>
                  <a:lnTo>
                    <a:pt x="44018" y="103632"/>
                  </a:lnTo>
                  <a:lnTo>
                    <a:pt x="92062" y="107099"/>
                  </a:lnTo>
                  <a:lnTo>
                    <a:pt x="153809" y="108661"/>
                  </a:lnTo>
                  <a:lnTo>
                    <a:pt x="450367" y="108661"/>
                  </a:lnTo>
                  <a:lnTo>
                    <a:pt x="450367" y="81026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4" name="object 264" descr=""/>
          <p:cNvGrpSpPr/>
          <p:nvPr/>
        </p:nvGrpSpPr>
        <p:grpSpPr>
          <a:xfrm>
            <a:off x="11929568" y="6671741"/>
            <a:ext cx="1457960" cy="3437254"/>
            <a:chOff x="11929568" y="6671741"/>
            <a:chExt cx="1457960" cy="3437254"/>
          </a:xfrm>
        </p:grpSpPr>
        <p:pic>
          <p:nvPicPr>
            <p:cNvPr id="265" name="object 265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2833142" y="9798910"/>
              <a:ext cx="219152" cy="310062"/>
            </a:xfrm>
            <a:prstGeom prst="rect">
              <a:avLst/>
            </a:prstGeom>
          </p:spPr>
        </p:pic>
        <p:sp>
          <p:nvSpPr>
            <p:cNvPr id="266" name="object 266" descr=""/>
            <p:cNvSpPr/>
            <p:nvPr/>
          </p:nvSpPr>
          <p:spPr>
            <a:xfrm>
              <a:off x="12228521" y="8089896"/>
              <a:ext cx="975994" cy="1855470"/>
            </a:xfrm>
            <a:custGeom>
              <a:avLst/>
              <a:gdLst/>
              <a:ahLst/>
              <a:cxnLst/>
              <a:rect l="l" t="t" r="r" b="b"/>
              <a:pathLst>
                <a:path w="975994" h="1855470">
                  <a:moveTo>
                    <a:pt x="340911" y="554"/>
                  </a:moveTo>
                  <a:lnTo>
                    <a:pt x="170507" y="924558"/>
                  </a:lnTo>
                  <a:lnTo>
                    <a:pt x="0" y="1807588"/>
                  </a:lnTo>
                  <a:lnTo>
                    <a:pt x="190318" y="1855315"/>
                  </a:lnTo>
                  <a:lnTo>
                    <a:pt x="394815" y="998179"/>
                  </a:lnTo>
                  <a:lnTo>
                    <a:pt x="619666" y="383988"/>
                  </a:lnTo>
                  <a:lnTo>
                    <a:pt x="975583" y="383988"/>
                  </a:lnTo>
                  <a:lnTo>
                    <a:pt x="975729" y="328649"/>
                  </a:lnTo>
                  <a:lnTo>
                    <a:pt x="958501" y="205011"/>
                  </a:lnTo>
                  <a:lnTo>
                    <a:pt x="924960" y="100070"/>
                  </a:lnTo>
                  <a:lnTo>
                    <a:pt x="892256" y="27256"/>
                  </a:lnTo>
                  <a:lnTo>
                    <a:pt x="879245" y="3151"/>
                  </a:lnTo>
                  <a:lnTo>
                    <a:pt x="622546" y="3151"/>
                  </a:lnTo>
                  <a:lnTo>
                    <a:pt x="340911" y="554"/>
                  </a:lnTo>
                  <a:close/>
                </a:path>
                <a:path w="975994" h="1855470">
                  <a:moveTo>
                    <a:pt x="975582" y="384511"/>
                  </a:moveTo>
                  <a:lnTo>
                    <a:pt x="651236" y="384511"/>
                  </a:lnTo>
                  <a:lnTo>
                    <a:pt x="630713" y="1798625"/>
                  </a:lnTo>
                  <a:lnTo>
                    <a:pt x="794928" y="1821630"/>
                  </a:lnTo>
                  <a:lnTo>
                    <a:pt x="901963" y="1054882"/>
                  </a:lnTo>
                  <a:lnTo>
                    <a:pt x="956474" y="643781"/>
                  </a:lnTo>
                  <a:lnTo>
                    <a:pt x="975413" y="448359"/>
                  </a:lnTo>
                  <a:lnTo>
                    <a:pt x="975582" y="384511"/>
                  </a:lnTo>
                  <a:close/>
                </a:path>
                <a:path w="975994" h="1855470">
                  <a:moveTo>
                    <a:pt x="975583" y="383988"/>
                  </a:moveTo>
                  <a:lnTo>
                    <a:pt x="619666" y="383988"/>
                  </a:lnTo>
                  <a:lnTo>
                    <a:pt x="625844" y="386103"/>
                  </a:lnTo>
                  <a:lnTo>
                    <a:pt x="640619" y="386396"/>
                  </a:lnTo>
                  <a:lnTo>
                    <a:pt x="651236" y="384511"/>
                  </a:lnTo>
                  <a:lnTo>
                    <a:pt x="975582" y="384511"/>
                  </a:lnTo>
                  <a:lnTo>
                    <a:pt x="975583" y="383988"/>
                  </a:lnTo>
                  <a:close/>
                </a:path>
                <a:path w="975994" h="1855470">
                  <a:moveTo>
                    <a:pt x="877543" y="0"/>
                  </a:moveTo>
                  <a:lnTo>
                    <a:pt x="649226" y="3151"/>
                  </a:lnTo>
                  <a:lnTo>
                    <a:pt x="879245" y="3151"/>
                  </a:lnTo>
                  <a:lnTo>
                    <a:pt x="87754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2859233" y="8474424"/>
              <a:ext cx="68580" cy="1414145"/>
            </a:xfrm>
            <a:custGeom>
              <a:avLst/>
              <a:gdLst/>
              <a:ahLst/>
              <a:cxnLst/>
              <a:rect l="l" t="t" r="r" b="b"/>
              <a:pathLst>
                <a:path w="68579" h="1414145">
                  <a:moveTo>
                    <a:pt x="68414" y="835113"/>
                  </a:moveTo>
                  <a:lnTo>
                    <a:pt x="66954" y="728014"/>
                  </a:lnTo>
                  <a:lnTo>
                    <a:pt x="57823" y="541972"/>
                  </a:lnTo>
                  <a:lnTo>
                    <a:pt x="42062" y="299745"/>
                  </a:lnTo>
                  <a:lnTo>
                    <a:pt x="27152" y="89649"/>
                  </a:lnTo>
                  <a:lnTo>
                    <a:pt x="20523" y="0"/>
                  </a:lnTo>
                  <a:lnTo>
                    <a:pt x="0" y="1414106"/>
                  </a:lnTo>
                  <a:lnTo>
                    <a:pt x="41211" y="1113840"/>
                  </a:lnTo>
                  <a:lnTo>
                    <a:pt x="61937" y="942289"/>
                  </a:lnTo>
                  <a:lnTo>
                    <a:pt x="68414" y="835113"/>
                  </a:lnTo>
                  <a:close/>
                </a:path>
              </a:pathLst>
            </a:custGeom>
            <a:solidFill>
              <a:srgbClr val="9DDCF8">
                <a:alpha val="3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2381941" y="8469025"/>
              <a:ext cx="466090" cy="1476375"/>
            </a:xfrm>
            <a:custGeom>
              <a:avLst/>
              <a:gdLst/>
              <a:ahLst/>
              <a:cxnLst/>
              <a:rect l="l" t="t" r="r" b="b"/>
              <a:pathLst>
                <a:path w="466090" h="1476375">
                  <a:moveTo>
                    <a:pt x="465744" y="0"/>
                  </a:moveTo>
                  <a:lnTo>
                    <a:pt x="290441" y="420186"/>
                  </a:lnTo>
                  <a:lnTo>
                    <a:pt x="268460" y="465630"/>
                  </a:lnTo>
                  <a:lnTo>
                    <a:pt x="247687" y="511611"/>
                  </a:lnTo>
                  <a:lnTo>
                    <a:pt x="228130" y="558104"/>
                  </a:lnTo>
                  <a:lnTo>
                    <a:pt x="209799" y="605086"/>
                  </a:lnTo>
                  <a:lnTo>
                    <a:pt x="192704" y="652531"/>
                  </a:lnTo>
                  <a:lnTo>
                    <a:pt x="176852" y="700414"/>
                  </a:lnTo>
                  <a:lnTo>
                    <a:pt x="162253" y="748712"/>
                  </a:lnTo>
                  <a:lnTo>
                    <a:pt x="148916" y="797399"/>
                  </a:lnTo>
                  <a:lnTo>
                    <a:pt x="0" y="1465023"/>
                  </a:lnTo>
                  <a:lnTo>
                    <a:pt x="36899" y="1476185"/>
                  </a:lnTo>
                  <a:lnTo>
                    <a:pt x="241406" y="619049"/>
                  </a:lnTo>
                  <a:lnTo>
                    <a:pt x="465744" y="0"/>
                  </a:lnTo>
                  <a:close/>
                </a:path>
              </a:pathLst>
            </a:custGeom>
            <a:solidFill>
              <a:srgbClr val="9DDCF8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9" name="object 269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2494581" y="7147339"/>
              <a:ext cx="681832" cy="1119431"/>
            </a:xfrm>
            <a:prstGeom prst="rect">
              <a:avLst/>
            </a:prstGeom>
          </p:spPr>
        </p:pic>
        <p:sp>
          <p:nvSpPr>
            <p:cNvPr id="270" name="object 270" descr=""/>
            <p:cNvSpPr/>
            <p:nvPr/>
          </p:nvSpPr>
          <p:spPr>
            <a:xfrm>
              <a:off x="12507341" y="7134282"/>
              <a:ext cx="688340" cy="1243330"/>
            </a:xfrm>
            <a:custGeom>
              <a:avLst/>
              <a:gdLst/>
              <a:ahLst/>
              <a:cxnLst/>
              <a:rect l="l" t="t" r="r" b="b"/>
              <a:pathLst>
                <a:path w="688340" h="1243329">
                  <a:moveTo>
                    <a:pt x="217004" y="1238148"/>
                  </a:moveTo>
                  <a:lnTo>
                    <a:pt x="215861" y="1237945"/>
                  </a:lnTo>
                  <a:lnTo>
                    <a:pt x="215328" y="1237983"/>
                  </a:lnTo>
                  <a:lnTo>
                    <a:pt x="215417" y="1238389"/>
                  </a:lnTo>
                  <a:lnTo>
                    <a:pt x="217004" y="1238148"/>
                  </a:lnTo>
                  <a:close/>
                </a:path>
                <a:path w="688340" h="1243329">
                  <a:moveTo>
                    <a:pt x="315074" y="692886"/>
                  </a:moveTo>
                  <a:lnTo>
                    <a:pt x="11899" y="770864"/>
                  </a:lnTo>
                  <a:lnTo>
                    <a:pt x="0" y="851763"/>
                  </a:lnTo>
                  <a:lnTo>
                    <a:pt x="128181" y="841502"/>
                  </a:lnTo>
                  <a:lnTo>
                    <a:pt x="195694" y="832129"/>
                  </a:lnTo>
                  <a:lnTo>
                    <a:pt x="215747" y="822629"/>
                  </a:lnTo>
                  <a:lnTo>
                    <a:pt x="196469" y="859078"/>
                  </a:lnTo>
                  <a:lnTo>
                    <a:pt x="175577" y="911682"/>
                  </a:lnTo>
                  <a:lnTo>
                    <a:pt x="166547" y="961212"/>
                  </a:lnTo>
                  <a:lnTo>
                    <a:pt x="167665" y="1030249"/>
                  </a:lnTo>
                  <a:lnTo>
                    <a:pt x="170116" y="1110208"/>
                  </a:lnTo>
                  <a:lnTo>
                    <a:pt x="172567" y="1176350"/>
                  </a:lnTo>
                  <a:lnTo>
                    <a:pt x="173685" y="1203896"/>
                  </a:lnTo>
                  <a:lnTo>
                    <a:pt x="29845" y="1141145"/>
                  </a:lnTo>
                  <a:lnTo>
                    <a:pt x="19138" y="1200023"/>
                  </a:lnTo>
                  <a:lnTo>
                    <a:pt x="71513" y="1226426"/>
                  </a:lnTo>
                  <a:lnTo>
                    <a:pt x="104686" y="1239507"/>
                  </a:lnTo>
                  <a:lnTo>
                    <a:pt x="132765" y="1243101"/>
                  </a:lnTo>
                  <a:lnTo>
                    <a:pt x="169926" y="1241069"/>
                  </a:lnTo>
                  <a:lnTo>
                    <a:pt x="203123" y="1238643"/>
                  </a:lnTo>
                  <a:lnTo>
                    <a:pt x="215328" y="1237983"/>
                  </a:lnTo>
                  <a:lnTo>
                    <a:pt x="207505" y="1203896"/>
                  </a:lnTo>
                  <a:lnTo>
                    <a:pt x="206971" y="1201559"/>
                  </a:lnTo>
                  <a:lnTo>
                    <a:pt x="204724" y="1167904"/>
                  </a:lnTo>
                  <a:lnTo>
                    <a:pt x="209156" y="1118196"/>
                  </a:lnTo>
                  <a:lnTo>
                    <a:pt x="220776" y="1033183"/>
                  </a:lnTo>
                  <a:lnTo>
                    <a:pt x="229717" y="976147"/>
                  </a:lnTo>
                  <a:lnTo>
                    <a:pt x="249847" y="859866"/>
                  </a:lnTo>
                  <a:lnTo>
                    <a:pt x="257175" y="811796"/>
                  </a:lnTo>
                  <a:lnTo>
                    <a:pt x="261962" y="789381"/>
                  </a:lnTo>
                  <a:lnTo>
                    <a:pt x="264210" y="778814"/>
                  </a:lnTo>
                  <a:lnTo>
                    <a:pt x="276402" y="747610"/>
                  </a:lnTo>
                  <a:lnTo>
                    <a:pt x="293458" y="718769"/>
                  </a:lnTo>
                  <a:lnTo>
                    <a:pt x="315074" y="692886"/>
                  </a:lnTo>
                  <a:close/>
                </a:path>
                <a:path w="688340" h="1243329">
                  <a:moveTo>
                    <a:pt x="688276" y="1213065"/>
                  </a:moveTo>
                  <a:lnTo>
                    <a:pt x="682942" y="1153337"/>
                  </a:lnTo>
                  <a:lnTo>
                    <a:pt x="572909" y="95770"/>
                  </a:lnTo>
                  <a:lnTo>
                    <a:pt x="467029" y="0"/>
                  </a:lnTo>
                  <a:lnTo>
                    <a:pt x="506285" y="273011"/>
                  </a:lnTo>
                  <a:lnTo>
                    <a:pt x="505206" y="305650"/>
                  </a:lnTo>
                  <a:lnTo>
                    <a:pt x="503059" y="350151"/>
                  </a:lnTo>
                  <a:lnTo>
                    <a:pt x="500011" y="403783"/>
                  </a:lnTo>
                  <a:lnTo>
                    <a:pt x="496239" y="463816"/>
                  </a:lnTo>
                  <a:lnTo>
                    <a:pt x="491883" y="527494"/>
                  </a:lnTo>
                  <a:lnTo>
                    <a:pt x="487146" y="592112"/>
                  </a:lnTo>
                  <a:lnTo>
                    <a:pt x="482193" y="654913"/>
                  </a:lnTo>
                  <a:lnTo>
                    <a:pt x="477164" y="713168"/>
                  </a:lnTo>
                  <a:lnTo>
                    <a:pt x="472262" y="764146"/>
                  </a:lnTo>
                  <a:lnTo>
                    <a:pt x="467639" y="805116"/>
                  </a:lnTo>
                  <a:lnTo>
                    <a:pt x="457530" y="864400"/>
                  </a:lnTo>
                  <a:lnTo>
                    <a:pt x="451281" y="900074"/>
                  </a:lnTo>
                  <a:lnTo>
                    <a:pt x="445985" y="940346"/>
                  </a:lnTo>
                  <a:lnTo>
                    <a:pt x="442937" y="985227"/>
                  </a:lnTo>
                  <a:lnTo>
                    <a:pt x="443407" y="1034707"/>
                  </a:lnTo>
                  <a:lnTo>
                    <a:pt x="448652" y="1088783"/>
                  </a:lnTo>
                  <a:lnTo>
                    <a:pt x="459981" y="1147457"/>
                  </a:lnTo>
                  <a:lnTo>
                    <a:pt x="478637" y="1210741"/>
                  </a:lnTo>
                  <a:lnTo>
                    <a:pt x="483095" y="1235722"/>
                  </a:lnTo>
                  <a:lnTo>
                    <a:pt x="519404" y="1242199"/>
                  </a:lnTo>
                  <a:lnTo>
                    <a:pt x="635711" y="1242199"/>
                  </a:lnTo>
                  <a:lnTo>
                    <a:pt x="642264" y="1240193"/>
                  </a:lnTo>
                  <a:lnTo>
                    <a:pt x="688276" y="1213434"/>
                  </a:lnTo>
                  <a:lnTo>
                    <a:pt x="688276" y="1213065"/>
                  </a:lnTo>
                  <a:close/>
                </a:path>
              </a:pathLst>
            </a:custGeom>
            <a:solidFill>
              <a:srgbClr val="666666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2346851" y="7139400"/>
              <a:ext cx="948055" cy="1225550"/>
            </a:xfrm>
            <a:custGeom>
              <a:avLst/>
              <a:gdLst/>
              <a:ahLst/>
              <a:cxnLst/>
              <a:rect l="l" t="t" r="r" b="b"/>
              <a:pathLst>
                <a:path w="948055" h="1225550">
                  <a:moveTo>
                    <a:pt x="410921" y="754380"/>
                  </a:moveTo>
                  <a:lnTo>
                    <a:pt x="408152" y="711174"/>
                  </a:lnTo>
                  <a:lnTo>
                    <a:pt x="403631" y="666432"/>
                  </a:lnTo>
                  <a:lnTo>
                    <a:pt x="398424" y="618147"/>
                  </a:lnTo>
                  <a:lnTo>
                    <a:pt x="395566" y="581647"/>
                  </a:lnTo>
                  <a:lnTo>
                    <a:pt x="394081" y="541743"/>
                  </a:lnTo>
                  <a:lnTo>
                    <a:pt x="393827" y="497268"/>
                  </a:lnTo>
                  <a:lnTo>
                    <a:pt x="394614" y="447052"/>
                  </a:lnTo>
                  <a:lnTo>
                    <a:pt x="396265" y="389890"/>
                  </a:lnTo>
                  <a:lnTo>
                    <a:pt x="398602" y="324637"/>
                  </a:lnTo>
                  <a:lnTo>
                    <a:pt x="397205" y="280758"/>
                  </a:lnTo>
                  <a:lnTo>
                    <a:pt x="391807" y="232156"/>
                  </a:lnTo>
                  <a:lnTo>
                    <a:pt x="385254" y="181152"/>
                  </a:lnTo>
                  <a:lnTo>
                    <a:pt x="380415" y="130098"/>
                  </a:lnTo>
                  <a:lnTo>
                    <a:pt x="380123" y="81318"/>
                  </a:lnTo>
                  <a:lnTo>
                    <a:pt x="387235" y="37172"/>
                  </a:lnTo>
                  <a:lnTo>
                    <a:pt x="404609" y="0"/>
                  </a:lnTo>
                  <a:lnTo>
                    <a:pt x="373938" y="8115"/>
                  </a:lnTo>
                  <a:lnTo>
                    <a:pt x="299097" y="32486"/>
                  </a:lnTo>
                  <a:lnTo>
                    <a:pt x="205752" y="73177"/>
                  </a:lnTo>
                  <a:lnTo>
                    <a:pt x="143840" y="114198"/>
                  </a:lnTo>
                  <a:lnTo>
                    <a:pt x="142544" y="114274"/>
                  </a:lnTo>
                  <a:lnTo>
                    <a:pt x="131406" y="121742"/>
                  </a:lnTo>
                  <a:lnTo>
                    <a:pt x="114033" y="129374"/>
                  </a:lnTo>
                  <a:lnTo>
                    <a:pt x="104178" y="140004"/>
                  </a:lnTo>
                  <a:lnTo>
                    <a:pt x="98044" y="144119"/>
                  </a:lnTo>
                  <a:lnTo>
                    <a:pt x="93624" y="151396"/>
                  </a:lnTo>
                  <a:lnTo>
                    <a:pt x="88074" y="157378"/>
                  </a:lnTo>
                  <a:lnTo>
                    <a:pt x="80594" y="172834"/>
                  </a:lnTo>
                  <a:lnTo>
                    <a:pt x="77736" y="177546"/>
                  </a:lnTo>
                  <a:lnTo>
                    <a:pt x="76695" y="180911"/>
                  </a:lnTo>
                  <a:lnTo>
                    <a:pt x="75920" y="182511"/>
                  </a:lnTo>
                  <a:lnTo>
                    <a:pt x="73545" y="191084"/>
                  </a:lnTo>
                  <a:lnTo>
                    <a:pt x="20129" y="363931"/>
                  </a:lnTo>
                  <a:lnTo>
                    <a:pt x="0" y="474433"/>
                  </a:lnTo>
                  <a:lnTo>
                    <a:pt x="10261" y="573163"/>
                  </a:lnTo>
                  <a:lnTo>
                    <a:pt x="48641" y="708406"/>
                  </a:lnTo>
                  <a:lnTo>
                    <a:pt x="69646" y="755332"/>
                  </a:lnTo>
                  <a:lnTo>
                    <a:pt x="96951" y="785622"/>
                  </a:lnTo>
                  <a:lnTo>
                    <a:pt x="128168" y="801370"/>
                  </a:lnTo>
                  <a:lnTo>
                    <a:pt x="160896" y="804710"/>
                  </a:lnTo>
                  <a:lnTo>
                    <a:pt x="171881" y="802309"/>
                  </a:lnTo>
                  <a:lnTo>
                    <a:pt x="171551" y="820623"/>
                  </a:lnTo>
                  <a:lnTo>
                    <a:pt x="169113" y="886345"/>
                  </a:lnTo>
                  <a:lnTo>
                    <a:pt x="163449" y="1010843"/>
                  </a:lnTo>
                  <a:lnTo>
                    <a:pt x="161709" y="1062494"/>
                  </a:lnTo>
                  <a:lnTo>
                    <a:pt x="161671" y="1102309"/>
                  </a:lnTo>
                  <a:lnTo>
                    <a:pt x="177787" y="1170330"/>
                  </a:lnTo>
                  <a:lnTo>
                    <a:pt x="259854" y="1206741"/>
                  </a:lnTo>
                  <a:lnTo>
                    <a:pt x="366102" y="1216355"/>
                  </a:lnTo>
                  <a:lnTo>
                    <a:pt x="362991" y="1195260"/>
                  </a:lnTo>
                  <a:lnTo>
                    <a:pt x="359257" y="1138110"/>
                  </a:lnTo>
                  <a:lnTo>
                    <a:pt x="363372" y="1054112"/>
                  </a:lnTo>
                  <a:lnTo>
                    <a:pt x="383768" y="952500"/>
                  </a:lnTo>
                  <a:lnTo>
                    <a:pt x="398373" y="895121"/>
                  </a:lnTo>
                  <a:lnTo>
                    <a:pt x="407073" y="844321"/>
                  </a:lnTo>
                  <a:lnTo>
                    <a:pt x="410908" y="798080"/>
                  </a:lnTo>
                  <a:lnTo>
                    <a:pt x="410921" y="754380"/>
                  </a:lnTo>
                  <a:close/>
                </a:path>
                <a:path w="948055" h="1225550">
                  <a:moveTo>
                    <a:pt x="947458" y="170624"/>
                  </a:moveTo>
                  <a:lnTo>
                    <a:pt x="926909" y="136956"/>
                  </a:lnTo>
                  <a:lnTo>
                    <a:pt x="837539" y="78841"/>
                  </a:lnTo>
                  <a:lnTo>
                    <a:pt x="737044" y="35852"/>
                  </a:lnTo>
                  <a:lnTo>
                    <a:pt x="655040" y="9169"/>
                  </a:lnTo>
                  <a:lnTo>
                    <a:pt x="621118" y="0"/>
                  </a:lnTo>
                  <a:lnTo>
                    <a:pt x="638657" y="29857"/>
                  </a:lnTo>
                  <a:lnTo>
                    <a:pt x="654519" y="67322"/>
                  </a:lnTo>
                  <a:lnTo>
                    <a:pt x="668261" y="111112"/>
                  </a:lnTo>
                  <a:lnTo>
                    <a:pt x="679437" y="159893"/>
                  </a:lnTo>
                  <a:lnTo>
                    <a:pt x="687628" y="212356"/>
                  </a:lnTo>
                  <a:lnTo>
                    <a:pt x="692365" y="267182"/>
                  </a:lnTo>
                  <a:lnTo>
                    <a:pt x="693229" y="323049"/>
                  </a:lnTo>
                  <a:lnTo>
                    <a:pt x="689762" y="378650"/>
                  </a:lnTo>
                  <a:lnTo>
                    <a:pt x="681532" y="432663"/>
                  </a:lnTo>
                  <a:lnTo>
                    <a:pt x="672439" y="486117"/>
                  </a:lnTo>
                  <a:lnTo>
                    <a:pt x="667004" y="536663"/>
                  </a:lnTo>
                  <a:lnTo>
                    <a:pt x="664375" y="584860"/>
                  </a:lnTo>
                  <a:lnTo>
                    <a:pt x="663714" y="631253"/>
                  </a:lnTo>
                  <a:lnTo>
                    <a:pt x="664146" y="676414"/>
                  </a:lnTo>
                  <a:lnTo>
                    <a:pt x="664819" y="720902"/>
                  </a:lnTo>
                  <a:lnTo>
                    <a:pt x="664895" y="765251"/>
                  </a:lnTo>
                  <a:lnTo>
                    <a:pt x="663498" y="810031"/>
                  </a:lnTo>
                  <a:lnTo>
                    <a:pt x="659777" y="855802"/>
                  </a:lnTo>
                  <a:lnTo>
                    <a:pt x="652881" y="903097"/>
                  </a:lnTo>
                  <a:lnTo>
                    <a:pt x="641959" y="952500"/>
                  </a:lnTo>
                  <a:lnTo>
                    <a:pt x="628878" y="1054087"/>
                  </a:lnTo>
                  <a:lnTo>
                    <a:pt x="636803" y="1137056"/>
                  </a:lnTo>
                  <a:lnTo>
                    <a:pt x="651789" y="1193012"/>
                  </a:lnTo>
                  <a:lnTo>
                    <a:pt x="659879" y="1213523"/>
                  </a:lnTo>
                  <a:lnTo>
                    <a:pt x="757567" y="1225016"/>
                  </a:lnTo>
                  <a:lnTo>
                    <a:pt x="811136" y="1222933"/>
                  </a:lnTo>
                  <a:lnTo>
                    <a:pt x="839533" y="1201953"/>
                  </a:lnTo>
                  <a:lnTo>
                    <a:pt x="861644" y="1156754"/>
                  </a:lnTo>
                  <a:lnTo>
                    <a:pt x="865835" y="1136497"/>
                  </a:lnTo>
                  <a:lnTo>
                    <a:pt x="867219" y="1104176"/>
                  </a:lnTo>
                  <a:lnTo>
                    <a:pt x="866394" y="1061961"/>
                  </a:lnTo>
                  <a:lnTo>
                    <a:pt x="863917" y="1012050"/>
                  </a:lnTo>
                  <a:lnTo>
                    <a:pt x="860361" y="956640"/>
                  </a:lnTo>
                  <a:lnTo>
                    <a:pt x="852335" y="838034"/>
                  </a:lnTo>
                  <a:lnTo>
                    <a:pt x="848995" y="779233"/>
                  </a:lnTo>
                  <a:lnTo>
                    <a:pt x="846874" y="723671"/>
                  </a:lnTo>
                  <a:lnTo>
                    <a:pt x="846543" y="673544"/>
                  </a:lnTo>
                  <a:lnTo>
                    <a:pt x="848575" y="631050"/>
                  </a:lnTo>
                  <a:lnTo>
                    <a:pt x="853414" y="591578"/>
                  </a:lnTo>
                  <a:lnTo>
                    <a:pt x="861301" y="543420"/>
                  </a:lnTo>
                  <a:lnTo>
                    <a:pt x="871550" y="489546"/>
                  </a:lnTo>
                  <a:lnTo>
                    <a:pt x="883424" y="432955"/>
                  </a:lnTo>
                  <a:lnTo>
                    <a:pt x="896239" y="376618"/>
                  </a:lnTo>
                  <a:lnTo>
                    <a:pt x="909269" y="323519"/>
                  </a:lnTo>
                  <a:lnTo>
                    <a:pt x="928725" y="260934"/>
                  </a:lnTo>
                  <a:lnTo>
                    <a:pt x="944765" y="210959"/>
                  </a:lnTo>
                  <a:lnTo>
                    <a:pt x="947458" y="170624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2" name="object 272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374858" y="7734939"/>
              <a:ext cx="250337" cy="205072"/>
            </a:xfrm>
            <a:prstGeom prst="rect">
              <a:avLst/>
            </a:prstGeom>
          </p:spPr>
        </p:pic>
        <p:sp>
          <p:nvSpPr>
            <p:cNvPr id="273" name="object 273" descr=""/>
            <p:cNvSpPr/>
            <p:nvPr/>
          </p:nvSpPr>
          <p:spPr>
            <a:xfrm>
              <a:off x="12616764" y="7098518"/>
              <a:ext cx="509905" cy="271145"/>
            </a:xfrm>
            <a:custGeom>
              <a:avLst/>
              <a:gdLst/>
              <a:ahLst/>
              <a:cxnLst/>
              <a:rect l="l" t="t" r="r" b="b"/>
              <a:pathLst>
                <a:path w="509905" h="271145">
                  <a:moveTo>
                    <a:pt x="246380" y="0"/>
                  </a:moveTo>
                  <a:lnTo>
                    <a:pt x="182892" y="342"/>
                  </a:lnTo>
                  <a:lnTo>
                    <a:pt x="130949" y="14871"/>
                  </a:lnTo>
                  <a:lnTo>
                    <a:pt x="89687" y="39560"/>
                  </a:lnTo>
                  <a:lnTo>
                    <a:pt x="58267" y="70383"/>
                  </a:lnTo>
                  <a:lnTo>
                    <a:pt x="35801" y="103327"/>
                  </a:lnTo>
                  <a:lnTo>
                    <a:pt x="8788" y="181051"/>
                  </a:lnTo>
                  <a:lnTo>
                    <a:pt x="2451" y="225183"/>
                  </a:lnTo>
                  <a:lnTo>
                    <a:pt x="0" y="270954"/>
                  </a:lnTo>
                  <a:lnTo>
                    <a:pt x="45923" y="214134"/>
                  </a:lnTo>
                  <a:lnTo>
                    <a:pt x="73583" y="192773"/>
                  </a:lnTo>
                  <a:lnTo>
                    <a:pt x="94094" y="204698"/>
                  </a:lnTo>
                  <a:lnTo>
                    <a:pt x="118592" y="247713"/>
                  </a:lnTo>
                  <a:lnTo>
                    <a:pt x="109397" y="184099"/>
                  </a:lnTo>
                  <a:lnTo>
                    <a:pt x="108013" y="144475"/>
                  </a:lnTo>
                  <a:lnTo>
                    <a:pt x="134696" y="70840"/>
                  </a:lnTo>
                  <a:lnTo>
                    <a:pt x="167716" y="27241"/>
                  </a:lnTo>
                  <a:lnTo>
                    <a:pt x="204381" y="6502"/>
                  </a:lnTo>
                  <a:lnTo>
                    <a:pt x="234111" y="228"/>
                  </a:lnTo>
                  <a:lnTo>
                    <a:pt x="246380" y="0"/>
                  </a:lnTo>
                  <a:close/>
                </a:path>
                <a:path w="509905" h="271145">
                  <a:moveTo>
                    <a:pt x="509282" y="228815"/>
                  </a:moveTo>
                  <a:lnTo>
                    <a:pt x="504977" y="187693"/>
                  </a:lnTo>
                  <a:lnTo>
                    <a:pt x="492290" y="148475"/>
                  </a:lnTo>
                  <a:lnTo>
                    <a:pt x="472262" y="112026"/>
                  </a:lnTo>
                  <a:lnTo>
                    <a:pt x="445973" y="79197"/>
                  </a:lnTo>
                  <a:lnTo>
                    <a:pt x="414489" y="50876"/>
                  </a:lnTo>
                  <a:lnTo>
                    <a:pt x="378853" y="27927"/>
                  </a:lnTo>
                  <a:lnTo>
                    <a:pt x="340144" y="11226"/>
                  </a:lnTo>
                  <a:lnTo>
                    <a:pt x="299427" y="1625"/>
                  </a:lnTo>
                  <a:lnTo>
                    <a:pt x="257759" y="0"/>
                  </a:lnTo>
                  <a:lnTo>
                    <a:pt x="271437" y="4787"/>
                  </a:lnTo>
                  <a:lnTo>
                    <a:pt x="304317" y="21120"/>
                  </a:lnTo>
                  <a:lnTo>
                    <a:pt x="344119" y="51917"/>
                  </a:lnTo>
                  <a:lnTo>
                    <a:pt x="378574" y="100088"/>
                  </a:lnTo>
                  <a:lnTo>
                    <a:pt x="397687" y="141097"/>
                  </a:lnTo>
                  <a:lnTo>
                    <a:pt x="413854" y="202311"/>
                  </a:lnTo>
                  <a:lnTo>
                    <a:pt x="418350" y="250774"/>
                  </a:lnTo>
                  <a:lnTo>
                    <a:pt x="432777" y="216204"/>
                  </a:lnTo>
                  <a:lnTo>
                    <a:pt x="462318" y="215519"/>
                  </a:lnTo>
                  <a:lnTo>
                    <a:pt x="491324" y="237515"/>
                  </a:lnTo>
                  <a:lnTo>
                    <a:pt x="504126" y="270954"/>
                  </a:lnTo>
                  <a:lnTo>
                    <a:pt x="509282" y="228815"/>
                  </a:lnTo>
                  <a:close/>
                </a:path>
              </a:pathLst>
            </a:custGeom>
            <a:solidFill>
              <a:srgbClr val="FAD2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3094957" y="7257154"/>
              <a:ext cx="292735" cy="696595"/>
            </a:xfrm>
            <a:custGeom>
              <a:avLst/>
              <a:gdLst/>
              <a:ahLst/>
              <a:cxnLst/>
              <a:rect l="l" t="t" r="r" b="b"/>
              <a:pathLst>
                <a:path w="292734" h="696595">
                  <a:moveTo>
                    <a:pt x="292112" y="369697"/>
                  </a:moveTo>
                  <a:lnTo>
                    <a:pt x="274688" y="258826"/>
                  </a:lnTo>
                  <a:lnTo>
                    <a:pt x="225539" y="85166"/>
                  </a:lnTo>
                  <a:lnTo>
                    <a:pt x="223329" y="76288"/>
                  </a:lnTo>
                  <a:lnTo>
                    <a:pt x="222554" y="74612"/>
                  </a:lnTo>
                  <a:lnTo>
                    <a:pt x="221627" y="71297"/>
                  </a:lnTo>
                  <a:lnTo>
                    <a:pt x="218935" y="66636"/>
                  </a:lnTo>
                  <a:lnTo>
                    <a:pt x="211797" y="50914"/>
                  </a:lnTo>
                  <a:lnTo>
                    <a:pt x="206336" y="44767"/>
                  </a:lnTo>
                  <a:lnTo>
                    <a:pt x="202145" y="37465"/>
                  </a:lnTo>
                  <a:lnTo>
                    <a:pt x="196138" y="33248"/>
                  </a:lnTo>
                  <a:lnTo>
                    <a:pt x="186524" y="22390"/>
                  </a:lnTo>
                  <a:lnTo>
                    <a:pt x="169329" y="14401"/>
                  </a:lnTo>
                  <a:lnTo>
                    <a:pt x="158381" y="6692"/>
                  </a:lnTo>
                  <a:lnTo>
                    <a:pt x="151498" y="6108"/>
                  </a:lnTo>
                  <a:lnTo>
                    <a:pt x="142570" y="1943"/>
                  </a:lnTo>
                  <a:lnTo>
                    <a:pt x="141046" y="5194"/>
                  </a:lnTo>
                  <a:lnTo>
                    <a:pt x="81127" y="0"/>
                  </a:lnTo>
                  <a:lnTo>
                    <a:pt x="73748" y="24295"/>
                  </a:lnTo>
                  <a:lnTo>
                    <a:pt x="55295" y="78409"/>
                  </a:lnTo>
                  <a:lnTo>
                    <a:pt x="31330" y="134162"/>
                  </a:lnTo>
                  <a:lnTo>
                    <a:pt x="7442" y="163372"/>
                  </a:lnTo>
                  <a:lnTo>
                    <a:pt x="939" y="172897"/>
                  </a:lnTo>
                  <a:lnTo>
                    <a:pt x="0" y="194868"/>
                  </a:lnTo>
                  <a:lnTo>
                    <a:pt x="3124" y="228117"/>
                  </a:lnTo>
                  <a:lnTo>
                    <a:pt x="15557" y="323761"/>
                  </a:lnTo>
                  <a:lnTo>
                    <a:pt x="21882" y="383806"/>
                  </a:lnTo>
                  <a:lnTo>
                    <a:pt x="26276" y="450443"/>
                  </a:lnTo>
                  <a:lnTo>
                    <a:pt x="27089" y="512610"/>
                  </a:lnTo>
                  <a:lnTo>
                    <a:pt x="25717" y="538073"/>
                  </a:lnTo>
                  <a:lnTo>
                    <a:pt x="22631" y="568020"/>
                  </a:lnTo>
                  <a:lnTo>
                    <a:pt x="23990" y="584835"/>
                  </a:lnTo>
                  <a:lnTo>
                    <a:pt x="26898" y="625944"/>
                  </a:lnTo>
                  <a:lnTo>
                    <a:pt x="63385" y="673188"/>
                  </a:lnTo>
                  <a:lnTo>
                    <a:pt x="123215" y="696569"/>
                  </a:lnTo>
                  <a:lnTo>
                    <a:pt x="156006" y="693915"/>
                  </a:lnTo>
                  <a:lnTo>
                    <a:pt x="187591" y="678815"/>
                  </a:lnTo>
                  <a:lnTo>
                    <a:pt x="215633" y="649097"/>
                  </a:lnTo>
                  <a:lnTo>
                    <a:pt x="237782" y="602627"/>
                  </a:lnTo>
                  <a:lnTo>
                    <a:pt x="258610" y="535419"/>
                  </a:lnTo>
                  <a:lnTo>
                    <a:pt x="279450" y="468198"/>
                  </a:lnTo>
                  <a:lnTo>
                    <a:pt x="292112" y="369697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5" name="object 275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102789" y="7744897"/>
              <a:ext cx="251353" cy="204716"/>
            </a:xfrm>
            <a:prstGeom prst="rect">
              <a:avLst/>
            </a:prstGeom>
          </p:spPr>
        </p:pic>
        <p:sp>
          <p:nvSpPr>
            <p:cNvPr id="276" name="object 276" descr=""/>
            <p:cNvSpPr/>
            <p:nvPr/>
          </p:nvSpPr>
          <p:spPr>
            <a:xfrm>
              <a:off x="12747917" y="6766071"/>
              <a:ext cx="215265" cy="483870"/>
            </a:xfrm>
            <a:custGeom>
              <a:avLst/>
              <a:gdLst/>
              <a:ahLst/>
              <a:cxnLst/>
              <a:rect l="l" t="t" r="r" b="b"/>
              <a:pathLst>
                <a:path w="215265" h="483870">
                  <a:moveTo>
                    <a:pt x="214909" y="403186"/>
                  </a:moveTo>
                  <a:lnTo>
                    <a:pt x="207098" y="303288"/>
                  </a:lnTo>
                  <a:lnTo>
                    <a:pt x="197040" y="186423"/>
                  </a:lnTo>
                  <a:lnTo>
                    <a:pt x="195656" y="171170"/>
                  </a:lnTo>
                  <a:lnTo>
                    <a:pt x="199351" y="161277"/>
                  </a:lnTo>
                  <a:lnTo>
                    <a:pt x="197751" y="136220"/>
                  </a:lnTo>
                  <a:lnTo>
                    <a:pt x="191846" y="128841"/>
                  </a:lnTo>
                  <a:lnTo>
                    <a:pt x="184658" y="48806"/>
                  </a:lnTo>
                  <a:lnTo>
                    <a:pt x="31496" y="0"/>
                  </a:lnTo>
                  <a:lnTo>
                    <a:pt x="3898" y="188379"/>
                  </a:lnTo>
                  <a:lnTo>
                    <a:pt x="939" y="272859"/>
                  </a:lnTo>
                  <a:lnTo>
                    <a:pt x="0" y="325094"/>
                  </a:lnTo>
                  <a:lnTo>
                    <a:pt x="1104" y="366750"/>
                  </a:lnTo>
                  <a:lnTo>
                    <a:pt x="4305" y="419493"/>
                  </a:lnTo>
                  <a:lnTo>
                    <a:pt x="40627" y="468617"/>
                  </a:lnTo>
                  <a:lnTo>
                    <a:pt x="114490" y="483654"/>
                  </a:lnTo>
                  <a:lnTo>
                    <a:pt x="152996" y="477748"/>
                  </a:lnTo>
                  <a:lnTo>
                    <a:pt x="185902" y="462534"/>
                  </a:lnTo>
                  <a:lnTo>
                    <a:pt x="208203" y="437769"/>
                  </a:lnTo>
                  <a:lnTo>
                    <a:pt x="214909" y="403186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3140329" y="7557187"/>
              <a:ext cx="40005" cy="205740"/>
            </a:xfrm>
            <a:custGeom>
              <a:avLst/>
              <a:gdLst/>
              <a:ahLst/>
              <a:cxnLst/>
              <a:rect l="l" t="t" r="r" b="b"/>
              <a:pathLst>
                <a:path w="40005" h="205740">
                  <a:moveTo>
                    <a:pt x="36157" y="64113"/>
                  </a:moveTo>
                  <a:lnTo>
                    <a:pt x="24675" y="97609"/>
                  </a:lnTo>
                  <a:lnTo>
                    <a:pt x="0" y="155241"/>
                  </a:lnTo>
                  <a:lnTo>
                    <a:pt x="39255" y="205208"/>
                  </a:lnTo>
                  <a:lnTo>
                    <a:pt x="38224" y="165113"/>
                  </a:lnTo>
                  <a:lnTo>
                    <a:pt x="36358" y="81188"/>
                  </a:lnTo>
                  <a:lnTo>
                    <a:pt x="36157" y="64113"/>
                  </a:lnTo>
                  <a:close/>
                </a:path>
                <a:path w="40005" h="205740">
                  <a:moveTo>
                    <a:pt x="37475" y="0"/>
                  </a:moveTo>
                  <a:lnTo>
                    <a:pt x="35496" y="7971"/>
                  </a:lnTo>
                  <a:lnTo>
                    <a:pt x="36157" y="64113"/>
                  </a:lnTo>
                  <a:lnTo>
                    <a:pt x="36803" y="62228"/>
                  </a:lnTo>
                  <a:lnTo>
                    <a:pt x="39899" y="34543"/>
                  </a:lnTo>
                  <a:lnTo>
                    <a:pt x="37475" y="0"/>
                  </a:lnTo>
                  <a:close/>
                </a:path>
              </a:pathLst>
            </a:custGeom>
            <a:solidFill>
              <a:srgbClr val="666666">
                <a:alpha val="8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1929567" y="7393641"/>
              <a:ext cx="936625" cy="469900"/>
            </a:xfrm>
            <a:custGeom>
              <a:avLst/>
              <a:gdLst/>
              <a:ahLst/>
              <a:cxnLst/>
              <a:rect l="l" t="t" r="r" b="b"/>
              <a:pathLst>
                <a:path w="936625" h="469900">
                  <a:moveTo>
                    <a:pt x="936383" y="429729"/>
                  </a:moveTo>
                  <a:lnTo>
                    <a:pt x="700544" y="426593"/>
                  </a:lnTo>
                  <a:lnTo>
                    <a:pt x="626808" y="8356"/>
                  </a:lnTo>
                  <a:lnTo>
                    <a:pt x="0" y="0"/>
                  </a:lnTo>
                  <a:lnTo>
                    <a:pt x="84937" y="464223"/>
                  </a:lnTo>
                  <a:lnTo>
                    <a:pt x="707567" y="466407"/>
                  </a:lnTo>
                  <a:lnTo>
                    <a:pt x="935850" y="469379"/>
                  </a:lnTo>
                  <a:lnTo>
                    <a:pt x="936383" y="429729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1975816" y="7714243"/>
              <a:ext cx="289560" cy="161925"/>
            </a:xfrm>
            <a:custGeom>
              <a:avLst/>
              <a:gdLst/>
              <a:ahLst/>
              <a:cxnLst/>
              <a:rect l="l" t="t" r="r" b="b"/>
              <a:pathLst>
                <a:path w="289559" h="161925">
                  <a:moveTo>
                    <a:pt x="249563" y="150991"/>
                  </a:moveTo>
                  <a:lnTo>
                    <a:pt x="57255" y="150991"/>
                  </a:lnTo>
                  <a:lnTo>
                    <a:pt x="66478" y="152717"/>
                  </a:lnTo>
                  <a:lnTo>
                    <a:pt x="77412" y="155696"/>
                  </a:lnTo>
                  <a:lnTo>
                    <a:pt x="87511" y="157543"/>
                  </a:lnTo>
                  <a:lnTo>
                    <a:pt x="97888" y="158485"/>
                  </a:lnTo>
                  <a:lnTo>
                    <a:pt x="109659" y="158749"/>
                  </a:lnTo>
                  <a:lnTo>
                    <a:pt x="126594" y="160305"/>
                  </a:lnTo>
                  <a:lnTo>
                    <a:pt x="156926" y="161694"/>
                  </a:lnTo>
                  <a:lnTo>
                    <a:pt x="208472" y="157989"/>
                  </a:lnTo>
                  <a:lnTo>
                    <a:pt x="249563" y="150991"/>
                  </a:lnTo>
                  <a:close/>
                </a:path>
                <a:path w="289559" h="161925">
                  <a:moveTo>
                    <a:pt x="5443" y="2418"/>
                  </a:moveTo>
                  <a:lnTo>
                    <a:pt x="0" y="23496"/>
                  </a:lnTo>
                  <a:lnTo>
                    <a:pt x="5443" y="73717"/>
                  </a:lnTo>
                  <a:lnTo>
                    <a:pt x="17585" y="125411"/>
                  </a:lnTo>
                  <a:lnTo>
                    <a:pt x="32238" y="150906"/>
                  </a:lnTo>
                  <a:lnTo>
                    <a:pt x="43557" y="152290"/>
                  </a:lnTo>
                  <a:lnTo>
                    <a:pt x="57255" y="150991"/>
                  </a:lnTo>
                  <a:lnTo>
                    <a:pt x="249563" y="150991"/>
                  </a:lnTo>
                  <a:lnTo>
                    <a:pt x="289047" y="144267"/>
                  </a:lnTo>
                  <a:lnTo>
                    <a:pt x="178882" y="143660"/>
                  </a:lnTo>
                  <a:lnTo>
                    <a:pt x="163252" y="123837"/>
                  </a:lnTo>
                  <a:lnTo>
                    <a:pt x="154320" y="111822"/>
                  </a:lnTo>
                  <a:lnTo>
                    <a:pt x="148738" y="102750"/>
                  </a:lnTo>
                  <a:lnTo>
                    <a:pt x="147138" y="99599"/>
                  </a:lnTo>
                  <a:lnTo>
                    <a:pt x="79137" y="99599"/>
                  </a:lnTo>
                  <a:lnTo>
                    <a:pt x="76375" y="89944"/>
                  </a:lnTo>
                  <a:lnTo>
                    <a:pt x="41913" y="89944"/>
                  </a:lnTo>
                  <a:lnTo>
                    <a:pt x="41610" y="89894"/>
                  </a:lnTo>
                  <a:lnTo>
                    <a:pt x="39494" y="80508"/>
                  </a:lnTo>
                  <a:lnTo>
                    <a:pt x="38421" y="75434"/>
                  </a:lnTo>
                  <a:lnTo>
                    <a:pt x="29819" y="46633"/>
                  </a:lnTo>
                  <a:lnTo>
                    <a:pt x="18050" y="17283"/>
                  </a:lnTo>
                  <a:lnTo>
                    <a:pt x="5443" y="2418"/>
                  </a:lnTo>
                  <a:close/>
                </a:path>
                <a:path w="289559" h="161925">
                  <a:moveTo>
                    <a:pt x="63504" y="14491"/>
                  </a:moveTo>
                  <a:lnTo>
                    <a:pt x="79137" y="99599"/>
                  </a:lnTo>
                  <a:lnTo>
                    <a:pt x="147138" y="99599"/>
                  </a:lnTo>
                  <a:lnTo>
                    <a:pt x="144990" y="95368"/>
                  </a:lnTo>
                  <a:lnTo>
                    <a:pt x="114863" y="95368"/>
                  </a:lnTo>
                  <a:lnTo>
                    <a:pt x="96898" y="51668"/>
                  </a:lnTo>
                  <a:lnTo>
                    <a:pt x="85559" y="28677"/>
                  </a:lnTo>
                  <a:lnTo>
                    <a:pt x="76033" y="18812"/>
                  </a:lnTo>
                  <a:lnTo>
                    <a:pt x="63504" y="14491"/>
                  </a:lnTo>
                  <a:close/>
                </a:path>
                <a:path w="289559" h="161925">
                  <a:moveTo>
                    <a:pt x="102958" y="35014"/>
                  </a:moveTo>
                  <a:lnTo>
                    <a:pt x="99164" y="45460"/>
                  </a:lnTo>
                  <a:lnTo>
                    <a:pt x="103885" y="66094"/>
                  </a:lnTo>
                  <a:lnTo>
                    <a:pt x="111126" y="86277"/>
                  </a:lnTo>
                  <a:lnTo>
                    <a:pt x="114863" y="95368"/>
                  </a:lnTo>
                  <a:lnTo>
                    <a:pt x="144990" y="95368"/>
                  </a:lnTo>
                  <a:lnTo>
                    <a:pt x="143156" y="91756"/>
                  </a:lnTo>
                  <a:lnTo>
                    <a:pt x="134986" y="74908"/>
                  </a:lnTo>
                  <a:lnTo>
                    <a:pt x="124726" y="55685"/>
                  </a:lnTo>
                  <a:lnTo>
                    <a:pt x="113631" y="40312"/>
                  </a:lnTo>
                  <a:lnTo>
                    <a:pt x="102958" y="35014"/>
                  </a:lnTo>
                  <a:close/>
                </a:path>
                <a:path w="289559" h="161925">
                  <a:moveTo>
                    <a:pt x="38421" y="75434"/>
                  </a:moveTo>
                  <a:lnTo>
                    <a:pt x="39494" y="80508"/>
                  </a:lnTo>
                  <a:lnTo>
                    <a:pt x="41610" y="89894"/>
                  </a:lnTo>
                  <a:lnTo>
                    <a:pt x="41913" y="89944"/>
                  </a:lnTo>
                  <a:lnTo>
                    <a:pt x="38517" y="75758"/>
                  </a:lnTo>
                  <a:lnTo>
                    <a:pt x="38421" y="75434"/>
                  </a:lnTo>
                  <a:close/>
                </a:path>
                <a:path w="289559" h="161925">
                  <a:moveTo>
                    <a:pt x="22563" y="0"/>
                  </a:moveTo>
                  <a:lnTo>
                    <a:pt x="33749" y="53354"/>
                  </a:lnTo>
                  <a:lnTo>
                    <a:pt x="38421" y="75434"/>
                  </a:lnTo>
                  <a:lnTo>
                    <a:pt x="38517" y="75758"/>
                  </a:lnTo>
                  <a:lnTo>
                    <a:pt x="41913" y="89944"/>
                  </a:lnTo>
                  <a:lnTo>
                    <a:pt x="76375" y="89944"/>
                  </a:lnTo>
                  <a:lnTo>
                    <a:pt x="62762" y="42359"/>
                  </a:lnTo>
                  <a:lnTo>
                    <a:pt x="51411" y="12905"/>
                  </a:lnTo>
                  <a:lnTo>
                    <a:pt x="39779" y="1897"/>
                  </a:lnTo>
                  <a:lnTo>
                    <a:pt x="22563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0" name="object 280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751431" y="6969877"/>
              <a:ext cx="174622" cy="205162"/>
            </a:xfrm>
            <a:prstGeom prst="rect">
              <a:avLst/>
            </a:prstGeom>
          </p:spPr>
        </p:pic>
        <p:sp>
          <p:nvSpPr>
            <p:cNvPr id="281" name="object 281" descr=""/>
            <p:cNvSpPr/>
            <p:nvPr/>
          </p:nvSpPr>
          <p:spPr>
            <a:xfrm>
              <a:off x="12611673" y="6922756"/>
              <a:ext cx="56515" cy="73660"/>
            </a:xfrm>
            <a:custGeom>
              <a:avLst/>
              <a:gdLst/>
              <a:ahLst/>
              <a:cxnLst/>
              <a:rect l="l" t="t" r="r" b="b"/>
              <a:pathLst>
                <a:path w="56515" h="73659">
                  <a:moveTo>
                    <a:pt x="16548" y="0"/>
                  </a:moveTo>
                  <a:lnTo>
                    <a:pt x="10287" y="3250"/>
                  </a:lnTo>
                  <a:lnTo>
                    <a:pt x="3694" y="12504"/>
                  </a:lnTo>
                  <a:lnTo>
                    <a:pt x="0" y="30000"/>
                  </a:lnTo>
                  <a:lnTo>
                    <a:pt x="6496" y="51223"/>
                  </a:lnTo>
                  <a:lnTo>
                    <a:pt x="24201" y="68367"/>
                  </a:lnTo>
                  <a:lnTo>
                    <a:pt x="54132" y="73623"/>
                  </a:lnTo>
                  <a:lnTo>
                    <a:pt x="56315" y="57276"/>
                  </a:lnTo>
                  <a:lnTo>
                    <a:pt x="42698" y="10913"/>
                  </a:lnTo>
                  <a:lnTo>
                    <a:pt x="16548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2" name="object 282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2631866" y="6682152"/>
              <a:ext cx="340220" cy="465388"/>
            </a:xfrm>
            <a:prstGeom prst="rect">
              <a:avLst/>
            </a:prstGeom>
          </p:spPr>
        </p:pic>
        <p:sp>
          <p:nvSpPr>
            <p:cNvPr id="283" name="object 283" descr=""/>
            <p:cNvSpPr/>
            <p:nvPr/>
          </p:nvSpPr>
          <p:spPr>
            <a:xfrm>
              <a:off x="12631866" y="6682608"/>
              <a:ext cx="338455" cy="465455"/>
            </a:xfrm>
            <a:custGeom>
              <a:avLst/>
              <a:gdLst/>
              <a:ahLst/>
              <a:cxnLst/>
              <a:rect l="l" t="t" r="r" b="b"/>
              <a:pathLst>
                <a:path w="338454" h="465454">
                  <a:moveTo>
                    <a:pt x="172159" y="0"/>
                  </a:moveTo>
                  <a:lnTo>
                    <a:pt x="130582" y="7596"/>
                  </a:lnTo>
                  <a:lnTo>
                    <a:pt x="83282" y="27406"/>
                  </a:lnTo>
                  <a:lnTo>
                    <a:pt x="41873" y="59082"/>
                  </a:lnTo>
                  <a:lnTo>
                    <a:pt x="8559" y="114340"/>
                  </a:lnTo>
                  <a:lnTo>
                    <a:pt x="0" y="178575"/>
                  </a:lnTo>
                  <a:lnTo>
                    <a:pt x="3997" y="226845"/>
                  </a:lnTo>
                  <a:lnTo>
                    <a:pt x="13775" y="276666"/>
                  </a:lnTo>
                  <a:lnTo>
                    <a:pt x="28897" y="326102"/>
                  </a:lnTo>
                  <a:lnTo>
                    <a:pt x="48929" y="373214"/>
                  </a:lnTo>
                  <a:lnTo>
                    <a:pt x="73432" y="416066"/>
                  </a:lnTo>
                  <a:lnTo>
                    <a:pt x="107795" y="449962"/>
                  </a:lnTo>
                  <a:lnTo>
                    <a:pt x="161303" y="464933"/>
                  </a:lnTo>
                  <a:lnTo>
                    <a:pt x="198329" y="457389"/>
                  </a:lnTo>
                  <a:lnTo>
                    <a:pt x="237581" y="436399"/>
                  </a:lnTo>
                  <a:lnTo>
                    <a:pt x="274466" y="395640"/>
                  </a:lnTo>
                  <a:lnTo>
                    <a:pt x="304388" y="328791"/>
                  </a:lnTo>
                  <a:lnTo>
                    <a:pt x="316518" y="275099"/>
                  </a:lnTo>
                  <a:lnTo>
                    <a:pt x="320806" y="257840"/>
                  </a:lnTo>
                  <a:lnTo>
                    <a:pt x="324113" y="249861"/>
                  </a:lnTo>
                  <a:lnTo>
                    <a:pt x="331059" y="228094"/>
                  </a:lnTo>
                  <a:lnTo>
                    <a:pt x="337182" y="195789"/>
                  </a:lnTo>
                  <a:lnTo>
                    <a:pt x="338021" y="156199"/>
                  </a:lnTo>
                  <a:lnTo>
                    <a:pt x="333573" y="125371"/>
                  </a:lnTo>
                  <a:lnTo>
                    <a:pt x="308680" y="65078"/>
                  </a:lnTo>
                  <a:lnTo>
                    <a:pt x="250987" y="14495"/>
                  </a:lnTo>
                  <a:lnTo>
                    <a:pt x="212693" y="1983"/>
                  </a:lnTo>
                  <a:lnTo>
                    <a:pt x="172159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4" name="object 284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2921570" y="6889826"/>
              <a:ext cx="65812" cy="85140"/>
            </a:xfrm>
            <a:prstGeom prst="rect">
              <a:avLst/>
            </a:prstGeom>
          </p:spPr>
        </p:pic>
        <p:sp>
          <p:nvSpPr>
            <p:cNvPr id="285" name="object 285" descr=""/>
            <p:cNvSpPr/>
            <p:nvPr/>
          </p:nvSpPr>
          <p:spPr>
            <a:xfrm>
              <a:off x="12602594" y="6671741"/>
              <a:ext cx="379095" cy="259079"/>
            </a:xfrm>
            <a:custGeom>
              <a:avLst/>
              <a:gdLst/>
              <a:ahLst/>
              <a:cxnLst/>
              <a:rect l="l" t="t" r="r" b="b"/>
              <a:pathLst>
                <a:path w="379095" h="259079">
                  <a:moveTo>
                    <a:pt x="272332" y="0"/>
                  </a:moveTo>
                  <a:lnTo>
                    <a:pt x="250377" y="112"/>
                  </a:lnTo>
                  <a:lnTo>
                    <a:pt x="232303" y="3484"/>
                  </a:lnTo>
                  <a:lnTo>
                    <a:pt x="220043" y="7456"/>
                  </a:lnTo>
                  <a:lnTo>
                    <a:pt x="215528" y="9371"/>
                  </a:lnTo>
                  <a:lnTo>
                    <a:pt x="187608" y="5108"/>
                  </a:lnTo>
                  <a:lnTo>
                    <a:pt x="140097" y="7133"/>
                  </a:lnTo>
                  <a:lnTo>
                    <a:pt x="98578" y="14355"/>
                  </a:lnTo>
                  <a:lnTo>
                    <a:pt x="56478" y="32291"/>
                  </a:lnTo>
                  <a:lnTo>
                    <a:pt x="31216" y="62218"/>
                  </a:lnTo>
                  <a:lnTo>
                    <a:pt x="2477" y="129147"/>
                  </a:lnTo>
                  <a:lnTo>
                    <a:pt x="0" y="165531"/>
                  </a:lnTo>
                  <a:lnTo>
                    <a:pt x="13131" y="208382"/>
                  </a:lnTo>
                  <a:lnTo>
                    <a:pt x="29835" y="244081"/>
                  </a:lnTo>
                  <a:lnTo>
                    <a:pt x="38078" y="259007"/>
                  </a:lnTo>
                  <a:lnTo>
                    <a:pt x="49313" y="173858"/>
                  </a:lnTo>
                  <a:lnTo>
                    <a:pt x="117162" y="159702"/>
                  </a:lnTo>
                  <a:lnTo>
                    <a:pt x="173018" y="139953"/>
                  </a:lnTo>
                  <a:lnTo>
                    <a:pt x="210910" y="122395"/>
                  </a:lnTo>
                  <a:lnTo>
                    <a:pt x="224868" y="114813"/>
                  </a:lnTo>
                  <a:lnTo>
                    <a:pt x="278066" y="135275"/>
                  </a:lnTo>
                  <a:lnTo>
                    <a:pt x="317136" y="184712"/>
                  </a:lnTo>
                  <a:lnTo>
                    <a:pt x="341212" y="235000"/>
                  </a:lnTo>
                  <a:lnTo>
                    <a:pt x="349429" y="258013"/>
                  </a:lnTo>
                  <a:lnTo>
                    <a:pt x="361110" y="246528"/>
                  </a:lnTo>
                  <a:lnTo>
                    <a:pt x="368036" y="232892"/>
                  </a:lnTo>
                  <a:lnTo>
                    <a:pt x="372936" y="208274"/>
                  </a:lnTo>
                  <a:lnTo>
                    <a:pt x="378538" y="163848"/>
                  </a:lnTo>
                  <a:lnTo>
                    <a:pt x="370023" y="107656"/>
                  </a:lnTo>
                  <a:lnTo>
                    <a:pt x="340368" y="55533"/>
                  </a:lnTo>
                  <a:lnTo>
                    <a:pt x="303247" y="16606"/>
                  </a:lnTo>
                  <a:lnTo>
                    <a:pt x="272332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12644757" y="7750982"/>
              <a:ext cx="674370" cy="182880"/>
            </a:xfrm>
            <a:custGeom>
              <a:avLst/>
              <a:gdLst/>
              <a:ahLst/>
              <a:cxnLst/>
              <a:rect l="l" t="t" r="r" b="b"/>
              <a:pathLst>
                <a:path w="674369" h="182879">
                  <a:moveTo>
                    <a:pt x="310754" y="0"/>
                  </a:moveTo>
                  <a:lnTo>
                    <a:pt x="260158" y="1628"/>
                  </a:lnTo>
                  <a:lnTo>
                    <a:pt x="203036" y="4357"/>
                  </a:lnTo>
                  <a:lnTo>
                    <a:pt x="144546" y="8395"/>
                  </a:lnTo>
                  <a:lnTo>
                    <a:pt x="89841" y="13952"/>
                  </a:lnTo>
                  <a:lnTo>
                    <a:pt x="44078" y="21239"/>
                  </a:lnTo>
                  <a:lnTo>
                    <a:pt x="0" y="41841"/>
                  </a:lnTo>
                  <a:lnTo>
                    <a:pt x="10331" y="59729"/>
                  </a:lnTo>
                  <a:lnTo>
                    <a:pt x="85677" y="90908"/>
                  </a:lnTo>
                  <a:lnTo>
                    <a:pt x="196004" y="121462"/>
                  </a:lnTo>
                  <a:lnTo>
                    <a:pt x="255518" y="137633"/>
                  </a:lnTo>
                  <a:lnTo>
                    <a:pt x="315790" y="152034"/>
                  </a:lnTo>
                  <a:lnTo>
                    <a:pt x="375496" y="164200"/>
                  </a:lnTo>
                  <a:lnTo>
                    <a:pt x="433314" y="173668"/>
                  </a:lnTo>
                  <a:lnTo>
                    <a:pt x="487921" y="179977"/>
                  </a:lnTo>
                  <a:lnTo>
                    <a:pt x="537994" y="182663"/>
                  </a:lnTo>
                  <a:lnTo>
                    <a:pt x="582210" y="181263"/>
                  </a:lnTo>
                  <a:lnTo>
                    <a:pt x="619247" y="175315"/>
                  </a:lnTo>
                  <a:lnTo>
                    <a:pt x="647782" y="164355"/>
                  </a:lnTo>
                  <a:lnTo>
                    <a:pt x="666492" y="147922"/>
                  </a:lnTo>
                  <a:lnTo>
                    <a:pt x="673834" y="127158"/>
                  </a:lnTo>
                  <a:lnTo>
                    <a:pt x="668530" y="105976"/>
                  </a:lnTo>
                  <a:lnTo>
                    <a:pt x="624645" y="64976"/>
                  </a:lnTo>
                  <a:lnTo>
                    <a:pt x="588398" y="46467"/>
                  </a:lnTo>
                  <a:lnTo>
                    <a:pt x="544168" y="30157"/>
                  </a:lnTo>
                  <a:lnTo>
                    <a:pt x="493123" y="16701"/>
                  </a:lnTo>
                  <a:lnTo>
                    <a:pt x="436428" y="6753"/>
                  </a:lnTo>
                  <a:lnTo>
                    <a:pt x="375250" y="968"/>
                  </a:lnTo>
                  <a:lnTo>
                    <a:pt x="310754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2485561" y="7588231"/>
              <a:ext cx="384810" cy="259715"/>
            </a:xfrm>
            <a:custGeom>
              <a:avLst/>
              <a:gdLst/>
              <a:ahLst/>
              <a:cxnLst/>
              <a:rect l="l" t="t" r="r" b="b"/>
              <a:pathLst>
                <a:path w="384809" h="259715">
                  <a:moveTo>
                    <a:pt x="384517" y="225234"/>
                  </a:moveTo>
                  <a:lnTo>
                    <a:pt x="362927" y="171894"/>
                  </a:lnTo>
                  <a:lnTo>
                    <a:pt x="327571" y="169964"/>
                  </a:lnTo>
                  <a:lnTo>
                    <a:pt x="278091" y="166763"/>
                  </a:lnTo>
                  <a:lnTo>
                    <a:pt x="254838" y="165417"/>
                  </a:lnTo>
                  <a:lnTo>
                    <a:pt x="192087" y="55664"/>
                  </a:lnTo>
                  <a:lnTo>
                    <a:pt x="173101" y="20485"/>
                  </a:lnTo>
                  <a:lnTo>
                    <a:pt x="169113" y="17678"/>
                  </a:lnTo>
                  <a:lnTo>
                    <a:pt x="162280" y="16090"/>
                  </a:lnTo>
                  <a:lnTo>
                    <a:pt x="132168" y="11506"/>
                  </a:lnTo>
                  <a:lnTo>
                    <a:pt x="68986" y="1130"/>
                  </a:lnTo>
                  <a:lnTo>
                    <a:pt x="60807" y="0"/>
                  </a:lnTo>
                  <a:lnTo>
                    <a:pt x="52959" y="5283"/>
                  </a:lnTo>
                  <a:lnTo>
                    <a:pt x="50088" y="20447"/>
                  </a:lnTo>
                  <a:lnTo>
                    <a:pt x="55600" y="27584"/>
                  </a:lnTo>
                  <a:lnTo>
                    <a:pt x="63779" y="28727"/>
                  </a:lnTo>
                  <a:lnTo>
                    <a:pt x="92329" y="35229"/>
                  </a:lnTo>
                  <a:lnTo>
                    <a:pt x="110566" y="39179"/>
                  </a:lnTo>
                  <a:lnTo>
                    <a:pt x="126314" y="42202"/>
                  </a:lnTo>
                  <a:lnTo>
                    <a:pt x="147434" y="45885"/>
                  </a:lnTo>
                  <a:lnTo>
                    <a:pt x="162966" y="74650"/>
                  </a:lnTo>
                  <a:lnTo>
                    <a:pt x="133781" y="53975"/>
                  </a:lnTo>
                  <a:lnTo>
                    <a:pt x="131305" y="53022"/>
                  </a:lnTo>
                  <a:lnTo>
                    <a:pt x="128244" y="52463"/>
                  </a:lnTo>
                  <a:lnTo>
                    <a:pt x="18897" y="39268"/>
                  </a:lnTo>
                  <a:lnTo>
                    <a:pt x="10718" y="38138"/>
                  </a:lnTo>
                  <a:lnTo>
                    <a:pt x="2857" y="43421"/>
                  </a:lnTo>
                  <a:lnTo>
                    <a:pt x="0" y="58585"/>
                  </a:lnTo>
                  <a:lnTo>
                    <a:pt x="5511" y="65722"/>
                  </a:lnTo>
                  <a:lnTo>
                    <a:pt x="13690" y="66852"/>
                  </a:lnTo>
                  <a:lnTo>
                    <a:pt x="119087" y="84124"/>
                  </a:lnTo>
                  <a:lnTo>
                    <a:pt x="156121" y="110363"/>
                  </a:lnTo>
                  <a:lnTo>
                    <a:pt x="156032" y="110553"/>
                  </a:lnTo>
                  <a:lnTo>
                    <a:pt x="105473" y="91554"/>
                  </a:lnTo>
                  <a:lnTo>
                    <a:pt x="21920" y="74282"/>
                  </a:lnTo>
                  <a:lnTo>
                    <a:pt x="13944" y="72326"/>
                  </a:lnTo>
                  <a:lnTo>
                    <a:pt x="5537" y="76796"/>
                  </a:lnTo>
                  <a:lnTo>
                    <a:pt x="901" y="91617"/>
                  </a:lnTo>
                  <a:lnTo>
                    <a:pt x="5524" y="99288"/>
                  </a:lnTo>
                  <a:lnTo>
                    <a:pt x="13500" y="101244"/>
                  </a:lnTo>
                  <a:lnTo>
                    <a:pt x="92544" y="122339"/>
                  </a:lnTo>
                  <a:lnTo>
                    <a:pt x="141427" y="140830"/>
                  </a:lnTo>
                  <a:lnTo>
                    <a:pt x="140779" y="142252"/>
                  </a:lnTo>
                  <a:lnTo>
                    <a:pt x="37528" y="117741"/>
                  </a:lnTo>
                  <a:lnTo>
                    <a:pt x="29108" y="122212"/>
                  </a:lnTo>
                  <a:lnTo>
                    <a:pt x="24472" y="137033"/>
                  </a:lnTo>
                  <a:lnTo>
                    <a:pt x="29095" y="144703"/>
                  </a:lnTo>
                  <a:lnTo>
                    <a:pt x="132067" y="169138"/>
                  </a:lnTo>
                  <a:lnTo>
                    <a:pt x="134696" y="177952"/>
                  </a:lnTo>
                  <a:lnTo>
                    <a:pt x="170700" y="219913"/>
                  </a:lnTo>
                  <a:lnTo>
                    <a:pt x="203022" y="240398"/>
                  </a:lnTo>
                  <a:lnTo>
                    <a:pt x="219849" y="243382"/>
                  </a:lnTo>
                  <a:lnTo>
                    <a:pt x="235902" y="237553"/>
                  </a:lnTo>
                  <a:lnTo>
                    <a:pt x="291287" y="259118"/>
                  </a:lnTo>
                  <a:lnTo>
                    <a:pt x="384517" y="225234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2485561" y="7588231"/>
              <a:ext cx="384810" cy="259715"/>
            </a:xfrm>
            <a:custGeom>
              <a:avLst/>
              <a:gdLst/>
              <a:ahLst/>
              <a:cxnLst/>
              <a:rect l="l" t="t" r="r" b="b"/>
              <a:pathLst>
                <a:path w="384809" h="259715">
                  <a:moveTo>
                    <a:pt x="384517" y="225234"/>
                  </a:moveTo>
                  <a:lnTo>
                    <a:pt x="362927" y="171894"/>
                  </a:lnTo>
                  <a:lnTo>
                    <a:pt x="327571" y="169964"/>
                  </a:lnTo>
                  <a:lnTo>
                    <a:pt x="278091" y="166763"/>
                  </a:lnTo>
                  <a:lnTo>
                    <a:pt x="254838" y="165417"/>
                  </a:lnTo>
                  <a:lnTo>
                    <a:pt x="192087" y="55664"/>
                  </a:lnTo>
                  <a:lnTo>
                    <a:pt x="173101" y="20485"/>
                  </a:lnTo>
                  <a:lnTo>
                    <a:pt x="169113" y="17678"/>
                  </a:lnTo>
                  <a:lnTo>
                    <a:pt x="162280" y="16090"/>
                  </a:lnTo>
                  <a:lnTo>
                    <a:pt x="132168" y="11506"/>
                  </a:lnTo>
                  <a:lnTo>
                    <a:pt x="68986" y="1130"/>
                  </a:lnTo>
                  <a:lnTo>
                    <a:pt x="60807" y="0"/>
                  </a:lnTo>
                  <a:lnTo>
                    <a:pt x="52959" y="5283"/>
                  </a:lnTo>
                  <a:lnTo>
                    <a:pt x="50088" y="20447"/>
                  </a:lnTo>
                  <a:lnTo>
                    <a:pt x="55600" y="27584"/>
                  </a:lnTo>
                  <a:lnTo>
                    <a:pt x="63779" y="28727"/>
                  </a:lnTo>
                  <a:lnTo>
                    <a:pt x="92329" y="35229"/>
                  </a:lnTo>
                  <a:lnTo>
                    <a:pt x="110566" y="39179"/>
                  </a:lnTo>
                  <a:lnTo>
                    <a:pt x="126314" y="42202"/>
                  </a:lnTo>
                  <a:lnTo>
                    <a:pt x="147434" y="45885"/>
                  </a:lnTo>
                  <a:lnTo>
                    <a:pt x="162966" y="74650"/>
                  </a:lnTo>
                  <a:lnTo>
                    <a:pt x="133781" y="53975"/>
                  </a:lnTo>
                  <a:lnTo>
                    <a:pt x="131305" y="53022"/>
                  </a:lnTo>
                  <a:lnTo>
                    <a:pt x="128244" y="52463"/>
                  </a:lnTo>
                  <a:lnTo>
                    <a:pt x="18897" y="39268"/>
                  </a:lnTo>
                  <a:lnTo>
                    <a:pt x="10718" y="38138"/>
                  </a:lnTo>
                  <a:lnTo>
                    <a:pt x="2857" y="43421"/>
                  </a:lnTo>
                  <a:lnTo>
                    <a:pt x="0" y="58585"/>
                  </a:lnTo>
                  <a:lnTo>
                    <a:pt x="5511" y="65722"/>
                  </a:lnTo>
                  <a:lnTo>
                    <a:pt x="13690" y="66852"/>
                  </a:lnTo>
                  <a:lnTo>
                    <a:pt x="119087" y="84124"/>
                  </a:lnTo>
                  <a:lnTo>
                    <a:pt x="156121" y="110363"/>
                  </a:lnTo>
                  <a:lnTo>
                    <a:pt x="156032" y="110553"/>
                  </a:lnTo>
                  <a:lnTo>
                    <a:pt x="105473" y="91554"/>
                  </a:lnTo>
                  <a:lnTo>
                    <a:pt x="21920" y="74282"/>
                  </a:lnTo>
                  <a:lnTo>
                    <a:pt x="13944" y="72326"/>
                  </a:lnTo>
                  <a:lnTo>
                    <a:pt x="5537" y="76796"/>
                  </a:lnTo>
                  <a:lnTo>
                    <a:pt x="901" y="91617"/>
                  </a:lnTo>
                  <a:lnTo>
                    <a:pt x="5524" y="99288"/>
                  </a:lnTo>
                  <a:lnTo>
                    <a:pt x="13500" y="101244"/>
                  </a:lnTo>
                  <a:lnTo>
                    <a:pt x="92544" y="122339"/>
                  </a:lnTo>
                  <a:lnTo>
                    <a:pt x="141427" y="140830"/>
                  </a:lnTo>
                  <a:lnTo>
                    <a:pt x="140779" y="142252"/>
                  </a:lnTo>
                  <a:lnTo>
                    <a:pt x="37528" y="117741"/>
                  </a:lnTo>
                  <a:lnTo>
                    <a:pt x="29108" y="122212"/>
                  </a:lnTo>
                  <a:lnTo>
                    <a:pt x="24472" y="137033"/>
                  </a:lnTo>
                  <a:lnTo>
                    <a:pt x="29095" y="144703"/>
                  </a:lnTo>
                  <a:lnTo>
                    <a:pt x="132067" y="169138"/>
                  </a:lnTo>
                  <a:lnTo>
                    <a:pt x="134696" y="177952"/>
                  </a:lnTo>
                  <a:lnTo>
                    <a:pt x="170700" y="219913"/>
                  </a:lnTo>
                  <a:lnTo>
                    <a:pt x="203022" y="240398"/>
                  </a:lnTo>
                  <a:lnTo>
                    <a:pt x="219849" y="243382"/>
                  </a:lnTo>
                  <a:lnTo>
                    <a:pt x="235902" y="237553"/>
                  </a:lnTo>
                  <a:lnTo>
                    <a:pt x="291287" y="259118"/>
                  </a:lnTo>
                  <a:lnTo>
                    <a:pt x="384517" y="225234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2616866" y="6885743"/>
              <a:ext cx="350520" cy="142875"/>
            </a:xfrm>
            <a:custGeom>
              <a:avLst/>
              <a:gdLst/>
              <a:ahLst/>
              <a:cxnLst/>
              <a:rect l="l" t="t" r="r" b="b"/>
              <a:pathLst>
                <a:path w="350520" h="142875">
                  <a:moveTo>
                    <a:pt x="349961" y="16052"/>
                  </a:moveTo>
                  <a:lnTo>
                    <a:pt x="348691" y="13131"/>
                  </a:lnTo>
                  <a:lnTo>
                    <a:pt x="348437" y="12712"/>
                  </a:lnTo>
                  <a:lnTo>
                    <a:pt x="345033" y="6908"/>
                  </a:lnTo>
                  <a:lnTo>
                    <a:pt x="339255" y="1257"/>
                  </a:lnTo>
                  <a:lnTo>
                    <a:pt x="331609" y="0"/>
                  </a:lnTo>
                  <a:lnTo>
                    <a:pt x="324294" y="2159"/>
                  </a:lnTo>
                  <a:lnTo>
                    <a:pt x="315569" y="6184"/>
                  </a:lnTo>
                  <a:lnTo>
                    <a:pt x="299770" y="15049"/>
                  </a:lnTo>
                  <a:lnTo>
                    <a:pt x="272491" y="31000"/>
                  </a:lnTo>
                  <a:lnTo>
                    <a:pt x="272364" y="30683"/>
                  </a:lnTo>
                  <a:lnTo>
                    <a:pt x="268630" y="30441"/>
                  </a:lnTo>
                  <a:lnTo>
                    <a:pt x="266204" y="30568"/>
                  </a:lnTo>
                  <a:lnTo>
                    <a:pt x="266204" y="44373"/>
                  </a:lnTo>
                  <a:lnTo>
                    <a:pt x="263245" y="45770"/>
                  </a:lnTo>
                  <a:lnTo>
                    <a:pt x="258953" y="48475"/>
                  </a:lnTo>
                  <a:lnTo>
                    <a:pt x="258241" y="54864"/>
                  </a:lnTo>
                  <a:lnTo>
                    <a:pt x="257276" y="67856"/>
                  </a:lnTo>
                  <a:lnTo>
                    <a:pt x="256463" y="76784"/>
                  </a:lnTo>
                  <a:lnTo>
                    <a:pt x="255308" y="85471"/>
                  </a:lnTo>
                  <a:lnTo>
                    <a:pt x="253847" y="91351"/>
                  </a:lnTo>
                  <a:lnTo>
                    <a:pt x="253149" y="92964"/>
                  </a:lnTo>
                  <a:lnTo>
                    <a:pt x="248869" y="104762"/>
                  </a:lnTo>
                  <a:lnTo>
                    <a:pt x="242531" y="108407"/>
                  </a:lnTo>
                  <a:lnTo>
                    <a:pt x="234454" y="112166"/>
                  </a:lnTo>
                  <a:lnTo>
                    <a:pt x="224739" y="115150"/>
                  </a:lnTo>
                  <a:lnTo>
                    <a:pt x="214363" y="116852"/>
                  </a:lnTo>
                  <a:lnTo>
                    <a:pt x="204254" y="116763"/>
                  </a:lnTo>
                  <a:lnTo>
                    <a:pt x="163918" y="71488"/>
                  </a:lnTo>
                  <a:lnTo>
                    <a:pt x="161404" y="65925"/>
                  </a:lnTo>
                  <a:lnTo>
                    <a:pt x="161188" y="65532"/>
                  </a:lnTo>
                  <a:lnTo>
                    <a:pt x="159524" y="62445"/>
                  </a:lnTo>
                  <a:lnTo>
                    <a:pt x="161594" y="60248"/>
                  </a:lnTo>
                  <a:lnTo>
                    <a:pt x="203568" y="45186"/>
                  </a:lnTo>
                  <a:lnTo>
                    <a:pt x="246545" y="41440"/>
                  </a:lnTo>
                  <a:lnTo>
                    <a:pt x="265328" y="40792"/>
                  </a:lnTo>
                  <a:lnTo>
                    <a:pt x="265696" y="41998"/>
                  </a:lnTo>
                  <a:lnTo>
                    <a:pt x="266026" y="43332"/>
                  </a:lnTo>
                  <a:lnTo>
                    <a:pt x="266204" y="44373"/>
                  </a:lnTo>
                  <a:lnTo>
                    <a:pt x="266204" y="30568"/>
                  </a:lnTo>
                  <a:lnTo>
                    <a:pt x="219557" y="33299"/>
                  </a:lnTo>
                  <a:lnTo>
                    <a:pt x="173951" y="42468"/>
                  </a:lnTo>
                  <a:lnTo>
                    <a:pt x="148247" y="62484"/>
                  </a:lnTo>
                  <a:lnTo>
                    <a:pt x="144538" y="64465"/>
                  </a:lnTo>
                  <a:lnTo>
                    <a:pt x="139649" y="65481"/>
                  </a:lnTo>
                  <a:lnTo>
                    <a:pt x="130886" y="65532"/>
                  </a:lnTo>
                  <a:lnTo>
                    <a:pt x="129501" y="65062"/>
                  </a:lnTo>
                  <a:lnTo>
                    <a:pt x="129438" y="64465"/>
                  </a:lnTo>
                  <a:lnTo>
                    <a:pt x="129260" y="63881"/>
                  </a:lnTo>
                  <a:lnTo>
                    <a:pt x="127381" y="59817"/>
                  </a:lnTo>
                  <a:lnTo>
                    <a:pt x="118452" y="54813"/>
                  </a:lnTo>
                  <a:lnTo>
                    <a:pt x="118452" y="67068"/>
                  </a:lnTo>
                  <a:lnTo>
                    <a:pt x="117386" y="71031"/>
                  </a:lnTo>
                  <a:lnTo>
                    <a:pt x="116014" y="78105"/>
                  </a:lnTo>
                  <a:lnTo>
                    <a:pt x="102730" y="120357"/>
                  </a:lnTo>
                  <a:lnTo>
                    <a:pt x="67144" y="132880"/>
                  </a:lnTo>
                  <a:lnTo>
                    <a:pt x="56997" y="132130"/>
                  </a:lnTo>
                  <a:lnTo>
                    <a:pt x="48247" y="130251"/>
                  </a:lnTo>
                  <a:lnTo>
                    <a:pt x="41224" y="128117"/>
                  </a:lnTo>
                  <a:lnTo>
                    <a:pt x="34328" y="117576"/>
                  </a:lnTo>
                  <a:lnTo>
                    <a:pt x="33274" y="116154"/>
                  </a:lnTo>
                  <a:lnTo>
                    <a:pt x="30505" y="110756"/>
                  </a:lnTo>
                  <a:lnTo>
                    <a:pt x="27368" y="102552"/>
                  </a:lnTo>
                  <a:lnTo>
                    <a:pt x="24409" y="93751"/>
                  </a:lnTo>
                  <a:lnTo>
                    <a:pt x="20726" y="82118"/>
                  </a:lnTo>
                  <a:lnTo>
                    <a:pt x="18364" y="75539"/>
                  </a:lnTo>
                  <a:lnTo>
                    <a:pt x="13525" y="73837"/>
                  </a:lnTo>
                  <a:lnTo>
                    <a:pt x="10363" y="73152"/>
                  </a:lnTo>
                  <a:lnTo>
                    <a:pt x="10363" y="69850"/>
                  </a:lnTo>
                  <a:lnTo>
                    <a:pt x="54825" y="61798"/>
                  </a:lnTo>
                  <a:lnTo>
                    <a:pt x="86296" y="59817"/>
                  </a:lnTo>
                  <a:lnTo>
                    <a:pt x="98221" y="60604"/>
                  </a:lnTo>
                  <a:lnTo>
                    <a:pt x="106502" y="61849"/>
                  </a:lnTo>
                  <a:lnTo>
                    <a:pt x="111252" y="62852"/>
                  </a:lnTo>
                  <a:lnTo>
                    <a:pt x="115912" y="65379"/>
                  </a:lnTo>
                  <a:lnTo>
                    <a:pt x="118452" y="67068"/>
                  </a:lnTo>
                  <a:lnTo>
                    <a:pt x="118452" y="54813"/>
                  </a:lnTo>
                  <a:lnTo>
                    <a:pt x="116700" y="53835"/>
                  </a:lnTo>
                  <a:lnTo>
                    <a:pt x="108737" y="52158"/>
                  </a:lnTo>
                  <a:lnTo>
                    <a:pt x="99771" y="50812"/>
                  </a:lnTo>
                  <a:lnTo>
                    <a:pt x="86918" y="49949"/>
                  </a:lnTo>
                  <a:lnTo>
                    <a:pt x="71094" y="50152"/>
                  </a:lnTo>
                  <a:lnTo>
                    <a:pt x="53225" y="52019"/>
                  </a:lnTo>
                  <a:lnTo>
                    <a:pt x="26949" y="56184"/>
                  </a:lnTo>
                  <a:lnTo>
                    <a:pt x="23901" y="56730"/>
                  </a:lnTo>
                  <a:lnTo>
                    <a:pt x="23431" y="44069"/>
                  </a:lnTo>
                  <a:lnTo>
                    <a:pt x="23075" y="44081"/>
                  </a:lnTo>
                  <a:lnTo>
                    <a:pt x="11569" y="51600"/>
                  </a:lnTo>
                  <a:lnTo>
                    <a:pt x="800" y="59004"/>
                  </a:lnTo>
                  <a:lnTo>
                    <a:pt x="1028" y="62014"/>
                  </a:lnTo>
                  <a:lnTo>
                    <a:pt x="241" y="66611"/>
                  </a:lnTo>
                  <a:lnTo>
                    <a:pt x="114" y="67856"/>
                  </a:lnTo>
                  <a:lnTo>
                    <a:pt x="0" y="72097"/>
                  </a:lnTo>
                  <a:lnTo>
                    <a:pt x="228" y="81292"/>
                  </a:lnTo>
                  <a:lnTo>
                    <a:pt x="5791" y="82410"/>
                  </a:lnTo>
                  <a:lnTo>
                    <a:pt x="9715" y="83096"/>
                  </a:lnTo>
                  <a:lnTo>
                    <a:pt x="10274" y="83451"/>
                  </a:lnTo>
                  <a:lnTo>
                    <a:pt x="10985" y="85471"/>
                  </a:lnTo>
                  <a:lnTo>
                    <a:pt x="12839" y="91351"/>
                  </a:lnTo>
                  <a:lnTo>
                    <a:pt x="15443" y="99504"/>
                  </a:lnTo>
                  <a:lnTo>
                    <a:pt x="18681" y="108813"/>
                  </a:lnTo>
                  <a:lnTo>
                    <a:pt x="21856" y="116573"/>
                  </a:lnTo>
                  <a:lnTo>
                    <a:pt x="24879" y="121958"/>
                  </a:lnTo>
                  <a:lnTo>
                    <a:pt x="25755" y="123126"/>
                  </a:lnTo>
                  <a:lnTo>
                    <a:pt x="34480" y="136486"/>
                  </a:lnTo>
                  <a:lnTo>
                    <a:pt x="45085" y="139725"/>
                  </a:lnTo>
                  <a:lnTo>
                    <a:pt x="51917" y="141363"/>
                  </a:lnTo>
                  <a:lnTo>
                    <a:pt x="59804" y="142430"/>
                  </a:lnTo>
                  <a:lnTo>
                    <a:pt x="68338" y="142798"/>
                  </a:lnTo>
                  <a:lnTo>
                    <a:pt x="77127" y="142290"/>
                  </a:lnTo>
                  <a:lnTo>
                    <a:pt x="103073" y="132880"/>
                  </a:lnTo>
                  <a:lnTo>
                    <a:pt x="110591" y="126796"/>
                  </a:lnTo>
                  <a:lnTo>
                    <a:pt x="117106" y="118237"/>
                  </a:lnTo>
                  <a:lnTo>
                    <a:pt x="120751" y="108813"/>
                  </a:lnTo>
                  <a:lnTo>
                    <a:pt x="121602" y="104762"/>
                  </a:lnTo>
                  <a:lnTo>
                    <a:pt x="126149" y="80048"/>
                  </a:lnTo>
                  <a:lnTo>
                    <a:pt x="127241" y="74777"/>
                  </a:lnTo>
                  <a:lnTo>
                    <a:pt x="129451" y="75336"/>
                  </a:lnTo>
                  <a:lnTo>
                    <a:pt x="131711" y="75450"/>
                  </a:lnTo>
                  <a:lnTo>
                    <a:pt x="135788" y="75425"/>
                  </a:lnTo>
                  <a:lnTo>
                    <a:pt x="137795" y="75311"/>
                  </a:lnTo>
                  <a:lnTo>
                    <a:pt x="142443" y="74777"/>
                  </a:lnTo>
                  <a:lnTo>
                    <a:pt x="144589" y="74536"/>
                  </a:lnTo>
                  <a:lnTo>
                    <a:pt x="148882" y="73329"/>
                  </a:lnTo>
                  <a:lnTo>
                    <a:pt x="152565" y="71488"/>
                  </a:lnTo>
                  <a:lnTo>
                    <a:pt x="154889" y="76428"/>
                  </a:lnTo>
                  <a:lnTo>
                    <a:pt x="172707" y="111975"/>
                  </a:lnTo>
                  <a:lnTo>
                    <a:pt x="207543" y="127139"/>
                  </a:lnTo>
                  <a:lnTo>
                    <a:pt x="212394" y="127063"/>
                  </a:lnTo>
                  <a:lnTo>
                    <a:pt x="257378" y="111417"/>
                  </a:lnTo>
                  <a:lnTo>
                    <a:pt x="262801" y="96456"/>
                  </a:lnTo>
                  <a:lnTo>
                    <a:pt x="263372" y="95110"/>
                  </a:lnTo>
                  <a:lnTo>
                    <a:pt x="265074" y="89204"/>
                  </a:lnTo>
                  <a:lnTo>
                    <a:pt x="266369" y="80949"/>
                  </a:lnTo>
                  <a:lnTo>
                    <a:pt x="267360" y="71031"/>
                  </a:lnTo>
                  <a:lnTo>
                    <a:pt x="268478" y="56184"/>
                  </a:lnTo>
                  <a:lnTo>
                    <a:pt x="268681" y="54381"/>
                  </a:lnTo>
                  <a:lnTo>
                    <a:pt x="269151" y="53911"/>
                  </a:lnTo>
                  <a:lnTo>
                    <a:pt x="272770" y="52387"/>
                  </a:lnTo>
                  <a:lnTo>
                    <a:pt x="277939" y="50063"/>
                  </a:lnTo>
                  <a:lnTo>
                    <a:pt x="277761" y="49250"/>
                  </a:lnTo>
                  <a:lnTo>
                    <a:pt x="331254" y="15468"/>
                  </a:lnTo>
                  <a:lnTo>
                    <a:pt x="335724" y="12712"/>
                  </a:lnTo>
                  <a:lnTo>
                    <a:pt x="345528" y="27266"/>
                  </a:lnTo>
                  <a:lnTo>
                    <a:pt x="349961" y="160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0" name="object 290" descr=""/>
          <p:cNvSpPr txBox="1"/>
          <p:nvPr/>
        </p:nvSpPr>
        <p:spPr>
          <a:xfrm>
            <a:off x="732793" y="781072"/>
            <a:ext cx="208915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</a:t>
            </a:r>
            <a:r>
              <a:rPr dirty="0" sz="1950" spc="3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characters</a:t>
            </a:r>
            <a:endParaRPr sz="1950">
              <a:latin typeface="Open Sans"/>
              <a:cs typeface="Open Sans"/>
            </a:endParaRPr>
          </a:p>
        </p:txBody>
      </p:sp>
      <p:sp>
        <p:nvSpPr>
          <p:cNvPr id="291" name="object 291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156770" y="6211311"/>
            <a:ext cx="26670" cy="6985"/>
          </a:xfrm>
          <a:custGeom>
            <a:avLst/>
            <a:gdLst/>
            <a:ahLst/>
            <a:cxnLst/>
            <a:rect l="l" t="t" r="r" b="b"/>
            <a:pathLst>
              <a:path w="26670" h="6985">
                <a:moveTo>
                  <a:pt x="26334" y="0"/>
                </a:moveTo>
                <a:lnTo>
                  <a:pt x="0" y="6586"/>
                </a:lnTo>
              </a:path>
            </a:pathLst>
          </a:custGeom>
          <a:solidFill>
            <a:srgbClr val="FADBDE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5138" y="2766479"/>
            <a:ext cx="2316771" cy="305232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00160" y="2668285"/>
            <a:ext cx="1173047" cy="3188040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4037467" y="2085022"/>
            <a:ext cx="1296670" cy="3780154"/>
            <a:chOff x="4037467" y="2085022"/>
            <a:chExt cx="1296670" cy="3780154"/>
          </a:xfrm>
        </p:grpSpPr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37467" y="2108127"/>
              <a:ext cx="1235186" cy="37565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10784" y="3564709"/>
              <a:ext cx="847906" cy="182060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7518" y="2085022"/>
              <a:ext cx="771158" cy="261438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7897" y="3807379"/>
              <a:ext cx="183241" cy="23632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5179742" y="3787038"/>
              <a:ext cx="154305" cy="258445"/>
            </a:xfrm>
            <a:custGeom>
              <a:avLst/>
              <a:gdLst/>
              <a:ahLst/>
              <a:cxnLst/>
              <a:rect l="l" t="t" r="r" b="b"/>
              <a:pathLst>
                <a:path w="154304" h="258445">
                  <a:moveTo>
                    <a:pt x="39752" y="0"/>
                  </a:moveTo>
                  <a:lnTo>
                    <a:pt x="15747" y="4714"/>
                  </a:lnTo>
                  <a:lnTo>
                    <a:pt x="585" y="29407"/>
                  </a:lnTo>
                  <a:lnTo>
                    <a:pt x="0" y="79141"/>
                  </a:lnTo>
                  <a:lnTo>
                    <a:pt x="28541" y="178088"/>
                  </a:lnTo>
                  <a:lnTo>
                    <a:pt x="32812" y="191750"/>
                  </a:lnTo>
                  <a:lnTo>
                    <a:pt x="34763" y="196164"/>
                  </a:lnTo>
                  <a:lnTo>
                    <a:pt x="33565" y="205700"/>
                  </a:lnTo>
                  <a:lnTo>
                    <a:pt x="28353" y="222697"/>
                  </a:lnTo>
                  <a:lnTo>
                    <a:pt x="18795" y="250864"/>
                  </a:lnTo>
                  <a:lnTo>
                    <a:pt x="32456" y="255085"/>
                  </a:lnTo>
                  <a:lnTo>
                    <a:pt x="65477" y="257577"/>
                  </a:lnTo>
                  <a:lnTo>
                    <a:pt x="102098" y="258351"/>
                  </a:lnTo>
                  <a:lnTo>
                    <a:pt x="126561" y="257418"/>
                  </a:lnTo>
                  <a:lnTo>
                    <a:pt x="138154" y="249365"/>
                  </a:lnTo>
                  <a:lnTo>
                    <a:pt x="146638" y="232830"/>
                  </a:lnTo>
                  <a:lnTo>
                    <a:pt x="151939" y="213904"/>
                  </a:lnTo>
                  <a:lnTo>
                    <a:pt x="153984" y="198677"/>
                  </a:lnTo>
                  <a:lnTo>
                    <a:pt x="148159" y="172952"/>
                  </a:lnTo>
                  <a:lnTo>
                    <a:pt x="134194" y="129472"/>
                  </a:lnTo>
                  <a:lnTo>
                    <a:pt x="118510" y="84708"/>
                  </a:lnTo>
                  <a:lnTo>
                    <a:pt x="91373" y="30269"/>
                  </a:lnTo>
                  <a:lnTo>
                    <a:pt x="66871" y="10205"/>
                  </a:lnTo>
                  <a:lnTo>
                    <a:pt x="39752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2403103" y="2370230"/>
            <a:ext cx="1590675" cy="3500120"/>
            <a:chOff x="12403103" y="2370230"/>
            <a:chExt cx="1590675" cy="3500120"/>
          </a:xfrm>
        </p:grpSpPr>
        <p:pic>
          <p:nvPicPr>
            <p:cNvPr id="12" name="object 1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03103" y="2370230"/>
              <a:ext cx="1492053" cy="3499915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111461" y="2945145"/>
              <a:ext cx="681940" cy="92849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706400" y="2657344"/>
              <a:ext cx="1287182" cy="1676489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8524948" y="2294473"/>
            <a:ext cx="1871980" cy="3530600"/>
            <a:chOff x="8524948" y="2294473"/>
            <a:chExt cx="1871980" cy="3530600"/>
          </a:xfrm>
        </p:grpSpPr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524948" y="2294473"/>
              <a:ext cx="1871914" cy="352051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20525" y="3481667"/>
              <a:ext cx="1094327" cy="2017885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8722843" y="3505129"/>
              <a:ext cx="984250" cy="1981200"/>
            </a:xfrm>
            <a:custGeom>
              <a:avLst/>
              <a:gdLst/>
              <a:ahLst/>
              <a:cxnLst/>
              <a:rect l="l" t="t" r="r" b="b"/>
              <a:pathLst>
                <a:path w="984250" h="1981200">
                  <a:moveTo>
                    <a:pt x="190919" y="44538"/>
                  </a:moveTo>
                  <a:lnTo>
                    <a:pt x="115468" y="72047"/>
                  </a:lnTo>
                  <a:lnTo>
                    <a:pt x="94805" y="135534"/>
                  </a:lnTo>
                  <a:lnTo>
                    <a:pt x="66230" y="229489"/>
                  </a:lnTo>
                  <a:lnTo>
                    <a:pt x="23050" y="377850"/>
                  </a:lnTo>
                  <a:lnTo>
                    <a:pt x="0" y="465289"/>
                  </a:lnTo>
                  <a:lnTo>
                    <a:pt x="127" y="758304"/>
                  </a:lnTo>
                  <a:lnTo>
                    <a:pt x="59537" y="961758"/>
                  </a:lnTo>
                  <a:lnTo>
                    <a:pt x="58356" y="940282"/>
                  </a:lnTo>
                  <a:lnTo>
                    <a:pt x="55587" y="892124"/>
                  </a:lnTo>
                  <a:lnTo>
                    <a:pt x="52362" y="841667"/>
                  </a:lnTo>
                  <a:lnTo>
                    <a:pt x="49809" y="813346"/>
                  </a:lnTo>
                  <a:lnTo>
                    <a:pt x="49580" y="792022"/>
                  </a:lnTo>
                  <a:lnTo>
                    <a:pt x="51625" y="754049"/>
                  </a:lnTo>
                  <a:lnTo>
                    <a:pt x="57111" y="674674"/>
                  </a:lnTo>
                  <a:lnTo>
                    <a:pt x="58547" y="651065"/>
                  </a:lnTo>
                  <a:lnTo>
                    <a:pt x="59537" y="631786"/>
                  </a:lnTo>
                  <a:lnTo>
                    <a:pt x="60528" y="606590"/>
                  </a:lnTo>
                  <a:lnTo>
                    <a:pt x="61976" y="565188"/>
                  </a:lnTo>
                  <a:lnTo>
                    <a:pt x="64452" y="557212"/>
                  </a:lnTo>
                  <a:lnTo>
                    <a:pt x="70802" y="537819"/>
                  </a:lnTo>
                  <a:lnTo>
                    <a:pt x="79425" y="513867"/>
                  </a:lnTo>
                  <a:lnTo>
                    <a:pt x="88734" y="492201"/>
                  </a:lnTo>
                  <a:lnTo>
                    <a:pt x="95808" y="476275"/>
                  </a:lnTo>
                  <a:lnTo>
                    <a:pt x="99682" y="463308"/>
                  </a:lnTo>
                  <a:lnTo>
                    <a:pt x="101739" y="450799"/>
                  </a:lnTo>
                  <a:lnTo>
                    <a:pt x="103339" y="436245"/>
                  </a:lnTo>
                  <a:lnTo>
                    <a:pt x="104444" y="419557"/>
                  </a:lnTo>
                  <a:lnTo>
                    <a:pt x="104851" y="399440"/>
                  </a:lnTo>
                  <a:lnTo>
                    <a:pt x="105727" y="371576"/>
                  </a:lnTo>
                  <a:lnTo>
                    <a:pt x="108191" y="331622"/>
                  </a:lnTo>
                  <a:lnTo>
                    <a:pt x="113563" y="296011"/>
                  </a:lnTo>
                  <a:lnTo>
                    <a:pt x="120053" y="278409"/>
                  </a:lnTo>
                  <a:lnTo>
                    <a:pt x="124282" y="270383"/>
                  </a:lnTo>
                  <a:lnTo>
                    <a:pt x="122796" y="263499"/>
                  </a:lnTo>
                  <a:lnTo>
                    <a:pt x="119405" y="255219"/>
                  </a:lnTo>
                  <a:lnTo>
                    <a:pt x="123101" y="242824"/>
                  </a:lnTo>
                  <a:lnTo>
                    <a:pt x="138188" y="217652"/>
                  </a:lnTo>
                  <a:lnTo>
                    <a:pt x="169024" y="171043"/>
                  </a:lnTo>
                  <a:lnTo>
                    <a:pt x="190919" y="44538"/>
                  </a:lnTo>
                  <a:close/>
                </a:path>
                <a:path w="984250" h="1981200">
                  <a:moveTo>
                    <a:pt x="789825" y="3924"/>
                  </a:moveTo>
                  <a:lnTo>
                    <a:pt x="789736" y="3784"/>
                  </a:lnTo>
                  <a:lnTo>
                    <a:pt x="784059" y="0"/>
                  </a:lnTo>
                  <a:lnTo>
                    <a:pt x="759002" y="0"/>
                  </a:lnTo>
                  <a:lnTo>
                    <a:pt x="757809" y="736"/>
                  </a:lnTo>
                  <a:lnTo>
                    <a:pt x="789825" y="3924"/>
                  </a:lnTo>
                  <a:close/>
                </a:path>
                <a:path w="984250" h="1981200">
                  <a:moveTo>
                    <a:pt x="925245" y="1980882"/>
                  </a:moveTo>
                  <a:lnTo>
                    <a:pt x="779691" y="1222095"/>
                  </a:lnTo>
                  <a:lnTo>
                    <a:pt x="521614" y="657250"/>
                  </a:lnTo>
                  <a:lnTo>
                    <a:pt x="538467" y="794575"/>
                  </a:lnTo>
                  <a:lnTo>
                    <a:pt x="566623" y="900150"/>
                  </a:lnTo>
                  <a:lnTo>
                    <a:pt x="626389" y="1027811"/>
                  </a:lnTo>
                  <a:lnTo>
                    <a:pt x="738047" y="1231366"/>
                  </a:lnTo>
                  <a:lnTo>
                    <a:pt x="925245" y="1980882"/>
                  </a:lnTo>
                  <a:close/>
                </a:path>
                <a:path w="984250" h="1981200">
                  <a:moveTo>
                    <a:pt x="984059" y="309714"/>
                  </a:moveTo>
                  <a:lnTo>
                    <a:pt x="963193" y="204050"/>
                  </a:lnTo>
                  <a:lnTo>
                    <a:pt x="944829" y="139420"/>
                  </a:lnTo>
                  <a:lnTo>
                    <a:pt x="918718" y="89395"/>
                  </a:lnTo>
                  <a:lnTo>
                    <a:pt x="874585" y="27508"/>
                  </a:lnTo>
                  <a:lnTo>
                    <a:pt x="817105" y="6629"/>
                  </a:lnTo>
                  <a:lnTo>
                    <a:pt x="789825" y="3924"/>
                  </a:lnTo>
                  <a:lnTo>
                    <a:pt x="822464" y="49326"/>
                  </a:lnTo>
                  <a:lnTo>
                    <a:pt x="881875" y="141859"/>
                  </a:lnTo>
                  <a:lnTo>
                    <a:pt x="940955" y="235826"/>
                  </a:lnTo>
                  <a:lnTo>
                    <a:pt x="971296" y="286004"/>
                  </a:lnTo>
                  <a:lnTo>
                    <a:pt x="982472" y="306082"/>
                  </a:lnTo>
                  <a:lnTo>
                    <a:pt x="984059" y="309714"/>
                  </a:lnTo>
                  <a:close/>
                </a:path>
              </a:pathLst>
            </a:custGeom>
            <a:solidFill>
              <a:srgbClr val="0A133B">
                <a:alpha val="42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773053" y="5575431"/>
              <a:ext cx="418465" cy="249554"/>
            </a:xfrm>
            <a:custGeom>
              <a:avLst/>
              <a:gdLst/>
              <a:ahLst/>
              <a:cxnLst/>
              <a:rect l="l" t="t" r="r" b="b"/>
              <a:pathLst>
                <a:path w="418465" h="249554">
                  <a:moveTo>
                    <a:pt x="2905" y="178779"/>
                  </a:moveTo>
                  <a:lnTo>
                    <a:pt x="731" y="201819"/>
                  </a:lnTo>
                  <a:lnTo>
                    <a:pt x="0" y="214472"/>
                  </a:lnTo>
                  <a:lnTo>
                    <a:pt x="705" y="221216"/>
                  </a:lnTo>
                  <a:lnTo>
                    <a:pt x="50307" y="244652"/>
                  </a:lnTo>
                  <a:lnTo>
                    <a:pt x="114073" y="249039"/>
                  </a:lnTo>
                  <a:lnTo>
                    <a:pt x="174951" y="245199"/>
                  </a:lnTo>
                  <a:lnTo>
                    <a:pt x="229523" y="236709"/>
                  </a:lnTo>
                  <a:lnTo>
                    <a:pt x="306069" y="220098"/>
                  </a:lnTo>
                  <a:lnTo>
                    <a:pt x="340392" y="215732"/>
                  </a:lnTo>
                  <a:lnTo>
                    <a:pt x="376946" y="213379"/>
                  </a:lnTo>
                  <a:lnTo>
                    <a:pt x="406008" y="211888"/>
                  </a:lnTo>
                  <a:lnTo>
                    <a:pt x="417856" y="210108"/>
                  </a:lnTo>
                  <a:lnTo>
                    <a:pt x="417983" y="201819"/>
                  </a:lnTo>
                  <a:lnTo>
                    <a:pt x="417975" y="186576"/>
                  </a:lnTo>
                  <a:lnTo>
                    <a:pt x="76830" y="186576"/>
                  </a:lnTo>
                  <a:lnTo>
                    <a:pt x="38384" y="184425"/>
                  </a:lnTo>
                  <a:lnTo>
                    <a:pt x="12431" y="180736"/>
                  </a:lnTo>
                  <a:lnTo>
                    <a:pt x="2905" y="178779"/>
                  </a:lnTo>
                  <a:close/>
                </a:path>
                <a:path w="418465" h="249554">
                  <a:moveTo>
                    <a:pt x="201310" y="147594"/>
                  </a:moveTo>
                  <a:lnTo>
                    <a:pt x="99949" y="147594"/>
                  </a:lnTo>
                  <a:lnTo>
                    <a:pt x="109210" y="149970"/>
                  </a:lnTo>
                  <a:lnTo>
                    <a:pt x="115131" y="160649"/>
                  </a:lnTo>
                  <a:lnTo>
                    <a:pt x="121216" y="182643"/>
                  </a:lnTo>
                  <a:lnTo>
                    <a:pt x="122022" y="183240"/>
                  </a:lnTo>
                  <a:lnTo>
                    <a:pt x="123833" y="183921"/>
                  </a:lnTo>
                  <a:lnTo>
                    <a:pt x="76830" y="186576"/>
                  </a:lnTo>
                  <a:lnTo>
                    <a:pt x="417975" y="186576"/>
                  </a:lnTo>
                  <a:lnTo>
                    <a:pt x="417932" y="176776"/>
                  </a:lnTo>
                  <a:lnTo>
                    <a:pt x="417449" y="168570"/>
                  </a:lnTo>
                  <a:lnTo>
                    <a:pt x="204868" y="168570"/>
                  </a:lnTo>
                  <a:lnTo>
                    <a:pt x="201310" y="147594"/>
                  </a:lnTo>
                  <a:close/>
                </a:path>
                <a:path w="418465" h="249554">
                  <a:moveTo>
                    <a:pt x="397632" y="46961"/>
                  </a:moveTo>
                  <a:lnTo>
                    <a:pt x="377512" y="46961"/>
                  </a:lnTo>
                  <a:lnTo>
                    <a:pt x="380912" y="47621"/>
                  </a:lnTo>
                  <a:lnTo>
                    <a:pt x="381704" y="50355"/>
                  </a:lnTo>
                  <a:lnTo>
                    <a:pt x="379580" y="57426"/>
                  </a:lnTo>
                  <a:lnTo>
                    <a:pt x="374234" y="71097"/>
                  </a:lnTo>
                  <a:lnTo>
                    <a:pt x="368233" y="89467"/>
                  </a:lnTo>
                  <a:lnTo>
                    <a:pt x="362470" y="111637"/>
                  </a:lnTo>
                  <a:lnTo>
                    <a:pt x="357657" y="132658"/>
                  </a:lnTo>
                  <a:lnTo>
                    <a:pt x="354507" y="147576"/>
                  </a:lnTo>
                  <a:lnTo>
                    <a:pt x="320128" y="151454"/>
                  </a:lnTo>
                  <a:lnTo>
                    <a:pt x="282181" y="156346"/>
                  </a:lnTo>
                  <a:lnTo>
                    <a:pt x="242987" y="162101"/>
                  </a:lnTo>
                  <a:lnTo>
                    <a:pt x="204868" y="168570"/>
                  </a:lnTo>
                  <a:lnTo>
                    <a:pt x="417449" y="168570"/>
                  </a:lnTo>
                  <a:lnTo>
                    <a:pt x="416637" y="154774"/>
                  </a:lnTo>
                  <a:lnTo>
                    <a:pt x="413217" y="143639"/>
                  </a:lnTo>
                  <a:lnTo>
                    <a:pt x="410577" y="114516"/>
                  </a:lnTo>
                  <a:lnTo>
                    <a:pt x="401602" y="65882"/>
                  </a:lnTo>
                  <a:lnTo>
                    <a:pt x="397632" y="46961"/>
                  </a:lnTo>
                  <a:close/>
                </a:path>
                <a:path w="418465" h="249554">
                  <a:moveTo>
                    <a:pt x="160482" y="114928"/>
                  </a:moveTo>
                  <a:lnTo>
                    <a:pt x="120093" y="132311"/>
                  </a:lnTo>
                  <a:lnTo>
                    <a:pt x="98647" y="141812"/>
                  </a:lnTo>
                  <a:lnTo>
                    <a:pt x="88959" y="146766"/>
                  </a:lnTo>
                  <a:lnTo>
                    <a:pt x="83845" y="150508"/>
                  </a:lnTo>
                  <a:lnTo>
                    <a:pt x="99949" y="147594"/>
                  </a:lnTo>
                  <a:lnTo>
                    <a:pt x="201310" y="147594"/>
                  </a:lnTo>
                  <a:lnTo>
                    <a:pt x="200899" y="145205"/>
                  </a:lnTo>
                  <a:lnTo>
                    <a:pt x="194935" y="131833"/>
                  </a:lnTo>
                  <a:lnTo>
                    <a:pt x="182850" y="123417"/>
                  </a:lnTo>
                  <a:lnTo>
                    <a:pt x="160482" y="114928"/>
                  </a:lnTo>
                  <a:close/>
                </a:path>
                <a:path w="418465" h="249554">
                  <a:moveTo>
                    <a:pt x="255369" y="2701"/>
                  </a:moveTo>
                  <a:lnTo>
                    <a:pt x="259934" y="50145"/>
                  </a:lnTo>
                  <a:lnTo>
                    <a:pt x="377512" y="46961"/>
                  </a:lnTo>
                  <a:lnTo>
                    <a:pt x="397632" y="46961"/>
                  </a:lnTo>
                  <a:lnTo>
                    <a:pt x="392020" y="20217"/>
                  </a:lnTo>
                  <a:lnTo>
                    <a:pt x="388529" y="4417"/>
                  </a:lnTo>
                  <a:lnTo>
                    <a:pt x="308024" y="4417"/>
                  </a:lnTo>
                  <a:lnTo>
                    <a:pt x="270984" y="3429"/>
                  </a:lnTo>
                  <a:lnTo>
                    <a:pt x="255369" y="2701"/>
                  </a:lnTo>
                  <a:close/>
                </a:path>
                <a:path w="418465" h="249554">
                  <a:moveTo>
                    <a:pt x="387553" y="0"/>
                  </a:moveTo>
                  <a:lnTo>
                    <a:pt x="351783" y="3872"/>
                  </a:lnTo>
                  <a:lnTo>
                    <a:pt x="308024" y="4417"/>
                  </a:lnTo>
                  <a:lnTo>
                    <a:pt x="388529" y="4417"/>
                  </a:lnTo>
                  <a:lnTo>
                    <a:pt x="387553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03119" y="5652953"/>
              <a:ext cx="202981" cy="168425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88969" y="5545476"/>
              <a:ext cx="129556" cy="75536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4072110" y="2375097"/>
            <a:ext cx="1548130" cy="3500120"/>
            <a:chOff x="14072110" y="2375097"/>
            <a:chExt cx="1548130" cy="3500120"/>
          </a:xfrm>
        </p:grpSpPr>
        <p:pic>
          <p:nvPicPr>
            <p:cNvPr id="23" name="object 2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072110" y="2375097"/>
              <a:ext cx="1530250" cy="349991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780467" y="2950004"/>
              <a:ext cx="688171" cy="947133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15062747" y="3408736"/>
              <a:ext cx="24130" cy="127635"/>
            </a:xfrm>
            <a:custGeom>
              <a:avLst/>
              <a:gdLst/>
              <a:ahLst/>
              <a:cxnLst/>
              <a:rect l="l" t="t" r="r" b="b"/>
              <a:pathLst>
                <a:path w="24130" h="127635">
                  <a:moveTo>
                    <a:pt x="23507" y="107848"/>
                  </a:moveTo>
                  <a:lnTo>
                    <a:pt x="18097" y="101917"/>
                  </a:lnTo>
                  <a:lnTo>
                    <a:pt x="11747" y="102196"/>
                  </a:lnTo>
                  <a:lnTo>
                    <a:pt x="5384" y="102489"/>
                  </a:lnTo>
                  <a:lnTo>
                    <a:pt x="0" y="107403"/>
                  </a:lnTo>
                  <a:lnTo>
                    <a:pt x="0" y="121704"/>
                  </a:lnTo>
                  <a:lnTo>
                    <a:pt x="5410" y="127635"/>
                  </a:lnTo>
                  <a:lnTo>
                    <a:pt x="18122" y="127063"/>
                  </a:lnTo>
                  <a:lnTo>
                    <a:pt x="23507" y="122148"/>
                  </a:lnTo>
                  <a:lnTo>
                    <a:pt x="23507" y="107848"/>
                  </a:lnTo>
                  <a:close/>
                </a:path>
                <a:path w="24130" h="127635">
                  <a:moveTo>
                    <a:pt x="23507" y="5930"/>
                  </a:moveTo>
                  <a:lnTo>
                    <a:pt x="18097" y="0"/>
                  </a:lnTo>
                  <a:lnTo>
                    <a:pt x="11747" y="292"/>
                  </a:lnTo>
                  <a:lnTo>
                    <a:pt x="5384" y="571"/>
                  </a:lnTo>
                  <a:lnTo>
                    <a:pt x="0" y="5473"/>
                  </a:lnTo>
                  <a:lnTo>
                    <a:pt x="0" y="19786"/>
                  </a:lnTo>
                  <a:lnTo>
                    <a:pt x="5410" y="25717"/>
                  </a:lnTo>
                  <a:lnTo>
                    <a:pt x="18122" y="25146"/>
                  </a:lnTo>
                  <a:lnTo>
                    <a:pt x="23507" y="20231"/>
                  </a:lnTo>
                  <a:lnTo>
                    <a:pt x="23507" y="5930"/>
                  </a:lnTo>
                  <a:close/>
                </a:path>
              </a:pathLst>
            </a:custGeom>
            <a:solidFill>
              <a:srgbClr val="3C27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4964601" y="2908217"/>
              <a:ext cx="281305" cy="189230"/>
            </a:xfrm>
            <a:custGeom>
              <a:avLst/>
              <a:gdLst/>
              <a:ahLst/>
              <a:cxnLst/>
              <a:rect l="l" t="t" r="r" b="b"/>
              <a:pathLst>
                <a:path w="281305" h="189230">
                  <a:moveTo>
                    <a:pt x="79692" y="88366"/>
                  </a:moveTo>
                  <a:lnTo>
                    <a:pt x="66040" y="68033"/>
                  </a:lnTo>
                  <a:lnTo>
                    <a:pt x="57442" y="53314"/>
                  </a:lnTo>
                  <a:lnTo>
                    <a:pt x="50266" y="37084"/>
                  </a:lnTo>
                  <a:lnTo>
                    <a:pt x="40881" y="12204"/>
                  </a:lnTo>
                  <a:lnTo>
                    <a:pt x="0" y="41795"/>
                  </a:lnTo>
                  <a:lnTo>
                    <a:pt x="4114" y="65557"/>
                  </a:lnTo>
                  <a:lnTo>
                    <a:pt x="16929" y="114909"/>
                  </a:lnTo>
                  <a:lnTo>
                    <a:pt x="30467" y="163690"/>
                  </a:lnTo>
                  <a:lnTo>
                    <a:pt x="36741" y="185762"/>
                  </a:lnTo>
                  <a:lnTo>
                    <a:pt x="46863" y="130606"/>
                  </a:lnTo>
                  <a:lnTo>
                    <a:pt x="54698" y="102082"/>
                  </a:lnTo>
                  <a:lnTo>
                    <a:pt x="64300" y="91046"/>
                  </a:lnTo>
                  <a:lnTo>
                    <a:pt x="79692" y="88366"/>
                  </a:lnTo>
                  <a:close/>
                </a:path>
                <a:path w="281305" h="189230">
                  <a:moveTo>
                    <a:pt x="280746" y="41795"/>
                  </a:moveTo>
                  <a:lnTo>
                    <a:pt x="276339" y="39458"/>
                  </a:lnTo>
                  <a:lnTo>
                    <a:pt x="268947" y="34328"/>
                  </a:lnTo>
                  <a:lnTo>
                    <a:pt x="223951" y="0"/>
                  </a:lnTo>
                  <a:lnTo>
                    <a:pt x="208407" y="25069"/>
                  </a:lnTo>
                  <a:lnTo>
                    <a:pt x="194983" y="42621"/>
                  </a:lnTo>
                  <a:lnTo>
                    <a:pt x="176276" y="60909"/>
                  </a:lnTo>
                  <a:lnTo>
                    <a:pt x="144868" y="88214"/>
                  </a:lnTo>
                  <a:lnTo>
                    <a:pt x="169519" y="90944"/>
                  </a:lnTo>
                  <a:lnTo>
                    <a:pt x="182219" y="102362"/>
                  </a:lnTo>
                  <a:lnTo>
                    <a:pt x="187020" y="131927"/>
                  </a:lnTo>
                  <a:lnTo>
                    <a:pt x="187960" y="189090"/>
                  </a:lnTo>
                  <a:lnTo>
                    <a:pt x="203339" y="166497"/>
                  </a:lnTo>
                  <a:lnTo>
                    <a:pt x="236702" y="116560"/>
                  </a:lnTo>
                  <a:lnTo>
                    <a:pt x="268897" y="66078"/>
                  </a:lnTo>
                  <a:lnTo>
                    <a:pt x="280746" y="41795"/>
                  </a:lnTo>
                  <a:close/>
                </a:path>
              </a:pathLst>
            </a:custGeom>
            <a:solidFill>
              <a:srgbClr val="FFE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4945067" y="2662210"/>
              <a:ext cx="299085" cy="252095"/>
            </a:xfrm>
            <a:custGeom>
              <a:avLst/>
              <a:gdLst/>
              <a:ahLst/>
              <a:cxnLst/>
              <a:rect l="l" t="t" r="r" b="b"/>
              <a:pathLst>
                <a:path w="299084" h="252094">
                  <a:moveTo>
                    <a:pt x="0" y="14879"/>
                  </a:moveTo>
                  <a:lnTo>
                    <a:pt x="2716" y="34049"/>
                  </a:lnTo>
                  <a:lnTo>
                    <a:pt x="4372" y="47378"/>
                  </a:lnTo>
                  <a:lnTo>
                    <a:pt x="5646" y="61111"/>
                  </a:lnTo>
                  <a:lnTo>
                    <a:pt x="7214" y="81494"/>
                  </a:lnTo>
                  <a:lnTo>
                    <a:pt x="9749" y="105902"/>
                  </a:lnTo>
                  <a:lnTo>
                    <a:pt x="13872" y="127602"/>
                  </a:lnTo>
                  <a:lnTo>
                    <a:pt x="20176" y="146676"/>
                  </a:lnTo>
                  <a:lnTo>
                    <a:pt x="29255" y="163209"/>
                  </a:lnTo>
                  <a:lnTo>
                    <a:pt x="36016" y="175696"/>
                  </a:lnTo>
                  <a:lnTo>
                    <a:pt x="54143" y="209733"/>
                  </a:lnTo>
                  <a:lnTo>
                    <a:pt x="93963" y="244319"/>
                  </a:lnTo>
                  <a:lnTo>
                    <a:pt x="121275" y="252025"/>
                  </a:lnTo>
                  <a:lnTo>
                    <a:pt x="149798" y="251274"/>
                  </a:lnTo>
                  <a:lnTo>
                    <a:pt x="177397" y="242044"/>
                  </a:lnTo>
                  <a:lnTo>
                    <a:pt x="200485" y="229415"/>
                  </a:lnTo>
                  <a:lnTo>
                    <a:pt x="225663" y="212014"/>
                  </a:lnTo>
                  <a:lnTo>
                    <a:pt x="248761" y="190089"/>
                  </a:lnTo>
                  <a:lnTo>
                    <a:pt x="146904" y="190089"/>
                  </a:lnTo>
                  <a:lnTo>
                    <a:pt x="146581" y="189993"/>
                  </a:lnTo>
                  <a:lnTo>
                    <a:pt x="99655" y="189993"/>
                  </a:lnTo>
                  <a:lnTo>
                    <a:pt x="93970" y="186777"/>
                  </a:lnTo>
                  <a:lnTo>
                    <a:pt x="87077" y="180462"/>
                  </a:lnTo>
                  <a:lnTo>
                    <a:pt x="80206" y="171366"/>
                  </a:lnTo>
                  <a:lnTo>
                    <a:pt x="75063" y="161137"/>
                  </a:lnTo>
                  <a:lnTo>
                    <a:pt x="73472" y="151995"/>
                  </a:lnTo>
                  <a:lnTo>
                    <a:pt x="76874" y="145115"/>
                  </a:lnTo>
                  <a:lnTo>
                    <a:pt x="86709" y="141671"/>
                  </a:lnTo>
                  <a:lnTo>
                    <a:pt x="98318" y="140007"/>
                  </a:lnTo>
                  <a:lnTo>
                    <a:pt x="106276" y="138093"/>
                  </a:lnTo>
                  <a:lnTo>
                    <a:pt x="110854" y="136515"/>
                  </a:lnTo>
                  <a:lnTo>
                    <a:pt x="112321" y="135859"/>
                  </a:lnTo>
                  <a:lnTo>
                    <a:pt x="285179" y="135859"/>
                  </a:lnTo>
                  <a:lnTo>
                    <a:pt x="287154" y="131064"/>
                  </a:lnTo>
                  <a:lnTo>
                    <a:pt x="42909" y="131064"/>
                  </a:lnTo>
                  <a:lnTo>
                    <a:pt x="38852" y="122552"/>
                  </a:lnTo>
                  <a:lnTo>
                    <a:pt x="33229" y="109156"/>
                  </a:lnTo>
                  <a:lnTo>
                    <a:pt x="26412" y="93477"/>
                  </a:lnTo>
                  <a:lnTo>
                    <a:pt x="18491" y="77474"/>
                  </a:lnTo>
                  <a:lnTo>
                    <a:pt x="10897" y="59070"/>
                  </a:lnTo>
                  <a:lnTo>
                    <a:pt x="5063" y="38511"/>
                  </a:lnTo>
                  <a:lnTo>
                    <a:pt x="1321" y="21785"/>
                  </a:lnTo>
                  <a:lnTo>
                    <a:pt x="0" y="14879"/>
                  </a:lnTo>
                  <a:close/>
                </a:path>
                <a:path w="299084" h="252094">
                  <a:moveTo>
                    <a:pt x="285179" y="135859"/>
                  </a:moveTo>
                  <a:lnTo>
                    <a:pt x="112321" y="135859"/>
                  </a:lnTo>
                  <a:lnTo>
                    <a:pt x="124710" y="138708"/>
                  </a:lnTo>
                  <a:lnTo>
                    <a:pt x="132900" y="140353"/>
                  </a:lnTo>
                  <a:lnTo>
                    <a:pt x="140546" y="141418"/>
                  </a:lnTo>
                  <a:lnTo>
                    <a:pt x="151304" y="142529"/>
                  </a:lnTo>
                  <a:lnTo>
                    <a:pt x="164225" y="144539"/>
                  </a:lnTo>
                  <a:lnTo>
                    <a:pt x="175136" y="147470"/>
                  </a:lnTo>
                  <a:lnTo>
                    <a:pt x="182826" y="150682"/>
                  </a:lnTo>
                  <a:lnTo>
                    <a:pt x="186088" y="153534"/>
                  </a:lnTo>
                  <a:lnTo>
                    <a:pt x="185829" y="156789"/>
                  </a:lnTo>
                  <a:lnTo>
                    <a:pt x="155863" y="189525"/>
                  </a:lnTo>
                  <a:lnTo>
                    <a:pt x="146904" y="190089"/>
                  </a:lnTo>
                  <a:lnTo>
                    <a:pt x="248761" y="190089"/>
                  </a:lnTo>
                  <a:lnTo>
                    <a:pt x="251242" y="187734"/>
                  </a:lnTo>
                  <a:lnTo>
                    <a:pt x="275530" y="154466"/>
                  </a:lnTo>
                  <a:lnTo>
                    <a:pt x="283471" y="140007"/>
                  </a:lnTo>
                  <a:lnTo>
                    <a:pt x="285179" y="135859"/>
                  </a:lnTo>
                  <a:close/>
                </a:path>
                <a:path w="299084" h="252094">
                  <a:moveTo>
                    <a:pt x="129158" y="185114"/>
                  </a:moveTo>
                  <a:lnTo>
                    <a:pt x="115189" y="186318"/>
                  </a:lnTo>
                  <a:lnTo>
                    <a:pt x="107797" y="187207"/>
                  </a:lnTo>
                  <a:lnTo>
                    <a:pt x="104521" y="188220"/>
                  </a:lnTo>
                  <a:lnTo>
                    <a:pt x="102897" y="189795"/>
                  </a:lnTo>
                  <a:lnTo>
                    <a:pt x="99655" y="189993"/>
                  </a:lnTo>
                  <a:lnTo>
                    <a:pt x="146581" y="189993"/>
                  </a:lnTo>
                  <a:lnTo>
                    <a:pt x="142173" y="188685"/>
                  </a:lnTo>
                  <a:lnTo>
                    <a:pt x="140027" y="186015"/>
                  </a:lnTo>
                  <a:lnTo>
                    <a:pt x="129158" y="185114"/>
                  </a:lnTo>
                  <a:close/>
                </a:path>
                <a:path w="299084" h="252094">
                  <a:moveTo>
                    <a:pt x="109096" y="118101"/>
                  </a:moveTo>
                  <a:lnTo>
                    <a:pt x="62851" y="124972"/>
                  </a:lnTo>
                  <a:lnTo>
                    <a:pt x="42909" y="131064"/>
                  </a:lnTo>
                  <a:lnTo>
                    <a:pt x="287154" y="131064"/>
                  </a:lnTo>
                  <a:lnTo>
                    <a:pt x="287585" y="130016"/>
                  </a:lnTo>
                  <a:lnTo>
                    <a:pt x="204548" y="130016"/>
                  </a:lnTo>
                  <a:lnTo>
                    <a:pt x="184593" y="126257"/>
                  </a:lnTo>
                  <a:lnTo>
                    <a:pt x="112321" y="126257"/>
                  </a:lnTo>
                  <a:lnTo>
                    <a:pt x="109096" y="118101"/>
                  </a:lnTo>
                  <a:close/>
                </a:path>
                <a:path w="299084" h="252094">
                  <a:moveTo>
                    <a:pt x="296891" y="0"/>
                  </a:moveTo>
                  <a:lnTo>
                    <a:pt x="277690" y="17967"/>
                  </a:lnTo>
                  <a:lnTo>
                    <a:pt x="266143" y="31987"/>
                  </a:lnTo>
                  <a:lnTo>
                    <a:pt x="257620" y="49287"/>
                  </a:lnTo>
                  <a:lnTo>
                    <a:pt x="247489" y="77097"/>
                  </a:lnTo>
                  <a:lnTo>
                    <a:pt x="238110" y="93673"/>
                  </a:lnTo>
                  <a:lnTo>
                    <a:pt x="224611" y="109263"/>
                  </a:lnTo>
                  <a:lnTo>
                    <a:pt x="211978" y="121839"/>
                  </a:lnTo>
                  <a:lnTo>
                    <a:pt x="204548" y="130016"/>
                  </a:lnTo>
                  <a:lnTo>
                    <a:pt x="287585" y="130016"/>
                  </a:lnTo>
                  <a:lnTo>
                    <a:pt x="289915" y="124358"/>
                  </a:lnTo>
                  <a:lnTo>
                    <a:pt x="294717" y="105791"/>
                  </a:lnTo>
                  <a:lnTo>
                    <a:pt x="297655" y="82761"/>
                  </a:lnTo>
                  <a:lnTo>
                    <a:pt x="298494" y="59070"/>
                  </a:lnTo>
                  <a:lnTo>
                    <a:pt x="298386" y="38511"/>
                  </a:lnTo>
                  <a:lnTo>
                    <a:pt x="298243" y="28486"/>
                  </a:lnTo>
                  <a:lnTo>
                    <a:pt x="297374" y="8095"/>
                  </a:lnTo>
                  <a:lnTo>
                    <a:pt x="296891" y="0"/>
                  </a:lnTo>
                  <a:close/>
                </a:path>
                <a:path w="299084" h="252094">
                  <a:moveTo>
                    <a:pt x="132208" y="118991"/>
                  </a:moveTo>
                  <a:lnTo>
                    <a:pt x="119716" y="121201"/>
                  </a:lnTo>
                  <a:lnTo>
                    <a:pt x="113809" y="124537"/>
                  </a:lnTo>
                  <a:lnTo>
                    <a:pt x="112321" y="126257"/>
                  </a:lnTo>
                  <a:lnTo>
                    <a:pt x="184593" y="126257"/>
                  </a:lnTo>
                  <a:lnTo>
                    <a:pt x="162595" y="122217"/>
                  </a:lnTo>
                  <a:lnTo>
                    <a:pt x="153450" y="120645"/>
                  </a:lnTo>
                  <a:lnTo>
                    <a:pt x="132208" y="118991"/>
                  </a:lnTo>
                  <a:close/>
                </a:path>
              </a:pathLst>
            </a:custGeom>
            <a:solidFill>
              <a:srgbClr val="DDA1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932546" y="2706693"/>
              <a:ext cx="335280" cy="37465"/>
            </a:xfrm>
            <a:custGeom>
              <a:avLst/>
              <a:gdLst/>
              <a:ahLst/>
              <a:cxnLst/>
              <a:rect l="l" t="t" r="r" b="b"/>
              <a:pathLst>
                <a:path w="335280" h="37464">
                  <a:moveTo>
                    <a:pt x="15341" y="21412"/>
                  </a:moveTo>
                  <a:lnTo>
                    <a:pt x="11811" y="16586"/>
                  </a:lnTo>
                  <a:lnTo>
                    <a:pt x="7670" y="16827"/>
                  </a:lnTo>
                  <a:lnTo>
                    <a:pt x="3517" y="17056"/>
                  </a:lnTo>
                  <a:lnTo>
                    <a:pt x="0" y="21056"/>
                  </a:lnTo>
                  <a:lnTo>
                    <a:pt x="0" y="32092"/>
                  </a:lnTo>
                  <a:lnTo>
                    <a:pt x="3517" y="36918"/>
                  </a:lnTo>
                  <a:lnTo>
                    <a:pt x="11823" y="36449"/>
                  </a:lnTo>
                  <a:lnTo>
                    <a:pt x="15341" y="32448"/>
                  </a:lnTo>
                  <a:lnTo>
                    <a:pt x="15341" y="21412"/>
                  </a:lnTo>
                  <a:close/>
                </a:path>
                <a:path w="335280" h="37464">
                  <a:moveTo>
                    <a:pt x="335064" y="4826"/>
                  </a:moveTo>
                  <a:lnTo>
                    <a:pt x="330631" y="0"/>
                  </a:lnTo>
                  <a:lnTo>
                    <a:pt x="325424" y="228"/>
                  </a:lnTo>
                  <a:lnTo>
                    <a:pt x="320217" y="457"/>
                  </a:lnTo>
                  <a:lnTo>
                    <a:pt x="315798" y="4457"/>
                  </a:lnTo>
                  <a:lnTo>
                    <a:pt x="315798" y="15494"/>
                  </a:lnTo>
                  <a:lnTo>
                    <a:pt x="320217" y="20320"/>
                  </a:lnTo>
                  <a:lnTo>
                    <a:pt x="330644" y="19850"/>
                  </a:lnTo>
                  <a:lnTo>
                    <a:pt x="335064" y="15862"/>
                  </a:lnTo>
                  <a:lnTo>
                    <a:pt x="335064" y="4826"/>
                  </a:lnTo>
                  <a:close/>
                </a:path>
              </a:pathLst>
            </a:custGeom>
            <a:solidFill>
              <a:srgbClr val="1746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049380" y="3530739"/>
              <a:ext cx="554355" cy="283210"/>
            </a:xfrm>
            <a:custGeom>
              <a:avLst/>
              <a:gdLst/>
              <a:ahLst/>
              <a:cxnLst/>
              <a:rect l="l" t="t" r="r" b="b"/>
              <a:pathLst>
                <a:path w="554355" h="283210">
                  <a:moveTo>
                    <a:pt x="468713" y="0"/>
                  </a:moveTo>
                  <a:lnTo>
                    <a:pt x="424945" y="16004"/>
                  </a:lnTo>
                  <a:lnTo>
                    <a:pt x="355215" y="48903"/>
                  </a:lnTo>
                  <a:lnTo>
                    <a:pt x="311803" y="70445"/>
                  </a:lnTo>
                  <a:lnTo>
                    <a:pt x="210254" y="121229"/>
                  </a:lnTo>
                  <a:lnTo>
                    <a:pt x="153067" y="149476"/>
                  </a:lnTo>
                  <a:lnTo>
                    <a:pt x="92239" y="178965"/>
                  </a:lnTo>
                  <a:lnTo>
                    <a:pt x="28244" y="209197"/>
                  </a:lnTo>
                  <a:lnTo>
                    <a:pt x="0" y="233999"/>
                  </a:lnTo>
                  <a:lnTo>
                    <a:pt x="1159" y="259301"/>
                  </a:lnTo>
                  <a:lnTo>
                    <a:pt x="17463" y="278053"/>
                  </a:lnTo>
                  <a:lnTo>
                    <a:pt x="34653" y="283206"/>
                  </a:lnTo>
                  <a:lnTo>
                    <a:pt x="74237" y="271870"/>
                  </a:lnTo>
                  <a:lnTo>
                    <a:pt x="118138" y="260647"/>
                  </a:lnTo>
                  <a:lnTo>
                    <a:pt x="215332" y="236889"/>
                  </a:lnTo>
                  <a:lnTo>
                    <a:pt x="266847" y="223529"/>
                  </a:lnTo>
                  <a:lnTo>
                    <a:pt x="319122" y="208634"/>
                  </a:lnTo>
                  <a:lnTo>
                    <a:pt x="371266" y="191790"/>
                  </a:lnTo>
                  <a:lnTo>
                    <a:pt x="422392" y="172587"/>
                  </a:lnTo>
                  <a:lnTo>
                    <a:pt x="471610" y="150611"/>
                  </a:lnTo>
                  <a:lnTo>
                    <a:pt x="518031" y="125451"/>
                  </a:lnTo>
                  <a:lnTo>
                    <a:pt x="552227" y="90647"/>
                  </a:lnTo>
                  <a:lnTo>
                    <a:pt x="553978" y="54898"/>
                  </a:lnTo>
                  <a:lnTo>
                    <a:pt x="533698" y="24007"/>
                  </a:lnTo>
                  <a:lnTo>
                    <a:pt x="501805" y="3773"/>
                  </a:lnTo>
                  <a:lnTo>
                    <a:pt x="468713" y="0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805619" y="3696983"/>
              <a:ext cx="314372" cy="116844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4826372" y="3268727"/>
              <a:ext cx="633095" cy="497205"/>
            </a:xfrm>
            <a:custGeom>
              <a:avLst/>
              <a:gdLst/>
              <a:ahLst/>
              <a:cxnLst/>
              <a:rect l="l" t="t" r="r" b="b"/>
              <a:pathLst>
                <a:path w="633094" h="497204">
                  <a:moveTo>
                    <a:pt x="533355" y="0"/>
                  </a:moveTo>
                  <a:lnTo>
                    <a:pt x="33622" y="72196"/>
                  </a:lnTo>
                  <a:lnTo>
                    <a:pt x="787" y="100983"/>
                  </a:lnTo>
                  <a:lnTo>
                    <a:pt x="0" y="116415"/>
                  </a:lnTo>
                  <a:lnTo>
                    <a:pt x="53862" y="464059"/>
                  </a:lnTo>
                  <a:lnTo>
                    <a:pt x="59299" y="478604"/>
                  </a:lnTo>
                  <a:lnTo>
                    <a:pt x="69686" y="489621"/>
                  </a:lnTo>
                  <a:lnTo>
                    <a:pt x="83556" y="496055"/>
                  </a:lnTo>
                  <a:lnTo>
                    <a:pt x="99441" y="496853"/>
                  </a:lnTo>
                  <a:lnTo>
                    <a:pt x="599144" y="424657"/>
                  </a:lnTo>
                  <a:lnTo>
                    <a:pt x="614092" y="419407"/>
                  </a:lnTo>
                  <a:lnTo>
                    <a:pt x="625405" y="409334"/>
                  </a:lnTo>
                  <a:lnTo>
                    <a:pt x="631997" y="395863"/>
                  </a:lnTo>
                  <a:lnTo>
                    <a:pt x="632787" y="380417"/>
                  </a:lnTo>
                  <a:lnTo>
                    <a:pt x="578914" y="32784"/>
                  </a:lnTo>
                  <a:lnTo>
                    <a:pt x="573484" y="18245"/>
                  </a:lnTo>
                  <a:lnTo>
                    <a:pt x="563104" y="7231"/>
                  </a:lnTo>
                  <a:lnTo>
                    <a:pt x="549239" y="797"/>
                  </a:lnTo>
                  <a:lnTo>
                    <a:pt x="533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4878324" y="3546952"/>
              <a:ext cx="21590" cy="21590"/>
            </a:xfrm>
            <a:custGeom>
              <a:avLst/>
              <a:gdLst/>
              <a:ahLst/>
              <a:cxnLst/>
              <a:rect l="l" t="t" r="r" b="b"/>
              <a:pathLst>
                <a:path w="21590" h="21589">
                  <a:moveTo>
                    <a:pt x="8910" y="0"/>
                  </a:moveTo>
                  <a:lnTo>
                    <a:pt x="1508" y="4462"/>
                  </a:lnTo>
                  <a:lnTo>
                    <a:pt x="0" y="12146"/>
                  </a:lnTo>
                  <a:lnTo>
                    <a:pt x="3768" y="19068"/>
                  </a:lnTo>
                  <a:lnTo>
                    <a:pt x="12198" y="21245"/>
                  </a:lnTo>
                  <a:lnTo>
                    <a:pt x="19586" y="16783"/>
                  </a:lnTo>
                  <a:lnTo>
                    <a:pt x="21093" y="9099"/>
                  </a:lnTo>
                  <a:lnTo>
                    <a:pt x="17331" y="2176"/>
                  </a:lnTo>
                  <a:lnTo>
                    <a:pt x="891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910957" y="3702003"/>
              <a:ext cx="195637" cy="70624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5073431" y="3527233"/>
              <a:ext cx="502284" cy="292100"/>
            </a:xfrm>
            <a:custGeom>
              <a:avLst/>
              <a:gdLst/>
              <a:ahLst/>
              <a:cxnLst/>
              <a:rect l="l" t="t" r="r" b="b"/>
              <a:pathLst>
                <a:path w="502284" h="292100">
                  <a:moveTo>
                    <a:pt x="413350" y="0"/>
                  </a:moveTo>
                  <a:lnTo>
                    <a:pt x="384791" y="16186"/>
                  </a:lnTo>
                  <a:lnTo>
                    <a:pt x="332560" y="43142"/>
                  </a:lnTo>
                  <a:lnTo>
                    <a:pt x="218217" y="100275"/>
                  </a:lnTo>
                  <a:lnTo>
                    <a:pt x="3320" y="206988"/>
                  </a:lnTo>
                  <a:lnTo>
                    <a:pt x="0" y="236085"/>
                  </a:lnTo>
                  <a:lnTo>
                    <a:pt x="1845" y="254586"/>
                  </a:lnTo>
                  <a:lnTo>
                    <a:pt x="11515" y="270413"/>
                  </a:lnTo>
                  <a:lnTo>
                    <a:pt x="31665" y="291488"/>
                  </a:lnTo>
                  <a:lnTo>
                    <a:pt x="84346" y="276229"/>
                  </a:lnTo>
                  <a:lnTo>
                    <a:pt x="208154" y="239238"/>
                  </a:lnTo>
                  <a:lnTo>
                    <a:pt x="351741" y="193696"/>
                  </a:lnTo>
                  <a:lnTo>
                    <a:pt x="463756" y="152780"/>
                  </a:lnTo>
                  <a:lnTo>
                    <a:pt x="496140" y="125427"/>
                  </a:lnTo>
                  <a:lnTo>
                    <a:pt x="502168" y="89576"/>
                  </a:lnTo>
                  <a:lnTo>
                    <a:pt x="489371" y="52167"/>
                  </a:lnTo>
                  <a:lnTo>
                    <a:pt x="465281" y="20140"/>
                  </a:lnTo>
                  <a:lnTo>
                    <a:pt x="437430" y="438"/>
                  </a:lnTo>
                  <a:lnTo>
                    <a:pt x="413350" y="0"/>
                  </a:lnTo>
                  <a:close/>
                </a:path>
              </a:pathLst>
            </a:custGeom>
            <a:solidFill>
              <a:srgbClr val="FFE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5266045" y="3436964"/>
              <a:ext cx="354330" cy="330835"/>
            </a:xfrm>
            <a:custGeom>
              <a:avLst/>
              <a:gdLst/>
              <a:ahLst/>
              <a:cxnLst/>
              <a:rect l="l" t="t" r="r" b="b"/>
              <a:pathLst>
                <a:path w="354330" h="330835">
                  <a:moveTo>
                    <a:pt x="272576" y="89"/>
                  </a:moveTo>
                  <a:lnTo>
                    <a:pt x="230500" y="11282"/>
                  </a:lnTo>
                  <a:lnTo>
                    <a:pt x="189072" y="74971"/>
                  </a:lnTo>
                  <a:lnTo>
                    <a:pt x="173549" y="106740"/>
                  </a:lnTo>
                  <a:lnTo>
                    <a:pt x="148680" y="128159"/>
                  </a:lnTo>
                  <a:lnTo>
                    <a:pt x="96738" y="148976"/>
                  </a:lnTo>
                  <a:lnTo>
                    <a:pt x="0" y="178936"/>
                  </a:lnTo>
                  <a:lnTo>
                    <a:pt x="1197" y="208484"/>
                  </a:lnTo>
                  <a:lnTo>
                    <a:pt x="9107" y="234147"/>
                  </a:lnTo>
                  <a:lnTo>
                    <a:pt x="30488" y="270156"/>
                  </a:lnTo>
                  <a:lnTo>
                    <a:pt x="72102" y="330743"/>
                  </a:lnTo>
                  <a:lnTo>
                    <a:pt x="87647" y="328816"/>
                  </a:lnTo>
                  <a:lnTo>
                    <a:pt x="188598" y="292331"/>
                  </a:lnTo>
                  <a:lnTo>
                    <a:pt x="320597" y="240934"/>
                  </a:lnTo>
                  <a:lnTo>
                    <a:pt x="349033" y="199919"/>
                  </a:lnTo>
                  <a:lnTo>
                    <a:pt x="353967" y="171937"/>
                  </a:lnTo>
                  <a:lnTo>
                    <a:pt x="353531" y="141309"/>
                  </a:lnTo>
                  <a:lnTo>
                    <a:pt x="339010" y="79121"/>
                  </a:lnTo>
                  <a:lnTo>
                    <a:pt x="310386" y="27375"/>
                  </a:lnTo>
                  <a:lnTo>
                    <a:pt x="292322" y="9799"/>
                  </a:lnTo>
                  <a:lnTo>
                    <a:pt x="272576" y="89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220748" y="3591520"/>
              <a:ext cx="166292" cy="206150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7234351" y="7105891"/>
            <a:ext cx="2348230" cy="3086735"/>
            <a:chOff x="7234351" y="7105891"/>
            <a:chExt cx="2348230" cy="3086735"/>
          </a:xfrm>
        </p:grpSpPr>
        <p:pic>
          <p:nvPicPr>
            <p:cNvPr id="38" name="object 38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51445" y="7584665"/>
              <a:ext cx="2203342" cy="2607335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785876" y="7671307"/>
              <a:ext cx="893827" cy="1086699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234351" y="7105891"/>
              <a:ext cx="2348190" cy="2990385"/>
            </a:xfrm>
            <a:prstGeom prst="rect">
              <a:avLst/>
            </a:prstGeom>
          </p:spPr>
        </p:pic>
      </p:grpSp>
      <p:pic>
        <p:nvPicPr>
          <p:cNvPr id="41" name="object 4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392464" y="6660212"/>
            <a:ext cx="1669125" cy="3660381"/>
          </a:xfrm>
          <a:prstGeom prst="rect">
            <a:avLst/>
          </a:prstGeom>
        </p:spPr>
      </p:pic>
      <p:grpSp>
        <p:nvGrpSpPr>
          <p:cNvPr id="42" name="object 42" descr=""/>
          <p:cNvGrpSpPr/>
          <p:nvPr/>
        </p:nvGrpSpPr>
        <p:grpSpPr>
          <a:xfrm>
            <a:off x="10004194" y="6983641"/>
            <a:ext cx="1200785" cy="3208655"/>
            <a:chOff x="10004194" y="6983641"/>
            <a:chExt cx="1200785" cy="3208655"/>
          </a:xfrm>
        </p:grpSpPr>
        <p:pic>
          <p:nvPicPr>
            <p:cNvPr id="43" name="object 4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004194" y="6983641"/>
              <a:ext cx="1200285" cy="3163754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076092" y="8759679"/>
              <a:ext cx="476594" cy="573678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10076092" y="8759679"/>
              <a:ext cx="476884" cy="574040"/>
            </a:xfrm>
            <a:custGeom>
              <a:avLst/>
              <a:gdLst/>
              <a:ahLst/>
              <a:cxnLst/>
              <a:rect l="l" t="t" r="r" b="b"/>
              <a:pathLst>
                <a:path w="476884" h="574040">
                  <a:moveTo>
                    <a:pt x="435044" y="0"/>
                  </a:moveTo>
                  <a:lnTo>
                    <a:pt x="38249" y="0"/>
                  </a:lnTo>
                  <a:lnTo>
                    <a:pt x="31632" y="5141"/>
                  </a:lnTo>
                  <a:lnTo>
                    <a:pt x="29140" y="12627"/>
                  </a:lnTo>
                  <a:lnTo>
                    <a:pt x="28627" y="14292"/>
                  </a:lnTo>
                  <a:lnTo>
                    <a:pt x="28271" y="16030"/>
                  </a:lnTo>
                  <a:lnTo>
                    <a:pt x="28271" y="20009"/>
                  </a:lnTo>
                  <a:lnTo>
                    <a:pt x="25375" y="45542"/>
                  </a:lnTo>
                  <a:lnTo>
                    <a:pt x="21086" y="85697"/>
                  </a:lnTo>
                  <a:lnTo>
                    <a:pt x="16011" y="137121"/>
                  </a:lnTo>
                  <a:lnTo>
                    <a:pt x="10757" y="196457"/>
                  </a:lnTo>
                  <a:lnTo>
                    <a:pt x="5933" y="260350"/>
                  </a:lnTo>
                  <a:lnTo>
                    <a:pt x="2144" y="325447"/>
                  </a:lnTo>
                  <a:lnTo>
                    <a:pt x="0" y="388391"/>
                  </a:lnTo>
                  <a:lnTo>
                    <a:pt x="106" y="445828"/>
                  </a:lnTo>
                  <a:lnTo>
                    <a:pt x="3072" y="494402"/>
                  </a:lnTo>
                  <a:lnTo>
                    <a:pt x="20009" y="551543"/>
                  </a:lnTo>
                  <a:lnTo>
                    <a:pt x="98159" y="571987"/>
                  </a:lnTo>
                  <a:lnTo>
                    <a:pt x="158627" y="573553"/>
                  </a:lnTo>
                  <a:lnTo>
                    <a:pt x="227793" y="573678"/>
                  </a:lnTo>
                  <a:lnTo>
                    <a:pt x="289960" y="573541"/>
                  </a:lnTo>
                  <a:lnTo>
                    <a:pt x="347083" y="571581"/>
                  </a:lnTo>
                  <a:lnTo>
                    <a:pt x="395964" y="566761"/>
                  </a:lnTo>
                  <a:lnTo>
                    <a:pt x="433408" y="558044"/>
                  </a:lnTo>
                  <a:lnTo>
                    <a:pt x="467550" y="520337"/>
                  </a:lnTo>
                  <a:lnTo>
                    <a:pt x="474095" y="482206"/>
                  </a:lnTo>
                  <a:lnTo>
                    <a:pt x="476594" y="433184"/>
                  </a:lnTo>
                  <a:lnTo>
                    <a:pt x="475787" y="376457"/>
                  </a:lnTo>
                  <a:lnTo>
                    <a:pt x="472415" y="315210"/>
                  </a:lnTo>
                  <a:lnTo>
                    <a:pt x="467221" y="252628"/>
                  </a:lnTo>
                  <a:lnTo>
                    <a:pt x="460945" y="191898"/>
                  </a:lnTo>
                  <a:lnTo>
                    <a:pt x="454330" y="136204"/>
                  </a:lnTo>
                  <a:lnTo>
                    <a:pt x="448115" y="88732"/>
                  </a:lnTo>
                  <a:lnTo>
                    <a:pt x="443043" y="52668"/>
                  </a:lnTo>
                  <a:lnTo>
                    <a:pt x="443043" y="7999"/>
                  </a:lnTo>
                  <a:lnTo>
                    <a:pt x="43504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0098077" y="8753396"/>
              <a:ext cx="427355" cy="284480"/>
            </a:xfrm>
            <a:custGeom>
              <a:avLst/>
              <a:gdLst/>
              <a:ahLst/>
              <a:cxnLst/>
              <a:rect l="l" t="t" r="r" b="b"/>
              <a:pathLst>
                <a:path w="427354" h="284479">
                  <a:moveTo>
                    <a:pt x="403191" y="0"/>
                  </a:moveTo>
                  <a:lnTo>
                    <a:pt x="24145" y="0"/>
                  </a:lnTo>
                  <a:lnTo>
                    <a:pt x="14758" y="1899"/>
                  </a:lnTo>
                  <a:lnTo>
                    <a:pt x="7082" y="7078"/>
                  </a:lnTo>
                  <a:lnTo>
                    <a:pt x="1901" y="14754"/>
                  </a:lnTo>
                  <a:lnTo>
                    <a:pt x="0" y="24145"/>
                  </a:lnTo>
                  <a:lnTo>
                    <a:pt x="0" y="205061"/>
                  </a:lnTo>
                  <a:lnTo>
                    <a:pt x="6244" y="235912"/>
                  </a:lnTo>
                  <a:lnTo>
                    <a:pt x="23263" y="261130"/>
                  </a:lnTo>
                  <a:lnTo>
                    <a:pt x="48485" y="278146"/>
                  </a:lnTo>
                  <a:lnTo>
                    <a:pt x="79337" y="284389"/>
                  </a:lnTo>
                  <a:lnTo>
                    <a:pt x="348010" y="284389"/>
                  </a:lnTo>
                  <a:lnTo>
                    <a:pt x="378856" y="278146"/>
                  </a:lnTo>
                  <a:lnTo>
                    <a:pt x="404075" y="261130"/>
                  </a:lnTo>
                  <a:lnTo>
                    <a:pt x="421093" y="235912"/>
                  </a:lnTo>
                  <a:lnTo>
                    <a:pt x="427337" y="205061"/>
                  </a:lnTo>
                  <a:lnTo>
                    <a:pt x="427337" y="24145"/>
                  </a:lnTo>
                  <a:lnTo>
                    <a:pt x="425437" y="14754"/>
                  </a:lnTo>
                  <a:lnTo>
                    <a:pt x="420259" y="7078"/>
                  </a:lnTo>
                  <a:lnTo>
                    <a:pt x="412583" y="1899"/>
                  </a:lnTo>
                  <a:lnTo>
                    <a:pt x="4031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091794" y="8747111"/>
              <a:ext cx="440055" cy="297180"/>
            </a:xfrm>
            <a:custGeom>
              <a:avLst/>
              <a:gdLst/>
              <a:ahLst/>
              <a:cxnLst/>
              <a:rect l="l" t="t" r="r" b="b"/>
              <a:pathLst>
                <a:path w="440054" h="297179">
                  <a:moveTo>
                    <a:pt x="409474" y="0"/>
                  </a:moveTo>
                  <a:lnTo>
                    <a:pt x="30438" y="0"/>
                  </a:lnTo>
                  <a:lnTo>
                    <a:pt x="18601" y="2395"/>
                  </a:lnTo>
                  <a:lnTo>
                    <a:pt x="8925" y="8923"/>
                  </a:lnTo>
                  <a:lnTo>
                    <a:pt x="2395" y="18597"/>
                  </a:lnTo>
                  <a:lnTo>
                    <a:pt x="0" y="30428"/>
                  </a:lnTo>
                  <a:lnTo>
                    <a:pt x="0" y="211344"/>
                  </a:lnTo>
                  <a:lnTo>
                    <a:pt x="6738" y="244640"/>
                  </a:lnTo>
                  <a:lnTo>
                    <a:pt x="25105" y="271859"/>
                  </a:lnTo>
                  <a:lnTo>
                    <a:pt x="52324" y="290225"/>
                  </a:lnTo>
                  <a:lnTo>
                    <a:pt x="85620" y="296964"/>
                  </a:lnTo>
                  <a:lnTo>
                    <a:pt x="354292" y="296964"/>
                  </a:lnTo>
                  <a:lnTo>
                    <a:pt x="387583" y="290225"/>
                  </a:lnTo>
                  <a:lnTo>
                    <a:pt x="396216" y="284399"/>
                  </a:lnTo>
                  <a:lnTo>
                    <a:pt x="85620" y="284399"/>
                  </a:lnTo>
                  <a:lnTo>
                    <a:pt x="57185" y="278658"/>
                  </a:lnTo>
                  <a:lnTo>
                    <a:pt x="33963" y="263001"/>
                  </a:lnTo>
                  <a:lnTo>
                    <a:pt x="18306" y="239779"/>
                  </a:lnTo>
                  <a:lnTo>
                    <a:pt x="12565" y="211344"/>
                  </a:lnTo>
                  <a:lnTo>
                    <a:pt x="12565" y="20564"/>
                  </a:lnTo>
                  <a:lnTo>
                    <a:pt x="20564" y="12565"/>
                  </a:lnTo>
                  <a:lnTo>
                    <a:pt x="433439" y="12565"/>
                  </a:lnTo>
                  <a:lnTo>
                    <a:pt x="430982" y="8923"/>
                  </a:lnTo>
                  <a:lnTo>
                    <a:pt x="421309" y="2395"/>
                  </a:lnTo>
                  <a:lnTo>
                    <a:pt x="409474" y="0"/>
                  </a:lnTo>
                  <a:close/>
                </a:path>
                <a:path w="440054" h="297179">
                  <a:moveTo>
                    <a:pt x="433439" y="12565"/>
                  </a:moveTo>
                  <a:lnTo>
                    <a:pt x="419348" y="12565"/>
                  </a:lnTo>
                  <a:lnTo>
                    <a:pt x="427337" y="20564"/>
                  </a:lnTo>
                  <a:lnTo>
                    <a:pt x="427337" y="211344"/>
                  </a:lnTo>
                  <a:lnTo>
                    <a:pt x="421597" y="239779"/>
                  </a:lnTo>
                  <a:lnTo>
                    <a:pt x="405944" y="263001"/>
                  </a:lnTo>
                  <a:lnTo>
                    <a:pt x="382726" y="278658"/>
                  </a:lnTo>
                  <a:lnTo>
                    <a:pt x="354292" y="284399"/>
                  </a:lnTo>
                  <a:lnTo>
                    <a:pt x="396216" y="284399"/>
                  </a:lnTo>
                  <a:lnTo>
                    <a:pt x="414798" y="271859"/>
                  </a:lnTo>
                  <a:lnTo>
                    <a:pt x="433164" y="244640"/>
                  </a:lnTo>
                  <a:lnTo>
                    <a:pt x="439902" y="211344"/>
                  </a:lnTo>
                  <a:lnTo>
                    <a:pt x="439902" y="30428"/>
                  </a:lnTo>
                  <a:lnTo>
                    <a:pt x="437508" y="18597"/>
                  </a:lnTo>
                  <a:lnTo>
                    <a:pt x="433439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0398439" y="8746891"/>
              <a:ext cx="52705" cy="581660"/>
            </a:xfrm>
            <a:custGeom>
              <a:avLst/>
              <a:gdLst/>
              <a:ahLst/>
              <a:cxnLst/>
              <a:rect l="l" t="t" r="r" b="b"/>
              <a:pathLst>
                <a:path w="52704" h="581659">
                  <a:moveTo>
                    <a:pt x="49506" y="0"/>
                  </a:moveTo>
                  <a:lnTo>
                    <a:pt x="2806" y="0"/>
                  </a:lnTo>
                  <a:lnTo>
                    <a:pt x="0" y="2816"/>
                  </a:lnTo>
                  <a:lnTo>
                    <a:pt x="0" y="578327"/>
                  </a:lnTo>
                  <a:lnTo>
                    <a:pt x="2806" y="581144"/>
                  </a:lnTo>
                  <a:lnTo>
                    <a:pt x="6282" y="581144"/>
                  </a:lnTo>
                  <a:lnTo>
                    <a:pt x="49506" y="581144"/>
                  </a:lnTo>
                  <a:lnTo>
                    <a:pt x="52323" y="578327"/>
                  </a:lnTo>
                  <a:lnTo>
                    <a:pt x="52323" y="2816"/>
                  </a:lnTo>
                  <a:lnTo>
                    <a:pt x="49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392156" y="8740600"/>
              <a:ext cx="65405" cy="593725"/>
            </a:xfrm>
            <a:custGeom>
              <a:avLst/>
              <a:gdLst/>
              <a:ahLst/>
              <a:cxnLst/>
              <a:rect l="l" t="t" r="r" b="b"/>
              <a:pathLst>
                <a:path w="65404" h="593725">
                  <a:moveTo>
                    <a:pt x="59265" y="0"/>
                  </a:moveTo>
                  <a:lnTo>
                    <a:pt x="5622" y="0"/>
                  </a:lnTo>
                  <a:lnTo>
                    <a:pt x="0" y="5622"/>
                  </a:lnTo>
                  <a:lnTo>
                    <a:pt x="0" y="588097"/>
                  </a:lnTo>
                  <a:lnTo>
                    <a:pt x="5622" y="593720"/>
                  </a:lnTo>
                  <a:lnTo>
                    <a:pt x="59265" y="593720"/>
                  </a:lnTo>
                  <a:lnTo>
                    <a:pt x="64888" y="588097"/>
                  </a:lnTo>
                  <a:lnTo>
                    <a:pt x="64888" y="581155"/>
                  </a:lnTo>
                  <a:lnTo>
                    <a:pt x="12565" y="581155"/>
                  </a:lnTo>
                  <a:lnTo>
                    <a:pt x="12565" y="12565"/>
                  </a:lnTo>
                  <a:lnTo>
                    <a:pt x="64888" y="12565"/>
                  </a:lnTo>
                  <a:lnTo>
                    <a:pt x="64888" y="5622"/>
                  </a:lnTo>
                  <a:lnTo>
                    <a:pt x="59265" y="0"/>
                  </a:lnTo>
                  <a:close/>
                </a:path>
                <a:path w="65404" h="593725">
                  <a:moveTo>
                    <a:pt x="64888" y="12565"/>
                  </a:moveTo>
                  <a:lnTo>
                    <a:pt x="52323" y="12565"/>
                  </a:lnTo>
                  <a:lnTo>
                    <a:pt x="52323" y="581155"/>
                  </a:lnTo>
                  <a:lnTo>
                    <a:pt x="64888" y="581155"/>
                  </a:lnTo>
                  <a:lnTo>
                    <a:pt x="6488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0162742" y="8746891"/>
              <a:ext cx="52705" cy="581660"/>
            </a:xfrm>
            <a:custGeom>
              <a:avLst/>
              <a:gdLst/>
              <a:ahLst/>
              <a:cxnLst/>
              <a:rect l="l" t="t" r="r" b="b"/>
              <a:pathLst>
                <a:path w="52704" h="581659">
                  <a:moveTo>
                    <a:pt x="49506" y="0"/>
                  </a:moveTo>
                  <a:lnTo>
                    <a:pt x="2806" y="0"/>
                  </a:lnTo>
                  <a:lnTo>
                    <a:pt x="0" y="2816"/>
                  </a:lnTo>
                  <a:lnTo>
                    <a:pt x="0" y="578327"/>
                  </a:lnTo>
                  <a:lnTo>
                    <a:pt x="2806" y="581144"/>
                  </a:lnTo>
                  <a:lnTo>
                    <a:pt x="6282" y="581144"/>
                  </a:lnTo>
                  <a:lnTo>
                    <a:pt x="49506" y="581144"/>
                  </a:lnTo>
                  <a:lnTo>
                    <a:pt x="52323" y="578327"/>
                  </a:lnTo>
                  <a:lnTo>
                    <a:pt x="52323" y="2816"/>
                  </a:lnTo>
                  <a:lnTo>
                    <a:pt x="49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0156459" y="8740600"/>
              <a:ext cx="65405" cy="593725"/>
            </a:xfrm>
            <a:custGeom>
              <a:avLst/>
              <a:gdLst/>
              <a:ahLst/>
              <a:cxnLst/>
              <a:rect l="l" t="t" r="r" b="b"/>
              <a:pathLst>
                <a:path w="65404" h="593725">
                  <a:moveTo>
                    <a:pt x="59265" y="0"/>
                  </a:moveTo>
                  <a:lnTo>
                    <a:pt x="5622" y="0"/>
                  </a:lnTo>
                  <a:lnTo>
                    <a:pt x="0" y="5622"/>
                  </a:lnTo>
                  <a:lnTo>
                    <a:pt x="0" y="588097"/>
                  </a:lnTo>
                  <a:lnTo>
                    <a:pt x="5622" y="593720"/>
                  </a:lnTo>
                  <a:lnTo>
                    <a:pt x="59265" y="593720"/>
                  </a:lnTo>
                  <a:lnTo>
                    <a:pt x="64888" y="588097"/>
                  </a:lnTo>
                  <a:lnTo>
                    <a:pt x="64888" y="581155"/>
                  </a:lnTo>
                  <a:lnTo>
                    <a:pt x="12565" y="581155"/>
                  </a:lnTo>
                  <a:lnTo>
                    <a:pt x="12565" y="12565"/>
                  </a:lnTo>
                  <a:lnTo>
                    <a:pt x="64888" y="12565"/>
                  </a:lnTo>
                  <a:lnTo>
                    <a:pt x="64888" y="5622"/>
                  </a:lnTo>
                  <a:lnTo>
                    <a:pt x="59265" y="0"/>
                  </a:lnTo>
                  <a:close/>
                </a:path>
                <a:path w="65404" h="593725">
                  <a:moveTo>
                    <a:pt x="64888" y="12565"/>
                  </a:moveTo>
                  <a:lnTo>
                    <a:pt x="52323" y="12565"/>
                  </a:lnTo>
                  <a:lnTo>
                    <a:pt x="52323" y="581155"/>
                  </a:lnTo>
                  <a:lnTo>
                    <a:pt x="64888" y="581155"/>
                  </a:lnTo>
                  <a:lnTo>
                    <a:pt x="64888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0182187" y="9057189"/>
              <a:ext cx="251460" cy="85090"/>
            </a:xfrm>
            <a:custGeom>
              <a:avLst/>
              <a:gdLst/>
              <a:ahLst/>
              <a:cxnLst/>
              <a:rect l="l" t="t" r="r" b="b"/>
              <a:pathLst>
                <a:path w="251459" h="85090">
                  <a:moveTo>
                    <a:pt x="17970" y="69443"/>
                  </a:moveTo>
                  <a:lnTo>
                    <a:pt x="13855" y="65709"/>
                  </a:lnTo>
                  <a:lnTo>
                    <a:pt x="8978" y="65493"/>
                  </a:lnTo>
                  <a:lnTo>
                    <a:pt x="4140" y="65278"/>
                  </a:lnTo>
                  <a:lnTo>
                    <a:pt x="0" y="69773"/>
                  </a:lnTo>
                  <a:lnTo>
                    <a:pt x="0" y="80645"/>
                  </a:lnTo>
                  <a:lnTo>
                    <a:pt x="4114" y="84366"/>
                  </a:lnTo>
                  <a:lnTo>
                    <a:pt x="13843" y="84810"/>
                  </a:lnTo>
                  <a:lnTo>
                    <a:pt x="17970" y="80314"/>
                  </a:lnTo>
                  <a:lnTo>
                    <a:pt x="17970" y="69443"/>
                  </a:lnTo>
                  <a:close/>
                </a:path>
                <a:path w="251459" h="85090">
                  <a:moveTo>
                    <a:pt x="17970" y="4165"/>
                  </a:moveTo>
                  <a:lnTo>
                    <a:pt x="13855" y="444"/>
                  </a:lnTo>
                  <a:lnTo>
                    <a:pt x="8978" y="215"/>
                  </a:lnTo>
                  <a:lnTo>
                    <a:pt x="4140" y="0"/>
                  </a:lnTo>
                  <a:lnTo>
                    <a:pt x="0" y="4508"/>
                  </a:lnTo>
                  <a:lnTo>
                    <a:pt x="0" y="15367"/>
                  </a:lnTo>
                  <a:lnTo>
                    <a:pt x="4114" y="19100"/>
                  </a:lnTo>
                  <a:lnTo>
                    <a:pt x="13843" y="19545"/>
                  </a:lnTo>
                  <a:lnTo>
                    <a:pt x="17970" y="15036"/>
                  </a:lnTo>
                  <a:lnTo>
                    <a:pt x="17970" y="4165"/>
                  </a:lnTo>
                  <a:close/>
                </a:path>
                <a:path w="251459" h="85090">
                  <a:moveTo>
                    <a:pt x="251396" y="69443"/>
                  </a:moveTo>
                  <a:lnTo>
                    <a:pt x="247281" y="65709"/>
                  </a:lnTo>
                  <a:lnTo>
                    <a:pt x="242404" y="65493"/>
                  </a:lnTo>
                  <a:lnTo>
                    <a:pt x="237553" y="65278"/>
                  </a:lnTo>
                  <a:lnTo>
                    <a:pt x="233426" y="69773"/>
                  </a:lnTo>
                  <a:lnTo>
                    <a:pt x="233426" y="80645"/>
                  </a:lnTo>
                  <a:lnTo>
                    <a:pt x="237540" y="84366"/>
                  </a:lnTo>
                  <a:lnTo>
                    <a:pt x="247269" y="84810"/>
                  </a:lnTo>
                  <a:lnTo>
                    <a:pt x="251396" y="80314"/>
                  </a:lnTo>
                  <a:lnTo>
                    <a:pt x="251396" y="69443"/>
                  </a:lnTo>
                  <a:close/>
                </a:path>
                <a:path w="251459" h="85090">
                  <a:moveTo>
                    <a:pt x="251396" y="4165"/>
                  </a:moveTo>
                  <a:lnTo>
                    <a:pt x="247281" y="444"/>
                  </a:lnTo>
                  <a:lnTo>
                    <a:pt x="242404" y="215"/>
                  </a:lnTo>
                  <a:lnTo>
                    <a:pt x="237553" y="0"/>
                  </a:lnTo>
                  <a:lnTo>
                    <a:pt x="233426" y="4508"/>
                  </a:lnTo>
                  <a:lnTo>
                    <a:pt x="233426" y="15367"/>
                  </a:lnTo>
                  <a:lnTo>
                    <a:pt x="237540" y="19100"/>
                  </a:lnTo>
                  <a:lnTo>
                    <a:pt x="247269" y="19545"/>
                  </a:lnTo>
                  <a:lnTo>
                    <a:pt x="251396" y="15036"/>
                  </a:lnTo>
                  <a:lnTo>
                    <a:pt x="251396" y="4165"/>
                  </a:lnTo>
                  <a:close/>
                </a:path>
              </a:pathLst>
            </a:custGeom>
            <a:solidFill>
              <a:srgbClr val="95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250030" y="9921559"/>
              <a:ext cx="168275" cy="262255"/>
            </a:xfrm>
            <a:custGeom>
              <a:avLst/>
              <a:gdLst/>
              <a:ahLst/>
              <a:cxnLst/>
              <a:rect l="l" t="t" r="r" b="b"/>
              <a:pathLst>
                <a:path w="168275" h="262254">
                  <a:moveTo>
                    <a:pt x="95117" y="0"/>
                  </a:moveTo>
                  <a:lnTo>
                    <a:pt x="83808" y="0"/>
                  </a:lnTo>
                  <a:lnTo>
                    <a:pt x="77453" y="5717"/>
                  </a:lnTo>
                  <a:lnTo>
                    <a:pt x="75327" y="11036"/>
                  </a:lnTo>
                  <a:lnTo>
                    <a:pt x="43183" y="73316"/>
                  </a:lnTo>
                  <a:lnTo>
                    <a:pt x="21409" y="117535"/>
                  </a:lnTo>
                  <a:lnTo>
                    <a:pt x="5919" y="152770"/>
                  </a:lnTo>
                  <a:lnTo>
                    <a:pt x="0" y="173848"/>
                  </a:lnTo>
                  <a:lnTo>
                    <a:pt x="2675" y="188077"/>
                  </a:lnTo>
                  <a:lnTo>
                    <a:pt x="21445" y="224933"/>
                  </a:lnTo>
                  <a:lnTo>
                    <a:pt x="55440" y="256897"/>
                  </a:lnTo>
                  <a:lnTo>
                    <a:pt x="75243" y="261950"/>
                  </a:lnTo>
                  <a:lnTo>
                    <a:pt x="79254" y="261782"/>
                  </a:lnTo>
                  <a:lnTo>
                    <a:pt x="129793" y="247496"/>
                  </a:lnTo>
                  <a:lnTo>
                    <a:pt x="152068" y="201878"/>
                  </a:lnTo>
                  <a:lnTo>
                    <a:pt x="153200" y="187078"/>
                  </a:lnTo>
                  <a:lnTo>
                    <a:pt x="154938" y="168710"/>
                  </a:lnTo>
                  <a:lnTo>
                    <a:pt x="164274" y="79706"/>
                  </a:lnTo>
                  <a:lnTo>
                    <a:pt x="167048" y="49149"/>
                  </a:lnTo>
                  <a:lnTo>
                    <a:pt x="167931" y="30855"/>
                  </a:lnTo>
                  <a:lnTo>
                    <a:pt x="167021" y="22187"/>
                  </a:lnTo>
                  <a:lnTo>
                    <a:pt x="165031" y="16910"/>
                  </a:lnTo>
                  <a:lnTo>
                    <a:pt x="160455" y="10963"/>
                  </a:lnTo>
                  <a:lnTo>
                    <a:pt x="153566" y="10093"/>
                  </a:lnTo>
                  <a:lnTo>
                    <a:pt x="126417" y="8398"/>
                  </a:lnTo>
                  <a:lnTo>
                    <a:pt x="112857" y="6952"/>
                  </a:lnTo>
                  <a:lnTo>
                    <a:pt x="105152" y="5522"/>
                  </a:lnTo>
                  <a:lnTo>
                    <a:pt x="101797" y="4240"/>
                  </a:lnTo>
                  <a:lnTo>
                    <a:pt x="98740" y="1465"/>
                  </a:lnTo>
                  <a:lnTo>
                    <a:pt x="9511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243759" y="9915279"/>
              <a:ext cx="180975" cy="274955"/>
            </a:xfrm>
            <a:custGeom>
              <a:avLst/>
              <a:gdLst/>
              <a:ahLst/>
              <a:cxnLst/>
              <a:rect l="l" t="t" r="r" b="b"/>
              <a:pathLst>
                <a:path w="180975" h="274954">
                  <a:moveTo>
                    <a:pt x="102630" y="0"/>
                  </a:moveTo>
                  <a:lnTo>
                    <a:pt x="97583" y="0"/>
                  </a:lnTo>
                  <a:lnTo>
                    <a:pt x="90213" y="1299"/>
                  </a:lnTo>
                  <a:lnTo>
                    <a:pt x="83892" y="4719"/>
                  </a:lnTo>
                  <a:lnTo>
                    <a:pt x="78953" y="9541"/>
                  </a:lnTo>
                  <a:lnTo>
                    <a:pt x="75671" y="15172"/>
                  </a:lnTo>
                  <a:lnTo>
                    <a:pt x="75342" y="15873"/>
                  </a:lnTo>
                  <a:lnTo>
                    <a:pt x="68631" y="28711"/>
                  </a:lnTo>
                  <a:lnTo>
                    <a:pt x="37093" y="90196"/>
                  </a:lnTo>
                  <a:lnTo>
                    <a:pt x="15822" y="134421"/>
                  </a:lnTo>
                  <a:lnTo>
                    <a:pt x="3796" y="163640"/>
                  </a:lnTo>
                  <a:lnTo>
                    <a:pt x="0" y="180141"/>
                  </a:lnTo>
                  <a:lnTo>
                    <a:pt x="2713" y="195330"/>
                  </a:lnTo>
                  <a:lnTo>
                    <a:pt x="22268" y="234417"/>
                  </a:lnTo>
                  <a:lnTo>
                    <a:pt x="59294" y="268983"/>
                  </a:lnTo>
                  <a:lnTo>
                    <a:pt x="81510" y="274504"/>
                  </a:lnTo>
                  <a:lnTo>
                    <a:pt x="83866" y="274504"/>
                  </a:lnTo>
                  <a:lnTo>
                    <a:pt x="86232" y="274316"/>
                  </a:lnTo>
                  <a:lnTo>
                    <a:pt x="88546" y="273939"/>
                  </a:lnTo>
                  <a:lnTo>
                    <a:pt x="115778" y="268644"/>
                  </a:lnTo>
                  <a:lnTo>
                    <a:pt x="132173" y="261939"/>
                  </a:lnTo>
                  <a:lnTo>
                    <a:pt x="81510" y="261939"/>
                  </a:lnTo>
                  <a:lnTo>
                    <a:pt x="55549" y="251975"/>
                  </a:lnTo>
                  <a:lnTo>
                    <a:pt x="33519" y="228551"/>
                  </a:lnTo>
                  <a:lnTo>
                    <a:pt x="18247" y="201372"/>
                  </a:lnTo>
                  <a:lnTo>
                    <a:pt x="12559" y="180141"/>
                  </a:lnTo>
                  <a:lnTo>
                    <a:pt x="24008" y="146913"/>
                  </a:lnTo>
                  <a:lnTo>
                    <a:pt x="49278" y="93880"/>
                  </a:lnTo>
                  <a:lnTo>
                    <a:pt x="74897" y="43877"/>
                  </a:lnTo>
                  <a:lnTo>
                    <a:pt x="87394" y="19737"/>
                  </a:lnTo>
                  <a:lnTo>
                    <a:pt x="88735" y="16407"/>
                  </a:lnTo>
                  <a:lnTo>
                    <a:pt x="92902" y="12565"/>
                  </a:lnTo>
                  <a:lnTo>
                    <a:pt x="170329" y="12565"/>
                  </a:lnTo>
                  <a:lnTo>
                    <a:pt x="168690" y="11141"/>
                  </a:lnTo>
                  <a:lnTo>
                    <a:pt x="159780" y="10041"/>
                  </a:lnTo>
                  <a:lnTo>
                    <a:pt x="157350" y="9894"/>
                  </a:lnTo>
                  <a:lnTo>
                    <a:pt x="153884" y="9727"/>
                  </a:lnTo>
                  <a:lnTo>
                    <a:pt x="134885" y="8549"/>
                  </a:lnTo>
                  <a:lnTo>
                    <a:pt x="122387" y="7312"/>
                  </a:lnTo>
                  <a:lnTo>
                    <a:pt x="115030" y="6136"/>
                  </a:lnTo>
                  <a:lnTo>
                    <a:pt x="111456" y="5141"/>
                  </a:lnTo>
                  <a:lnTo>
                    <a:pt x="107404" y="1769"/>
                  </a:lnTo>
                  <a:lnTo>
                    <a:pt x="102630" y="0"/>
                  </a:lnTo>
                  <a:close/>
                </a:path>
                <a:path w="180975" h="274954">
                  <a:moveTo>
                    <a:pt x="170329" y="12565"/>
                  </a:moveTo>
                  <a:lnTo>
                    <a:pt x="99645" y="12565"/>
                  </a:lnTo>
                  <a:lnTo>
                    <a:pt x="101792" y="13308"/>
                  </a:lnTo>
                  <a:lnTo>
                    <a:pt x="103855" y="15172"/>
                  </a:lnTo>
                  <a:lnTo>
                    <a:pt x="114764" y="18834"/>
                  </a:lnTo>
                  <a:lnTo>
                    <a:pt x="132513" y="20995"/>
                  </a:lnTo>
                  <a:lnTo>
                    <a:pt x="159068" y="22617"/>
                  </a:lnTo>
                  <a:lnTo>
                    <a:pt x="162973" y="23098"/>
                  </a:lnTo>
                  <a:lnTo>
                    <a:pt x="165968" y="26857"/>
                  </a:lnTo>
                  <a:lnTo>
                    <a:pt x="167402" y="30679"/>
                  </a:lnTo>
                  <a:lnTo>
                    <a:pt x="166946" y="56446"/>
                  </a:lnTo>
                  <a:lnTo>
                    <a:pt x="162112" y="106736"/>
                  </a:lnTo>
                  <a:lnTo>
                    <a:pt x="156055" y="163640"/>
                  </a:lnTo>
                  <a:lnTo>
                    <a:pt x="152063" y="207773"/>
                  </a:lnTo>
                  <a:lnTo>
                    <a:pt x="132506" y="248530"/>
                  </a:lnTo>
                  <a:lnTo>
                    <a:pt x="86515" y="261541"/>
                  </a:lnTo>
                  <a:lnTo>
                    <a:pt x="83175" y="261939"/>
                  </a:lnTo>
                  <a:lnTo>
                    <a:pt x="132173" y="261939"/>
                  </a:lnTo>
                  <a:lnTo>
                    <a:pt x="139412" y="258979"/>
                  </a:lnTo>
                  <a:lnTo>
                    <a:pt x="156629" y="240443"/>
                  </a:lnTo>
                  <a:lnTo>
                    <a:pt x="164607" y="208538"/>
                  </a:lnTo>
                  <a:lnTo>
                    <a:pt x="165731" y="193845"/>
                  </a:lnTo>
                  <a:lnTo>
                    <a:pt x="167463" y="175567"/>
                  </a:lnTo>
                  <a:lnTo>
                    <a:pt x="169622" y="154687"/>
                  </a:lnTo>
                  <a:lnTo>
                    <a:pt x="172031" y="132184"/>
                  </a:lnTo>
                  <a:lnTo>
                    <a:pt x="177194" y="82571"/>
                  </a:lnTo>
                  <a:lnTo>
                    <a:pt x="179884" y="51658"/>
                  </a:lnTo>
                  <a:lnTo>
                    <a:pt x="180429" y="34527"/>
                  </a:lnTo>
                  <a:lnTo>
                    <a:pt x="179161" y="26260"/>
                  </a:lnTo>
                  <a:lnTo>
                    <a:pt x="175800" y="17318"/>
                  </a:lnTo>
                  <a:lnTo>
                    <a:pt x="170329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235953" y="9966530"/>
              <a:ext cx="172478" cy="225478"/>
            </a:xfrm>
            <a:prstGeom prst="rect">
              <a:avLst/>
            </a:prstGeom>
          </p:spPr>
        </p:pic>
        <p:pic>
          <p:nvPicPr>
            <p:cNvPr id="56" name="object 56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0236912" y="8390769"/>
              <a:ext cx="177195" cy="366042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0582821" y="7501604"/>
              <a:ext cx="240665" cy="779145"/>
            </a:xfrm>
            <a:custGeom>
              <a:avLst/>
              <a:gdLst/>
              <a:ahLst/>
              <a:cxnLst/>
              <a:rect l="l" t="t" r="r" b="b"/>
              <a:pathLst>
                <a:path w="240665" h="779145">
                  <a:moveTo>
                    <a:pt x="240398" y="2489"/>
                  </a:moveTo>
                  <a:lnTo>
                    <a:pt x="238988" y="596"/>
                  </a:lnTo>
                  <a:lnTo>
                    <a:pt x="234962" y="0"/>
                  </a:lnTo>
                  <a:lnTo>
                    <a:pt x="233032" y="1422"/>
                  </a:lnTo>
                  <a:lnTo>
                    <a:pt x="224599" y="48183"/>
                  </a:lnTo>
                  <a:lnTo>
                    <a:pt x="212140" y="102044"/>
                  </a:lnTo>
                  <a:lnTo>
                    <a:pt x="196634" y="161886"/>
                  </a:lnTo>
                  <a:lnTo>
                    <a:pt x="179298" y="224510"/>
                  </a:lnTo>
                  <a:lnTo>
                    <a:pt x="165138" y="273697"/>
                  </a:lnTo>
                  <a:lnTo>
                    <a:pt x="159423" y="273697"/>
                  </a:lnTo>
                  <a:lnTo>
                    <a:pt x="159410" y="288607"/>
                  </a:lnTo>
                  <a:lnTo>
                    <a:pt x="160832" y="288607"/>
                  </a:lnTo>
                  <a:lnTo>
                    <a:pt x="142519" y="350710"/>
                  </a:lnTo>
                  <a:lnTo>
                    <a:pt x="140042" y="349631"/>
                  </a:lnTo>
                  <a:lnTo>
                    <a:pt x="131953" y="353123"/>
                  </a:lnTo>
                  <a:lnTo>
                    <a:pt x="129247" y="360819"/>
                  </a:lnTo>
                  <a:lnTo>
                    <a:pt x="131953" y="368503"/>
                  </a:lnTo>
                  <a:lnTo>
                    <a:pt x="136677" y="370547"/>
                  </a:lnTo>
                  <a:lnTo>
                    <a:pt x="134607" y="377583"/>
                  </a:lnTo>
                  <a:lnTo>
                    <a:pt x="132854" y="377583"/>
                  </a:lnTo>
                  <a:lnTo>
                    <a:pt x="123253" y="377583"/>
                  </a:lnTo>
                  <a:lnTo>
                    <a:pt x="123240" y="392493"/>
                  </a:lnTo>
                  <a:lnTo>
                    <a:pt x="130213" y="392493"/>
                  </a:lnTo>
                  <a:lnTo>
                    <a:pt x="128803" y="397306"/>
                  </a:lnTo>
                  <a:lnTo>
                    <a:pt x="128003" y="400037"/>
                  </a:lnTo>
                  <a:lnTo>
                    <a:pt x="120091" y="403440"/>
                  </a:lnTo>
                  <a:lnTo>
                    <a:pt x="117386" y="411137"/>
                  </a:lnTo>
                  <a:lnTo>
                    <a:pt x="120091" y="418820"/>
                  </a:lnTo>
                  <a:lnTo>
                    <a:pt x="122275" y="419773"/>
                  </a:lnTo>
                  <a:lnTo>
                    <a:pt x="116611" y="439293"/>
                  </a:lnTo>
                  <a:lnTo>
                    <a:pt x="108813" y="468172"/>
                  </a:lnTo>
                  <a:lnTo>
                    <a:pt x="94284" y="415823"/>
                  </a:lnTo>
                  <a:lnTo>
                    <a:pt x="96596" y="409270"/>
                  </a:lnTo>
                  <a:lnTo>
                    <a:pt x="93903" y="401586"/>
                  </a:lnTo>
                  <a:lnTo>
                    <a:pt x="90411" y="400088"/>
                  </a:lnTo>
                  <a:lnTo>
                    <a:pt x="88468" y="392036"/>
                  </a:lnTo>
                  <a:lnTo>
                    <a:pt x="89331" y="392036"/>
                  </a:lnTo>
                  <a:lnTo>
                    <a:pt x="89344" y="377126"/>
                  </a:lnTo>
                  <a:lnTo>
                    <a:pt x="84886" y="377126"/>
                  </a:lnTo>
                  <a:lnTo>
                    <a:pt x="81635" y="363575"/>
                  </a:lnTo>
                  <a:lnTo>
                    <a:pt x="82613" y="360819"/>
                  </a:lnTo>
                  <a:lnTo>
                    <a:pt x="79921" y="353123"/>
                  </a:lnTo>
                  <a:lnTo>
                    <a:pt x="79032" y="352755"/>
                  </a:lnTo>
                  <a:lnTo>
                    <a:pt x="78460" y="350316"/>
                  </a:lnTo>
                  <a:lnTo>
                    <a:pt x="63754" y="282702"/>
                  </a:lnTo>
                  <a:lnTo>
                    <a:pt x="69570" y="282625"/>
                  </a:lnTo>
                  <a:lnTo>
                    <a:pt x="69583" y="267716"/>
                  </a:lnTo>
                  <a:lnTo>
                    <a:pt x="60718" y="267716"/>
                  </a:lnTo>
                  <a:lnTo>
                    <a:pt x="49974" y="214528"/>
                  </a:lnTo>
                  <a:lnTo>
                    <a:pt x="37604" y="149733"/>
                  </a:lnTo>
                  <a:lnTo>
                    <a:pt x="27089" y="92252"/>
                  </a:lnTo>
                  <a:lnTo>
                    <a:pt x="11379" y="3022"/>
                  </a:lnTo>
                  <a:lnTo>
                    <a:pt x="10731" y="1066"/>
                  </a:lnTo>
                  <a:lnTo>
                    <a:pt x="6362" y="1473"/>
                  </a:lnTo>
                  <a:lnTo>
                    <a:pt x="2476" y="2755"/>
                  </a:lnTo>
                  <a:lnTo>
                    <a:pt x="0" y="9448"/>
                  </a:lnTo>
                  <a:lnTo>
                    <a:pt x="647" y="11404"/>
                  </a:lnTo>
                  <a:lnTo>
                    <a:pt x="25806" y="138303"/>
                  </a:lnTo>
                  <a:lnTo>
                    <a:pt x="37579" y="195668"/>
                  </a:lnTo>
                  <a:lnTo>
                    <a:pt x="50584" y="257175"/>
                  </a:lnTo>
                  <a:lnTo>
                    <a:pt x="52895" y="267716"/>
                  </a:lnTo>
                  <a:lnTo>
                    <a:pt x="50380" y="267716"/>
                  </a:lnTo>
                  <a:lnTo>
                    <a:pt x="50368" y="282625"/>
                  </a:lnTo>
                  <a:lnTo>
                    <a:pt x="56184" y="282625"/>
                  </a:lnTo>
                  <a:lnTo>
                    <a:pt x="64376" y="319760"/>
                  </a:lnTo>
                  <a:lnTo>
                    <a:pt x="71361" y="349834"/>
                  </a:lnTo>
                  <a:lnTo>
                    <a:pt x="63715" y="353123"/>
                  </a:lnTo>
                  <a:lnTo>
                    <a:pt x="61010" y="360819"/>
                  </a:lnTo>
                  <a:lnTo>
                    <a:pt x="63715" y="368503"/>
                  </a:lnTo>
                  <a:lnTo>
                    <a:pt x="71818" y="371995"/>
                  </a:lnTo>
                  <a:lnTo>
                    <a:pt x="76085" y="370154"/>
                  </a:lnTo>
                  <a:lnTo>
                    <a:pt x="77698" y="377126"/>
                  </a:lnTo>
                  <a:lnTo>
                    <a:pt x="70142" y="377126"/>
                  </a:lnTo>
                  <a:lnTo>
                    <a:pt x="70129" y="392036"/>
                  </a:lnTo>
                  <a:lnTo>
                    <a:pt x="81368" y="392036"/>
                  </a:lnTo>
                  <a:lnTo>
                    <a:pt x="83172" y="399211"/>
                  </a:lnTo>
                  <a:lnTo>
                    <a:pt x="77698" y="401586"/>
                  </a:lnTo>
                  <a:lnTo>
                    <a:pt x="74993" y="409270"/>
                  </a:lnTo>
                  <a:lnTo>
                    <a:pt x="77685" y="416953"/>
                  </a:lnTo>
                  <a:lnTo>
                    <a:pt x="85788" y="420458"/>
                  </a:lnTo>
                  <a:lnTo>
                    <a:pt x="88226" y="419404"/>
                  </a:lnTo>
                  <a:lnTo>
                    <a:pt x="92367" y="435902"/>
                  </a:lnTo>
                  <a:lnTo>
                    <a:pt x="104101" y="477850"/>
                  </a:lnTo>
                  <a:lnTo>
                    <a:pt x="102273" y="477456"/>
                  </a:lnTo>
                  <a:lnTo>
                    <a:pt x="98513" y="477151"/>
                  </a:lnTo>
                  <a:lnTo>
                    <a:pt x="88366" y="478104"/>
                  </a:lnTo>
                  <a:lnTo>
                    <a:pt x="83781" y="482168"/>
                  </a:lnTo>
                  <a:lnTo>
                    <a:pt x="83096" y="495541"/>
                  </a:lnTo>
                  <a:lnTo>
                    <a:pt x="86461" y="500786"/>
                  </a:lnTo>
                  <a:lnTo>
                    <a:pt x="91465" y="504190"/>
                  </a:lnTo>
                  <a:lnTo>
                    <a:pt x="90525" y="505777"/>
                  </a:lnTo>
                  <a:lnTo>
                    <a:pt x="89979" y="507568"/>
                  </a:lnTo>
                  <a:lnTo>
                    <a:pt x="90525" y="515747"/>
                  </a:lnTo>
                  <a:lnTo>
                    <a:pt x="93408" y="521042"/>
                  </a:lnTo>
                  <a:lnTo>
                    <a:pt x="100368" y="524878"/>
                  </a:lnTo>
                  <a:lnTo>
                    <a:pt x="98615" y="535012"/>
                  </a:lnTo>
                  <a:lnTo>
                    <a:pt x="90551" y="588632"/>
                  </a:lnTo>
                  <a:lnTo>
                    <a:pt x="87795" y="613638"/>
                  </a:lnTo>
                  <a:lnTo>
                    <a:pt x="84429" y="615086"/>
                  </a:lnTo>
                  <a:lnTo>
                    <a:pt x="81724" y="622769"/>
                  </a:lnTo>
                  <a:lnTo>
                    <a:pt x="84416" y="630466"/>
                  </a:lnTo>
                  <a:lnTo>
                    <a:pt x="85864" y="631101"/>
                  </a:lnTo>
                  <a:lnTo>
                    <a:pt x="83286" y="654570"/>
                  </a:lnTo>
                  <a:lnTo>
                    <a:pt x="82664" y="674077"/>
                  </a:lnTo>
                  <a:lnTo>
                    <a:pt x="76200" y="674077"/>
                  </a:lnTo>
                  <a:lnTo>
                    <a:pt x="76187" y="688987"/>
                  </a:lnTo>
                  <a:lnTo>
                    <a:pt x="82194" y="688987"/>
                  </a:lnTo>
                  <a:lnTo>
                    <a:pt x="81343" y="716407"/>
                  </a:lnTo>
                  <a:lnTo>
                    <a:pt x="89268" y="757707"/>
                  </a:lnTo>
                  <a:lnTo>
                    <a:pt x="95427" y="768680"/>
                  </a:lnTo>
                  <a:lnTo>
                    <a:pt x="99783" y="770331"/>
                  </a:lnTo>
                  <a:lnTo>
                    <a:pt x="101498" y="775220"/>
                  </a:lnTo>
                  <a:lnTo>
                    <a:pt x="109601" y="778713"/>
                  </a:lnTo>
                  <a:lnTo>
                    <a:pt x="117703" y="775220"/>
                  </a:lnTo>
                  <a:lnTo>
                    <a:pt x="120408" y="767537"/>
                  </a:lnTo>
                  <a:lnTo>
                    <a:pt x="119189" y="764070"/>
                  </a:lnTo>
                  <a:lnTo>
                    <a:pt x="124079" y="759396"/>
                  </a:lnTo>
                  <a:lnTo>
                    <a:pt x="127266" y="751166"/>
                  </a:lnTo>
                  <a:lnTo>
                    <a:pt x="128574" y="751725"/>
                  </a:lnTo>
                  <a:lnTo>
                    <a:pt x="136664" y="748233"/>
                  </a:lnTo>
                  <a:lnTo>
                    <a:pt x="139369" y="740549"/>
                  </a:lnTo>
                  <a:lnTo>
                    <a:pt x="136664" y="732866"/>
                  </a:lnTo>
                  <a:lnTo>
                    <a:pt x="133616" y="731558"/>
                  </a:lnTo>
                  <a:lnTo>
                    <a:pt x="137782" y="700659"/>
                  </a:lnTo>
                  <a:lnTo>
                    <a:pt x="136753" y="651383"/>
                  </a:lnTo>
                  <a:lnTo>
                    <a:pt x="130619" y="606221"/>
                  </a:lnTo>
                  <a:lnTo>
                    <a:pt x="130619" y="677938"/>
                  </a:lnTo>
                  <a:lnTo>
                    <a:pt x="127977" y="723531"/>
                  </a:lnTo>
                  <a:lnTo>
                    <a:pt x="125996" y="730491"/>
                  </a:lnTo>
                  <a:lnTo>
                    <a:pt x="120472" y="732866"/>
                  </a:lnTo>
                  <a:lnTo>
                    <a:pt x="117767" y="740549"/>
                  </a:lnTo>
                  <a:lnTo>
                    <a:pt x="120459" y="748233"/>
                  </a:lnTo>
                  <a:lnTo>
                    <a:pt x="120916" y="748436"/>
                  </a:lnTo>
                  <a:lnTo>
                    <a:pt x="120053" y="751497"/>
                  </a:lnTo>
                  <a:lnTo>
                    <a:pt x="114211" y="758342"/>
                  </a:lnTo>
                  <a:lnTo>
                    <a:pt x="109601" y="756348"/>
                  </a:lnTo>
                  <a:lnTo>
                    <a:pt x="101511" y="759841"/>
                  </a:lnTo>
                  <a:lnTo>
                    <a:pt x="100761" y="761949"/>
                  </a:lnTo>
                  <a:lnTo>
                    <a:pt x="98336" y="758621"/>
                  </a:lnTo>
                  <a:lnTo>
                    <a:pt x="95770" y="754062"/>
                  </a:lnTo>
                  <a:lnTo>
                    <a:pt x="88976" y="722503"/>
                  </a:lnTo>
                  <a:lnTo>
                    <a:pt x="89230" y="688987"/>
                  </a:lnTo>
                  <a:lnTo>
                    <a:pt x="95389" y="688987"/>
                  </a:lnTo>
                  <a:lnTo>
                    <a:pt x="95402" y="674077"/>
                  </a:lnTo>
                  <a:lnTo>
                    <a:pt x="89369" y="674077"/>
                  </a:lnTo>
                  <a:lnTo>
                    <a:pt x="92976" y="633768"/>
                  </a:lnTo>
                  <a:lnTo>
                    <a:pt x="100622" y="630466"/>
                  </a:lnTo>
                  <a:lnTo>
                    <a:pt x="103327" y="622769"/>
                  </a:lnTo>
                  <a:lnTo>
                    <a:pt x="100622" y="615086"/>
                  </a:lnTo>
                  <a:lnTo>
                    <a:pt x="95148" y="612736"/>
                  </a:lnTo>
                  <a:lnTo>
                    <a:pt x="101130" y="567512"/>
                  </a:lnTo>
                  <a:lnTo>
                    <a:pt x="107327" y="528294"/>
                  </a:lnTo>
                  <a:lnTo>
                    <a:pt x="124802" y="613321"/>
                  </a:lnTo>
                  <a:lnTo>
                    <a:pt x="130619" y="677938"/>
                  </a:lnTo>
                  <a:lnTo>
                    <a:pt x="130619" y="606221"/>
                  </a:lnTo>
                  <a:lnTo>
                    <a:pt x="128143" y="587984"/>
                  </a:lnTo>
                  <a:lnTo>
                    <a:pt x="114427" y="528294"/>
                  </a:lnTo>
                  <a:lnTo>
                    <a:pt x="113728" y="525310"/>
                  </a:lnTo>
                  <a:lnTo>
                    <a:pt x="121132" y="520458"/>
                  </a:lnTo>
                  <a:lnTo>
                    <a:pt x="123253" y="513867"/>
                  </a:lnTo>
                  <a:lnTo>
                    <a:pt x="119532" y="507517"/>
                  </a:lnTo>
                  <a:lnTo>
                    <a:pt x="118795" y="506704"/>
                  </a:lnTo>
                  <a:lnTo>
                    <a:pt x="117970" y="505968"/>
                  </a:lnTo>
                  <a:lnTo>
                    <a:pt x="124066" y="502018"/>
                  </a:lnTo>
                  <a:lnTo>
                    <a:pt x="126428" y="493852"/>
                  </a:lnTo>
                  <a:lnTo>
                    <a:pt x="119341" y="480631"/>
                  </a:lnTo>
                  <a:lnTo>
                    <a:pt x="114160" y="478751"/>
                  </a:lnTo>
                  <a:lnTo>
                    <a:pt x="131800" y="420763"/>
                  </a:lnTo>
                  <a:lnTo>
                    <a:pt x="136283" y="418820"/>
                  </a:lnTo>
                  <a:lnTo>
                    <a:pt x="138988" y="411137"/>
                  </a:lnTo>
                  <a:lnTo>
                    <a:pt x="136702" y="404647"/>
                  </a:lnTo>
                  <a:lnTo>
                    <a:pt x="137109" y="403339"/>
                  </a:lnTo>
                  <a:lnTo>
                    <a:pt x="140322" y="392493"/>
                  </a:lnTo>
                  <a:lnTo>
                    <a:pt x="142443" y="392493"/>
                  </a:lnTo>
                  <a:lnTo>
                    <a:pt x="142443" y="385368"/>
                  </a:lnTo>
                  <a:lnTo>
                    <a:pt x="147345" y="368846"/>
                  </a:lnTo>
                  <a:lnTo>
                    <a:pt x="148145" y="368503"/>
                  </a:lnTo>
                  <a:lnTo>
                    <a:pt x="150850" y="360819"/>
                  </a:lnTo>
                  <a:lnTo>
                    <a:pt x="150241" y="359117"/>
                  </a:lnTo>
                  <a:lnTo>
                    <a:pt x="152539" y="351409"/>
                  </a:lnTo>
                  <a:lnTo>
                    <a:pt x="169684" y="292303"/>
                  </a:lnTo>
                  <a:lnTo>
                    <a:pt x="170713" y="288607"/>
                  </a:lnTo>
                  <a:lnTo>
                    <a:pt x="178612" y="288607"/>
                  </a:lnTo>
                  <a:lnTo>
                    <a:pt x="178625" y="273697"/>
                  </a:lnTo>
                  <a:lnTo>
                    <a:pt x="174904" y="273697"/>
                  </a:lnTo>
                  <a:lnTo>
                    <a:pt x="187375" y="229311"/>
                  </a:lnTo>
                  <a:lnTo>
                    <a:pt x="204431" y="165747"/>
                  </a:lnTo>
                  <a:lnTo>
                    <a:pt x="219697" y="104902"/>
                  </a:lnTo>
                  <a:lnTo>
                    <a:pt x="231978" y="50063"/>
                  </a:lnTo>
                  <a:lnTo>
                    <a:pt x="240398" y="248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8" name="object 58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431485" y="6380670"/>
            <a:ext cx="1292993" cy="3811327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451233" y="6565172"/>
            <a:ext cx="1629057" cy="3633740"/>
          </a:xfrm>
          <a:prstGeom prst="rect">
            <a:avLst/>
          </a:prstGeom>
        </p:spPr>
      </p:pic>
      <p:sp>
        <p:nvSpPr>
          <p:cNvPr id="60" name="object 60" descr=""/>
          <p:cNvSpPr/>
          <p:nvPr/>
        </p:nvSpPr>
        <p:spPr>
          <a:xfrm>
            <a:off x="14982657" y="8150307"/>
            <a:ext cx="635" cy="15875"/>
          </a:xfrm>
          <a:custGeom>
            <a:avLst/>
            <a:gdLst/>
            <a:ahLst/>
            <a:cxnLst/>
            <a:rect l="l" t="t" r="r" b="b"/>
            <a:pathLst>
              <a:path w="634" h="15875">
                <a:moveTo>
                  <a:pt x="408" y="0"/>
                </a:moveTo>
                <a:lnTo>
                  <a:pt x="0" y="5580"/>
                </a:lnTo>
                <a:lnTo>
                  <a:pt x="0" y="10921"/>
                </a:lnTo>
                <a:lnTo>
                  <a:pt x="408" y="15769"/>
                </a:lnTo>
              </a:path>
            </a:pathLst>
          </a:custGeom>
          <a:ln w="12565">
            <a:solidFill>
              <a:srgbClr val="7FC2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3688217" y="8600101"/>
            <a:ext cx="2674620" cy="0"/>
          </a:xfrm>
          <a:custGeom>
            <a:avLst/>
            <a:gdLst/>
            <a:ahLst/>
            <a:cxnLst/>
            <a:rect l="l" t="t" r="r" b="b"/>
            <a:pathLst>
              <a:path w="2674619" h="0">
                <a:moveTo>
                  <a:pt x="0" y="0"/>
                </a:moveTo>
                <a:lnTo>
                  <a:pt x="2674609" y="0"/>
                </a:lnTo>
              </a:path>
            </a:pathLst>
          </a:custGeom>
          <a:ln w="12565">
            <a:solidFill>
              <a:srgbClr val="7FC2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3898395" y="8827110"/>
            <a:ext cx="2266315" cy="0"/>
          </a:xfrm>
          <a:custGeom>
            <a:avLst/>
            <a:gdLst/>
            <a:ahLst/>
            <a:cxnLst/>
            <a:rect l="l" t="t" r="r" b="b"/>
            <a:pathLst>
              <a:path w="2266315" h="0">
                <a:moveTo>
                  <a:pt x="2266224" y="0"/>
                </a:moveTo>
                <a:lnTo>
                  <a:pt x="0" y="0"/>
                </a:lnTo>
              </a:path>
            </a:pathLst>
          </a:custGeom>
          <a:ln w="12565">
            <a:solidFill>
              <a:srgbClr val="7FC241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3" name="object 63" descr=""/>
          <p:cNvGrpSpPr/>
          <p:nvPr/>
        </p:nvGrpSpPr>
        <p:grpSpPr>
          <a:xfrm>
            <a:off x="13688217" y="6871890"/>
            <a:ext cx="2674620" cy="3366135"/>
            <a:chOff x="13688217" y="6871890"/>
            <a:chExt cx="2674620" cy="3366135"/>
          </a:xfrm>
        </p:grpSpPr>
        <p:sp>
          <p:nvSpPr>
            <p:cNvPr id="64" name="object 64" descr=""/>
            <p:cNvSpPr/>
            <p:nvPr/>
          </p:nvSpPr>
          <p:spPr>
            <a:xfrm>
              <a:off x="13688217" y="8654469"/>
              <a:ext cx="2674620" cy="0"/>
            </a:xfrm>
            <a:custGeom>
              <a:avLst/>
              <a:gdLst/>
              <a:ahLst/>
              <a:cxnLst/>
              <a:rect l="l" t="t" r="r" b="b"/>
              <a:pathLst>
                <a:path w="2674619" h="0">
                  <a:moveTo>
                    <a:pt x="0" y="0"/>
                  </a:moveTo>
                  <a:lnTo>
                    <a:pt x="2674609" y="0"/>
                  </a:lnTo>
                </a:path>
              </a:pathLst>
            </a:custGeom>
            <a:ln w="12565">
              <a:solidFill>
                <a:srgbClr val="7FC24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299646" y="6871890"/>
              <a:ext cx="1352989" cy="3366118"/>
            </a:xfrm>
            <a:prstGeom prst="rect">
              <a:avLst/>
            </a:prstGeom>
          </p:spPr>
        </p:pic>
        <p:pic>
          <p:nvPicPr>
            <p:cNvPr id="66" name="object 66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436613" y="8358752"/>
              <a:ext cx="1017886" cy="1511722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14241984" y="9583734"/>
              <a:ext cx="280670" cy="337820"/>
            </a:xfrm>
            <a:custGeom>
              <a:avLst/>
              <a:gdLst/>
              <a:ahLst/>
              <a:cxnLst/>
              <a:rect l="l" t="t" r="r" b="b"/>
              <a:pathLst>
                <a:path w="280669" h="337820">
                  <a:moveTo>
                    <a:pt x="172149" y="0"/>
                  </a:moveTo>
                  <a:lnTo>
                    <a:pt x="161071" y="8182"/>
                  </a:lnTo>
                  <a:lnTo>
                    <a:pt x="156937" y="25071"/>
                  </a:lnTo>
                  <a:lnTo>
                    <a:pt x="155360" y="41521"/>
                  </a:lnTo>
                  <a:lnTo>
                    <a:pt x="151588" y="49872"/>
                  </a:lnTo>
                  <a:lnTo>
                    <a:pt x="142697" y="52705"/>
                  </a:lnTo>
                  <a:lnTo>
                    <a:pt x="125765" y="52599"/>
                  </a:lnTo>
                  <a:lnTo>
                    <a:pt x="121721" y="65346"/>
                  </a:lnTo>
                  <a:lnTo>
                    <a:pt x="109482" y="96392"/>
                  </a:lnTo>
                  <a:lnTo>
                    <a:pt x="88884" y="134944"/>
                  </a:lnTo>
                  <a:lnTo>
                    <a:pt x="59767" y="170208"/>
                  </a:lnTo>
                  <a:lnTo>
                    <a:pt x="24815" y="205411"/>
                  </a:lnTo>
                  <a:lnTo>
                    <a:pt x="7121" y="230372"/>
                  </a:lnTo>
                  <a:lnTo>
                    <a:pt x="808" y="246795"/>
                  </a:lnTo>
                  <a:lnTo>
                    <a:pt x="0" y="256383"/>
                  </a:lnTo>
                  <a:lnTo>
                    <a:pt x="19898" y="267774"/>
                  </a:lnTo>
                  <a:lnTo>
                    <a:pt x="69866" y="285926"/>
                  </a:lnTo>
                  <a:lnTo>
                    <a:pt x="135265" y="306412"/>
                  </a:lnTo>
                  <a:lnTo>
                    <a:pt x="201459" y="324802"/>
                  </a:lnTo>
                  <a:lnTo>
                    <a:pt x="253808" y="336669"/>
                  </a:lnTo>
                  <a:lnTo>
                    <a:pt x="277677" y="337585"/>
                  </a:lnTo>
                  <a:lnTo>
                    <a:pt x="277859" y="317495"/>
                  </a:lnTo>
                  <a:lnTo>
                    <a:pt x="271492" y="276926"/>
                  </a:lnTo>
                  <a:lnTo>
                    <a:pt x="265299" y="223721"/>
                  </a:lnTo>
                  <a:lnTo>
                    <a:pt x="266006" y="165720"/>
                  </a:lnTo>
                  <a:lnTo>
                    <a:pt x="280337" y="110764"/>
                  </a:lnTo>
                  <a:lnTo>
                    <a:pt x="275404" y="107982"/>
                  </a:lnTo>
                  <a:lnTo>
                    <a:pt x="266101" y="99803"/>
                  </a:lnTo>
                  <a:lnTo>
                    <a:pt x="260670" y="86482"/>
                  </a:lnTo>
                  <a:lnTo>
                    <a:pt x="267353" y="68274"/>
                  </a:lnTo>
                  <a:lnTo>
                    <a:pt x="276905" y="48974"/>
                  </a:lnTo>
                  <a:lnTo>
                    <a:pt x="272995" y="33400"/>
                  </a:lnTo>
                  <a:lnTo>
                    <a:pt x="255560" y="20277"/>
                  </a:lnTo>
                  <a:lnTo>
                    <a:pt x="224537" y="8328"/>
                  </a:lnTo>
                  <a:lnTo>
                    <a:pt x="192521" y="167"/>
                  </a:lnTo>
                  <a:lnTo>
                    <a:pt x="17214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4241984" y="9583734"/>
              <a:ext cx="280670" cy="337820"/>
            </a:xfrm>
            <a:custGeom>
              <a:avLst/>
              <a:gdLst/>
              <a:ahLst/>
              <a:cxnLst/>
              <a:rect l="l" t="t" r="r" b="b"/>
              <a:pathLst>
                <a:path w="280669" h="337820">
                  <a:moveTo>
                    <a:pt x="280337" y="110764"/>
                  </a:moveTo>
                  <a:lnTo>
                    <a:pt x="266006" y="165720"/>
                  </a:lnTo>
                  <a:lnTo>
                    <a:pt x="265299" y="223721"/>
                  </a:lnTo>
                  <a:lnTo>
                    <a:pt x="271492" y="276926"/>
                  </a:lnTo>
                  <a:lnTo>
                    <a:pt x="277859" y="317495"/>
                  </a:lnTo>
                  <a:lnTo>
                    <a:pt x="277677" y="337585"/>
                  </a:lnTo>
                  <a:lnTo>
                    <a:pt x="201459" y="324802"/>
                  </a:lnTo>
                  <a:lnTo>
                    <a:pt x="135265" y="306412"/>
                  </a:lnTo>
                  <a:lnTo>
                    <a:pt x="69866" y="285926"/>
                  </a:lnTo>
                  <a:lnTo>
                    <a:pt x="19898" y="267774"/>
                  </a:lnTo>
                  <a:lnTo>
                    <a:pt x="0" y="256383"/>
                  </a:lnTo>
                  <a:lnTo>
                    <a:pt x="808" y="246795"/>
                  </a:lnTo>
                  <a:lnTo>
                    <a:pt x="7121" y="230372"/>
                  </a:lnTo>
                  <a:lnTo>
                    <a:pt x="24815" y="205411"/>
                  </a:lnTo>
                  <a:lnTo>
                    <a:pt x="59767" y="170208"/>
                  </a:lnTo>
                  <a:lnTo>
                    <a:pt x="88884" y="134944"/>
                  </a:lnTo>
                  <a:lnTo>
                    <a:pt x="109482" y="96392"/>
                  </a:lnTo>
                  <a:lnTo>
                    <a:pt x="121721" y="65346"/>
                  </a:lnTo>
                  <a:lnTo>
                    <a:pt x="125765" y="52599"/>
                  </a:lnTo>
                  <a:lnTo>
                    <a:pt x="142697" y="52705"/>
                  </a:lnTo>
                  <a:lnTo>
                    <a:pt x="151588" y="49872"/>
                  </a:lnTo>
                  <a:lnTo>
                    <a:pt x="155360" y="41521"/>
                  </a:lnTo>
                  <a:lnTo>
                    <a:pt x="156937" y="25071"/>
                  </a:lnTo>
                  <a:lnTo>
                    <a:pt x="161071" y="8182"/>
                  </a:lnTo>
                  <a:lnTo>
                    <a:pt x="172149" y="0"/>
                  </a:lnTo>
                  <a:lnTo>
                    <a:pt x="192521" y="167"/>
                  </a:lnTo>
                  <a:lnTo>
                    <a:pt x="224537" y="8328"/>
                  </a:lnTo>
                  <a:lnTo>
                    <a:pt x="255560" y="20277"/>
                  </a:lnTo>
                  <a:lnTo>
                    <a:pt x="272995" y="33400"/>
                  </a:lnTo>
                  <a:lnTo>
                    <a:pt x="276905" y="48974"/>
                  </a:lnTo>
                  <a:lnTo>
                    <a:pt x="267353" y="68274"/>
                  </a:lnTo>
                  <a:lnTo>
                    <a:pt x="260670" y="86482"/>
                  </a:lnTo>
                  <a:lnTo>
                    <a:pt x="266101" y="99803"/>
                  </a:lnTo>
                  <a:lnTo>
                    <a:pt x="275404" y="107982"/>
                  </a:lnTo>
                  <a:lnTo>
                    <a:pt x="280337" y="110764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4241089" y="9773412"/>
              <a:ext cx="297180" cy="167640"/>
            </a:xfrm>
            <a:custGeom>
              <a:avLst/>
              <a:gdLst/>
              <a:ahLst/>
              <a:cxnLst/>
              <a:rect l="l" t="t" r="r" b="b"/>
              <a:pathLst>
                <a:path w="297180" h="167640">
                  <a:moveTo>
                    <a:pt x="40189" y="0"/>
                  </a:moveTo>
                  <a:lnTo>
                    <a:pt x="29423" y="9817"/>
                  </a:lnTo>
                  <a:lnTo>
                    <a:pt x="9727" y="32752"/>
                  </a:lnTo>
                  <a:lnTo>
                    <a:pt x="0" y="59034"/>
                  </a:lnTo>
                  <a:lnTo>
                    <a:pt x="19143" y="78887"/>
                  </a:lnTo>
                  <a:lnTo>
                    <a:pt x="263271" y="160822"/>
                  </a:lnTo>
                  <a:lnTo>
                    <a:pt x="288114" y="167362"/>
                  </a:lnTo>
                  <a:lnTo>
                    <a:pt x="296785" y="157699"/>
                  </a:lnTo>
                  <a:lnTo>
                    <a:pt x="289633" y="121174"/>
                  </a:lnTo>
                  <a:lnTo>
                    <a:pt x="267009" y="47129"/>
                  </a:lnTo>
                  <a:lnTo>
                    <a:pt x="268514" y="60034"/>
                  </a:lnTo>
                  <a:lnTo>
                    <a:pt x="269081" y="87505"/>
                  </a:lnTo>
                  <a:lnTo>
                    <a:pt x="262791" y="112674"/>
                  </a:lnTo>
                  <a:lnTo>
                    <a:pt x="243722" y="118677"/>
                  </a:lnTo>
                  <a:lnTo>
                    <a:pt x="225014" y="105564"/>
                  </a:lnTo>
                  <a:lnTo>
                    <a:pt x="200901" y="82434"/>
                  </a:lnTo>
                  <a:lnTo>
                    <a:pt x="172422" y="57840"/>
                  </a:lnTo>
                  <a:lnTo>
                    <a:pt x="140615" y="40333"/>
                  </a:lnTo>
                  <a:lnTo>
                    <a:pt x="109255" y="37654"/>
                  </a:lnTo>
                  <a:lnTo>
                    <a:pt x="76781" y="43547"/>
                  </a:lnTo>
                  <a:lnTo>
                    <a:pt x="47395" y="49320"/>
                  </a:lnTo>
                  <a:lnTo>
                    <a:pt x="25299" y="46281"/>
                  </a:lnTo>
                  <a:lnTo>
                    <a:pt x="17922" y="40940"/>
                  </a:lnTo>
                  <a:lnTo>
                    <a:pt x="17014" y="34339"/>
                  </a:lnTo>
                  <a:lnTo>
                    <a:pt x="23971" y="22138"/>
                  </a:lnTo>
                  <a:lnTo>
                    <a:pt x="401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4241089" y="9773412"/>
              <a:ext cx="297180" cy="167640"/>
            </a:xfrm>
            <a:custGeom>
              <a:avLst/>
              <a:gdLst/>
              <a:ahLst/>
              <a:cxnLst/>
              <a:rect l="l" t="t" r="r" b="b"/>
              <a:pathLst>
                <a:path w="297180" h="167640">
                  <a:moveTo>
                    <a:pt x="267009" y="47129"/>
                  </a:moveTo>
                  <a:lnTo>
                    <a:pt x="289633" y="121174"/>
                  </a:lnTo>
                  <a:lnTo>
                    <a:pt x="296785" y="157699"/>
                  </a:lnTo>
                  <a:lnTo>
                    <a:pt x="288114" y="167362"/>
                  </a:lnTo>
                  <a:lnTo>
                    <a:pt x="263271" y="160822"/>
                  </a:lnTo>
                  <a:lnTo>
                    <a:pt x="223034" y="147317"/>
                  </a:lnTo>
                  <a:lnTo>
                    <a:pt x="164526" y="127682"/>
                  </a:lnTo>
                  <a:lnTo>
                    <a:pt x="101724" y="106606"/>
                  </a:lnTo>
                  <a:lnTo>
                    <a:pt x="48604" y="88778"/>
                  </a:lnTo>
                  <a:lnTo>
                    <a:pt x="19143" y="78887"/>
                  </a:lnTo>
                  <a:lnTo>
                    <a:pt x="0" y="59034"/>
                  </a:lnTo>
                  <a:lnTo>
                    <a:pt x="9727" y="32752"/>
                  </a:lnTo>
                  <a:lnTo>
                    <a:pt x="29423" y="9817"/>
                  </a:lnTo>
                  <a:lnTo>
                    <a:pt x="40189" y="0"/>
                  </a:lnTo>
                  <a:lnTo>
                    <a:pt x="23971" y="22138"/>
                  </a:lnTo>
                  <a:lnTo>
                    <a:pt x="17014" y="34339"/>
                  </a:lnTo>
                  <a:lnTo>
                    <a:pt x="17922" y="40940"/>
                  </a:lnTo>
                  <a:lnTo>
                    <a:pt x="25299" y="46281"/>
                  </a:lnTo>
                  <a:lnTo>
                    <a:pt x="47395" y="49320"/>
                  </a:lnTo>
                  <a:lnTo>
                    <a:pt x="76781" y="43547"/>
                  </a:lnTo>
                  <a:lnTo>
                    <a:pt x="109255" y="37654"/>
                  </a:lnTo>
                  <a:lnTo>
                    <a:pt x="140615" y="40333"/>
                  </a:lnTo>
                  <a:lnTo>
                    <a:pt x="172422" y="57840"/>
                  </a:lnTo>
                  <a:lnTo>
                    <a:pt x="200901" y="82434"/>
                  </a:lnTo>
                  <a:lnTo>
                    <a:pt x="225014" y="105564"/>
                  </a:lnTo>
                  <a:lnTo>
                    <a:pt x="243722" y="118677"/>
                  </a:lnTo>
                  <a:lnTo>
                    <a:pt x="262791" y="112674"/>
                  </a:lnTo>
                  <a:lnTo>
                    <a:pt x="269081" y="87505"/>
                  </a:lnTo>
                  <a:lnTo>
                    <a:pt x="268514" y="60034"/>
                  </a:lnTo>
                  <a:lnTo>
                    <a:pt x="267009" y="47129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293858" y="7747783"/>
              <a:ext cx="1354178" cy="731681"/>
            </a:xfrm>
            <a:prstGeom prst="rect">
              <a:avLst/>
            </a:prstGeom>
          </p:spPr>
        </p:pic>
      </p:grpSp>
      <p:sp>
        <p:nvSpPr>
          <p:cNvPr id="72" name="object 72" descr=""/>
          <p:cNvSpPr txBox="1"/>
          <p:nvPr/>
        </p:nvSpPr>
        <p:spPr>
          <a:xfrm>
            <a:off x="732793" y="781072"/>
            <a:ext cx="208915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</a:t>
            </a:r>
            <a:r>
              <a:rPr dirty="0" sz="1950" spc="3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characters</a:t>
            </a:r>
            <a:endParaRPr sz="1950">
              <a:latin typeface="Open Sans"/>
              <a:cs typeface="Open Sans"/>
            </a:endParaRPr>
          </a:p>
        </p:txBody>
      </p:sp>
      <p:sp>
        <p:nvSpPr>
          <p:cNvPr id="73" name="object 73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5109359" y="5602954"/>
            <a:ext cx="351790" cy="252095"/>
            <a:chOff x="5109359" y="5602954"/>
            <a:chExt cx="351790" cy="252095"/>
          </a:xfrm>
        </p:grpSpPr>
        <p:sp>
          <p:nvSpPr>
            <p:cNvPr id="3" name="object 3" descr=""/>
            <p:cNvSpPr/>
            <p:nvPr/>
          </p:nvSpPr>
          <p:spPr>
            <a:xfrm>
              <a:off x="5109359" y="5602954"/>
              <a:ext cx="340360" cy="252095"/>
            </a:xfrm>
            <a:custGeom>
              <a:avLst/>
              <a:gdLst/>
              <a:ahLst/>
              <a:cxnLst/>
              <a:rect l="l" t="t" r="r" b="b"/>
              <a:pathLst>
                <a:path w="340360" h="252095">
                  <a:moveTo>
                    <a:pt x="106410" y="0"/>
                  </a:moveTo>
                  <a:lnTo>
                    <a:pt x="67351" y="3321"/>
                  </a:lnTo>
                  <a:lnTo>
                    <a:pt x="28178" y="11452"/>
                  </a:lnTo>
                  <a:lnTo>
                    <a:pt x="10266" y="22988"/>
                  </a:lnTo>
                  <a:lnTo>
                    <a:pt x="11053" y="47096"/>
                  </a:lnTo>
                  <a:lnTo>
                    <a:pt x="12648" y="78352"/>
                  </a:lnTo>
                  <a:lnTo>
                    <a:pt x="13176" y="110379"/>
                  </a:lnTo>
                  <a:lnTo>
                    <a:pt x="10758" y="136796"/>
                  </a:lnTo>
                  <a:lnTo>
                    <a:pt x="8915" y="145026"/>
                  </a:lnTo>
                  <a:lnTo>
                    <a:pt x="7847" y="148848"/>
                  </a:lnTo>
                  <a:lnTo>
                    <a:pt x="830" y="182842"/>
                  </a:lnTo>
                  <a:lnTo>
                    <a:pt x="5106" y="232176"/>
                  </a:lnTo>
                  <a:lnTo>
                    <a:pt x="85247" y="248388"/>
                  </a:lnTo>
                  <a:lnTo>
                    <a:pt x="146808" y="250398"/>
                  </a:lnTo>
                  <a:lnTo>
                    <a:pt x="213511" y="251702"/>
                  </a:lnTo>
                  <a:lnTo>
                    <a:pt x="275769" y="252074"/>
                  </a:lnTo>
                  <a:lnTo>
                    <a:pt x="323995" y="251284"/>
                  </a:lnTo>
                  <a:lnTo>
                    <a:pt x="333856" y="247589"/>
                  </a:lnTo>
                  <a:lnTo>
                    <a:pt x="339559" y="239185"/>
                  </a:lnTo>
                  <a:lnTo>
                    <a:pt x="340217" y="228756"/>
                  </a:lnTo>
                  <a:lnTo>
                    <a:pt x="334947" y="218982"/>
                  </a:lnTo>
                  <a:lnTo>
                    <a:pt x="276494" y="184817"/>
                  </a:lnTo>
                  <a:lnTo>
                    <a:pt x="233624" y="169732"/>
                  </a:lnTo>
                  <a:lnTo>
                    <a:pt x="189392" y="161371"/>
                  </a:lnTo>
                  <a:lnTo>
                    <a:pt x="172449" y="158590"/>
                  </a:lnTo>
                  <a:lnTo>
                    <a:pt x="158762" y="153494"/>
                  </a:lnTo>
                  <a:lnTo>
                    <a:pt x="131699" y="113020"/>
                  </a:lnTo>
                  <a:lnTo>
                    <a:pt x="123872" y="37930"/>
                  </a:lnTo>
                  <a:lnTo>
                    <a:pt x="123980" y="2894"/>
                  </a:lnTo>
                  <a:lnTo>
                    <a:pt x="10641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109359" y="5725562"/>
              <a:ext cx="351790" cy="128905"/>
            </a:xfrm>
            <a:custGeom>
              <a:avLst/>
              <a:gdLst/>
              <a:ahLst/>
              <a:cxnLst/>
              <a:rect l="l" t="t" r="r" b="b"/>
              <a:pathLst>
                <a:path w="351789" h="128904">
                  <a:moveTo>
                    <a:pt x="133299" y="0"/>
                  </a:moveTo>
                  <a:lnTo>
                    <a:pt x="115341" y="3533"/>
                  </a:lnTo>
                  <a:lnTo>
                    <a:pt x="100875" y="11188"/>
                  </a:lnTo>
                  <a:lnTo>
                    <a:pt x="91385" y="23161"/>
                  </a:lnTo>
                  <a:lnTo>
                    <a:pt x="88358" y="39653"/>
                  </a:lnTo>
                  <a:lnTo>
                    <a:pt x="81343" y="48250"/>
                  </a:lnTo>
                  <a:lnTo>
                    <a:pt x="62767" y="49376"/>
                  </a:lnTo>
                  <a:lnTo>
                    <a:pt x="37587" y="39274"/>
                  </a:lnTo>
                  <a:lnTo>
                    <a:pt x="10758" y="14188"/>
                  </a:lnTo>
                  <a:lnTo>
                    <a:pt x="8915" y="22418"/>
                  </a:lnTo>
                  <a:lnTo>
                    <a:pt x="7847" y="26240"/>
                  </a:lnTo>
                  <a:lnTo>
                    <a:pt x="830" y="60234"/>
                  </a:lnTo>
                  <a:lnTo>
                    <a:pt x="0" y="88736"/>
                  </a:lnTo>
                  <a:lnTo>
                    <a:pt x="5106" y="109568"/>
                  </a:lnTo>
                  <a:lnTo>
                    <a:pt x="41083" y="123370"/>
                  </a:lnTo>
                  <a:lnTo>
                    <a:pt x="93364" y="125712"/>
                  </a:lnTo>
                  <a:lnTo>
                    <a:pt x="161095" y="127463"/>
                  </a:lnTo>
                  <a:lnTo>
                    <a:pt x="232632" y="128509"/>
                  </a:lnTo>
                  <a:lnTo>
                    <a:pt x="296329" y="128739"/>
                  </a:lnTo>
                  <a:lnTo>
                    <a:pt x="340539" y="128037"/>
                  </a:lnTo>
                  <a:lnTo>
                    <a:pt x="348392" y="127723"/>
                  </a:lnTo>
                  <a:lnTo>
                    <a:pt x="351334" y="118896"/>
                  </a:lnTo>
                  <a:lnTo>
                    <a:pt x="347711" y="111399"/>
                  </a:lnTo>
                  <a:lnTo>
                    <a:pt x="292203" y="61443"/>
                  </a:lnTo>
                  <a:lnTo>
                    <a:pt x="244789" y="38645"/>
                  </a:lnTo>
                  <a:lnTo>
                    <a:pt x="191161" y="26407"/>
                  </a:lnTo>
                  <a:lnTo>
                    <a:pt x="172911" y="23366"/>
                  </a:lnTo>
                  <a:lnTo>
                    <a:pt x="156348" y="17699"/>
                  </a:lnTo>
                  <a:lnTo>
                    <a:pt x="142726" y="9784"/>
                  </a:lnTo>
                  <a:lnTo>
                    <a:pt x="13329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1636" y="5705652"/>
            <a:ext cx="174600" cy="182866"/>
          </a:xfrm>
          <a:prstGeom prst="rect">
            <a:avLst/>
          </a:prstGeom>
        </p:spPr>
      </p:pic>
      <p:sp>
        <p:nvSpPr>
          <p:cNvPr id="6" name="object 6" descr=""/>
          <p:cNvSpPr/>
          <p:nvPr/>
        </p:nvSpPr>
        <p:spPr>
          <a:xfrm>
            <a:off x="4966406" y="2746291"/>
            <a:ext cx="381635" cy="688340"/>
          </a:xfrm>
          <a:custGeom>
            <a:avLst/>
            <a:gdLst/>
            <a:ahLst/>
            <a:cxnLst/>
            <a:rect l="l" t="t" r="r" b="b"/>
            <a:pathLst>
              <a:path w="381635" h="688339">
                <a:moveTo>
                  <a:pt x="19727" y="0"/>
                </a:moveTo>
                <a:lnTo>
                  <a:pt x="35183" y="67094"/>
                </a:lnTo>
                <a:lnTo>
                  <a:pt x="47255" y="138540"/>
                </a:lnTo>
                <a:lnTo>
                  <a:pt x="52013" y="194555"/>
                </a:lnTo>
                <a:lnTo>
                  <a:pt x="53981" y="248972"/>
                </a:lnTo>
                <a:lnTo>
                  <a:pt x="53416" y="301703"/>
                </a:lnTo>
                <a:lnTo>
                  <a:pt x="50572" y="352658"/>
                </a:lnTo>
                <a:lnTo>
                  <a:pt x="45706" y="401748"/>
                </a:lnTo>
                <a:lnTo>
                  <a:pt x="39074" y="448884"/>
                </a:lnTo>
                <a:lnTo>
                  <a:pt x="30931" y="493978"/>
                </a:lnTo>
                <a:lnTo>
                  <a:pt x="21534" y="536941"/>
                </a:lnTo>
                <a:lnTo>
                  <a:pt x="11138" y="577684"/>
                </a:lnTo>
                <a:lnTo>
                  <a:pt x="0" y="616117"/>
                </a:lnTo>
                <a:lnTo>
                  <a:pt x="24974" y="628941"/>
                </a:lnTo>
                <a:lnTo>
                  <a:pt x="84208" y="653622"/>
                </a:lnTo>
                <a:lnTo>
                  <a:pt x="167850" y="676439"/>
                </a:lnTo>
                <a:lnTo>
                  <a:pt x="214963" y="683767"/>
                </a:lnTo>
                <a:lnTo>
                  <a:pt x="259211" y="687305"/>
                </a:lnTo>
                <a:lnTo>
                  <a:pt x="300032" y="687821"/>
                </a:lnTo>
                <a:lnTo>
                  <a:pt x="335337" y="679598"/>
                </a:lnTo>
                <a:lnTo>
                  <a:pt x="362735" y="658822"/>
                </a:lnTo>
                <a:lnTo>
                  <a:pt x="379133" y="629150"/>
                </a:lnTo>
                <a:lnTo>
                  <a:pt x="381443" y="594233"/>
                </a:lnTo>
                <a:lnTo>
                  <a:pt x="376123" y="564436"/>
                </a:lnTo>
                <a:lnTo>
                  <a:pt x="360315" y="499373"/>
                </a:lnTo>
                <a:lnTo>
                  <a:pt x="334321" y="424290"/>
                </a:lnTo>
                <a:lnTo>
                  <a:pt x="317036" y="385707"/>
                </a:lnTo>
                <a:lnTo>
                  <a:pt x="296552" y="345455"/>
                </a:lnTo>
                <a:lnTo>
                  <a:pt x="271894" y="300250"/>
                </a:lnTo>
                <a:lnTo>
                  <a:pt x="242086" y="246809"/>
                </a:lnTo>
                <a:lnTo>
                  <a:pt x="225784" y="209138"/>
                </a:lnTo>
                <a:lnTo>
                  <a:pt x="209542" y="162133"/>
                </a:lnTo>
                <a:lnTo>
                  <a:pt x="190666" y="112101"/>
                </a:lnTo>
                <a:lnTo>
                  <a:pt x="166466" y="65348"/>
                </a:lnTo>
                <a:lnTo>
                  <a:pt x="112364" y="27436"/>
                </a:lnTo>
                <a:lnTo>
                  <a:pt x="78213" y="17590"/>
                </a:lnTo>
                <a:lnTo>
                  <a:pt x="19727" y="0"/>
                </a:lnTo>
                <a:close/>
              </a:path>
            </a:pathLst>
          </a:custGeom>
          <a:solidFill>
            <a:srgbClr val="212C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4245290" y="2038443"/>
            <a:ext cx="1042669" cy="3709670"/>
            <a:chOff x="4245290" y="2038443"/>
            <a:chExt cx="1042669" cy="3709670"/>
          </a:xfrm>
        </p:grpSpPr>
        <p:sp>
          <p:nvSpPr>
            <p:cNvPr id="8" name="object 8" descr=""/>
            <p:cNvSpPr/>
            <p:nvPr/>
          </p:nvSpPr>
          <p:spPr>
            <a:xfrm>
              <a:off x="4357458" y="3826884"/>
              <a:ext cx="926465" cy="1921510"/>
            </a:xfrm>
            <a:custGeom>
              <a:avLst/>
              <a:gdLst/>
              <a:ahLst/>
              <a:cxnLst/>
              <a:rect l="l" t="t" r="r" b="b"/>
              <a:pathLst>
                <a:path w="926464" h="1921510">
                  <a:moveTo>
                    <a:pt x="926198" y="1869084"/>
                  </a:moveTo>
                  <a:lnTo>
                    <a:pt x="925436" y="1818601"/>
                  </a:lnTo>
                  <a:lnTo>
                    <a:pt x="924229" y="1768246"/>
                  </a:lnTo>
                  <a:lnTo>
                    <a:pt x="922591" y="1717967"/>
                  </a:lnTo>
                  <a:lnTo>
                    <a:pt x="920572" y="1667764"/>
                  </a:lnTo>
                  <a:lnTo>
                    <a:pt x="918222" y="1617573"/>
                  </a:lnTo>
                  <a:lnTo>
                    <a:pt x="915581" y="1567383"/>
                  </a:lnTo>
                  <a:lnTo>
                    <a:pt x="912672" y="1517154"/>
                  </a:lnTo>
                  <a:lnTo>
                    <a:pt x="906233" y="1416431"/>
                  </a:lnTo>
                  <a:lnTo>
                    <a:pt x="881329" y="1057897"/>
                  </a:lnTo>
                  <a:lnTo>
                    <a:pt x="874839" y="952652"/>
                  </a:lnTo>
                  <a:lnTo>
                    <a:pt x="871893" y="899401"/>
                  </a:lnTo>
                  <a:lnTo>
                    <a:pt x="870394" y="851217"/>
                  </a:lnTo>
                  <a:lnTo>
                    <a:pt x="870191" y="801065"/>
                  </a:lnTo>
                  <a:lnTo>
                    <a:pt x="870343" y="750189"/>
                  </a:lnTo>
                  <a:lnTo>
                    <a:pt x="869937" y="699808"/>
                  </a:lnTo>
                  <a:lnTo>
                    <a:pt x="868019" y="651167"/>
                  </a:lnTo>
                  <a:lnTo>
                    <a:pt x="864679" y="600151"/>
                  </a:lnTo>
                  <a:lnTo>
                    <a:pt x="861110" y="549567"/>
                  </a:lnTo>
                  <a:lnTo>
                    <a:pt x="857351" y="499376"/>
                  </a:lnTo>
                  <a:lnTo>
                    <a:pt x="849312" y="399961"/>
                  </a:lnTo>
                  <a:lnTo>
                    <a:pt x="840752" y="301459"/>
                  </a:lnTo>
                  <a:lnTo>
                    <a:pt x="813727" y="7302"/>
                  </a:lnTo>
                  <a:lnTo>
                    <a:pt x="763600" y="9258"/>
                  </a:lnTo>
                  <a:lnTo>
                    <a:pt x="550506" y="18783"/>
                  </a:lnTo>
                  <a:lnTo>
                    <a:pt x="535368" y="19380"/>
                  </a:lnTo>
                  <a:lnTo>
                    <a:pt x="159410" y="0"/>
                  </a:lnTo>
                  <a:lnTo>
                    <a:pt x="141846" y="144195"/>
                  </a:lnTo>
                  <a:lnTo>
                    <a:pt x="125069" y="289420"/>
                  </a:lnTo>
                  <a:lnTo>
                    <a:pt x="109093" y="435660"/>
                  </a:lnTo>
                  <a:lnTo>
                    <a:pt x="98107" y="541629"/>
                  </a:lnTo>
                  <a:lnTo>
                    <a:pt x="87630" y="647179"/>
                  </a:lnTo>
                  <a:lnTo>
                    <a:pt x="77685" y="752309"/>
                  </a:lnTo>
                  <a:lnTo>
                    <a:pt x="68237" y="857021"/>
                  </a:lnTo>
                  <a:lnTo>
                    <a:pt x="59296" y="961301"/>
                  </a:lnTo>
                  <a:lnTo>
                    <a:pt x="50723" y="1066977"/>
                  </a:lnTo>
                  <a:lnTo>
                    <a:pt x="42659" y="1172197"/>
                  </a:lnTo>
                  <a:lnTo>
                    <a:pt x="35102" y="1276972"/>
                  </a:lnTo>
                  <a:lnTo>
                    <a:pt x="28041" y="1381290"/>
                  </a:lnTo>
                  <a:lnTo>
                    <a:pt x="21463" y="1485150"/>
                  </a:lnTo>
                  <a:lnTo>
                    <a:pt x="15392" y="1588554"/>
                  </a:lnTo>
                  <a:lnTo>
                    <a:pt x="9791" y="1691487"/>
                  </a:lnTo>
                  <a:lnTo>
                    <a:pt x="4660" y="1793963"/>
                  </a:lnTo>
                  <a:lnTo>
                    <a:pt x="0" y="1895970"/>
                  </a:lnTo>
                  <a:lnTo>
                    <a:pt x="8674" y="1901977"/>
                  </a:lnTo>
                  <a:lnTo>
                    <a:pt x="21437" y="1909064"/>
                  </a:lnTo>
                  <a:lnTo>
                    <a:pt x="38150" y="1915820"/>
                  </a:lnTo>
                  <a:lnTo>
                    <a:pt x="58686" y="1920824"/>
                  </a:lnTo>
                  <a:lnTo>
                    <a:pt x="86207" y="1921141"/>
                  </a:lnTo>
                  <a:lnTo>
                    <a:pt x="113677" y="1916036"/>
                  </a:lnTo>
                  <a:lnTo>
                    <a:pt x="136588" y="1909114"/>
                  </a:lnTo>
                  <a:lnTo>
                    <a:pt x="150456" y="1903996"/>
                  </a:lnTo>
                  <a:lnTo>
                    <a:pt x="161912" y="1854174"/>
                  </a:lnTo>
                  <a:lnTo>
                    <a:pt x="185267" y="1755609"/>
                  </a:lnTo>
                  <a:lnTo>
                    <a:pt x="209067" y="1658137"/>
                  </a:lnTo>
                  <a:lnTo>
                    <a:pt x="293547" y="1319796"/>
                  </a:lnTo>
                  <a:lnTo>
                    <a:pt x="317347" y="1222324"/>
                  </a:lnTo>
                  <a:lnTo>
                    <a:pt x="340702" y="1123759"/>
                  </a:lnTo>
                  <a:lnTo>
                    <a:pt x="352158" y="1073950"/>
                  </a:lnTo>
                  <a:lnTo>
                    <a:pt x="363270" y="1024242"/>
                  </a:lnTo>
                  <a:lnTo>
                    <a:pt x="374040" y="974394"/>
                  </a:lnTo>
                  <a:lnTo>
                    <a:pt x="384517" y="924433"/>
                  </a:lnTo>
                  <a:lnTo>
                    <a:pt x="394716" y="874369"/>
                  </a:lnTo>
                  <a:lnTo>
                    <a:pt x="414464" y="773976"/>
                  </a:lnTo>
                  <a:lnTo>
                    <a:pt x="433578" y="673328"/>
                  </a:lnTo>
                  <a:lnTo>
                    <a:pt x="480441" y="421360"/>
                  </a:lnTo>
                  <a:lnTo>
                    <a:pt x="485190" y="396354"/>
                  </a:lnTo>
                  <a:lnTo>
                    <a:pt x="503123" y="483857"/>
                  </a:lnTo>
                  <a:lnTo>
                    <a:pt x="578332" y="842314"/>
                  </a:lnTo>
                  <a:lnTo>
                    <a:pt x="596557" y="932294"/>
                  </a:lnTo>
                  <a:lnTo>
                    <a:pt x="614387" y="1023670"/>
                  </a:lnTo>
                  <a:lnTo>
                    <a:pt x="623125" y="1070089"/>
                  </a:lnTo>
                  <a:lnTo>
                    <a:pt x="631723" y="1117079"/>
                  </a:lnTo>
                  <a:lnTo>
                    <a:pt x="640194" y="1164742"/>
                  </a:lnTo>
                  <a:lnTo>
                    <a:pt x="648500" y="1213154"/>
                  </a:lnTo>
                  <a:lnTo>
                    <a:pt x="656640" y="1262392"/>
                  </a:lnTo>
                  <a:lnTo>
                    <a:pt x="664616" y="1312519"/>
                  </a:lnTo>
                  <a:lnTo>
                    <a:pt x="672388" y="1363637"/>
                  </a:lnTo>
                  <a:lnTo>
                    <a:pt x="679970" y="1415808"/>
                  </a:lnTo>
                  <a:lnTo>
                    <a:pt x="687349" y="1469110"/>
                  </a:lnTo>
                  <a:lnTo>
                    <a:pt x="694512" y="1523631"/>
                  </a:lnTo>
                  <a:lnTo>
                    <a:pt x="701433" y="1579448"/>
                  </a:lnTo>
                  <a:lnTo>
                    <a:pt x="708126" y="1636649"/>
                  </a:lnTo>
                  <a:lnTo>
                    <a:pt x="714565" y="1695284"/>
                  </a:lnTo>
                  <a:lnTo>
                    <a:pt x="720737" y="1755470"/>
                  </a:lnTo>
                  <a:lnTo>
                    <a:pt x="726643" y="1817243"/>
                  </a:lnTo>
                  <a:lnTo>
                    <a:pt x="732269" y="1880717"/>
                  </a:lnTo>
                  <a:lnTo>
                    <a:pt x="743483" y="1889696"/>
                  </a:lnTo>
                  <a:lnTo>
                    <a:pt x="769505" y="1896757"/>
                  </a:lnTo>
                  <a:lnTo>
                    <a:pt x="801357" y="1901063"/>
                  </a:lnTo>
                  <a:lnTo>
                    <a:pt x="830072" y="1901761"/>
                  </a:lnTo>
                  <a:lnTo>
                    <a:pt x="854278" y="1896757"/>
                  </a:lnTo>
                  <a:lnTo>
                    <a:pt x="883539" y="1886800"/>
                  </a:lnTo>
                  <a:lnTo>
                    <a:pt x="910094" y="1876145"/>
                  </a:lnTo>
                  <a:lnTo>
                    <a:pt x="926198" y="1869084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357467" y="3826877"/>
              <a:ext cx="561975" cy="1915795"/>
            </a:xfrm>
            <a:custGeom>
              <a:avLst/>
              <a:gdLst/>
              <a:ahLst/>
              <a:cxnLst/>
              <a:rect l="l" t="t" r="r" b="b"/>
              <a:pathLst>
                <a:path w="561975" h="1915795">
                  <a:moveTo>
                    <a:pt x="159408" y="0"/>
                  </a:moveTo>
                  <a:lnTo>
                    <a:pt x="141848" y="144201"/>
                  </a:lnTo>
                  <a:lnTo>
                    <a:pt x="125072" y="289422"/>
                  </a:lnTo>
                  <a:lnTo>
                    <a:pt x="109096" y="435662"/>
                  </a:lnTo>
                  <a:lnTo>
                    <a:pt x="98101" y="541634"/>
                  </a:lnTo>
                  <a:lnTo>
                    <a:pt x="87631" y="647186"/>
                  </a:lnTo>
                  <a:lnTo>
                    <a:pt x="77677" y="752316"/>
                  </a:lnTo>
                  <a:lnTo>
                    <a:pt x="68235" y="857022"/>
                  </a:lnTo>
                  <a:lnTo>
                    <a:pt x="59296" y="961300"/>
                  </a:lnTo>
                  <a:lnTo>
                    <a:pt x="50720" y="1066972"/>
                  </a:lnTo>
                  <a:lnTo>
                    <a:pt x="42655" y="1172196"/>
                  </a:lnTo>
                  <a:lnTo>
                    <a:pt x="35095" y="1276968"/>
                  </a:lnTo>
                  <a:lnTo>
                    <a:pt x="28034" y="1381286"/>
                  </a:lnTo>
                  <a:lnTo>
                    <a:pt x="21466" y="1485147"/>
                  </a:lnTo>
                  <a:lnTo>
                    <a:pt x="15384" y="1588550"/>
                  </a:lnTo>
                  <a:lnTo>
                    <a:pt x="9784" y="1691490"/>
                  </a:lnTo>
                  <a:lnTo>
                    <a:pt x="4657" y="1793965"/>
                  </a:lnTo>
                  <a:lnTo>
                    <a:pt x="0" y="1895973"/>
                  </a:lnTo>
                  <a:lnTo>
                    <a:pt x="7702" y="1901830"/>
                  </a:lnTo>
                  <a:lnTo>
                    <a:pt x="17101" y="1908231"/>
                  </a:lnTo>
                  <a:lnTo>
                    <a:pt x="27399" y="1913385"/>
                  </a:lnTo>
                  <a:lnTo>
                    <a:pt x="37799" y="1915501"/>
                  </a:lnTo>
                  <a:lnTo>
                    <a:pt x="40618" y="1911551"/>
                  </a:lnTo>
                  <a:lnTo>
                    <a:pt x="49929" y="1856190"/>
                  </a:lnTo>
                  <a:lnTo>
                    <a:pt x="56844" y="1787887"/>
                  </a:lnTo>
                  <a:lnTo>
                    <a:pt x="60512" y="1745776"/>
                  </a:lnTo>
                  <a:lnTo>
                    <a:pt x="68265" y="1648065"/>
                  </a:lnTo>
                  <a:lnTo>
                    <a:pt x="99731" y="1215511"/>
                  </a:lnTo>
                  <a:lnTo>
                    <a:pt x="109939" y="1082096"/>
                  </a:lnTo>
                  <a:lnTo>
                    <a:pt x="115244" y="1016182"/>
                  </a:lnTo>
                  <a:lnTo>
                    <a:pt x="120681" y="951445"/>
                  </a:lnTo>
                  <a:lnTo>
                    <a:pt x="126250" y="888372"/>
                  </a:lnTo>
                  <a:lnTo>
                    <a:pt x="131951" y="827449"/>
                  </a:lnTo>
                  <a:lnTo>
                    <a:pt x="137783" y="769163"/>
                  </a:lnTo>
                  <a:lnTo>
                    <a:pt x="143745" y="713998"/>
                  </a:lnTo>
                  <a:lnTo>
                    <a:pt x="149837" y="662443"/>
                  </a:lnTo>
                  <a:lnTo>
                    <a:pt x="156058" y="614983"/>
                  </a:lnTo>
                  <a:lnTo>
                    <a:pt x="162408" y="572104"/>
                  </a:lnTo>
                  <a:lnTo>
                    <a:pt x="168886" y="534293"/>
                  </a:lnTo>
                  <a:lnTo>
                    <a:pt x="188429" y="453985"/>
                  </a:lnTo>
                  <a:lnTo>
                    <a:pt x="203381" y="413508"/>
                  </a:lnTo>
                  <a:lnTo>
                    <a:pt x="238435" y="351912"/>
                  </a:lnTo>
                  <a:lnTo>
                    <a:pt x="278863" y="310516"/>
                  </a:lnTo>
                  <a:lnTo>
                    <a:pt x="322874" y="282586"/>
                  </a:lnTo>
                  <a:lnTo>
                    <a:pt x="391688" y="251212"/>
                  </a:lnTo>
                  <a:lnTo>
                    <a:pt x="414478" y="240193"/>
                  </a:lnTo>
                  <a:lnTo>
                    <a:pt x="458489" y="212263"/>
                  </a:lnTo>
                  <a:lnTo>
                    <a:pt x="498918" y="170867"/>
                  </a:lnTo>
                  <a:lnTo>
                    <a:pt x="533975" y="109271"/>
                  </a:lnTo>
                  <a:lnTo>
                    <a:pt x="548928" y="68794"/>
                  </a:lnTo>
                  <a:lnTo>
                    <a:pt x="561867" y="20742"/>
                  </a:lnTo>
                  <a:lnTo>
                    <a:pt x="159408" y="0"/>
                  </a:lnTo>
                  <a:close/>
                </a:path>
              </a:pathLst>
            </a:custGeom>
            <a:solidFill>
              <a:srgbClr val="0A133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65581" y="2686651"/>
              <a:ext cx="789305" cy="1224915"/>
            </a:xfrm>
            <a:custGeom>
              <a:avLst/>
              <a:gdLst/>
              <a:ahLst/>
              <a:cxnLst/>
              <a:rect l="l" t="t" r="r" b="b"/>
              <a:pathLst>
                <a:path w="789304" h="1224914">
                  <a:moveTo>
                    <a:pt x="212757" y="0"/>
                  </a:moveTo>
                  <a:lnTo>
                    <a:pt x="0" y="28564"/>
                  </a:lnTo>
                  <a:lnTo>
                    <a:pt x="15467" y="184534"/>
                  </a:lnTo>
                  <a:lnTo>
                    <a:pt x="31700" y="341390"/>
                  </a:lnTo>
                  <a:lnTo>
                    <a:pt x="48710" y="499126"/>
                  </a:lnTo>
                  <a:lnTo>
                    <a:pt x="71029" y="697024"/>
                  </a:lnTo>
                  <a:lnTo>
                    <a:pt x="94243" y="893370"/>
                  </a:lnTo>
                  <a:lnTo>
                    <a:pt x="118332" y="1088154"/>
                  </a:lnTo>
                  <a:lnTo>
                    <a:pt x="130697" y="1184958"/>
                  </a:lnTo>
                  <a:lnTo>
                    <a:pt x="171385" y="1194858"/>
                  </a:lnTo>
                  <a:lnTo>
                    <a:pt x="217287" y="1204264"/>
                  </a:lnTo>
                  <a:lnTo>
                    <a:pt x="268130" y="1212565"/>
                  </a:lnTo>
                  <a:lnTo>
                    <a:pt x="323638" y="1219148"/>
                  </a:lnTo>
                  <a:lnTo>
                    <a:pt x="383535" y="1223403"/>
                  </a:lnTo>
                  <a:lnTo>
                    <a:pt x="447546" y="1224716"/>
                  </a:lnTo>
                  <a:lnTo>
                    <a:pt x="507416" y="1222929"/>
                  </a:lnTo>
                  <a:lnTo>
                    <a:pt x="563809" y="1218569"/>
                  </a:lnTo>
                  <a:lnTo>
                    <a:pt x="616523" y="1212118"/>
                  </a:lnTo>
                  <a:lnTo>
                    <a:pt x="665355" y="1204056"/>
                  </a:lnTo>
                  <a:lnTo>
                    <a:pt x="710106" y="1194864"/>
                  </a:lnTo>
                  <a:lnTo>
                    <a:pt x="750571" y="1185022"/>
                  </a:lnTo>
                  <a:lnTo>
                    <a:pt x="788390" y="1114956"/>
                  </a:lnTo>
                  <a:lnTo>
                    <a:pt x="789141" y="1057961"/>
                  </a:lnTo>
                  <a:lnTo>
                    <a:pt x="788954" y="1004152"/>
                  </a:lnTo>
                  <a:lnTo>
                    <a:pt x="787976" y="953656"/>
                  </a:lnTo>
                  <a:lnTo>
                    <a:pt x="786353" y="906603"/>
                  </a:lnTo>
                  <a:lnTo>
                    <a:pt x="784234" y="863119"/>
                  </a:lnTo>
                  <a:lnTo>
                    <a:pt x="781766" y="823331"/>
                  </a:lnTo>
                  <a:lnTo>
                    <a:pt x="775180" y="742642"/>
                  </a:lnTo>
                  <a:lnTo>
                    <a:pt x="770874" y="700739"/>
                  </a:lnTo>
                  <a:lnTo>
                    <a:pt x="766069" y="659200"/>
                  </a:lnTo>
                  <a:lnTo>
                    <a:pt x="747574" y="512167"/>
                  </a:lnTo>
                  <a:lnTo>
                    <a:pt x="739685" y="447485"/>
                  </a:lnTo>
                  <a:lnTo>
                    <a:pt x="730752" y="370868"/>
                  </a:lnTo>
                  <a:lnTo>
                    <a:pt x="725991" y="313340"/>
                  </a:lnTo>
                  <a:lnTo>
                    <a:pt x="724376" y="259803"/>
                  </a:lnTo>
                  <a:lnTo>
                    <a:pt x="724653" y="210608"/>
                  </a:lnTo>
                  <a:lnTo>
                    <a:pt x="725565" y="166106"/>
                  </a:lnTo>
                  <a:lnTo>
                    <a:pt x="725856" y="126647"/>
                  </a:lnTo>
                  <a:lnTo>
                    <a:pt x="682363" y="77876"/>
                  </a:lnTo>
                  <a:lnTo>
                    <a:pt x="633170" y="63286"/>
                  </a:lnTo>
                  <a:lnTo>
                    <a:pt x="578948" y="49235"/>
                  </a:lnTo>
                  <a:lnTo>
                    <a:pt x="521955" y="36145"/>
                  </a:lnTo>
                  <a:lnTo>
                    <a:pt x="464446" y="24439"/>
                  </a:lnTo>
                  <a:lnTo>
                    <a:pt x="407784" y="14852"/>
                  </a:lnTo>
                  <a:lnTo>
                    <a:pt x="353984" y="7979"/>
                  </a:lnTo>
                  <a:lnTo>
                    <a:pt x="303347" y="3454"/>
                  </a:lnTo>
                  <a:lnTo>
                    <a:pt x="256171" y="916"/>
                  </a:lnTo>
                  <a:lnTo>
                    <a:pt x="212757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10399" y="2487968"/>
              <a:ext cx="290195" cy="305435"/>
            </a:xfrm>
            <a:custGeom>
              <a:avLst/>
              <a:gdLst/>
              <a:ahLst/>
              <a:cxnLst/>
              <a:rect l="l" t="t" r="r" b="b"/>
              <a:pathLst>
                <a:path w="290195" h="305435">
                  <a:moveTo>
                    <a:pt x="51506" y="0"/>
                  </a:moveTo>
                  <a:lnTo>
                    <a:pt x="47325" y="39191"/>
                  </a:lnTo>
                  <a:lnTo>
                    <a:pt x="36847" y="96702"/>
                  </a:lnTo>
                  <a:lnTo>
                    <a:pt x="26111" y="137744"/>
                  </a:lnTo>
                  <a:lnTo>
                    <a:pt x="13652" y="175794"/>
                  </a:lnTo>
                  <a:lnTo>
                    <a:pt x="0" y="210768"/>
                  </a:lnTo>
                  <a:lnTo>
                    <a:pt x="194234" y="305194"/>
                  </a:lnTo>
                  <a:lnTo>
                    <a:pt x="278965" y="264881"/>
                  </a:lnTo>
                  <a:lnTo>
                    <a:pt x="276132" y="245223"/>
                  </a:lnTo>
                  <a:lnTo>
                    <a:pt x="274015" y="223955"/>
                  </a:lnTo>
                  <a:lnTo>
                    <a:pt x="272828" y="201169"/>
                  </a:lnTo>
                  <a:lnTo>
                    <a:pt x="272787" y="176957"/>
                  </a:lnTo>
                  <a:lnTo>
                    <a:pt x="274743" y="144094"/>
                  </a:lnTo>
                  <a:lnTo>
                    <a:pt x="278622" y="113787"/>
                  </a:lnTo>
                  <a:lnTo>
                    <a:pt x="283910" y="86212"/>
                  </a:lnTo>
                  <a:lnTo>
                    <a:pt x="290095" y="61547"/>
                  </a:lnTo>
                  <a:lnTo>
                    <a:pt x="51506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26504" y="2119743"/>
              <a:ext cx="369570" cy="494665"/>
            </a:xfrm>
            <a:custGeom>
              <a:avLst/>
              <a:gdLst/>
              <a:ahLst/>
              <a:cxnLst/>
              <a:rect l="l" t="t" r="r" b="b"/>
              <a:pathLst>
                <a:path w="369570" h="494664">
                  <a:moveTo>
                    <a:pt x="210428" y="0"/>
                  </a:moveTo>
                  <a:lnTo>
                    <a:pt x="150964" y="1575"/>
                  </a:lnTo>
                  <a:lnTo>
                    <a:pt x="98270" y="12003"/>
                  </a:lnTo>
                  <a:lnTo>
                    <a:pt x="54882" y="26682"/>
                  </a:lnTo>
                  <a:lnTo>
                    <a:pt x="6167" y="50398"/>
                  </a:lnTo>
                  <a:lnTo>
                    <a:pt x="0" y="356075"/>
                  </a:lnTo>
                  <a:lnTo>
                    <a:pt x="514" y="363833"/>
                  </a:lnTo>
                  <a:lnTo>
                    <a:pt x="23206" y="400622"/>
                  </a:lnTo>
                  <a:lnTo>
                    <a:pt x="59402" y="434631"/>
                  </a:lnTo>
                  <a:lnTo>
                    <a:pt x="106519" y="466556"/>
                  </a:lnTo>
                  <a:lnTo>
                    <a:pt x="150553" y="487608"/>
                  </a:lnTo>
                  <a:lnTo>
                    <a:pt x="169502" y="494573"/>
                  </a:lnTo>
                  <a:lnTo>
                    <a:pt x="192626" y="488715"/>
                  </a:lnTo>
                  <a:lnTo>
                    <a:pt x="250442" y="466265"/>
                  </a:lnTo>
                  <a:lnTo>
                    <a:pt x="299618" y="436145"/>
                  </a:lnTo>
                  <a:lnTo>
                    <a:pt x="339015" y="401257"/>
                  </a:lnTo>
                  <a:lnTo>
                    <a:pt x="369213" y="63769"/>
                  </a:lnTo>
                  <a:lnTo>
                    <a:pt x="351429" y="50051"/>
                  </a:lnTo>
                  <a:lnTo>
                    <a:pt x="329712" y="36134"/>
                  </a:lnTo>
                  <a:lnTo>
                    <a:pt x="303974" y="23062"/>
                  </a:lnTo>
                  <a:lnTo>
                    <a:pt x="274127" y="11876"/>
                  </a:lnTo>
                  <a:lnTo>
                    <a:pt x="210428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65683" y="2350555"/>
              <a:ext cx="95941" cy="10450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0781" y="2361836"/>
              <a:ext cx="76186" cy="102251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02945" y="2729794"/>
              <a:ext cx="295898" cy="103928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4483328" y="3800506"/>
              <a:ext cx="629285" cy="268605"/>
            </a:xfrm>
            <a:custGeom>
              <a:avLst/>
              <a:gdLst/>
              <a:ahLst/>
              <a:cxnLst/>
              <a:rect l="l" t="t" r="r" b="b"/>
              <a:pathLst>
                <a:path w="629285" h="268604">
                  <a:moveTo>
                    <a:pt x="628840" y="94424"/>
                  </a:moveTo>
                  <a:lnTo>
                    <a:pt x="617664" y="0"/>
                  </a:lnTo>
                  <a:lnTo>
                    <a:pt x="582549" y="4584"/>
                  </a:lnTo>
                  <a:lnTo>
                    <a:pt x="545820" y="8534"/>
                  </a:lnTo>
                  <a:lnTo>
                    <a:pt x="507504" y="11734"/>
                  </a:lnTo>
                  <a:lnTo>
                    <a:pt x="467677" y="14084"/>
                  </a:lnTo>
                  <a:lnTo>
                    <a:pt x="412153" y="15671"/>
                  </a:lnTo>
                  <a:lnTo>
                    <a:pt x="359092" y="15379"/>
                  </a:lnTo>
                  <a:lnTo>
                    <a:pt x="308648" y="13474"/>
                  </a:lnTo>
                  <a:lnTo>
                    <a:pt x="260946" y="10185"/>
                  </a:lnTo>
                  <a:lnTo>
                    <a:pt x="216128" y="5791"/>
                  </a:lnTo>
                  <a:lnTo>
                    <a:pt x="209613" y="109334"/>
                  </a:lnTo>
                  <a:lnTo>
                    <a:pt x="245757" y="114642"/>
                  </a:lnTo>
                  <a:lnTo>
                    <a:pt x="0" y="264223"/>
                  </a:lnTo>
                  <a:lnTo>
                    <a:pt x="26009" y="266954"/>
                  </a:lnTo>
                  <a:lnTo>
                    <a:pt x="109169" y="265899"/>
                  </a:lnTo>
                  <a:lnTo>
                    <a:pt x="159537" y="256984"/>
                  </a:lnTo>
                  <a:lnTo>
                    <a:pt x="211226" y="239052"/>
                  </a:lnTo>
                  <a:lnTo>
                    <a:pt x="260845" y="209562"/>
                  </a:lnTo>
                  <a:lnTo>
                    <a:pt x="293052" y="180047"/>
                  </a:lnTo>
                  <a:lnTo>
                    <a:pt x="301840" y="169799"/>
                  </a:lnTo>
                  <a:lnTo>
                    <a:pt x="300151" y="120192"/>
                  </a:lnTo>
                  <a:lnTo>
                    <a:pt x="338937" y="122656"/>
                  </a:lnTo>
                  <a:lnTo>
                    <a:pt x="389928" y="123532"/>
                  </a:lnTo>
                  <a:lnTo>
                    <a:pt x="444373" y="121754"/>
                  </a:lnTo>
                  <a:lnTo>
                    <a:pt x="496468" y="117411"/>
                  </a:lnTo>
                  <a:lnTo>
                    <a:pt x="544715" y="111048"/>
                  </a:lnTo>
                  <a:lnTo>
                    <a:pt x="588911" y="103212"/>
                  </a:lnTo>
                  <a:lnTo>
                    <a:pt x="628840" y="94424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353405" y="2687141"/>
              <a:ext cx="417830" cy="1383030"/>
            </a:xfrm>
            <a:custGeom>
              <a:avLst/>
              <a:gdLst/>
              <a:ahLst/>
              <a:cxnLst/>
              <a:rect l="l" t="t" r="r" b="b"/>
              <a:pathLst>
                <a:path w="417829" h="1383029">
                  <a:moveTo>
                    <a:pt x="221124" y="0"/>
                  </a:moveTo>
                  <a:lnTo>
                    <a:pt x="163417" y="2956"/>
                  </a:lnTo>
                  <a:lnTo>
                    <a:pt x="97787" y="11308"/>
                  </a:lnTo>
                  <a:lnTo>
                    <a:pt x="45713" y="21844"/>
                  </a:lnTo>
                  <a:lnTo>
                    <a:pt x="0" y="34093"/>
                  </a:lnTo>
                  <a:lnTo>
                    <a:pt x="48385" y="402909"/>
                  </a:lnTo>
                  <a:lnTo>
                    <a:pt x="113200" y="1382533"/>
                  </a:lnTo>
                  <a:lnTo>
                    <a:pt x="193390" y="1378263"/>
                  </a:lnTo>
                  <a:lnTo>
                    <a:pt x="246746" y="1367094"/>
                  </a:lnTo>
                  <a:lnTo>
                    <a:pt x="305079" y="1346105"/>
                  </a:lnTo>
                  <a:lnTo>
                    <a:pt x="340321" y="1328142"/>
                  </a:lnTo>
                  <a:lnTo>
                    <a:pt x="394343" y="1290640"/>
                  </a:lnTo>
                  <a:lnTo>
                    <a:pt x="415361" y="1228600"/>
                  </a:lnTo>
                  <a:lnTo>
                    <a:pt x="416620" y="1182405"/>
                  </a:lnTo>
                  <a:lnTo>
                    <a:pt x="417233" y="1135026"/>
                  </a:lnTo>
                  <a:lnTo>
                    <a:pt x="417147" y="1086490"/>
                  </a:lnTo>
                  <a:lnTo>
                    <a:pt x="416310" y="1036823"/>
                  </a:lnTo>
                  <a:lnTo>
                    <a:pt x="414671" y="986054"/>
                  </a:lnTo>
                  <a:lnTo>
                    <a:pt x="412180" y="934208"/>
                  </a:lnTo>
                  <a:lnTo>
                    <a:pt x="408783" y="881313"/>
                  </a:lnTo>
                  <a:lnTo>
                    <a:pt x="404430" y="827397"/>
                  </a:lnTo>
                  <a:lnTo>
                    <a:pt x="399068" y="772485"/>
                  </a:lnTo>
                  <a:lnTo>
                    <a:pt x="392647" y="716606"/>
                  </a:lnTo>
                  <a:lnTo>
                    <a:pt x="385292" y="661032"/>
                  </a:lnTo>
                  <a:lnTo>
                    <a:pt x="377131" y="606512"/>
                  </a:lnTo>
                  <a:lnTo>
                    <a:pt x="368216" y="553061"/>
                  </a:lnTo>
                  <a:lnTo>
                    <a:pt x="358598" y="500692"/>
                  </a:lnTo>
                  <a:lnTo>
                    <a:pt x="348329" y="449418"/>
                  </a:lnTo>
                  <a:lnTo>
                    <a:pt x="337461" y="399255"/>
                  </a:lnTo>
                  <a:lnTo>
                    <a:pt x="326044" y="350215"/>
                  </a:lnTo>
                  <a:lnTo>
                    <a:pt x="314129" y="302312"/>
                  </a:lnTo>
                  <a:lnTo>
                    <a:pt x="301769" y="255561"/>
                  </a:lnTo>
                  <a:lnTo>
                    <a:pt x="289015" y="209974"/>
                  </a:lnTo>
                  <a:lnTo>
                    <a:pt x="275917" y="165566"/>
                  </a:lnTo>
                  <a:lnTo>
                    <a:pt x="262528" y="122351"/>
                  </a:lnTo>
                  <a:lnTo>
                    <a:pt x="248899" y="80342"/>
                  </a:lnTo>
                  <a:lnTo>
                    <a:pt x="235080" y="39554"/>
                  </a:lnTo>
                  <a:lnTo>
                    <a:pt x="22112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40441" y="3880842"/>
              <a:ext cx="117475" cy="127635"/>
            </a:xfrm>
            <a:custGeom>
              <a:avLst/>
              <a:gdLst/>
              <a:ahLst/>
              <a:cxnLst/>
              <a:rect l="l" t="t" r="r" b="b"/>
              <a:pathLst>
                <a:path w="117475" h="127635">
                  <a:moveTo>
                    <a:pt x="0" y="0"/>
                  </a:moveTo>
                  <a:lnTo>
                    <a:pt x="5591" y="43066"/>
                  </a:lnTo>
                  <a:lnTo>
                    <a:pt x="117378" y="127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929250" y="2733349"/>
              <a:ext cx="259079" cy="1300480"/>
            </a:xfrm>
            <a:custGeom>
              <a:avLst/>
              <a:gdLst/>
              <a:ahLst/>
              <a:cxnLst/>
              <a:rect l="l" t="t" r="r" b="b"/>
              <a:pathLst>
                <a:path w="259079" h="1300479">
                  <a:moveTo>
                    <a:pt x="0" y="0"/>
                  </a:moveTo>
                  <a:lnTo>
                    <a:pt x="35661" y="303835"/>
                  </a:lnTo>
                  <a:lnTo>
                    <a:pt x="70161" y="609576"/>
                  </a:lnTo>
                  <a:lnTo>
                    <a:pt x="104051" y="922640"/>
                  </a:lnTo>
                  <a:lnTo>
                    <a:pt x="131577" y="1187429"/>
                  </a:lnTo>
                  <a:lnTo>
                    <a:pt x="258568" y="1299897"/>
                  </a:lnTo>
                  <a:lnTo>
                    <a:pt x="256929" y="1249321"/>
                  </a:lnTo>
                  <a:lnTo>
                    <a:pt x="255004" y="1198342"/>
                  </a:lnTo>
                  <a:lnTo>
                    <a:pt x="252788" y="1146963"/>
                  </a:lnTo>
                  <a:lnTo>
                    <a:pt x="250274" y="1095189"/>
                  </a:lnTo>
                  <a:lnTo>
                    <a:pt x="247455" y="1043021"/>
                  </a:lnTo>
                  <a:lnTo>
                    <a:pt x="244326" y="990465"/>
                  </a:lnTo>
                  <a:lnTo>
                    <a:pt x="240878" y="937523"/>
                  </a:lnTo>
                  <a:lnTo>
                    <a:pt x="237107" y="884198"/>
                  </a:lnTo>
                  <a:lnTo>
                    <a:pt x="233006" y="830494"/>
                  </a:lnTo>
                  <a:lnTo>
                    <a:pt x="224073" y="721477"/>
                  </a:lnTo>
                  <a:lnTo>
                    <a:pt x="215918" y="612846"/>
                  </a:lnTo>
                  <a:lnTo>
                    <a:pt x="204411" y="453049"/>
                  </a:lnTo>
                  <a:lnTo>
                    <a:pt x="200403" y="400634"/>
                  </a:lnTo>
                  <a:lnTo>
                    <a:pt x="196158" y="348648"/>
                  </a:lnTo>
                  <a:lnTo>
                    <a:pt x="191584" y="297093"/>
                  </a:lnTo>
                  <a:lnTo>
                    <a:pt x="186590" y="245973"/>
                  </a:lnTo>
                  <a:lnTo>
                    <a:pt x="181085" y="195289"/>
                  </a:lnTo>
                  <a:lnTo>
                    <a:pt x="174978" y="145045"/>
                  </a:lnTo>
                  <a:lnTo>
                    <a:pt x="168177" y="95242"/>
                  </a:lnTo>
                  <a:lnTo>
                    <a:pt x="160591" y="45883"/>
                  </a:lnTo>
                  <a:lnTo>
                    <a:pt x="114106" y="29547"/>
                  </a:lnTo>
                  <a:lnTo>
                    <a:pt x="43975" y="9603"/>
                  </a:lnTo>
                  <a:lnTo>
                    <a:pt x="13925" y="2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525797" y="2707150"/>
              <a:ext cx="558800" cy="614045"/>
            </a:xfrm>
            <a:custGeom>
              <a:avLst/>
              <a:gdLst/>
              <a:ahLst/>
              <a:cxnLst/>
              <a:rect l="l" t="t" r="r" b="b"/>
              <a:pathLst>
                <a:path w="558800" h="614045">
                  <a:moveTo>
                    <a:pt x="197891" y="613765"/>
                  </a:moveTo>
                  <a:lnTo>
                    <a:pt x="159918" y="586473"/>
                  </a:lnTo>
                  <a:lnTo>
                    <a:pt x="124091" y="557288"/>
                  </a:lnTo>
                  <a:lnTo>
                    <a:pt x="95770" y="531749"/>
                  </a:lnTo>
                  <a:lnTo>
                    <a:pt x="64516" y="499554"/>
                  </a:lnTo>
                  <a:lnTo>
                    <a:pt x="50330" y="481863"/>
                  </a:lnTo>
                  <a:lnTo>
                    <a:pt x="40767" y="470141"/>
                  </a:lnTo>
                  <a:lnTo>
                    <a:pt x="25654" y="451866"/>
                  </a:lnTo>
                  <a:lnTo>
                    <a:pt x="23533" y="449300"/>
                  </a:lnTo>
                  <a:lnTo>
                    <a:pt x="23533" y="446811"/>
                  </a:lnTo>
                  <a:lnTo>
                    <a:pt x="23622" y="423633"/>
                  </a:lnTo>
                  <a:lnTo>
                    <a:pt x="23469" y="395414"/>
                  </a:lnTo>
                  <a:lnTo>
                    <a:pt x="22961" y="338988"/>
                  </a:lnTo>
                  <a:lnTo>
                    <a:pt x="22428" y="310781"/>
                  </a:lnTo>
                  <a:lnTo>
                    <a:pt x="21755" y="282384"/>
                  </a:lnTo>
                  <a:lnTo>
                    <a:pt x="21323" y="254368"/>
                  </a:lnTo>
                  <a:lnTo>
                    <a:pt x="21488" y="225640"/>
                  </a:lnTo>
                  <a:lnTo>
                    <a:pt x="21971" y="197307"/>
                  </a:lnTo>
                  <a:lnTo>
                    <a:pt x="22352" y="168986"/>
                  </a:lnTo>
                  <a:lnTo>
                    <a:pt x="22872" y="140703"/>
                  </a:lnTo>
                  <a:lnTo>
                    <a:pt x="23723" y="112458"/>
                  </a:lnTo>
                  <a:lnTo>
                    <a:pt x="27406" y="0"/>
                  </a:lnTo>
                  <a:lnTo>
                    <a:pt x="22402" y="28016"/>
                  </a:lnTo>
                  <a:lnTo>
                    <a:pt x="13982" y="84239"/>
                  </a:lnTo>
                  <a:lnTo>
                    <a:pt x="7772" y="141427"/>
                  </a:lnTo>
                  <a:lnTo>
                    <a:pt x="2997" y="197307"/>
                  </a:lnTo>
                  <a:lnTo>
                    <a:pt x="736" y="239839"/>
                  </a:lnTo>
                  <a:lnTo>
                    <a:pt x="0" y="268185"/>
                  </a:lnTo>
                  <a:lnTo>
                    <a:pt x="152" y="282575"/>
                  </a:lnTo>
                  <a:lnTo>
                    <a:pt x="622" y="339153"/>
                  </a:lnTo>
                  <a:lnTo>
                    <a:pt x="1752" y="395897"/>
                  </a:lnTo>
                  <a:lnTo>
                    <a:pt x="3340" y="452628"/>
                  </a:lnTo>
                  <a:lnTo>
                    <a:pt x="35737" y="491744"/>
                  </a:lnTo>
                  <a:lnTo>
                    <a:pt x="68440" y="524916"/>
                  </a:lnTo>
                  <a:lnTo>
                    <a:pt x="104267" y="555129"/>
                  </a:lnTo>
                  <a:lnTo>
                    <a:pt x="142900" y="582295"/>
                  </a:lnTo>
                  <a:lnTo>
                    <a:pt x="183756" y="606488"/>
                  </a:lnTo>
                  <a:lnTo>
                    <a:pt x="197891" y="613765"/>
                  </a:lnTo>
                  <a:close/>
                </a:path>
                <a:path w="558800" h="614045">
                  <a:moveTo>
                    <a:pt x="558444" y="468223"/>
                  </a:moveTo>
                  <a:lnTo>
                    <a:pt x="558152" y="465988"/>
                  </a:lnTo>
                  <a:lnTo>
                    <a:pt x="557949" y="464616"/>
                  </a:lnTo>
                  <a:lnTo>
                    <a:pt x="554151" y="438746"/>
                  </a:lnTo>
                  <a:lnTo>
                    <a:pt x="544245" y="384517"/>
                  </a:lnTo>
                  <a:lnTo>
                    <a:pt x="532434" y="330593"/>
                  </a:lnTo>
                  <a:lnTo>
                    <a:pt x="518731" y="277012"/>
                  </a:lnTo>
                  <a:lnTo>
                    <a:pt x="503250" y="223824"/>
                  </a:lnTo>
                  <a:lnTo>
                    <a:pt x="485635" y="171157"/>
                  </a:lnTo>
                  <a:lnTo>
                    <a:pt x="471144" y="132029"/>
                  </a:lnTo>
                  <a:lnTo>
                    <a:pt x="455599" y="93230"/>
                  </a:lnTo>
                  <a:lnTo>
                    <a:pt x="438708" y="54889"/>
                  </a:lnTo>
                  <a:lnTo>
                    <a:pt x="432650" y="42240"/>
                  </a:lnTo>
                  <a:lnTo>
                    <a:pt x="447395" y="95491"/>
                  </a:lnTo>
                  <a:lnTo>
                    <a:pt x="462292" y="148577"/>
                  </a:lnTo>
                  <a:lnTo>
                    <a:pt x="490550" y="254889"/>
                  </a:lnTo>
                  <a:lnTo>
                    <a:pt x="504202" y="308063"/>
                  </a:lnTo>
                  <a:lnTo>
                    <a:pt x="517245" y="361378"/>
                  </a:lnTo>
                  <a:lnTo>
                    <a:pt x="541566" y="466712"/>
                  </a:lnTo>
                  <a:lnTo>
                    <a:pt x="536384" y="480682"/>
                  </a:lnTo>
                  <a:lnTo>
                    <a:pt x="530402" y="496735"/>
                  </a:lnTo>
                  <a:lnTo>
                    <a:pt x="524459" y="512800"/>
                  </a:lnTo>
                  <a:lnTo>
                    <a:pt x="518642" y="528916"/>
                  </a:lnTo>
                  <a:lnTo>
                    <a:pt x="513130" y="545134"/>
                  </a:lnTo>
                  <a:lnTo>
                    <a:pt x="507568" y="561327"/>
                  </a:lnTo>
                  <a:lnTo>
                    <a:pt x="502107" y="577557"/>
                  </a:lnTo>
                  <a:lnTo>
                    <a:pt x="496938" y="593890"/>
                  </a:lnTo>
                  <a:lnTo>
                    <a:pt x="505040" y="578535"/>
                  </a:lnTo>
                  <a:lnTo>
                    <a:pt x="512864" y="563079"/>
                  </a:lnTo>
                  <a:lnTo>
                    <a:pt x="520573" y="547598"/>
                  </a:lnTo>
                  <a:lnTo>
                    <a:pt x="528332" y="532130"/>
                  </a:lnTo>
                  <a:lnTo>
                    <a:pt x="535787" y="516559"/>
                  </a:lnTo>
                  <a:lnTo>
                    <a:pt x="543128" y="500951"/>
                  </a:lnTo>
                  <a:lnTo>
                    <a:pt x="550418" y="485330"/>
                  </a:lnTo>
                  <a:lnTo>
                    <a:pt x="558393" y="468325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593140" y="2038443"/>
              <a:ext cx="427990" cy="335280"/>
            </a:xfrm>
            <a:custGeom>
              <a:avLst/>
              <a:gdLst/>
              <a:ahLst/>
              <a:cxnLst/>
              <a:rect l="l" t="t" r="r" b="b"/>
              <a:pathLst>
                <a:path w="427989" h="335280">
                  <a:moveTo>
                    <a:pt x="190803" y="0"/>
                  </a:moveTo>
                  <a:lnTo>
                    <a:pt x="131473" y="6241"/>
                  </a:lnTo>
                  <a:lnTo>
                    <a:pt x="87721" y="21026"/>
                  </a:lnTo>
                  <a:lnTo>
                    <a:pt x="53874" y="39856"/>
                  </a:lnTo>
                  <a:lnTo>
                    <a:pt x="15225" y="72679"/>
                  </a:lnTo>
                  <a:lnTo>
                    <a:pt x="5762" y="112810"/>
                  </a:lnTo>
                  <a:lnTo>
                    <a:pt x="0" y="161366"/>
                  </a:lnTo>
                  <a:lnTo>
                    <a:pt x="1233" y="216752"/>
                  </a:lnTo>
                  <a:lnTo>
                    <a:pt x="12754" y="277374"/>
                  </a:lnTo>
                  <a:lnTo>
                    <a:pt x="28535" y="321650"/>
                  </a:lnTo>
                  <a:lnTo>
                    <a:pt x="34555" y="334870"/>
                  </a:lnTo>
                  <a:lnTo>
                    <a:pt x="71297" y="146802"/>
                  </a:lnTo>
                  <a:lnTo>
                    <a:pt x="88609" y="154688"/>
                  </a:lnTo>
                  <a:lnTo>
                    <a:pt x="127386" y="169693"/>
                  </a:lnTo>
                  <a:lnTo>
                    <a:pt x="208963" y="190544"/>
                  </a:lnTo>
                  <a:lnTo>
                    <a:pt x="264531" y="197332"/>
                  </a:lnTo>
                  <a:lnTo>
                    <a:pt x="314089" y="198753"/>
                  </a:lnTo>
                  <a:lnTo>
                    <a:pt x="356178" y="196675"/>
                  </a:lnTo>
                  <a:lnTo>
                    <a:pt x="360133" y="203935"/>
                  </a:lnTo>
                  <a:lnTo>
                    <a:pt x="380847" y="254724"/>
                  </a:lnTo>
                  <a:lnTo>
                    <a:pt x="390672" y="303774"/>
                  </a:lnTo>
                  <a:lnTo>
                    <a:pt x="392167" y="325111"/>
                  </a:lnTo>
                  <a:lnTo>
                    <a:pt x="401156" y="303540"/>
                  </a:lnTo>
                  <a:lnTo>
                    <a:pt x="417378" y="250838"/>
                  </a:lnTo>
                  <a:lnTo>
                    <a:pt x="427143" y="183720"/>
                  </a:lnTo>
                  <a:lnTo>
                    <a:pt x="427674" y="150625"/>
                  </a:lnTo>
                  <a:lnTo>
                    <a:pt x="425793" y="121160"/>
                  </a:lnTo>
                  <a:lnTo>
                    <a:pt x="404926" y="75902"/>
                  </a:lnTo>
                  <a:lnTo>
                    <a:pt x="353568" y="41315"/>
                  </a:lnTo>
                  <a:lnTo>
                    <a:pt x="312811" y="28204"/>
                  </a:lnTo>
                  <a:lnTo>
                    <a:pt x="297782" y="25675"/>
                  </a:lnTo>
                  <a:lnTo>
                    <a:pt x="277355" y="16785"/>
                  </a:lnTo>
                  <a:lnTo>
                    <a:pt x="240563" y="5871"/>
                  </a:lnTo>
                  <a:lnTo>
                    <a:pt x="1908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74653" y="2646423"/>
              <a:ext cx="185209" cy="19713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24830" y="2675840"/>
              <a:ext cx="105211" cy="16565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4397554" y="3370219"/>
              <a:ext cx="401320" cy="172720"/>
            </a:xfrm>
            <a:custGeom>
              <a:avLst/>
              <a:gdLst/>
              <a:ahLst/>
              <a:cxnLst/>
              <a:rect l="l" t="t" r="r" b="b"/>
              <a:pathLst>
                <a:path w="401320" h="172720">
                  <a:moveTo>
                    <a:pt x="400982" y="0"/>
                  </a:moveTo>
                  <a:lnTo>
                    <a:pt x="0" y="7717"/>
                  </a:lnTo>
                  <a:lnTo>
                    <a:pt x="37370" y="104520"/>
                  </a:lnTo>
                  <a:lnTo>
                    <a:pt x="59648" y="139346"/>
                  </a:lnTo>
                  <a:lnTo>
                    <a:pt x="92812" y="162701"/>
                  </a:lnTo>
                  <a:lnTo>
                    <a:pt x="132602" y="172627"/>
                  </a:lnTo>
                  <a:lnTo>
                    <a:pt x="174759" y="167167"/>
                  </a:lnTo>
                  <a:lnTo>
                    <a:pt x="224731" y="147529"/>
                  </a:lnTo>
                  <a:lnTo>
                    <a:pt x="277185" y="119095"/>
                  </a:lnTo>
                  <a:lnTo>
                    <a:pt x="321210" y="87320"/>
                  </a:lnTo>
                  <a:lnTo>
                    <a:pt x="355968" y="55330"/>
                  </a:lnTo>
                  <a:lnTo>
                    <a:pt x="382284" y="25449"/>
                  </a:lnTo>
                  <a:lnTo>
                    <a:pt x="400982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902453" y="3189718"/>
              <a:ext cx="385445" cy="245110"/>
            </a:xfrm>
            <a:custGeom>
              <a:avLst/>
              <a:gdLst/>
              <a:ahLst/>
              <a:cxnLst/>
              <a:rect l="l" t="t" r="r" b="b"/>
              <a:pathLst>
                <a:path w="385445" h="245110">
                  <a:moveTo>
                    <a:pt x="299634" y="0"/>
                  </a:moveTo>
                  <a:lnTo>
                    <a:pt x="258081" y="6917"/>
                  </a:lnTo>
                  <a:lnTo>
                    <a:pt x="214359" y="15790"/>
                  </a:lnTo>
                  <a:lnTo>
                    <a:pt x="162843" y="28428"/>
                  </a:lnTo>
                  <a:lnTo>
                    <a:pt x="145594" y="42477"/>
                  </a:lnTo>
                  <a:lnTo>
                    <a:pt x="127709" y="56654"/>
                  </a:lnTo>
                  <a:lnTo>
                    <a:pt x="90007" y="85295"/>
                  </a:lnTo>
                  <a:lnTo>
                    <a:pt x="44355" y="117849"/>
                  </a:lnTo>
                  <a:lnTo>
                    <a:pt x="0" y="147419"/>
                  </a:lnTo>
                  <a:lnTo>
                    <a:pt x="27180" y="164858"/>
                  </a:lnTo>
                  <a:lnTo>
                    <a:pt x="98237" y="200730"/>
                  </a:lnTo>
                  <a:lnTo>
                    <a:pt x="142121" y="216914"/>
                  </a:lnTo>
                  <a:lnTo>
                    <a:pt x="201196" y="232511"/>
                  </a:lnTo>
                  <a:lnTo>
                    <a:pt x="256146" y="241224"/>
                  </a:lnTo>
                  <a:lnTo>
                    <a:pt x="305662" y="244632"/>
                  </a:lnTo>
                  <a:lnTo>
                    <a:pt x="348436" y="244313"/>
                  </a:lnTo>
                  <a:lnTo>
                    <a:pt x="383161" y="241846"/>
                  </a:lnTo>
                  <a:lnTo>
                    <a:pt x="385199" y="209705"/>
                  </a:lnTo>
                  <a:lnTo>
                    <a:pt x="382727" y="167884"/>
                  </a:lnTo>
                  <a:lnTo>
                    <a:pt x="372027" y="119168"/>
                  </a:lnTo>
                  <a:lnTo>
                    <a:pt x="349382" y="66343"/>
                  </a:lnTo>
                  <a:lnTo>
                    <a:pt x="324932" y="29095"/>
                  </a:lnTo>
                  <a:lnTo>
                    <a:pt x="312187" y="13552"/>
                  </a:lnTo>
                  <a:lnTo>
                    <a:pt x="29963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960486" y="3093532"/>
              <a:ext cx="255904" cy="137795"/>
            </a:xfrm>
            <a:custGeom>
              <a:avLst/>
              <a:gdLst/>
              <a:ahLst/>
              <a:cxnLst/>
              <a:rect l="l" t="t" r="r" b="b"/>
              <a:pathLst>
                <a:path w="255904" h="137794">
                  <a:moveTo>
                    <a:pt x="108002" y="0"/>
                  </a:moveTo>
                  <a:lnTo>
                    <a:pt x="65254" y="11750"/>
                  </a:lnTo>
                  <a:lnTo>
                    <a:pt x="28074" y="35314"/>
                  </a:lnTo>
                  <a:lnTo>
                    <a:pt x="0" y="69334"/>
                  </a:lnTo>
                  <a:lnTo>
                    <a:pt x="111912" y="137248"/>
                  </a:lnTo>
                  <a:lnTo>
                    <a:pt x="255814" y="89867"/>
                  </a:lnTo>
                  <a:lnTo>
                    <a:pt x="240553" y="58442"/>
                  </a:lnTo>
                  <a:lnTo>
                    <a:pt x="217290" y="32316"/>
                  </a:lnTo>
                  <a:lnTo>
                    <a:pt x="187531" y="12854"/>
                  </a:lnTo>
                  <a:lnTo>
                    <a:pt x="152780" y="1419"/>
                  </a:lnTo>
                  <a:lnTo>
                    <a:pt x="108002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245290" y="2701987"/>
              <a:ext cx="842644" cy="782320"/>
            </a:xfrm>
            <a:custGeom>
              <a:avLst/>
              <a:gdLst/>
              <a:ahLst/>
              <a:cxnLst/>
              <a:rect l="l" t="t" r="r" b="b"/>
              <a:pathLst>
                <a:path w="842645" h="782320">
                  <a:moveTo>
                    <a:pt x="191872" y="0"/>
                  </a:moveTo>
                  <a:lnTo>
                    <a:pt x="119198" y="13651"/>
                  </a:lnTo>
                  <a:lnTo>
                    <a:pt x="81450" y="33402"/>
                  </a:lnTo>
                  <a:lnTo>
                    <a:pt x="48128" y="64087"/>
                  </a:lnTo>
                  <a:lnTo>
                    <a:pt x="24574" y="102070"/>
                  </a:lnTo>
                  <a:lnTo>
                    <a:pt x="9537" y="145631"/>
                  </a:lnTo>
                  <a:lnTo>
                    <a:pt x="1762" y="193048"/>
                  </a:lnTo>
                  <a:lnTo>
                    <a:pt x="0" y="242599"/>
                  </a:lnTo>
                  <a:lnTo>
                    <a:pt x="2996" y="292562"/>
                  </a:lnTo>
                  <a:lnTo>
                    <a:pt x="9499" y="341215"/>
                  </a:lnTo>
                  <a:lnTo>
                    <a:pt x="18257" y="386837"/>
                  </a:lnTo>
                  <a:lnTo>
                    <a:pt x="28017" y="427707"/>
                  </a:lnTo>
                  <a:lnTo>
                    <a:pt x="45535" y="488300"/>
                  </a:lnTo>
                  <a:lnTo>
                    <a:pt x="58489" y="525943"/>
                  </a:lnTo>
                  <a:lnTo>
                    <a:pt x="75869" y="569159"/>
                  </a:lnTo>
                  <a:lnTo>
                    <a:pt x="98456" y="617185"/>
                  </a:lnTo>
                  <a:lnTo>
                    <a:pt x="127029" y="669262"/>
                  </a:lnTo>
                  <a:lnTo>
                    <a:pt x="162369" y="724627"/>
                  </a:lnTo>
                  <a:lnTo>
                    <a:pt x="220643" y="771898"/>
                  </a:lnTo>
                  <a:lnTo>
                    <a:pt x="257374" y="781721"/>
                  </a:lnTo>
                  <a:lnTo>
                    <a:pt x="296218" y="781003"/>
                  </a:lnTo>
                  <a:lnTo>
                    <a:pt x="337668" y="773556"/>
                  </a:lnTo>
                  <a:lnTo>
                    <a:pt x="381840" y="763944"/>
                  </a:lnTo>
                  <a:lnTo>
                    <a:pt x="428379" y="751870"/>
                  </a:lnTo>
                  <a:lnTo>
                    <a:pt x="476930" y="737040"/>
                  </a:lnTo>
                  <a:lnTo>
                    <a:pt x="527139" y="719158"/>
                  </a:lnTo>
                  <a:lnTo>
                    <a:pt x="578650" y="697929"/>
                  </a:lnTo>
                  <a:lnTo>
                    <a:pt x="631108" y="673058"/>
                  </a:lnTo>
                  <a:lnTo>
                    <a:pt x="681914" y="645541"/>
                  </a:lnTo>
                  <a:lnTo>
                    <a:pt x="728061" y="617318"/>
                  </a:lnTo>
                  <a:lnTo>
                    <a:pt x="769650" y="588954"/>
                  </a:lnTo>
                  <a:lnTo>
                    <a:pt x="806780" y="561012"/>
                  </a:lnTo>
                  <a:lnTo>
                    <a:pt x="839552" y="534057"/>
                  </a:lnTo>
                  <a:lnTo>
                    <a:pt x="842425" y="503506"/>
                  </a:lnTo>
                  <a:lnTo>
                    <a:pt x="837015" y="477573"/>
                  </a:lnTo>
                  <a:lnTo>
                    <a:pt x="801420" y="432645"/>
                  </a:lnTo>
                  <a:lnTo>
                    <a:pt x="765094" y="415939"/>
                  </a:lnTo>
                  <a:lnTo>
                    <a:pt x="712304" y="432595"/>
                  </a:lnTo>
                  <a:lnTo>
                    <a:pt x="665698" y="451695"/>
                  </a:lnTo>
                  <a:lnTo>
                    <a:pt x="614527" y="470255"/>
                  </a:lnTo>
                  <a:lnTo>
                    <a:pt x="558859" y="487734"/>
                  </a:lnTo>
                  <a:lnTo>
                    <a:pt x="508089" y="501328"/>
                  </a:lnTo>
                  <a:lnTo>
                    <a:pt x="459515" y="512327"/>
                  </a:lnTo>
                  <a:lnTo>
                    <a:pt x="413418" y="521008"/>
                  </a:lnTo>
                  <a:lnTo>
                    <a:pt x="370078" y="527650"/>
                  </a:lnTo>
                  <a:lnTo>
                    <a:pt x="329777" y="532529"/>
                  </a:lnTo>
                  <a:lnTo>
                    <a:pt x="316892" y="482749"/>
                  </a:lnTo>
                  <a:lnTo>
                    <a:pt x="304346" y="431902"/>
                  </a:lnTo>
                  <a:lnTo>
                    <a:pt x="292176" y="379997"/>
                  </a:lnTo>
                  <a:lnTo>
                    <a:pt x="280422" y="327047"/>
                  </a:lnTo>
                  <a:lnTo>
                    <a:pt x="269119" y="273060"/>
                  </a:lnTo>
                  <a:lnTo>
                    <a:pt x="258053" y="216725"/>
                  </a:lnTo>
                  <a:lnTo>
                    <a:pt x="247886" y="161286"/>
                  </a:lnTo>
                  <a:lnTo>
                    <a:pt x="238585" y="106769"/>
                  </a:lnTo>
                  <a:lnTo>
                    <a:pt x="230114" y="53198"/>
                  </a:lnTo>
                  <a:lnTo>
                    <a:pt x="222440" y="597"/>
                  </a:lnTo>
                  <a:lnTo>
                    <a:pt x="191872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15073" y="3121524"/>
              <a:ext cx="235784" cy="15009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1659" y="3234888"/>
              <a:ext cx="231364" cy="23698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439998" y="2840321"/>
              <a:ext cx="104775" cy="261620"/>
            </a:xfrm>
            <a:custGeom>
              <a:avLst/>
              <a:gdLst/>
              <a:ahLst/>
              <a:cxnLst/>
              <a:rect l="l" t="t" r="r" b="b"/>
              <a:pathLst>
                <a:path w="104775" h="261619">
                  <a:moveTo>
                    <a:pt x="0" y="0"/>
                  </a:moveTo>
                  <a:lnTo>
                    <a:pt x="104174" y="261039"/>
                  </a:lnTo>
                  <a:lnTo>
                    <a:pt x="102824" y="168413"/>
                  </a:lnTo>
                  <a:lnTo>
                    <a:pt x="94402" y="148432"/>
                  </a:lnTo>
                  <a:lnTo>
                    <a:pt x="72890" y="104954"/>
                  </a:lnTo>
                  <a:lnTo>
                    <a:pt x="44618" y="58486"/>
                  </a:lnTo>
                  <a:lnTo>
                    <a:pt x="14601" y="17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23532" y="2652351"/>
              <a:ext cx="110593" cy="16565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74529" y="2625844"/>
              <a:ext cx="188413" cy="19713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4626145" y="2347500"/>
              <a:ext cx="361950" cy="289560"/>
            </a:xfrm>
            <a:custGeom>
              <a:avLst/>
              <a:gdLst/>
              <a:ahLst/>
              <a:cxnLst/>
              <a:rect l="l" t="t" r="r" b="b"/>
              <a:pathLst>
                <a:path w="361950" h="289560">
                  <a:moveTo>
                    <a:pt x="361685" y="0"/>
                  </a:moveTo>
                  <a:lnTo>
                    <a:pt x="341769" y="63473"/>
                  </a:lnTo>
                  <a:lnTo>
                    <a:pt x="326558" y="108840"/>
                  </a:lnTo>
                  <a:lnTo>
                    <a:pt x="300950" y="147716"/>
                  </a:lnTo>
                  <a:lnTo>
                    <a:pt x="284106" y="155419"/>
                  </a:lnTo>
                  <a:lnTo>
                    <a:pt x="245128" y="146465"/>
                  </a:lnTo>
                  <a:lnTo>
                    <a:pt x="218281" y="141891"/>
                  </a:lnTo>
                  <a:lnTo>
                    <a:pt x="196978" y="142121"/>
                  </a:lnTo>
                  <a:lnTo>
                    <a:pt x="183966" y="144592"/>
                  </a:lnTo>
                  <a:lnTo>
                    <a:pt x="172215" y="145062"/>
                  </a:lnTo>
                  <a:lnTo>
                    <a:pt x="160153" y="143386"/>
                  </a:lnTo>
                  <a:lnTo>
                    <a:pt x="146204" y="139419"/>
                  </a:lnTo>
                  <a:lnTo>
                    <a:pt x="126968" y="138530"/>
                  </a:lnTo>
                  <a:lnTo>
                    <a:pt x="79728" y="145390"/>
                  </a:lnTo>
                  <a:lnTo>
                    <a:pt x="67254" y="143859"/>
                  </a:lnTo>
                  <a:lnTo>
                    <a:pt x="55527" y="131159"/>
                  </a:lnTo>
                  <a:lnTo>
                    <a:pt x="28669" y="88586"/>
                  </a:lnTo>
                  <a:lnTo>
                    <a:pt x="0" y="4848"/>
                  </a:lnTo>
                  <a:lnTo>
                    <a:pt x="497" y="29156"/>
                  </a:lnTo>
                  <a:lnTo>
                    <a:pt x="2117" y="83428"/>
                  </a:lnTo>
                  <a:lnTo>
                    <a:pt x="5053" y="139680"/>
                  </a:lnTo>
                  <a:lnTo>
                    <a:pt x="25957" y="187783"/>
                  </a:lnTo>
                  <a:lnTo>
                    <a:pt x="55922" y="217147"/>
                  </a:lnTo>
                  <a:lnTo>
                    <a:pt x="86071" y="245510"/>
                  </a:lnTo>
                  <a:lnTo>
                    <a:pt x="138377" y="276414"/>
                  </a:lnTo>
                  <a:lnTo>
                    <a:pt x="176748" y="289006"/>
                  </a:lnTo>
                  <a:lnTo>
                    <a:pt x="192640" y="285758"/>
                  </a:lnTo>
                  <a:lnTo>
                    <a:pt x="237052" y="267243"/>
                  </a:lnTo>
                  <a:lnTo>
                    <a:pt x="272950" y="241441"/>
                  </a:lnTo>
                  <a:lnTo>
                    <a:pt x="304710" y="209805"/>
                  </a:lnTo>
                  <a:lnTo>
                    <a:pt x="333985" y="177815"/>
                  </a:lnTo>
                  <a:lnTo>
                    <a:pt x="347213" y="151054"/>
                  </a:lnTo>
                  <a:lnTo>
                    <a:pt x="348858" y="131783"/>
                  </a:lnTo>
                  <a:lnTo>
                    <a:pt x="3616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6467554" y="5602954"/>
            <a:ext cx="351790" cy="252095"/>
            <a:chOff x="6467554" y="5602954"/>
            <a:chExt cx="351790" cy="252095"/>
          </a:xfrm>
        </p:grpSpPr>
        <p:sp>
          <p:nvSpPr>
            <p:cNvPr id="35" name="object 35" descr=""/>
            <p:cNvSpPr/>
            <p:nvPr/>
          </p:nvSpPr>
          <p:spPr>
            <a:xfrm>
              <a:off x="6467554" y="5602954"/>
              <a:ext cx="340360" cy="252095"/>
            </a:xfrm>
            <a:custGeom>
              <a:avLst/>
              <a:gdLst/>
              <a:ahLst/>
              <a:cxnLst/>
              <a:rect l="l" t="t" r="r" b="b"/>
              <a:pathLst>
                <a:path w="340359" h="252095">
                  <a:moveTo>
                    <a:pt x="106410" y="0"/>
                  </a:moveTo>
                  <a:lnTo>
                    <a:pt x="67351" y="3321"/>
                  </a:lnTo>
                  <a:lnTo>
                    <a:pt x="28178" y="11452"/>
                  </a:lnTo>
                  <a:lnTo>
                    <a:pt x="10266" y="22988"/>
                  </a:lnTo>
                  <a:lnTo>
                    <a:pt x="11053" y="47096"/>
                  </a:lnTo>
                  <a:lnTo>
                    <a:pt x="12648" y="78352"/>
                  </a:lnTo>
                  <a:lnTo>
                    <a:pt x="13176" y="110379"/>
                  </a:lnTo>
                  <a:lnTo>
                    <a:pt x="10758" y="136796"/>
                  </a:lnTo>
                  <a:lnTo>
                    <a:pt x="8915" y="145026"/>
                  </a:lnTo>
                  <a:lnTo>
                    <a:pt x="7847" y="148848"/>
                  </a:lnTo>
                  <a:lnTo>
                    <a:pt x="830" y="182842"/>
                  </a:lnTo>
                  <a:lnTo>
                    <a:pt x="5106" y="232176"/>
                  </a:lnTo>
                  <a:lnTo>
                    <a:pt x="85247" y="248388"/>
                  </a:lnTo>
                  <a:lnTo>
                    <a:pt x="146808" y="250398"/>
                  </a:lnTo>
                  <a:lnTo>
                    <a:pt x="213511" y="251702"/>
                  </a:lnTo>
                  <a:lnTo>
                    <a:pt x="275769" y="252074"/>
                  </a:lnTo>
                  <a:lnTo>
                    <a:pt x="323995" y="251284"/>
                  </a:lnTo>
                  <a:lnTo>
                    <a:pt x="333856" y="247589"/>
                  </a:lnTo>
                  <a:lnTo>
                    <a:pt x="339559" y="239185"/>
                  </a:lnTo>
                  <a:lnTo>
                    <a:pt x="340217" y="228756"/>
                  </a:lnTo>
                  <a:lnTo>
                    <a:pt x="334947" y="218982"/>
                  </a:lnTo>
                  <a:lnTo>
                    <a:pt x="276494" y="184817"/>
                  </a:lnTo>
                  <a:lnTo>
                    <a:pt x="233624" y="169732"/>
                  </a:lnTo>
                  <a:lnTo>
                    <a:pt x="189392" y="161371"/>
                  </a:lnTo>
                  <a:lnTo>
                    <a:pt x="172449" y="158590"/>
                  </a:lnTo>
                  <a:lnTo>
                    <a:pt x="158762" y="153494"/>
                  </a:lnTo>
                  <a:lnTo>
                    <a:pt x="131699" y="113020"/>
                  </a:lnTo>
                  <a:lnTo>
                    <a:pt x="123872" y="37930"/>
                  </a:lnTo>
                  <a:lnTo>
                    <a:pt x="123980" y="2894"/>
                  </a:lnTo>
                  <a:lnTo>
                    <a:pt x="10641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467554" y="5725562"/>
              <a:ext cx="351790" cy="128905"/>
            </a:xfrm>
            <a:custGeom>
              <a:avLst/>
              <a:gdLst/>
              <a:ahLst/>
              <a:cxnLst/>
              <a:rect l="l" t="t" r="r" b="b"/>
              <a:pathLst>
                <a:path w="351790" h="128904">
                  <a:moveTo>
                    <a:pt x="133299" y="0"/>
                  </a:moveTo>
                  <a:lnTo>
                    <a:pt x="115341" y="3533"/>
                  </a:lnTo>
                  <a:lnTo>
                    <a:pt x="100875" y="11188"/>
                  </a:lnTo>
                  <a:lnTo>
                    <a:pt x="91385" y="23161"/>
                  </a:lnTo>
                  <a:lnTo>
                    <a:pt x="88358" y="39653"/>
                  </a:lnTo>
                  <a:lnTo>
                    <a:pt x="81343" y="48250"/>
                  </a:lnTo>
                  <a:lnTo>
                    <a:pt x="62767" y="49376"/>
                  </a:lnTo>
                  <a:lnTo>
                    <a:pt x="37587" y="39274"/>
                  </a:lnTo>
                  <a:lnTo>
                    <a:pt x="10758" y="14188"/>
                  </a:lnTo>
                  <a:lnTo>
                    <a:pt x="8915" y="22418"/>
                  </a:lnTo>
                  <a:lnTo>
                    <a:pt x="7847" y="26240"/>
                  </a:lnTo>
                  <a:lnTo>
                    <a:pt x="830" y="60234"/>
                  </a:lnTo>
                  <a:lnTo>
                    <a:pt x="0" y="88736"/>
                  </a:lnTo>
                  <a:lnTo>
                    <a:pt x="5106" y="109568"/>
                  </a:lnTo>
                  <a:lnTo>
                    <a:pt x="41083" y="123370"/>
                  </a:lnTo>
                  <a:lnTo>
                    <a:pt x="93364" y="125712"/>
                  </a:lnTo>
                  <a:lnTo>
                    <a:pt x="161095" y="127463"/>
                  </a:lnTo>
                  <a:lnTo>
                    <a:pt x="232632" y="128509"/>
                  </a:lnTo>
                  <a:lnTo>
                    <a:pt x="296329" y="128739"/>
                  </a:lnTo>
                  <a:lnTo>
                    <a:pt x="340539" y="128037"/>
                  </a:lnTo>
                  <a:lnTo>
                    <a:pt x="348392" y="127723"/>
                  </a:lnTo>
                  <a:lnTo>
                    <a:pt x="351334" y="118896"/>
                  </a:lnTo>
                  <a:lnTo>
                    <a:pt x="347711" y="111399"/>
                  </a:lnTo>
                  <a:lnTo>
                    <a:pt x="292203" y="61443"/>
                  </a:lnTo>
                  <a:lnTo>
                    <a:pt x="244789" y="38645"/>
                  </a:lnTo>
                  <a:lnTo>
                    <a:pt x="191161" y="26407"/>
                  </a:lnTo>
                  <a:lnTo>
                    <a:pt x="172911" y="23366"/>
                  </a:lnTo>
                  <a:lnTo>
                    <a:pt x="156348" y="17699"/>
                  </a:lnTo>
                  <a:lnTo>
                    <a:pt x="142726" y="9784"/>
                  </a:lnTo>
                  <a:lnTo>
                    <a:pt x="13329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7" name="object 3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89830" y="5705652"/>
            <a:ext cx="174600" cy="182866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6324602" y="2746291"/>
            <a:ext cx="381635" cy="688340"/>
          </a:xfrm>
          <a:custGeom>
            <a:avLst/>
            <a:gdLst/>
            <a:ahLst/>
            <a:cxnLst/>
            <a:rect l="l" t="t" r="r" b="b"/>
            <a:pathLst>
              <a:path w="381634" h="688339">
                <a:moveTo>
                  <a:pt x="19727" y="0"/>
                </a:moveTo>
                <a:lnTo>
                  <a:pt x="35183" y="67094"/>
                </a:lnTo>
                <a:lnTo>
                  <a:pt x="47255" y="138540"/>
                </a:lnTo>
                <a:lnTo>
                  <a:pt x="52013" y="194555"/>
                </a:lnTo>
                <a:lnTo>
                  <a:pt x="53981" y="248972"/>
                </a:lnTo>
                <a:lnTo>
                  <a:pt x="53416" y="301703"/>
                </a:lnTo>
                <a:lnTo>
                  <a:pt x="50572" y="352658"/>
                </a:lnTo>
                <a:lnTo>
                  <a:pt x="45706" y="401748"/>
                </a:lnTo>
                <a:lnTo>
                  <a:pt x="39074" y="448884"/>
                </a:lnTo>
                <a:lnTo>
                  <a:pt x="30931" y="493978"/>
                </a:lnTo>
                <a:lnTo>
                  <a:pt x="21534" y="536941"/>
                </a:lnTo>
                <a:lnTo>
                  <a:pt x="11138" y="577684"/>
                </a:lnTo>
                <a:lnTo>
                  <a:pt x="0" y="616117"/>
                </a:lnTo>
                <a:lnTo>
                  <a:pt x="24974" y="628941"/>
                </a:lnTo>
                <a:lnTo>
                  <a:pt x="84208" y="653622"/>
                </a:lnTo>
                <a:lnTo>
                  <a:pt x="167850" y="676439"/>
                </a:lnTo>
                <a:lnTo>
                  <a:pt x="214963" y="683767"/>
                </a:lnTo>
                <a:lnTo>
                  <a:pt x="259211" y="687305"/>
                </a:lnTo>
                <a:lnTo>
                  <a:pt x="300032" y="687821"/>
                </a:lnTo>
                <a:lnTo>
                  <a:pt x="335337" y="679598"/>
                </a:lnTo>
                <a:lnTo>
                  <a:pt x="362735" y="658822"/>
                </a:lnTo>
                <a:lnTo>
                  <a:pt x="379133" y="629150"/>
                </a:lnTo>
                <a:lnTo>
                  <a:pt x="381443" y="594233"/>
                </a:lnTo>
                <a:lnTo>
                  <a:pt x="376123" y="564436"/>
                </a:lnTo>
                <a:lnTo>
                  <a:pt x="360315" y="499373"/>
                </a:lnTo>
                <a:lnTo>
                  <a:pt x="334321" y="424290"/>
                </a:lnTo>
                <a:lnTo>
                  <a:pt x="317036" y="385707"/>
                </a:lnTo>
                <a:lnTo>
                  <a:pt x="296552" y="345455"/>
                </a:lnTo>
                <a:lnTo>
                  <a:pt x="271894" y="300250"/>
                </a:lnTo>
                <a:lnTo>
                  <a:pt x="242086" y="246809"/>
                </a:lnTo>
                <a:lnTo>
                  <a:pt x="225784" y="209138"/>
                </a:lnTo>
                <a:lnTo>
                  <a:pt x="209542" y="162133"/>
                </a:lnTo>
                <a:lnTo>
                  <a:pt x="190666" y="112101"/>
                </a:lnTo>
                <a:lnTo>
                  <a:pt x="166466" y="65348"/>
                </a:lnTo>
                <a:lnTo>
                  <a:pt x="112364" y="27436"/>
                </a:lnTo>
                <a:lnTo>
                  <a:pt x="78213" y="17590"/>
                </a:lnTo>
                <a:lnTo>
                  <a:pt x="19727" y="0"/>
                </a:lnTo>
                <a:close/>
              </a:path>
            </a:pathLst>
          </a:custGeom>
          <a:solidFill>
            <a:srgbClr val="212C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5603485" y="2038443"/>
            <a:ext cx="1042669" cy="3709670"/>
            <a:chOff x="5603485" y="2038443"/>
            <a:chExt cx="1042669" cy="3709670"/>
          </a:xfrm>
        </p:grpSpPr>
        <p:sp>
          <p:nvSpPr>
            <p:cNvPr id="40" name="object 40" descr=""/>
            <p:cNvSpPr/>
            <p:nvPr/>
          </p:nvSpPr>
          <p:spPr>
            <a:xfrm>
              <a:off x="5715660" y="3826884"/>
              <a:ext cx="926465" cy="1921510"/>
            </a:xfrm>
            <a:custGeom>
              <a:avLst/>
              <a:gdLst/>
              <a:ahLst/>
              <a:cxnLst/>
              <a:rect l="l" t="t" r="r" b="b"/>
              <a:pathLst>
                <a:path w="926465" h="1921510">
                  <a:moveTo>
                    <a:pt x="926198" y="1869084"/>
                  </a:moveTo>
                  <a:lnTo>
                    <a:pt x="925436" y="1818601"/>
                  </a:lnTo>
                  <a:lnTo>
                    <a:pt x="924217" y="1768246"/>
                  </a:lnTo>
                  <a:lnTo>
                    <a:pt x="922578" y="1717967"/>
                  </a:lnTo>
                  <a:lnTo>
                    <a:pt x="920572" y="1667764"/>
                  </a:lnTo>
                  <a:lnTo>
                    <a:pt x="918222" y="1617573"/>
                  </a:lnTo>
                  <a:lnTo>
                    <a:pt x="915568" y="1567383"/>
                  </a:lnTo>
                  <a:lnTo>
                    <a:pt x="912660" y="1517154"/>
                  </a:lnTo>
                  <a:lnTo>
                    <a:pt x="906221" y="1416431"/>
                  </a:lnTo>
                  <a:lnTo>
                    <a:pt x="881316" y="1057897"/>
                  </a:lnTo>
                  <a:lnTo>
                    <a:pt x="874826" y="952652"/>
                  </a:lnTo>
                  <a:lnTo>
                    <a:pt x="871893" y="899401"/>
                  </a:lnTo>
                  <a:lnTo>
                    <a:pt x="870394" y="851217"/>
                  </a:lnTo>
                  <a:lnTo>
                    <a:pt x="870178" y="801065"/>
                  </a:lnTo>
                  <a:lnTo>
                    <a:pt x="870343" y="750189"/>
                  </a:lnTo>
                  <a:lnTo>
                    <a:pt x="869937" y="699808"/>
                  </a:lnTo>
                  <a:lnTo>
                    <a:pt x="868019" y="651167"/>
                  </a:lnTo>
                  <a:lnTo>
                    <a:pt x="864679" y="600151"/>
                  </a:lnTo>
                  <a:lnTo>
                    <a:pt x="861110" y="549567"/>
                  </a:lnTo>
                  <a:lnTo>
                    <a:pt x="857351" y="499376"/>
                  </a:lnTo>
                  <a:lnTo>
                    <a:pt x="849312" y="399961"/>
                  </a:lnTo>
                  <a:lnTo>
                    <a:pt x="840740" y="301459"/>
                  </a:lnTo>
                  <a:lnTo>
                    <a:pt x="813714" y="7302"/>
                  </a:lnTo>
                  <a:lnTo>
                    <a:pt x="763587" y="9258"/>
                  </a:lnTo>
                  <a:lnTo>
                    <a:pt x="550494" y="18783"/>
                  </a:lnTo>
                  <a:lnTo>
                    <a:pt x="535355" y="19380"/>
                  </a:lnTo>
                  <a:lnTo>
                    <a:pt x="159397" y="0"/>
                  </a:lnTo>
                  <a:lnTo>
                    <a:pt x="141846" y="144195"/>
                  </a:lnTo>
                  <a:lnTo>
                    <a:pt x="125069" y="289420"/>
                  </a:lnTo>
                  <a:lnTo>
                    <a:pt x="109093" y="435660"/>
                  </a:lnTo>
                  <a:lnTo>
                    <a:pt x="98094" y="541629"/>
                  </a:lnTo>
                  <a:lnTo>
                    <a:pt x="87630" y="647179"/>
                  </a:lnTo>
                  <a:lnTo>
                    <a:pt x="77673" y="752309"/>
                  </a:lnTo>
                  <a:lnTo>
                    <a:pt x="68224" y="857021"/>
                  </a:lnTo>
                  <a:lnTo>
                    <a:pt x="59296" y="961301"/>
                  </a:lnTo>
                  <a:lnTo>
                    <a:pt x="50711" y="1066977"/>
                  </a:lnTo>
                  <a:lnTo>
                    <a:pt x="42646" y="1172197"/>
                  </a:lnTo>
                  <a:lnTo>
                    <a:pt x="35090" y="1276972"/>
                  </a:lnTo>
                  <a:lnTo>
                    <a:pt x="28028" y="1381290"/>
                  </a:lnTo>
                  <a:lnTo>
                    <a:pt x="21463" y="1485150"/>
                  </a:lnTo>
                  <a:lnTo>
                    <a:pt x="15379" y="1588554"/>
                  </a:lnTo>
                  <a:lnTo>
                    <a:pt x="9779" y="1691487"/>
                  </a:lnTo>
                  <a:lnTo>
                    <a:pt x="4648" y="1793963"/>
                  </a:lnTo>
                  <a:lnTo>
                    <a:pt x="0" y="1895970"/>
                  </a:lnTo>
                  <a:lnTo>
                    <a:pt x="8674" y="1901977"/>
                  </a:lnTo>
                  <a:lnTo>
                    <a:pt x="21424" y="1909064"/>
                  </a:lnTo>
                  <a:lnTo>
                    <a:pt x="38138" y="1915820"/>
                  </a:lnTo>
                  <a:lnTo>
                    <a:pt x="58686" y="1920824"/>
                  </a:lnTo>
                  <a:lnTo>
                    <a:pt x="86194" y="1921141"/>
                  </a:lnTo>
                  <a:lnTo>
                    <a:pt x="113665" y="1916036"/>
                  </a:lnTo>
                  <a:lnTo>
                    <a:pt x="136575" y="1909114"/>
                  </a:lnTo>
                  <a:lnTo>
                    <a:pt x="150456" y="1903996"/>
                  </a:lnTo>
                  <a:lnTo>
                    <a:pt x="161912" y="1854174"/>
                  </a:lnTo>
                  <a:lnTo>
                    <a:pt x="185267" y="1755609"/>
                  </a:lnTo>
                  <a:lnTo>
                    <a:pt x="209067" y="1658137"/>
                  </a:lnTo>
                  <a:lnTo>
                    <a:pt x="293535" y="1319796"/>
                  </a:lnTo>
                  <a:lnTo>
                    <a:pt x="317334" y="1222324"/>
                  </a:lnTo>
                  <a:lnTo>
                    <a:pt x="340690" y="1123759"/>
                  </a:lnTo>
                  <a:lnTo>
                    <a:pt x="352145" y="1073950"/>
                  </a:lnTo>
                  <a:lnTo>
                    <a:pt x="363258" y="1024242"/>
                  </a:lnTo>
                  <a:lnTo>
                    <a:pt x="374040" y="974394"/>
                  </a:lnTo>
                  <a:lnTo>
                    <a:pt x="384505" y="924433"/>
                  </a:lnTo>
                  <a:lnTo>
                    <a:pt x="394716" y="874369"/>
                  </a:lnTo>
                  <a:lnTo>
                    <a:pt x="414464" y="773976"/>
                  </a:lnTo>
                  <a:lnTo>
                    <a:pt x="433578" y="673328"/>
                  </a:lnTo>
                  <a:lnTo>
                    <a:pt x="480441" y="421360"/>
                  </a:lnTo>
                  <a:lnTo>
                    <a:pt x="485178" y="396379"/>
                  </a:lnTo>
                  <a:lnTo>
                    <a:pt x="503123" y="483857"/>
                  </a:lnTo>
                  <a:lnTo>
                    <a:pt x="578319" y="842314"/>
                  </a:lnTo>
                  <a:lnTo>
                    <a:pt x="596557" y="932294"/>
                  </a:lnTo>
                  <a:lnTo>
                    <a:pt x="614375" y="1023670"/>
                  </a:lnTo>
                  <a:lnTo>
                    <a:pt x="623112" y="1070089"/>
                  </a:lnTo>
                  <a:lnTo>
                    <a:pt x="631723" y="1117079"/>
                  </a:lnTo>
                  <a:lnTo>
                    <a:pt x="640181" y="1164742"/>
                  </a:lnTo>
                  <a:lnTo>
                    <a:pt x="648487" y="1213154"/>
                  </a:lnTo>
                  <a:lnTo>
                    <a:pt x="656640" y="1262392"/>
                  </a:lnTo>
                  <a:lnTo>
                    <a:pt x="664603" y="1312519"/>
                  </a:lnTo>
                  <a:lnTo>
                    <a:pt x="672388" y="1363637"/>
                  </a:lnTo>
                  <a:lnTo>
                    <a:pt x="679970" y="1415808"/>
                  </a:lnTo>
                  <a:lnTo>
                    <a:pt x="687349" y="1469110"/>
                  </a:lnTo>
                  <a:lnTo>
                    <a:pt x="694499" y="1523631"/>
                  </a:lnTo>
                  <a:lnTo>
                    <a:pt x="701433" y="1579448"/>
                  </a:lnTo>
                  <a:lnTo>
                    <a:pt x="708126" y="1636649"/>
                  </a:lnTo>
                  <a:lnTo>
                    <a:pt x="714565" y="1695284"/>
                  </a:lnTo>
                  <a:lnTo>
                    <a:pt x="720737" y="1755470"/>
                  </a:lnTo>
                  <a:lnTo>
                    <a:pt x="726643" y="1817243"/>
                  </a:lnTo>
                  <a:lnTo>
                    <a:pt x="732256" y="1880717"/>
                  </a:lnTo>
                  <a:lnTo>
                    <a:pt x="743483" y="1889696"/>
                  </a:lnTo>
                  <a:lnTo>
                    <a:pt x="769505" y="1896757"/>
                  </a:lnTo>
                  <a:lnTo>
                    <a:pt x="801344" y="1901063"/>
                  </a:lnTo>
                  <a:lnTo>
                    <a:pt x="830059" y="1901761"/>
                  </a:lnTo>
                  <a:lnTo>
                    <a:pt x="854278" y="1896757"/>
                  </a:lnTo>
                  <a:lnTo>
                    <a:pt x="883526" y="1886800"/>
                  </a:lnTo>
                  <a:lnTo>
                    <a:pt x="910082" y="1876145"/>
                  </a:lnTo>
                  <a:lnTo>
                    <a:pt x="926198" y="1869084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5715661" y="3826877"/>
              <a:ext cx="561975" cy="1915795"/>
            </a:xfrm>
            <a:custGeom>
              <a:avLst/>
              <a:gdLst/>
              <a:ahLst/>
              <a:cxnLst/>
              <a:rect l="l" t="t" r="r" b="b"/>
              <a:pathLst>
                <a:path w="561975" h="1915795">
                  <a:moveTo>
                    <a:pt x="159408" y="0"/>
                  </a:moveTo>
                  <a:lnTo>
                    <a:pt x="141848" y="144201"/>
                  </a:lnTo>
                  <a:lnTo>
                    <a:pt x="125072" y="289422"/>
                  </a:lnTo>
                  <a:lnTo>
                    <a:pt x="109096" y="435662"/>
                  </a:lnTo>
                  <a:lnTo>
                    <a:pt x="98101" y="541634"/>
                  </a:lnTo>
                  <a:lnTo>
                    <a:pt x="87631" y="647186"/>
                  </a:lnTo>
                  <a:lnTo>
                    <a:pt x="77677" y="752316"/>
                  </a:lnTo>
                  <a:lnTo>
                    <a:pt x="68235" y="857022"/>
                  </a:lnTo>
                  <a:lnTo>
                    <a:pt x="59296" y="961300"/>
                  </a:lnTo>
                  <a:lnTo>
                    <a:pt x="50720" y="1066972"/>
                  </a:lnTo>
                  <a:lnTo>
                    <a:pt x="42655" y="1172196"/>
                  </a:lnTo>
                  <a:lnTo>
                    <a:pt x="35095" y="1276968"/>
                  </a:lnTo>
                  <a:lnTo>
                    <a:pt x="28034" y="1381286"/>
                  </a:lnTo>
                  <a:lnTo>
                    <a:pt x="21466" y="1485147"/>
                  </a:lnTo>
                  <a:lnTo>
                    <a:pt x="15384" y="1588550"/>
                  </a:lnTo>
                  <a:lnTo>
                    <a:pt x="9784" y="1691490"/>
                  </a:lnTo>
                  <a:lnTo>
                    <a:pt x="4657" y="1793965"/>
                  </a:lnTo>
                  <a:lnTo>
                    <a:pt x="0" y="1895973"/>
                  </a:lnTo>
                  <a:lnTo>
                    <a:pt x="7702" y="1901830"/>
                  </a:lnTo>
                  <a:lnTo>
                    <a:pt x="17101" y="1908231"/>
                  </a:lnTo>
                  <a:lnTo>
                    <a:pt x="27399" y="1913385"/>
                  </a:lnTo>
                  <a:lnTo>
                    <a:pt x="37799" y="1915501"/>
                  </a:lnTo>
                  <a:lnTo>
                    <a:pt x="40618" y="1911551"/>
                  </a:lnTo>
                  <a:lnTo>
                    <a:pt x="49929" y="1856190"/>
                  </a:lnTo>
                  <a:lnTo>
                    <a:pt x="56844" y="1787887"/>
                  </a:lnTo>
                  <a:lnTo>
                    <a:pt x="60512" y="1745776"/>
                  </a:lnTo>
                  <a:lnTo>
                    <a:pt x="68265" y="1648065"/>
                  </a:lnTo>
                  <a:lnTo>
                    <a:pt x="99731" y="1215511"/>
                  </a:lnTo>
                  <a:lnTo>
                    <a:pt x="109939" y="1082096"/>
                  </a:lnTo>
                  <a:lnTo>
                    <a:pt x="115244" y="1016182"/>
                  </a:lnTo>
                  <a:lnTo>
                    <a:pt x="120681" y="951445"/>
                  </a:lnTo>
                  <a:lnTo>
                    <a:pt x="126250" y="888372"/>
                  </a:lnTo>
                  <a:lnTo>
                    <a:pt x="131951" y="827449"/>
                  </a:lnTo>
                  <a:lnTo>
                    <a:pt x="137783" y="769163"/>
                  </a:lnTo>
                  <a:lnTo>
                    <a:pt x="143745" y="713998"/>
                  </a:lnTo>
                  <a:lnTo>
                    <a:pt x="149837" y="662443"/>
                  </a:lnTo>
                  <a:lnTo>
                    <a:pt x="156058" y="614983"/>
                  </a:lnTo>
                  <a:lnTo>
                    <a:pt x="162408" y="572104"/>
                  </a:lnTo>
                  <a:lnTo>
                    <a:pt x="168886" y="534293"/>
                  </a:lnTo>
                  <a:lnTo>
                    <a:pt x="188429" y="453985"/>
                  </a:lnTo>
                  <a:lnTo>
                    <a:pt x="203381" y="413508"/>
                  </a:lnTo>
                  <a:lnTo>
                    <a:pt x="238436" y="351912"/>
                  </a:lnTo>
                  <a:lnTo>
                    <a:pt x="278865" y="310516"/>
                  </a:lnTo>
                  <a:lnTo>
                    <a:pt x="322877" y="282586"/>
                  </a:lnTo>
                  <a:lnTo>
                    <a:pt x="391693" y="251212"/>
                  </a:lnTo>
                  <a:lnTo>
                    <a:pt x="414482" y="240193"/>
                  </a:lnTo>
                  <a:lnTo>
                    <a:pt x="458493" y="212263"/>
                  </a:lnTo>
                  <a:lnTo>
                    <a:pt x="498922" y="170867"/>
                  </a:lnTo>
                  <a:lnTo>
                    <a:pt x="533977" y="109271"/>
                  </a:lnTo>
                  <a:lnTo>
                    <a:pt x="548930" y="68794"/>
                  </a:lnTo>
                  <a:lnTo>
                    <a:pt x="561867" y="20742"/>
                  </a:lnTo>
                  <a:lnTo>
                    <a:pt x="159408" y="0"/>
                  </a:lnTo>
                  <a:close/>
                </a:path>
              </a:pathLst>
            </a:custGeom>
            <a:solidFill>
              <a:srgbClr val="0A133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5723774" y="2686651"/>
              <a:ext cx="789305" cy="1224915"/>
            </a:xfrm>
            <a:custGeom>
              <a:avLst/>
              <a:gdLst/>
              <a:ahLst/>
              <a:cxnLst/>
              <a:rect l="l" t="t" r="r" b="b"/>
              <a:pathLst>
                <a:path w="789304" h="1224914">
                  <a:moveTo>
                    <a:pt x="212757" y="0"/>
                  </a:moveTo>
                  <a:lnTo>
                    <a:pt x="0" y="28564"/>
                  </a:lnTo>
                  <a:lnTo>
                    <a:pt x="15467" y="184534"/>
                  </a:lnTo>
                  <a:lnTo>
                    <a:pt x="31700" y="341390"/>
                  </a:lnTo>
                  <a:lnTo>
                    <a:pt x="48710" y="499126"/>
                  </a:lnTo>
                  <a:lnTo>
                    <a:pt x="71029" y="697024"/>
                  </a:lnTo>
                  <a:lnTo>
                    <a:pt x="94243" y="893370"/>
                  </a:lnTo>
                  <a:lnTo>
                    <a:pt x="118332" y="1088154"/>
                  </a:lnTo>
                  <a:lnTo>
                    <a:pt x="130697" y="1184958"/>
                  </a:lnTo>
                  <a:lnTo>
                    <a:pt x="171385" y="1194858"/>
                  </a:lnTo>
                  <a:lnTo>
                    <a:pt x="217287" y="1204264"/>
                  </a:lnTo>
                  <a:lnTo>
                    <a:pt x="268130" y="1212565"/>
                  </a:lnTo>
                  <a:lnTo>
                    <a:pt x="323638" y="1219148"/>
                  </a:lnTo>
                  <a:lnTo>
                    <a:pt x="383535" y="1223403"/>
                  </a:lnTo>
                  <a:lnTo>
                    <a:pt x="447546" y="1224716"/>
                  </a:lnTo>
                  <a:lnTo>
                    <a:pt x="507416" y="1222929"/>
                  </a:lnTo>
                  <a:lnTo>
                    <a:pt x="563809" y="1218569"/>
                  </a:lnTo>
                  <a:lnTo>
                    <a:pt x="616523" y="1212118"/>
                  </a:lnTo>
                  <a:lnTo>
                    <a:pt x="665355" y="1204056"/>
                  </a:lnTo>
                  <a:lnTo>
                    <a:pt x="710106" y="1194864"/>
                  </a:lnTo>
                  <a:lnTo>
                    <a:pt x="750571" y="1185022"/>
                  </a:lnTo>
                  <a:lnTo>
                    <a:pt x="788390" y="1114956"/>
                  </a:lnTo>
                  <a:lnTo>
                    <a:pt x="789141" y="1057961"/>
                  </a:lnTo>
                  <a:lnTo>
                    <a:pt x="788954" y="1004152"/>
                  </a:lnTo>
                  <a:lnTo>
                    <a:pt x="787976" y="953656"/>
                  </a:lnTo>
                  <a:lnTo>
                    <a:pt x="786353" y="906603"/>
                  </a:lnTo>
                  <a:lnTo>
                    <a:pt x="784234" y="863119"/>
                  </a:lnTo>
                  <a:lnTo>
                    <a:pt x="781766" y="823331"/>
                  </a:lnTo>
                  <a:lnTo>
                    <a:pt x="775180" y="742642"/>
                  </a:lnTo>
                  <a:lnTo>
                    <a:pt x="770874" y="700739"/>
                  </a:lnTo>
                  <a:lnTo>
                    <a:pt x="766069" y="659200"/>
                  </a:lnTo>
                  <a:lnTo>
                    <a:pt x="747574" y="512167"/>
                  </a:lnTo>
                  <a:lnTo>
                    <a:pt x="739685" y="447485"/>
                  </a:lnTo>
                  <a:lnTo>
                    <a:pt x="730752" y="370868"/>
                  </a:lnTo>
                  <a:lnTo>
                    <a:pt x="725991" y="313340"/>
                  </a:lnTo>
                  <a:lnTo>
                    <a:pt x="724376" y="259803"/>
                  </a:lnTo>
                  <a:lnTo>
                    <a:pt x="724653" y="210608"/>
                  </a:lnTo>
                  <a:lnTo>
                    <a:pt x="725565" y="166106"/>
                  </a:lnTo>
                  <a:lnTo>
                    <a:pt x="725856" y="126647"/>
                  </a:lnTo>
                  <a:lnTo>
                    <a:pt x="682363" y="77876"/>
                  </a:lnTo>
                  <a:lnTo>
                    <a:pt x="633170" y="63286"/>
                  </a:lnTo>
                  <a:lnTo>
                    <a:pt x="578948" y="49235"/>
                  </a:lnTo>
                  <a:lnTo>
                    <a:pt x="521955" y="36145"/>
                  </a:lnTo>
                  <a:lnTo>
                    <a:pt x="464446" y="24439"/>
                  </a:lnTo>
                  <a:lnTo>
                    <a:pt x="407784" y="14852"/>
                  </a:lnTo>
                  <a:lnTo>
                    <a:pt x="353984" y="7979"/>
                  </a:lnTo>
                  <a:lnTo>
                    <a:pt x="303347" y="3454"/>
                  </a:lnTo>
                  <a:lnTo>
                    <a:pt x="256171" y="916"/>
                  </a:lnTo>
                  <a:lnTo>
                    <a:pt x="212757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968594" y="2487968"/>
              <a:ext cx="290195" cy="305435"/>
            </a:xfrm>
            <a:custGeom>
              <a:avLst/>
              <a:gdLst/>
              <a:ahLst/>
              <a:cxnLst/>
              <a:rect l="l" t="t" r="r" b="b"/>
              <a:pathLst>
                <a:path w="290195" h="305435">
                  <a:moveTo>
                    <a:pt x="51506" y="0"/>
                  </a:moveTo>
                  <a:lnTo>
                    <a:pt x="47327" y="39191"/>
                  </a:lnTo>
                  <a:lnTo>
                    <a:pt x="36847" y="96702"/>
                  </a:lnTo>
                  <a:lnTo>
                    <a:pt x="26111" y="137744"/>
                  </a:lnTo>
                  <a:lnTo>
                    <a:pt x="13652" y="175794"/>
                  </a:lnTo>
                  <a:lnTo>
                    <a:pt x="0" y="210768"/>
                  </a:lnTo>
                  <a:lnTo>
                    <a:pt x="194234" y="305194"/>
                  </a:lnTo>
                  <a:lnTo>
                    <a:pt x="278965" y="264881"/>
                  </a:lnTo>
                  <a:lnTo>
                    <a:pt x="276132" y="245223"/>
                  </a:lnTo>
                  <a:lnTo>
                    <a:pt x="274015" y="223955"/>
                  </a:lnTo>
                  <a:lnTo>
                    <a:pt x="272828" y="201169"/>
                  </a:lnTo>
                  <a:lnTo>
                    <a:pt x="272787" y="176957"/>
                  </a:lnTo>
                  <a:lnTo>
                    <a:pt x="274743" y="144094"/>
                  </a:lnTo>
                  <a:lnTo>
                    <a:pt x="278622" y="113787"/>
                  </a:lnTo>
                  <a:lnTo>
                    <a:pt x="283910" y="86212"/>
                  </a:lnTo>
                  <a:lnTo>
                    <a:pt x="290095" y="61547"/>
                  </a:lnTo>
                  <a:lnTo>
                    <a:pt x="51506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984699" y="2119743"/>
              <a:ext cx="369570" cy="494665"/>
            </a:xfrm>
            <a:custGeom>
              <a:avLst/>
              <a:gdLst/>
              <a:ahLst/>
              <a:cxnLst/>
              <a:rect l="l" t="t" r="r" b="b"/>
              <a:pathLst>
                <a:path w="369570" h="494664">
                  <a:moveTo>
                    <a:pt x="210432" y="0"/>
                  </a:moveTo>
                  <a:lnTo>
                    <a:pt x="150968" y="1575"/>
                  </a:lnTo>
                  <a:lnTo>
                    <a:pt x="98274" y="12003"/>
                  </a:lnTo>
                  <a:lnTo>
                    <a:pt x="54885" y="26682"/>
                  </a:lnTo>
                  <a:lnTo>
                    <a:pt x="6167" y="50398"/>
                  </a:lnTo>
                  <a:lnTo>
                    <a:pt x="0" y="356075"/>
                  </a:lnTo>
                  <a:lnTo>
                    <a:pt x="514" y="363833"/>
                  </a:lnTo>
                  <a:lnTo>
                    <a:pt x="23206" y="400622"/>
                  </a:lnTo>
                  <a:lnTo>
                    <a:pt x="59402" y="434631"/>
                  </a:lnTo>
                  <a:lnTo>
                    <a:pt x="106519" y="466556"/>
                  </a:lnTo>
                  <a:lnTo>
                    <a:pt x="150553" y="487608"/>
                  </a:lnTo>
                  <a:lnTo>
                    <a:pt x="169502" y="494573"/>
                  </a:lnTo>
                  <a:lnTo>
                    <a:pt x="192626" y="488715"/>
                  </a:lnTo>
                  <a:lnTo>
                    <a:pt x="250442" y="466265"/>
                  </a:lnTo>
                  <a:lnTo>
                    <a:pt x="299618" y="436145"/>
                  </a:lnTo>
                  <a:lnTo>
                    <a:pt x="339015" y="401257"/>
                  </a:lnTo>
                  <a:lnTo>
                    <a:pt x="369213" y="63769"/>
                  </a:lnTo>
                  <a:lnTo>
                    <a:pt x="351429" y="50051"/>
                  </a:lnTo>
                  <a:lnTo>
                    <a:pt x="329712" y="36134"/>
                  </a:lnTo>
                  <a:lnTo>
                    <a:pt x="303974" y="23062"/>
                  </a:lnTo>
                  <a:lnTo>
                    <a:pt x="274127" y="11876"/>
                  </a:lnTo>
                  <a:lnTo>
                    <a:pt x="210432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23878" y="2350555"/>
              <a:ext cx="95941" cy="104505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98976" y="2361836"/>
              <a:ext cx="76186" cy="102251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61143" y="2729794"/>
              <a:ext cx="295898" cy="1039284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5841517" y="3800506"/>
              <a:ext cx="629285" cy="268605"/>
            </a:xfrm>
            <a:custGeom>
              <a:avLst/>
              <a:gdLst/>
              <a:ahLst/>
              <a:cxnLst/>
              <a:rect l="l" t="t" r="r" b="b"/>
              <a:pathLst>
                <a:path w="629285" h="268604">
                  <a:moveTo>
                    <a:pt x="628853" y="94424"/>
                  </a:moveTo>
                  <a:lnTo>
                    <a:pt x="617664" y="0"/>
                  </a:lnTo>
                  <a:lnTo>
                    <a:pt x="582561" y="4584"/>
                  </a:lnTo>
                  <a:lnTo>
                    <a:pt x="545820" y="8534"/>
                  </a:lnTo>
                  <a:lnTo>
                    <a:pt x="507517" y="11734"/>
                  </a:lnTo>
                  <a:lnTo>
                    <a:pt x="467677" y="14084"/>
                  </a:lnTo>
                  <a:lnTo>
                    <a:pt x="412153" y="15671"/>
                  </a:lnTo>
                  <a:lnTo>
                    <a:pt x="359092" y="15379"/>
                  </a:lnTo>
                  <a:lnTo>
                    <a:pt x="308648" y="13474"/>
                  </a:lnTo>
                  <a:lnTo>
                    <a:pt x="260946" y="10185"/>
                  </a:lnTo>
                  <a:lnTo>
                    <a:pt x="216141" y="5791"/>
                  </a:lnTo>
                  <a:lnTo>
                    <a:pt x="209613" y="109334"/>
                  </a:lnTo>
                  <a:lnTo>
                    <a:pt x="245770" y="114642"/>
                  </a:lnTo>
                  <a:lnTo>
                    <a:pt x="0" y="264223"/>
                  </a:lnTo>
                  <a:lnTo>
                    <a:pt x="26009" y="266954"/>
                  </a:lnTo>
                  <a:lnTo>
                    <a:pt x="109181" y="265899"/>
                  </a:lnTo>
                  <a:lnTo>
                    <a:pt x="159550" y="256984"/>
                  </a:lnTo>
                  <a:lnTo>
                    <a:pt x="211239" y="239052"/>
                  </a:lnTo>
                  <a:lnTo>
                    <a:pt x="260858" y="209562"/>
                  </a:lnTo>
                  <a:lnTo>
                    <a:pt x="293065" y="180047"/>
                  </a:lnTo>
                  <a:lnTo>
                    <a:pt x="301853" y="169799"/>
                  </a:lnTo>
                  <a:lnTo>
                    <a:pt x="300151" y="120192"/>
                  </a:lnTo>
                  <a:lnTo>
                    <a:pt x="338950" y="122656"/>
                  </a:lnTo>
                  <a:lnTo>
                    <a:pt x="389928" y="123532"/>
                  </a:lnTo>
                  <a:lnTo>
                    <a:pt x="444385" y="121754"/>
                  </a:lnTo>
                  <a:lnTo>
                    <a:pt x="496481" y="117411"/>
                  </a:lnTo>
                  <a:lnTo>
                    <a:pt x="544728" y="111048"/>
                  </a:lnTo>
                  <a:lnTo>
                    <a:pt x="588924" y="103212"/>
                  </a:lnTo>
                  <a:lnTo>
                    <a:pt x="628853" y="94424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711599" y="2687141"/>
              <a:ext cx="417830" cy="1383030"/>
            </a:xfrm>
            <a:custGeom>
              <a:avLst/>
              <a:gdLst/>
              <a:ahLst/>
              <a:cxnLst/>
              <a:rect l="l" t="t" r="r" b="b"/>
              <a:pathLst>
                <a:path w="417829" h="1383029">
                  <a:moveTo>
                    <a:pt x="221124" y="0"/>
                  </a:moveTo>
                  <a:lnTo>
                    <a:pt x="163417" y="2956"/>
                  </a:lnTo>
                  <a:lnTo>
                    <a:pt x="97787" y="11308"/>
                  </a:lnTo>
                  <a:lnTo>
                    <a:pt x="45713" y="21844"/>
                  </a:lnTo>
                  <a:lnTo>
                    <a:pt x="0" y="34093"/>
                  </a:lnTo>
                  <a:lnTo>
                    <a:pt x="48385" y="402909"/>
                  </a:lnTo>
                  <a:lnTo>
                    <a:pt x="113200" y="1382533"/>
                  </a:lnTo>
                  <a:lnTo>
                    <a:pt x="193390" y="1378263"/>
                  </a:lnTo>
                  <a:lnTo>
                    <a:pt x="246746" y="1367094"/>
                  </a:lnTo>
                  <a:lnTo>
                    <a:pt x="305079" y="1346105"/>
                  </a:lnTo>
                  <a:lnTo>
                    <a:pt x="340321" y="1328142"/>
                  </a:lnTo>
                  <a:lnTo>
                    <a:pt x="394343" y="1290640"/>
                  </a:lnTo>
                  <a:lnTo>
                    <a:pt x="415361" y="1228600"/>
                  </a:lnTo>
                  <a:lnTo>
                    <a:pt x="416620" y="1182405"/>
                  </a:lnTo>
                  <a:lnTo>
                    <a:pt x="417233" y="1135026"/>
                  </a:lnTo>
                  <a:lnTo>
                    <a:pt x="417147" y="1086490"/>
                  </a:lnTo>
                  <a:lnTo>
                    <a:pt x="416310" y="1036823"/>
                  </a:lnTo>
                  <a:lnTo>
                    <a:pt x="414671" y="986054"/>
                  </a:lnTo>
                  <a:lnTo>
                    <a:pt x="412180" y="934208"/>
                  </a:lnTo>
                  <a:lnTo>
                    <a:pt x="408783" y="881313"/>
                  </a:lnTo>
                  <a:lnTo>
                    <a:pt x="404430" y="827397"/>
                  </a:lnTo>
                  <a:lnTo>
                    <a:pt x="399068" y="772485"/>
                  </a:lnTo>
                  <a:lnTo>
                    <a:pt x="392647" y="716606"/>
                  </a:lnTo>
                  <a:lnTo>
                    <a:pt x="385292" y="661032"/>
                  </a:lnTo>
                  <a:lnTo>
                    <a:pt x="377131" y="606512"/>
                  </a:lnTo>
                  <a:lnTo>
                    <a:pt x="368216" y="553061"/>
                  </a:lnTo>
                  <a:lnTo>
                    <a:pt x="358598" y="500692"/>
                  </a:lnTo>
                  <a:lnTo>
                    <a:pt x="348329" y="449418"/>
                  </a:lnTo>
                  <a:lnTo>
                    <a:pt x="337461" y="399255"/>
                  </a:lnTo>
                  <a:lnTo>
                    <a:pt x="326044" y="350215"/>
                  </a:lnTo>
                  <a:lnTo>
                    <a:pt x="314129" y="302312"/>
                  </a:lnTo>
                  <a:lnTo>
                    <a:pt x="301769" y="255561"/>
                  </a:lnTo>
                  <a:lnTo>
                    <a:pt x="289015" y="209974"/>
                  </a:lnTo>
                  <a:lnTo>
                    <a:pt x="275917" y="165566"/>
                  </a:lnTo>
                  <a:lnTo>
                    <a:pt x="262528" y="122351"/>
                  </a:lnTo>
                  <a:lnTo>
                    <a:pt x="248899" y="80342"/>
                  </a:lnTo>
                  <a:lnTo>
                    <a:pt x="235080" y="39554"/>
                  </a:lnTo>
                  <a:lnTo>
                    <a:pt x="22112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398635" y="3880842"/>
              <a:ext cx="117475" cy="127635"/>
            </a:xfrm>
            <a:custGeom>
              <a:avLst/>
              <a:gdLst/>
              <a:ahLst/>
              <a:cxnLst/>
              <a:rect l="l" t="t" r="r" b="b"/>
              <a:pathLst>
                <a:path w="117475" h="127635">
                  <a:moveTo>
                    <a:pt x="0" y="0"/>
                  </a:moveTo>
                  <a:lnTo>
                    <a:pt x="5591" y="43066"/>
                  </a:lnTo>
                  <a:lnTo>
                    <a:pt x="117378" y="127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287445" y="2733349"/>
              <a:ext cx="259079" cy="1300480"/>
            </a:xfrm>
            <a:custGeom>
              <a:avLst/>
              <a:gdLst/>
              <a:ahLst/>
              <a:cxnLst/>
              <a:rect l="l" t="t" r="r" b="b"/>
              <a:pathLst>
                <a:path w="259079" h="1300479">
                  <a:moveTo>
                    <a:pt x="0" y="0"/>
                  </a:moveTo>
                  <a:lnTo>
                    <a:pt x="35661" y="303835"/>
                  </a:lnTo>
                  <a:lnTo>
                    <a:pt x="70161" y="609576"/>
                  </a:lnTo>
                  <a:lnTo>
                    <a:pt x="104051" y="922640"/>
                  </a:lnTo>
                  <a:lnTo>
                    <a:pt x="131577" y="1187429"/>
                  </a:lnTo>
                  <a:lnTo>
                    <a:pt x="258568" y="1299897"/>
                  </a:lnTo>
                  <a:lnTo>
                    <a:pt x="256929" y="1249321"/>
                  </a:lnTo>
                  <a:lnTo>
                    <a:pt x="255004" y="1198342"/>
                  </a:lnTo>
                  <a:lnTo>
                    <a:pt x="252788" y="1146963"/>
                  </a:lnTo>
                  <a:lnTo>
                    <a:pt x="250274" y="1095189"/>
                  </a:lnTo>
                  <a:lnTo>
                    <a:pt x="247455" y="1043021"/>
                  </a:lnTo>
                  <a:lnTo>
                    <a:pt x="244326" y="990465"/>
                  </a:lnTo>
                  <a:lnTo>
                    <a:pt x="240878" y="937523"/>
                  </a:lnTo>
                  <a:lnTo>
                    <a:pt x="237107" y="884198"/>
                  </a:lnTo>
                  <a:lnTo>
                    <a:pt x="233006" y="830494"/>
                  </a:lnTo>
                  <a:lnTo>
                    <a:pt x="224073" y="721477"/>
                  </a:lnTo>
                  <a:lnTo>
                    <a:pt x="215918" y="612846"/>
                  </a:lnTo>
                  <a:lnTo>
                    <a:pt x="204411" y="453049"/>
                  </a:lnTo>
                  <a:lnTo>
                    <a:pt x="200403" y="400634"/>
                  </a:lnTo>
                  <a:lnTo>
                    <a:pt x="196158" y="348648"/>
                  </a:lnTo>
                  <a:lnTo>
                    <a:pt x="191584" y="297093"/>
                  </a:lnTo>
                  <a:lnTo>
                    <a:pt x="186590" y="245973"/>
                  </a:lnTo>
                  <a:lnTo>
                    <a:pt x="181085" y="195289"/>
                  </a:lnTo>
                  <a:lnTo>
                    <a:pt x="174978" y="145045"/>
                  </a:lnTo>
                  <a:lnTo>
                    <a:pt x="168177" y="95242"/>
                  </a:lnTo>
                  <a:lnTo>
                    <a:pt x="160591" y="45883"/>
                  </a:lnTo>
                  <a:lnTo>
                    <a:pt x="114106" y="29547"/>
                  </a:lnTo>
                  <a:lnTo>
                    <a:pt x="43975" y="9603"/>
                  </a:lnTo>
                  <a:lnTo>
                    <a:pt x="13925" y="2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5883999" y="2707150"/>
              <a:ext cx="558800" cy="614045"/>
            </a:xfrm>
            <a:custGeom>
              <a:avLst/>
              <a:gdLst/>
              <a:ahLst/>
              <a:cxnLst/>
              <a:rect l="l" t="t" r="r" b="b"/>
              <a:pathLst>
                <a:path w="558800" h="614045">
                  <a:moveTo>
                    <a:pt x="197878" y="613765"/>
                  </a:moveTo>
                  <a:lnTo>
                    <a:pt x="159918" y="586473"/>
                  </a:lnTo>
                  <a:lnTo>
                    <a:pt x="124091" y="557288"/>
                  </a:lnTo>
                  <a:lnTo>
                    <a:pt x="95770" y="531749"/>
                  </a:lnTo>
                  <a:lnTo>
                    <a:pt x="64516" y="499554"/>
                  </a:lnTo>
                  <a:lnTo>
                    <a:pt x="50330" y="481863"/>
                  </a:lnTo>
                  <a:lnTo>
                    <a:pt x="40754" y="470141"/>
                  </a:lnTo>
                  <a:lnTo>
                    <a:pt x="25641" y="451866"/>
                  </a:lnTo>
                  <a:lnTo>
                    <a:pt x="23520" y="449300"/>
                  </a:lnTo>
                  <a:lnTo>
                    <a:pt x="23533" y="446811"/>
                  </a:lnTo>
                  <a:lnTo>
                    <a:pt x="23609" y="423633"/>
                  </a:lnTo>
                  <a:lnTo>
                    <a:pt x="23469" y="395414"/>
                  </a:lnTo>
                  <a:lnTo>
                    <a:pt x="22961" y="338988"/>
                  </a:lnTo>
                  <a:lnTo>
                    <a:pt x="22415" y="310781"/>
                  </a:lnTo>
                  <a:lnTo>
                    <a:pt x="21742" y="282384"/>
                  </a:lnTo>
                  <a:lnTo>
                    <a:pt x="21310" y="254368"/>
                  </a:lnTo>
                  <a:lnTo>
                    <a:pt x="21488" y="225640"/>
                  </a:lnTo>
                  <a:lnTo>
                    <a:pt x="21971" y="197307"/>
                  </a:lnTo>
                  <a:lnTo>
                    <a:pt x="22352" y="168986"/>
                  </a:lnTo>
                  <a:lnTo>
                    <a:pt x="22860" y="140703"/>
                  </a:lnTo>
                  <a:lnTo>
                    <a:pt x="23723" y="112458"/>
                  </a:lnTo>
                  <a:lnTo>
                    <a:pt x="27393" y="0"/>
                  </a:lnTo>
                  <a:lnTo>
                    <a:pt x="22390" y="28016"/>
                  </a:lnTo>
                  <a:lnTo>
                    <a:pt x="13970" y="84239"/>
                  </a:lnTo>
                  <a:lnTo>
                    <a:pt x="7759" y="141427"/>
                  </a:lnTo>
                  <a:lnTo>
                    <a:pt x="2997" y="197307"/>
                  </a:lnTo>
                  <a:lnTo>
                    <a:pt x="723" y="239839"/>
                  </a:lnTo>
                  <a:lnTo>
                    <a:pt x="0" y="268185"/>
                  </a:lnTo>
                  <a:lnTo>
                    <a:pt x="152" y="282575"/>
                  </a:lnTo>
                  <a:lnTo>
                    <a:pt x="622" y="339153"/>
                  </a:lnTo>
                  <a:lnTo>
                    <a:pt x="1752" y="395897"/>
                  </a:lnTo>
                  <a:lnTo>
                    <a:pt x="3340" y="452628"/>
                  </a:lnTo>
                  <a:lnTo>
                    <a:pt x="35725" y="491744"/>
                  </a:lnTo>
                  <a:lnTo>
                    <a:pt x="68427" y="524916"/>
                  </a:lnTo>
                  <a:lnTo>
                    <a:pt x="104254" y="555129"/>
                  </a:lnTo>
                  <a:lnTo>
                    <a:pt x="142887" y="582295"/>
                  </a:lnTo>
                  <a:lnTo>
                    <a:pt x="183743" y="606488"/>
                  </a:lnTo>
                  <a:lnTo>
                    <a:pt x="197878" y="613765"/>
                  </a:lnTo>
                  <a:close/>
                </a:path>
                <a:path w="558800" h="614045">
                  <a:moveTo>
                    <a:pt x="558431" y="468223"/>
                  </a:moveTo>
                  <a:lnTo>
                    <a:pt x="558139" y="465988"/>
                  </a:lnTo>
                  <a:lnTo>
                    <a:pt x="557936" y="464616"/>
                  </a:lnTo>
                  <a:lnTo>
                    <a:pt x="554139" y="438746"/>
                  </a:lnTo>
                  <a:lnTo>
                    <a:pt x="544233" y="384517"/>
                  </a:lnTo>
                  <a:lnTo>
                    <a:pt x="532434" y="330593"/>
                  </a:lnTo>
                  <a:lnTo>
                    <a:pt x="518718" y="277012"/>
                  </a:lnTo>
                  <a:lnTo>
                    <a:pt x="503237" y="223824"/>
                  </a:lnTo>
                  <a:lnTo>
                    <a:pt x="485622" y="171157"/>
                  </a:lnTo>
                  <a:lnTo>
                    <a:pt x="471144" y="132029"/>
                  </a:lnTo>
                  <a:lnTo>
                    <a:pt x="455587" y="93230"/>
                  </a:lnTo>
                  <a:lnTo>
                    <a:pt x="438696" y="54889"/>
                  </a:lnTo>
                  <a:lnTo>
                    <a:pt x="432650" y="42240"/>
                  </a:lnTo>
                  <a:lnTo>
                    <a:pt x="447395" y="95491"/>
                  </a:lnTo>
                  <a:lnTo>
                    <a:pt x="462280" y="148577"/>
                  </a:lnTo>
                  <a:lnTo>
                    <a:pt x="490537" y="254889"/>
                  </a:lnTo>
                  <a:lnTo>
                    <a:pt x="504202" y="308063"/>
                  </a:lnTo>
                  <a:lnTo>
                    <a:pt x="517232" y="361378"/>
                  </a:lnTo>
                  <a:lnTo>
                    <a:pt x="541553" y="466712"/>
                  </a:lnTo>
                  <a:lnTo>
                    <a:pt x="536384" y="480682"/>
                  </a:lnTo>
                  <a:lnTo>
                    <a:pt x="530390" y="496735"/>
                  </a:lnTo>
                  <a:lnTo>
                    <a:pt x="524459" y="512800"/>
                  </a:lnTo>
                  <a:lnTo>
                    <a:pt x="518642" y="528916"/>
                  </a:lnTo>
                  <a:lnTo>
                    <a:pt x="513130" y="545134"/>
                  </a:lnTo>
                  <a:lnTo>
                    <a:pt x="507555" y="561327"/>
                  </a:lnTo>
                  <a:lnTo>
                    <a:pt x="502094" y="577557"/>
                  </a:lnTo>
                  <a:lnTo>
                    <a:pt x="496925" y="593890"/>
                  </a:lnTo>
                  <a:lnTo>
                    <a:pt x="505028" y="578535"/>
                  </a:lnTo>
                  <a:lnTo>
                    <a:pt x="512851" y="563079"/>
                  </a:lnTo>
                  <a:lnTo>
                    <a:pt x="520560" y="547598"/>
                  </a:lnTo>
                  <a:lnTo>
                    <a:pt x="528320" y="532130"/>
                  </a:lnTo>
                  <a:lnTo>
                    <a:pt x="535787" y="516559"/>
                  </a:lnTo>
                  <a:lnTo>
                    <a:pt x="543115" y="500951"/>
                  </a:lnTo>
                  <a:lnTo>
                    <a:pt x="550405" y="485330"/>
                  </a:lnTo>
                  <a:lnTo>
                    <a:pt x="558380" y="468325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5951334" y="2038443"/>
              <a:ext cx="427990" cy="335280"/>
            </a:xfrm>
            <a:custGeom>
              <a:avLst/>
              <a:gdLst/>
              <a:ahLst/>
              <a:cxnLst/>
              <a:rect l="l" t="t" r="r" b="b"/>
              <a:pathLst>
                <a:path w="427989" h="335280">
                  <a:moveTo>
                    <a:pt x="190803" y="0"/>
                  </a:moveTo>
                  <a:lnTo>
                    <a:pt x="131473" y="6241"/>
                  </a:lnTo>
                  <a:lnTo>
                    <a:pt x="87721" y="21026"/>
                  </a:lnTo>
                  <a:lnTo>
                    <a:pt x="53874" y="39856"/>
                  </a:lnTo>
                  <a:lnTo>
                    <a:pt x="15225" y="72679"/>
                  </a:lnTo>
                  <a:lnTo>
                    <a:pt x="5762" y="112810"/>
                  </a:lnTo>
                  <a:lnTo>
                    <a:pt x="0" y="161366"/>
                  </a:lnTo>
                  <a:lnTo>
                    <a:pt x="1233" y="216752"/>
                  </a:lnTo>
                  <a:lnTo>
                    <a:pt x="12754" y="277374"/>
                  </a:lnTo>
                  <a:lnTo>
                    <a:pt x="28535" y="321650"/>
                  </a:lnTo>
                  <a:lnTo>
                    <a:pt x="34555" y="334870"/>
                  </a:lnTo>
                  <a:lnTo>
                    <a:pt x="71297" y="146802"/>
                  </a:lnTo>
                  <a:lnTo>
                    <a:pt x="88609" y="154688"/>
                  </a:lnTo>
                  <a:lnTo>
                    <a:pt x="127386" y="169693"/>
                  </a:lnTo>
                  <a:lnTo>
                    <a:pt x="208963" y="190544"/>
                  </a:lnTo>
                  <a:lnTo>
                    <a:pt x="264531" y="197332"/>
                  </a:lnTo>
                  <a:lnTo>
                    <a:pt x="314089" y="198753"/>
                  </a:lnTo>
                  <a:lnTo>
                    <a:pt x="356178" y="196675"/>
                  </a:lnTo>
                  <a:lnTo>
                    <a:pt x="360133" y="203935"/>
                  </a:lnTo>
                  <a:lnTo>
                    <a:pt x="380847" y="254724"/>
                  </a:lnTo>
                  <a:lnTo>
                    <a:pt x="390672" y="303774"/>
                  </a:lnTo>
                  <a:lnTo>
                    <a:pt x="392167" y="325111"/>
                  </a:lnTo>
                  <a:lnTo>
                    <a:pt x="401156" y="303540"/>
                  </a:lnTo>
                  <a:lnTo>
                    <a:pt x="417378" y="250838"/>
                  </a:lnTo>
                  <a:lnTo>
                    <a:pt x="427143" y="183720"/>
                  </a:lnTo>
                  <a:lnTo>
                    <a:pt x="427674" y="150625"/>
                  </a:lnTo>
                  <a:lnTo>
                    <a:pt x="425793" y="121160"/>
                  </a:lnTo>
                  <a:lnTo>
                    <a:pt x="404930" y="75902"/>
                  </a:lnTo>
                  <a:lnTo>
                    <a:pt x="353568" y="41315"/>
                  </a:lnTo>
                  <a:lnTo>
                    <a:pt x="312815" y="28204"/>
                  </a:lnTo>
                  <a:lnTo>
                    <a:pt x="297793" y="25675"/>
                  </a:lnTo>
                  <a:lnTo>
                    <a:pt x="277360" y="16785"/>
                  </a:lnTo>
                  <a:lnTo>
                    <a:pt x="240564" y="5871"/>
                  </a:lnTo>
                  <a:lnTo>
                    <a:pt x="190803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83025" y="2675840"/>
              <a:ext cx="105211" cy="165659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32847" y="2646423"/>
              <a:ext cx="185209" cy="197135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5755749" y="3370219"/>
              <a:ext cx="401320" cy="172720"/>
            </a:xfrm>
            <a:custGeom>
              <a:avLst/>
              <a:gdLst/>
              <a:ahLst/>
              <a:cxnLst/>
              <a:rect l="l" t="t" r="r" b="b"/>
              <a:pathLst>
                <a:path w="401320" h="172720">
                  <a:moveTo>
                    <a:pt x="400982" y="0"/>
                  </a:moveTo>
                  <a:lnTo>
                    <a:pt x="0" y="7717"/>
                  </a:lnTo>
                  <a:lnTo>
                    <a:pt x="37370" y="104520"/>
                  </a:lnTo>
                  <a:lnTo>
                    <a:pt x="59648" y="139346"/>
                  </a:lnTo>
                  <a:lnTo>
                    <a:pt x="92812" y="162701"/>
                  </a:lnTo>
                  <a:lnTo>
                    <a:pt x="132602" y="172627"/>
                  </a:lnTo>
                  <a:lnTo>
                    <a:pt x="174759" y="167167"/>
                  </a:lnTo>
                  <a:lnTo>
                    <a:pt x="224731" y="147529"/>
                  </a:lnTo>
                  <a:lnTo>
                    <a:pt x="277185" y="119095"/>
                  </a:lnTo>
                  <a:lnTo>
                    <a:pt x="321210" y="87320"/>
                  </a:lnTo>
                  <a:lnTo>
                    <a:pt x="355968" y="55330"/>
                  </a:lnTo>
                  <a:lnTo>
                    <a:pt x="382284" y="25449"/>
                  </a:lnTo>
                  <a:lnTo>
                    <a:pt x="400982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6260648" y="3189718"/>
              <a:ext cx="385445" cy="245110"/>
            </a:xfrm>
            <a:custGeom>
              <a:avLst/>
              <a:gdLst/>
              <a:ahLst/>
              <a:cxnLst/>
              <a:rect l="l" t="t" r="r" b="b"/>
              <a:pathLst>
                <a:path w="385445" h="245110">
                  <a:moveTo>
                    <a:pt x="299634" y="0"/>
                  </a:moveTo>
                  <a:lnTo>
                    <a:pt x="258081" y="6917"/>
                  </a:lnTo>
                  <a:lnTo>
                    <a:pt x="214359" y="15790"/>
                  </a:lnTo>
                  <a:lnTo>
                    <a:pt x="162843" y="28428"/>
                  </a:lnTo>
                  <a:lnTo>
                    <a:pt x="145594" y="42477"/>
                  </a:lnTo>
                  <a:lnTo>
                    <a:pt x="127709" y="56654"/>
                  </a:lnTo>
                  <a:lnTo>
                    <a:pt x="90007" y="85295"/>
                  </a:lnTo>
                  <a:lnTo>
                    <a:pt x="44355" y="117849"/>
                  </a:lnTo>
                  <a:lnTo>
                    <a:pt x="0" y="147419"/>
                  </a:lnTo>
                  <a:lnTo>
                    <a:pt x="27176" y="164858"/>
                  </a:lnTo>
                  <a:lnTo>
                    <a:pt x="98235" y="200730"/>
                  </a:lnTo>
                  <a:lnTo>
                    <a:pt x="142121" y="216914"/>
                  </a:lnTo>
                  <a:lnTo>
                    <a:pt x="201196" y="232511"/>
                  </a:lnTo>
                  <a:lnTo>
                    <a:pt x="256146" y="241224"/>
                  </a:lnTo>
                  <a:lnTo>
                    <a:pt x="305662" y="244632"/>
                  </a:lnTo>
                  <a:lnTo>
                    <a:pt x="348436" y="244313"/>
                  </a:lnTo>
                  <a:lnTo>
                    <a:pt x="383161" y="241846"/>
                  </a:lnTo>
                  <a:lnTo>
                    <a:pt x="385199" y="209705"/>
                  </a:lnTo>
                  <a:lnTo>
                    <a:pt x="382726" y="167884"/>
                  </a:lnTo>
                  <a:lnTo>
                    <a:pt x="372023" y="119168"/>
                  </a:lnTo>
                  <a:lnTo>
                    <a:pt x="349371" y="66343"/>
                  </a:lnTo>
                  <a:lnTo>
                    <a:pt x="324931" y="29095"/>
                  </a:lnTo>
                  <a:lnTo>
                    <a:pt x="312187" y="13552"/>
                  </a:lnTo>
                  <a:lnTo>
                    <a:pt x="29963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6318680" y="3093532"/>
              <a:ext cx="255904" cy="137795"/>
            </a:xfrm>
            <a:custGeom>
              <a:avLst/>
              <a:gdLst/>
              <a:ahLst/>
              <a:cxnLst/>
              <a:rect l="l" t="t" r="r" b="b"/>
              <a:pathLst>
                <a:path w="255904" h="137794">
                  <a:moveTo>
                    <a:pt x="108002" y="0"/>
                  </a:moveTo>
                  <a:lnTo>
                    <a:pt x="65254" y="11750"/>
                  </a:lnTo>
                  <a:lnTo>
                    <a:pt x="28074" y="35314"/>
                  </a:lnTo>
                  <a:lnTo>
                    <a:pt x="0" y="69334"/>
                  </a:lnTo>
                  <a:lnTo>
                    <a:pt x="111912" y="137248"/>
                  </a:lnTo>
                  <a:lnTo>
                    <a:pt x="255814" y="89867"/>
                  </a:lnTo>
                  <a:lnTo>
                    <a:pt x="240553" y="58442"/>
                  </a:lnTo>
                  <a:lnTo>
                    <a:pt x="217290" y="32316"/>
                  </a:lnTo>
                  <a:lnTo>
                    <a:pt x="187531" y="12854"/>
                  </a:lnTo>
                  <a:lnTo>
                    <a:pt x="152780" y="1419"/>
                  </a:lnTo>
                  <a:lnTo>
                    <a:pt x="108002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5603485" y="2701987"/>
              <a:ext cx="842644" cy="782320"/>
            </a:xfrm>
            <a:custGeom>
              <a:avLst/>
              <a:gdLst/>
              <a:ahLst/>
              <a:cxnLst/>
              <a:rect l="l" t="t" r="r" b="b"/>
              <a:pathLst>
                <a:path w="842645" h="782320">
                  <a:moveTo>
                    <a:pt x="191872" y="0"/>
                  </a:moveTo>
                  <a:lnTo>
                    <a:pt x="119198" y="13651"/>
                  </a:lnTo>
                  <a:lnTo>
                    <a:pt x="81450" y="33402"/>
                  </a:lnTo>
                  <a:lnTo>
                    <a:pt x="48128" y="64087"/>
                  </a:lnTo>
                  <a:lnTo>
                    <a:pt x="24574" y="102070"/>
                  </a:lnTo>
                  <a:lnTo>
                    <a:pt x="9537" y="145631"/>
                  </a:lnTo>
                  <a:lnTo>
                    <a:pt x="1762" y="193048"/>
                  </a:lnTo>
                  <a:lnTo>
                    <a:pt x="0" y="242599"/>
                  </a:lnTo>
                  <a:lnTo>
                    <a:pt x="2996" y="292562"/>
                  </a:lnTo>
                  <a:lnTo>
                    <a:pt x="9499" y="341215"/>
                  </a:lnTo>
                  <a:lnTo>
                    <a:pt x="18257" y="386837"/>
                  </a:lnTo>
                  <a:lnTo>
                    <a:pt x="28017" y="427707"/>
                  </a:lnTo>
                  <a:lnTo>
                    <a:pt x="45535" y="488300"/>
                  </a:lnTo>
                  <a:lnTo>
                    <a:pt x="58488" y="525943"/>
                  </a:lnTo>
                  <a:lnTo>
                    <a:pt x="75868" y="569159"/>
                  </a:lnTo>
                  <a:lnTo>
                    <a:pt x="98453" y="617185"/>
                  </a:lnTo>
                  <a:lnTo>
                    <a:pt x="127024" y="669262"/>
                  </a:lnTo>
                  <a:lnTo>
                    <a:pt x="162358" y="724627"/>
                  </a:lnTo>
                  <a:lnTo>
                    <a:pt x="220642" y="771898"/>
                  </a:lnTo>
                  <a:lnTo>
                    <a:pt x="257374" y="781721"/>
                  </a:lnTo>
                  <a:lnTo>
                    <a:pt x="296218" y="781003"/>
                  </a:lnTo>
                  <a:lnTo>
                    <a:pt x="337668" y="773556"/>
                  </a:lnTo>
                  <a:lnTo>
                    <a:pt x="381840" y="763944"/>
                  </a:lnTo>
                  <a:lnTo>
                    <a:pt x="428379" y="751870"/>
                  </a:lnTo>
                  <a:lnTo>
                    <a:pt x="476930" y="737040"/>
                  </a:lnTo>
                  <a:lnTo>
                    <a:pt x="527139" y="719158"/>
                  </a:lnTo>
                  <a:lnTo>
                    <a:pt x="578650" y="697929"/>
                  </a:lnTo>
                  <a:lnTo>
                    <a:pt x="631108" y="673058"/>
                  </a:lnTo>
                  <a:lnTo>
                    <a:pt x="681914" y="645541"/>
                  </a:lnTo>
                  <a:lnTo>
                    <a:pt x="728061" y="617318"/>
                  </a:lnTo>
                  <a:lnTo>
                    <a:pt x="769650" y="588954"/>
                  </a:lnTo>
                  <a:lnTo>
                    <a:pt x="806780" y="561012"/>
                  </a:lnTo>
                  <a:lnTo>
                    <a:pt x="839552" y="534057"/>
                  </a:lnTo>
                  <a:lnTo>
                    <a:pt x="842425" y="503506"/>
                  </a:lnTo>
                  <a:lnTo>
                    <a:pt x="837015" y="477573"/>
                  </a:lnTo>
                  <a:lnTo>
                    <a:pt x="801420" y="432645"/>
                  </a:lnTo>
                  <a:lnTo>
                    <a:pt x="765094" y="415939"/>
                  </a:lnTo>
                  <a:lnTo>
                    <a:pt x="712304" y="432595"/>
                  </a:lnTo>
                  <a:lnTo>
                    <a:pt x="665698" y="451695"/>
                  </a:lnTo>
                  <a:lnTo>
                    <a:pt x="614527" y="470255"/>
                  </a:lnTo>
                  <a:lnTo>
                    <a:pt x="558859" y="487734"/>
                  </a:lnTo>
                  <a:lnTo>
                    <a:pt x="508089" y="501328"/>
                  </a:lnTo>
                  <a:lnTo>
                    <a:pt x="459515" y="512327"/>
                  </a:lnTo>
                  <a:lnTo>
                    <a:pt x="413418" y="521008"/>
                  </a:lnTo>
                  <a:lnTo>
                    <a:pt x="370078" y="527650"/>
                  </a:lnTo>
                  <a:lnTo>
                    <a:pt x="329777" y="532529"/>
                  </a:lnTo>
                  <a:lnTo>
                    <a:pt x="316892" y="482749"/>
                  </a:lnTo>
                  <a:lnTo>
                    <a:pt x="304346" y="431902"/>
                  </a:lnTo>
                  <a:lnTo>
                    <a:pt x="292176" y="379997"/>
                  </a:lnTo>
                  <a:lnTo>
                    <a:pt x="280422" y="327047"/>
                  </a:lnTo>
                  <a:lnTo>
                    <a:pt x="269119" y="273060"/>
                  </a:lnTo>
                  <a:lnTo>
                    <a:pt x="258053" y="216725"/>
                  </a:lnTo>
                  <a:lnTo>
                    <a:pt x="247886" y="161286"/>
                  </a:lnTo>
                  <a:lnTo>
                    <a:pt x="238585" y="106769"/>
                  </a:lnTo>
                  <a:lnTo>
                    <a:pt x="230114" y="53198"/>
                  </a:lnTo>
                  <a:lnTo>
                    <a:pt x="222440" y="597"/>
                  </a:lnTo>
                  <a:lnTo>
                    <a:pt x="191872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73267" y="3121524"/>
              <a:ext cx="235784" cy="150091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79853" y="3234888"/>
              <a:ext cx="231364" cy="236985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5798193" y="2840321"/>
              <a:ext cx="104775" cy="261620"/>
            </a:xfrm>
            <a:custGeom>
              <a:avLst/>
              <a:gdLst/>
              <a:ahLst/>
              <a:cxnLst/>
              <a:rect l="l" t="t" r="r" b="b"/>
              <a:pathLst>
                <a:path w="104775" h="261619">
                  <a:moveTo>
                    <a:pt x="0" y="0"/>
                  </a:moveTo>
                  <a:lnTo>
                    <a:pt x="104174" y="261039"/>
                  </a:lnTo>
                  <a:lnTo>
                    <a:pt x="102824" y="168413"/>
                  </a:lnTo>
                  <a:lnTo>
                    <a:pt x="94402" y="148432"/>
                  </a:lnTo>
                  <a:lnTo>
                    <a:pt x="72890" y="104954"/>
                  </a:lnTo>
                  <a:lnTo>
                    <a:pt x="44618" y="58486"/>
                  </a:lnTo>
                  <a:lnTo>
                    <a:pt x="14601" y="17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81726" y="2652351"/>
              <a:ext cx="110593" cy="165659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32724" y="2625844"/>
              <a:ext cx="188413" cy="197135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5965266" y="2427623"/>
              <a:ext cx="387350" cy="281940"/>
            </a:xfrm>
            <a:custGeom>
              <a:avLst/>
              <a:gdLst/>
              <a:ahLst/>
              <a:cxnLst/>
              <a:rect l="l" t="t" r="r" b="b"/>
              <a:pathLst>
                <a:path w="387350" h="281939">
                  <a:moveTo>
                    <a:pt x="386829" y="113055"/>
                  </a:moveTo>
                  <a:lnTo>
                    <a:pt x="380377" y="107518"/>
                  </a:lnTo>
                  <a:lnTo>
                    <a:pt x="372351" y="97015"/>
                  </a:lnTo>
                  <a:lnTo>
                    <a:pt x="369100" y="81851"/>
                  </a:lnTo>
                  <a:lnTo>
                    <a:pt x="369747" y="58750"/>
                  </a:lnTo>
                  <a:lnTo>
                    <a:pt x="371906" y="37617"/>
                  </a:lnTo>
                  <a:lnTo>
                    <a:pt x="373164" y="28371"/>
                  </a:lnTo>
                  <a:lnTo>
                    <a:pt x="357187" y="44475"/>
                  </a:lnTo>
                  <a:lnTo>
                    <a:pt x="328752" y="60223"/>
                  </a:lnTo>
                  <a:lnTo>
                    <a:pt x="310134" y="70104"/>
                  </a:lnTo>
                  <a:lnTo>
                    <a:pt x="309422" y="70167"/>
                  </a:lnTo>
                  <a:lnTo>
                    <a:pt x="297700" y="70192"/>
                  </a:lnTo>
                  <a:lnTo>
                    <a:pt x="285381" y="66344"/>
                  </a:lnTo>
                  <a:lnTo>
                    <a:pt x="282790" y="64858"/>
                  </a:lnTo>
                  <a:lnTo>
                    <a:pt x="282790" y="89496"/>
                  </a:lnTo>
                  <a:lnTo>
                    <a:pt x="280174" y="91655"/>
                  </a:lnTo>
                  <a:lnTo>
                    <a:pt x="254304" y="119481"/>
                  </a:lnTo>
                  <a:lnTo>
                    <a:pt x="231190" y="126225"/>
                  </a:lnTo>
                  <a:lnTo>
                    <a:pt x="212979" y="122402"/>
                  </a:lnTo>
                  <a:lnTo>
                    <a:pt x="201828" y="118529"/>
                  </a:lnTo>
                  <a:lnTo>
                    <a:pt x="182753" y="119697"/>
                  </a:lnTo>
                  <a:lnTo>
                    <a:pt x="163880" y="119646"/>
                  </a:lnTo>
                  <a:lnTo>
                    <a:pt x="144386" y="109778"/>
                  </a:lnTo>
                  <a:lnTo>
                    <a:pt x="123469" y="81495"/>
                  </a:lnTo>
                  <a:lnTo>
                    <a:pt x="115925" y="74218"/>
                  </a:lnTo>
                  <a:lnTo>
                    <a:pt x="162013" y="83769"/>
                  </a:lnTo>
                  <a:lnTo>
                    <a:pt x="198501" y="86868"/>
                  </a:lnTo>
                  <a:lnTo>
                    <a:pt x="204470" y="84607"/>
                  </a:lnTo>
                  <a:lnTo>
                    <a:pt x="206705" y="81737"/>
                  </a:lnTo>
                  <a:lnTo>
                    <a:pt x="208216" y="84289"/>
                  </a:lnTo>
                  <a:lnTo>
                    <a:pt x="213944" y="87401"/>
                  </a:lnTo>
                  <a:lnTo>
                    <a:pt x="227482" y="88379"/>
                  </a:lnTo>
                  <a:lnTo>
                    <a:pt x="251523" y="89712"/>
                  </a:lnTo>
                  <a:lnTo>
                    <a:pt x="277393" y="90055"/>
                  </a:lnTo>
                  <a:lnTo>
                    <a:pt x="282790" y="89496"/>
                  </a:lnTo>
                  <a:lnTo>
                    <a:pt x="282790" y="64858"/>
                  </a:lnTo>
                  <a:lnTo>
                    <a:pt x="272161" y="58712"/>
                  </a:lnTo>
                  <a:lnTo>
                    <a:pt x="259994" y="50850"/>
                  </a:lnTo>
                  <a:lnTo>
                    <a:pt x="250850" y="46355"/>
                  </a:lnTo>
                  <a:lnTo>
                    <a:pt x="244944" y="45161"/>
                  </a:lnTo>
                  <a:lnTo>
                    <a:pt x="238442" y="45059"/>
                  </a:lnTo>
                  <a:lnTo>
                    <a:pt x="227279" y="46316"/>
                  </a:lnTo>
                  <a:lnTo>
                    <a:pt x="207568" y="49174"/>
                  </a:lnTo>
                  <a:lnTo>
                    <a:pt x="191554" y="44297"/>
                  </a:lnTo>
                  <a:lnTo>
                    <a:pt x="181000" y="41465"/>
                  </a:lnTo>
                  <a:lnTo>
                    <a:pt x="174726" y="40627"/>
                  </a:lnTo>
                  <a:lnTo>
                    <a:pt x="168871" y="40944"/>
                  </a:lnTo>
                  <a:lnTo>
                    <a:pt x="159435" y="44094"/>
                  </a:lnTo>
                  <a:lnTo>
                    <a:pt x="146596" y="50139"/>
                  </a:lnTo>
                  <a:lnTo>
                    <a:pt x="132791" y="55803"/>
                  </a:lnTo>
                  <a:lnTo>
                    <a:pt x="120383" y="57823"/>
                  </a:lnTo>
                  <a:lnTo>
                    <a:pt x="109105" y="56134"/>
                  </a:lnTo>
                  <a:lnTo>
                    <a:pt x="98488" y="53517"/>
                  </a:lnTo>
                  <a:lnTo>
                    <a:pt x="87490" y="50076"/>
                  </a:lnTo>
                  <a:lnTo>
                    <a:pt x="90347" y="53340"/>
                  </a:lnTo>
                  <a:lnTo>
                    <a:pt x="72186" y="40919"/>
                  </a:lnTo>
                  <a:lnTo>
                    <a:pt x="41694" y="19151"/>
                  </a:lnTo>
                  <a:lnTo>
                    <a:pt x="25857" y="0"/>
                  </a:lnTo>
                  <a:lnTo>
                    <a:pt x="23012" y="23202"/>
                  </a:lnTo>
                  <a:lnTo>
                    <a:pt x="20624" y="36080"/>
                  </a:lnTo>
                  <a:lnTo>
                    <a:pt x="17386" y="43281"/>
                  </a:lnTo>
                  <a:lnTo>
                    <a:pt x="12014" y="49415"/>
                  </a:lnTo>
                  <a:lnTo>
                    <a:pt x="6286" y="59258"/>
                  </a:lnTo>
                  <a:lnTo>
                    <a:pt x="2578" y="71615"/>
                  </a:lnTo>
                  <a:lnTo>
                    <a:pt x="584" y="82181"/>
                  </a:lnTo>
                  <a:lnTo>
                    <a:pt x="0" y="86664"/>
                  </a:lnTo>
                  <a:lnTo>
                    <a:pt x="38735" y="161340"/>
                  </a:lnTo>
                  <a:lnTo>
                    <a:pt x="62903" y="202641"/>
                  </a:lnTo>
                  <a:lnTo>
                    <a:pt x="108102" y="244182"/>
                  </a:lnTo>
                  <a:lnTo>
                    <a:pt x="149974" y="270916"/>
                  </a:lnTo>
                  <a:lnTo>
                    <a:pt x="186486" y="281889"/>
                  </a:lnTo>
                  <a:lnTo>
                    <a:pt x="205473" y="280530"/>
                  </a:lnTo>
                  <a:lnTo>
                    <a:pt x="243865" y="264871"/>
                  </a:lnTo>
                  <a:lnTo>
                    <a:pt x="304457" y="221081"/>
                  </a:lnTo>
                  <a:lnTo>
                    <a:pt x="343674" y="174040"/>
                  </a:lnTo>
                  <a:lnTo>
                    <a:pt x="374396" y="131546"/>
                  </a:lnTo>
                  <a:lnTo>
                    <a:pt x="386829" y="113055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 descr=""/>
          <p:cNvGrpSpPr/>
          <p:nvPr/>
        </p:nvGrpSpPr>
        <p:grpSpPr>
          <a:xfrm>
            <a:off x="7915605" y="5602954"/>
            <a:ext cx="351790" cy="252095"/>
            <a:chOff x="7915605" y="5602954"/>
            <a:chExt cx="351790" cy="252095"/>
          </a:xfrm>
        </p:grpSpPr>
        <p:sp>
          <p:nvSpPr>
            <p:cNvPr id="67" name="object 67" descr=""/>
            <p:cNvSpPr/>
            <p:nvPr/>
          </p:nvSpPr>
          <p:spPr>
            <a:xfrm>
              <a:off x="7915605" y="5602954"/>
              <a:ext cx="340360" cy="252095"/>
            </a:xfrm>
            <a:custGeom>
              <a:avLst/>
              <a:gdLst/>
              <a:ahLst/>
              <a:cxnLst/>
              <a:rect l="l" t="t" r="r" b="b"/>
              <a:pathLst>
                <a:path w="340359" h="252095">
                  <a:moveTo>
                    <a:pt x="106410" y="0"/>
                  </a:moveTo>
                  <a:lnTo>
                    <a:pt x="67351" y="3321"/>
                  </a:lnTo>
                  <a:lnTo>
                    <a:pt x="28178" y="11452"/>
                  </a:lnTo>
                  <a:lnTo>
                    <a:pt x="10266" y="22988"/>
                  </a:lnTo>
                  <a:lnTo>
                    <a:pt x="11053" y="47096"/>
                  </a:lnTo>
                  <a:lnTo>
                    <a:pt x="12647" y="78352"/>
                  </a:lnTo>
                  <a:lnTo>
                    <a:pt x="13171" y="110379"/>
                  </a:lnTo>
                  <a:lnTo>
                    <a:pt x="10748" y="136796"/>
                  </a:lnTo>
                  <a:lnTo>
                    <a:pt x="8915" y="145026"/>
                  </a:lnTo>
                  <a:lnTo>
                    <a:pt x="7847" y="148848"/>
                  </a:lnTo>
                  <a:lnTo>
                    <a:pt x="830" y="182842"/>
                  </a:lnTo>
                  <a:lnTo>
                    <a:pt x="5106" y="232176"/>
                  </a:lnTo>
                  <a:lnTo>
                    <a:pt x="85242" y="248388"/>
                  </a:lnTo>
                  <a:lnTo>
                    <a:pt x="146804" y="250398"/>
                  </a:lnTo>
                  <a:lnTo>
                    <a:pt x="213508" y="251702"/>
                  </a:lnTo>
                  <a:lnTo>
                    <a:pt x="275768" y="252074"/>
                  </a:lnTo>
                  <a:lnTo>
                    <a:pt x="323995" y="251284"/>
                  </a:lnTo>
                  <a:lnTo>
                    <a:pt x="333856" y="247589"/>
                  </a:lnTo>
                  <a:lnTo>
                    <a:pt x="339559" y="239185"/>
                  </a:lnTo>
                  <a:lnTo>
                    <a:pt x="340217" y="228756"/>
                  </a:lnTo>
                  <a:lnTo>
                    <a:pt x="334947" y="218982"/>
                  </a:lnTo>
                  <a:lnTo>
                    <a:pt x="276494" y="184817"/>
                  </a:lnTo>
                  <a:lnTo>
                    <a:pt x="233624" y="169732"/>
                  </a:lnTo>
                  <a:lnTo>
                    <a:pt x="189392" y="161371"/>
                  </a:lnTo>
                  <a:lnTo>
                    <a:pt x="172449" y="158590"/>
                  </a:lnTo>
                  <a:lnTo>
                    <a:pt x="158762" y="153494"/>
                  </a:lnTo>
                  <a:lnTo>
                    <a:pt x="131699" y="113020"/>
                  </a:lnTo>
                  <a:lnTo>
                    <a:pt x="123872" y="37930"/>
                  </a:lnTo>
                  <a:lnTo>
                    <a:pt x="123980" y="2894"/>
                  </a:lnTo>
                  <a:lnTo>
                    <a:pt x="106410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7915605" y="5725562"/>
              <a:ext cx="351790" cy="128905"/>
            </a:xfrm>
            <a:custGeom>
              <a:avLst/>
              <a:gdLst/>
              <a:ahLst/>
              <a:cxnLst/>
              <a:rect l="l" t="t" r="r" b="b"/>
              <a:pathLst>
                <a:path w="351790" h="128904">
                  <a:moveTo>
                    <a:pt x="133299" y="0"/>
                  </a:moveTo>
                  <a:lnTo>
                    <a:pt x="115341" y="3533"/>
                  </a:lnTo>
                  <a:lnTo>
                    <a:pt x="100875" y="11188"/>
                  </a:lnTo>
                  <a:lnTo>
                    <a:pt x="91385" y="23161"/>
                  </a:lnTo>
                  <a:lnTo>
                    <a:pt x="88358" y="39653"/>
                  </a:lnTo>
                  <a:lnTo>
                    <a:pt x="81342" y="48250"/>
                  </a:lnTo>
                  <a:lnTo>
                    <a:pt x="62766" y="49376"/>
                  </a:lnTo>
                  <a:lnTo>
                    <a:pt x="37583" y="39274"/>
                  </a:lnTo>
                  <a:lnTo>
                    <a:pt x="10748" y="14188"/>
                  </a:lnTo>
                  <a:lnTo>
                    <a:pt x="8915" y="22418"/>
                  </a:lnTo>
                  <a:lnTo>
                    <a:pt x="7847" y="26240"/>
                  </a:lnTo>
                  <a:lnTo>
                    <a:pt x="830" y="60234"/>
                  </a:lnTo>
                  <a:lnTo>
                    <a:pt x="0" y="88736"/>
                  </a:lnTo>
                  <a:lnTo>
                    <a:pt x="5106" y="109568"/>
                  </a:lnTo>
                  <a:lnTo>
                    <a:pt x="41083" y="123370"/>
                  </a:lnTo>
                  <a:lnTo>
                    <a:pt x="93364" y="125712"/>
                  </a:lnTo>
                  <a:lnTo>
                    <a:pt x="161095" y="127463"/>
                  </a:lnTo>
                  <a:lnTo>
                    <a:pt x="232632" y="128509"/>
                  </a:lnTo>
                  <a:lnTo>
                    <a:pt x="296329" y="128739"/>
                  </a:lnTo>
                  <a:lnTo>
                    <a:pt x="340539" y="128037"/>
                  </a:lnTo>
                  <a:lnTo>
                    <a:pt x="348392" y="127723"/>
                  </a:lnTo>
                  <a:lnTo>
                    <a:pt x="351334" y="118896"/>
                  </a:lnTo>
                  <a:lnTo>
                    <a:pt x="347711" y="111399"/>
                  </a:lnTo>
                  <a:lnTo>
                    <a:pt x="292203" y="61443"/>
                  </a:lnTo>
                  <a:lnTo>
                    <a:pt x="244789" y="38645"/>
                  </a:lnTo>
                  <a:lnTo>
                    <a:pt x="191161" y="26407"/>
                  </a:lnTo>
                  <a:lnTo>
                    <a:pt x="172911" y="23366"/>
                  </a:lnTo>
                  <a:lnTo>
                    <a:pt x="156348" y="17699"/>
                  </a:lnTo>
                  <a:lnTo>
                    <a:pt x="142726" y="9784"/>
                  </a:lnTo>
                  <a:lnTo>
                    <a:pt x="13329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9" name="object 6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137882" y="5705652"/>
            <a:ext cx="174600" cy="182866"/>
          </a:xfrm>
          <a:prstGeom prst="rect">
            <a:avLst/>
          </a:prstGeom>
        </p:spPr>
      </p:pic>
      <p:sp>
        <p:nvSpPr>
          <p:cNvPr id="70" name="object 70" descr=""/>
          <p:cNvSpPr/>
          <p:nvPr/>
        </p:nvSpPr>
        <p:spPr>
          <a:xfrm>
            <a:off x="7772653" y="2746291"/>
            <a:ext cx="381635" cy="688340"/>
          </a:xfrm>
          <a:custGeom>
            <a:avLst/>
            <a:gdLst/>
            <a:ahLst/>
            <a:cxnLst/>
            <a:rect l="l" t="t" r="r" b="b"/>
            <a:pathLst>
              <a:path w="381634" h="688339">
                <a:moveTo>
                  <a:pt x="19727" y="0"/>
                </a:moveTo>
                <a:lnTo>
                  <a:pt x="35183" y="67094"/>
                </a:lnTo>
                <a:lnTo>
                  <a:pt x="47255" y="138540"/>
                </a:lnTo>
                <a:lnTo>
                  <a:pt x="52013" y="194555"/>
                </a:lnTo>
                <a:lnTo>
                  <a:pt x="53981" y="248972"/>
                </a:lnTo>
                <a:lnTo>
                  <a:pt x="53416" y="301703"/>
                </a:lnTo>
                <a:lnTo>
                  <a:pt x="50572" y="352658"/>
                </a:lnTo>
                <a:lnTo>
                  <a:pt x="45706" y="401748"/>
                </a:lnTo>
                <a:lnTo>
                  <a:pt x="39074" y="448884"/>
                </a:lnTo>
                <a:lnTo>
                  <a:pt x="30931" y="493978"/>
                </a:lnTo>
                <a:lnTo>
                  <a:pt x="21534" y="536941"/>
                </a:lnTo>
                <a:lnTo>
                  <a:pt x="11138" y="577684"/>
                </a:lnTo>
                <a:lnTo>
                  <a:pt x="0" y="616117"/>
                </a:lnTo>
                <a:lnTo>
                  <a:pt x="24974" y="628941"/>
                </a:lnTo>
                <a:lnTo>
                  <a:pt x="84208" y="653622"/>
                </a:lnTo>
                <a:lnTo>
                  <a:pt x="167850" y="676439"/>
                </a:lnTo>
                <a:lnTo>
                  <a:pt x="214963" y="683767"/>
                </a:lnTo>
                <a:lnTo>
                  <a:pt x="259211" y="687305"/>
                </a:lnTo>
                <a:lnTo>
                  <a:pt x="300032" y="687821"/>
                </a:lnTo>
                <a:lnTo>
                  <a:pt x="335337" y="679598"/>
                </a:lnTo>
                <a:lnTo>
                  <a:pt x="362735" y="658822"/>
                </a:lnTo>
                <a:lnTo>
                  <a:pt x="379133" y="629150"/>
                </a:lnTo>
                <a:lnTo>
                  <a:pt x="381443" y="594233"/>
                </a:lnTo>
                <a:lnTo>
                  <a:pt x="376123" y="564436"/>
                </a:lnTo>
                <a:lnTo>
                  <a:pt x="360315" y="499373"/>
                </a:lnTo>
                <a:lnTo>
                  <a:pt x="334321" y="424290"/>
                </a:lnTo>
                <a:lnTo>
                  <a:pt x="317036" y="385707"/>
                </a:lnTo>
                <a:lnTo>
                  <a:pt x="296552" y="345455"/>
                </a:lnTo>
                <a:lnTo>
                  <a:pt x="271894" y="300250"/>
                </a:lnTo>
                <a:lnTo>
                  <a:pt x="242086" y="246809"/>
                </a:lnTo>
                <a:lnTo>
                  <a:pt x="225784" y="209138"/>
                </a:lnTo>
                <a:lnTo>
                  <a:pt x="209542" y="162133"/>
                </a:lnTo>
                <a:lnTo>
                  <a:pt x="190666" y="112101"/>
                </a:lnTo>
                <a:lnTo>
                  <a:pt x="166466" y="65348"/>
                </a:lnTo>
                <a:lnTo>
                  <a:pt x="112364" y="27436"/>
                </a:lnTo>
                <a:lnTo>
                  <a:pt x="78213" y="17590"/>
                </a:lnTo>
                <a:lnTo>
                  <a:pt x="19727" y="0"/>
                </a:lnTo>
                <a:close/>
              </a:path>
            </a:pathLst>
          </a:custGeom>
          <a:solidFill>
            <a:srgbClr val="212C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1" name="object 71" descr=""/>
          <p:cNvGrpSpPr/>
          <p:nvPr/>
        </p:nvGrpSpPr>
        <p:grpSpPr>
          <a:xfrm>
            <a:off x="7051537" y="2038443"/>
            <a:ext cx="1042669" cy="3709670"/>
            <a:chOff x="7051537" y="2038443"/>
            <a:chExt cx="1042669" cy="3709670"/>
          </a:xfrm>
        </p:grpSpPr>
        <p:sp>
          <p:nvSpPr>
            <p:cNvPr id="72" name="object 72" descr=""/>
            <p:cNvSpPr/>
            <p:nvPr/>
          </p:nvSpPr>
          <p:spPr>
            <a:xfrm>
              <a:off x="7163702" y="3826884"/>
              <a:ext cx="926465" cy="1921510"/>
            </a:xfrm>
            <a:custGeom>
              <a:avLst/>
              <a:gdLst/>
              <a:ahLst/>
              <a:cxnLst/>
              <a:rect l="l" t="t" r="r" b="b"/>
              <a:pathLst>
                <a:path w="926465" h="1921510">
                  <a:moveTo>
                    <a:pt x="926198" y="1869084"/>
                  </a:moveTo>
                  <a:lnTo>
                    <a:pt x="925449" y="1818601"/>
                  </a:lnTo>
                  <a:lnTo>
                    <a:pt x="924229" y="1768246"/>
                  </a:lnTo>
                  <a:lnTo>
                    <a:pt x="922591" y="1717967"/>
                  </a:lnTo>
                  <a:lnTo>
                    <a:pt x="920584" y="1667764"/>
                  </a:lnTo>
                  <a:lnTo>
                    <a:pt x="918235" y="1617573"/>
                  </a:lnTo>
                  <a:lnTo>
                    <a:pt x="915581" y="1567383"/>
                  </a:lnTo>
                  <a:lnTo>
                    <a:pt x="912672" y="1517154"/>
                  </a:lnTo>
                  <a:lnTo>
                    <a:pt x="906233" y="1416431"/>
                  </a:lnTo>
                  <a:lnTo>
                    <a:pt x="881329" y="1057897"/>
                  </a:lnTo>
                  <a:lnTo>
                    <a:pt x="874839" y="952652"/>
                  </a:lnTo>
                  <a:lnTo>
                    <a:pt x="871905" y="899401"/>
                  </a:lnTo>
                  <a:lnTo>
                    <a:pt x="870394" y="851217"/>
                  </a:lnTo>
                  <a:lnTo>
                    <a:pt x="870191" y="801065"/>
                  </a:lnTo>
                  <a:lnTo>
                    <a:pt x="870356" y="750189"/>
                  </a:lnTo>
                  <a:lnTo>
                    <a:pt x="869937" y="699808"/>
                  </a:lnTo>
                  <a:lnTo>
                    <a:pt x="868032" y="651167"/>
                  </a:lnTo>
                  <a:lnTo>
                    <a:pt x="864692" y="600151"/>
                  </a:lnTo>
                  <a:lnTo>
                    <a:pt x="861123" y="549567"/>
                  </a:lnTo>
                  <a:lnTo>
                    <a:pt x="857364" y="499376"/>
                  </a:lnTo>
                  <a:lnTo>
                    <a:pt x="849325" y="399961"/>
                  </a:lnTo>
                  <a:lnTo>
                    <a:pt x="840752" y="301459"/>
                  </a:lnTo>
                  <a:lnTo>
                    <a:pt x="813727" y="7302"/>
                  </a:lnTo>
                  <a:lnTo>
                    <a:pt x="763600" y="9258"/>
                  </a:lnTo>
                  <a:lnTo>
                    <a:pt x="550506" y="18783"/>
                  </a:lnTo>
                  <a:lnTo>
                    <a:pt x="535368" y="19380"/>
                  </a:lnTo>
                  <a:lnTo>
                    <a:pt x="159410" y="0"/>
                  </a:lnTo>
                  <a:lnTo>
                    <a:pt x="141859" y="144195"/>
                  </a:lnTo>
                  <a:lnTo>
                    <a:pt x="125082" y="289420"/>
                  </a:lnTo>
                  <a:lnTo>
                    <a:pt x="109105" y="435660"/>
                  </a:lnTo>
                  <a:lnTo>
                    <a:pt x="98107" y="541629"/>
                  </a:lnTo>
                  <a:lnTo>
                    <a:pt x="87642" y="647179"/>
                  </a:lnTo>
                  <a:lnTo>
                    <a:pt x="77685" y="752309"/>
                  </a:lnTo>
                  <a:lnTo>
                    <a:pt x="68237" y="857021"/>
                  </a:lnTo>
                  <a:lnTo>
                    <a:pt x="59296" y="961301"/>
                  </a:lnTo>
                  <a:lnTo>
                    <a:pt x="50723" y="1066977"/>
                  </a:lnTo>
                  <a:lnTo>
                    <a:pt x="42659" y="1172197"/>
                  </a:lnTo>
                  <a:lnTo>
                    <a:pt x="35102" y="1276972"/>
                  </a:lnTo>
                  <a:lnTo>
                    <a:pt x="28041" y="1381290"/>
                  </a:lnTo>
                  <a:lnTo>
                    <a:pt x="21475" y="1485150"/>
                  </a:lnTo>
                  <a:lnTo>
                    <a:pt x="15392" y="1588554"/>
                  </a:lnTo>
                  <a:lnTo>
                    <a:pt x="9791" y="1691487"/>
                  </a:lnTo>
                  <a:lnTo>
                    <a:pt x="4660" y="1793963"/>
                  </a:lnTo>
                  <a:lnTo>
                    <a:pt x="0" y="1895970"/>
                  </a:lnTo>
                  <a:lnTo>
                    <a:pt x="8674" y="1901977"/>
                  </a:lnTo>
                  <a:lnTo>
                    <a:pt x="21437" y="1909064"/>
                  </a:lnTo>
                  <a:lnTo>
                    <a:pt x="38150" y="1915820"/>
                  </a:lnTo>
                  <a:lnTo>
                    <a:pt x="58699" y="1920824"/>
                  </a:lnTo>
                  <a:lnTo>
                    <a:pt x="86207" y="1921141"/>
                  </a:lnTo>
                  <a:lnTo>
                    <a:pt x="113677" y="1916036"/>
                  </a:lnTo>
                  <a:lnTo>
                    <a:pt x="136588" y="1909114"/>
                  </a:lnTo>
                  <a:lnTo>
                    <a:pt x="150456" y="1903996"/>
                  </a:lnTo>
                  <a:lnTo>
                    <a:pt x="161925" y="1854174"/>
                  </a:lnTo>
                  <a:lnTo>
                    <a:pt x="185280" y="1755609"/>
                  </a:lnTo>
                  <a:lnTo>
                    <a:pt x="209080" y="1658137"/>
                  </a:lnTo>
                  <a:lnTo>
                    <a:pt x="293547" y="1319796"/>
                  </a:lnTo>
                  <a:lnTo>
                    <a:pt x="317347" y="1222324"/>
                  </a:lnTo>
                  <a:lnTo>
                    <a:pt x="340702" y="1123759"/>
                  </a:lnTo>
                  <a:lnTo>
                    <a:pt x="352158" y="1073950"/>
                  </a:lnTo>
                  <a:lnTo>
                    <a:pt x="363270" y="1024242"/>
                  </a:lnTo>
                  <a:lnTo>
                    <a:pt x="374040" y="974394"/>
                  </a:lnTo>
                  <a:lnTo>
                    <a:pt x="384517" y="924433"/>
                  </a:lnTo>
                  <a:lnTo>
                    <a:pt x="394716" y="874369"/>
                  </a:lnTo>
                  <a:lnTo>
                    <a:pt x="414477" y="773976"/>
                  </a:lnTo>
                  <a:lnTo>
                    <a:pt x="433590" y="673328"/>
                  </a:lnTo>
                  <a:lnTo>
                    <a:pt x="480441" y="421360"/>
                  </a:lnTo>
                  <a:lnTo>
                    <a:pt x="485190" y="396354"/>
                  </a:lnTo>
                  <a:lnTo>
                    <a:pt x="503135" y="483857"/>
                  </a:lnTo>
                  <a:lnTo>
                    <a:pt x="578332" y="842314"/>
                  </a:lnTo>
                  <a:lnTo>
                    <a:pt x="596557" y="932294"/>
                  </a:lnTo>
                  <a:lnTo>
                    <a:pt x="614387" y="1023670"/>
                  </a:lnTo>
                  <a:lnTo>
                    <a:pt x="623125" y="1070089"/>
                  </a:lnTo>
                  <a:lnTo>
                    <a:pt x="631736" y="1117079"/>
                  </a:lnTo>
                  <a:lnTo>
                    <a:pt x="640194" y="1164742"/>
                  </a:lnTo>
                  <a:lnTo>
                    <a:pt x="648500" y="1213154"/>
                  </a:lnTo>
                  <a:lnTo>
                    <a:pt x="656640" y="1262392"/>
                  </a:lnTo>
                  <a:lnTo>
                    <a:pt x="664616" y="1312519"/>
                  </a:lnTo>
                  <a:lnTo>
                    <a:pt x="672401" y="1363637"/>
                  </a:lnTo>
                  <a:lnTo>
                    <a:pt x="679983" y="1415808"/>
                  </a:lnTo>
                  <a:lnTo>
                    <a:pt x="687362" y="1469110"/>
                  </a:lnTo>
                  <a:lnTo>
                    <a:pt x="694512" y="1523631"/>
                  </a:lnTo>
                  <a:lnTo>
                    <a:pt x="701446" y="1579448"/>
                  </a:lnTo>
                  <a:lnTo>
                    <a:pt x="708126" y="1636649"/>
                  </a:lnTo>
                  <a:lnTo>
                    <a:pt x="714565" y="1695284"/>
                  </a:lnTo>
                  <a:lnTo>
                    <a:pt x="720750" y="1755470"/>
                  </a:lnTo>
                  <a:lnTo>
                    <a:pt x="726655" y="1817243"/>
                  </a:lnTo>
                  <a:lnTo>
                    <a:pt x="732269" y="1880717"/>
                  </a:lnTo>
                  <a:lnTo>
                    <a:pt x="743483" y="1889696"/>
                  </a:lnTo>
                  <a:lnTo>
                    <a:pt x="769505" y="1896757"/>
                  </a:lnTo>
                  <a:lnTo>
                    <a:pt x="801357" y="1901063"/>
                  </a:lnTo>
                  <a:lnTo>
                    <a:pt x="830072" y="1901761"/>
                  </a:lnTo>
                  <a:lnTo>
                    <a:pt x="854290" y="1896757"/>
                  </a:lnTo>
                  <a:lnTo>
                    <a:pt x="883539" y="1886800"/>
                  </a:lnTo>
                  <a:lnTo>
                    <a:pt x="910094" y="1876145"/>
                  </a:lnTo>
                  <a:lnTo>
                    <a:pt x="926198" y="1869084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163714" y="3826877"/>
              <a:ext cx="561975" cy="1915795"/>
            </a:xfrm>
            <a:custGeom>
              <a:avLst/>
              <a:gdLst/>
              <a:ahLst/>
              <a:cxnLst/>
              <a:rect l="l" t="t" r="r" b="b"/>
              <a:pathLst>
                <a:path w="561975" h="1915795">
                  <a:moveTo>
                    <a:pt x="159408" y="0"/>
                  </a:moveTo>
                  <a:lnTo>
                    <a:pt x="141848" y="144201"/>
                  </a:lnTo>
                  <a:lnTo>
                    <a:pt x="125072" y="289422"/>
                  </a:lnTo>
                  <a:lnTo>
                    <a:pt x="109096" y="435662"/>
                  </a:lnTo>
                  <a:lnTo>
                    <a:pt x="98101" y="541634"/>
                  </a:lnTo>
                  <a:lnTo>
                    <a:pt x="87631" y="647186"/>
                  </a:lnTo>
                  <a:lnTo>
                    <a:pt x="77677" y="752316"/>
                  </a:lnTo>
                  <a:lnTo>
                    <a:pt x="68235" y="857022"/>
                  </a:lnTo>
                  <a:lnTo>
                    <a:pt x="59296" y="961300"/>
                  </a:lnTo>
                  <a:lnTo>
                    <a:pt x="50720" y="1066972"/>
                  </a:lnTo>
                  <a:lnTo>
                    <a:pt x="42655" y="1172196"/>
                  </a:lnTo>
                  <a:lnTo>
                    <a:pt x="35095" y="1276968"/>
                  </a:lnTo>
                  <a:lnTo>
                    <a:pt x="28034" y="1381286"/>
                  </a:lnTo>
                  <a:lnTo>
                    <a:pt x="21466" y="1485147"/>
                  </a:lnTo>
                  <a:lnTo>
                    <a:pt x="15384" y="1588550"/>
                  </a:lnTo>
                  <a:lnTo>
                    <a:pt x="9784" y="1691490"/>
                  </a:lnTo>
                  <a:lnTo>
                    <a:pt x="4657" y="1793965"/>
                  </a:lnTo>
                  <a:lnTo>
                    <a:pt x="0" y="1895973"/>
                  </a:lnTo>
                  <a:lnTo>
                    <a:pt x="7702" y="1901830"/>
                  </a:lnTo>
                  <a:lnTo>
                    <a:pt x="17101" y="1908231"/>
                  </a:lnTo>
                  <a:lnTo>
                    <a:pt x="27399" y="1913385"/>
                  </a:lnTo>
                  <a:lnTo>
                    <a:pt x="37799" y="1915501"/>
                  </a:lnTo>
                  <a:lnTo>
                    <a:pt x="40618" y="1911551"/>
                  </a:lnTo>
                  <a:lnTo>
                    <a:pt x="49929" y="1856190"/>
                  </a:lnTo>
                  <a:lnTo>
                    <a:pt x="56844" y="1787887"/>
                  </a:lnTo>
                  <a:lnTo>
                    <a:pt x="60512" y="1745776"/>
                  </a:lnTo>
                  <a:lnTo>
                    <a:pt x="68265" y="1648065"/>
                  </a:lnTo>
                  <a:lnTo>
                    <a:pt x="99731" y="1215511"/>
                  </a:lnTo>
                  <a:lnTo>
                    <a:pt x="109939" y="1082096"/>
                  </a:lnTo>
                  <a:lnTo>
                    <a:pt x="115244" y="1016182"/>
                  </a:lnTo>
                  <a:lnTo>
                    <a:pt x="120681" y="951445"/>
                  </a:lnTo>
                  <a:lnTo>
                    <a:pt x="126250" y="888372"/>
                  </a:lnTo>
                  <a:lnTo>
                    <a:pt x="131951" y="827449"/>
                  </a:lnTo>
                  <a:lnTo>
                    <a:pt x="137783" y="769163"/>
                  </a:lnTo>
                  <a:lnTo>
                    <a:pt x="143745" y="713998"/>
                  </a:lnTo>
                  <a:lnTo>
                    <a:pt x="149837" y="662443"/>
                  </a:lnTo>
                  <a:lnTo>
                    <a:pt x="156058" y="614983"/>
                  </a:lnTo>
                  <a:lnTo>
                    <a:pt x="162408" y="572104"/>
                  </a:lnTo>
                  <a:lnTo>
                    <a:pt x="168886" y="534293"/>
                  </a:lnTo>
                  <a:lnTo>
                    <a:pt x="188429" y="453985"/>
                  </a:lnTo>
                  <a:lnTo>
                    <a:pt x="203381" y="413508"/>
                  </a:lnTo>
                  <a:lnTo>
                    <a:pt x="238435" y="351912"/>
                  </a:lnTo>
                  <a:lnTo>
                    <a:pt x="278863" y="310516"/>
                  </a:lnTo>
                  <a:lnTo>
                    <a:pt x="322874" y="282586"/>
                  </a:lnTo>
                  <a:lnTo>
                    <a:pt x="391688" y="251212"/>
                  </a:lnTo>
                  <a:lnTo>
                    <a:pt x="414478" y="240193"/>
                  </a:lnTo>
                  <a:lnTo>
                    <a:pt x="458489" y="212263"/>
                  </a:lnTo>
                  <a:lnTo>
                    <a:pt x="498918" y="170867"/>
                  </a:lnTo>
                  <a:lnTo>
                    <a:pt x="533975" y="109271"/>
                  </a:lnTo>
                  <a:lnTo>
                    <a:pt x="548928" y="68794"/>
                  </a:lnTo>
                  <a:lnTo>
                    <a:pt x="561867" y="20742"/>
                  </a:lnTo>
                  <a:lnTo>
                    <a:pt x="159408" y="0"/>
                  </a:lnTo>
                  <a:close/>
                </a:path>
              </a:pathLst>
            </a:custGeom>
            <a:solidFill>
              <a:srgbClr val="0A133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7171827" y="2686651"/>
              <a:ext cx="789305" cy="1224915"/>
            </a:xfrm>
            <a:custGeom>
              <a:avLst/>
              <a:gdLst/>
              <a:ahLst/>
              <a:cxnLst/>
              <a:rect l="l" t="t" r="r" b="b"/>
              <a:pathLst>
                <a:path w="789304" h="1224914">
                  <a:moveTo>
                    <a:pt x="212757" y="0"/>
                  </a:moveTo>
                  <a:lnTo>
                    <a:pt x="0" y="28564"/>
                  </a:lnTo>
                  <a:lnTo>
                    <a:pt x="15467" y="184534"/>
                  </a:lnTo>
                  <a:lnTo>
                    <a:pt x="31700" y="341390"/>
                  </a:lnTo>
                  <a:lnTo>
                    <a:pt x="48710" y="499126"/>
                  </a:lnTo>
                  <a:lnTo>
                    <a:pt x="71029" y="697024"/>
                  </a:lnTo>
                  <a:lnTo>
                    <a:pt x="94243" y="893370"/>
                  </a:lnTo>
                  <a:lnTo>
                    <a:pt x="118332" y="1088154"/>
                  </a:lnTo>
                  <a:lnTo>
                    <a:pt x="130697" y="1184958"/>
                  </a:lnTo>
                  <a:lnTo>
                    <a:pt x="171385" y="1194858"/>
                  </a:lnTo>
                  <a:lnTo>
                    <a:pt x="217287" y="1204264"/>
                  </a:lnTo>
                  <a:lnTo>
                    <a:pt x="268130" y="1212565"/>
                  </a:lnTo>
                  <a:lnTo>
                    <a:pt x="323638" y="1219148"/>
                  </a:lnTo>
                  <a:lnTo>
                    <a:pt x="383535" y="1223403"/>
                  </a:lnTo>
                  <a:lnTo>
                    <a:pt x="447546" y="1224716"/>
                  </a:lnTo>
                  <a:lnTo>
                    <a:pt x="507416" y="1222929"/>
                  </a:lnTo>
                  <a:lnTo>
                    <a:pt x="563809" y="1218569"/>
                  </a:lnTo>
                  <a:lnTo>
                    <a:pt x="616523" y="1212118"/>
                  </a:lnTo>
                  <a:lnTo>
                    <a:pt x="665355" y="1204056"/>
                  </a:lnTo>
                  <a:lnTo>
                    <a:pt x="710106" y="1194864"/>
                  </a:lnTo>
                  <a:lnTo>
                    <a:pt x="750571" y="1185022"/>
                  </a:lnTo>
                  <a:lnTo>
                    <a:pt x="788390" y="1114956"/>
                  </a:lnTo>
                  <a:lnTo>
                    <a:pt x="789141" y="1057961"/>
                  </a:lnTo>
                  <a:lnTo>
                    <a:pt x="788954" y="1004152"/>
                  </a:lnTo>
                  <a:lnTo>
                    <a:pt x="787976" y="953656"/>
                  </a:lnTo>
                  <a:lnTo>
                    <a:pt x="786353" y="906603"/>
                  </a:lnTo>
                  <a:lnTo>
                    <a:pt x="784234" y="863119"/>
                  </a:lnTo>
                  <a:lnTo>
                    <a:pt x="781766" y="823331"/>
                  </a:lnTo>
                  <a:lnTo>
                    <a:pt x="775180" y="742642"/>
                  </a:lnTo>
                  <a:lnTo>
                    <a:pt x="770874" y="700739"/>
                  </a:lnTo>
                  <a:lnTo>
                    <a:pt x="766069" y="659200"/>
                  </a:lnTo>
                  <a:lnTo>
                    <a:pt x="747574" y="512167"/>
                  </a:lnTo>
                  <a:lnTo>
                    <a:pt x="739685" y="447485"/>
                  </a:lnTo>
                  <a:lnTo>
                    <a:pt x="730752" y="370868"/>
                  </a:lnTo>
                  <a:lnTo>
                    <a:pt x="725991" y="313340"/>
                  </a:lnTo>
                  <a:lnTo>
                    <a:pt x="724376" y="259803"/>
                  </a:lnTo>
                  <a:lnTo>
                    <a:pt x="724653" y="210608"/>
                  </a:lnTo>
                  <a:lnTo>
                    <a:pt x="725565" y="166106"/>
                  </a:lnTo>
                  <a:lnTo>
                    <a:pt x="725856" y="126647"/>
                  </a:lnTo>
                  <a:lnTo>
                    <a:pt x="682363" y="77876"/>
                  </a:lnTo>
                  <a:lnTo>
                    <a:pt x="633170" y="63286"/>
                  </a:lnTo>
                  <a:lnTo>
                    <a:pt x="578948" y="49235"/>
                  </a:lnTo>
                  <a:lnTo>
                    <a:pt x="521955" y="36145"/>
                  </a:lnTo>
                  <a:lnTo>
                    <a:pt x="464446" y="24439"/>
                  </a:lnTo>
                  <a:lnTo>
                    <a:pt x="407784" y="14852"/>
                  </a:lnTo>
                  <a:lnTo>
                    <a:pt x="353984" y="7979"/>
                  </a:lnTo>
                  <a:lnTo>
                    <a:pt x="303347" y="3454"/>
                  </a:lnTo>
                  <a:lnTo>
                    <a:pt x="256171" y="916"/>
                  </a:lnTo>
                  <a:lnTo>
                    <a:pt x="212757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7416646" y="2487968"/>
              <a:ext cx="290195" cy="305435"/>
            </a:xfrm>
            <a:custGeom>
              <a:avLst/>
              <a:gdLst/>
              <a:ahLst/>
              <a:cxnLst/>
              <a:rect l="l" t="t" r="r" b="b"/>
              <a:pathLst>
                <a:path w="290195" h="305435">
                  <a:moveTo>
                    <a:pt x="51506" y="0"/>
                  </a:moveTo>
                  <a:lnTo>
                    <a:pt x="47325" y="39191"/>
                  </a:lnTo>
                  <a:lnTo>
                    <a:pt x="36847" y="96702"/>
                  </a:lnTo>
                  <a:lnTo>
                    <a:pt x="26111" y="137744"/>
                  </a:lnTo>
                  <a:lnTo>
                    <a:pt x="13652" y="175794"/>
                  </a:lnTo>
                  <a:lnTo>
                    <a:pt x="0" y="210768"/>
                  </a:lnTo>
                  <a:lnTo>
                    <a:pt x="194234" y="305194"/>
                  </a:lnTo>
                  <a:lnTo>
                    <a:pt x="278965" y="264881"/>
                  </a:lnTo>
                  <a:lnTo>
                    <a:pt x="276132" y="245223"/>
                  </a:lnTo>
                  <a:lnTo>
                    <a:pt x="274015" y="223955"/>
                  </a:lnTo>
                  <a:lnTo>
                    <a:pt x="272828" y="201169"/>
                  </a:lnTo>
                  <a:lnTo>
                    <a:pt x="272787" y="176957"/>
                  </a:lnTo>
                  <a:lnTo>
                    <a:pt x="274743" y="144094"/>
                  </a:lnTo>
                  <a:lnTo>
                    <a:pt x="278622" y="113787"/>
                  </a:lnTo>
                  <a:lnTo>
                    <a:pt x="283910" y="86212"/>
                  </a:lnTo>
                  <a:lnTo>
                    <a:pt x="290095" y="61547"/>
                  </a:lnTo>
                  <a:lnTo>
                    <a:pt x="51506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7432750" y="2119743"/>
              <a:ext cx="369570" cy="494665"/>
            </a:xfrm>
            <a:custGeom>
              <a:avLst/>
              <a:gdLst/>
              <a:ahLst/>
              <a:cxnLst/>
              <a:rect l="l" t="t" r="r" b="b"/>
              <a:pathLst>
                <a:path w="369570" h="494664">
                  <a:moveTo>
                    <a:pt x="210432" y="0"/>
                  </a:moveTo>
                  <a:lnTo>
                    <a:pt x="150968" y="1575"/>
                  </a:lnTo>
                  <a:lnTo>
                    <a:pt x="98274" y="12003"/>
                  </a:lnTo>
                  <a:lnTo>
                    <a:pt x="54885" y="26682"/>
                  </a:lnTo>
                  <a:lnTo>
                    <a:pt x="6167" y="50398"/>
                  </a:lnTo>
                  <a:lnTo>
                    <a:pt x="0" y="356075"/>
                  </a:lnTo>
                  <a:lnTo>
                    <a:pt x="514" y="363833"/>
                  </a:lnTo>
                  <a:lnTo>
                    <a:pt x="23206" y="400622"/>
                  </a:lnTo>
                  <a:lnTo>
                    <a:pt x="59402" y="434631"/>
                  </a:lnTo>
                  <a:lnTo>
                    <a:pt x="106519" y="466556"/>
                  </a:lnTo>
                  <a:lnTo>
                    <a:pt x="150553" y="487608"/>
                  </a:lnTo>
                  <a:lnTo>
                    <a:pt x="169502" y="494573"/>
                  </a:lnTo>
                  <a:lnTo>
                    <a:pt x="192626" y="488715"/>
                  </a:lnTo>
                  <a:lnTo>
                    <a:pt x="250442" y="466265"/>
                  </a:lnTo>
                  <a:lnTo>
                    <a:pt x="299618" y="436145"/>
                  </a:lnTo>
                  <a:lnTo>
                    <a:pt x="339015" y="401257"/>
                  </a:lnTo>
                  <a:lnTo>
                    <a:pt x="369213" y="63769"/>
                  </a:lnTo>
                  <a:lnTo>
                    <a:pt x="351429" y="50051"/>
                  </a:lnTo>
                  <a:lnTo>
                    <a:pt x="329712" y="36134"/>
                  </a:lnTo>
                  <a:lnTo>
                    <a:pt x="303974" y="23062"/>
                  </a:lnTo>
                  <a:lnTo>
                    <a:pt x="274127" y="11876"/>
                  </a:lnTo>
                  <a:lnTo>
                    <a:pt x="210432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1930" y="2350555"/>
              <a:ext cx="95941" cy="104505"/>
            </a:xfrm>
            <a:prstGeom prst="rect">
              <a:avLst/>
            </a:prstGeom>
          </p:spPr>
        </p:pic>
        <p:pic>
          <p:nvPicPr>
            <p:cNvPr id="78" name="object 7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47028" y="2361836"/>
              <a:ext cx="76186" cy="102251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09194" y="2729794"/>
              <a:ext cx="295897" cy="1039284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7289572" y="3800506"/>
              <a:ext cx="629285" cy="268605"/>
            </a:xfrm>
            <a:custGeom>
              <a:avLst/>
              <a:gdLst/>
              <a:ahLst/>
              <a:cxnLst/>
              <a:rect l="l" t="t" r="r" b="b"/>
              <a:pathLst>
                <a:path w="629284" h="268604">
                  <a:moveTo>
                    <a:pt x="628853" y="94424"/>
                  </a:moveTo>
                  <a:lnTo>
                    <a:pt x="617664" y="0"/>
                  </a:lnTo>
                  <a:lnTo>
                    <a:pt x="582561" y="4584"/>
                  </a:lnTo>
                  <a:lnTo>
                    <a:pt x="545820" y="8534"/>
                  </a:lnTo>
                  <a:lnTo>
                    <a:pt x="507517" y="11734"/>
                  </a:lnTo>
                  <a:lnTo>
                    <a:pt x="467677" y="14084"/>
                  </a:lnTo>
                  <a:lnTo>
                    <a:pt x="412153" y="15671"/>
                  </a:lnTo>
                  <a:lnTo>
                    <a:pt x="359092" y="15379"/>
                  </a:lnTo>
                  <a:lnTo>
                    <a:pt x="308648" y="13474"/>
                  </a:lnTo>
                  <a:lnTo>
                    <a:pt x="260946" y="10185"/>
                  </a:lnTo>
                  <a:lnTo>
                    <a:pt x="216141" y="5791"/>
                  </a:lnTo>
                  <a:lnTo>
                    <a:pt x="209613" y="109334"/>
                  </a:lnTo>
                  <a:lnTo>
                    <a:pt x="245757" y="114642"/>
                  </a:lnTo>
                  <a:lnTo>
                    <a:pt x="0" y="264223"/>
                  </a:lnTo>
                  <a:lnTo>
                    <a:pt x="26009" y="266954"/>
                  </a:lnTo>
                  <a:lnTo>
                    <a:pt x="109169" y="265899"/>
                  </a:lnTo>
                  <a:lnTo>
                    <a:pt x="159537" y="256984"/>
                  </a:lnTo>
                  <a:lnTo>
                    <a:pt x="211239" y="239052"/>
                  </a:lnTo>
                  <a:lnTo>
                    <a:pt x="260858" y="209562"/>
                  </a:lnTo>
                  <a:lnTo>
                    <a:pt x="293052" y="180047"/>
                  </a:lnTo>
                  <a:lnTo>
                    <a:pt x="301853" y="169799"/>
                  </a:lnTo>
                  <a:lnTo>
                    <a:pt x="300151" y="120192"/>
                  </a:lnTo>
                  <a:lnTo>
                    <a:pt x="338937" y="122656"/>
                  </a:lnTo>
                  <a:lnTo>
                    <a:pt x="389928" y="123532"/>
                  </a:lnTo>
                  <a:lnTo>
                    <a:pt x="444385" y="121754"/>
                  </a:lnTo>
                  <a:lnTo>
                    <a:pt x="496468" y="117411"/>
                  </a:lnTo>
                  <a:lnTo>
                    <a:pt x="544728" y="111048"/>
                  </a:lnTo>
                  <a:lnTo>
                    <a:pt x="588924" y="103212"/>
                  </a:lnTo>
                  <a:lnTo>
                    <a:pt x="628853" y="94424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7159652" y="2687141"/>
              <a:ext cx="417830" cy="1383030"/>
            </a:xfrm>
            <a:custGeom>
              <a:avLst/>
              <a:gdLst/>
              <a:ahLst/>
              <a:cxnLst/>
              <a:rect l="l" t="t" r="r" b="b"/>
              <a:pathLst>
                <a:path w="417829" h="1383029">
                  <a:moveTo>
                    <a:pt x="221124" y="0"/>
                  </a:moveTo>
                  <a:lnTo>
                    <a:pt x="163417" y="2956"/>
                  </a:lnTo>
                  <a:lnTo>
                    <a:pt x="97787" y="11308"/>
                  </a:lnTo>
                  <a:lnTo>
                    <a:pt x="45713" y="21844"/>
                  </a:lnTo>
                  <a:lnTo>
                    <a:pt x="0" y="34093"/>
                  </a:lnTo>
                  <a:lnTo>
                    <a:pt x="48385" y="402909"/>
                  </a:lnTo>
                  <a:lnTo>
                    <a:pt x="113200" y="1382533"/>
                  </a:lnTo>
                  <a:lnTo>
                    <a:pt x="193390" y="1378263"/>
                  </a:lnTo>
                  <a:lnTo>
                    <a:pt x="246746" y="1367094"/>
                  </a:lnTo>
                  <a:lnTo>
                    <a:pt x="305079" y="1346105"/>
                  </a:lnTo>
                  <a:lnTo>
                    <a:pt x="340321" y="1328142"/>
                  </a:lnTo>
                  <a:lnTo>
                    <a:pt x="394343" y="1290640"/>
                  </a:lnTo>
                  <a:lnTo>
                    <a:pt x="415361" y="1228600"/>
                  </a:lnTo>
                  <a:lnTo>
                    <a:pt x="416620" y="1182405"/>
                  </a:lnTo>
                  <a:lnTo>
                    <a:pt x="417233" y="1135026"/>
                  </a:lnTo>
                  <a:lnTo>
                    <a:pt x="417147" y="1086490"/>
                  </a:lnTo>
                  <a:lnTo>
                    <a:pt x="416310" y="1036823"/>
                  </a:lnTo>
                  <a:lnTo>
                    <a:pt x="414671" y="986054"/>
                  </a:lnTo>
                  <a:lnTo>
                    <a:pt x="412180" y="934208"/>
                  </a:lnTo>
                  <a:lnTo>
                    <a:pt x="408783" y="881313"/>
                  </a:lnTo>
                  <a:lnTo>
                    <a:pt x="404430" y="827397"/>
                  </a:lnTo>
                  <a:lnTo>
                    <a:pt x="399068" y="772485"/>
                  </a:lnTo>
                  <a:lnTo>
                    <a:pt x="392647" y="716606"/>
                  </a:lnTo>
                  <a:lnTo>
                    <a:pt x="385292" y="661032"/>
                  </a:lnTo>
                  <a:lnTo>
                    <a:pt x="377131" y="606512"/>
                  </a:lnTo>
                  <a:lnTo>
                    <a:pt x="368216" y="553061"/>
                  </a:lnTo>
                  <a:lnTo>
                    <a:pt x="358598" y="500692"/>
                  </a:lnTo>
                  <a:lnTo>
                    <a:pt x="348329" y="449418"/>
                  </a:lnTo>
                  <a:lnTo>
                    <a:pt x="337461" y="399255"/>
                  </a:lnTo>
                  <a:lnTo>
                    <a:pt x="326044" y="350215"/>
                  </a:lnTo>
                  <a:lnTo>
                    <a:pt x="314129" y="302312"/>
                  </a:lnTo>
                  <a:lnTo>
                    <a:pt x="301769" y="255561"/>
                  </a:lnTo>
                  <a:lnTo>
                    <a:pt x="289015" y="209974"/>
                  </a:lnTo>
                  <a:lnTo>
                    <a:pt x="275917" y="165566"/>
                  </a:lnTo>
                  <a:lnTo>
                    <a:pt x="262528" y="122351"/>
                  </a:lnTo>
                  <a:lnTo>
                    <a:pt x="248899" y="80342"/>
                  </a:lnTo>
                  <a:lnTo>
                    <a:pt x="235080" y="39554"/>
                  </a:lnTo>
                  <a:lnTo>
                    <a:pt x="22112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7846688" y="3880842"/>
              <a:ext cx="117475" cy="127635"/>
            </a:xfrm>
            <a:custGeom>
              <a:avLst/>
              <a:gdLst/>
              <a:ahLst/>
              <a:cxnLst/>
              <a:rect l="l" t="t" r="r" b="b"/>
              <a:pathLst>
                <a:path w="117475" h="127635">
                  <a:moveTo>
                    <a:pt x="0" y="0"/>
                  </a:moveTo>
                  <a:lnTo>
                    <a:pt x="5591" y="43066"/>
                  </a:lnTo>
                  <a:lnTo>
                    <a:pt x="117378" y="1275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7735497" y="2733349"/>
              <a:ext cx="259079" cy="1300480"/>
            </a:xfrm>
            <a:custGeom>
              <a:avLst/>
              <a:gdLst/>
              <a:ahLst/>
              <a:cxnLst/>
              <a:rect l="l" t="t" r="r" b="b"/>
              <a:pathLst>
                <a:path w="259079" h="1300479">
                  <a:moveTo>
                    <a:pt x="0" y="0"/>
                  </a:moveTo>
                  <a:lnTo>
                    <a:pt x="35661" y="303835"/>
                  </a:lnTo>
                  <a:lnTo>
                    <a:pt x="70161" y="609576"/>
                  </a:lnTo>
                  <a:lnTo>
                    <a:pt x="104051" y="922640"/>
                  </a:lnTo>
                  <a:lnTo>
                    <a:pt x="131577" y="1187429"/>
                  </a:lnTo>
                  <a:lnTo>
                    <a:pt x="258568" y="1299897"/>
                  </a:lnTo>
                  <a:lnTo>
                    <a:pt x="256929" y="1249321"/>
                  </a:lnTo>
                  <a:lnTo>
                    <a:pt x="255004" y="1198342"/>
                  </a:lnTo>
                  <a:lnTo>
                    <a:pt x="252788" y="1146963"/>
                  </a:lnTo>
                  <a:lnTo>
                    <a:pt x="250274" y="1095189"/>
                  </a:lnTo>
                  <a:lnTo>
                    <a:pt x="247455" y="1043021"/>
                  </a:lnTo>
                  <a:lnTo>
                    <a:pt x="244326" y="990465"/>
                  </a:lnTo>
                  <a:lnTo>
                    <a:pt x="240878" y="937523"/>
                  </a:lnTo>
                  <a:lnTo>
                    <a:pt x="237107" y="884198"/>
                  </a:lnTo>
                  <a:lnTo>
                    <a:pt x="233006" y="830494"/>
                  </a:lnTo>
                  <a:lnTo>
                    <a:pt x="224073" y="721477"/>
                  </a:lnTo>
                  <a:lnTo>
                    <a:pt x="215918" y="612846"/>
                  </a:lnTo>
                  <a:lnTo>
                    <a:pt x="204411" y="453049"/>
                  </a:lnTo>
                  <a:lnTo>
                    <a:pt x="200403" y="400634"/>
                  </a:lnTo>
                  <a:lnTo>
                    <a:pt x="196158" y="348648"/>
                  </a:lnTo>
                  <a:lnTo>
                    <a:pt x="191584" y="297093"/>
                  </a:lnTo>
                  <a:lnTo>
                    <a:pt x="186590" y="245973"/>
                  </a:lnTo>
                  <a:lnTo>
                    <a:pt x="181085" y="195289"/>
                  </a:lnTo>
                  <a:lnTo>
                    <a:pt x="174978" y="145045"/>
                  </a:lnTo>
                  <a:lnTo>
                    <a:pt x="168177" y="95242"/>
                  </a:lnTo>
                  <a:lnTo>
                    <a:pt x="160591" y="45883"/>
                  </a:lnTo>
                  <a:lnTo>
                    <a:pt x="114106" y="29547"/>
                  </a:lnTo>
                  <a:lnTo>
                    <a:pt x="43975" y="9603"/>
                  </a:lnTo>
                  <a:lnTo>
                    <a:pt x="13925" y="25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7332053" y="2707150"/>
              <a:ext cx="558800" cy="614045"/>
            </a:xfrm>
            <a:custGeom>
              <a:avLst/>
              <a:gdLst/>
              <a:ahLst/>
              <a:cxnLst/>
              <a:rect l="l" t="t" r="r" b="b"/>
              <a:pathLst>
                <a:path w="558800" h="614045">
                  <a:moveTo>
                    <a:pt x="197878" y="613765"/>
                  </a:moveTo>
                  <a:lnTo>
                    <a:pt x="159918" y="586473"/>
                  </a:lnTo>
                  <a:lnTo>
                    <a:pt x="124091" y="557288"/>
                  </a:lnTo>
                  <a:lnTo>
                    <a:pt x="95758" y="531749"/>
                  </a:lnTo>
                  <a:lnTo>
                    <a:pt x="64516" y="499554"/>
                  </a:lnTo>
                  <a:lnTo>
                    <a:pt x="50330" y="481863"/>
                  </a:lnTo>
                  <a:lnTo>
                    <a:pt x="40754" y="470141"/>
                  </a:lnTo>
                  <a:lnTo>
                    <a:pt x="25641" y="451866"/>
                  </a:lnTo>
                  <a:lnTo>
                    <a:pt x="23520" y="449300"/>
                  </a:lnTo>
                  <a:lnTo>
                    <a:pt x="23533" y="446811"/>
                  </a:lnTo>
                  <a:lnTo>
                    <a:pt x="23609" y="423633"/>
                  </a:lnTo>
                  <a:lnTo>
                    <a:pt x="23469" y="395414"/>
                  </a:lnTo>
                  <a:lnTo>
                    <a:pt x="22948" y="338988"/>
                  </a:lnTo>
                  <a:lnTo>
                    <a:pt x="22415" y="310781"/>
                  </a:lnTo>
                  <a:lnTo>
                    <a:pt x="21742" y="282384"/>
                  </a:lnTo>
                  <a:lnTo>
                    <a:pt x="21310" y="254368"/>
                  </a:lnTo>
                  <a:lnTo>
                    <a:pt x="21488" y="225640"/>
                  </a:lnTo>
                  <a:lnTo>
                    <a:pt x="21958" y="197307"/>
                  </a:lnTo>
                  <a:lnTo>
                    <a:pt x="22339" y="168986"/>
                  </a:lnTo>
                  <a:lnTo>
                    <a:pt x="22860" y="140703"/>
                  </a:lnTo>
                  <a:lnTo>
                    <a:pt x="23723" y="112458"/>
                  </a:lnTo>
                  <a:lnTo>
                    <a:pt x="27393" y="0"/>
                  </a:lnTo>
                  <a:lnTo>
                    <a:pt x="22390" y="28016"/>
                  </a:lnTo>
                  <a:lnTo>
                    <a:pt x="13970" y="84239"/>
                  </a:lnTo>
                  <a:lnTo>
                    <a:pt x="7759" y="141427"/>
                  </a:lnTo>
                  <a:lnTo>
                    <a:pt x="2997" y="197307"/>
                  </a:lnTo>
                  <a:lnTo>
                    <a:pt x="723" y="239839"/>
                  </a:lnTo>
                  <a:lnTo>
                    <a:pt x="0" y="268185"/>
                  </a:lnTo>
                  <a:lnTo>
                    <a:pt x="152" y="282575"/>
                  </a:lnTo>
                  <a:lnTo>
                    <a:pt x="622" y="339153"/>
                  </a:lnTo>
                  <a:lnTo>
                    <a:pt x="1752" y="395897"/>
                  </a:lnTo>
                  <a:lnTo>
                    <a:pt x="3327" y="452628"/>
                  </a:lnTo>
                  <a:lnTo>
                    <a:pt x="35725" y="491744"/>
                  </a:lnTo>
                  <a:lnTo>
                    <a:pt x="68427" y="524916"/>
                  </a:lnTo>
                  <a:lnTo>
                    <a:pt x="104254" y="555129"/>
                  </a:lnTo>
                  <a:lnTo>
                    <a:pt x="142887" y="582295"/>
                  </a:lnTo>
                  <a:lnTo>
                    <a:pt x="183743" y="606488"/>
                  </a:lnTo>
                  <a:lnTo>
                    <a:pt x="197878" y="613765"/>
                  </a:lnTo>
                  <a:close/>
                </a:path>
                <a:path w="558800" h="614045">
                  <a:moveTo>
                    <a:pt x="558431" y="468223"/>
                  </a:moveTo>
                  <a:lnTo>
                    <a:pt x="558139" y="465988"/>
                  </a:lnTo>
                  <a:lnTo>
                    <a:pt x="557936" y="464616"/>
                  </a:lnTo>
                  <a:lnTo>
                    <a:pt x="554139" y="438746"/>
                  </a:lnTo>
                  <a:lnTo>
                    <a:pt x="544233" y="384517"/>
                  </a:lnTo>
                  <a:lnTo>
                    <a:pt x="532434" y="330593"/>
                  </a:lnTo>
                  <a:lnTo>
                    <a:pt x="518718" y="277012"/>
                  </a:lnTo>
                  <a:lnTo>
                    <a:pt x="503237" y="223824"/>
                  </a:lnTo>
                  <a:lnTo>
                    <a:pt x="485622" y="171157"/>
                  </a:lnTo>
                  <a:lnTo>
                    <a:pt x="471144" y="132029"/>
                  </a:lnTo>
                  <a:lnTo>
                    <a:pt x="455587" y="93230"/>
                  </a:lnTo>
                  <a:lnTo>
                    <a:pt x="438696" y="54889"/>
                  </a:lnTo>
                  <a:lnTo>
                    <a:pt x="432650" y="42240"/>
                  </a:lnTo>
                  <a:lnTo>
                    <a:pt x="447395" y="95491"/>
                  </a:lnTo>
                  <a:lnTo>
                    <a:pt x="462280" y="148577"/>
                  </a:lnTo>
                  <a:lnTo>
                    <a:pt x="490537" y="254889"/>
                  </a:lnTo>
                  <a:lnTo>
                    <a:pt x="504190" y="308063"/>
                  </a:lnTo>
                  <a:lnTo>
                    <a:pt x="517232" y="361378"/>
                  </a:lnTo>
                  <a:lnTo>
                    <a:pt x="541553" y="466712"/>
                  </a:lnTo>
                  <a:lnTo>
                    <a:pt x="536371" y="480682"/>
                  </a:lnTo>
                  <a:lnTo>
                    <a:pt x="530390" y="496735"/>
                  </a:lnTo>
                  <a:lnTo>
                    <a:pt x="524459" y="512800"/>
                  </a:lnTo>
                  <a:lnTo>
                    <a:pt x="518629" y="528916"/>
                  </a:lnTo>
                  <a:lnTo>
                    <a:pt x="513118" y="545134"/>
                  </a:lnTo>
                  <a:lnTo>
                    <a:pt x="507555" y="561327"/>
                  </a:lnTo>
                  <a:lnTo>
                    <a:pt x="502094" y="577557"/>
                  </a:lnTo>
                  <a:lnTo>
                    <a:pt x="496925" y="593890"/>
                  </a:lnTo>
                  <a:lnTo>
                    <a:pt x="505028" y="578535"/>
                  </a:lnTo>
                  <a:lnTo>
                    <a:pt x="512851" y="563079"/>
                  </a:lnTo>
                  <a:lnTo>
                    <a:pt x="520560" y="547598"/>
                  </a:lnTo>
                  <a:lnTo>
                    <a:pt x="528320" y="532130"/>
                  </a:lnTo>
                  <a:lnTo>
                    <a:pt x="535774" y="516559"/>
                  </a:lnTo>
                  <a:lnTo>
                    <a:pt x="543115" y="500951"/>
                  </a:lnTo>
                  <a:lnTo>
                    <a:pt x="550405" y="485330"/>
                  </a:lnTo>
                  <a:lnTo>
                    <a:pt x="558380" y="468325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399387" y="2038443"/>
              <a:ext cx="427990" cy="335280"/>
            </a:xfrm>
            <a:custGeom>
              <a:avLst/>
              <a:gdLst/>
              <a:ahLst/>
              <a:cxnLst/>
              <a:rect l="l" t="t" r="r" b="b"/>
              <a:pathLst>
                <a:path w="427990" h="335280">
                  <a:moveTo>
                    <a:pt x="190803" y="0"/>
                  </a:moveTo>
                  <a:lnTo>
                    <a:pt x="131473" y="6241"/>
                  </a:lnTo>
                  <a:lnTo>
                    <a:pt x="87721" y="21026"/>
                  </a:lnTo>
                  <a:lnTo>
                    <a:pt x="53874" y="39856"/>
                  </a:lnTo>
                  <a:lnTo>
                    <a:pt x="15225" y="72679"/>
                  </a:lnTo>
                  <a:lnTo>
                    <a:pt x="5762" y="112810"/>
                  </a:lnTo>
                  <a:lnTo>
                    <a:pt x="0" y="161366"/>
                  </a:lnTo>
                  <a:lnTo>
                    <a:pt x="1233" y="216752"/>
                  </a:lnTo>
                  <a:lnTo>
                    <a:pt x="12754" y="277374"/>
                  </a:lnTo>
                  <a:lnTo>
                    <a:pt x="28530" y="321650"/>
                  </a:lnTo>
                  <a:lnTo>
                    <a:pt x="34555" y="334870"/>
                  </a:lnTo>
                  <a:lnTo>
                    <a:pt x="71297" y="146802"/>
                  </a:lnTo>
                  <a:lnTo>
                    <a:pt x="88609" y="154688"/>
                  </a:lnTo>
                  <a:lnTo>
                    <a:pt x="127386" y="169693"/>
                  </a:lnTo>
                  <a:lnTo>
                    <a:pt x="208963" y="190544"/>
                  </a:lnTo>
                  <a:lnTo>
                    <a:pt x="264531" y="197332"/>
                  </a:lnTo>
                  <a:lnTo>
                    <a:pt x="314089" y="198753"/>
                  </a:lnTo>
                  <a:lnTo>
                    <a:pt x="356178" y="196675"/>
                  </a:lnTo>
                  <a:lnTo>
                    <a:pt x="360133" y="203935"/>
                  </a:lnTo>
                  <a:lnTo>
                    <a:pt x="380847" y="254724"/>
                  </a:lnTo>
                  <a:lnTo>
                    <a:pt x="390672" y="303774"/>
                  </a:lnTo>
                  <a:lnTo>
                    <a:pt x="392167" y="325111"/>
                  </a:lnTo>
                  <a:lnTo>
                    <a:pt x="401156" y="303540"/>
                  </a:lnTo>
                  <a:lnTo>
                    <a:pt x="417378" y="250838"/>
                  </a:lnTo>
                  <a:lnTo>
                    <a:pt x="427143" y="183720"/>
                  </a:lnTo>
                  <a:lnTo>
                    <a:pt x="427674" y="150625"/>
                  </a:lnTo>
                  <a:lnTo>
                    <a:pt x="425793" y="121160"/>
                  </a:lnTo>
                  <a:lnTo>
                    <a:pt x="404926" y="75902"/>
                  </a:lnTo>
                  <a:lnTo>
                    <a:pt x="353568" y="41315"/>
                  </a:lnTo>
                  <a:lnTo>
                    <a:pt x="312811" y="28204"/>
                  </a:lnTo>
                  <a:lnTo>
                    <a:pt x="297782" y="25675"/>
                  </a:lnTo>
                  <a:lnTo>
                    <a:pt x="277355" y="16785"/>
                  </a:lnTo>
                  <a:lnTo>
                    <a:pt x="240563" y="5871"/>
                  </a:lnTo>
                  <a:lnTo>
                    <a:pt x="190803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31077" y="2675840"/>
              <a:ext cx="105211" cy="165659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80900" y="2646423"/>
              <a:ext cx="185209" cy="197135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7203801" y="3370219"/>
              <a:ext cx="401320" cy="172720"/>
            </a:xfrm>
            <a:custGeom>
              <a:avLst/>
              <a:gdLst/>
              <a:ahLst/>
              <a:cxnLst/>
              <a:rect l="l" t="t" r="r" b="b"/>
              <a:pathLst>
                <a:path w="401320" h="172720">
                  <a:moveTo>
                    <a:pt x="400982" y="0"/>
                  </a:moveTo>
                  <a:lnTo>
                    <a:pt x="0" y="7717"/>
                  </a:lnTo>
                  <a:lnTo>
                    <a:pt x="37370" y="104520"/>
                  </a:lnTo>
                  <a:lnTo>
                    <a:pt x="59648" y="139346"/>
                  </a:lnTo>
                  <a:lnTo>
                    <a:pt x="92812" y="162701"/>
                  </a:lnTo>
                  <a:lnTo>
                    <a:pt x="132602" y="172627"/>
                  </a:lnTo>
                  <a:lnTo>
                    <a:pt x="174759" y="167167"/>
                  </a:lnTo>
                  <a:lnTo>
                    <a:pt x="224731" y="147529"/>
                  </a:lnTo>
                  <a:lnTo>
                    <a:pt x="277185" y="119095"/>
                  </a:lnTo>
                  <a:lnTo>
                    <a:pt x="321210" y="87320"/>
                  </a:lnTo>
                  <a:lnTo>
                    <a:pt x="355968" y="55330"/>
                  </a:lnTo>
                  <a:lnTo>
                    <a:pt x="382284" y="25449"/>
                  </a:lnTo>
                  <a:lnTo>
                    <a:pt x="400982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 descr=""/>
            <p:cNvSpPr/>
            <p:nvPr/>
          </p:nvSpPr>
          <p:spPr>
            <a:xfrm>
              <a:off x="7708700" y="3189718"/>
              <a:ext cx="385445" cy="245110"/>
            </a:xfrm>
            <a:custGeom>
              <a:avLst/>
              <a:gdLst/>
              <a:ahLst/>
              <a:cxnLst/>
              <a:rect l="l" t="t" r="r" b="b"/>
              <a:pathLst>
                <a:path w="385445" h="245110">
                  <a:moveTo>
                    <a:pt x="299634" y="0"/>
                  </a:moveTo>
                  <a:lnTo>
                    <a:pt x="258081" y="6917"/>
                  </a:lnTo>
                  <a:lnTo>
                    <a:pt x="214359" y="15790"/>
                  </a:lnTo>
                  <a:lnTo>
                    <a:pt x="162843" y="28428"/>
                  </a:lnTo>
                  <a:lnTo>
                    <a:pt x="145594" y="42477"/>
                  </a:lnTo>
                  <a:lnTo>
                    <a:pt x="127709" y="56654"/>
                  </a:lnTo>
                  <a:lnTo>
                    <a:pt x="90007" y="85295"/>
                  </a:lnTo>
                  <a:lnTo>
                    <a:pt x="44355" y="117849"/>
                  </a:lnTo>
                  <a:lnTo>
                    <a:pt x="0" y="147419"/>
                  </a:lnTo>
                  <a:lnTo>
                    <a:pt x="27180" y="164858"/>
                  </a:lnTo>
                  <a:lnTo>
                    <a:pt x="98237" y="200730"/>
                  </a:lnTo>
                  <a:lnTo>
                    <a:pt x="142121" y="216914"/>
                  </a:lnTo>
                  <a:lnTo>
                    <a:pt x="201196" y="232511"/>
                  </a:lnTo>
                  <a:lnTo>
                    <a:pt x="256146" y="241224"/>
                  </a:lnTo>
                  <a:lnTo>
                    <a:pt x="305662" y="244632"/>
                  </a:lnTo>
                  <a:lnTo>
                    <a:pt x="348436" y="244313"/>
                  </a:lnTo>
                  <a:lnTo>
                    <a:pt x="383161" y="241846"/>
                  </a:lnTo>
                  <a:lnTo>
                    <a:pt x="385199" y="209705"/>
                  </a:lnTo>
                  <a:lnTo>
                    <a:pt x="382727" y="167884"/>
                  </a:lnTo>
                  <a:lnTo>
                    <a:pt x="372027" y="119168"/>
                  </a:lnTo>
                  <a:lnTo>
                    <a:pt x="349382" y="66343"/>
                  </a:lnTo>
                  <a:lnTo>
                    <a:pt x="324932" y="29095"/>
                  </a:lnTo>
                  <a:lnTo>
                    <a:pt x="312187" y="13552"/>
                  </a:lnTo>
                  <a:lnTo>
                    <a:pt x="29963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7766733" y="3093532"/>
              <a:ext cx="255904" cy="137795"/>
            </a:xfrm>
            <a:custGeom>
              <a:avLst/>
              <a:gdLst/>
              <a:ahLst/>
              <a:cxnLst/>
              <a:rect l="l" t="t" r="r" b="b"/>
              <a:pathLst>
                <a:path w="255904" h="137794">
                  <a:moveTo>
                    <a:pt x="108002" y="0"/>
                  </a:moveTo>
                  <a:lnTo>
                    <a:pt x="65254" y="11750"/>
                  </a:lnTo>
                  <a:lnTo>
                    <a:pt x="28074" y="35314"/>
                  </a:lnTo>
                  <a:lnTo>
                    <a:pt x="0" y="69334"/>
                  </a:lnTo>
                  <a:lnTo>
                    <a:pt x="111912" y="137248"/>
                  </a:lnTo>
                  <a:lnTo>
                    <a:pt x="255814" y="89867"/>
                  </a:lnTo>
                  <a:lnTo>
                    <a:pt x="240553" y="58442"/>
                  </a:lnTo>
                  <a:lnTo>
                    <a:pt x="217290" y="32316"/>
                  </a:lnTo>
                  <a:lnTo>
                    <a:pt x="187531" y="12854"/>
                  </a:lnTo>
                  <a:lnTo>
                    <a:pt x="152780" y="1419"/>
                  </a:lnTo>
                  <a:lnTo>
                    <a:pt x="108002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051537" y="2701987"/>
              <a:ext cx="842644" cy="782320"/>
            </a:xfrm>
            <a:custGeom>
              <a:avLst/>
              <a:gdLst/>
              <a:ahLst/>
              <a:cxnLst/>
              <a:rect l="l" t="t" r="r" b="b"/>
              <a:pathLst>
                <a:path w="842645" h="782320">
                  <a:moveTo>
                    <a:pt x="191872" y="0"/>
                  </a:moveTo>
                  <a:lnTo>
                    <a:pt x="119198" y="13651"/>
                  </a:lnTo>
                  <a:lnTo>
                    <a:pt x="81450" y="33402"/>
                  </a:lnTo>
                  <a:lnTo>
                    <a:pt x="48128" y="64087"/>
                  </a:lnTo>
                  <a:lnTo>
                    <a:pt x="24574" y="102070"/>
                  </a:lnTo>
                  <a:lnTo>
                    <a:pt x="9537" y="145631"/>
                  </a:lnTo>
                  <a:lnTo>
                    <a:pt x="1762" y="193048"/>
                  </a:lnTo>
                  <a:lnTo>
                    <a:pt x="0" y="242599"/>
                  </a:lnTo>
                  <a:lnTo>
                    <a:pt x="2996" y="292562"/>
                  </a:lnTo>
                  <a:lnTo>
                    <a:pt x="9499" y="341215"/>
                  </a:lnTo>
                  <a:lnTo>
                    <a:pt x="18257" y="386837"/>
                  </a:lnTo>
                  <a:lnTo>
                    <a:pt x="28017" y="427707"/>
                  </a:lnTo>
                  <a:lnTo>
                    <a:pt x="45535" y="488300"/>
                  </a:lnTo>
                  <a:lnTo>
                    <a:pt x="58489" y="525943"/>
                  </a:lnTo>
                  <a:lnTo>
                    <a:pt x="75869" y="569159"/>
                  </a:lnTo>
                  <a:lnTo>
                    <a:pt x="98456" y="617185"/>
                  </a:lnTo>
                  <a:lnTo>
                    <a:pt x="127029" y="669262"/>
                  </a:lnTo>
                  <a:lnTo>
                    <a:pt x="162369" y="724627"/>
                  </a:lnTo>
                  <a:lnTo>
                    <a:pt x="220643" y="771898"/>
                  </a:lnTo>
                  <a:lnTo>
                    <a:pt x="257374" y="781721"/>
                  </a:lnTo>
                  <a:lnTo>
                    <a:pt x="296218" y="781003"/>
                  </a:lnTo>
                  <a:lnTo>
                    <a:pt x="337668" y="773556"/>
                  </a:lnTo>
                  <a:lnTo>
                    <a:pt x="381840" y="763944"/>
                  </a:lnTo>
                  <a:lnTo>
                    <a:pt x="428379" y="751870"/>
                  </a:lnTo>
                  <a:lnTo>
                    <a:pt x="476930" y="737040"/>
                  </a:lnTo>
                  <a:lnTo>
                    <a:pt x="527139" y="719158"/>
                  </a:lnTo>
                  <a:lnTo>
                    <a:pt x="578650" y="697929"/>
                  </a:lnTo>
                  <a:lnTo>
                    <a:pt x="631108" y="673058"/>
                  </a:lnTo>
                  <a:lnTo>
                    <a:pt x="681914" y="645541"/>
                  </a:lnTo>
                  <a:lnTo>
                    <a:pt x="728061" y="617318"/>
                  </a:lnTo>
                  <a:lnTo>
                    <a:pt x="769650" y="588954"/>
                  </a:lnTo>
                  <a:lnTo>
                    <a:pt x="806780" y="561012"/>
                  </a:lnTo>
                  <a:lnTo>
                    <a:pt x="839552" y="534057"/>
                  </a:lnTo>
                  <a:lnTo>
                    <a:pt x="842425" y="503506"/>
                  </a:lnTo>
                  <a:lnTo>
                    <a:pt x="837015" y="477573"/>
                  </a:lnTo>
                  <a:lnTo>
                    <a:pt x="801420" y="432645"/>
                  </a:lnTo>
                  <a:lnTo>
                    <a:pt x="765094" y="415939"/>
                  </a:lnTo>
                  <a:lnTo>
                    <a:pt x="712304" y="432595"/>
                  </a:lnTo>
                  <a:lnTo>
                    <a:pt x="665698" y="451695"/>
                  </a:lnTo>
                  <a:lnTo>
                    <a:pt x="614527" y="470255"/>
                  </a:lnTo>
                  <a:lnTo>
                    <a:pt x="558859" y="487734"/>
                  </a:lnTo>
                  <a:lnTo>
                    <a:pt x="508089" y="501328"/>
                  </a:lnTo>
                  <a:lnTo>
                    <a:pt x="459515" y="512327"/>
                  </a:lnTo>
                  <a:lnTo>
                    <a:pt x="413418" y="521008"/>
                  </a:lnTo>
                  <a:lnTo>
                    <a:pt x="370078" y="527650"/>
                  </a:lnTo>
                  <a:lnTo>
                    <a:pt x="329777" y="532529"/>
                  </a:lnTo>
                  <a:lnTo>
                    <a:pt x="316892" y="482749"/>
                  </a:lnTo>
                  <a:lnTo>
                    <a:pt x="304346" y="431902"/>
                  </a:lnTo>
                  <a:lnTo>
                    <a:pt x="292176" y="379997"/>
                  </a:lnTo>
                  <a:lnTo>
                    <a:pt x="280422" y="327047"/>
                  </a:lnTo>
                  <a:lnTo>
                    <a:pt x="269119" y="273060"/>
                  </a:lnTo>
                  <a:lnTo>
                    <a:pt x="258053" y="216725"/>
                  </a:lnTo>
                  <a:lnTo>
                    <a:pt x="247886" y="161286"/>
                  </a:lnTo>
                  <a:lnTo>
                    <a:pt x="238585" y="106769"/>
                  </a:lnTo>
                  <a:lnTo>
                    <a:pt x="230114" y="53198"/>
                  </a:lnTo>
                  <a:lnTo>
                    <a:pt x="222440" y="597"/>
                  </a:lnTo>
                  <a:lnTo>
                    <a:pt x="191872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21320" y="3121524"/>
              <a:ext cx="235784" cy="150091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27906" y="3234888"/>
              <a:ext cx="231364" cy="236985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7246245" y="2840321"/>
              <a:ext cx="104775" cy="261620"/>
            </a:xfrm>
            <a:custGeom>
              <a:avLst/>
              <a:gdLst/>
              <a:ahLst/>
              <a:cxnLst/>
              <a:rect l="l" t="t" r="r" b="b"/>
              <a:pathLst>
                <a:path w="104775" h="261619">
                  <a:moveTo>
                    <a:pt x="0" y="0"/>
                  </a:moveTo>
                  <a:lnTo>
                    <a:pt x="104174" y="261039"/>
                  </a:lnTo>
                  <a:lnTo>
                    <a:pt x="102824" y="168413"/>
                  </a:lnTo>
                  <a:lnTo>
                    <a:pt x="94402" y="148432"/>
                  </a:lnTo>
                  <a:lnTo>
                    <a:pt x="72890" y="104954"/>
                  </a:lnTo>
                  <a:lnTo>
                    <a:pt x="44618" y="58486"/>
                  </a:lnTo>
                  <a:lnTo>
                    <a:pt x="14601" y="17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5" name="object 9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80776" y="2625844"/>
              <a:ext cx="188413" cy="197135"/>
            </a:xfrm>
            <a:prstGeom prst="rect">
              <a:avLst/>
            </a:prstGeom>
          </p:spPr>
        </p:pic>
        <p:pic>
          <p:nvPicPr>
            <p:cNvPr id="96" name="object 9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29779" y="2652351"/>
              <a:ext cx="110593" cy="165659"/>
            </a:xfrm>
            <a:prstGeom prst="rect">
              <a:avLst/>
            </a:prstGeom>
          </p:spPr>
        </p:pic>
        <p:sp>
          <p:nvSpPr>
            <p:cNvPr id="97" name="object 97" descr=""/>
            <p:cNvSpPr/>
            <p:nvPr/>
          </p:nvSpPr>
          <p:spPr>
            <a:xfrm>
              <a:off x="7432739" y="2276760"/>
              <a:ext cx="360680" cy="332740"/>
            </a:xfrm>
            <a:custGeom>
              <a:avLst/>
              <a:gdLst/>
              <a:ahLst/>
              <a:cxnLst/>
              <a:rect l="l" t="t" r="r" b="b"/>
              <a:pathLst>
                <a:path w="360679" h="332739">
                  <a:moveTo>
                    <a:pt x="360273" y="46570"/>
                  </a:moveTo>
                  <a:lnTo>
                    <a:pt x="351370" y="31584"/>
                  </a:lnTo>
                  <a:lnTo>
                    <a:pt x="328383" y="209880"/>
                  </a:lnTo>
                  <a:lnTo>
                    <a:pt x="309410" y="231559"/>
                  </a:lnTo>
                  <a:lnTo>
                    <a:pt x="278917" y="260743"/>
                  </a:lnTo>
                  <a:lnTo>
                    <a:pt x="245986" y="273812"/>
                  </a:lnTo>
                  <a:lnTo>
                    <a:pt x="241020" y="270446"/>
                  </a:lnTo>
                  <a:lnTo>
                    <a:pt x="237578" y="266522"/>
                  </a:lnTo>
                  <a:lnTo>
                    <a:pt x="234442" y="262953"/>
                  </a:lnTo>
                  <a:lnTo>
                    <a:pt x="228193" y="255409"/>
                  </a:lnTo>
                  <a:lnTo>
                    <a:pt x="224205" y="251879"/>
                  </a:lnTo>
                  <a:lnTo>
                    <a:pt x="201320" y="250088"/>
                  </a:lnTo>
                  <a:lnTo>
                    <a:pt x="186232" y="249326"/>
                  </a:lnTo>
                  <a:lnTo>
                    <a:pt x="177787" y="249758"/>
                  </a:lnTo>
                  <a:lnTo>
                    <a:pt x="173228" y="253377"/>
                  </a:lnTo>
                  <a:lnTo>
                    <a:pt x="166293" y="259524"/>
                  </a:lnTo>
                  <a:lnTo>
                    <a:pt x="158508" y="264985"/>
                  </a:lnTo>
                  <a:lnTo>
                    <a:pt x="112674" y="256120"/>
                  </a:lnTo>
                  <a:lnTo>
                    <a:pt x="51866" y="212636"/>
                  </a:lnTo>
                  <a:lnTo>
                    <a:pt x="16751" y="0"/>
                  </a:lnTo>
                  <a:lnTo>
                    <a:pt x="3314" y="34823"/>
                  </a:lnTo>
                  <a:lnTo>
                    <a:pt x="660" y="166382"/>
                  </a:lnTo>
                  <a:lnTo>
                    <a:pt x="0" y="199059"/>
                  </a:lnTo>
                  <a:lnTo>
                    <a:pt x="23202" y="243611"/>
                  </a:lnTo>
                  <a:lnTo>
                    <a:pt x="59410" y="277622"/>
                  </a:lnTo>
                  <a:lnTo>
                    <a:pt x="106527" y="309549"/>
                  </a:lnTo>
                  <a:lnTo>
                    <a:pt x="152044" y="328460"/>
                  </a:lnTo>
                  <a:lnTo>
                    <a:pt x="188887" y="332651"/>
                  </a:lnTo>
                  <a:lnTo>
                    <a:pt x="192633" y="331711"/>
                  </a:lnTo>
                  <a:lnTo>
                    <a:pt x="250444" y="309257"/>
                  </a:lnTo>
                  <a:lnTo>
                    <a:pt x="299631" y="279133"/>
                  </a:lnTo>
                  <a:lnTo>
                    <a:pt x="306336" y="273812"/>
                  </a:lnTo>
                  <a:lnTo>
                    <a:pt x="314680" y="267195"/>
                  </a:lnTo>
                  <a:lnTo>
                    <a:pt x="343077" y="239115"/>
                  </a:lnTo>
                  <a:lnTo>
                    <a:pt x="351193" y="188379"/>
                  </a:lnTo>
                  <a:lnTo>
                    <a:pt x="348780" y="190373"/>
                  </a:lnTo>
                  <a:lnTo>
                    <a:pt x="354431" y="137731"/>
                  </a:lnTo>
                  <a:lnTo>
                    <a:pt x="360273" y="4657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" name="object 98" descr=""/>
          <p:cNvGrpSpPr/>
          <p:nvPr/>
        </p:nvGrpSpPr>
        <p:grpSpPr>
          <a:xfrm>
            <a:off x="1265534" y="6187549"/>
            <a:ext cx="7086600" cy="2823210"/>
            <a:chOff x="1265534" y="6187549"/>
            <a:chExt cx="7086600" cy="2823210"/>
          </a:xfrm>
        </p:grpSpPr>
        <p:sp>
          <p:nvSpPr>
            <p:cNvPr id="99" name="object 99" descr=""/>
            <p:cNvSpPr/>
            <p:nvPr/>
          </p:nvSpPr>
          <p:spPr>
            <a:xfrm>
              <a:off x="1278216" y="6187560"/>
              <a:ext cx="7067550" cy="2823210"/>
            </a:xfrm>
            <a:custGeom>
              <a:avLst/>
              <a:gdLst/>
              <a:ahLst/>
              <a:cxnLst/>
              <a:rect l="l" t="t" r="r" b="b"/>
              <a:pathLst>
                <a:path w="7067550" h="2823209">
                  <a:moveTo>
                    <a:pt x="7067321" y="0"/>
                  </a:moveTo>
                  <a:lnTo>
                    <a:pt x="0" y="0"/>
                  </a:lnTo>
                  <a:lnTo>
                    <a:pt x="0" y="1516341"/>
                  </a:lnTo>
                  <a:lnTo>
                    <a:pt x="0" y="2823108"/>
                  </a:lnTo>
                  <a:lnTo>
                    <a:pt x="7067321" y="2823108"/>
                  </a:lnTo>
                  <a:lnTo>
                    <a:pt x="7067321" y="1516341"/>
                  </a:lnTo>
                  <a:lnTo>
                    <a:pt x="7067321" y="0"/>
                  </a:lnTo>
                  <a:close/>
                </a:path>
              </a:pathLst>
            </a:custGeom>
            <a:solidFill>
              <a:srgbClr val="C9F0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265534" y="8172227"/>
              <a:ext cx="7086600" cy="833755"/>
            </a:xfrm>
            <a:custGeom>
              <a:avLst/>
              <a:gdLst/>
              <a:ahLst/>
              <a:cxnLst/>
              <a:rect l="l" t="t" r="r" b="b"/>
              <a:pathLst>
                <a:path w="7086600" h="833754">
                  <a:moveTo>
                    <a:pt x="5016883" y="0"/>
                  </a:moveTo>
                  <a:lnTo>
                    <a:pt x="4992948" y="3641"/>
                  </a:lnTo>
                  <a:lnTo>
                    <a:pt x="4972383" y="13739"/>
                  </a:lnTo>
                  <a:lnTo>
                    <a:pt x="4956564" y="29053"/>
                  </a:lnTo>
                  <a:lnTo>
                    <a:pt x="4945964" y="50260"/>
                  </a:lnTo>
                  <a:lnTo>
                    <a:pt x="4937526" y="48079"/>
                  </a:lnTo>
                  <a:lnTo>
                    <a:pt x="4904405" y="68626"/>
                  </a:lnTo>
                  <a:lnTo>
                    <a:pt x="4902499" y="63683"/>
                  </a:lnTo>
                  <a:lnTo>
                    <a:pt x="4854922" y="48079"/>
                  </a:lnTo>
                  <a:lnTo>
                    <a:pt x="4842323" y="50260"/>
                  </a:lnTo>
                  <a:lnTo>
                    <a:pt x="4826480" y="29053"/>
                  </a:lnTo>
                  <a:lnTo>
                    <a:pt x="4802843" y="13739"/>
                  </a:lnTo>
                  <a:lnTo>
                    <a:pt x="4772114" y="3641"/>
                  </a:lnTo>
                  <a:lnTo>
                    <a:pt x="4736347" y="0"/>
                  </a:lnTo>
                  <a:lnTo>
                    <a:pt x="4689568" y="13360"/>
                  </a:lnTo>
                  <a:lnTo>
                    <a:pt x="4646755" y="46776"/>
                  </a:lnTo>
                  <a:lnTo>
                    <a:pt x="4610495" y="90251"/>
                  </a:lnTo>
                  <a:lnTo>
                    <a:pt x="4583379" y="133786"/>
                  </a:lnTo>
                  <a:lnTo>
                    <a:pt x="4566929" y="181052"/>
                  </a:lnTo>
                  <a:lnTo>
                    <a:pt x="4559505" y="212224"/>
                  </a:lnTo>
                  <a:lnTo>
                    <a:pt x="4525214" y="256472"/>
                  </a:lnTo>
                  <a:lnTo>
                    <a:pt x="4469207" y="280060"/>
                  </a:lnTo>
                  <a:lnTo>
                    <a:pt x="4396539" y="287150"/>
                  </a:lnTo>
                  <a:lnTo>
                    <a:pt x="4355537" y="285809"/>
                  </a:lnTo>
                  <a:lnTo>
                    <a:pt x="4312264" y="281905"/>
                  </a:lnTo>
                  <a:lnTo>
                    <a:pt x="4267352" y="275958"/>
                  </a:lnTo>
                  <a:lnTo>
                    <a:pt x="4221434" y="268488"/>
                  </a:lnTo>
                  <a:lnTo>
                    <a:pt x="4175140" y="260016"/>
                  </a:lnTo>
                  <a:lnTo>
                    <a:pt x="4083955" y="242146"/>
                  </a:lnTo>
                  <a:lnTo>
                    <a:pt x="4040327" y="233790"/>
                  </a:lnTo>
                  <a:lnTo>
                    <a:pt x="3998851" y="226512"/>
                  </a:lnTo>
                  <a:lnTo>
                    <a:pt x="3960158" y="220833"/>
                  </a:lnTo>
                  <a:lnTo>
                    <a:pt x="3924880" y="217275"/>
                  </a:lnTo>
                  <a:lnTo>
                    <a:pt x="3893650" y="216356"/>
                  </a:lnTo>
                  <a:lnTo>
                    <a:pt x="3867098" y="218598"/>
                  </a:lnTo>
                  <a:lnTo>
                    <a:pt x="3845856" y="224520"/>
                  </a:lnTo>
                  <a:lnTo>
                    <a:pt x="3830556" y="234644"/>
                  </a:lnTo>
                  <a:lnTo>
                    <a:pt x="3821831" y="249489"/>
                  </a:lnTo>
                  <a:lnTo>
                    <a:pt x="3820407" y="245081"/>
                  </a:lnTo>
                  <a:lnTo>
                    <a:pt x="3817705" y="240956"/>
                  </a:lnTo>
                  <a:lnTo>
                    <a:pt x="3813747" y="237563"/>
                  </a:lnTo>
                  <a:lnTo>
                    <a:pt x="3803690" y="231870"/>
                  </a:lnTo>
                  <a:lnTo>
                    <a:pt x="3792379" y="230147"/>
                  </a:lnTo>
                  <a:lnTo>
                    <a:pt x="3781173" y="232362"/>
                  </a:lnTo>
                  <a:lnTo>
                    <a:pt x="3771434" y="238484"/>
                  </a:lnTo>
                  <a:lnTo>
                    <a:pt x="3769633" y="240359"/>
                  </a:lnTo>
                  <a:lnTo>
                    <a:pt x="3766565" y="237186"/>
                  </a:lnTo>
                  <a:lnTo>
                    <a:pt x="3764848" y="235710"/>
                  </a:lnTo>
                  <a:lnTo>
                    <a:pt x="3746284" y="225208"/>
                  </a:lnTo>
                  <a:lnTo>
                    <a:pt x="3725395" y="222032"/>
                  </a:lnTo>
                  <a:lnTo>
                    <a:pt x="3704705" y="226124"/>
                  </a:lnTo>
                  <a:lnTo>
                    <a:pt x="3675567" y="252950"/>
                  </a:lnTo>
                  <a:lnTo>
                    <a:pt x="3671521" y="270421"/>
                  </a:lnTo>
                  <a:lnTo>
                    <a:pt x="3668862" y="266096"/>
                  </a:lnTo>
                  <a:lnTo>
                    <a:pt x="3624257" y="244803"/>
                  </a:lnTo>
                  <a:lnTo>
                    <a:pt x="3611010" y="246002"/>
                  </a:lnTo>
                  <a:lnTo>
                    <a:pt x="3605751" y="234582"/>
                  </a:lnTo>
                  <a:lnTo>
                    <a:pt x="3580801" y="203889"/>
                  </a:lnTo>
                  <a:lnTo>
                    <a:pt x="3513143" y="175252"/>
                  </a:lnTo>
                  <a:lnTo>
                    <a:pt x="3476281" y="176484"/>
                  </a:lnTo>
                  <a:lnTo>
                    <a:pt x="3441266" y="187994"/>
                  </a:lnTo>
                  <a:lnTo>
                    <a:pt x="3436816" y="187439"/>
                  </a:lnTo>
                  <a:lnTo>
                    <a:pt x="3445003" y="171450"/>
                  </a:lnTo>
                  <a:lnTo>
                    <a:pt x="3446502" y="154263"/>
                  </a:lnTo>
                  <a:lnTo>
                    <a:pt x="3441357" y="137565"/>
                  </a:lnTo>
                  <a:lnTo>
                    <a:pt x="3429612" y="123043"/>
                  </a:lnTo>
                  <a:lnTo>
                    <a:pt x="3418307" y="115564"/>
                  </a:lnTo>
                  <a:lnTo>
                    <a:pt x="3405705" y="111008"/>
                  </a:lnTo>
                  <a:lnTo>
                    <a:pt x="3392438" y="109359"/>
                  </a:lnTo>
                  <a:lnTo>
                    <a:pt x="3379143" y="110603"/>
                  </a:lnTo>
                  <a:lnTo>
                    <a:pt x="3376116" y="101054"/>
                  </a:lnTo>
                  <a:lnTo>
                    <a:pt x="3334657" y="62188"/>
                  </a:lnTo>
                  <a:lnTo>
                    <a:pt x="3308952" y="57097"/>
                  </a:lnTo>
                  <a:lnTo>
                    <a:pt x="3282991" y="60260"/>
                  </a:lnTo>
                  <a:lnTo>
                    <a:pt x="3259377" y="71620"/>
                  </a:lnTo>
                  <a:lnTo>
                    <a:pt x="3258602" y="65589"/>
                  </a:lnTo>
                  <a:lnTo>
                    <a:pt x="3225679" y="48079"/>
                  </a:lnTo>
                  <a:lnTo>
                    <a:pt x="3217252" y="50260"/>
                  </a:lnTo>
                  <a:lnTo>
                    <a:pt x="3206633" y="29053"/>
                  </a:lnTo>
                  <a:lnTo>
                    <a:pt x="3190816" y="13739"/>
                  </a:lnTo>
                  <a:lnTo>
                    <a:pt x="3170251" y="3641"/>
                  </a:lnTo>
                  <a:lnTo>
                    <a:pt x="3146312" y="0"/>
                  </a:lnTo>
                  <a:lnTo>
                    <a:pt x="3136182" y="633"/>
                  </a:lnTo>
                  <a:lnTo>
                    <a:pt x="3126479" y="2476"/>
                  </a:lnTo>
                  <a:lnTo>
                    <a:pt x="3117300" y="5442"/>
                  </a:lnTo>
                  <a:lnTo>
                    <a:pt x="3108743" y="9444"/>
                  </a:lnTo>
                  <a:lnTo>
                    <a:pt x="3100187" y="5442"/>
                  </a:lnTo>
                  <a:lnTo>
                    <a:pt x="3091010" y="2476"/>
                  </a:lnTo>
                  <a:lnTo>
                    <a:pt x="3081308" y="633"/>
                  </a:lnTo>
                  <a:lnTo>
                    <a:pt x="3071173" y="0"/>
                  </a:lnTo>
                  <a:lnTo>
                    <a:pt x="3047238" y="3641"/>
                  </a:lnTo>
                  <a:lnTo>
                    <a:pt x="3026674" y="13739"/>
                  </a:lnTo>
                  <a:lnTo>
                    <a:pt x="3010858" y="29053"/>
                  </a:lnTo>
                  <a:lnTo>
                    <a:pt x="3000254" y="50260"/>
                  </a:lnTo>
                  <a:lnTo>
                    <a:pt x="2991821" y="48079"/>
                  </a:lnTo>
                  <a:lnTo>
                    <a:pt x="2958119" y="71620"/>
                  </a:lnTo>
                  <a:lnTo>
                    <a:pt x="2934509" y="60260"/>
                  </a:lnTo>
                  <a:lnTo>
                    <a:pt x="2882840" y="62188"/>
                  </a:lnTo>
                  <a:lnTo>
                    <a:pt x="2845998" y="91918"/>
                  </a:lnTo>
                  <a:lnTo>
                    <a:pt x="2838353" y="110603"/>
                  </a:lnTo>
                  <a:lnTo>
                    <a:pt x="2825062" y="109359"/>
                  </a:lnTo>
                  <a:lnTo>
                    <a:pt x="2787883" y="123043"/>
                  </a:lnTo>
                  <a:lnTo>
                    <a:pt x="2770990" y="154263"/>
                  </a:lnTo>
                  <a:lnTo>
                    <a:pt x="2772489" y="171450"/>
                  </a:lnTo>
                  <a:lnTo>
                    <a:pt x="2780679" y="187439"/>
                  </a:lnTo>
                  <a:lnTo>
                    <a:pt x="2776229" y="187994"/>
                  </a:lnTo>
                  <a:lnTo>
                    <a:pt x="2741214" y="176484"/>
                  </a:lnTo>
                  <a:lnTo>
                    <a:pt x="2704353" y="175252"/>
                  </a:lnTo>
                  <a:lnTo>
                    <a:pt x="2668546" y="184364"/>
                  </a:lnTo>
                  <a:lnTo>
                    <a:pt x="2626853" y="213395"/>
                  </a:lnTo>
                  <a:lnTo>
                    <a:pt x="2606486" y="246002"/>
                  </a:lnTo>
                  <a:lnTo>
                    <a:pt x="2593237" y="244803"/>
                  </a:lnTo>
                  <a:lnTo>
                    <a:pt x="2556236" y="258484"/>
                  </a:lnTo>
                  <a:lnTo>
                    <a:pt x="2545974" y="270421"/>
                  </a:lnTo>
                  <a:lnTo>
                    <a:pt x="2544838" y="261558"/>
                  </a:lnTo>
                  <a:lnTo>
                    <a:pt x="2512786" y="226124"/>
                  </a:lnTo>
                  <a:lnTo>
                    <a:pt x="2492096" y="222032"/>
                  </a:lnTo>
                  <a:lnTo>
                    <a:pt x="2471211" y="225208"/>
                  </a:lnTo>
                  <a:lnTo>
                    <a:pt x="2452647" y="235710"/>
                  </a:lnTo>
                  <a:lnTo>
                    <a:pt x="2449339" y="238736"/>
                  </a:lnTo>
                  <a:lnTo>
                    <a:pt x="2447862" y="240359"/>
                  </a:lnTo>
                  <a:lnTo>
                    <a:pt x="2446061" y="238484"/>
                  </a:lnTo>
                  <a:lnTo>
                    <a:pt x="2436327" y="232362"/>
                  </a:lnTo>
                  <a:lnTo>
                    <a:pt x="2425121" y="230147"/>
                  </a:lnTo>
                  <a:lnTo>
                    <a:pt x="2413807" y="231870"/>
                  </a:lnTo>
                  <a:lnTo>
                    <a:pt x="2403748" y="237563"/>
                  </a:lnTo>
                  <a:lnTo>
                    <a:pt x="2399790" y="240956"/>
                  </a:lnTo>
                  <a:lnTo>
                    <a:pt x="2397089" y="245081"/>
                  </a:lnTo>
                  <a:lnTo>
                    <a:pt x="2395665" y="249489"/>
                  </a:lnTo>
                  <a:lnTo>
                    <a:pt x="2388238" y="208805"/>
                  </a:lnTo>
                  <a:lnTo>
                    <a:pt x="2355079" y="149229"/>
                  </a:lnTo>
                  <a:lnTo>
                    <a:pt x="2303225" y="116384"/>
                  </a:lnTo>
                  <a:lnTo>
                    <a:pt x="2239532" y="107476"/>
                  </a:lnTo>
                  <a:lnTo>
                    <a:pt x="2205388" y="111125"/>
                  </a:lnTo>
                  <a:lnTo>
                    <a:pt x="2136790" y="132885"/>
                  </a:lnTo>
                  <a:lnTo>
                    <a:pt x="2073492" y="171598"/>
                  </a:lnTo>
                  <a:lnTo>
                    <a:pt x="2022350" y="224471"/>
                  </a:lnTo>
                  <a:lnTo>
                    <a:pt x="1990219" y="288711"/>
                  </a:lnTo>
                  <a:lnTo>
                    <a:pt x="1983426" y="324220"/>
                  </a:lnTo>
                  <a:lnTo>
                    <a:pt x="1982253" y="326932"/>
                  </a:lnTo>
                  <a:lnTo>
                    <a:pt x="1970313" y="283314"/>
                  </a:lnTo>
                  <a:lnTo>
                    <a:pt x="1941574" y="244557"/>
                  </a:lnTo>
                  <a:lnTo>
                    <a:pt x="1877783" y="209108"/>
                  </a:lnTo>
                  <a:lnTo>
                    <a:pt x="1841664" y="203361"/>
                  </a:lnTo>
                  <a:lnTo>
                    <a:pt x="1805117" y="205637"/>
                  </a:lnTo>
                  <a:lnTo>
                    <a:pt x="1775416" y="165839"/>
                  </a:lnTo>
                  <a:lnTo>
                    <a:pt x="1742173" y="129356"/>
                  </a:lnTo>
                  <a:lnTo>
                    <a:pt x="1706259" y="97491"/>
                  </a:lnTo>
                  <a:lnTo>
                    <a:pt x="1668544" y="71548"/>
                  </a:lnTo>
                  <a:lnTo>
                    <a:pt x="1629901" y="52830"/>
                  </a:lnTo>
                  <a:lnTo>
                    <a:pt x="1591200" y="42640"/>
                  </a:lnTo>
                  <a:lnTo>
                    <a:pt x="1553313" y="42281"/>
                  </a:lnTo>
                  <a:lnTo>
                    <a:pt x="1517110" y="53056"/>
                  </a:lnTo>
                  <a:lnTo>
                    <a:pt x="1483462" y="76269"/>
                  </a:lnTo>
                  <a:lnTo>
                    <a:pt x="1471029" y="75130"/>
                  </a:lnTo>
                  <a:lnTo>
                    <a:pt x="1425283" y="100955"/>
                  </a:lnTo>
                  <a:lnTo>
                    <a:pt x="1420477" y="116245"/>
                  </a:lnTo>
                  <a:lnTo>
                    <a:pt x="1421879" y="131986"/>
                  </a:lnTo>
                  <a:lnTo>
                    <a:pt x="1429527" y="146634"/>
                  </a:lnTo>
                  <a:lnTo>
                    <a:pt x="1425359" y="147126"/>
                  </a:lnTo>
                  <a:lnTo>
                    <a:pt x="1396666" y="137353"/>
                  </a:lnTo>
                  <a:lnTo>
                    <a:pt x="1366383" y="134884"/>
                  </a:lnTo>
                  <a:lnTo>
                    <a:pt x="1336362" y="139756"/>
                  </a:lnTo>
                  <a:lnTo>
                    <a:pt x="1308452" y="152005"/>
                  </a:lnTo>
                  <a:lnTo>
                    <a:pt x="1264280" y="131206"/>
                  </a:lnTo>
                  <a:lnTo>
                    <a:pt x="1218870" y="119019"/>
                  </a:lnTo>
                  <a:lnTo>
                    <a:pt x="1173506" y="116535"/>
                  </a:lnTo>
                  <a:lnTo>
                    <a:pt x="1129473" y="124843"/>
                  </a:lnTo>
                  <a:lnTo>
                    <a:pt x="1088058" y="145033"/>
                  </a:lnTo>
                  <a:lnTo>
                    <a:pt x="1050543" y="178193"/>
                  </a:lnTo>
                  <a:lnTo>
                    <a:pt x="1015428" y="143412"/>
                  </a:lnTo>
                  <a:lnTo>
                    <a:pt x="976968" y="117830"/>
                  </a:lnTo>
                  <a:lnTo>
                    <a:pt x="935867" y="100750"/>
                  </a:lnTo>
                  <a:lnTo>
                    <a:pt x="892830" y="91472"/>
                  </a:lnTo>
                  <a:lnTo>
                    <a:pt x="848560" y="89296"/>
                  </a:lnTo>
                  <a:lnTo>
                    <a:pt x="803761" y="93525"/>
                  </a:lnTo>
                  <a:lnTo>
                    <a:pt x="759138" y="103459"/>
                  </a:lnTo>
                  <a:lnTo>
                    <a:pt x="715393" y="118399"/>
                  </a:lnTo>
                  <a:lnTo>
                    <a:pt x="673232" y="137646"/>
                  </a:lnTo>
                  <a:lnTo>
                    <a:pt x="633357" y="160501"/>
                  </a:lnTo>
                  <a:lnTo>
                    <a:pt x="596473" y="186266"/>
                  </a:lnTo>
                  <a:lnTo>
                    <a:pt x="554570" y="177265"/>
                  </a:lnTo>
                  <a:lnTo>
                    <a:pt x="510781" y="174565"/>
                  </a:lnTo>
                  <a:lnTo>
                    <a:pt x="467198" y="178147"/>
                  </a:lnTo>
                  <a:lnTo>
                    <a:pt x="425913" y="187994"/>
                  </a:lnTo>
                  <a:lnTo>
                    <a:pt x="419128" y="187439"/>
                  </a:lnTo>
                  <a:lnTo>
                    <a:pt x="431613" y="171450"/>
                  </a:lnTo>
                  <a:lnTo>
                    <a:pt x="433899" y="154263"/>
                  </a:lnTo>
                  <a:lnTo>
                    <a:pt x="426047" y="137565"/>
                  </a:lnTo>
                  <a:lnTo>
                    <a:pt x="408123" y="123043"/>
                  </a:lnTo>
                  <a:lnTo>
                    <a:pt x="390872" y="115564"/>
                  </a:lnTo>
                  <a:lnTo>
                    <a:pt x="371644" y="111008"/>
                  </a:lnTo>
                  <a:lnTo>
                    <a:pt x="351405" y="109359"/>
                  </a:lnTo>
                  <a:lnTo>
                    <a:pt x="331120" y="110603"/>
                  </a:lnTo>
                  <a:lnTo>
                    <a:pt x="329770" y="106761"/>
                  </a:lnTo>
                  <a:lnTo>
                    <a:pt x="327853" y="102991"/>
                  </a:lnTo>
                  <a:lnTo>
                    <a:pt x="325361" y="99316"/>
                  </a:lnTo>
                  <a:lnTo>
                    <a:pt x="330015" y="91546"/>
                  </a:lnTo>
                  <a:lnTo>
                    <a:pt x="333464" y="83204"/>
                  </a:lnTo>
                  <a:lnTo>
                    <a:pt x="335608" y="74378"/>
                  </a:lnTo>
                  <a:lnTo>
                    <a:pt x="336345" y="65160"/>
                  </a:lnTo>
                  <a:lnTo>
                    <a:pt x="330529" y="39800"/>
                  </a:lnTo>
                  <a:lnTo>
                    <a:pt x="314668" y="19088"/>
                  </a:lnTo>
                  <a:lnTo>
                    <a:pt x="291146" y="5121"/>
                  </a:lnTo>
                  <a:lnTo>
                    <a:pt x="262348" y="0"/>
                  </a:lnTo>
                  <a:lnTo>
                    <a:pt x="237905" y="3641"/>
                  </a:lnTo>
                  <a:lnTo>
                    <a:pt x="216904" y="13739"/>
                  </a:lnTo>
                  <a:lnTo>
                    <a:pt x="200748" y="29053"/>
                  </a:lnTo>
                  <a:lnTo>
                    <a:pt x="189920" y="50260"/>
                  </a:lnTo>
                  <a:lnTo>
                    <a:pt x="181308" y="48079"/>
                  </a:lnTo>
                  <a:lnTo>
                    <a:pt x="147471" y="68626"/>
                  </a:lnTo>
                  <a:lnTo>
                    <a:pt x="145534" y="63683"/>
                  </a:lnTo>
                  <a:lnTo>
                    <a:pt x="110249" y="48175"/>
                  </a:lnTo>
                  <a:lnTo>
                    <a:pt x="96944" y="48079"/>
                  </a:lnTo>
                  <a:lnTo>
                    <a:pt x="84081" y="50260"/>
                  </a:lnTo>
                  <a:lnTo>
                    <a:pt x="70990" y="31940"/>
                  </a:lnTo>
                  <a:lnTo>
                    <a:pt x="52474" y="18191"/>
                  </a:lnTo>
                  <a:lnTo>
                    <a:pt x="28399" y="7826"/>
                  </a:lnTo>
                  <a:lnTo>
                    <a:pt x="0" y="1570"/>
                  </a:lnTo>
                  <a:lnTo>
                    <a:pt x="0" y="833136"/>
                  </a:lnTo>
                  <a:lnTo>
                    <a:pt x="7086087" y="833136"/>
                  </a:lnTo>
                  <a:lnTo>
                    <a:pt x="7086087" y="201156"/>
                  </a:lnTo>
                  <a:lnTo>
                    <a:pt x="7038846" y="199056"/>
                  </a:lnTo>
                  <a:lnTo>
                    <a:pt x="7009975" y="231636"/>
                  </a:lnTo>
                  <a:lnTo>
                    <a:pt x="7000853" y="230776"/>
                  </a:lnTo>
                  <a:lnTo>
                    <a:pt x="6967285" y="250131"/>
                  </a:lnTo>
                  <a:lnTo>
                    <a:pt x="6963755" y="261588"/>
                  </a:lnTo>
                  <a:lnTo>
                    <a:pt x="6964785" y="273383"/>
                  </a:lnTo>
                  <a:lnTo>
                    <a:pt x="6970405" y="284357"/>
                  </a:lnTo>
                  <a:lnTo>
                    <a:pt x="6967348" y="284734"/>
                  </a:lnTo>
                  <a:lnTo>
                    <a:pt x="6943323" y="276836"/>
                  </a:lnTo>
                  <a:lnTo>
                    <a:pt x="6918030" y="275991"/>
                  </a:lnTo>
                  <a:lnTo>
                    <a:pt x="6893459" y="282246"/>
                  </a:lnTo>
                  <a:lnTo>
                    <a:pt x="6859139" y="309214"/>
                  </a:lnTo>
                  <a:lnTo>
                    <a:pt x="6850869" y="324534"/>
                  </a:lnTo>
                  <a:lnTo>
                    <a:pt x="6841784" y="323715"/>
                  </a:lnTo>
                  <a:lnTo>
                    <a:pt x="6809352" y="341298"/>
                  </a:lnTo>
                  <a:lnTo>
                    <a:pt x="6809122" y="333141"/>
                  </a:lnTo>
                  <a:lnTo>
                    <a:pt x="6805656" y="325037"/>
                  </a:lnTo>
                  <a:lnTo>
                    <a:pt x="6798902" y="318649"/>
                  </a:lnTo>
                  <a:lnTo>
                    <a:pt x="6786572" y="310895"/>
                  </a:lnTo>
                  <a:lnTo>
                    <a:pt x="6772378" y="308088"/>
                  </a:lnTo>
                  <a:lnTo>
                    <a:pt x="6758049" y="310267"/>
                  </a:lnTo>
                  <a:lnTo>
                    <a:pt x="6745312" y="317466"/>
                  </a:lnTo>
                  <a:lnTo>
                    <a:pt x="6742035" y="320670"/>
                  </a:lnTo>
                  <a:lnTo>
                    <a:pt x="6740789" y="319382"/>
                  </a:lnTo>
                  <a:lnTo>
                    <a:pt x="6734107" y="315180"/>
                  </a:lnTo>
                  <a:lnTo>
                    <a:pt x="6726416" y="313660"/>
                  </a:lnTo>
                  <a:lnTo>
                    <a:pt x="6718653" y="314841"/>
                  </a:lnTo>
                  <a:lnTo>
                    <a:pt x="6711753" y="318744"/>
                  </a:lnTo>
                  <a:lnTo>
                    <a:pt x="6709041" y="321068"/>
                  </a:lnTo>
                  <a:lnTo>
                    <a:pt x="6707188" y="323906"/>
                  </a:lnTo>
                  <a:lnTo>
                    <a:pt x="6706214" y="326932"/>
                  </a:lnTo>
                  <a:lnTo>
                    <a:pt x="6702346" y="304768"/>
                  </a:lnTo>
                  <a:lnTo>
                    <a:pt x="6682095" y="263075"/>
                  </a:lnTo>
                  <a:lnTo>
                    <a:pt x="6635469" y="222614"/>
                  </a:lnTo>
                  <a:lnTo>
                    <a:pt x="6564674" y="203284"/>
                  </a:lnTo>
                  <a:lnTo>
                    <a:pt x="6527801" y="205972"/>
                  </a:lnTo>
                  <a:lnTo>
                    <a:pt x="6498722" y="166116"/>
                  </a:lnTo>
                  <a:lnTo>
                    <a:pt x="6466162" y="129571"/>
                  </a:lnTo>
                  <a:lnTo>
                    <a:pt x="6430976" y="97646"/>
                  </a:lnTo>
                  <a:lnTo>
                    <a:pt x="6394019" y="71647"/>
                  </a:lnTo>
                  <a:lnTo>
                    <a:pt x="6356148" y="52880"/>
                  </a:lnTo>
                  <a:lnTo>
                    <a:pt x="6318216" y="42652"/>
                  </a:lnTo>
                  <a:lnTo>
                    <a:pt x="6281080" y="42270"/>
                  </a:lnTo>
                  <a:lnTo>
                    <a:pt x="6245595" y="53040"/>
                  </a:lnTo>
                  <a:lnTo>
                    <a:pt x="6212617" y="76269"/>
                  </a:lnTo>
                  <a:lnTo>
                    <a:pt x="6200440" y="75130"/>
                  </a:lnTo>
                  <a:lnTo>
                    <a:pt x="6155643" y="100955"/>
                  </a:lnTo>
                  <a:lnTo>
                    <a:pt x="6150937" y="116245"/>
                  </a:lnTo>
                  <a:lnTo>
                    <a:pt x="6152314" y="131986"/>
                  </a:lnTo>
                  <a:lnTo>
                    <a:pt x="6159812" y="146634"/>
                  </a:lnTo>
                  <a:lnTo>
                    <a:pt x="6155728" y="147126"/>
                  </a:lnTo>
                  <a:lnTo>
                    <a:pt x="6127630" y="137353"/>
                  </a:lnTo>
                  <a:lnTo>
                    <a:pt x="6097975" y="134884"/>
                  </a:lnTo>
                  <a:lnTo>
                    <a:pt x="6068577" y="139756"/>
                  </a:lnTo>
                  <a:lnTo>
                    <a:pt x="6041250" y="152005"/>
                  </a:lnTo>
                  <a:lnTo>
                    <a:pt x="5997995" y="131210"/>
                  </a:lnTo>
                  <a:lnTo>
                    <a:pt x="5953528" y="119024"/>
                  </a:lnTo>
                  <a:lnTo>
                    <a:pt x="5909106" y="116539"/>
                  </a:lnTo>
                  <a:lnTo>
                    <a:pt x="5865989" y="124845"/>
                  </a:lnTo>
                  <a:lnTo>
                    <a:pt x="5825435" y="145033"/>
                  </a:lnTo>
                  <a:lnTo>
                    <a:pt x="5788703" y="178193"/>
                  </a:lnTo>
                  <a:lnTo>
                    <a:pt x="5754315" y="143412"/>
                  </a:lnTo>
                  <a:lnTo>
                    <a:pt x="5716653" y="117830"/>
                  </a:lnTo>
                  <a:lnTo>
                    <a:pt x="5676406" y="100750"/>
                  </a:lnTo>
                  <a:lnTo>
                    <a:pt x="5634262" y="91472"/>
                  </a:lnTo>
                  <a:lnTo>
                    <a:pt x="5590912" y="89296"/>
                  </a:lnTo>
                  <a:lnTo>
                    <a:pt x="5547045" y="93525"/>
                  </a:lnTo>
                  <a:lnTo>
                    <a:pt x="5503349" y="103459"/>
                  </a:lnTo>
                  <a:lnTo>
                    <a:pt x="5460514" y="118399"/>
                  </a:lnTo>
                  <a:lnTo>
                    <a:pt x="5419229" y="137646"/>
                  </a:lnTo>
                  <a:lnTo>
                    <a:pt x="5380184" y="160501"/>
                  </a:lnTo>
                  <a:lnTo>
                    <a:pt x="5344067" y="186266"/>
                  </a:lnTo>
                  <a:lnTo>
                    <a:pt x="5303036" y="177265"/>
                  </a:lnTo>
                  <a:lnTo>
                    <a:pt x="5260156" y="174565"/>
                  </a:lnTo>
                  <a:lnTo>
                    <a:pt x="5217476" y="178147"/>
                  </a:lnTo>
                  <a:lnTo>
                    <a:pt x="5177046" y="187994"/>
                  </a:lnTo>
                  <a:lnTo>
                    <a:pt x="5170397" y="187439"/>
                  </a:lnTo>
                  <a:lnTo>
                    <a:pt x="5182629" y="171450"/>
                  </a:lnTo>
                  <a:lnTo>
                    <a:pt x="5184872" y="154263"/>
                  </a:lnTo>
                  <a:lnTo>
                    <a:pt x="5177187" y="137565"/>
                  </a:lnTo>
                  <a:lnTo>
                    <a:pt x="5159633" y="123043"/>
                  </a:lnTo>
                  <a:lnTo>
                    <a:pt x="5142738" y="115564"/>
                  </a:lnTo>
                  <a:lnTo>
                    <a:pt x="5123908" y="111008"/>
                  </a:lnTo>
                  <a:lnTo>
                    <a:pt x="5104090" y="109359"/>
                  </a:lnTo>
                  <a:lnTo>
                    <a:pt x="5084232" y="110603"/>
                  </a:lnTo>
                  <a:lnTo>
                    <a:pt x="5082902" y="106761"/>
                  </a:lnTo>
                  <a:lnTo>
                    <a:pt x="5081028" y="102991"/>
                  </a:lnTo>
                  <a:lnTo>
                    <a:pt x="5078588" y="99316"/>
                  </a:lnTo>
                  <a:lnTo>
                    <a:pt x="5083144" y="91546"/>
                  </a:lnTo>
                  <a:lnTo>
                    <a:pt x="5086521" y="83204"/>
                  </a:lnTo>
                  <a:lnTo>
                    <a:pt x="5088620" y="74378"/>
                  </a:lnTo>
                  <a:lnTo>
                    <a:pt x="5089342" y="65160"/>
                  </a:lnTo>
                  <a:lnTo>
                    <a:pt x="5083647" y="39800"/>
                  </a:lnTo>
                  <a:lnTo>
                    <a:pt x="5068116" y="19088"/>
                  </a:lnTo>
                  <a:lnTo>
                    <a:pt x="5045084" y="5121"/>
                  </a:lnTo>
                  <a:lnTo>
                    <a:pt x="50168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 descr=""/>
          <p:cNvSpPr/>
          <p:nvPr/>
        </p:nvSpPr>
        <p:spPr>
          <a:xfrm>
            <a:off x="7770098" y="9616492"/>
            <a:ext cx="517525" cy="8255"/>
          </a:xfrm>
          <a:custGeom>
            <a:avLst/>
            <a:gdLst/>
            <a:ahLst/>
            <a:cxnLst/>
            <a:rect l="l" t="t" r="r" b="b"/>
            <a:pathLst>
              <a:path w="517525" h="8254">
                <a:moveTo>
                  <a:pt x="517408" y="0"/>
                </a:moveTo>
                <a:lnTo>
                  <a:pt x="0" y="0"/>
                </a:lnTo>
                <a:lnTo>
                  <a:pt x="0" y="7884"/>
                </a:lnTo>
                <a:lnTo>
                  <a:pt x="517408" y="7884"/>
                </a:lnTo>
                <a:lnTo>
                  <a:pt x="517408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6297755" y="9702134"/>
            <a:ext cx="135890" cy="8255"/>
          </a:xfrm>
          <a:custGeom>
            <a:avLst/>
            <a:gdLst/>
            <a:ahLst/>
            <a:cxnLst/>
            <a:rect l="l" t="t" r="r" b="b"/>
            <a:pathLst>
              <a:path w="135889" h="8254">
                <a:moveTo>
                  <a:pt x="135796" y="0"/>
                </a:moveTo>
                <a:lnTo>
                  <a:pt x="0" y="0"/>
                </a:lnTo>
                <a:lnTo>
                  <a:pt x="0" y="7884"/>
                </a:lnTo>
                <a:lnTo>
                  <a:pt x="135796" y="7884"/>
                </a:lnTo>
                <a:lnTo>
                  <a:pt x="135796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7454652" y="9323433"/>
            <a:ext cx="300355" cy="8255"/>
          </a:xfrm>
          <a:custGeom>
            <a:avLst/>
            <a:gdLst/>
            <a:ahLst/>
            <a:cxnLst/>
            <a:rect l="l" t="t" r="r" b="b"/>
            <a:pathLst>
              <a:path w="300354" h="8254">
                <a:moveTo>
                  <a:pt x="299812" y="0"/>
                </a:moveTo>
                <a:lnTo>
                  <a:pt x="0" y="0"/>
                </a:lnTo>
                <a:lnTo>
                  <a:pt x="0" y="7884"/>
                </a:lnTo>
                <a:lnTo>
                  <a:pt x="299812" y="7884"/>
                </a:lnTo>
                <a:lnTo>
                  <a:pt x="299812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2078920" y="9376457"/>
            <a:ext cx="675005" cy="8255"/>
          </a:xfrm>
          <a:custGeom>
            <a:avLst/>
            <a:gdLst/>
            <a:ahLst/>
            <a:cxnLst/>
            <a:rect l="l" t="t" r="r" b="b"/>
            <a:pathLst>
              <a:path w="675005" h="8254">
                <a:moveTo>
                  <a:pt x="674743" y="0"/>
                </a:moveTo>
                <a:lnTo>
                  <a:pt x="0" y="0"/>
                </a:lnTo>
                <a:lnTo>
                  <a:pt x="0" y="7884"/>
                </a:lnTo>
                <a:lnTo>
                  <a:pt x="674743" y="7884"/>
                </a:lnTo>
                <a:lnTo>
                  <a:pt x="674743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2892739" y="9376457"/>
            <a:ext cx="99060" cy="8255"/>
          </a:xfrm>
          <a:custGeom>
            <a:avLst/>
            <a:gdLst/>
            <a:ahLst/>
            <a:cxnLst/>
            <a:rect l="l" t="t" r="r" b="b"/>
            <a:pathLst>
              <a:path w="99060" h="8254">
                <a:moveTo>
                  <a:pt x="98928" y="0"/>
                </a:moveTo>
                <a:lnTo>
                  <a:pt x="0" y="0"/>
                </a:lnTo>
                <a:lnTo>
                  <a:pt x="0" y="7884"/>
                </a:lnTo>
                <a:lnTo>
                  <a:pt x="98928" y="7884"/>
                </a:lnTo>
                <a:lnTo>
                  <a:pt x="98928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3313197" y="9509700"/>
            <a:ext cx="1463675" cy="8255"/>
          </a:xfrm>
          <a:custGeom>
            <a:avLst/>
            <a:gdLst/>
            <a:ahLst/>
            <a:cxnLst/>
            <a:rect l="l" t="t" r="r" b="b"/>
            <a:pathLst>
              <a:path w="1463675" h="8254">
                <a:moveTo>
                  <a:pt x="1463348" y="0"/>
                </a:moveTo>
                <a:lnTo>
                  <a:pt x="0" y="0"/>
                </a:lnTo>
                <a:lnTo>
                  <a:pt x="0" y="7884"/>
                </a:lnTo>
                <a:lnTo>
                  <a:pt x="1463348" y="7884"/>
                </a:lnTo>
                <a:lnTo>
                  <a:pt x="1463348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 descr=""/>
          <p:cNvSpPr/>
          <p:nvPr/>
        </p:nvSpPr>
        <p:spPr>
          <a:xfrm>
            <a:off x="1259438" y="9266304"/>
            <a:ext cx="7045959" cy="8255"/>
          </a:xfrm>
          <a:custGeom>
            <a:avLst/>
            <a:gdLst/>
            <a:ahLst/>
            <a:cxnLst/>
            <a:rect l="l" t="t" r="r" b="b"/>
            <a:pathLst>
              <a:path w="7045959" h="8254">
                <a:moveTo>
                  <a:pt x="7045513" y="0"/>
                </a:moveTo>
                <a:lnTo>
                  <a:pt x="0" y="0"/>
                </a:lnTo>
                <a:lnTo>
                  <a:pt x="0" y="7895"/>
                </a:lnTo>
                <a:lnTo>
                  <a:pt x="7045513" y="7895"/>
                </a:lnTo>
                <a:lnTo>
                  <a:pt x="7045513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 descr=""/>
          <p:cNvSpPr/>
          <p:nvPr/>
        </p:nvSpPr>
        <p:spPr>
          <a:xfrm>
            <a:off x="1254949" y="9093075"/>
            <a:ext cx="2894965" cy="5080"/>
          </a:xfrm>
          <a:custGeom>
            <a:avLst/>
            <a:gdLst/>
            <a:ahLst/>
            <a:cxnLst/>
            <a:rect l="l" t="t" r="r" b="b"/>
            <a:pathLst>
              <a:path w="2894965" h="5079">
                <a:moveTo>
                  <a:pt x="0" y="4972"/>
                </a:moveTo>
                <a:lnTo>
                  <a:pt x="2894903" y="4972"/>
                </a:lnTo>
                <a:lnTo>
                  <a:pt x="2894903" y="0"/>
                </a:lnTo>
                <a:lnTo>
                  <a:pt x="0" y="0"/>
                </a:lnTo>
                <a:lnTo>
                  <a:pt x="0" y="4972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9" name="object 109" descr=""/>
          <p:cNvGrpSpPr/>
          <p:nvPr/>
        </p:nvGrpSpPr>
        <p:grpSpPr>
          <a:xfrm>
            <a:off x="1254949" y="9093073"/>
            <a:ext cx="7075170" cy="96520"/>
            <a:chOff x="1254949" y="9093073"/>
            <a:chExt cx="7075170" cy="96520"/>
          </a:xfrm>
        </p:grpSpPr>
        <p:sp>
          <p:nvSpPr>
            <p:cNvPr id="110" name="object 110" descr=""/>
            <p:cNvSpPr/>
            <p:nvPr/>
          </p:nvSpPr>
          <p:spPr>
            <a:xfrm>
              <a:off x="1254937" y="9093078"/>
              <a:ext cx="7075170" cy="90170"/>
            </a:xfrm>
            <a:custGeom>
              <a:avLst/>
              <a:gdLst/>
              <a:ahLst/>
              <a:cxnLst/>
              <a:rect l="l" t="t" r="r" b="b"/>
              <a:pathLst>
                <a:path w="7075170" h="90170">
                  <a:moveTo>
                    <a:pt x="7074751" y="0"/>
                  </a:moveTo>
                  <a:lnTo>
                    <a:pt x="3864559" y="0"/>
                  </a:lnTo>
                  <a:lnTo>
                    <a:pt x="3864559" y="4978"/>
                  </a:lnTo>
                  <a:lnTo>
                    <a:pt x="0" y="4978"/>
                  </a:lnTo>
                  <a:lnTo>
                    <a:pt x="0" y="89585"/>
                  </a:lnTo>
                  <a:lnTo>
                    <a:pt x="7074751" y="89585"/>
                  </a:lnTo>
                  <a:lnTo>
                    <a:pt x="7074751" y="4978"/>
                  </a:lnTo>
                  <a:lnTo>
                    <a:pt x="7074751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254937" y="9093078"/>
              <a:ext cx="7075170" cy="90170"/>
            </a:xfrm>
            <a:custGeom>
              <a:avLst/>
              <a:gdLst/>
              <a:ahLst/>
              <a:cxnLst/>
              <a:rect l="l" t="t" r="r" b="b"/>
              <a:pathLst>
                <a:path w="7075170" h="90170">
                  <a:moveTo>
                    <a:pt x="7074751" y="0"/>
                  </a:moveTo>
                  <a:lnTo>
                    <a:pt x="3864559" y="0"/>
                  </a:lnTo>
                  <a:lnTo>
                    <a:pt x="3864559" y="4978"/>
                  </a:lnTo>
                  <a:lnTo>
                    <a:pt x="2894914" y="4978"/>
                  </a:lnTo>
                  <a:lnTo>
                    <a:pt x="2894914" y="0"/>
                  </a:lnTo>
                  <a:lnTo>
                    <a:pt x="0" y="0"/>
                  </a:lnTo>
                  <a:lnTo>
                    <a:pt x="0" y="4978"/>
                  </a:lnTo>
                  <a:lnTo>
                    <a:pt x="0" y="89585"/>
                  </a:lnTo>
                  <a:lnTo>
                    <a:pt x="7074751" y="89585"/>
                  </a:lnTo>
                  <a:lnTo>
                    <a:pt x="7074751" y="4978"/>
                  </a:lnTo>
                  <a:lnTo>
                    <a:pt x="7074751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619719" y="9093078"/>
              <a:ext cx="6346825" cy="96520"/>
            </a:xfrm>
            <a:custGeom>
              <a:avLst/>
              <a:gdLst/>
              <a:ahLst/>
              <a:cxnLst/>
              <a:rect l="l" t="t" r="r" b="b"/>
              <a:pathLst>
                <a:path w="6346825" h="96520">
                  <a:moveTo>
                    <a:pt x="16827" y="0"/>
                  </a:moveTo>
                  <a:lnTo>
                    <a:pt x="0" y="0"/>
                  </a:lnTo>
                  <a:lnTo>
                    <a:pt x="0" y="95948"/>
                  </a:lnTo>
                  <a:lnTo>
                    <a:pt x="16827" y="95948"/>
                  </a:lnTo>
                  <a:lnTo>
                    <a:pt x="16827" y="0"/>
                  </a:lnTo>
                  <a:close/>
                </a:path>
                <a:path w="6346825" h="96520">
                  <a:moveTo>
                    <a:pt x="1599272" y="0"/>
                  </a:moveTo>
                  <a:lnTo>
                    <a:pt x="1582432" y="0"/>
                  </a:lnTo>
                  <a:lnTo>
                    <a:pt x="1582432" y="95948"/>
                  </a:lnTo>
                  <a:lnTo>
                    <a:pt x="1599272" y="95948"/>
                  </a:lnTo>
                  <a:lnTo>
                    <a:pt x="1599272" y="0"/>
                  </a:lnTo>
                  <a:close/>
                </a:path>
                <a:path w="6346825" h="96520">
                  <a:moveTo>
                    <a:pt x="3181731" y="4978"/>
                  </a:moveTo>
                  <a:lnTo>
                    <a:pt x="3164890" y="4978"/>
                  </a:lnTo>
                  <a:lnTo>
                    <a:pt x="3164890" y="95948"/>
                  </a:lnTo>
                  <a:lnTo>
                    <a:pt x="3181731" y="95948"/>
                  </a:lnTo>
                  <a:lnTo>
                    <a:pt x="3181731" y="4978"/>
                  </a:lnTo>
                  <a:close/>
                </a:path>
                <a:path w="6346825" h="96520">
                  <a:moveTo>
                    <a:pt x="4764189" y="0"/>
                  </a:moveTo>
                  <a:lnTo>
                    <a:pt x="4747349" y="0"/>
                  </a:lnTo>
                  <a:lnTo>
                    <a:pt x="4747349" y="95948"/>
                  </a:lnTo>
                  <a:lnTo>
                    <a:pt x="4764189" y="95948"/>
                  </a:lnTo>
                  <a:lnTo>
                    <a:pt x="4764189" y="0"/>
                  </a:lnTo>
                  <a:close/>
                </a:path>
                <a:path w="6346825" h="96520">
                  <a:moveTo>
                    <a:pt x="6346634" y="0"/>
                  </a:moveTo>
                  <a:lnTo>
                    <a:pt x="6329807" y="0"/>
                  </a:lnTo>
                  <a:lnTo>
                    <a:pt x="6329807" y="95948"/>
                  </a:lnTo>
                  <a:lnTo>
                    <a:pt x="6346634" y="95948"/>
                  </a:lnTo>
                  <a:lnTo>
                    <a:pt x="63466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 descr=""/>
          <p:cNvSpPr/>
          <p:nvPr/>
        </p:nvSpPr>
        <p:spPr>
          <a:xfrm>
            <a:off x="5653089" y="7033300"/>
            <a:ext cx="1889125" cy="868680"/>
          </a:xfrm>
          <a:custGeom>
            <a:avLst/>
            <a:gdLst/>
            <a:ahLst/>
            <a:cxnLst/>
            <a:rect l="l" t="t" r="r" b="b"/>
            <a:pathLst>
              <a:path w="1889125" h="868679">
                <a:moveTo>
                  <a:pt x="1173859" y="0"/>
                </a:moveTo>
                <a:lnTo>
                  <a:pt x="1125001" y="3780"/>
                </a:lnTo>
                <a:lnTo>
                  <a:pt x="1078524" y="14742"/>
                </a:lnTo>
                <a:lnTo>
                  <a:pt x="1034997" y="32315"/>
                </a:lnTo>
                <a:lnTo>
                  <a:pt x="994989" y="55929"/>
                </a:lnTo>
                <a:lnTo>
                  <a:pt x="959070" y="85017"/>
                </a:lnTo>
                <a:lnTo>
                  <a:pt x="927808" y="119006"/>
                </a:lnTo>
                <a:lnTo>
                  <a:pt x="901773" y="157329"/>
                </a:lnTo>
                <a:lnTo>
                  <a:pt x="881533" y="199414"/>
                </a:lnTo>
                <a:lnTo>
                  <a:pt x="867659" y="244694"/>
                </a:lnTo>
                <a:lnTo>
                  <a:pt x="842172" y="236893"/>
                </a:lnTo>
                <a:lnTo>
                  <a:pt x="815835" y="231195"/>
                </a:lnTo>
                <a:lnTo>
                  <a:pt x="788745" y="227703"/>
                </a:lnTo>
                <a:lnTo>
                  <a:pt x="761003" y="226516"/>
                </a:lnTo>
                <a:lnTo>
                  <a:pt x="714191" y="229906"/>
                </a:lnTo>
                <a:lnTo>
                  <a:pt x="669480" y="239759"/>
                </a:lnTo>
                <a:lnTo>
                  <a:pt x="627344" y="255596"/>
                </a:lnTo>
                <a:lnTo>
                  <a:pt x="588262" y="276940"/>
                </a:lnTo>
                <a:lnTo>
                  <a:pt x="552710" y="303315"/>
                </a:lnTo>
                <a:lnTo>
                  <a:pt x="521164" y="334242"/>
                </a:lnTo>
                <a:lnTo>
                  <a:pt x="494102" y="369245"/>
                </a:lnTo>
                <a:lnTo>
                  <a:pt x="472001" y="407846"/>
                </a:lnTo>
                <a:lnTo>
                  <a:pt x="455336" y="449567"/>
                </a:lnTo>
                <a:lnTo>
                  <a:pt x="430179" y="415263"/>
                </a:lnTo>
                <a:lnTo>
                  <a:pt x="397021" y="388685"/>
                </a:lnTo>
                <a:lnTo>
                  <a:pt x="357538" y="371510"/>
                </a:lnTo>
                <a:lnTo>
                  <a:pt x="313404" y="365412"/>
                </a:lnTo>
                <a:lnTo>
                  <a:pt x="269425" y="371468"/>
                </a:lnTo>
                <a:lnTo>
                  <a:pt x="230065" y="388528"/>
                </a:lnTo>
                <a:lnTo>
                  <a:pt x="196976" y="414937"/>
                </a:lnTo>
                <a:lnTo>
                  <a:pt x="171812" y="449036"/>
                </a:lnTo>
                <a:lnTo>
                  <a:pt x="156225" y="489168"/>
                </a:lnTo>
                <a:lnTo>
                  <a:pt x="142608" y="476420"/>
                </a:lnTo>
                <a:lnTo>
                  <a:pt x="126551" y="466731"/>
                </a:lnTo>
                <a:lnTo>
                  <a:pt x="108514" y="460573"/>
                </a:lnTo>
                <a:lnTo>
                  <a:pt x="88960" y="458415"/>
                </a:lnTo>
                <a:lnTo>
                  <a:pt x="54334" y="465406"/>
                </a:lnTo>
                <a:lnTo>
                  <a:pt x="26056" y="484473"/>
                </a:lnTo>
                <a:lnTo>
                  <a:pt x="6991" y="512753"/>
                </a:lnTo>
                <a:lnTo>
                  <a:pt x="0" y="547386"/>
                </a:lnTo>
                <a:lnTo>
                  <a:pt x="6991" y="582019"/>
                </a:lnTo>
                <a:lnTo>
                  <a:pt x="26056" y="610299"/>
                </a:lnTo>
                <a:lnTo>
                  <a:pt x="54334" y="629366"/>
                </a:lnTo>
                <a:lnTo>
                  <a:pt x="88960" y="636357"/>
                </a:lnTo>
                <a:lnTo>
                  <a:pt x="112505" y="633206"/>
                </a:lnTo>
                <a:lnTo>
                  <a:pt x="133675" y="624313"/>
                </a:lnTo>
                <a:lnTo>
                  <a:pt x="151639" y="610515"/>
                </a:lnTo>
                <a:lnTo>
                  <a:pt x="165565" y="592652"/>
                </a:lnTo>
                <a:lnTo>
                  <a:pt x="189987" y="631589"/>
                </a:lnTo>
                <a:lnTo>
                  <a:pt x="224163" y="662000"/>
                </a:lnTo>
                <a:lnTo>
                  <a:pt x="265999" y="681786"/>
                </a:lnTo>
                <a:lnTo>
                  <a:pt x="313404" y="688848"/>
                </a:lnTo>
                <a:lnTo>
                  <a:pt x="353937" y="683725"/>
                </a:lnTo>
                <a:lnTo>
                  <a:pt x="390692" y="669215"/>
                </a:lnTo>
                <a:lnTo>
                  <a:pt x="422393" y="646600"/>
                </a:lnTo>
                <a:lnTo>
                  <a:pt x="447766" y="617164"/>
                </a:lnTo>
                <a:lnTo>
                  <a:pt x="461849" y="663609"/>
                </a:lnTo>
                <a:lnTo>
                  <a:pt x="482479" y="706785"/>
                </a:lnTo>
                <a:lnTo>
                  <a:pt x="509071" y="746106"/>
                </a:lnTo>
                <a:lnTo>
                  <a:pt x="541039" y="780987"/>
                </a:lnTo>
                <a:lnTo>
                  <a:pt x="577796" y="810840"/>
                </a:lnTo>
                <a:lnTo>
                  <a:pt x="618757" y="835080"/>
                </a:lnTo>
                <a:lnTo>
                  <a:pt x="663336" y="853120"/>
                </a:lnTo>
                <a:lnTo>
                  <a:pt x="710946" y="864374"/>
                </a:lnTo>
                <a:lnTo>
                  <a:pt x="761003" y="868256"/>
                </a:lnTo>
                <a:lnTo>
                  <a:pt x="811642" y="864282"/>
                </a:lnTo>
                <a:lnTo>
                  <a:pt x="859771" y="852765"/>
                </a:lnTo>
                <a:lnTo>
                  <a:pt x="904784" y="834313"/>
                </a:lnTo>
                <a:lnTo>
                  <a:pt x="946071" y="809533"/>
                </a:lnTo>
                <a:lnTo>
                  <a:pt x="983027" y="779032"/>
                </a:lnTo>
                <a:lnTo>
                  <a:pt x="1015042" y="743418"/>
                </a:lnTo>
                <a:lnTo>
                  <a:pt x="1041509" y="703298"/>
                </a:lnTo>
                <a:lnTo>
                  <a:pt x="1061821" y="659280"/>
                </a:lnTo>
                <a:lnTo>
                  <a:pt x="1075370" y="611970"/>
                </a:lnTo>
                <a:lnTo>
                  <a:pt x="1098987" y="618752"/>
                </a:lnTo>
                <a:lnTo>
                  <a:pt x="1123327" y="623696"/>
                </a:lnTo>
                <a:lnTo>
                  <a:pt x="1148310" y="626723"/>
                </a:lnTo>
                <a:lnTo>
                  <a:pt x="1173859" y="627750"/>
                </a:lnTo>
                <a:lnTo>
                  <a:pt x="1222620" y="623983"/>
                </a:lnTo>
                <a:lnTo>
                  <a:pt x="1269012" y="613062"/>
                </a:lnTo>
                <a:lnTo>
                  <a:pt x="1312468" y="595555"/>
                </a:lnTo>
                <a:lnTo>
                  <a:pt x="1352424" y="572028"/>
                </a:lnTo>
                <a:lnTo>
                  <a:pt x="1388313" y="543051"/>
                </a:lnTo>
                <a:lnTo>
                  <a:pt x="1417610" y="569125"/>
                </a:lnTo>
                <a:lnTo>
                  <a:pt x="1451773" y="588889"/>
                </a:lnTo>
                <a:lnTo>
                  <a:pt x="1489889" y="601421"/>
                </a:lnTo>
                <a:lnTo>
                  <a:pt x="1531042" y="605803"/>
                </a:lnTo>
                <a:lnTo>
                  <a:pt x="1572118" y="601438"/>
                </a:lnTo>
                <a:lnTo>
                  <a:pt x="1610165" y="588951"/>
                </a:lnTo>
                <a:lnTo>
                  <a:pt x="1644278" y="569258"/>
                </a:lnTo>
                <a:lnTo>
                  <a:pt x="1673551" y="543271"/>
                </a:lnTo>
                <a:lnTo>
                  <a:pt x="1690960" y="568995"/>
                </a:lnTo>
                <a:lnTo>
                  <a:pt x="1714602" y="589009"/>
                </a:lnTo>
                <a:lnTo>
                  <a:pt x="1743151" y="601989"/>
                </a:lnTo>
                <a:lnTo>
                  <a:pt x="1775286" y="606609"/>
                </a:lnTo>
                <a:lnTo>
                  <a:pt x="1819408" y="597703"/>
                </a:lnTo>
                <a:lnTo>
                  <a:pt x="1855436" y="573414"/>
                </a:lnTo>
                <a:lnTo>
                  <a:pt x="1879726" y="537389"/>
                </a:lnTo>
                <a:lnTo>
                  <a:pt x="1888633" y="493272"/>
                </a:lnTo>
                <a:lnTo>
                  <a:pt x="1879726" y="449149"/>
                </a:lnTo>
                <a:lnTo>
                  <a:pt x="1855436" y="413117"/>
                </a:lnTo>
                <a:lnTo>
                  <a:pt x="1819408" y="388823"/>
                </a:lnTo>
                <a:lnTo>
                  <a:pt x="1775286" y="379915"/>
                </a:lnTo>
                <a:lnTo>
                  <a:pt x="1761582" y="380740"/>
                </a:lnTo>
                <a:lnTo>
                  <a:pt x="1748364" y="383150"/>
                </a:lnTo>
                <a:lnTo>
                  <a:pt x="1735725" y="387044"/>
                </a:lnTo>
                <a:lnTo>
                  <a:pt x="1723759" y="392323"/>
                </a:lnTo>
                <a:lnTo>
                  <a:pt x="1713010" y="345513"/>
                </a:lnTo>
                <a:lnTo>
                  <a:pt x="1691684" y="303803"/>
                </a:lnTo>
                <a:lnTo>
                  <a:pt x="1661302" y="268713"/>
                </a:lnTo>
                <a:lnTo>
                  <a:pt x="1623387" y="241764"/>
                </a:lnTo>
                <a:lnTo>
                  <a:pt x="1579460" y="224480"/>
                </a:lnTo>
                <a:lnTo>
                  <a:pt x="1531042" y="218380"/>
                </a:lnTo>
                <a:lnTo>
                  <a:pt x="1516669" y="218911"/>
                </a:lnTo>
                <a:lnTo>
                  <a:pt x="1502582" y="220474"/>
                </a:lnTo>
                <a:lnTo>
                  <a:pt x="1488817" y="223027"/>
                </a:lnTo>
                <a:lnTo>
                  <a:pt x="1475410" y="226527"/>
                </a:lnTo>
                <a:lnTo>
                  <a:pt x="1459814" y="184297"/>
                </a:lnTo>
                <a:lnTo>
                  <a:pt x="1438579" y="145170"/>
                </a:lnTo>
                <a:lnTo>
                  <a:pt x="1412204" y="109644"/>
                </a:lnTo>
                <a:lnTo>
                  <a:pt x="1381184" y="78217"/>
                </a:lnTo>
                <a:lnTo>
                  <a:pt x="1346019" y="51387"/>
                </a:lnTo>
                <a:lnTo>
                  <a:pt x="1307207" y="29652"/>
                </a:lnTo>
                <a:lnTo>
                  <a:pt x="1265244" y="13511"/>
                </a:lnTo>
                <a:lnTo>
                  <a:pt x="1220629" y="3460"/>
                </a:lnTo>
                <a:lnTo>
                  <a:pt x="11738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 descr=""/>
          <p:cNvSpPr/>
          <p:nvPr/>
        </p:nvSpPr>
        <p:spPr>
          <a:xfrm>
            <a:off x="3741547" y="6830688"/>
            <a:ext cx="2261235" cy="836930"/>
          </a:xfrm>
          <a:custGeom>
            <a:avLst/>
            <a:gdLst/>
            <a:ahLst/>
            <a:cxnLst/>
            <a:rect l="l" t="t" r="r" b="b"/>
            <a:pathLst>
              <a:path w="2261235" h="836929">
                <a:moveTo>
                  <a:pt x="1148181" y="703135"/>
                </a:moveTo>
                <a:lnTo>
                  <a:pt x="1140510" y="665187"/>
                </a:lnTo>
                <a:lnTo>
                  <a:pt x="1119619" y="634187"/>
                </a:lnTo>
                <a:lnTo>
                  <a:pt x="1088631" y="613295"/>
                </a:lnTo>
                <a:lnTo>
                  <a:pt x="1050671" y="605624"/>
                </a:lnTo>
                <a:lnTo>
                  <a:pt x="1041019" y="606107"/>
                </a:lnTo>
                <a:lnTo>
                  <a:pt x="1031621" y="607504"/>
                </a:lnTo>
                <a:lnTo>
                  <a:pt x="1022553" y="609765"/>
                </a:lnTo>
                <a:lnTo>
                  <a:pt x="1013841" y="612851"/>
                </a:lnTo>
                <a:lnTo>
                  <a:pt x="994613" y="596658"/>
                </a:lnTo>
                <a:lnTo>
                  <a:pt x="972451" y="584428"/>
                </a:lnTo>
                <a:lnTo>
                  <a:pt x="947915" y="576681"/>
                </a:lnTo>
                <a:lnTo>
                  <a:pt x="921512" y="573976"/>
                </a:lnTo>
                <a:lnTo>
                  <a:pt x="916266" y="573976"/>
                </a:lnTo>
                <a:lnTo>
                  <a:pt x="911110" y="574332"/>
                </a:lnTo>
                <a:lnTo>
                  <a:pt x="906030" y="574941"/>
                </a:lnTo>
                <a:lnTo>
                  <a:pt x="897305" y="530352"/>
                </a:lnTo>
                <a:lnTo>
                  <a:pt x="878230" y="490512"/>
                </a:lnTo>
                <a:lnTo>
                  <a:pt x="850277" y="456895"/>
                </a:lnTo>
                <a:lnTo>
                  <a:pt x="814984" y="431038"/>
                </a:lnTo>
                <a:lnTo>
                  <a:pt x="773811" y="414413"/>
                </a:lnTo>
                <a:lnTo>
                  <a:pt x="728268" y="408533"/>
                </a:lnTo>
                <a:lnTo>
                  <a:pt x="682967" y="414350"/>
                </a:lnTo>
                <a:lnTo>
                  <a:pt x="641972" y="430809"/>
                </a:lnTo>
                <a:lnTo>
                  <a:pt x="606767" y="456438"/>
                </a:lnTo>
                <a:lnTo>
                  <a:pt x="578815" y="489737"/>
                </a:lnTo>
                <a:lnTo>
                  <a:pt x="559612" y="529259"/>
                </a:lnTo>
                <a:lnTo>
                  <a:pt x="529742" y="497903"/>
                </a:lnTo>
                <a:lnTo>
                  <a:pt x="493471" y="473925"/>
                </a:lnTo>
                <a:lnTo>
                  <a:pt x="452069" y="458622"/>
                </a:lnTo>
                <a:lnTo>
                  <a:pt x="406781" y="453237"/>
                </a:lnTo>
                <a:lnTo>
                  <a:pt x="361873" y="458533"/>
                </a:lnTo>
                <a:lnTo>
                  <a:pt x="320763" y="473595"/>
                </a:lnTo>
                <a:lnTo>
                  <a:pt x="284695" y="497192"/>
                </a:lnTo>
                <a:lnTo>
                  <a:pt x="254876" y="528091"/>
                </a:lnTo>
                <a:lnTo>
                  <a:pt x="232549" y="565048"/>
                </a:lnTo>
                <a:lnTo>
                  <a:pt x="221627" y="559422"/>
                </a:lnTo>
                <a:lnTo>
                  <a:pt x="209943" y="555231"/>
                </a:lnTo>
                <a:lnTo>
                  <a:pt x="197599" y="552615"/>
                </a:lnTo>
                <a:lnTo>
                  <a:pt x="184708" y="551713"/>
                </a:lnTo>
                <a:lnTo>
                  <a:pt x="157962" y="555625"/>
                </a:lnTo>
                <a:lnTo>
                  <a:pt x="134277" y="566572"/>
                </a:lnTo>
                <a:lnTo>
                  <a:pt x="114769" y="583438"/>
                </a:lnTo>
                <a:lnTo>
                  <a:pt x="100545" y="605078"/>
                </a:lnTo>
                <a:lnTo>
                  <a:pt x="91795" y="597446"/>
                </a:lnTo>
                <a:lnTo>
                  <a:pt x="81648" y="591680"/>
                </a:lnTo>
                <a:lnTo>
                  <a:pt x="70370" y="588010"/>
                </a:lnTo>
                <a:lnTo>
                  <a:pt x="58204" y="586727"/>
                </a:lnTo>
                <a:lnTo>
                  <a:pt x="35547" y="591299"/>
                </a:lnTo>
                <a:lnTo>
                  <a:pt x="17043" y="603770"/>
                </a:lnTo>
                <a:lnTo>
                  <a:pt x="4572" y="622274"/>
                </a:lnTo>
                <a:lnTo>
                  <a:pt x="0" y="644931"/>
                </a:lnTo>
                <a:lnTo>
                  <a:pt x="4572" y="667588"/>
                </a:lnTo>
                <a:lnTo>
                  <a:pt x="17043" y="686092"/>
                </a:lnTo>
                <a:lnTo>
                  <a:pt x="35547" y="698563"/>
                </a:lnTo>
                <a:lnTo>
                  <a:pt x="58204" y="703135"/>
                </a:lnTo>
                <a:lnTo>
                  <a:pt x="70370" y="701852"/>
                </a:lnTo>
                <a:lnTo>
                  <a:pt x="81648" y="698182"/>
                </a:lnTo>
                <a:lnTo>
                  <a:pt x="91795" y="692404"/>
                </a:lnTo>
                <a:lnTo>
                  <a:pt x="100545" y="684784"/>
                </a:lnTo>
                <a:lnTo>
                  <a:pt x="114769" y="706424"/>
                </a:lnTo>
                <a:lnTo>
                  <a:pt x="134277" y="723290"/>
                </a:lnTo>
                <a:lnTo>
                  <a:pt x="157962" y="734250"/>
                </a:lnTo>
                <a:lnTo>
                  <a:pt x="184708" y="738149"/>
                </a:lnTo>
                <a:lnTo>
                  <a:pt x="197599" y="737247"/>
                </a:lnTo>
                <a:lnTo>
                  <a:pt x="209943" y="734644"/>
                </a:lnTo>
                <a:lnTo>
                  <a:pt x="221627" y="730453"/>
                </a:lnTo>
                <a:lnTo>
                  <a:pt x="232549" y="724814"/>
                </a:lnTo>
                <a:lnTo>
                  <a:pt x="254876" y="761784"/>
                </a:lnTo>
                <a:lnTo>
                  <a:pt x="284695" y="792670"/>
                </a:lnTo>
                <a:lnTo>
                  <a:pt x="320763" y="816267"/>
                </a:lnTo>
                <a:lnTo>
                  <a:pt x="361873" y="831329"/>
                </a:lnTo>
                <a:lnTo>
                  <a:pt x="406781" y="836612"/>
                </a:lnTo>
                <a:lnTo>
                  <a:pt x="456971" y="829983"/>
                </a:lnTo>
                <a:lnTo>
                  <a:pt x="502170" y="811225"/>
                </a:lnTo>
                <a:lnTo>
                  <a:pt x="540651" y="782104"/>
                </a:lnTo>
                <a:lnTo>
                  <a:pt x="570661" y="744347"/>
                </a:lnTo>
                <a:lnTo>
                  <a:pt x="590486" y="699706"/>
                </a:lnTo>
                <a:lnTo>
                  <a:pt x="617994" y="726694"/>
                </a:lnTo>
                <a:lnTo>
                  <a:pt x="650811" y="747242"/>
                </a:lnTo>
                <a:lnTo>
                  <a:pt x="687920" y="760323"/>
                </a:lnTo>
                <a:lnTo>
                  <a:pt x="728268" y="764908"/>
                </a:lnTo>
                <a:lnTo>
                  <a:pt x="747420" y="763892"/>
                </a:lnTo>
                <a:lnTo>
                  <a:pt x="765987" y="760882"/>
                </a:lnTo>
                <a:lnTo>
                  <a:pt x="783856" y="756031"/>
                </a:lnTo>
                <a:lnTo>
                  <a:pt x="800925" y="749414"/>
                </a:lnTo>
                <a:lnTo>
                  <a:pt x="819886" y="782815"/>
                </a:lnTo>
                <a:lnTo>
                  <a:pt x="847572" y="809028"/>
                </a:lnTo>
                <a:lnTo>
                  <a:pt x="882078" y="826160"/>
                </a:lnTo>
                <a:lnTo>
                  <a:pt x="921512" y="832294"/>
                </a:lnTo>
                <a:lnTo>
                  <a:pt x="947915" y="829589"/>
                </a:lnTo>
                <a:lnTo>
                  <a:pt x="972451" y="821855"/>
                </a:lnTo>
                <a:lnTo>
                  <a:pt x="994613" y="809612"/>
                </a:lnTo>
                <a:lnTo>
                  <a:pt x="1013841" y="793419"/>
                </a:lnTo>
                <a:lnTo>
                  <a:pt x="1022553" y="796518"/>
                </a:lnTo>
                <a:lnTo>
                  <a:pt x="1031621" y="798779"/>
                </a:lnTo>
                <a:lnTo>
                  <a:pt x="1041019" y="800176"/>
                </a:lnTo>
                <a:lnTo>
                  <a:pt x="1050671" y="800646"/>
                </a:lnTo>
                <a:lnTo>
                  <a:pt x="1088631" y="792988"/>
                </a:lnTo>
                <a:lnTo>
                  <a:pt x="1119619" y="772083"/>
                </a:lnTo>
                <a:lnTo>
                  <a:pt x="1140510" y="741095"/>
                </a:lnTo>
                <a:lnTo>
                  <a:pt x="1148181" y="703135"/>
                </a:lnTo>
                <a:close/>
              </a:path>
              <a:path w="2261235" h="836929">
                <a:moveTo>
                  <a:pt x="2260879" y="229323"/>
                </a:moveTo>
                <a:lnTo>
                  <a:pt x="2255405" y="202222"/>
                </a:lnTo>
                <a:lnTo>
                  <a:pt x="2240483" y="180086"/>
                </a:lnTo>
                <a:lnTo>
                  <a:pt x="2218347" y="165176"/>
                </a:lnTo>
                <a:lnTo>
                  <a:pt x="2191245" y="159702"/>
                </a:lnTo>
                <a:lnTo>
                  <a:pt x="2176678" y="161226"/>
                </a:lnTo>
                <a:lnTo>
                  <a:pt x="2163178" y="165620"/>
                </a:lnTo>
                <a:lnTo>
                  <a:pt x="2151037" y="172529"/>
                </a:lnTo>
                <a:lnTo>
                  <a:pt x="2140572" y="181660"/>
                </a:lnTo>
                <a:lnTo>
                  <a:pt x="2123554" y="155778"/>
                </a:lnTo>
                <a:lnTo>
                  <a:pt x="2100211" y="135597"/>
                </a:lnTo>
                <a:lnTo>
                  <a:pt x="2071878" y="122491"/>
                </a:lnTo>
                <a:lnTo>
                  <a:pt x="2039874" y="117817"/>
                </a:lnTo>
                <a:lnTo>
                  <a:pt x="2024456" y="118897"/>
                </a:lnTo>
                <a:lnTo>
                  <a:pt x="2009686" y="122008"/>
                </a:lnTo>
                <a:lnTo>
                  <a:pt x="1995703" y="127025"/>
                </a:lnTo>
                <a:lnTo>
                  <a:pt x="1982647" y="133756"/>
                </a:lnTo>
                <a:lnTo>
                  <a:pt x="1955927" y="89535"/>
                </a:lnTo>
                <a:lnTo>
                  <a:pt x="1920252" y="52578"/>
                </a:lnTo>
                <a:lnTo>
                  <a:pt x="1877098" y="24345"/>
                </a:lnTo>
                <a:lnTo>
                  <a:pt x="1827911" y="6337"/>
                </a:lnTo>
                <a:lnTo>
                  <a:pt x="1774177" y="0"/>
                </a:lnTo>
                <a:lnTo>
                  <a:pt x="1723783" y="5549"/>
                </a:lnTo>
                <a:lnTo>
                  <a:pt x="1677289" y="21412"/>
                </a:lnTo>
                <a:lnTo>
                  <a:pt x="1635899" y="46380"/>
                </a:lnTo>
                <a:lnTo>
                  <a:pt x="1600822" y="79235"/>
                </a:lnTo>
                <a:lnTo>
                  <a:pt x="1573250" y="118783"/>
                </a:lnTo>
                <a:lnTo>
                  <a:pt x="1554391" y="163804"/>
                </a:lnTo>
                <a:lnTo>
                  <a:pt x="1521485" y="131521"/>
                </a:lnTo>
                <a:lnTo>
                  <a:pt x="1482217" y="106934"/>
                </a:lnTo>
                <a:lnTo>
                  <a:pt x="1437830" y="91274"/>
                </a:lnTo>
                <a:lnTo>
                  <a:pt x="1389557" y="85788"/>
                </a:lnTo>
                <a:lnTo>
                  <a:pt x="1366621" y="87007"/>
                </a:lnTo>
                <a:lnTo>
                  <a:pt x="1344422" y="90601"/>
                </a:lnTo>
                <a:lnTo>
                  <a:pt x="1323035" y="96418"/>
                </a:lnTo>
                <a:lnTo>
                  <a:pt x="1302613" y="104330"/>
                </a:lnTo>
                <a:lnTo>
                  <a:pt x="1279918" y="64376"/>
                </a:lnTo>
                <a:lnTo>
                  <a:pt x="1246797" y="33007"/>
                </a:lnTo>
                <a:lnTo>
                  <a:pt x="1205522" y="12509"/>
                </a:lnTo>
                <a:lnTo>
                  <a:pt x="1158341" y="5168"/>
                </a:lnTo>
                <a:lnTo>
                  <a:pt x="1126769" y="8394"/>
                </a:lnTo>
                <a:lnTo>
                  <a:pt x="1097394" y="17665"/>
                </a:lnTo>
                <a:lnTo>
                  <a:pt x="1070889" y="32308"/>
                </a:lnTo>
                <a:lnTo>
                  <a:pt x="1047877" y="51676"/>
                </a:lnTo>
                <a:lnTo>
                  <a:pt x="1037450" y="47980"/>
                </a:lnTo>
                <a:lnTo>
                  <a:pt x="1026591" y="45275"/>
                </a:lnTo>
                <a:lnTo>
                  <a:pt x="1015365" y="43599"/>
                </a:lnTo>
                <a:lnTo>
                  <a:pt x="1003808" y="43027"/>
                </a:lnTo>
                <a:lnTo>
                  <a:pt x="958392" y="52197"/>
                </a:lnTo>
                <a:lnTo>
                  <a:pt x="921308" y="77203"/>
                </a:lnTo>
                <a:lnTo>
                  <a:pt x="896302" y="114287"/>
                </a:lnTo>
                <a:lnTo>
                  <a:pt x="887133" y="159702"/>
                </a:lnTo>
                <a:lnTo>
                  <a:pt x="896302" y="205105"/>
                </a:lnTo>
                <a:lnTo>
                  <a:pt x="921308" y="242189"/>
                </a:lnTo>
                <a:lnTo>
                  <a:pt x="958392" y="267195"/>
                </a:lnTo>
                <a:lnTo>
                  <a:pt x="1003808" y="276364"/>
                </a:lnTo>
                <a:lnTo>
                  <a:pt x="1015365" y="275793"/>
                </a:lnTo>
                <a:lnTo>
                  <a:pt x="1026591" y="274129"/>
                </a:lnTo>
                <a:lnTo>
                  <a:pt x="1037450" y="271411"/>
                </a:lnTo>
                <a:lnTo>
                  <a:pt x="1047877" y="267716"/>
                </a:lnTo>
                <a:lnTo>
                  <a:pt x="1070889" y="287083"/>
                </a:lnTo>
                <a:lnTo>
                  <a:pt x="1097394" y="301726"/>
                </a:lnTo>
                <a:lnTo>
                  <a:pt x="1126769" y="310997"/>
                </a:lnTo>
                <a:lnTo>
                  <a:pt x="1158341" y="314223"/>
                </a:lnTo>
                <a:lnTo>
                  <a:pt x="1164615" y="314223"/>
                </a:lnTo>
                <a:lnTo>
                  <a:pt x="1170800" y="313804"/>
                </a:lnTo>
                <a:lnTo>
                  <a:pt x="1176870" y="313080"/>
                </a:lnTo>
                <a:lnTo>
                  <a:pt x="1185011" y="359117"/>
                </a:lnTo>
                <a:lnTo>
                  <a:pt x="1202448" y="401167"/>
                </a:lnTo>
                <a:lnTo>
                  <a:pt x="1228051" y="438111"/>
                </a:lnTo>
                <a:lnTo>
                  <a:pt x="1260690" y="468807"/>
                </a:lnTo>
                <a:lnTo>
                  <a:pt x="1299248" y="492150"/>
                </a:lnTo>
                <a:lnTo>
                  <a:pt x="1342580" y="506971"/>
                </a:lnTo>
                <a:lnTo>
                  <a:pt x="1389557" y="512165"/>
                </a:lnTo>
                <a:lnTo>
                  <a:pt x="1435036" y="507301"/>
                </a:lnTo>
                <a:lnTo>
                  <a:pt x="1477137" y="493395"/>
                </a:lnTo>
                <a:lnTo>
                  <a:pt x="1514843" y="471449"/>
                </a:lnTo>
                <a:lnTo>
                  <a:pt x="1547114" y="442518"/>
                </a:lnTo>
                <a:lnTo>
                  <a:pt x="1572958" y="407606"/>
                </a:lnTo>
                <a:lnTo>
                  <a:pt x="1591335" y="367741"/>
                </a:lnTo>
                <a:lnTo>
                  <a:pt x="1627073" y="405257"/>
                </a:lnTo>
                <a:lnTo>
                  <a:pt x="1670469" y="433933"/>
                </a:lnTo>
                <a:lnTo>
                  <a:pt x="1719999" y="452247"/>
                </a:lnTo>
                <a:lnTo>
                  <a:pt x="1774177" y="458685"/>
                </a:lnTo>
                <a:lnTo>
                  <a:pt x="1827911" y="452348"/>
                </a:lnTo>
                <a:lnTo>
                  <a:pt x="1877098" y="434327"/>
                </a:lnTo>
                <a:lnTo>
                  <a:pt x="1920252" y="406107"/>
                </a:lnTo>
                <a:lnTo>
                  <a:pt x="1955927" y="369138"/>
                </a:lnTo>
                <a:lnTo>
                  <a:pt x="1982647" y="324916"/>
                </a:lnTo>
                <a:lnTo>
                  <a:pt x="1995703" y="331660"/>
                </a:lnTo>
                <a:lnTo>
                  <a:pt x="2009686" y="336664"/>
                </a:lnTo>
                <a:lnTo>
                  <a:pt x="2024456" y="339788"/>
                </a:lnTo>
                <a:lnTo>
                  <a:pt x="2039874" y="340868"/>
                </a:lnTo>
                <a:lnTo>
                  <a:pt x="2071878" y="336194"/>
                </a:lnTo>
                <a:lnTo>
                  <a:pt x="2100211" y="323088"/>
                </a:lnTo>
                <a:lnTo>
                  <a:pt x="2123554" y="302907"/>
                </a:lnTo>
                <a:lnTo>
                  <a:pt x="2140572" y="277025"/>
                </a:lnTo>
                <a:lnTo>
                  <a:pt x="2151037" y="286143"/>
                </a:lnTo>
                <a:lnTo>
                  <a:pt x="2163178" y="293052"/>
                </a:lnTo>
                <a:lnTo>
                  <a:pt x="2176678" y="297434"/>
                </a:lnTo>
                <a:lnTo>
                  <a:pt x="2191245" y="298970"/>
                </a:lnTo>
                <a:lnTo>
                  <a:pt x="2218347" y="293497"/>
                </a:lnTo>
                <a:lnTo>
                  <a:pt x="2240483" y="278574"/>
                </a:lnTo>
                <a:lnTo>
                  <a:pt x="2255405" y="256438"/>
                </a:lnTo>
                <a:lnTo>
                  <a:pt x="2260879" y="2293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 descr=""/>
          <p:cNvSpPr/>
          <p:nvPr/>
        </p:nvSpPr>
        <p:spPr>
          <a:xfrm>
            <a:off x="2100154" y="6771950"/>
            <a:ext cx="1529715" cy="785495"/>
          </a:xfrm>
          <a:custGeom>
            <a:avLst/>
            <a:gdLst/>
            <a:ahLst/>
            <a:cxnLst/>
            <a:rect l="l" t="t" r="r" b="b"/>
            <a:pathLst>
              <a:path w="1529714" h="785495">
                <a:moveTo>
                  <a:pt x="779724" y="0"/>
                </a:moveTo>
                <a:lnTo>
                  <a:pt x="727953" y="3382"/>
                </a:lnTo>
                <a:lnTo>
                  <a:pt x="678224" y="13243"/>
                </a:lnTo>
                <a:lnTo>
                  <a:pt x="630967" y="29156"/>
                </a:lnTo>
                <a:lnTo>
                  <a:pt x="586609" y="50690"/>
                </a:lnTo>
                <a:lnTo>
                  <a:pt x="545578" y="77417"/>
                </a:lnTo>
                <a:lnTo>
                  <a:pt x="508303" y="108910"/>
                </a:lnTo>
                <a:lnTo>
                  <a:pt x="475212" y="144739"/>
                </a:lnTo>
                <a:lnTo>
                  <a:pt x="446731" y="184476"/>
                </a:lnTo>
                <a:lnTo>
                  <a:pt x="423290" y="227692"/>
                </a:lnTo>
                <a:lnTo>
                  <a:pt x="405317" y="273960"/>
                </a:lnTo>
                <a:lnTo>
                  <a:pt x="393181" y="273206"/>
                </a:lnTo>
                <a:lnTo>
                  <a:pt x="387024" y="273206"/>
                </a:lnTo>
                <a:lnTo>
                  <a:pt x="334714" y="278819"/>
                </a:lnTo>
                <a:lnTo>
                  <a:pt x="286306" y="294870"/>
                </a:lnTo>
                <a:lnTo>
                  <a:pt x="242982" y="320170"/>
                </a:lnTo>
                <a:lnTo>
                  <a:pt x="205922" y="353535"/>
                </a:lnTo>
                <a:lnTo>
                  <a:pt x="176309" y="393779"/>
                </a:lnTo>
                <a:lnTo>
                  <a:pt x="155325" y="439714"/>
                </a:lnTo>
                <a:lnTo>
                  <a:pt x="144591" y="435443"/>
                </a:lnTo>
                <a:lnTo>
                  <a:pt x="133340" y="432295"/>
                </a:lnTo>
                <a:lnTo>
                  <a:pt x="121639" y="430349"/>
                </a:lnTo>
                <a:lnTo>
                  <a:pt x="109556" y="429683"/>
                </a:lnTo>
                <a:lnTo>
                  <a:pt x="66914" y="438292"/>
                </a:lnTo>
                <a:lnTo>
                  <a:pt x="32090" y="461769"/>
                </a:lnTo>
                <a:lnTo>
                  <a:pt x="8610" y="496593"/>
                </a:lnTo>
                <a:lnTo>
                  <a:pt x="0" y="539240"/>
                </a:lnTo>
                <a:lnTo>
                  <a:pt x="8610" y="581876"/>
                </a:lnTo>
                <a:lnTo>
                  <a:pt x="32090" y="616697"/>
                </a:lnTo>
                <a:lnTo>
                  <a:pt x="66914" y="640176"/>
                </a:lnTo>
                <a:lnTo>
                  <a:pt x="109556" y="648786"/>
                </a:lnTo>
                <a:lnTo>
                  <a:pt x="126035" y="647552"/>
                </a:lnTo>
                <a:lnTo>
                  <a:pt x="141741" y="643971"/>
                </a:lnTo>
                <a:lnTo>
                  <a:pt x="156502" y="638224"/>
                </a:lnTo>
                <a:lnTo>
                  <a:pt x="170141" y="630493"/>
                </a:lnTo>
                <a:lnTo>
                  <a:pt x="193814" y="667414"/>
                </a:lnTo>
                <a:lnTo>
                  <a:pt x="223531" y="699406"/>
                </a:lnTo>
                <a:lnTo>
                  <a:pt x="258502" y="725674"/>
                </a:lnTo>
                <a:lnTo>
                  <a:pt x="297935" y="745422"/>
                </a:lnTo>
                <a:lnTo>
                  <a:pt x="341040" y="757854"/>
                </a:lnTo>
                <a:lnTo>
                  <a:pt x="387024" y="762175"/>
                </a:lnTo>
                <a:lnTo>
                  <a:pt x="430444" y="758330"/>
                </a:lnTo>
                <a:lnTo>
                  <a:pt x="471348" y="747239"/>
                </a:lnTo>
                <a:lnTo>
                  <a:pt x="509073" y="729566"/>
                </a:lnTo>
                <a:lnTo>
                  <a:pt x="542957" y="705978"/>
                </a:lnTo>
                <a:lnTo>
                  <a:pt x="584322" y="733371"/>
                </a:lnTo>
                <a:lnTo>
                  <a:pt x="629126" y="755454"/>
                </a:lnTo>
                <a:lnTo>
                  <a:pt x="676924" y="771781"/>
                </a:lnTo>
                <a:lnTo>
                  <a:pt x="727272" y="781905"/>
                </a:lnTo>
                <a:lnTo>
                  <a:pt x="779724" y="785379"/>
                </a:lnTo>
                <a:lnTo>
                  <a:pt x="832718" y="781832"/>
                </a:lnTo>
                <a:lnTo>
                  <a:pt x="883558" y="771498"/>
                </a:lnTo>
                <a:lnTo>
                  <a:pt x="931785" y="754839"/>
                </a:lnTo>
                <a:lnTo>
                  <a:pt x="976941" y="732315"/>
                </a:lnTo>
                <a:lnTo>
                  <a:pt x="1018565" y="704386"/>
                </a:lnTo>
                <a:lnTo>
                  <a:pt x="1026848" y="704701"/>
                </a:lnTo>
                <a:lnTo>
                  <a:pt x="1031026" y="704701"/>
                </a:lnTo>
                <a:lnTo>
                  <a:pt x="1082931" y="699942"/>
                </a:lnTo>
                <a:lnTo>
                  <a:pt x="1131691" y="686239"/>
                </a:lnTo>
                <a:lnTo>
                  <a:pt x="1176469" y="664454"/>
                </a:lnTo>
                <a:lnTo>
                  <a:pt x="1216423" y="635446"/>
                </a:lnTo>
                <a:lnTo>
                  <a:pt x="1232439" y="643644"/>
                </a:lnTo>
                <a:lnTo>
                  <a:pt x="1249587" y="649713"/>
                </a:lnTo>
                <a:lnTo>
                  <a:pt x="1267697" y="653481"/>
                </a:lnTo>
                <a:lnTo>
                  <a:pt x="1286599" y="654775"/>
                </a:lnTo>
                <a:lnTo>
                  <a:pt x="1325055" y="649303"/>
                </a:lnTo>
                <a:lnTo>
                  <a:pt x="1359277" y="633921"/>
                </a:lnTo>
                <a:lnTo>
                  <a:pt x="1387728" y="610182"/>
                </a:lnTo>
                <a:lnTo>
                  <a:pt x="1408868" y="579636"/>
                </a:lnTo>
                <a:lnTo>
                  <a:pt x="1419317" y="590636"/>
                </a:lnTo>
                <a:lnTo>
                  <a:pt x="1432002" y="599052"/>
                </a:lnTo>
                <a:lnTo>
                  <a:pt x="1446491" y="604433"/>
                </a:lnTo>
                <a:lnTo>
                  <a:pt x="1462353" y="606327"/>
                </a:lnTo>
                <a:lnTo>
                  <a:pt x="1488464" y="601055"/>
                </a:lnTo>
                <a:lnTo>
                  <a:pt x="1509789" y="586679"/>
                </a:lnTo>
                <a:lnTo>
                  <a:pt x="1524167" y="565355"/>
                </a:lnTo>
                <a:lnTo>
                  <a:pt x="1529440" y="539240"/>
                </a:lnTo>
                <a:lnTo>
                  <a:pt x="1524167" y="513122"/>
                </a:lnTo>
                <a:lnTo>
                  <a:pt x="1509789" y="491795"/>
                </a:lnTo>
                <a:lnTo>
                  <a:pt x="1488464" y="477415"/>
                </a:lnTo>
                <a:lnTo>
                  <a:pt x="1462353" y="472142"/>
                </a:lnTo>
                <a:lnTo>
                  <a:pt x="1450645" y="473163"/>
                </a:lnTo>
                <a:lnTo>
                  <a:pt x="1439602" y="476109"/>
                </a:lnTo>
                <a:lnTo>
                  <a:pt x="1429396" y="480805"/>
                </a:lnTo>
                <a:lnTo>
                  <a:pt x="1420197" y="487074"/>
                </a:lnTo>
                <a:lnTo>
                  <a:pt x="1405662" y="449818"/>
                </a:lnTo>
                <a:lnTo>
                  <a:pt x="1381460" y="418805"/>
                </a:lnTo>
                <a:lnTo>
                  <a:pt x="1349436" y="395882"/>
                </a:lnTo>
                <a:lnTo>
                  <a:pt x="1311436" y="382899"/>
                </a:lnTo>
                <a:lnTo>
                  <a:pt x="1299830" y="332727"/>
                </a:lnTo>
                <a:lnTo>
                  <a:pt x="1279758" y="286412"/>
                </a:lnTo>
                <a:lnTo>
                  <a:pt x="1252097" y="244829"/>
                </a:lnTo>
                <a:lnTo>
                  <a:pt x="1217724" y="208854"/>
                </a:lnTo>
                <a:lnTo>
                  <a:pt x="1177513" y="179363"/>
                </a:lnTo>
                <a:lnTo>
                  <a:pt x="1132342" y="157232"/>
                </a:lnTo>
                <a:lnTo>
                  <a:pt x="1083087" y="143335"/>
                </a:lnTo>
                <a:lnTo>
                  <a:pt x="1050015" y="107836"/>
                </a:lnTo>
                <a:lnTo>
                  <a:pt x="1012819" y="76642"/>
                </a:lnTo>
                <a:lnTo>
                  <a:pt x="971920" y="50175"/>
                </a:lnTo>
                <a:lnTo>
                  <a:pt x="927740" y="28855"/>
                </a:lnTo>
                <a:lnTo>
                  <a:pt x="880700" y="13105"/>
                </a:lnTo>
                <a:lnTo>
                  <a:pt x="831221" y="3346"/>
                </a:lnTo>
                <a:lnTo>
                  <a:pt x="779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6" name="object 116" descr=""/>
          <p:cNvGrpSpPr/>
          <p:nvPr/>
        </p:nvGrpSpPr>
        <p:grpSpPr>
          <a:xfrm>
            <a:off x="2706357" y="7708823"/>
            <a:ext cx="1337310" cy="1378585"/>
            <a:chOff x="2706357" y="7708823"/>
            <a:chExt cx="1337310" cy="1378585"/>
          </a:xfrm>
        </p:grpSpPr>
        <p:sp>
          <p:nvSpPr>
            <p:cNvPr id="117" name="object 117" descr=""/>
            <p:cNvSpPr/>
            <p:nvPr/>
          </p:nvSpPr>
          <p:spPr>
            <a:xfrm>
              <a:off x="3487369" y="7928426"/>
              <a:ext cx="545465" cy="1158875"/>
            </a:xfrm>
            <a:custGeom>
              <a:avLst/>
              <a:gdLst/>
              <a:ahLst/>
              <a:cxnLst/>
              <a:rect l="l" t="t" r="r" b="b"/>
              <a:pathLst>
                <a:path w="545464" h="1158875">
                  <a:moveTo>
                    <a:pt x="440245" y="0"/>
                  </a:moveTo>
                  <a:lnTo>
                    <a:pt x="104635" y="0"/>
                  </a:lnTo>
                  <a:lnTo>
                    <a:pt x="104635" y="131660"/>
                  </a:lnTo>
                  <a:lnTo>
                    <a:pt x="440245" y="131660"/>
                  </a:lnTo>
                  <a:lnTo>
                    <a:pt x="440245" y="0"/>
                  </a:lnTo>
                  <a:close/>
                </a:path>
                <a:path w="545464" h="1158875">
                  <a:moveTo>
                    <a:pt x="544893" y="131673"/>
                  </a:moveTo>
                  <a:lnTo>
                    <a:pt x="0" y="131673"/>
                  </a:lnTo>
                  <a:lnTo>
                    <a:pt x="0" y="488988"/>
                  </a:lnTo>
                  <a:lnTo>
                    <a:pt x="0" y="1158722"/>
                  </a:lnTo>
                  <a:lnTo>
                    <a:pt x="544893" y="1158722"/>
                  </a:lnTo>
                  <a:lnTo>
                    <a:pt x="544893" y="488988"/>
                  </a:lnTo>
                  <a:lnTo>
                    <a:pt x="544893" y="131673"/>
                  </a:lnTo>
                  <a:close/>
                </a:path>
              </a:pathLst>
            </a:custGeom>
            <a:solidFill>
              <a:srgbClr val="EEF0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3522256" y="7985423"/>
              <a:ext cx="475615" cy="940435"/>
            </a:xfrm>
            <a:custGeom>
              <a:avLst/>
              <a:gdLst/>
              <a:ahLst/>
              <a:cxnLst/>
              <a:rect l="l" t="t" r="r" b="b"/>
              <a:pathLst>
                <a:path w="475614" h="940434">
                  <a:moveTo>
                    <a:pt x="69748" y="363067"/>
                  </a:moveTo>
                  <a:lnTo>
                    <a:pt x="0" y="363067"/>
                  </a:lnTo>
                  <a:lnTo>
                    <a:pt x="0" y="431990"/>
                  </a:lnTo>
                  <a:lnTo>
                    <a:pt x="69748" y="431990"/>
                  </a:lnTo>
                  <a:lnTo>
                    <a:pt x="69748" y="363067"/>
                  </a:lnTo>
                  <a:close/>
                </a:path>
                <a:path w="475614" h="940434">
                  <a:moveTo>
                    <a:pt x="69748" y="236296"/>
                  </a:moveTo>
                  <a:lnTo>
                    <a:pt x="0" y="236296"/>
                  </a:lnTo>
                  <a:lnTo>
                    <a:pt x="0" y="306070"/>
                  </a:lnTo>
                  <a:lnTo>
                    <a:pt x="69748" y="306070"/>
                  </a:lnTo>
                  <a:lnTo>
                    <a:pt x="69748" y="236296"/>
                  </a:lnTo>
                  <a:close/>
                </a:path>
                <a:path w="475614" h="940434">
                  <a:moveTo>
                    <a:pt x="69748" y="109562"/>
                  </a:moveTo>
                  <a:lnTo>
                    <a:pt x="0" y="109562"/>
                  </a:lnTo>
                  <a:lnTo>
                    <a:pt x="0" y="179324"/>
                  </a:lnTo>
                  <a:lnTo>
                    <a:pt x="69748" y="179324"/>
                  </a:lnTo>
                  <a:lnTo>
                    <a:pt x="69748" y="109562"/>
                  </a:lnTo>
                  <a:close/>
                </a:path>
                <a:path w="475614" h="940434">
                  <a:moveTo>
                    <a:pt x="204876" y="363067"/>
                  </a:moveTo>
                  <a:lnTo>
                    <a:pt x="135115" y="363067"/>
                  </a:lnTo>
                  <a:lnTo>
                    <a:pt x="135115" y="431990"/>
                  </a:lnTo>
                  <a:lnTo>
                    <a:pt x="204876" y="431990"/>
                  </a:lnTo>
                  <a:lnTo>
                    <a:pt x="204876" y="363067"/>
                  </a:lnTo>
                  <a:close/>
                </a:path>
                <a:path w="475614" h="940434">
                  <a:moveTo>
                    <a:pt x="204876" y="236296"/>
                  </a:moveTo>
                  <a:lnTo>
                    <a:pt x="135115" y="236296"/>
                  </a:lnTo>
                  <a:lnTo>
                    <a:pt x="135115" y="306070"/>
                  </a:lnTo>
                  <a:lnTo>
                    <a:pt x="204876" y="306070"/>
                  </a:lnTo>
                  <a:lnTo>
                    <a:pt x="204876" y="236296"/>
                  </a:lnTo>
                  <a:close/>
                </a:path>
                <a:path w="475614" h="940434">
                  <a:moveTo>
                    <a:pt x="204876" y="109562"/>
                  </a:moveTo>
                  <a:lnTo>
                    <a:pt x="135115" y="109562"/>
                  </a:lnTo>
                  <a:lnTo>
                    <a:pt x="135115" y="179324"/>
                  </a:lnTo>
                  <a:lnTo>
                    <a:pt x="204876" y="179324"/>
                  </a:lnTo>
                  <a:lnTo>
                    <a:pt x="204876" y="109562"/>
                  </a:lnTo>
                  <a:close/>
                </a:path>
                <a:path w="475614" h="940434">
                  <a:moveTo>
                    <a:pt x="204876" y="0"/>
                  </a:moveTo>
                  <a:lnTo>
                    <a:pt x="135115" y="0"/>
                  </a:lnTo>
                  <a:lnTo>
                    <a:pt x="135115" y="69748"/>
                  </a:lnTo>
                  <a:lnTo>
                    <a:pt x="204876" y="69748"/>
                  </a:lnTo>
                  <a:lnTo>
                    <a:pt x="204876" y="0"/>
                  </a:lnTo>
                  <a:close/>
                </a:path>
                <a:path w="475614" h="940434">
                  <a:moveTo>
                    <a:pt x="339991" y="363067"/>
                  </a:moveTo>
                  <a:lnTo>
                    <a:pt x="270243" y="363067"/>
                  </a:lnTo>
                  <a:lnTo>
                    <a:pt x="270243" y="431990"/>
                  </a:lnTo>
                  <a:lnTo>
                    <a:pt x="339991" y="431990"/>
                  </a:lnTo>
                  <a:lnTo>
                    <a:pt x="339991" y="363067"/>
                  </a:lnTo>
                  <a:close/>
                </a:path>
                <a:path w="475614" h="940434">
                  <a:moveTo>
                    <a:pt x="339991" y="236296"/>
                  </a:moveTo>
                  <a:lnTo>
                    <a:pt x="270243" y="236296"/>
                  </a:lnTo>
                  <a:lnTo>
                    <a:pt x="270243" y="306070"/>
                  </a:lnTo>
                  <a:lnTo>
                    <a:pt x="339991" y="306070"/>
                  </a:lnTo>
                  <a:lnTo>
                    <a:pt x="339991" y="236296"/>
                  </a:lnTo>
                  <a:close/>
                </a:path>
                <a:path w="475614" h="940434">
                  <a:moveTo>
                    <a:pt x="339991" y="109562"/>
                  </a:moveTo>
                  <a:lnTo>
                    <a:pt x="270243" y="109562"/>
                  </a:lnTo>
                  <a:lnTo>
                    <a:pt x="270243" y="179324"/>
                  </a:lnTo>
                  <a:lnTo>
                    <a:pt x="339991" y="179324"/>
                  </a:lnTo>
                  <a:lnTo>
                    <a:pt x="339991" y="109562"/>
                  </a:lnTo>
                  <a:close/>
                </a:path>
                <a:path w="475614" h="940434">
                  <a:moveTo>
                    <a:pt x="339991" y="0"/>
                  </a:moveTo>
                  <a:lnTo>
                    <a:pt x="270243" y="0"/>
                  </a:lnTo>
                  <a:lnTo>
                    <a:pt x="270243" y="69748"/>
                  </a:lnTo>
                  <a:lnTo>
                    <a:pt x="339991" y="69748"/>
                  </a:lnTo>
                  <a:lnTo>
                    <a:pt x="339991" y="0"/>
                  </a:lnTo>
                  <a:close/>
                </a:path>
                <a:path w="475614" h="940434">
                  <a:moveTo>
                    <a:pt x="475119" y="870077"/>
                  </a:moveTo>
                  <a:lnTo>
                    <a:pt x="439254" y="870077"/>
                  </a:lnTo>
                  <a:lnTo>
                    <a:pt x="439254" y="939838"/>
                  </a:lnTo>
                  <a:lnTo>
                    <a:pt x="475119" y="939838"/>
                  </a:lnTo>
                  <a:lnTo>
                    <a:pt x="475119" y="870077"/>
                  </a:lnTo>
                  <a:close/>
                </a:path>
                <a:path w="475614" h="940434">
                  <a:moveTo>
                    <a:pt x="475119" y="743318"/>
                  </a:moveTo>
                  <a:lnTo>
                    <a:pt x="439254" y="743318"/>
                  </a:lnTo>
                  <a:lnTo>
                    <a:pt x="439254" y="813079"/>
                  </a:lnTo>
                  <a:lnTo>
                    <a:pt x="475119" y="813079"/>
                  </a:lnTo>
                  <a:lnTo>
                    <a:pt x="475119" y="743318"/>
                  </a:lnTo>
                  <a:close/>
                </a:path>
                <a:path w="475614" h="940434">
                  <a:moveTo>
                    <a:pt x="475119" y="616572"/>
                  </a:moveTo>
                  <a:lnTo>
                    <a:pt x="439254" y="616572"/>
                  </a:lnTo>
                  <a:lnTo>
                    <a:pt x="439254" y="686333"/>
                  </a:lnTo>
                  <a:lnTo>
                    <a:pt x="475119" y="686333"/>
                  </a:lnTo>
                  <a:lnTo>
                    <a:pt x="475119" y="616572"/>
                  </a:lnTo>
                  <a:close/>
                </a:path>
                <a:path w="475614" h="940434">
                  <a:moveTo>
                    <a:pt x="475119" y="489826"/>
                  </a:moveTo>
                  <a:lnTo>
                    <a:pt x="439254" y="489826"/>
                  </a:lnTo>
                  <a:lnTo>
                    <a:pt x="439254" y="559574"/>
                  </a:lnTo>
                  <a:lnTo>
                    <a:pt x="475119" y="559574"/>
                  </a:lnTo>
                  <a:lnTo>
                    <a:pt x="475119" y="489826"/>
                  </a:lnTo>
                  <a:close/>
                </a:path>
                <a:path w="475614" h="940434">
                  <a:moveTo>
                    <a:pt x="475119" y="363067"/>
                  </a:moveTo>
                  <a:lnTo>
                    <a:pt x="405371" y="363067"/>
                  </a:lnTo>
                  <a:lnTo>
                    <a:pt x="405371" y="431990"/>
                  </a:lnTo>
                  <a:lnTo>
                    <a:pt x="405371" y="432816"/>
                  </a:lnTo>
                  <a:lnTo>
                    <a:pt x="475119" y="432816"/>
                  </a:lnTo>
                  <a:lnTo>
                    <a:pt x="475119" y="431990"/>
                  </a:lnTo>
                  <a:lnTo>
                    <a:pt x="475119" y="363067"/>
                  </a:lnTo>
                  <a:close/>
                </a:path>
                <a:path w="475614" h="940434">
                  <a:moveTo>
                    <a:pt x="475119" y="236296"/>
                  </a:moveTo>
                  <a:lnTo>
                    <a:pt x="405371" y="236296"/>
                  </a:lnTo>
                  <a:lnTo>
                    <a:pt x="405371" y="306070"/>
                  </a:lnTo>
                  <a:lnTo>
                    <a:pt x="475119" y="306070"/>
                  </a:lnTo>
                  <a:lnTo>
                    <a:pt x="475119" y="236296"/>
                  </a:lnTo>
                  <a:close/>
                </a:path>
                <a:path w="475614" h="940434">
                  <a:moveTo>
                    <a:pt x="475119" y="109562"/>
                  </a:moveTo>
                  <a:lnTo>
                    <a:pt x="405371" y="109562"/>
                  </a:lnTo>
                  <a:lnTo>
                    <a:pt x="405371" y="179324"/>
                  </a:lnTo>
                  <a:lnTo>
                    <a:pt x="475119" y="179324"/>
                  </a:lnTo>
                  <a:lnTo>
                    <a:pt x="475119" y="109562"/>
                  </a:lnTo>
                  <a:close/>
                </a:path>
              </a:pathLst>
            </a:custGeom>
            <a:solidFill>
              <a:srgbClr val="FA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3502521" y="8046572"/>
              <a:ext cx="541020" cy="14604"/>
            </a:xfrm>
            <a:custGeom>
              <a:avLst/>
              <a:gdLst/>
              <a:ahLst/>
              <a:cxnLst/>
              <a:rect l="l" t="t" r="r" b="b"/>
              <a:pathLst>
                <a:path w="541020" h="14604">
                  <a:moveTo>
                    <a:pt x="0" y="14229"/>
                  </a:moveTo>
                  <a:lnTo>
                    <a:pt x="540988" y="14229"/>
                  </a:lnTo>
                  <a:lnTo>
                    <a:pt x="540988" y="0"/>
                  </a:lnTo>
                  <a:lnTo>
                    <a:pt x="0" y="0"/>
                  </a:lnTo>
                  <a:lnTo>
                    <a:pt x="0" y="14229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243072" y="7725734"/>
              <a:ext cx="259715" cy="1361440"/>
            </a:xfrm>
            <a:custGeom>
              <a:avLst/>
              <a:gdLst/>
              <a:ahLst/>
              <a:cxnLst/>
              <a:rect l="l" t="t" r="r" b="b"/>
              <a:pathLst>
                <a:path w="259714" h="1361440">
                  <a:moveTo>
                    <a:pt x="135051" y="0"/>
                  </a:moveTo>
                  <a:lnTo>
                    <a:pt x="0" y="0"/>
                  </a:lnTo>
                  <a:lnTo>
                    <a:pt x="0" y="156514"/>
                  </a:lnTo>
                  <a:lnTo>
                    <a:pt x="135051" y="156514"/>
                  </a:lnTo>
                  <a:lnTo>
                    <a:pt x="135051" y="0"/>
                  </a:lnTo>
                  <a:close/>
                </a:path>
                <a:path w="259714" h="1361440">
                  <a:moveTo>
                    <a:pt x="259448" y="156527"/>
                  </a:moveTo>
                  <a:lnTo>
                    <a:pt x="124383" y="156527"/>
                  </a:lnTo>
                  <a:lnTo>
                    <a:pt x="124383" y="1361414"/>
                  </a:lnTo>
                  <a:lnTo>
                    <a:pt x="259448" y="1361414"/>
                  </a:lnTo>
                  <a:lnTo>
                    <a:pt x="259448" y="156527"/>
                  </a:lnTo>
                  <a:close/>
                </a:path>
              </a:pathLst>
            </a:custGeom>
            <a:solidFill>
              <a:srgbClr val="EB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2841409" y="7708830"/>
              <a:ext cx="675005" cy="174625"/>
            </a:xfrm>
            <a:custGeom>
              <a:avLst/>
              <a:gdLst/>
              <a:ahLst/>
              <a:cxnLst/>
              <a:rect l="l" t="t" r="r" b="b"/>
              <a:pathLst>
                <a:path w="675004" h="174625">
                  <a:moveTo>
                    <a:pt x="553669" y="0"/>
                  </a:moveTo>
                  <a:lnTo>
                    <a:pt x="120815" y="0"/>
                  </a:lnTo>
                  <a:lnTo>
                    <a:pt x="120815" y="16903"/>
                  </a:lnTo>
                  <a:lnTo>
                    <a:pt x="553669" y="16903"/>
                  </a:lnTo>
                  <a:lnTo>
                    <a:pt x="553669" y="0"/>
                  </a:lnTo>
                  <a:close/>
                </a:path>
                <a:path w="675004" h="174625">
                  <a:moveTo>
                    <a:pt x="674471" y="157365"/>
                  </a:moveTo>
                  <a:lnTo>
                    <a:pt x="0" y="157365"/>
                  </a:lnTo>
                  <a:lnTo>
                    <a:pt x="0" y="174282"/>
                  </a:lnTo>
                  <a:lnTo>
                    <a:pt x="674471" y="174282"/>
                  </a:lnTo>
                  <a:lnTo>
                    <a:pt x="674471" y="157365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2719717" y="7725734"/>
              <a:ext cx="648335" cy="1361440"/>
            </a:xfrm>
            <a:custGeom>
              <a:avLst/>
              <a:gdLst/>
              <a:ahLst/>
              <a:cxnLst/>
              <a:rect l="l" t="t" r="r" b="b"/>
              <a:pathLst>
                <a:path w="648335" h="1361440">
                  <a:moveTo>
                    <a:pt x="523354" y="0"/>
                  </a:moveTo>
                  <a:lnTo>
                    <a:pt x="124396" y="0"/>
                  </a:lnTo>
                  <a:lnTo>
                    <a:pt x="124396" y="156514"/>
                  </a:lnTo>
                  <a:lnTo>
                    <a:pt x="523354" y="156514"/>
                  </a:lnTo>
                  <a:lnTo>
                    <a:pt x="523354" y="0"/>
                  </a:lnTo>
                  <a:close/>
                </a:path>
                <a:path w="648335" h="1361440">
                  <a:moveTo>
                    <a:pt x="647738" y="156527"/>
                  </a:moveTo>
                  <a:lnTo>
                    <a:pt x="0" y="156527"/>
                  </a:lnTo>
                  <a:lnTo>
                    <a:pt x="0" y="1361414"/>
                  </a:lnTo>
                  <a:lnTo>
                    <a:pt x="647738" y="1361414"/>
                  </a:lnTo>
                  <a:lnTo>
                    <a:pt x="647738" y="156527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2761183" y="7793488"/>
              <a:ext cx="565150" cy="1117600"/>
            </a:xfrm>
            <a:custGeom>
              <a:avLst/>
              <a:gdLst/>
              <a:ahLst/>
              <a:cxnLst/>
              <a:rect l="l" t="t" r="r" b="b"/>
              <a:pathLst>
                <a:path w="565150" h="1117600">
                  <a:moveTo>
                    <a:pt x="82931" y="1034300"/>
                  </a:moveTo>
                  <a:lnTo>
                    <a:pt x="0" y="1034300"/>
                  </a:lnTo>
                  <a:lnTo>
                    <a:pt x="0" y="1103160"/>
                  </a:lnTo>
                  <a:lnTo>
                    <a:pt x="0" y="1117231"/>
                  </a:lnTo>
                  <a:lnTo>
                    <a:pt x="82931" y="1117231"/>
                  </a:lnTo>
                  <a:lnTo>
                    <a:pt x="82931" y="1103160"/>
                  </a:lnTo>
                  <a:lnTo>
                    <a:pt x="82931" y="1034300"/>
                  </a:lnTo>
                  <a:close/>
                </a:path>
                <a:path w="565150" h="1117600">
                  <a:moveTo>
                    <a:pt x="82931" y="883627"/>
                  </a:moveTo>
                  <a:lnTo>
                    <a:pt x="0" y="883627"/>
                  </a:lnTo>
                  <a:lnTo>
                    <a:pt x="0" y="966558"/>
                  </a:lnTo>
                  <a:lnTo>
                    <a:pt x="82931" y="966558"/>
                  </a:lnTo>
                  <a:lnTo>
                    <a:pt x="82931" y="883627"/>
                  </a:lnTo>
                  <a:close/>
                </a:path>
                <a:path w="565150" h="1117600">
                  <a:moveTo>
                    <a:pt x="82931" y="732955"/>
                  </a:moveTo>
                  <a:lnTo>
                    <a:pt x="0" y="732955"/>
                  </a:lnTo>
                  <a:lnTo>
                    <a:pt x="0" y="815873"/>
                  </a:lnTo>
                  <a:lnTo>
                    <a:pt x="82931" y="815873"/>
                  </a:lnTo>
                  <a:lnTo>
                    <a:pt x="82931" y="732955"/>
                  </a:lnTo>
                  <a:close/>
                </a:path>
                <a:path w="565150" h="1117600">
                  <a:moveTo>
                    <a:pt x="82931" y="582256"/>
                  </a:moveTo>
                  <a:lnTo>
                    <a:pt x="0" y="582256"/>
                  </a:lnTo>
                  <a:lnTo>
                    <a:pt x="0" y="665187"/>
                  </a:lnTo>
                  <a:lnTo>
                    <a:pt x="82931" y="665187"/>
                  </a:lnTo>
                  <a:lnTo>
                    <a:pt x="82931" y="582256"/>
                  </a:lnTo>
                  <a:close/>
                </a:path>
                <a:path w="565150" h="1117600">
                  <a:moveTo>
                    <a:pt x="82931" y="431584"/>
                  </a:moveTo>
                  <a:lnTo>
                    <a:pt x="0" y="431584"/>
                  </a:lnTo>
                  <a:lnTo>
                    <a:pt x="0" y="514515"/>
                  </a:lnTo>
                  <a:lnTo>
                    <a:pt x="82931" y="514515"/>
                  </a:lnTo>
                  <a:lnTo>
                    <a:pt x="82931" y="431584"/>
                  </a:lnTo>
                  <a:close/>
                </a:path>
                <a:path w="565150" h="1117600">
                  <a:moveTo>
                    <a:pt x="82931" y="280911"/>
                  </a:moveTo>
                  <a:lnTo>
                    <a:pt x="0" y="280911"/>
                  </a:lnTo>
                  <a:lnTo>
                    <a:pt x="0" y="363842"/>
                  </a:lnTo>
                  <a:lnTo>
                    <a:pt x="82931" y="363842"/>
                  </a:lnTo>
                  <a:lnTo>
                    <a:pt x="82931" y="280911"/>
                  </a:lnTo>
                  <a:close/>
                </a:path>
                <a:path w="565150" h="1117600">
                  <a:moveTo>
                    <a:pt x="82931" y="130238"/>
                  </a:moveTo>
                  <a:lnTo>
                    <a:pt x="0" y="130238"/>
                  </a:lnTo>
                  <a:lnTo>
                    <a:pt x="0" y="213169"/>
                  </a:lnTo>
                  <a:lnTo>
                    <a:pt x="82931" y="213169"/>
                  </a:lnTo>
                  <a:lnTo>
                    <a:pt x="82931" y="130238"/>
                  </a:lnTo>
                  <a:close/>
                </a:path>
                <a:path w="565150" h="1117600">
                  <a:moveTo>
                    <a:pt x="243573" y="1034300"/>
                  </a:moveTo>
                  <a:lnTo>
                    <a:pt x="160642" y="1034300"/>
                  </a:lnTo>
                  <a:lnTo>
                    <a:pt x="160642" y="1103160"/>
                  </a:lnTo>
                  <a:lnTo>
                    <a:pt x="243573" y="1103160"/>
                  </a:lnTo>
                  <a:lnTo>
                    <a:pt x="243573" y="1034300"/>
                  </a:lnTo>
                  <a:close/>
                </a:path>
                <a:path w="565150" h="1117600">
                  <a:moveTo>
                    <a:pt x="243573" y="883627"/>
                  </a:moveTo>
                  <a:lnTo>
                    <a:pt x="160642" y="883627"/>
                  </a:lnTo>
                  <a:lnTo>
                    <a:pt x="160642" y="966558"/>
                  </a:lnTo>
                  <a:lnTo>
                    <a:pt x="243573" y="966558"/>
                  </a:lnTo>
                  <a:lnTo>
                    <a:pt x="243573" y="883627"/>
                  </a:lnTo>
                  <a:close/>
                </a:path>
                <a:path w="565150" h="1117600">
                  <a:moveTo>
                    <a:pt x="243573" y="732955"/>
                  </a:moveTo>
                  <a:lnTo>
                    <a:pt x="160642" y="732955"/>
                  </a:lnTo>
                  <a:lnTo>
                    <a:pt x="160642" y="815873"/>
                  </a:lnTo>
                  <a:lnTo>
                    <a:pt x="243573" y="815873"/>
                  </a:lnTo>
                  <a:lnTo>
                    <a:pt x="243573" y="732955"/>
                  </a:lnTo>
                  <a:close/>
                </a:path>
                <a:path w="565150" h="1117600">
                  <a:moveTo>
                    <a:pt x="243573" y="582256"/>
                  </a:moveTo>
                  <a:lnTo>
                    <a:pt x="160642" y="582256"/>
                  </a:lnTo>
                  <a:lnTo>
                    <a:pt x="160642" y="665187"/>
                  </a:lnTo>
                  <a:lnTo>
                    <a:pt x="243573" y="665187"/>
                  </a:lnTo>
                  <a:lnTo>
                    <a:pt x="243573" y="582256"/>
                  </a:lnTo>
                  <a:close/>
                </a:path>
                <a:path w="565150" h="1117600">
                  <a:moveTo>
                    <a:pt x="243573" y="431584"/>
                  </a:moveTo>
                  <a:lnTo>
                    <a:pt x="160642" y="431584"/>
                  </a:lnTo>
                  <a:lnTo>
                    <a:pt x="160642" y="514515"/>
                  </a:lnTo>
                  <a:lnTo>
                    <a:pt x="243573" y="514515"/>
                  </a:lnTo>
                  <a:lnTo>
                    <a:pt x="243573" y="431584"/>
                  </a:lnTo>
                  <a:close/>
                </a:path>
                <a:path w="565150" h="1117600">
                  <a:moveTo>
                    <a:pt x="243573" y="280911"/>
                  </a:moveTo>
                  <a:lnTo>
                    <a:pt x="160642" y="280911"/>
                  </a:lnTo>
                  <a:lnTo>
                    <a:pt x="160642" y="363842"/>
                  </a:lnTo>
                  <a:lnTo>
                    <a:pt x="243573" y="363842"/>
                  </a:lnTo>
                  <a:lnTo>
                    <a:pt x="243573" y="280911"/>
                  </a:lnTo>
                  <a:close/>
                </a:path>
                <a:path w="565150" h="1117600">
                  <a:moveTo>
                    <a:pt x="243573" y="130238"/>
                  </a:moveTo>
                  <a:lnTo>
                    <a:pt x="160642" y="130238"/>
                  </a:lnTo>
                  <a:lnTo>
                    <a:pt x="160642" y="213169"/>
                  </a:lnTo>
                  <a:lnTo>
                    <a:pt x="243573" y="213169"/>
                  </a:lnTo>
                  <a:lnTo>
                    <a:pt x="243573" y="130238"/>
                  </a:lnTo>
                  <a:close/>
                </a:path>
                <a:path w="565150" h="1117600">
                  <a:moveTo>
                    <a:pt x="243573" y="0"/>
                  </a:moveTo>
                  <a:lnTo>
                    <a:pt x="160642" y="0"/>
                  </a:lnTo>
                  <a:lnTo>
                    <a:pt x="160642" y="82931"/>
                  </a:lnTo>
                  <a:lnTo>
                    <a:pt x="243573" y="82931"/>
                  </a:lnTo>
                  <a:lnTo>
                    <a:pt x="243573" y="0"/>
                  </a:lnTo>
                  <a:close/>
                </a:path>
                <a:path w="565150" h="1117600">
                  <a:moveTo>
                    <a:pt x="404190" y="1034300"/>
                  </a:moveTo>
                  <a:lnTo>
                    <a:pt x="321259" y="1034300"/>
                  </a:lnTo>
                  <a:lnTo>
                    <a:pt x="321259" y="1103160"/>
                  </a:lnTo>
                  <a:lnTo>
                    <a:pt x="321259" y="1117231"/>
                  </a:lnTo>
                  <a:lnTo>
                    <a:pt x="404190" y="1117231"/>
                  </a:lnTo>
                  <a:lnTo>
                    <a:pt x="404190" y="1103160"/>
                  </a:lnTo>
                  <a:lnTo>
                    <a:pt x="404190" y="1034300"/>
                  </a:lnTo>
                  <a:close/>
                </a:path>
                <a:path w="565150" h="1117600">
                  <a:moveTo>
                    <a:pt x="404190" y="883627"/>
                  </a:moveTo>
                  <a:lnTo>
                    <a:pt x="321259" y="883627"/>
                  </a:lnTo>
                  <a:lnTo>
                    <a:pt x="321259" y="966558"/>
                  </a:lnTo>
                  <a:lnTo>
                    <a:pt x="404190" y="966558"/>
                  </a:lnTo>
                  <a:lnTo>
                    <a:pt x="404190" y="883627"/>
                  </a:lnTo>
                  <a:close/>
                </a:path>
                <a:path w="565150" h="1117600">
                  <a:moveTo>
                    <a:pt x="404190" y="732955"/>
                  </a:moveTo>
                  <a:lnTo>
                    <a:pt x="321259" y="732955"/>
                  </a:lnTo>
                  <a:lnTo>
                    <a:pt x="321259" y="815873"/>
                  </a:lnTo>
                  <a:lnTo>
                    <a:pt x="404190" y="815873"/>
                  </a:lnTo>
                  <a:lnTo>
                    <a:pt x="404190" y="732955"/>
                  </a:lnTo>
                  <a:close/>
                </a:path>
                <a:path w="565150" h="1117600">
                  <a:moveTo>
                    <a:pt x="404190" y="582256"/>
                  </a:moveTo>
                  <a:lnTo>
                    <a:pt x="321259" y="582256"/>
                  </a:lnTo>
                  <a:lnTo>
                    <a:pt x="321259" y="665187"/>
                  </a:lnTo>
                  <a:lnTo>
                    <a:pt x="404190" y="665187"/>
                  </a:lnTo>
                  <a:lnTo>
                    <a:pt x="404190" y="582256"/>
                  </a:lnTo>
                  <a:close/>
                </a:path>
                <a:path w="565150" h="1117600">
                  <a:moveTo>
                    <a:pt x="404190" y="431584"/>
                  </a:moveTo>
                  <a:lnTo>
                    <a:pt x="321259" y="431584"/>
                  </a:lnTo>
                  <a:lnTo>
                    <a:pt x="321259" y="514515"/>
                  </a:lnTo>
                  <a:lnTo>
                    <a:pt x="404190" y="514515"/>
                  </a:lnTo>
                  <a:lnTo>
                    <a:pt x="404190" y="431584"/>
                  </a:lnTo>
                  <a:close/>
                </a:path>
                <a:path w="565150" h="1117600">
                  <a:moveTo>
                    <a:pt x="404190" y="280911"/>
                  </a:moveTo>
                  <a:lnTo>
                    <a:pt x="321259" y="280911"/>
                  </a:lnTo>
                  <a:lnTo>
                    <a:pt x="321259" y="363842"/>
                  </a:lnTo>
                  <a:lnTo>
                    <a:pt x="404190" y="363842"/>
                  </a:lnTo>
                  <a:lnTo>
                    <a:pt x="404190" y="280911"/>
                  </a:lnTo>
                  <a:close/>
                </a:path>
                <a:path w="565150" h="1117600">
                  <a:moveTo>
                    <a:pt x="404190" y="130238"/>
                  </a:moveTo>
                  <a:lnTo>
                    <a:pt x="321259" y="130238"/>
                  </a:lnTo>
                  <a:lnTo>
                    <a:pt x="321259" y="213169"/>
                  </a:lnTo>
                  <a:lnTo>
                    <a:pt x="404190" y="213169"/>
                  </a:lnTo>
                  <a:lnTo>
                    <a:pt x="404190" y="130238"/>
                  </a:lnTo>
                  <a:close/>
                </a:path>
                <a:path w="565150" h="1117600">
                  <a:moveTo>
                    <a:pt x="404190" y="0"/>
                  </a:moveTo>
                  <a:lnTo>
                    <a:pt x="321259" y="0"/>
                  </a:lnTo>
                  <a:lnTo>
                    <a:pt x="321259" y="82931"/>
                  </a:lnTo>
                  <a:lnTo>
                    <a:pt x="404190" y="82931"/>
                  </a:lnTo>
                  <a:lnTo>
                    <a:pt x="404190" y="0"/>
                  </a:lnTo>
                  <a:close/>
                </a:path>
                <a:path w="565150" h="1117600">
                  <a:moveTo>
                    <a:pt x="564819" y="1034300"/>
                  </a:moveTo>
                  <a:lnTo>
                    <a:pt x="481888" y="1034300"/>
                  </a:lnTo>
                  <a:lnTo>
                    <a:pt x="481888" y="1117231"/>
                  </a:lnTo>
                  <a:lnTo>
                    <a:pt x="564819" y="1117231"/>
                  </a:lnTo>
                  <a:lnTo>
                    <a:pt x="564819" y="1034300"/>
                  </a:lnTo>
                  <a:close/>
                </a:path>
                <a:path w="565150" h="1117600">
                  <a:moveTo>
                    <a:pt x="564819" y="883627"/>
                  </a:moveTo>
                  <a:lnTo>
                    <a:pt x="481888" y="883627"/>
                  </a:lnTo>
                  <a:lnTo>
                    <a:pt x="481888" y="966558"/>
                  </a:lnTo>
                  <a:lnTo>
                    <a:pt x="564819" y="966558"/>
                  </a:lnTo>
                  <a:lnTo>
                    <a:pt x="564819" y="883627"/>
                  </a:lnTo>
                  <a:close/>
                </a:path>
                <a:path w="565150" h="1117600">
                  <a:moveTo>
                    <a:pt x="564819" y="732955"/>
                  </a:moveTo>
                  <a:lnTo>
                    <a:pt x="481888" y="732955"/>
                  </a:lnTo>
                  <a:lnTo>
                    <a:pt x="481888" y="815873"/>
                  </a:lnTo>
                  <a:lnTo>
                    <a:pt x="564819" y="815873"/>
                  </a:lnTo>
                  <a:lnTo>
                    <a:pt x="564819" y="732955"/>
                  </a:lnTo>
                  <a:close/>
                </a:path>
                <a:path w="565150" h="1117600">
                  <a:moveTo>
                    <a:pt x="564819" y="582256"/>
                  </a:moveTo>
                  <a:lnTo>
                    <a:pt x="481888" y="582256"/>
                  </a:lnTo>
                  <a:lnTo>
                    <a:pt x="481888" y="665187"/>
                  </a:lnTo>
                  <a:lnTo>
                    <a:pt x="564819" y="665187"/>
                  </a:lnTo>
                  <a:lnTo>
                    <a:pt x="564819" y="582256"/>
                  </a:lnTo>
                  <a:close/>
                </a:path>
                <a:path w="565150" h="1117600">
                  <a:moveTo>
                    <a:pt x="564819" y="431584"/>
                  </a:moveTo>
                  <a:lnTo>
                    <a:pt x="481888" y="431584"/>
                  </a:lnTo>
                  <a:lnTo>
                    <a:pt x="481888" y="514515"/>
                  </a:lnTo>
                  <a:lnTo>
                    <a:pt x="564819" y="514515"/>
                  </a:lnTo>
                  <a:lnTo>
                    <a:pt x="564819" y="431584"/>
                  </a:lnTo>
                  <a:close/>
                </a:path>
                <a:path w="565150" h="1117600">
                  <a:moveTo>
                    <a:pt x="564819" y="280911"/>
                  </a:moveTo>
                  <a:lnTo>
                    <a:pt x="481888" y="280911"/>
                  </a:lnTo>
                  <a:lnTo>
                    <a:pt x="481888" y="363842"/>
                  </a:lnTo>
                  <a:lnTo>
                    <a:pt x="564819" y="363842"/>
                  </a:lnTo>
                  <a:lnTo>
                    <a:pt x="564819" y="280911"/>
                  </a:lnTo>
                  <a:close/>
                </a:path>
                <a:path w="565150" h="1117600">
                  <a:moveTo>
                    <a:pt x="564819" y="130238"/>
                  </a:moveTo>
                  <a:lnTo>
                    <a:pt x="481888" y="130238"/>
                  </a:lnTo>
                  <a:lnTo>
                    <a:pt x="481888" y="213169"/>
                  </a:lnTo>
                  <a:lnTo>
                    <a:pt x="564819" y="213169"/>
                  </a:lnTo>
                  <a:lnTo>
                    <a:pt x="564819" y="1302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2706357" y="7708830"/>
              <a:ext cx="675005" cy="174625"/>
            </a:xfrm>
            <a:custGeom>
              <a:avLst/>
              <a:gdLst/>
              <a:ahLst/>
              <a:cxnLst/>
              <a:rect l="l" t="t" r="r" b="b"/>
              <a:pathLst>
                <a:path w="675004" h="174625">
                  <a:moveTo>
                    <a:pt x="553656" y="0"/>
                  </a:moveTo>
                  <a:lnTo>
                    <a:pt x="120815" y="0"/>
                  </a:lnTo>
                  <a:lnTo>
                    <a:pt x="120815" y="16903"/>
                  </a:lnTo>
                  <a:lnTo>
                    <a:pt x="553656" y="16903"/>
                  </a:lnTo>
                  <a:lnTo>
                    <a:pt x="553656" y="0"/>
                  </a:lnTo>
                  <a:close/>
                </a:path>
                <a:path w="675004" h="174625">
                  <a:moveTo>
                    <a:pt x="674471" y="157365"/>
                  </a:moveTo>
                  <a:lnTo>
                    <a:pt x="0" y="157365"/>
                  </a:lnTo>
                  <a:lnTo>
                    <a:pt x="0" y="174282"/>
                  </a:lnTo>
                  <a:lnTo>
                    <a:pt x="674471" y="174282"/>
                  </a:lnTo>
                  <a:lnTo>
                    <a:pt x="674471" y="157365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 descr=""/>
          <p:cNvGrpSpPr/>
          <p:nvPr/>
        </p:nvGrpSpPr>
        <p:grpSpPr>
          <a:xfrm>
            <a:off x="2031156" y="8175468"/>
            <a:ext cx="687070" cy="907415"/>
            <a:chOff x="2031156" y="8175468"/>
            <a:chExt cx="687070" cy="907415"/>
          </a:xfrm>
        </p:grpSpPr>
        <p:sp>
          <p:nvSpPr>
            <p:cNvPr id="126" name="object 126" descr=""/>
            <p:cNvSpPr/>
            <p:nvPr/>
          </p:nvSpPr>
          <p:spPr>
            <a:xfrm>
              <a:off x="2031156" y="8175469"/>
              <a:ext cx="579120" cy="907415"/>
            </a:xfrm>
            <a:custGeom>
              <a:avLst/>
              <a:gdLst/>
              <a:ahLst/>
              <a:cxnLst/>
              <a:rect l="l" t="t" r="r" b="b"/>
              <a:pathLst>
                <a:path w="579119" h="907415">
                  <a:moveTo>
                    <a:pt x="578642" y="0"/>
                  </a:moveTo>
                  <a:lnTo>
                    <a:pt x="362585" y="252526"/>
                  </a:lnTo>
                  <a:lnTo>
                    <a:pt x="0" y="252526"/>
                  </a:lnTo>
                  <a:lnTo>
                    <a:pt x="0" y="906862"/>
                  </a:lnTo>
                  <a:lnTo>
                    <a:pt x="578642" y="906862"/>
                  </a:lnTo>
                  <a:lnTo>
                    <a:pt x="578642" y="0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2609794" y="8175468"/>
              <a:ext cx="108585" cy="907415"/>
            </a:xfrm>
            <a:custGeom>
              <a:avLst/>
              <a:gdLst/>
              <a:ahLst/>
              <a:cxnLst/>
              <a:rect l="l" t="t" r="r" b="b"/>
              <a:pathLst>
                <a:path w="108585" h="907415">
                  <a:moveTo>
                    <a:pt x="107986" y="0"/>
                  </a:moveTo>
                  <a:lnTo>
                    <a:pt x="0" y="0"/>
                  </a:lnTo>
                  <a:lnTo>
                    <a:pt x="0" y="906862"/>
                  </a:lnTo>
                  <a:lnTo>
                    <a:pt x="107986" y="906862"/>
                  </a:lnTo>
                  <a:lnTo>
                    <a:pt x="107986" y="0"/>
                  </a:lnTo>
                  <a:close/>
                </a:path>
              </a:pathLst>
            </a:custGeom>
            <a:solidFill>
              <a:srgbClr val="EB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058146" y="8543425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067738" y="8543425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2058146" y="8688311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2067738" y="8688311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2058146" y="883319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2067738" y="8833197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2067738" y="883319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091" y="0"/>
                  </a:moveTo>
                  <a:lnTo>
                    <a:pt x="0" y="0"/>
                  </a:lnTo>
                  <a:lnTo>
                    <a:pt x="0" y="86091"/>
                  </a:lnTo>
                  <a:lnTo>
                    <a:pt x="86091" y="86091"/>
                  </a:lnTo>
                  <a:lnTo>
                    <a:pt x="8609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2203315" y="8543425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2212906" y="8543425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2203315" y="8688311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2212906" y="8688311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2203315" y="883319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2212906" y="8833197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2212906" y="883319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091" y="0"/>
                  </a:moveTo>
                  <a:lnTo>
                    <a:pt x="0" y="0"/>
                  </a:lnTo>
                  <a:lnTo>
                    <a:pt x="0" y="86091"/>
                  </a:lnTo>
                  <a:lnTo>
                    <a:pt x="86091" y="86091"/>
                  </a:lnTo>
                  <a:lnTo>
                    <a:pt x="8609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2348473" y="8543425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2358064" y="8543425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2348473" y="8688311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5" name="object 145" descr=""/>
          <p:cNvSpPr/>
          <p:nvPr/>
        </p:nvSpPr>
        <p:spPr>
          <a:xfrm>
            <a:off x="2358064" y="8688311"/>
            <a:ext cx="76835" cy="86360"/>
          </a:xfrm>
          <a:custGeom>
            <a:avLst/>
            <a:gdLst/>
            <a:ahLst/>
            <a:cxnLst/>
            <a:rect l="l" t="t" r="r" b="b"/>
            <a:pathLst>
              <a:path w="76835" h="86359">
                <a:moveTo>
                  <a:pt x="76531" y="0"/>
                </a:moveTo>
                <a:lnTo>
                  <a:pt x="0" y="0"/>
                </a:lnTo>
                <a:lnTo>
                  <a:pt x="0" y="86123"/>
                </a:lnTo>
                <a:lnTo>
                  <a:pt x="76531" y="86123"/>
                </a:lnTo>
                <a:lnTo>
                  <a:pt x="76531" y="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6" name="object 146" descr=""/>
          <p:cNvGrpSpPr/>
          <p:nvPr/>
        </p:nvGrpSpPr>
        <p:grpSpPr>
          <a:xfrm>
            <a:off x="2348472" y="8833197"/>
            <a:ext cx="95885" cy="86360"/>
            <a:chOff x="2348472" y="8833197"/>
            <a:chExt cx="95885" cy="86360"/>
          </a:xfrm>
        </p:grpSpPr>
        <p:sp>
          <p:nvSpPr>
            <p:cNvPr id="147" name="object 147" descr=""/>
            <p:cNvSpPr/>
            <p:nvPr/>
          </p:nvSpPr>
          <p:spPr>
            <a:xfrm>
              <a:off x="2348472" y="883319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2358064" y="8833197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2358064" y="883319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091" y="0"/>
                  </a:moveTo>
                  <a:lnTo>
                    <a:pt x="0" y="0"/>
                  </a:lnTo>
                  <a:lnTo>
                    <a:pt x="0" y="86091"/>
                  </a:lnTo>
                  <a:lnTo>
                    <a:pt x="86091" y="86091"/>
                  </a:lnTo>
                  <a:lnTo>
                    <a:pt x="8609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 descr=""/>
          <p:cNvGrpSpPr/>
          <p:nvPr/>
        </p:nvGrpSpPr>
        <p:grpSpPr>
          <a:xfrm>
            <a:off x="2493641" y="8543425"/>
            <a:ext cx="86360" cy="86360"/>
            <a:chOff x="2493641" y="8543425"/>
            <a:chExt cx="86360" cy="86360"/>
          </a:xfrm>
        </p:grpSpPr>
        <p:sp>
          <p:nvSpPr>
            <p:cNvPr id="151" name="object 151" descr=""/>
            <p:cNvSpPr/>
            <p:nvPr/>
          </p:nvSpPr>
          <p:spPr>
            <a:xfrm>
              <a:off x="2493641" y="8543425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2503232" y="8543425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/>
          <p:nvPr/>
        </p:nvSpPr>
        <p:spPr>
          <a:xfrm>
            <a:off x="2493641" y="8688311"/>
            <a:ext cx="86360" cy="86360"/>
          </a:xfrm>
          <a:custGeom>
            <a:avLst/>
            <a:gdLst/>
            <a:ahLst/>
            <a:cxnLst/>
            <a:rect l="l" t="t" r="r" b="b"/>
            <a:pathLst>
              <a:path w="86360" h="86359">
                <a:moveTo>
                  <a:pt x="86123" y="0"/>
                </a:moveTo>
                <a:lnTo>
                  <a:pt x="0" y="0"/>
                </a:lnTo>
                <a:lnTo>
                  <a:pt x="0" y="86123"/>
                </a:lnTo>
                <a:lnTo>
                  <a:pt x="86123" y="86123"/>
                </a:lnTo>
                <a:lnTo>
                  <a:pt x="86123" y="0"/>
                </a:lnTo>
                <a:close/>
              </a:path>
            </a:pathLst>
          </a:custGeom>
          <a:solidFill>
            <a:srgbClr val="E6E9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/>
          <p:nvPr/>
        </p:nvSpPr>
        <p:spPr>
          <a:xfrm>
            <a:off x="2503232" y="8688311"/>
            <a:ext cx="76835" cy="86360"/>
          </a:xfrm>
          <a:custGeom>
            <a:avLst/>
            <a:gdLst/>
            <a:ahLst/>
            <a:cxnLst/>
            <a:rect l="l" t="t" r="r" b="b"/>
            <a:pathLst>
              <a:path w="76835" h="86359">
                <a:moveTo>
                  <a:pt x="76531" y="0"/>
                </a:moveTo>
                <a:lnTo>
                  <a:pt x="0" y="0"/>
                </a:lnTo>
                <a:lnTo>
                  <a:pt x="0" y="86123"/>
                </a:lnTo>
                <a:lnTo>
                  <a:pt x="76531" y="86123"/>
                </a:lnTo>
                <a:lnTo>
                  <a:pt x="76531" y="0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5" name="object 155" descr=""/>
          <p:cNvGrpSpPr/>
          <p:nvPr/>
        </p:nvGrpSpPr>
        <p:grpSpPr>
          <a:xfrm>
            <a:off x="2493641" y="8833197"/>
            <a:ext cx="95885" cy="86360"/>
            <a:chOff x="2493641" y="8833197"/>
            <a:chExt cx="95885" cy="86360"/>
          </a:xfrm>
        </p:grpSpPr>
        <p:sp>
          <p:nvSpPr>
            <p:cNvPr id="156" name="object 156" descr=""/>
            <p:cNvSpPr/>
            <p:nvPr/>
          </p:nvSpPr>
          <p:spPr>
            <a:xfrm>
              <a:off x="2493641" y="883319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123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86123" y="86123"/>
                  </a:lnTo>
                  <a:lnTo>
                    <a:pt x="8612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2503232" y="8833197"/>
              <a:ext cx="76835" cy="86360"/>
            </a:xfrm>
            <a:custGeom>
              <a:avLst/>
              <a:gdLst/>
              <a:ahLst/>
              <a:cxnLst/>
              <a:rect l="l" t="t" r="r" b="b"/>
              <a:pathLst>
                <a:path w="76835" h="86359">
                  <a:moveTo>
                    <a:pt x="76531" y="0"/>
                  </a:moveTo>
                  <a:lnTo>
                    <a:pt x="0" y="0"/>
                  </a:lnTo>
                  <a:lnTo>
                    <a:pt x="0" y="86123"/>
                  </a:lnTo>
                  <a:lnTo>
                    <a:pt x="76531" y="86123"/>
                  </a:lnTo>
                  <a:lnTo>
                    <a:pt x="7653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2503232" y="8833197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60" h="86359">
                  <a:moveTo>
                    <a:pt x="86091" y="0"/>
                  </a:moveTo>
                  <a:lnTo>
                    <a:pt x="0" y="0"/>
                  </a:lnTo>
                  <a:lnTo>
                    <a:pt x="0" y="86091"/>
                  </a:lnTo>
                  <a:lnTo>
                    <a:pt x="86091" y="86091"/>
                  </a:lnTo>
                  <a:lnTo>
                    <a:pt x="86091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9" name="object 159" descr=""/>
          <p:cNvGrpSpPr/>
          <p:nvPr/>
        </p:nvGrpSpPr>
        <p:grpSpPr>
          <a:xfrm>
            <a:off x="7229434" y="8194869"/>
            <a:ext cx="428625" cy="892810"/>
            <a:chOff x="7229434" y="8194869"/>
            <a:chExt cx="428625" cy="892810"/>
          </a:xfrm>
        </p:grpSpPr>
        <p:sp>
          <p:nvSpPr>
            <p:cNvPr id="160" name="object 160" descr=""/>
            <p:cNvSpPr/>
            <p:nvPr/>
          </p:nvSpPr>
          <p:spPr>
            <a:xfrm>
              <a:off x="7229424" y="8194871"/>
              <a:ext cx="419734" cy="892810"/>
            </a:xfrm>
            <a:custGeom>
              <a:avLst/>
              <a:gdLst/>
              <a:ahLst/>
              <a:cxnLst/>
              <a:rect l="l" t="t" r="r" b="b"/>
              <a:pathLst>
                <a:path w="419734" h="892809">
                  <a:moveTo>
                    <a:pt x="419595" y="101396"/>
                  </a:moveTo>
                  <a:lnTo>
                    <a:pt x="339013" y="101396"/>
                  </a:lnTo>
                  <a:lnTo>
                    <a:pt x="339013" y="0"/>
                  </a:lnTo>
                  <a:lnTo>
                    <a:pt x="105752" y="0"/>
                  </a:lnTo>
                  <a:lnTo>
                    <a:pt x="105752" y="101396"/>
                  </a:lnTo>
                  <a:lnTo>
                    <a:pt x="0" y="101396"/>
                  </a:lnTo>
                  <a:lnTo>
                    <a:pt x="0" y="883945"/>
                  </a:lnTo>
                  <a:lnTo>
                    <a:pt x="0" y="892276"/>
                  </a:lnTo>
                  <a:lnTo>
                    <a:pt x="419595" y="892276"/>
                  </a:lnTo>
                  <a:lnTo>
                    <a:pt x="419595" y="883945"/>
                  </a:lnTo>
                  <a:lnTo>
                    <a:pt x="419595" y="101396"/>
                  </a:lnTo>
                  <a:close/>
                </a:path>
              </a:pathLst>
            </a:custGeom>
            <a:solidFill>
              <a:srgbClr val="EEF0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7360349" y="8238775"/>
              <a:ext cx="262255" cy="723900"/>
            </a:xfrm>
            <a:custGeom>
              <a:avLst/>
              <a:gdLst/>
              <a:ahLst/>
              <a:cxnLst/>
              <a:rect l="l" t="t" r="r" b="b"/>
              <a:pathLst>
                <a:path w="262254" h="723900">
                  <a:moveTo>
                    <a:pt x="53708" y="670001"/>
                  </a:moveTo>
                  <a:lnTo>
                    <a:pt x="0" y="670001"/>
                  </a:lnTo>
                  <a:lnTo>
                    <a:pt x="0" y="723709"/>
                  </a:lnTo>
                  <a:lnTo>
                    <a:pt x="53708" y="723709"/>
                  </a:lnTo>
                  <a:lnTo>
                    <a:pt x="53708" y="670001"/>
                  </a:lnTo>
                  <a:close/>
                </a:path>
                <a:path w="262254" h="723900">
                  <a:moveTo>
                    <a:pt x="53708" y="572389"/>
                  </a:moveTo>
                  <a:lnTo>
                    <a:pt x="0" y="572389"/>
                  </a:lnTo>
                  <a:lnTo>
                    <a:pt x="0" y="626097"/>
                  </a:lnTo>
                  <a:lnTo>
                    <a:pt x="53708" y="626097"/>
                  </a:lnTo>
                  <a:lnTo>
                    <a:pt x="53708" y="572389"/>
                  </a:lnTo>
                  <a:close/>
                </a:path>
                <a:path w="262254" h="723900">
                  <a:moveTo>
                    <a:pt x="53708" y="474789"/>
                  </a:moveTo>
                  <a:lnTo>
                    <a:pt x="0" y="474789"/>
                  </a:lnTo>
                  <a:lnTo>
                    <a:pt x="0" y="528497"/>
                  </a:lnTo>
                  <a:lnTo>
                    <a:pt x="53708" y="528497"/>
                  </a:lnTo>
                  <a:lnTo>
                    <a:pt x="53708" y="474789"/>
                  </a:lnTo>
                  <a:close/>
                </a:path>
                <a:path w="262254" h="723900">
                  <a:moveTo>
                    <a:pt x="53708" y="377177"/>
                  </a:moveTo>
                  <a:lnTo>
                    <a:pt x="0" y="377177"/>
                  </a:lnTo>
                  <a:lnTo>
                    <a:pt x="0" y="430898"/>
                  </a:lnTo>
                  <a:lnTo>
                    <a:pt x="53708" y="430898"/>
                  </a:lnTo>
                  <a:lnTo>
                    <a:pt x="53708" y="377177"/>
                  </a:lnTo>
                  <a:close/>
                </a:path>
                <a:path w="262254" h="723900">
                  <a:moveTo>
                    <a:pt x="53708" y="279565"/>
                  </a:moveTo>
                  <a:lnTo>
                    <a:pt x="0" y="279565"/>
                  </a:lnTo>
                  <a:lnTo>
                    <a:pt x="0" y="333286"/>
                  </a:lnTo>
                  <a:lnTo>
                    <a:pt x="53708" y="333286"/>
                  </a:lnTo>
                  <a:lnTo>
                    <a:pt x="53708" y="279565"/>
                  </a:lnTo>
                  <a:close/>
                </a:path>
                <a:path w="262254" h="723900">
                  <a:moveTo>
                    <a:pt x="53708" y="181965"/>
                  </a:moveTo>
                  <a:lnTo>
                    <a:pt x="0" y="181965"/>
                  </a:lnTo>
                  <a:lnTo>
                    <a:pt x="0" y="235686"/>
                  </a:lnTo>
                  <a:lnTo>
                    <a:pt x="53708" y="235686"/>
                  </a:lnTo>
                  <a:lnTo>
                    <a:pt x="53708" y="181965"/>
                  </a:lnTo>
                  <a:close/>
                </a:path>
                <a:path w="262254" h="723900">
                  <a:moveTo>
                    <a:pt x="53708" y="84353"/>
                  </a:moveTo>
                  <a:lnTo>
                    <a:pt x="0" y="84353"/>
                  </a:lnTo>
                  <a:lnTo>
                    <a:pt x="0" y="138074"/>
                  </a:lnTo>
                  <a:lnTo>
                    <a:pt x="53708" y="138074"/>
                  </a:lnTo>
                  <a:lnTo>
                    <a:pt x="53708" y="84353"/>
                  </a:lnTo>
                  <a:close/>
                </a:path>
                <a:path w="262254" h="723900">
                  <a:moveTo>
                    <a:pt x="53708" y="0"/>
                  </a:moveTo>
                  <a:lnTo>
                    <a:pt x="0" y="0"/>
                  </a:lnTo>
                  <a:lnTo>
                    <a:pt x="0" y="53708"/>
                  </a:lnTo>
                  <a:lnTo>
                    <a:pt x="53708" y="53708"/>
                  </a:lnTo>
                  <a:lnTo>
                    <a:pt x="53708" y="0"/>
                  </a:lnTo>
                  <a:close/>
                </a:path>
                <a:path w="262254" h="723900">
                  <a:moveTo>
                    <a:pt x="157759" y="670001"/>
                  </a:moveTo>
                  <a:lnTo>
                    <a:pt x="104051" y="670001"/>
                  </a:lnTo>
                  <a:lnTo>
                    <a:pt x="104051" y="723709"/>
                  </a:lnTo>
                  <a:lnTo>
                    <a:pt x="157759" y="723709"/>
                  </a:lnTo>
                  <a:lnTo>
                    <a:pt x="157759" y="670001"/>
                  </a:lnTo>
                  <a:close/>
                </a:path>
                <a:path w="262254" h="723900">
                  <a:moveTo>
                    <a:pt x="157759" y="572389"/>
                  </a:moveTo>
                  <a:lnTo>
                    <a:pt x="104051" y="572389"/>
                  </a:lnTo>
                  <a:lnTo>
                    <a:pt x="104051" y="626097"/>
                  </a:lnTo>
                  <a:lnTo>
                    <a:pt x="157759" y="626097"/>
                  </a:lnTo>
                  <a:lnTo>
                    <a:pt x="157759" y="572389"/>
                  </a:lnTo>
                  <a:close/>
                </a:path>
                <a:path w="262254" h="723900">
                  <a:moveTo>
                    <a:pt x="157759" y="474789"/>
                  </a:moveTo>
                  <a:lnTo>
                    <a:pt x="104051" y="474789"/>
                  </a:lnTo>
                  <a:lnTo>
                    <a:pt x="104051" y="528497"/>
                  </a:lnTo>
                  <a:lnTo>
                    <a:pt x="157759" y="528497"/>
                  </a:lnTo>
                  <a:lnTo>
                    <a:pt x="157759" y="474789"/>
                  </a:lnTo>
                  <a:close/>
                </a:path>
                <a:path w="262254" h="723900">
                  <a:moveTo>
                    <a:pt x="157759" y="377177"/>
                  </a:moveTo>
                  <a:lnTo>
                    <a:pt x="104051" y="377177"/>
                  </a:lnTo>
                  <a:lnTo>
                    <a:pt x="104051" y="430898"/>
                  </a:lnTo>
                  <a:lnTo>
                    <a:pt x="157759" y="430898"/>
                  </a:lnTo>
                  <a:lnTo>
                    <a:pt x="157759" y="377177"/>
                  </a:lnTo>
                  <a:close/>
                </a:path>
                <a:path w="262254" h="723900">
                  <a:moveTo>
                    <a:pt x="157759" y="279565"/>
                  </a:moveTo>
                  <a:lnTo>
                    <a:pt x="104051" y="279565"/>
                  </a:lnTo>
                  <a:lnTo>
                    <a:pt x="104051" y="333286"/>
                  </a:lnTo>
                  <a:lnTo>
                    <a:pt x="157759" y="333286"/>
                  </a:lnTo>
                  <a:lnTo>
                    <a:pt x="157759" y="279565"/>
                  </a:lnTo>
                  <a:close/>
                </a:path>
                <a:path w="262254" h="723900">
                  <a:moveTo>
                    <a:pt x="157759" y="181965"/>
                  </a:moveTo>
                  <a:lnTo>
                    <a:pt x="104051" y="181965"/>
                  </a:lnTo>
                  <a:lnTo>
                    <a:pt x="104051" y="235686"/>
                  </a:lnTo>
                  <a:lnTo>
                    <a:pt x="157759" y="235686"/>
                  </a:lnTo>
                  <a:lnTo>
                    <a:pt x="157759" y="181965"/>
                  </a:lnTo>
                  <a:close/>
                </a:path>
                <a:path w="262254" h="723900">
                  <a:moveTo>
                    <a:pt x="157759" y="84353"/>
                  </a:moveTo>
                  <a:lnTo>
                    <a:pt x="104051" y="84353"/>
                  </a:lnTo>
                  <a:lnTo>
                    <a:pt x="104051" y="138074"/>
                  </a:lnTo>
                  <a:lnTo>
                    <a:pt x="157759" y="138074"/>
                  </a:lnTo>
                  <a:lnTo>
                    <a:pt x="157759" y="84353"/>
                  </a:lnTo>
                  <a:close/>
                </a:path>
                <a:path w="262254" h="723900">
                  <a:moveTo>
                    <a:pt x="157759" y="0"/>
                  </a:moveTo>
                  <a:lnTo>
                    <a:pt x="104051" y="0"/>
                  </a:lnTo>
                  <a:lnTo>
                    <a:pt x="104051" y="53708"/>
                  </a:lnTo>
                  <a:lnTo>
                    <a:pt x="157759" y="53708"/>
                  </a:lnTo>
                  <a:lnTo>
                    <a:pt x="157759" y="0"/>
                  </a:lnTo>
                  <a:close/>
                </a:path>
                <a:path w="262254" h="723900">
                  <a:moveTo>
                    <a:pt x="261810" y="670001"/>
                  </a:moveTo>
                  <a:lnTo>
                    <a:pt x="208089" y="670001"/>
                  </a:lnTo>
                  <a:lnTo>
                    <a:pt x="208089" y="723709"/>
                  </a:lnTo>
                  <a:lnTo>
                    <a:pt x="261810" y="723709"/>
                  </a:lnTo>
                  <a:lnTo>
                    <a:pt x="261810" y="670001"/>
                  </a:lnTo>
                  <a:close/>
                </a:path>
                <a:path w="262254" h="723900">
                  <a:moveTo>
                    <a:pt x="261810" y="572389"/>
                  </a:moveTo>
                  <a:lnTo>
                    <a:pt x="208089" y="572389"/>
                  </a:lnTo>
                  <a:lnTo>
                    <a:pt x="208089" y="626097"/>
                  </a:lnTo>
                  <a:lnTo>
                    <a:pt x="261810" y="626097"/>
                  </a:lnTo>
                  <a:lnTo>
                    <a:pt x="261810" y="572389"/>
                  </a:lnTo>
                  <a:close/>
                </a:path>
                <a:path w="262254" h="723900">
                  <a:moveTo>
                    <a:pt x="261810" y="474789"/>
                  </a:moveTo>
                  <a:lnTo>
                    <a:pt x="208089" y="474789"/>
                  </a:lnTo>
                  <a:lnTo>
                    <a:pt x="208089" y="528497"/>
                  </a:lnTo>
                  <a:lnTo>
                    <a:pt x="261810" y="528497"/>
                  </a:lnTo>
                  <a:lnTo>
                    <a:pt x="261810" y="474789"/>
                  </a:lnTo>
                  <a:close/>
                </a:path>
                <a:path w="262254" h="723900">
                  <a:moveTo>
                    <a:pt x="261810" y="377177"/>
                  </a:moveTo>
                  <a:lnTo>
                    <a:pt x="208089" y="377177"/>
                  </a:lnTo>
                  <a:lnTo>
                    <a:pt x="208089" y="430898"/>
                  </a:lnTo>
                  <a:lnTo>
                    <a:pt x="261810" y="430898"/>
                  </a:lnTo>
                  <a:lnTo>
                    <a:pt x="261810" y="377177"/>
                  </a:lnTo>
                  <a:close/>
                </a:path>
                <a:path w="262254" h="723900">
                  <a:moveTo>
                    <a:pt x="261810" y="279565"/>
                  </a:moveTo>
                  <a:lnTo>
                    <a:pt x="208089" y="279565"/>
                  </a:lnTo>
                  <a:lnTo>
                    <a:pt x="208089" y="333286"/>
                  </a:lnTo>
                  <a:lnTo>
                    <a:pt x="261810" y="333286"/>
                  </a:lnTo>
                  <a:lnTo>
                    <a:pt x="261810" y="279565"/>
                  </a:lnTo>
                  <a:close/>
                </a:path>
                <a:path w="262254" h="723900">
                  <a:moveTo>
                    <a:pt x="261810" y="181965"/>
                  </a:moveTo>
                  <a:lnTo>
                    <a:pt x="208089" y="181965"/>
                  </a:lnTo>
                  <a:lnTo>
                    <a:pt x="208089" y="235686"/>
                  </a:lnTo>
                  <a:lnTo>
                    <a:pt x="261810" y="235686"/>
                  </a:lnTo>
                  <a:lnTo>
                    <a:pt x="261810" y="181965"/>
                  </a:lnTo>
                  <a:close/>
                </a:path>
                <a:path w="262254" h="723900">
                  <a:moveTo>
                    <a:pt x="261810" y="84353"/>
                  </a:moveTo>
                  <a:lnTo>
                    <a:pt x="208089" y="84353"/>
                  </a:lnTo>
                  <a:lnTo>
                    <a:pt x="208089" y="138074"/>
                  </a:lnTo>
                  <a:lnTo>
                    <a:pt x="261810" y="138074"/>
                  </a:lnTo>
                  <a:lnTo>
                    <a:pt x="261810" y="84353"/>
                  </a:lnTo>
                  <a:close/>
                </a:path>
              </a:pathLst>
            </a:custGeom>
            <a:solidFill>
              <a:srgbClr val="FA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7335180" y="8285862"/>
              <a:ext cx="322580" cy="11430"/>
            </a:xfrm>
            <a:custGeom>
              <a:avLst/>
              <a:gdLst/>
              <a:ahLst/>
              <a:cxnLst/>
              <a:rect l="l" t="t" r="r" b="b"/>
              <a:pathLst>
                <a:path w="322579" h="11429">
                  <a:moveTo>
                    <a:pt x="0" y="10952"/>
                  </a:moveTo>
                  <a:lnTo>
                    <a:pt x="322513" y="10952"/>
                  </a:lnTo>
                  <a:lnTo>
                    <a:pt x="322513" y="0"/>
                  </a:lnTo>
                  <a:lnTo>
                    <a:pt x="0" y="0"/>
                  </a:lnTo>
                  <a:lnTo>
                    <a:pt x="0" y="10952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3" name="object 163" descr=""/>
          <p:cNvGrpSpPr/>
          <p:nvPr/>
        </p:nvGrpSpPr>
        <p:grpSpPr>
          <a:xfrm>
            <a:off x="3491668" y="8387929"/>
            <a:ext cx="546100" cy="710565"/>
            <a:chOff x="3491668" y="8387929"/>
            <a:chExt cx="546100" cy="710565"/>
          </a:xfrm>
        </p:grpSpPr>
        <p:sp>
          <p:nvSpPr>
            <p:cNvPr id="164" name="object 164" descr=""/>
            <p:cNvSpPr/>
            <p:nvPr/>
          </p:nvSpPr>
          <p:spPr>
            <a:xfrm>
              <a:off x="3518573" y="8417408"/>
              <a:ext cx="443230" cy="680720"/>
            </a:xfrm>
            <a:custGeom>
              <a:avLst/>
              <a:gdLst/>
              <a:ahLst/>
              <a:cxnLst/>
              <a:rect l="l" t="t" r="r" b="b"/>
              <a:pathLst>
                <a:path w="443229" h="680720">
                  <a:moveTo>
                    <a:pt x="442939" y="0"/>
                  </a:moveTo>
                  <a:lnTo>
                    <a:pt x="0" y="0"/>
                  </a:lnTo>
                  <a:lnTo>
                    <a:pt x="0" y="680638"/>
                  </a:lnTo>
                  <a:lnTo>
                    <a:pt x="442939" y="680638"/>
                  </a:lnTo>
                  <a:lnTo>
                    <a:pt x="44293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3518573" y="8417346"/>
              <a:ext cx="368300" cy="680720"/>
            </a:xfrm>
            <a:custGeom>
              <a:avLst/>
              <a:gdLst/>
              <a:ahLst/>
              <a:cxnLst/>
              <a:rect l="l" t="t" r="r" b="b"/>
              <a:pathLst>
                <a:path w="368300" h="680720">
                  <a:moveTo>
                    <a:pt x="368135" y="0"/>
                  </a:moveTo>
                  <a:lnTo>
                    <a:pt x="0" y="0"/>
                  </a:lnTo>
                  <a:lnTo>
                    <a:pt x="0" y="680701"/>
                  </a:lnTo>
                  <a:lnTo>
                    <a:pt x="368135" y="680701"/>
                  </a:lnTo>
                  <a:lnTo>
                    <a:pt x="368135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3886708" y="8417346"/>
              <a:ext cx="74930" cy="680720"/>
            </a:xfrm>
            <a:custGeom>
              <a:avLst/>
              <a:gdLst/>
              <a:ahLst/>
              <a:cxnLst/>
              <a:rect l="l" t="t" r="r" b="b"/>
              <a:pathLst>
                <a:path w="74929" h="680720">
                  <a:moveTo>
                    <a:pt x="74804" y="0"/>
                  </a:moveTo>
                  <a:lnTo>
                    <a:pt x="0" y="0"/>
                  </a:lnTo>
                  <a:lnTo>
                    <a:pt x="0" y="680701"/>
                  </a:lnTo>
                  <a:lnTo>
                    <a:pt x="74804" y="680701"/>
                  </a:lnTo>
                  <a:lnTo>
                    <a:pt x="7480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3550183" y="8451983"/>
              <a:ext cx="305435" cy="646430"/>
            </a:xfrm>
            <a:custGeom>
              <a:avLst/>
              <a:gdLst/>
              <a:ahLst/>
              <a:cxnLst/>
              <a:rect l="l" t="t" r="r" b="b"/>
              <a:pathLst>
                <a:path w="305435" h="646429">
                  <a:moveTo>
                    <a:pt x="80340" y="551116"/>
                  </a:moveTo>
                  <a:lnTo>
                    <a:pt x="0" y="551116"/>
                  </a:lnTo>
                  <a:lnTo>
                    <a:pt x="0" y="646074"/>
                  </a:lnTo>
                  <a:lnTo>
                    <a:pt x="80340" y="646074"/>
                  </a:lnTo>
                  <a:lnTo>
                    <a:pt x="80340" y="551116"/>
                  </a:lnTo>
                  <a:close/>
                </a:path>
                <a:path w="305435" h="646429">
                  <a:moveTo>
                    <a:pt x="80340" y="418642"/>
                  </a:moveTo>
                  <a:lnTo>
                    <a:pt x="0" y="418642"/>
                  </a:lnTo>
                  <a:lnTo>
                    <a:pt x="0" y="498983"/>
                  </a:lnTo>
                  <a:lnTo>
                    <a:pt x="80340" y="498983"/>
                  </a:lnTo>
                  <a:lnTo>
                    <a:pt x="80340" y="418642"/>
                  </a:lnTo>
                  <a:close/>
                </a:path>
                <a:path w="305435" h="646429">
                  <a:moveTo>
                    <a:pt x="80340" y="313982"/>
                  </a:moveTo>
                  <a:lnTo>
                    <a:pt x="0" y="313982"/>
                  </a:lnTo>
                  <a:lnTo>
                    <a:pt x="0" y="394322"/>
                  </a:lnTo>
                  <a:lnTo>
                    <a:pt x="80340" y="394322"/>
                  </a:lnTo>
                  <a:lnTo>
                    <a:pt x="80340" y="313982"/>
                  </a:lnTo>
                  <a:close/>
                </a:path>
                <a:path w="305435" h="646429">
                  <a:moveTo>
                    <a:pt x="80340" y="209321"/>
                  </a:moveTo>
                  <a:lnTo>
                    <a:pt x="0" y="209321"/>
                  </a:lnTo>
                  <a:lnTo>
                    <a:pt x="0" y="289661"/>
                  </a:lnTo>
                  <a:lnTo>
                    <a:pt x="80340" y="289661"/>
                  </a:lnTo>
                  <a:lnTo>
                    <a:pt x="80340" y="209321"/>
                  </a:lnTo>
                  <a:close/>
                </a:path>
                <a:path w="305435" h="646429">
                  <a:moveTo>
                    <a:pt x="80340" y="104648"/>
                  </a:moveTo>
                  <a:lnTo>
                    <a:pt x="0" y="104648"/>
                  </a:lnTo>
                  <a:lnTo>
                    <a:pt x="0" y="185000"/>
                  </a:lnTo>
                  <a:lnTo>
                    <a:pt x="80340" y="185000"/>
                  </a:lnTo>
                  <a:lnTo>
                    <a:pt x="80340" y="104648"/>
                  </a:lnTo>
                  <a:close/>
                </a:path>
                <a:path w="305435" h="646429">
                  <a:moveTo>
                    <a:pt x="80340" y="0"/>
                  </a:moveTo>
                  <a:lnTo>
                    <a:pt x="0" y="0"/>
                  </a:lnTo>
                  <a:lnTo>
                    <a:pt x="0" y="80340"/>
                  </a:lnTo>
                  <a:lnTo>
                    <a:pt x="80340" y="80340"/>
                  </a:lnTo>
                  <a:lnTo>
                    <a:pt x="80340" y="0"/>
                  </a:lnTo>
                  <a:close/>
                </a:path>
                <a:path w="305435" h="646429">
                  <a:moveTo>
                    <a:pt x="192633" y="523303"/>
                  </a:moveTo>
                  <a:lnTo>
                    <a:pt x="112280" y="523303"/>
                  </a:lnTo>
                  <a:lnTo>
                    <a:pt x="112280" y="646061"/>
                  </a:lnTo>
                  <a:lnTo>
                    <a:pt x="192633" y="646061"/>
                  </a:lnTo>
                  <a:lnTo>
                    <a:pt x="192633" y="523303"/>
                  </a:lnTo>
                  <a:close/>
                </a:path>
                <a:path w="305435" h="646429">
                  <a:moveTo>
                    <a:pt x="192633" y="418642"/>
                  </a:moveTo>
                  <a:lnTo>
                    <a:pt x="112280" y="418642"/>
                  </a:lnTo>
                  <a:lnTo>
                    <a:pt x="112280" y="498983"/>
                  </a:lnTo>
                  <a:lnTo>
                    <a:pt x="192633" y="498983"/>
                  </a:lnTo>
                  <a:lnTo>
                    <a:pt x="192633" y="418642"/>
                  </a:lnTo>
                  <a:close/>
                </a:path>
                <a:path w="305435" h="646429">
                  <a:moveTo>
                    <a:pt x="192633" y="313982"/>
                  </a:moveTo>
                  <a:lnTo>
                    <a:pt x="112280" y="313982"/>
                  </a:lnTo>
                  <a:lnTo>
                    <a:pt x="112280" y="394322"/>
                  </a:lnTo>
                  <a:lnTo>
                    <a:pt x="192633" y="394322"/>
                  </a:lnTo>
                  <a:lnTo>
                    <a:pt x="192633" y="313982"/>
                  </a:lnTo>
                  <a:close/>
                </a:path>
                <a:path w="305435" h="646429">
                  <a:moveTo>
                    <a:pt x="192633" y="209321"/>
                  </a:moveTo>
                  <a:lnTo>
                    <a:pt x="112280" y="209321"/>
                  </a:lnTo>
                  <a:lnTo>
                    <a:pt x="112280" y="289661"/>
                  </a:lnTo>
                  <a:lnTo>
                    <a:pt x="192633" y="289661"/>
                  </a:lnTo>
                  <a:lnTo>
                    <a:pt x="192633" y="209321"/>
                  </a:lnTo>
                  <a:close/>
                </a:path>
                <a:path w="305435" h="646429">
                  <a:moveTo>
                    <a:pt x="192633" y="104648"/>
                  </a:moveTo>
                  <a:lnTo>
                    <a:pt x="112280" y="104648"/>
                  </a:lnTo>
                  <a:lnTo>
                    <a:pt x="112280" y="185000"/>
                  </a:lnTo>
                  <a:lnTo>
                    <a:pt x="192633" y="185000"/>
                  </a:lnTo>
                  <a:lnTo>
                    <a:pt x="192633" y="104648"/>
                  </a:lnTo>
                  <a:close/>
                </a:path>
                <a:path w="305435" h="646429">
                  <a:moveTo>
                    <a:pt x="192633" y="0"/>
                  </a:moveTo>
                  <a:lnTo>
                    <a:pt x="112280" y="0"/>
                  </a:lnTo>
                  <a:lnTo>
                    <a:pt x="112280" y="80340"/>
                  </a:lnTo>
                  <a:lnTo>
                    <a:pt x="192633" y="80340"/>
                  </a:lnTo>
                  <a:lnTo>
                    <a:pt x="192633" y="0"/>
                  </a:lnTo>
                  <a:close/>
                </a:path>
                <a:path w="305435" h="646429">
                  <a:moveTo>
                    <a:pt x="304901" y="551116"/>
                  </a:moveTo>
                  <a:lnTo>
                    <a:pt x="224561" y="551116"/>
                  </a:lnTo>
                  <a:lnTo>
                    <a:pt x="224561" y="646074"/>
                  </a:lnTo>
                  <a:lnTo>
                    <a:pt x="304901" y="646074"/>
                  </a:lnTo>
                  <a:lnTo>
                    <a:pt x="304901" y="551116"/>
                  </a:lnTo>
                  <a:close/>
                </a:path>
                <a:path w="305435" h="646429">
                  <a:moveTo>
                    <a:pt x="304901" y="418642"/>
                  </a:moveTo>
                  <a:lnTo>
                    <a:pt x="224561" y="418642"/>
                  </a:lnTo>
                  <a:lnTo>
                    <a:pt x="224561" y="498983"/>
                  </a:lnTo>
                  <a:lnTo>
                    <a:pt x="304901" y="498983"/>
                  </a:lnTo>
                  <a:lnTo>
                    <a:pt x="304901" y="418642"/>
                  </a:lnTo>
                  <a:close/>
                </a:path>
                <a:path w="305435" h="646429">
                  <a:moveTo>
                    <a:pt x="304901" y="313982"/>
                  </a:moveTo>
                  <a:lnTo>
                    <a:pt x="224561" y="313982"/>
                  </a:lnTo>
                  <a:lnTo>
                    <a:pt x="224561" y="394322"/>
                  </a:lnTo>
                  <a:lnTo>
                    <a:pt x="304901" y="394322"/>
                  </a:lnTo>
                  <a:lnTo>
                    <a:pt x="304901" y="313982"/>
                  </a:lnTo>
                  <a:close/>
                </a:path>
                <a:path w="305435" h="646429">
                  <a:moveTo>
                    <a:pt x="304901" y="209321"/>
                  </a:moveTo>
                  <a:lnTo>
                    <a:pt x="224561" y="209321"/>
                  </a:lnTo>
                  <a:lnTo>
                    <a:pt x="224561" y="289661"/>
                  </a:lnTo>
                  <a:lnTo>
                    <a:pt x="304901" y="289661"/>
                  </a:lnTo>
                  <a:lnTo>
                    <a:pt x="304901" y="209321"/>
                  </a:lnTo>
                  <a:close/>
                </a:path>
                <a:path w="305435" h="646429">
                  <a:moveTo>
                    <a:pt x="304901" y="104648"/>
                  </a:moveTo>
                  <a:lnTo>
                    <a:pt x="224561" y="104648"/>
                  </a:lnTo>
                  <a:lnTo>
                    <a:pt x="224561" y="185000"/>
                  </a:lnTo>
                  <a:lnTo>
                    <a:pt x="304901" y="185000"/>
                  </a:lnTo>
                  <a:lnTo>
                    <a:pt x="304901" y="104648"/>
                  </a:lnTo>
                  <a:close/>
                </a:path>
                <a:path w="305435" h="646429">
                  <a:moveTo>
                    <a:pt x="304901" y="0"/>
                  </a:moveTo>
                  <a:lnTo>
                    <a:pt x="224561" y="0"/>
                  </a:lnTo>
                  <a:lnTo>
                    <a:pt x="224561" y="80340"/>
                  </a:lnTo>
                  <a:lnTo>
                    <a:pt x="304901" y="80340"/>
                  </a:lnTo>
                  <a:lnTo>
                    <a:pt x="30490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3556825" y="8451983"/>
              <a:ext cx="298450" cy="646430"/>
            </a:xfrm>
            <a:custGeom>
              <a:avLst/>
              <a:gdLst/>
              <a:ahLst/>
              <a:cxnLst/>
              <a:rect l="l" t="t" r="r" b="b"/>
              <a:pathLst>
                <a:path w="298450" h="646429">
                  <a:moveTo>
                    <a:pt x="73698" y="551116"/>
                  </a:moveTo>
                  <a:lnTo>
                    <a:pt x="0" y="551116"/>
                  </a:lnTo>
                  <a:lnTo>
                    <a:pt x="0" y="646074"/>
                  </a:lnTo>
                  <a:lnTo>
                    <a:pt x="73698" y="646074"/>
                  </a:lnTo>
                  <a:lnTo>
                    <a:pt x="73698" y="551116"/>
                  </a:lnTo>
                  <a:close/>
                </a:path>
                <a:path w="298450" h="646429">
                  <a:moveTo>
                    <a:pt x="73698" y="418642"/>
                  </a:moveTo>
                  <a:lnTo>
                    <a:pt x="0" y="418642"/>
                  </a:lnTo>
                  <a:lnTo>
                    <a:pt x="0" y="498983"/>
                  </a:lnTo>
                  <a:lnTo>
                    <a:pt x="73698" y="498983"/>
                  </a:lnTo>
                  <a:lnTo>
                    <a:pt x="73698" y="418642"/>
                  </a:lnTo>
                  <a:close/>
                </a:path>
                <a:path w="298450" h="646429">
                  <a:moveTo>
                    <a:pt x="73698" y="313982"/>
                  </a:moveTo>
                  <a:lnTo>
                    <a:pt x="0" y="313982"/>
                  </a:lnTo>
                  <a:lnTo>
                    <a:pt x="0" y="394322"/>
                  </a:lnTo>
                  <a:lnTo>
                    <a:pt x="73698" y="394322"/>
                  </a:lnTo>
                  <a:lnTo>
                    <a:pt x="73698" y="313982"/>
                  </a:lnTo>
                  <a:close/>
                </a:path>
                <a:path w="298450" h="646429">
                  <a:moveTo>
                    <a:pt x="73698" y="209321"/>
                  </a:moveTo>
                  <a:lnTo>
                    <a:pt x="0" y="209321"/>
                  </a:lnTo>
                  <a:lnTo>
                    <a:pt x="0" y="289661"/>
                  </a:lnTo>
                  <a:lnTo>
                    <a:pt x="73698" y="289661"/>
                  </a:lnTo>
                  <a:lnTo>
                    <a:pt x="73698" y="209321"/>
                  </a:lnTo>
                  <a:close/>
                </a:path>
                <a:path w="298450" h="646429">
                  <a:moveTo>
                    <a:pt x="73698" y="104648"/>
                  </a:moveTo>
                  <a:lnTo>
                    <a:pt x="0" y="104648"/>
                  </a:lnTo>
                  <a:lnTo>
                    <a:pt x="0" y="185000"/>
                  </a:lnTo>
                  <a:lnTo>
                    <a:pt x="73698" y="185000"/>
                  </a:lnTo>
                  <a:lnTo>
                    <a:pt x="73698" y="104648"/>
                  </a:lnTo>
                  <a:close/>
                </a:path>
                <a:path w="298450" h="646429">
                  <a:moveTo>
                    <a:pt x="73698" y="0"/>
                  </a:moveTo>
                  <a:lnTo>
                    <a:pt x="0" y="0"/>
                  </a:lnTo>
                  <a:lnTo>
                    <a:pt x="0" y="80340"/>
                  </a:lnTo>
                  <a:lnTo>
                    <a:pt x="73698" y="80340"/>
                  </a:lnTo>
                  <a:lnTo>
                    <a:pt x="73698" y="0"/>
                  </a:lnTo>
                  <a:close/>
                </a:path>
                <a:path w="298450" h="646429">
                  <a:moveTo>
                    <a:pt x="185991" y="523303"/>
                  </a:moveTo>
                  <a:lnTo>
                    <a:pt x="112293" y="523303"/>
                  </a:lnTo>
                  <a:lnTo>
                    <a:pt x="112293" y="646061"/>
                  </a:lnTo>
                  <a:lnTo>
                    <a:pt x="185991" y="646061"/>
                  </a:lnTo>
                  <a:lnTo>
                    <a:pt x="185991" y="523303"/>
                  </a:lnTo>
                  <a:close/>
                </a:path>
                <a:path w="298450" h="646429">
                  <a:moveTo>
                    <a:pt x="185991" y="418642"/>
                  </a:moveTo>
                  <a:lnTo>
                    <a:pt x="112293" y="418642"/>
                  </a:lnTo>
                  <a:lnTo>
                    <a:pt x="112293" y="498983"/>
                  </a:lnTo>
                  <a:lnTo>
                    <a:pt x="185991" y="498983"/>
                  </a:lnTo>
                  <a:lnTo>
                    <a:pt x="185991" y="418642"/>
                  </a:lnTo>
                  <a:close/>
                </a:path>
                <a:path w="298450" h="646429">
                  <a:moveTo>
                    <a:pt x="185991" y="313982"/>
                  </a:moveTo>
                  <a:lnTo>
                    <a:pt x="112293" y="313982"/>
                  </a:lnTo>
                  <a:lnTo>
                    <a:pt x="112293" y="394322"/>
                  </a:lnTo>
                  <a:lnTo>
                    <a:pt x="185991" y="394322"/>
                  </a:lnTo>
                  <a:lnTo>
                    <a:pt x="185991" y="313982"/>
                  </a:lnTo>
                  <a:close/>
                </a:path>
                <a:path w="298450" h="646429">
                  <a:moveTo>
                    <a:pt x="185991" y="209321"/>
                  </a:moveTo>
                  <a:lnTo>
                    <a:pt x="112293" y="209321"/>
                  </a:lnTo>
                  <a:lnTo>
                    <a:pt x="112293" y="289661"/>
                  </a:lnTo>
                  <a:lnTo>
                    <a:pt x="185991" y="289661"/>
                  </a:lnTo>
                  <a:lnTo>
                    <a:pt x="185991" y="209321"/>
                  </a:lnTo>
                  <a:close/>
                </a:path>
                <a:path w="298450" h="646429">
                  <a:moveTo>
                    <a:pt x="185991" y="104648"/>
                  </a:moveTo>
                  <a:lnTo>
                    <a:pt x="112293" y="104648"/>
                  </a:lnTo>
                  <a:lnTo>
                    <a:pt x="112293" y="185000"/>
                  </a:lnTo>
                  <a:lnTo>
                    <a:pt x="185991" y="185000"/>
                  </a:lnTo>
                  <a:lnTo>
                    <a:pt x="185991" y="104648"/>
                  </a:lnTo>
                  <a:close/>
                </a:path>
                <a:path w="298450" h="646429">
                  <a:moveTo>
                    <a:pt x="185991" y="0"/>
                  </a:moveTo>
                  <a:lnTo>
                    <a:pt x="112293" y="0"/>
                  </a:lnTo>
                  <a:lnTo>
                    <a:pt x="112293" y="80340"/>
                  </a:lnTo>
                  <a:lnTo>
                    <a:pt x="185991" y="80340"/>
                  </a:lnTo>
                  <a:lnTo>
                    <a:pt x="185991" y="0"/>
                  </a:lnTo>
                  <a:close/>
                </a:path>
                <a:path w="298450" h="646429">
                  <a:moveTo>
                    <a:pt x="298259" y="551116"/>
                  </a:moveTo>
                  <a:lnTo>
                    <a:pt x="224574" y="551116"/>
                  </a:lnTo>
                  <a:lnTo>
                    <a:pt x="224574" y="646074"/>
                  </a:lnTo>
                  <a:lnTo>
                    <a:pt x="298259" y="646074"/>
                  </a:lnTo>
                  <a:lnTo>
                    <a:pt x="298259" y="551116"/>
                  </a:lnTo>
                  <a:close/>
                </a:path>
                <a:path w="298450" h="646429">
                  <a:moveTo>
                    <a:pt x="298259" y="418642"/>
                  </a:moveTo>
                  <a:lnTo>
                    <a:pt x="224574" y="418642"/>
                  </a:lnTo>
                  <a:lnTo>
                    <a:pt x="224574" y="498983"/>
                  </a:lnTo>
                  <a:lnTo>
                    <a:pt x="298259" y="498983"/>
                  </a:lnTo>
                  <a:lnTo>
                    <a:pt x="298259" y="418642"/>
                  </a:lnTo>
                  <a:close/>
                </a:path>
                <a:path w="298450" h="646429">
                  <a:moveTo>
                    <a:pt x="298259" y="313982"/>
                  </a:moveTo>
                  <a:lnTo>
                    <a:pt x="224574" y="313982"/>
                  </a:lnTo>
                  <a:lnTo>
                    <a:pt x="224574" y="394322"/>
                  </a:lnTo>
                  <a:lnTo>
                    <a:pt x="298259" y="394322"/>
                  </a:lnTo>
                  <a:lnTo>
                    <a:pt x="298259" y="313982"/>
                  </a:lnTo>
                  <a:close/>
                </a:path>
                <a:path w="298450" h="646429">
                  <a:moveTo>
                    <a:pt x="298259" y="209321"/>
                  </a:moveTo>
                  <a:lnTo>
                    <a:pt x="224574" y="209321"/>
                  </a:lnTo>
                  <a:lnTo>
                    <a:pt x="224574" y="289661"/>
                  </a:lnTo>
                  <a:lnTo>
                    <a:pt x="298259" y="289661"/>
                  </a:lnTo>
                  <a:lnTo>
                    <a:pt x="298259" y="209321"/>
                  </a:lnTo>
                  <a:close/>
                </a:path>
                <a:path w="298450" h="646429">
                  <a:moveTo>
                    <a:pt x="298259" y="104648"/>
                  </a:moveTo>
                  <a:lnTo>
                    <a:pt x="224574" y="104648"/>
                  </a:lnTo>
                  <a:lnTo>
                    <a:pt x="224574" y="185000"/>
                  </a:lnTo>
                  <a:lnTo>
                    <a:pt x="298259" y="185000"/>
                  </a:lnTo>
                  <a:lnTo>
                    <a:pt x="298259" y="104648"/>
                  </a:lnTo>
                  <a:close/>
                </a:path>
                <a:path w="298450" h="646429">
                  <a:moveTo>
                    <a:pt x="298259" y="0"/>
                  </a:moveTo>
                  <a:lnTo>
                    <a:pt x="224574" y="0"/>
                  </a:lnTo>
                  <a:lnTo>
                    <a:pt x="224574" y="80340"/>
                  </a:lnTo>
                  <a:lnTo>
                    <a:pt x="298259" y="80340"/>
                  </a:lnTo>
                  <a:lnTo>
                    <a:pt x="298259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3491668" y="8387929"/>
              <a:ext cx="546100" cy="34925"/>
            </a:xfrm>
            <a:custGeom>
              <a:avLst/>
              <a:gdLst/>
              <a:ahLst/>
              <a:cxnLst/>
              <a:rect l="l" t="t" r="r" b="b"/>
              <a:pathLst>
                <a:path w="546100" h="34925">
                  <a:moveTo>
                    <a:pt x="545784" y="0"/>
                  </a:moveTo>
                  <a:lnTo>
                    <a:pt x="0" y="0"/>
                  </a:lnTo>
                  <a:lnTo>
                    <a:pt x="16261" y="34522"/>
                  </a:lnTo>
                  <a:lnTo>
                    <a:pt x="529523" y="34522"/>
                  </a:lnTo>
                  <a:lnTo>
                    <a:pt x="54578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3887004" y="8387929"/>
              <a:ext cx="150495" cy="34925"/>
            </a:xfrm>
            <a:custGeom>
              <a:avLst/>
              <a:gdLst/>
              <a:ahLst/>
              <a:cxnLst/>
              <a:rect l="l" t="t" r="r" b="b"/>
              <a:pathLst>
                <a:path w="150495" h="34925">
                  <a:moveTo>
                    <a:pt x="150445" y="0"/>
                  </a:moveTo>
                  <a:lnTo>
                    <a:pt x="7758" y="0"/>
                  </a:lnTo>
                  <a:lnTo>
                    <a:pt x="0" y="34522"/>
                  </a:lnTo>
                  <a:lnTo>
                    <a:pt x="134184" y="34522"/>
                  </a:lnTo>
                  <a:lnTo>
                    <a:pt x="150445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 descr=""/>
          <p:cNvGrpSpPr/>
          <p:nvPr/>
        </p:nvGrpSpPr>
        <p:grpSpPr>
          <a:xfrm>
            <a:off x="4651428" y="7978029"/>
            <a:ext cx="489584" cy="1120140"/>
            <a:chOff x="4651428" y="7978029"/>
            <a:chExt cx="489584" cy="1120140"/>
          </a:xfrm>
        </p:grpSpPr>
        <p:sp>
          <p:nvSpPr>
            <p:cNvPr id="172" name="object 172" descr=""/>
            <p:cNvSpPr/>
            <p:nvPr/>
          </p:nvSpPr>
          <p:spPr>
            <a:xfrm>
              <a:off x="4672443" y="8010206"/>
              <a:ext cx="447675" cy="1088390"/>
            </a:xfrm>
            <a:custGeom>
              <a:avLst/>
              <a:gdLst/>
              <a:ahLst/>
              <a:cxnLst/>
              <a:rect l="l" t="t" r="r" b="b"/>
              <a:pathLst>
                <a:path w="447675" h="1088390">
                  <a:moveTo>
                    <a:pt x="447054" y="0"/>
                  </a:moveTo>
                  <a:lnTo>
                    <a:pt x="0" y="0"/>
                  </a:lnTo>
                  <a:lnTo>
                    <a:pt x="0" y="1087841"/>
                  </a:lnTo>
                  <a:lnTo>
                    <a:pt x="447054" y="1087841"/>
                  </a:lnTo>
                  <a:lnTo>
                    <a:pt x="44705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4672443" y="8010206"/>
              <a:ext cx="340360" cy="1088390"/>
            </a:xfrm>
            <a:custGeom>
              <a:avLst/>
              <a:gdLst/>
              <a:ahLst/>
              <a:cxnLst/>
              <a:rect l="l" t="t" r="r" b="b"/>
              <a:pathLst>
                <a:path w="340360" h="1088390">
                  <a:moveTo>
                    <a:pt x="340073" y="0"/>
                  </a:moveTo>
                  <a:lnTo>
                    <a:pt x="0" y="0"/>
                  </a:lnTo>
                  <a:lnTo>
                    <a:pt x="0" y="1087841"/>
                  </a:lnTo>
                  <a:lnTo>
                    <a:pt x="340073" y="1087841"/>
                  </a:lnTo>
                  <a:lnTo>
                    <a:pt x="340073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4651428" y="7978029"/>
              <a:ext cx="489584" cy="34925"/>
            </a:xfrm>
            <a:custGeom>
              <a:avLst/>
              <a:gdLst/>
              <a:ahLst/>
              <a:cxnLst/>
              <a:rect l="l" t="t" r="r" b="b"/>
              <a:pathLst>
                <a:path w="489585" h="34925">
                  <a:moveTo>
                    <a:pt x="489000" y="0"/>
                  </a:moveTo>
                  <a:lnTo>
                    <a:pt x="0" y="0"/>
                  </a:lnTo>
                  <a:lnTo>
                    <a:pt x="0" y="34721"/>
                  </a:lnTo>
                  <a:lnTo>
                    <a:pt x="489000" y="34721"/>
                  </a:lnTo>
                  <a:lnTo>
                    <a:pt x="489000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5012580" y="7978029"/>
              <a:ext cx="128270" cy="34925"/>
            </a:xfrm>
            <a:custGeom>
              <a:avLst/>
              <a:gdLst/>
              <a:ahLst/>
              <a:cxnLst/>
              <a:rect l="l" t="t" r="r" b="b"/>
              <a:pathLst>
                <a:path w="128270" h="34925">
                  <a:moveTo>
                    <a:pt x="127849" y="0"/>
                  </a:moveTo>
                  <a:lnTo>
                    <a:pt x="0" y="0"/>
                  </a:lnTo>
                  <a:lnTo>
                    <a:pt x="0" y="34721"/>
                  </a:lnTo>
                  <a:lnTo>
                    <a:pt x="127849" y="34721"/>
                  </a:lnTo>
                  <a:lnTo>
                    <a:pt x="127849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5012580" y="8012750"/>
              <a:ext cx="107314" cy="1085850"/>
            </a:xfrm>
            <a:custGeom>
              <a:avLst/>
              <a:gdLst/>
              <a:ahLst/>
              <a:cxnLst/>
              <a:rect l="l" t="t" r="r" b="b"/>
              <a:pathLst>
                <a:path w="107314" h="1085850">
                  <a:moveTo>
                    <a:pt x="106981" y="0"/>
                  </a:moveTo>
                  <a:lnTo>
                    <a:pt x="0" y="0"/>
                  </a:lnTo>
                  <a:lnTo>
                    <a:pt x="0" y="1085286"/>
                  </a:lnTo>
                  <a:lnTo>
                    <a:pt x="106981" y="1085286"/>
                  </a:lnTo>
                  <a:lnTo>
                    <a:pt x="10698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4718065" y="8053618"/>
              <a:ext cx="57785" cy="87630"/>
            </a:xfrm>
            <a:custGeom>
              <a:avLst/>
              <a:gdLst/>
              <a:ahLst/>
              <a:cxnLst/>
              <a:rect l="l" t="t" r="r" b="b"/>
              <a:pathLst>
                <a:path w="57785" h="87629">
                  <a:moveTo>
                    <a:pt x="57767" y="0"/>
                  </a:moveTo>
                  <a:lnTo>
                    <a:pt x="0" y="0"/>
                  </a:lnTo>
                  <a:lnTo>
                    <a:pt x="0" y="87526"/>
                  </a:lnTo>
                  <a:lnTo>
                    <a:pt x="57767" y="87526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4718065" y="8059419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4718062" y="8053622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4809099" y="8059419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 descr=""/>
            <p:cNvSpPr/>
            <p:nvPr/>
          </p:nvSpPr>
          <p:spPr>
            <a:xfrm>
              <a:off x="4809096" y="8053622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4900133" y="8059419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4718062" y="8053622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09">
                  <a:moveTo>
                    <a:pt x="57759" y="131838"/>
                  </a:moveTo>
                  <a:lnTo>
                    <a:pt x="0" y="131838"/>
                  </a:lnTo>
                  <a:lnTo>
                    <a:pt x="0" y="219367"/>
                  </a:lnTo>
                  <a:lnTo>
                    <a:pt x="57759" y="219367"/>
                  </a:lnTo>
                  <a:lnTo>
                    <a:pt x="57759" y="131838"/>
                  </a:lnTo>
                  <a:close/>
                </a:path>
                <a:path w="190500" h="219709">
                  <a:moveTo>
                    <a:pt x="190347" y="0"/>
                  </a:moveTo>
                  <a:lnTo>
                    <a:pt x="182067" y="0"/>
                  </a:lnTo>
                  <a:lnTo>
                    <a:pt x="182067" y="87528"/>
                  </a:lnTo>
                  <a:lnTo>
                    <a:pt x="190347" y="87528"/>
                  </a:lnTo>
                  <a:lnTo>
                    <a:pt x="19034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 descr=""/>
            <p:cNvSpPr/>
            <p:nvPr/>
          </p:nvSpPr>
          <p:spPr>
            <a:xfrm>
              <a:off x="4718065" y="8191258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4718062" y="8185460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4809099" y="8191258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4809096" y="8185460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4900133" y="8191258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4718062" y="8185460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09">
                  <a:moveTo>
                    <a:pt x="57759" y="131826"/>
                  </a:moveTo>
                  <a:lnTo>
                    <a:pt x="0" y="131826"/>
                  </a:lnTo>
                  <a:lnTo>
                    <a:pt x="0" y="219354"/>
                  </a:lnTo>
                  <a:lnTo>
                    <a:pt x="57759" y="219354"/>
                  </a:lnTo>
                  <a:lnTo>
                    <a:pt x="57759" y="131826"/>
                  </a:lnTo>
                  <a:close/>
                </a:path>
                <a:path w="190500" h="219709">
                  <a:moveTo>
                    <a:pt x="190347" y="0"/>
                  </a:moveTo>
                  <a:lnTo>
                    <a:pt x="182067" y="0"/>
                  </a:lnTo>
                  <a:lnTo>
                    <a:pt x="182067" y="87528"/>
                  </a:lnTo>
                  <a:lnTo>
                    <a:pt x="190347" y="87528"/>
                  </a:lnTo>
                  <a:lnTo>
                    <a:pt x="19034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4718065" y="8323086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4718062" y="8317286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4809099" y="8323086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4809096" y="8317286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4" name="object 194" descr=""/>
            <p:cNvSpPr/>
            <p:nvPr/>
          </p:nvSpPr>
          <p:spPr>
            <a:xfrm>
              <a:off x="4900133" y="8323086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4718062" y="8317286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09">
                  <a:moveTo>
                    <a:pt x="57759" y="131838"/>
                  </a:moveTo>
                  <a:lnTo>
                    <a:pt x="0" y="131838"/>
                  </a:lnTo>
                  <a:lnTo>
                    <a:pt x="0" y="219367"/>
                  </a:lnTo>
                  <a:lnTo>
                    <a:pt x="57759" y="219367"/>
                  </a:lnTo>
                  <a:lnTo>
                    <a:pt x="57759" y="131838"/>
                  </a:lnTo>
                  <a:close/>
                </a:path>
                <a:path w="190500" h="219709">
                  <a:moveTo>
                    <a:pt x="190347" y="0"/>
                  </a:moveTo>
                  <a:lnTo>
                    <a:pt x="182067" y="0"/>
                  </a:lnTo>
                  <a:lnTo>
                    <a:pt x="182067" y="87528"/>
                  </a:lnTo>
                  <a:lnTo>
                    <a:pt x="190347" y="87528"/>
                  </a:lnTo>
                  <a:lnTo>
                    <a:pt x="19034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4718065" y="8454925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4718062" y="8449125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4809099" y="8454925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9" name="object 199" descr=""/>
            <p:cNvSpPr/>
            <p:nvPr/>
          </p:nvSpPr>
          <p:spPr>
            <a:xfrm>
              <a:off x="4809096" y="8449125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4900133" y="8454925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4718062" y="8449125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09">
                  <a:moveTo>
                    <a:pt x="57759" y="131838"/>
                  </a:moveTo>
                  <a:lnTo>
                    <a:pt x="0" y="131838"/>
                  </a:lnTo>
                  <a:lnTo>
                    <a:pt x="0" y="219354"/>
                  </a:lnTo>
                  <a:lnTo>
                    <a:pt x="57759" y="219354"/>
                  </a:lnTo>
                  <a:lnTo>
                    <a:pt x="57759" y="131838"/>
                  </a:lnTo>
                  <a:close/>
                </a:path>
                <a:path w="190500" h="219709">
                  <a:moveTo>
                    <a:pt x="190347" y="0"/>
                  </a:moveTo>
                  <a:lnTo>
                    <a:pt x="182067" y="0"/>
                  </a:lnTo>
                  <a:lnTo>
                    <a:pt x="182067" y="87528"/>
                  </a:lnTo>
                  <a:lnTo>
                    <a:pt x="190347" y="87528"/>
                  </a:lnTo>
                  <a:lnTo>
                    <a:pt x="19034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4718065" y="8586754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3" name="object 203" descr=""/>
            <p:cNvSpPr/>
            <p:nvPr/>
          </p:nvSpPr>
          <p:spPr>
            <a:xfrm>
              <a:off x="4718062" y="8580964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15"/>
                  </a:lnTo>
                  <a:lnTo>
                    <a:pt x="8280" y="87515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15"/>
                  </a:lnTo>
                  <a:lnTo>
                    <a:pt x="148793" y="87515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4809099" y="8586754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4809096" y="8580964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15"/>
                  </a:lnTo>
                  <a:lnTo>
                    <a:pt x="8280" y="87515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15"/>
                  </a:lnTo>
                  <a:lnTo>
                    <a:pt x="148793" y="87515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4900133" y="8586754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4718062" y="8580964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09">
                  <a:moveTo>
                    <a:pt x="57759" y="131838"/>
                  </a:moveTo>
                  <a:lnTo>
                    <a:pt x="0" y="131838"/>
                  </a:lnTo>
                  <a:lnTo>
                    <a:pt x="0" y="219354"/>
                  </a:lnTo>
                  <a:lnTo>
                    <a:pt x="57759" y="219354"/>
                  </a:lnTo>
                  <a:lnTo>
                    <a:pt x="57759" y="131838"/>
                  </a:lnTo>
                  <a:close/>
                </a:path>
                <a:path w="190500" h="219709">
                  <a:moveTo>
                    <a:pt x="190347" y="0"/>
                  </a:moveTo>
                  <a:lnTo>
                    <a:pt x="182067" y="0"/>
                  </a:lnTo>
                  <a:lnTo>
                    <a:pt x="182067" y="87515"/>
                  </a:lnTo>
                  <a:lnTo>
                    <a:pt x="190347" y="87515"/>
                  </a:lnTo>
                  <a:lnTo>
                    <a:pt x="19034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4718065" y="8718593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4718062" y="8712803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15"/>
                  </a:lnTo>
                  <a:lnTo>
                    <a:pt x="8280" y="87515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15"/>
                  </a:lnTo>
                  <a:lnTo>
                    <a:pt x="148793" y="87515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4809099" y="8718593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4809096" y="8712803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15"/>
                  </a:lnTo>
                  <a:lnTo>
                    <a:pt x="8280" y="87515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15"/>
                  </a:lnTo>
                  <a:lnTo>
                    <a:pt x="148793" y="87515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2" name="object 212" descr=""/>
            <p:cNvSpPr/>
            <p:nvPr/>
          </p:nvSpPr>
          <p:spPr>
            <a:xfrm>
              <a:off x="4900133" y="8718593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3" name="object 213" descr=""/>
            <p:cNvSpPr/>
            <p:nvPr/>
          </p:nvSpPr>
          <p:spPr>
            <a:xfrm>
              <a:off x="4718062" y="8712803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09">
                  <a:moveTo>
                    <a:pt x="57759" y="131838"/>
                  </a:moveTo>
                  <a:lnTo>
                    <a:pt x="0" y="131838"/>
                  </a:lnTo>
                  <a:lnTo>
                    <a:pt x="0" y="219354"/>
                  </a:lnTo>
                  <a:lnTo>
                    <a:pt x="57759" y="219354"/>
                  </a:lnTo>
                  <a:lnTo>
                    <a:pt x="57759" y="131838"/>
                  </a:lnTo>
                  <a:close/>
                </a:path>
                <a:path w="190500" h="219709">
                  <a:moveTo>
                    <a:pt x="190347" y="0"/>
                  </a:moveTo>
                  <a:lnTo>
                    <a:pt x="182067" y="0"/>
                  </a:lnTo>
                  <a:lnTo>
                    <a:pt x="182067" y="87515"/>
                  </a:lnTo>
                  <a:lnTo>
                    <a:pt x="190347" y="87515"/>
                  </a:lnTo>
                  <a:lnTo>
                    <a:pt x="19034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 descr=""/>
            <p:cNvSpPr/>
            <p:nvPr/>
          </p:nvSpPr>
          <p:spPr>
            <a:xfrm>
              <a:off x="4718065" y="8850432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5" name="object 215" descr=""/>
            <p:cNvSpPr/>
            <p:nvPr/>
          </p:nvSpPr>
          <p:spPr>
            <a:xfrm>
              <a:off x="4718062" y="8844641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15"/>
                  </a:lnTo>
                  <a:lnTo>
                    <a:pt x="8280" y="87515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15"/>
                  </a:lnTo>
                  <a:lnTo>
                    <a:pt x="148793" y="87515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4809099" y="8850432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4809096" y="8844641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15"/>
                  </a:lnTo>
                  <a:lnTo>
                    <a:pt x="8280" y="87515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15"/>
                  </a:lnTo>
                  <a:lnTo>
                    <a:pt x="148793" y="87515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4900133" y="8850432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4718062" y="8844641"/>
              <a:ext cx="190500" cy="219710"/>
            </a:xfrm>
            <a:custGeom>
              <a:avLst/>
              <a:gdLst/>
              <a:ahLst/>
              <a:cxnLst/>
              <a:rect l="l" t="t" r="r" b="b"/>
              <a:pathLst>
                <a:path w="190500" h="219709">
                  <a:moveTo>
                    <a:pt x="57759" y="131826"/>
                  </a:moveTo>
                  <a:lnTo>
                    <a:pt x="0" y="131826"/>
                  </a:lnTo>
                  <a:lnTo>
                    <a:pt x="0" y="219354"/>
                  </a:lnTo>
                  <a:lnTo>
                    <a:pt x="57759" y="219354"/>
                  </a:lnTo>
                  <a:lnTo>
                    <a:pt x="57759" y="131826"/>
                  </a:lnTo>
                  <a:close/>
                </a:path>
                <a:path w="190500" h="219709">
                  <a:moveTo>
                    <a:pt x="190347" y="0"/>
                  </a:moveTo>
                  <a:lnTo>
                    <a:pt x="182067" y="0"/>
                  </a:lnTo>
                  <a:lnTo>
                    <a:pt x="182067" y="87515"/>
                  </a:lnTo>
                  <a:lnTo>
                    <a:pt x="190347" y="87515"/>
                  </a:lnTo>
                  <a:lnTo>
                    <a:pt x="19034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4718065" y="8982260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4718062" y="8976467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4809099" y="8982260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4809096" y="8976467"/>
              <a:ext cx="149225" cy="87630"/>
            </a:xfrm>
            <a:custGeom>
              <a:avLst/>
              <a:gdLst/>
              <a:ahLst/>
              <a:cxnLst/>
              <a:rect l="l" t="t" r="r" b="b"/>
              <a:pathLst>
                <a:path w="149225" h="87629">
                  <a:moveTo>
                    <a:pt x="8280" y="0"/>
                  </a:moveTo>
                  <a:lnTo>
                    <a:pt x="0" y="0"/>
                  </a:lnTo>
                  <a:lnTo>
                    <a:pt x="0" y="87528"/>
                  </a:lnTo>
                  <a:lnTo>
                    <a:pt x="8280" y="87528"/>
                  </a:lnTo>
                  <a:lnTo>
                    <a:pt x="8280" y="0"/>
                  </a:lnTo>
                  <a:close/>
                </a:path>
                <a:path w="149225" h="87629">
                  <a:moveTo>
                    <a:pt x="148793" y="0"/>
                  </a:moveTo>
                  <a:lnTo>
                    <a:pt x="91033" y="0"/>
                  </a:lnTo>
                  <a:lnTo>
                    <a:pt x="91033" y="87528"/>
                  </a:lnTo>
                  <a:lnTo>
                    <a:pt x="148793" y="87528"/>
                  </a:lnTo>
                  <a:lnTo>
                    <a:pt x="1487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4900133" y="8982260"/>
              <a:ext cx="57785" cy="81915"/>
            </a:xfrm>
            <a:custGeom>
              <a:avLst/>
              <a:gdLst/>
              <a:ahLst/>
              <a:cxnLst/>
              <a:rect l="l" t="t" r="r" b="b"/>
              <a:pathLst>
                <a:path w="57785" h="81915">
                  <a:moveTo>
                    <a:pt x="57767" y="0"/>
                  </a:moveTo>
                  <a:lnTo>
                    <a:pt x="0" y="0"/>
                  </a:lnTo>
                  <a:lnTo>
                    <a:pt x="0" y="81725"/>
                  </a:lnTo>
                  <a:lnTo>
                    <a:pt x="57767" y="81725"/>
                  </a:lnTo>
                  <a:lnTo>
                    <a:pt x="5776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4900133" y="8976459"/>
              <a:ext cx="8890" cy="87630"/>
            </a:xfrm>
            <a:custGeom>
              <a:avLst/>
              <a:gdLst/>
              <a:ahLst/>
              <a:cxnLst/>
              <a:rect l="l" t="t" r="r" b="b"/>
              <a:pathLst>
                <a:path w="8889" h="87629">
                  <a:moveTo>
                    <a:pt x="8282" y="0"/>
                  </a:moveTo>
                  <a:lnTo>
                    <a:pt x="0" y="0"/>
                  </a:lnTo>
                  <a:lnTo>
                    <a:pt x="0" y="87526"/>
                  </a:lnTo>
                  <a:lnTo>
                    <a:pt x="8282" y="87526"/>
                  </a:lnTo>
                  <a:lnTo>
                    <a:pt x="828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6" name="object 226" descr=""/>
          <p:cNvSpPr/>
          <p:nvPr/>
        </p:nvSpPr>
        <p:spPr>
          <a:xfrm>
            <a:off x="4167223" y="7393345"/>
            <a:ext cx="10160" cy="97790"/>
          </a:xfrm>
          <a:custGeom>
            <a:avLst/>
            <a:gdLst/>
            <a:ahLst/>
            <a:cxnLst/>
            <a:rect l="l" t="t" r="r" b="b"/>
            <a:pathLst>
              <a:path w="10160" h="97790">
                <a:moveTo>
                  <a:pt x="0" y="97567"/>
                </a:moveTo>
                <a:lnTo>
                  <a:pt x="9915" y="97567"/>
                </a:lnTo>
                <a:lnTo>
                  <a:pt x="9915" y="0"/>
                </a:lnTo>
                <a:lnTo>
                  <a:pt x="0" y="0"/>
                </a:lnTo>
                <a:lnTo>
                  <a:pt x="0" y="97567"/>
                </a:lnTo>
                <a:close/>
              </a:path>
            </a:pathLst>
          </a:custGeom>
          <a:solidFill>
            <a:srgbClr val="D7DDE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7" name="object 227" descr=""/>
          <p:cNvGrpSpPr/>
          <p:nvPr/>
        </p:nvGrpSpPr>
        <p:grpSpPr>
          <a:xfrm>
            <a:off x="3940654" y="7393345"/>
            <a:ext cx="748030" cy="1704975"/>
            <a:chOff x="3940654" y="7393345"/>
            <a:chExt cx="748030" cy="1704975"/>
          </a:xfrm>
        </p:grpSpPr>
        <p:sp>
          <p:nvSpPr>
            <p:cNvPr id="228" name="object 228" descr=""/>
            <p:cNvSpPr/>
            <p:nvPr/>
          </p:nvSpPr>
          <p:spPr>
            <a:xfrm>
              <a:off x="4383363" y="7393345"/>
              <a:ext cx="10160" cy="97790"/>
            </a:xfrm>
            <a:custGeom>
              <a:avLst/>
              <a:gdLst/>
              <a:ahLst/>
              <a:cxnLst/>
              <a:rect l="l" t="t" r="r" b="b"/>
              <a:pathLst>
                <a:path w="10160" h="97790">
                  <a:moveTo>
                    <a:pt x="0" y="97567"/>
                  </a:moveTo>
                  <a:lnTo>
                    <a:pt x="9915" y="97567"/>
                  </a:lnTo>
                  <a:lnTo>
                    <a:pt x="9915" y="0"/>
                  </a:lnTo>
                  <a:lnTo>
                    <a:pt x="0" y="0"/>
                  </a:lnTo>
                  <a:lnTo>
                    <a:pt x="0" y="97567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9" name="object 229" descr=""/>
            <p:cNvSpPr/>
            <p:nvPr/>
          </p:nvSpPr>
          <p:spPr>
            <a:xfrm>
              <a:off x="4244341" y="7490913"/>
              <a:ext cx="336550" cy="177800"/>
            </a:xfrm>
            <a:custGeom>
              <a:avLst/>
              <a:gdLst/>
              <a:ahLst/>
              <a:cxnLst/>
              <a:rect l="l" t="t" r="r" b="b"/>
              <a:pathLst>
                <a:path w="336550" h="177800">
                  <a:moveTo>
                    <a:pt x="335989" y="0"/>
                  </a:moveTo>
                  <a:lnTo>
                    <a:pt x="0" y="0"/>
                  </a:lnTo>
                  <a:lnTo>
                    <a:pt x="0" y="177544"/>
                  </a:lnTo>
                  <a:lnTo>
                    <a:pt x="335989" y="177544"/>
                  </a:lnTo>
                  <a:lnTo>
                    <a:pt x="33598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 descr=""/>
            <p:cNvSpPr/>
            <p:nvPr/>
          </p:nvSpPr>
          <p:spPr>
            <a:xfrm>
              <a:off x="4386023" y="7490913"/>
              <a:ext cx="194310" cy="177800"/>
            </a:xfrm>
            <a:custGeom>
              <a:avLst/>
              <a:gdLst/>
              <a:ahLst/>
              <a:cxnLst/>
              <a:rect l="l" t="t" r="r" b="b"/>
              <a:pathLst>
                <a:path w="194310" h="177800">
                  <a:moveTo>
                    <a:pt x="0" y="177544"/>
                  </a:moveTo>
                  <a:lnTo>
                    <a:pt x="194308" y="177544"/>
                  </a:lnTo>
                  <a:lnTo>
                    <a:pt x="194308" y="0"/>
                  </a:lnTo>
                  <a:lnTo>
                    <a:pt x="0" y="0"/>
                  </a:lnTo>
                  <a:lnTo>
                    <a:pt x="0" y="177544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4050033" y="7490913"/>
              <a:ext cx="336550" cy="177800"/>
            </a:xfrm>
            <a:custGeom>
              <a:avLst/>
              <a:gdLst/>
              <a:ahLst/>
              <a:cxnLst/>
              <a:rect l="l" t="t" r="r" b="b"/>
              <a:pathLst>
                <a:path w="336550" h="177800">
                  <a:moveTo>
                    <a:pt x="335989" y="0"/>
                  </a:moveTo>
                  <a:lnTo>
                    <a:pt x="0" y="0"/>
                  </a:lnTo>
                  <a:lnTo>
                    <a:pt x="0" y="177544"/>
                  </a:lnTo>
                  <a:lnTo>
                    <a:pt x="335989" y="177544"/>
                  </a:lnTo>
                  <a:lnTo>
                    <a:pt x="33598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4050033" y="7490913"/>
              <a:ext cx="336550" cy="177800"/>
            </a:xfrm>
            <a:custGeom>
              <a:avLst/>
              <a:gdLst/>
              <a:ahLst/>
              <a:cxnLst/>
              <a:rect l="l" t="t" r="r" b="b"/>
              <a:pathLst>
                <a:path w="336550" h="177800">
                  <a:moveTo>
                    <a:pt x="335989" y="0"/>
                  </a:moveTo>
                  <a:lnTo>
                    <a:pt x="0" y="0"/>
                  </a:lnTo>
                  <a:lnTo>
                    <a:pt x="0" y="177544"/>
                  </a:lnTo>
                  <a:lnTo>
                    <a:pt x="335989" y="177544"/>
                  </a:lnTo>
                  <a:lnTo>
                    <a:pt x="335989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3955465" y="7671060"/>
              <a:ext cx="719455" cy="1427480"/>
            </a:xfrm>
            <a:custGeom>
              <a:avLst/>
              <a:gdLst/>
              <a:ahLst/>
              <a:cxnLst/>
              <a:rect l="l" t="t" r="r" b="b"/>
              <a:pathLst>
                <a:path w="719454" h="1427479">
                  <a:moveTo>
                    <a:pt x="719366" y="0"/>
                  </a:moveTo>
                  <a:lnTo>
                    <a:pt x="524992" y="0"/>
                  </a:lnTo>
                  <a:lnTo>
                    <a:pt x="194386" y="0"/>
                  </a:lnTo>
                  <a:lnTo>
                    <a:pt x="0" y="0"/>
                  </a:lnTo>
                  <a:lnTo>
                    <a:pt x="0" y="1426984"/>
                  </a:lnTo>
                  <a:lnTo>
                    <a:pt x="194386" y="1426984"/>
                  </a:lnTo>
                  <a:lnTo>
                    <a:pt x="524992" y="1426984"/>
                  </a:lnTo>
                  <a:lnTo>
                    <a:pt x="719366" y="1426984"/>
                  </a:lnTo>
                  <a:lnTo>
                    <a:pt x="71936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4480523" y="7690635"/>
              <a:ext cx="194945" cy="1407795"/>
            </a:xfrm>
            <a:custGeom>
              <a:avLst/>
              <a:gdLst/>
              <a:ahLst/>
              <a:cxnLst/>
              <a:rect l="l" t="t" r="r" b="b"/>
              <a:pathLst>
                <a:path w="194945" h="1407795">
                  <a:moveTo>
                    <a:pt x="194318" y="0"/>
                  </a:moveTo>
                  <a:lnTo>
                    <a:pt x="0" y="0"/>
                  </a:lnTo>
                  <a:lnTo>
                    <a:pt x="0" y="1407402"/>
                  </a:lnTo>
                  <a:lnTo>
                    <a:pt x="194318" y="1407402"/>
                  </a:lnTo>
                  <a:lnTo>
                    <a:pt x="194318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3955471" y="7671054"/>
              <a:ext cx="525145" cy="1427480"/>
            </a:xfrm>
            <a:custGeom>
              <a:avLst/>
              <a:gdLst/>
              <a:ahLst/>
              <a:cxnLst/>
              <a:rect l="l" t="t" r="r" b="b"/>
              <a:pathLst>
                <a:path w="525145" h="1427479">
                  <a:moveTo>
                    <a:pt x="524989" y="0"/>
                  </a:moveTo>
                  <a:lnTo>
                    <a:pt x="0" y="0"/>
                  </a:lnTo>
                  <a:lnTo>
                    <a:pt x="0" y="1426982"/>
                  </a:lnTo>
                  <a:lnTo>
                    <a:pt x="524989" y="1426982"/>
                  </a:lnTo>
                  <a:lnTo>
                    <a:pt x="524989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3994010" y="7733455"/>
              <a:ext cx="436880" cy="1330960"/>
            </a:xfrm>
            <a:custGeom>
              <a:avLst/>
              <a:gdLst/>
              <a:ahLst/>
              <a:cxnLst/>
              <a:rect l="l" t="t" r="r" b="b"/>
              <a:pathLst>
                <a:path w="436879" h="1330959">
                  <a:moveTo>
                    <a:pt x="64389" y="0"/>
                  </a:moveTo>
                  <a:lnTo>
                    <a:pt x="0" y="0"/>
                  </a:lnTo>
                  <a:lnTo>
                    <a:pt x="0" y="1330540"/>
                  </a:lnTo>
                  <a:lnTo>
                    <a:pt x="64389" y="1330540"/>
                  </a:lnTo>
                  <a:lnTo>
                    <a:pt x="64389" y="0"/>
                  </a:lnTo>
                  <a:close/>
                </a:path>
                <a:path w="436879" h="1330959">
                  <a:moveTo>
                    <a:pt x="188518" y="0"/>
                  </a:moveTo>
                  <a:lnTo>
                    <a:pt x="124129" y="0"/>
                  </a:lnTo>
                  <a:lnTo>
                    <a:pt x="124129" y="1330540"/>
                  </a:lnTo>
                  <a:lnTo>
                    <a:pt x="188518" y="1330540"/>
                  </a:lnTo>
                  <a:lnTo>
                    <a:pt x="188518" y="0"/>
                  </a:lnTo>
                  <a:close/>
                </a:path>
                <a:path w="436879" h="1330959">
                  <a:moveTo>
                    <a:pt x="312585" y="0"/>
                  </a:moveTo>
                  <a:lnTo>
                    <a:pt x="248196" y="0"/>
                  </a:lnTo>
                  <a:lnTo>
                    <a:pt x="248196" y="1330540"/>
                  </a:lnTo>
                  <a:lnTo>
                    <a:pt x="312585" y="1330540"/>
                  </a:lnTo>
                  <a:lnTo>
                    <a:pt x="312585" y="0"/>
                  </a:lnTo>
                  <a:close/>
                </a:path>
                <a:path w="436879" h="1330959">
                  <a:moveTo>
                    <a:pt x="436702" y="0"/>
                  </a:moveTo>
                  <a:lnTo>
                    <a:pt x="372313" y="0"/>
                  </a:lnTo>
                  <a:lnTo>
                    <a:pt x="372313" y="1330540"/>
                  </a:lnTo>
                  <a:lnTo>
                    <a:pt x="436702" y="1330540"/>
                  </a:lnTo>
                  <a:lnTo>
                    <a:pt x="43670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3994010" y="7750308"/>
              <a:ext cx="436880" cy="1313815"/>
            </a:xfrm>
            <a:custGeom>
              <a:avLst/>
              <a:gdLst/>
              <a:ahLst/>
              <a:cxnLst/>
              <a:rect l="l" t="t" r="r" b="b"/>
              <a:pathLst>
                <a:path w="436879" h="1313815">
                  <a:moveTo>
                    <a:pt x="64389" y="0"/>
                  </a:moveTo>
                  <a:lnTo>
                    <a:pt x="0" y="0"/>
                  </a:lnTo>
                  <a:lnTo>
                    <a:pt x="0" y="1313688"/>
                  </a:lnTo>
                  <a:lnTo>
                    <a:pt x="64389" y="1313688"/>
                  </a:lnTo>
                  <a:lnTo>
                    <a:pt x="64389" y="0"/>
                  </a:lnTo>
                  <a:close/>
                </a:path>
                <a:path w="436879" h="1313815">
                  <a:moveTo>
                    <a:pt x="188518" y="0"/>
                  </a:moveTo>
                  <a:lnTo>
                    <a:pt x="124129" y="0"/>
                  </a:lnTo>
                  <a:lnTo>
                    <a:pt x="124129" y="1313688"/>
                  </a:lnTo>
                  <a:lnTo>
                    <a:pt x="188518" y="1313688"/>
                  </a:lnTo>
                  <a:lnTo>
                    <a:pt x="188518" y="0"/>
                  </a:lnTo>
                  <a:close/>
                </a:path>
                <a:path w="436879" h="1313815">
                  <a:moveTo>
                    <a:pt x="312585" y="0"/>
                  </a:moveTo>
                  <a:lnTo>
                    <a:pt x="248196" y="0"/>
                  </a:lnTo>
                  <a:lnTo>
                    <a:pt x="248196" y="1313688"/>
                  </a:lnTo>
                  <a:lnTo>
                    <a:pt x="312585" y="1313688"/>
                  </a:lnTo>
                  <a:lnTo>
                    <a:pt x="312585" y="0"/>
                  </a:lnTo>
                  <a:close/>
                </a:path>
                <a:path w="436879" h="1313815">
                  <a:moveTo>
                    <a:pt x="436702" y="0"/>
                  </a:moveTo>
                  <a:lnTo>
                    <a:pt x="372313" y="0"/>
                  </a:lnTo>
                  <a:lnTo>
                    <a:pt x="372313" y="1313688"/>
                  </a:lnTo>
                  <a:lnTo>
                    <a:pt x="436702" y="1313688"/>
                  </a:lnTo>
                  <a:lnTo>
                    <a:pt x="4367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4521314" y="7733455"/>
              <a:ext cx="131445" cy="1330960"/>
            </a:xfrm>
            <a:custGeom>
              <a:avLst/>
              <a:gdLst/>
              <a:ahLst/>
              <a:cxnLst/>
              <a:rect l="l" t="t" r="r" b="b"/>
              <a:pathLst>
                <a:path w="131445" h="1330959">
                  <a:moveTo>
                    <a:pt x="27012" y="0"/>
                  </a:moveTo>
                  <a:lnTo>
                    <a:pt x="0" y="0"/>
                  </a:lnTo>
                  <a:lnTo>
                    <a:pt x="0" y="1330540"/>
                  </a:lnTo>
                  <a:lnTo>
                    <a:pt x="27012" y="1330540"/>
                  </a:lnTo>
                  <a:lnTo>
                    <a:pt x="27012" y="0"/>
                  </a:lnTo>
                  <a:close/>
                </a:path>
                <a:path w="131445" h="1330959">
                  <a:moveTo>
                    <a:pt x="79082" y="0"/>
                  </a:moveTo>
                  <a:lnTo>
                    <a:pt x="52070" y="0"/>
                  </a:lnTo>
                  <a:lnTo>
                    <a:pt x="52070" y="1330540"/>
                  </a:lnTo>
                  <a:lnTo>
                    <a:pt x="79082" y="1330540"/>
                  </a:lnTo>
                  <a:lnTo>
                    <a:pt x="79082" y="0"/>
                  </a:lnTo>
                  <a:close/>
                </a:path>
                <a:path w="131445" h="1330959">
                  <a:moveTo>
                    <a:pt x="131140" y="0"/>
                  </a:moveTo>
                  <a:lnTo>
                    <a:pt x="104114" y="0"/>
                  </a:lnTo>
                  <a:lnTo>
                    <a:pt x="104114" y="1330540"/>
                  </a:lnTo>
                  <a:lnTo>
                    <a:pt x="131140" y="1330540"/>
                  </a:lnTo>
                  <a:lnTo>
                    <a:pt x="131140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4521314" y="7750308"/>
              <a:ext cx="131445" cy="1313815"/>
            </a:xfrm>
            <a:custGeom>
              <a:avLst/>
              <a:gdLst/>
              <a:ahLst/>
              <a:cxnLst/>
              <a:rect l="l" t="t" r="r" b="b"/>
              <a:pathLst>
                <a:path w="131445" h="1313815">
                  <a:moveTo>
                    <a:pt x="27012" y="0"/>
                  </a:moveTo>
                  <a:lnTo>
                    <a:pt x="0" y="0"/>
                  </a:lnTo>
                  <a:lnTo>
                    <a:pt x="0" y="1313688"/>
                  </a:lnTo>
                  <a:lnTo>
                    <a:pt x="27012" y="1313688"/>
                  </a:lnTo>
                  <a:lnTo>
                    <a:pt x="27012" y="0"/>
                  </a:lnTo>
                  <a:close/>
                </a:path>
                <a:path w="131445" h="1313815">
                  <a:moveTo>
                    <a:pt x="79082" y="0"/>
                  </a:moveTo>
                  <a:lnTo>
                    <a:pt x="52070" y="0"/>
                  </a:lnTo>
                  <a:lnTo>
                    <a:pt x="52070" y="1313688"/>
                  </a:lnTo>
                  <a:lnTo>
                    <a:pt x="79082" y="1313688"/>
                  </a:lnTo>
                  <a:lnTo>
                    <a:pt x="79082" y="0"/>
                  </a:lnTo>
                  <a:close/>
                </a:path>
                <a:path w="131445" h="1313815">
                  <a:moveTo>
                    <a:pt x="131140" y="0"/>
                  </a:moveTo>
                  <a:lnTo>
                    <a:pt x="104114" y="0"/>
                  </a:lnTo>
                  <a:lnTo>
                    <a:pt x="104114" y="1313688"/>
                  </a:lnTo>
                  <a:lnTo>
                    <a:pt x="131140" y="1313688"/>
                  </a:lnTo>
                  <a:lnTo>
                    <a:pt x="131140" y="0"/>
                  </a:lnTo>
                  <a:close/>
                </a:path>
              </a:pathLst>
            </a:custGeom>
            <a:solidFill>
              <a:srgbClr val="FFFFFF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4480523" y="7630521"/>
              <a:ext cx="183515" cy="27305"/>
            </a:xfrm>
            <a:custGeom>
              <a:avLst/>
              <a:gdLst/>
              <a:ahLst/>
              <a:cxnLst/>
              <a:rect l="l" t="t" r="r" b="b"/>
              <a:pathLst>
                <a:path w="183514" h="27304">
                  <a:moveTo>
                    <a:pt x="183093" y="0"/>
                  </a:moveTo>
                  <a:lnTo>
                    <a:pt x="0" y="0"/>
                  </a:lnTo>
                  <a:lnTo>
                    <a:pt x="0" y="26763"/>
                  </a:lnTo>
                  <a:lnTo>
                    <a:pt x="183093" y="26763"/>
                  </a:lnTo>
                  <a:lnTo>
                    <a:pt x="1830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3955471" y="7623998"/>
              <a:ext cx="708660" cy="33655"/>
            </a:xfrm>
            <a:custGeom>
              <a:avLst/>
              <a:gdLst/>
              <a:ahLst/>
              <a:cxnLst/>
              <a:rect l="l" t="t" r="r" b="b"/>
              <a:pathLst>
                <a:path w="708660" h="33654">
                  <a:moveTo>
                    <a:pt x="708145" y="0"/>
                  </a:moveTo>
                  <a:lnTo>
                    <a:pt x="0" y="0"/>
                  </a:lnTo>
                  <a:lnTo>
                    <a:pt x="0" y="33286"/>
                  </a:lnTo>
                  <a:lnTo>
                    <a:pt x="708145" y="33286"/>
                  </a:lnTo>
                  <a:lnTo>
                    <a:pt x="708145" y="0"/>
                  </a:lnTo>
                  <a:close/>
                </a:path>
              </a:pathLst>
            </a:custGeom>
            <a:solidFill>
              <a:srgbClr val="F1F3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3940645" y="7597235"/>
              <a:ext cx="748030" cy="93980"/>
            </a:xfrm>
            <a:custGeom>
              <a:avLst/>
              <a:gdLst/>
              <a:ahLst/>
              <a:cxnLst/>
              <a:rect l="l" t="t" r="r" b="b"/>
              <a:pathLst>
                <a:path w="748029" h="93979">
                  <a:moveTo>
                    <a:pt x="747839" y="60121"/>
                  </a:moveTo>
                  <a:lnTo>
                    <a:pt x="0" y="60121"/>
                  </a:lnTo>
                  <a:lnTo>
                    <a:pt x="0" y="93408"/>
                  </a:lnTo>
                  <a:lnTo>
                    <a:pt x="747839" y="93408"/>
                  </a:lnTo>
                  <a:lnTo>
                    <a:pt x="747839" y="60121"/>
                  </a:lnTo>
                  <a:close/>
                </a:path>
                <a:path w="748029" h="93979">
                  <a:moveTo>
                    <a:pt x="747839" y="0"/>
                  </a:moveTo>
                  <a:lnTo>
                    <a:pt x="0" y="0"/>
                  </a:lnTo>
                  <a:lnTo>
                    <a:pt x="0" y="33286"/>
                  </a:lnTo>
                  <a:lnTo>
                    <a:pt x="747839" y="33286"/>
                  </a:lnTo>
                  <a:lnTo>
                    <a:pt x="74783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3940645" y="7597235"/>
              <a:ext cx="748030" cy="93980"/>
            </a:xfrm>
            <a:custGeom>
              <a:avLst/>
              <a:gdLst/>
              <a:ahLst/>
              <a:cxnLst/>
              <a:rect l="l" t="t" r="r" b="b"/>
              <a:pathLst>
                <a:path w="748029" h="93979">
                  <a:moveTo>
                    <a:pt x="747839" y="60121"/>
                  </a:moveTo>
                  <a:lnTo>
                    <a:pt x="0" y="60121"/>
                  </a:lnTo>
                  <a:lnTo>
                    <a:pt x="0" y="93408"/>
                  </a:lnTo>
                  <a:lnTo>
                    <a:pt x="747839" y="93408"/>
                  </a:lnTo>
                  <a:lnTo>
                    <a:pt x="747839" y="60121"/>
                  </a:lnTo>
                  <a:close/>
                </a:path>
                <a:path w="748029" h="93979">
                  <a:moveTo>
                    <a:pt x="747839" y="0"/>
                  </a:moveTo>
                  <a:lnTo>
                    <a:pt x="0" y="0"/>
                  </a:lnTo>
                  <a:lnTo>
                    <a:pt x="0" y="33286"/>
                  </a:lnTo>
                  <a:lnTo>
                    <a:pt x="747839" y="33286"/>
                  </a:lnTo>
                  <a:lnTo>
                    <a:pt x="74783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4480522" y="7597235"/>
              <a:ext cx="208279" cy="93980"/>
            </a:xfrm>
            <a:custGeom>
              <a:avLst/>
              <a:gdLst/>
              <a:ahLst/>
              <a:cxnLst/>
              <a:rect l="l" t="t" r="r" b="b"/>
              <a:pathLst>
                <a:path w="208279" h="93979">
                  <a:moveTo>
                    <a:pt x="207962" y="60121"/>
                  </a:moveTo>
                  <a:lnTo>
                    <a:pt x="0" y="60121"/>
                  </a:lnTo>
                  <a:lnTo>
                    <a:pt x="0" y="93408"/>
                  </a:lnTo>
                  <a:lnTo>
                    <a:pt x="207962" y="93408"/>
                  </a:lnTo>
                  <a:lnTo>
                    <a:pt x="207962" y="60121"/>
                  </a:lnTo>
                  <a:close/>
                </a:path>
                <a:path w="208279" h="93979">
                  <a:moveTo>
                    <a:pt x="207962" y="0"/>
                  </a:moveTo>
                  <a:lnTo>
                    <a:pt x="0" y="0"/>
                  </a:lnTo>
                  <a:lnTo>
                    <a:pt x="0" y="33286"/>
                  </a:lnTo>
                  <a:lnTo>
                    <a:pt x="207962" y="33286"/>
                  </a:lnTo>
                  <a:lnTo>
                    <a:pt x="207962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4178029" y="7490923"/>
              <a:ext cx="80645" cy="80645"/>
            </a:xfrm>
            <a:custGeom>
              <a:avLst/>
              <a:gdLst/>
              <a:ahLst/>
              <a:cxnLst/>
              <a:rect l="l" t="t" r="r" b="b"/>
              <a:pathLst>
                <a:path w="80645" h="80645">
                  <a:moveTo>
                    <a:pt x="80290" y="0"/>
                  </a:moveTo>
                  <a:lnTo>
                    <a:pt x="0" y="0"/>
                  </a:lnTo>
                  <a:lnTo>
                    <a:pt x="0" y="80280"/>
                  </a:lnTo>
                  <a:lnTo>
                    <a:pt x="80290" y="80280"/>
                  </a:lnTo>
                  <a:lnTo>
                    <a:pt x="8029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6" name="object 246" descr=""/>
          <p:cNvGrpSpPr/>
          <p:nvPr/>
        </p:nvGrpSpPr>
        <p:grpSpPr>
          <a:xfrm>
            <a:off x="2855253" y="8891058"/>
            <a:ext cx="12700" cy="123825"/>
            <a:chOff x="2855253" y="8891058"/>
            <a:chExt cx="12700" cy="123825"/>
          </a:xfrm>
        </p:grpSpPr>
        <p:sp>
          <p:nvSpPr>
            <p:cNvPr id="247" name="object 247" descr=""/>
            <p:cNvSpPr/>
            <p:nvPr/>
          </p:nvSpPr>
          <p:spPr>
            <a:xfrm>
              <a:off x="2855253" y="8891058"/>
              <a:ext cx="12700" cy="123825"/>
            </a:xfrm>
            <a:custGeom>
              <a:avLst/>
              <a:gdLst/>
              <a:ahLst/>
              <a:cxnLst/>
              <a:rect l="l" t="t" r="r" b="b"/>
              <a:pathLst>
                <a:path w="12700" h="123825">
                  <a:moveTo>
                    <a:pt x="12104" y="0"/>
                  </a:moveTo>
                  <a:lnTo>
                    <a:pt x="0" y="0"/>
                  </a:lnTo>
                  <a:lnTo>
                    <a:pt x="0" y="123671"/>
                  </a:lnTo>
                  <a:lnTo>
                    <a:pt x="12104" y="123671"/>
                  </a:lnTo>
                  <a:lnTo>
                    <a:pt x="1210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2855252" y="8891060"/>
              <a:ext cx="12700" cy="123825"/>
            </a:xfrm>
            <a:custGeom>
              <a:avLst/>
              <a:gdLst/>
              <a:ahLst/>
              <a:cxnLst/>
              <a:rect l="l" t="t" r="r" b="b"/>
              <a:pathLst>
                <a:path w="12700" h="123825">
                  <a:moveTo>
                    <a:pt x="12103" y="78384"/>
                  </a:moveTo>
                  <a:lnTo>
                    <a:pt x="0" y="78384"/>
                  </a:lnTo>
                  <a:lnTo>
                    <a:pt x="0" y="123672"/>
                  </a:lnTo>
                  <a:lnTo>
                    <a:pt x="12103" y="123672"/>
                  </a:lnTo>
                  <a:lnTo>
                    <a:pt x="12103" y="78384"/>
                  </a:lnTo>
                  <a:close/>
                </a:path>
                <a:path w="12700" h="123825">
                  <a:moveTo>
                    <a:pt x="12103" y="0"/>
                  </a:moveTo>
                  <a:lnTo>
                    <a:pt x="0" y="0"/>
                  </a:lnTo>
                  <a:lnTo>
                    <a:pt x="0" y="5588"/>
                  </a:lnTo>
                  <a:lnTo>
                    <a:pt x="12103" y="5588"/>
                  </a:lnTo>
                  <a:lnTo>
                    <a:pt x="12103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9" name="object 249" descr=""/>
          <p:cNvGrpSpPr/>
          <p:nvPr/>
        </p:nvGrpSpPr>
        <p:grpSpPr>
          <a:xfrm>
            <a:off x="2826049" y="8891058"/>
            <a:ext cx="321310" cy="210185"/>
            <a:chOff x="2826049" y="8891058"/>
            <a:chExt cx="321310" cy="210185"/>
          </a:xfrm>
        </p:grpSpPr>
        <p:sp>
          <p:nvSpPr>
            <p:cNvPr id="250" name="object 250" descr=""/>
            <p:cNvSpPr/>
            <p:nvPr/>
          </p:nvSpPr>
          <p:spPr>
            <a:xfrm>
              <a:off x="3105622" y="8891058"/>
              <a:ext cx="12700" cy="123825"/>
            </a:xfrm>
            <a:custGeom>
              <a:avLst/>
              <a:gdLst/>
              <a:ahLst/>
              <a:cxnLst/>
              <a:rect l="l" t="t" r="r" b="b"/>
              <a:pathLst>
                <a:path w="12700" h="123825">
                  <a:moveTo>
                    <a:pt x="12104" y="0"/>
                  </a:moveTo>
                  <a:lnTo>
                    <a:pt x="0" y="0"/>
                  </a:lnTo>
                  <a:lnTo>
                    <a:pt x="0" y="123671"/>
                  </a:lnTo>
                  <a:lnTo>
                    <a:pt x="12104" y="123671"/>
                  </a:lnTo>
                  <a:lnTo>
                    <a:pt x="1210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105619" y="8891060"/>
              <a:ext cx="12700" cy="123825"/>
            </a:xfrm>
            <a:custGeom>
              <a:avLst/>
              <a:gdLst/>
              <a:ahLst/>
              <a:cxnLst/>
              <a:rect l="l" t="t" r="r" b="b"/>
              <a:pathLst>
                <a:path w="12700" h="123825">
                  <a:moveTo>
                    <a:pt x="12103" y="78384"/>
                  </a:moveTo>
                  <a:lnTo>
                    <a:pt x="0" y="78384"/>
                  </a:lnTo>
                  <a:lnTo>
                    <a:pt x="0" y="123672"/>
                  </a:lnTo>
                  <a:lnTo>
                    <a:pt x="12103" y="123672"/>
                  </a:lnTo>
                  <a:lnTo>
                    <a:pt x="12103" y="78384"/>
                  </a:lnTo>
                  <a:close/>
                </a:path>
                <a:path w="12700" h="123825">
                  <a:moveTo>
                    <a:pt x="12103" y="0"/>
                  </a:moveTo>
                  <a:lnTo>
                    <a:pt x="0" y="0"/>
                  </a:lnTo>
                  <a:lnTo>
                    <a:pt x="0" y="5588"/>
                  </a:lnTo>
                  <a:lnTo>
                    <a:pt x="12103" y="5588"/>
                  </a:lnTo>
                  <a:lnTo>
                    <a:pt x="12103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2842049" y="9002678"/>
              <a:ext cx="289560" cy="15240"/>
            </a:xfrm>
            <a:custGeom>
              <a:avLst/>
              <a:gdLst/>
              <a:ahLst/>
              <a:cxnLst/>
              <a:rect l="l" t="t" r="r" b="b"/>
              <a:pathLst>
                <a:path w="289560" h="15240">
                  <a:moveTo>
                    <a:pt x="289457" y="0"/>
                  </a:moveTo>
                  <a:lnTo>
                    <a:pt x="0" y="0"/>
                  </a:lnTo>
                  <a:lnTo>
                    <a:pt x="0" y="15025"/>
                  </a:lnTo>
                  <a:lnTo>
                    <a:pt x="289457" y="15025"/>
                  </a:lnTo>
                  <a:lnTo>
                    <a:pt x="28945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2842049" y="9002678"/>
              <a:ext cx="289560" cy="15240"/>
            </a:xfrm>
            <a:custGeom>
              <a:avLst/>
              <a:gdLst/>
              <a:ahLst/>
              <a:cxnLst/>
              <a:rect l="l" t="t" r="r" b="b"/>
              <a:pathLst>
                <a:path w="289560" h="15240">
                  <a:moveTo>
                    <a:pt x="289457" y="0"/>
                  </a:moveTo>
                  <a:lnTo>
                    <a:pt x="0" y="0"/>
                  </a:lnTo>
                  <a:lnTo>
                    <a:pt x="0" y="15025"/>
                  </a:lnTo>
                  <a:lnTo>
                    <a:pt x="289457" y="15025"/>
                  </a:lnTo>
                  <a:lnTo>
                    <a:pt x="28945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2849201" y="9017295"/>
              <a:ext cx="12700" cy="83820"/>
            </a:xfrm>
            <a:custGeom>
              <a:avLst/>
              <a:gdLst/>
              <a:ahLst/>
              <a:cxnLst/>
              <a:rect l="l" t="t" r="r" b="b"/>
              <a:pathLst>
                <a:path w="12700" h="83820">
                  <a:moveTo>
                    <a:pt x="12104" y="0"/>
                  </a:moveTo>
                  <a:lnTo>
                    <a:pt x="0" y="0"/>
                  </a:lnTo>
                  <a:lnTo>
                    <a:pt x="0" y="83714"/>
                  </a:lnTo>
                  <a:lnTo>
                    <a:pt x="12104" y="83714"/>
                  </a:lnTo>
                  <a:lnTo>
                    <a:pt x="1210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2849201" y="9017295"/>
              <a:ext cx="12700" cy="83820"/>
            </a:xfrm>
            <a:custGeom>
              <a:avLst/>
              <a:gdLst/>
              <a:ahLst/>
              <a:cxnLst/>
              <a:rect l="l" t="t" r="r" b="b"/>
              <a:pathLst>
                <a:path w="12700" h="83820">
                  <a:moveTo>
                    <a:pt x="12104" y="0"/>
                  </a:moveTo>
                  <a:lnTo>
                    <a:pt x="0" y="0"/>
                  </a:lnTo>
                  <a:lnTo>
                    <a:pt x="0" y="83714"/>
                  </a:lnTo>
                  <a:lnTo>
                    <a:pt x="12104" y="83714"/>
                  </a:lnTo>
                  <a:lnTo>
                    <a:pt x="12104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113350" y="9017295"/>
              <a:ext cx="12700" cy="83820"/>
            </a:xfrm>
            <a:custGeom>
              <a:avLst/>
              <a:gdLst/>
              <a:ahLst/>
              <a:cxnLst/>
              <a:rect l="l" t="t" r="r" b="b"/>
              <a:pathLst>
                <a:path w="12700" h="83820">
                  <a:moveTo>
                    <a:pt x="12104" y="0"/>
                  </a:moveTo>
                  <a:lnTo>
                    <a:pt x="0" y="0"/>
                  </a:lnTo>
                  <a:lnTo>
                    <a:pt x="0" y="83714"/>
                  </a:lnTo>
                  <a:lnTo>
                    <a:pt x="12104" y="83714"/>
                  </a:lnTo>
                  <a:lnTo>
                    <a:pt x="12104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3113350" y="9017295"/>
              <a:ext cx="12700" cy="83820"/>
            </a:xfrm>
            <a:custGeom>
              <a:avLst/>
              <a:gdLst/>
              <a:ahLst/>
              <a:cxnLst/>
              <a:rect l="l" t="t" r="r" b="b"/>
              <a:pathLst>
                <a:path w="12700" h="83820">
                  <a:moveTo>
                    <a:pt x="12104" y="0"/>
                  </a:moveTo>
                  <a:lnTo>
                    <a:pt x="0" y="0"/>
                  </a:lnTo>
                  <a:lnTo>
                    <a:pt x="0" y="83714"/>
                  </a:lnTo>
                  <a:lnTo>
                    <a:pt x="12104" y="83714"/>
                  </a:lnTo>
                  <a:lnTo>
                    <a:pt x="12104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2842049" y="8896639"/>
              <a:ext cx="289560" cy="73025"/>
            </a:xfrm>
            <a:custGeom>
              <a:avLst/>
              <a:gdLst/>
              <a:ahLst/>
              <a:cxnLst/>
              <a:rect l="l" t="t" r="r" b="b"/>
              <a:pathLst>
                <a:path w="289560" h="73025">
                  <a:moveTo>
                    <a:pt x="289457" y="0"/>
                  </a:moveTo>
                  <a:lnTo>
                    <a:pt x="0" y="0"/>
                  </a:lnTo>
                  <a:lnTo>
                    <a:pt x="0" y="72793"/>
                  </a:lnTo>
                  <a:lnTo>
                    <a:pt x="289457" y="72793"/>
                  </a:lnTo>
                  <a:lnTo>
                    <a:pt x="28945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2842049" y="8896639"/>
              <a:ext cx="289560" cy="73025"/>
            </a:xfrm>
            <a:custGeom>
              <a:avLst/>
              <a:gdLst/>
              <a:ahLst/>
              <a:cxnLst/>
              <a:rect l="l" t="t" r="r" b="b"/>
              <a:pathLst>
                <a:path w="289560" h="73025">
                  <a:moveTo>
                    <a:pt x="289457" y="0"/>
                  </a:moveTo>
                  <a:lnTo>
                    <a:pt x="0" y="0"/>
                  </a:lnTo>
                  <a:lnTo>
                    <a:pt x="0" y="72793"/>
                  </a:lnTo>
                  <a:lnTo>
                    <a:pt x="289457" y="72793"/>
                  </a:lnTo>
                  <a:lnTo>
                    <a:pt x="289457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2842436" y="9014730"/>
              <a:ext cx="288925" cy="23495"/>
            </a:xfrm>
            <a:custGeom>
              <a:avLst/>
              <a:gdLst/>
              <a:ahLst/>
              <a:cxnLst/>
              <a:rect l="l" t="t" r="r" b="b"/>
              <a:pathLst>
                <a:path w="288925" h="23495">
                  <a:moveTo>
                    <a:pt x="288451" y="0"/>
                  </a:moveTo>
                  <a:lnTo>
                    <a:pt x="0" y="0"/>
                  </a:lnTo>
                  <a:lnTo>
                    <a:pt x="0" y="23433"/>
                  </a:lnTo>
                  <a:lnTo>
                    <a:pt x="288451" y="23433"/>
                  </a:lnTo>
                  <a:lnTo>
                    <a:pt x="28845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2842436" y="9014730"/>
              <a:ext cx="288925" cy="23495"/>
            </a:xfrm>
            <a:custGeom>
              <a:avLst/>
              <a:gdLst/>
              <a:ahLst/>
              <a:cxnLst/>
              <a:rect l="l" t="t" r="r" b="b"/>
              <a:pathLst>
                <a:path w="288925" h="23495">
                  <a:moveTo>
                    <a:pt x="288451" y="0"/>
                  </a:moveTo>
                  <a:lnTo>
                    <a:pt x="0" y="0"/>
                  </a:lnTo>
                  <a:lnTo>
                    <a:pt x="0" y="23433"/>
                  </a:lnTo>
                  <a:lnTo>
                    <a:pt x="288451" y="23433"/>
                  </a:lnTo>
                  <a:lnTo>
                    <a:pt x="288451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2826042" y="8969444"/>
              <a:ext cx="21590" cy="131445"/>
            </a:xfrm>
            <a:custGeom>
              <a:avLst/>
              <a:gdLst/>
              <a:ahLst/>
              <a:cxnLst/>
              <a:rect l="l" t="t" r="r" b="b"/>
              <a:pathLst>
                <a:path w="21589" h="131445">
                  <a:moveTo>
                    <a:pt x="20993" y="0"/>
                  </a:moveTo>
                  <a:lnTo>
                    <a:pt x="0" y="0"/>
                  </a:lnTo>
                  <a:lnTo>
                    <a:pt x="0" y="16713"/>
                  </a:lnTo>
                  <a:lnTo>
                    <a:pt x="4279" y="16713"/>
                  </a:lnTo>
                  <a:lnTo>
                    <a:pt x="4279" y="131419"/>
                  </a:lnTo>
                  <a:lnTo>
                    <a:pt x="16383" y="131419"/>
                  </a:lnTo>
                  <a:lnTo>
                    <a:pt x="16383" y="16713"/>
                  </a:lnTo>
                  <a:lnTo>
                    <a:pt x="20993" y="16713"/>
                  </a:lnTo>
                  <a:lnTo>
                    <a:pt x="209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2826049" y="896943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89" h="17145">
                  <a:moveTo>
                    <a:pt x="20994" y="0"/>
                  </a:moveTo>
                  <a:lnTo>
                    <a:pt x="0" y="0"/>
                  </a:lnTo>
                  <a:lnTo>
                    <a:pt x="0" y="16722"/>
                  </a:lnTo>
                  <a:lnTo>
                    <a:pt x="20994" y="16722"/>
                  </a:lnTo>
                  <a:lnTo>
                    <a:pt x="2099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2847035" y="8969444"/>
              <a:ext cx="300355" cy="131445"/>
            </a:xfrm>
            <a:custGeom>
              <a:avLst/>
              <a:gdLst/>
              <a:ahLst/>
              <a:cxnLst/>
              <a:rect l="l" t="t" r="r" b="b"/>
              <a:pathLst>
                <a:path w="300355" h="131445">
                  <a:moveTo>
                    <a:pt x="16471" y="0"/>
                  </a:moveTo>
                  <a:lnTo>
                    <a:pt x="0" y="0"/>
                  </a:lnTo>
                  <a:lnTo>
                    <a:pt x="0" y="16713"/>
                  </a:lnTo>
                  <a:lnTo>
                    <a:pt x="16471" y="16713"/>
                  </a:lnTo>
                  <a:lnTo>
                    <a:pt x="16471" y="0"/>
                  </a:lnTo>
                  <a:close/>
                </a:path>
                <a:path w="300355" h="131445">
                  <a:moveTo>
                    <a:pt x="300228" y="0"/>
                  </a:moveTo>
                  <a:lnTo>
                    <a:pt x="279234" y="0"/>
                  </a:lnTo>
                  <a:lnTo>
                    <a:pt x="279234" y="16713"/>
                  </a:lnTo>
                  <a:lnTo>
                    <a:pt x="283845" y="16713"/>
                  </a:lnTo>
                  <a:lnTo>
                    <a:pt x="283845" y="131419"/>
                  </a:lnTo>
                  <a:lnTo>
                    <a:pt x="295948" y="131419"/>
                  </a:lnTo>
                  <a:lnTo>
                    <a:pt x="295948" y="16713"/>
                  </a:lnTo>
                  <a:lnTo>
                    <a:pt x="300228" y="16713"/>
                  </a:lnTo>
                  <a:lnTo>
                    <a:pt x="300228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3126271" y="8969433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89" h="17145">
                  <a:moveTo>
                    <a:pt x="20994" y="0"/>
                  </a:moveTo>
                  <a:lnTo>
                    <a:pt x="0" y="0"/>
                  </a:lnTo>
                  <a:lnTo>
                    <a:pt x="0" y="16722"/>
                  </a:lnTo>
                  <a:lnTo>
                    <a:pt x="20994" y="16722"/>
                  </a:lnTo>
                  <a:lnTo>
                    <a:pt x="20994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109800" y="8969433"/>
              <a:ext cx="16510" cy="17145"/>
            </a:xfrm>
            <a:custGeom>
              <a:avLst/>
              <a:gdLst/>
              <a:ahLst/>
              <a:cxnLst/>
              <a:rect l="l" t="t" r="r" b="b"/>
              <a:pathLst>
                <a:path w="16510" h="17145">
                  <a:moveTo>
                    <a:pt x="16470" y="0"/>
                  </a:moveTo>
                  <a:lnTo>
                    <a:pt x="0" y="0"/>
                  </a:lnTo>
                  <a:lnTo>
                    <a:pt x="0" y="16722"/>
                  </a:lnTo>
                  <a:lnTo>
                    <a:pt x="16470" y="16722"/>
                  </a:lnTo>
                  <a:lnTo>
                    <a:pt x="16470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2847035" y="8969444"/>
              <a:ext cx="279400" cy="17145"/>
            </a:xfrm>
            <a:custGeom>
              <a:avLst/>
              <a:gdLst/>
              <a:ahLst/>
              <a:cxnLst/>
              <a:rect l="l" t="t" r="r" b="b"/>
              <a:pathLst>
                <a:path w="279400" h="17145">
                  <a:moveTo>
                    <a:pt x="16471" y="0"/>
                  </a:moveTo>
                  <a:lnTo>
                    <a:pt x="0" y="0"/>
                  </a:lnTo>
                  <a:lnTo>
                    <a:pt x="0" y="16713"/>
                  </a:lnTo>
                  <a:lnTo>
                    <a:pt x="16471" y="16713"/>
                  </a:lnTo>
                  <a:lnTo>
                    <a:pt x="16471" y="0"/>
                  </a:lnTo>
                  <a:close/>
                </a:path>
                <a:path w="279400" h="17145">
                  <a:moveTo>
                    <a:pt x="279234" y="0"/>
                  </a:moveTo>
                  <a:lnTo>
                    <a:pt x="262763" y="0"/>
                  </a:lnTo>
                  <a:lnTo>
                    <a:pt x="262763" y="16713"/>
                  </a:lnTo>
                  <a:lnTo>
                    <a:pt x="279234" y="16713"/>
                  </a:lnTo>
                  <a:lnTo>
                    <a:pt x="279234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8" name="object 268" descr=""/>
          <p:cNvGrpSpPr/>
          <p:nvPr/>
        </p:nvGrpSpPr>
        <p:grpSpPr>
          <a:xfrm>
            <a:off x="2652194" y="8140035"/>
            <a:ext cx="266700" cy="962025"/>
            <a:chOff x="2652194" y="8140035"/>
            <a:chExt cx="266700" cy="962025"/>
          </a:xfrm>
        </p:grpSpPr>
        <p:pic>
          <p:nvPicPr>
            <p:cNvPr id="269" name="object 26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655587" y="8140035"/>
              <a:ext cx="262790" cy="133505"/>
            </a:xfrm>
            <a:prstGeom prst="rect">
              <a:avLst/>
            </a:prstGeom>
          </p:spPr>
        </p:pic>
        <p:sp>
          <p:nvSpPr>
            <p:cNvPr id="270" name="object 270" descr=""/>
            <p:cNvSpPr/>
            <p:nvPr/>
          </p:nvSpPr>
          <p:spPr>
            <a:xfrm>
              <a:off x="2652191" y="8193512"/>
              <a:ext cx="15240" cy="908050"/>
            </a:xfrm>
            <a:custGeom>
              <a:avLst/>
              <a:gdLst/>
              <a:ahLst/>
              <a:cxnLst/>
              <a:rect l="l" t="t" r="r" b="b"/>
              <a:pathLst>
                <a:path w="15239" h="908050">
                  <a:moveTo>
                    <a:pt x="14795" y="1270"/>
                  </a:moveTo>
                  <a:lnTo>
                    <a:pt x="14554" y="1270"/>
                  </a:lnTo>
                  <a:lnTo>
                    <a:pt x="14554" y="0"/>
                  </a:lnTo>
                  <a:lnTo>
                    <a:pt x="228" y="0"/>
                  </a:lnTo>
                  <a:lnTo>
                    <a:pt x="228" y="1270"/>
                  </a:lnTo>
                  <a:lnTo>
                    <a:pt x="0" y="1270"/>
                  </a:lnTo>
                  <a:lnTo>
                    <a:pt x="0" y="908050"/>
                  </a:lnTo>
                  <a:lnTo>
                    <a:pt x="14795" y="908050"/>
                  </a:lnTo>
                  <a:lnTo>
                    <a:pt x="14795" y="1270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2834597" y="8153148"/>
              <a:ext cx="84455" cy="15240"/>
            </a:xfrm>
            <a:custGeom>
              <a:avLst/>
              <a:gdLst/>
              <a:ahLst/>
              <a:cxnLst/>
              <a:rect l="l" t="t" r="r" b="b"/>
              <a:pathLst>
                <a:path w="84455" h="15240">
                  <a:moveTo>
                    <a:pt x="61256" y="0"/>
                  </a:moveTo>
                  <a:lnTo>
                    <a:pt x="40180" y="1774"/>
                  </a:lnTo>
                  <a:lnTo>
                    <a:pt x="17477" y="4700"/>
                  </a:lnTo>
                  <a:lnTo>
                    <a:pt x="0" y="7327"/>
                  </a:lnTo>
                  <a:lnTo>
                    <a:pt x="0" y="8332"/>
                  </a:lnTo>
                  <a:lnTo>
                    <a:pt x="15245" y="14771"/>
                  </a:lnTo>
                  <a:lnTo>
                    <a:pt x="83840" y="8332"/>
                  </a:lnTo>
                  <a:lnTo>
                    <a:pt x="83840" y="7861"/>
                  </a:lnTo>
                  <a:lnTo>
                    <a:pt x="83777" y="7211"/>
                  </a:lnTo>
                  <a:lnTo>
                    <a:pt x="81002" y="4845"/>
                  </a:lnTo>
                  <a:lnTo>
                    <a:pt x="77578" y="2426"/>
                  </a:lnTo>
                  <a:lnTo>
                    <a:pt x="73851" y="824"/>
                  </a:lnTo>
                  <a:lnTo>
                    <a:pt x="61256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2834597" y="8153148"/>
              <a:ext cx="84455" cy="15240"/>
            </a:xfrm>
            <a:custGeom>
              <a:avLst/>
              <a:gdLst/>
              <a:ahLst/>
              <a:cxnLst/>
              <a:rect l="l" t="t" r="r" b="b"/>
              <a:pathLst>
                <a:path w="84455" h="15240">
                  <a:moveTo>
                    <a:pt x="61256" y="0"/>
                  </a:moveTo>
                  <a:lnTo>
                    <a:pt x="40180" y="1774"/>
                  </a:lnTo>
                  <a:lnTo>
                    <a:pt x="17477" y="4700"/>
                  </a:lnTo>
                  <a:lnTo>
                    <a:pt x="0" y="7327"/>
                  </a:lnTo>
                  <a:lnTo>
                    <a:pt x="0" y="8332"/>
                  </a:lnTo>
                  <a:lnTo>
                    <a:pt x="15245" y="14771"/>
                  </a:lnTo>
                  <a:lnTo>
                    <a:pt x="83840" y="8332"/>
                  </a:lnTo>
                  <a:lnTo>
                    <a:pt x="83840" y="7861"/>
                  </a:lnTo>
                  <a:lnTo>
                    <a:pt x="83777" y="7211"/>
                  </a:lnTo>
                  <a:lnTo>
                    <a:pt x="81002" y="4845"/>
                  </a:lnTo>
                  <a:lnTo>
                    <a:pt x="77578" y="2426"/>
                  </a:lnTo>
                  <a:lnTo>
                    <a:pt x="73851" y="824"/>
                  </a:lnTo>
                  <a:lnTo>
                    <a:pt x="61256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3" name="object 273" descr=""/>
          <p:cNvGrpSpPr/>
          <p:nvPr/>
        </p:nvGrpSpPr>
        <p:grpSpPr>
          <a:xfrm>
            <a:off x="5098181" y="7103040"/>
            <a:ext cx="2277110" cy="1985010"/>
            <a:chOff x="5098181" y="7103040"/>
            <a:chExt cx="2277110" cy="1985010"/>
          </a:xfrm>
        </p:grpSpPr>
        <p:sp>
          <p:nvSpPr>
            <p:cNvPr id="274" name="object 274" descr=""/>
            <p:cNvSpPr/>
            <p:nvPr/>
          </p:nvSpPr>
          <p:spPr>
            <a:xfrm>
              <a:off x="5541611" y="7162252"/>
              <a:ext cx="1126490" cy="1917064"/>
            </a:xfrm>
            <a:custGeom>
              <a:avLst/>
              <a:gdLst/>
              <a:ahLst/>
              <a:cxnLst/>
              <a:rect l="l" t="t" r="r" b="b"/>
              <a:pathLst>
                <a:path w="1126490" h="1917065">
                  <a:moveTo>
                    <a:pt x="1126248" y="0"/>
                  </a:moveTo>
                  <a:lnTo>
                    <a:pt x="0" y="0"/>
                  </a:lnTo>
                  <a:lnTo>
                    <a:pt x="0" y="1916559"/>
                  </a:lnTo>
                  <a:lnTo>
                    <a:pt x="1126248" y="1916559"/>
                  </a:lnTo>
                  <a:lnTo>
                    <a:pt x="1126248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6667859" y="7920983"/>
              <a:ext cx="667385" cy="1158240"/>
            </a:xfrm>
            <a:custGeom>
              <a:avLst/>
              <a:gdLst/>
              <a:ahLst/>
              <a:cxnLst/>
              <a:rect l="l" t="t" r="r" b="b"/>
              <a:pathLst>
                <a:path w="667384" h="1158240">
                  <a:moveTo>
                    <a:pt x="667319" y="0"/>
                  </a:moveTo>
                  <a:lnTo>
                    <a:pt x="0" y="0"/>
                  </a:lnTo>
                  <a:lnTo>
                    <a:pt x="0" y="1157828"/>
                  </a:lnTo>
                  <a:lnTo>
                    <a:pt x="667319" y="1157828"/>
                  </a:lnTo>
                  <a:lnTo>
                    <a:pt x="667319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5319879" y="7703901"/>
              <a:ext cx="222250" cy="1375410"/>
            </a:xfrm>
            <a:custGeom>
              <a:avLst/>
              <a:gdLst/>
              <a:ahLst/>
              <a:cxnLst/>
              <a:rect l="l" t="t" r="r" b="b"/>
              <a:pathLst>
                <a:path w="222250" h="1375409">
                  <a:moveTo>
                    <a:pt x="221720" y="0"/>
                  </a:moveTo>
                  <a:lnTo>
                    <a:pt x="0" y="0"/>
                  </a:lnTo>
                  <a:lnTo>
                    <a:pt x="0" y="1374911"/>
                  </a:lnTo>
                  <a:lnTo>
                    <a:pt x="221720" y="1374911"/>
                  </a:lnTo>
                  <a:lnTo>
                    <a:pt x="221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5632519" y="7103040"/>
              <a:ext cx="944880" cy="59690"/>
            </a:xfrm>
            <a:custGeom>
              <a:avLst/>
              <a:gdLst/>
              <a:ahLst/>
              <a:cxnLst/>
              <a:rect l="l" t="t" r="r" b="b"/>
              <a:pathLst>
                <a:path w="944879" h="59690">
                  <a:moveTo>
                    <a:pt x="944431" y="0"/>
                  </a:moveTo>
                  <a:lnTo>
                    <a:pt x="0" y="0"/>
                  </a:lnTo>
                  <a:lnTo>
                    <a:pt x="0" y="59202"/>
                  </a:lnTo>
                  <a:lnTo>
                    <a:pt x="944431" y="59202"/>
                  </a:lnTo>
                  <a:lnTo>
                    <a:pt x="944431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5397474" y="7783924"/>
              <a:ext cx="66675" cy="1179830"/>
            </a:xfrm>
            <a:custGeom>
              <a:avLst/>
              <a:gdLst/>
              <a:ahLst/>
              <a:cxnLst/>
              <a:rect l="l" t="t" r="r" b="b"/>
              <a:pathLst>
                <a:path w="66675" h="1179829">
                  <a:moveTo>
                    <a:pt x="66509" y="1008722"/>
                  </a:moveTo>
                  <a:lnTo>
                    <a:pt x="0" y="1008722"/>
                  </a:lnTo>
                  <a:lnTo>
                    <a:pt x="0" y="1179753"/>
                  </a:lnTo>
                  <a:lnTo>
                    <a:pt x="66509" y="1179753"/>
                  </a:lnTo>
                  <a:lnTo>
                    <a:pt x="66509" y="1008722"/>
                  </a:lnTo>
                  <a:close/>
                </a:path>
                <a:path w="66675" h="1179829">
                  <a:moveTo>
                    <a:pt x="66509" y="756539"/>
                  </a:moveTo>
                  <a:lnTo>
                    <a:pt x="0" y="756539"/>
                  </a:lnTo>
                  <a:lnTo>
                    <a:pt x="0" y="927569"/>
                  </a:lnTo>
                  <a:lnTo>
                    <a:pt x="66509" y="927569"/>
                  </a:lnTo>
                  <a:lnTo>
                    <a:pt x="66509" y="756539"/>
                  </a:lnTo>
                  <a:close/>
                </a:path>
                <a:path w="66675" h="1179829">
                  <a:moveTo>
                    <a:pt x="66509" y="504367"/>
                  </a:moveTo>
                  <a:lnTo>
                    <a:pt x="0" y="504367"/>
                  </a:lnTo>
                  <a:lnTo>
                    <a:pt x="0" y="675398"/>
                  </a:lnTo>
                  <a:lnTo>
                    <a:pt x="66509" y="675398"/>
                  </a:lnTo>
                  <a:lnTo>
                    <a:pt x="66509" y="504367"/>
                  </a:lnTo>
                  <a:close/>
                </a:path>
                <a:path w="66675" h="1179829">
                  <a:moveTo>
                    <a:pt x="66509" y="252183"/>
                  </a:moveTo>
                  <a:lnTo>
                    <a:pt x="0" y="252183"/>
                  </a:lnTo>
                  <a:lnTo>
                    <a:pt x="0" y="423227"/>
                  </a:lnTo>
                  <a:lnTo>
                    <a:pt x="66509" y="423227"/>
                  </a:lnTo>
                  <a:lnTo>
                    <a:pt x="66509" y="252183"/>
                  </a:lnTo>
                  <a:close/>
                </a:path>
                <a:path w="66675" h="1179829">
                  <a:moveTo>
                    <a:pt x="66509" y="0"/>
                  </a:moveTo>
                  <a:lnTo>
                    <a:pt x="0" y="0"/>
                  </a:lnTo>
                  <a:lnTo>
                    <a:pt x="0" y="171043"/>
                  </a:lnTo>
                  <a:lnTo>
                    <a:pt x="66509" y="171043"/>
                  </a:lnTo>
                  <a:lnTo>
                    <a:pt x="6650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5098181" y="8373793"/>
              <a:ext cx="222250" cy="714375"/>
            </a:xfrm>
            <a:custGeom>
              <a:avLst/>
              <a:gdLst/>
              <a:ahLst/>
              <a:cxnLst/>
              <a:rect l="l" t="t" r="r" b="b"/>
              <a:pathLst>
                <a:path w="222250" h="714375">
                  <a:moveTo>
                    <a:pt x="221700" y="0"/>
                  </a:moveTo>
                  <a:lnTo>
                    <a:pt x="0" y="229155"/>
                  </a:lnTo>
                  <a:lnTo>
                    <a:pt x="0" y="705015"/>
                  </a:lnTo>
                  <a:lnTo>
                    <a:pt x="221700" y="713789"/>
                  </a:lnTo>
                  <a:lnTo>
                    <a:pt x="22170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5591479" y="7258741"/>
              <a:ext cx="1026794" cy="1428750"/>
            </a:xfrm>
            <a:custGeom>
              <a:avLst/>
              <a:gdLst/>
              <a:ahLst/>
              <a:cxnLst/>
              <a:rect l="l" t="t" r="r" b="b"/>
              <a:pathLst>
                <a:path w="1026795" h="1428750">
                  <a:moveTo>
                    <a:pt x="172935" y="1297063"/>
                  </a:moveTo>
                  <a:lnTo>
                    <a:pt x="0" y="1297063"/>
                  </a:lnTo>
                  <a:lnTo>
                    <a:pt x="0" y="1428635"/>
                  </a:lnTo>
                  <a:lnTo>
                    <a:pt x="172935" y="1428635"/>
                  </a:lnTo>
                  <a:lnTo>
                    <a:pt x="172935" y="1297063"/>
                  </a:lnTo>
                  <a:close/>
                </a:path>
                <a:path w="1026795" h="1428750">
                  <a:moveTo>
                    <a:pt x="172935" y="1080897"/>
                  </a:moveTo>
                  <a:lnTo>
                    <a:pt x="0" y="1080897"/>
                  </a:lnTo>
                  <a:lnTo>
                    <a:pt x="0" y="1212456"/>
                  </a:lnTo>
                  <a:lnTo>
                    <a:pt x="172935" y="1212456"/>
                  </a:lnTo>
                  <a:lnTo>
                    <a:pt x="172935" y="1080897"/>
                  </a:lnTo>
                  <a:close/>
                </a:path>
                <a:path w="1026795" h="1428750">
                  <a:moveTo>
                    <a:pt x="172935" y="864717"/>
                  </a:moveTo>
                  <a:lnTo>
                    <a:pt x="0" y="864717"/>
                  </a:lnTo>
                  <a:lnTo>
                    <a:pt x="0" y="996276"/>
                  </a:lnTo>
                  <a:lnTo>
                    <a:pt x="172935" y="996276"/>
                  </a:lnTo>
                  <a:lnTo>
                    <a:pt x="172935" y="864717"/>
                  </a:lnTo>
                  <a:close/>
                </a:path>
                <a:path w="1026795" h="1428750">
                  <a:moveTo>
                    <a:pt x="172935" y="648525"/>
                  </a:moveTo>
                  <a:lnTo>
                    <a:pt x="0" y="648525"/>
                  </a:lnTo>
                  <a:lnTo>
                    <a:pt x="0" y="780084"/>
                  </a:lnTo>
                  <a:lnTo>
                    <a:pt x="172935" y="780084"/>
                  </a:lnTo>
                  <a:lnTo>
                    <a:pt x="172935" y="648525"/>
                  </a:lnTo>
                  <a:close/>
                </a:path>
                <a:path w="1026795" h="1428750">
                  <a:moveTo>
                    <a:pt x="172935" y="432358"/>
                  </a:moveTo>
                  <a:lnTo>
                    <a:pt x="0" y="432358"/>
                  </a:lnTo>
                  <a:lnTo>
                    <a:pt x="0" y="563930"/>
                  </a:lnTo>
                  <a:lnTo>
                    <a:pt x="172935" y="563930"/>
                  </a:lnTo>
                  <a:lnTo>
                    <a:pt x="172935" y="432358"/>
                  </a:lnTo>
                  <a:close/>
                </a:path>
                <a:path w="1026795" h="1428750">
                  <a:moveTo>
                    <a:pt x="172935" y="216179"/>
                  </a:moveTo>
                  <a:lnTo>
                    <a:pt x="0" y="216179"/>
                  </a:lnTo>
                  <a:lnTo>
                    <a:pt x="0" y="347764"/>
                  </a:lnTo>
                  <a:lnTo>
                    <a:pt x="172935" y="347764"/>
                  </a:lnTo>
                  <a:lnTo>
                    <a:pt x="172935" y="216179"/>
                  </a:lnTo>
                  <a:close/>
                </a:path>
                <a:path w="1026795" h="1428750">
                  <a:moveTo>
                    <a:pt x="172935" y="0"/>
                  </a:moveTo>
                  <a:lnTo>
                    <a:pt x="0" y="0"/>
                  </a:lnTo>
                  <a:lnTo>
                    <a:pt x="0" y="131572"/>
                  </a:lnTo>
                  <a:lnTo>
                    <a:pt x="172935" y="131572"/>
                  </a:lnTo>
                  <a:lnTo>
                    <a:pt x="172935" y="0"/>
                  </a:lnTo>
                  <a:close/>
                </a:path>
                <a:path w="1026795" h="1428750">
                  <a:moveTo>
                    <a:pt x="457403" y="648525"/>
                  </a:moveTo>
                  <a:lnTo>
                    <a:pt x="284492" y="648525"/>
                  </a:lnTo>
                  <a:lnTo>
                    <a:pt x="284492" y="780072"/>
                  </a:lnTo>
                  <a:lnTo>
                    <a:pt x="457403" y="780072"/>
                  </a:lnTo>
                  <a:lnTo>
                    <a:pt x="457403" y="648525"/>
                  </a:lnTo>
                  <a:close/>
                </a:path>
                <a:path w="1026795" h="1428750">
                  <a:moveTo>
                    <a:pt x="457466" y="1297063"/>
                  </a:moveTo>
                  <a:lnTo>
                    <a:pt x="284518" y="1297063"/>
                  </a:lnTo>
                  <a:lnTo>
                    <a:pt x="284518" y="1428623"/>
                  </a:lnTo>
                  <a:lnTo>
                    <a:pt x="457466" y="1428623"/>
                  </a:lnTo>
                  <a:lnTo>
                    <a:pt x="457466" y="1297063"/>
                  </a:lnTo>
                  <a:close/>
                </a:path>
                <a:path w="1026795" h="1428750">
                  <a:moveTo>
                    <a:pt x="457466" y="1080897"/>
                  </a:moveTo>
                  <a:lnTo>
                    <a:pt x="284518" y="1080897"/>
                  </a:lnTo>
                  <a:lnTo>
                    <a:pt x="284518" y="1212443"/>
                  </a:lnTo>
                  <a:lnTo>
                    <a:pt x="457466" y="1212443"/>
                  </a:lnTo>
                  <a:lnTo>
                    <a:pt x="457466" y="1080897"/>
                  </a:lnTo>
                  <a:close/>
                </a:path>
                <a:path w="1026795" h="1428750">
                  <a:moveTo>
                    <a:pt x="457466" y="864717"/>
                  </a:moveTo>
                  <a:lnTo>
                    <a:pt x="284518" y="864717"/>
                  </a:lnTo>
                  <a:lnTo>
                    <a:pt x="284518" y="996264"/>
                  </a:lnTo>
                  <a:lnTo>
                    <a:pt x="457466" y="996264"/>
                  </a:lnTo>
                  <a:lnTo>
                    <a:pt x="457466" y="864717"/>
                  </a:lnTo>
                  <a:close/>
                </a:path>
                <a:path w="1026795" h="1428750">
                  <a:moveTo>
                    <a:pt x="457466" y="432358"/>
                  </a:moveTo>
                  <a:lnTo>
                    <a:pt x="284518" y="432358"/>
                  </a:lnTo>
                  <a:lnTo>
                    <a:pt x="284518" y="563918"/>
                  </a:lnTo>
                  <a:lnTo>
                    <a:pt x="457466" y="563918"/>
                  </a:lnTo>
                  <a:lnTo>
                    <a:pt x="457466" y="432358"/>
                  </a:lnTo>
                  <a:close/>
                </a:path>
                <a:path w="1026795" h="1428750">
                  <a:moveTo>
                    <a:pt x="457466" y="216179"/>
                  </a:moveTo>
                  <a:lnTo>
                    <a:pt x="284518" y="216179"/>
                  </a:lnTo>
                  <a:lnTo>
                    <a:pt x="284518" y="347738"/>
                  </a:lnTo>
                  <a:lnTo>
                    <a:pt x="457466" y="347738"/>
                  </a:lnTo>
                  <a:lnTo>
                    <a:pt x="457466" y="216179"/>
                  </a:lnTo>
                  <a:close/>
                </a:path>
                <a:path w="1026795" h="1428750">
                  <a:moveTo>
                    <a:pt x="457466" y="0"/>
                  </a:moveTo>
                  <a:lnTo>
                    <a:pt x="284518" y="0"/>
                  </a:lnTo>
                  <a:lnTo>
                    <a:pt x="284518" y="131559"/>
                  </a:lnTo>
                  <a:lnTo>
                    <a:pt x="457466" y="131559"/>
                  </a:lnTo>
                  <a:lnTo>
                    <a:pt x="457466" y="0"/>
                  </a:lnTo>
                  <a:close/>
                </a:path>
                <a:path w="1026795" h="1428750">
                  <a:moveTo>
                    <a:pt x="741959" y="1297063"/>
                  </a:moveTo>
                  <a:lnTo>
                    <a:pt x="569023" y="1297063"/>
                  </a:lnTo>
                  <a:lnTo>
                    <a:pt x="569023" y="1428635"/>
                  </a:lnTo>
                  <a:lnTo>
                    <a:pt x="741959" y="1428635"/>
                  </a:lnTo>
                  <a:lnTo>
                    <a:pt x="741959" y="1297063"/>
                  </a:lnTo>
                  <a:close/>
                </a:path>
                <a:path w="1026795" h="1428750">
                  <a:moveTo>
                    <a:pt x="741959" y="1080897"/>
                  </a:moveTo>
                  <a:lnTo>
                    <a:pt x="569023" y="1080897"/>
                  </a:lnTo>
                  <a:lnTo>
                    <a:pt x="569023" y="1212456"/>
                  </a:lnTo>
                  <a:lnTo>
                    <a:pt x="741959" y="1212456"/>
                  </a:lnTo>
                  <a:lnTo>
                    <a:pt x="741959" y="1080897"/>
                  </a:lnTo>
                  <a:close/>
                </a:path>
                <a:path w="1026795" h="1428750">
                  <a:moveTo>
                    <a:pt x="741959" y="864717"/>
                  </a:moveTo>
                  <a:lnTo>
                    <a:pt x="569023" y="864717"/>
                  </a:lnTo>
                  <a:lnTo>
                    <a:pt x="569023" y="996276"/>
                  </a:lnTo>
                  <a:lnTo>
                    <a:pt x="741959" y="996276"/>
                  </a:lnTo>
                  <a:lnTo>
                    <a:pt x="741959" y="864717"/>
                  </a:lnTo>
                  <a:close/>
                </a:path>
                <a:path w="1026795" h="1428750">
                  <a:moveTo>
                    <a:pt x="741959" y="648525"/>
                  </a:moveTo>
                  <a:lnTo>
                    <a:pt x="569023" y="648525"/>
                  </a:lnTo>
                  <a:lnTo>
                    <a:pt x="569023" y="780084"/>
                  </a:lnTo>
                  <a:lnTo>
                    <a:pt x="741959" y="780084"/>
                  </a:lnTo>
                  <a:lnTo>
                    <a:pt x="741959" y="648525"/>
                  </a:lnTo>
                  <a:close/>
                </a:path>
                <a:path w="1026795" h="1428750">
                  <a:moveTo>
                    <a:pt x="741959" y="432358"/>
                  </a:moveTo>
                  <a:lnTo>
                    <a:pt x="569023" y="432358"/>
                  </a:lnTo>
                  <a:lnTo>
                    <a:pt x="569023" y="563930"/>
                  </a:lnTo>
                  <a:lnTo>
                    <a:pt x="741959" y="563930"/>
                  </a:lnTo>
                  <a:lnTo>
                    <a:pt x="741959" y="432358"/>
                  </a:lnTo>
                  <a:close/>
                </a:path>
                <a:path w="1026795" h="1428750">
                  <a:moveTo>
                    <a:pt x="741959" y="216179"/>
                  </a:moveTo>
                  <a:lnTo>
                    <a:pt x="569023" y="216179"/>
                  </a:lnTo>
                  <a:lnTo>
                    <a:pt x="569023" y="347764"/>
                  </a:lnTo>
                  <a:lnTo>
                    <a:pt x="741959" y="347764"/>
                  </a:lnTo>
                  <a:lnTo>
                    <a:pt x="741959" y="216179"/>
                  </a:lnTo>
                  <a:close/>
                </a:path>
                <a:path w="1026795" h="1428750">
                  <a:moveTo>
                    <a:pt x="741959" y="0"/>
                  </a:moveTo>
                  <a:lnTo>
                    <a:pt x="569023" y="0"/>
                  </a:lnTo>
                  <a:lnTo>
                    <a:pt x="569023" y="131572"/>
                  </a:lnTo>
                  <a:lnTo>
                    <a:pt x="741959" y="131572"/>
                  </a:lnTo>
                  <a:lnTo>
                    <a:pt x="741959" y="0"/>
                  </a:lnTo>
                  <a:close/>
                </a:path>
                <a:path w="1026795" h="1428750">
                  <a:moveTo>
                    <a:pt x="1026464" y="648525"/>
                  </a:moveTo>
                  <a:lnTo>
                    <a:pt x="853528" y="648525"/>
                  </a:lnTo>
                  <a:lnTo>
                    <a:pt x="853528" y="780084"/>
                  </a:lnTo>
                  <a:lnTo>
                    <a:pt x="1026464" y="780084"/>
                  </a:lnTo>
                  <a:lnTo>
                    <a:pt x="1026464" y="648525"/>
                  </a:lnTo>
                  <a:close/>
                </a:path>
                <a:path w="1026795" h="1428750">
                  <a:moveTo>
                    <a:pt x="1026490" y="1297063"/>
                  </a:moveTo>
                  <a:lnTo>
                    <a:pt x="853554" y="1297063"/>
                  </a:lnTo>
                  <a:lnTo>
                    <a:pt x="853554" y="1428635"/>
                  </a:lnTo>
                  <a:lnTo>
                    <a:pt x="1026490" y="1428635"/>
                  </a:lnTo>
                  <a:lnTo>
                    <a:pt x="1026490" y="1297063"/>
                  </a:lnTo>
                  <a:close/>
                </a:path>
                <a:path w="1026795" h="1428750">
                  <a:moveTo>
                    <a:pt x="1026490" y="1080897"/>
                  </a:moveTo>
                  <a:lnTo>
                    <a:pt x="853554" y="1080897"/>
                  </a:lnTo>
                  <a:lnTo>
                    <a:pt x="853554" y="1212456"/>
                  </a:lnTo>
                  <a:lnTo>
                    <a:pt x="1026490" y="1212456"/>
                  </a:lnTo>
                  <a:lnTo>
                    <a:pt x="1026490" y="1080897"/>
                  </a:lnTo>
                  <a:close/>
                </a:path>
                <a:path w="1026795" h="1428750">
                  <a:moveTo>
                    <a:pt x="1026490" y="864717"/>
                  </a:moveTo>
                  <a:lnTo>
                    <a:pt x="853554" y="864717"/>
                  </a:lnTo>
                  <a:lnTo>
                    <a:pt x="853554" y="996276"/>
                  </a:lnTo>
                  <a:lnTo>
                    <a:pt x="1026490" y="996276"/>
                  </a:lnTo>
                  <a:lnTo>
                    <a:pt x="1026490" y="864717"/>
                  </a:lnTo>
                  <a:close/>
                </a:path>
                <a:path w="1026795" h="1428750">
                  <a:moveTo>
                    <a:pt x="1026490" y="432358"/>
                  </a:moveTo>
                  <a:lnTo>
                    <a:pt x="853554" y="432358"/>
                  </a:lnTo>
                  <a:lnTo>
                    <a:pt x="853554" y="563930"/>
                  </a:lnTo>
                  <a:lnTo>
                    <a:pt x="1026490" y="563930"/>
                  </a:lnTo>
                  <a:lnTo>
                    <a:pt x="1026490" y="432358"/>
                  </a:lnTo>
                  <a:close/>
                </a:path>
                <a:path w="1026795" h="1428750">
                  <a:moveTo>
                    <a:pt x="1026490" y="216179"/>
                  </a:moveTo>
                  <a:lnTo>
                    <a:pt x="853554" y="216179"/>
                  </a:lnTo>
                  <a:lnTo>
                    <a:pt x="853554" y="347764"/>
                  </a:lnTo>
                  <a:lnTo>
                    <a:pt x="1026490" y="347764"/>
                  </a:lnTo>
                  <a:lnTo>
                    <a:pt x="1026490" y="216179"/>
                  </a:lnTo>
                  <a:close/>
                </a:path>
                <a:path w="1026795" h="1428750">
                  <a:moveTo>
                    <a:pt x="1026490" y="0"/>
                  </a:moveTo>
                  <a:lnTo>
                    <a:pt x="853554" y="0"/>
                  </a:lnTo>
                  <a:lnTo>
                    <a:pt x="853554" y="131572"/>
                  </a:lnTo>
                  <a:lnTo>
                    <a:pt x="1026490" y="131572"/>
                  </a:lnTo>
                  <a:lnTo>
                    <a:pt x="1026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5591479" y="8770714"/>
              <a:ext cx="1026794" cy="308610"/>
            </a:xfrm>
            <a:custGeom>
              <a:avLst/>
              <a:gdLst/>
              <a:ahLst/>
              <a:cxnLst/>
              <a:rect l="l" t="t" r="r" b="b"/>
              <a:pathLst>
                <a:path w="1026795" h="308609">
                  <a:moveTo>
                    <a:pt x="133007" y="0"/>
                  </a:moveTo>
                  <a:lnTo>
                    <a:pt x="0" y="0"/>
                  </a:lnTo>
                  <a:lnTo>
                    <a:pt x="0" y="236816"/>
                  </a:lnTo>
                  <a:lnTo>
                    <a:pt x="133007" y="236816"/>
                  </a:lnTo>
                  <a:lnTo>
                    <a:pt x="133007" y="0"/>
                  </a:lnTo>
                  <a:close/>
                </a:path>
                <a:path w="1026795" h="308609">
                  <a:moveTo>
                    <a:pt x="305943" y="0"/>
                  </a:moveTo>
                  <a:lnTo>
                    <a:pt x="172935" y="0"/>
                  </a:lnTo>
                  <a:lnTo>
                    <a:pt x="172935" y="54825"/>
                  </a:lnTo>
                  <a:lnTo>
                    <a:pt x="172935" y="236816"/>
                  </a:lnTo>
                  <a:lnTo>
                    <a:pt x="305943" y="236816"/>
                  </a:lnTo>
                  <a:lnTo>
                    <a:pt x="305943" y="54825"/>
                  </a:lnTo>
                  <a:lnTo>
                    <a:pt x="305943" y="0"/>
                  </a:lnTo>
                  <a:close/>
                </a:path>
                <a:path w="1026795" h="308609">
                  <a:moveTo>
                    <a:pt x="628535" y="54825"/>
                  </a:moveTo>
                  <a:lnTo>
                    <a:pt x="397954" y="54825"/>
                  </a:lnTo>
                  <a:lnTo>
                    <a:pt x="397954" y="308102"/>
                  </a:lnTo>
                  <a:lnTo>
                    <a:pt x="628535" y="308102"/>
                  </a:lnTo>
                  <a:lnTo>
                    <a:pt x="628535" y="54825"/>
                  </a:lnTo>
                  <a:close/>
                </a:path>
                <a:path w="1026795" h="308609">
                  <a:moveTo>
                    <a:pt x="853554" y="0"/>
                  </a:moveTo>
                  <a:lnTo>
                    <a:pt x="720547" y="0"/>
                  </a:lnTo>
                  <a:lnTo>
                    <a:pt x="720547" y="54825"/>
                  </a:lnTo>
                  <a:lnTo>
                    <a:pt x="720547" y="236816"/>
                  </a:lnTo>
                  <a:lnTo>
                    <a:pt x="853554" y="236816"/>
                  </a:lnTo>
                  <a:lnTo>
                    <a:pt x="853554" y="54825"/>
                  </a:lnTo>
                  <a:lnTo>
                    <a:pt x="853554" y="0"/>
                  </a:lnTo>
                  <a:close/>
                </a:path>
                <a:path w="1026795" h="308609">
                  <a:moveTo>
                    <a:pt x="1026490" y="0"/>
                  </a:moveTo>
                  <a:lnTo>
                    <a:pt x="893457" y="0"/>
                  </a:lnTo>
                  <a:lnTo>
                    <a:pt x="893457" y="236816"/>
                  </a:lnTo>
                  <a:lnTo>
                    <a:pt x="1026490" y="236816"/>
                  </a:lnTo>
                  <a:lnTo>
                    <a:pt x="1026490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5889663" y="8718090"/>
              <a:ext cx="430530" cy="107950"/>
            </a:xfrm>
            <a:custGeom>
              <a:avLst/>
              <a:gdLst/>
              <a:ahLst/>
              <a:cxnLst/>
              <a:rect l="l" t="t" r="r" b="b"/>
              <a:pathLst>
                <a:path w="430529" h="107950">
                  <a:moveTo>
                    <a:pt x="430091" y="0"/>
                  </a:moveTo>
                  <a:lnTo>
                    <a:pt x="0" y="0"/>
                  </a:lnTo>
                  <a:lnTo>
                    <a:pt x="0" y="107441"/>
                  </a:lnTo>
                  <a:lnTo>
                    <a:pt x="430091" y="107441"/>
                  </a:lnTo>
                  <a:lnTo>
                    <a:pt x="4300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5140871" y="7869548"/>
              <a:ext cx="2234565" cy="1138555"/>
            </a:xfrm>
            <a:custGeom>
              <a:avLst/>
              <a:gdLst/>
              <a:ahLst/>
              <a:cxnLst/>
              <a:rect l="l" t="t" r="r" b="b"/>
              <a:pathLst>
                <a:path w="2234565" h="1138554">
                  <a:moveTo>
                    <a:pt x="140754" y="1015187"/>
                  </a:moveTo>
                  <a:lnTo>
                    <a:pt x="0" y="1015187"/>
                  </a:lnTo>
                  <a:lnTo>
                    <a:pt x="0" y="1094130"/>
                  </a:lnTo>
                  <a:lnTo>
                    <a:pt x="140754" y="1094130"/>
                  </a:lnTo>
                  <a:lnTo>
                    <a:pt x="140754" y="1015187"/>
                  </a:lnTo>
                  <a:close/>
                </a:path>
                <a:path w="2234565" h="1138554">
                  <a:moveTo>
                    <a:pt x="140754" y="903351"/>
                  </a:moveTo>
                  <a:lnTo>
                    <a:pt x="0" y="903351"/>
                  </a:lnTo>
                  <a:lnTo>
                    <a:pt x="0" y="982306"/>
                  </a:lnTo>
                  <a:lnTo>
                    <a:pt x="140754" y="982306"/>
                  </a:lnTo>
                  <a:lnTo>
                    <a:pt x="140754" y="903351"/>
                  </a:lnTo>
                  <a:close/>
                </a:path>
                <a:path w="2234565" h="1138554">
                  <a:moveTo>
                    <a:pt x="140754" y="791514"/>
                  </a:moveTo>
                  <a:lnTo>
                    <a:pt x="0" y="791514"/>
                  </a:lnTo>
                  <a:lnTo>
                    <a:pt x="0" y="870458"/>
                  </a:lnTo>
                  <a:lnTo>
                    <a:pt x="140754" y="870458"/>
                  </a:lnTo>
                  <a:lnTo>
                    <a:pt x="140754" y="791514"/>
                  </a:lnTo>
                  <a:close/>
                </a:path>
                <a:path w="2234565" h="1138554">
                  <a:moveTo>
                    <a:pt x="1702689" y="901166"/>
                  </a:moveTo>
                  <a:lnTo>
                    <a:pt x="1569656" y="901166"/>
                  </a:lnTo>
                  <a:lnTo>
                    <a:pt x="1569656" y="1137983"/>
                  </a:lnTo>
                  <a:lnTo>
                    <a:pt x="1702689" y="1137983"/>
                  </a:lnTo>
                  <a:lnTo>
                    <a:pt x="1702689" y="901166"/>
                  </a:lnTo>
                  <a:close/>
                </a:path>
                <a:path w="2234565" h="1138554">
                  <a:moveTo>
                    <a:pt x="1844014" y="778344"/>
                  </a:moveTo>
                  <a:lnTo>
                    <a:pt x="1569669" y="778344"/>
                  </a:lnTo>
                  <a:lnTo>
                    <a:pt x="1569669" y="857275"/>
                  </a:lnTo>
                  <a:lnTo>
                    <a:pt x="1844014" y="857275"/>
                  </a:lnTo>
                  <a:lnTo>
                    <a:pt x="1844014" y="778344"/>
                  </a:lnTo>
                  <a:close/>
                </a:path>
                <a:path w="2234565" h="1138554">
                  <a:moveTo>
                    <a:pt x="1844014" y="647738"/>
                  </a:moveTo>
                  <a:lnTo>
                    <a:pt x="1569669" y="647738"/>
                  </a:lnTo>
                  <a:lnTo>
                    <a:pt x="1569669" y="726668"/>
                  </a:lnTo>
                  <a:lnTo>
                    <a:pt x="1844014" y="726668"/>
                  </a:lnTo>
                  <a:lnTo>
                    <a:pt x="1844014" y="647738"/>
                  </a:lnTo>
                  <a:close/>
                </a:path>
                <a:path w="2234565" h="1138554">
                  <a:moveTo>
                    <a:pt x="1844014" y="517118"/>
                  </a:moveTo>
                  <a:lnTo>
                    <a:pt x="1569669" y="517118"/>
                  </a:lnTo>
                  <a:lnTo>
                    <a:pt x="1569669" y="596061"/>
                  </a:lnTo>
                  <a:lnTo>
                    <a:pt x="1844014" y="596061"/>
                  </a:lnTo>
                  <a:lnTo>
                    <a:pt x="1844014" y="517118"/>
                  </a:lnTo>
                  <a:close/>
                </a:path>
                <a:path w="2234565" h="1138554">
                  <a:moveTo>
                    <a:pt x="1844014" y="386511"/>
                  </a:moveTo>
                  <a:lnTo>
                    <a:pt x="1569669" y="386511"/>
                  </a:lnTo>
                  <a:lnTo>
                    <a:pt x="1569669" y="465455"/>
                  </a:lnTo>
                  <a:lnTo>
                    <a:pt x="1844014" y="465455"/>
                  </a:lnTo>
                  <a:lnTo>
                    <a:pt x="1844014" y="386511"/>
                  </a:lnTo>
                  <a:close/>
                </a:path>
                <a:path w="2234565" h="1138554">
                  <a:moveTo>
                    <a:pt x="1844014" y="255892"/>
                  </a:moveTo>
                  <a:lnTo>
                    <a:pt x="1569669" y="255892"/>
                  </a:lnTo>
                  <a:lnTo>
                    <a:pt x="1569669" y="334822"/>
                  </a:lnTo>
                  <a:lnTo>
                    <a:pt x="1844014" y="334822"/>
                  </a:lnTo>
                  <a:lnTo>
                    <a:pt x="1844014" y="255892"/>
                  </a:lnTo>
                  <a:close/>
                </a:path>
                <a:path w="2234565" h="1138554">
                  <a:moveTo>
                    <a:pt x="1844014" y="125298"/>
                  </a:moveTo>
                  <a:lnTo>
                    <a:pt x="1569669" y="125298"/>
                  </a:lnTo>
                  <a:lnTo>
                    <a:pt x="1569669" y="204241"/>
                  </a:lnTo>
                  <a:lnTo>
                    <a:pt x="1844014" y="204241"/>
                  </a:lnTo>
                  <a:lnTo>
                    <a:pt x="1844014" y="125298"/>
                  </a:lnTo>
                  <a:close/>
                </a:path>
                <a:path w="2234565" h="1138554">
                  <a:moveTo>
                    <a:pt x="1925091" y="901166"/>
                  </a:moveTo>
                  <a:lnTo>
                    <a:pt x="1792058" y="901166"/>
                  </a:lnTo>
                  <a:lnTo>
                    <a:pt x="1792058" y="1137983"/>
                  </a:lnTo>
                  <a:lnTo>
                    <a:pt x="1925091" y="1137983"/>
                  </a:lnTo>
                  <a:lnTo>
                    <a:pt x="1925091" y="901166"/>
                  </a:lnTo>
                  <a:close/>
                </a:path>
                <a:path w="2234565" h="1138554">
                  <a:moveTo>
                    <a:pt x="2147481" y="901166"/>
                  </a:moveTo>
                  <a:lnTo>
                    <a:pt x="2014474" y="901166"/>
                  </a:lnTo>
                  <a:lnTo>
                    <a:pt x="2014474" y="1137983"/>
                  </a:lnTo>
                  <a:lnTo>
                    <a:pt x="2147481" y="1137983"/>
                  </a:lnTo>
                  <a:lnTo>
                    <a:pt x="2147481" y="901166"/>
                  </a:lnTo>
                  <a:close/>
                </a:path>
                <a:path w="2234565" h="1138554">
                  <a:moveTo>
                    <a:pt x="2151659" y="778344"/>
                  </a:moveTo>
                  <a:lnTo>
                    <a:pt x="1877288" y="778344"/>
                  </a:lnTo>
                  <a:lnTo>
                    <a:pt x="1877288" y="857275"/>
                  </a:lnTo>
                  <a:lnTo>
                    <a:pt x="2151659" y="857275"/>
                  </a:lnTo>
                  <a:lnTo>
                    <a:pt x="2151659" y="778344"/>
                  </a:lnTo>
                  <a:close/>
                </a:path>
                <a:path w="2234565" h="1138554">
                  <a:moveTo>
                    <a:pt x="2151659" y="647738"/>
                  </a:moveTo>
                  <a:lnTo>
                    <a:pt x="1877288" y="647738"/>
                  </a:lnTo>
                  <a:lnTo>
                    <a:pt x="1877288" y="726668"/>
                  </a:lnTo>
                  <a:lnTo>
                    <a:pt x="2151659" y="726668"/>
                  </a:lnTo>
                  <a:lnTo>
                    <a:pt x="2151659" y="647738"/>
                  </a:lnTo>
                  <a:close/>
                </a:path>
                <a:path w="2234565" h="1138554">
                  <a:moveTo>
                    <a:pt x="2151659" y="517118"/>
                  </a:moveTo>
                  <a:lnTo>
                    <a:pt x="1877288" y="517118"/>
                  </a:lnTo>
                  <a:lnTo>
                    <a:pt x="1877288" y="596061"/>
                  </a:lnTo>
                  <a:lnTo>
                    <a:pt x="2151659" y="596061"/>
                  </a:lnTo>
                  <a:lnTo>
                    <a:pt x="2151659" y="517118"/>
                  </a:lnTo>
                  <a:close/>
                </a:path>
                <a:path w="2234565" h="1138554">
                  <a:moveTo>
                    <a:pt x="2151659" y="386511"/>
                  </a:moveTo>
                  <a:lnTo>
                    <a:pt x="1877288" y="386511"/>
                  </a:lnTo>
                  <a:lnTo>
                    <a:pt x="1877288" y="465455"/>
                  </a:lnTo>
                  <a:lnTo>
                    <a:pt x="2151659" y="465455"/>
                  </a:lnTo>
                  <a:lnTo>
                    <a:pt x="2151659" y="386511"/>
                  </a:lnTo>
                  <a:close/>
                </a:path>
                <a:path w="2234565" h="1138554">
                  <a:moveTo>
                    <a:pt x="2151659" y="255892"/>
                  </a:moveTo>
                  <a:lnTo>
                    <a:pt x="1877288" y="255892"/>
                  </a:lnTo>
                  <a:lnTo>
                    <a:pt x="1877288" y="334822"/>
                  </a:lnTo>
                  <a:lnTo>
                    <a:pt x="2151659" y="334822"/>
                  </a:lnTo>
                  <a:lnTo>
                    <a:pt x="2151659" y="255892"/>
                  </a:lnTo>
                  <a:close/>
                </a:path>
                <a:path w="2234565" h="1138554">
                  <a:moveTo>
                    <a:pt x="2151659" y="125298"/>
                  </a:moveTo>
                  <a:lnTo>
                    <a:pt x="1877288" y="125298"/>
                  </a:lnTo>
                  <a:lnTo>
                    <a:pt x="1877288" y="204241"/>
                  </a:lnTo>
                  <a:lnTo>
                    <a:pt x="2151659" y="204241"/>
                  </a:lnTo>
                  <a:lnTo>
                    <a:pt x="2151659" y="125298"/>
                  </a:lnTo>
                  <a:close/>
                </a:path>
                <a:path w="2234565" h="1138554">
                  <a:moveTo>
                    <a:pt x="2234222" y="0"/>
                  </a:moveTo>
                  <a:lnTo>
                    <a:pt x="1526984" y="0"/>
                  </a:lnTo>
                  <a:lnTo>
                    <a:pt x="1526984" y="50253"/>
                  </a:lnTo>
                  <a:lnTo>
                    <a:pt x="2234222" y="50253"/>
                  </a:lnTo>
                  <a:lnTo>
                    <a:pt x="2234222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4" name="object 284" descr=""/>
          <p:cNvGrpSpPr/>
          <p:nvPr/>
        </p:nvGrpSpPr>
        <p:grpSpPr>
          <a:xfrm>
            <a:off x="1970211" y="7682935"/>
            <a:ext cx="739140" cy="1102995"/>
            <a:chOff x="1970211" y="7682935"/>
            <a:chExt cx="739140" cy="1102995"/>
          </a:xfrm>
        </p:grpSpPr>
        <p:sp>
          <p:nvSpPr>
            <p:cNvPr id="285" name="object 285" descr=""/>
            <p:cNvSpPr/>
            <p:nvPr/>
          </p:nvSpPr>
          <p:spPr>
            <a:xfrm>
              <a:off x="1970211" y="7682935"/>
              <a:ext cx="610235" cy="619760"/>
            </a:xfrm>
            <a:custGeom>
              <a:avLst/>
              <a:gdLst/>
              <a:ahLst/>
              <a:cxnLst/>
              <a:rect l="l" t="t" r="r" b="b"/>
              <a:pathLst>
                <a:path w="610235" h="619759">
                  <a:moveTo>
                    <a:pt x="316015" y="0"/>
                  </a:moveTo>
                  <a:lnTo>
                    <a:pt x="307448" y="172"/>
                  </a:lnTo>
                  <a:lnTo>
                    <a:pt x="298988" y="1910"/>
                  </a:lnTo>
                  <a:lnTo>
                    <a:pt x="292841" y="8067"/>
                  </a:lnTo>
                  <a:lnTo>
                    <a:pt x="289888" y="15648"/>
                  </a:lnTo>
                  <a:lnTo>
                    <a:pt x="285241" y="9215"/>
                  </a:lnTo>
                  <a:lnTo>
                    <a:pt x="279001" y="4615"/>
                  </a:lnTo>
                  <a:lnTo>
                    <a:pt x="271627" y="2244"/>
                  </a:lnTo>
                  <a:lnTo>
                    <a:pt x="263575" y="2496"/>
                  </a:lnTo>
                  <a:lnTo>
                    <a:pt x="256669" y="5053"/>
                  </a:lnTo>
                  <a:lnTo>
                    <a:pt x="251007" y="9399"/>
                  </a:lnTo>
                  <a:lnTo>
                    <a:pt x="246842" y="15139"/>
                  </a:lnTo>
                  <a:lnTo>
                    <a:pt x="244424" y="21878"/>
                  </a:lnTo>
                  <a:lnTo>
                    <a:pt x="239623" y="16797"/>
                  </a:lnTo>
                  <a:lnTo>
                    <a:pt x="233670" y="13273"/>
                  </a:lnTo>
                  <a:lnTo>
                    <a:pt x="226916" y="11568"/>
                  </a:lnTo>
                  <a:lnTo>
                    <a:pt x="219713" y="11941"/>
                  </a:lnTo>
                  <a:lnTo>
                    <a:pt x="212137" y="14939"/>
                  </a:lnTo>
                  <a:lnTo>
                    <a:pt x="206227" y="20121"/>
                  </a:lnTo>
                  <a:lnTo>
                    <a:pt x="202259" y="26925"/>
                  </a:lnTo>
                  <a:lnTo>
                    <a:pt x="200509" y="34788"/>
                  </a:lnTo>
                  <a:lnTo>
                    <a:pt x="194886" y="29239"/>
                  </a:lnTo>
                  <a:lnTo>
                    <a:pt x="187064" y="26171"/>
                  </a:lnTo>
                  <a:lnTo>
                    <a:pt x="178813" y="27867"/>
                  </a:lnTo>
                  <a:lnTo>
                    <a:pt x="170759" y="31161"/>
                  </a:lnTo>
                  <a:lnTo>
                    <a:pt x="164641" y="36913"/>
                  </a:lnTo>
                  <a:lnTo>
                    <a:pt x="160808" y="44437"/>
                  </a:lnTo>
                  <a:lnTo>
                    <a:pt x="159610" y="53050"/>
                  </a:lnTo>
                  <a:lnTo>
                    <a:pt x="154437" y="49709"/>
                  </a:lnTo>
                  <a:lnTo>
                    <a:pt x="148081" y="48233"/>
                  </a:lnTo>
                  <a:lnTo>
                    <a:pt x="141600" y="49573"/>
                  </a:lnTo>
                  <a:lnTo>
                    <a:pt x="132810" y="53314"/>
                  </a:lnTo>
                  <a:lnTo>
                    <a:pt x="126314" y="59920"/>
                  </a:lnTo>
                  <a:lnTo>
                    <a:pt x="122662" y="68499"/>
                  </a:lnTo>
                  <a:lnTo>
                    <a:pt x="122407" y="78159"/>
                  </a:lnTo>
                  <a:lnTo>
                    <a:pt x="118093" y="76389"/>
                  </a:lnTo>
                  <a:lnTo>
                    <a:pt x="89312" y="95938"/>
                  </a:lnTo>
                  <a:lnTo>
                    <a:pt x="89319" y="105854"/>
                  </a:lnTo>
                  <a:lnTo>
                    <a:pt x="89476" y="106640"/>
                  </a:lnTo>
                  <a:lnTo>
                    <a:pt x="89978" y="107226"/>
                  </a:lnTo>
                  <a:lnTo>
                    <a:pt x="90198" y="107980"/>
                  </a:lnTo>
                  <a:lnTo>
                    <a:pt x="86921" y="107226"/>
                  </a:lnTo>
                  <a:lnTo>
                    <a:pt x="83465" y="107058"/>
                  </a:lnTo>
                  <a:lnTo>
                    <a:pt x="79958" y="107781"/>
                  </a:lnTo>
                  <a:lnTo>
                    <a:pt x="70969" y="111636"/>
                  </a:lnTo>
                  <a:lnTo>
                    <a:pt x="64360" y="118457"/>
                  </a:lnTo>
                  <a:lnTo>
                    <a:pt x="60749" y="127298"/>
                  </a:lnTo>
                  <a:lnTo>
                    <a:pt x="60754" y="137215"/>
                  </a:lnTo>
                  <a:lnTo>
                    <a:pt x="61183" y="139361"/>
                  </a:lnTo>
                  <a:lnTo>
                    <a:pt x="63162" y="143005"/>
                  </a:lnTo>
                  <a:lnTo>
                    <a:pt x="58660" y="142534"/>
                  </a:lnTo>
                  <a:lnTo>
                    <a:pt x="56335" y="143005"/>
                  </a:lnTo>
                  <a:lnTo>
                    <a:pt x="47352" y="146862"/>
                  </a:lnTo>
                  <a:lnTo>
                    <a:pt x="40747" y="153687"/>
                  </a:lnTo>
                  <a:lnTo>
                    <a:pt x="37137" y="162531"/>
                  </a:lnTo>
                  <a:lnTo>
                    <a:pt x="37142" y="172449"/>
                  </a:lnTo>
                  <a:lnTo>
                    <a:pt x="37812" y="175779"/>
                  </a:lnTo>
                  <a:lnTo>
                    <a:pt x="39121" y="178815"/>
                  </a:lnTo>
                  <a:lnTo>
                    <a:pt x="40891" y="181475"/>
                  </a:lnTo>
                  <a:lnTo>
                    <a:pt x="39938" y="181548"/>
                  </a:lnTo>
                  <a:lnTo>
                    <a:pt x="39037" y="181276"/>
                  </a:lnTo>
                  <a:lnTo>
                    <a:pt x="38085" y="181475"/>
                  </a:lnTo>
                  <a:lnTo>
                    <a:pt x="29097" y="185326"/>
                  </a:lnTo>
                  <a:lnTo>
                    <a:pt x="22492" y="192147"/>
                  </a:lnTo>
                  <a:lnTo>
                    <a:pt x="18885" y="200991"/>
                  </a:lnTo>
                  <a:lnTo>
                    <a:pt x="18891" y="210909"/>
                  </a:lnTo>
                  <a:lnTo>
                    <a:pt x="19823" y="215610"/>
                  </a:lnTo>
                  <a:lnTo>
                    <a:pt x="22294" y="219401"/>
                  </a:lnTo>
                  <a:lnTo>
                    <a:pt x="25300" y="222667"/>
                  </a:lnTo>
                  <a:lnTo>
                    <a:pt x="16446" y="226581"/>
                  </a:lnTo>
                  <a:lnTo>
                    <a:pt x="9941" y="233378"/>
                  </a:lnTo>
                  <a:lnTo>
                    <a:pt x="6393" y="242144"/>
                  </a:lnTo>
                  <a:lnTo>
                    <a:pt x="6410" y="251965"/>
                  </a:lnTo>
                  <a:lnTo>
                    <a:pt x="7677" y="258289"/>
                  </a:lnTo>
                  <a:lnTo>
                    <a:pt x="11311" y="263410"/>
                  </a:lnTo>
                  <a:lnTo>
                    <a:pt x="16054" y="266959"/>
                  </a:lnTo>
                  <a:lnTo>
                    <a:pt x="8472" y="271355"/>
                  </a:lnTo>
                  <a:lnTo>
                    <a:pt x="2951" y="277916"/>
                  </a:lnTo>
                  <a:lnTo>
                    <a:pt x="0" y="286006"/>
                  </a:lnTo>
                  <a:lnTo>
                    <a:pt x="128" y="294990"/>
                  </a:lnTo>
                  <a:lnTo>
                    <a:pt x="1740" y="303084"/>
                  </a:lnTo>
                  <a:lnTo>
                    <a:pt x="7216" y="309063"/>
                  </a:lnTo>
                  <a:lnTo>
                    <a:pt x="14064" y="312288"/>
                  </a:lnTo>
                  <a:lnTo>
                    <a:pt x="7457" y="316952"/>
                  </a:lnTo>
                  <a:lnTo>
                    <a:pt x="2707" y="323344"/>
                  </a:lnTo>
                  <a:lnTo>
                    <a:pt x="233" y="330966"/>
                  </a:lnTo>
                  <a:lnTo>
                    <a:pt x="452" y="339324"/>
                  </a:lnTo>
                  <a:lnTo>
                    <a:pt x="2867" y="346108"/>
                  </a:lnTo>
                  <a:lnTo>
                    <a:pt x="6949" y="351690"/>
                  </a:lnTo>
                  <a:lnTo>
                    <a:pt x="12335" y="355865"/>
                  </a:lnTo>
                  <a:lnTo>
                    <a:pt x="18661" y="358433"/>
                  </a:lnTo>
                  <a:lnTo>
                    <a:pt x="13182" y="363293"/>
                  </a:lnTo>
                  <a:lnTo>
                    <a:pt x="9347" y="369495"/>
                  </a:lnTo>
                  <a:lnTo>
                    <a:pt x="7453" y="376633"/>
                  </a:lnTo>
                  <a:lnTo>
                    <a:pt x="7792" y="384296"/>
                  </a:lnTo>
                  <a:lnTo>
                    <a:pt x="10678" y="391908"/>
                  </a:lnTo>
                  <a:lnTo>
                    <a:pt x="15665" y="397881"/>
                  </a:lnTo>
                  <a:lnTo>
                    <a:pt x="22221" y="401944"/>
                  </a:lnTo>
                  <a:lnTo>
                    <a:pt x="29813" y="403824"/>
                  </a:lnTo>
                  <a:lnTo>
                    <a:pt x="25666" y="408608"/>
                  </a:lnTo>
                  <a:lnTo>
                    <a:pt x="22794" y="414235"/>
                  </a:lnTo>
                  <a:lnTo>
                    <a:pt x="21434" y="420478"/>
                  </a:lnTo>
                  <a:lnTo>
                    <a:pt x="21823" y="427111"/>
                  </a:lnTo>
                  <a:lnTo>
                    <a:pt x="25011" y="435210"/>
                  </a:lnTo>
                  <a:lnTo>
                    <a:pt x="30572" y="441390"/>
                  </a:lnTo>
                  <a:lnTo>
                    <a:pt x="37853" y="445310"/>
                  </a:lnTo>
                  <a:lnTo>
                    <a:pt x="46200" y="446629"/>
                  </a:lnTo>
                  <a:lnTo>
                    <a:pt x="42252" y="452105"/>
                  </a:lnTo>
                  <a:lnTo>
                    <a:pt x="40357" y="459058"/>
                  </a:lnTo>
                  <a:lnTo>
                    <a:pt x="41781" y="466231"/>
                  </a:lnTo>
                  <a:lnTo>
                    <a:pt x="45381" y="475035"/>
                  </a:lnTo>
                  <a:lnTo>
                    <a:pt x="51728" y="481565"/>
                  </a:lnTo>
                  <a:lnTo>
                    <a:pt x="59983" y="485308"/>
                  </a:lnTo>
                  <a:lnTo>
                    <a:pt x="69309" y="485748"/>
                  </a:lnTo>
                  <a:lnTo>
                    <a:pt x="67099" y="490471"/>
                  </a:lnTo>
                  <a:lnTo>
                    <a:pt x="65937" y="495738"/>
                  </a:lnTo>
                  <a:lnTo>
                    <a:pt x="67037" y="501245"/>
                  </a:lnTo>
                  <a:lnTo>
                    <a:pt x="70826" y="510382"/>
                  </a:lnTo>
                  <a:lnTo>
                    <a:pt x="77535" y="517098"/>
                  </a:lnTo>
                  <a:lnTo>
                    <a:pt x="86233" y="520767"/>
                  </a:lnTo>
                  <a:lnTo>
                    <a:pt x="95989" y="520763"/>
                  </a:lnTo>
                  <a:lnTo>
                    <a:pt x="96606" y="520637"/>
                  </a:lnTo>
                  <a:lnTo>
                    <a:pt x="97057" y="520219"/>
                  </a:lnTo>
                  <a:lnTo>
                    <a:pt x="97653" y="520051"/>
                  </a:lnTo>
                  <a:lnTo>
                    <a:pt x="96617" y="523768"/>
                  </a:lnTo>
                  <a:lnTo>
                    <a:pt x="96146" y="527663"/>
                  </a:lnTo>
                  <a:lnTo>
                    <a:pt x="96952" y="531716"/>
                  </a:lnTo>
                  <a:lnTo>
                    <a:pt x="100741" y="540852"/>
                  </a:lnTo>
                  <a:lnTo>
                    <a:pt x="107450" y="547569"/>
                  </a:lnTo>
                  <a:lnTo>
                    <a:pt x="116148" y="551238"/>
                  </a:lnTo>
                  <a:lnTo>
                    <a:pt x="125904" y="551233"/>
                  </a:lnTo>
                  <a:lnTo>
                    <a:pt x="127736" y="550846"/>
                  </a:lnTo>
                  <a:lnTo>
                    <a:pt x="129223" y="549851"/>
                  </a:lnTo>
                  <a:lnTo>
                    <a:pt x="130867" y="549097"/>
                  </a:lnTo>
                  <a:lnTo>
                    <a:pt x="150074" y="576728"/>
                  </a:lnTo>
                  <a:lnTo>
                    <a:pt x="159830" y="576720"/>
                  </a:lnTo>
                  <a:lnTo>
                    <a:pt x="162918" y="576081"/>
                  </a:lnTo>
                  <a:lnTo>
                    <a:pt x="165672" y="574772"/>
                  </a:lnTo>
                  <a:lnTo>
                    <a:pt x="168175" y="573138"/>
                  </a:lnTo>
                  <a:lnTo>
                    <a:pt x="168217" y="574531"/>
                  </a:lnTo>
                  <a:lnTo>
                    <a:pt x="167903" y="575871"/>
                  </a:lnTo>
                  <a:lnTo>
                    <a:pt x="168185" y="577285"/>
                  </a:lnTo>
                  <a:lnTo>
                    <a:pt x="171974" y="586423"/>
                  </a:lnTo>
                  <a:lnTo>
                    <a:pt x="178684" y="593142"/>
                  </a:lnTo>
                  <a:lnTo>
                    <a:pt x="187382" y="596811"/>
                  </a:lnTo>
                  <a:lnTo>
                    <a:pt x="197137" y="596803"/>
                  </a:lnTo>
                  <a:lnTo>
                    <a:pt x="201514" y="595902"/>
                  </a:lnTo>
                  <a:lnTo>
                    <a:pt x="205106" y="593588"/>
                  </a:lnTo>
                  <a:lnTo>
                    <a:pt x="208226" y="590782"/>
                  </a:lnTo>
                  <a:lnTo>
                    <a:pt x="208174" y="591274"/>
                  </a:lnTo>
                  <a:lnTo>
                    <a:pt x="212015" y="600674"/>
                  </a:lnTo>
                  <a:lnTo>
                    <a:pt x="218724" y="607393"/>
                  </a:lnTo>
                  <a:lnTo>
                    <a:pt x="227423" y="611062"/>
                  </a:lnTo>
                  <a:lnTo>
                    <a:pt x="237178" y="611054"/>
                  </a:lnTo>
                  <a:lnTo>
                    <a:pt x="243104" y="609839"/>
                  </a:lnTo>
                  <a:lnTo>
                    <a:pt x="247869" y="606331"/>
                  </a:lnTo>
                  <a:lnTo>
                    <a:pt x="251345" y="601860"/>
                  </a:lnTo>
                  <a:lnTo>
                    <a:pt x="255531" y="609990"/>
                  </a:lnTo>
                  <a:lnTo>
                    <a:pt x="262061" y="615933"/>
                  </a:lnTo>
                  <a:lnTo>
                    <a:pt x="270229" y="619135"/>
                  </a:lnTo>
                  <a:lnTo>
                    <a:pt x="279334" y="619043"/>
                  </a:lnTo>
                  <a:lnTo>
                    <a:pt x="288317" y="615187"/>
                  </a:lnTo>
                  <a:lnTo>
                    <a:pt x="294922" y="608366"/>
                  </a:lnTo>
                  <a:lnTo>
                    <a:pt x="298532" y="599525"/>
                  </a:lnTo>
                  <a:lnTo>
                    <a:pt x="298527" y="589609"/>
                  </a:lnTo>
                  <a:lnTo>
                    <a:pt x="298297" y="588447"/>
                  </a:lnTo>
                  <a:lnTo>
                    <a:pt x="297605" y="587557"/>
                  </a:lnTo>
                  <a:lnTo>
                    <a:pt x="297218" y="586468"/>
                  </a:lnTo>
                  <a:lnTo>
                    <a:pt x="343156" y="583890"/>
                  </a:lnTo>
                  <a:lnTo>
                    <a:pt x="382818" y="574898"/>
                  </a:lnTo>
                  <a:lnTo>
                    <a:pt x="382378" y="579306"/>
                  </a:lnTo>
                  <a:lnTo>
                    <a:pt x="382828" y="581578"/>
                  </a:lnTo>
                  <a:lnTo>
                    <a:pt x="386617" y="590715"/>
                  </a:lnTo>
                  <a:lnTo>
                    <a:pt x="393326" y="597431"/>
                  </a:lnTo>
                  <a:lnTo>
                    <a:pt x="402025" y="601100"/>
                  </a:lnTo>
                  <a:lnTo>
                    <a:pt x="411780" y="601096"/>
                  </a:lnTo>
                  <a:lnTo>
                    <a:pt x="419653" y="597912"/>
                  </a:lnTo>
                  <a:lnTo>
                    <a:pt x="425689" y="592370"/>
                  </a:lnTo>
                  <a:lnTo>
                    <a:pt x="429572" y="585109"/>
                  </a:lnTo>
                  <a:lnTo>
                    <a:pt x="430984" y="576772"/>
                  </a:lnTo>
                  <a:lnTo>
                    <a:pt x="436460" y="581180"/>
                  </a:lnTo>
                  <a:lnTo>
                    <a:pt x="443538" y="583442"/>
                  </a:lnTo>
                  <a:lnTo>
                    <a:pt x="450920" y="581924"/>
                  </a:lnTo>
                  <a:lnTo>
                    <a:pt x="459423" y="578353"/>
                  </a:lnTo>
                  <a:lnTo>
                    <a:pt x="465764" y="572077"/>
                  </a:lnTo>
                  <a:lnTo>
                    <a:pt x="469484" y="563902"/>
                  </a:lnTo>
                  <a:lnTo>
                    <a:pt x="470124" y="554636"/>
                  </a:lnTo>
                  <a:lnTo>
                    <a:pt x="474930" y="557160"/>
                  </a:lnTo>
                  <a:lnTo>
                    <a:pt x="480406" y="558437"/>
                  </a:lnTo>
                  <a:lnTo>
                    <a:pt x="486113" y="557265"/>
                  </a:lnTo>
                  <a:lnTo>
                    <a:pt x="495102" y="553414"/>
                  </a:lnTo>
                  <a:lnTo>
                    <a:pt x="501710" y="546592"/>
                  </a:lnTo>
                  <a:lnTo>
                    <a:pt x="505321" y="537749"/>
                  </a:lnTo>
                  <a:lnTo>
                    <a:pt x="505316" y="527831"/>
                  </a:lnTo>
                  <a:lnTo>
                    <a:pt x="504887" y="526805"/>
                  </a:lnTo>
                  <a:lnTo>
                    <a:pt x="508709" y="528019"/>
                  </a:lnTo>
                  <a:lnTo>
                    <a:pt x="536137" y="508251"/>
                  </a:lnTo>
                  <a:lnTo>
                    <a:pt x="536132" y="498334"/>
                  </a:lnTo>
                  <a:lnTo>
                    <a:pt x="535818" y="496753"/>
                  </a:lnTo>
                  <a:lnTo>
                    <a:pt x="534939" y="495507"/>
                  </a:lnTo>
                  <a:lnTo>
                    <a:pt x="534363" y="494073"/>
                  </a:lnTo>
                  <a:lnTo>
                    <a:pt x="537148" y="494513"/>
                  </a:lnTo>
                  <a:lnTo>
                    <a:pt x="540027" y="494670"/>
                  </a:lnTo>
                  <a:lnTo>
                    <a:pt x="542949" y="494073"/>
                  </a:lnTo>
                  <a:lnTo>
                    <a:pt x="551938" y="490216"/>
                  </a:lnTo>
                  <a:lnTo>
                    <a:pt x="558546" y="483391"/>
                  </a:lnTo>
                  <a:lnTo>
                    <a:pt x="562157" y="474546"/>
                  </a:lnTo>
                  <a:lnTo>
                    <a:pt x="562152" y="464629"/>
                  </a:lnTo>
                  <a:lnTo>
                    <a:pt x="561576" y="461749"/>
                  </a:lnTo>
                  <a:lnTo>
                    <a:pt x="560320" y="459205"/>
                  </a:lnTo>
                  <a:lnTo>
                    <a:pt x="558906" y="456828"/>
                  </a:lnTo>
                  <a:lnTo>
                    <a:pt x="560529" y="456828"/>
                  </a:lnTo>
                  <a:lnTo>
                    <a:pt x="582952" y="437301"/>
                  </a:lnTo>
                  <a:lnTo>
                    <a:pt x="582948" y="427384"/>
                  </a:lnTo>
                  <a:lnTo>
                    <a:pt x="582120" y="423206"/>
                  </a:lnTo>
                  <a:lnTo>
                    <a:pt x="580079" y="419730"/>
                  </a:lnTo>
                  <a:lnTo>
                    <a:pt x="577576" y="416662"/>
                  </a:lnTo>
                  <a:lnTo>
                    <a:pt x="578037" y="416599"/>
                  </a:lnTo>
                  <a:lnTo>
                    <a:pt x="578456" y="416756"/>
                  </a:lnTo>
                  <a:lnTo>
                    <a:pt x="587899" y="412811"/>
                  </a:lnTo>
                  <a:lnTo>
                    <a:pt x="594505" y="405989"/>
                  </a:lnTo>
                  <a:lnTo>
                    <a:pt x="598114" y="397145"/>
                  </a:lnTo>
                  <a:lnTo>
                    <a:pt x="598109" y="387228"/>
                  </a:lnTo>
                  <a:lnTo>
                    <a:pt x="596979" y="381542"/>
                  </a:lnTo>
                  <a:lnTo>
                    <a:pt x="593764" y="377008"/>
                  </a:lnTo>
                  <a:lnTo>
                    <a:pt x="589743" y="373511"/>
                  </a:lnTo>
                  <a:lnTo>
                    <a:pt x="597984" y="369345"/>
                  </a:lnTo>
                  <a:lnTo>
                    <a:pt x="604016" y="362665"/>
                  </a:lnTo>
                  <a:lnTo>
                    <a:pt x="607279" y="354235"/>
                  </a:lnTo>
                  <a:lnTo>
                    <a:pt x="607209" y="344821"/>
                  </a:lnTo>
                  <a:lnTo>
                    <a:pt x="605743" y="337439"/>
                  </a:lnTo>
                  <a:lnTo>
                    <a:pt x="601094" y="331743"/>
                  </a:lnTo>
                  <a:lnTo>
                    <a:pt x="595136" y="328298"/>
                  </a:lnTo>
                  <a:lnTo>
                    <a:pt x="602197" y="323745"/>
                  </a:lnTo>
                  <a:lnTo>
                    <a:pt x="607307" y="317273"/>
                  </a:lnTo>
                  <a:lnTo>
                    <a:pt x="610003" y="309437"/>
                  </a:lnTo>
                  <a:lnTo>
                    <a:pt x="609826" y="300791"/>
                  </a:lnTo>
                  <a:lnTo>
                    <a:pt x="608004" y="291618"/>
                  </a:lnTo>
                  <a:lnTo>
                    <a:pt x="601303" y="285001"/>
                  </a:lnTo>
                  <a:lnTo>
                    <a:pt x="593136" y="282320"/>
                  </a:lnTo>
                  <a:lnTo>
                    <a:pt x="599243" y="277551"/>
                  </a:lnTo>
                  <a:lnTo>
                    <a:pt x="603594" y="271241"/>
                  </a:lnTo>
                  <a:lnTo>
                    <a:pt x="605820" y="263836"/>
                  </a:lnTo>
                  <a:lnTo>
                    <a:pt x="605554" y="255787"/>
                  </a:lnTo>
                  <a:lnTo>
                    <a:pt x="602874" y="248511"/>
                  </a:lnTo>
                  <a:lnTo>
                    <a:pt x="598290" y="242658"/>
                  </a:lnTo>
                  <a:lnTo>
                    <a:pt x="592249" y="238487"/>
                  </a:lnTo>
                  <a:lnTo>
                    <a:pt x="585199" y="236259"/>
                  </a:lnTo>
                  <a:lnTo>
                    <a:pt x="589890" y="231407"/>
                  </a:lnTo>
                  <a:lnTo>
                    <a:pt x="593146" y="225508"/>
                  </a:lnTo>
                  <a:lnTo>
                    <a:pt x="594714" y="218866"/>
                  </a:lnTo>
                  <a:lnTo>
                    <a:pt x="594340" y="211788"/>
                  </a:lnTo>
                  <a:lnTo>
                    <a:pt x="591309" y="203947"/>
                  </a:lnTo>
                  <a:lnTo>
                    <a:pt x="586047" y="197883"/>
                  </a:lnTo>
                  <a:lnTo>
                    <a:pt x="579144" y="193892"/>
                  </a:lnTo>
                  <a:lnTo>
                    <a:pt x="571189" y="192270"/>
                  </a:lnTo>
                  <a:lnTo>
                    <a:pt x="575984" y="186616"/>
                  </a:lnTo>
                  <a:lnTo>
                    <a:pt x="578560" y="179119"/>
                  </a:lnTo>
                  <a:lnTo>
                    <a:pt x="576990" y="171234"/>
                  </a:lnTo>
                  <a:lnTo>
                    <a:pt x="573615" y="162821"/>
                  </a:lnTo>
                  <a:lnTo>
                    <a:pt x="567702" y="156493"/>
                  </a:lnTo>
                  <a:lnTo>
                    <a:pt x="559983" y="152656"/>
                  </a:lnTo>
                  <a:lnTo>
                    <a:pt x="551189" y="151717"/>
                  </a:lnTo>
                  <a:lnTo>
                    <a:pt x="554006" y="146659"/>
                  </a:lnTo>
                  <a:lnTo>
                    <a:pt x="555357" y="140712"/>
                  </a:lnTo>
                  <a:lnTo>
                    <a:pt x="554132" y="134565"/>
                  </a:lnTo>
                  <a:lnTo>
                    <a:pt x="550344" y="125434"/>
                  </a:lnTo>
                  <a:lnTo>
                    <a:pt x="543640" y="118720"/>
                  </a:lnTo>
                  <a:lnTo>
                    <a:pt x="534948" y="115049"/>
                  </a:lnTo>
                  <a:lnTo>
                    <a:pt x="525201" y="115048"/>
                  </a:lnTo>
                  <a:lnTo>
                    <a:pt x="526562" y="110995"/>
                  </a:lnTo>
                  <a:lnTo>
                    <a:pt x="507196" y="82667"/>
                  </a:lnTo>
                  <a:lnTo>
                    <a:pt x="497442" y="82672"/>
                  </a:lnTo>
                  <a:lnTo>
                    <a:pt x="496311" y="82902"/>
                  </a:lnTo>
                  <a:lnTo>
                    <a:pt x="495453" y="83604"/>
                  </a:lnTo>
                  <a:lnTo>
                    <a:pt x="494406" y="83981"/>
                  </a:lnTo>
                  <a:lnTo>
                    <a:pt x="494950" y="80934"/>
                  </a:lnTo>
                  <a:lnTo>
                    <a:pt x="495034" y="77761"/>
                  </a:lnTo>
                  <a:lnTo>
                    <a:pt x="494395" y="74546"/>
                  </a:lnTo>
                  <a:lnTo>
                    <a:pt x="490606" y="65409"/>
                  </a:lnTo>
                  <a:lnTo>
                    <a:pt x="483897" y="58693"/>
                  </a:lnTo>
                  <a:lnTo>
                    <a:pt x="475199" y="55024"/>
                  </a:lnTo>
                  <a:lnTo>
                    <a:pt x="465443" y="55029"/>
                  </a:lnTo>
                  <a:lnTo>
                    <a:pt x="462972" y="55542"/>
                  </a:lnTo>
                  <a:lnTo>
                    <a:pt x="458773" y="57887"/>
                  </a:lnTo>
                  <a:lnTo>
                    <a:pt x="458847" y="55950"/>
                  </a:lnTo>
                  <a:lnTo>
                    <a:pt x="439577" y="32533"/>
                  </a:lnTo>
                  <a:lnTo>
                    <a:pt x="429821" y="32537"/>
                  </a:lnTo>
                  <a:lnTo>
                    <a:pt x="426146" y="33291"/>
                  </a:lnTo>
                  <a:lnTo>
                    <a:pt x="422963" y="34966"/>
                  </a:lnTo>
                  <a:lnTo>
                    <a:pt x="420146" y="37092"/>
                  </a:lnTo>
                  <a:lnTo>
                    <a:pt x="420073" y="36432"/>
                  </a:lnTo>
                  <a:lnTo>
                    <a:pt x="420282" y="35804"/>
                  </a:lnTo>
                  <a:lnTo>
                    <a:pt x="420146" y="35134"/>
                  </a:lnTo>
                  <a:lnTo>
                    <a:pt x="416357" y="25996"/>
                  </a:lnTo>
                  <a:lnTo>
                    <a:pt x="409648" y="19277"/>
                  </a:lnTo>
                  <a:lnTo>
                    <a:pt x="400950" y="15607"/>
                  </a:lnTo>
                  <a:lnTo>
                    <a:pt x="391194" y="15616"/>
                  </a:lnTo>
                  <a:lnTo>
                    <a:pt x="386095" y="16663"/>
                  </a:lnTo>
                  <a:lnTo>
                    <a:pt x="382032" y="19553"/>
                  </a:lnTo>
                  <a:lnTo>
                    <a:pt x="378692" y="23103"/>
                  </a:lnTo>
                  <a:lnTo>
                    <a:pt x="374697" y="14440"/>
                  </a:lnTo>
                  <a:lnTo>
                    <a:pt x="368073" y="8086"/>
                  </a:lnTo>
                  <a:lnTo>
                    <a:pt x="359634" y="4637"/>
                  </a:lnTo>
                  <a:lnTo>
                    <a:pt x="350190" y="4685"/>
                  </a:lnTo>
                  <a:lnTo>
                    <a:pt x="343541" y="6056"/>
                  </a:lnTo>
                  <a:lnTo>
                    <a:pt x="338075" y="10035"/>
                  </a:lnTo>
                  <a:lnTo>
                    <a:pt x="334599" y="15354"/>
                  </a:lnTo>
                  <a:lnTo>
                    <a:pt x="330149" y="8070"/>
                  </a:lnTo>
                  <a:lnTo>
                    <a:pt x="323768" y="2792"/>
                  </a:lnTo>
                  <a:lnTo>
                    <a:pt x="316015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2411476" y="8280558"/>
              <a:ext cx="297815" cy="505459"/>
            </a:xfrm>
            <a:custGeom>
              <a:avLst/>
              <a:gdLst/>
              <a:ahLst/>
              <a:cxnLst/>
              <a:rect l="l" t="t" r="r" b="b"/>
              <a:pathLst>
                <a:path w="297814" h="505459">
                  <a:moveTo>
                    <a:pt x="297624" y="276631"/>
                  </a:moveTo>
                  <a:lnTo>
                    <a:pt x="286092" y="235902"/>
                  </a:lnTo>
                  <a:lnTo>
                    <a:pt x="250723" y="167208"/>
                  </a:lnTo>
                  <a:lnTo>
                    <a:pt x="217995" y="124955"/>
                  </a:lnTo>
                  <a:lnTo>
                    <a:pt x="172008" y="78803"/>
                  </a:lnTo>
                  <a:lnTo>
                    <a:pt x="110299" y="29781"/>
                  </a:lnTo>
                  <a:lnTo>
                    <a:pt x="110159" y="29895"/>
                  </a:lnTo>
                  <a:lnTo>
                    <a:pt x="108686" y="28651"/>
                  </a:lnTo>
                  <a:lnTo>
                    <a:pt x="65887" y="7454"/>
                  </a:lnTo>
                  <a:lnTo>
                    <a:pt x="17322" y="0"/>
                  </a:lnTo>
                  <a:lnTo>
                    <a:pt x="0" y="24561"/>
                  </a:lnTo>
                  <a:lnTo>
                    <a:pt x="86537" y="347421"/>
                  </a:lnTo>
                  <a:lnTo>
                    <a:pt x="110769" y="327774"/>
                  </a:lnTo>
                  <a:lnTo>
                    <a:pt x="148640" y="292455"/>
                  </a:lnTo>
                  <a:lnTo>
                    <a:pt x="181584" y="334073"/>
                  </a:lnTo>
                  <a:lnTo>
                    <a:pt x="166243" y="360934"/>
                  </a:lnTo>
                  <a:lnTo>
                    <a:pt x="159194" y="384606"/>
                  </a:lnTo>
                  <a:lnTo>
                    <a:pt x="158699" y="418363"/>
                  </a:lnTo>
                  <a:lnTo>
                    <a:pt x="163004" y="475449"/>
                  </a:lnTo>
                  <a:lnTo>
                    <a:pt x="184721" y="504977"/>
                  </a:lnTo>
                  <a:lnTo>
                    <a:pt x="206197" y="484378"/>
                  </a:lnTo>
                  <a:lnTo>
                    <a:pt x="251421" y="431038"/>
                  </a:lnTo>
                  <a:lnTo>
                    <a:pt x="291515" y="357581"/>
                  </a:lnTo>
                  <a:lnTo>
                    <a:pt x="297624" y="276631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7" name="object 287" descr=""/>
          <p:cNvGrpSpPr/>
          <p:nvPr/>
        </p:nvGrpSpPr>
        <p:grpSpPr>
          <a:xfrm>
            <a:off x="1879582" y="7888234"/>
            <a:ext cx="878840" cy="2482850"/>
            <a:chOff x="1879582" y="7888234"/>
            <a:chExt cx="878840" cy="2482850"/>
          </a:xfrm>
        </p:grpSpPr>
        <p:pic>
          <p:nvPicPr>
            <p:cNvPr id="288" name="object 28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161781" y="10122669"/>
              <a:ext cx="196340" cy="230799"/>
            </a:xfrm>
            <a:prstGeom prst="rect">
              <a:avLst/>
            </a:prstGeom>
          </p:spPr>
        </p:pic>
        <p:sp>
          <p:nvSpPr>
            <p:cNvPr id="289" name="object 289" descr=""/>
            <p:cNvSpPr/>
            <p:nvPr/>
          </p:nvSpPr>
          <p:spPr>
            <a:xfrm>
              <a:off x="2225840" y="10007610"/>
              <a:ext cx="130175" cy="259715"/>
            </a:xfrm>
            <a:custGeom>
              <a:avLst/>
              <a:gdLst/>
              <a:ahLst/>
              <a:cxnLst/>
              <a:rect l="l" t="t" r="r" b="b"/>
              <a:pathLst>
                <a:path w="130175" h="259715">
                  <a:moveTo>
                    <a:pt x="51220" y="0"/>
                  </a:moveTo>
                  <a:lnTo>
                    <a:pt x="30236" y="12880"/>
                  </a:lnTo>
                  <a:lnTo>
                    <a:pt x="22414" y="44867"/>
                  </a:lnTo>
                  <a:lnTo>
                    <a:pt x="19888" y="72956"/>
                  </a:lnTo>
                  <a:lnTo>
                    <a:pt x="16344" y="96550"/>
                  </a:lnTo>
                  <a:lnTo>
                    <a:pt x="5472" y="115055"/>
                  </a:lnTo>
                  <a:lnTo>
                    <a:pt x="0" y="136032"/>
                  </a:lnTo>
                  <a:lnTo>
                    <a:pt x="10429" y="163750"/>
                  </a:lnTo>
                  <a:lnTo>
                    <a:pt x="27131" y="192692"/>
                  </a:lnTo>
                  <a:lnTo>
                    <a:pt x="40476" y="217345"/>
                  </a:lnTo>
                  <a:lnTo>
                    <a:pt x="55637" y="240962"/>
                  </a:lnTo>
                  <a:lnTo>
                    <a:pt x="73919" y="255141"/>
                  </a:lnTo>
                  <a:lnTo>
                    <a:pt x="89222" y="259710"/>
                  </a:lnTo>
                  <a:lnTo>
                    <a:pt x="95448" y="254496"/>
                  </a:lnTo>
                  <a:lnTo>
                    <a:pt x="93210" y="190139"/>
                  </a:lnTo>
                  <a:lnTo>
                    <a:pt x="92668" y="149214"/>
                  </a:lnTo>
                  <a:lnTo>
                    <a:pt x="97787" y="109339"/>
                  </a:lnTo>
                  <a:lnTo>
                    <a:pt x="114574" y="60365"/>
                  </a:lnTo>
                  <a:lnTo>
                    <a:pt x="129594" y="24220"/>
                  </a:lnTo>
                  <a:lnTo>
                    <a:pt x="115889" y="17564"/>
                  </a:lnTo>
                  <a:lnTo>
                    <a:pt x="84768" y="5526"/>
                  </a:lnTo>
                  <a:lnTo>
                    <a:pt x="51220" y="0"/>
                  </a:lnTo>
                  <a:close/>
                </a:path>
              </a:pathLst>
            </a:custGeom>
            <a:solidFill>
              <a:srgbClr val="57466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0" name="object 29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212616" y="10078926"/>
              <a:ext cx="236842" cy="291876"/>
            </a:xfrm>
            <a:prstGeom prst="rect">
              <a:avLst/>
            </a:prstGeom>
          </p:spPr>
        </p:pic>
        <p:sp>
          <p:nvSpPr>
            <p:cNvPr id="291" name="object 291" descr=""/>
            <p:cNvSpPr/>
            <p:nvPr/>
          </p:nvSpPr>
          <p:spPr>
            <a:xfrm>
              <a:off x="2199500" y="8885190"/>
              <a:ext cx="462280" cy="1258570"/>
            </a:xfrm>
            <a:custGeom>
              <a:avLst/>
              <a:gdLst/>
              <a:ahLst/>
              <a:cxnLst/>
              <a:rect l="l" t="t" r="r" b="b"/>
              <a:pathLst>
                <a:path w="462280" h="1258570">
                  <a:moveTo>
                    <a:pt x="425871" y="0"/>
                  </a:moveTo>
                  <a:lnTo>
                    <a:pt x="359969" y="4057"/>
                  </a:lnTo>
                  <a:lnTo>
                    <a:pt x="214643" y="15663"/>
                  </a:lnTo>
                  <a:lnTo>
                    <a:pt x="68464" y="33965"/>
                  </a:lnTo>
                  <a:lnTo>
                    <a:pt x="0" y="58113"/>
                  </a:lnTo>
                  <a:lnTo>
                    <a:pt x="1173" y="73549"/>
                  </a:lnTo>
                  <a:lnTo>
                    <a:pt x="15078" y="142260"/>
                  </a:lnTo>
                  <a:lnTo>
                    <a:pt x="26745" y="191002"/>
                  </a:lnTo>
                  <a:lnTo>
                    <a:pt x="40846" y="246312"/>
                  </a:lnTo>
                  <a:lnTo>
                    <a:pt x="56847" y="305925"/>
                  </a:lnTo>
                  <a:lnTo>
                    <a:pt x="74218" y="367574"/>
                  </a:lnTo>
                  <a:lnTo>
                    <a:pt x="92426" y="428992"/>
                  </a:lnTo>
                  <a:lnTo>
                    <a:pt x="110940" y="487915"/>
                  </a:lnTo>
                  <a:lnTo>
                    <a:pt x="129226" y="542074"/>
                  </a:lnTo>
                  <a:lnTo>
                    <a:pt x="146753" y="589204"/>
                  </a:lnTo>
                  <a:lnTo>
                    <a:pt x="162989" y="627038"/>
                  </a:lnTo>
                  <a:lnTo>
                    <a:pt x="166158" y="633727"/>
                  </a:lnTo>
                  <a:lnTo>
                    <a:pt x="188214" y="682303"/>
                  </a:lnTo>
                  <a:lnTo>
                    <a:pt x="144234" y="745313"/>
                  </a:lnTo>
                  <a:lnTo>
                    <a:pt x="129043" y="789347"/>
                  </a:lnTo>
                  <a:lnTo>
                    <a:pt x="110163" y="877928"/>
                  </a:lnTo>
                  <a:lnTo>
                    <a:pt x="50302" y="1165189"/>
                  </a:lnTo>
                  <a:lnTo>
                    <a:pt x="49575" y="1229560"/>
                  </a:lnTo>
                  <a:lnTo>
                    <a:pt x="72611" y="1256550"/>
                  </a:lnTo>
                  <a:lnTo>
                    <a:pt x="102010" y="1258178"/>
                  </a:lnTo>
                  <a:lnTo>
                    <a:pt x="120373" y="1246464"/>
                  </a:lnTo>
                  <a:lnTo>
                    <a:pt x="141138" y="1205823"/>
                  </a:lnTo>
                  <a:lnTo>
                    <a:pt x="166681" y="1158508"/>
                  </a:lnTo>
                  <a:lnTo>
                    <a:pt x="195836" y="1106291"/>
                  </a:lnTo>
                  <a:lnTo>
                    <a:pt x="227440" y="1050946"/>
                  </a:lnTo>
                  <a:lnTo>
                    <a:pt x="260327" y="994243"/>
                  </a:lnTo>
                  <a:lnTo>
                    <a:pt x="293334" y="937955"/>
                  </a:lnTo>
                  <a:lnTo>
                    <a:pt x="381427" y="789307"/>
                  </a:lnTo>
                  <a:lnTo>
                    <a:pt x="419406" y="724776"/>
                  </a:lnTo>
                  <a:lnTo>
                    <a:pt x="436938" y="685911"/>
                  </a:lnTo>
                  <a:lnTo>
                    <a:pt x="450224" y="612878"/>
                  </a:lnTo>
                  <a:lnTo>
                    <a:pt x="455129" y="564931"/>
                  </a:lnTo>
                  <a:lnTo>
                    <a:pt x="458793" y="511232"/>
                  </a:lnTo>
                  <a:lnTo>
                    <a:pt x="461155" y="453178"/>
                  </a:lnTo>
                  <a:lnTo>
                    <a:pt x="462154" y="392171"/>
                  </a:lnTo>
                  <a:lnTo>
                    <a:pt x="461730" y="329610"/>
                  </a:lnTo>
                  <a:lnTo>
                    <a:pt x="459821" y="266894"/>
                  </a:lnTo>
                  <a:lnTo>
                    <a:pt x="456367" y="205425"/>
                  </a:lnTo>
                  <a:lnTo>
                    <a:pt x="451306" y="146600"/>
                  </a:lnTo>
                  <a:lnTo>
                    <a:pt x="444577" y="91822"/>
                  </a:lnTo>
                  <a:lnTo>
                    <a:pt x="436119" y="42488"/>
                  </a:lnTo>
                  <a:lnTo>
                    <a:pt x="425871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975791" y="8777027"/>
              <a:ext cx="433705" cy="1417955"/>
            </a:xfrm>
            <a:custGeom>
              <a:avLst/>
              <a:gdLst/>
              <a:ahLst/>
              <a:cxnLst/>
              <a:rect l="l" t="t" r="r" b="b"/>
              <a:pathLst>
                <a:path w="433705" h="1417954">
                  <a:moveTo>
                    <a:pt x="297772" y="0"/>
                  </a:moveTo>
                  <a:lnTo>
                    <a:pt x="183507" y="5426"/>
                  </a:lnTo>
                  <a:lnTo>
                    <a:pt x="77043" y="82163"/>
                  </a:lnTo>
                  <a:lnTo>
                    <a:pt x="46142" y="128158"/>
                  </a:lnTo>
                  <a:lnTo>
                    <a:pt x="23572" y="171272"/>
                  </a:lnTo>
                  <a:lnTo>
                    <a:pt x="8748" y="213290"/>
                  </a:lnTo>
                  <a:lnTo>
                    <a:pt x="1086" y="255997"/>
                  </a:lnTo>
                  <a:lnTo>
                    <a:pt x="0" y="301178"/>
                  </a:lnTo>
                  <a:lnTo>
                    <a:pt x="4905" y="350619"/>
                  </a:lnTo>
                  <a:lnTo>
                    <a:pt x="15218" y="406104"/>
                  </a:lnTo>
                  <a:lnTo>
                    <a:pt x="30353" y="469418"/>
                  </a:lnTo>
                  <a:lnTo>
                    <a:pt x="59398" y="547360"/>
                  </a:lnTo>
                  <a:lnTo>
                    <a:pt x="80479" y="598261"/>
                  </a:lnTo>
                  <a:lnTo>
                    <a:pt x="101897" y="652883"/>
                  </a:lnTo>
                  <a:lnTo>
                    <a:pt x="120623" y="708052"/>
                  </a:lnTo>
                  <a:lnTo>
                    <a:pt x="133631" y="760595"/>
                  </a:lnTo>
                  <a:lnTo>
                    <a:pt x="137893" y="807336"/>
                  </a:lnTo>
                  <a:lnTo>
                    <a:pt x="130382" y="845103"/>
                  </a:lnTo>
                  <a:lnTo>
                    <a:pt x="119595" y="882145"/>
                  </a:lnTo>
                  <a:lnTo>
                    <a:pt x="117197" y="923708"/>
                  </a:lnTo>
                  <a:lnTo>
                    <a:pt x="121866" y="968942"/>
                  </a:lnTo>
                  <a:lnTo>
                    <a:pt x="132281" y="1016996"/>
                  </a:lnTo>
                  <a:lnTo>
                    <a:pt x="147123" y="1067018"/>
                  </a:lnTo>
                  <a:lnTo>
                    <a:pt x="165069" y="1118158"/>
                  </a:lnTo>
                  <a:lnTo>
                    <a:pt x="184800" y="1169565"/>
                  </a:lnTo>
                  <a:lnTo>
                    <a:pt x="204995" y="1220387"/>
                  </a:lnTo>
                  <a:lnTo>
                    <a:pt x="224332" y="1269774"/>
                  </a:lnTo>
                  <a:lnTo>
                    <a:pt x="241492" y="1316874"/>
                  </a:lnTo>
                  <a:lnTo>
                    <a:pt x="255153" y="1360836"/>
                  </a:lnTo>
                  <a:lnTo>
                    <a:pt x="272864" y="1388369"/>
                  </a:lnTo>
                  <a:lnTo>
                    <a:pt x="301601" y="1409539"/>
                  </a:lnTo>
                  <a:lnTo>
                    <a:pt x="328116" y="1417959"/>
                  </a:lnTo>
                  <a:lnTo>
                    <a:pt x="339160" y="1407243"/>
                  </a:lnTo>
                  <a:lnTo>
                    <a:pt x="338392" y="1363096"/>
                  </a:lnTo>
                  <a:lnTo>
                    <a:pt x="339769" y="1310627"/>
                  </a:lnTo>
                  <a:lnTo>
                    <a:pt x="342997" y="1252299"/>
                  </a:lnTo>
                  <a:lnTo>
                    <a:pt x="347783" y="1190575"/>
                  </a:lnTo>
                  <a:lnTo>
                    <a:pt x="353835" y="1127918"/>
                  </a:lnTo>
                  <a:lnTo>
                    <a:pt x="360860" y="1066790"/>
                  </a:lnTo>
                  <a:lnTo>
                    <a:pt x="368564" y="1009655"/>
                  </a:lnTo>
                  <a:lnTo>
                    <a:pt x="376655" y="958974"/>
                  </a:lnTo>
                  <a:lnTo>
                    <a:pt x="384839" y="917212"/>
                  </a:lnTo>
                  <a:lnTo>
                    <a:pt x="392824" y="886830"/>
                  </a:lnTo>
                  <a:lnTo>
                    <a:pt x="398994" y="859341"/>
                  </a:lnTo>
                  <a:lnTo>
                    <a:pt x="405139" y="817106"/>
                  </a:lnTo>
                  <a:lnTo>
                    <a:pt x="411145" y="763974"/>
                  </a:lnTo>
                  <a:lnTo>
                    <a:pt x="416902" y="703793"/>
                  </a:lnTo>
                  <a:lnTo>
                    <a:pt x="422298" y="640415"/>
                  </a:lnTo>
                  <a:lnTo>
                    <a:pt x="427221" y="577687"/>
                  </a:lnTo>
                  <a:lnTo>
                    <a:pt x="431711" y="510171"/>
                  </a:lnTo>
                  <a:lnTo>
                    <a:pt x="433104" y="432024"/>
                  </a:lnTo>
                  <a:lnTo>
                    <a:pt x="431307" y="293168"/>
                  </a:lnTo>
                  <a:lnTo>
                    <a:pt x="426226" y="43526"/>
                  </a:lnTo>
                  <a:lnTo>
                    <a:pt x="388968" y="25996"/>
                  </a:lnTo>
                  <a:lnTo>
                    <a:pt x="297772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3" name="object 293" descr=""/>
            <p:cNvSpPr/>
            <p:nvPr/>
          </p:nvSpPr>
          <p:spPr>
            <a:xfrm>
              <a:off x="2488647" y="8603491"/>
              <a:ext cx="254000" cy="932180"/>
            </a:xfrm>
            <a:custGeom>
              <a:avLst/>
              <a:gdLst/>
              <a:ahLst/>
              <a:cxnLst/>
              <a:rect l="l" t="t" r="r" b="b"/>
              <a:pathLst>
                <a:path w="254000" h="932179">
                  <a:moveTo>
                    <a:pt x="215511" y="0"/>
                  </a:moveTo>
                  <a:lnTo>
                    <a:pt x="104426" y="11141"/>
                  </a:lnTo>
                  <a:lnTo>
                    <a:pt x="0" y="131954"/>
                  </a:lnTo>
                  <a:lnTo>
                    <a:pt x="43171" y="911605"/>
                  </a:lnTo>
                  <a:lnTo>
                    <a:pt x="253960" y="931940"/>
                  </a:lnTo>
                  <a:lnTo>
                    <a:pt x="215511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2380651" y="9535426"/>
              <a:ext cx="22860" cy="60960"/>
            </a:xfrm>
            <a:custGeom>
              <a:avLst/>
              <a:gdLst/>
              <a:ahLst/>
              <a:cxnLst/>
              <a:rect l="l" t="t" r="r" b="b"/>
              <a:pathLst>
                <a:path w="22860" h="60959">
                  <a:moveTo>
                    <a:pt x="6847" y="0"/>
                  </a:moveTo>
                  <a:lnTo>
                    <a:pt x="3451" y="31845"/>
                  </a:lnTo>
                  <a:lnTo>
                    <a:pt x="0" y="60793"/>
                  </a:lnTo>
                  <a:lnTo>
                    <a:pt x="8632" y="49494"/>
                  </a:lnTo>
                  <a:lnTo>
                    <a:pt x="15749" y="41153"/>
                  </a:lnTo>
                  <a:lnTo>
                    <a:pt x="20583" y="35988"/>
                  </a:lnTo>
                  <a:lnTo>
                    <a:pt x="22365" y="34218"/>
                  </a:lnTo>
                  <a:lnTo>
                    <a:pt x="6847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5" name="object 295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970238" y="8264638"/>
              <a:ext cx="765144" cy="1551350"/>
            </a:xfrm>
            <a:prstGeom prst="rect">
              <a:avLst/>
            </a:prstGeom>
          </p:spPr>
        </p:pic>
        <p:pic>
          <p:nvPicPr>
            <p:cNvPr id="296" name="object 296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144025" y="8264646"/>
              <a:ext cx="591354" cy="575964"/>
            </a:xfrm>
            <a:prstGeom prst="rect">
              <a:avLst/>
            </a:prstGeom>
          </p:spPr>
        </p:pic>
        <p:sp>
          <p:nvSpPr>
            <p:cNvPr id="297" name="object 297" descr=""/>
            <p:cNvSpPr/>
            <p:nvPr/>
          </p:nvSpPr>
          <p:spPr>
            <a:xfrm>
              <a:off x="1985855" y="8326384"/>
              <a:ext cx="483234" cy="1289050"/>
            </a:xfrm>
            <a:custGeom>
              <a:avLst/>
              <a:gdLst/>
              <a:ahLst/>
              <a:cxnLst/>
              <a:rect l="l" t="t" r="r" b="b"/>
              <a:pathLst>
                <a:path w="483235" h="1289050">
                  <a:moveTo>
                    <a:pt x="235323" y="0"/>
                  </a:moveTo>
                  <a:lnTo>
                    <a:pt x="176332" y="17453"/>
                  </a:lnTo>
                  <a:lnTo>
                    <a:pt x="133555" y="45341"/>
                  </a:lnTo>
                  <a:lnTo>
                    <a:pt x="127077" y="128432"/>
                  </a:lnTo>
                  <a:lnTo>
                    <a:pt x="128839" y="185858"/>
                  </a:lnTo>
                  <a:lnTo>
                    <a:pt x="132205" y="247636"/>
                  </a:lnTo>
                  <a:lnTo>
                    <a:pt x="135879" y="309089"/>
                  </a:lnTo>
                  <a:lnTo>
                    <a:pt x="138565" y="365539"/>
                  </a:lnTo>
                  <a:lnTo>
                    <a:pt x="138965" y="412310"/>
                  </a:lnTo>
                  <a:lnTo>
                    <a:pt x="123930" y="472804"/>
                  </a:lnTo>
                  <a:lnTo>
                    <a:pt x="80346" y="524862"/>
                  </a:lnTo>
                  <a:lnTo>
                    <a:pt x="54977" y="555550"/>
                  </a:lnTo>
                  <a:lnTo>
                    <a:pt x="31467" y="593818"/>
                  </a:lnTo>
                  <a:lnTo>
                    <a:pt x="12997" y="643019"/>
                  </a:lnTo>
                  <a:lnTo>
                    <a:pt x="2749" y="706508"/>
                  </a:lnTo>
                  <a:lnTo>
                    <a:pt x="0" y="750209"/>
                  </a:lnTo>
                  <a:lnTo>
                    <a:pt x="0" y="942271"/>
                  </a:lnTo>
                  <a:lnTo>
                    <a:pt x="3874" y="995381"/>
                  </a:lnTo>
                  <a:lnTo>
                    <a:pt x="21220" y="1168033"/>
                  </a:lnTo>
                  <a:lnTo>
                    <a:pt x="44650" y="1211193"/>
                  </a:lnTo>
                  <a:lnTo>
                    <a:pt x="87448" y="1238134"/>
                  </a:lnTo>
                  <a:lnTo>
                    <a:pt x="181103" y="1260158"/>
                  </a:lnTo>
                  <a:lnTo>
                    <a:pt x="357105" y="1288563"/>
                  </a:lnTo>
                  <a:lnTo>
                    <a:pt x="379048" y="1141600"/>
                  </a:lnTo>
                  <a:lnTo>
                    <a:pt x="426116" y="810102"/>
                  </a:lnTo>
                  <a:lnTo>
                    <a:pt x="470164" y="458153"/>
                  </a:lnTo>
                  <a:lnTo>
                    <a:pt x="483049" y="249841"/>
                  </a:lnTo>
                  <a:lnTo>
                    <a:pt x="469726" y="209835"/>
                  </a:lnTo>
                  <a:lnTo>
                    <a:pt x="444219" y="171800"/>
                  </a:lnTo>
                  <a:lnTo>
                    <a:pt x="410098" y="136005"/>
                  </a:lnTo>
                  <a:lnTo>
                    <a:pt x="370936" y="102717"/>
                  </a:lnTo>
                  <a:lnTo>
                    <a:pt x="330305" y="72205"/>
                  </a:lnTo>
                  <a:lnTo>
                    <a:pt x="291777" y="44735"/>
                  </a:lnTo>
                  <a:lnTo>
                    <a:pt x="258924" y="20576"/>
                  </a:lnTo>
                  <a:lnTo>
                    <a:pt x="235323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1932632" y="8271726"/>
              <a:ext cx="534035" cy="1294130"/>
            </a:xfrm>
            <a:custGeom>
              <a:avLst/>
              <a:gdLst/>
              <a:ahLst/>
              <a:cxnLst/>
              <a:rect l="l" t="t" r="r" b="b"/>
              <a:pathLst>
                <a:path w="534035" h="1294129">
                  <a:moveTo>
                    <a:pt x="303749" y="0"/>
                  </a:moveTo>
                  <a:lnTo>
                    <a:pt x="243699" y="13177"/>
                  </a:lnTo>
                  <a:lnTo>
                    <a:pt x="199088" y="37920"/>
                  </a:lnTo>
                  <a:lnTo>
                    <a:pt x="186847" y="120338"/>
                  </a:lnTo>
                  <a:lnTo>
                    <a:pt x="184611" y="177747"/>
                  </a:lnTo>
                  <a:lnTo>
                    <a:pt x="183674" y="239612"/>
                  </a:lnTo>
                  <a:lnTo>
                    <a:pt x="183067" y="301173"/>
                  </a:lnTo>
                  <a:lnTo>
                    <a:pt x="181822" y="357674"/>
                  </a:lnTo>
                  <a:lnTo>
                    <a:pt x="178970" y="404354"/>
                  </a:lnTo>
                  <a:lnTo>
                    <a:pt x="159769" y="463619"/>
                  </a:lnTo>
                  <a:lnTo>
                    <a:pt x="112675" y="512420"/>
                  </a:lnTo>
                  <a:lnTo>
                    <a:pt x="85237" y="541209"/>
                  </a:lnTo>
                  <a:lnTo>
                    <a:pt x="59124" y="577691"/>
                  </a:lnTo>
                  <a:lnTo>
                    <a:pt x="37277" y="625440"/>
                  </a:lnTo>
                  <a:lnTo>
                    <a:pt x="22637" y="688031"/>
                  </a:lnTo>
                  <a:lnTo>
                    <a:pt x="9094" y="789580"/>
                  </a:lnTo>
                  <a:lnTo>
                    <a:pt x="2248" y="877396"/>
                  </a:lnTo>
                  <a:lnTo>
                    <a:pt x="0" y="1000045"/>
                  </a:lnTo>
                  <a:lnTo>
                    <a:pt x="250" y="1206099"/>
                  </a:lnTo>
                  <a:lnTo>
                    <a:pt x="20763" y="1249946"/>
                  </a:lnTo>
                  <a:lnTo>
                    <a:pt x="62538" y="1273728"/>
                  </a:lnTo>
                  <a:lnTo>
                    <a:pt x="157017" y="1285695"/>
                  </a:lnTo>
                  <a:lnTo>
                    <a:pt x="335643" y="1294096"/>
                  </a:lnTo>
                  <a:lnTo>
                    <a:pt x="367748" y="1149078"/>
                  </a:lnTo>
                  <a:lnTo>
                    <a:pt x="437744" y="821791"/>
                  </a:lnTo>
                  <a:lnTo>
                    <a:pt x="506151" y="473890"/>
                  </a:lnTo>
                  <a:lnTo>
                    <a:pt x="533491" y="267028"/>
                  </a:lnTo>
                  <a:lnTo>
                    <a:pt x="522983" y="226163"/>
                  </a:lnTo>
                  <a:lnTo>
                    <a:pt x="500184" y="186389"/>
                  </a:lnTo>
                  <a:lnTo>
                    <a:pt x="468637" y="148231"/>
                  </a:lnTo>
                  <a:lnTo>
                    <a:pt x="431888" y="112212"/>
                  </a:lnTo>
                  <a:lnTo>
                    <a:pt x="393480" y="78856"/>
                  </a:lnTo>
                  <a:lnTo>
                    <a:pt x="356958" y="48686"/>
                  </a:lnTo>
                  <a:lnTo>
                    <a:pt x="325866" y="22226"/>
                  </a:lnTo>
                  <a:lnTo>
                    <a:pt x="303749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9" name="object 29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236384" y="8131977"/>
              <a:ext cx="239639" cy="239633"/>
            </a:xfrm>
            <a:prstGeom prst="rect">
              <a:avLst/>
            </a:prstGeom>
          </p:spPr>
        </p:pic>
        <p:sp>
          <p:nvSpPr>
            <p:cNvPr id="300" name="object 300" descr=""/>
            <p:cNvSpPr/>
            <p:nvPr/>
          </p:nvSpPr>
          <p:spPr>
            <a:xfrm>
              <a:off x="2111938" y="8505377"/>
              <a:ext cx="52069" cy="180975"/>
            </a:xfrm>
            <a:custGeom>
              <a:avLst/>
              <a:gdLst/>
              <a:ahLst/>
              <a:cxnLst/>
              <a:rect l="l" t="t" r="r" b="b"/>
              <a:pathLst>
                <a:path w="52069" h="180975">
                  <a:moveTo>
                    <a:pt x="51495" y="0"/>
                  </a:moveTo>
                  <a:lnTo>
                    <a:pt x="4198" y="45548"/>
                  </a:lnTo>
                  <a:lnTo>
                    <a:pt x="2638" y="120834"/>
                  </a:lnTo>
                  <a:lnTo>
                    <a:pt x="0" y="167345"/>
                  </a:lnTo>
                  <a:lnTo>
                    <a:pt x="9329" y="180465"/>
                  </a:lnTo>
                  <a:lnTo>
                    <a:pt x="51495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2193036" y="7888234"/>
              <a:ext cx="272415" cy="354965"/>
            </a:xfrm>
            <a:custGeom>
              <a:avLst/>
              <a:gdLst/>
              <a:ahLst/>
              <a:cxnLst/>
              <a:rect l="l" t="t" r="r" b="b"/>
              <a:pathLst>
                <a:path w="272414" h="354965">
                  <a:moveTo>
                    <a:pt x="155456" y="0"/>
                  </a:moveTo>
                  <a:lnTo>
                    <a:pt x="106445" y="1454"/>
                  </a:lnTo>
                  <a:lnTo>
                    <a:pt x="57757" y="18594"/>
                  </a:lnTo>
                  <a:lnTo>
                    <a:pt x="25650" y="46266"/>
                  </a:lnTo>
                  <a:lnTo>
                    <a:pt x="7329" y="81921"/>
                  </a:lnTo>
                  <a:lnTo>
                    <a:pt x="0" y="123014"/>
                  </a:lnTo>
                  <a:lnTo>
                    <a:pt x="868" y="166996"/>
                  </a:lnTo>
                  <a:lnTo>
                    <a:pt x="7139" y="211322"/>
                  </a:lnTo>
                  <a:lnTo>
                    <a:pt x="23285" y="261126"/>
                  </a:lnTo>
                  <a:lnTo>
                    <a:pt x="50573" y="303611"/>
                  </a:lnTo>
                  <a:lnTo>
                    <a:pt x="86227" y="335543"/>
                  </a:lnTo>
                  <a:lnTo>
                    <a:pt x="127472" y="353682"/>
                  </a:lnTo>
                  <a:lnTo>
                    <a:pt x="171532" y="354794"/>
                  </a:lnTo>
                  <a:lnTo>
                    <a:pt x="211749" y="337644"/>
                  </a:lnTo>
                  <a:lnTo>
                    <a:pt x="242642" y="305789"/>
                  </a:lnTo>
                  <a:lnTo>
                    <a:pt x="263200" y="263179"/>
                  </a:lnTo>
                  <a:lnTo>
                    <a:pt x="272415" y="213763"/>
                  </a:lnTo>
                  <a:lnTo>
                    <a:pt x="269278" y="161491"/>
                  </a:lnTo>
                  <a:lnTo>
                    <a:pt x="259245" y="117872"/>
                  </a:lnTo>
                  <a:lnTo>
                    <a:pt x="244276" y="76560"/>
                  </a:lnTo>
                  <a:lnTo>
                    <a:pt x="222941" y="40907"/>
                  </a:lnTo>
                  <a:lnTo>
                    <a:pt x="193811" y="14269"/>
                  </a:lnTo>
                  <a:lnTo>
                    <a:pt x="155456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2" name="object 302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967034" y="8754988"/>
              <a:ext cx="200088" cy="151115"/>
            </a:xfrm>
            <a:prstGeom prst="rect">
              <a:avLst/>
            </a:prstGeom>
          </p:spPr>
        </p:pic>
        <p:sp>
          <p:nvSpPr>
            <p:cNvPr id="303" name="object 303" descr=""/>
            <p:cNvSpPr/>
            <p:nvPr/>
          </p:nvSpPr>
          <p:spPr>
            <a:xfrm>
              <a:off x="1896341" y="8451217"/>
              <a:ext cx="276860" cy="348615"/>
            </a:xfrm>
            <a:custGeom>
              <a:avLst/>
              <a:gdLst/>
              <a:ahLst/>
              <a:cxnLst/>
              <a:rect l="l" t="t" r="r" b="b"/>
              <a:pathLst>
                <a:path w="276860" h="348615">
                  <a:moveTo>
                    <a:pt x="91030" y="0"/>
                  </a:moveTo>
                  <a:lnTo>
                    <a:pt x="44892" y="35284"/>
                  </a:lnTo>
                  <a:lnTo>
                    <a:pt x="19753" y="66422"/>
                  </a:lnTo>
                  <a:lnTo>
                    <a:pt x="0" y="110011"/>
                  </a:lnTo>
                  <a:lnTo>
                    <a:pt x="9519" y="132174"/>
                  </a:lnTo>
                  <a:lnTo>
                    <a:pt x="29929" y="167684"/>
                  </a:lnTo>
                  <a:lnTo>
                    <a:pt x="57256" y="207482"/>
                  </a:lnTo>
                  <a:lnTo>
                    <a:pt x="87526" y="242509"/>
                  </a:lnTo>
                  <a:lnTo>
                    <a:pt x="127753" y="275517"/>
                  </a:lnTo>
                  <a:lnTo>
                    <a:pt x="177214" y="310114"/>
                  </a:lnTo>
                  <a:lnTo>
                    <a:pt x="219167" y="337401"/>
                  </a:lnTo>
                  <a:lnTo>
                    <a:pt x="236872" y="348474"/>
                  </a:lnTo>
                  <a:lnTo>
                    <a:pt x="276745" y="309230"/>
                  </a:lnTo>
                  <a:lnTo>
                    <a:pt x="257772" y="265974"/>
                  </a:lnTo>
                  <a:lnTo>
                    <a:pt x="238634" y="225540"/>
                  </a:lnTo>
                  <a:lnTo>
                    <a:pt x="219448" y="190249"/>
                  </a:lnTo>
                  <a:lnTo>
                    <a:pt x="174820" y="132888"/>
                  </a:lnTo>
                  <a:lnTo>
                    <a:pt x="145262" y="99739"/>
                  </a:lnTo>
                  <a:lnTo>
                    <a:pt x="118360" y="37773"/>
                  </a:lnTo>
                  <a:lnTo>
                    <a:pt x="102385" y="7433"/>
                  </a:lnTo>
                  <a:lnTo>
                    <a:pt x="91030" y="0"/>
                  </a:lnTo>
                  <a:close/>
                </a:path>
              </a:pathLst>
            </a:custGeom>
            <a:solidFill>
              <a:srgbClr val="6B537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129747" y="8759282"/>
              <a:ext cx="102883" cy="124157"/>
            </a:xfrm>
            <a:prstGeom prst="rect">
              <a:avLst/>
            </a:prstGeom>
          </p:spPr>
        </p:pic>
        <p:sp>
          <p:nvSpPr>
            <p:cNvPr id="305" name="object 305" descr=""/>
            <p:cNvSpPr/>
            <p:nvPr/>
          </p:nvSpPr>
          <p:spPr>
            <a:xfrm>
              <a:off x="1896341" y="8451217"/>
              <a:ext cx="276860" cy="348615"/>
            </a:xfrm>
            <a:custGeom>
              <a:avLst/>
              <a:gdLst/>
              <a:ahLst/>
              <a:cxnLst/>
              <a:rect l="l" t="t" r="r" b="b"/>
              <a:pathLst>
                <a:path w="276860" h="348615">
                  <a:moveTo>
                    <a:pt x="91030" y="0"/>
                  </a:moveTo>
                  <a:lnTo>
                    <a:pt x="44892" y="35284"/>
                  </a:lnTo>
                  <a:lnTo>
                    <a:pt x="19753" y="66422"/>
                  </a:lnTo>
                  <a:lnTo>
                    <a:pt x="0" y="110011"/>
                  </a:lnTo>
                  <a:lnTo>
                    <a:pt x="9519" y="132174"/>
                  </a:lnTo>
                  <a:lnTo>
                    <a:pt x="29929" y="167684"/>
                  </a:lnTo>
                  <a:lnTo>
                    <a:pt x="57256" y="207482"/>
                  </a:lnTo>
                  <a:lnTo>
                    <a:pt x="87526" y="242509"/>
                  </a:lnTo>
                  <a:lnTo>
                    <a:pt x="127753" y="275517"/>
                  </a:lnTo>
                  <a:lnTo>
                    <a:pt x="177214" y="310114"/>
                  </a:lnTo>
                  <a:lnTo>
                    <a:pt x="219167" y="337401"/>
                  </a:lnTo>
                  <a:lnTo>
                    <a:pt x="236872" y="348474"/>
                  </a:lnTo>
                  <a:lnTo>
                    <a:pt x="276745" y="309230"/>
                  </a:lnTo>
                  <a:lnTo>
                    <a:pt x="257772" y="265974"/>
                  </a:lnTo>
                  <a:lnTo>
                    <a:pt x="238634" y="225540"/>
                  </a:lnTo>
                  <a:lnTo>
                    <a:pt x="219448" y="190249"/>
                  </a:lnTo>
                  <a:lnTo>
                    <a:pt x="174820" y="132888"/>
                  </a:lnTo>
                  <a:lnTo>
                    <a:pt x="145262" y="99739"/>
                  </a:lnTo>
                  <a:lnTo>
                    <a:pt x="118360" y="37773"/>
                  </a:lnTo>
                  <a:lnTo>
                    <a:pt x="102385" y="7433"/>
                  </a:lnTo>
                  <a:lnTo>
                    <a:pt x="91030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6" name="object 30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129747" y="8759282"/>
              <a:ext cx="102883" cy="124157"/>
            </a:xfrm>
            <a:prstGeom prst="rect">
              <a:avLst/>
            </a:prstGeom>
          </p:spPr>
        </p:pic>
        <p:sp>
          <p:nvSpPr>
            <p:cNvPr id="307" name="object 307" descr=""/>
            <p:cNvSpPr/>
            <p:nvPr/>
          </p:nvSpPr>
          <p:spPr>
            <a:xfrm>
              <a:off x="2415995" y="8271726"/>
              <a:ext cx="342265" cy="1264285"/>
            </a:xfrm>
            <a:custGeom>
              <a:avLst/>
              <a:gdLst/>
              <a:ahLst/>
              <a:cxnLst/>
              <a:rect l="l" t="t" r="r" b="b"/>
              <a:pathLst>
                <a:path w="342264" h="1264284">
                  <a:moveTo>
                    <a:pt x="0" y="0"/>
                  </a:moveTo>
                  <a:lnTo>
                    <a:pt x="47830" y="41257"/>
                  </a:lnTo>
                  <a:lnTo>
                    <a:pt x="98202" y="79168"/>
                  </a:lnTo>
                  <a:lnTo>
                    <a:pt x="147435" y="114061"/>
                  </a:lnTo>
                  <a:lnTo>
                    <a:pt x="191849" y="146265"/>
                  </a:lnTo>
                  <a:lnTo>
                    <a:pt x="227762" y="176108"/>
                  </a:lnTo>
                  <a:lnTo>
                    <a:pt x="251493" y="203918"/>
                  </a:lnTo>
                  <a:lnTo>
                    <a:pt x="259363" y="230024"/>
                  </a:lnTo>
                  <a:lnTo>
                    <a:pt x="268598" y="416509"/>
                  </a:lnTo>
                  <a:lnTo>
                    <a:pt x="291854" y="769064"/>
                  </a:lnTo>
                  <a:lnTo>
                    <a:pt x="315676" y="1110520"/>
                  </a:lnTo>
                  <a:lnTo>
                    <a:pt x="326607" y="1263710"/>
                  </a:lnTo>
                  <a:lnTo>
                    <a:pt x="338057" y="708315"/>
                  </a:lnTo>
                  <a:lnTo>
                    <a:pt x="342144" y="415493"/>
                  </a:lnTo>
                  <a:lnTo>
                    <a:pt x="339112" y="288325"/>
                  </a:lnTo>
                  <a:lnTo>
                    <a:pt x="329204" y="229888"/>
                  </a:lnTo>
                  <a:lnTo>
                    <a:pt x="298988" y="180746"/>
                  </a:lnTo>
                  <a:lnTo>
                    <a:pt x="236195" y="131740"/>
                  </a:lnTo>
                  <a:lnTo>
                    <a:pt x="194355" y="105428"/>
                  </a:lnTo>
                  <a:lnTo>
                    <a:pt x="93328" y="45464"/>
                  </a:lnTo>
                  <a:lnTo>
                    <a:pt x="35559" y="10324"/>
                  </a:lnTo>
                  <a:lnTo>
                    <a:pt x="26676" y="6639"/>
                  </a:lnTo>
                  <a:lnTo>
                    <a:pt x="14822" y="3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2198319" y="8271731"/>
              <a:ext cx="554355" cy="1294130"/>
            </a:xfrm>
            <a:custGeom>
              <a:avLst/>
              <a:gdLst/>
              <a:ahLst/>
              <a:cxnLst/>
              <a:rect l="l" t="t" r="r" b="b"/>
              <a:pathLst>
                <a:path w="554355" h="1294129">
                  <a:moveTo>
                    <a:pt x="267792" y="252374"/>
                  </a:moveTo>
                  <a:lnTo>
                    <a:pt x="255155" y="213804"/>
                  </a:lnTo>
                  <a:lnTo>
                    <a:pt x="233260" y="176034"/>
                  </a:lnTo>
                  <a:lnTo>
                    <a:pt x="203631" y="139090"/>
                  </a:lnTo>
                  <a:lnTo>
                    <a:pt x="167767" y="103009"/>
                  </a:lnTo>
                  <a:lnTo>
                    <a:pt x="127215" y="67779"/>
                  </a:lnTo>
                  <a:lnTo>
                    <a:pt x="83464" y="33439"/>
                  </a:lnTo>
                  <a:lnTo>
                    <a:pt x="38061" y="0"/>
                  </a:lnTo>
                  <a:lnTo>
                    <a:pt x="22758" y="1752"/>
                  </a:lnTo>
                  <a:lnTo>
                    <a:pt x="10134" y="3632"/>
                  </a:lnTo>
                  <a:lnTo>
                    <a:pt x="0" y="5880"/>
                  </a:lnTo>
                  <a:lnTo>
                    <a:pt x="106629" y="209499"/>
                  </a:lnTo>
                  <a:lnTo>
                    <a:pt x="123609" y="207708"/>
                  </a:lnTo>
                  <a:lnTo>
                    <a:pt x="161163" y="211861"/>
                  </a:lnTo>
                  <a:lnTo>
                    <a:pt x="199212" y="236296"/>
                  </a:lnTo>
                  <a:lnTo>
                    <a:pt x="217678" y="295338"/>
                  </a:lnTo>
                  <a:lnTo>
                    <a:pt x="216103" y="371741"/>
                  </a:lnTo>
                  <a:lnTo>
                    <a:pt x="195326" y="500938"/>
                  </a:lnTo>
                  <a:lnTo>
                    <a:pt x="137096" y="776274"/>
                  </a:lnTo>
                  <a:lnTo>
                    <a:pt x="23190" y="1291120"/>
                  </a:lnTo>
                  <a:lnTo>
                    <a:pt x="69951" y="1294091"/>
                  </a:lnTo>
                  <a:lnTo>
                    <a:pt x="103327" y="1144117"/>
                  </a:lnTo>
                  <a:lnTo>
                    <a:pt x="175437" y="807339"/>
                  </a:lnTo>
                  <a:lnTo>
                    <a:pt x="244271" y="453504"/>
                  </a:lnTo>
                  <a:lnTo>
                    <a:pt x="267792" y="252374"/>
                  </a:lnTo>
                  <a:close/>
                </a:path>
                <a:path w="554355" h="1294129">
                  <a:moveTo>
                    <a:pt x="554126" y="724941"/>
                  </a:moveTo>
                  <a:lnTo>
                    <a:pt x="546760" y="652500"/>
                  </a:lnTo>
                  <a:lnTo>
                    <a:pt x="531164" y="488797"/>
                  </a:lnTo>
                  <a:lnTo>
                    <a:pt x="517105" y="314312"/>
                  </a:lnTo>
                  <a:lnTo>
                    <a:pt x="514311" y="209499"/>
                  </a:lnTo>
                  <a:lnTo>
                    <a:pt x="517055" y="191960"/>
                  </a:lnTo>
                  <a:lnTo>
                    <a:pt x="520344" y="182029"/>
                  </a:lnTo>
                  <a:lnTo>
                    <a:pt x="526300" y="176022"/>
                  </a:lnTo>
                  <a:lnTo>
                    <a:pt x="537057" y="170281"/>
                  </a:lnTo>
                  <a:lnTo>
                    <a:pt x="512813" y="153771"/>
                  </a:lnTo>
                  <a:lnTo>
                    <a:pt x="462927" y="120916"/>
                  </a:lnTo>
                  <a:lnTo>
                    <a:pt x="403161" y="81953"/>
                  </a:lnTo>
                  <a:lnTo>
                    <a:pt x="349300" y="47117"/>
                  </a:lnTo>
                  <a:lnTo>
                    <a:pt x="317144" y="26644"/>
                  </a:lnTo>
                  <a:lnTo>
                    <a:pt x="260121" y="6146"/>
                  </a:lnTo>
                  <a:lnTo>
                    <a:pt x="217665" y="0"/>
                  </a:lnTo>
                  <a:lnTo>
                    <a:pt x="260134" y="40601"/>
                  </a:lnTo>
                  <a:lnTo>
                    <a:pt x="306311" y="76974"/>
                  </a:lnTo>
                  <a:lnTo>
                    <a:pt x="352679" y="109893"/>
                  </a:lnTo>
                  <a:lnTo>
                    <a:pt x="395681" y="140106"/>
                  </a:lnTo>
                  <a:lnTo>
                    <a:pt x="431761" y="168376"/>
                  </a:lnTo>
                  <a:lnTo>
                    <a:pt x="468998" y="222123"/>
                  </a:lnTo>
                  <a:lnTo>
                    <a:pt x="477799" y="297802"/>
                  </a:lnTo>
                  <a:lnTo>
                    <a:pt x="488569" y="431533"/>
                  </a:lnTo>
                  <a:lnTo>
                    <a:pt x="508381" y="720953"/>
                  </a:lnTo>
                  <a:lnTo>
                    <a:pt x="544283" y="1263713"/>
                  </a:lnTo>
                  <a:lnTo>
                    <a:pt x="554126" y="724941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879582" y="8282597"/>
              <a:ext cx="328930" cy="297180"/>
            </a:xfrm>
            <a:custGeom>
              <a:avLst/>
              <a:gdLst/>
              <a:ahLst/>
              <a:cxnLst/>
              <a:rect l="l" t="t" r="r" b="b"/>
              <a:pathLst>
                <a:path w="328930" h="297179">
                  <a:moveTo>
                    <a:pt x="307791" y="0"/>
                  </a:moveTo>
                  <a:lnTo>
                    <a:pt x="251207" y="16158"/>
                  </a:lnTo>
                  <a:lnTo>
                    <a:pt x="200376" y="41139"/>
                  </a:lnTo>
                  <a:lnTo>
                    <a:pt x="155289" y="72570"/>
                  </a:lnTo>
                  <a:lnTo>
                    <a:pt x="115934" y="108076"/>
                  </a:lnTo>
                  <a:lnTo>
                    <a:pt x="82302" y="145285"/>
                  </a:lnTo>
                  <a:lnTo>
                    <a:pt x="54383" y="181823"/>
                  </a:lnTo>
                  <a:lnTo>
                    <a:pt x="32165" y="215317"/>
                  </a:lnTo>
                  <a:lnTo>
                    <a:pt x="2230" y="268651"/>
                  </a:lnTo>
                  <a:lnTo>
                    <a:pt x="0" y="273824"/>
                  </a:lnTo>
                  <a:lnTo>
                    <a:pt x="39075" y="276020"/>
                  </a:lnTo>
                  <a:lnTo>
                    <a:pt x="83123" y="280077"/>
                  </a:lnTo>
                  <a:lnTo>
                    <a:pt x="125921" y="286856"/>
                  </a:lnTo>
                  <a:lnTo>
                    <a:pt x="155733" y="296964"/>
                  </a:lnTo>
                  <a:lnTo>
                    <a:pt x="177346" y="294781"/>
                  </a:lnTo>
                  <a:lnTo>
                    <a:pt x="216096" y="280162"/>
                  </a:lnTo>
                  <a:lnTo>
                    <a:pt x="258952" y="257124"/>
                  </a:lnTo>
                  <a:lnTo>
                    <a:pt x="292881" y="229678"/>
                  </a:lnTo>
                  <a:lnTo>
                    <a:pt x="320174" y="177540"/>
                  </a:lnTo>
                  <a:lnTo>
                    <a:pt x="328614" y="116768"/>
                  </a:lnTo>
                  <a:lnTo>
                    <a:pt x="324899" y="59096"/>
                  </a:lnTo>
                  <a:lnTo>
                    <a:pt x="315726" y="16262"/>
                  </a:lnTo>
                  <a:lnTo>
                    <a:pt x="307791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2583594" y="8672202"/>
              <a:ext cx="90170" cy="1034415"/>
            </a:xfrm>
            <a:custGeom>
              <a:avLst/>
              <a:gdLst/>
              <a:ahLst/>
              <a:cxnLst/>
              <a:rect l="l" t="t" r="r" b="b"/>
              <a:pathLst>
                <a:path w="90169" h="1034415">
                  <a:moveTo>
                    <a:pt x="21390" y="0"/>
                  </a:moveTo>
                  <a:lnTo>
                    <a:pt x="7738" y="22047"/>
                  </a:lnTo>
                  <a:lnTo>
                    <a:pt x="1024" y="54639"/>
                  </a:lnTo>
                  <a:lnTo>
                    <a:pt x="0" y="96071"/>
                  </a:lnTo>
                  <a:lnTo>
                    <a:pt x="3414" y="144643"/>
                  </a:lnTo>
                  <a:lnTo>
                    <a:pt x="10017" y="198652"/>
                  </a:lnTo>
                  <a:lnTo>
                    <a:pt x="18559" y="256395"/>
                  </a:lnTo>
                  <a:lnTo>
                    <a:pt x="27789" y="316171"/>
                  </a:lnTo>
                  <a:lnTo>
                    <a:pt x="36458" y="376278"/>
                  </a:lnTo>
                  <a:lnTo>
                    <a:pt x="43316" y="435012"/>
                  </a:lnTo>
                  <a:lnTo>
                    <a:pt x="48752" y="504019"/>
                  </a:lnTo>
                  <a:lnTo>
                    <a:pt x="51170" y="563969"/>
                  </a:lnTo>
                  <a:lnTo>
                    <a:pt x="51117" y="616266"/>
                  </a:lnTo>
                  <a:lnTo>
                    <a:pt x="49137" y="662314"/>
                  </a:lnTo>
                  <a:lnTo>
                    <a:pt x="45776" y="703517"/>
                  </a:lnTo>
                  <a:lnTo>
                    <a:pt x="41579" y="741279"/>
                  </a:lnTo>
                  <a:lnTo>
                    <a:pt x="32859" y="812097"/>
                  </a:lnTo>
                  <a:lnTo>
                    <a:pt x="29426" y="847960"/>
                  </a:lnTo>
                  <a:lnTo>
                    <a:pt x="27339" y="885998"/>
                  </a:lnTo>
                  <a:lnTo>
                    <a:pt x="27143" y="927616"/>
                  </a:lnTo>
                  <a:lnTo>
                    <a:pt x="29383" y="974216"/>
                  </a:lnTo>
                  <a:lnTo>
                    <a:pt x="34605" y="1027204"/>
                  </a:lnTo>
                  <a:lnTo>
                    <a:pt x="36653" y="1034216"/>
                  </a:lnTo>
                  <a:lnTo>
                    <a:pt x="39561" y="1030387"/>
                  </a:lnTo>
                  <a:lnTo>
                    <a:pt x="63325" y="906139"/>
                  </a:lnTo>
                  <a:lnTo>
                    <a:pt x="74799" y="817624"/>
                  </a:lnTo>
                  <a:lnTo>
                    <a:pt x="82871" y="735963"/>
                  </a:lnTo>
                  <a:lnTo>
                    <a:pt x="87864" y="660790"/>
                  </a:lnTo>
                  <a:lnTo>
                    <a:pt x="90103" y="591741"/>
                  </a:lnTo>
                  <a:lnTo>
                    <a:pt x="89913" y="528448"/>
                  </a:lnTo>
                  <a:lnTo>
                    <a:pt x="87619" y="470545"/>
                  </a:lnTo>
                  <a:lnTo>
                    <a:pt x="83544" y="417667"/>
                  </a:lnTo>
                  <a:lnTo>
                    <a:pt x="78015" y="369448"/>
                  </a:lnTo>
                  <a:lnTo>
                    <a:pt x="71354" y="325521"/>
                  </a:lnTo>
                  <a:lnTo>
                    <a:pt x="63888" y="285521"/>
                  </a:lnTo>
                  <a:lnTo>
                    <a:pt x="47835" y="215836"/>
                  </a:lnTo>
                  <a:lnTo>
                    <a:pt x="32452" y="157466"/>
                  </a:lnTo>
                  <a:lnTo>
                    <a:pt x="25824" y="131609"/>
                  </a:lnTo>
                  <a:lnTo>
                    <a:pt x="20338" y="107483"/>
                  </a:lnTo>
                  <a:lnTo>
                    <a:pt x="16318" y="84721"/>
                  </a:lnTo>
                  <a:lnTo>
                    <a:pt x="14088" y="62957"/>
                  </a:lnTo>
                  <a:lnTo>
                    <a:pt x="13974" y="41827"/>
                  </a:lnTo>
                  <a:lnTo>
                    <a:pt x="16300" y="20963"/>
                  </a:lnTo>
                  <a:lnTo>
                    <a:pt x="21390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1" name="object 311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138027" y="8758017"/>
              <a:ext cx="162493" cy="185292"/>
            </a:xfrm>
            <a:prstGeom prst="rect">
              <a:avLst/>
            </a:prstGeom>
          </p:spPr>
        </p:pic>
      </p:grpSp>
      <p:grpSp>
        <p:nvGrpSpPr>
          <p:cNvPr id="312" name="object 312" descr=""/>
          <p:cNvGrpSpPr/>
          <p:nvPr/>
        </p:nvGrpSpPr>
        <p:grpSpPr>
          <a:xfrm>
            <a:off x="6832811" y="10018072"/>
            <a:ext cx="258445" cy="185420"/>
            <a:chOff x="6832811" y="10018072"/>
            <a:chExt cx="258445" cy="185420"/>
          </a:xfrm>
        </p:grpSpPr>
        <p:pic>
          <p:nvPicPr>
            <p:cNvPr id="313" name="object 31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6840964" y="10018072"/>
              <a:ext cx="249697" cy="184969"/>
            </a:xfrm>
            <a:prstGeom prst="rect">
              <a:avLst/>
            </a:prstGeom>
          </p:spPr>
        </p:pic>
        <p:sp>
          <p:nvSpPr>
            <p:cNvPr id="314" name="object 314" descr=""/>
            <p:cNvSpPr/>
            <p:nvPr/>
          </p:nvSpPr>
          <p:spPr>
            <a:xfrm>
              <a:off x="6832811" y="10108058"/>
              <a:ext cx="258445" cy="94615"/>
            </a:xfrm>
            <a:custGeom>
              <a:avLst/>
              <a:gdLst/>
              <a:ahLst/>
              <a:cxnLst/>
              <a:rect l="l" t="t" r="r" b="b"/>
              <a:pathLst>
                <a:path w="258445" h="94615">
                  <a:moveTo>
                    <a:pt x="160016" y="0"/>
                  </a:moveTo>
                  <a:lnTo>
                    <a:pt x="153097" y="7186"/>
                  </a:lnTo>
                  <a:lnTo>
                    <a:pt x="143101" y="12996"/>
                  </a:lnTo>
                  <a:lnTo>
                    <a:pt x="130948" y="17154"/>
                  </a:lnTo>
                  <a:lnTo>
                    <a:pt x="117556" y="19381"/>
                  </a:lnTo>
                  <a:lnTo>
                    <a:pt x="78194" y="28366"/>
                  </a:lnTo>
                  <a:lnTo>
                    <a:pt x="43396" y="45100"/>
                  </a:lnTo>
                  <a:lnTo>
                    <a:pt x="16954" y="64571"/>
                  </a:lnTo>
                  <a:lnTo>
                    <a:pt x="2659" y="81767"/>
                  </a:lnTo>
                  <a:lnTo>
                    <a:pt x="0" y="87264"/>
                  </a:lnTo>
                  <a:lnTo>
                    <a:pt x="2146" y="93745"/>
                  </a:lnTo>
                  <a:lnTo>
                    <a:pt x="7915" y="93976"/>
                  </a:lnTo>
                  <a:lnTo>
                    <a:pt x="48844" y="94505"/>
                  </a:lnTo>
                  <a:lnTo>
                    <a:pt x="107903" y="94076"/>
                  </a:lnTo>
                  <a:lnTo>
                    <a:pt x="170325" y="92834"/>
                  </a:lnTo>
                  <a:lnTo>
                    <a:pt x="221341" y="90920"/>
                  </a:lnTo>
                  <a:lnTo>
                    <a:pt x="257850" y="65124"/>
                  </a:lnTo>
                  <a:lnTo>
                    <a:pt x="257239" y="44206"/>
                  </a:lnTo>
                  <a:lnTo>
                    <a:pt x="252086" y="19255"/>
                  </a:lnTo>
                  <a:lnTo>
                    <a:pt x="251301" y="16449"/>
                  </a:lnTo>
                  <a:lnTo>
                    <a:pt x="249960" y="10418"/>
                  </a:lnTo>
                  <a:lnTo>
                    <a:pt x="230266" y="28826"/>
                  </a:lnTo>
                  <a:lnTo>
                    <a:pt x="211785" y="36239"/>
                  </a:lnTo>
                  <a:lnTo>
                    <a:pt x="198152" y="35415"/>
                  </a:lnTo>
                  <a:lnTo>
                    <a:pt x="192999" y="29109"/>
                  </a:lnTo>
                  <a:lnTo>
                    <a:pt x="190775" y="17002"/>
                  </a:lnTo>
                  <a:lnTo>
                    <a:pt x="183811" y="8213"/>
                  </a:lnTo>
                  <a:lnTo>
                    <a:pt x="173194" y="2594"/>
                  </a:lnTo>
                  <a:lnTo>
                    <a:pt x="160016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5" name="object 315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533321" y="10093445"/>
            <a:ext cx="128137" cy="134214"/>
          </a:xfrm>
          <a:prstGeom prst="rect">
            <a:avLst/>
          </a:prstGeom>
        </p:spPr>
      </p:pic>
      <p:sp>
        <p:nvSpPr>
          <p:cNvPr id="316" name="object 316" descr=""/>
          <p:cNvSpPr/>
          <p:nvPr/>
        </p:nvSpPr>
        <p:spPr>
          <a:xfrm>
            <a:off x="6915630" y="7921480"/>
            <a:ext cx="280035" cy="504825"/>
          </a:xfrm>
          <a:custGeom>
            <a:avLst/>
            <a:gdLst/>
            <a:ahLst/>
            <a:cxnLst/>
            <a:rect l="l" t="t" r="r" b="b"/>
            <a:pathLst>
              <a:path w="280034" h="504825">
                <a:moveTo>
                  <a:pt x="265468" y="0"/>
                </a:moveTo>
                <a:lnTo>
                  <a:pt x="222543" y="12908"/>
                </a:lnTo>
                <a:lnTo>
                  <a:pt x="197478" y="20132"/>
                </a:lnTo>
                <a:lnTo>
                  <a:pt x="175173" y="30588"/>
                </a:lnTo>
                <a:lnTo>
                  <a:pt x="157775" y="47956"/>
                </a:lnTo>
                <a:lnTo>
                  <a:pt x="140011" y="82271"/>
                </a:lnTo>
                <a:lnTo>
                  <a:pt x="126158" y="118991"/>
                </a:lnTo>
                <a:lnTo>
                  <a:pt x="114237" y="153488"/>
                </a:lnTo>
                <a:lnTo>
                  <a:pt x="102269" y="181135"/>
                </a:lnTo>
                <a:lnTo>
                  <a:pt x="75541" y="229125"/>
                </a:lnTo>
                <a:lnTo>
                  <a:pt x="54440" y="268612"/>
                </a:lnTo>
                <a:lnTo>
                  <a:pt x="37568" y="304301"/>
                </a:lnTo>
                <a:lnTo>
                  <a:pt x="23528" y="340900"/>
                </a:lnTo>
                <a:lnTo>
                  <a:pt x="9015" y="391001"/>
                </a:lnTo>
                <a:lnTo>
                  <a:pt x="0" y="436122"/>
                </a:lnTo>
                <a:lnTo>
                  <a:pt x="1693" y="461748"/>
                </a:lnTo>
                <a:lnTo>
                  <a:pt x="13727" y="483527"/>
                </a:lnTo>
                <a:lnTo>
                  <a:pt x="33834" y="498776"/>
                </a:lnTo>
                <a:lnTo>
                  <a:pt x="59746" y="504811"/>
                </a:lnTo>
                <a:lnTo>
                  <a:pt x="89704" y="504431"/>
                </a:lnTo>
                <a:lnTo>
                  <a:pt x="156758" y="496454"/>
                </a:lnTo>
                <a:lnTo>
                  <a:pt x="218147" y="479711"/>
                </a:lnTo>
                <a:lnTo>
                  <a:pt x="261618" y="461597"/>
                </a:lnTo>
                <a:lnTo>
                  <a:pt x="279949" y="452185"/>
                </a:lnTo>
                <a:lnTo>
                  <a:pt x="268427" y="411365"/>
                </a:lnTo>
                <a:lnTo>
                  <a:pt x="258182" y="367144"/>
                </a:lnTo>
                <a:lnTo>
                  <a:pt x="249760" y="319711"/>
                </a:lnTo>
                <a:lnTo>
                  <a:pt x="243710" y="269256"/>
                </a:lnTo>
                <a:lnTo>
                  <a:pt x="240580" y="215971"/>
                </a:lnTo>
                <a:lnTo>
                  <a:pt x="240917" y="160046"/>
                </a:lnTo>
                <a:lnTo>
                  <a:pt x="245270" y="101672"/>
                </a:lnTo>
                <a:lnTo>
                  <a:pt x="249045" y="75324"/>
                </a:lnTo>
                <a:lnTo>
                  <a:pt x="254132" y="49238"/>
                </a:lnTo>
                <a:lnTo>
                  <a:pt x="259837" y="23951"/>
                </a:lnTo>
                <a:lnTo>
                  <a:pt x="265468" y="0"/>
                </a:lnTo>
                <a:close/>
              </a:path>
            </a:pathLst>
          </a:custGeom>
          <a:solidFill>
            <a:srgbClr val="212C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7" name="object 317" descr=""/>
          <p:cNvGrpSpPr/>
          <p:nvPr/>
        </p:nvGrpSpPr>
        <p:grpSpPr>
          <a:xfrm>
            <a:off x="6959806" y="7397353"/>
            <a:ext cx="764540" cy="2727325"/>
            <a:chOff x="6959806" y="7397353"/>
            <a:chExt cx="764540" cy="2727325"/>
          </a:xfrm>
        </p:grpSpPr>
        <p:sp>
          <p:nvSpPr>
            <p:cNvPr id="318" name="object 318" descr=""/>
            <p:cNvSpPr/>
            <p:nvPr/>
          </p:nvSpPr>
          <p:spPr>
            <a:xfrm>
              <a:off x="6962724" y="8714556"/>
              <a:ext cx="680085" cy="1410335"/>
            </a:xfrm>
            <a:custGeom>
              <a:avLst/>
              <a:gdLst/>
              <a:ahLst/>
              <a:cxnLst/>
              <a:rect l="l" t="t" r="r" b="b"/>
              <a:pathLst>
                <a:path w="680084" h="1410334">
                  <a:moveTo>
                    <a:pt x="679780" y="1391526"/>
                  </a:moveTo>
                  <a:lnTo>
                    <a:pt x="675322" y="1295196"/>
                  </a:lnTo>
                  <a:lnTo>
                    <a:pt x="670280" y="1198308"/>
                  </a:lnTo>
                  <a:lnTo>
                    <a:pt x="664679" y="1100861"/>
                  </a:lnTo>
                  <a:lnTo>
                    <a:pt x="658482" y="1002855"/>
                  </a:lnTo>
                  <a:lnTo>
                    <a:pt x="651675" y="904303"/>
                  </a:lnTo>
                  <a:lnTo>
                    <a:pt x="644271" y="805192"/>
                  </a:lnTo>
                  <a:lnTo>
                    <a:pt x="636244" y="705535"/>
                  </a:lnTo>
                  <a:lnTo>
                    <a:pt x="627989" y="609815"/>
                  </a:lnTo>
                  <a:lnTo>
                    <a:pt x="619150" y="513613"/>
                  </a:lnTo>
                  <a:lnTo>
                    <a:pt x="609727" y="416928"/>
                  </a:lnTo>
                  <a:lnTo>
                    <a:pt x="599694" y="319760"/>
                  </a:lnTo>
                  <a:lnTo>
                    <a:pt x="587971" y="212420"/>
                  </a:lnTo>
                  <a:lnTo>
                    <a:pt x="575665" y="105841"/>
                  </a:lnTo>
                  <a:lnTo>
                    <a:pt x="562775" y="0"/>
                  </a:lnTo>
                  <a:lnTo>
                    <a:pt x="286969" y="14224"/>
                  </a:lnTo>
                  <a:lnTo>
                    <a:pt x="268135" y="13474"/>
                  </a:lnTo>
                  <a:lnTo>
                    <a:pt x="126949" y="7124"/>
                  </a:lnTo>
                  <a:lnTo>
                    <a:pt x="82550" y="5359"/>
                  </a:lnTo>
                  <a:lnTo>
                    <a:pt x="63423" y="213245"/>
                  </a:lnTo>
                  <a:lnTo>
                    <a:pt x="54406" y="317779"/>
                  </a:lnTo>
                  <a:lnTo>
                    <a:pt x="50215" y="370598"/>
                  </a:lnTo>
                  <a:lnTo>
                    <a:pt x="46291" y="423938"/>
                  </a:lnTo>
                  <a:lnTo>
                    <a:pt x="42697" y="477913"/>
                  </a:lnTo>
                  <a:lnTo>
                    <a:pt x="41148" y="522770"/>
                  </a:lnTo>
                  <a:lnTo>
                    <a:pt x="41059" y="615632"/>
                  </a:lnTo>
                  <a:lnTo>
                    <a:pt x="39852" y="660107"/>
                  </a:lnTo>
                  <a:lnTo>
                    <a:pt x="36880" y="713066"/>
                  </a:lnTo>
                  <a:lnTo>
                    <a:pt x="33642" y="765467"/>
                  </a:lnTo>
                  <a:lnTo>
                    <a:pt x="26644" y="868794"/>
                  </a:lnTo>
                  <a:lnTo>
                    <a:pt x="15913" y="1021041"/>
                  </a:lnTo>
                  <a:lnTo>
                    <a:pt x="12573" y="1071295"/>
                  </a:lnTo>
                  <a:lnTo>
                    <a:pt x="9461" y="1121397"/>
                  </a:lnTo>
                  <a:lnTo>
                    <a:pt x="6667" y="1171409"/>
                  </a:lnTo>
                  <a:lnTo>
                    <a:pt x="4241" y="1221397"/>
                  </a:lnTo>
                  <a:lnTo>
                    <a:pt x="2286" y="1271409"/>
                  </a:lnTo>
                  <a:lnTo>
                    <a:pt x="838" y="1321523"/>
                  </a:lnTo>
                  <a:lnTo>
                    <a:pt x="0" y="1371777"/>
                  </a:lnTo>
                  <a:lnTo>
                    <a:pt x="11823" y="1376959"/>
                  </a:lnTo>
                  <a:lnTo>
                    <a:pt x="31318" y="1384782"/>
                  </a:lnTo>
                  <a:lnTo>
                    <a:pt x="52781" y="1392097"/>
                  </a:lnTo>
                  <a:lnTo>
                    <a:pt x="70548" y="1395768"/>
                  </a:lnTo>
                  <a:lnTo>
                    <a:pt x="91630" y="1395260"/>
                  </a:lnTo>
                  <a:lnTo>
                    <a:pt x="114998" y="1392097"/>
                  </a:lnTo>
                  <a:lnTo>
                    <a:pt x="134099" y="1386916"/>
                  </a:lnTo>
                  <a:lnTo>
                    <a:pt x="142328" y="1380324"/>
                  </a:lnTo>
                  <a:lnTo>
                    <a:pt x="147993" y="1317282"/>
                  </a:lnTo>
                  <a:lnTo>
                    <a:pt x="154038" y="1256487"/>
                  </a:lnTo>
                  <a:lnTo>
                    <a:pt x="160439" y="1197800"/>
                  </a:lnTo>
                  <a:lnTo>
                    <a:pt x="167170" y="1141069"/>
                  </a:lnTo>
                  <a:lnTo>
                    <a:pt x="174231" y="1086167"/>
                  </a:lnTo>
                  <a:lnTo>
                    <a:pt x="181597" y="1032929"/>
                  </a:lnTo>
                  <a:lnTo>
                    <a:pt x="189230" y="981214"/>
                  </a:lnTo>
                  <a:lnTo>
                    <a:pt x="197129" y="930897"/>
                  </a:lnTo>
                  <a:lnTo>
                    <a:pt x="205270" y="881799"/>
                  </a:lnTo>
                  <a:lnTo>
                    <a:pt x="213626" y="833805"/>
                  </a:lnTo>
                  <a:lnTo>
                    <a:pt x="222186" y="786739"/>
                  </a:lnTo>
                  <a:lnTo>
                    <a:pt x="230924" y="740486"/>
                  </a:lnTo>
                  <a:lnTo>
                    <a:pt x="239814" y="694893"/>
                  </a:lnTo>
                  <a:lnTo>
                    <a:pt x="258013" y="605078"/>
                  </a:lnTo>
                  <a:lnTo>
                    <a:pt x="314401" y="336283"/>
                  </a:lnTo>
                  <a:lnTo>
                    <a:pt x="323621" y="290677"/>
                  </a:lnTo>
                  <a:lnTo>
                    <a:pt x="326301" y="304634"/>
                  </a:lnTo>
                  <a:lnTo>
                    <a:pt x="362419" y="498805"/>
                  </a:lnTo>
                  <a:lnTo>
                    <a:pt x="380949" y="595706"/>
                  </a:lnTo>
                  <a:lnTo>
                    <a:pt x="390537" y="644029"/>
                  </a:lnTo>
                  <a:lnTo>
                    <a:pt x="400418" y="692238"/>
                  </a:lnTo>
                  <a:lnTo>
                    <a:pt x="410667" y="740308"/>
                  </a:lnTo>
                  <a:lnTo>
                    <a:pt x="421309" y="788212"/>
                  </a:lnTo>
                  <a:lnTo>
                    <a:pt x="433260" y="839927"/>
                  </a:lnTo>
                  <a:lnTo>
                    <a:pt x="445427" y="891120"/>
                  </a:lnTo>
                  <a:lnTo>
                    <a:pt x="470204" y="992378"/>
                  </a:lnTo>
                  <a:lnTo>
                    <a:pt x="520446" y="1193241"/>
                  </a:lnTo>
                  <a:lnTo>
                    <a:pt x="545236" y="1294498"/>
                  </a:lnTo>
                  <a:lnTo>
                    <a:pt x="557390" y="1345692"/>
                  </a:lnTo>
                  <a:lnTo>
                    <a:pt x="569341" y="1397406"/>
                  </a:lnTo>
                  <a:lnTo>
                    <a:pt x="579526" y="1401165"/>
                  </a:lnTo>
                  <a:lnTo>
                    <a:pt x="596341" y="1406245"/>
                  </a:lnTo>
                  <a:lnTo>
                    <a:pt x="616508" y="1410004"/>
                  </a:lnTo>
                  <a:lnTo>
                    <a:pt x="636701" y="1409763"/>
                  </a:lnTo>
                  <a:lnTo>
                    <a:pt x="651776" y="1406093"/>
                  </a:lnTo>
                  <a:lnTo>
                    <a:pt x="664032" y="1401127"/>
                  </a:lnTo>
                  <a:lnTo>
                    <a:pt x="673404" y="1395933"/>
                  </a:lnTo>
                  <a:lnTo>
                    <a:pt x="679780" y="1391526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7230131" y="8714554"/>
              <a:ext cx="412750" cy="1405890"/>
            </a:xfrm>
            <a:custGeom>
              <a:avLst/>
              <a:gdLst/>
              <a:ahLst/>
              <a:cxnLst/>
              <a:rect l="l" t="t" r="r" b="b"/>
              <a:pathLst>
                <a:path w="412750" h="1405890">
                  <a:moveTo>
                    <a:pt x="295373" y="0"/>
                  </a:moveTo>
                  <a:lnTo>
                    <a:pt x="0" y="15224"/>
                  </a:lnTo>
                  <a:lnTo>
                    <a:pt x="12997" y="60981"/>
                  </a:lnTo>
                  <a:lnTo>
                    <a:pt x="28526" y="97220"/>
                  </a:lnTo>
                  <a:lnTo>
                    <a:pt x="65622" y="147003"/>
                  </a:lnTo>
                  <a:lnTo>
                    <a:pt x="108170" y="176286"/>
                  </a:lnTo>
                  <a:lnTo>
                    <a:pt x="153056" y="196783"/>
                  </a:lnTo>
                  <a:lnTo>
                    <a:pt x="175401" y="207398"/>
                  </a:lnTo>
                  <a:lnTo>
                    <a:pt x="217950" y="236681"/>
                  </a:lnTo>
                  <a:lnTo>
                    <a:pt x="255045" y="286464"/>
                  </a:lnTo>
                  <a:lnTo>
                    <a:pt x="270575" y="322703"/>
                  </a:lnTo>
                  <a:lnTo>
                    <a:pt x="283572" y="368459"/>
                  </a:lnTo>
                  <a:lnTo>
                    <a:pt x="296732" y="443544"/>
                  </a:lnTo>
                  <a:lnTo>
                    <a:pt x="303043" y="491418"/>
                  </a:lnTo>
                  <a:lnTo>
                    <a:pt x="309173" y="544927"/>
                  </a:lnTo>
                  <a:lnTo>
                    <a:pt x="315121" y="603130"/>
                  </a:lnTo>
                  <a:lnTo>
                    <a:pt x="320886" y="665087"/>
                  </a:lnTo>
                  <a:lnTo>
                    <a:pt x="326467" y="729859"/>
                  </a:lnTo>
                  <a:lnTo>
                    <a:pt x="331862" y="796506"/>
                  </a:lnTo>
                  <a:lnTo>
                    <a:pt x="342092" y="931665"/>
                  </a:lnTo>
                  <a:lnTo>
                    <a:pt x="356020" y="1124965"/>
                  </a:lnTo>
                  <a:lnTo>
                    <a:pt x="364346" y="1236574"/>
                  </a:lnTo>
                  <a:lnTo>
                    <a:pt x="368218" y="1284381"/>
                  </a:lnTo>
                  <a:lnTo>
                    <a:pt x="371895" y="1325604"/>
                  </a:lnTo>
                  <a:lnTo>
                    <a:pt x="378658" y="1384537"/>
                  </a:lnTo>
                  <a:lnTo>
                    <a:pt x="384627" y="1405852"/>
                  </a:lnTo>
                  <a:lnTo>
                    <a:pt x="392259" y="1404298"/>
                  </a:lnTo>
                  <a:lnTo>
                    <a:pt x="399816" y="1400514"/>
                  </a:lnTo>
                  <a:lnTo>
                    <a:pt x="406715" y="1395816"/>
                  </a:lnTo>
                  <a:lnTo>
                    <a:pt x="412374" y="1391517"/>
                  </a:lnTo>
                  <a:lnTo>
                    <a:pt x="407915" y="1295196"/>
                  </a:lnTo>
                  <a:lnTo>
                    <a:pt x="402885" y="1198309"/>
                  </a:lnTo>
                  <a:lnTo>
                    <a:pt x="397276" y="1100861"/>
                  </a:lnTo>
                  <a:lnTo>
                    <a:pt x="391077" y="1002854"/>
                  </a:lnTo>
                  <a:lnTo>
                    <a:pt x="384279" y="904294"/>
                  </a:lnTo>
                  <a:lnTo>
                    <a:pt x="376872" y="805184"/>
                  </a:lnTo>
                  <a:lnTo>
                    <a:pt x="368847" y="705528"/>
                  </a:lnTo>
                  <a:lnTo>
                    <a:pt x="360589" y="609812"/>
                  </a:lnTo>
                  <a:lnTo>
                    <a:pt x="351752" y="513608"/>
                  </a:lnTo>
                  <a:lnTo>
                    <a:pt x="342323" y="416920"/>
                  </a:lnTo>
                  <a:lnTo>
                    <a:pt x="332293" y="319749"/>
                  </a:lnTo>
                  <a:lnTo>
                    <a:pt x="320571" y="212419"/>
                  </a:lnTo>
                  <a:lnTo>
                    <a:pt x="308260" y="105836"/>
                  </a:lnTo>
                  <a:lnTo>
                    <a:pt x="295373" y="0"/>
                  </a:lnTo>
                  <a:close/>
                </a:path>
              </a:pathLst>
            </a:custGeom>
            <a:solidFill>
              <a:srgbClr val="0A133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7057393" y="7877707"/>
              <a:ext cx="579755" cy="899160"/>
            </a:xfrm>
            <a:custGeom>
              <a:avLst/>
              <a:gdLst/>
              <a:ahLst/>
              <a:cxnLst/>
              <a:rect l="l" t="t" r="r" b="b"/>
              <a:pathLst>
                <a:path w="579754" h="899159">
                  <a:moveTo>
                    <a:pt x="423000" y="0"/>
                  </a:moveTo>
                  <a:lnTo>
                    <a:pt x="382732" y="1013"/>
                  </a:lnTo>
                  <a:lnTo>
                    <a:pt x="338234" y="3993"/>
                  </a:lnTo>
                  <a:lnTo>
                    <a:pt x="289937" y="9460"/>
                  </a:lnTo>
                  <a:lnTo>
                    <a:pt x="238273" y="17936"/>
                  </a:lnTo>
                  <a:lnTo>
                    <a:pt x="185511" y="28845"/>
                  </a:lnTo>
                  <a:lnTo>
                    <a:pt x="133985" y="41221"/>
                  </a:lnTo>
                  <a:lnTo>
                    <a:pt x="86932" y="54456"/>
                  </a:lnTo>
                  <a:lnTo>
                    <a:pt x="47587" y="67945"/>
                  </a:lnTo>
                  <a:lnTo>
                    <a:pt x="46419" y="106948"/>
                  </a:lnTo>
                  <a:lnTo>
                    <a:pt x="47310" y="154569"/>
                  </a:lnTo>
                  <a:lnTo>
                    <a:pt x="47149" y="209940"/>
                  </a:lnTo>
                  <a:lnTo>
                    <a:pt x="42823" y="272190"/>
                  </a:lnTo>
                  <a:lnTo>
                    <a:pt x="34260" y="345128"/>
                  </a:lnTo>
                  <a:lnTo>
                    <a:pt x="15686" y="494048"/>
                  </a:lnTo>
                  <a:lnTo>
                    <a:pt x="11239" y="534655"/>
                  </a:lnTo>
                  <a:lnTo>
                    <a:pt x="7348" y="577877"/>
                  </a:lnTo>
                  <a:lnTo>
                    <a:pt x="2508" y="654448"/>
                  </a:lnTo>
                  <a:lnTo>
                    <a:pt x="834" y="699915"/>
                  </a:lnTo>
                  <a:lnTo>
                    <a:pt x="0" y="749874"/>
                  </a:lnTo>
                  <a:lnTo>
                    <a:pt x="263" y="804104"/>
                  </a:lnTo>
                  <a:lnTo>
                    <a:pt x="1882" y="862382"/>
                  </a:lnTo>
                  <a:lnTo>
                    <a:pt x="39778" y="872649"/>
                  </a:lnTo>
                  <a:lnTo>
                    <a:pt x="84013" y="882399"/>
                  </a:lnTo>
                  <a:lnTo>
                    <a:pt x="134179" y="890663"/>
                  </a:lnTo>
                  <a:lnTo>
                    <a:pt x="189871" y="896470"/>
                  </a:lnTo>
                  <a:lnTo>
                    <a:pt x="250681" y="898852"/>
                  </a:lnTo>
                  <a:lnTo>
                    <a:pt x="306700" y="897424"/>
                  </a:lnTo>
                  <a:lnTo>
                    <a:pt x="358313" y="893017"/>
                  </a:lnTo>
                  <a:lnTo>
                    <a:pt x="405171" y="886406"/>
                  </a:lnTo>
                  <a:lnTo>
                    <a:pt x="446926" y="878365"/>
                  </a:lnTo>
                  <a:lnTo>
                    <a:pt x="495892" y="770127"/>
                  </a:lnTo>
                  <a:lnTo>
                    <a:pt x="514306" y="619752"/>
                  </a:lnTo>
                  <a:lnTo>
                    <a:pt x="532008" y="468112"/>
                  </a:lnTo>
                  <a:lnTo>
                    <a:pt x="548823" y="316629"/>
                  </a:lnTo>
                  <a:lnTo>
                    <a:pt x="564451" y="168258"/>
                  </a:lnTo>
                  <a:lnTo>
                    <a:pt x="579152" y="20962"/>
                  </a:lnTo>
                  <a:lnTo>
                    <a:pt x="42300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1" name="object 321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243958" y="7731885"/>
              <a:ext cx="212914" cy="223993"/>
            </a:xfrm>
            <a:prstGeom prst="rect">
              <a:avLst/>
            </a:prstGeom>
          </p:spPr>
        </p:pic>
        <p:sp>
          <p:nvSpPr>
            <p:cNvPr id="322" name="object 322" descr=""/>
            <p:cNvSpPr/>
            <p:nvPr/>
          </p:nvSpPr>
          <p:spPr>
            <a:xfrm>
              <a:off x="7174069" y="7461190"/>
              <a:ext cx="271145" cy="363855"/>
            </a:xfrm>
            <a:custGeom>
              <a:avLst/>
              <a:gdLst/>
              <a:ahLst/>
              <a:cxnLst/>
              <a:rect l="l" t="t" r="r" b="b"/>
              <a:pathLst>
                <a:path w="271145" h="363854">
                  <a:moveTo>
                    <a:pt x="138860" y="0"/>
                  </a:moveTo>
                  <a:lnTo>
                    <a:pt x="69788" y="9157"/>
                  </a:lnTo>
                  <a:lnTo>
                    <a:pt x="28992" y="26965"/>
                  </a:lnTo>
                  <a:lnTo>
                    <a:pt x="0" y="47239"/>
                  </a:lnTo>
                  <a:lnTo>
                    <a:pt x="15151" y="284164"/>
                  </a:lnTo>
                  <a:lnTo>
                    <a:pt x="51072" y="320542"/>
                  </a:lnTo>
                  <a:lnTo>
                    <a:pt x="87166" y="342649"/>
                  </a:lnTo>
                  <a:lnTo>
                    <a:pt x="129599" y="359125"/>
                  </a:lnTo>
                  <a:lnTo>
                    <a:pt x="146571" y="363429"/>
                  </a:lnTo>
                  <a:lnTo>
                    <a:pt x="160479" y="358315"/>
                  </a:lnTo>
                  <a:lnTo>
                    <a:pt x="210318" y="332037"/>
                  </a:lnTo>
                  <a:lnTo>
                    <a:pt x="241870" y="306764"/>
                  </a:lnTo>
                  <a:lnTo>
                    <a:pt x="268630" y="276918"/>
                  </a:lnTo>
                  <a:lnTo>
                    <a:pt x="271133" y="269432"/>
                  </a:lnTo>
                  <a:lnTo>
                    <a:pt x="270976" y="261777"/>
                  </a:lnTo>
                  <a:lnTo>
                    <a:pt x="266452" y="37428"/>
                  </a:lnTo>
                  <a:lnTo>
                    <a:pt x="243474" y="25529"/>
                  </a:lnTo>
                  <a:lnTo>
                    <a:pt x="198849" y="9255"/>
                  </a:lnTo>
                  <a:lnTo>
                    <a:pt x="138860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3" name="object 323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419266" y="7631035"/>
              <a:ext cx="70414" cy="76694"/>
            </a:xfrm>
            <a:prstGeom prst="rect">
              <a:avLst/>
            </a:prstGeom>
          </p:spPr>
        </p:pic>
        <p:sp>
          <p:nvSpPr>
            <p:cNvPr id="324" name="object 324" descr=""/>
            <p:cNvSpPr/>
            <p:nvPr/>
          </p:nvSpPr>
          <p:spPr>
            <a:xfrm>
              <a:off x="7158474" y="7639315"/>
              <a:ext cx="56515" cy="76200"/>
            </a:xfrm>
            <a:custGeom>
              <a:avLst/>
              <a:gdLst/>
              <a:ahLst/>
              <a:cxnLst/>
              <a:rect l="l" t="t" r="r" b="b"/>
              <a:pathLst>
                <a:path w="56515" h="76200">
                  <a:moveTo>
                    <a:pt x="29436" y="0"/>
                  </a:moveTo>
                  <a:lnTo>
                    <a:pt x="21167" y="1476"/>
                  </a:lnTo>
                  <a:lnTo>
                    <a:pt x="13528" y="4916"/>
                  </a:lnTo>
                  <a:lnTo>
                    <a:pt x="7386" y="9659"/>
                  </a:lnTo>
                  <a:lnTo>
                    <a:pt x="0" y="25500"/>
                  </a:lnTo>
                  <a:lnTo>
                    <a:pt x="2058" y="44329"/>
                  </a:lnTo>
                  <a:lnTo>
                    <a:pt x="11908" y="61630"/>
                  </a:lnTo>
                  <a:lnTo>
                    <a:pt x="27898" y="72882"/>
                  </a:lnTo>
                  <a:lnTo>
                    <a:pt x="36558" y="76023"/>
                  </a:lnTo>
                  <a:lnTo>
                    <a:pt x="45207" y="75154"/>
                  </a:lnTo>
                  <a:lnTo>
                    <a:pt x="51070" y="73929"/>
                  </a:lnTo>
                  <a:lnTo>
                    <a:pt x="55916" y="47374"/>
                  </a:lnTo>
                  <a:lnTo>
                    <a:pt x="54628" y="25503"/>
                  </a:lnTo>
                  <a:lnTo>
                    <a:pt x="48161" y="9649"/>
                  </a:lnTo>
                  <a:lnTo>
                    <a:pt x="37469" y="1146"/>
                  </a:lnTo>
                  <a:lnTo>
                    <a:pt x="29436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5" name="object 32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71771" y="7909371"/>
              <a:ext cx="217176" cy="762763"/>
            </a:xfrm>
            <a:prstGeom prst="rect">
              <a:avLst/>
            </a:prstGeom>
          </p:spPr>
        </p:pic>
        <p:sp>
          <p:nvSpPr>
            <p:cNvPr id="326" name="object 326" descr=""/>
            <p:cNvSpPr/>
            <p:nvPr/>
          </p:nvSpPr>
          <p:spPr>
            <a:xfrm>
              <a:off x="7088590" y="8695193"/>
              <a:ext cx="307975" cy="90805"/>
            </a:xfrm>
            <a:custGeom>
              <a:avLst/>
              <a:gdLst/>
              <a:ahLst/>
              <a:cxnLst/>
              <a:rect l="l" t="t" r="r" b="b"/>
              <a:pathLst>
                <a:path w="307975" h="90804">
                  <a:moveTo>
                    <a:pt x="8209" y="0"/>
                  </a:moveTo>
                  <a:lnTo>
                    <a:pt x="0" y="69306"/>
                  </a:lnTo>
                  <a:lnTo>
                    <a:pt x="61745" y="81507"/>
                  </a:lnTo>
                  <a:lnTo>
                    <a:pt x="135388" y="89358"/>
                  </a:lnTo>
                  <a:lnTo>
                    <a:pt x="184952" y="90673"/>
                  </a:lnTo>
                  <a:lnTo>
                    <a:pt x="230462" y="89091"/>
                  </a:lnTo>
                  <a:lnTo>
                    <a:pt x="271510" y="85365"/>
                  </a:lnTo>
                  <a:lnTo>
                    <a:pt x="307686" y="80248"/>
                  </a:lnTo>
                  <a:lnTo>
                    <a:pt x="302901" y="4251"/>
                  </a:lnTo>
                  <a:lnTo>
                    <a:pt x="261456" y="8165"/>
                  </a:lnTo>
                  <a:lnTo>
                    <a:pt x="216740" y="10728"/>
                  </a:lnTo>
                  <a:lnTo>
                    <a:pt x="168952" y="11573"/>
                  </a:lnTo>
                  <a:lnTo>
                    <a:pt x="118289" y="10334"/>
                  </a:lnTo>
                  <a:lnTo>
                    <a:pt x="60936" y="6266"/>
                  </a:lnTo>
                  <a:lnTo>
                    <a:pt x="33977" y="3367"/>
                  </a:lnTo>
                  <a:lnTo>
                    <a:pt x="820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7" name="object 32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328584" y="8773002"/>
              <a:ext cx="221532" cy="118871"/>
            </a:xfrm>
            <a:prstGeom prst="rect">
              <a:avLst/>
            </a:prstGeom>
          </p:spPr>
        </p:pic>
        <p:sp>
          <p:nvSpPr>
            <p:cNvPr id="328" name="object 328" descr=""/>
            <p:cNvSpPr/>
            <p:nvPr/>
          </p:nvSpPr>
          <p:spPr>
            <a:xfrm>
              <a:off x="7339327" y="7878064"/>
              <a:ext cx="306705" cy="1014730"/>
            </a:xfrm>
            <a:custGeom>
              <a:avLst/>
              <a:gdLst/>
              <a:ahLst/>
              <a:cxnLst/>
              <a:rect l="l" t="t" r="r" b="b"/>
              <a:pathLst>
                <a:path w="306704" h="1014729">
                  <a:moveTo>
                    <a:pt x="143864" y="0"/>
                  </a:moveTo>
                  <a:lnTo>
                    <a:pt x="129920" y="39812"/>
                  </a:lnTo>
                  <a:lnTo>
                    <a:pt x="116189" y="81302"/>
                  </a:lnTo>
                  <a:lnTo>
                    <a:pt x="102766" y="124443"/>
                  </a:lnTo>
                  <a:lnTo>
                    <a:pt x="89749" y="169210"/>
                  </a:lnTo>
                  <a:lnTo>
                    <a:pt x="77231" y="215577"/>
                  </a:lnTo>
                  <a:lnTo>
                    <a:pt x="65309" y="263518"/>
                  </a:lnTo>
                  <a:lnTo>
                    <a:pt x="54078" y="313008"/>
                  </a:lnTo>
                  <a:lnTo>
                    <a:pt x="43634" y="364021"/>
                  </a:lnTo>
                  <a:lnTo>
                    <a:pt x="34073" y="416531"/>
                  </a:lnTo>
                  <a:lnTo>
                    <a:pt x="25491" y="470513"/>
                  </a:lnTo>
                  <a:lnTo>
                    <a:pt x="17983" y="525942"/>
                  </a:lnTo>
                  <a:lnTo>
                    <a:pt x="11704" y="582152"/>
                  </a:lnTo>
                  <a:lnTo>
                    <a:pt x="6869" y="637005"/>
                  </a:lnTo>
                  <a:lnTo>
                    <a:pt x="3379" y="690449"/>
                  </a:lnTo>
                  <a:lnTo>
                    <a:pt x="1136" y="742431"/>
                  </a:lnTo>
                  <a:lnTo>
                    <a:pt x="42" y="792901"/>
                  </a:lnTo>
                  <a:lnTo>
                    <a:pt x="0" y="841808"/>
                  </a:lnTo>
                  <a:lnTo>
                    <a:pt x="909" y="889100"/>
                  </a:lnTo>
                  <a:lnTo>
                    <a:pt x="2674" y="934725"/>
                  </a:lnTo>
                  <a:lnTo>
                    <a:pt x="34591" y="960897"/>
                  </a:lnTo>
                  <a:lnTo>
                    <a:pt x="82253" y="987948"/>
                  </a:lnTo>
                  <a:lnTo>
                    <a:pt x="125060" y="1003352"/>
                  </a:lnTo>
                  <a:lnTo>
                    <a:pt x="164215" y="1011549"/>
                  </a:lnTo>
                  <a:lnTo>
                    <a:pt x="223066" y="1014691"/>
                  </a:lnTo>
                  <a:lnTo>
                    <a:pt x="270645" y="295708"/>
                  </a:lnTo>
                  <a:lnTo>
                    <a:pt x="306152" y="25014"/>
                  </a:lnTo>
                  <a:lnTo>
                    <a:pt x="254059" y="11957"/>
                  </a:lnTo>
                  <a:lnTo>
                    <a:pt x="209637" y="4657"/>
                  </a:lnTo>
                  <a:lnTo>
                    <a:pt x="164246" y="671"/>
                  </a:lnTo>
                  <a:lnTo>
                    <a:pt x="14386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7055089" y="8754161"/>
              <a:ext cx="86360" cy="93980"/>
            </a:xfrm>
            <a:custGeom>
              <a:avLst/>
              <a:gdLst/>
              <a:ahLst/>
              <a:cxnLst/>
              <a:rect l="l" t="t" r="r" b="b"/>
              <a:pathLst>
                <a:path w="86359" h="93979">
                  <a:moveTo>
                    <a:pt x="86154" y="0"/>
                  </a:moveTo>
                  <a:lnTo>
                    <a:pt x="0" y="93620"/>
                  </a:lnTo>
                  <a:lnTo>
                    <a:pt x="82049" y="31611"/>
                  </a:lnTo>
                  <a:lnTo>
                    <a:pt x="86154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7033075" y="7911978"/>
              <a:ext cx="189865" cy="954405"/>
            </a:xfrm>
            <a:custGeom>
              <a:avLst/>
              <a:gdLst/>
              <a:ahLst/>
              <a:cxnLst/>
              <a:rect l="l" t="t" r="r" b="b"/>
              <a:pathLst>
                <a:path w="189865" h="954404">
                  <a:moveTo>
                    <a:pt x="189774" y="0"/>
                  </a:moveTo>
                  <a:lnTo>
                    <a:pt x="106028" y="21687"/>
                  </a:lnTo>
                  <a:lnTo>
                    <a:pt x="64922" y="79838"/>
                  </a:lnTo>
                  <a:lnTo>
                    <a:pt x="58843" y="126529"/>
                  </a:lnTo>
                  <a:lnTo>
                    <a:pt x="53530" y="173744"/>
                  </a:lnTo>
                  <a:lnTo>
                    <a:pt x="48844" y="221477"/>
                  </a:lnTo>
                  <a:lnTo>
                    <a:pt x="44647" y="269726"/>
                  </a:lnTo>
                  <a:lnTo>
                    <a:pt x="40802" y="318487"/>
                  </a:lnTo>
                  <a:lnTo>
                    <a:pt x="26177" y="518573"/>
                  </a:lnTo>
                  <a:lnTo>
                    <a:pt x="17987" y="619406"/>
                  </a:lnTo>
                  <a:lnTo>
                    <a:pt x="14338" y="668545"/>
                  </a:lnTo>
                  <a:lnTo>
                    <a:pt x="11066" y="717247"/>
                  </a:lnTo>
                  <a:lnTo>
                    <a:pt x="8159" y="765508"/>
                  </a:lnTo>
                  <a:lnTo>
                    <a:pt x="5608" y="813321"/>
                  </a:lnTo>
                  <a:lnTo>
                    <a:pt x="3405" y="860683"/>
                  </a:lnTo>
                  <a:lnTo>
                    <a:pt x="1538" y="907589"/>
                  </a:lnTo>
                  <a:lnTo>
                    <a:pt x="0" y="954033"/>
                  </a:lnTo>
                  <a:lnTo>
                    <a:pt x="93201" y="871491"/>
                  </a:lnTo>
                  <a:lnTo>
                    <a:pt x="114786" y="664164"/>
                  </a:lnTo>
                  <a:lnTo>
                    <a:pt x="137149" y="457623"/>
                  </a:lnTo>
                  <a:lnTo>
                    <a:pt x="160099" y="253516"/>
                  </a:lnTo>
                  <a:lnTo>
                    <a:pt x="189774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7109130" y="7892751"/>
              <a:ext cx="410209" cy="450850"/>
            </a:xfrm>
            <a:custGeom>
              <a:avLst/>
              <a:gdLst/>
              <a:ahLst/>
              <a:cxnLst/>
              <a:rect l="l" t="t" r="r" b="b"/>
              <a:pathLst>
                <a:path w="410209" h="450850">
                  <a:moveTo>
                    <a:pt x="92278" y="31013"/>
                  </a:moveTo>
                  <a:lnTo>
                    <a:pt x="75438" y="68427"/>
                  </a:lnTo>
                  <a:lnTo>
                    <a:pt x="60452" y="106464"/>
                  </a:lnTo>
                  <a:lnTo>
                    <a:pt x="46736" y="144894"/>
                  </a:lnTo>
                  <a:lnTo>
                    <a:pt x="34569" y="183730"/>
                  </a:lnTo>
                  <a:lnTo>
                    <a:pt x="23914" y="222935"/>
                  </a:lnTo>
                  <a:lnTo>
                    <a:pt x="14566" y="262394"/>
                  </a:lnTo>
                  <a:lnTo>
                    <a:pt x="6540" y="302082"/>
                  </a:lnTo>
                  <a:lnTo>
                    <a:pt x="101" y="342531"/>
                  </a:lnTo>
                  <a:lnTo>
                    <a:pt x="0" y="343725"/>
                  </a:lnTo>
                  <a:lnTo>
                    <a:pt x="16586" y="379120"/>
                  </a:lnTo>
                  <a:lnTo>
                    <a:pt x="22059" y="390550"/>
                  </a:lnTo>
                  <a:lnTo>
                    <a:pt x="27762" y="401904"/>
                  </a:lnTo>
                  <a:lnTo>
                    <a:pt x="33413" y="413270"/>
                  </a:lnTo>
                  <a:lnTo>
                    <a:pt x="39154" y="424599"/>
                  </a:lnTo>
                  <a:lnTo>
                    <a:pt x="45097" y="435876"/>
                  </a:lnTo>
                  <a:lnTo>
                    <a:pt x="41300" y="423887"/>
                  </a:lnTo>
                  <a:lnTo>
                    <a:pt x="37299" y="411975"/>
                  </a:lnTo>
                  <a:lnTo>
                    <a:pt x="33210" y="400088"/>
                  </a:lnTo>
                  <a:lnTo>
                    <a:pt x="29159" y="388188"/>
                  </a:lnTo>
                  <a:lnTo>
                    <a:pt x="24892" y="376364"/>
                  </a:lnTo>
                  <a:lnTo>
                    <a:pt x="20535" y="364566"/>
                  </a:lnTo>
                  <a:lnTo>
                    <a:pt x="12788" y="343725"/>
                  </a:lnTo>
                  <a:lnTo>
                    <a:pt x="12344" y="342531"/>
                  </a:lnTo>
                  <a:lnTo>
                    <a:pt x="12700" y="340995"/>
                  </a:lnTo>
                  <a:lnTo>
                    <a:pt x="30200" y="265226"/>
                  </a:lnTo>
                  <a:lnTo>
                    <a:pt x="39763" y="226098"/>
                  </a:lnTo>
                  <a:lnTo>
                    <a:pt x="49784" y="187071"/>
                  </a:lnTo>
                  <a:lnTo>
                    <a:pt x="70523" y="109042"/>
                  </a:lnTo>
                  <a:lnTo>
                    <a:pt x="81457" y="70091"/>
                  </a:lnTo>
                  <a:lnTo>
                    <a:pt x="92278" y="31013"/>
                  </a:lnTo>
                  <a:close/>
                </a:path>
                <a:path w="410209" h="450850">
                  <a:moveTo>
                    <a:pt x="409803" y="196824"/>
                  </a:moveTo>
                  <a:lnTo>
                    <a:pt x="407606" y="144805"/>
                  </a:lnTo>
                  <a:lnTo>
                    <a:pt x="404063" y="103276"/>
                  </a:lnTo>
                  <a:lnTo>
                    <a:pt x="399554" y="61836"/>
                  </a:lnTo>
                  <a:lnTo>
                    <a:pt x="393382" y="20561"/>
                  </a:lnTo>
                  <a:lnTo>
                    <a:pt x="389699" y="0"/>
                  </a:lnTo>
                  <a:lnTo>
                    <a:pt x="392417" y="83070"/>
                  </a:lnTo>
                  <a:lnTo>
                    <a:pt x="393052" y="103797"/>
                  </a:lnTo>
                  <a:lnTo>
                    <a:pt x="393420" y="124523"/>
                  </a:lnTo>
                  <a:lnTo>
                    <a:pt x="393700" y="145249"/>
                  </a:lnTo>
                  <a:lnTo>
                    <a:pt x="394055" y="165976"/>
                  </a:lnTo>
                  <a:lnTo>
                    <a:pt x="394169" y="186690"/>
                  </a:lnTo>
                  <a:lnTo>
                    <a:pt x="393852" y="207391"/>
                  </a:lnTo>
                  <a:lnTo>
                    <a:pt x="393357" y="228092"/>
                  </a:lnTo>
                  <a:lnTo>
                    <a:pt x="392963" y="248907"/>
                  </a:lnTo>
                  <a:lnTo>
                    <a:pt x="392595" y="290207"/>
                  </a:lnTo>
                  <a:lnTo>
                    <a:pt x="392544" y="329768"/>
                  </a:lnTo>
                  <a:lnTo>
                    <a:pt x="379895" y="345046"/>
                  </a:lnTo>
                  <a:lnTo>
                    <a:pt x="372872" y="353644"/>
                  </a:lnTo>
                  <a:lnTo>
                    <a:pt x="362458" y="366636"/>
                  </a:lnTo>
                  <a:lnTo>
                    <a:pt x="358965" y="370471"/>
                  </a:lnTo>
                  <a:lnTo>
                    <a:pt x="327177" y="401599"/>
                  </a:lnTo>
                  <a:lnTo>
                    <a:pt x="292442" y="430441"/>
                  </a:lnTo>
                  <a:lnTo>
                    <a:pt x="264579" y="450469"/>
                  </a:lnTo>
                  <a:lnTo>
                    <a:pt x="274955" y="445122"/>
                  </a:lnTo>
                  <a:lnTo>
                    <a:pt x="314629" y="420992"/>
                  </a:lnTo>
                  <a:lnTo>
                    <a:pt x="348170" y="395363"/>
                  </a:lnTo>
                  <a:lnTo>
                    <a:pt x="383590" y="360908"/>
                  </a:lnTo>
                  <a:lnTo>
                    <a:pt x="407492" y="327939"/>
                  </a:lnTo>
                  <a:lnTo>
                    <a:pt x="408051" y="310921"/>
                  </a:lnTo>
                  <a:lnTo>
                    <a:pt x="408533" y="290207"/>
                  </a:lnTo>
                  <a:lnTo>
                    <a:pt x="409359" y="248793"/>
                  </a:lnTo>
                  <a:lnTo>
                    <a:pt x="409689" y="207391"/>
                  </a:lnTo>
                  <a:lnTo>
                    <a:pt x="409803" y="196824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7153311" y="7397353"/>
              <a:ext cx="314325" cy="243204"/>
            </a:xfrm>
            <a:custGeom>
              <a:avLst/>
              <a:gdLst/>
              <a:ahLst/>
              <a:cxnLst/>
              <a:rect l="l" t="t" r="r" b="b"/>
              <a:pathLst>
                <a:path w="314325" h="243204">
                  <a:moveTo>
                    <a:pt x="171297" y="0"/>
                  </a:moveTo>
                  <a:lnTo>
                    <a:pt x="134885" y="5132"/>
                  </a:lnTo>
                  <a:lnTo>
                    <a:pt x="108070" y="13750"/>
                  </a:lnTo>
                  <a:lnTo>
                    <a:pt x="93227" y="20610"/>
                  </a:lnTo>
                  <a:lnTo>
                    <a:pt x="82245" y="22716"/>
                  </a:lnTo>
                  <a:lnTo>
                    <a:pt x="35794" y="42494"/>
                  </a:lnTo>
                  <a:lnTo>
                    <a:pt x="2978" y="74105"/>
                  </a:lnTo>
                  <a:lnTo>
                    <a:pt x="0" y="114455"/>
                  </a:lnTo>
                  <a:lnTo>
                    <a:pt x="938" y="138729"/>
                  </a:lnTo>
                  <a:lnTo>
                    <a:pt x="9220" y="187810"/>
                  </a:lnTo>
                  <a:lnTo>
                    <a:pt x="22003" y="226209"/>
                  </a:lnTo>
                  <a:lnTo>
                    <a:pt x="28957" y="241891"/>
                  </a:lnTo>
                  <a:lnTo>
                    <a:pt x="29702" y="226209"/>
                  </a:lnTo>
                  <a:lnTo>
                    <a:pt x="31934" y="208834"/>
                  </a:lnTo>
                  <a:lnTo>
                    <a:pt x="36097" y="190054"/>
                  </a:lnTo>
                  <a:lnTo>
                    <a:pt x="42632" y="170155"/>
                  </a:lnTo>
                  <a:lnTo>
                    <a:pt x="47738" y="158095"/>
                  </a:lnTo>
                  <a:lnTo>
                    <a:pt x="53228" y="147056"/>
                  </a:lnTo>
                  <a:lnTo>
                    <a:pt x="84145" y="147880"/>
                  </a:lnTo>
                  <a:lnTo>
                    <a:pt x="120484" y="146013"/>
                  </a:lnTo>
                  <a:lnTo>
                    <a:pt x="161144" y="140107"/>
                  </a:lnTo>
                  <a:lnTo>
                    <a:pt x="205025" y="128816"/>
                  </a:lnTo>
                  <a:lnTo>
                    <a:pt x="248859" y="111791"/>
                  </a:lnTo>
                  <a:lnTo>
                    <a:pt x="261431" y="105717"/>
                  </a:lnTo>
                  <a:lnTo>
                    <a:pt x="291514" y="243105"/>
                  </a:lnTo>
                  <a:lnTo>
                    <a:pt x="306550" y="200552"/>
                  </a:lnTo>
                  <a:lnTo>
                    <a:pt x="314002" y="155883"/>
                  </a:lnTo>
                  <a:lnTo>
                    <a:pt x="313987" y="115223"/>
                  </a:lnTo>
                  <a:lnTo>
                    <a:pt x="301336" y="50399"/>
                  </a:lnTo>
                  <a:lnTo>
                    <a:pt x="247280" y="13710"/>
                  </a:lnTo>
                  <a:lnTo>
                    <a:pt x="214930" y="3594"/>
                  </a:lnTo>
                  <a:lnTo>
                    <a:pt x="171297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3" name="object 333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222269" y="7869770"/>
              <a:ext cx="77222" cy="121577"/>
            </a:xfrm>
            <a:prstGeom prst="rect">
              <a:avLst/>
            </a:prstGeom>
          </p:spPr>
        </p:pic>
        <p:pic>
          <p:nvPicPr>
            <p:cNvPr id="334" name="object 33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347170" y="7848180"/>
              <a:ext cx="135933" cy="144686"/>
            </a:xfrm>
            <a:prstGeom prst="rect">
              <a:avLst/>
            </a:prstGeom>
          </p:spPr>
        </p:pic>
        <p:sp>
          <p:nvSpPr>
            <p:cNvPr id="335" name="object 335" descr=""/>
            <p:cNvSpPr/>
            <p:nvPr/>
          </p:nvSpPr>
          <p:spPr>
            <a:xfrm>
              <a:off x="7318784" y="8379398"/>
              <a:ext cx="294640" cy="127000"/>
            </a:xfrm>
            <a:custGeom>
              <a:avLst/>
              <a:gdLst/>
              <a:ahLst/>
              <a:cxnLst/>
              <a:rect l="l" t="t" r="r" b="b"/>
              <a:pathLst>
                <a:path w="294640" h="127000">
                  <a:moveTo>
                    <a:pt x="0" y="0"/>
                  </a:moveTo>
                  <a:lnTo>
                    <a:pt x="33035" y="40606"/>
                  </a:lnTo>
                  <a:lnTo>
                    <a:pt x="90855" y="87400"/>
                  </a:lnTo>
                  <a:lnTo>
                    <a:pt x="129357" y="108275"/>
                  </a:lnTo>
                  <a:lnTo>
                    <a:pt x="166036" y="122687"/>
                  </a:lnTo>
                  <a:lnTo>
                    <a:pt x="196973" y="126694"/>
                  </a:lnTo>
                  <a:lnTo>
                    <a:pt x="226175" y="119409"/>
                  </a:lnTo>
                  <a:lnTo>
                    <a:pt x="250513" y="102270"/>
                  </a:lnTo>
                  <a:lnTo>
                    <a:pt x="266860" y="76709"/>
                  </a:lnTo>
                  <a:lnTo>
                    <a:pt x="294294" y="56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6959806" y="8246923"/>
              <a:ext cx="283210" cy="179705"/>
            </a:xfrm>
            <a:custGeom>
              <a:avLst/>
              <a:gdLst/>
              <a:ahLst/>
              <a:cxnLst/>
              <a:rect l="l" t="t" r="r" b="b"/>
              <a:pathLst>
                <a:path w="283209" h="179704">
                  <a:moveTo>
                    <a:pt x="62799" y="0"/>
                  </a:moveTo>
                  <a:lnTo>
                    <a:pt x="35032" y="34255"/>
                  </a:lnTo>
                  <a:lnTo>
                    <a:pt x="9669" y="87459"/>
                  </a:lnTo>
                  <a:lnTo>
                    <a:pt x="0" y="153910"/>
                  </a:lnTo>
                  <a:lnTo>
                    <a:pt x="1492" y="177502"/>
                  </a:lnTo>
                  <a:lnTo>
                    <a:pt x="34313" y="179562"/>
                  </a:lnTo>
                  <a:lnTo>
                    <a:pt x="75988" y="178705"/>
                  </a:lnTo>
                  <a:lnTo>
                    <a:pt x="124644" y="172671"/>
                  </a:lnTo>
                  <a:lnTo>
                    <a:pt x="178408" y="159199"/>
                  </a:lnTo>
                  <a:lnTo>
                    <a:pt x="238730" y="134313"/>
                  </a:lnTo>
                  <a:lnTo>
                    <a:pt x="282709" y="108195"/>
                  </a:lnTo>
                  <a:lnTo>
                    <a:pt x="266568" y="97611"/>
                  </a:lnTo>
                  <a:lnTo>
                    <a:pt x="250158" y="86490"/>
                  </a:lnTo>
                  <a:lnTo>
                    <a:pt x="216648" y="62594"/>
                  </a:lnTo>
                  <a:lnTo>
                    <a:pt x="175856" y="31178"/>
                  </a:lnTo>
                  <a:lnTo>
                    <a:pt x="163194" y="20868"/>
                  </a:lnTo>
                  <a:lnTo>
                    <a:pt x="154046" y="18460"/>
                  </a:lnTo>
                  <a:lnTo>
                    <a:pt x="135139" y="13816"/>
                  </a:lnTo>
                  <a:lnTo>
                    <a:pt x="109153" y="8144"/>
                  </a:lnTo>
                  <a:lnTo>
                    <a:pt x="93299" y="5077"/>
                  </a:lnTo>
                  <a:lnTo>
                    <a:pt x="77841" y="2369"/>
                  </a:lnTo>
                  <a:lnTo>
                    <a:pt x="62799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7" name="object 33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012174" y="8176327"/>
              <a:ext cx="187753" cy="100732"/>
            </a:xfrm>
            <a:prstGeom prst="rect">
              <a:avLst/>
            </a:prstGeom>
          </p:spPr>
        </p:pic>
        <p:sp>
          <p:nvSpPr>
            <p:cNvPr id="338" name="object 338" descr=""/>
            <p:cNvSpPr/>
            <p:nvPr/>
          </p:nvSpPr>
          <p:spPr>
            <a:xfrm>
              <a:off x="7106549" y="7888959"/>
              <a:ext cx="617855" cy="574040"/>
            </a:xfrm>
            <a:custGeom>
              <a:avLst/>
              <a:gdLst/>
              <a:ahLst/>
              <a:cxnLst/>
              <a:rect l="l" t="t" r="r" b="b"/>
              <a:pathLst>
                <a:path w="617854" h="574040">
                  <a:moveTo>
                    <a:pt x="477461" y="0"/>
                  </a:moveTo>
                  <a:lnTo>
                    <a:pt x="455024" y="440"/>
                  </a:lnTo>
                  <a:lnTo>
                    <a:pt x="447890" y="48812"/>
                  </a:lnTo>
                  <a:lnTo>
                    <a:pt x="439837" y="98287"/>
                  </a:lnTo>
                  <a:lnTo>
                    <a:pt x="430812" y="148831"/>
                  </a:lnTo>
                  <a:lnTo>
                    <a:pt x="420763" y="200413"/>
                  </a:lnTo>
                  <a:lnTo>
                    <a:pt x="410343" y="249819"/>
                  </a:lnTo>
                  <a:lnTo>
                    <a:pt x="399413" y="298036"/>
                  </a:lnTo>
                  <a:lnTo>
                    <a:pt x="388027" y="345048"/>
                  </a:lnTo>
                  <a:lnTo>
                    <a:pt x="376241" y="390837"/>
                  </a:lnTo>
                  <a:lnTo>
                    <a:pt x="338915" y="386171"/>
                  </a:lnTo>
                  <a:lnTo>
                    <a:pt x="298183" y="379401"/>
                  </a:lnTo>
                  <a:lnTo>
                    <a:pt x="254447" y="370133"/>
                  </a:lnTo>
                  <a:lnTo>
                    <a:pt x="208110" y="357969"/>
                  </a:lnTo>
                  <a:lnTo>
                    <a:pt x="167256" y="345136"/>
                  </a:lnTo>
                  <a:lnTo>
                    <a:pt x="129701" y="331513"/>
                  </a:lnTo>
                  <a:lnTo>
                    <a:pt x="64690" y="303478"/>
                  </a:lnTo>
                  <a:lnTo>
                    <a:pt x="56751" y="305276"/>
                  </a:lnTo>
                  <a:lnTo>
                    <a:pt x="16011" y="330148"/>
                  </a:lnTo>
                  <a:lnTo>
                    <a:pt x="0" y="369543"/>
                  </a:lnTo>
                  <a:lnTo>
                    <a:pt x="560" y="384330"/>
                  </a:lnTo>
                  <a:lnTo>
                    <a:pt x="32669" y="416824"/>
                  </a:lnTo>
                  <a:lnTo>
                    <a:pt x="68258" y="442651"/>
                  </a:lnTo>
                  <a:lnTo>
                    <a:pt x="109018" y="468641"/>
                  </a:lnTo>
                  <a:lnTo>
                    <a:pt x="155096" y="493986"/>
                  </a:lnTo>
                  <a:lnTo>
                    <a:pt x="208814" y="518777"/>
                  </a:lnTo>
                  <a:lnTo>
                    <a:pt x="260967" y="538501"/>
                  </a:lnTo>
                  <a:lnTo>
                    <a:pt x="310839" y="553750"/>
                  </a:lnTo>
                  <a:lnTo>
                    <a:pt x="357715" y="565118"/>
                  </a:lnTo>
                  <a:lnTo>
                    <a:pt x="400879" y="573198"/>
                  </a:lnTo>
                  <a:lnTo>
                    <a:pt x="429382" y="573731"/>
                  </a:lnTo>
                  <a:lnTo>
                    <a:pt x="456339" y="566523"/>
                  </a:lnTo>
                  <a:lnTo>
                    <a:pt x="499117" y="531827"/>
                  </a:lnTo>
                  <a:lnTo>
                    <a:pt x="530739" y="481392"/>
                  </a:lnTo>
                  <a:lnTo>
                    <a:pt x="554826" y="434944"/>
                  </a:lnTo>
                  <a:lnTo>
                    <a:pt x="572494" y="393576"/>
                  </a:lnTo>
                  <a:lnTo>
                    <a:pt x="593278" y="330321"/>
                  </a:lnTo>
                  <a:lnTo>
                    <a:pt x="603126" y="291788"/>
                  </a:lnTo>
                  <a:lnTo>
                    <a:pt x="612017" y="246062"/>
                  </a:lnTo>
                  <a:lnTo>
                    <a:pt x="617562" y="196429"/>
                  </a:lnTo>
                  <a:lnTo>
                    <a:pt x="617372" y="146174"/>
                  </a:lnTo>
                  <a:lnTo>
                    <a:pt x="609057" y="98581"/>
                  </a:lnTo>
                  <a:lnTo>
                    <a:pt x="590228" y="56936"/>
                  </a:lnTo>
                  <a:lnTo>
                    <a:pt x="558497" y="24523"/>
                  </a:lnTo>
                  <a:lnTo>
                    <a:pt x="503250" y="2520"/>
                  </a:lnTo>
                  <a:lnTo>
                    <a:pt x="477461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7353778" y="8196874"/>
              <a:ext cx="173355" cy="109855"/>
            </a:xfrm>
            <a:custGeom>
              <a:avLst/>
              <a:gdLst/>
              <a:ahLst/>
              <a:cxnLst/>
              <a:rect l="l" t="t" r="r" b="b"/>
              <a:pathLst>
                <a:path w="173354" h="109854">
                  <a:moveTo>
                    <a:pt x="143175" y="0"/>
                  </a:moveTo>
                  <a:lnTo>
                    <a:pt x="97601" y="3184"/>
                  </a:lnTo>
                  <a:lnTo>
                    <a:pt x="50094" y="19037"/>
                  </a:lnTo>
                  <a:lnTo>
                    <a:pt x="6723" y="47307"/>
                  </a:lnTo>
                  <a:lnTo>
                    <a:pt x="0" y="63959"/>
                  </a:lnTo>
                  <a:lnTo>
                    <a:pt x="21081" y="87351"/>
                  </a:lnTo>
                  <a:lnTo>
                    <a:pt x="66190" y="105301"/>
                  </a:lnTo>
                  <a:lnTo>
                    <a:pt x="117972" y="109535"/>
                  </a:lnTo>
                  <a:lnTo>
                    <a:pt x="159073" y="91780"/>
                  </a:lnTo>
                  <a:lnTo>
                    <a:pt x="169813" y="73712"/>
                  </a:lnTo>
                  <a:lnTo>
                    <a:pt x="173052" y="51480"/>
                  </a:lnTo>
                  <a:lnTo>
                    <a:pt x="169301" y="26794"/>
                  </a:lnTo>
                  <a:lnTo>
                    <a:pt x="159073" y="1364"/>
                  </a:lnTo>
                  <a:lnTo>
                    <a:pt x="143175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58622" y="8280074"/>
              <a:ext cx="169797" cy="173930"/>
            </a:xfrm>
            <a:prstGeom prst="rect">
              <a:avLst/>
            </a:prstGeom>
          </p:spPr>
        </p:pic>
        <p:sp>
          <p:nvSpPr>
            <p:cNvPr id="341" name="object 341" descr=""/>
            <p:cNvSpPr/>
            <p:nvPr/>
          </p:nvSpPr>
          <p:spPr>
            <a:xfrm>
              <a:off x="7505467" y="7990484"/>
              <a:ext cx="76835" cy="191770"/>
            </a:xfrm>
            <a:custGeom>
              <a:avLst/>
              <a:gdLst/>
              <a:ahLst/>
              <a:cxnLst/>
              <a:rect l="l" t="t" r="r" b="b"/>
              <a:pathLst>
                <a:path w="76834" h="191770">
                  <a:moveTo>
                    <a:pt x="76458" y="0"/>
                  </a:moveTo>
                  <a:lnTo>
                    <a:pt x="43713" y="42928"/>
                  </a:lnTo>
                  <a:lnTo>
                    <a:pt x="22963" y="77033"/>
                  </a:lnTo>
                  <a:lnTo>
                    <a:pt x="994" y="123608"/>
                  </a:lnTo>
                  <a:lnTo>
                    <a:pt x="0" y="191585"/>
                  </a:lnTo>
                  <a:lnTo>
                    <a:pt x="76458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2" name="object 342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219264" y="7852531"/>
              <a:ext cx="81180" cy="121577"/>
            </a:xfrm>
            <a:prstGeom prst="rect">
              <a:avLst/>
            </a:prstGeom>
          </p:spPr>
        </p:pic>
        <p:sp>
          <p:nvSpPr>
            <p:cNvPr id="343" name="object 343" descr=""/>
            <p:cNvSpPr/>
            <p:nvPr/>
          </p:nvSpPr>
          <p:spPr>
            <a:xfrm>
              <a:off x="7344908" y="7833077"/>
              <a:ext cx="138430" cy="144780"/>
            </a:xfrm>
            <a:custGeom>
              <a:avLst/>
              <a:gdLst/>
              <a:ahLst/>
              <a:cxnLst/>
              <a:rect l="l" t="t" r="r" b="b"/>
              <a:pathLst>
                <a:path w="138429" h="144779">
                  <a:moveTo>
                    <a:pt x="94520" y="0"/>
                  </a:moveTo>
                  <a:lnTo>
                    <a:pt x="70621" y="18121"/>
                  </a:lnTo>
                  <a:lnTo>
                    <a:pt x="23905" y="58081"/>
                  </a:lnTo>
                  <a:lnTo>
                    <a:pt x="0" y="76196"/>
                  </a:lnTo>
                  <a:lnTo>
                    <a:pt x="23412" y="144686"/>
                  </a:lnTo>
                  <a:lnTo>
                    <a:pt x="138278" y="44982"/>
                  </a:lnTo>
                  <a:lnTo>
                    <a:pt x="9452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4" name="object 344" descr=""/>
          <p:cNvGrpSpPr/>
          <p:nvPr/>
        </p:nvGrpSpPr>
        <p:grpSpPr>
          <a:xfrm>
            <a:off x="3672637" y="9875828"/>
            <a:ext cx="414020" cy="286385"/>
            <a:chOff x="3672637" y="9875828"/>
            <a:chExt cx="414020" cy="286385"/>
          </a:xfrm>
        </p:grpSpPr>
        <p:pic>
          <p:nvPicPr>
            <p:cNvPr id="345" name="object 345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57814" y="9875828"/>
              <a:ext cx="228788" cy="239647"/>
            </a:xfrm>
            <a:prstGeom prst="rect">
              <a:avLst/>
            </a:prstGeom>
          </p:spPr>
        </p:pic>
        <p:sp>
          <p:nvSpPr>
            <p:cNvPr id="346" name="object 346" descr=""/>
            <p:cNvSpPr/>
            <p:nvPr/>
          </p:nvSpPr>
          <p:spPr>
            <a:xfrm>
              <a:off x="3677451" y="10039070"/>
              <a:ext cx="389255" cy="106680"/>
            </a:xfrm>
            <a:custGeom>
              <a:avLst/>
              <a:gdLst/>
              <a:ahLst/>
              <a:cxnLst/>
              <a:rect l="l" t="t" r="r" b="b"/>
              <a:pathLst>
                <a:path w="389254" h="106679">
                  <a:moveTo>
                    <a:pt x="206224" y="0"/>
                  </a:moveTo>
                  <a:lnTo>
                    <a:pt x="169385" y="21895"/>
                  </a:lnTo>
                  <a:lnTo>
                    <a:pt x="118756" y="43267"/>
                  </a:lnTo>
                  <a:lnTo>
                    <a:pt x="81599" y="52605"/>
                  </a:lnTo>
                  <a:lnTo>
                    <a:pt x="46325" y="60478"/>
                  </a:lnTo>
                  <a:lnTo>
                    <a:pt x="20731" y="66668"/>
                  </a:lnTo>
                  <a:lnTo>
                    <a:pt x="5171" y="74036"/>
                  </a:lnTo>
                  <a:lnTo>
                    <a:pt x="0" y="85442"/>
                  </a:lnTo>
                  <a:lnTo>
                    <a:pt x="36787" y="100045"/>
                  </a:lnTo>
                  <a:lnTo>
                    <a:pt x="117466" y="105720"/>
                  </a:lnTo>
                  <a:lnTo>
                    <a:pt x="198095" y="106308"/>
                  </a:lnTo>
                  <a:lnTo>
                    <a:pt x="234736" y="105651"/>
                  </a:lnTo>
                  <a:lnTo>
                    <a:pt x="388982" y="100656"/>
                  </a:lnTo>
                  <a:lnTo>
                    <a:pt x="378218" y="24679"/>
                  </a:lnTo>
                  <a:lnTo>
                    <a:pt x="350226" y="33021"/>
                  </a:lnTo>
                  <a:lnTo>
                    <a:pt x="331878" y="37305"/>
                  </a:lnTo>
                  <a:lnTo>
                    <a:pt x="315060" y="38883"/>
                  </a:lnTo>
                  <a:lnTo>
                    <a:pt x="291656" y="39108"/>
                  </a:lnTo>
                  <a:lnTo>
                    <a:pt x="263545" y="37967"/>
                  </a:lnTo>
                  <a:lnTo>
                    <a:pt x="240996" y="35005"/>
                  </a:lnTo>
                  <a:lnTo>
                    <a:pt x="223385" y="30914"/>
                  </a:lnTo>
                  <a:lnTo>
                    <a:pt x="210087" y="26386"/>
                  </a:lnTo>
                  <a:lnTo>
                    <a:pt x="216295" y="15677"/>
                  </a:lnTo>
                  <a:lnTo>
                    <a:pt x="214210" y="7338"/>
                  </a:lnTo>
                  <a:lnTo>
                    <a:pt x="209098" y="1927"/>
                  </a:lnTo>
                  <a:lnTo>
                    <a:pt x="206224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3672637" y="10067003"/>
              <a:ext cx="394970" cy="95250"/>
            </a:xfrm>
            <a:custGeom>
              <a:avLst/>
              <a:gdLst/>
              <a:ahLst/>
              <a:cxnLst/>
              <a:rect l="l" t="t" r="r" b="b"/>
              <a:pathLst>
                <a:path w="394970" h="95250">
                  <a:moveTo>
                    <a:pt x="253580" y="9321"/>
                  </a:moveTo>
                  <a:lnTo>
                    <a:pt x="242798" y="7277"/>
                  </a:lnTo>
                  <a:lnTo>
                    <a:pt x="233438" y="4965"/>
                  </a:lnTo>
                  <a:lnTo>
                    <a:pt x="225412" y="2501"/>
                  </a:lnTo>
                  <a:lnTo>
                    <a:pt x="218592" y="0"/>
                  </a:lnTo>
                  <a:lnTo>
                    <a:pt x="203377" y="6553"/>
                  </a:lnTo>
                  <a:lnTo>
                    <a:pt x="191071" y="11417"/>
                  </a:lnTo>
                  <a:lnTo>
                    <a:pt x="170815" y="19075"/>
                  </a:lnTo>
                  <a:lnTo>
                    <a:pt x="161734" y="26720"/>
                  </a:lnTo>
                  <a:lnTo>
                    <a:pt x="162140" y="35394"/>
                  </a:lnTo>
                  <a:lnTo>
                    <a:pt x="172059" y="40068"/>
                  </a:lnTo>
                  <a:lnTo>
                    <a:pt x="191541" y="35712"/>
                  </a:lnTo>
                  <a:lnTo>
                    <a:pt x="253580" y="9321"/>
                  </a:lnTo>
                  <a:close/>
                </a:path>
                <a:path w="394970" h="95250">
                  <a:moveTo>
                    <a:pt x="394436" y="70980"/>
                  </a:moveTo>
                  <a:lnTo>
                    <a:pt x="134696" y="70980"/>
                  </a:lnTo>
                  <a:lnTo>
                    <a:pt x="81838" y="69570"/>
                  </a:lnTo>
                  <a:lnTo>
                    <a:pt x="40017" y="66446"/>
                  </a:lnTo>
                  <a:lnTo>
                    <a:pt x="12446" y="63322"/>
                  </a:lnTo>
                  <a:lnTo>
                    <a:pt x="2286" y="61861"/>
                  </a:lnTo>
                  <a:lnTo>
                    <a:pt x="0" y="86080"/>
                  </a:lnTo>
                  <a:lnTo>
                    <a:pt x="10871" y="87655"/>
                  </a:lnTo>
                  <a:lnTo>
                    <a:pt x="38544" y="90766"/>
                  </a:lnTo>
                  <a:lnTo>
                    <a:pt x="80619" y="93802"/>
                  </a:lnTo>
                  <a:lnTo>
                    <a:pt x="134696" y="95173"/>
                  </a:lnTo>
                  <a:lnTo>
                    <a:pt x="394436" y="95173"/>
                  </a:lnTo>
                  <a:lnTo>
                    <a:pt x="394436" y="70980"/>
                  </a:lnTo>
                  <a:close/>
                </a:path>
              </a:pathLst>
            </a:custGeom>
            <a:solidFill>
              <a:srgbClr val="A0A0A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8" name="object 348" descr=""/>
          <p:cNvGrpSpPr/>
          <p:nvPr/>
        </p:nvGrpSpPr>
        <p:grpSpPr>
          <a:xfrm>
            <a:off x="3681174" y="7151783"/>
            <a:ext cx="1276985" cy="3010535"/>
            <a:chOff x="3681174" y="7151783"/>
            <a:chExt cx="1276985" cy="3010535"/>
          </a:xfrm>
        </p:grpSpPr>
        <p:pic>
          <p:nvPicPr>
            <p:cNvPr id="349" name="object 34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472540" y="9890613"/>
              <a:ext cx="191942" cy="271559"/>
            </a:xfrm>
            <a:prstGeom prst="rect">
              <a:avLst/>
            </a:prstGeom>
          </p:spPr>
        </p:pic>
        <p:sp>
          <p:nvSpPr>
            <p:cNvPr id="350" name="object 350" descr=""/>
            <p:cNvSpPr/>
            <p:nvPr/>
          </p:nvSpPr>
          <p:spPr>
            <a:xfrm>
              <a:off x="3943006" y="8393824"/>
              <a:ext cx="854710" cy="1624965"/>
            </a:xfrm>
            <a:custGeom>
              <a:avLst/>
              <a:gdLst/>
              <a:ahLst/>
              <a:cxnLst/>
              <a:rect l="l" t="t" r="r" b="b"/>
              <a:pathLst>
                <a:path w="854710" h="1624965">
                  <a:moveTo>
                    <a:pt x="298566" y="481"/>
                  </a:moveTo>
                  <a:lnTo>
                    <a:pt x="149325" y="809744"/>
                  </a:lnTo>
                  <a:lnTo>
                    <a:pt x="0" y="1583124"/>
                  </a:lnTo>
                  <a:lnTo>
                    <a:pt x="166686" y="1624924"/>
                  </a:lnTo>
                  <a:lnTo>
                    <a:pt x="345790" y="874224"/>
                  </a:lnTo>
                  <a:lnTo>
                    <a:pt x="542716" y="336303"/>
                  </a:lnTo>
                  <a:lnTo>
                    <a:pt x="854424" y="336303"/>
                  </a:lnTo>
                  <a:lnTo>
                    <a:pt x="854549" y="287844"/>
                  </a:lnTo>
                  <a:lnTo>
                    <a:pt x="839466" y="179554"/>
                  </a:lnTo>
                  <a:lnTo>
                    <a:pt x="810091" y="87642"/>
                  </a:lnTo>
                  <a:lnTo>
                    <a:pt x="781449" y="23870"/>
                  </a:lnTo>
                  <a:lnTo>
                    <a:pt x="770055" y="2764"/>
                  </a:lnTo>
                  <a:lnTo>
                    <a:pt x="545229" y="2764"/>
                  </a:lnTo>
                  <a:lnTo>
                    <a:pt x="298566" y="481"/>
                  </a:lnTo>
                  <a:close/>
                </a:path>
                <a:path w="854710" h="1624965">
                  <a:moveTo>
                    <a:pt x="854423" y="336775"/>
                  </a:moveTo>
                  <a:lnTo>
                    <a:pt x="570359" y="336775"/>
                  </a:lnTo>
                  <a:lnTo>
                    <a:pt x="552391" y="1575271"/>
                  </a:lnTo>
                  <a:lnTo>
                    <a:pt x="696209" y="1595417"/>
                  </a:lnTo>
                  <a:lnTo>
                    <a:pt x="789952" y="923890"/>
                  </a:lnTo>
                  <a:lnTo>
                    <a:pt x="837694" y="563842"/>
                  </a:lnTo>
                  <a:lnTo>
                    <a:pt x="854278" y="392689"/>
                  </a:lnTo>
                  <a:lnTo>
                    <a:pt x="854423" y="336775"/>
                  </a:lnTo>
                  <a:close/>
                </a:path>
                <a:path w="854710" h="1624965">
                  <a:moveTo>
                    <a:pt x="854424" y="336303"/>
                  </a:moveTo>
                  <a:lnTo>
                    <a:pt x="542716" y="336303"/>
                  </a:lnTo>
                  <a:lnTo>
                    <a:pt x="548129" y="338157"/>
                  </a:lnTo>
                  <a:lnTo>
                    <a:pt x="561061" y="338419"/>
                  </a:lnTo>
                  <a:lnTo>
                    <a:pt x="570359" y="336775"/>
                  </a:lnTo>
                  <a:lnTo>
                    <a:pt x="854423" y="336775"/>
                  </a:lnTo>
                  <a:lnTo>
                    <a:pt x="854424" y="336303"/>
                  </a:lnTo>
                  <a:close/>
                </a:path>
                <a:path w="854710" h="1624965">
                  <a:moveTo>
                    <a:pt x="768562" y="0"/>
                  </a:moveTo>
                  <a:lnTo>
                    <a:pt x="568600" y="2764"/>
                  </a:lnTo>
                  <a:lnTo>
                    <a:pt x="770055" y="2764"/>
                  </a:lnTo>
                  <a:lnTo>
                    <a:pt x="76856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4495393" y="8730596"/>
              <a:ext cx="60325" cy="1238885"/>
            </a:xfrm>
            <a:custGeom>
              <a:avLst/>
              <a:gdLst/>
              <a:ahLst/>
              <a:cxnLst/>
              <a:rect l="l" t="t" r="r" b="b"/>
              <a:pathLst>
                <a:path w="60325" h="1238884">
                  <a:moveTo>
                    <a:pt x="59918" y="731418"/>
                  </a:moveTo>
                  <a:lnTo>
                    <a:pt x="58635" y="637616"/>
                  </a:lnTo>
                  <a:lnTo>
                    <a:pt x="50634" y="474675"/>
                  </a:lnTo>
                  <a:lnTo>
                    <a:pt x="36842" y="262534"/>
                  </a:lnTo>
                  <a:lnTo>
                    <a:pt x="23774" y="78524"/>
                  </a:lnTo>
                  <a:lnTo>
                    <a:pt x="17970" y="0"/>
                  </a:lnTo>
                  <a:lnTo>
                    <a:pt x="0" y="1238516"/>
                  </a:lnTo>
                  <a:lnTo>
                    <a:pt x="36106" y="975537"/>
                  </a:lnTo>
                  <a:lnTo>
                    <a:pt x="54241" y="825284"/>
                  </a:lnTo>
                  <a:lnTo>
                    <a:pt x="59918" y="731418"/>
                  </a:lnTo>
                  <a:close/>
                </a:path>
              </a:pathLst>
            </a:custGeom>
            <a:solidFill>
              <a:srgbClr val="9DDCF8">
                <a:alpha val="3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4077369" y="8725876"/>
              <a:ext cx="408305" cy="1293495"/>
            </a:xfrm>
            <a:custGeom>
              <a:avLst/>
              <a:gdLst/>
              <a:ahLst/>
              <a:cxnLst/>
              <a:rect l="l" t="t" r="r" b="b"/>
              <a:pathLst>
                <a:path w="408304" h="1293495">
                  <a:moveTo>
                    <a:pt x="407903" y="0"/>
                  </a:moveTo>
                  <a:lnTo>
                    <a:pt x="254369" y="368009"/>
                  </a:lnTo>
                  <a:lnTo>
                    <a:pt x="232453" y="413532"/>
                  </a:lnTo>
                  <a:lnTo>
                    <a:pt x="211921" y="459666"/>
                  </a:lnTo>
                  <a:lnTo>
                    <a:pt x="192784" y="506378"/>
                  </a:lnTo>
                  <a:lnTo>
                    <a:pt x="175054" y="553637"/>
                  </a:lnTo>
                  <a:lnTo>
                    <a:pt x="158743" y="601411"/>
                  </a:lnTo>
                  <a:lnTo>
                    <a:pt x="143863" y="649668"/>
                  </a:lnTo>
                  <a:lnTo>
                    <a:pt x="130425" y="698376"/>
                  </a:lnTo>
                  <a:lnTo>
                    <a:pt x="0" y="1283091"/>
                  </a:lnTo>
                  <a:lnTo>
                    <a:pt x="32323" y="1292871"/>
                  </a:lnTo>
                  <a:lnTo>
                    <a:pt x="211428" y="542171"/>
                  </a:lnTo>
                  <a:lnTo>
                    <a:pt x="407903" y="0"/>
                  </a:lnTo>
                  <a:close/>
                </a:path>
              </a:pathLst>
            </a:custGeom>
            <a:solidFill>
              <a:srgbClr val="9DDCF8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3" name="object 353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4176022" y="7568319"/>
              <a:ext cx="597165" cy="980420"/>
            </a:xfrm>
            <a:prstGeom prst="rect">
              <a:avLst/>
            </a:prstGeom>
          </p:spPr>
        </p:pic>
        <p:sp>
          <p:nvSpPr>
            <p:cNvPr id="354" name="object 354" descr=""/>
            <p:cNvSpPr/>
            <p:nvPr/>
          </p:nvSpPr>
          <p:spPr>
            <a:xfrm>
              <a:off x="4187202" y="7556887"/>
              <a:ext cx="603250" cy="1089025"/>
            </a:xfrm>
            <a:custGeom>
              <a:avLst/>
              <a:gdLst/>
              <a:ahLst/>
              <a:cxnLst/>
              <a:rect l="l" t="t" r="r" b="b"/>
              <a:pathLst>
                <a:path w="603250" h="1089025">
                  <a:moveTo>
                    <a:pt x="190055" y="1084389"/>
                  </a:moveTo>
                  <a:lnTo>
                    <a:pt x="189052" y="1084211"/>
                  </a:lnTo>
                  <a:lnTo>
                    <a:pt x="188582" y="1084249"/>
                  </a:lnTo>
                  <a:lnTo>
                    <a:pt x="188658" y="1084605"/>
                  </a:lnTo>
                  <a:lnTo>
                    <a:pt x="190055" y="1084389"/>
                  </a:lnTo>
                  <a:close/>
                </a:path>
                <a:path w="603250" h="1089025">
                  <a:moveTo>
                    <a:pt x="275932" y="606831"/>
                  </a:moveTo>
                  <a:lnTo>
                    <a:pt x="10414" y="675144"/>
                  </a:lnTo>
                  <a:lnTo>
                    <a:pt x="0" y="745985"/>
                  </a:lnTo>
                  <a:lnTo>
                    <a:pt x="112268" y="737006"/>
                  </a:lnTo>
                  <a:lnTo>
                    <a:pt x="171386" y="728802"/>
                  </a:lnTo>
                  <a:lnTo>
                    <a:pt x="188950" y="720471"/>
                  </a:lnTo>
                  <a:lnTo>
                    <a:pt x="172072" y="752386"/>
                  </a:lnTo>
                  <a:lnTo>
                    <a:pt x="153771" y="798461"/>
                  </a:lnTo>
                  <a:lnTo>
                    <a:pt x="145872" y="841844"/>
                  </a:lnTo>
                  <a:lnTo>
                    <a:pt x="146850" y="902309"/>
                  </a:lnTo>
                  <a:lnTo>
                    <a:pt x="148996" y="972337"/>
                  </a:lnTo>
                  <a:lnTo>
                    <a:pt x="151142" y="1030262"/>
                  </a:lnTo>
                  <a:lnTo>
                    <a:pt x="152120" y="1054392"/>
                  </a:lnTo>
                  <a:lnTo>
                    <a:pt x="26136" y="999426"/>
                  </a:lnTo>
                  <a:lnTo>
                    <a:pt x="16751" y="1051001"/>
                  </a:lnTo>
                  <a:lnTo>
                    <a:pt x="62623" y="1074127"/>
                  </a:lnTo>
                  <a:lnTo>
                    <a:pt x="91668" y="1085583"/>
                  </a:lnTo>
                  <a:lnTo>
                    <a:pt x="116268" y="1088732"/>
                  </a:lnTo>
                  <a:lnTo>
                    <a:pt x="148805" y="1086954"/>
                  </a:lnTo>
                  <a:lnTo>
                    <a:pt x="177901" y="1084834"/>
                  </a:lnTo>
                  <a:lnTo>
                    <a:pt x="188582" y="1084249"/>
                  </a:lnTo>
                  <a:lnTo>
                    <a:pt x="181737" y="1054392"/>
                  </a:lnTo>
                  <a:lnTo>
                    <a:pt x="181267" y="1052347"/>
                  </a:lnTo>
                  <a:lnTo>
                    <a:pt x="179285" y="1022870"/>
                  </a:lnTo>
                  <a:lnTo>
                    <a:pt x="183172" y="979335"/>
                  </a:lnTo>
                  <a:lnTo>
                    <a:pt x="193357" y="904875"/>
                  </a:lnTo>
                  <a:lnTo>
                    <a:pt x="201180" y="854925"/>
                  </a:lnTo>
                  <a:lnTo>
                    <a:pt x="218821" y="753071"/>
                  </a:lnTo>
                  <a:lnTo>
                    <a:pt x="225221" y="710984"/>
                  </a:lnTo>
                  <a:lnTo>
                    <a:pt x="229425" y="691349"/>
                  </a:lnTo>
                  <a:lnTo>
                    <a:pt x="231394" y="682104"/>
                  </a:lnTo>
                  <a:lnTo>
                    <a:pt x="242074" y="654773"/>
                  </a:lnTo>
                  <a:lnTo>
                    <a:pt x="257009" y="629513"/>
                  </a:lnTo>
                  <a:lnTo>
                    <a:pt x="275932" y="606831"/>
                  </a:lnTo>
                  <a:close/>
                </a:path>
                <a:path w="603250" h="1089025">
                  <a:moveTo>
                    <a:pt x="602818" y="1062723"/>
                  </a:moveTo>
                  <a:lnTo>
                    <a:pt x="598131" y="1010107"/>
                  </a:lnTo>
                  <a:lnTo>
                    <a:pt x="501751" y="83870"/>
                  </a:lnTo>
                  <a:lnTo>
                    <a:pt x="409028" y="0"/>
                  </a:lnTo>
                  <a:lnTo>
                    <a:pt x="443407" y="239115"/>
                  </a:lnTo>
                  <a:lnTo>
                    <a:pt x="442315" y="271170"/>
                  </a:lnTo>
                  <a:lnTo>
                    <a:pt x="440105" y="315506"/>
                  </a:lnTo>
                  <a:lnTo>
                    <a:pt x="436981" y="368935"/>
                  </a:lnTo>
                  <a:lnTo>
                    <a:pt x="433133" y="428282"/>
                  </a:lnTo>
                  <a:lnTo>
                    <a:pt x="428764" y="490334"/>
                  </a:lnTo>
                  <a:lnTo>
                    <a:pt x="424053" y="551929"/>
                  </a:lnTo>
                  <a:lnTo>
                    <a:pt x="419227" y="609866"/>
                  </a:lnTo>
                  <a:lnTo>
                    <a:pt x="414451" y="660946"/>
                  </a:lnTo>
                  <a:lnTo>
                    <a:pt x="409943" y="702005"/>
                  </a:lnTo>
                  <a:lnTo>
                    <a:pt x="399910" y="761276"/>
                  </a:lnTo>
                  <a:lnTo>
                    <a:pt x="393776" y="797966"/>
                  </a:lnTo>
                  <a:lnTo>
                    <a:pt x="389153" y="839927"/>
                  </a:lnTo>
                  <a:lnTo>
                    <a:pt x="387718" y="887145"/>
                  </a:lnTo>
                  <a:lnTo>
                    <a:pt x="391134" y="939634"/>
                  </a:lnTo>
                  <a:lnTo>
                    <a:pt x="401066" y="997369"/>
                  </a:lnTo>
                  <a:lnTo>
                    <a:pt x="419188" y="1060386"/>
                  </a:lnTo>
                  <a:lnTo>
                    <a:pt x="423100" y="1082255"/>
                  </a:lnTo>
                  <a:lnTo>
                    <a:pt x="454888" y="1087932"/>
                  </a:lnTo>
                  <a:lnTo>
                    <a:pt x="556780" y="1087932"/>
                  </a:lnTo>
                  <a:lnTo>
                    <a:pt x="562508" y="1086180"/>
                  </a:lnTo>
                  <a:lnTo>
                    <a:pt x="602818" y="1062723"/>
                  </a:lnTo>
                  <a:close/>
                </a:path>
              </a:pathLst>
            </a:custGeom>
            <a:solidFill>
              <a:srgbClr val="666666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4046639" y="7561370"/>
              <a:ext cx="829944" cy="1073150"/>
            </a:xfrm>
            <a:custGeom>
              <a:avLst/>
              <a:gdLst/>
              <a:ahLst/>
              <a:cxnLst/>
              <a:rect l="l" t="t" r="r" b="b"/>
              <a:pathLst>
                <a:path w="829945" h="1073150">
                  <a:moveTo>
                    <a:pt x="360248" y="679665"/>
                  </a:moveTo>
                  <a:lnTo>
                    <a:pt x="358482" y="635520"/>
                  </a:lnTo>
                  <a:lnTo>
                    <a:pt x="354241" y="590372"/>
                  </a:lnTo>
                  <a:lnTo>
                    <a:pt x="348945" y="541388"/>
                  </a:lnTo>
                  <a:lnTo>
                    <a:pt x="346087" y="502691"/>
                  </a:lnTo>
                  <a:lnTo>
                    <a:pt x="344932" y="459422"/>
                  </a:lnTo>
                  <a:lnTo>
                    <a:pt x="345224" y="409790"/>
                  </a:lnTo>
                  <a:lnTo>
                    <a:pt x="346710" y="352018"/>
                  </a:lnTo>
                  <a:lnTo>
                    <a:pt x="349110" y="284314"/>
                  </a:lnTo>
                  <a:lnTo>
                    <a:pt x="347268" y="239039"/>
                  </a:lnTo>
                  <a:lnTo>
                    <a:pt x="334949" y="136169"/>
                  </a:lnTo>
                  <a:lnTo>
                    <a:pt x="332409" y="85115"/>
                  </a:lnTo>
                  <a:lnTo>
                    <a:pt x="337553" y="38633"/>
                  </a:lnTo>
                  <a:lnTo>
                    <a:pt x="354355" y="0"/>
                  </a:lnTo>
                  <a:lnTo>
                    <a:pt x="327507" y="7112"/>
                  </a:lnTo>
                  <a:lnTo>
                    <a:pt x="261950" y="28448"/>
                  </a:lnTo>
                  <a:lnTo>
                    <a:pt x="180200" y="64084"/>
                  </a:lnTo>
                  <a:lnTo>
                    <a:pt x="125971" y="100025"/>
                  </a:lnTo>
                  <a:lnTo>
                    <a:pt x="124841" y="100088"/>
                  </a:lnTo>
                  <a:lnTo>
                    <a:pt x="115112" y="106616"/>
                  </a:lnTo>
                  <a:lnTo>
                    <a:pt x="99860" y="113309"/>
                  </a:lnTo>
                  <a:lnTo>
                    <a:pt x="91198" y="122643"/>
                  </a:lnTo>
                  <a:lnTo>
                    <a:pt x="85864" y="126225"/>
                  </a:lnTo>
                  <a:lnTo>
                    <a:pt x="82016" y="132562"/>
                  </a:lnTo>
                  <a:lnTo>
                    <a:pt x="77127" y="137833"/>
                  </a:lnTo>
                  <a:lnTo>
                    <a:pt x="70535" y="151460"/>
                  </a:lnTo>
                  <a:lnTo>
                    <a:pt x="68084" y="155498"/>
                  </a:lnTo>
                  <a:lnTo>
                    <a:pt x="67195" y="158369"/>
                  </a:lnTo>
                  <a:lnTo>
                    <a:pt x="66484" y="159842"/>
                  </a:lnTo>
                  <a:lnTo>
                    <a:pt x="64262" y="167843"/>
                  </a:lnTo>
                  <a:lnTo>
                    <a:pt x="17614" y="318744"/>
                  </a:lnTo>
                  <a:lnTo>
                    <a:pt x="0" y="415505"/>
                  </a:lnTo>
                  <a:lnTo>
                    <a:pt x="8991" y="501980"/>
                  </a:lnTo>
                  <a:lnTo>
                    <a:pt x="42595" y="620433"/>
                  </a:lnTo>
                  <a:lnTo>
                    <a:pt x="63715" y="665607"/>
                  </a:lnTo>
                  <a:lnTo>
                    <a:pt x="91503" y="692619"/>
                  </a:lnTo>
                  <a:lnTo>
                    <a:pt x="122948" y="704126"/>
                  </a:lnTo>
                  <a:lnTo>
                    <a:pt x="150495" y="702945"/>
                  </a:lnTo>
                  <a:lnTo>
                    <a:pt x="149390" y="744220"/>
                  </a:lnTo>
                  <a:lnTo>
                    <a:pt x="146685" y="808024"/>
                  </a:lnTo>
                  <a:lnTo>
                    <a:pt x="143878" y="868476"/>
                  </a:lnTo>
                  <a:lnTo>
                    <a:pt x="141859" y="921283"/>
                  </a:lnTo>
                  <a:lnTo>
                    <a:pt x="141503" y="962152"/>
                  </a:lnTo>
                  <a:lnTo>
                    <a:pt x="155702" y="1024991"/>
                  </a:lnTo>
                  <a:lnTo>
                    <a:pt x="227584" y="1056881"/>
                  </a:lnTo>
                  <a:lnTo>
                    <a:pt x="320636" y="1065301"/>
                  </a:lnTo>
                  <a:lnTo>
                    <a:pt x="317906" y="1046822"/>
                  </a:lnTo>
                  <a:lnTo>
                    <a:pt x="314655" y="996772"/>
                  </a:lnTo>
                  <a:lnTo>
                    <a:pt x="318249" y="923213"/>
                  </a:lnTo>
                  <a:lnTo>
                    <a:pt x="336105" y="834212"/>
                  </a:lnTo>
                  <a:lnTo>
                    <a:pt x="350507" y="776185"/>
                  </a:lnTo>
                  <a:lnTo>
                    <a:pt x="358063" y="725614"/>
                  </a:lnTo>
                  <a:lnTo>
                    <a:pt x="360248" y="679665"/>
                  </a:lnTo>
                  <a:close/>
                </a:path>
                <a:path w="829945" h="1073150">
                  <a:moveTo>
                    <a:pt x="829805" y="149428"/>
                  </a:moveTo>
                  <a:lnTo>
                    <a:pt x="733526" y="69049"/>
                  </a:lnTo>
                  <a:lnTo>
                    <a:pt x="645515" y="31394"/>
                  </a:lnTo>
                  <a:lnTo>
                    <a:pt x="573684" y="8026"/>
                  </a:lnTo>
                  <a:lnTo>
                    <a:pt x="543991" y="0"/>
                  </a:lnTo>
                  <a:lnTo>
                    <a:pt x="561174" y="29908"/>
                  </a:lnTo>
                  <a:lnTo>
                    <a:pt x="576427" y="68084"/>
                  </a:lnTo>
                  <a:lnTo>
                    <a:pt x="589229" y="112890"/>
                  </a:lnTo>
                  <a:lnTo>
                    <a:pt x="598995" y="162674"/>
                  </a:lnTo>
                  <a:lnTo>
                    <a:pt x="605205" y="215823"/>
                  </a:lnTo>
                  <a:lnTo>
                    <a:pt x="607288" y="270675"/>
                  </a:lnTo>
                  <a:lnTo>
                    <a:pt x="604710" y="325589"/>
                  </a:lnTo>
                  <a:lnTo>
                    <a:pt x="596912" y="378929"/>
                  </a:lnTo>
                  <a:lnTo>
                    <a:pt x="587629" y="435787"/>
                  </a:lnTo>
                  <a:lnTo>
                    <a:pt x="582891" y="489000"/>
                  </a:lnTo>
                  <a:lnTo>
                    <a:pt x="581342" y="539470"/>
                  </a:lnTo>
                  <a:lnTo>
                    <a:pt x="581596" y="588060"/>
                  </a:lnTo>
                  <a:lnTo>
                    <a:pt x="582307" y="635685"/>
                  </a:lnTo>
                  <a:lnTo>
                    <a:pt x="582091" y="683221"/>
                  </a:lnTo>
                  <a:lnTo>
                    <a:pt x="579589" y="731570"/>
                  </a:lnTo>
                  <a:lnTo>
                    <a:pt x="573430" y="781608"/>
                  </a:lnTo>
                  <a:lnTo>
                    <a:pt x="562241" y="834212"/>
                  </a:lnTo>
                  <a:lnTo>
                    <a:pt x="550786" y="923188"/>
                  </a:lnTo>
                  <a:lnTo>
                    <a:pt x="557720" y="995857"/>
                  </a:lnTo>
                  <a:lnTo>
                    <a:pt x="570852" y="1044854"/>
                  </a:lnTo>
                  <a:lnTo>
                    <a:pt x="577938" y="1062824"/>
                  </a:lnTo>
                  <a:lnTo>
                    <a:pt x="663498" y="1072883"/>
                  </a:lnTo>
                  <a:lnTo>
                    <a:pt x="710412" y="1071067"/>
                  </a:lnTo>
                  <a:lnTo>
                    <a:pt x="735279" y="1052690"/>
                  </a:lnTo>
                  <a:lnTo>
                    <a:pt x="754634" y="1013104"/>
                  </a:lnTo>
                  <a:lnTo>
                    <a:pt x="758774" y="989926"/>
                  </a:lnTo>
                  <a:lnTo>
                    <a:pt x="759409" y="951585"/>
                  </a:lnTo>
                  <a:lnTo>
                    <a:pt x="757478" y="901573"/>
                  </a:lnTo>
                  <a:lnTo>
                    <a:pt x="753897" y="843407"/>
                  </a:lnTo>
                  <a:lnTo>
                    <a:pt x="749566" y="780592"/>
                  </a:lnTo>
                  <a:lnTo>
                    <a:pt x="745413" y="716597"/>
                  </a:lnTo>
                  <a:lnTo>
                    <a:pt x="742365" y="654951"/>
                  </a:lnTo>
                  <a:lnTo>
                    <a:pt x="741311" y="599147"/>
                  </a:lnTo>
                  <a:lnTo>
                    <a:pt x="743191" y="552691"/>
                  </a:lnTo>
                  <a:lnTo>
                    <a:pt x="748614" y="510209"/>
                  </a:lnTo>
                  <a:lnTo>
                    <a:pt x="757720" y="457517"/>
                  </a:lnTo>
                  <a:lnTo>
                    <a:pt x="769429" y="399122"/>
                  </a:lnTo>
                  <a:lnTo>
                    <a:pt x="782662" y="339572"/>
                  </a:lnTo>
                  <a:lnTo>
                    <a:pt x="796353" y="283349"/>
                  </a:lnTo>
                  <a:lnTo>
                    <a:pt x="813396" y="228536"/>
                  </a:lnTo>
                  <a:lnTo>
                    <a:pt x="827443" y="184759"/>
                  </a:lnTo>
                  <a:lnTo>
                    <a:pt x="829805" y="149428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6" name="object 356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4071168" y="8082956"/>
              <a:ext cx="219249" cy="179607"/>
            </a:xfrm>
            <a:prstGeom prst="rect">
              <a:avLst/>
            </a:prstGeom>
          </p:spPr>
        </p:pic>
        <p:pic>
          <p:nvPicPr>
            <p:cNvPr id="357" name="object 357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283043" y="7525556"/>
              <a:ext cx="445827" cy="237312"/>
            </a:xfrm>
            <a:prstGeom prst="rect">
              <a:avLst/>
            </a:prstGeom>
          </p:spPr>
        </p:pic>
        <p:sp>
          <p:nvSpPr>
            <p:cNvPr id="358" name="object 358" descr=""/>
            <p:cNvSpPr/>
            <p:nvPr/>
          </p:nvSpPr>
          <p:spPr>
            <a:xfrm>
              <a:off x="4702238" y="7664507"/>
              <a:ext cx="255904" cy="610235"/>
            </a:xfrm>
            <a:custGeom>
              <a:avLst/>
              <a:gdLst/>
              <a:ahLst/>
              <a:cxnLst/>
              <a:rect l="l" t="t" r="r" b="b"/>
              <a:pathLst>
                <a:path w="255904" h="610234">
                  <a:moveTo>
                    <a:pt x="255447" y="323786"/>
                  </a:moveTo>
                  <a:lnTo>
                    <a:pt x="242252" y="239864"/>
                  </a:lnTo>
                  <a:lnTo>
                    <a:pt x="240182" y="226682"/>
                  </a:lnTo>
                  <a:lnTo>
                    <a:pt x="237985" y="218935"/>
                  </a:lnTo>
                  <a:lnTo>
                    <a:pt x="197091" y="74396"/>
                  </a:lnTo>
                  <a:lnTo>
                    <a:pt x="195199" y="66802"/>
                  </a:lnTo>
                  <a:lnTo>
                    <a:pt x="194525" y="65354"/>
                  </a:lnTo>
                  <a:lnTo>
                    <a:pt x="193713" y="62433"/>
                  </a:lnTo>
                  <a:lnTo>
                    <a:pt x="191338" y="58331"/>
                  </a:lnTo>
                  <a:lnTo>
                    <a:pt x="185102" y="44577"/>
                  </a:lnTo>
                  <a:lnTo>
                    <a:pt x="180327" y="39192"/>
                  </a:lnTo>
                  <a:lnTo>
                    <a:pt x="176644" y="32791"/>
                  </a:lnTo>
                  <a:lnTo>
                    <a:pt x="171373" y="29095"/>
                  </a:lnTo>
                  <a:lnTo>
                    <a:pt x="162966" y="19596"/>
                  </a:lnTo>
                  <a:lnTo>
                    <a:pt x="147904" y="12598"/>
                  </a:lnTo>
                  <a:lnTo>
                    <a:pt x="138315" y="5854"/>
                  </a:lnTo>
                  <a:lnTo>
                    <a:pt x="132283" y="5334"/>
                  </a:lnTo>
                  <a:lnTo>
                    <a:pt x="124472" y="1701"/>
                  </a:lnTo>
                  <a:lnTo>
                    <a:pt x="123139" y="4546"/>
                  </a:lnTo>
                  <a:lnTo>
                    <a:pt x="70662" y="0"/>
                  </a:lnTo>
                  <a:lnTo>
                    <a:pt x="64185" y="21272"/>
                  </a:lnTo>
                  <a:lnTo>
                    <a:pt x="48031" y="68668"/>
                  </a:lnTo>
                  <a:lnTo>
                    <a:pt x="27051" y="117487"/>
                  </a:lnTo>
                  <a:lnTo>
                    <a:pt x="6121" y="143065"/>
                  </a:lnTo>
                  <a:lnTo>
                    <a:pt x="76" y="153238"/>
                  </a:lnTo>
                  <a:lnTo>
                    <a:pt x="0" y="177050"/>
                  </a:lnTo>
                  <a:lnTo>
                    <a:pt x="4013" y="213042"/>
                  </a:lnTo>
                  <a:lnTo>
                    <a:pt x="10236" y="259740"/>
                  </a:lnTo>
                  <a:lnTo>
                    <a:pt x="16814" y="315683"/>
                  </a:lnTo>
                  <a:lnTo>
                    <a:pt x="21882" y="379412"/>
                  </a:lnTo>
                  <a:lnTo>
                    <a:pt x="23469" y="445795"/>
                  </a:lnTo>
                  <a:lnTo>
                    <a:pt x="22428" y="466877"/>
                  </a:lnTo>
                  <a:lnTo>
                    <a:pt x="19418" y="497484"/>
                  </a:lnTo>
                  <a:lnTo>
                    <a:pt x="20701" y="509435"/>
                  </a:lnTo>
                  <a:lnTo>
                    <a:pt x="24244" y="551116"/>
                  </a:lnTo>
                  <a:lnTo>
                    <a:pt x="63881" y="595464"/>
                  </a:lnTo>
                  <a:lnTo>
                    <a:pt x="125476" y="609777"/>
                  </a:lnTo>
                  <a:lnTo>
                    <a:pt x="157200" y="598944"/>
                  </a:lnTo>
                  <a:lnTo>
                    <a:pt x="185635" y="572503"/>
                  </a:lnTo>
                  <a:lnTo>
                    <a:pt x="207848" y="527773"/>
                  </a:lnTo>
                  <a:lnTo>
                    <a:pt x="244348" y="410044"/>
                  </a:lnTo>
                  <a:lnTo>
                    <a:pt x="255447" y="323786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9" name="object 35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708700" y="8091671"/>
              <a:ext cx="220150" cy="179292"/>
            </a:xfrm>
            <a:prstGeom prst="rect">
              <a:avLst/>
            </a:prstGeom>
          </p:spPr>
        </p:pic>
        <p:sp>
          <p:nvSpPr>
            <p:cNvPr id="360" name="object 360" descr=""/>
            <p:cNvSpPr/>
            <p:nvPr/>
          </p:nvSpPr>
          <p:spPr>
            <a:xfrm>
              <a:off x="4397908" y="7234396"/>
              <a:ext cx="188595" cy="423545"/>
            </a:xfrm>
            <a:custGeom>
              <a:avLst/>
              <a:gdLst/>
              <a:ahLst/>
              <a:cxnLst/>
              <a:rect l="l" t="t" r="r" b="b"/>
              <a:pathLst>
                <a:path w="188595" h="423545">
                  <a:moveTo>
                    <a:pt x="188226" y="353110"/>
                  </a:moveTo>
                  <a:lnTo>
                    <a:pt x="181368" y="265633"/>
                  </a:lnTo>
                  <a:lnTo>
                    <a:pt x="172554" y="163271"/>
                  </a:lnTo>
                  <a:lnTo>
                    <a:pt x="171348" y="149923"/>
                  </a:lnTo>
                  <a:lnTo>
                    <a:pt x="174586" y="141249"/>
                  </a:lnTo>
                  <a:lnTo>
                    <a:pt x="173189" y="119303"/>
                  </a:lnTo>
                  <a:lnTo>
                    <a:pt x="168008" y="112826"/>
                  </a:lnTo>
                  <a:lnTo>
                    <a:pt x="161709" y="42748"/>
                  </a:lnTo>
                  <a:lnTo>
                    <a:pt x="27571" y="0"/>
                  </a:lnTo>
                  <a:lnTo>
                    <a:pt x="3403" y="164985"/>
                  </a:lnTo>
                  <a:lnTo>
                    <a:pt x="825" y="238975"/>
                  </a:lnTo>
                  <a:lnTo>
                    <a:pt x="0" y="284734"/>
                  </a:lnTo>
                  <a:lnTo>
                    <a:pt x="965" y="321208"/>
                  </a:lnTo>
                  <a:lnTo>
                    <a:pt x="3759" y="367398"/>
                  </a:lnTo>
                  <a:lnTo>
                    <a:pt x="15875" y="395541"/>
                  </a:lnTo>
                  <a:lnTo>
                    <a:pt x="43624" y="414185"/>
                  </a:lnTo>
                  <a:lnTo>
                    <a:pt x="80467" y="422986"/>
                  </a:lnTo>
                  <a:lnTo>
                    <a:pt x="119875" y="421627"/>
                  </a:lnTo>
                  <a:lnTo>
                    <a:pt x="155321" y="409752"/>
                  </a:lnTo>
                  <a:lnTo>
                    <a:pt x="180289" y="387019"/>
                  </a:lnTo>
                  <a:lnTo>
                    <a:pt x="188226" y="35311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4741580" y="7927272"/>
              <a:ext cx="35560" cy="180340"/>
            </a:xfrm>
            <a:custGeom>
              <a:avLst/>
              <a:gdLst/>
              <a:ahLst/>
              <a:cxnLst/>
              <a:rect l="l" t="t" r="r" b="b"/>
              <a:pathLst>
                <a:path w="35560" h="180340">
                  <a:moveTo>
                    <a:pt x="31668" y="56145"/>
                  </a:moveTo>
                  <a:lnTo>
                    <a:pt x="21610" y="85490"/>
                  </a:lnTo>
                  <a:lnTo>
                    <a:pt x="0" y="135964"/>
                  </a:lnTo>
                  <a:lnTo>
                    <a:pt x="34386" y="179722"/>
                  </a:lnTo>
                  <a:lnTo>
                    <a:pt x="33482" y="144608"/>
                  </a:lnTo>
                  <a:lnTo>
                    <a:pt x="31845" y="71107"/>
                  </a:lnTo>
                  <a:lnTo>
                    <a:pt x="31668" y="56145"/>
                  </a:lnTo>
                  <a:close/>
                </a:path>
                <a:path w="35560" h="180340">
                  <a:moveTo>
                    <a:pt x="32815" y="0"/>
                  </a:moveTo>
                  <a:lnTo>
                    <a:pt x="31086" y="6984"/>
                  </a:lnTo>
                  <a:lnTo>
                    <a:pt x="31668" y="56145"/>
                  </a:lnTo>
                  <a:lnTo>
                    <a:pt x="32232" y="54502"/>
                  </a:lnTo>
                  <a:lnTo>
                    <a:pt x="34941" y="30254"/>
                  </a:lnTo>
                  <a:lnTo>
                    <a:pt x="32815" y="0"/>
                  </a:lnTo>
                  <a:close/>
                </a:path>
              </a:pathLst>
            </a:custGeom>
            <a:solidFill>
              <a:srgbClr val="666666">
                <a:alpha val="8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3681171" y="7784039"/>
              <a:ext cx="820419" cy="411480"/>
            </a:xfrm>
            <a:custGeom>
              <a:avLst/>
              <a:gdLst/>
              <a:ahLst/>
              <a:cxnLst/>
              <a:rect l="l" t="t" r="r" b="b"/>
              <a:pathLst>
                <a:path w="820420" h="411479">
                  <a:moveTo>
                    <a:pt x="820089" y="376351"/>
                  </a:moveTo>
                  <a:lnTo>
                    <a:pt x="613549" y="373608"/>
                  </a:lnTo>
                  <a:lnTo>
                    <a:pt x="548970" y="7315"/>
                  </a:lnTo>
                  <a:lnTo>
                    <a:pt x="0" y="0"/>
                  </a:lnTo>
                  <a:lnTo>
                    <a:pt x="74383" y="406565"/>
                  </a:lnTo>
                  <a:lnTo>
                    <a:pt x="619709" y="408495"/>
                  </a:lnTo>
                  <a:lnTo>
                    <a:pt x="819632" y="411086"/>
                  </a:lnTo>
                  <a:lnTo>
                    <a:pt x="820089" y="376351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3" name="object 36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721677" y="8064827"/>
              <a:ext cx="253158" cy="141608"/>
            </a:xfrm>
            <a:prstGeom prst="rect">
              <a:avLst/>
            </a:prstGeom>
          </p:spPr>
        </p:pic>
        <p:pic>
          <p:nvPicPr>
            <p:cNvPr id="364" name="object 36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400981" y="7412899"/>
              <a:ext cx="152927" cy="179678"/>
            </a:xfrm>
            <a:prstGeom prst="rect">
              <a:avLst/>
            </a:prstGeom>
          </p:spPr>
        </p:pic>
        <p:sp>
          <p:nvSpPr>
            <p:cNvPr id="365" name="object 365" descr=""/>
            <p:cNvSpPr/>
            <p:nvPr/>
          </p:nvSpPr>
          <p:spPr>
            <a:xfrm>
              <a:off x="4278569" y="7371620"/>
              <a:ext cx="49530" cy="64769"/>
            </a:xfrm>
            <a:custGeom>
              <a:avLst/>
              <a:gdLst/>
              <a:ahLst/>
              <a:cxnLst/>
              <a:rect l="l" t="t" r="r" b="b"/>
              <a:pathLst>
                <a:path w="49529" h="64770">
                  <a:moveTo>
                    <a:pt x="14493" y="0"/>
                  </a:moveTo>
                  <a:lnTo>
                    <a:pt x="9009" y="2847"/>
                  </a:lnTo>
                  <a:lnTo>
                    <a:pt x="3233" y="10956"/>
                  </a:lnTo>
                  <a:lnTo>
                    <a:pt x="0" y="26278"/>
                  </a:lnTo>
                  <a:lnTo>
                    <a:pt x="5689" y="44866"/>
                  </a:lnTo>
                  <a:lnTo>
                    <a:pt x="21195" y="59880"/>
                  </a:lnTo>
                  <a:lnTo>
                    <a:pt x="47410" y="64483"/>
                  </a:lnTo>
                  <a:lnTo>
                    <a:pt x="49321" y="50167"/>
                  </a:lnTo>
                  <a:lnTo>
                    <a:pt x="37400" y="9563"/>
                  </a:lnTo>
                  <a:lnTo>
                    <a:pt x="14493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6" name="object 366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296256" y="7160913"/>
              <a:ext cx="297969" cy="407579"/>
            </a:xfrm>
            <a:prstGeom prst="rect">
              <a:avLst/>
            </a:prstGeom>
          </p:spPr>
        </p:pic>
        <p:sp>
          <p:nvSpPr>
            <p:cNvPr id="367" name="object 367" descr=""/>
            <p:cNvSpPr/>
            <p:nvPr/>
          </p:nvSpPr>
          <p:spPr>
            <a:xfrm>
              <a:off x="4296245" y="7161307"/>
              <a:ext cx="311785" cy="407670"/>
            </a:xfrm>
            <a:custGeom>
              <a:avLst/>
              <a:gdLst/>
              <a:ahLst/>
              <a:cxnLst/>
              <a:rect l="l" t="t" r="r" b="b"/>
              <a:pathLst>
                <a:path w="311785" h="407670">
                  <a:moveTo>
                    <a:pt x="311378" y="219430"/>
                  </a:moveTo>
                  <a:lnTo>
                    <a:pt x="309537" y="199097"/>
                  </a:lnTo>
                  <a:lnTo>
                    <a:pt x="298564" y="188061"/>
                  </a:lnTo>
                  <a:lnTo>
                    <a:pt x="292442" y="186601"/>
                  </a:lnTo>
                  <a:lnTo>
                    <a:pt x="295313" y="171475"/>
                  </a:lnTo>
                  <a:lnTo>
                    <a:pt x="292150" y="109804"/>
                  </a:lnTo>
                  <a:lnTo>
                    <a:pt x="270357" y="56997"/>
                  </a:lnTo>
                  <a:lnTo>
                    <a:pt x="219824" y="12700"/>
                  </a:lnTo>
                  <a:lnTo>
                    <a:pt x="150787" y="0"/>
                  </a:lnTo>
                  <a:lnTo>
                    <a:pt x="114376" y="6654"/>
                  </a:lnTo>
                  <a:lnTo>
                    <a:pt x="72948" y="24003"/>
                  </a:lnTo>
                  <a:lnTo>
                    <a:pt x="36677" y="51739"/>
                  </a:lnTo>
                  <a:lnTo>
                    <a:pt x="7505" y="100139"/>
                  </a:lnTo>
                  <a:lnTo>
                    <a:pt x="0" y="156400"/>
                  </a:lnTo>
                  <a:lnTo>
                    <a:pt x="5194" y="209524"/>
                  </a:lnTo>
                  <a:lnTo>
                    <a:pt x="18135" y="264109"/>
                  </a:lnTo>
                  <a:lnTo>
                    <a:pt x="38087" y="316826"/>
                  </a:lnTo>
                  <a:lnTo>
                    <a:pt x="64325" y="364388"/>
                  </a:lnTo>
                  <a:lnTo>
                    <a:pt x="94424" y="394081"/>
                  </a:lnTo>
                  <a:lnTo>
                    <a:pt x="141274" y="407200"/>
                  </a:lnTo>
                  <a:lnTo>
                    <a:pt x="173710" y="400596"/>
                  </a:lnTo>
                  <a:lnTo>
                    <a:pt x="208089" y="382206"/>
                  </a:lnTo>
                  <a:lnTo>
                    <a:pt x="240385" y="346506"/>
                  </a:lnTo>
                  <a:lnTo>
                    <a:pt x="266585" y="287959"/>
                  </a:lnTo>
                  <a:lnTo>
                    <a:pt x="274231" y="254812"/>
                  </a:lnTo>
                  <a:lnTo>
                    <a:pt x="300126" y="241071"/>
                  </a:lnTo>
                  <a:lnTo>
                    <a:pt x="311378" y="21943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4270628" y="7151783"/>
              <a:ext cx="332105" cy="227329"/>
            </a:xfrm>
            <a:custGeom>
              <a:avLst/>
              <a:gdLst/>
              <a:ahLst/>
              <a:cxnLst/>
              <a:rect l="l" t="t" r="r" b="b"/>
              <a:pathLst>
                <a:path w="332104" h="227329">
                  <a:moveTo>
                    <a:pt x="238509" y="0"/>
                  </a:moveTo>
                  <a:lnTo>
                    <a:pt x="219280" y="98"/>
                  </a:lnTo>
                  <a:lnTo>
                    <a:pt x="203448" y="3052"/>
                  </a:lnTo>
                  <a:lnTo>
                    <a:pt x="192707" y="6531"/>
                  </a:lnTo>
                  <a:lnTo>
                    <a:pt x="188751" y="8209"/>
                  </a:lnTo>
                  <a:lnTo>
                    <a:pt x="164304" y="4472"/>
                  </a:lnTo>
                  <a:lnTo>
                    <a:pt x="122697" y="6246"/>
                  </a:lnTo>
                  <a:lnTo>
                    <a:pt x="49460" y="28282"/>
                  </a:lnTo>
                  <a:lnTo>
                    <a:pt x="13672" y="84872"/>
                  </a:lnTo>
                  <a:lnTo>
                    <a:pt x="0" y="144973"/>
                  </a:lnTo>
                  <a:lnTo>
                    <a:pt x="11497" y="182503"/>
                  </a:lnTo>
                  <a:lnTo>
                    <a:pt x="26124" y="213768"/>
                  </a:lnTo>
                  <a:lnTo>
                    <a:pt x="33342" y="226841"/>
                  </a:lnTo>
                  <a:lnTo>
                    <a:pt x="43185" y="152267"/>
                  </a:lnTo>
                  <a:lnTo>
                    <a:pt x="102610" y="139872"/>
                  </a:lnTo>
                  <a:lnTo>
                    <a:pt x="151530" y="122578"/>
                  </a:lnTo>
                  <a:lnTo>
                    <a:pt x="184715" y="107202"/>
                  </a:lnTo>
                  <a:lnTo>
                    <a:pt x="196939" y="100562"/>
                  </a:lnTo>
                  <a:lnTo>
                    <a:pt x="243527" y="118479"/>
                  </a:lnTo>
                  <a:lnTo>
                    <a:pt x="277743" y="161775"/>
                  </a:lnTo>
                  <a:lnTo>
                    <a:pt x="298828" y="205817"/>
                  </a:lnTo>
                  <a:lnTo>
                    <a:pt x="306025" y="225972"/>
                  </a:lnTo>
                  <a:lnTo>
                    <a:pt x="316259" y="215913"/>
                  </a:lnTo>
                  <a:lnTo>
                    <a:pt x="322327" y="203970"/>
                  </a:lnTo>
                  <a:lnTo>
                    <a:pt x="326617" y="182410"/>
                  </a:lnTo>
                  <a:lnTo>
                    <a:pt x="331521" y="143503"/>
                  </a:lnTo>
                  <a:lnTo>
                    <a:pt x="324066" y="94290"/>
                  </a:lnTo>
                  <a:lnTo>
                    <a:pt x="298094" y="48639"/>
                  </a:lnTo>
                  <a:lnTo>
                    <a:pt x="265583" y="14544"/>
                  </a:lnTo>
                  <a:lnTo>
                    <a:pt x="238509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9" name="object 369" descr=""/>
            <p:cNvSpPr/>
            <p:nvPr/>
          </p:nvSpPr>
          <p:spPr>
            <a:xfrm>
              <a:off x="4307544" y="8097000"/>
              <a:ext cx="590550" cy="160020"/>
            </a:xfrm>
            <a:custGeom>
              <a:avLst/>
              <a:gdLst/>
              <a:ahLst/>
              <a:cxnLst/>
              <a:rect l="l" t="t" r="r" b="b"/>
              <a:pathLst>
                <a:path w="590550" h="160020">
                  <a:moveTo>
                    <a:pt x="272169" y="0"/>
                  </a:moveTo>
                  <a:lnTo>
                    <a:pt x="219795" y="1752"/>
                  </a:lnTo>
                  <a:lnTo>
                    <a:pt x="160666" y="4858"/>
                  </a:lnTo>
                  <a:lnTo>
                    <a:pt x="101951" y="9609"/>
                  </a:lnTo>
                  <a:lnTo>
                    <a:pt x="50821" y="16295"/>
                  </a:lnTo>
                  <a:lnTo>
                    <a:pt x="0" y="36637"/>
                  </a:lnTo>
                  <a:lnTo>
                    <a:pt x="14258" y="55950"/>
                  </a:lnTo>
                  <a:lnTo>
                    <a:pt x="54112" y="73068"/>
                  </a:lnTo>
                  <a:lnTo>
                    <a:pt x="109826" y="89405"/>
                  </a:lnTo>
                  <a:lnTo>
                    <a:pt x="171670" y="106373"/>
                  </a:lnTo>
                  <a:lnTo>
                    <a:pt x="229645" y="122023"/>
                  </a:lnTo>
                  <a:lnTo>
                    <a:pt x="288281" y="135702"/>
                  </a:lnTo>
                  <a:lnTo>
                    <a:pt x="345989" y="146853"/>
                  </a:lnTo>
                  <a:lnTo>
                    <a:pt x="401178" y="154922"/>
                  </a:lnTo>
                  <a:lnTo>
                    <a:pt x="452260" y="159350"/>
                  </a:lnTo>
                  <a:lnTo>
                    <a:pt x="497646" y="159583"/>
                  </a:lnTo>
                  <a:lnTo>
                    <a:pt x="535746" y="155064"/>
                  </a:lnTo>
                  <a:lnTo>
                    <a:pt x="564970" y="145237"/>
                  </a:lnTo>
                  <a:lnTo>
                    <a:pt x="583730" y="129545"/>
                  </a:lnTo>
                  <a:lnTo>
                    <a:pt x="590172" y="109310"/>
                  </a:lnTo>
                  <a:lnTo>
                    <a:pt x="583079" y="88700"/>
                  </a:lnTo>
                  <a:lnTo>
                    <a:pt x="533897" y="49503"/>
                  </a:lnTo>
                  <a:lnTo>
                    <a:pt x="494609" y="32488"/>
                  </a:lnTo>
                  <a:lnTo>
                    <a:pt x="447392" y="18244"/>
                  </a:lnTo>
                  <a:lnTo>
                    <a:pt x="393645" y="7557"/>
                  </a:lnTo>
                  <a:lnTo>
                    <a:pt x="334771" y="1214"/>
                  </a:lnTo>
                  <a:lnTo>
                    <a:pt x="272169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4168127" y="7954460"/>
              <a:ext cx="337185" cy="227329"/>
            </a:xfrm>
            <a:custGeom>
              <a:avLst/>
              <a:gdLst/>
              <a:ahLst/>
              <a:cxnLst/>
              <a:rect l="l" t="t" r="r" b="b"/>
              <a:pathLst>
                <a:path w="337185" h="227329">
                  <a:moveTo>
                    <a:pt x="336765" y="197269"/>
                  </a:moveTo>
                  <a:lnTo>
                    <a:pt x="317855" y="150545"/>
                  </a:lnTo>
                  <a:lnTo>
                    <a:pt x="286893" y="148869"/>
                  </a:lnTo>
                  <a:lnTo>
                    <a:pt x="223189" y="144881"/>
                  </a:lnTo>
                  <a:lnTo>
                    <a:pt x="168236" y="48755"/>
                  </a:lnTo>
                  <a:lnTo>
                    <a:pt x="151587" y="17932"/>
                  </a:lnTo>
                  <a:lnTo>
                    <a:pt x="148094" y="15494"/>
                  </a:lnTo>
                  <a:lnTo>
                    <a:pt x="142113" y="14097"/>
                  </a:lnTo>
                  <a:lnTo>
                    <a:pt x="115735" y="10071"/>
                  </a:lnTo>
                  <a:lnTo>
                    <a:pt x="60413" y="990"/>
                  </a:lnTo>
                  <a:lnTo>
                    <a:pt x="53251" y="0"/>
                  </a:lnTo>
                  <a:lnTo>
                    <a:pt x="46367" y="4635"/>
                  </a:lnTo>
                  <a:lnTo>
                    <a:pt x="43853" y="17919"/>
                  </a:lnTo>
                  <a:lnTo>
                    <a:pt x="48691" y="24155"/>
                  </a:lnTo>
                  <a:lnTo>
                    <a:pt x="55841" y="25158"/>
                  </a:lnTo>
                  <a:lnTo>
                    <a:pt x="96824" y="34315"/>
                  </a:lnTo>
                  <a:lnTo>
                    <a:pt x="110629" y="36957"/>
                  </a:lnTo>
                  <a:lnTo>
                    <a:pt x="129120" y="40182"/>
                  </a:lnTo>
                  <a:lnTo>
                    <a:pt x="142722" y="65379"/>
                  </a:lnTo>
                  <a:lnTo>
                    <a:pt x="117157" y="47269"/>
                  </a:lnTo>
                  <a:lnTo>
                    <a:pt x="114998" y="46443"/>
                  </a:lnTo>
                  <a:lnTo>
                    <a:pt x="112318" y="45948"/>
                  </a:lnTo>
                  <a:lnTo>
                    <a:pt x="16535" y="34404"/>
                  </a:lnTo>
                  <a:lnTo>
                    <a:pt x="9385" y="33401"/>
                  </a:lnTo>
                  <a:lnTo>
                    <a:pt x="2501" y="38023"/>
                  </a:lnTo>
                  <a:lnTo>
                    <a:pt x="0" y="51308"/>
                  </a:lnTo>
                  <a:lnTo>
                    <a:pt x="4826" y="57556"/>
                  </a:lnTo>
                  <a:lnTo>
                    <a:pt x="11988" y="58559"/>
                  </a:lnTo>
                  <a:lnTo>
                    <a:pt x="104292" y="73685"/>
                  </a:lnTo>
                  <a:lnTo>
                    <a:pt x="136728" y="96672"/>
                  </a:lnTo>
                  <a:lnTo>
                    <a:pt x="136652" y="96824"/>
                  </a:lnTo>
                  <a:lnTo>
                    <a:pt x="92367" y="80187"/>
                  </a:lnTo>
                  <a:lnTo>
                    <a:pt x="19202" y="65062"/>
                  </a:lnTo>
                  <a:lnTo>
                    <a:pt x="12217" y="63347"/>
                  </a:lnTo>
                  <a:lnTo>
                    <a:pt x="4838" y="67259"/>
                  </a:lnTo>
                  <a:lnTo>
                    <a:pt x="774" y="80238"/>
                  </a:lnTo>
                  <a:lnTo>
                    <a:pt x="4838" y="86956"/>
                  </a:lnTo>
                  <a:lnTo>
                    <a:pt x="11811" y="88671"/>
                  </a:lnTo>
                  <a:lnTo>
                    <a:pt x="81051" y="107149"/>
                  </a:lnTo>
                  <a:lnTo>
                    <a:pt x="123850" y="123342"/>
                  </a:lnTo>
                  <a:lnTo>
                    <a:pt x="123291" y="124587"/>
                  </a:lnTo>
                  <a:lnTo>
                    <a:pt x="32867" y="103124"/>
                  </a:lnTo>
                  <a:lnTo>
                    <a:pt x="25488" y="107035"/>
                  </a:lnTo>
                  <a:lnTo>
                    <a:pt x="21424" y="120015"/>
                  </a:lnTo>
                  <a:lnTo>
                    <a:pt x="25476" y="126733"/>
                  </a:lnTo>
                  <a:lnTo>
                    <a:pt x="115658" y="148132"/>
                  </a:lnTo>
                  <a:lnTo>
                    <a:pt x="117970" y="155854"/>
                  </a:lnTo>
                  <a:lnTo>
                    <a:pt x="149504" y="192608"/>
                  </a:lnTo>
                  <a:lnTo>
                    <a:pt x="192544" y="213169"/>
                  </a:lnTo>
                  <a:lnTo>
                    <a:pt x="206603" y="208064"/>
                  </a:lnTo>
                  <a:lnTo>
                    <a:pt x="255092" y="226949"/>
                  </a:lnTo>
                  <a:lnTo>
                    <a:pt x="336765" y="197269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4168127" y="7954460"/>
              <a:ext cx="337185" cy="227329"/>
            </a:xfrm>
            <a:custGeom>
              <a:avLst/>
              <a:gdLst/>
              <a:ahLst/>
              <a:cxnLst/>
              <a:rect l="l" t="t" r="r" b="b"/>
              <a:pathLst>
                <a:path w="337185" h="227329">
                  <a:moveTo>
                    <a:pt x="336765" y="197269"/>
                  </a:moveTo>
                  <a:lnTo>
                    <a:pt x="317855" y="150545"/>
                  </a:lnTo>
                  <a:lnTo>
                    <a:pt x="286893" y="148869"/>
                  </a:lnTo>
                  <a:lnTo>
                    <a:pt x="223189" y="144881"/>
                  </a:lnTo>
                  <a:lnTo>
                    <a:pt x="168236" y="48755"/>
                  </a:lnTo>
                  <a:lnTo>
                    <a:pt x="151587" y="17932"/>
                  </a:lnTo>
                  <a:lnTo>
                    <a:pt x="148094" y="15494"/>
                  </a:lnTo>
                  <a:lnTo>
                    <a:pt x="142113" y="14097"/>
                  </a:lnTo>
                  <a:lnTo>
                    <a:pt x="115735" y="10071"/>
                  </a:lnTo>
                  <a:lnTo>
                    <a:pt x="60413" y="990"/>
                  </a:lnTo>
                  <a:lnTo>
                    <a:pt x="53251" y="0"/>
                  </a:lnTo>
                  <a:lnTo>
                    <a:pt x="46367" y="4635"/>
                  </a:lnTo>
                  <a:lnTo>
                    <a:pt x="43853" y="17919"/>
                  </a:lnTo>
                  <a:lnTo>
                    <a:pt x="48691" y="24155"/>
                  </a:lnTo>
                  <a:lnTo>
                    <a:pt x="55841" y="25158"/>
                  </a:lnTo>
                  <a:lnTo>
                    <a:pt x="96824" y="34315"/>
                  </a:lnTo>
                  <a:lnTo>
                    <a:pt x="110629" y="36957"/>
                  </a:lnTo>
                  <a:lnTo>
                    <a:pt x="129120" y="40182"/>
                  </a:lnTo>
                  <a:lnTo>
                    <a:pt x="142722" y="65379"/>
                  </a:lnTo>
                  <a:lnTo>
                    <a:pt x="117157" y="47269"/>
                  </a:lnTo>
                  <a:lnTo>
                    <a:pt x="114998" y="46443"/>
                  </a:lnTo>
                  <a:lnTo>
                    <a:pt x="112318" y="45948"/>
                  </a:lnTo>
                  <a:lnTo>
                    <a:pt x="16535" y="34404"/>
                  </a:lnTo>
                  <a:lnTo>
                    <a:pt x="9385" y="33401"/>
                  </a:lnTo>
                  <a:lnTo>
                    <a:pt x="2501" y="38023"/>
                  </a:lnTo>
                  <a:lnTo>
                    <a:pt x="0" y="51308"/>
                  </a:lnTo>
                  <a:lnTo>
                    <a:pt x="4826" y="57556"/>
                  </a:lnTo>
                  <a:lnTo>
                    <a:pt x="11988" y="58559"/>
                  </a:lnTo>
                  <a:lnTo>
                    <a:pt x="104292" y="73685"/>
                  </a:lnTo>
                  <a:lnTo>
                    <a:pt x="136728" y="96672"/>
                  </a:lnTo>
                  <a:lnTo>
                    <a:pt x="136652" y="96824"/>
                  </a:lnTo>
                  <a:lnTo>
                    <a:pt x="92367" y="80187"/>
                  </a:lnTo>
                  <a:lnTo>
                    <a:pt x="19202" y="65062"/>
                  </a:lnTo>
                  <a:lnTo>
                    <a:pt x="12217" y="63347"/>
                  </a:lnTo>
                  <a:lnTo>
                    <a:pt x="4838" y="67259"/>
                  </a:lnTo>
                  <a:lnTo>
                    <a:pt x="774" y="80238"/>
                  </a:lnTo>
                  <a:lnTo>
                    <a:pt x="4838" y="86956"/>
                  </a:lnTo>
                  <a:lnTo>
                    <a:pt x="11811" y="88671"/>
                  </a:lnTo>
                  <a:lnTo>
                    <a:pt x="81051" y="107149"/>
                  </a:lnTo>
                  <a:lnTo>
                    <a:pt x="123850" y="123342"/>
                  </a:lnTo>
                  <a:lnTo>
                    <a:pt x="123291" y="124587"/>
                  </a:lnTo>
                  <a:lnTo>
                    <a:pt x="32867" y="103124"/>
                  </a:lnTo>
                  <a:lnTo>
                    <a:pt x="25488" y="107035"/>
                  </a:lnTo>
                  <a:lnTo>
                    <a:pt x="21424" y="120015"/>
                  </a:lnTo>
                  <a:lnTo>
                    <a:pt x="25476" y="126733"/>
                  </a:lnTo>
                  <a:lnTo>
                    <a:pt x="115658" y="148132"/>
                  </a:lnTo>
                  <a:lnTo>
                    <a:pt x="117970" y="155854"/>
                  </a:lnTo>
                  <a:lnTo>
                    <a:pt x="149504" y="192608"/>
                  </a:lnTo>
                  <a:lnTo>
                    <a:pt x="192544" y="213169"/>
                  </a:lnTo>
                  <a:lnTo>
                    <a:pt x="206603" y="208064"/>
                  </a:lnTo>
                  <a:lnTo>
                    <a:pt x="255092" y="226949"/>
                  </a:lnTo>
                  <a:lnTo>
                    <a:pt x="336765" y="197269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2" name="object 37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283076" y="7336599"/>
              <a:ext cx="306553" cy="127662"/>
            </a:xfrm>
            <a:prstGeom prst="rect">
              <a:avLst/>
            </a:prstGeom>
          </p:spPr>
        </p:pic>
      </p:grpSp>
      <p:grpSp>
        <p:nvGrpSpPr>
          <p:cNvPr id="373" name="object 373" descr=""/>
          <p:cNvGrpSpPr/>
          <p:nvPr/>
        </p:nvGrpSpPr>
        <p:grpSpPr>
          <a:xfrm>
            <a:off x="5439002" y="9771403"/>
            <a:ext cx="221615" cy="329565"/>
            <a:chOff x="5439002" y="9771403"/>
            <a:chExt cx="221615" cy="329565"/>
          </a:xfrm>
        </p:grpSpPr>
        <p:pic>
          <p:nvPicPr>
            <p:cNvPr id="374" name="object 37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439002" y="9876662"/>
              <a:ext cx="221567" cy="223186"/>
            </a:xfrm>
            <a:prstGeom prst="rect">
              <a:avLst/>
            </a:prstGeom>
          </p:spPr>
        </p:pic>
        <p:pic>
          <p:nvPicPr>
            <p:cNvPr id="375" name="object 37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439328" y="9771403"/>
              <a:ext cx="221239" cy="329316"/>
            </a:xfrm>
            <a:prstGeom prst="rect">
              <a:avLst/>
            </a:prstGeom>
          </p:spPr>
        </p:pic>
      </p:grpSp>
      <p:grpSp>
        <p:nvGrpSpPr>
          <p:cNvPr id="376" name="object 376" descr=""/>
          <p:cNvGrpSpPr/>
          <p:nvPr/>
        </p:nvGrpSpPr>
        <p:grpSpPr>
          <a:xfrm>
            <a:off x="5021217" y="7358991"/>
            <a:ext cx="702945" cy="950594"/>
            <a:chOff x="5021217" y="7358991"/>
            <a:chExt cx="702945" cy="950594"/>
          </a:xfrm>
        </p:grpSpPr>
        <p:sp>
          <p:nvSpPr>
            <p:cNvPr id="377" name="object 377" descr=""/>
            <p:cNvSpPr/>
            <p:nvPr/>
          </p:nvSpPr>
          <p:spPr>
            <a:xfrm>
              <a:off x="5141164" y="7358991"/>
              <a:ext cx="582930" cy="812165"/>
            </a:xfrm>
            <a:custGeom>
              <a:avLst/>
              <a:gdLst/>
              <a:ahLst/>
              <a:cxnLst/>
              <a:rect l="l" t="t" r="r" b="b"/>
              <a:pathLst>
                <a:path w="582929" h="812165">
                  <a:moveTo>
                    <a:pt x="276129" y="0"/>
                  </a:moveTo>
                  <a:lnTo>
                    <a:pt x="230521" y="1857"/>
                  </a:lnTo>
                  <a:lnTo>
                    <a:pt x="178786" y="12118"/>
                  </a:lnTo>
                  <a:lnTo>
                    <a:pt x="120067" y="31473"/>
                  </a:lnTo>
                  <a:lnTo>
                    <a:pt x="73862" y="105184"/>
                  </a:lnTo>
                  <a:lnTo>
                    <a:pt x="56174" y="164380"/>
                  </a:lnTo>
                  <a:lnTo>
                    <a:pt x="43379" y="224734"/>
                  </a:lnTo>
                  <a:lnTo>
                    <a:pt x="37069" y="273668"/>
                  </a:lnTo>
                  <a:lnTo>
                    <a:pt x="37025" y="320607"/>
                  </a:lnTo>
                  <a:lnTo>
                    <a:pt x="45499" y="365271"/>
                  </a:lnTo>
                  <a:lnTo>
                    <a:pt x="64739" y="407378"/>
                  </a:lnTo>
                  <a:lnTo>
                    <a:pt x="70372" y="413484"/>
                  </a:lnTo>
                  <a:lnTo>
                    <a:pt x="77885" y="423721"/>
                  </a:lnTo>
                  <a:lnTo>
                    <a:pt x="81190" y="438288"/>
                  </a:lnTo>
                  <a:lnTo>
                    <a:pt x="74194" y="457387"/>
                  </a:lnTo>
                  <a:lnTo>
                    <a:pt x="64240" y="486951"/>
                  </a:lnTo>
                  <a:lnTo>
                    <a:pt x="62868" y="519991"/>
                  </a:lnTo>
                  <a:lnTo>
                    <a:pt x="57706" y="556335"/>
                  </a:lnTo>
                  <a:lnTo>
                    <a:pt x="36384" y="595812"/>
                  </a:lnTo>
                  <a:lnTo>
                    <a:pt x="13540" y="635262"/>
                  </a:lnTo>
                  <a:lnTo>
                    <a:pt x="9253" y="666258"/>
                  </a:lnTo>
                  <a:lnTo>
                    <a:pt x="11442" y="690386"/>
                  </a:lnTo>
                  <a:lnTo>
                    <a:pt x="8029" y="709233"/>
                  </a:lnTo>
                  <a:lnTo>
                    <a:pt x="0" y="745863"/>
                  </a:lnTo>
                  <a:lnTo>
                    <a:pt x="7740" y="772045"/>
                  </a:lnTo>
                  <a:lnTo>
                    <a:pt x="59916" y="800107"/>
                  </a:lnTo>
                  <a:lnTo>
                    <a:pt x="99046" y="805509"/>
                  </a:lnTo>
                  <a:lnTo>
                    <a:pt x="143331" y="807507"/>
                  </a:lnTo>
                  <a:lnTo>
                    <a:pt x="236754" y="808334"/>
                  </a:lnTo>
                  <a:lnTo>
                    <a:pt x="280586" y="810685"/>
                  </a:lnTo>
                  <a:lnTo>
                    <a:pt x="330765" y="812111"/>
                  </a:lnTo>
                  <a:lnTo>
                    <a:pt x="383744" y="800957"/>
                  </a:lnTo>
                  <a:lnTo>
                    <a:pt x="436171" y="780353"/>
                  </a:lnTo>
                  <a:lnTo>
                    <a:pt x="484694" y="753432"/>
                  </a:lnTo>
                  <a:lnTo>
                    <a:pt x="525961" y="723323"/>
                  </a:lnTo>
                  <a:lnTo>
                    <a:pt x="556621" y="693160"/>
                  </a:lnTo>
                  <a:lnTo>
                    <a:pt x="581914" y="617936"/>
                  </a:lnTo>
                  <a:lnTo>
                    <a:pt x="579109" y="570539"/>
                  </a:lnTo>
                  <a:lnTo>
                    <a:pt x="572122" y="523971"/>
                  </a:lnTo>
                  <a:lnTo>
                    <a:pt x="568171" y="478318"/>
                  </a:lnTo>
                  <a:lnTo>
                    <a:pt x="574472" y="433671"/>
                  </a:lnTo>
                  <a:lnTo>
                    <a:pt x="581862" y="379610"/>
                  </a:lnTo>
                  <a:lnTo>
                    <a:pt x="582730" y="329398"/>
                  </a:lnTo>
                  <a:lnTo>
                    <a:pt x="572245" y="281504"/>
                  </a:lnTo>
                  <a:lnTo>
                    <a:pt x="545573" y="234399"/>
                  </a:lnTo>
                  <a:lnTo>
                    <a:pt x="534204" y="219661"/>
                  </a:lnTo>
                  <a:lnTo>
                    <a:pt x="528654" y="212206"/>
                  </a:lnTo>
                  <a:lnTo>
                    <a:pt x="523322" y="204609"/>
                  </a:lnTo>
                  <a:lnTo>
                    <a:pt x="495860" y="164154"/>
                  </a:lnTo>
                  <a:lnTo>
                    <a:pt x="469131" y="126565"/>
                  </a:lnTo>
                  <a:lnTo>
                    <a:pt x="442277" y="92536"/>
                  </a:lnTo>
                  <a:lnTo>
                    <a:pt x="414441" y="62759"/>
                  </a:lnTo>
                  <a:lnTo>
                    <a:pt x="384766" y="37924"/>
                  </a:lnTo>
                  <a:lnTo>
                    <a:pt x="316467" y="5853"/>
                  </a:lnTo>
                  <a:lnTo>
                    <a:pt x="276129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5021217" y="7849919"/>
              <a:ext cx="335280" cy="459740"/>
            </a:xfrm>
            <a:custGeom>
              <a:avLst/>
              <a:gdLst/>
              <a:ahLst/>
              <a:cxnLst/>
              <a:rect l="l" t="t" r="r" b="b"/>
              <a:pathLst>
                <a:path w="335279" h="459740">
                  <a:moveTo>
                    <a:pt x="263186" y="0"/>
                  </a:moveTo>
                  <a:lnTo>
                    <a:pt x="231632" y="30174"/>
                  </a:lnTo>
                  <a:lnTo>
                    <a:pt x="229490" y="35725"/>
                  </a:lnTo>
                  <a:lnTo>
                    <a:pt x="215828" y="60770"/>
                  </a:lnTo>
                  <a:lnTo>
                    <a:pt x="193126" y="90710"/>
                  </a:lnTo>
                  <a:lnTo>
                    <a:pt x="163771" y="126261"/>
                  </a:lnTo>
                  <a:lnTo>
                    <a:pt x="130151" y="168140"/>
                  </a:lnTo>
                  <a:lnTo>
                    <a:pt x="94656" y="217064"/>
                  </a:lnTo>
                  <a:lnTo>
                    <a:pt x="59673" y="273749"/>
                  </a:lnTo>
                  <a:lnTo>
                    <a:pt x="31675" y="329480"/>
                  </a:lnTo>
                  <a:lnTo>
                    <a:pt x="16899" y="364803"/>
                  </a:lnTo>
                  <a:lnTo>
                    <a:pt x="2586" y="405033"/>
                  </a:lnTo>
                  <a:lnTo>
                    <a:pt x="0" y="413043"/>
                  </a:lnTo>
                  <a:lnTo>
                    <a:pt x="3947" y="421598"/>
                  </a:lnTo>
                  <a:lnTo>
                    <a:pt x="43351" y="437527"/>
                  </a:lnTo>
                  <a:lnTo>
                    <a:pt x="85098" y="449711"/>
                  </a:lnTo>
                  <a:lnTo>
                    <a:pt x="135299" y="458137"/>
                  </a:lnTo>
                  <a:lnTo>
                    <a:pt x="192031" y="459241"/>
                  </a:lnTo>
                  <a:lnTo>
                    <a:pt x="253374" y="449461"/>
                  </a:lnTo>
                  <a:lnTo>
                    <a:pt x="292279" y="436589"/>
                  </a:lnTo>
                  <a:lnTo>
                    <a:pt x="331455" y="417629"/>
                  </a:lnTo>
                  <a:lnTo>
                    <a:pt x="334827" y="410656"/>
                  </a:lnTo>
                  <a:lnTo>
                    <a:pt x="333445" y="403703"/>
                  </a:lnTo>
                  <a:lnTo>
                    <a:pt x="323621" y="352018"/>
                  </a:lnTo>
                  <a:lnTo>
                    <a:pt x="314517" y="299302"/>
                  </a:lnTo>
                  <a:lnTo>
                    <a:pt x="306184" y="245568"/>
                  </a:lnTo>
                  <a:lnTo>
                    <a:pt x="298671" y="190825"/>
                  </a:lnTo>
                  <a:lnTo>
                    <a:pt x="292028" y="135086"/>
                  </a:lnTo>
                  <a:lnTo>
                    <a:pt x="286305" y="78362"/>
                  </a:lnTo>
                  <a:lnTo>
                    <a:pt x="281206" y="15746"/>
                  </a:lnTo>
                  <a:lnTo>
                    <a:pt x="278207" y="7453"/>
                  </a:lnTo>
                  <a:lnTo>
                    <a:pt x="271648" y="1906"/>
                  </a:lnTo>
                  <a:lnTo>
                    <a:pt x="26318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9" name="object 379" descr=""/>
          <p:cNvGrpSpPr/>
          <p:nvPr/>
        </p:nvGrpSpPr>
        <p:grpSpPr>
          <a:xfrm>
            <a:off x="5031771" y="7376745"/>
            <a:ext cx="2106295" cy="3043555"/>
            <a:chOff x="5031771" y="7376745"/>
            <a:chExt cx="2106295" cy="3043555"/>
          </a:xfrm>
        </p:grpSpPr>
        <p:sp>
          <p:nvSpPr>
            <p:cNvPr id="380" name="object 380" descr=""/>
            <p:cNvSpPr/>
            <p:nvPr/>
          </p:nvSpPr>
          <p:spPr>
            <a:xfrm>
              <a:off x="5249152" y="9183411"/>
              <a:ext cx="335280" cy="738505"/>
            </a:xfrm>
            <a:custGeom>
              <a:avLst/>
              <a:gdLst/>
              <a:ahLst/>
              <a:cxnLst/>
              <a:rect l="l" t="t" r="r" b="b"/>
              <a:pathLst>
                <a:path w="335279" h="738504">
                  <a:moveTo>
                    <a:pt x="166633" y="0"/>
                  </a:moveTo>
                  <a:lnTo>
                    <a:pt x="0" y="74207"/>
                  </a:lnTo>
                  <a:lnTo>
                    <a:pt x="37191" y="168377"/>
                  </a:lnTo>
                  <a:lnTo>
                    <a:pt x="75166" y="262995"/>
                  </a:lnTo>
                  <a:lnTo>
                    <a:pt x="113935" y="358054"/>
                  </a:lnTo>
                  <a:lnTo>
                    <a:pt x="153506" y="453545"/>
                  </a:lnTo>
                  <a:lnTo>
                    <a:pt x="193889" y="549459"/>
                  </a:lnTo>
                  <a:lnTo>
                    <a:pt x="231969" y="638519"/>
                  </a:lnTo>
                  <a:lnTo>
                    <a:pt x="270284" y="726857"/>
                  </a:lnTo>
                  <a:lnTo>
                    <a:pt x="304608" y="738312"/>
                  </a:lnTo>
                  <a:lnTo>
                    <a:pt x="318499" y="733414"/>
                  </a:lnTo>
                  <a:lnTo>
                    <a:pt x="327852" y="725559"/>
                  </a:lnTo>
                  <a:lnTo>
                    <a:pt x="333190" y="718104"/>
                  </a:lnTo>
                  <a:lnTo>
                    <a:pt x="335036" y="714407"/>
                  </a:lnTo>
                  <a:lnTo>
                    <a:pt x="326584" y="665764"/>
                  </a:lnTo>
                  <a:lnTo>
                    <a:pt x="317644" y="616810"/>
                  </a:lnTo>
                  <a:lnTo>
                    <a:pt x="308206" y="567550"/>
                  </a:lnTo>
                  <a:lnTo>
                    <a:pt x="298260" y="517989"/>
                  </a:lnTo>
                  <a:lnTo>
                    <a:pt x="287798" y="468133"/>
                  </a:lnTo>
                  <a:lnTo>
                    <a:pt x="276809" y="417988"/>
                  </a:lnTo>
                  <a:lnTo>
                    <a:pt x="265284" y="367558"/>
                  </a:lnTo>
                  <a:lnTo>
                    <a:pt x="253212" y="316850"/>
                  </a:lnTo>
                  <a:lnTo>
                    <a:pt x="240585" y="265868"/>
                  </a:lnTo>
                  <a:lnTo>
                    <a:pt x="227392" y="214618"/>
                  </a:lnTo>
                  <a:lnTo>
                    <a:pt x="213624" y="163106"/>
                  </a:lnTo>
                  <a:lnTo>
                    <a:pt x="199271" y="111336"/>
                  </a:lnTo>
                  <a:lnTo>
                    <a:pt x="183160" y="55350"/>
                  </a:lnTo>
                  <a:lnTo>
                    <a:pt x="166633" y="0"/>
                  </a:lnTo>
                  <a:close/>
                </a:path>
              </a:pathLst>
            </a:custGeom>
            <a:solidFill>
              <a:srgbClr val="E6C3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5380605" y="9245106"/>
              <a:ext cx="174625" cy="741680"/>
            </a:xfrm>
            <a:custGeom>
              <a:avLst/>
              <a:gdLst/>
              <a:ahLst/>
              <a:cxnLst/>
              <a:rect l="l" t="t" r="r" b="b"/>
              <a:pathLst>
                <a:path w="174625" h="741679">
                  <a:moveTo>
                    <a:pt x="168298" y="0"/>
                  </a:moveTo>
                  <a:lnTo>
                    <a:pt x="0" y="12680"/>
                  </a:lnTo>
                  <a:lnTo>
                    <a:pt x="1913" y="114033"/>
                  </a:lnTo>
                  <a:lnTo>
                    <a:pt x="4330" y="215956"/>
                  </a:lnTo>
                  <a:lnTo>
                    <a:pt x="7258" y="318448"/>
                  </a:lnTo>
                  <a:lnTo>
                    <a:pt x="10705" y="421505"/>
                  </a:lnTo>
                  <a:lnTo>
                    <a:pt x="14680" y="525125"/>
                  </a:lnTo>
                  <a:lnTo>
                    <a:pt x="18897" y="622733"/>
                  </a:lnTo>
                  <a:lnTo>
                    <a:pt x="23538" y="719800"/>
                  </a:lnTo>
                  <a:lnTo>
                    <a:pt x="53201" y="741252"/>
                  </a:lnTo>
                  <a:lnTo>
                    <a:pt x="63094" y="738662"/>
                  </a:lnTo>
                  <a:lnTo>
                    <a:pt x="95749" y="645209"/>
                  </a:lnTo>
                  <a:lnTo>
                    <a:pt x="111364" y="570121"/>
                  </a:lnTo>
                  <a:lnTo>
                    <a:pt x="125106" y="499639"/>
                  </a:lnTo>
                  <a:lnTo>
                    <a:pt x="137030" y="434173"/>
                  </a:lnTo>
                  <a:lnTo>
                    <a:pt x="147192" y="374135"/>
                  </a:lnTo>
                  <a:lnTo>
                    <a:pt x="155645" y="319935"/>
                  </a:lnTo>
                  <a:lnTo>
                    <a:pt x="162446" y="271985"/>
                  </a:lnTo>
                  <a:lnTo>
                    <a:pt x="167650" y="230696"/>
                  </a:lnTo>
                  <a:lnTo>
                    <a:pt x="173484" y="169745"/>
                  </a:lnTo>
                  <a:lnTo>
                    <a:pt x="174263" y="126254"/>
                  </a:lnTo>
                  <a:lnTo>
                    <a:pt x="174100" y="109384"/>
                  </a:lnTo>
                  <a:lnTo>
                    <a:pt x="173578" y="92505"/>
                  </a:lnTo>
                  <a:lnTo>
                    <a:pt x="172539" y="67830"/>
                  </a:lnTo>
                  <a:lnTo>
                    <a:pt x="170717" y="33546"/>
                  </a:lnTo>
                  <a:lnTo>
                    <a:pt x="168298" y="0"/>
                  </a:lnTo>
                  <a:close/>
                </a:path>
              </a:pathLst>
            </a:custGeom>
            <a:solidFill>
              <a:srgbClr val="EED2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5153366" y="8420434"/>
              <a:ext cx="529590" cy="915669"/>
            </a:xfrm>
            <a:custGeom>
              <a:avLst/>
              <a:gdLst/>
              <a:ahLst/>
              <a:cxnLst/>
              <a:rect l="l" t="t" r="r" b="b"/>
              <a:pathLst>
                <a:path w="529589" h="915670">
                  <a:moveTo>
                    <a:pt x="416703" y="0"/>
                  </a:moveTo>
                  <a:lnTo>
                    <a:pt x="371076" y="4000"/>
                  </a:lnTo>
                  <a:lnTo>
                    <a:pt x="323862" y="8990"/>
                  </a:lnTo>
                  <a:lnTo>
                    <a:pt x="275589" y="14638"/>
                  </a:lnTo>
                  <a:lnTo>
                    <a:pt x="177986" y="26595"/>
                  </a:lnTo>
                  <a:lnTo>
                    <a:pt x="129713" y="32244"/>
                  </a:lnTo>
                  <a:lnTo>
                    <a:pt x="82499" y="37233"/>
                  </a:lnTo>
                  <a:lnTo>
                    <a:pt x="36872" y="41234"/>
                  </a:lnTo>
                  <a:lnTo>
                    <a:pt x="30522" y="66908"/>
                  </a:lnTo>
                  <a:lnTo>
                    <a:pt x="16975" y="132935"/>
                  </a:lnTo>
                  <a:lnTo>
                    <a:pt x="10737" y="172445"/>
                  </a:lnTo>
                  <a:lnTo>
                    <a:pt x="4411" y="227192"/>
                  </a:lnTo>
                  <a:lnTo>
                    <a:pt x="963" y="279137"/>
                  </a:lnTo>
                  <a:lnTo>
                    <a:pt x="0" y="328732"/>
                  </a:lnTo>
                  <a:lnTo>
                    <a:pt x="1127" y="376430"/>
                  </a:lnTo>
                  <a:lnTo>
                    <a:pt x="3952" y="422685"/>
                  </a:lnTo>
                  <a:lnTo>
                    <a:pt x="8080" y="467948"/>
                  </a:lnTo>
                  <a:lnTo>
                    <a:pt x="13119" y="512673"/>
                  </a:lnTo>
                  <a:lnTo>
                    <a:pt x="18674" y="557312"/>
                  </a:lnTo>
                  <a:lnTo>
                    <a:pt x="23944" y="596180"/>
                  </a:lnTo>
                  <a:lnTo>
                    <a:pt x="30408" y="638302"/>
                  </a:lnTo>
                  <a:lnTo>
                    <a:pt x="38221" y="683519"/>
                  </a:lnTo>
                  <a:lnTo>
                    <a:pt x="47538" y="731675"/>
                  </a:lnTo>
                  <a:lnTo>
                    <a:pt x="58514" y="782611"/>
                  </a:lnTo>
                  <a:lnTo>
                    <a:pt x="71305" y="836169"/>
                  </a:lnTo>
                  <a:lnTo>
                    <a:pt x="86064" y="892192"/>
                  </a:lnTo>
                  <a:lnTo>
                    <a:pt x="153261" y="909415"/>
                  </a:lnTo>
                  <a:lnTo>
                    <a:pt x="200405" y="915106"/>
                  </a:lnTo>
                  <a:lnTo>
                    <a:pt x="254605" y="915261"/>
                  </a:lnTo>
                  <a:lnTo>
                    <a:pt x="314382" y="907187"/>
                  </a:lnTo>
                  <a:lnTo>
                    <a:pt x="380684" y="887188"/>
                  </a:lnTo>
                  <a:lnTo>
                    <a:pt x="430242" y="863460"/>
                  </a:lnTo>
                  <a:lnTo>
                    <a:pt x="434493" y="845444"/>
                  </a:lnTo>
                  <a:lnTo>
                    <a:pt x="441396" y="820973"/>
                  </a:lnTo>
                  <a:lnTo>
                    <a:pt x="460847" y="753643"/>
                  </a:lnTo>
                  <a:lnTo>
                    <a:pt x="472241" y="711274"/>
                  </a:lnTo>
                  <a:lnTo>
                    <a:pt x="483979" y="663428"/>
                  </a:lnTo>
                  <a:lnTo>
                    <a:pt x="495483" y="610352"/>
                  </a:lnTo>
                  <a:lnTo>
                    <a:pt x="506176" y="552289"/>
                  </a:lnTo>
                  <a:lnTo>
                    <a:pt x="515481" y="489484"/>
                  </a:lnTo>
                  <a:lnTo>
                    <a:pt x="522820" y="422183"/>
                  </a:lnTo>
                  <a:lnTo>
                    <a:pt x="527618" y="350630"/>
                  </a:lnTo>
                  <a:lnTo>
                    <a:pt x="529297" y="275070"/>
                  </a:lnTo>
                  <a:lnTo>
                    <a:pt x="524920" y="241132"/>
                  </a:lnTo>
                  <a:lnTo>
                    <a:pt x="512825" y="199225"/>
                  </a:lnTo>
                  <a:lnTo>
                    <a:pt x="494482" y="151753"/>
                  </a:lnTo>
                  <a:lnTo>
                    <a:pt x="471366" y="101121"/>
                  </a:lnTo>
                  <a:lnTo>
                    <a:pt x="444949" y="49735"/>
                  </a:lnTo>
                  <a:lnTo>
                    <a:pt x="416703" y="0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5152140" y="7826282"/>
              <a:ext cx="495300" cy="737870"/>
            </a:xfrm>
            <a:custGeom>
              <a:avLst/>
              <a:gdLst/>
              <a:ahLst/>
              <a:cxnLst/>
              <a:rect l="l" t="t" r="r" b="b"/>
              <a:pathLst>
                <a:path w="495300" h="737870">
                  <a:moveTo>
                    <a:pt x="277983" y="0"/>
                  </a:moveTo>
                  <a:lnTo>
                    <a:pt x="232365" y="2317"/>
                  </a:lnTo>
                  <a:lnTo>
                    <a:pt x="191820" y="8189"/>
                  </a:lnTo>
                  <a:lnTo>
                    <a:pt x="128008" y="25056"/>
                  </a:lnTo>
                  <a:lnTo>
                    <a:pt x="108170" y="62995"/>
                  </a:lnTo>
                  <a:lnTo>
                    <a:pt x="87773" y="101228"/>
                  </a:lnTo>
                  <a:lnTo>
                    <a:pt x="66808" y="139745"/>
                  </a:lnTo>
                  <a:lnTo>
                    <a:pt x="34096" y="198346"/>
                  </a:lnTo>
                  <a:lnTo>
                    <a:pt x="441" y="256840"/>
                  </a:lnTo>
                  <a:lnTo>
                    <a:pt x="0" y="271415"/>
                  </a:lnTo>
                  <a:lnTo>
                    <a:pt x="8913" y="315789"/>
                  </a:lnTo>
                  <a:lnTo>
                    <a:pt x="30132" y="350713"/>
                  </a:lnTo>
                  <a:lnTo>
                    <a:pt x="52157" y="371171"/>
                  </a:lnTo>
                  <a:lnTo>
                    <a:pt x="51579" y="418999"/>
                  </a:lnTo>
                  <a:lnTo>
                    <a:pt x="49255" y="469222"/>
                  </a:lnTo>
                  <a:lnTo>
                    <a:pt x="44935" y="521709"/>
                  </a:lnTo>
                  <a:lnTo>
                    <a:pt x="38367" y="576328"/>
                  </a:lnTo>
                  <a:lnTo>
                    <a:pt x="29412" y="632369"/>
                  </a:lnTo>
                  <a:lnTo>
                    <a:pt x="18839" y="685371"/>
                  </a:lnTo>
                  <a:lnTo>
                    <a:pt x="28167" y="692851"/>
                  </a:lnTo>
                  <a:lnTo>
                    <a:pt x="67350" y="716920"/>
                  </a:lnTo>
                  <a:lnTo>
                    <a:pt x="112747" y="733697"/>
                  </a:lnTo>
                  <a:lnTo>
                    <a:pt x="125118" y="736605"/>
                  </a:lnTo>
                  <a:lnTo>
                    <a:pt x="145379" y="695361"/>
                  </a:lnTo>
                  <a:lnTo>
                    <a:pt x="181137" y="737851"/>
                  </a:lnTo>
                  <a:lnTo>
                    <a:pt x="255677" y="728738"/>
                  </a:lnTo>
                  <a:lnTo>
                    <a:pt x="301859" y="716835"/>
                  </a:lnTo>
                  <a:lnTo>
                    <a:pt x="351687" y="697863"/>
                  </a:lnTo>
                  <a:lnTo>
                    <a:pt x="396767" y="674271"/>
                  </a:lnTo>
                  <a:lnTo>
                    <a:pt x="432690" y="650137"/>
                  </a:lnTo>
                  <a:lnTo>
                    <a:pt x="439820" y="633545"/>
                  </a:lnTo>
                  <a:lnTo>
                    <a:pt x="437779" y="627509"/>
                  </a:lnTo>
                  <a:lnTo>
                    <a:pt x="425033" y="602926"/>
                  </a:lnTo>
                  <a:lnTo>
                    <a:pt x="412596" y="574642"/>
                  </a:lnTo>
                  <a:lnTo>
                    <a:pt x="391749" y="507419"/>
                  </a:lnTo>
                  <a:lnTo>
                    <a:pt x="382740" y="448787"/>
                  </a:lnTo>
                  <a:lnTo>
                    <a:pt x="381334" y="422787"/>
                  </a:lnTo>
                  <a:lnTo>
                    <a:pt x="381404" y="399359"/>
                  </a:lnTo>
                  <a:lnTo>
                    <a:pt x="392544" y="356415"/>
                  </a:lnTo>
                  <a:lnTo>
                    <a:pt x="404782" y="312504"/>
                  </a:lnTo>
                  <a:lnTo>
                    <a:pt x="418172" y="267669"/>
                  </a:lnTo>
                  <a:lnTo>
                    <a:pt x="432772" y="221955"/>
                  </a:lnTo>
                  <a:lnTo>
                    <a:pt x="448637" y="175408"/>
                  </a:lnTo>
                  <a:lnTo>
                    <a:pt x="471504" y="113010"/>
                  </a:lnTo>
                  <a:lnTo>
                    <a:pt x="495180" y="53244"/>
                  </a:lnTo>
                  <a:lnTo>
                    <a:pt x="468365" y="40295"/>
                  </a:lnTo>
                  <a:lnTo>
                    <a:pt x="432538" y="26132"/>
                  </a:lnTo>
                  <a:lnTo>
                    <a:pt x="388400" y="13119"/>
                  </a:lnTo>
                  <a:lnTo>
                    <a:pt x="336648" y="3620"/>
                  </a:lnTo>
                  <a:lnTo>
                    <a:pt x="27798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5224678" y="7993496"/>
              <a:ext cx="306070" cy="209550"/>
            </a:xfrm>
            <a:custGeom>
              <a:avLst/>
              <a:gdLst/>
              <a:ahLst/>
              <a:cxnLst/>
              <a:rect l="l" t="t" r="r" b="b"/>
              <a:pathLst>
                <a:path w="306070" h="209550">
                  <a:moveTo>
                    <a:pt x="305477" y="0"/>
                  </a:moveTo>
                  <a:lnTo>
                    <a:pt x="237929" y="155272"/>
                  </a:lnTo>
                  <a:lnTo>
                    <a:pt x="208008" y="164630"/>
                  </a:lnTo>
                  <a:lnTo>
                    <a:pt x="169280" y="172815"/>
                  </a:lnTo>
                  <a:lnTo>
                    <a:pt x="123047" y="176993"/>
                  </a:lnTo>
                  <a:lnTo>
                    <a:pt x="70615" y="174329"/>
                  </a:lnTo>
                  <a:lnTo>
                    <a:pt x="50722" y="171201"/>
                  </a:lnTo>
                  <a:lnTo>
                    <a:pt x="32288" y="167216"/>
                  </a:lnTo>
                  <a:lnTo>
                    <a:pt x="15364" y="162604"/>
                  </a:lnTo>
                  <a:lnTo>
                    <a:pt x="0" y="157597"/>
                  </a:lnTo>
                  <a:lnTo>
                    <a:pt x="23770" y="171813"/>
                  </a:lnTo>
                  <a:lnTo>
                    <a:pt x="58057" y="187759"/>
                  </a:lnTo>
                  <a:lnTo>
                    <a:pt x="102075" y="201525"/>
                  </a:lnTo>
                  <a:lnTo>
                    <a:pt x="155042" y="209197"/>
                  </a:lnTo>
                  <a:lnTo>
                    <a:pt x="184208" y="209531"/>
                  </a:lnTo>
                  <a:lnTo>
                    <a:pt x="210534" y="207506"/>
                  </a:lnTo>
                  <a:lnTo>
                    <a:pt x="233673" y="203888"/>
                  </a:lnTo>
                  <a:lnTo>
                    <a:pt x="253280" y="199438"/>
                  </a:lnTo>
                  <a:lnTo>
                    <a:pt x="305477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5" name="object 385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357719" y="7672559"/>
              <a:ext cx="162267" cy="190262"/>
            </a:xfrm>
            <a:prstGeom prst="rect">
              <a:avLst/>
            </a:prstGeom>
          </p:spPr>
        </p:pic>
        <p:sp>
          <p:nvSpPr>
            <p:cNvPr id="386" name="object 386" descr=""/>
            <p:cNvSpPr/>
            <p:nvPr/>
          </p:nvSpPr>
          <p:spPr>
            <a:xfrm>
              <a:off x="5282678" y="7445100"/>
              <a:ext cx="279400" cy="310515"/>
            </a:xfrm>
            <a:custGeom>
              <a:avLst/>
              <a:gdLst/>
              <a:ahLst/>
              <a:cxnLst/>
              <a:rect l="l" t="t" r="r" b="b"/>
              <a:pathLst>
                <a:path w="279400" h="310515">
                  <a:moveTo>
                    <a:pt x="130471" y="0"/>
                  </a:moveTo>
                  <a:lnTo>
                    <a:pt x="90887" y="126"/>
                  </a:lnTo>
                  <a:lnTo>
                    <a:pt x="51076" y="7330"/>
                  </a:lnTo>
                  <a:lnTo>
                    <a:pt x="11693" y="34479"/>
                  </a:lnTo>
                  <a:lnTo>
                    <a:pt x="0" y="79171"/>
                  </a:lnTo>
                  <a:lnTo>
                    <a:pt x="17339" y="224486"/>
                  </a:lnTo>
                  <a:lnTo>
                    <a:pt x="34376" y="260894"/>
                  </a:lnTo>
                  <a:lnTo>
                    <a:pt x="72235" y="287278"/>
                  </a:lnTo>
                  <a:lnTo>
                    <a:pt x="116917" y="306578"/>
                  </a:lnTo>
                  <a:lnTo>
                    <a:pt x="132538" y="309926"/>
                  </a:lnTo>
                  <a:lnTo>
                    <a:pt x="148352" y="309862"/>
                  </a:lnTo>
                  <a:lnTo>
                    <a:pt x="188653" y="293440"/>
                  </a:lnTo>
                  <a:lnTo>
                    <a:pt x="221616" y="268851"/>
                  </a:lnTo>
                  <a:lnTo>
                    <a:pt x="257279" y="232521"/>
                  </a:lnTo>
                  <a:lnTo>
                    <a:pt x="276782" y="199321"/>
                  </a:lnTo>
                  <a:lnTo>
                    <a:pt x="278835" y="187447"/>
                  </a:lnTo>
                  <a:lnTo>
                    <a:pt x="278651" y="175304"/>
                  </a:lnTo>
                  <a:lnTo>
                    <a:pt x="271309" y="129790"/>
                  </a:lnTo>
                  <a:lnTo>
                    <a:pt x="258420" y="82612"/>
                  </a:lnTo>
                  <a:lnTo>
                    <a:pt x="237940" y="40498"/>
                  </a:lnTo>
                  <a:lnTo>
                    <a:pt x="194755" y="14851"/>
                  </a:lnTo>
                  <a:lnTo>
                    <a:pt x="130471" y="0"/>
                  </a:lnTo>
                  <a:close/>
                </a:path>
              </a:pathLst>
            </a:custGeom>
            <a:solidFill>
              <a:srgbClr val="EED2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7" name="object 387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29241" y="7791577"/>
              <a:ext cx="216022" cy="111064"/>
            </a:xfrm>
            <a:prstGeom prst="rect">
              <a:avLst/>
            </a:prstGeom>
          </p:spPr>
        </p:pic>
        <p:sp>
          <p:nvSpPr>
            <p:cNvPr id="388" name="object 388" descr=""/>
            <p:cNvSpPr/>
            <p:nvPr/>
          </p:nvSpPr>
          <p:spPr>
            <a:xfrm>
              <a:off x="5241781" y="7376745"/>
              <a:ext cx="374650" cy="213360"/>
            </a:xfrm>
            <a:custGeom>
              <a:avLst/>
              <a:gdLst/>
              <a:ahLst/>
              <a:cxnLst/>
              <a:rect l="l" t="t" r="r" b="b"/>
              <a:pathLst>
                <a:path w="374650" h="213359">
                  <a:moveTo>
                    <a:pt x="146332" y="0"/>
                  </a:moveTo>
                  <a:lnTo>
                    <a:pt x="90310" y="3129"/>
                  </a:lnTo>
                  <a:lnTo>
                    <a:pt x="38505" y="12380"/>
                  </a:lnTo>
                  <a:lnTo>
                    <a:pt x="11503" y="48494"/>
                  </a:lnTo>
                  <a:lnTo>
                    <a:pt x="9912" y="61175"/>
                  </a:lnTo>
                  <a:lnTo>
                    <a:pt x="6951" y="78561"/>
                  </a:lnTo>
                  <a:lnTo>
                    <a:pt x="3807" y="92086"/>
                  </a:lnTo>
                  <a:lnTo>
                    <a:pt x="333" y="104267"/>
                  </a:lnTo>
                  <a:lnTo>
                    <a:pt x="0" y="113812"/>
                  </a:lnTo>
                  <a:lnTo>
                    <a:pt x="4189" y="121718"/>
                  </a:lnTo>
                  <a:lnTo>
                    <a:pt x="11524" y="126415"/>
                  </a:lnTo>
                  <a:lnTo>
                    <a:pt x="20982" y="126225"/>
                  </a:lnTo>
                  <a:lnTo>
                    <a:pt x="30185" y="122678"/>
                  </a:lnTo>
                  <a:lnTo>
                    <a:pt x="38303" y="118454"/>
                  </a:lnTo>
                  <a:lnTo>
                    <a:pt x="45357" y="113819"/>
                  </a:lnTo>
                  <a:lnTo>
                    <a:pt x="51368" y="109042"/>
                  </a:lnTo>
                  <a:lnTo>
                    <a:pt x="57277" y="105774"/>
                  </a:lnTo>
                  <a:lnTo>
                    <a:pt x="63706" y="105228"/>
                  </a:lnTo>
                  <a:lnTo>
                    <a:pt x="69871" y="107293"/>
                  </a:lnTo>
                  <a:lnTo>
                    <a:pt x="74991" y="111859"/>
                  </a:lnTo>
                  <a:lnTo>
                    <a:pt x="79839" y="118183"/>
                  </a:lnTo>
                  <a:lnTo>
                    <a:pt x="82488" y="121377"/>
                  </a:lnTo>
                  <a:lnTo>
                    <a:pt x="117310" y="155622"/>
                  </a:lnTo>
                  <a:lnTo>
                    <a:pt x="150098" y="177993"/>
                  </a:lnTo>
                  <a:lnTo>
                    <a:pt x="204257" y="201184"/>
                  </a:lnTo>
                  <a:lnTo>
                    <a:pt x="267924" y="212749"/>
                  </a:lnTo>
                  <a:lnTo>
                    <a:pt x="304541" y="212575"/>
                  </a:lnTo>
                  <a:lnTo>
                    <a:pt x="336183" y="208581"/>
                  </a:lnTo>
                  <a:lnTo>
                    <a:pt x="361882" y="202683"/>
                  </a:lnTo>
                  <a:lnTo>
                    <a:pt x="369453" y="200589"/>
                  </a:lnTo>
                  <a:lnTo>
                    <a:pt x="374552" y="193228"/>
                  </a:lnTo>
                  <a:lnTo>
                    <a:pt x="374133" y="185081"/>
                  </a:lnTo>
                  <a:lnTo>
                    <a:pt x="365446" y="136273"/>
                  </a:lnTo>
                  <a:lnTo>
                    <a:pt x="325066" y="69207"/>
                  </a:lnTo>
                  <a:lnTo>
                    <a:pt x="289910" y="40624"/>
                  </a:lnTo>
                  <a:lnTo>
                    <a:pt x="247495" y="19236"/>
                  </a:lnTo>
                  <a:lnTo>
                    <a:pt x="199181" y="5531"/>
                  </a:lnTo>
                  <a:lnTo>
                    <a:pt x="146332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9" name="object 389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316084" y="7852494"/>
              <a:ext cx="133765" cy="124498"/>
            </a:xfrm>
            <a:prstGeom prst="rect">
              <a:avLst/>
            </a:prstGeom>
          </p:spPr>
        </p:pic>
        <p:sp>
          <p:nvSpPr>
            <p:cNvPr id="390" name="object 390" descr=""/>
            <p:cNvSpPr/>
            <p:nvPr/>
          </p:nvSpPr>
          <p:spPr>
            <a:xfrm>
              <a:off x="5031765" y="8182946"/>
              <a:ext cx="538480" cy="213995"/>
            </a:xfrm>
            <a:custGeom>
              <a:avLst/>
              <a:gdLst/>
              <a:ahLst/>
              <a:cxnLst/>
              <a:rect l="l" t="t" r="r" b="b"/>
              <a:pathLst>
                <a:path w="538479" h="213995">
                  <a:moveTo>
                    <a:pt x="538289" y="59740"/>
                  </a:moveTo>
                  <a:lnTo>
                    <a:pt x="184213" y="46723"/>
                  </a:lnTo>
                  <a:lnTo>
                    <a:pt x="206578" y="72085"/>
                  </a:lnTo>
                  <a:lnTo>
                    <a:pt x="213842" y="79095"/>
                  </a:lnTo>
                  <a:lnTo>
                    <a:pt x="208597" y="75298"/>
                  </a:lnTo>
                  <a:lnTo>
                    <a:pt x="188963" y="60604"/>
                  </a:lnTo>
                  <a:lnTo>
                    <a:pt x="162953" y="40309"/>
                  </a:lnTo>
                  <a:lnTo>
                    <a:pt x="138328" y="20193"/>
                  </a:lnTo>
                  <a:lnTo>
                    <a:pt x="111747" y="13373"/>
                  </a:lnTo>
                  <a:lnTo>
                    <a:pt x="87122" y="7886"/>
                  </a:lnTo>
                  <a:lnTo>
                    <a:pt x="72110" y="4914"/>
                  </a:lnTo>
                  <a:lnTo>
                    <a:pt x="57467" y="2286"/>
                  </a:lnTo>
                  <a:lnTo>
                    <a:pt x="43218" y="0"/>
                  </a:lnTo>
                  <a:lnTo>
                    <a:pt x="0" y="72745"/>
                  </a:lnTo>
                  <a:lnTo>
                    <a:pt x="57670" y="103644"/>
                  </a:lnTo>
                  <a:lnTo>
                    <a:pt x="101955" y="118148"/>
                  </a:lnTo>
                  <a:lnTo>
                    <a:pt x="155549" y="126669"/>
                  </a:lnTo>
                  <a:lnTo>
                    <a:pt x="189115" y="127355"/>
                  </a:lnTo>
                  <a:lnTo>
                    <a:pt x="219075" y="124993"/>
                  </a:lnTo>
                  <a:lnTo>
                    <a:pt x="244894" y="120688"/>
                  </a:lnTo>
                  <a:lnTo>
                    <a:pt x="257429" y="117640"/>
                  </a:lnTo>
                  <a:lnTo>
                    <a:pt x="277101" y="133159"/>
                  </a:lnTo>
                  <a:lnTo>
                    <a:pt x="326085" y="163436"/>
                  </a:lnTo>
                  <a:lnTo>
                    <a:pt x="384784" y="189903"/>
                  </a:lnTo>
                  <a:lnTo>
                    <a:pt x="421627" y="199999"/>
                  </a:lnTo>
                  <a:lnTo>
                    <a:pt x="462038" y="206476"/>
                  </a:lnTo>
                  <a:lnTo>
                    <a:pt x="500405" y="210566"/>
                  </a:lnTo>
                  <a:lnTo>
                    <a:pt x="531152" y="213474"/>
                  </a:lnTo>
                  <a:lnTo>
                    <a:pt x="521677" y="186905"/>
                  </a:lnTo>
                  <a:lnTo>
                    <a:pt x="515708" y="166827"/>
                  </a:lnTo>
                  <a:lnTo>
                    <a:pt x="514146" y="152527"/>
                  </a:lnTo>
                  <a:lnTo>
                    <a:pt x="520446" y="126517"/>
                  </a:lnTo>
                  <a:lnTo>
                    <a:pt x="531990" y="85750"/>
                  </a:lnTo>
                  <a:lnTo>
                    <a:pt x="538289" y="5974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1" name="object 391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101363" y="8129272"/>
              <a:ext cx="128948" cy="87374"/>
            </a:xfrm>
            <a:prstGeom prst="rect">
              <a:avLst/>
            </a:prstGeom>
          </p:spPr>
        </p:pic>
        <p:sp>
          <p:nvSpPr>
            <p:cNvPr id="392" name="object 392" descr=""/>
            <p:cNvSpPr/>
            <p:nvPr/>
          </p:nvSpPr>
          <p:spPr>
            <a:xfrm>
              <a:off x="5173740" y="7850319"/>
              <a:ext cx="516890" cy="494665"/>
            </a:xfrm>
            <a:custGeom>
              <a:avLst/>
              <a:gdLst/>
              <a:ahLst/>
              <a:cxnLst/>
              <a:rect l="l" t="t" r="r" b="b"/>
              <a:pathLst>
                <a:path w="516889" h="494665">
                  <a:moveTo>
                    <a:pt x="388140" y="0"/>
                  </a:moveTo>
                  <a:lnTo>
                    <a:pt x="383752" y="46722"/>
                  </a:lnTo>
                  <a:lnTo>
                    <a:pt x="376254" y="97631"/>
                  </a:lnTo>
                  <a:lnTo>
                    <a:pt x="364976" y="152257"/>
                  </a:lnTo>
                  <a:lnTo>
                    <a:pt x="349251" y="210129"/>
                  </a:lnTo>
                  <a:lnTo>
                    <a:pt x="336974" y="247438"/>
                  </a:lnTo>
                  <a:lnTo>
                    <a:pt x="310111" y="315340"/>
                  </a:lnTo>
                  <a:lnTo>
                    <a:pt x="296038" y="345863"/>
                  </a:lnTo>
                  <a:lnTo>
                    <a:pt x="269735" y="344504"/>
                  </a:lnTo>
                  <a:lnTo>
                    <a:pt x="211228" y="338212"/>
                  </a:lnTo>
                  <a:lnTo>
                    <a:pt x="140655" y="324429"/>
                  </a:lnTo>
                  <a:lnTo>
                    <a:pt x="73007" y="304447"/>
                  </a:lnTo>
                  <a:lnTo>
                    <a:pt x="44286" y="293802"/>
                  </a:lnTo>
                  <a:lnTo>
                    <a:pt x="37839" y="296880"/>
                  </a:lnTo>
                  <a:lnTo>
                    <a:pt x="3058" y="336842"/>
                  </a:lnTo>
                  <a:lnTo>
                    <a:pt x="0" y="352371"/>
                  </a:lnTo>
                  <a:lnTo>
                    <a:pt x="153" y="364649"/>
                  </a:lnTo>
                  <a:lnTo>
                    <a:pt x="32730" y="393426"/>
                  </a:lnTo>
                  <a:lnTo>
                    <a:pt x="72215" y="416684"/>
                  </a:lnTo>
                  <a:lnTo>
                    <a:pt x="119737" y="439866"/>
                  </a:lnTo>
                  <a:lnTo>
                    <a:pt x="175277" y="461158"/>
                  </a:lnTo>
                  <a:lnTo>
                    <a:pt x="232212" y="477219"/>
                  </a:lnTo>
                  <a:lnTo>
                    <a:pt x="284440" y="487260"/>
                  </a:lnTo>
                  <a:lnTo>
                    <a:pt x="330697" y="492616"/>
                  </a:lnTo>
                  <a:lnTo>
                    <a:pt x="369721" y="494623"/>
                  </a:lnTo>
                  <a:lnTo>
                    <a:pt x="392905" y="459649"/>
                  </a:lnTo>
                  <a:lnTo>
                    <a:pt x="415208" y="422032"/>
                  </a:lnTo>
                  <a:lnTo>
                    <a:pt x="437883" y="378469"/>
                  </a:lnTo>
                  <a:lnTo>
                    <a:pt x="459771" y="329131"/>
                  </a:lnTo>
                  <a:lnTo>
                    <a:pt x="476110" y="288007"/>
                  </a:lnTo>
                  <a:lnTo>
                    <a:pt x="492571" y="242358"/>
                  </a:lnTo>
                  <a:lnTo>
                    <a:pt x="506533" y="194592"/>
                  </a:lnTo>
                  <a:lnTo>
                    <a:pt x="515377" y="147116"/>
                  </a:lnTo>
                  <a:lnTo>
                    <a:pt x="516482" y="102337"/>
                  </a:lnTo>
                  <a:lnTo>
                    <a:pt x="507228" y="62663"/>
                  </a:lnTo>
                  <a:lnTo>
                    <a:pt x="484995" y="30501"/>
                  </a:lnTo>
                  <a:lnTo>
                    <a:pt x="469862" y="19114"/>
                  </a:lnTo>
                  <a:lnTo>
                    <a:pt x="449321" y="9490"/>
                  </a:lnTo>
                  <a:lnTo>
                    <a:pt x="422404" y="2747"/>
                  </a:lnTo>
                  <a:lnTo>
                    <a:pt x="388140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3" name="object 39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5359252" y="8152078"/>
              <a:ext cx="138351" cy="68843"/>
            </a:xfrm>
            <a:prstGeom prst="rect">
              <a:avLst/>
            </a:prstGeom>
          </p:spPr>
        </p:pic>
        <p:pic>
          <p:nvPicPr>
            <p:cNvPr id="394" name="object 394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245630" y="10010438"/>
              <a:ext cx="251793" cy="151650"/>
            </a:xfrm>
            <a:prstGeom prst="rect">
              <a:avLst/>
            </a:prstGeom>
          </p:spPr>
        </p:pic>
        <p:pic>
          <p:nvPicPr>
            <p:cNvPr id="395" name="object 395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245450" y="8013118"/>
              <a:ext cx="1892471" cy="2406805"/>
            </a:xfrm>
            <a:prstGeom prst="rect">
              <a:avLst/>
            </a:prstGeom>
          </p:spPr>
        </p:pic>
      </p:grpSp>
      <p:grpSp>
        <p:nvGrpSpPr>
          <p:cNvPr id="396" name="object 396" descr=""/>
          <p:cNvGrpSpPr/>
          <p:nvPr/>
        </p:nvGrpSpPr>
        <p:grpSpPr>
          <a:xfrm>
            <a:off x="2851229" y="7758803"/>
            <a:ext cx="1939289" cy="2473325"/>
            <a:chOff x="2851229" y="7758803"/>
            <a:chExt cx="1939289" cy="2473325"/>
          </a:xfrm>
        </p:grpSpPr>
        <p:pic>
          <p:nvPicPr>
            <p:cNvPr id="397" name="object 397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2853161" y="7758803"/>
              <a:ext cx="849861" cy="2472754"/>
            </a:xfrm>
            <a:prstGeom prst="rect">
              <a:avLst/>
            </a:prstGeom>
          </p:spPr>
        </p:pic>
        <p:pic>
          <p:nvPicPr>
            <p:cNvPr id="398" name="object 398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460916" y="8549153"/>
              <a:ext cx="358030" cy="1648518"/>
            </a:xfrm>
            <a:prstGeom prst="rect">
              <a:avLst/>
            </a:prstGeom>
          </p:spPr>
        </p:pic>
        <p:pic>
          <p:nvPicPr>
            <p:cNvPr id="399" name="object 39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2975241" y="8186567"/>
              <a:ext cx="92944" cy="87259"/>
            </a:xfrm>
            <a:prstGeom prst="rect">
              <a:avLst/>
            </a:prstGeom>
          </p:spPr>
        </p:pic>
        <p:pic>
          <p:nvPicPr>
            <p:cNvPr id="400" name="object 40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3085442" y="7827433"/>
              <a:ext cx="197145" cy="235029"/>
            </a:xfrm>
            <a:prstGeom prst="rect">
              <a:avLst/>
            </a:prstGeom>
          </p:spPr>
        </p:pic>
        <p:sp>
          <p:nvSpPr>
            <p:cNvPr id="401" name="object 401" descr=""/>
            <p:cNvSpPr/>
            <p:nvPr/>
          </p:nvSpPr>
          <p:spPr>
            <a:xfrm>
              <a:off x="2859391" y="8038254"/>
              <a:ext cx="321310" cy="367030"/>
            </a:xfrm>
            <a:custGeom>
              <a:avLst/>
              <a:gdLst/>
              <a:ahLst/>
              <a:cxnLst/>
              <a:rect l="l" t="t" r="r" b="b"/>
              <a:pathLst>
                <a:path w="321310" h="367029">
                  <a:moveTo>
                    <a:pt x="308852" y="0"/>
                  </a:moveTo>
                  <a:lnTo>
                    <a:pt x="261384" y="36188"/>
                  </a:lnTo>
                  <a:lnTo>
                    <a:pt x="225104" y="69684"/>
                  </a:lnTo>
                  <a:lnTo>
                    <a:pt x="141222" y="145264"/>
                  </a:lnTo>
                  <a:lnTo>
                    <a:pt x="99385" y="184558"/>
                  </a:lnTo>
                  <a:lnTo>
                    <a:pt x="61462" y="222993"/>
                  </a:lnTo>
                  <a:lnTo>
                    <a:pt x="30335" y="259173"/>
                  </a:lnTo>
                  <a:lnTo>
                    <a:pt x="8886" y="291702"/>
                  </a:lnTo>
                  <a:lnTo>
                    <a:pt x="0" y="319185"/>
                  </a:lnTo>
                  <a:lnTo>
                    <a:pt x="6124" y="344594"/>
                  </a:lnTo>
                  <a:lnTo>
                    <a:pt x="26554" y="363030"/>
                  </a:lnTo>
                  <a:lnTo>
                    <a:pt x="59069" y="366685"/>
                  </a:lnTo>
                  <a:lnTo>
                    <a:pt x="101452" y="347750"/>
                  </a:lnTo>
                  <a:lnTo>
                    <a:pt x="157259" y="287995"/>
                  </a:lnTo>
                  <a:lnTo>
                    <a:pt x="186769" y="245229"/>
                  </a:lnTo>
                  <a:lnTo>
                    <a:pt x="217057" y="197236"/>
                  </a:lnTo>
                  <a:lnTo>
                    <a:pt x="279076" y="95658"/>
                  </a:lnTo>
                  <a:lnTo>
                    <a:pt x="310367" y="47120"/>
                  </a:lnTo>
                  <a:lnTo>
                    <a:pt x="315985" y="32780"/>
                  </a:lnTo>
                  <a:lnTo>
                    <a:pt x="321266" y="7968"/>
                  </a:lnTo>
                  <a:lnTo>
                    <a:pt x="308852" y="0"/>
                  </a:lnTo>
                  <a:close/>
                </a:path>
              </a:pathLst>
            </a:custGeom>
            <a:solidFill>
              <a:srgbClr val="A2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2851229" y="8223031"/>
              <a:ext cx="205104" cy="188595"/>
            </a:xfrm>
            <a:custGeom>
              <a:avLst/>
              <a:gdLst/>
              <a:ahLst/>
              <a:cxnLst/>
              <a:rect l="l" t="t" r="r" b="b"/>
              <a:pathLst>
                <a:path w="205105" h="188595">
                  <a:moveTo>
                    <a:pt x="97515" y="0"/>
                  </a:moveTo>
                  <a:lnTo>
                    <a:pt x="61132" y="37349"/>
                  </a:lnTo>
                  <a:lnTo>
                    <a:pt x="30487" y="73255"/>
                  </a:lnTo>
                  <a:lnTo>
                    <a:pt x="8977" y="105692"/>
                  </a:lnTo>
                  <a:lnTo>
                    <a:pt x="0" y="132634"/>
                  </a:lnTo>
                  <a:lnTo>
                    <a:pt x="7400" y="159532"/>
                  </a:lnTo>
                  <a:lnTo>
                    <a:pt x="30636" y="181244"/>
                  </a:lnTo>
                  <a:lnTo>
                    <a:pt x="65956" y="188174"/>
                  </a:lnTo>
                  <a:lnTo>
                    <a:pt x="109609" y="170727"/>
                  </a:lnTo>
                  <a:lnTo>
                    <a:pt x="133920" y="150353"/>
                  </a:lnTo>
                  <a:lnTo>
                    <a:pt x="154648" y="125596"/>
                  </a:lnTo>
                  <a:lnTo>
                    <a:pt x="176669" y="92364"/>
                  </a:lnTo>
                  <a:lnTo>
                    <a:pt x="204862" y="46564"/>
                  </a:lnTo>
                  <a:lnTo>
                    <a:pt x="97515" y="0"/>
                  </a:lnTo>
                  <a:close/>
                </a:path>
              </a:pathLst>
            </a:custGeom>
            <a:solidFill>
              <a:srgbClr val="034F5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3" name="object 403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3112797" y="7865794"/>
              <a:ext cx="93084" cy="214594"/>
            </a:xfrm>
            <a:prstGeom prst="rect">
              <a:avLst/>
            </a:prstGeom>
          </p:spPr>
        </p:pic>
        <p:sp>
          <p:nvSpPr>
            <p:cNvPr id="404" name="object 404" descr=""/>
            <p:cNvSpPr/>
            <p:nvPr/>
          </p:nvSpPr>
          <p:spPr>
            <a:xfrm>
              <a:off x="2948506" y="8187161"/>
              <a:ext cx="120014" cy="104139"/>
            </a:xfrm>
            <a:custGeom>
              <a:avLst/>
              <a:gdLst/>
              <a:ahLst/>
              <a:cxnLst/>
              <a:rect l="l" t="t" r="r" b="b"/>
              <a:pathLst>
                <a:path w="120014" h="104140">
                  <a:moveTo>
                    <a:pt x="28679" y="0"/>
                  </a:moveTo>
                  <a:lnTo>
                    <a:pt x="0" y="29789"/>
                  </a:lnTo>
                  <a:lnTo>
                    <a:pt x="1038" y="48369"/>
                  </a:lnTo>
                  <a:lnTo>
                    <a:pt x="19326" y="76675"/>
                  </a:lnTo>
                  <a:lnTo>
                    <a:pt x="52201" y="99991"/>
                  </a:lnTo>
                  <a:lnTo>
                    <a:pt x="97002" y="103598"/>
                  </a:lnTo>
                  <a:lnTo>
                    <a:pt x="119734" y="71453"/>
                  </a:lnTo>
                  <a:lnTo>
                    <a:pt x="113063" y="72998"/>
                  </a:lnTo>
                  <a:lnTo>
                    <a:pt x="96144" y="73783"/>
                  </a:lnTo>
                  <a:lnTo>
                    <a:pt x="50134" y="49977"/>
                  </a:lnTo>
                  <a:lnTo>
                    <a:pt x="28991" y="14804"/>
                  </a:lnTo>
                  <a:lnTo>
                    <a:pt x="28679" y="0"/>
                  </a:lnTo>
                  <a:close/>
                </a:path>
              </a:pathLst>
            </a:custGeom>
            <a:solidFill>
              <a:srgbClr val="034F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2948506" y="8187161"/>
              <a:ext cx="120014" cy="104139"/>
            </a:xfrm>
            <a:custGeom>
              <a:avLst/>
              <a:gdLst/>
              <a:ahLst/>
              <a:cxnLst/>
              <a:rect l="l" t="t" r="r" b="b"/>
              <a:pathLst>
                <a:path w="120014" h="104140">
                  <a:moveTo>
                    <a:pt x="28679" y="0"/>
                  </a:moveTo>
                  <a:lnTo>
                    <a:pt x="0" y="29789"/>
                  </a:lnTo>
                  <a:lnTo>
                    <a:pt x="1038" y="48369"/>
                  </a:lnTo>
                  <a:lnTo>
                    <a:pt x="19326" y="76675"/>
                  </a:lnTo>
                  <a:lnTo>
                    <a:pt x="52201" y="99991"/>
                  </a:lnTo>
                  <a:lnTo>
                    <a:pt x="97002" y="103598"/>
                  </a:lnTo>
                  <a:lnTo>
                    <a:pt x="119734" y="71453"/>
                  </a:lnTo>
                  <a:lnTo>
                    <a:pt x="113063" y="72998"/>
                  </a:lnTo>
                  <a:lnTo>
                    <a:pt x="96144" y="73783"/>
                  </a:lnTo>
                  <a:lnTo>
                    <a:pt x="50134" y="49977"/>
                  </a:lnTo>
                  <a:lnTo>
                    <a:pt x="28991" y="14804"/>
                  </a:lnTo>
                  <a:lnTo>
                    <a:pt x="28679" y="0"/>
                  </a:lnTo>
                  <a:close/>
                </a:path>
              </a:pathLst>
            </a:custGeom>
            <a:solidFill>
              <a:srgbClr val="FFFFFF">
                <a:alpha val="13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3568787" y="10061895"/>
              <a:ext cx="1221740" cy="156845"/>
            </a:xfrm>
            <a:custGeom>
              <a:avLst/>
              <a:gdLst/>
              <a:ahLst/>
              <a:cxnLst/>
              <a:rect l="l" t="t" r="r" b="b"/>
              <a:pathLst>
                <a:path w="1221739" h="156845">
                  <a:moveTo>
                    <a:pt x="610620" y="0"/>
                  </a:moveTo>
                  <a:lnTo>
                    <a:pt x="534025" y="609"/>
                  </a:lnTo>
                  <a:lnTo>
                    <a:pt x="460269" y="2389"/>
                  </a:lnTo>
                  <a:lnTo>
                    <a:pt x="389925" y="5267"/>
                  </a:lnTo>
                  <a:lnTo>
                    <a:pt x="323564" y="9168"/>
                  </a:lnTo>
                  <a:lnTo>
                    <a:pt x="261759" y="14020"/>
                  </a:lnTo>
                  <a:lnTo>
                    <a:pt x="205083" y="19749"/>
                  </a:lnTo>
                  <a:lnTo>
                    <a:pt x="154106" y="26281"/>
                  </a:lnTo>
                  <a:lnTo>
                    <a:pt x="109402" y="33544"/>
                  </a:lnTo>
                  <a:lnTo>
                    <a:pt x="71543" y="41464"/>
                  </a:lnTo>
                  <a:lnTo>
                    <a:pt x="18648" y="58982"/>
                  </a:lnTo>
                  <a:lnTo>
                    <a:pt x="0" y="78248"/>
                  </a:lnTo>
                  <a:lnTo>
                    <a:pt x="4757" y="88063"/>
                  </a:lnTo>
                  <a:lnTo>
                    <a:pt x="41101" y="106529"/>
                  </a:lnTo>
                  <a:lnTo>
                    <a:pt x="109402" y="122953"/>
                  </a:lnTo>
                  <a:lnTo>
                    <a:pt x="154106" y="130216"/>
                  </a:lnTo>
                  <a:lnTo>
                    <a:pt x="205083" y="136748"/>
                  </a:lnTo>
                  <a:lnTo>
                    <a:pt x="261759" y="142477"/>
                  </a:lnTo>
                  <a:lnTo>
                    <a:pt x="323564" y="147329"/>
                  </a:lnTo>
                  <a:lnTo>
                    <a:pt x="389925" y="151230"/>
                  </a:lnTo>
                  <a:lnTo>
                    <a:pt x="460269" y="154107"/>
                  </a:lnTo>
                  <a:lnTo>
                    <a:pt x="534025" y="155888"/>
                  </a:lnTo>
                  <a:lnTo>
                    <a:pt x="610620" y="156497"/>
                  </a:lnTo>
                  <a:lnTo>
                    <a:pt x="687214" y="155888"/>
                  </a:lnTo>
                  <a:lnTo>
                    <a:pt x="760970" y="154107"/>
                  </a:lnTo>
                  <a:lnTo>
                    <a:pt x="831314" y="151230"/>
                  </a:lnTo>
                  <a:lnTo>
                    <a:pt x="897675" y="147329"/>
                  </a:lnTo>
                  <a:lnTo>
                    <a:pt x="959480" y="142477"/>
                  </a:lnTo>
                  <a:lnTo>
                    <a:pt x="1016157" y="136748"/>
                  </a:lnTo>
                  <a:lnTo>
                    <a:pt x="1067133" y="130216"/>
                  </a:lnTo>
                  <a:lnTo>
                    <a:pt x="1111837" y="122953"/>
                  </a:lnTo>
                  <a:lnTo>
                    <a:pt x="1149696" y="115033"/>
                  </a:lnTo>
                  <a:lnTo>
                    <a:pt x="1202591" y="97515"/>
                  </a:lnTo>
                  <a:lnTo>
                    <a:pt x="1221240" y="78248"/>
                  </a:lnTo>
                  <a:lnTo>
                    <a:pt x="1216482" y="68434"/>
                  </a:lnTo>
                  <a:lnTo>
                    <a:pt x="1180138" y="49968"/>
                  </a:lnTo>
                  <a:lnTo>
                    <a:pt x="1111837" y="33544"/>
                  </a:lnTo>
                  <a:lnTo>
                    <a:pt x="1067133" y="26281"/>
                  </a:lnTo>
                  <a:lnTo>
                    <a:pt x="1016157" y="19749"/>
                  </a:lnTo>
                  <a:lnTo>
                    <a:pt x="959480" y="14020"/>
                  </a:lnTo>
                  <a:lnTo>
                    <a:pt x="897675" y="9168"/>
                  </a:lnTo>
                  <a:lnTo>
                    <a:pt x="831314" y="5267"/>
                  </a:lnTo>
                  <a:lnTo>
                    <a:pt x="760970" y="2389"/>
                  </a:lnTo>
                  <a:lnTo>
                    <a:pt x="687214" y="609"/>
                  </a:lnTo>
                  <a:lnTo>
                    <a:pt x="610620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7" name="object 407" descr=""/>
          <p:cNvSpPr/>
          <p:nvPr/>
        </p:nvSpPr>
        <p:spPr>
          <a:xfrm>
            <a:off x="4970570" y="10054486"/>
            <a:ext cx="2754630" cy="316865"/>
          </a:xfrm>
          <a:custGeom>
            <a:avLst/>
            <a:gdLst/>
            <a:ahLst/>
            <a:cxnLst/>
            <a:rect l="l" t="t" r="r" b="b"/>
            <a:pathLst>
              <a:path w="2754629" h="316865">
                <a:moveTo>
                  <a:pt x="1377151" y="0"/>
                </a:moveTo>
                <a:lnTo>
                  <a:pt x="1299004" y="250"/>
                </a:lnTo>
                <a:lnTo>
                  <a:pt x="1222001" y="992"/>
                </a:lnTo>
                <a:lnTo>
                  <a:pt x="1146257" y="2213"/>
                </a:lnTo>
                <a:lnTo>
                  <a:pt x="1071890" y="3899"/>
                </a:lnTo>
                <a:lnTo>
                  <a:pt x="999015" y="6037"/>
                </a:lnTo>
                <a:lnTo>
                  <a:pt x="927748" y="8614"/>
                </a:lnTo>
                <a:lnTo>
                  <a:pt x="858207" y="11616"/>
                </a:lnTo>
                <a:lnTo>
                  <a:pt x="790506" y="15030"/>
                </a:lnTo>
                <a:lnTo>
                  <a:pt x="724763" y="18842"/>
                </a:lnTo>
                <a:lnTo>
                  <a:pt x="661094" y="23039"/>
                </a:lnTo>
                <a:lnTo>
                  <a:pt x="599614" y="27608"/>
                </a:lnTo>
                <a:lnTo>
                  <a:pt x="540441" y="32535"/>
                </a:lnTo>
                <a:lnTo>
                  <a:pt x="483690" y="37808"/>
                </a:lnTo>
                <a:lnTo>
                  <a:pt x="429478" y="43412"/>
                </a:lnTo>
                <a:lnTo>
                  <a:pt x="377921" y="49335"/>
                </a:lnTo>
                <a:lnTo>
                  <a:pt x="329135" y="55562"/>
                </a:lnTo>
                <a:lnTo>
                  <a:pt x="283237" y="62082"/>
                </a:lnTo>
                <a:lnTo>
                  <a:pt x="240342" y="68879"/>
                </a:lnTo>
                <a:lnTo>
                  <a:pt x="200567" y="75942"/>
                </a:lnTo>
                <a:lnTo>
                  <a:pt x="130843" y="90809"/>
                </a:lnTo>
                <a:lnTo>
                  <a:pt x="74994" y="106575"/>
                </a:lnTo>
                <a:lnTo>
                  <a:pt x="33951" y="123134"/>
                </a:lnTo>
                <a:lnTo>
                  <a:pt x="2180" y="149226"/>
                </a:lnTo>
                <a:lnTo>
                  <a:pt x="0" y="158204"/>
                </a:lnTo>
                <a:lnTo>
                  <a:pt x="2180" y="167182"/>
                </a:lnTo>
                <a:lnTo>
                  <a:pt x="33951" y="193274"/>
                </a:lnTo>
                <a:lnTo>
                  <a:pt x="74994" y="209833"/>
                </a:lnTo>
                <a:lnTo>
                  <a:pt x="130843" y="225600"/>
                </a:lnTo>
                <a:lnTo>
                  <a:pt x="200567" y="240466"/>
                </a:lnTo>
                <a:lnTo>
                  <a:pt x="240342" y="247529"/>
                </a:lnTo>
                <a:lnTo>
                  <a:pt x="283237" y="254326"/>
                </a:lnTo>
                <a:lnTo>
                  <a:pt x="329135" y="260846"/>
                </a:lnTo>
                <a:lnTo>
                  <a:pt x="377921" y="267073"/>
                </a:lnTo>
                <a:lnTo>
                  <a:pt x="429478" y="272996"/>
                </a:lnTo>
                <a:lnTo>
                  <a:pt x="483690" y="278600"/>
                </a:lnTo>
                <a:lnTo>
                  <a:pt x="540441" y="283873"/>
                </a:lnTo>
                <a:lnTo>
                  <a:pt x="599614" y="288800"/>
                </a:lnTo>
                <a:lnTo>
                  <a:pt x="661094" y="293369"/>
                </a:lnTo>
                <a:lnTo>
                  <a:pt x="724763" y="297567"/>
                </a:lnTo>
                <a:lnTo>
                  <a:pt x="790506" y="301379"/>
                </a:lnTo>
                <a:lnTo>
                  <a:pt x="858207" y="304792"/>
                </a:lnTo>
                <a:lnTo>
                  <a:pt x="927748" y="307794"/>
                </a:lnTo>
                <a:lnTo>
                  <a:pt x="999015" y="310371"/>
                </a:lnTo>
                <a:lnTo>
                  <a:pt x="1071890" y="312509"/>
                </a:lnTo>
                <a:lnTo>
                  <a:pt x="1146257" y="314195"/>
                </a:lnTo>
                <a:lnTo>
                  <a:pt x="1222001" y="315416"/>
                </a:lnTo>
                <a:lnTo>
                  <a:pt x="1299004" y="316158"/>
                </a:lnTo>
                <a:lnTo>
                  <a:pt x="1377151" y="316409"/>
                </a:lnTo>
                <a:lnTo>
                  <a:pt x="1455299" y="316158"/>
                </a:lnTo>
                <a:lnTo>
                  <a:pt x="1532304" y="315416"/>
                </a:lnTo>
                <a:lnTo>
                  <a:pt x="1608048" y="314195"/>
                </a:lnTo>
                <a:lnTo>
                  <a:pt x="1682417" y="312509"/>
                </a:lnTo>
                <a:lnTo>
                  <a:pt x="1755292" y="310371"/>
                </a:lnTo>
                <a:lnTo>
                  <a:pt x="1826560" y="307794"/>
                </a:lnTo>
                <a:lnTo>
                  <a:pt x="1896102" y="304792"/>
                </a:lnTo>
                <a:lnTo>
                  <a:pt x="1963803" y="301379"/>
                </a:lnTo>
                <a:lnTo>
                  <a:pt x="2029547" y="297567"/>
                </a:lnTo>
                <a:lnTo>
                  <a:pt x="2093216" y="293369"/>
                </a:lnTo>
                <a:lnTo>
                  <a:pt x="2154696" y="288800"/>
                </a:lnTo>
                <a:lnTo>
                  <a:pt x="2213870" y="283873"/>
                </a:lnTo>
                <a:lnTo>
                  <a:pt x="2270621" y="278600"/>
                </a:lnTo>
                <a:lnTo>
                  <a:pt x="2324834" y="272996"/>
                </a:lnTo>
                <a:lnTo>
                  <a:pt x="2376391" y="267073"/>
                </a:lnTo>
                <a:lnTo>
                  <a:pt x="2425177" y="260846"/>
                </a:lnTo>
                <a:lnTo>
                  <a:pt x="2471076" y="254326"/>
                </a:lnTo>
                <a:lnTo>
                  <a:pt x="2513971" y="247529"/>
                </a:lnTo>
                <a:lnTo>
                  <a:pt x="2553745" y="240466"/>
                </a:lnTo>
                <a:lnTo>
                  <a:pt x="2623470" y="225600"/>
                </a:lnTo>
                <a:lnTo>
                  <a:pt x="2679319" y="209833"/>
                </a:lnTo>
                <a:lnTo>
                  <a:pt x="2720362" y="193274"/>
                </a:lnTo>
                <a:lnTo>
                  <a:pt x="2752133" y="167182"/>
                </a:lnTo>
                <a:lnTo>
                  <a:pt x="2754314" y="158204"/>
                </a:lnTo>
                <a:lnTo>
                  <a:pt x="2752133" y="149226"/>
                </a:lnTo>
                <a:lnTo>
                  <a:pt x="2720362" y="123134"/>
                </a:lnTo>
                <a:lnTo>
                  <a:pt x="2679319" y="106575"/>
                </a:lnTo>
                <a:lnTo>
                  <a:pt x="2623470" y="90809"/>
                </a:lnTo>
                <a:lnTo>
                  <a:pt x="2553745" y="75942"/>
                </a:lnTo>
                <a:lnTo>
                  <a:pt x="2513971" y="68879"/>
                </a:lnTo>
                <a:lnTo>
                  <a:pt x="2471076" y="62082"/>
                </a:lnTo>
                <a:lnTo>
                  <a:pt x="2425177" y="55562"/>
                </a:lnTo>
                <a:lnTo>
                  <a:pt x="2376391" y="49335"/>
                </a:lnTo>
                <a:lnTo>
                  <a:pt x="2324834" y="43412"/>
                </a:lnTo>
                <a:lnTo>
                  <a:pt x="2270621" y="37808"/>
                </a:lnTo>
                <a:lnTo>
                  <a:pt x="2213870" y="32535"/>
                </a:lnTo>
                <a:lnTo>
                  <a:pt x="2154696" y="27608"/>
                </a:lnTo>
                <a:lnTo>
                  <a:pt x="2093216" y="23039"/>
                </a:lnTo>
                <a:lnTo>
                  <a:pt x="2029547" y="18842"/>
                </a:lnTo>
                <a:lnTo>
                  <a:pt x="1963803" y="15030"/>
                </a:lnTo>
                <a:lnTo>
                  <a:pt x="1896102" y="11616"/>
                </a:lnTo>
                <a:lnTo>
                  <a:pt x="1826560" y="8614"/>
                </a:lnTo>
                <a:lnTo>
                  <a:pt x="1755292" y="6037"/>
                </a:lnTo>
                <a:lnTo>
                  <a:pt x="1682417" y="3899"/>
                </a:lnTo>
                <a:lnTo>
                  <a:pt x="1608048" y="2213"/>
                </a:lnTo>
                <a:lnTo>
                  <a:pt x="1532304" y="992"/>
                </a:lnTo>
                <a:lnTo>
                  <a:pt x="1455299" y="250"/>
                </a:lnTo>
                <a:lnTo>
                  <a:pt x="1377151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8" name="object 408" descr=""/>
          <p:cNvSpPr/>
          <p:nvPr/>
        </p:nvSpPr>
        <p:spPr>
          <a:xfrm>
            <a:off x="2935417" y="10166581"/>
            <a:ext cx="807720" cy="103505"/>
          </a:xfrm>
          <a:custGeom>
            <a:avLst/>
            <a:gdLst/>
            <a:ahLst/>
            <a:cxnLst/>
            <a:rect l="l" t="t" r="r" b="b"/>
            <a:pathLst>
              <a:path w="807720" h="103504">
                <a:moveTo>
                  <a:pt x="403694" y="0"/>
                </a:moveTo>
                <a:lnTo>
                  <a:pt x="331129" y="833"/>
                </a:lnTo>
                <a:lnTo>
                  <a:pt x="262831" y="3236"/>
                </a:lnTo>
                <a:lnTo>
                  <a:pt x="199941" y="7063"/>
                </a:lnTo>
                <a:lnTo>
                  <a:pt x="143598" y="12167"/>
                </a:lnTo>
                <a:lnTo>
                  <a:pt x="94943" y="18402"/>
                </a:lnTo>
                <a:lnTo>
                  <a:pt x="55115" y="25623"/>
                </a:lnTo>
                <a:lnTo>
                  <a:pt x="6503" y="42436"/>
                </a:lnTo>
                <a:lnTo>
                  <a:pt x="0" y="51736"/>
                </a:lnTo>
                <a:lnTo>
                  <a:pt x="6503" y="61036"/>
                </a:lnTo>
                <a:lnTo>
                  <a:pt x="55115" y="77849"/>
                </a:lnTo>
                <a:lnTo>
                  <a:pt x="94943" y="85070"/>
                </a:lnTo>
                <a:lnTo>
                  <a:pt x="143598" y="91306"/>
                </a:lnTo>
                <a:lnTo>
                  <a:pt x="199941" y="96410"/>
                </a:lnTo>
                <a:lnTo>
                  <a:pt x="262831" y="100236"/>
                </a:lnTo>
                <a:lnTo>
                  <a:pt x="331129" y="102639"/>
                </a:lnTo>
                <a:lnTo>
                  <a:pt x="403694" y="103473"/>
                </a:lnTo>
                <a:lnTo>
                  <a:pt x="476260" y="102639"/>
                </a:lnTo>
                <a:lnTo>
                  <a:pt x="544558" y="100236"/>
                </a:lnTo>
                <a:lnTo>
                  <a:pt x="607450" y="96410"/>
                </a:lnTo>
                <a:lnTo>
                  <a:pt x="663795" y="91306"/>
                </a:lnTo>
                <a:lnTo>
                  <a:pt x="712451" y="85070"/>
                </a:lnTo>
                <a:lnTo>
                  <a:pt x="752281" y="77849"/>
                </a:lnTo>
                <a:lnTo>
                  <a:pt x="800895" y="61036"/>
                </a:lnTo>
                <a:lnTo>
                  <a:pt x="807399" y="51736"/>
                </a:lnTo>
                <a:lnTo>
                  <a:pt x="800895" y="42436"/>
                </a:lnTo>
                <a:lnTo>
                  <a:pt x="752281" y="25623"/>
                </a:lnTo>
                <a:lnTo>
                  <a:pt x="712451" y="18402"/>
                </a:lnTo>
                <a:lnTo>
                  <a:pt x="663795" y="12167"/>
                </a:lnTo>
                <a:lnTo>
                  <a:pt x="607450" y="7063"/>
                </a:lnTo>
                <a:lnTo>
                  <a:pt x="544558" y="3236"/>
                </a:lnTo>
                <a:lnTo>
                  <a:pt x="476260" y="833"/>
                </a:lnTo>
                <a:lnTo>
                  <a:pt x="403694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9" name="object 409" descr=""/>
          <p:cNvSpPr/>
          <p:nvPr/>
        </p:nvSpPr>
        <p:spPr>
          <a:xfrm>
            <a:off x="1987848" y="10240452"/>
            <a:ext cx="807720" cy="161925"/>
          </a:xfrm>
          <a:custGeom>
            <a:avLst/>
            <a:gdLst/>
            <a:ahLst/>
            <a:cxnLst/>
            <a:rect l="l" t="t" r="r" b="b"/>
            <a:pathLst>
              <a:path w="807719" h="161925">
                <a:moveTo>
                  <a:pt x="403694" y="0"/>
                </a:moveTo>
                <a:lnTo>
                  <a:pt x="331129" y="1303"/>
                </a:lnTo>
                <a:lnTo>
                  <a:pt x="262831" y="5062"/>
                </a:lnTo>
                <a:lnTo>
                  <a:pt x="199941" y="11047"/>
                </a:lnTo>
                <a:lnTo>
                  <a:pt x="143598" y="19031"/>
                </a:lnTo>
                <a:lnTo>
                  <a:pt x="94943" y="28784"/>
                </a:lnTo>
                <a:lnTo>
                  <a:pt x="55115" y="40077"/>
                </a:lnTo>
                <a:lnTo>
                  <a:pt x="6503" y="66373"/>
                </a:lnTo>
                <a:lnTo>
                  <a:pt x="0" y="80919"/>
                </a:lnTo>
                <a:lnTo>
                  <a:pt x="6503" y="95464"/>
                </a:lnTo>
                <a:lnTo>
                  <a:pt x="55115" y="121760"/>
                </a:lnTo>
                <a:lnTo>
                  <a:pt x="94943" y="133053"/>
                </a:lnTo>
                <a:lnTo>
                  <a:pt x="143598" y="142806"/>
                </a:lnTo>
                <a:lnTo>
                  <a:pt x="199941" y="150790"/>
                </a:lnTo>
                <a:lnTo>
                  <a:pt x="262831" y="156775"/>
                </a:lnTo>
                <a:lnTo>
                  <a:pt x="331129" y="160534"/>
                </a:lnTo>
                <a:lnTo>
                  <a:pt x="403694" y="161838"/>
                </a:lnTo>
                <a:lnTo>
                  <a:pt x="476260" y="160534"/>
                </a:lnTo>
                <a:lnTo>
                  <a:pt x="544558" y="156775"/>
                </a:lnTo>
                <a:lnTo>
                  <a:pt x="607450" y="150790"/>
                </a:lnTo>
                <a:lnTo>
                  <a:pt x="663795" y="142806"/>
                </a:lnTo>
                <a:lnTo>
                  <a:pt x="712451" y="133053"/>
                </a:lnTo>
                <a:lnTo>
                  <a:pt x="752281" y="121760"/>
                </a:lnTo>
                <a:lnTo>
                  <a:pt x="800895" y="95464"/>
                </a:lnTo>
                <a:lnTo>
                  <a:pt x="807399" y="80919"/>
                </a:lnTo>
                <a:lnTo>
                  <a:pt x="800895" y="66373"/>
                </a:lnTo>
                <a:lnTo>
                  <a:pt x="752281" y="40077"/>
                </a:lnTo>
                <a:lnTo>
                  <a:pt x="712451" y="28784"/>
                </a:lnTo>
                <a:lnTo>
                  <a:pt x="663795" y="19031"/>
                </a:lnTo>
                <a:lnTo>
                  <a:pt x="607450" y="11047"/>
                </a:lnTo>
                <a:lnTo>
                  <a:pt x="544558" y="5062"/>
                </a:lnTo>
                <a:lnTo>
                  <a:pt x="476260" y="1303"/>
                </a:lnTo>
                <a:lnTo>
                  <a:pt x="403694" y="0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0" name="object 410" descr=""/>
          <p:cNvGrpSpPr/>
          <p:nvPr/>
        </p:nvGrpSpPr>
        <p:grpSpPr>
          <a:xfrm>
            <a:off x="1685030" y="2508627"/>
            <a:ext cx="943610" cy="1407160"/>
            <a:chOff x="1685030" y="2508627"/>
            <a:chExt cx="943610" cy="1407160"/>
          </a:xfrm>
        </p:grpSpPr>
        <p:sp>
          <p:nvSpPr>
            <p:cNvPr id="411" name="object 411" descr=""/>
            <p:cNvSpPr/>
            <p:nvPr/>
          </p:nvSpPr>
          <p:spPr>
            <a:xfrm>
              <a:off x="1685030" y="2508627"/>
              <a:ext cx="778510" cy="790575"/>
            </a:xfrm>
            <a:custGeom>
              <a:avLst/>
              <a:gdLst/>
              <a:ahLst/>
              <a:cxnLst/>
              <a:rect l="l" t="t" r="r" b="b"/>
              <a:pathLst>
                <a:path w="778510" h="790575">
                  <a:moveTo>
                    <a:pt x="403303" y="0"/>
                  </a:moveTo>
                  <a:lnTo>
                    <a:pt x="369961" y="19967"/>
                  </a:lnTo>
                  <a:lnTo>
                    <a:pt x="364029" y="11761"/>
                  </a:lnTo>
                  <a:lnTo>
                    <a:pt x="356065" y="5889"/>
                  </a:lnTo>
                  <a:lnTo>
                    <a:pt x="346653" y="2860"/>
                  </a:lnTo>
                  <a:lnTo>
                    <a:pt x="336381" y="3183"/>
                  </a:lnTo>
                  <a:lnTo>
                    <a:pt x="327570" y="6448"/>
                  </a:lnTo>
                  <a:lnTo>
                    <a:pt x="320344" y="11995"/>
                  </a:lnTo>
                  <a:lnTo>
                    <a:pt x="315027" y="19319"/>
                  </a:lnTo>
                  <a:lnTo>
                    <a:pt x="311942" y="27915"/>
                  </a:lnTo>
                  <a:lnTo>
                    <a:pt x="305817" y="21435"/>
                  </a:lnTo>
                  <a:lnTo>
                    <a:pt x="298218" y="16939"/>
                  </a:lnTo>
                  <a:lnTo>
                    <a:pt x="289597" y="14763"/>
                  </a:lnTo>
                  <a:lnTo>
                    <a:pt x="280403" y="15245"/>
                  </a:lnTo>
                  <a:lnTo>
                    <a:pt x="270738" y="19064"/>
                  </a:lnTo>
                  <a:lnTo>
                    <a:pt x="263196" y="25673"/>
                  </a:lnTo>
                  <a:lnTo>
                    <a:pt x="258129" y="34353"/>
                  </a:lnTo>
                  <a:lnTo>
                    <a:pt x="255891" y="44386"/>
                  </a:lnTo>
                  <a:lnTo>
                    <a:pt x="250020" y="39716"/>
                  </a:lnTo>
                  <a:lnTo>
                    <a:pt x="243308" y="36506"/>
                  </a:lnTo>
                  <a:lnTo>
                    <a:pt x="235963" y="35032"/>
                  </a:lnTo>
                  <a:lnTo>
                    <a:pt x="228195" y="35569"/>
                  </a:lnTo>
                  <a:lnTo>
                    <a:pt x="217921" y="39770"/>
                  </a:lnTo>
                  <a:lnTo>
                    <a:pt x="210117" y="47108"/>
                  </a:lnTo>
                  <a:lnTo>
                    <a:pt x="205228" y="56708"/>
                  </a:lnTo>
                  <a:lnTo>
                    <a:pt x="203694" y="67694"/>
                  </a:lnTo>
                  <a:lnTo>
                    <a:pt x="197097" y="63432"/>
                  </a:lnTo>
                  <a:lnTo>
                    <a:pt x="188982" y="61558"/>
                  </a:lnTo>
                  <a:lnTo>
                    <a:pt x="180720" y="63265"/>
                  </a:lnTo>
                  <a:lnTo>
                    <a:pt x="169497" y="68039"/>
                  </a:lnTo>
                  <a:lnTo>
                    <a:pt x="161205" y="76468"/>
                  </a:lnTo>
                  <a:lnTo>
                    <a:pt x="156545" y="87419"/>
                  </a:lnTo>
                  <a:lnTo>
                    <a:pt x="156219" y="99756"/>
                  </a:lnTo>
                  <a:lnTo>
                    <a:pt x="150711" y="97483"/>
                  </a:lnTo>
                  <a:lnTo>
                    <a:pt x="113978" y="122441"/>
                  </a:lnTo>
                  <a:lnTo>
                    <a:pt x="113989" y="135095"/>
                  </a:lnTo>
                  <a:lnTo>
                    <a:pt x="114188" y="136100"/>
                  </a:lnTo>
                  <a:lnTo>
                    <a:pt x="114827" y="136854"/>
                  </a:lnTo>
                  <a:lnTo>
                    <a:pt x="115110" y="137807"/>
                  </a:lnTo>
                  <a:lnTo>
                    <a:pt x="110922" y="136844"/>
                  </a:lnTo>
                  <a:lnTo>
                    <a:pt x="106524" y="136634"/>
                  </a:lnTo>
                  <a:lnTo>
                    <a:pt x="102042" y="137556"/>
                  </a:lnTo>
                  <a:lnTo>
                    <a:pt x="90569" y="142475"/>
                  </a:lnTo>
                  <a:lnTo>
                    <a:pt x="82134" y="151181"/>
                  </a:lnTo>
                  <a:lnTo>
                    <a:pt x="77529" y="162467"/>
                  </a:lnTo>
                  <a:lnTo>
                    <a:pt x="77540" y="175125"/>
                  </a:lnTo>
                  <a:lnTo>
                    <a:pt x="78085" y="177847"/>
                  </a:lnTo>
                  <a:lnTo>
                    <a:pt x="79457" y="180120"/>
                  </a:lnTo>
                  <a:lnTo>
                    <a:pt x="80608" y="182507"/>
                  </a:lnTo>
                  <a:lnTo>
                    <a:pt x="74870" y="181900"/>
                  </a:lnTo>
                  <a:lnTo>
                    <a:pt x="71897" y="182507"/>
                  </a:lnTo>
                  <a:lnTo>
                    <a:pt x="60429" y="187428"/>
                  </a:lnTo>
                  <a:lnTo>
                    <a:pt x="51998" y="196136"/>
                  </a:lnTo>
                  <a:lnTo>
                    <a:pt x="47393" y="207423"/>
                  </a:lnTo>
                  <a:lnTo>
                    <a:pt x="47405" y="220077"/>
                  </a:lnTo>
                  <a:lnTo>
                    <a:pt x="48253" y="224338"/>
                  </a:lnTo>
                  <a:lnTo>
                    <a:pt x="49929" y="228212"/>
                  </a:lnTo>
                  <a:lnTo>
                    <a:pt x="52180" y="231595"/>
                  </a:lnTo>
                  <a:lnTo>
                    <a:pt x="50976" y="231699"/>
                  </a:lnTo>
                  <a:lnTo>
                    <a:pt x="49824" y="231354"/>
                  </a:lnTo>
                  <a:lnTo>
                    <a:pt x="48609" y="231605"/>
                  </a:lnTo>
                  <a:lnTo>
                    <a:pt x="37137" y="236519"/>
                  </a:lnTo>
                  <a:lnTo>
                    <a:pt x="28705" y="245225"/>
                  </a:lnTo>
                  <a:lnTo>
                    <a:pt x="24100" y="256510"/>
                  </a:lnTo>
                  <a:lnTo>
                    <a:pt x="24107" y="269164"/>
                  </a:lnTo>
                  <a:lnTo>
                    <a:pt x="25301" y="275164"/>
                  </a:lnTo>
                  <a:lnTo>
                    <a:pt x="28453" y="280012"/>
                  </a:lnTo>
                  <a:lnTo>
                    <a:pt x="32285" y="284179"/>
                  </a:lnTo>
                  <a:lnTo>
                    <a:pt x="20986" y="289171"/>
                  </a:lnTo>
                  <a:lnTo>
                    <a:pt x="12686" y="297841"/>
                  </a:lnTo>
                  <a:lnTo>
                    <a:pt x="8160" y="309029"/>
                  </a:lnTo>
                  <a:lnTo>
                    <a:pt x="8181" y="321571"/>
                  </a:lnTo>
                  <a:lnTo>
                    <a:pt x="9794" y="329633"/>
                  </a:lnTo>
                  <a:lnTo>
                    <a:pt x="14432" y="336167"/>
                  </a:lnTo>
                  <a:lnTo>
                    <a:pt x="20484" y="340701"/>
                  </a:lnTo>
                  <a:lnTo>
                    <a:pt x="10809" y="346317"/>
                  </a:lnTo>
                  <a:lnTo>
                    <a:pt x="3765" y="354690"/>
                  </a:lnTo>
                  <a:lnTo>
                    <a:pt x="0" y="365012"/>
                  </a:lnTo>
                  <a:lnTo>
                    <a:pt x="160" y="376470"/>
                  </a:lnTo>
                  <a:lnTo>
                    <a:pt x="2582" y="383696"/>
                  </a:lnTo>
                  <a:lnTo>
                    <a:pt x="6553" y="389836"/>
                  </a:lnTo>
                  <a:lnTo>
                    <a:pt x="11772" y="394814"/>
                  </a:lnTo>
                  <a:lnTo>
                    <a:pt x="17940" y="398553"/>
                  </a:lnTo>
                  <a:lnTo>
                    <a:pt x="9513" y="404506"/>
                  </a:lnTo>
                  <a:lnTo>
                    <a:pt x="3452" y="412662"/>
                  </a:lnTo>
                  <a:lnTo>
                    <a:pt x="295" y="422389"/>
                  </a:lnTo>
                  <a:lnTo>
                    <a:pt x="579" y="433054"/>
                  </a:lnTo>
                  <a:lnTo>
                    <a:pt x="3659" y="441711"/>
                  </a:lnTo>
                  <a:lnTo>
                    <a:pt x="8867" y="448833"/>
                  </a:lnTo>
                  <a:lnTo>
                    <a:pt x="15740" y="454162"/>
                  </a:lnTo>
                  <a:lnTo>
                    <a:pt x="23814" y="457441"/>
                  </a:lnTo>
                  <a:lnTo>
                    <a:pt x="16823" y="463645"/>
                  </a:lnTo>
                  <a:lnTo>
                    <a:pt x="11930" y="471561"/>
                  </a:lnTo>
                  <a:lnTo>
                    <a:pt x="9511" y="480671"/>
                  </a:lnTo>
                  <a:lnTo>
                    <a:pt x="9940" y="490456"/>
                  </a:lnTo>
                  <a:lnTo>
                    <a:pt x="13626" y="500163"/>
                  </a:lnTo>
                  <a:lnTo>
                    <a:pt x="19991" y="507784"/>
                  </a:lnTo>
                  <a:lnTo>
                    <a:pt x="28356" y="512968"/>
                  </a:lnTo>
                  <a:lnTo>
                    <a:pt x="38044" y="515366"/>
                  </a:lnTo>
                  <a:lnTo>
                    <a:pt x="32750" y="521473"/>
                  </a:lnTo>
                  <a:lnTo>
                    <a:pt x="29085" y="528654"/>
                  </a:lnTo>
                  <a:lnTo>
                    <a:pt x="27350" y="536620"/>
                  </a:lnTo>
                  <a:lnTo>
                    <a:pt x="27846" y="545082"/>
                  </a:lnTo>
                  <a:lnTo>
                    <a:pt x="31916" y="555426"/>
                  </a:lnTo>
                  <a:lnTo>
                    <a:pt x="39015" y="563315"/>
                  </a:lnTo>
                  <a:lnTo>
                    <a:pt x="48310" y="568318"/>
                  </a:lnTo>
                  <a:lnTo>
                    <a:pt x="58965" y="570003"/>
                  </a:lnTo>
                  <a:lnTo>
                    <a:pt x="55702" y="575571"/>
                  </a:lnTo>
                  <a:lnTo>
                    <a:pt x="53571" y="581698"/>
                  </a:lnTo>
                  <a:lnTo>
                    <a:pt x="52726" y="588231"/>
                  </a:lnTo>
                  <a:lnTo>
                    <a:pt x="53321" y="595018"/>
                  </a:lnTo>
                  <a:lnTo>
                    <a:pt x="57913" y="606251"/>
                  </a:lnTo>
                  <a:lnTo>
                    <a:pt x="66013" y="614584"/>
                  </a:lnTo>
                  <a:lnTo>
                    <a:pt x="76549" y="619362"/>
                  </a:lnTo>
                  <a:lnTo>
                    <a:pt x="88451" y="619928"/>
                  </a:lnTo>
                  <a:lnTo>
                    <a:pt x="85634" y="625949"/>
                  </a:lnTo>
                  <a:lnTo>
                    <a:pt x="84158" y="632671"/>
                  </a:lnTo>
                  <a:lnTo>
                    <a:pt x="85551" y="639697"/>
                  </a:lnTo>
                  <a:lnTo>
                    <a:pt x="90391" y="651361"/>
                  </a:lnTo>
                  <a:lnTo>
                    <a:pt x="98953" y="659935"/>
                  </a:lnTo>
                  <a:lnTo>
                    <a:pt x="110052" y="664617"/>
                  </a:lnTo>
                  <a:lnTo>
                    <a:pt x="122502" y="664608"/>
                  </a:lnTo>
                  <a:lnTo>
                    <a:pt x="123288" y="664450"/>
                  </a:lnTo>
                  <a:lnTo>
                    <a:pt x="123864" y="663916"/>
                  </a:lnTo>
                  <a:lnTo>
                    <a:pt x="124628" y="663697"/>
                  </a:lnTo>
                  <a:lnTo>
                    <a:pt x="123298" y="668440"/>
                  </a:lnTo>
                  <a:lnTo>
                    <a:pt x="122701" y="673424"/>
                  </a:lnTo>
                  <a:lnTo>
                    <a:pt x="123727" y="678586"/>
                  </a:lnTo>
                  <a:lnTo>
                    <a:pt x="128563" y="690244"/>
                  </a:lnTo>
                  <a:lnTo>
                    <a:pt x="137126" y="698816"/>
                  </a:lnTo>
                  <a:lnTo>
                    <a:pt x="148228" y="703500"/>
                  </a:lnTo>
                  <a:lnTo>
                    <a:pt x="160679" y="703496"/>
                  </a:lnTo>
                  <a:lnTo>
                    <a:pt x="163014" y="703015"/>
                  </a:lnTo>
                  <a:lnTo>
                    <a:pt x="164920" y="701727"/>
                  </a:lnTo>
                  <a:lnTo>
                    <a:pt x="167014" y="700774"/>
                  </a:lnTo>
                  <a:lnTo>
                    <a:pt x="191525" y="736033"/>
                  </a:lnTo>
                  <a:lnTo>
                    <a:pt x="203976" y="736029"/>
                  </a:lnTo>
                  <a:lnTo>
                    <a:pt x="207913" y="735213"/>
                  </a:lnTo>
                  <a:lnTo>
                    <a:pt x="211442" y="733537"/>
                  </a:lnTo>
                  <a:lnTo>
                    <a:pt x="214625" y="731454"/>
                  </a:lnTo>
                  <a:lnTo>
                    <a:pt x="214688" y="733234"/>
                  </a:lnTo>
                  <a:lnTo>
                    <a:pt x="214280" y="734951"/>
                  </a:lnTo>
                  <a:lnTo>
                    <a:pt x="214636" y="736752"/>
                  </a:lnTo>
                  <a:lnTo>
                    <a:pt x="219471" y="748411"/>
                  </a:lnTo>
                  <a:lnTo>
                    <a:pt x="228034" y="756986"/>
                  </a:lnTo>
                  <a:lnTo>
                    <a:pt x="239136" y="761671"/>
                  </a:lnTo>
                  <a:lnTo>
                    <a:pt x="251587" y="761662"/>
                  </a:lnTo>
                  <a:lnTo>
                    <a:pt x="257179" y="760510"/>
                  </a:lnTo>
                  <a:lnTo>
                    <a:pt x="261755" y="757547"/>
                  </a:lnTo>
                  <a:lnTo>
                    <a:pt x="265744" y="753966"/>
                  </a:lnTo>
                  <a:lnTo>
                    <a:pt x="265681" y="754605"/>
                  </a:lnTo>
                  <a:lnTo>
                    <a:pt x="270580" y="766598"/>
                  </a:lnTo>
                  <a:lnTo>
                    <a:pt x="279143" y="775170"/>
                  </a:lnTo>
                  <a:lnTo>
                    <a:pt x="290244" y="779854"/>
                  </a:lnTo>
                  <a:lnTo>
                    <a:pt x="302696" y="779850"/>
                  </a:lnTo>
                  <a:lnTo>
                    <a:pt x="310256" y="778290"/>
                  </a:lnTo>
                  <a:lnTo>
                    <a:pt x="316339" y="773819"/>
                  </a:lnTo>
                  <a:lnTo>
                    <a:pt x="320769" y="768102"/>
                  </a:lnTo>
                  <a:lnTo>
                    <a:pt x="326117" y="778482"/>
                  </a:lnTo>
                  <a:lnTo>
                    <a:pt x="334449" y="786067"/>
                  </a:lnTo>
                  <a:lnTo>
                    <a:pt x="344870" y="790153"/>
                  </a:lnTo>
                  <a:lnTo>
                    <a:pt x="356485" y="790038"/>
                  </a:lnTo>
                  <a:lnTo>
                    <a:pt x="367957" y="785119"/>
                  </a:lnTo>
                  <a:lnTo>
                    <a:pt x="376389" y="776414"/>
                  </a:lnTo>
                  <a:lnTo>
                    <a:pt x="380994" y="765131"/>
                  </a:lnTo>
                  <a:lnTo>
                    <a:pt x="380987" y="752479"/>
                  </a:lnTo>
                  <a:lnTo>
                    <a:pt x="380693" y="750992"/>
                  </a:lnTo>
                  <a:lnTo>
                    <a:pt x="379803" y="749851"/>
                  </a:lnTo>
                  <a:lnTo>
                    <a:pt x="379322" y="748458"/>
                  </a:lnTo>
                  <a:lnTo>
                    <a:pt x="418287" y="747379"/>
                  </a:lnTo>
                  <a:lnTo>
                    <a:pt x="457675" y="741736"/>
                  </a:lnTo>
                  <a:lnTo>
                    <a:pt x="488564" y="733705"/>
                  </a:lnTo>
                  <a:lnTo>
                    <a:pt x="487999" y="739317"/>
                  </a:lnTo>
                  <a:lnTo>
                    <a:pt x="488575" y="742218"/>
                  </a:lnTo>
                  <a:lnTo>
                    <a:pt x="493411" y="753882"/>
                  </a:lnTo>
                  <a:lnTo>
                    <a:pt x="501974" y="762455"/>
                  </a:lnTo>
                  <a:lnTo>
                    <a:pt x="513075" y="767138"/>
                  </a:lnTo>
                  <a:lnTo>
                    <a:pt x="525527" y="767128"/>
                  </a:lnTo>
                  <a:lnTo>
                    <a:pt x="535572" y="763065"/>
                  </a:lnTo>
                  <a:lnTo>
                    <a:pt x="543275" y="755991"/>
                  </a:lnTo>
                  <a:lnTo>
                    <a:pt x="548229" y="746724"/>
                  </a:lnTo>
                  <a:lnTo>
                    <a:pt x="550029" y="736082"/>
                  </a:lnTo>
                  <a:lnTo>
                    <a:pt x="555626" y="739760"/>
                  </a:lnTo>
                  <a:lnTo>
                    <a:pt x="561837" y="742214"/>
                  </a:lnTo>
                  <a:lnTo>
                    <a:pt x="568508" y="743248"/>
                  </a:lnTo>
                  <a:lnTo>
                    <a:pt x="575483" y="742668"/>
                  </a:lnTo>
                  <a:lnTo>
                    <a:pt x="586335" y="738114"/>
                  </a:lnTo>
                  <a:lnTo>
                    <a:pt x="594425" y="730104"/>
                  </a:lnTo>
                  <a:lnTo>
                    <a:pt x="599169" y="719670"/>
                  </a:lnTo>
                  <a:lnTo>
                    <a:pt x="599985" y="707842"/>
                  </a:lnTo>
                  <a:lnTo>
                    <a:pt x="606111" y="711067"/>
                  </a:lnTo>
                  <a:lnTo>
                    <a:pt x="613105" y="712700"/>
                  </a:lnTo>
                  <a:lnTo>
                    <a:pt x="620393" y="711193"/>
                  </a:lnTo>
                  <a:lnTo>
                    <a:pt x="631865" y="706278"/>
                  </a:lnTo>
                  <a:lnTo>
                    <a:pt x="640297" y="697573"/>
                  </a:lnTo>
                  <a:lnTo>
                    <a:pt x="644902" y="686287"/>
                  </a:lnTo>
                  <a:lnTo>
                    <a:pt x="644801" y="673152"/>
                  </a:lnTo>
                  <a:lnTo>
                    <a:pt x="644465" y="672796"/>
                  </a:lnTo>
                  <a:lnTo>
                    <a:pt x="644350" y="672325"/>
                  </a:lnTo>
                  <a:lnTo>
                    <a:pt x="649230" y="673874"/>
                  </a:lnTo>
                  <a:lnTo>
                    <a:pt x="654360" y="674649"/>
                  </a:lnTo>
                  <a:lnTo>
                    <a:pt x="659722" y="673550"/>
                  </a:lnTo>
                  <a:lnTo>
                    <a:pt x="671194" y="668631"/>
                  </a:lnTo>
                  <a:lnTo>
                    <a:pt x="679625" y="659924"/>
                  </a:lnTo>
                  <a:lnTo>
                    <a:pt x="684231" y="648638"/>
                  </a:lnTo>
                  <a:lnTo>
                    <a:pt x="684223" y="635980"/>
                  </a:lnTo>
                  <a:lnTo>
                    <a:pt x="683826" y="633970"/>
                  </a:lnTo>
                  <a:lnTo>
                    <a:pt x="682705" y="632378"/>
                  </a:lnTo>
                  <a:lnTo>
                    <a:pt x="681972" y="630546"/>
                  </a:lnTo>
                  <a:lnTo>
                    <a:pt x="685532" y="631111"/>
                  </a:lnTo>
                  <a:lnTo>
                    <a:pt x="689197" y="631310"/>
                  </a:lnTo>
                  <a:lnTo>
                    <a:pt x="692925" y="630546"/>
                  </a:lnTo>
                  <a:lnTo>
                    <a:pt x="704397" y="625627"/>
                  </a:lnTo>
                  <a:lnTo>
                    <a:pt x="712829" y="616921"/>
                  </a:lnTo>
                  <a:lnTo>
                    <a:pt x="717434" y="605635"/>
                  </a:lnTo>
                  <a:lnTo>
                    <a:pt x="717427" y="592976"/>
                  </a:lnTo>
                  <a:lnTo>
                    <a:pt x="716694" y="589290"/>
                  </a:lnTo>
                  <a:lnTo>
                    <a:pt x="715102" y="586055"/>
                  </a:lnTo>
                  <a:lnTo>
                    <a:pt x="713291" y="583008"/>
                  </a:lnTo>
                  <a:lnTo>
                    <a:pt x="715364" y="583008"/>
                  </a:lnTo>
                  <a:lnTo>
                    <a:pt x="717364" y="583437"/>
                  </a:lnTo>
                  <a:lnTo>
                    <a:pt x="719479" y="583008"/>
                  </a:lnTo>
                  <a:lnTo>
                    <a:pt x="730946" y="578089"/>
                  </a:lnTo>
                  <a:lnTo>
                    <a:pt x="739378" y="569383"/>
                  </a:lnTo>
                  <a:lnTo>
                    <a:pt x="743982" y="558097"/>
                  </a:lnTo>
                  <a:lnTo>
                    <a:pt x="743970" y="545438"/>
                  </a:lnTo>
                  <a:lnTo>
                    <a:pt x="742913" y="540109"/>
                  </a:lnTo>
                  <a:lnTo>
                    <a:pt x="740316" y="535669"/>
                  </a:lnTo>
                  <a:lnTo>
                    <a:pt x="737122" y="531763"/>
                  </a:lnTo>
                  <a:lnTo>
                    <a:pt x="737698" y="531669"/>
                  </a:lnTo>
                  <a:lnTo>
                    <a:pt x="738243" y="531879"/>
                  </a:lnTo>
                  <a:lnTo>
                    <a:pt x="738819" y="531763"/>
                  </a:lnTo>
                  <a:lnTo>
                    <a:pt x="750292" y="526843"/>
                  </a:lnTo>
                  <a:lnTo>
                    <a:pt x="758726" y="518134"/>
                  </a:lnTo>
                  <a:lnTo>
                    <a:pt x="763332" y="506848"/>
                  </a:lnTo>
                  <a:lnTo>
                    <a:pt x="763320" y="494194"/>
                  </a:lnTo>
                  <a:lnTo>
                    <a:pt x="761876" y="486938"/>
                  </a:lnTo>
                  <a:lnTo>
                    <a:pt x="757781" y="481147"/>
                  </a:lnTo>
                  <a:lnTo>
                    <a:pt x="752640" y="476687"/>
                  </a:lnTo>
                  <a:lnTo>
                    <a:pt x="763162" y="471366"/>
                  </a:lnTo>
                  <a:lnTo>
                    <a:pt x="770863" y="462839"/>
                  </a:lnTo>
                  <a:lnTo>
                    <a:pt x="775029" y="452082"/>
                  </a:lnTo>
                  <a:lnTo>
                    <a:pt x="774943" y="440070"/>
                  </a:lnTo>
                  <a:lnTo>
                    <a:pt x="772809" y="433421"/>
                  </a:lnTo>
                  <a:lnTo>
                    <a:pt x="769379" y="427641"/>
                  </a:lnTo>
                  <a:lnTo>
                    <a:pt x="764876" y="422804"/>
                  </a:lnTo>
                  <a:lnTo>
                    <a:pt x="759520" y="418982"/>
                  </a:lnTo>
                  <a:lnTo>
                    <a:pt x="768537" y="413172"/>
                  </a:lnTo>
                  <a:lnTo>
                    <a:pt x="775062" y="404914"/>
                  </a:lnTo>
                  <a:lnTo>
                    <a:pt x="778507" y="394913"/>
                  </a:lnTo>
                  <a:lnTo>
                    <a:pt x="778283" y="383873"/>
                  </a:lnTo>
                  <a:lnTo>
                    <a:pt x="775435" y="375737"/>
                  </a:lnTo>
                  <a:lnTo>
                    <a:pt x="770665" y="368986"/>
                  </a:lnTo>
                  <a:lnTo>
                    <a:pt x="764376" y="363785"/>
                  </a:lnTo>
                  <a:lnTo>
                    <a:pt x="756975" y="360303"/>
                  </a:lnTo>
                  <a:lnTo>
                    <a:pt x="764772" y="354219"/>
                  </a:lnTo>
                  <a:lnTo>
                    <a:pt x="770323" y="346167"/>
                  </a:lnTo>
                  <a:lnTo>
                    <a:pt x="773161" y="336717"/>
                  </a:lnTo>
                  <a:lnTo>
                    <a:pt x="772818" y="326440"/>
                  </a:lnTo>
                  <a:lnTo>
                    <a:pt x="769401" y="317155"/>
                  </a:lnTo>
                  <a:lnTo>
                    <a:pt x="763552" y="309688"/>
                  </a:lnTo>
                  <a:lnTo>
                    <a:pt x="755844" y="304366"/>
                  </a:lnTo>
                  <a:lnTo>
                    <a:pt x="746850" y="301519"/>
                  </a:lnTo>
                  <a:lnTo>
                    <a:pt x="752837" y="295325"/>
                  </a:lnTo>
                  <a:lnTo>
                    <a:pt x="756993" y="287794"/>
                  </a:lnTo>
                  <a:lnTo>
                    <a:pt x="758995" y="279317"/>
                  </a:lnTo>
                  <a:lnTo>
                    <a:pt x="758514" y="270284"/>
                  </a:lnTo>
                  <a:lnTo>
                    <a:pt x="754642" y="260280"/>
                  </a:lnTo>
                  <a:lnTo>
                    <a:pt x="747926" y="252540"/>
                  </a:lnTo>
                  <a:lnTo>
                    <a:pt x="739116" y="247445"/>
                  </a:lnTo>
                  <a:lnTo>
                    <a:pt x="728966" y="245374"/>
                  </a:lnTo>
                  <a:lnTo>
                    <a:pt x="732989" y="239557"/>
                  </a:lnTo>
                  <a:lnTo>
                    <a:pt x="735718" y="233028"/>
                  </a:lnTo>
                  <a:lnTo>
                    <a:pt x="736921" y="225963"/>
                  </a:lnTo>
                  <a:lnTo>
                    <a:pt x="736368" y="218537"/>
                  </a:lnTo>
                  <a:lnTo>
                    <a:pt x="732064" y="207798"/>
                  </a:lnTo>
                  <a:lnTo>
                    <a:pt x="724517" y="199720"/>
                  </a:lnTo>
                  <a:lnTo>
                    <a:pt x="714663" y="194820"/>
                  </a:lnTo>
                  <a:lnTo>
                    <a:pt x="703438" y="193617"/>
                  </a:lnTo>
                  <a:lnTo>
                    <a:pt x="707039" y="187167"/>
                  </a:lnTo>
                  <a:lnTo>
                    <a:pt x="708757" y="179575"/>
                  </a:lnTo>
                  <a:lnTo>
                    <a:pt x="707197" y="171732"/>
                  </a:lnTo>
                  <a:lnTo>
                    <a:pt x="702363" y="160076"/>
                  </a:lnTo>
                  <a:lnTo>
                    <a:pt x="693806" y="151507"/>
                  </a:lnTo>
                  <a:lnTo>
                    <a:pt x="682714" y="146823"/>
                  </a:lnTo>
                  <a:lnTo>
                    <a:pt x="670276" y="146822"/>
                  </a:lnTo>
                  <a:lnTo>
                    <a:pt x="672014" y="141650"/>
                  </a:lnTo>
                  <a:lnTo>
                    <a:pt x="647294" y="105505"/>
                  </a:lnTo>
                  <a:lnTo>
                    <a:pt x="634843" y="105515"/>
                  </a:lnTo>
                  <a:lnTo>
                    <a:pt x="633408" y="105808"/>
                  </a:lnTo>
                  <a:lnTo>
                    <a:pt x="632309" y="106698"/>
                  </a:lnTo>
                  <a:lnTo>
                    <a:pt x="630969" y="107169"/>
                  </a:lnTo>
                  <a:lnTo>
                    <a:pt x="631670" y="103295"/>
                  </a:lnTo>
                  <a:lnTo>
                    <a:pt x="631775" y="99243"/>
                  </a:lnTo>
                  <a:lnTo>
                    <a:pt x="630958" y="95138"/>
                  </a:lnTo>
                  <a:lnTo>
                    <a:pt x="626122" y="83480"/>
                  </a:lnTo>
                  <a:lnTo>
                    <a:pt x="617561" y="74910"/>
                  </a:lnTo>
                  <a:lnTo>
                    <a:pt x="606462" y="70228"/>
                  </a:lnTo>
                  <a:lnTo>
                    <a:pt x="594017" y="70238"/>
                  </a:lnTo>
                  <a:lnTo>
                    <a:pt x="590865" y="70877"/>
                  </a:lnTo>
                  <a:lnTo>
                    <a:pt x="585504" y="73882"/>
                  </a:lnTo>
                  <a:lnTo>
                    <a:pt x="585588" y="71400"/>
                  </a:lnTo>
                  <a:lnTo>
                    <a:pt x="560993" y="41517"/>
                  </a:lnTo>
                  <a:lnTo>
                    <a:pt x="548542" y="41527"/>
                  </a:lnTo>
                  <a:lnTo>
                    <a:pt x="543861" y="42490"/>
                  </a:lnTo>
                  <a:lnTo>
                    <a:pt x="539788" y="44626"/>
                  </a:lnTo>
                  <a:lnTo>
                    <a:pt x="536197" y="47338"/>
                  </a:lnTo>
                  <a:lnTo>
                    <a:pt x="536102" y="46490"/>
                  </a:lnTo>
                  <a:lnTo>
                    <a:pt x="536375" y="45694"/>
                  </a:lnTo>
                  <a:lnTo>
                    <a:pt x="536197" y="44836"/>
                  </a:lnTo>
                  <a:lnTo>
                    <a:pt x="531361" y="33172"/>
                  </a:lnTo>
                  <a:lnTo>
                    <a:pt x="522798" y="24598"/>
                  </a:lnTo>
                  <a:lnTo>
                    <a:pt x="511696" y="19916"/>
                  </a:lnTo>
                  <a:lnTo>
                    <a:pt x="499245" y="19926"/>
                  </a:lnTo>
                  <a:lnTo>
                    <a:pt x="492753" y="21266"/>
                  </a:lnTo>
                  <a:lnTo>
                    <a:pt x="487559" y="24952"/>
                  </a:lnTo>
                  <a:lnTo>
                    <a:pt x="483287" y="29475"/>
                  </a:lnTo>
                  <a:lnTo>
                    <a:pt x="478193" y="18422"/>
                  </a:lnTo>
                  <a:lnTo>
                    <a:pt x="469742" y="10317"/>
                  </a:lnTo>
                  <a:lnTo>
                    <a:pt x="458972" y="5917"/>
                  </a:lnTo>
                  <a:lnTo>
                    <a:pt x="446922" y="5978"/>
                  </a:lnTo>
                  <a:lnTo>
                    <a:pt x="438440" y="7727"/>
                  </a:lnTo>
                  <a:lnTo>
                    <a:pt x="431456" y="12805"/>
                  </a:lnTo>
                  <a:lnTo>
                    <a:pt x="427027" y="19601"/>
                  </a:lnTo>
                  <a:lnTo>
                    <a:pt x="421347" y="10303"/>
                  </a:lnTo>
                  <a:lnTo>
                    <a:pt x="413200" y="3565"/>
                  </a:lnTo>
                  <a:lnTo>
                    <a:pt x="403303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2248192" y="3271322"/>
              <a:ext cx="380365" cy="644525"/>
            </a:xfrm>
            <a:custGeom>
              <a:avLst/>
              <a:gdLst/>
              <a:ahLst/>
              <a:cxnLst/>
              <a:rect l="l" t="t" r="r" b="b"/>
              <a:pathLst>
                <a:path w="380364" h="644525">
                  <a:moveTo>
                    <a:pt x="379831" y="353060"/>
                  </a:moveTo>
                  <a:lnTo>
                    <a:pt x="368096" y="309740"/>
                  </a:lnTo>
                  <a:lnTo>
                    <a:pt x="335457" y="238099"/>
                  </a:lnTo>
                  <a:lnTo>
                    <a:pt x="306095" y="193852"/>
                  </a:lnTo>
                  <a:lnTo>
                    <a:pt x="265239" y="145173"/>
                  </a:lnTo>
                  <a:lnTo>
                    <a:pt x="210820" y="92938"/>
                  </a:lnTo>
                  <a:lnTo>
                    <a:pt x="168084" y="59448"/>
                  </a:lnTo>
                  <a:lnTo>
                    <a:pt x="166484" y="57823"/>
                  </a:lnTo>
                  <a:lnTo>
                    <a:pt x="161302" y="54127"/>
                  </a:lnTo>
                  <a:lnTo>
                    <a:pt x="140754" y="38011"/>
                  </a:lnTo>
                  <a:lnTo>
                    <a:pt x="139801" y="38760"/>
                  </a:lnTo>
                  <a:lnTo>
                    <a:pt x="123863" y="27368"/>
                  </a:lnTo>
                  <a:lnTo>
                    <a:pt x="75666" y="6959"/>
                  </a:lnTo>
                  <a:lnTo>
                    <a:pt x="22098" y="0"/>
                  </a:lnTo>
                  <a:lnTo>
                    <a:pt x="0" y="31343"/>
                  </a:lnTo>
                  <a:lnTo>
                    <a:pt x="110426" y="443395"/>
                  </a:lnTo>
                  <a:lnTo>
                    <a:pt x="141363" y="418325"/>
                  </a:lnTo>
                  <a:lnTo>
                    <a:pt x="189687" y="373240"/>
                  </a:lnTo>
                  <a:lnTo>
                    <a:pt x="231736" y="426364"/>
                  </a:lnTo>
                  <a:lnTo>
                    <a:pt x="212166" y="460629"/>
                  </a:lnTo>
                  <a:lnTo>
                    <a:pt x="203161" y="490855"/>
                  </a:lnTo>
                  <a:lnTo>
                    <a:pt x="202526" y="533933"/>
                  </a:lnTo>
                  <a:lnTo>
                    <a:pt x="208013" y="606780"/>
                  </a:lnTo>
                  <a:lnTo>
                    <a:pt x="235737" y="644474"/>
                  </a:lnTo>
                  <a:lnTo>
                    <a:pt x="263144" y="618197"/>
                  </a:lnTo>
                  <a:lnTo>
                    <a:pt x="320852" y="550113"/>
                  </a:lnTo>
                  <a:lnTo>
                    <a:pt x="372021" y="456361"/>
                  </a:lnTo>
                  <a:lnTo>
                    <a:pt x="379831" y="35306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3" name="object 413" descr=""/>
          <p:cNvGrpSpPr/>
          <p:nvPr/>
        </p:nvGrpSpPr>
        <p:grpSpPr>
          <a:xfrm>
            <a:off x="1569373" y="2769052"/>
            <a:ext cx="1121410" cy="3169920"/>
            <a:chOff x="1569373" y="2769052"/>
            <a:chExt cx="1121410" cy="3169920"/>
          </a:xfrm>
        </p:grpSpPr>
        <p:sp>
          <p:nvSpPr>
            <p:cNvPr id="414" name="object 414" descr=""/>
            <p:cNvSpPr/>
            <p:nvPr/>
          </p:nvSpPr>
          <p:spPr>
            <a:xfrm>
              <a:off x="1929519" y="5622285"/>
              <a:ext cx="250825" cy="294640"/>
            </a:xfrm>
            <a:custGeom>
              <a:avLst/>
              <a:gdLst/>
              <a:ahLst/>
              <a:cxnLst/>
              <a:rect l="l" t="t" r="r" b="b"/>
              <a:pathLst>
                <a:path w="250825" h="294639">
                  <a:moveTo>
                    <a:pt x="88740" y="0"/>
                  </a:moveTo>
                  <a:lnTo>
                    <a:pt x="52732" y="20445"/>
                  </a:lnTo>
                  <a:lnTo>
                    <a:pt x="33412" y="64929"/>
                  </a:lnTo>
                  <a:lnTo>
                    <a:pt x="24326" y="93778"/>
                  </a:lnTo>
                  <a:lnTo>
                    <a:pt x="13270" y="121869"/>
                  </a:lnTo>
                  <a:lnTo>
                    <a:pt x="3932" y="143157"/>
                  </a:lnTo>
                  <a:lnTo>
                    <a:pt x="0" y="151597"/>
                  </a:lnTo>
                  <a:lnTo>
                    <a:pt x="22114" y="163440"/>
                  </a:lnTo>
                  <a:lnTo>
                    <a:pt x="38880" y="129062"/>
                  </a:lnTo>
                  <a:lnTo>
                    <a:pt x="48185" y="111644"/>
                  </a:lnTo>
                  <a:lnTo>
                    <a:pt x="53373" y="105823"/>
                  </a:lnTo>
                  <a:lnTo>
                    <a:pt x="57788" y="106237"/>
                  </a:lnTo>
                  <a:lnTo>
                    <a:pt x="82672" y="128858"/>
                  </a:lnTo>
                  <a:lnTo>
                    <a:pt x="94251" y="164450"/>
                  </a:lnTo>
                  <a:lnTo>
                    <a:pt x="101011" y="199736"/>
                  </a:lnTo>
                  <a:lnTo>
                    <a:pt x="111441" y="221438"/>
                  </a:lnTo>
                  <a:lnTo>
                    <a:pt x="139178" y="238194"/>
                  </a:lnTo>
                  <a:lnTo>
                    <a:pt x="181262" y="261731"/>
                  </a:lnTo>
                  <a:lnTo>
                    <a:pt x="221283" y="283401"/>
                  </a:lnTo>
                  <a:lnTo>
                    <a:pt x="242830" y="294556"/>
                  </a:lnTo>
                  <a:lnTo>
                    <a:pt x="248454" y="291649"/>
                  </a:lnTo>
                  <a:lnTo>
                    <a:pt x="250572" y="279028"/>
                  </a:lnTo>
                  <a:lnTo>
                    <a:pt x="247543" y="259888"/>
                  </a:lnTo>
                  <a:lnTo>
                    <a:pt x="237730" y="237427"/>
                  </a:lnTo>
                  <a:lnTo>
                    <a:pt x="223173" y="210890"/>
                  </a:lnTo>
                  <a:lnTo>
                    <a:pt x="208531" y="181646"/>
                  </a:lnTo>
                  <a:lnTo>
                    <a:pt x="192706" y="148278"/>
                  </a:lnTo>
                  <a:lnTo>
                    <a:pt x="88740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2011268" y="5475442"/>
              <a:ext cx="165735" cy="331470"/>
            </a:xfrm>
            <a:custGeom>
              <a:avLst/>
              <a:gdLst/>
              <a:ahLst/>
              <a:cxnLst/>
              <a:rect l="l" t="t" r="r" b="b"/>
              <a:pathLst>
                <a:path w="165735" h="331470">
                  <a:moveTo>
                    <a:pt x="65370" y="0"/>
                  </a:moveTo>
                  <a:lnTo>
                    <a:pt x="38590" y="16431"/>
                  </a:lnTo>
                  <a:lnTo>
                    <a:pt x="28610" y="57261"/>
                  </a:lnTo>
                  <a:lnTo>
                    <a:pt x="25385" y="93112"/>
                  </a:lnTo>
                  <a:lnTo>
                    <a:pt x="20863" y="123226"/>
                  </a:lnTo>
                  <a:lnTo>
                    <a:pt x="6989" y="146846"/>
                  </a:lnTo>
                  <a:lnTo>
                    <a:pt x="0" y="173610"/>
                  </a:lnTo>
                  <a:lnTo>
                    <a:pt x="13307" y="208983"/>
                  </a:lnTo>
                  <a:lnTo>
                    <a:pt x="34623" y="245923"/>
                  </a:lnTo>
                  <a:lnTo>
                    <a:pt x="51658" y="277387"/>
                  </a:lnTo>
                  <a:lnTo>
                    <a:pt x="71008" y="307528"/>
                  </a:lnTo>
                  <a:lnTo>
                    <a:pt x="94341" y="325622"/>
                  </a:lnTo>
                  <a:lnTo>
                    <a:pt x="113871" y="331451"/>
                  </a:lnTo>
                  <a:lnTo>
                    <a:pt x="121813" y="324799"/>
                  </a:lnTo>
                  <a:lnTo>
                    <a:pt x="120628" y="294340"/>
                  </a:lnTo>
                  <a:lnTo>
                    <a:pt x="118957" y="242667"/>
                  </a:lnTo>
                  <a:lnTo>
                    <a:pt x="118264" y="190438"/>
                  </a:lnTo>
                  <a:lnTo>
                    <a:pt x="124800" y="139548"/>
                  </a:lnTo>
                  <a:lnTo>
                    <a:pt x="146222" y="77040"/>
                  </a:lnTo>
                  <a:lnTo>
                    <a:pt x="165393" y="30912"/>
                  </a:lnTo>
                  <a:lnTo>
                    <a:pt x="147902" y="22418"/>
                  </a:lnTo>
                  <a:lnTo>
                    <a:pt x="108184" y="7055"/>
                  </a:lnTo>
                  <a:lnTo>
                    <a:pt x="65370" y="0"/>
                  </a:lnTo>
                  <a:close/>
                </a:path>
              </a:pathLst>
            </a:custGeom>
            <a:solidFill>
              <a:srgbClr val="5746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6" name="object 416" descr=""/>
            <p:cNvSpPr/>
            <p:nvPr/>
          </p:nvSpPr>
          <p:spPr>
            <a:xfrm>
              <a:off x="1994395" y="5738160"/>
              <a:ext cx="302260" cy="201295"/>
            </a:xfrm>
            <a:custGeom>
              <a:avLst/>
              <a:gdLst/>
              <a:ahLst/>
              <a:cxnLst/>
              <a:rect l="l" t="t" r="r" b="b"/>
              <a:pathLst>
                <a:path w="302260" h="201295">
                  <a:moveTo>
                    <a:pt x="25928" y="0"/>
                  </a:moveTo>
                  <a:lnTo>
                    <a:pt x="8143" y="16702"/>
                  </a:lnTo>
                  <a:lnTo>
                    <a:pt x="328" y="36866"/>
                  </a:lnTo>
                  <a:lnTo>
                    <a:pt x="0" y="60484"/>
                  </a:lnTo>
                  <a:lnTo>
                    <a:pt x="4672" y="87547"/>
                  </a:lnTo>
                  <a:lnTo>
                    <a:pt x="9714" y="118932"/>
                  </a:lnTo>
                  <a:lnTo>
                    <a:pt x="12557" y="150564"/>
                  </a:lnTo>
                  <a:lnTo>
                    <a:pt x="13813" y="175001"/>
                  </a:lnTo>
                  <a:lnTo>
                    <a:pt x="14096" y="184800"/>
                  </a:lnTo>
                  <a:lnTo>
                    <a:pt x="41184" y="185523"/>
                  </a:lnTo>
                  <a:lnTo>
                    <a:pt x="40921" y="146038"/>
                  </a:lnTo>
                  <a:lnTo>
                    <a:pt x="41511" y="125504"/>
                  </a:lnTo>
                  <a:lnTo>
                    <a:pt x="43567" y="117283"/>
                  </a:lnTo>
                  <a:lnTo>
                    <a:pt x="47697" y="114739"/>
                  </a:lnTo>
                  <a:lnTo>
                    <a:pt x="77153" y="120953"/>
                  </a:lnTo>
                  <a:lnTo>
                    <a:pt x="104870" y="148796"/>
                  </a:lnTo>
                  <a:lnTo>
                    <a:pt x="129848" y="179937"/>
                  </a:lnTo>
                  <a:lnTo>
                    <a:pt x="151087" y="196046"/>
                  </a:lnTo>
                  <a:lnTo>
                    <a:pt x="183349" y="198277"/>
                  </a:lnTo>
                  <a:lnTo>
                    <a:pt x="230360" y="199911"/>
                  </a:lnTo>
                  <a:lnTo>
                    <a:pt x="274566" y="200800"/>
                  </a:lnTo>
                  <a:lnTo>
                    <a:pt x="298412" y="200800"/>
                  </a:lnTo>
                  <a:lnTo>
                    <a:pt x="302262" y="193986"/>
                  </a:lnTo>
                  <a:lnTo>
                    <a:pt x="298217" y="178150"/>
                  </a:lnTo>
                  <a:lnTo>
                    <a:pt x="266539" y="141105"/>
                  </a:lnTo>
                  <a:lnTo>
                    <a:pt x="220598" y="113518"/>
                  </a:lnTo>
                  <a:lnTo>
                    <a:pt x="197682" y="100405"/>
                  </a:lnTo>
                  <a:lnTo>
                    <a:pt x="25928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2013871" y="5566458"/>
              <a:ext cx="187325" cy="295910"/>
            </a:xfrm>
            <a:custGeom>
              <a:avLst/>
              <a:gdLst/>
              <a:ahLst/>
              <a:cxnLst/>
              <a:rect l="l" t="t" r="r" b="b"/>
              <a:pathLst>
                <a:path w="187325" h="295910">
                  <a:moveTo>
                    <a:pt x="94593" y="0"/>
                  </a:moveTo>
                  <a:lnTo>
                    <a:pt x="79096" y="2977"/>
                  </a:lnTo>
                  <a:lnTo>
                    <a:pt x="45384" y="13061"/>
                  </a:lnTo>
                  <a:lnTo>
                    <a:pt x="12629" y="31977"/>
                  </a:lnTo>
                  <a:lnTo>
                    <a:pt x="0" y="61453"/>
                  </a:lnTo>
                  <a:lnTo>
                    <a:pt x="5484" y="99967"/>
                  </a:lnTo>
                  <a:lnTo>
                    <a:pt x="10105" y="127973"/>
                  </a:lnTo>
                  <a:lnTo>
                    <a:pt x="11006" y="151470"/>
                  </a:lnTo>
                  <a:lnTo>
                    <a:pt x="5329" y="176455"/>
                  </a:lnTo>
                  <a:lnTo>
                    <a:pt x="11071" y="203526"/>
                  </a:lnTo>
                  <a:lnTo>
                    <a:pt x="38739" y="228887"/>
                  </a:lnTo>
                  <a:lnTo>
                    <a:pt x="74241" y="251944"/>
                  </a:lnTo>
                  <a:lnTo>
                    <a:pt x="103483" y="272106"/>
                  </a:lnTo>
                  <a:lnTo>
                    <a:pt x="134003" y="290105"/>
                  </a:lnTo>
                  <a:lnTo>
                    <a:pt x="162559" y="295600"/>
                  </a:lnTo>
                  <a:lnTo>
                    <a:pt x="182497" y="291802"/>
                  </a:lnTo>
                  <a:lnTo>
                    <a:pt x="187167" y="281918"/>
                  </a:lnTo>
                  <a:lnTo>
                    <a:pt x="165698" y="238193"/>
                  </a:lnTo>
                  <a:lnTo>
                    <a:pt x="121670" y="158157"/>
                  </a:lnTo>
                  <a:lnTo>
                    <a:pt x="111127" y="134446"/>
                  </a:lnTo>
                  <a:lnTo>
                    <a:pt x="107003" y="115522"/>
                  </a:lnTo>
                  <a:lnTo>
                    <a:pt x="102475" y="87904"/>
                  </a:lnTo>
                  <a:lnTo>
                    <a:pt x="98140" y="49945"/>
                  </a:lnTo>
                  <a:lnTo>
                    <a:pt x="94593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977661" y="4042978"/>
              <a:ext cx="589915" cy="1607820"/>
            </a:xfrm>
            <a:custGeom>
              <a:avLst/>
              <a:gdLst/>
              <a:ahLst/>
              <a:cxnLst/>
              <a:rect l="l" t="t" r="r" b="b"/>
              <a:pathLst>
                <a:path w="589914" h="1607820">
                  <a:moveTo>
                    <a:pt x="543501" y="0"/>
                  </a:moveTo>
                  <a:lnTo>
                    <a:pt x="459395" y="5177"/>
                  </a:lnTo>
                  <a:lnTo>
                    <a:pt x="273926" y="19986"/>
                  </a:lnTo>
                  <a:lnTo>
                    <a:pt x="87369" y="43343"/>
                  </a:lnTo>
                  <a:lnTo>
                    <a:pt x="0" y="74165"/>
                  </a:lnTo>
                  <a:lnTo>
                    <a:pt x="764" y="88468"/>
                  </a:lnTo>
                  <a:lnTo>
                    <a:pt x="12080" y="149460"/>
                  </a:lnTo>
                  <a:lnTo>
                    <a:pt x="21936" y="193187"/>
                  </a:lnTo>
                  <a:lnTo>
                    <a:pt x="34128" y="243761"/>
                  </a:lnTo>
                  <a:lnTo>
                    <a:pt x="48307" y="299699"/>
                  </a:lnTo>
                  <a:lnTo>
                    <a:pt x="64127" y="359522"/>
                  </a:lnTo>
                  <a:lnTo>
                    <a:pt x="81239" y="421749"/>
                  </a:lnTo>
                  <a:lnTo>
                    <a:pt x="99296" y="484898"/>
                  </a:lnTo>
                  <a:lnTo>
                    <a:pt x="117951" y="547488"/>
                  </a:lnTo>
                  <a:lnTo>
                    <a:pt x="136855" y="608040"/>
                  </a:lnTo>
                  <a:lnTo>
                    <a:pt x="155661" y="665072"/>
                  </a:lnTo>
                  <a:lnTo>
                    <a:pt x="174021" y="717102"/>
                  </a:lnTo>
                  <a:lnTo>
                    <a:pt x="191588" y="762651"/>
                  </a:lnTo>
                  <a:lnTo>
                    <a:pt x="208014" y="800237"/>
                  </a:lnTo>
                  <a:lnTo>
                    <a:pt x="212051" y="808778"/>
                  </a:lnTo>
                  <a:lnTo>
                    <a:pt x="240191" y="870779"/>
                  </a:lnTo>
                  <a:lnTo>
                    <a:pt x="209179" y="908105"/>
                  </a:lnTo>
                  <a:lnTo>
                    <a:pt x="184064" y="951194"/>
                  </a:lnTo>
                  <a:lnTo>
                    <a:pt x="164675" y="1007393"/>
                  </a:lnTo>
                  <a:lnTo>
                    <a:pt x="145843" y="1095479"/>
                  </a:lnTo>
                  <a:lnTo>
                    <a:pt x="64186" y="1487054"/>
                  </a:lnTo>
                  <a:lnTo>
                    <a:pt x="59104" y="1547881"/>
                  </a:lnTo>
                  <a:lnTo>
                    <a:pt x="70789" y="1585231"/>
                  </a:lnTo>
                  <a:lnTo>
                    <a:pt x="92662" y="1603648"/>
                  </a:lnTo>
                  <a:lnTo>
                    <a:pt x="118144" y="1607680"/>
                  </a:lnTo>
                  <a:lnTo>
                    <a:pt x="140655" y="1601871"/>
                  </a:lnTo>
                  <a:lnTo>
                    <a:pt x="153618" y="1590768"/>
                  </a:lnTo>
                  <a:lnTo>
                    <a:pt x="172864" y="1552756"/>
                  </a:lnTo>
                  <a:lnTo>
                    <a:pt x="195749" y="1509634"/>
                  </a:lnTo>
                  <a:lnTo>
                    <a:pt x="221645" y="1462358"/>
                  </a:lnTo>
                  <a:lnTo>
                    <a:pt x="249925" y="1411880"/>
                  </a:lnTo>
                  <a:lnTo>
                    <a:pt x="279963" y="1359155"/>
                  </a:lnTo>
                  <a:lnTo>
                    <a:pt x="311132" y="1305138"/>
                  </a:lnTo>
                  <a:lnTo>
                    <a:pt x="374353" y="1197043"/>
                  </a:lnTo>
                  <a:lnTo>
                    <a:pt x="525954" y="940981"/>
                  </a:lnTo>
                  <a:lnTo>
                    <a:pt x="539088" y="918273"/>
                  </a:lnTo>
                  <a:lnTo>
                    <a:pt x="555396" y="882854"/>
                  </a:lnTo>
                  <a:lnTo>
                    <a:pt x="569569" y="818000"/>
                  </a:lnTo>
                  <a:lnTo>
                    <a:pt x="575354" y="775788"/>
                  </a:lnTo>
                  <a:lnTo>
                    <a:pt x="580223" y="728173"/>
                  </a:lnTo>
                  <a:lnTo>
                    <a:pt x="584140" y="675996"/>
                  </a:lnTo>
                  <a:lnTo>
                    <a:pt x="587067" y="620098"/>
                  </a:lnTo>
                  <a:lnTo>
                    <a:pt x="588969" y="561318"/>
                  </a:lnTo>
                  <a:lnTo>
                    <a:pt x="589807" y="500499"/>
                  </a:lnTo>
                  <a:lnTo>
                    <a:pt x="589547" y="438479"/>
                  </a:lnTo>
                  <a:lnTo>
                    <a:pt x="588151" y="376101"/>
                  </a:lnTo>
                  <a:lnTo>
                    <a:pt x="585583" y="314203"/>
                  </a:lnTo>
                  <a:lnTo>
                    <a:pt x="581805" y="253628"/>
                  </a:lnTo>
                  <a:lnTo>
                    <a:pt x="576782" y="195215"/>
                  </a:lnTo>
                  <a:lnTo>
                    <a:pt x="570477" y="139805"/>
                  </a:lnTo>
                  <a:lnTo>
                    <a:pt x="562853" y="88239"/>
                  </a:lnTo>
                  <a:lnTo>
                    <a:pt x="553873" y="41357"/>
                  </a:lnTo>
                  <a:lnTo>
                    <a:pt x="543501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692096" y="3904939"/>
              <a:ext cx="553085" cy="1809750"/>
            </a:xfrm>
            <a:custGeom>
              <a:avLst/>
              <a:gdLst/>
              <a:ahLst/>
              <a:cxnLst/>
              <a:rect l="l" t="t" r="r" b="b"/>
              <a:pathLst>
                <a:path w="553085" h="1809750">
                  <a:moveTo>
                    <a:pt x="380078" y="0"/>
                  </a:moveTo>
                  <a:lnTo>
                    <a:pt x="234250" y="6920"/>
                  </a:lnTo>
                  <a:lnTo>
                    <a:pt x="98375" y="104852"/>
                  </a:lnTo>
                  <a:lnTo>
                    <a:pt x="68607" y="148004"/>
                  </a:lnTo>
                  <a:lnTo>
                    <a:pt x="44571" y="188883"/>
                  </a:lnTo>
                  <a:lnTo>
                    <a:pt x="25980" y="228365"/>
                  </a:lnTo>
                  <a:lnTo>
                    <a:pt x="12545" y="267327"/>
                  </a:lnTo>
                  <a:lnTo>
                    <a:pt x="3981" y="306644"/>
                  </a:lnTo>
                  <a:lnTo>
                    <a:pt x="0" y="347193"/>
                  </a:lnTo>
                  <a:lnTo>
                    <a:pt x="314" y="389849"/>
                  </a:lnTo>
                  <a:lnTo>
                    <a:pt x="4637" y="435490"/>
                  </a:lnTo>
                  <a:lnTo>
                    <a:pt x="12681" y="484991"/>
                  </a:lnTo>
                  <a:lnTo>
                    <a:pt x="24159" y="539228"/>
                  </a:lnTo>
                  <a:lnTo>
                    <a:pt x="38785" y="599078"/>
                  </a:lnTo>
                  <a:lnTo>
                    <a:pt x="66076" y="674804"/>
                  </a:lnTo>
                  <a:lnTo>
                    <a:pt x="108313" y="777207"/>
                  </a:lnTo>
                  <a:lnTo>
                    <a:pt x="130091" y="833227"/>
                  </a:lnTo>
                  <a:lnTo>
                    <a:pt x="149671" y="889694"/>
                  </a:lnTo>
                  <a:lnTo>
                    <a:pt x="165076" y="944534"/>
                  </a:lnTo>
                  <a:lnTo>
                    <a:pt x="174327" y="995672"/>
                  </a:lnTo>
                  <a:lnTo>
                    <a:pt x="175447" y="1041036"/>
                  </a:lnTo>
                  <a:lnTo>
                    <a:pt x="166456" y="1078550"/>
                  </a:lnTo>
                  <a:lnTo>
                    <a:pt x="154681" y="1115171"/>
                  </a:lnTo>
                  <a:lnTo>
                    <a:pt x="149737" y="1155498"/>
                  </a:lnTo>
                  <a:lnTo>
                    <a:pt x="150808" y="1199003"/>
                  </a:lnTo>
                  <a:lnTo>
                    <a:pt x="157076" y="1245161"/>
                  </a:lnTo>
                  <a:lnTo>
                    <a:pt x="167722" y="1293445"/>
                  </a:lnTo>
                  <a:lnTo>
                    <a:pt x="181930" y="1343327"/>
                  </a:lnTo>
                  <a:lnTo>
                    <a:pt x="198882" y="1394282"/>
                  </a:lnTo>
                  <a:lnTo>
                    <a:pt x="217760" y="1445781"/>
                  </a:lnTo>
                  <a:lnTo>
                    <a:pt x="237746" y="1497299"/>
                  </a:lnTo>
                  <a:lnTo>
                    <a:pt x="277774" y="1598284"/>
                  </a:lnTo>
                  <a:lnTo>
                    <a:pt x="296180" y="1646697"/>
                  </a:lnTo>
                  <a:lnTo>
                    <a:pt x="312423" y="1693021"/>
                  </a:lnTo>
                  <a:lnTo>
                    <a:pt x="325687" y="1736729"/>
                  </a:lnTo>
                  <a:lnTo>
                    <a:pt x="348292" y="1771871"/>
                  </a:lnTo>
                  <a:lnTo>
                    <a:pt x="384967" y="1798890"/>
                  </a:lnTo>
                  <a:lnTo>
                    <a:pt x="418805" y="1809637"/>
                  </a:lnTo>
                  <a:lnTo>
                    <a:pt x="432899" y="1795963"/>
                  </a:lnTo>
                  <a:lnTo>
                    <a:pt x="431887" y="1753680"/>
                  </a:lnTo>
                  <a:lnTo>
                    <a:pt x="432546" y="1704684"/>
                  </a:lnTo>
                  <a:lnTo>
                    <a:pt x="434706" y="1650405"/>
                  </a:lnTo>
                  <a:lnTo>
                    <a:pt x="438196" y="1592273"/>
                  </a:lnTo>
                  <a:lnTo>
                    <a:pt x="442847" y="1531721"/>
                  </a:lnTo>
                  <a:lnTo>
                    <a:pt x="448487" y="1470177"/>
                  </a:lnTo>
                  <a:lnTo>
                    <a:pt x="454948" y="1409073"/>
                  </a:lnTo>
                  <a:lnTo>
                    <a:pt x="462057" y="1349840"/>
                  </a:lnTo>
                  <a:lnTo>
                    <a:pt x="469646" y="1293908"/>
                  </a:lnTo>
                  <a:lnTo>
                    <a:pt x="477544" y="1242707"/>
                  </a:lnTo>
                  <a:lnTo>
                    <a:pt x="485581" y="1197670"/>
                  </a:lnTo>
                  <a:lnTo>
                    <a:pt x="493586" y="1160226"/>
                  </a:lnTo>
                  <a:lnTo>
                    <a:pt x="501389" y="1131805"/>
                  </a:lnTo>
                  <a:lnTo>
                    <a:pt x="507292" y="1107446"/>
                  </a:lnTo>
                  <a:lnTo>
                    <a:pt x="519042" y="1026973"/>
                  </a:lnTo>
                  <a:lnTo>
                    <a:pt x="524770" y="975004"/>
                  </a:lnTo>
                  <a:lnTo>
                    <a:pt x="530319" y="917975"/>
                  </a:lnTo>
                  <a:lnTo>
                    <a:pt x="535629" y="857959"/>
                  </a:lnTo>
                  <a:lnTo>
                    <a:pt x="540641" y="797027"/>
                  </a:lnTo>
                  <a:lnTo>
                    <a:pt x="545293" y="737252"/>
                  </a:lnTo>
                  <a:lnTo>
                    <a:pt x="551016" y="651092"/>
                  </a:lnTo>
                  <a:lnTo>
                    <a:pt x="552790" y="551362"/>
                  </a:lnTo>
                  <a:lnTo>
                    <a:pt x="550497" y="374153"/>
                  </a:lnTo>
                  <a:lnTo>
                    <a:pt x="544016" y="55555"/>
                  </a:lnTo>
                  <a:lnTo>
                    <a:pt x="496465" y="33181"/>
                  </a:lnTo>
                  <a:lnTo>
                    <a:pt x="380078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2346678" y="3683468"/>
              <a:ext cx="324485" cy="1189990"/>
            </a:xfrm>
            <a:custGeom>
              <a:avLst/>
              <a:gdLst/>
              <a:ahLst/>
              <a:cxnLst/>
              <a:rect l="l" t="t" r="r" b="b"/>
              <a:pathLst>
                <a:path w="324485" h="1189989">
                  <a:moveTo>
                    <a:pt x="275028" y="0"/>
                  </a:moveTo>
                  <a:lnTo>
                    <a:pt x="133262" y="14208"/>
                  </a:lnTo>
                  <a:lnTo>
                    <a:pt x="0" y="168403"/>
                  </a:lnTo>
                  <a:lnTo>
                    <a:pt x="55087" y="1163420"/>
                  </a:lnTo>
                  <a:lnTo>
                    <a:pt x="324105" y="1189366"/>
                  </a:lnTo>
                  <a:lnTo>
                    <a:pt x="275028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2208842" y="4872836"/>
              <a:ext cx="28575" cy="78105"/>
            </a:xfrm>
            <a:custGeom>
              <a:avLst/>
              <a:gdLst/>
              <a:ahLst/>
              <a:cxnLst/>
              <a:rect l="l" t="t" r="r" b="b"/>
              <a:pathLst>
                <a:path w="28575" h="78104">
                  <a:moveTo>
                    <a:pt x="8732" y="0"/>
                  </a:moveTo>
                  <a:lnTo>
                    <a:pt x="4409" y="40634"/>
                  </a:lnTo>
                  <a:lnTo>
                    <a:pt x="0" y="77578"/>
                  </a:lnTo>
                  <a:lnTo>
                    <a:pt x="11015" y="63157"/>
                  </a:lnTo>
                  <a:lnTo>
                    <a:pt x="20098" y="52512"/>
                  </a:lnTo>
                  <a:lnTo>
                    <a:pt x="26268" y="45922"/>
                  </a:lnTo>
                  <a:lnTo>
                    <a:pt x="28543" y="43663"/>
                  </a:lnTo>
                  <a:lnTo>
                    <a:pt x="8732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2" name="object 422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684979" y="3251010"/>
              <a:ext cx="976583" cy="1979990"/>
            </a:xfrm>
            <a:prstGeom prst="rect">
              <a:avLst/>
            </a:prstGeom>
          </p:spPr>
        </p:pic>
        <p:pic>
          <p:nvPicPr>
            <p:cNvPr id="423" name="object 423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906857" y="3251014"/>
              <a:ext cx="754702" cy="734961"/>
            </a:xfrm>
            <a:prstGeom prst="rect">
              <a:avLst/>
            </a:prstGeom>
          </p:spPr>
        </p:pic>
        <p:sp>
          <p:nvSpPr>
            <p:cNvPr id="424" name="object 424" descr=""/>
            <p:cNvSpPr/>
            <p:nvPr/>
          </p:nvSpPr>
          <p:spPr>
            <a:xfrm>
              <a:off x="1704995" y="3329809"/>
              <a:ext cx="616585" cy="1644650"/>
            </a:xfrm>
            <a:custGeom>
              <a:avLst/>
              <a:gdLst/>
              <a:ahLst/>
              <a:cxnLst/>
              <a:rect l="l" t="t" r="r" b="b"/>
              <a:pathLst>
                <a:path w="616585" h="1644650">
                  <a:moveTo>
                    <a:pt x="300318" y="0"/>
                  </a:moveTo>
                  <a:lnTo>
                    <a:pt x="262419" y="10540"/>
                  </a:lnTo>
                  <a:lnTo>
                    <a:pt x="225045" y="22276"/>
                  </a:lnTo>
                  <a:lnTo>
                    <a:pt x="184280" y="37045"/>
                  </a:lnTo>
                  <a:lnTo>
                    <a:pt x="165407" y="83703"/>
                  </a:lnTo>
                  <a:lnTo>
                    <a:pt x="162409" y="128408"/>
                  </a:lnTo>
                  <a:lnTo>
                    <a:pt x="162495" y="183006"/>
                  </a:lnTo>
                  <a:lnTo>
                    <a:pt x="164758" y="244227"/>
                  </a:lnTo>
                  <a:lnTo>
                    <a:pt x="168292" y="308803"/>
                  </a:lnTo>
                  <a:lnTo>
                    <a:pt x="172190" y="373463"/>
                  </a:lnTo>
                  <a:lnTo>
                    <a:pt x="175546" y="434939"/>
                  </a:lnTo>
                  <a:lnTo>
                    <a:pt x="177454" y="489963"/>
                  </a:lnTo>
                  <a:lnTo>
                    <a:pt x="177006" y="535264"/>
                  </a:lnTo>
                  <a:lnTo>
                    <a:pt x="173296" y="567574"/>
                  </a:lnTo>
                  <a:lnTo>
                    <a:pt x="162522" y="595871"/>
                  </a:lnTo>
                  <a:lnTo>
                    <a:pt x="145267" y="621675"/>
                  </a:lnTo>
                  <a:lnTo>
                    <a:pt x="123441" y="646999"/>
                  </a:lnTo>
                  <a:lnTo>
                    <a:pt x="98956" y="673857"/>
                  </a:lnTo>
                  <a:lnTo>
                    <a:pt x="73721" y="704265"/>
                  </a:lnTo>
                  <a:lnTo>
                    <a:pt x="49648" y="740236"/>
                  </a:lnTo>
                  <a:lnTo>
                    <a:pt x="28646" y="783784"/>
                  </a:lnTo>
                  <a:lnTo>
                    <a:pt x="12627" y="836923"/>
                  </a:lnTo>
                  <a:lnTo>
                    <a:pt x="3500" y="901668"/>
                  </a:lnTo>
                  <a:lnTo>
                    <a:pt x="0" y="957331"/>
                  </a:lnTo>
                  <a:lnTo>
                    <a:pt x="0" y="1202590"/>
                  </a:lnTo>
                  <a:lnTo>
                    <a:pt x="4943" y="1270344"/>
                  </a:lnTo>
                  <a:lnTo>
                    <a:pt x="27080" y="1490687"/>
                  </a:lnTo>
                  <a:lnTo>
                    <a:pt x="56984" y="1545764"/>
                  </a:lnTo>
                  <a:lnTo>
                    <a:pt x="111605" y="1580146"/>
                  </a:lnTo>
                  <a:lnTo>
                    <a:pt x="231131" y="1608256"/>
                  </a:lnTo>
                  <a:lnTo>
                    <a:pt x="455749" y="1644510"/>
                  </a:lnTo>
                  <a:lnTo>
                    <a:pt x="483752" y="1456956"/>
                  </a:lnTo>
                  <a:lnTo>
                    <a:pt x="543820" y="1033887"/>
                  </a:lnTo>
                  <a:lnTo>
                    <a:pt x="600034" y="584718"/>
                  </a:lnTo>
                  <a:lnTo>
                    <a:pt x="616476" y="318859"/>
                  </a:lnTo>
                  <a:lnTo>
                    <a:pt x="604266" y="277824"/>
                  </a:lnTo>
                  <a:lnTo>
                    <a:pt x="581520" y="238355"/>
                  </a:lnTo>
                  <a:lnTo>
                    <a:pt x="550571" y="200628"/>
                  </a:lnTo>
                  <a:lnTo>
                    <a:pt x="513753" y="164818"/>
                  </a:lnTo>
                  <a:lnTo>
                    <a:pt x="473400" y="131099"/>
                  </a:lnTo>
                  <a:lnTo>
                    <a:pt x="431848" y="99646"/>
                  </a:lnTo>
                  <a:lnTo>
                    <a:pt x="354479" y="44240"/>
                  </a:lnTo>
                  <a:lnTo>
                    <a:pt x="323330" y="20637"/>
                  </a:lnTo>
                  <a:lnTo>
                    <a:pt x="300318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637068" y="3260057"/>
              <a:ext cx="681355" cy="1651635"/>
            </a:xfrm>
            <a:custGeom>
              <a:avLst/>
              <a:gdLst/>
              <a:ahLst/>
              <a:cxnLst/>
              <a:rect l="l" t="t" r="r" b="b"/>
              <a:pathLst>
                <a:path w="681355" h="1651635">
                  <a:moveTo>
                    <a:pt x="387653" y="0"/>
                  </a:moveTo>
                  <a:lnTo>
                    <a:pt x="349115" y="7790"/>
                  </a:lnTo>
                  <a:lnTo>
                    <a:pt x="311020" y="16812"/>
                  </a:lnTo>
                  <a:lnTo>
                    <a:pt x="269332" y="28616"/>
                  </a:lnTo>
                  <a:lnTo>
                    <a:pt x="247264" y="73803"/>
                  </a:lnTo>
                  <a:lnTo>
                    <a:pt x="241165" y="118181"/>
                  </a:lnTo>
                  <a:lnTo>
                    <a:pt x="237454" y="172649"/>
                  </a:lnTo>
                  <a:lnTo>
                    <a:pt x="235453" y="233880"/>
                  </a:lnTo>
                  <a:lnTo>
                    <a:pt x="234487" y="298547"/>
                  </a:lnTo>
                  <a:lnTo>
                    <a:pt x="233878" y="363324"/>
                  </a:lnTo>
                  <a:lnTo>
                    <a:pt x="232950" y="424887"/>
                  </a:lnTo>
                  <a:lnTo>
                    <a:pt x="231025" y="479907"/>
                  </a:lnTo>
                  <a:lnTo>
                    <a:pt x="227428" y="525060"/>
                  </a:lnTo>
                  <a:lnTo>
                    <a:pt x="208766" y="584474"/>
                  </a:lnTo>
                  <a:lnTo>
                    <a:pt x="166230" y="632669"/>
                  </a:lnTo>
                  <a:lnTo>
                    <a:pt x="139940" y="657702"/>
                  </a:lnTo>
                  <a:lnTo>
                    <a:pt x="112656" y="686221"/>
                  </a:lnTo>
                  <a:lnTo>
                    <a:pt x="86143" y="720371"/>
                  </a:lnTo>
                  <a:lnTo>
                    <a:pt x="62167" y="762300"/>
                  </a:lnTo>
                  <a:lnTo>
                    <a:pt x="42494" y="814153"/>
                  </a:lnTo>
                  <a:lnTo>
                    <a:pt x="28889" y="878077"/>
                  </a:lnTo>
                  <a:lnTo>
                    <a:pt x="11604" y="1007678"/>
                  </a:lnTo>
                  <a:lnTo>
                    <a:pt x="2867" y="1119751"/>
                  </a:lnTo>
                  <a:lnTo>
                    <a:pt x="0" y="1276280"/>
                  </a:lnTo>
                  <a:lnTo>
                    <a:pt x="325" y="1539251"/>
                  </a:lnTo>
                  <a:lnTo>
                    <a:pt x="26502" y="1595216"/>
                  </a:lnTo>
                  <a:lnTo>
                    <a:pt x="79816" y="1625572"/>
                  </a:lnTo>
                  <a:lnTo>
                    <a:pt x="200393" y="1640847"/>
                  </a:lnTo>
                  <a:lnTo>
                    <a:pt x="428364" y="1651572"/>
                  </a:lnTo>
                  <a:lnTo>
                    <a:pt x="469337" y="1466494"/>
                  </a:lnTo>
                  <a:lnTo>
                    <a:pt x="558668" y="1048799"/>
                  </a:lnTo>
                  <a:lnTo>
                    <a:pt x="645970" y="604793"/>
                  </a:lnTo>
                  <a:lnTo>
                    <a:pt x="680859" y="340785"/>
                  </a:lnTo>
                  <a:lnTo>
                    <a:pt x="671530" y="298974"/>
                  </a:lnTo>
                  <a:lnTo>
                    <a:pt x="651582" y="257969"/>
                  </a:lnTo>
                  <a:lnTo>
                    <a:pt x="623332" y="218111"/>
                  </a:lnTo>
                  <a:lnTo>
                    <a:pt x="589095" y="179744"/>
                  </a:lnTo>
                  <a:lnTo>
                    <a:pt x="551188" y="143208"/>
                  </a:lnTo>
                  <a:lnTo>
                    <a:pt x="511926" y="108848"/>
                  </a:lnTo>
                  <a:lnTo>
                    <a:pt x="438603" y="48020"/>
                  </a:lnTo>
                  <a:lnTo>
                    <a:pt x="409173" y="22238"/>
                  </a:lnTo>
                  <a:lnTo>
                    <a:pt x="387653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2024723" y="3081707"/>
              <a:ext cx="306070" cy="306070"/>
            </a:xfrm>
            <a:custGeom>
              <a:avLst/>
              <a:gdLst/>
              <a:ahLst/>
              <a:cxnLst/>
              <a:rect l="l" t="t" r="r" b="b"/>
              <a:pathLst>
                <a:path w="306069" h="306070">
                  <a:moveTo>
                    <a:pt x="196130" y="0"/>
                  </a:moveTo>
                  <a:lnTo>
                    <a:pt x="55736" y="20062"/>
                  </a:lnTo>
                  <a:lnTo>
                    <a:pt x="56330" y="41403"/>
                  </a:lnTo>
                  <a:lnTo>
                    <a:pt x="56254" y="89346"/>
                  </a:lnTo>
                  <a:lnTo>
                    <a:pt x="52723" y="139769"/>
                  </a:lnTo>
                  <a:lnTo>
                    <a:pt x="31926" y="176130"/>
                  </a:lnTo>
                  <a:lnTo>
                    <a:pt x="14476" y="180111"/>
                  </a:lnTo>
                  <a:lnTo>
                    <a:pt x="0" y="178350"/>
                  </a:lnTo>
                  <a:lnTo>
                    <a:pt x="4950" y="185677"/>
                  </a:lnTo>
                  <a:lnTo>
                    <a:pt x="35842" y="225771"/>
                  </a:lnTo>
                  <a:lnTo>
                    <a:pt x="86436" y="268624"/>
                  </a:lnTo>
                  <a:lnTo>
                    <a:pt x="120618" y="286297"/>
                  </a:lnTo>
                  <a:lnTo>
                    <a:pt x="158206" y="298517"/>
                  </a:lnTo>
                  <a:lnTo>
                    <a:pt x="198883" y="304587"/>
                  </a:lnTo>
                  <a:lnTo>
                    <a:pt x="262046" y="305830"/>
                  </a:lnTo>
                  <a:lnTo>
                    <a:pt x="296204" y="299128"/>
                  </a:lnTo>
                  <a:lnTo>
                    <a:pt x="305842" y="284339"/>
                  </a:lnTo>
                  <a:lnTo>
                    <a:pt x="295446" y="261321"/>
                  </a:lnTo>
                  <a:lnTo>
                    <a:pt x="271840" y="231191"/>
                  </a:lnTo>
                  <a:lnTo>
                    <a:pt x="248050" y="203470"/>
                  </a:lnTo>
                  <a:lnTo>
                    <a:pt x="226764" y="174696"/>
                  </a:lnTo>
                  <a:lnTo>
                    <a:pt x="210674" y="141409"/>
                  </a:lnTo>
                  <a:lnTo>
                    <a:pt x="201017" y="111705"/>
                  </a:lnTo>
                  <a:lnTo>
                    <a:pt x="196283" y="87074"/>
                  </a:lnTo>
                  <a:lnTo>
                    <a:pt x="195108" y="54258"/>
                  </a:lnTo>
                  <a:lnTo>
                    <a:pt x="19613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865902" y="3558246"/>
              <a:ext cx="66040" cy="230504"/>
            </a:xfrm>
            <a:custGeom>
              <a:avLst/>
              <a:gdLst/>
              <a:ahLst/>
              <a:cxnLst/>
              <a:rect l="l" t="t" r="r" b="b"/>
              <a:pathLst>
                <a:path w="66039" h="230504">
                  <a:moveTo>
                    <a:pt x="65725" y="0"/>
                  </a:moveTo>
                  <a:lnTo>
                    <a:pt x="5361" y="58134"/>
                  </a:lnTo>
                  <a:lnTo>
                    <a:pt x="3371" y="154225"/>
                  </a:lnTo>
                  <a:lnTo>
                    <a:pt x="0" y="213564"/>
                  </a:lnTo>
                  <a:lnTo>
                    <a:pt x="11915" y="230328"/>
                  </a:lnTo>
                  <a:lnTo>
                    <a:pt x="65725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968873" y="2769052"/>
              <a:ext cx="349250" cy="455930"/>
            </a:xfrm>
            <a:custGeom>
              <a:avLst/>
              <a:gdLst/>
              <a:ahLst/>
              <a:cxnLst/>
              <a:rect l="l" t="t" r="r" b="b"/>
              <a:pathLst>
                <a:path w="349250" h="455930">
                  <a:moveTo>
                    <a:pt x="184635" y="0"/>
                  </a:moveTo>
                  <a:lnTo>
                    <a:pt x="136381" y="3441"/>
                  </a:lnTo>
                  <a:lnTo>
                    <a:pt x="87654" y="18461"/>
                  </a:lnTo>
                  <a:lnTo>
                    <a:pt x="51331" y="41497"/>
                  </a:lnTo>
                  <a:lnTo>
                    <a:pt x="25910" y="71179"/>
                  </a:lnTo>
                  <a:lnTo>
                    <a:pt x="9884" y="106135"/>
                  </a:lnTo>
                  <a:lnTo>
                    <a:pt x="1748" y="144993"/>
                  </a:lnTo>
                  <a:lnTo>
                    <a:pt x="0" y="186384"/>
                  </a:lnTo>
                  <a:lnTo>
                    <a:pt x="3132" y="228935"/>
                  </a:lnTo>
                  <a:lnTo>
                    <a:pt x="9641" y="271276"/>
                  </a:lnTo>
                  <a:lnTo>
                    <a:pt x="22753" y="317449"/>
                  </a:lnTo>
                  <a:lnTo>
                    <a:pt x="43636" y="359459"/>
                  </a:lnTo>
                  <a:lnTo>
                    <a:pt x="71000" y="395801"/>
                  </a:lnTo>
                  <a:lnTo>
                    <a:pt x="103553" y="424970"/>
                  </a:lnTo>
                  <a:lnTo>
                    <a:pt x="140006" y="445460"/>
                  </a:lnTo>
                  <a:lnTo>
                    <a:pt x="179068" y="455765"/>
                  </a:lnTo>
                  <a:lnTo>
                    <a:pt x="219447" y="454381"/>
                  </a:lnTo>
                  <a:lnTo>
                    <a:pt x="257267" y="440881"/>
                  </a:lnTo>
                  <a:lnTo>
                    <a:pt x="289203" y="417072"/>
                  </a:lnTo>
                  <a:lnTo>
                    <a:pt x="314783" y="384790"/>
                  </a:lnTo>
                  <a:lnTo>
                    <a:pt x="333541" y="345872"/>
                  </a:lnTo>
                  <a:lnTo>
                    <a:pt x="345006" y="302156"/>
                  </a:lnTo>
                  <a:lnTo>
                    <a:pt x="348711" y="255478"/>
                  </a:lnTo>
                  <a:lnTo>
                    <a:pt x="344186" y="207676"/>
                  </a:lnTo>
                  <a:lnTo>
                    <a:pt x="335103" y="165821"/>
                  </a:lnTo>
                  <a:lnTo>
                    <a:pt x="322732" y="125017"/>
                  </a:lnTo>
                  <a:lnTo>
                    <a:pt x="306305" y="87072"/>
                  </a:lnTo>
                  <a:lnTo>
                    <a:pt x="285051" y="53791"/>
                  </a:lnTo>
                  <a:lnTo>
                    <a:pt x="224985" y="8448"/>
                  </a:lnTo>
                  <a:lnTo>
                    <a:pt x="184635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9" name="object 429" descr=""/>
            <p:cNvSpPr/>
            <p:nvPr/>
          </p:nvSpPr>
          <p:spPr>
            <a:xfrm>
              <a:off x="1680973" y="3876817"/>
              <a:ext cx="255904" cy="193040"/>
            </a:xfrm>
            <a:custGeom>
              <a:avLst/>
              <a:gdLst/>
              <a:ahLst/>
              <a:cxnLst/>
              <a:rect l="l" t="t" r="r" b="b"/>
              <a:pathLst>
                <a:path w="255905" h="193039">
                  <a:moveTo>
                    <a:pt x="172905" y="0"/>
                  </a:moveTo>
                  <a:lnTo>
                    <a:pt x="129011" y="7978"/>
                  </a:lnTo>
                  <a:lnTo>
                    <a:pt x="76125" y="46030"/>
                  </a:lnTo>
                  <a:lnTo>
                    <a:pt x="45057" y="77971"/>
                  </a:lnTo>
                  <a:lnTo>
                    <a:pt x="23714" y="121135"/>
                  </a:lnTo>
                  <a:lnTo>
                    <a:pt x="0" y="192852"/>
                  </a:lnTo>
                  <a:lnTo>
                    <a:pt x="55136" y="116751"/>
                  </a:lnTo>
                  <a:lnTo>
                    <a:pt x="86954" y="77806"/>
                  </a:lnTo>
                  <a:lnTo>
                    <a:pt x="107547" y="63799"/>
                  </a:lnTo>
                  <a:lnTo>
                    <a:pt x="129011" y="62511"/>
                  </a:lnTo>
                  <a:lnTo>
                    <a:pt x="152123" y="67227"/>
                  </a:lnTo>
                  <a:lnTo>
                    <a:pt x="169247" y="76307"/>
                  </a:lnTo>
                  <a:lnTo>
                    <a:pt x="179887" y="85138"/>
                  </a:lnTo>
                  <a:lnTo>
                    <a:pt x="183544" y="89107"/>
                  </a:lnTo>
                  <a:lnTo>
                    <a:pt x="218223" y="111368"/>
                  </a:lnTo>
                  <a:lnTo>
                    <a:pt x="255363" y="103745"/>
                  </a:lnTo>
                  <a:lnTo>
                    <a:pt x="222118" y="43893"/>
                  </a:lnTo>
                  <a:lnTo>
                    <a:pt x="172905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590759" y="3489133"/>
              <a:ext cx="353695" cy="445134"/>
            </a:xfrm>
            <a:custGeom>
              <a:avLst/>
              <a:gdLst/>
              <a:ahLst/>
              <a:cxnLst/>
              <a:rect l="l" t="t" r="r" b="b"/>
              <a:pathLst>
                <a:path w="353694" h="445135">
                  <a:moveTo>
                    <a:pt x="116169" y="0"/>
                  </a:moveTo>
                  <a:lnTo>
                    <a:pt x="57286" y="45026"/>
                  </a:lnTo>
                  <a:lnTo>
                    <a:pt x="25202" y="84764"/>
                  </a:lnTo>
                  <a:lnTo>
                    <a:pt x="5398" y="119375"/>
                  </a:lnTo>
                  <a:lnTo>
                    <a:pt x="0" y="140400"/>
                  </a:lnTo>
                  <a:lnTo>
                    <a:pt x="12143" y="168682"/>
                  </a:lnTo>
                  <a:lnTo>
                    <a:pt x="38189" y="213999"/>
                  </a:lnTo>
                  <a:lnTo>
                    <a:pt x="73066" y="264791"/>
                  </a:lnTo>
                  <a:lnTo>
                    <a:pt x="111703" y="309494"/>
                  </a:lnTo>
                  <a:lnTo>
                    <a:pt x="163037" y="351615"/>
                  </a:lnTo>
                  <a:lnTo>
                    <a:pt x="226161" y="395769"/>
                  </a:lnTo>
                  <a:lnTo>
                    <a:pt x="279707" y="430593"/>
                  </a:lnTo>
                  <a:lnTo>
                    <a:pt x="302304" y="444725"/>
                  </a:lnTo>
                  <a:lnTo>
                    <a:pt x="353182" y="394643"/>
                  </a:lnTo>
                  <a:lnTo>
                    <a:pt x="328974" y="339441"/>
                  </a:lnTo>
                  <a:lnTo>
                    <a:pt x="304545" y="287831"/>
                  </a:lnTo>
                  <a:lnTo>
                    <a:pt x="280054" y="242794"/>
                  </a:lnTo>
                  <a:lnTo>
                    <a:pt x="254444" y="207364"/>
                  </a:lnTo>
                  <a:lnTo>
                    <a:pt x="223104" y="169591"/>
                  </a:lnTo>
                  <a:lnTo>
                    <a:pt x="196572" y="139543"/>
                  </a:lnTo>
                  <a:lnTo>
                    <a:pt x="185387" y="127290"/>
                  </a:lnTo>
                  <a:lnTo>
                    <a:pt x="151050" y="48208"/>
                  </a:lnTo>
                  <a:lnTo>
                    <a:pt x="130660" y="9486"/>
                  </a:lnTo>
                  <a:lnTo>
                    <a:pt x="116169" y="0"/>
                  </a:lnTo>
                  <a:close/>
                </a:path>
              </a:pathLst>
            </a:custGeom>
            <a:solidFill>
              <a:srgbClr val="6B537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1" name="object 431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888627" y="3882291"/>
              <a:ext cx="131308" cy="158451"/>
            </a:xfrm>
            <a:prstGeom prst="rect">
              <a:avLst/>
            </a:prstGeom>
          </p:spPr>
        </p:pic>
        <p:sp>
          <p:nvSpPr>
            <p:cNvPr id="432" name="object 432" descr=""/>
            <p:cNvSpPr/>
            <p:nvPr/>
          </p:nvSpPr>
          <p:spPr>
            <a:xfrm>
              <a:off x="1590759" y="3489133"/>
              <a:ext cx="353695" cy="445134"/>
            </a:xfrm>
            <a:custGeom>
              <a:avLst/>
              <a:gdLst/>
              <a:ahLst/>
              <a:cxnLst/>
              <a:rect l="l" t="t" r="r" b="b"/>
              <a:pathLst>
                <a:path w="353694" h="445135">
                  <a:moveTo>
                    <a:pt x="116169" y="0"/>
                  </a:moveTo>
                  <a:lnTo>
                    <a:pt x="57286" y="45026"/>
                  </a:lnTo>
                  <a:lnTo>
                    <a:pt x="25202" y="84764"/>
                  </a:lnTo>
                  <a:lnTo>
                    <a:pt x="5398" y="119375"/>
                  </a:lnTo>
                  <a:lnTo>
                    <a:pt x="0" y="140400"/>
                  </a:lnTo>
                  <a:lnTo>
                    <a:pt x="12143" y="168682"/>
                  </a:lnTo>
                  <a:lnTo>
                    <a:pt x="38189" y="213999"/>
                  </a:lnTo>
                  <a:lnTo>
                    <a:pt x="73066" y="264791"/>
                  </a:lnTo>
                  <a:lnTo>
                    <a:pt x="111703" y="309494"/>
                  </a:lnTo>
                  <a:lnTo>
                    <a:pt x="163037" y="351615"/>
                  </a:lnTo>
                  <a:lnTo>
                    <a:pt x="226161" y="395769"/>
                  </a:lnTo>
                  <a:lnTo>
                    <a:pt x="279707" y="430593"/>
                  </a:lnTo>
                  <a:lnTo>
                    <a:pt x="302304" y="444725"/>
                  </a:lnTo>
                  <a:lnTo>
                    <a:pt x="353182" y="394643"/>
                  </a:lnTo>
                  <a:lnTo>
                    <a:pt x="328974" y="339441"/>
                  </a:lnTo>
                  <a:lnTo>
                    <a:pt x="304545" y="287831"/>
                  </a:lnTo>
                  <a:lnTo>
                    <a:pt x="280054" y="242794"/>
                  </a:lnTo>
                  <a:lnTo>
                    <a:pt x="254444" y="207364"/>
                  </a:lnTo>
                  <a:lnTo>
                    <a:pt x="223104" y="169591"/>
                  </a:lnTo>
                  <a:lnTo>
                    <a:pt x="196572" y="139543"/>
                  </a:lnTo>
                  <a:lnTo>
                    <a:pt x="185387" y="127290"/>
                  </a:lnTo>
                  <a:lnTo>
                    <a:pt x="151050" y="48208"/>
                  </a:lnTo>
                  <a:lnTo>
                    <a:pt x="130660" y="9486"/>
                  </a:lnTo>
                  <a:lnTo>
                    <a:pt x="11616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3" name="object 433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888627" y="3882291"/>
              <a:ext cx="131308" cy="158451"/>
            </a:xfrm>
            <a:prstGeom prst="rect">
              <a:avLst/>
            </a:prstGeom>
          </p:spPr>
        </p:pic>
        <p:sp>
          <p:nvSpPr>
            <p:cNvPr id="434" name="object 434" descr=""/>
            <p:cNvSpPr/>
            <p:nvPr/>
          </p:nvSpPr>
          <p:spPr>
            <a:xfrm>
              <a:off x="2253951" y="3260057"/>
              <a:ext cx="436880" cy="1612900"/>
            </a:xfrm>
            <a:custGeom>
              <a:avLst/>
              <a:gdLst/>
              <a:ahLst/>
              <a:cxnLst/>
              <a:rect l="l" t="t" r="r" b="b"/>
              <a:pathLst>
                <a:path w="436880" h="1612900">
                  <a:moveTo>
                    <a:pt x="0" y="0"/>
                  </a:moveTo>
                  <a:lnTo>
                    <a:pt x="47033" y="41335"/>
                  </a:lnTo>
                  <a:lnTo>
                    <a:pt x="96660" y="80031"/>
                  </a:lnTo>
                  <a:lnTo>
                    <a:pt x="146670" y="116284"/>
                  </a:lnTo>
                  <a:lnTo>
                    <a:pt x="194853" y="150292"/>
                  </a:lnTo>
                  <a:lnTo>
                    <a:pt x="238999" y="182252"/>
                  </a:lnTo>
                  <a:lnTo>
                    <a:pt x="276897" y="212361"/>
                  </a:lnTo>
                  <a:lnTo>
                    <a:pt x="306338" y="240818"/>
                  </a:lnTo>
                  <a:lnTo>
                    <a:pt x="331005" y="293561"/>
                  </a:lnTo>
                  <a:lnTo>
                    <a:pt x="342795" y="531560"/>
                  </a:lnTo>
                  <a:lnTo>
                    <a:pt x="372479" y="981500"/>
                  </a:lnTo>
                  <a:lnTo>
                    <a:pt x="402884" y="1417274"/>
                  </a:lnTo>
                  <a:lnTo>
                    <a:pt x="416835" y="1612778"/>
                  </a:lnTo>
                  <a:lnTo>
                    <a:pt x="431446" y="903972"/>
                  </a:lnTo>
                  <a:lnTo>
                    <a:pt x="436662" y="530267"/>
                  </a:lnTo>
                  <a:lnTo>
                    <a:pt x="432791" y="367972"/>
                  </a:lnTo>
                  <a:lnTo>
                    <a:pt x="420144" y="293394"/>
                  </a:lnTo>
                  <a:lnTo>
                    <a:pt x="392849" y="242961"/>
                  </a:lnTo>
                  <a:lnTo>
                    <a:pt x="338022" y="193613"/>
                  </a:lnTo>
                  <a:lnTo>
                    <a:pt x="301442" y="168129"/>
                  </a:lnTo>
                  <a:lnTo>
                    <a:pt x="259367" y="141458"/>
                  </a:lnTo>
                  <a:lnTo>
                    <a:pt x="212261" y="113113"/>
                  </a:lnTo>
                  <a:lnTo>
                    <a:pt x="104804" y="49456"/>
                  </a:lnTo>
                  <a:lnTo>
                    <a:pt x="45380" y="13172"/>
                  </a:lnTo>
                  <a:lnTo>
                    <a:pt x="34044" y="8468"/>
                  </a:lnTo>
                  <a:lnTo>
                    <a:pt x="18916" y="42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5" name="object 435" descr=""/>
            <p:cNvSpPr/>
            <p:nvPr/>
          </p:nvSpPr>
          <p:spPr>
            <a:xfrm>
              <a:off x="1976158" y="3260057"/>
              <a:ext cx="707390" cy="1651635"/>
            </a:xfrm>
            <a:custGeom>
              <a:avLst/>
              <a:gdLst/>
              <a:ahLst/>
              <a:cxnLst/>
              <a:rect l="l" t="t" r="r" b="b"/>
              <a:pathLst>
                <a:path w="707389" h="1651635">
                  <a:moveTo>
                    <a:pt x="341769" y="322084"/>
                  </a:moveTo>
                  <a:lnTo>
                    <a:pt x="330301" y="283705"/>
                  </a:lnTo>
                  <a:lnTo>
                    <a:pt x="311442" y="245948"/>
                  </a:lnTo>
                  <a:lnTo>
                    <a:pt x="286080" y="208826"/>
                  </a:lnTo>
                  <a:lnTo>
                    <a:pt x="255130" y="172351"/>
                  </a:lnTo>
                  <a:lnTo>
                    <a:pt x="219519" y="136525"/>
                  </a:lnTo>
                  <a:lnTo>
                    <a:pt x="180136" y="101371"/>
                  </a:lnTo>
                  <a:lnTo>
                    <a:pt x="137909" y="66890"/>
                  </a:lnTo>
                  <a:lnTo>
                    <a:pt x="93751" y="33096"/>
                  </a:lnTo>
                  <a:lnTo>
                    <a:pt x="48552" y="0"/>
                  </a:lnTo>
                  <a:lnTo>
                    <a:pt x="29032" y="2247"/>
                  </a:lnTo>
                  <a:lnTo>
                    <a:pt x="12928" y="4635"/>
                  </a:lnTo>
                  <a:lnTo>
                    <a:pt x="0" y="7505"/>
                  </a:lnTo>
                  <a:lnTo>
                    <a:pt x="136067" y="267385"/>
                  </a:lnTo>
                  <a:lnTo>
                    <a:pt x="157746" y="265087"/>
                  </a:lnTo>
                  <a:lnTo>
                    <a:pt x="205676" y="270383"/>
                  </a:lnTo>
                  <a:lnTo>
                    <a:pt x="254228" y="301561"/>
                  </a:lnTo>
                  <a:lnTo>
                    <a:pt x="277787" y="376923"/>
                  </a:lnTo>
                  <a:lnTo>
                    <a:pt x="275793" y="474433"/>
                  </a:lnTo>
                  <a:lnTo>
                    <a:pt x="249275" y="639318"/>
                  </a:lnTo>
                  <a:lnTo>
                    <a:pt x="174955" y="990714"/>
                  </a:lnTo>
                  <a:lnTo>
                    <a:pt x="29578" y="1647761"/>
                  </a:lnTo>
                  <a:lnTo>
                    <a:pt x="89268" y="1651584"/>
                  </a:lnTo>
                  <a:lnTo>
                    <a:pt x="131864" y="1460169"/>
                  </a:lnTo>
                  <a:lnTo>
                    <a:pt x="223901" y="1030351"/>
                  </a:lnTo>
                  <a:lnTo>
                    <a:pt x="311734" y="578777"/>
                  </a:lnTo>
                  <a:lnTo>
                    <a:pt x="341769" y="322084"/>
                  </a:lnTo>
                  <a:close/>
                </a:path>
                <a:path w="707389" h="1651635">
                  <a:moveTo>
                    <a:pt x="707161" y="925195"/>
                  </a:moveTo>
                  <a:lnTo>
                    <a:pt x="697776" y="832739"/>
                  </a:lnTo>
                  <a:lnTo>
                    <a:pt x="677875" y="623811"/>
                  </a:lnTo>
                  <a:lnTo>
                    <a:pt x="659930" y="401129"/>
                  </a:lnTo>
                  <a:lnTo>
                    <a:pt x="656374" y="267385"/>
                  </a:lnTo>
                  <a:lnTo>
                    <a:pt x="659879" y="244995"/>
                  </a:lnTo>
                  <a:lnTo>
                    <a:pt x="664070" y="232321"/>
                  </a:lnTo>
                  <a:lnTo>
                    <a:pt x="671664" y="224650"/>
                  </a:lnTo>
                  <a:lnTo>
                    <a:pt x="685393" y="217322"/>
                  </a:lnTo>
                  <a:lnTo>
                    <a:pt x="667524" y="204965"/>
                  </a:lnTo>
                  <a:lnTo>
                    <a:pt x="630021" y="180073"/>
                  </a:lnTo>
                  <a:lnTo>
                    <a:pt x="525424" y="111683"/>
                  </a:lnTo>
                  <a:lnTo>
                    <a:pt x="430352" y="50228"/>
                  </a:lnTo>
                  <a:lnTo>
                    <a:pt x="383540" y="21666"/>
                  </a:lnTo>
                  <a:lnTo>
                    <a:pt x="331978" y="7848"/>
                  </a:lnTo>
                  <a:lnTo>
                    <a:pt x="277787" y="0"/>
                  </a:lnTo>
                  <a:lnTo>
                    <a:pt x="319366" y="40805"/>
                  </a:lnTo>
                  <a:lnTo>
                    <a:pt x="364426" y="78219"/>
                  </a:lnTo>
                  <a:lnTo>
                    <a:pt x="410845" y="112687"/>
                  </a:lnTo>
                  <a:lnTo>
                    <a:pt x="499224" y="174663"/>
                  </a:lnTo>
                  <a:lnTo>
                    <a:pt x="536930" y="203073"/>
                  </a:lnTo>
                  <a:lnTo>
                    <a:pt x="567474" y="230378"/>
                  </a:lnTo>
                  <a:lnTo>
                    <a:pt x="598538" y="283489"/>
                  </a:lnTo>
                  <a:lnTo>
                    <a:pt x="609777" y="380072"/>
                  </a:lnTo>
                  <a:lnTo>
                    <a:pt x="623519" y="550735"/>
                  </a:lnTo>
                  <a:lnTo>
                    <a:pt x="648804" y="920102"/>
                  </a:lnTo>
                  <a:lnTo>
                    <a:pt x="694626" y="1612785"/>
                  </a:lnTo>
                  <a:lnTo>
                    <a:pt x="707161" y="925195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1569373" y="3273932"/>
              <a:ext cx="419734" cy="379095"/>
            </a:xfrm>
            <a:custGeom>
              <a:avLst/>
              <a:gdLst/>
              <a:ahLst/>
              <a:cxnLst/>
              <a:rect l="l" t="t" r="r" b="b"/>
              <a:pathLst>
                <a:path w="419735" h="379095">
                  <a:moveTo>
                    <a:pt x="392804" y="0"/>
                  </a:moveTo>
                  <a:lnTo>
                    <a:pt x="333174" y="15946"/>
                  </a:lnTo>
                  <a:lnTo>
                    <a:pt x="278460" y="39798"/>
                  </a:lnTo>
                  <a:lnTo>
                    <a:pt x="228657" y="69898"/>
                  </a:lnTo>
                  <a:lnTo>
                    <a:pt x="183755" y="104587"/>
                  </a:lnTo>
                  <a:lnTo>
                    <a:pt x="143749" y="142204"/>
                  </a:lnTo>
                  <a:lnTo>
                    <a:pt x="108631" y="181092"/>
                  </a:lnTo>
                  <a:lnTo>
                    <a:pt x="78393" y="219590"/>
                  </a:lnTo>
                  <a:lnTo>
                    <a:pt x="53029" y="256041"/>
                  </a:lnTo>
                  <a:lnTo>
                    <a:pt x="32531" y="288784"/>
                  </a:lnTo>
                  <a:lnTo>
                    <a:pt x="2848" y="342869"/>
                  </a:lnTo>
                  <a:lnTo>
                    <a:pt x="0" y="349465"/>
                  </a:lnTo>
                  <a:lnTo>
                    <a:pt x="49863" y="352265"/>
                  </a:lnTo>
                  <a:lnTo>
                    <a:pt x="106080" y="357445"/>
                  </a:lnTo>
                  <a:lnTo>
                    <a:pt x="160703" y="366099"/>
                  </a:lnTo>
                  <a:lnTo>
                    <a:pt x="198747" y="379004"/>
                  </a:lnTo>
                  <a:lnTo>
                    <a:pt x="226326" y="376211"/>
                  </a:lnTo>
                  <a:lnTo>
                    <a:pt x="275778" y="357551"/>
                  </a:lnTo>
                  <a:lnTo>
                    <a:pt x="330470" y="328145"/>
                  </a:lnTo>
                  <a:lnTo>
                    <a:pt x="373768" y="293111"/>
                  </a:lnTo>
                  <a:lnTo>
                    <a:pt x="401479" y="247368"/>
                  </a:lnTo>
                  <a:lnTo>
                    <a:pt x="415669" y="193817"/>
                  </a:lnTo>
                  <a:lnTo>
                    <a:pt x="419451" y="137917"/>
                  </a:lnTo>
                  <a:lnTo>
                    <a:pt x="415942" y="85127"/>
                  </a:lnTo>
                  <a:lnTo>
                    <a:pt x="408254" y="40904"/>
                  </a:lnTo>
                  <a:lnTo>
                    <a:pt x="399504" y="10709"/>
                  </a:lnTo>
                  <a:lnTo>
                    <a:pt x="392804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2467845" y="3771156"/>
              <a:ext cx="115570" cy="1320165"/>
            </a:xfrm>
            <a:custGeom>
              <a:avLst/>
              <a:gdLst/>
              <a:ahLst/>
              <a:cxnLst/>
              <a:rect l="l" t="t" r="r" b="b"/>
              <a:pathLst>
                <a:path w="115569" h="1320164">
                  <a:moveTo>
                    <a:pt x="27304" y="0"/>
                  </a:moveTo>
                  <a:lnTo>
                    <a:pt x="13342" y="19757"/>
                  </a:lnTo>
                  <a:lnTo>
                    <a:pt x="4586" y="47389"/>
                  </a:lnTo>
                  <a:lnTo>
                    <a:pt x="363" y="81978"/>
                  </a:lnTo>
                  <a:lnTo>
                    <a:pt x="0" y="122609"/>
                  </a:lnTo>
                  <a:lnTo>
                    <a:pt x="2823" y="168364"/>
                  </a:lnTo>
                  <a:lnTo>
                    <a:pt x="8161" y="218328"/>
                  </a:lnTo>
                  <a:lnTo>
                    <a:pt x="15339" y="271584"/>
                  </a:lnTo>
                  <a:lnTo>
                    <a:pt x="23685" y="327216"/>
                  </a:lnTo>
                  <a:lnTo>
                    <a:pt x="32526" y="384308"/>
                  </a:lnTo>
                  <a:lnTo>
                    <a:pt x="41188" y="441943"/>
                  </a:lnTo>
                  <a:lnTo>
                    <a:pt x="48998" y="499204"/>
                  </a:lnTo>
                  <a:lnTo>
                    <a:pt x="55283" y="555176"/>
                  </a:lnTo>
                  <a:lnTo>
                    <a:pt x="61234" y="627667"/>
                  </a:lnTo>
                  <a:lnTo>
                    <a:pt x="64557" y="692305"/>
                  </a:lnTo>
                  <a:lnTo>
                    <a:pt x="65625" y="750052"/>
                  </a:lnTo>
                  <a:lnTo>
                    <a:pt x="64811" y="801869"/>
                  </a:lnTo>
                  <a:lnTo>
                    <a:pt x="62489" y="848717"/>
                  </a:lnTo>
                  <a:lnTo>
                    <a:pt x="59032" y="891557"/>
                  </a:lnTo>
                  <a:lnTo>
                    <a:pt x="54813" y="931349"/>
                  </a:lnTo>
                  <a:lnTo>
                    <a:pt x="45583" y="1005639"/>
                  </a:lnTo>
                  <a:lnTo>
                    <a:pt x="41319" y="1042057"/>
                  </a:lnTo>
                  <a:lnTo>
                    <a:pt x="37786" y="1079273"/>
                  </a:lnTo>
                  <a:lnTo>
                    <a:pt x="35359" y="1118248"/>
                  </a:lnTo>
                  <a:lnTo>
                    <a:pt x="34409" y="1159943"/>
                  </a:lnTo>
                  <a:lnTo>
                    <a:pt x="35311" y="1205318"/>
                  </a:lnTo>
                  <a:lnTo>
                    <a:pt x="38438" y="1255335"/>
                  </a:lnTo>
                  <a:lnTo>
                    <a:pt x="44163" y="1310954"/>
                  </a:lnTo>
                  <a:lnTo>
                    <a:pt x="46776" y="1319899"/>
                  </a:lnTo>
                  <a:lnTo>
                    <a:pt x="50490" y="1315009"/>
                  </a:lnTo>
                  <a:lnTo>
                    <a:pt x="76589" y="1185071"/>
                  </a:lnTo>
                  <a:lnTo>
                    <a:pt x="88963" y="1096890"/>
                  </a:lnTo>
                  <a:lnTo>
                    <a:pt x="98723" y="1013872"/>
                  </a:lnTo>
                  <a:lnTo>
                    <a:pt x="106049" y="935815"/>
                  </a:lnTo>
                  <a:lnTo>
                    <a:pt x="111123" y="862515"/>
                  </a:lnTo>
                  <a:lnTo>
                    <a:pt x="114124" y="793767"/>
                  </a:lnTo>
                  <a:lnTo>
                    <a:pt x="115234" y="729367"/>
                  </a:lnTo>
                  <a:lnTo>
                    <a:pt x="114634" y="669112"/>
                  </a:lnTo>
                  <a:lnTo>
                    <a:pt x="112505" y="612798"/>
                  </a:lnTo>
                  <a:lnTo>
                    <a:pt x="109027" y="560220"/>
                  </a:lnTo>
                  <a:lnTo>
                    <a:pt x="104381" y="511175"/>
                  </a:lnTo>
                  <a:lnTo>
                    <a:pt x="98749" y="465459"/>
                  </a:lnTo>
                  <a:lnTo>
                    <a:pt x="92311" y="422868"/>
                  </a:lnTo>
                  <a:lnTo>
                    <a:pt x="85248" y="383198"/>
                  </a:lnTo>
                  <a:lnTo>
                    <a:pt x="69970" y="311805"/>
                  </a:lnTo>
                  <a:lnTo>
                    <a:pt x="54364" y="249649"/>
                  </a:lnTo>
                  <a:lnTo>
                    <a:pt x="39875" y="195098"/>
                  </a:lnTo>
                  <a:lnTo>
                    <a:pt x="33501" y="170166"/>
                  </a:lnTo>
                  <a:lnTo>
                    <a:pt x="23402" y="123965"/>
                  </a:lnTo>
                  <a:lnTo>
                    <a:pt x="18038" y="81291"/>
                  </a:lnTo>
                  <a:lnTo>
                    <a:pt x="17584" y="60767"/>
                  </a:lnTo>
                  <a:lnTo>
                    <a:pt x="18857" y="40513"/>
                  </a:lnTo>
                  <a:lnTo>
                    <a:pt x="22036" y="20325"/>
                  </a:lnTo>
                  <a:lnTo>
                    <a:pt x="27304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8" name="object 43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899200" y="3880677"/>
              <a:ext cx="207383" cy="236466"/>
            </a:xfrm>
            <a:prstGeom prst="rect">
              <a:avLst/>
            </a:prstGeom>
          </p:spPr>
        </p:pic>
      </p:grpSp>
      <p:sp>
        <p:nvSpPr>
          <p:cNvPr id="439" name="object 439" descr=""/>
          <p:cNvSpPr/>
          <p:nvPr/>
        </p:nvSpPr>
        <p:spPr>
          <a:xfrm>
            <a:off x="9462402" y="10318692"/>
            <a:ext cx="6634480" cy="370840"/>
          </a:xfrm>
          <a:custGeom>
            <a:avLst/>
            <a:gdLst/>
            <a:ahLst/>
            <a:cxnLst/>
            <a:rect l="l" t="t" r="r" b="b"/>
            <a:pathLst>
              <a:path w="6634480" h="370840">
                <a:moveTo>
                  <a:pt x="1135164" y="243281"/>
                </a:moveTo>
                <a:lnTo>
                  <a:pt x="1090561" y="208508"/>
                </a:lnTo>
                <a:lnTo>
                  <a:pt x="1016901" y="188683"/>
                </a:lnTo>
                <a:lnTo>
                  <a:pt x="968921" y="180098"/>
                </a:lnTo>
                <a:lnTo>
                  <a:pt x="914412" y="172554"/>
                </a:lnTo>
                <a:lnTo>
                  <a:pt x="854049" y="166128"/>
                </a:lnTo>
                <a:lnTo>
                  <a:pt x="788517" y="160947"/>
                </a:lnTo>
                <a:lnTo>
                  <a:pt x="718464" y="157124"/>
                </a:lnTo>
                <a:lnTo>
                  <a:pt x="644601" y="154749"/>
                </a:lnTo>
                <a:lnTo>
                  <a:pt x="567588" y="153924"/>
                </a:lnTo>
                <a:lnTo>
                  <a:pt x="490562" y="154749"/>
                </a:lnTo>
                <a:lnTo>
                  <a:pt x="416699" y="157124"/>
                </a:lnTo>
                <a:lnTo>
                  <a:pt x="346659" y="160947"/>
                </a:lnTo>
                <a:lnTo>
                  <a:pt x="281114" y="166128"/>
                </a:lnTo>
                <a:lnTo>
                  <a:pt x="220751" y="172554"/>
                </a:lnTo>
                <a:lnTo>
                  <a:pt x="166243" y="180098"/>
                </a:lnTo>
                <a:lnTo>
                  <a:pt x="118262" y="188683"/>
                </a:lnTo>
                <a:lnTo>
                  <a:pt x="77495" y="198183"/>
                </a:lnTo>
                <a:lnTo>
                  <a:pt x="20269" y="219532"/>
                </a:lnTo>
                <a:lnTo>
                  <a:pt x="0" y="243281"/>
                </a:lnTo>
                <a:lnTo>
                  <a:pt x="5181" y="255397"/>
                </a:lnTo>
                <a:lnTo>
                  <a:pt x="44602" y="278053"/>
                </a:lnTo>
                <a:lnTo>
                  <a:pt x="118262" y="297878"/>
                </a:lnTo>
                <a:lnTo>
                  <a:pt x="166243" y="306451"/>
                </a:lnTo>
                <a:lnTo>
                  <a:pt x="220751" y="314007"/>
                </a:lnTo>
                <a:lnTo>
                  <a:pt x="281114" y="320421"/>
                </a:lnTo>
                <a:lnTo>
                  <a:pt x="346659" y="325602"/>
                </a:lnTo>
                <a:lnTo>
                  <a:pt x="416699" y="329438"/>
                </a:lnTo>
                <a:lnTo>
                  <a:pt x="490562" y="331812"/>
                </a:lnTo>
                <a:lnTo>
                  <a:pt x="567588" y="332625"/>
                </a:lnTo>
                <a:lnTo>
                  <a:pt x="644601" y="331812"/>
                </a:lnTo>
                <a:lnTo>
                  <a:pt x="718464" y="329438"/>
                </a:lnTo>
                <a:lnTo>
                  <a:pt x="788517" y="325602"/>
                </a:lnTo>
                <a:lnTo>
                  <a:pt x="854049" y="320421"/>
                </a:lnTo>
                <a:lnTo>
                  <a:pt x="914412" y="314007"/>
                </a:lnTo>
                <a:lnTo>
                  <a:pt x="968921" y="306451"/>
                </a:lnTo>
                <a:lnTo>
                  <a:pt x="1016901" y="297878"/>
                </a:lnTo>
                <a:lnTo>
                  <a:pt x="1057681" y="288366"/>
                </a:lnTo>
                <a:lnTo>
                  <a:pt x="1114894" y="267030"/>
                </a:lnTo>
                <a:lnTo>
                  <a:pt x="1135164" y="243281"/>
                </a:lnTo>
                <a:close/>
              </a:path>
              <a:path w="6634480" h="370840">
                <a:moveTo>
                  <a:pt x="6634327" y="189623"/>
                </a:moveTo>
                <a:lnTo>
                  <a:pt x="6601765" y="150825"/>
                </a:lnTo>
                <a:lnTo>
                  <a:pt x="6562369" y="132448"/>
                </a:lnTo>
                <a:lnTo>
                  <a:pt x="6508699" y="114922"/>
                </a:lnTo>
                <a:lnTo>
                  <a:pt x="6441618" y="98336"/>
                </a:lnTo>
                <a:lnTo>
                  <a:pt x="6403314" y="90424"/>
                </a:lnTo>
                <a:lnTo>
                  <a:pt x="6361989" y="82804"/>
                </a:lnTo>
                <a:lnTo>
                  <a:pt x="6317742" y="75463"/>
                </a:lnTo>
                <a:lnTo>
                  <a:pt x="6270676" y="68440"/>
                </a:lnTo>
                <a:lnTo>
                  <a:pt x="6220917" y="61722"/>
                </a:lnTo>
                <a:lnTo>
                  <a:pt x="6168542" y="55346"/>
                </a:lnTo>
                <a:lnTo>
                  <a:pt x="6113691" y="49314"/>
                </a:lnTo>
                <a:lnTo>
                  <a:pt x="6056452" y="43649"/>
                </a:lnTo>
                <a:lnTo>
                  <a:pt x="5996927" y="38354"/>
                </a:lnTo>
                <a:lnTo>
                  <a:pt x="5935243" y="33439"/>
                </a:lnTo>
                <a:lnTo>
                  <a:pt x="5871502" y="28943"/>
                </a:lnTo>
                <a:lnTo>
                  <a:pt x="5805805" y="24853"/>
                </a:lnTo>
                <a:lnTo>
                  <a:pt x="5738266" y="21183"/>
                </a:lnTo>
                <a:lnTo>
                  <a:pt x="5668988" y="17970"/>
                </a:lnTo>
                <a:lnTo>
                  <a:pt x="5598071" y="15214"/>
                </a:lnTo>
                <a:lnTo>
                  <a:pt x="5525643" y="12915"/>
                </a:lnTo>
                <a:lnTo>
                  <a:pt x="5451792" y="11112"/>
                </a:lnTo>
                <a:lnTo>
                  <a:pt x="5376646" y="9804"/>
                </a:lnTo>
                <a:lnTo>
                  <a:pt x="5300294" y="9017"/>
                </a:lnTo>
                <a:lnTo>
                  <a:pt x="5222849" y="8750"/>
                </a:lnTo>
                <a:lnTo>
                  <a:pt x="5145405" y="9017"/>
                </a:lnTo>
                <a:lnTo>
                  <a:pt x="5069052" y="9804"/>
                </a:lnTo>
                <a:lnTo>
                  <a:pt x="4993894" y="11112"/>
                </a:lnTo>
                <a:lnTo>
                  <a:pt x="4920056" y="12915"/>
                </a:lnTo>
                <a:lnTo>
                  <a:pt x="4847615" y="15214"/>
                </a:lnTo>
                <a:lnTo>
                  <a:pt x="4776711" y="17970"/>
                </a:lnTo>
                <a:lnTo>
                  <a:pt x="4707433" y="21183"/>
                </a:lnTo>
                <a:lnTo>
                  <a:pt x="4639894" y="24853"/>
                </a:lnTo>
                <a:lnTo>
                  <a:pt x="4574197" y="28943"/>
                </a:lnTo>
                <a:lnTo>
                  <a:pt x="4557065" y="30162"/>
                </a:lnTo>
                <a:lnTo>
                  <a:pt x="4552874" y="29489"/>
                </a:lnTo>
                <a:lnTo>
                  <a:pt x="4502429" y="23025"/>
                </a:lnTo>
                <a:lnTo>
                  <a:pt x="4447057" y="17246"/>
                </a:lnTo>
                <a:lnTo>
                  <a:pt x="4387189" y="12204"/>
                </a:lnTo>
                <a:lnTo>
                  <a:pt x="4323245" y="7962"/>
                </a:lnTo>
                <a:lnTo>
                  <a:pt x="4255668" y="4559"/>
                </a:lnTo>
                <a:lnTo>
                  <a:pt x="4184853" y="2070"/>
                </a:lnTo>
                <a:lnTo>
                  <a:pt x="4111256" y="533"/>
                </a:lnTo>
                <a:lnTo>
                  <a:pt x="4035285" y="0"/>
                </a:lnTo>
                <a:lnTo>
                  <a:pt x="3959326" y="533"/>
                </a:lnTo>
                <a:lnTo>
                  <a:pt x="3885717" y="2070"/>
                </a:lnTo>
                <a:lnTo>
                  <a:pt x="3814915" y="4559"/>
                </a:lnTo>
                <a:lnTo>
                  <a:pt x="3747338" y="7962"/>
                </a:lnTo>
                <a:lnTo>
                  <a:pt x="3683393" y="12204"/>
                </a:lnTo>
                <a:lnTo>
                  <a:pt x="3623526" y="17246"/>
                </a:lnTo>
                <a:lnTo>
                  <a:pt x="3568154" y="23025"/>
                </a:lnTo>
                <a:lnTo>
                  <a:pt x="3517709" y="29489"/>
                </a:lnTo>
                <a:lnTo>
                  <a:pt x="3472599" y="36588"/>
                </a:lnTo>
                <a:lnTo>
                  <a:pt x="3433267" y="44259"/>
                </a:lnTo>
                <a:lnTo>
                  <a:pt x="3408870" y="50292"/>
                </a:lnTo>
                <a:lnTo>
                  <a:pt x="3384486" y="44259"/>
                </a:lnTo>
                <a:lnTo>
                  <a:pt x="3345154" y="36588"/>
                </a:lnTo>
                <a:lnTo>
                  <a:pt x="3300057" y="29489"/>
                </a:lnTo>
                <a:lnTo>
                  <a:pt x="3249599" y="23025"/>
                </a:lnTo>
                <a:lnTo>
                  <a:pt x="3194227" y="17246"/>
                </a:lnTo>
                <a:lnTo>
                  <a:pt x="3134360" y="12204"/>
                </a:lnTo>
                <a:lnTo>
                  <a:pt x="3070415" y="7962"/>
                </a:lnTo>
                <a:lnTo>
                  <a:pt x="3002838" y="4559"/>
                </a:lnTo>
                <a:lnTo>
                  <a:pt x="2932036" y="2070"/>
                </a:lnTo>
                <a:lnTo>
                  <a:pt x="2858439" y="533"/>
                </a:lnTo>
                <a:lnTo>
                  <a:pt x="2782468" y="0"/>
                </a:lnTo>
                <a:lnTo>
                  <a:pt x="2706497" y="533"/>
                </a:lnTo>
                <a:lnTo>
                  <a:pt x="2632900" y="2070"/>
                </a:lnTo>
                <a:lnTo>
                  <a:pt x="2562098" y="4559"/>
                </a:lnTo>
                <a:lnTo>
                  <a:pt x="2494508" y="7962"/>
                </a:lnTo>
                <a:lnTo>
                  <a:pt x="2430564" y="12204"/>
                </a:lnTo>
                <a:lnTo>
                  <a:pt x="2370696" y="17246"/>
                </a:lnTo>
                <a:lnTo>
                  <a:pt x="2315324" y="23025"/>
                </a:lnTo>
                <a:lnTo>
                  <a:pt x="2264880" y="29489"/>
                </a:lnTo>
                <a:lnTo>
                  <a:pt x="2261578" y="30010"/>
                </a:lnTo>
                <a:lnTo>
                  <a:pt x="2258288" y="29489"/>
                </a:lnTo>
                <a:lnTo>
                  <a:pt x="2207831" y="23025"/>
                </a:lnTo>
                <a:lnTo>
                  <a:pt x="2152459" y="17246"/>
                </a:lnTo>
                <a:lnTo>
                  <a:pt x="2092591" y="12204"/>
                </a:lnTo>
                <a:lnTo>
                  <a:pt x="2028647" y="7962"/>
                </a:lnTo>
                <a:lnTo>
                  <a:pt x="1961070" y="4559"/>
                </a:lnTo>
                <a:lnTo>
                  <a:pt x="1890268" y="2070"/>
                </a:lnTo>
                <a:lnTo>
                  <a:pt x="1816671" y="533"/>
                </a:lnTo>
                <a:lnTo>
                  <a:pt x="1740700" y="0"/>
                </a:lnTo>
                <a:lnTo>
                  <a:pt x="1664728" y="533"/>
                </a:lnTo>
                <a:lnTo>
                  <a:pt x="1591132" y="2070"/>
                </a:lnTo>
                <a:lnTo>
                  <a:pt x="1520329" y="4559"/>
                </a:lnTo>
                <a:lnTo>
                  <a:pt x="1452740" y="7962"/>
                </a:lnTo>
                <a:lnTo>
                  <a:pt x="1388795" y="12204"/>
                </a:lnTo>
                <a:lnTo>
                  <a:pt x="1328928" y="17246"/>
                </a:lnTo>
                <a:lnTo>
                  <a:pt x="1273556" y="23025"/>
                </a:lnTo>
                <a:lnTo>
                  <a:pt x="1223111" y="29489"/>
                </a:lnTo>
                <a:lnTo>
                  <a:pt x="1178001" y="36588"/>
                </a:lnTo>
                <a:lnTo>
                  <a:pt x="1138669" y="44259"/>
                </a:lnTo>
                <a:lnTo>
                  <a:pt x="1079030" y="61112"/>
                </a:lnTo>
                <a:lnTo>
                  <a:pt x="1043482" y="89357"/>
                </a:lnTo>
                <a:lnTo>
                  <a:pt x="1047572" y="99085"/>
                </a:lnTo>
                <a:lnTo>
                  <a:pt x="1105535" y="126250"/>
                </a:lnTo>
                <a:lnTo>
                  <a:pt x="1178001" y="142113"/>
                </a:lnTo>
                <a:lnTo>
                  <a:pt x="1223111" y="149212"/>
                </a:lnTo>
                <a:lnTo>
                  <a:pt x="1273556" y="155676"/>
                </a:lnTo>
                <a:lnTo>
                  <a:pt x="1328928" y="161455"/>
                </a:lnTo>
                <a:lnTo>
                  <a:pt x="1388795" y="166497"/>
                </a:lnTo>
                <a:lnTo>
                  <a:pt x="1452740" y="170751"/>
                </a:lnTo>
                <a:lnTo>
                  <a:pt x="1520329" y="174142"/>
                </a:lnTo>
                <a:lnTo>
                  <a:pt x="1591132" y="176644"/>
                </a:lnTo>
                <a:lnTo>
                  <a:pt x="1664728" y="178181"/>
                </a:lnTo>
                <a:lnTo>
                  <a:pt x="1740700" y="178701"/>
                </a:lnTo>
                <a:lnTo>
                  <a:pt x="1816671" y="178181"/>
                </a:lnTo>
                <a:lnTo>
                  <a:pt x="1890268" y="176644"/>
                </a:lnTo>
                <a:lnTo>
                  <a:pt x="1961070" y="174142"/>
                </a:lnTo>
                <a:lnTo>
                  <a:pt x="2028647" y="170751"/>
                </a:lnTo>
                <a:lnTo>
                  <a:pt x="2092591" y="166497"/>
                </a:lnTo>
                <a:lnTo>
                  <a:pt x="2152459" y="161455"/>
                </a:lnTo>
                <a:lnTo>
                  <a:pt x="2207831" y="155676"/>
                </a:lnTo>
                <a:lnTo>
                  <a:pt x="2258288" y="149212"/>
                </a:lnTo>
                <a:lnTo>
                  <a:pt x="2261578" y="148704"/>
                </a:lnTo>
                <a:lnTo>
                  <a:pt x="2264880" y="149212"/>
                </a:lnTo>
                <a:lnTo>
                  <a:pt x="2315324" y="155676"/>
                </a:lnTo>
                <a:lnTo>
                  <a:pt x="2370696" y="161455"/>
                </a:lnTo>
                <a:lnTo>
                  <a:pt x="2430564" y="166497"/>
                </a:lnTo>
                <a:lnTo>
                  <a:pt x="2494508" y="170751"/>
                </a:lnTo>
                <a:lnTo>
                  <a:pt x="2562098" y="174142"/>
                </a:lnTo>
                <a:lnTo>
                  <a:pt x="2632900" y="176644"/>
                </a:lnTo>
                <a:lnTo>
                  <a:pt x="2706497" y="178181"/>
                </a:lnTo>
                <a:lnTo>
                  <a:pt x="2782468" y="178701"/>
                </a:lnTo>
                <a:lnTo>
                  <a:pt x="2858439" y="178181"/>
                </a:lnTo>
                <a:lnTo>
                  <a:pt x="2932036" y="176644"/>
                </a:lnTo>
                <a:lnTo>
                  <a:pt x="3002838" y="174142"/>
                </a:lnTo>
                <a:lnTo>
                  <a:pt x="3070415" y="170751"/>
                </a:lnTo>
                <a:lnTo>
                  <a:pt x="3134360" y="166497"/>
                </a:lnTo>
                <a:lnTo>
                  <a:pt x="3194227" y="161455"/>
                </a:lnTo>
                <a:lnTo>
                  <a:pt x="3249599" y="155676"/>
                </a:lnTo>
                <a:lnTo>
                  <a:pt x="3300057" y="149212"/>
                </a:lnTo>
                <a:lnTo>
                  <a:pt x="3345154" y="142113"/>
                </a:lnTo>
                <a:lnTo>
                  <a:pt x="3384486" y="134442"/>
                </a:lnTo>
                <a:lnTo>
                  <a:pt x="3408870" y="128422"/>
                </a:lnTo>
                <a:lnTo>
                  <a:pt x="3433267" y="134442"/>
                </a:lnTo>
                <a:lnTo>
                  <a:pt x="3472599" y="142113"/>
                </a:lnTo>
                <a:lnTo>
                  <a:pt x="3517709" y="149212"/>
                </a:lnTo>
                <a:lnTo>
                  <a:pt x="3568154" y="155676"/>
                </a:lnTo>
                <a:lnTo>
                  <a:pt x="3623526" y="161455"/>
                </a:lnTo>
                <a:lnTo>
                  <a:pt x="3683393" y="166497"/>
                </a:lnTo>
                <a:lnTo>
                  <a:pt x="3747338" y="170751"/>
                </a:lnTo>
                <a:lnTo>
                  <a:pt x="3814915" y="174142"/>
                </a:lnTo>
                <a:lnTo>
                  <a:pt x="3816921" y="174218"/>
                </a:lnTo>
                <a:lnTo>
                  <a:pt x="3813454" y="179705"/>
                </a:lnTo>
                <a:lnTo>
                  <a:pt x="3811371" y="189623"/>
                </a:lnTo>
                <a:lnTo>
                  <a:pt x="3813454" y="199542"/>
                </a:lnTo>
                <a:lnTo>
                  <a:pt x="3819652" y="209334"/>
                </a:lnTo>
                <a:lnTo>
                  <a:pt x="3861790" y="237705"/>
                </a:lnTo>
                <a:lnTo>
                  <a:pt x="3908437" y="255676"/>
                </a:lnTo>
                <a:lnTo>
                  <a:pt x="3968915" y="272745"/>
                </a:lnTo>
                <a:lnTo>
                  <a:pt x="4042372" y="288823"/>
                </a:lnTo>
                <a:lnTo>
                  <a:pt x="4083710" y="296443"/>
                </a:lnTo>
                <a:lnTo>
                  <a:pt x="4127957" y="303784"/>
                </a:lnTo>
                <a:lnTo>
                  <a:pt x="4175010" y="310807"/>
                </a:lnTo>
                <a:lnTo>
                  <a:pt x="4224782" y="317525"/>
                </a:lnTo>
                <a:lnTo>
                  <a:pt x="4277144" y="323900"/>
                </a:lnTo>
                <a:lnTo>
                  <a:pt x="4332008" y="329933"/>
                </a:lnTo>
                <a:lnTo>
                  <a:pt x="4389247" y="335597"/>
                </a:lnTo>
                <a:lnTo>
                  <a:pt x="4448759" y="340893"/>
                </a:lnTo>
                <a:lnTo>
                  <a:pt x="4510443" y="345808"/>
                </a:lnTo>
                <a:lnTo>
                  <a:pt x="4574197" y="350304"/>
                </a:lnTo>
                <a:lnTo>
                  <a:pt x="4639894" y="354393"/>
                </a:lnTo>
                <a:lnTo>
                  <a:pt x="4707433" y="358063"/>
                </a:lnTo>
                <a:lnTo>
                  <a:pt x="4776711" y="361276"/>
                </a:lnTo>
                <a:lnTo>
                  <a:pt x="4847615" y="364032"/>
                </a:lnTo>
                <a:lnTo>
                  <a:pt x="4920056" y="366318"/>
                </a:lnTo>
                <a:lnTo>
                  <a:pt x="4993894" y="368134"/>
                </a:lnTo>
                <a:lnTo>
                  <a:pt x="5069052" y="369430"/>
                </a:lnTo>
                <a:lnTo>
                  <a:pt x="5145405" y="370230"/>
                </a:lnTo>
                <a:lnTo>
                  <a:pt x="5222849" y="370497"/>
                </a:lnTo>
                <a:lnTo>
                  <a:pt x="5300294" y="370230"/>
                </a:lnTo>
                <a:lnTo>
                  <a:pt x="5376646" y="369430"/>
                </a:lnTo>
                <a:lnTo>
                  <a:pt x="5451792" y="368134"/>
                </a:lnTo>
                <a:lnTo>
                  <a:pt x="5525643" y="366318"/>
                </a:lnTo>
                <a:lnTo>
                  <a:pt x="5598071" y="364032"/>
                </a:lnTo>
                <a:lnTo>
                  <a:pt x="5668988" y="361276"/>
                </a:lnTo>
                <a:lnTo>
                  <a:pt x="5738266" y="358063"/>
                </a:lnTo>
                <a:lnTo>
                  <a:pt x="5805805" y="354393"/>
                </a:lnTo>
                <a:lnTo>
                  <a:pt x="5871502" y="350304"/>
                </a:lnTo>
                <a:lnTo>
                  <a:pt x="5935243" y="345808"/>
                </a:lnTo>
                <a:lnTo>
                  <a:pt x="5996927" y="340893"/>
                </a:lnTo>
                <a:lnTo>
                  <a:pt x="6056452" y="335597"/>
                </a:lnTo>
                <a:lnTo>
                  <a:pt x="6113691" y="329933"/>
                </a:lnTo>
                <a:lnTo>
                  <a:pt x="6168542" y="323900"/>
                </a:lnTo>
                <a:lnTo>
                  <a:pt x="6220917" y="317525"/>
                </a:lnTo>
                <a:lnTo>
                  <a:pt x="6270676" y="310807"/>
                </a:lnTo>
                <a:lnTo>
                  <a:pt x="6317742" y="303784"/>
                </a:lnTo>
                <a:lnTo>
                  <a:pt x="6361989" y="296443"/>
                </a:lnTo>
                <a:lnTo>
                  <a:pt x="6403314" y="288823"/>
                </a:lnTo>
                <a:lnTo>
                  <a:pt x="6441618" y="280911"/>
                </a:lnTo>
                <a:lnTo>
                  <a:pt x="6508699" y="264325"/>
                </a:lnTo>
                <a:lnTo>
                  <a:pt x="6562369" y="246786"/>
                </a:lnTo>
                <a:lnTo>
                  <a:pt x="6601765" y="228422"/>
                </a:lnTo>
                <a:lnTo>
                  <a:pt x="6632232" y="199542"/>
                </a:lnTo>
                <a:lnTo>
                  <a:pt x="6634327" y="189623"/>
                </a:lnTo>
                <a:close/>
              </a:path>
            </a:pathLst>
          </a:custGeom>
          <a:solidFill>
            <a:srgbClr val="EFEFE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40" name="object 440" descr=""/>
          <p:cNvGrpSpPr/>
          <p:nvPr/>
        </p:nvGrpSpPr>
        <p:grpSpPr>
          <a:xfrm>
            <a:off x="9077196" y="6124368"/>
            <a:ext cx="7618095" cy="3035300"/>
            <a:chOff x="9077196" y="6124368"/>
            <a:chExt cx="7618095" cy="3035300"/>
          </a:xfrm>
        </p:grpSpPr>
        <p:sp>
          <p:nvSpPr>
            <p:cNvPr id="441" name="object 441" descr=""/>
            <p:cNvSpPr/>
            <p:nvPr/>
          </p:nvSpPr>
          <p:spPr>
            <a:xfrm>
              <a:off x="9090825" y="6124377"/>
              <a:ext cx="7597775" cy="3035300"/>
            </a:xfrm>
            <a:custGeom>
              <a:avLst/>
              <a:gdLst/>
              <a:ahLst/>
              <a:cxnLst/>
              <a:rect l="l" t="t" r="r" b="b"/>
              <a:pathLst>
                <a:path w="7597775" h="3035300">
                  <a:moveTo>
                    <a:pt x="7597546" y="0"/>
                  </a:moveTo>
                  <a:lnTo>
                    <a:pt x="0" y="0"/>
                  </a:lnTo>
                  <a:lnTo>
                    <a:pt x="0" y="1630108"/>
                  </a:lnTo>
                  <a:lnTo>
                    <a:pt x="0" y="3034919"/>
                  </a:lnTo>
                  <a:lnTo>
                    <a:pt x="7597546" y="3034919"/>
                  </a:lnTo>
                  <a:lnTo>
                    <a:pt x="7597546" y="1630108"/>
                  </a:lnTo>
                  <a:lnTo>
                    <a:pt x="7597546" y="0"/>
                  </a:lnTo>
                  <a:close/>
                </a:path>
              </a:pathLst>
            </a:custGeom>
            <a:solidFill>
              <a:srgbClr val="C9F0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9077196" y="8257951"/>
              <a:ext cx="7618095" cy="895985"/>
            </a:xfrm>
            <a:custGeom>
              <a:avLst/>
              <a:gdLst/>
              <a:ahLst/>
              <a:cxnLst/>
              <a:rect l="l" t="t" r="r" b="b"/>
              <a:pathLst>
                <a:path w="7618094" h="895984">
                  <a:moveTo>
                    <a:pt x="5393270" y="0"/>
                  </a:moveTo>
                  <a:lnTo>
                    <a:pt x="5367537" y="3913"/>
                  </a:lnTo>
                  <a:lnTo>
                    <a:pt x="5345431" y="14766"/>
                  </a:lnTo>
                  <a:lnTo>
                    <a:pt x="5328425" y="31231"/>
                  </a:lnTo>
                  <a:lnTo>
                    <a:pt x="5317021" y="54019"/>
                  </a:lnTo>
                  <a:lnTo>
                    <a:pt x="5307958" y="51679"/>
                  </a:lnTo>
                  <a:lnTo>
                    <a:pt x="5273724" y="68458"/>
                  </a:lnTo>
                  <a:lnTo>
                    <a:pt x="5272352" y="73777"/>
                  </a:lnTo>
                  <a:lnTo>
                    <a:pt x="5270310" y="68458"/>
                  </a:lnTo>
                  <a:lnTo>
                    <a:pt x="5233163" y="51786"/>
                  </a:lnTo>
                  <a:lnTo>
                    <a:pt x="5219158" y="51679"/>
                  </a:lnTo>
                  <a:lnTo>
                    <a:pt x="5205611" y="54019"/>
                  </a:lnTo>
                  <a:lnTo>
                    <a:pt x="5188582" y="31231"/>
                  </a:lnTo>
                  <a:lnTo>
                    <a:pt x="5163171" y="14766"/>
                  </a:lnTo>
                  <a:lnTo>
                    <a:pt x="5130140" y="3913"/>
                  </a:lnTo>
                  <a:lnTo>
                    <a:pt x="5091698" y="0"/>
                  </a:lnTo>
                  <a:lnTo>
                    <a:pt x="5048395" y="10740"/>
                  </a:lnTo>
                  <a:lnTo>
                    <a:pt x="5007933" y="38448"/>
                  </a:lnTo>
                  <a:lnTo>
                    <a:pt x="4972063" y="76357"/>
                  </a:lnTo>
                  <a:lnTo>
                    <a:pt x="4942539" y="117698"/>
                  </a:lnTo>
                  <a:lnTo>
                    <a:pt x="4921111" y="155703"/>
                  </a:lnTo>
                  <a:lnTo>
                    <a:pt x="4909533" y="183604"/>
                  </a:lnTo>
                  <a:lnTo>
                    <a:pt x="4909557" y="194632"/>
                  </a:lnTo>
                  <a:lnTo>
                    <a:pt x="4902058" y="226884"/>
                  </a:lnTo>
                  <a:lnTo>
                    <a:pt x="4867758" y="273434"/>
                  </a:lnTo>
                  <a:lnTo>
                    <a:pt x="4811706" y="299330"/>
                  </a:lnTo>
                  <a:lnTo>
                    <a:pt x="4738684" y="308510"/>
                  </a:lnTo>
                  <a:lnTo>
                    <a:pt x="4697304" y="308062"/>
                  </a:lnTo>
                  <a:lnTo>
                    <a:pt x="4653474" y="304912"/>
                  </a:lnTo>
                  <a:lnTo>
                    <a:pt x="4607793" y="299553"/>
                  </a:lnTo>
                  <a:lnTo>
                    <a:pt x="4560858" y="292476"/>
                  </a:lnTo>
                  <a:lnTo>
                    <a:pt x="4513267" y="284174"/>
                  </a:lnTo>
                  <a:lnTo>
                    <a:pt x="4465617" y="275139"/>
                  </a:lnTo>
                  <a:lnTo>
                    <a:pt x="4372533" y="256841"/>
                  </a:lnTo>
                  <a:lnTo>
                    <a:pt x="4328295" y="248562"/>
                  </a:lnTo>
                  <a:lnTo>
                    <a:pt x="4286389" y="241520"/>
                  </a:lnTo>
                  <a:lnTo>
                    <a:pt x="4247413" y="236206"/>
                  </a:lnTo>
                  <a:lnTo>
                    <a:pt x="4211965" y="233114"/>
                  </a:lnTo>
                  <a:lnTo>
                    <a:pt x="4180643" y="232735"/>
                  </a:lnTo>
                  <a:lnTo>
                    <a:pt x="4154044" y="235562"/>
                  </a:lnTo>
                  <a:lnTo>
                    <a:pt x="4132766" y="242087"/>
                  </a:lnTo>
                  <a:lnTo>
                    <a:pt x="4117408" y="252802"/>
                  </a:lnTo>
                  <a:lnTo>
                    <a:pt x="4108565" y="268201"/>
                  </a:lnTo>
                  <a:lnTo>
                    <a:pt x="4107026" y="263468"/>
                  </a:lnTo>
                  <a:lnTo>
                    <a:pt x="4104136" y="259028"/>
                  </a:lnTo>
                  <a:lnTo>
                    <a:pt x="4099875" y="255374"/>
                  </a:lnTo>
                  <a:lnTo>
                    <a:pt x="4089061" y="249257"/>
                  </a:lnTo>
                  <a:lnTo>
                    <a:pt x="4076900" y="247407"/>
                  </a:lnTo>
                  <a:lnTo>
                    <a:pt x="4064855" y="249792"/>
                  </a:lnTo>
                  <a:lnTo>
                    <a:pt x="4054389" y="256379"/>
                  </a:lnTo>
                  <a:lnTo>
                    <a:pt x="4052452" y="258390"/>
                  </a:lnTo>
                  <a:lnTo>
                    <a:pt x="4049154" y="254976"/>
                  </a:lnTo>
                  <a:lnTo>
                    <a:pt x="4047300" y="253384"/>
                  </a:lnTo>
                  <a:lnTo>
                    <a:pt x="4027345" y="242097"/>
                  </a:lnTo>
                  <a:lnTo>
                    <a:pt x="4004893" y="238683"/>
                  </a:lnTo>
                  <a:lnTo>
                    <a:pt x="3982653" y="243083"/>
                  </a:lnTo>
                  <a:lnTo>
                    <a:pt x="3951324" y="271926"/>
                  </a:lnTo>
                  <a:lnTo>
                    <a:pt x="3946979" y="290703"/>
                  </a:lnTo>
                  <a:lnTo>
                    <a:pt x="3944120" y="286054"/>
                  </a:lnTo>
                  <a:lnTo>
                    <a:pt x="3910358" y="264961"/>
                  </a:lnTo>
                  <a:lnTo>
                    <a:pt x="3896161" y="263167"/>
                  </a:lnTo>
                  <a:lnTo>
                    <a:pt x="3881923" y="264463"/>
                  </a:lnTo>
                  <a:lnTo>
                    <a:pt x="3876270" y="252180"/>
                  </a:lnTo>
                  <a:lnTo>
                    <a:pt x="3849453" y="219187"/>
                  </a:lnTo>
                  <a:lnTo>
                    <a:pt x="3815207" y="198193"/>
                  </a:lnTo>
                  <a:lnTo>
                    <a:pt x="3776712" y="188393"/>
                  </a:lnTo>
                  <a:lnTo>
                    <a:pt x="3737086" y="189715"/>
                  </a:lnTo>
                  <a:lnTo>
                    <a:pt x="3699447" y="202088"/>
                  </a:lnTo>
                  <a:lnTo>
                    <a:pt x="3694662" y="201501"/>
                  </a:lnTo>
                  <a:lnTo>
                    <a:pt x="3703465" y="184312"/>
                  </a:lnTo>
                  <a:lnTo>
                    <a:pt x="3705076" y="165836"/>
                  </a:lnTo>
                  <a:lnTo>
                    <a:pt x="3699543" y="147884"/>
                  </a:lnTo>
                  <a:lnTo>
                    <a:pt x="3686913" y="132268"/>
                  </a:lnTo>
                  <a:lnTo>
                    <a:pt x="3674760" y="124227"/>
                  </a:lnTo>
                  <a:lnTo>
                    <a:pt x="3661214" y="119332"/>
                  </a:lnTo>
                  <a:lnTo>
                    <a:pt x="3646955" y="117565"/>
                  </a:lnTo>
                  <a:lnTo>
                    <a:pt x="3632664" y="118907"/>
                  </a:lnTo>
                  <a:lnTo>
                    <a:pt x="3629411" y="108634"/>
                  </a:lnTo>
                  <a:lnTo>
                    <a:pt x="3584838" y="66848"/>
                  </a:lnTo>
                  <a:lnTo>
                    <a:pt x="3557208" y="61379"/>
                  </a:lnTo>
                  <a:lnTo>
                    <a:pt x="3529299" y="64781"/>
                  </a:lnTo>
                  <a:lnTo>
                    <a:pt x="3503914" y="76992"/>
                  </a:lnTo>
                  <a:lnTo>
                    <a:pt x="3503076" y="70510"/>
                  </a:lnTo>
                  <a:lnTo>
                    <a:pt x="3467680" y="51679"/>
                  </a:lnTo>
                  <a:lnTo>
                    <a:pt x="3458617" y="54019"/>
                  </a:lnTo>
                  <a:lnTo>
                    <a:pt x="3447217" y="31231"/>
                  </a:lnTo>
                  <a:lnTo>
                    <a:pt x="3430211" y="14766"/>
                  </a:lnTo>
                  <a:lnTo>
                    <a:pt x="3408102" y="3913"/>
                  </a:lnTo>
                  <a:lnTo>
                    <a:pt x="3382368" y="0"/>
                  </a:lnTo>
                  <a:lnTo>
                    <a:pt x="3371475" y="679"/>
                  </a:lnTo>
                  <a:lnTo>
                    <a:pt x="3361042" y="2658"/>
                  </a:lnTo>
                  <a:lnTo>
                    <a:pt x="3351173" y="5844"/>
                  </a:lnTo>
                  <a:lnTo>
                    <a:pt x="3341971" y="10146"/>
                  </a:lnTo>
                  <a:lnTo>
                    <a:pt x="3332776" y="5844"/>
                  </a:lnTo>
                  <a:lnTo>
                    <a:pt x="3322913" y="2658"/>
                  </a:lnTo>
                  <a:lnTo>
                    <a:pt x="3312482" y="679"/>
                  </a:lnTo>
                  <a:lnTo>
                    <a:pt x="3301585" y="0"/>
                  </a:lnTo>
                  <a:lnTo>
                    <a:pt x="3275857" y="3913"/>
                  </a:lnTo>
                  <a:lnTo>
                    <a:pt x="3253751" y="14766"/>
                  </a:lnTo>
                  <a:lnTo>
                    <a:pt x="3236746" y="31231"/>
                  </a:lnTo>
                  <a:lnTo>
                    <a:pt x="3225346" y="54019"/>
                  </a:lnTo>
                  <a:lnTo>
                    <a:pt x="3216278" y="51679"/>
                  </a:lnTo>
                  <a:lnTo>
                    <a:pt x="3180897" y="70510"/>
                  </a:lnTo>
                  <a:lnTo>
                    <a:pt x="3180049" y="76992"/>
                  </a:lnTo>
                  <a:lnTo>
                    <a:pt x="3154668" y="64781"/>
                  </a:lnTo>
                  <a:lnTo>
                    <a:pt x="3099122" y="66848"/>
                  </a:lnTo>
                  <a:lnTo>
                    <a:pt x="3066193" y="89624"/>
                  </a:lnTo>
                  <a:lnTo>
                    <a:pt x="3051299" y="118907"/>
                  </a:lnTo>
                  <a:lnTo>
                    <a:pt x="3037006" y="117565"/>
                  </a:lnTo>
                  <a:lnTo>
                    <a:pt x="2997039" y="132268"/>
                  </a:lnTo>
                  <a:lnTo>
                    <a:pt x="2978881" y="165836"/>
                  </a:lnTo>
                  <a:lnTo>
                    <a:pt x="2980496" y="184312"/>
                  </a:lnTo>
                  <a:lnTo>
                    <a:pt x="2989301" y="201501"/>
                  </a:lnTo>
                  <a:lnTo>
                    <a:pt x="2984505" y="202088"/>
                  </a:lnTo>
                  <a:lnTo>
                    <a:pt x="2946868" y="189715"/>
                  </a:lnTo>
                  <a:lnTo>
                    <a:pt x="2907246" y="188393"/>
                  </a:lnTo>
                  <a:lnTo>
                    <a:pt x="2868755" y="198193"/>
                  </a:lnTo>
                  <a:lnTo>
                    <a:pt x="2834510" y="219187"/>
                  </a:lnTo>
                  <a:lnTo>
                    <a:pt x="2807689" y="252180"/>
                  </a:lnTo>
                  <a:lnTo>
                    <a:pt x="2802029" y="264463"/>
                  </a:lnTo>
                  <a:lnTo>
                    <a:pt x="2787792" y="263167"/>
                  </a:lnTo>
                  <a:lnTo>
                    <a:pt x="2748021" y="277876"/>
                  </a:lnTo>
                  <a:lnTo>
                    <a:pt x="2736984" y="290703"/>
                  </a:lnTo>
                  <a:lnTo>
                    <a:pt x="2735766" y="281177"/>
                  </a:lnTo>
                  <a:lnTo>
                    <a:pt x="2701310" y="243083"/>
                  </a:lnTo>
                  <a:lnTo>
                    <a:pt x="2679070" y="238683"/>
                  </a:lnTo>
                  <a:lnTo>
                    <a:pt x="2656618" y="242097"/>
                  </a:lnTo>
                  <a:lnTo>
                    <a:pt x="2636663" y="253384"/>
                  </a:lnTo>
                  <a:lnTo>
                    <a:pt x="2633092" y="256641"/>
                  </a:lnTo>
                  <a:lnTo>
                    <a:pt x="2631511" y="258390"/>
                  </a:lnTo>
                  <a:lnTo>
                    <a:pt x="2629584" y="256379"/>
                  </a:lnTo>
                  <a:lnTo>
                    <a:pt x="2619112" y="249792"/>
                  </a:lnTo>
                  <a:lnTo>
                    <a:pt x="2607064" y="247407"/>
                  </a:lnTo>
                  <a:lnTo>
                    <a:pt x="2594902" y="249257"/>
                  </a:lnTo>
                  <a:lnTo>
                    <a:pt x="2584088" y="255374"/>
                  </a:lnTo>
                  <a:lnTo>
                    <a:pt x="2579837" y="259028"/>
                  </a:lnTo>
                  <a:lnTo>
                    <a:pt x="2576926" y="263468"/>
                  </a:lnTo>
                  <a:lnTo>
                    <a:pt x="2575398" y="268201"/>
                  </a:lnTo>
                  <a:lnTo>
                    <a:pt x="2568047" y="226681"/>
                  </a:lnTo>
                  <a:lnTo>
                    <a:pt x="2535608" y="164615"/>
                  </a:lnTo>
                  <a:lnTo>
                    <a:pt x="2484696" y="128404"/>
                  </a:lnTo>
                  <a:lnTo>
                    <a:pt x="2421518" y="115519"/>
                  </a:lnTo>
                  <a:lnTo>
                    <a:pt x="2387269" y="117034"/>
                  </a:lnTo>
                  <a:lnTo>
                    <a:pt x="2317334" y="134394"/>
                  </a:lnTo>
                  <a:lnTo>
                    <a:pt x="2250654" y="168754"/>
                  </a:lnTo>
                  <a:lnTo>
                    <a:pt x="2193439" y="217586"/>
                  </a:lnTo>
                  <a:lnTo>
                    <a:pt x="2151898" y="278360"/>
                  </a:lnTo>
                  <a:lnTo>
                    <a:pt x="2132238" y="348544"/>
                  </a:lnTo>
                  <a:lnTo>
                    <a:pt x="2130971" y="351455"/>
                  </a:lnTo>
                  <a:lnTo>
                    <a:pt x="2118134" y="304566"/>
                  </a:lnTo>
                  <a:lnTo>
                    <a:pt x="2087234" y="262892"/>
                  </a:lnTo>
                  <a:lnTo>
                    <a:pt x="2055101" y="239562"/>
                  </a:lnTo>
                  <a:lnTo>
                    <a:pt x="2018661" y="224790"/>
                  </a:lnTo>
                  <a:lnTo>
                    <a:pt x="1979833" y="218610"/>
                  </a:lnTo>
                  <a:lnTo>
                    <a:pt x="1940537" y="221061"/>
                  </a:lnTo>
                  <a:lnTo>
                    <a:pt x="1911991" y="182417"/>
                  </a:lnTo>
                  <a:lnTo>
                    <a:pt x="1880283" y="146547"/>
                  </a:lnTo>
                  <a:lnTo>
                    <a:pt x="1846098" y="114472"/>
                  </a:lnTo>
                  <a:lnTo>
                    <a:pt x="1810117" y="87213"/>
                  </a:lnTo>
                  <a:lnTo>
                    <a:pt x="1773023" y="65791"/>
                  </a:lnTo>
                  <a:lnTo>
                    <a:pt x="1735499" y="51227"/>
                  </a:lnTo>
                  <a:lnTo>
                    <a:pt x="1698228" y="44544"/>
                  </a:lnTo>
                  <a:lnTo>
                    <a:pt x="1661892" y="46762"/>
                  </a:lnTo>
                  <a:lnTo>
                    <a:pt x="1627174" y="58902"/>
                  </a:lnTo>
                  <a:lnTo>
                    <a:pt x="1594757" y="81987"/>
                  </a:lnTo>
                  <a:lnTo>
                    <a:pt x="1581391" y="80760"/>
                  </a:lnTo>
                  <a:lnTo>
                    <a:pt x="1544015" y="94227"/>
                  </a:lnTo>
                  <a:lnTo>
                    <a:pt x="1527047" y="124966"/>
                  </a:lnTo>
                  <a:lnTo>
                    <a:pt x="1528554" y="141886"/>
                  </a:lnTo>
                  <a:lnTo>
                    <a:pt x="1536780" y="157628"/>
                  </a:lnTo>
                  <a:lnTo>
                    <a:pt x="1532298" y="158162"/>
                  </a:lnTo>
                  <a:lnTo>
                    <a:pt x="1501451" y="147657"/>
                  </a:lnTo>
                  <a:lnTo>
                    <a:pt x="1468897" y="145004"/>
                  </a:lnTo>
                  <a:lnTo>
                    <a:pt x="1436626" y="150242"/>
                  </a:lnTo>
                  <a:lnTo>
                    <a:pt x="1406627" y="163408"/>
                  </a:lnTo>
                  <a:lnTo>
                    <a:pt x="1366035" y="143705"/>
                  </a:lnTo>
                  <a:lnTo>
                    <a:pt x="1324321" y="130680"/>
                  </a:lnTo>
                  <a:lnTo>
                    <a:pt x="1282356" y="125071"/>
                  </a:lnTo>
                  <a:lnTo>
                    <a:pt x="1241008" y="127617"/>
                  </a:lnTo>
                  <a:lnTo>
                    <a:pt x="1201148" y="139056"/>
                  </a:lnTo>
                  <a:lnTo>
                    <a:pt x="1163645" y="160125"/>
                  </a:lnTo>
                  <a:lnTo>
                    <a:pt x="1129368" y="191564"/>
                  </a:lnTo>
                  <a:lnTo>
                    <a:pt x="1094910" y="156901"/>
                  </a:lnTo>
                  <a:lnTo>
                    <a:pt x="1057378" y="130601"/>
                  </a:lnTo>
                  <a:lnTo>
                    <a:pt x="1017355" y="112085"/>
                  </a:lnTo>
                  <a:lnTo>
                    <a:pt x="975423" y="100775"/>
                  </a:lnTo>
                  <a:lnTo>
                    <a:pt x="932167" y="96091"/>
                  </a:lnTo>
                  <a:lnTo>
                    <a:pt x="888167" y="97456"/>
                  </a:lnTo>
                  <a:lnTo>
                    <a:pt x="844009" y="104290"/>
                  </a:lnTo>
                  <a:lnTo>
                    <a:pt x="800274" y="116013"/>
                  </a:lnTo>
                  <a:lnTo>
                    <a:pt x="757545" y="132049"/>
                  </a:lnTo>
                  <a:lnTo>
                    <a:pt x="716406" y="151816"/>
                  </a:lnTo>
                  <a:lnTo>
                    <a:pt x="677438" y="174738"/>
                  </a:lnTo>
                  <a:lnTo>
                    <a:pt x="641226" y="200234"/>
                  </a:lnTo>
                  <a:lnTo>
                    <a:pt x="596178" y="190558"/>
                  </a:lnTo>
                  <a:lnTo>
                    <a:pt x="549105" y="187653"/>
                  </a:lnTo>
                  <a:lnTo>
                    <a:pt x="502253" y="191503"/>
                  </a:lnTo>
                  <a:lnTo>
                    <a:pt x="457870" y="202088"/>
                  </a:lnTo>
                  <a:lnTo>
                    <a:pt x="450572" y="201501"/>
                  </a:lnTo>
                  <a:lnTo>
                    <a:pt x="463994" y="184312"/>
                  </a:lnTo>
                  <a:lnTo>
                    <a:pt x="466453" y="165836"/>
                  </a:lnTo>
                  <a:lnTo>
                    <a:pt x="458013" y="147884"/>
                  </a:lnTo>
                  <a:lnTo>
                    <a:pt x="438740" y="132268"/>
                  </a:lnTo>
                  <a:lnTo>
                    <a:pt x="420195" y="124227"/>
                  </a:lnTo>
                  <a:lnTo>
                    <a:pt x="399525" y="119332"/>
                  </a:lnTo>
                  <a:lnTo>
                    <a:pt x="377770" y="117565"/>
                  </a:lnTo>
                  <a:lnTo>
                    <a:pt x="355968" y="118907"/>
                  </a:lnTo>
                  <a:lnTo>
                    <a:pt x="354523" y="114771"/>
                  </a:lnTo>
                  <a:lnTo>
                    <a:pt x="352450" y="110719"/>
                  </a:lnTo>
                  <a:lnTo>
                    <a:pt x="349769" y="106761"/>
                  </a:lnTo>
                  <a:lnTo>
                    <a:pt x="354777" y="98411"/>
                  </a:lnTo>
                  <a:lnTo>
                    <a:pt x="358486" y="89444"/>
                  </a:lnTo>
                  <a:lnTo>
                    <a:pt x="360789" y="79956"/>
                  </a:lnTo>
                  <a:lnTo>
                    <a:pt x="361580" y="70039"/>
                  </a:lnTo>
                  <a:lnTo>
                    <a:pt x="355326" y="42778"/>
                  </a:lnTo>
                  <a:lnTo>
                    <a:pt x="338275" y="20515"/>
                  </a:lnTo>
                  <a:lnTo>
                    <a:pt x="312989" y="5504"/>
                  </a:lnTo>
                  <a:lnTo>
                    <a:pt x="282033" y="0"/>
                  </a:lnTo>
                  <a:lnTo>
                    <a:pt x="255759" y="3913"/>
                  </a:lnTo>
                  <a:lnTo>
                    <a:pt x="233182" y="14766"/>
                  </a:lnTo>
                  <a:lnTo>
                    <a:pt x="215814" y="31231"/>
                  </a:lnTo>
                  <a:lnTo>
                    <a:pt x="204171" y="54019"/>
                  </a:lnTo>
                  <a:lnTo>
                    <a:pt x="194912" y="51679"/>
                  </a:lnTo>
                  <a:lnTo>
                    <a:pt x="159942" y="68458"/>
                  </a:lnTo>
                  <a:lnTo>
                    <a:pt x="158539" y="73777"/>
                  </a:lnTo>
                  <a:lnTo>
                    <a:pt x="156455" y="68458"/>
                  </a:lnTo>
                  <a:lnTo>
                    <a:pt x="118526" y="51786"/>
                  </a:lnTo>
                  <a:lnTo>
                    <a:pt x="104220" y="51679"/>
                  </a:lnTo>
                  <a:lnTo>
                    <a:pt x="90384" y="54019"/>
                  </a:lnTo>
                  <a:lnTo>
                    <a:pt x="76318" y="34337"/>
                  </a:lnTo>
                  <a:lnTo>
                    <a:pt x="56411" y="19555"/>
                  </a:lnTo>
                  <a:lnTo>
                    <a:pt x="30529" y="8411"/>
                  </a:lnTo>
                  <a:lnTo>
                    <a:pt x="0" y="1685"/>
                  </a:lnTo>
                  <a:lnTo>
                    <a:pt x="0" y="895637"/>
                  </a:lnTo>
                  <a:lnTo>
                    <a:pt x="7617715" y="895637"/>
                  </a:lnTo>
                  <a:lnTo>
                    <a:pt x="7617715" y="216244"/>
                  </a:lnTo>
                  <a:lnTo>
                    <a:pt x="7566927" y="213985"/>
                  </a:lnTo>
                  <a:lnTo>
                    <a:pt x="7538127" y="241959"/>
                  </a:lnTo>
                  <a:lnTo>
                    <a:pt x="7535896" y="249008"/>
                  </a:lnTo>
                  <a:lnTo>
                    <a:pt x="7526089" y="248086"/>
                  </a:lnTo>
                  <a:lnTo>
                    <a:pt x="7489998" y="268892"/>
                  </a:lnTo>
                  <a:lnTo>
                    <a:pt x="7486206" y="281211"/>
                  </a:lnTo>
                  <a:lnTo>
                    <a:pt x="7487314" y="293890"/>
                  </a:lnTo>
                  <a:lnTo>
                    <a:pt x="7493352" y="305687"/>
                  </a:lnTo>
                  <a:lnTo>
                    <a:pt x="7490065" y="306084"/>
                  </a:lnTo>
                  <a:lnTo>
                    <a:pt x="7464239" y="297599"/>
                  </a:lnTo>
                  <a:lnTo>
                    <a:pt x="7437049" y="296695"/>
                  </a:lnTo>
                  <a:lnTo>
                    <a:pt x="7410635" y="303419"/>
                  </a:lnTo>
                  <a:lnTo>
                    <a:pt x="7373741" y="332412"/>
                  </a:lnTo>
                  <a:lnTo>
                    <a:pt x="7364854" y="348879"/>
                  </a:lnTo>
                  <a:lnTo>
                    <a:pt x="7355085" y="347995"/>
                  </a:lnTo>
                  <a:lnTo>
                    <a:pt x="7320216" y="366899"/>
                  </a:lnTo>
                  <a:lnTo>
                    <a:pt x="7319381" y="360358"/>
                  </a:lnTo>
                  <a:lnTo>
                    <a:pt x="7280473" y="331198"/>
                  </a:lnTo>
                  <a:lnTo>
                    <a:pt x="7265069" y="333542"/>
                  </a:lnTo>
                  <a:lnTo>
                    <a:pt x="7251381" y="341288"/>
                  </a:lnTo>
                  <a:lnTo>
                    <a:pt x="7248931" y="343518"/>
                  </a:lnTo>
                  <a:lnTo>
                    <a:pt x="7247842" y="344722"/>
                  </a:lnTo>
                  <a:lnTo>
                    <a:pt x="7246512" y="343340"/>
                  </a:lnTo>
                  <a:lnTo>
                    <a:pt x="7239329" y="338822"/>
                  </a:lnTo>
                  <a:lnTo>
                    <a:pt x="7231062" y="337188"/>
                  </a:lnTo>
                  <a:lnTo>
                    <a:pt x="7222717" y="338460"/>
                  </a:lnTo>
                  <a:lnTo>
                    <a:pt x="7215298" y="342659"/>
                  </a:lnTo>
                  <a:lnTo>
                    <a:pt x="7212377" y="345151"/>
                  </a:lnTo>
                  <a:lnTo>
                    <a:pt x="7210387" y="348209"/>
                  </a:lnTo>
                  <a:lnTo>
                    <a:pt x="7209340" y="351455"/>
                  </a:lnTo>
                  <a:lnTo>
                    <a:pt x="7205187" y="327631"/>
                  </a:lnTo>
                  <a:lnTo>
                    <a:pt x="7183417" y="282805"/>
                  </a:lnTo>
                  <a:lnTo>
                    <a:pt x="7133293" y="239306"/>
                  </a:lnTo>
                  <a:lnTo>
                    <a:pt x="7096433" y="224506"/>
                  </a:lnTo>
                  <a:lnTo>
                    <a:pt x="7057185" y="218532"/>
                  </a:lnTo>
                  <a:lnTo>
                    <a:pt x="7017545" y="221427"/>
                  </a:lnTo>
                  <a:lnTo>
                    <a:pt x="6986283" y="178580"/>
                  </a:lnTo>
                  <a:lnTo>
                    <a:pt x="6951279" y="139293"/>
                  </a:lnTo>
                  <a:lnTo>
                    <a:pt x="6913452" y="104971"/>
                  </a:lnTo>
                  <a:lnTo>
                    <a:pt x="6873722" y="77020"/>
                  </a:lnTo>
                  <a:lnTo>
                    <a:pt x="6833009" y="56843"/>
                  </a:lnTo>
                  <a:lnTo>
                    <a:pt x="6792231" y="45847"/>
                  </a:lnTo>
                  <a:lnTo>
                    <a:pt x="6752308" y="45435"/>
                  </a:lnTo>
                  <a:lnTo>
                    <a:pt x="6714161" y="57014"/>
                  </a:lnTo>
                  <a:lnTo>
                    <a:pt x="6678707" y="81987"/>
                  </a:lnTo>
                  <a:lnTo>
                    <a:pt x="6665620" y="80760"/>
                  </a:lnTo>
                  <a:lnTo>
                    <a:pt x="6629033" y="94227"/>
                  </a:lnTo>
                  <a:lnTo>
                    <a:pt x="6612405" y="124966"/>
                  </a:lnTo>
                  <a:lnTo>
                    <a:pt x="6613885" y="141886"/>
                  </a:lnTo>
                  <a:lnTo>
                    <a:pt x="6621944" y="157628"/>
                  </a:lnTo>
                  <a:lnTo>
                    <a:pt x="6617557" y="158162"/>
                  </a:lnTo>
                  <a:lnTo>
                    <a:pt x="6587351" y="147657"/>
                  </a:lnTo>
                  <a:lnTo>
                    <a:pt x="6555471" y="145004"/>
                  </a:lnTo>
                  <a:lnTo>
                    <a:pt x="6523868" y="150242"/>
                  </a:lnTo>
                  <a:lnTo>
                    <a:pt x="6494493" y="163408"/>
                  </a:lnTo>
                  <a:lnTo>
                    <a:pt x="6447989" y="141050"/>
                  </a:lnTo>
                  <a:lnTo>
                    <a:pt x="6400184" y="127949"/>
                  </a:lnTo>
                  <a:lnTo>
                    <a:pt x="6352429" y="125277"/>
                  </a:lnTo>
                  <a:lnTo>
                    <a:pt x="6306077" y="134206"/>
                  </a:lnTo>
                  <a:lnTo>
                    <a:pt x="6262481" y="155908"/>
                  </a:lnTo>
                  <a:lnTo>
                    <a:pt x="6222993" y="191554"/>
                  </a:lnTo>
                  <a:lnTo>
                    <a:pt x="6189252" y="156893"/>
                  </a:lnTo>
                  <a:lnTo>
                    <a:pt x="6152501" y="130595"/>
                  </a:lnTo>
                  <a:lnTo>
                    <a:pt x="6113310" y="112081"/>
                  </a:lnTo>
                  <a:lnTo>
                    <a:pt x="6072251" y="100772"/>
                  </a:lnTo>
                  <a:lnTo>
                    <a:pt x="6029895" y="96089"/>
                  </a:lnTo>
                  <a:lnTo>
                    <a:pt x="5986811" y="97455"/>
                  </a:lnTo>
                  <a:lnTo>
                    <a:pt x="5943570" y="104289"/>
                  </a:lnTo>
                  <a:lnTo>
                    <a:pt x="5900744" y="116013"/>
                  </a:lnTo>
                  <a:lnTo>
                    <a:pt x="5858903" y="132048"/>
                  </a:lnTo>
                  <a:lnTo>
                    <a:pt x="5818618" y="151816"/>
                  </a:lnTo>
                  <a:lnTo>
                    <a:pt x="5780459" y="174738"/>
                  </a:lnTo>
                  <a:lnTo>
                    <a:pt x="5744997" y="200234"/>
                  </a:lnTo>
                  <a:lnTo>
                    <a:pt x="5700888" y="190558"/>
                  </a:lnTo>
                  <a:lnTo>
                    <a:pt x="5654793" y="187653"/>
                  </a:lnTo>
                  <a:lnTo>
                    <a:pt x="5608915" y="191503"/>
                  </a:lnTo>
                  <a:lnTo>
                    <a:pt x="5565453" y="202088"/>
                  </a:lnTo>
                  <a:lnTo>
                    <a:pt x="5558301" y="201501"/>
                  </a:lnTo>
                  <a:lnTo>
                    <a:pt x="5571451" y="184312"/>
                  </a:lnTo>
                  <a:lnTo>
                    <a:pt x="5573861" y="165836"/>
                  </a:lnTo>
                  <a:lnTo>
                    <a:pt x="5565599" y="147884"/>
                  </a:lnTo>
                  <a:lnTo>
                    <a:pt x="5546731" y="132268"/>
                  </a:lnTo>
                  <a:lnTo>
                    <a:pt x="5528569" y="124227"/>
                  </a:lnTo>
                  <a:lnTo>
                    <a:pt x="5508327" y="119332"/>
                  </a:lnTo>
                  <a:lnTo>
                    <a:pt x="5487020" y="117565"/>
                  </a:lnTo>
                  <a:lnTo>
                    <a:pt x="5465666" y="118907"/>
                  </a:lnTo>
                  <a:lnTo>
                    <a:pt x="5464252" y="114771"/>
                  </a:lnTo>
                  <a:lnTo>
                    <a:pt x="5462231" y="110719"/>
                  </a:lnTo>
                  <a:lnTo>
                    <a:pt x="5459603" y="106761"/>
                  </a:lnTo>
                  <a:lnTo>
                    <a:pt x="5464501" y="98411"/>
                  </a:lnTo>
                  <a:lnTo>
                    <a:pt x="5468131" y="89444"/>
                  </a:lnTo>
                  <a:lnTo>
                    <a:pt x="5470387" y="79956"/>
                  </a:lnTo>
                  <a:lnTo>
                    <a:pt x="5471163" y="70039"/>
                  </a:lnTo>
                  <a:lnTo>
                    <a:pt x="5465041" y="42778"/>
                  </a:lnTo>
                  <a:lnTo>
                    <a:pt x="5448347" y="20515"/>
                  </a:lnTo>
                  <a:lnTo>
                    <a:pt x="5423587" y="5504"/>
                  </a:lnTo>
                  <a:lnTo>
                    <a:pt x="53932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3" name="object 443" descr=""/>
          <p:cNvSpPr/>
          <p:nvPr/>
        </p:nvSpPr>
        <p:spPr>
          <a:xfrm>
            <a:off x="16069761" y="9810570"/>
            <a:ext cx="556260" cy="8890"/>
          </a:xfrm>
          <a:custGeom>
            <a:avLst/>
            <a:gdLst/>
            <a:ahLst/>
            <a:cxnLst/>
            <a:rect l="l" t="t" r="r" b="b"/>
            <a:pathLst>
              <a:path w="556259" h="8890">
                <a:moveTo>
                  <a:pt x="556234" y="0"/>
                </a:moveTo>
                <a:lnTo>
                  <a:pt x="0" y="0"/>
                </a:lnTo>
                <a:lnTo>
                  <a:pt x="0" y="8481"/>
                </a:lnTo>
                <a:lnTo>
                  <a:pt x="556234" y="8481"/>
                </a:lnTo>
                <a:lnTo>
                  <a:pt x="55623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4" name="object 444" descr=""/>
          <p:cNvSpPr/>
          <p:nvPr/>
        </p:nvSpPr>
        <p:spPr>
          <a:xfrm>
            <a:off x="14486951" y="9902630"/>
            <a:ext cx="146050" cy="8890"/>
          </a:xfrm>
          <a:custGeom>
            <a:avLst/>
            <a:gdLst/>
            <a:ahLst/>
            <a:cxnLst/>
            <a:rect l="l" t="t" r="r" b="b"/>
            <a:pathLst>
              <a:path w="146050" h="8890">
                <a:moveTo>
                  <a:pt x="145995" y="0"/>
                </a:moveTo>
                <a:lnTo>
                  <a:pt x="0" y="0"/>
                </a:lnTo>
                <a:lnTo>
                  <a:pt x="0" y="8481"/>
                </a:lnTo>
                <a:lnTo>
                  <a:pt x="145995" y="8481"/>
                </a:lnTo>
                <a:lnTo>
                  <a:pt x="14599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5" name="object 445" descr=""/>
          <p:cNvSpPr/>
          <p:nvPr/>
        </p:nvSpPr>
        <p:spPr>
          <a:xfrm>
            <a:off x="15730652" y="9495522"/>
            <a:ext cx="322580" cy="8890"/>
          </a:xfrm>
          <a:custGeom>
            <a:avLst/>
            <a:gdLst/>
            <a:ahLst/>
            <a:cxnLst/>
            <a:rect l="l" t="t" r="r" b="b"/>
            <a:pathLst>
              <a:path w="322580" h="8890">
                <a:moveTo>
                  <a:pt x="322304" y="0"/>
                </a:moveTo>
                <a:lnTo>
                  <a:pt x="0" y="0"/>
                </a:lnTo>
                <a:lnTo>
                  <a:pt x="0" y="8481"/>
                </a:lnTo>
                <a:lnTo>
                  <a:pt x="322304" y="8481"/>
                </a:lnTo>
                <a:lnTo>
                  <a:pt x="322304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6" name="object 446" descr=""/>
          <p:cNvSpPr/>
          <p:nvPr/>
        </p:nvSpPr>
        <p:spPr>
          <a:xfrm>
            <a:off x="9951602" y="9552526"/>
            <a:ext cx="725805" cy="8890"/>
          </a:xfrm>
          <a:custGeom>
            <a:avLst/>
            <a:gdLst/>
            <a:ahLst/>
            <a:cxnLst/>
            <a:rect l="l" t="t" r="r" b="b"/>
            <a:pathLst>
              <a:path w="725804" h="8890">
                <a:moveTo>
                  <a:pt x="725360" y="0"/>
                </a:moveTo>
                <a:lnTo>
                  <a:pt x="0" y="0"/>
                </a:lnTo>
                <a:lnTo>
                  <a:pt x="0" y="8481"/>
                </a:lnTo>
                <a:lnTo>
                  <a:pt x="725360" y="8481"/>
                </a:lnTo>
                <a:lnTo>
                  <a:pt x="72536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7" name="object 447" descr=""/>
          <p:cNvSpPr/>
          <p:nvPr/>
        </p:nvSpPr>
        <p:spPr>
          <a:xfrm>
            <a:off x="10826487" y="9552526"/>
            <a:ext cx="106680" cy="8890"/>
          </a:xfrm>
          <a:custGeom>
            <a:avLst/>
            <a:gdLst/>
            <a:ahLst/>
            <a:cxnLst/>
            <a:rect l="l" t="t" r="r" b="b"/>
            <a:pathLst>
              <a:path w="106679" h="8890">
                <a:moveTo>
                  <a:pt x="106352" y="0"/>
                </a:moveTo>
                <a:lnTo>
                  <a:pt x="0" y="0"/>
                </a:lnTo>
                <a:lnTo>
                  <a:pt x="0" y="8481"/>
                </a:lnTo>
                <a:lnTo>
                  <a:pt x="106352" y="8481"/>
                </a:lnTo>
                <a:lnTo>
                  <a:pt x="106352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8" name="object 448" descr=""/>
          <p:cNvSpPr/>
          <p:nvPr/>
        </p:nvSpPr>
        <p:spPr>
          <a:xfrm>
            <a:off x="11278483" y="9695767"/>
            <a:ext cx="1573530" cy="8890"/>
          </a:xfrm>
          <a:custGeom>
            <a:avLst/>
            <a:gdLst/>
            <a:ahLst/>
            <a:cxnLst/>
            <a:rect l="l" t="t" r="r" b="b"/>
            <a:pathLst>
              <a:path w="1573529" h="8890">
                <a:moveTo>
                  <a:pt x="1573135" y="0"/>
                </a:moveTo>
                <a:lnTo>
                  <a:pt x="0" y="0"/>
                </a:lnTo>
                <a:lnTo>
                  <a:pt x="0" y="8481"/>
                </a:lnTo>
                <a:lnTo>
                  <a:pt x="1573135" y="8481"/>
                </a:lnTo>
                <a:lnTo>
                  <a:pt x="157313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9" name="object 449" descr=""/>
          <p:cNvSpPr/>
          <p:nvPr/>
        </p:nvSpPr>
        <p:spPr>
          <a:xfrm>
            <a:off x="9070645" y="9434110"/>
            <a:ext cx="7574280" cy="8890"/>
          </a:xfrm>
          <a:custGeom>
            <a:avLst/>
            <a:gdLst/>
            <a:ahLst/>
            <a:cxnLst/>
            <a:rect l="l" t="t" r="r" b="b"/>
            <a:pathLst>
              <a:path w="7574280" h="8890">
                <a:moveTo>
                  <a:pt x="7574093" y="0"/>
                </a:moveTo>
                <a:lnTo>
                  <a:pt x="0" y="0"/>
                </a:lnTo>
                <a:lnTo>
                  <a:pt x="0" y="8481"/>
                </a:lnTo>
                <a:lnTo>
                  <a:pt x="7574093" y="8481"/>
                </a:lnTo>
                <a:lnTo>
                  <a:pt x="7574093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0" name="object 450" descr=""/>
          <p:cNvSpPr/>
          <p:nvPr/>
        </p:nvSpPr>
        <p:spPr>
          <a:xfrm>
            <a:off x="9065813" y="9247877"/>
            <a:ext cx="3112135" cy="5715"/>
          </a:xfrm>
          <a:custGeom>
            <a:avLst/>
            <a:gdLst/>
            <a:ahLst/>
            <a:cxnLst/>
            <a:rect l="l" t="t" r="r" b="b"/>
            <a:pathLst>
              <a:path w="3112134" h="5715">
                <a:moveTo>
                  <a:pt x="0" y="5338"/>
                </a:moveTo>
                <a:lnTo>
                  <a:pt x="3112088" y="5338"/>
                </a:lnTo>
                <a:lnTo>
                  <a:pt x="3112088" y="0"/>
                </a:lnTo>
                <a:lnTo>
                  <a:pt x="0" y="0"/>
                </a:lnTo>
                <a:lnTo>
                  <a:pt x="0" y="5338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1" name="object 451" descr=""/>
          <p:cNvGrpSpPr/>
          <p:nvPr/>
        </p:nvGrpSpPr>
        <p:grpSpPr>
          <a:xfrm>
            <a:off x="9065813" y="9247877"/>
            <a:ext cx="7606030" cy="103505"/>
            <a:chOff x="9065813" y="9247877"/>
            <a:chExt cx="7606030" cy="103505"/>
          </a:xfrm>
        </p:grpSpPr>
        <p:sp>
          <p:nvSpPr>
            <p:cNvPr id="452" name="object 452" descr=""/>
            <p:cNvSpPr/>
            <p:nvPr/>
          </p:nvSpPr>
          <p:spPr>
            <a:xfrm>
              <a:off x="9065806" y="9247879"/>
              <a:ext cx="7606030" cy="96520"/>
            </a:xfrm>
            <a:custGeom>
              <a:avLst/>
              <a:gdLst/>
              <a:ahLst/>
              <a:cxnLst/>
              <a:rect l="l" t="t" r="r" b="b"/>
              <a:pathLst>
                <a:path w="7606030" h="96520">
                  <a:moveTo>
                    <a:pt x="7605522" y="0"/>
                  </a:moveTo>
                  <a:lnTo>
                    <a:pt x="4154487" y="0"/>
                  </a:lnTo>
                  <a:lnTo>
                    <a:pt x="4154487" y="5346"/>
                  </a:lnTo>
                  <a:lnTo>
                    <a:pt x="0" y="5346"/>
                  </a:lnTo>
                  <a:lnTo>
                    <a:pt x="0" y="96304"/>
                  </a:lnTo>
                  <a:lnTo>
                    <a:pt x="7605522" y="96304"/>
                  </a:lnTo>
                  <a:lnTo>
                    <a:pt x="7605522" y="5346"/>
                  </a:lnTo>
                  <a:lnTo>
                    <a:pt x="7605522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3" name="object 453" descr=""/>
            <p:cNvSpPr/>
            <p:nvPr/>
          </p:nvSpPr>
          <p:spPr>
            <a:xfrm>
              <a:off x="9065806" y="9247879"/>
              <a:ext cx="7606030" cy="96520"/>
            </a:xfrm>
            <a:custGeom>
              <a:avLst/>
              <a:gdLst/>
              <a:ahLst/>
              <a:cxnLst/>
              <a:rect l="l" t="t" r="r" b="b"/>
              <a:pathLst>
                <a:path w="7606030" h="96520">
                  <a:moveTo>
                    <a:pt x="7605522" y="0"/>
                  </a:moveTo>
                  <a:lnTo>
                    <a:pt x="4154487" y="0"/>
                  </a:lnTo>
                  <a:lnTo>
                    <a:pt x="4154487" y="5346"/>
                  </a:lnTo>
                  <a:lnTo>
                    <a:pt x="3112084" y="5346"/>
                  </a:lnTo>
                  <a:lnTo>
                    <a:pt x="3112084" y="0"/>
                  </a:lnTo>
                  <a:lnTo>
                    <a:pt x="0" y="0"/>
                  </a:lnTo>
                  <a:lnTo>
                    <a:pt x="0" y="5346"/>
                  </a:lnTo>
                  <a:lnTo>
                    <a:pt x="0" y="96304"/>
                  </a:lnTo>
                  <a:lnTo>
                    <a:pt x="7605522" y="96304"/>
                  </a:lnTo>
                  <a:lnTo>
                    <a:pt x="7605522" y="5346"/>
                  </a:lnTo>
                  <a:lnTo>
                    <a:pt x="7605522" y="0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4" name="object 454" descr=""/>
            <p:cNvSpPr/>
            <p:nvPr/>
          </p:nvSpPr>
          <p:spPr>
            <a:xfrm>
              <a:off x="9457944" y="9247892"/>
              <a:ext cx="6823075" cy="103505"/>
            </a:xfrm>
            <a:custGeom>
              <a:avLst/>
              <a:gdLst/>
              <a:ahLst/>
              <a:cxnLst/>
              <a:rect l="l" t="t" r="r" b="b"/>
              <a:pathLst>
                <a:path w="6823075" h="103504">
                  <a:moveTo>
                    <a:pt x="18110" y="0"/>
                  </a:moveTo>
                  <a:lnTo>
                    <a:pt x="0" y="0"/>
                  </a:lnTo>
                  <a:lnTo>
                    <a:pt x="0" y="103136"/>
                  </a:lnTo>
                  <a:lnTo>
                    <a:pt x="18110" y="103136"/>
                  </a:lnTo>
                  <a:lnTo>
                    <a:pt x="18110" y="0"/>
                  </a:lnTo>
                  <a:close/>
                </a:path>
                <a:path w="6823075" h="103504">
                  <a:moveTo>
                    <a:pt x="1719275" y="0"/>
                  </a:moveTo>
                  <a:lnTo>
                    <a:pt x="1701177" y="0"/>
                  </a:lnTo>
                  <a:lnTo>
                    <a:pt x="1701177" y="103136"/>
                  </a:lnTo>
                  <a:lnTo>
                    <a:pt x="1719275" y="103136"/>
                  </a:lnTo>
                  <a:lnTo>
                    <a:pt x="1719275" y="0"/>
                  </a:lnTo>
                  <a:close/>
                </a:path>
                <a:path w="6823075" h="103504">
                  <a:moveTo>
                    <a:pt x="3420440" y="5334"/>
                  </a:moveTo>
                  <a:lnTo>
                    <a:pt x="3402342" y="5334"/>
                  </a:lnTo>
                  <a:lnTo>
                    <a:pt x="3402342" y="103136"/>
                  </a:lnTo>
                  <a:lnTo>
                    <a:pt x="3420440" y="103136"/>
                  </a:lnTo>
                  <a:lnTo>
                    <a:pt x="3420440" y="5334"/>
                  </a:lnTo>
                  <a:close/>
                </a:path>
                <a:path w="6823075" h="103504">
                  <a:moveTo>
                    <a:pt x="5121630" y="0"/>
                  </a:moveTo>
                  <a:lnTo>
                    <a:pt x="5103520" y="0"/>
                  </a:lnTo>
                  <a:lnTo>
                    <a:pt x="5103520" y="103136"/>
                  </a:lnTo>
                  <a:lnTo>
                    <a:pt x="5121630" y="103136"/>
                  </a:lnTo>
                  <a:lnTo>
                    <a:pt x="5121630" y="0"/>
                  </a:lnTo>
                  <a:close/>
                </a:path>
                <a:path w="6823075" h="103504">
                  <a:moveTo>
                    <a:pt x="6822795" y="0"/>
                  </a:moveTo>
                  <a:lnTo>
                    <a:pt x="6804698" y="0"/>
                  </a:lnTo>
                  <a:lnTo>
                    <a:pt x="6804698" y="103136"/>
                  </a:lnTo>
                  <a:lnTo>
                    <a:pt x="6822795" y="103136"/>
                  </a:lnTo>
                  <a:lnTo>
                    <a:pt x="682279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5" name="object 455" descr=""/>
          <p:cNvSpPr/>
          <p:nvPr/>
        </p:nvSpPr>
        <p:spPr>
          <a:xfrm>
            <a:off x="13793923" y="7033573"/>
            <a:ext cx="2030730" cy="933450"/>
          </a:xfrm>
          <a:custGeom>
            <a:avLst/>
            <a:gdLst/>
            <a:ahLst/>
            <a:cxnLst/>
            <a:rect l="l" t="t" r="r" b="b"/>
            <a:pathLst>
              <a:path w="2030730" h="933450">
                <a:moveTo>
                  <a:pt x="1261930" y="0"/>
                </a:moveTo>
                <a:lnTo>
                  <a:pt x="1214553" y="3300"/>
                </a:lnTo>
                <a:lnTo>
                  <a:pt x="1169200" y="12903"/>
                </a:lnTo>
                <a:lnTo>
                  <a:pt x="1126317" y="28362"/>
                </a:lnTo>
                <a:lnTo>
                  <a:pt x="1086350" y="49231"/>
                </a:lnTo>
                <a:lnTo>
                  <a:pt x="1049745" y="75064"/>
                </a:lnTo>
                <a:lnTo>
                  <a:pt x="1016948" y="105413"/>
                </a:lnTo>
                <a:lnTo>
                  <a:pt x="988405" y="139833"/>
                </a:lnTo>
                <a:lnTo>
                  <a:pt x="964561" y="177877"/>
                </a:lnTo>
                <a:lnTo>
                  <a:pt x="945863" y="219097"/>
                </a:lnTo>
                <a:lnTo>
                  <a:pt x="932756" y="263049"/>
                </a:lnTo>
                <a:lnTo>
                  <a:pt x="905354" y="254664"/>
                </a:lnTo>
                <a:lnTo>
                  <a:pt x="877041" y="248540"/>
                </a:lnTo>
                <a:lnTo>
                  <a:pt x="847919" y="244786"/>
                </a:lnTo>
                <a:lnTo>
                  <a:pt x="818090" y="243510"/>
                </a:lnTo>
                <a:lnTo>
                  <a:pt x="767768" y="247155"/>
                </a:lnTo>
                <a:lnTo>
                  <a:pt x="719703" y="257746"/>
                </a:lnTo>
                <a:lnTo>
                  <a:pt x="674408" y="274771"/>
                </a:lnTo>
                <a:lnTo>
                  <a:pt x="632394" y="297717"/>
                </a:lnTo>
                <a:lnTo>
                  <a:pt x="594175" y="326070"/>
                </a:lnTo>
                <a:lnTo>
                  <a:pt x="560262" y="359317"/>
                </a:lnTo>
                <a:lnTo>
                  <a:pt x="531170" y="396945"/>
                </a:lnTo>
                <a:lnTo>
                  <a:pt x="507409" y="438442"/>
                </a:lnTo>
                <a:lnTo>
                  <a:pt x="489492" y="483294"/>
                </a:lnTo>
                <a:lnTo>
                  <a:pt x="462448" y="446417"/>
                </a:lnTo>
                <a:lnTo>
                  <a:pt x="426805" y="417845"/>
                </a:lnTo>
                <a:lnTo>
                  <a:pt x="384363" y="399381"/>
                </a:lnTo>
                <a:lnTo>
                  <a:pt x="336921" y="392825"/>
                </a:lnTo>
                <a:lnTo>
                  <a:pt x="289644" y="399335"/>
                </a:lnTo>
                <a:lnTo>
                  <a:pt x="247330" y="417675"/>
                </a:lnTo>
                <a:lnTo>
                  <a:pt x="211757" y="446064"/>
                </a:lnTo>
                <a:lnTo>
                  <a:pt x="184702" y="482719"/>
                </a:lnTo>
                <a:lnTo>
                  <a:pt x="167942" y="525858"/>
                </a:lnTo>
                <a:lnTo>
                  <a:pt x="153308" y="512160"/>
                </a:lnTo>
                <a:lnTo>
                  <a:pt x="136048" y="501749"/>
                </a:lnTo>
                <a:lnTo>
                  <a:pt x="116659" y="495130"/>
                </a:lnTo>
                <a:lnTo>
                  <a:pt x="95641" y="492812"/>
                </a:lnTo>
                <a:lnTo>
                  <a:pt x="58411" y="500327"/>
                </a:lnTo>
                <a:lnTo>
                  <a:pt x="28010" y="520823"/>
                </a:lnTo>
                <a:lnTo>
                  <a:pt x="7515" y="551223"/>
                </a:lnTo>
                <a:lnTo>
                  <a:pt x="0" y="588453"/>
                </a:lnTo>
                <a:lnTo>
                  <a:pt x="7515" y="625683"/>
                </a:lnTo>
                <a:lnTo>
                  <a:pt x="28010" y="656083"/>
                </a:lnTo>
                <a:lnTo>
                  <a:pt x="58411" y="676579"/>
                </a:lnTo>
                <a:lnTo>
                  <a:pt x="95641" y="684094"/>
                </a:lnTo>
                <a:lnTo>
                  <a:pt x="120952" y="680708"/>
                </a:lnTo>
                <a:lnTo>
                  <a:pt x="143707" y="671149"/>
                </a:lnTo>
                <a:lnTo>
                  <a:pt x="163015" y="656317"/>
                </a:lnTo>
                <a:lnTo>
                  <a:pt x="177984" y="637111"/>
                </a:lnTo>
                <a:lnTo>
                  <a:pt x="204243" y="678971"/>
                </a:lnTo>
                <a:lnTo>
                  <a:pt x="240984" y="711666"/>
                </a:lnTo>
                <a:lnTo>
                  <a:pt x="285960" y="732939"/>
                </a:lnTo>
                <a:lnTo>
                  <a:pt x="336921" y="740532"/>
                </a:lnTo>
                <a:lnTo>
                  <a:pt x="380495" y="735025"/>
                </a:lnTo>
                <a:lnTo>
                  <a:pt x="420008" y="719424"/>
                </a:lnTo>
                <a:lnTo>
                  <a:pt x="454085" y="695108"/>
                </a:lnTo>
                <a:lnTo>
                  <a:pt x="481357" y="663456"/>
                </a:lnTo>
                <a:lnTo>
                  <a:pt x="494657" y="708542"/>
                </a:lnTo>
                <a:lnTo>
                  <a:pt x="513710" y="750833"/>
                </a:lnTo>
                <a:lnTo>
                  <a:pt x="538055" y="789869"/>
                </a:lnTo>
                <a:lnTo>
                  <a:pt x="567234" y="825190"/>
                </a:lnTo>
                <a:lnTo>
                  <a:pt x="600786" y="856339"/>
                </a:lnTo>
                <a:lnTo>
                  <a:pt x="638254" y="882854"/>
                </a:lnTo>
                <a:lnTo>
                  <a:pt x="679177" y="904276"/>
                </a:lnTo>
                <a:lnTo>
                  <a:pt x="723097" y="920147"/>
                </a:lnTo>
                <a:lnTo>
                  <a:pt x="769554" y="930007"/>
                </a:lnTo>
                <a:lnTo>
                  <a:pt x="818090" y="933395"/>
                </a:lnTo>
                <a:lnTo>
                  <a:pt x="867197" y="929926"/>
                </a:lnTo>
                <a:lnTo>
                  <a:pt x="914172" y="919835"/>
                </a:lnTo>
                <a:lnTo>
                  <a:pt x="958538" y="903600"/>
                </a:lnTo>
                <a:lnTo>
                  <a:pt x="999818" y="881695"/>
                </a:lnTo>
                <a:lnTo>
                  <a:pt x="1037537" y="854598"/>
                </a:lnTo>
                <a:lnTo>
                  <a:pt x="1071219" y="822784"/>
                </a:lnTo>
                <a:lnTo>
                  <a:pt x="1100387" y="786730"/>
                </a:lnTo>
                <a:lnTo>
                  <a:pt x="1124565" y="746911"/>
                </a:lnTo>
                <a:lnTo>
                  <a:pt x="1143278" y="703804"/>
                </a:lnTo>
                <a:lnTo>
                  <a:pt x="1156048" y="657885"/>
                </a:lnTo>
                <a:lnTo>
                  <a:pt x="1181439" y="665174"/>
                </a:lnTo>
                <a:lnTo>
                  <a:pt x="1207607" y="670490"/>
                </a:lnTo>
                <a:lnTo>
                  <a:pt x="1234466" y="673744"/>
                </a:lnTo>
                <a:lnTo>
                  <a:pt x="1261930" y="674848"/>
                </a:lnTo>
                <a:lnTo>
                  <a:pt x="1314349" y="670799"/>
                </a:lnTo>
                <a:lnTo>
                  <a:pt x="1364221" y="659060"/>
                </a:lnTo>
                <a:lnTo>
                  <a:pt x="1410938" y="640239"/>
                </a:lnTo>
                <a:lnTo>
                  <a:pt x="1453890" y="614947"/>
                </a:lnTo>
                <a:lnTo>
                  <a:pt x="1492467" y="583793"/>
                </a:lnTo>
                <a:lnTo>
                  <a:pt x="1523965" y="611823"/>
                </a:lnTo>
                <a:lnTo>
                  <a:pt x="1560693" y="633071"/>
                </a:lnTo>
                <a:lnTo>
                  <a:pt x="1601665" y="646545"/>
                </a:lnTo>
                <a:lnTo>
                  <a:pt x="1645897" y="651257"/>
                </a:lnTo>
                <a:lnTo>
                  <a:pt x="1690057" y="646564"/>
                </a:lnTo>
                <a:lnTo>
                  <a:pt x="1730964" y="633139"/>
                </a:lnTo>
                <a:lnTo>
                  <a:pt x="1767639" y="611964"/>
                </a:lnTo>
                <a:lnTo>
                  <a:pt x="1799107" y="584024"/>
                </a:lnTo>
                <a:lnTo>
                  <a:pt x="1817826" y="611683"/>
                </a:lnTo>
                <a:lnTo>
                  <a:pt x="1843240" y="633199"/>
                </a:lnTo>
                <a:lnTo>
                  <a:pt x="1873930" y="647150"/>
                </a:lnTo>
                <a:lnTo>
                  <a:pt x="1908475" y="652116"/>
                </a:lnTo>
                <a:lnTo>
                  <a:pt x="1955905" y="642542"/>
                </a:lnTo>
                <a:lnTo>
                  <a:pt x="1994636" y="616432"/>
                </a:lnTo>
                <a:lnTo>
                  <a:pt x="2020750" y="577705"/>
                </a:lnTo>
                <a:lnTo>
                  <a:pt x="2030325" y="530277"/>
                </a:lnTo>
                <a:lnTo>
                  <a:pt x="2020750" y="482841"/>
                </a:lnTo>
                <a:lnTo>
                  <a:pt x="1994636" y="444106"/>
                </a:lnTo>
                <a:lnTo>
                  <a:pt x="1955905" y="417992"/>
                </a:lnTo>
                <a:lnTo>
                  <a:pt x="1908475" y="408416"/>
                </a:lnTo>
                <a:lnTo>
                  <a:pt x="1893738" y="409305"/>
                </a:lnTo>
                <a:lnTo>
                  <a:pt x="1879527" y="411897"/>
                </a:lnTo>
                <a:lnTo>
                  <a:pt x="1865943" y="416081"/>
                </a:lnTo>
                <a:lnTo>
                  <a:pt x="1853084" y="421746"/>
                </a:lnTo>
                <a:lnTo>
                  <a:pt x="1843911" y="378320"/>
                </a:lnTo>
                <a:lnTo>
                  <a:pt x="1826212" y="338749"/>
                </a:lnTo>
                <a:lnTo>
                  <a:pt x="1801019" y="304062"/>
                </a:lnTo>
                <a:lnTo>
                  <a:pt x="1769361" y="275291"/>
                </a:lnTo>
                <a:lnTo>
                  <a:pt x="1732268" y="253464"/>
                </a:lnTo>
                <a:lnTo>
                  <a:pt x="1690770" y="239613"/>
                </a:lnTo>
                <a:lnTo>
                  <a:pt x="1645897" y="234767"/>
                </a:lnTo>
                <a:lnTo>
                  <a:pt x="1630450" y="235337"/>
                </a:lnTo>
                <a:lnTo>
                  <a:pt x="1615310" y="237016"/>
                </a:lnTo>
                <a:lnTo>
                  <a:pt x="1600514" y="239759"/>
                </a:lnTo>
                <a:lnTo>
                  <a:pt x="1586098" y="243521"/>
                </a:lnTo>
                <a:lnTo>
                  <a:pt x="1569332" y="198122"/>
                </a:lnTo>
                <a:lnTo>
                  <a:pt x="1546505" y="156059"/>
                </a:lnTo>
                <a:lnTo>
                  <a:pt x="1518151" y="117868"/>
                </a:lnTo>
                <a:lnTo>
                  <a:pt x="1484806" y="84083"/>
                </a:lnTo>
                <a:lnTo>
                  <a:pt x="1447004" y="55241"/>
                </a:lnTo>
                <a:lnTo>
                  <a:pt x="1405280" y="31876"/>
                </a:lnTo>
                <a:lnTo>
                  <a:pt x="1360170" y="14524"/>
                </a:lnTo>
                <a:lnTo>
                  <a:pt x="1312208" y="3720"/>
                </a:lnTo>
                <a:lnTo>
                  <a:pt x="12619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6" name="object 456" descr=""/>
          <p:cNvSpPr/>
          <p:nvPr/>
        </p:nvSpPr>
        <p:spPr>
          <a:xfrm>
            <a:off x="11738978" y="6815752"/>
            <a:ext cx="2430780" cy="899794"/>
          </a:xfrm>
          <a:custGeom>
            <a:avLst/>
            <a:gdLst/>
            <a:ahLst/>
            <a:cxnLst/>
            <a:rect l="l" t="t" r="r" b="b"/>
            <a:pathLst>
              <a:path w="2430780" h="899795">
                <a:moveTo>
                  <a:pt x="1234313" y="755891"/>
                </a:moveTo>
                <a:lnTo>
                  <a:pt x="1226070" y="715086"/>
                </a:lnTo>
                <a:lnTo>
                  <a:pt x="1203617" y="681774"/>
                </a:lnTo>
                <a:lnTo>
                  <a:pt x="1170292" y="659307"/>
                </a:lnTo>
                <a:lnTo>
                  <a:pt x="1129487" y="651065"/>
                </a:lnTo>
                <a:lnTo>
                  <a:pt x="1119111" y="651586"/>
                </a:lnTo>
                <a:lnTo>
                  <a:pt x="1109014" y="653084"/>
                </a:lnTo>
                <a:lnTo>
                  <a:pt x="1099261" y="655523"/>
                </a:lnTo>
                <a:lnTo>
                  <a:pt x="1089901" y="658837"/>
                </a:lnTo>
                <a:lnTo>
                  <a:pt x="1069225" y="641426"/>
                </a:lnTo>
                <a:lnTo>
                  <a:pt x="1045400" y="628269"/>
                </a:lnTo>
                <a:lnTo>
                  <a:pt x="1019022" y="619950"/>
                </a:lnTo>
                <a:lnTo>
                  <a:pt x="990650" y="617042"/>
                </a:lnTo>
                <a:lnTo>
                  <a:pt x="984999" y="617042"/>
                </a:lnTo>
                <a:lnTo>
                  <a:pt x="979449" y="617423"/>
                </a:lnTo>
                <a:lnTo>
                  <a:pt x="973988" y="618070"/>
                </a:lnTo>
                <a:lnTo>
                  <a:pt x="964615" y="570153"/>
                </a:lnTo>
                <a:lnTo>
                  <a:pt x="944105" y="527316"/>
                </a:lnTo>
                <a:lnTo>
                  <a:pt x="914069" y="491185"/>
                </a:lnTo>
                <a:lnTo>
                  <a:pt x="876109" y="463372"/>
                </a:lnTo>
                <a:lnTo>
                  <a:pt x="831850" y="445503"/>
                </a:lnTo>
                <a:lnTo>
                  <a:pt x="782904" y="439191"/>
                </a:lnTo>
                <a:lnTo>
                  <a:pt x="734199" y="445439"/>
                </a:lnTo>
                <a:lnTo>
                  <a:pt x="690130" y="463143"/>
                </a:lnTo>
                <a:lnTo>
                  <a:pt x="652284" y="490689"/>
                </a:lnTo>
                <a:lnTo>
                  <a:pt x="622236" y="526491"/>
                </a:lnTo>
                <a:lnTo>
                  <a:pt x="601586" y="568972"/>
                </a:lnTo>
                <a:lnTo>
                  <a:pt x="569480" y="535266"/>
                </a:lnTo>
                <a:lnTo>
                  <a:pt x="530491" y="509498"/>
                </a:lnTo>
                <a:lnTo>
                  <a:pt x="485978" y="493039"/>
                </a:lnTo>
                <a:lnTo>
                  <a:pt x="437299" y="487248"/>
                </a:lnTo>
                <a:lnTo>
                  <a:pt x="389013" y="492950"/>
                </a:lnTo>
                <a:lnTo>
                  <a:pt x="344817" y="509130"/>
                </a:lnTo>
                <a:lnTo>
                  <a:pt x="306044" y="534504"/>
                </a:lnTo>
                <a:lnTo>
                  <a:pt x="273989" y="567715"/>
                </a:lnTo>
                <a:lnTo>
                  <a:pt x="249986" y="607441"/>
                </a:lnTo>
                <a:lnTo>
                  <a:pt x="238252" y="601395"/>
                </a:lnTo>
                <a:lnTo>
                  <a:pt x="225691" y="596887"/>
                </a:lnTo>
                <a:lnTo>
                  <a:pt x="212420" y="594080"/>
                </a:lnTo>
                <a:lnTo>
                  <a:pt x="198551" y="593115"/>
                </a:lnTo>
                <a:lnTo>
                  <a:pt x="169811" y="597306"/>
                </a:lnTo>
                <a:lnTo>
                  <a:pt x="144348" y="609092"/>
                </a:lnTo>
                <a:lnTo>
                  <a:pt x="123367" y="627214"/>
                </a:lnTo>
                <a:lnTo>
                  <a:pt x="108077" y="650468"/>
                </a:lnTo>
                <a:lnTo>
                  <a:pt x="98679" y="642277"/>
                </a:lnTo>
                <a:lnTo>
                  <a:pt x="87769" y="636066"/>
                </a:lnTo>
                <a:lnTo>
                  <a:pt x="75641" y="632129"/>
                </a:lnTo>
                <a:lnTo>
                  <a:pt x="62560" y="630758"/>
                </a:lnTo>
                <a:lnTo>
                  <a:pt x="38201" y="635673"/>
                </a:lnTo>
                <a:lnTo>
                  <a:pt x="18313" y="649084"/>
                </a:lnTo>
                <a:lnTo>
                  <a:pt x="4914" y="668972"/>
                </a:lnTo>
                <a:lnTo>
                  <a:pt x="0" y="693318"/>
                </a:lnTo>
                <a:lnTo>
                  <a:pt x="4914" y="717677"/>
                </a:lnTo>
                <a:lnTo>
                  <a:pt x="18313" y="737565"/>
                </a:lnTo>
                <a:lnTo>
                  <a:pt x="38201" y="750976"/>
                </a:lnTo>
                <a:lnTo>
                  <a:pt x="62560" y="755891"/>
                </a:lnTo>
                <a:lnTo>
                  <a:pt x="75641" y="754519"/>
                </a:lnTo>
                <a:lnTo>
                  <a:pt x="87769" y="750582"/>
                </a:lnTo>
                <a:lnTo>
                  <a:pt x="98679" y="744359"/>
                </a:lnTo>
                <a:lnTo>
                  <a:pt x="108077" y="736168"/>
                </a:lnTo>
                <a:lnTo>
                  <a:pt x="123367" y="759421"/>
                </a:lnTo>
                <a:lnTo>
                  <a:pt x="144348" y="777557"/>
                </a:lnTo>
                <a:lnTo>
                  <a:pt x="169811" y="789343"/>
                </a:lnTo>
                <a:lnTo>
                  <a:pt x="198551" y="793534"/>
                </a:lnTo>
                <a:lnTo>
                  <a:pt x="212420" y="792568"/>
                </a:lnTo>
                <a:lnTo>
                  <a:pt x="225691" y="789762"/>
                </a:lnTo>
                <a:lnTo>
                  <a:pt x="238252" y="785253"/>
                </a:lnTo>
                <a:lnTo>
                  <a:pt x="249986" y="779195"/>
                </a:lnTo>
                <a:lnTo>
                  <a:pt x="273989" y="818934"/>
                </a:lnTo>
                <a:lnTo>
                  <a:pt x="306044" y="852144"/>
                </a:lnTo>
                <a:lnTo>
                  <a:pt x="344817" y="877519"/>
                </a:lnTo>
                <a:lnTo>
                  <a:pt x="389013" y="893699"/>
                </a:lnTo>
                <a:lnTo>
                  <a:pt x="437299" y="899401"/>
                </a:lnTo>
                <a:lnTo>
                  <a:pt x="482574" y="894410"/>
                </a:lnTo>
                <a:lnTo>
                  <a:pt x="524357" y="880148"/>
                </a:lnTo>
                <a:lnTo>
                  <a:pt x="561543" y="857719"/>
                </a:lnTo>
                <a:lnTo>
                  <a:pt x="593064" y="828192"/>
                </a:lnTo>
                <a:lnTo>
                  <a:pt x="617842" y="792657"/>
                </a:lnTo>
                <a:lnTo>
                  <a:pt x="634784" y="752208"/>
                </a:lnTo>
                <a:lnTo>
                  <a:pt x="664349" y="781215"/>
                </a:lnTo>
                <a:lnTo>
                  <a:pt x="699630" y="803313"/>
                </a:lnTo>
                <a:lnTo>
                  <a:pt x="739521" y="817372"/>
                </a:lnTo>
                <a:lnTo>
                  <a:pt x="782904" y="822312"/>
                </a:lnTo>
                <a:lnTo>
                  <a:pt x="803490" y="821207"/>
                </a:lnTo>
                <a:lnTo>
                  <a:pt x="823442" y="817981"/>
                </a:lnTo>
                <a:lnTo>
                  <a:pt x="842657" y="812761"/>
                </a:lnTo>
                <a:lnTo>
                  <a:pt x="861021" y="805649"/>
                </a:lnTo>
                <a:lnTo>
                  <a:pt x="881392" y="841552"/>
                </a:lnTo>
                <a:lnTo>
                  <a:pt x="911161" y="869734"/>
                </a:lnTo>
                <a:lnTo>
                  <a:pt x="948258" y="888149"/>
                </a:lnTo>
                <a:lnTo>
                  <a:pt x="990650" y="894753"/>
                </a:lnTo>
                <a:lnTo>
                  <a:pt x="1019022" y="891844"/>
                </a:lnTo>
                <a:lnTo>
                  <a:pt x="1045400" y="883513"/>
                </a:lnTo>
                <a:lnTo>
                  <a:pt x="1069225" y="870356"/>
                </a:lnTo>
                <a:lnTo>
                  <a:pt x="1089901" y="852957"/>
                </a:lnTo>
                <a:lnTo>
                  <a:pt x="1099261" y="856272"/>
                </a:lnTo>
                <a:lnTo>
                  <a:pt x="1109014" y="858710"/>
                </a:lnTo>
                <a:lnTo>
                  <a:pt x="1119111" y="860209"/>
                </a:lnTo>
                <a:lnTo>
                  <a:pt x="1129487" y="860717"/>
                </a:lnTo>
                <a:lnTo>
                  <a:pt x="1170292" y="852474"/>
                </a:lnTo>
                <a:lnTo>
                  <a:pt x="1203617" y="830021"/>
                </a:lnTo>
                <a:lnTo>
                  <a:pt x="1226070" y="796696"/>
                </a:lnTo>
                <a:lnTo>
                  <a:pt x="1234313" y="755891"/>
                </a:lnTo>
                <a:close/>
              </a:path>
              <a:path w="2430780" h="899795">
                <a:moveTo>
                  <a:pt x="2430488" y="246545"/>
                </a:moveTo>
                <a:lnTo>
                  <a:pt x="2424607" y="217411"/>
                </a:lnTo>
                <a:lnTo>
                  <a:pt x="2408555" y="193611"/>
                </a:lnTo>
                <a:lnTo>
                  <a:pt x="2384768" y="177571"/>
                </a:lnTo>
                <a:lnTo>
                  <a:pt x="2355634" y="171691"/>
                </a:lnTo>
                <a:lnTo>
                  <a:pt x="2339975" y="173329"/>
                </a:lnTo>
                <a:lnTo>
                  <a:pt x="2325459" y="178054"/>
                </a:lnTo>
                <a:lnTo>
                  <a:pt x="2312403" y="185483"/>
                </a:lnTo>
                <a:lnTo>
                  <a:pt x="2301151" y="195287"/>
                </a:lnTo>
                <a:lnTo>
                  <a:pt x="2282863" y="167462"/>
                </a:lnTo>
                <a:lnTo>
                  <a:pt x="2257768" y="145770"/>
                </a:lnTo>
                <a:lnTo>
                  <a:pt x="2227313" y="131686"/>
                </a:lnTo>
                <a:lnTo>
                  <a:pt x="2192921" y="126657"/>
                </a:lnTo>
                <a:lnTo>
                  <a:pt x="2176322" y="127812"/>
                </a:lnTo>
                <a:lnTo>
                  <a:pt x="2160447" y="131178"/>
                </a:lnTo>
                <a:lnTo>
                  <a:pt x="2145423" y="136550"/>
                </a:lnTo>
                <a:lnTo>
                  <a:pt x="2131377" y="143789"/>
                </a:lnTo>
                <a:lnTo>
                  <a:pt x="2108149" y="103682"/>
                </a:lnTo>
                <a:lnTo>
                  <a:pt x="2078062" y="68808"/>
                </a:lnTo>
                <a:lnTo>
                  <a:pt x="2042020" y="40081"/>
                </a:lnTo>
                <a:lnTo>
                  <a:pt x="2000935" y="18427"/>
                </a:lnTo>
                <a:lnTo>
                  <a:pt x="1955711" y="4762"/>
                </a:lnTo>
                <a:lnTo>
                  <a:pt x="1907286" y="0"/>
                </a:lnTo>
                <a:lnTo>
                  <a:pt x="1860613" y="4419"/>
                </a:lnTo>
                <a:lnTo>
                  <a:pt x="1816900" y="17106"/>
                </a:lnTo>
                <a:lnTo>
                  <a:pt x="1776945" y="37249"/>
                </a:lnTo>
                <a:lnTo>
                  <a:pt x="1741563" y="64033"/>
                </a:lnTo>
                <a:lnTo>
                  <a:pt x="1711566" y="96647"/>
                </a:lnTo>
                <a:lnTo>
                  <a:pt x="1687766" y="134277"/>
                </a:lnTo>
                <a:lnTo>
                  <a:pt x="1670989" y="176098"/>
                </a:lnTo>
                <a:lnTo>
                  <a:pt x="1635620" y="141389"/>
                </a:lnTo>
                <a:lnTo>
                  <a:pt x="1593418" y="114960"/>
                </a:lnTo>
                <a:lnTo>
                  <a:pt x="1545691" y="98132"/>
                </a:lnTo>
                <a:lnTo>
                  <a:pt x="1493799" y="92227"/>
                </a:lnTo>
                <a:lnTo>
                  <a:pt x="1469148" y="93548"/>
                </a:lnTo>
                <a:lnTo>
                  <a:pt x="1445272" y="97409"/>
                </a:lnTo>
                <a:lnTo>
                  <a:pt x="1422298" y="103657"/>
                </a:lnTo>
                <a:lnTo>
                  <a:pt x="1400327" y="112166"/>
                </a:lnTo>
                <a:lnTo>
                  <a:pt x="1375943" y="69215"/>
                </a:lnTo>
                <a:lnTo>
                  <a:pt x="1340332" y="35483"/>
                </a:lnTo>
                <a:lnTo>
                  <a:pt x="1295946" y="13449"/>
                </a:lnTo>
                <a:lnTo>
                  <a:pt x="1245235" y="5562"/>
                </a:lnTo>
                <a:lnTo>
                  <a:pt x="1211287" y="9042"/>
                </a:lnTo>
                <a:lnTo>
                  <a:pt x="1179715" y="18999"/>
                </a:lnTo>
                <a:lnTo>
                  <a:pt x="1151229" y="34734"/>
                </a:lnTo>
                <a:lnTo>
                  <a:pt x="1126490" y="55562"/>
                </a:lnTo>
                <a:lnTo>
                  <a:pt x="1115275" y="51587"/>
                </a:lnTo>
                <a:lnTo>
                  <a:pt x="1103604" y="48679"/>
                </a:lnTo>
                <a:lnTo>
                  <a:pt x="1091526" y="46875"/>
                </a:lnTo>
                <a:lnTo>
                  <a:pt x="1079106" y="46266"/>
                </a:lnTo>
                <a:lnTo>
                  <a:pt x="1030287" y="56121"/>
                </a:lnTo>
                <a:lnTo>
                  <a:pt x="990422" y="83007"/>
                </a:lnTo>
                <a:lnTo>
                  <a:pt x="963549" y="122872"/>
                </a:lnTo>
                <a:lnTo>
                  <a:pt x="953681" y="171691"/>
                </a:lnTo>
                <a:lnTo>
                  <a:pt x="963549" y="220497"/>
                </a:lnTo>
                <a:lnTo>
                  <a:pt x="990422" y="260362"/>
                </a:lnTo>
                <a:lnTo>
                  <a:pt x="1030287" y="287248"/>
                </a:lnTo>
                <a:lnTo>
                  <a:pt x="1079106" y="297103"/>
                </a:lnTo>
                <a:lnTo>
                  <a:pt x="1091526" y="296494"/>
                </a:lnTo>
                <a:lnTo>
                  <a:pt x="1103604" y="294703"/>
                </a:lnTo>
                <a:lnTo>
                  <a:pt x="1115275" y="291782"/>
                </a:lnTo>
                <a:lnTo>
                  <a:pt x="1126490" y="287807"/>
                </a:lnTo>
                <a:lnTo>
                  <a:pt x="1151229" y="308635"/>
                </a:lnTo>
                <a:lnTo>
                  <a:pt x="1179715" y="324370"/>
                </a:lnTo>
                <a:lnTo>
                  <a:pt x="1211287" y="334327"/>
                </a:lnTo>
                <a:lnTo>
                  <a:pt x="1245235" y="337807"/>
                </a:lnTo>
                <a:lnTo>
                  <a:pt x="1251978" y="337807"/>
                </a:lnTo>
                <a:lnTo>
                  <a:pt x="1258633" y="337362"/>
                </a:lnTo>
                <a:lnTo>
                  <a:pt x="1265148" y="336588"/>
                </a:lnTo>
                <a:lnTo>
                  <a:pt x="1273898" y="386067"/>
                </a:lnTo>
                <a:lnTo>
                  <a:pt x="1292656" y="431266"/>
                </a:lnTo>
                <a:lnTo>
                  <a:pt x="1320177" y="470979"/>
                </a:lnTo>
                <a:lnTo>
                  <a:pt x="1355267" y="503986"/>
                </a:lnTo>
                <a:lnTo>
                  <a:pt x="1396720" y="529069"/>
                </a:lnTo>
                <a:lnTo>
                  <a:pt x="1443291" y="545007"/>
                </a:lnTo>
                <a:lnTo>
                  <a:pt x="1493799" y="550595"/>
                </a:lnTo>
                <a:lnTo>
                  <a:pt x="1542694" y="545363"/>
                </a:lnTo>
                <a:lnTo>
                  <a:pt x="1587957" y="530402"/>
                </a:lnTo>
                <a:lnTo>
                  <a:pt x="1628482" y="506831"/>
                </a:lnTo>
                <a:lnTo>
                  <a:pt x="1663179" y="475716"/>
                </a:lnTo>
                <a:lnTo>
                  <a:pt x="1690954" y="438188"/>
                </a:lnTo>
                <a:lnTo>
                  <a:pt x="1710715" y="395338"/>
                </a:lnTo>
                <a:lnTo>
                  <a:pt x="1740738" y="428307"/>
                </a:lnTo>
                <a:lnTo>
                  <a:pt x="1776234" y="455409"/>
                </a:lnTo>
                <a:lnTo>
                  <a:pt x="1816379" y="475792"/>
                </a:lnTo>
                <a:lnTo>
                  <a:pt x="1860334" y="488632"/>
                </a:lnTo>
                <a:lnTo>
                  <a:pt x="1907286" y="493102"/>
                </a:lnTo>
                <a:lnTo>
                  <a:pt x="1955711" y="488340"/>
                </a:lnTo>
                <a:lnTo>
                  <a:pt x="2000935" y="474675"/>
                </a:lnTo>
                <a:lnTo>
                  <a:pt x="2042020" y="453021"/>
                </a:lnTo>
                <a:lnTo>
                  <a:pt x="2078062" y="424294"/>
                </a:lnTo>
                <a:lnTo>
                  <a:pt x="2108149" y="389420"/>
                </a:lnTo>
                <a:lnTo>
                  <a:pt x="2131377" y="349300"/>
                </a:lnTo>
                <a:lnTo>
                  <a:pt x="2145423" y="356539"/>
                </a:lnTo>
                <a:lnTo>
                  <a:pt x="2160447" y="361924"/>
                </a:lnTo>
                <a:lnTo>
                  <a:pt x="2176322" y="365290"/>
                </a:lnTo>
                <a:lnTo>
                  <a:pt x="2192921" y="366445"/>
                </a:lnTo>
                <a:lnTo>
                  <a:pt x="2227313" y="361416"/>
                </a:lnTo>
                <a:lnTo>
                  <a:pt x="2257768" y="347332"/>
                </a:lnTo>
                <a:lnTo>
                  <a:pt x="2282863" y="325640"/>
                </a:lnTo>
                <a:lnTo>
                  <a:pt x="2301151" y="297815"/>
                </a:lnTo>
                <a:lnTo>
                  <a:pt x="2312403" y="307619"/>
                </a:lnTo>
                <a:lnTo>
                  <a:pt x="2325459" y="315048"/>
                </a:lnTo>
                <a:lnTo>
                  <a:pt x="2339975" y="319760"/>
                </a:lnTo>
                <a:lnTo>
                  <a:pt x="2355634" y="321411"/>
                </a:lnTo>
                <a:lnTo>
                  <a:pt x="2384768" y="315531"/>
                </a:lnTo>
                <a:lnTo>
                  <a:pt x="2408555" y="299491"/>
                </a:lnTo>
                <a:lnTo>
                  <a:pt x="2424607" y="275691"/>
                </a:lnTo>
                <a:lnTo>
                  <a:pt x="2430488" y="2465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7" name="object 457" descr=""/>
          <p:cNvSpPr/>
          <p:nvPr/>
        </p:nvSpPr>
        <p:spPr>
          <a:xfrm>
            <a:off x="9974441" y="6752614"/>
            <a:ext cx="1644650" cy="844550"/>
          </a:xfrm>
          <a:custGeom>
            <a:avLst/>
            <a:gdLst/>
            <a:ahLst/>
            <a:cxnLst/>
            <a:rect l="l" t="t" r="r" b="b"/>
            <a:pathLst>
              <a:path w="1644650" h="844550">
                <a:moveTo>
                  <a:pt x="838215" y="0"/>
                </a:moveTo>
                <a:lnTo>
                  <a:pt x="787536" y="3010"/>
                </a:lnTo>
                <a:lnTo>
                  <a:pt x="738636" y="11812"/>
                </a:lnTo>
                <a:lnTo>
                  <a:pt x="691863" y="26059"/>
                </a:lnTo>
                <a:lnTo>
                  <a:pt x="647561" y="45405"/>
                </a:lnTo>
                <a:lnTo>
                  <a:pt x="606077" y="69503"/>
                </a:lnTo>
                <a:lnTo>
                  <a:pt x="567757" y="98008"/>
                </a:lnTo>
                <a:lnTo>
                  <a:pt x="532946" y="130573"/>
                </a:lnTo>
                <a:lnTo>
                  <a:pt x="501990" y="166852"/>
                </a:lnTo>
                <a:lnTo>
                  <a:pt x="475236" y="206499"/>
                </a:lnTo>
                <a:lnTo>
                  <a:pt x="453028" y="249169"/>
                </a:lnTo>
                <a:lnTo>
                  <a:pt x="435714" y="294514"/>
                </a:lnTo>
                <a:lnTo>
                  <a:pt x="422678" y="293708"/>
                </a:lnTo>
                <a:lnTo>
                  <a:pt x="416060" y="293708"/>
                </a:lnTo>
                <a:lnTo>
                  <a:pt x="367628" y="298164"/>
                </a:lnTo>
                <a:lnTo>
                  <a:pt x="322147" y="310997"/>
                </a:lnTo>
                <a:lnTo>
                  <a:pt x="280415" y="331404"/>
                </a:lnTo>
                <a:lnTo>
                  <a:pt x="243232" y="358582"/>
                </a:lnTo>
                <a:lnTo>
                  <a:pt x="211397" y="391727"/>
                </a:lnTo>
                <a:lnTo>
                  <a:pt x="185710" y="430037"/>
                </a:lnTo>
                <a:lnTo>
                  <a:pt x="166968" y="472708"/>
                </a:lnTo>
                <a:lnTo>
                  <a:pt x="155430" y="468111"/>
                </a:lnTo>
                <a:lnTo>
                  <a:pt x="143337" y="464727"/>
                </a:lnTo>
                <a:lnTo>
                  <a:pt x="130759" y="462637"/>
                </a:lnTo>
                <a:lnTo>
                  <a:pt x="117766" y="461923"/>
                </a:lnTo>
                <a:lnTo>
                  <a:pt x="71924" y="471177"/>
                </a:lnTo>
                <a:lnTo>
                  <a:pt x="34491" y="496414"/>
                </a:lnTo>
                <a:lnTo>
                  <a:pt x="9253" y="533847"/>
                </a:lnTo>
                <a:lnTo>
                  <a:pt x="0" y="579689"/>
                </a:lnTo>
                <a:lnTo>
                  <a:pt x="9253" y="625531"/>
                </a:lnTo>
                <a:lnTo>
                  <a:pt x="34491" y="662964"/>
                </a:lnTo>
                <a:lnTo>
                  <a:pt x="71924" y="688201"/>
                </a:lnTo>
                <a:lnTo>
                  <a:pt x="117766" y="697455"/>
                </a:lnTo>
                <a:lnTo>
                  <a:pt x="135478" y="696129"/>
                </a:lnTo>
                <a:lnTo>
                  <a:pt x="152364" y="692281"/>
                </a:lnTo>
                <a:lnTo>
                  <a:pt x="168233" y="686106"/>
                </a:lnTo>
                <a:lnTo>
                  <a:pt x="182894" y="677801"/>
                </a:lnTo>
                <a:lnTo>
                  <a:pt x="208343" y="717489"/>
                </a:lnTo>
                <a:lnTo>
                  <a:pt x="240292" y="751879"/>
                </a:lnTo>
                <a:lnTo>
                  <a:pt x="277889" y="780117"/>
                </a:lnTo>
                <a:lnTo>
                  <a:pt x="320283" y="801346"/>
                </a:lnTo>
                <a:lnTo>
                  <a:pt x="366624" y="814712"/>
                </a:lnTo>
                <a:lnTo>
                  <a:pt x="416060" y="819357"/>
                </a:lnTo>
                <a:lnTo>
                  <a:pt x="462733" y="815222"/>
                </a:lnTo>
                <a:lnTo>
                  <a:pt x="506703" y="803297"/>
                </a:lnTo>
                <a:lnTo>
                  <a:pt x="547259" y="784300"/>
                </a:lnTo>
                <a:lnTo>
                  <a:pt x="583689" y="758950"/>
                </a:lnTo>
                <a:lnTo>
                  <a:pt x="628158" y="788394"/>
                </a:lnTo>
                <a:lnTo>
                  <a:pt x="676323" y="812134"/>
                </a:lnTo>
                <a:lnTo>
                  <a:pt x="727705" y="829687"/>
                </a:lnTo>
                <a:lnTo>
                  <a:pt x="781828" y="840573"/>
                </a:lnTo>
                <a:lnTo>
                  <a:pt x="838215" y="844309"/>
                </a:lnTo>
                <a:lnTo>
                  <a:pt x="885837" y="841651"/>
                </a:lnTo>
                <a:lnTo>
                  <a:pt x="931908" y="833868"/>
                </a:lnTo>
                <a:lnTo>
                  <a:pt x="976144" y="821248"/>
                </a:lnTo>
                <a:lnTo>
                  <a:pt x="1018258" y="804077"/>
                </a:lnTo>
                <a:lnTo>
                  <a:pt x="1057966" y="782643"/>
                </a:lnTo>
                <a:lnTo>
                  <a:pt x="1094982" y="757233"/>
                </a:lnTo>
                <a:lnTo>
                  <a:pt x="1103872" y="757568"/>
                </a:lnTo>
                <a:lnTo>
                  <a:pt x="1108374" y="757568"/>
                </a:lnTo>
                <a:lnTo>
                  <a:pt x="1164172" y="752451"/>
                </a:lnTo>
                <a:lnTo>
                  <a:pt x="1216589" y="737719"/>
                </a:lnTo>
                <a:lnTo>
                  <a:pt x="1264725" y="714300"/>
                </a:lnTo>
                <a:lnTo>
                  <a:pt x="1307677" y="683120"/>
                </a:lnTo>
                <a:lnTo>
                  <a:pt x="1324894" y="691932"/>
                </a:lnTo>
                <a:lnTo>
                  <a:pt x="1343328" y="698455"/>
                </a:lnTo>
                <a:lnTo>
                  <a:pt x="1362794" y="702504"/>
                </a:lnTo>
                <a:lnTo>
                  <a:pt x="1383109" y="703894"/>
                </a:lnTo>
                <a:lnTo>
                  <a:pt x="1424453" y="698012"/>
                </a:lnTo>
                <a:lnTo>
                  <a:pt x="1461247" y="681476"/>
                </a:lnTo>
                <a:lnTo>
                  <a:pt x="1491835" y="655957"/>
                </a:lnTo>
                <a:lnTo>
                  <a:pt x="1514561" y="623122"/>
                </a:lnTo>
                <a:lnTo>
                  <a:pt x="1525794" y="634948"/>
                </a:lnTo>
                <a:lnTo>
                  <a:pt x="1539429" y="643998"/>
                </a:lnTo>
                <a:lnTo>
                  <a:pt x="1555004" y="649785"/>
                </a:lnTo>
                <a:lnTo>
                  <a:pt x="1572056" y="651823"/>
                </a:lnTo>
                <a:lnTo>
                  <a:pt x="1600129" y="646154"/>
                </a:lnTo>
                <a:lnTo>
                  <a:pt x="1623055" y="630696"/>
                </a:lnTo>
                <a:lnTo>
                  <a:pt x="1638512" y="607768"/>
                </a:lnTo>
                <a:lnTo>
                  <a:pt x="1644180" y="579689"/>
                </a:lnTo>
                <a:lnTo>
                  <a:pt x="1638512" y="551620"/>
                </a:lnTo>
                <a:lnTo>
                  <a:pt x="1623055" y="528694"/>
                </a:lnTo>
                <a:lnTo>
                  <a:pt x="1600129" y="513235"/>
                </a:lnTo>
                <a:lnTo>
                  <a:pt x="1572056" y="507565"/>
                </a:lnTo>
                <a:lnTo>
                  <a:pt x="1559468" y="508663"/>
                </a:lnTo>
                <a:lnTo>
                  <a:pt x="1547599" y="511829"/>
                </a:lnTo>
                <a:lnTo>
                  <a:pt x="1536629" y="516877"/>
                </a:lnTo>
                <a:lnTo>
                  <a:pt x="1526738" y="523617"/>
                </a:lnTo>
                <a:lnTo>
                  <a:pt x="1511117" y="483565"/>
                </a:lnTo>
                <a:lnTo>
                  <a:pt x="1485101" y="450224"/>
                </a:lnTo>
                <a:lnTo>
                  <a:pt x="1450674" y="425580"/>
                </a:lnTo>
                <a:lnTo>
                  <a:pt x="1409820" y="411620"/>
                </a:lnTo>
                <a:lnTo>
                  <a:pt x="1399419" y="364220"/>
                </a:lnTo>
                <a:lnTo>
                  <a:pt x="1381960" y="319904"/>
                </a:lnTo>
                <a:lnTo>
                  <a:pt x="1358075" y="279303"/>
                </a:lnTo>
                <a:lnTo>
                  <a:pt x="1328395" y="243047"/>
                </a:lnTo>
                <a:lnTo>
                  <a:pt x="1293550" y="211767"/>
                </a:lnTo>
                <a:lnTo>
                  <a:pt x="1254170" y="186094"/>
                </a:lnTo>
                <a:lnTo>
                  <a:pt x="1210887" y="166658"/>
                </a:lnTo>
                <a:lnTo>
                  <a:pt x="1164331" y="154089"/>
                </a:lnTo>
                <a:lnTo>
                  <a:pt x="1133477" y="120453"/>
                </a:lnTo>
                <a:lnTo>
                  <a:pt x="1099185" y="90318"/>
                </a:lnTo>
                <a:lnTo>
                  <a:pt x="1061757" y="63985"/>
                </a:lnTo>
                <a:lnTo>
                  <a:pt x="1021499" y="41760"/>
                </a:lnTo>
                <a:lnTo>
                  <a:pt x="978711" y="23945"/>
                </a:lnTo>
                <a:lnTo>
                  <a:pt x="933699" y="10844"/>
                </a:lnTo>
                <a:lnTo>
                  <a:pt x="886766" y="2761"/>
                </a:lnTo>
                <a:lnTo>
                  <a:pt x="8382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8" name="object 458" descr=""/>
          <p:cNvGrpSpPr/>
          <p:nvPr/>
        </p:nvGrpSpPr>
        <p:grpSpPr>
          <a:xfrm>
            <a:off x="10626116" y="7759774"/>
            <a:ext cx="1437640" cy="1482090"/>
            <a:chOff x="10626116" y="7759774"/>
            <a:chExt cx="1437640" cy="1482090"/>
          </a:xfrm>
        </p:grpSpPr>
        <p:sp>
          <p:nvSpPr>
            <p:cNvPr id="459" name="object 459" descr=""/>
            <p:cNvSpPr/>
            <p:nvPr/>
          </p:nvSpPr>
          <p:spPr>
            <a:xfrm>
              <a:off x="11465713" y="7995850"/>
              <a:ext cx="586105" cy="1245870"/>
            </a:xfrm>
            <a:custGeom>
              <a:avLst/>
              <a:gdLst/>
              <a:ahLst/>
              <a:cxnLst/>
              <a:rect l="l" t="t" r="r" b="b"/>
              <a:pathLst>
                <a:path w="586104" h="1245870">
                  <a:moveTo>
                    <a:pt x="473278" y="0"/>
                  </a:moveTo>
                  <a:lnTo>
                    <a:pt x="112496" y="0"/>
                  </a:lnTo>
                  <a:lnTo>
                    <a:pt x="112496" y="141541"/>
                  </a:lnTo>
                  <a:lnTo>
                    <a:pt x="473278" y="141541"/>
                  </a:lnTo>
                  <a:lnTo>
                    <a:pt x="473278" y="0"/>
                  </a:lnTo>
                  <a:close/>
                </a:path>
                <a:path w="586104" h="1245870">
                  <a:moveTo>
                    <a:pt x="585774" y="141554"/>
                  </a:moveTo>
                  <a:lnTo>
                    <a:pt x="0" y="141554"/>
                  </a:lnTo>
                  <a:lnTo>
                    <a:pt x="0" y="525678"/>
                  </a:lnTo>
                  <a:lnTo>
                    <a:pt x="0" y="1245654"/>
                  </a:lnTo>
                  <a:lnTo>
                    <a:pt x="585774" y="1245654"/>
                  </a:lnTo>
                  <a:lnTo>
                    <a:pt x="585774" y="525678"/>
                  </a:lnTo>
                  <a:lnTo>
                    <a:pt x="585774" y="141554"/>
                  </a:lnTo>
                  <a:close/>
                </a:path>
              </a:pathLst>
            </a:custGeom>
            <a:solidFill>
              <a:srgbClr val="EEF0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11503216" y="8057127"/>
              <a:ext cx="511175" cy="1010919"/>
            </a:xfrm>
            <a:custGeom>
              <a:avLst/>
              <a:gdLst/>
              <a:ahLst/>
              <a:cxnLst/>
              <a:rect l="l" t="t" r="r" b="b"/>
              <a:pathLst>
                <a:path w="511175" h="1010920">
                  <a:moveTo>
                    <a:pt x="74993" y="390296"/>
                  </a:moveTo>
                  <a:lnTo>
                    <a:pt x="0" y="390296"/>
                  </a:lnTo>
                  <a:lnTo>
                    <a:pt x="0" y="464400"/>
                  </a:lnTo>
                  <a:lnTo>
                    <a:pt x="74993" y="464400"/>
                  </a:lnTo>
                  <a:lnTo>
                    <a:pt x="74993" y="390296"/>
                  </a:lnTo>
                  <a:close/>
                </a:path>
                <a:path w="511175" h="1010920">
                  <a:moveTo>
                    <a:pt x="74993" y="254038"/>
                  </a:moveTo>
                  <a:lnTo>
                    <a:pt x="0" y="254038"/>
                  </a:lnTo>
                  <a:lnTo>
                    <a:pt x="0" y="329031"/>
                  </a:lnTo>
                  <a:lnTo>
                    <a:pt x="74993" y="329031"/>
                  </a:lnTo>
                  <a:lnTo>
                    <a:pt x="74993" y="254038"/>
                  </a:lnTo>
                  <a:close/>
                </a:path>
                <a:path w="511175" h="1010920">
                  <a:moveTo>
                    <a:pt x="74993" y="117767"/>
                  </a:moveTo>
                  <a:lnTo>
                    <a:pt x="0" y="117767"/>
                  </a:lnTo>
                  <a:lnTo>
                    <a:pt x="0" y="192760"/>
                  </a:lnTo>
                  <a:lnTo>
                    <a:pt x="74993" y="192760"/>
                  </a:lnTo>
                  <a:lnTo>
                    <a:pt x="74993" y="117767"/>
                  </a:lnTo>
                  <a:close/>
                </a:path>
                <a:path w="511175" h="1010920">
                  <a:moveTo>
                    <a:pt x="220256" y="390296"/>
                  </a:moveTo>
                  <a:lnTo>
                    <a:pt x="145262" y="390296"/>
                  </a:lnTo>
                  <a:lnTo>
                    <a:pt x="145262" y="464400"/>
                  </a:lnTo>
                  <a:lnTo>
                    <a:pt x="220256" y="464400"/>
                  </a:lnTo>
                  <a:lnTo>
                    <a:pt x="220256" y="390296"/>
                  </a:lnTo>
                  <a:close/>
                </a:path>
                <a:path w="511175" h="1010920">
                  <a:moveTo>
                    <a:pt x="220256" y="254038"/>
                  </a:moveTo>
                  <a:lnTo>
                    <a:pt x="145262" y="254038"/>
                  </a:lnTo>
                  <a:lnTo>
                    <a:pt x="145262" y="329031"/>
                  </a:lnTo>
                  <a:lnTo>
                    <a:pt x="220256" y="329031"/>
                  </a:lnTo>
                  <a:lnTo>
                    <a:pt x="220256" y="254038"/>
                  </a:lnTo>
                  <a:close/>
                </a:path>
                <a:path w="511175" h="1010920">
                  <a:moveTo>
                    <a:pt x="220256" y="117767"/>
                  </a:moveTo>
                  <a:lnTo>
                    <a:pt x="145262" y="117767"/>
                  </a:lnTo>
                  <a:lnTo>
                    <a:pt x="145262" y="192760"/>
                  </a:lnTo>
                  <a:lnTo>
                    <a:pt x="220256" y="192760"/>
                  </a:lnTo>
                  <a:lnTo>
                    <a:pt x="220256" y="117767"/>
                  </a:lnTo>
                  <a:close/>
                </a:path>
                <a:path w="511175" h="1010920">
                  <a:moveTo>
                    <a:pt x="220256" y="0"/>
                  </a:moveTo>
                  <a:lnTo>
                    <a:pt x="145262" y="0"/>
                  </a:lnTo>
                  <a:lnTo>
                    <a:pt x="145262" y="74980"/>
                  </a:lnTo>
                  <a:lnTo>
                    <a:pt x="220256" y="74980"/>
                  </a:lnTo>
                  <a:lnTo>
                    <a:pt x="220256" y="0"/>
                  </a:lnTo>
                  <a:close/>
                </a:path>
                <a:path w="511175" h="1010920">
                  <a:moveTo>
                    <a:pt x="365518" y="390296"/>
                  </a:moveTo>
                  <a:lnTo>
                    <a:pt x="290525" y="390296"/>
                  </a:lnTo>
                  <a:lnTo>
                    <a:pt x="290525" y="464400"/>
                  </a:lnTo>
                  <a:lnTo>
                    <a:pt x="365518" y="464400"/>
                  </a:lnTo>
                  <a:lnTo>
                    <a:pt x="365518" y="390296"/>
                  </a:lnTo>
                  <a:close/>
                </a:path>
                <a:path w="511175" h="1010920">
                  <a:moveTo>
                    <a:pt x="365518" y="254038"/>
                  </a:moveTo>
                  <a:lnTo>
                    <a:pt x="290525" y="254038"/>
                  </a:lnTo>
                  <a:lnTo>
                    <a:pt x="290525" y="329031"/>
                  </a:lnTo>
                  <a:lnTo>
                    <a:pt x="365518" y="329031"/>
                  </a:lnTo>
                  <a:lnTo>
                    <a:pt x="365518" y="254038"/>
                  </a:lnTo>
                  <a:close/>
                </a:path>
                <a:path w="511175" h="1010920">
                  <a:moveTo>
                    <a:pt x="365518" y="117767"/>
                  </a:moveTo>
                  <a:lnTo>
                    <a:pt x="290525" y="117767"/>
                  </a:lnTo>
                  <a:lnTo>
                    <a:pt x="290525" y="192760"/>
                  </a:lnTo>
                  <a:lnTo>
                    <a:pt x="365518" y="192760"/>
                  </a:lnTo>
                  <a:lnTo>
                    <a:pt x="365518" y="117767"/>
                  </a:lnTo>
                  <a:close/>
                </a:path>
                <a:path w="511175" h="1010920">
                  <a:moveTo>
                    <a:pt x="365518" y="0"/>
                  </a:moveTo>
                  <a:lnTo>
                    <a:pt x="290525" y="0"/>
                  </a:lnTo>
                  <a:lnTo>
                    <a:pt x="290525" y="74980"/>
                  </a:lnTo>
                  <a:lnTo>
                    <a:pt x="365518" y="74980"/>
                  </a:lnTo>
                  <a:lnTo>
                    <a:pt x="365518" y="0"/>
                  </a:lnTo>
                  <a:close/>
                </a:path>
                <a:path w="511175" h="1010920">
                  <a:moveTo>
                    <a:pt x="510781" y="935355"/>
                  </a:moveTo>
                  <a:lnTo>
                    <a:pt x="472211" y="935355"/>
                  </a:lnTo>
                  <a:lnTo>
                    <a:pt x="472211" y="1010348"/>
                  </a:lnTo>
                  <a:lnTo>
                    <a:pt x="510781" y="1010348"/>
                  </a:lnTo>
                  <a:lnTo>
                    <a:pt x="510781" y="935355"/>
                  </a:lnTo>
                  <a:close/>
                </a:path>
                <a:path w="511175" h="1010920">
                  <a:moveTo>
                    <a:pt x="510781" y="799096"/>
                  </a:moveTo>
                  <a:lnTo>
                    <a:pt x="472211" y="799096"/>
                  </a:lnTo>
                  <a:lnTo>
                    <a:pt x="472211" y="874077"/>
                  </a:lnTo>
                  <a:lnTo>
                    <a:pt x="510781" y="874077"/>
                  </a:lnTo>
                  <a:lnTo>
                    <a:pt x="510781" y="799096"/>
                  </a:lnTo>
                  <a:close/>
                </a:path>
                <a:path w="511175" h="1010920">
                  <a:moveTo>
                    <a:pt x="510781" y="662825"/>
                  </a:moveTo>
                  <a:lnTo>
                    <a:pt x="472211" y="662825"/>
                  </a:lnTo>
                  <a:lnTo>
                    <a:pt x="472211" y="737819"/>
                  </a:lnTo>
                  <a:lnTo>
                    <a:pt x="510781" y="737819"/>
                  </a:lnTo>
                  <a:lnTo>
                    <a:pt x="510781" y="662825"/>
                  </a:lnTo>
                  <a:close/>
                </a:path>
                <a:path w="511175" h="1010920">
                  <a:moveTo>
                    <a:pt x="510781" y="526567"/>
                  </a:moveTo>
                  <a:lnTo>
                    <a:pt x="472211" y="526567"/>
                  </a:lnTo>
                  <a:lnTo>
                    <a:pt x="472211" y="601560"/>
                  </a:lnTo>
                  <a:lnTo>
                    <a:pt x="510781" y="601560"/>
                  </a:lnTo>
                  <a:lnTo>
                    <a:pt x="510781" y="526567"/>
                  </a:lnTo>
                  <a:close/>
                </a:path>
                <a:path w="511175" h="1010920">
                  <a:moveTo>
                    <a:pt x="510781" y="390296"/>
                  </a:moveTo>
                  <a:lnTo>
                    <a:pt x="435787" y="390296"/>
                  </a:lnTo>
                  <a:lnTo>
                    <a:pt x="435787" y="464400"/>
                  </a:lnTo>
                  <a:lnTo>
                    <a:pt x="435787" y="465289"/>
                  </a:lnTo>
                  <a:lnTo>
                    <a:pt x="510781" y="465289"/>
                  </a:lnTo>
                  <a:lnTo>
                    <a:pt x="510781" y="464400"/>
                  </a:lnTo>
                  <a:lnTo>
                    <a:pt x="510781" y="390296"/>
                  </a:lnTo>
                  <a:close/>
                </a:path>
                <a:path w="511175" h="1010920">
                  <a:moveTo>
                    <a:pt x="510781" y="254038"/>
                  </a:moveTo>
                  <a:lnTo>
                    <a:pt x="435787" y="254038"/>
                  </a:lnTo>
                  <a:lnTo>
                    <a:pt x="435787" y="329031"/>
                  </a:lnTo>
                  <a:lnTo>
                    <a:pt x="510781" y="329031"/>
                  </a:lnTo>
                  <a:lnTo>
                    <a:pt x="510781" y="254038"/>
                  </a:lnTo>
                  <a:close/>
                </a:path>
                <a:path w="511175" h="1010920">
                  <a:moveTo>
                    <a:pt x="510781" y="117767"/>
                  </a:moveTo>
                  <a:lnTo>
                    <a:pt x="435787" y="117767"/>
                  </a:lnTo>
                  <a:lnTo>
                    <a:pt x="435787" y="192760"/>
                  </a:lnTo>
                  <a:lnTo>
                    <a:pt x="510781" y="192760"/>
                  </a:lnTo>
                  <a:lnTo>
                    <a:pt x="510781" y="117767"/>
                  </a:lnTo>
                  <a:close/>
                </a:path>
              </a:pathLst>
            </a:custGeom>
            <a:solidFill>
              <a:srgbClr val="FA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1482017" y="8122862"/>
              <a:ext cx="581660" cy="15875"/>
            </a:xfrm>
            <a:custGeom>
              <a:avLst/>
              <a:gdLst/>
              <a:ahLst/>
              <a:cxnLst/>
              <a:rect l="l" t="t" r="r" b="b"/>
              <a:pathLst>
                <a:path w="581659" h="15875">
                  <a:moveTo>
                    <a:pt x="0" y="15297"/>
                  </a:moveTo>
                  <a:lnTo>
                    <a:pt x="581573" y="15297"/>
                  </a:lnTo>
                  <a:lnTo>
                    <a:pt x="581573" y="0"/>
                  </a:lnTo>
                  <a:lnTo>
                    <a:pt x="0" y="0"/>
                  </a:lnTo>
                  <a:lnTo>
                    <a:pt x="0" y="15297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11203102" y="7777956"/>
              <a:ext cx="279400" cy="1463675"/>
            </a:xfrm>
            <a:custGeom>
              <a:avLst/>
              <a:gdLst/>
              <a:ahLst/>
              <a:cxnLst/>
              <a:rect l="l" t="t" r="r" b="b"/>
              <a:pathLst>
                <a:path w="279400" h="1463675">
                  <a:moveTo>
                    <a:pt x="145186" y="0"/>
                  </a:moveTo>
                  <a:lnTo>
                    <a:pt x="0" y="0"/>
                  </a:lnTo>
                  <a:lnTo>
                    <a:pt x="0" y="168262"/>
                  </a:lnTo>
                  <a:lnTo>
                    <a:pt x="145186" y="168262"/>
                  </a:lnTo>
                  <a:lnTo>
                    <a:pt x="145186" y="0"/>
                  </a:lnTo>
                  <a:close/>
                </a:path>
                <a:path w="279400" h="1463675">
                  <a:moveTo>
                    <a:pt x="278904" y="168275"/>
                  </a:moveTo>
                  <a:lnTo>
                    <a:pt x="133718" y="168275"/>
                  </a:lnTo>
                  <a:lnTo>
                    <a:pt x="133718" y="1463548"/>
                  </a:lnTo>
                  <a:lnTo>
                    <a:pt x="278904" y="1463548"/>
                  </a:lnTo>
                  <a:lnTo>
                    <a:pt x="278904" y="168275"/>
                  </a:lnTo>
                  <a:close/>
                </a:path>
              </a:pathLst>
            </a:custGeom>
            <a:solidFill>
              <a:srgbClr val="EB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0771302" y="7759782"/>
              <a:ext cx="725170" cy="187960"/>
            </a:xfrm>
            <a:custGeom>
              <a:avLst/>
              <a:gdLst/>
              <a:ahLst/>
              <a:cxnLst/>
              <a:rect l="l" t="t" r="r" b="b"/>
              <a:pathLst>
                <a:path w="725170" h="187959">
                  <a:moveTo>
                    <a:pt x="595198" y="0"/>
                  </a:moveTo>
                  <a:lnTo>
                    <a:pt x="129882" y="0"/>
                  </a:lnTo>
                  <a:lnTo>
                    <a:pt x="129882" y="18173"/>
                  </a:lnTo>
                  <a:lnTo>
                    <a:pt x="595198" y="18173"/>
                  </a:lnTo>
                  <a:lnTo>
                    <a:pt x="595198" y="0"/>
                  </a:lnTo>
                  <a:close/>
                </a:path>
                <a:path w="725170" h="187959">
                  <a:moveTo>
                    <a:pt x="725081" y="169176"/>
                  </a:moveTo>
                  <a:lnTo>
                    <a:pt x="0" y="169176"/>
                  </a:lnTo>
                  <a:lnTo>
                    <a:pt x="0" y="187350"/>
                  </a:lnTo>
                  <a:lnTo>
                    <a:pt x="725081" y="187350"/>
                  </a:lnTo>
                  <a:lnTo>
                    <a:pt x="725081" y="169176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0640492" y="7777956"/>
              <a:ext cx="696595" cy="1463675"/>
            </a:xfrm>
            <a:custGeom>
              <a:avLst/>
              <a:gdLst/>
              <a:ahLst/>
              <a:cxnLst/>
              <a:rect l="l" t="t" r="r" b="b"/>
              <a:pathLst>
                <a:path w="696595" h="1463675">
                  <a:moveTo>
                    <a:pt x="562610" y="0"/>
                  </a:moveTo>
                  <a:lnTo>
                    <a:pt x="133718" y="0"/>
                  </a:lnTo>
                  <a:lnTo>
                    <a:pt x="133718" y="168262"/>
                  </a:lnTo>
                  <a:lnTo>
                    <a:pt x="562610" y="168262"/>
                  </a:lnTo>
                  <a:lnTo>
                    <a:pt x="562610" y="0"/>
                  </a:lnTo>
                  <a:close/>
                </a:path>
                <a:path w="696595" h="1463675">
                  <a:moveTo>
                    <a:pt x="696328" y="168275"/>
                  </a:moveTo>
                  <a:lnTo>
                    <a:pt x="0" y="168275"/>
                  </a:lnTo>
                  <a:lnTo>
                    <a:pt x="0" y="1463548"/>
                  </a:lnTo>
                  <a:lnTo>
                    <a:pt x="696328" y="1463548"/>
                  </a:lnTo>
                  <a:lnTo>
                    <a:pt x="696328" y="168275"/>
                  </a:lnTo>
                  <a:close/>
                </a:path>
              </a:pathLst>
            </a:custGeom>
            <a:solidFill>
              <a:srgbClr val="F3F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0685056" y="7850790"/>
              <a:ext cx="607695" cy="1201420"/>
            </a:xfrm>
            <a:custGeom>
              <a:avLst/>
              <a:gdLst/>
              <a:ahLst/>
              <a:cxnLst/>
              <a:rect l="l" t="t" r="r" b="b"/>
              <a:pathLst>
                <a:path w="607695" h="1201420">
                  <a:moveTo>
                    <a:pt x="89154" y="1111910"/>
                  </a:moveTo>
                  <a:lnTo>
                    <a:pt x="0" y="1111910"/>
                  </a:lnTo>
                  <a:lnTo>
                    <a:pt x="0" y="1185913"/>
                  </a:lnTo>
                  <a:lnTo>
                    <a:pt x="0" y="1201051"/>
                  </a:lnTo>
                  <a:lnTo>
                    <a:pt x="89154" y="1201051"/>
                  </a:lnTo>
                  <a:lnTo>
                    <a:pt x="89154" y="1185913"/>
                  </a:lnTo>
                  <a:lnTo>
                    <a:pt x="89154" y="1111910"/>
                  </a:lnTo>
                  <a:close/>
                </a:path>
                <a:path w="607695" h="1201420">
                  <a:moveTo>
                    <a:pt x="89154" y="949921"/>
                  </a:moveTo>
                  <a:lnTo>
                    <a:pt x="0" y="949921"/>
                  </a:lnTo>
                  <a:lnTo>
                    <a:pt x="0" y="1039075"/>
                  </a:lnTo>
                  <a:lnTo>
                    <a:pt x="89154" y="1039075"/>
                  </a:lnTo>
                  <a:lnTo>
                    <a:pt x="89154" y="949921"/>
                  </a:lnTo>
                  <a:close/>
                </a:path>
                <a:path w="607695" h="1201420">
                  <a:moveTo>
                    <a:pt x="89154" y="787933"/>
                  </a:moveTo>
                  <a:lnTo>
                    <a:pt x="0" y="787933"/>
                  </a:lnTo>
                  <a:lnTo>
                    <a:pt x="0" y="877087"/>
                  </a:lnTo>
                  <a:lnTo>
                    <a:pt x="89154" y="877087"/>
                  </a:lnTo>
                  <a:lnTo>
                    <a:pt x="89154" y="787933"/>
                  </a:lnTo>
                  <a:close/>
                </a:path>
                <a:path w="607695" h="1201420">
                  <a:moveTo>
                    <a:pt x="89154" y="625957"/>
                  </a:moveTo>
                  <a:lnTo>
                    <a:pt x="0" y="625957"/>
                  </a:lnTo>
                  <a:lnTo>
                    <a:pt x="0" y="715098"/>
                  </a:lnTo>
                  <a:lnTo>
                    <a:pt x="89154" y="715098"/>
                  </a:lnTo>
                  <a:lnTo>
                    <a:pt x="89154" y="625957"/>
                  </a:lnTo>
                  <a:close/>
                </a:path>
                <a:path w="607695" h="1201420">
                  <a:moveTo>
                    <a:pt x="89154" y="463981"/>
                  </a:moveTo>
                  <a:lnTo>
                    <a:pt x="0" y="463981"/>
                  </a:lnTo>
                  <a:lnTo>
                    <a:pt x="0" y="553123"/>
                  </a:lnTo>
                  <a:lnTo>
                    <a:pt x="89154" y="553123"/>
                  </a:lnTo>
                  <a:lnTo>
                    <a:pt x="89154" y="463981"/>
                  </a:lnTo>
                  <a:close/>
                </a:path>
                <a:path w="607695" h="1201420">
                  <a:moveTo>
                    <a:pt x="89154" y="301993"/>
                  </a:moveTo>
                  <a:lnTo>
                    <a:pt x="0" y="301993"/>
                  </a:lnTo>
                  <a:lnTo>
                    <a:pt x="0" y="391147"/>
                  </a:lnTo>
                  <a:lnTo>
                    <a:pt x="89154" y="391147"/>
                  </a:lnTo>
                  <a:lnTo>
                    <a:pt x="89154" y="301993"/>
                  </a:lnTo>
                  <a:close/>
                </a:path>
                <a:path w="607695" h="1201420">
                  <a:moveTo>
                    <a:pt x="89154" y="140004"/>
                  </a:moveTo>
                  <a:lnTo>
                    <a:pt x="0" y="140004"/>
                  </a:lnTo>
                  <a:lnTo>
                    <a:pt x="0" y="229158"/>
                  </a:lnTo>
                  <a:lnTo>
                    <a:pt x="89154" y="229158"/>
                  </a:lnTo>
                  <a:lnTo>
                    <a:pt x="89154" y="140004"/>
                  </a:lnTo>
                  <a:close/>
                </a:path>
                <a:path w="607695" h="1201420">
                  <a:moveTo>
                    <a:pt x="261835" y="1111910"/>
                  </a:moveTo>
                  <a:lnTo>
                    <a:pt x="172694" y="1111910"/>
                  </a:lnTo>
                  <a:lnTo>
                    <a:pt x="172694" y="1185913"/>
                  </a:lnTo>
                  <a:lnTo>
                    <a:pt x="261835" y="1185913"/>
                  </a:lnTo>
                  <a:lnTo>
                    <a:pt x="261835" y="1111910"/>
                  </a:lnTo>
                  <a:close/>
                </a:path>
                <a:path w="607695" h="1201420">
                  <a:moveTo>
                    <a:pt x="261835" y="949921"/>
                  </a:moveTo>
                  <a:lnTo>
                    <a:pt x="172694" y="949921"/>
                  </a:lnTo>
                  <a:lnTo>
                    <a:pt x="172694" y="1039075"/>
                  </a:lnTo>
                  <a:lnTo>
                    <a:pt x="261835" y="1039075"/>
                  </a:lnTo>
                  <a:lnTo>
                    <a:pt x="261835" y="949921"/>
                  </a:lnTo>
                  <a:close/>
                </a:path>
                <a:path w="607695" h="1201420">
                  <a:moveTo>
                    <a:pt x="261835" y="787933"/>
                  </a:moveTo>
                  <a:lnTo>
                    <a:pt x="172694" y="787933"/>
                  </a:lnTo>
                  <a:lnTo>
                    <a:pt x="172694" y="877087"/>
                  </a:lnTo>
                  <a:lnTo>
                    <a:pt x="261835" y="877087"/>
                  </a:lnTo>
                  <a:lnTo>
                    <a:pt x="261835" y="787933"/>
                  </a:lnTo>
                  <a:close/>
                </a:path>
                <a:path w="607695" h="1201420">
                  <a:moveTo>
                    <a:pt x="261835" y="625957"/>
                  </a:moveTo>
                  <a:lnTo>
                    <a:pt x="172694" y="625957"/>
                  </a:lnTo>
                  <a:lnTo>
                    <a:pt x="172694" y="715098"/>
                  </a:lnTo>
                  <a:lnTo>
                    <a:pt x="261835" y="715098"/>
                  </a:lnTo>
                  <a:lnTo>
                    <a:pt x="261835" y="625957"/>
                  </a:lnTo>
                  <a:close/>
                </a:path>
                <a:path w="607695" h="1201420">
                  <a:moveTo>
                    <a:pt x="261835" y="463981"/>
                  </a:moveTo>
                  <a:lnTo>
                    <a:pt x="172694" y="463981"/>
                  </a:lnTo>
                  <a:lnTo>
                    <a:pt x="172694" y="553123"/>
                  </a:lnTo>
                  <a:lnTo>
                    <a:pt x="261835" y="553123"/>
                  </a:lnTo>
                  <a:lnTo>
                    <a:pt x="261835" y="463981"/>
                  </a:lnTo>
                  <a:close/>
                </a:path>
                <a:path w="607695" h="1201420">
                  <a:moveTo>
                    <a:pt x="261835" y="301993"/>
                  </a:moveTo>
                  <a:lnTo>
                    <a:pt x="172694" y="301993"/>
                  </a:lnTo>
                  <a:lnTo>
                    <a:pt x="172694" y="391147"/>
                  </a:lnTo>
                  <a:lnTo>
                    <a:pt x="261835" y="391147"/>
                  </a:lnTo>
                  <a:lnTo>
                    <a:pt x="261835" y="301993"/>
                  </a:lnTo>
                  <a:close/>
                </a:path>
                <a:path w="607695" h="1201420">
                  <a:moveTo>
                    <a:pt x="261835" y="140004"/>
                  </a:moveTo>
                  <a:lnTo>
                    <a:pt x="172694" y="140004"/>
                  </a:lnTo>
                  <a:lnTo>
                    <a:pt x="172694" y="229158"/>
                  </a:lnTo>
                  <a:lnTo>
                    <a:pt x="261835" y="229158"/>
                  </a:lnTo>
                  <a:lnTo>
                    <a:pt x="261835" y="140004"/>
                  </a:lnTo>
                  <a:close/>
                </a:path>
                <a:path w="607695" h="1201420">
                  <a:moveTo>
                    <a:pt x="261835" y="0"/>
                  </a:moveTo>
                  <a:lnTo>
                    <a:pt x="172694" y="0"/>
                  </a:lnTo>
                  <a:lnTo>
                    <a:pt x="172694" y="89154"/>
                  </a:lnTo>
                  <a:lnTo>
                    <a:pt x="261835" y="89154"/>
                  </a:lnTo>
                  <a:lnTo>
                    <a:pt x="261835" y="0"/>
                  </a:lnTo>
                  <a:close/>
                </a:path>
                <a:path w="607695" h="1201420">
                  <a:moveTo>
                    <a:pt x="434517" y="1111910"/>
                  </a:moveTo>
                  <a:lnTo>
                    <a:pt x="345363" y="1111910"/>
                  </a:lnTo>
                  <a:lnTo>
                    <a:pt x="345363" y="1185913"/>
                  </a:lnTo>
                  <a:lnTo>
                    <a:pt x="345363" y="1201051"/>
                  </a:lnTo>
                  <a:lnTo>
                    <a:pt x="434517" y="1201051"/>
                  </a:lnTo>
                  <a:lnTo>
                    <a:pt x="434517" y="1185913"/>
                  </a:lnTo>
                  <a:lnTo>
                    <a:pt x="434517" y="1111910"/>
                  </a:lnTo>
                  <a:close/>
                </a:path>
                <a:path w="607695" h="1201420">
                  <a:moveTo>
                    <a:pt x="434517" y="949921"/>
                  </a:moveTo>
                  <a:lnTo>
                    <a:pt x="345363" y="949921"/>
                  </a:lnTo>
                  <a:lnTo>
                    <a:pt x="345363" y="1039075"/>
                  </a:lnTo>
                  <a:lnTo>
                    <a:pt x="434517" y="1039075"/>
                  </a:lnTo>
                  <a:lnTo>
                    <a:pt x="434517" y="949921"/>
                  </a:lnTo>
                  <a:close/>
                </a:path>
                <a:path w="607695" h="1201420">
                  <a:moveTo>
                    <a:pt x="434517" y="787933"/>
                  </a:moveTo>
                  <a:lnTo>
                    <a:pt x="345363" y="787933"/>
                  </a:lnTo>
                  <a:lnTo>
                    <a:pt x="345363" y="877087"/>
                  </a:lnTo>
                  <a:lnTo>
                    <a:pt x="434517" y="877087"/>
                  </a:lnTo>
                  <a:lnTo>
                    <a:pt x="434517" y="787933"/>
                  </a:lnTo>
                  <a:close/>
                </a:path>
                <a:path w="607695" h="1201420">
                  <a:moveTo>
                    <a:pt x="434517" y="625957"/>
                  </a:moveTo>
                  <a:lnTo>
                    <a:pt x="345363" y="625957"/>
                  </a:lnTo>
                  <a:lnTo>
                    <a:pt x="345363" y="715098"/>
                  </a:lnTo>
                  <a:lnTo>
                    <a:pt x="434517" y="715098"/>
                  </a:lnTo>
                  <a:lnTo>
                    <a:pt x="434517" y="625957"/>
                  </a:lnTo>
                  <a:close/>
                </a:path>
                <a:path w="607695" h="1201420">
                  <a:moveTo>
                    <a:pt x="434517" y="463981"/>
                  </a:moveTo>
                  <a:lnTo>
                    <a:pt x="345363" y="463981"/>
                  </a:lnTo>
                  <a:lnTo>
                    <a:pt x="345363" y="553123"/>
                  </a:lnTo>
                  <a:lnTo>
                    <a:pt x="434517" y="553123"/>
                  </a:lnTo>
                  <a:lnTo>
                    <a:pt x="434517" y="463981"/>
                  </a:lnTo>
                  <a:close/>
                </a:path>
                <a:path w="607695" h="1201420">
                  <a:moveTo>
                    <a:pt x="434517" y="301993"/>
                  </a:moveTo>
                  <a:lnTo>
                    <a:pt x="345363" y="301993"/>
                  </a:lnTo>
                  <a:lnTo>
                    <a:pt x="345363" y="391147"/>
                  </a:lnTo>
                  <a:lnTo>
                    <a:pt x="434517" y="391147"/>
                  </a:lnTo>
                  <a:lnTo>
                    <a:pt x="434517" y="301993"/>
                  </a:lnTo>
                  <a:close/>
                </a:path>
                <a:path w="607695" h="1201420">
                  <a:moveTo>
                    <a:pt x="434517" y="140004"/>
                  </a:moveTo>
                  <a:lnTo>
                    <a:pt x="345363" y="140004"/>
                  </a:lnTo>
                  <a:lnTo>
                    <a:pt x="345363" y="229158"/>
                  </a:lnTo>
                  <a:lnTo>
                    <a:pt x="434517" y="229158"/>
                  </a:lnTo>
                  <a:lnTo>
                    <a:pt x="434517" y="140004"/>
                  </a:lnTo>
                  <a:close/>
                </a:path>
                <a:path w="607695" h="1201420">
                  <a:moveTo>
                    <a:pt x="434517" y="0"/>
                  </a:moveTo>
                  <a:lnTo>
                    <a:pt x="345363" y="0"/>
                  </a:lnTo>
                  <a:lnTo>
                    <a:pt x="345363" y="89154"/>
                  </a:lnTo>
                  <a:lnTo>
                    <a:pt x="434517" y="89154"/>
                  </a:lnTo>
                  <a:lnTo>
                    <a:pt x="434517" y="0"/>
                  </a:lnTo>
                  <a:close/>
                </a:path>
                <a:path w="607695" h="1201420">
                  <a:moveTo>
                    <a:pt x="607187" y="1111910"/>
                  </a:moveTo>
                  <a:lnTo>
                    <a:pt x="518045" y="1111910"/>
                  </a:lnTo>
                  <a:lnTo>
                    <a:pt x="518045" y="1201051"/>
                  </a:lnTo>
                  <a:lnTo>
                    <a:pt x="607187" y="1201051"/>
                  </a:lnTo>
                  <a:lnTo>
                    <a:pt x="607187" y="1111910"/>
                  </a:lnTo>
                  <a:close/>
                </a:path>
                <a:path w="607695" h="1201420">
                  <a:moveTo>
                    <a:pt x="607187" y="949921"/>
                  </a:moveTo>
                  <a:lnTo>
                    <a:pt x="518045" y="949921"/>
                  </a:lnTo>
                  <a:lnTo>
                    <a:pt x="518045" y="1039075"/>
                  </a:lnTo>
                  <a:lnTo>
                    <a:pt x="607187" y="1039075"/>
                  </a:lnTo>
                  <a:lnTo>
                    <a:pt x="607187" y="949921"/>
                  </a:lnTo>
                  <a:close/>
                </a:path>
                <a:path w="607695" h="1201420">
                  <a:moveTo>
                    <a:pt x="607187" y="787933"/>
                  </a:moveTo>
                  <a:lnTo>
                    <a:pt x="518045" y="787933"/>
                  </a:lnTo>
                  <a:lnTo>
                    <a:pt x="518045" y="877087"/>
                  </a:lnTo>
                  <a:lnTo>
                    <a:pt x="607187" y="877087"/>
                  </a:lnTo>
                  <a:lnTo>
                    <a:pt x="607187" y="787933"/>
                  </a:lnTo>
                  <a:close/>
                </a:path>
                <a:path w="607695" h="1201420">
                  <a:moveTo>
                    <a:pt x="607187" y="625957"/>
                  </a:moveTo>
                  <a:lnTo>
                    <a:pt x="518045" y="625957"/>
                  </a:lnTo>
                  <a:lnTo>
                    <a:pt x="518045" y="715098"/>
                  </a:lnTo>
                  <a:lnTo>
                    <a:pt x="607187" y="715098"/>
                  </a:lnTo>
                  <a:lnTo>
                    <a:pt x="607187" y="625957"/>
                  </a:lnTo>
                  <a:close/>
                </a:path>
                <a:path w="607695" h="1201420">
                  <a:moveTo>
                    <a:pt x="607187" y="463981"/>
                  </a:moveTo>
                  <a:lnTo>
                    <a:pt x="518045" y="463981"/>
                  </a:lnTo>
                  <a:lnTo>
                    <a:pt x="518045" y="553123"/>
                  </a:lnTo>
                  <a:lnTo>
                    <a:pt x="607187" y="553123"/>
                  </a:lnTo>
                  <a:lnTo>
                    <a:pt x="607187" y="463981"/>
                  </a:lnTo>
                  <a:close/>
                </a:path>
                <a:path w="607695" h="1201420">
                  <a:moveTo>
                    <a:pt x="607187" y="301993"/>
                  </a:moveTo>
                  <a:lnTo>
                    <a:pt x="518045" y="301993"/>
                  </a:lnTo>
                  <a:lnTo>
                    <a:pt x="518045" y="391147"/>
                  </a:lnTo>
                  <a:lnTo>
                    <a:pt x="607187" y="391147"/>
                  </a:lnTo>
                  <a:lnTo>
                    <a:pt x="607187" y="301993"/>
                  </a:lnTo>
                  <a:close/>
                </a:path>
                <a:path w="607695" h="1201420">
                  <a:moveTo>
                    <a:pt x="607187" y="140004"/>
                  </a:moveTo>
                  <a:lnTo>
                    <a:pt x="518045" y="140004"/>
                  </a:lnTo>
                  <a:lnTo>
                    <a:pt x="518045" y="229158"/>
                  </a:lnTo>
                  <a:lnTo>
                    <a:pt x="607187" y="229158"/>
                  </a:lnTo>
                  <a:lnTo>
                    <a:pt x="607187" y="1400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0626116" y="7759782"/>
              <a:ext cx="725170" cy="187960"/>
            </a:xfrm>
            <a:custGeom>
              <a:avLst/>
              <a:gdLst/>
              <a:ahLst/>
              <a:cxnLst/>
              <a:rect l="l" t="t" r="r" b="b"/>
              <a:pathLst>
                <a:path w="725170" h="187959">
                  <a:moveTo>
                    <a:pt x="595198" y="0"/>
                  </a:moveTo>
                  <a:lnTo>
                    <a:pt x="129882" y="0"/>
                  </a:lnTo>
                  <a:lnTo>
                    <a:pt x="129882" y="18173"/>
                  </a:lnTo>
                  <a:lnTo>
                    <a:pt x="595198" y="18173"/>
                  </a:lnTo>
                  <a:lnTo>
                    <a:pt x="595198" y="0"/>
                  </a:lnTo>
                  <a:close/>
                </a:path>
                <a:path w="725170" h="187959">
                  <a:moveTo>
                    <a:pt x="725081" y="169176"/>
                  </a:moveTo>
                  <a:lnTo>
                    <a:pt x="0" y="169176"/>
                  </a:lnTo>
                  <a:lnTo>
                    <a:pt x="0" y="187350"/>
                  </a:lnTo>
                  <a:lnTo>
                    <a:pt x="725081" y="187350"/>
                  </a:lnTo>
                  <a:lnTo>
                    <a:pt x="725081" y="169176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7" name="object 467" descr=""/>
          <p:cNvGrpSpPr/>
          <p:nvPr/>
        </p:nvGrpSpPr>
        <p:grpSpPr>
          <a:xfrm>
            <a:off x="9900257" y="8261423"/>
            <a:ext cx="738505" cy="975360"/>
            <a:chOff x="9900257" y="8261423"/>
            <a:chExt cx="738505" cy="975360"/>
          </a:xfrm>
        </p:grpSpPr>
        <p:sp>
          <p:nvSpPr>
            <p:cNvPr id="468" name="object 468" descr=""/>
            <p:cNvSpPr/>
            <p:nvPr/>
          </p:nvSpPr>
          <p:spPr>
            <a:xfrm>
              <a:off x="9900257" y="8261425"/>
              <a:ext cx="622300" cy="975360"/>
            </a:xfrm>
            <a:custGeom>
              <a:avLst/>
              <a:gdLst/>
              <a:ahLst/>
              <a:cxnLst/>
              <a:rect l="l" t="t" r="r" b="b"/>
              <a:pathLst>
                <a:path w="622300" h="975359">
                  <a:moveTo>
                    <a:pt x="622054" y="0"/>
                  </a:moveTo>
                  <a:lnTo>
                    <a:pt x="389789" y="271478"/>
                  </a:lnTo>
                  <a:lnTo>
                    <a:pt x="0" y="271478"/>
                  </a:lnTo>
                  <a:lnTo>
                    <a:pt x="0" y="974902"/>
                  </a:lnTo>
                  <a:lnTo>
                    <a:pt x="622054" y="974902"/>
                  </a:lnTo>
                  <a:lnTo>
                    <a:pt x="622054" y="0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10522307" y="8261423"/>
              <a:ext cx="116205" cy="975360"/>
            </a:xfrm>
            <a:custGeom>
              <a:avLst/>
              <a:gdLst/>
              <a:ahLst/>
              <a:cxnLst/>
              <a:rect l="l" t="t" r="r" b="b"/>
              <a:pathLst>
                <a:path w="116204" h="975359">
                  <a:moveTo>
                    <a:pt x="116090" y="0"/>
                  </a:moveTo>
                  <a:lnTo>
                    <a:pt x="0" y="0"/>
                  </a:lnTo>
                  <a:lnTo>
                    <a:pt x="0" y="974902"/>
                  </a:lnTo>
                  <a:lnTo>
                    <a:pt x="116090" y="974902"/>
                  </a:lnTo>
                  <a:lnTo>
                    <a:pt x="116090" y="0"/>
                  </a:lnTo>
                  <a:close/>
                </a:path>
              </a:pathLst>
            </a:custGeom>
            <a:solidFill>
              <a:srgbClr val="EBED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9929268" y="865699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9939571" y="8656992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2" name="object 472" descr=""/>
            <p:cNvSpPr/>
            <p:nvPr/>
          </p:nvSpPr>
          <p:spPr>
            <a:xfrm>
              <a:off x="9929268" y="8812747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9939571" y="8812747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9929268" y="896851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9939571" y="8968512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9939582" y="8968501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52" y="0"/>
                  </a:moveTo>
                  <a:lnTo>
                    <a:pt x="0" y="0"/>
                  </a:lnTo>
                  <a:lnTo>
                    <a:pt x="0" y="92552"/>
                  </a:lnTo>
                  <a:lnTo>
                    <a:pt x="92552" y="92552"/>
                  </a:lnTo>
                  <a:lnTo>
                    <a:pt x="9255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0085326" y="865699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10095629" y="8656992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10085326" y="8812747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10095629" y="8812747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10085326" y="896851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10095629" y="8968512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10095640" y="8968501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52" y="0"/>
                  </a:moveTo>
                  <a:lnTo>
                    <a:pt x="0" y="0"/>
                  </a:lnTo>
                  <a:lnTo>
                    <a:pt x="0" y="92552"/>
                  </a:lnTo>
                  <a:lnTo>
                    <a:pt x="92552" y="92552"/>
                  </a:lnTo>
                  <a:lnTo>
                    <a:pt x="9255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10241384" y="865699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0251687" y="8656992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0241384" y="8812747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10251687" y="8812747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10241384" y="896851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10251687" y="8968512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0251698" y="8968501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52" y="0"/>
                  </a:moveTo>
                  <a:lnTo>
                    <a:pt x="0" y="0"/>
                  </a:lnTo>
                  <a:lnTo>
                    <a:pt x="0" y="92552"/>
                  </a:lnTo>
                  <a:lnTo>
                    <a:pt x="92552" y="92552"/>
                  </a:lnTo>
                  <a:lnTo>
                    <a:pt x="9255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0397442" y="865699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10407745" y="8656992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10397442" y="8812747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0407745" y="8812747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0397442" y="8968512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83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92583" y="92583"/>
                  </a:lnTo>
                  <a:lnTo>
                    <a:pt x="92583" y="0"/>
                  </a:lnTo>
                  <a:close/>
                </a:path>
              </a:pathLst>
            </a:custGeom>
            <a:solidFill>
              <a:srgbClr val="E6E9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0407745" y="8968512"/>
              <a:ext cx="82550" cy="92710"/>
            </a:xfrm>
            <a:custGeom>
              <a:avLst/>
              <a:gdLst/>
              <a:ahLst/>
              <a:cxnLst/>
              <a:rect l="l" t="t" r="r" b="b"/>
              <a:pathLst>
                <a:path w="82550" h="92709">
                  <a:moveTo>
                    <a:pt x="82280" y="0"/>
                  </a:moveTo>
                  <a:lnTo>
                    <a:pt x="0" y="0"/>
                  </a:lnTo>
                  <a:lnTo>
                    <a:pt x="0" y="92583"/>
                  </a:lnTo>
                  <a:lnTo>
                    <a:pt x="82280" y="92583"/>
                  </a:lnTo>
                  <a:lnTo>
                    <a:pt x="82280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0407756" y="8968501"/>
              <a:ext cx="92710" cy="92710"/>
            </a:xfrm>
            <a:custGeom>
              <a:avLst/>
              <a:gdLst/>
              <a:ahLst/>
              <a:cxnLst/>
              <a:rect l="l" t="t" r="r" b="b"/>
              <a:pathLst>
                <a:path w="92709" h="92709">
                  <a:moveTo>
                    <a:pt x="92552" y="0"/>
                  </a:moveTo>
                  <a:lnTo>
                    <a:pt x="0" y="0"/>
                  </a:lnTo>
                  <a:lnTo>
                    <a:pt x="0" y="92552"/>
                  </a:lnTo>
                  <a:lnTo>
                    <a:pt x="92552" y="92552"/>
                  </a:lnTo>
                  <a:lnTo>
                    <a:pt x="9255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8" name="object 498" descr=""/>
          <p:cNvGrpSpPr/>
          <p:nvPr/>
        </p:nvGrpSpPr>
        <p:grpSpPr>
          <a:xfrm>
            <a:off x="15488533" y="8282287"/>
            <a:ext cx="461009" cy="959485"/>
            <a:chOff x="15488533" y="8282287"/>
            <a:chExt cx="461009" cy="959485"/>
          </a:xfrm>
        </p:grpSpPr>
        <p:sp>
          <p:nvSpPr>
            <p:cNvPr id="499" name="object 499" descr=""/>
            <p:cNvSpPr/>
            <p:nvPr/>
          </p:nvSpPr>
          <p:spPr>
            <a:xfrm>
              <a:off x="15488527" y="8282298"/>
              <a:ext cx="451484" cy="959485"/>
            </a:xfrm>
            <a:custGeom>
              <a:avLst/>
              <a:gdLst/>
              <a:ahLst/>
              <a:cxnLst/>
              <a:rect l="l" t="t" r="r" b="b"/>
              <a:pathLst>
                <a:path w="451484" h="959484">
                  <a:moveTo>
                    <a:pt x="451078" y="108991"/>
                  </a:moveTo>
                  <a:lnTo>
                    <a:pt x="364451" y="108991"/>
                  </a:lnTo>
                  <a:lnTo>
                    <a:pt x="364451" y="0"/>
                  </a:lnTo>
                  <a:lnTo>
                    <a:pt x="113677" y="0"/>
                  </a:lnTo>
                  <a:lnTo>
                    <a:pt x="113677" y="108991"/>
                  </a:lnTo>
                  <a:lnTo>
                    <a:pt x="0" y="108991"/>
                  </a:lnTo>
                  <a:lnTo>
                    <a:pt x="0" y="950252"/>
                  </a:lnTo>
                  <a:lnTo>
                    <a:pt x="0" y="959205"/>
                  </a:lnTo>
                  <a:lnTo>
                    <a:pt x="451078" y="959205"/>
                  </a:lnTo>
                  <a:lnTo>
                    <a:pt x="451078" y="950252"/>
                  </a:lnTo>
                  <a:lnTo>
                    <a:pt x="451078" y="108991"/>
                  </a:lnTo>
                  <a:close/>
                </a:path>
              </a:pathLst>
            </a:custGeom>
            <a:solidFill>
              <a:srgbClr val="EEF0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15629268" y="8329479"/>
              <a:ext cx="281940" cy="778510"/>
            </a:xfrm>
            <a:custGeom>
              <a:avLst/>
              <a:gdLst/>
              <a:ahLst/>
              <a:cxnLst/>
              <a:rect l="l" t="t" r="r" b="b"/>
              <a:pathLst>
                <a:path w="281940" h="778509">
                  <a:moveTo>
                    <a:pt x="57746" y="720267"/>
                  </a:moveTo>
                  <a:lnTo>
                    <a:pt x="0" y="720267"/>
                  </a:lnTo>
                  <a:lnTo>
                    <a:pt x="0" y="778014"/>
                  </a:lnTo>
                  <a:lnTo>
                    <a:pt x="57746" y="778014"/>
                  </a:lnTo>
                  <a:lnTo>
                    <a:pt x="57746" y="720267"/>
                  </a:lnTo>
                  <a:close/>
                </a:path>
                <a:path w="281940" h="778509">
                  <a:moveTo>
                    <a:pt x="57746" y="615327"/>
                  </a:moveTo>
                  <a:lnTo>
                    <a:pt x="0" y="615327"/>
                  </a:lnTo>
                  <a:lnTo>
                    <a:pt x="0" y="673074"/>
                  </a:lnTo>
                  <a:lnTo>
                    <a:pt x="57746" y="673074"/>
                  </a:lnTo>
                  <a:lnTo>
                    <a:pt x="57746" y="615327"/>
                  </a:lnTo>
                  <a:close/>
                </a:path>
                <a:path w="281940" h="778509">
                  <a:moveTo>
                    <a:pt x="57746" y="510413"/>
                  </a:moveTo>
                  <a:lnTo>
                    <a:pt x="0" y="510413"/>
                  </a:lnTo>
                  <a:lnTo>
                    <a:pt x="0" y="568159"/>
                  </a:lnTo>
                  <a:lnTo>
                    <a:pt x="57746" y="568159"/>
                  </a:lnTo>
                  <a:lnTo>
                    <a:pt x="57746" y="510413"/>
                  </a:lnTo>
                  <a:close/>
                </a:path>
                <a:path w="281940" h="778509">
                  <a:moveTo>
                    <a:pt x="57746" y="405485"/>
                  </a:moveTo>
                  <a:lnTo>
                    <a:pt x="0" y="405485"/>
                  </a:lnTo>
                  <a:lnTo>
                    <a:pt x="0" y="463232"/>
                  </a:lnTo>
                  <a:lnTo>
                    <a:pt x="57746" y="463232"/>
                  </a:lnTo>
                  <a:lnTo>
                    <a:pt x="57746" y="405485"/>
                  </a:lnTo>
                  <a:close/>
                </a:path>
                <a:path w="281940" h="778509">
                  <a:moveTo>
                    <a:pt x="57746" y="300558"/>
                  </a:moveTo>
                  <a:lnTo>
                    <a:pt x="0" y="300558"/>
                  </a:lnTo>
                  <a:lnTo>
                    <a:pt x="0" y="358305"/>
                  </a:lnTo>
                  <a:lnTo>
                    <a:pt x="57746" y="358305"/>
                  </a:lnTo>
                  <a:lnTo>
                    <a:pt x="57746" y="300558"/>
                  </a:lnTo>
                  <a:close/>
                </a:path>
                <a:path w="281940" h="778509">
                  <a:moveTo>
                    <a:pt x="57746" y="195630"/>
                  </a:moveTo>
                  <a:lnTo>
                    <a:pt x="0" y="195630"/>
                  </a:lnTo>
                  <a:lnTo>
                    <a:pt x="0" y="253377"/>
                  </a:lnTo>
                  <a:lnTo>
                    <a:pt x="57746" y="253377"/>
                  </a:lnTo>
                  <a:lnTo>
                    <a:pt x="57746" y="195630"/>
                  </a:lnTo>
                  <a:close/>
                </a:path>
                <a:path w="281940" h="778509">
                  <a:moveTo>
                    <a:pt x="57746" y="90703"/>
                  </a:moveTo>
                  <a:lnTo>
                    <a:pt x="0" y="90703"/>
                  </a:lnTo>
                  <a:lnTo>
                    <a:pt x="0" y="148450"/>
                  </a:lnTo>
                  <a:lnTo>
                    <a:pt x="57746" y="148450"/>
                  </a:lnTo>
                  <a:lnTo>
                    <a:pt x="57746" y="90703"/>
                  </a:lnTo>
                  <a:close/>
                </a:path>
                <a:path w="281940" h="778509">
                  <a:moveTo>
                    <a:pt x="57746" y="0"/>
                  </a:moveTo>
                  <a:lnTo>
                    <a:pt x="0" y="0"/>
                  </a:lnTo>
                  <a:lnTo>
                    <a:pt x="0" y="57746"/>
                  </a:lnTo>
                  <a:lnTo>
                    <a:pt x="57746" y="57746"/>
                  </a:lnTo>
                  <a:lnTo>
                    <a:pt x="57746" y="0"/>
                  </a:lnTo>
                  <a:close/>
                </a:path>
                <a:path w="281940" h="778509">
                  <a:moveTo>
                    <a:pt x="169595" y="720267"/>
                  </a:moveTo>
                  <a:lnTo>
                    <a:pt x="111848" y="720267"/>
                  </a:lnTo>
                  <a:lnTo>
                    <a:pt x="111848" y="778014"/>
                  </a:lnTo>
                  <a:lnTo>
                    <a:pt x="169595" y="778014"/>
                  </a:lnTo>
                  <a:lnTo>
                    <a:pt x="169595" y="720267"/>
                  </a:lnTo>
                  <a:close/>
                </a:path>
                <a:path w="281940" h="778509">
                  <a:moveTo>
                    <a:pt x="169595" y="615327"/>
                  </a:moveTo>
                  <a:lnTo>
                    <a:pt x="111848" y="615327"/>
                  </a:lnTo>
                  <a:lnTo>
                    <a:pt x="111848" y="673074"/>
                  </a:lnTo>
                  <a:lnTo>
                    <a:pt x="169595" y="673074"/>
                  </a:lnTo>
                  <a:lnTo>
                    <a:pt x="169595" y="615327"/>
                  </a:lnTo>
                  <a:close/>
                </a:path>
                <a:path w="281940" h="778509">
                  <a:moveTo>
                    <a:pt x="169595" y="510413"/>
                  </a:moveTo>
                  <a:lnTo>
                    <a:pt x="111848" y="510413"/>
                  </a:lnTo>
                  <a:lnTo>
                    <a:pt x="111848" y="568159"/>
                  </a:lnTo>
                  <a:lnTo>
                    <a:pt x="169595" y="568159"/>
                  </a:lnTo>
                  <a:lnTo>
                    <a:pt x="169595" y="510413"/>
                  </a:lnTo>
                  <a:close/>
                </a:path>
                <a:path w="281940" h="778509">
                  <a:moveTo>
                    <a:pt x="169595" y="405485"/>
                  </a:moveTo>
                  <a:lnTo>
                    <a:pt x="111848" y="405485"/>
                  </a:lnTo>
                  <a:lnTo>
                    <a:pt x="111848" y="463232"/>
                  </a:lnTo>
                  <a:lnTo>
                    <a:pt x="169595" y="463232"/>
                  </a:lnTo>
                  <a:lnTo>
                    <a:pt x="169595" y="405485"/>
                  </a:lnTo>
                  <a:close/>
                </a:path>
                <a:path w="281940" h="778509">
                  <a:moveTo>
                    <a:pt x="169595" y="300558"/>
                  </a:moveTo>
                  <a:lnTo>
                    <a:pt x="111848" y="300558"/>
                  </a:lnTo>
                  <a:lnTo>
                    <a:pt x="111848" y="358305"/>
                  </a:lnTo>
                  <a:lnTo>
                    <a:pt x="169595" y="358305"/>
                  </a:lnTo>
                  <a:lnTo>
                    <a:pt x="169595" y="300558"/>
                  </a:lnTo>
                  <a:close/>
                </a:path>
                <a:path w="281940" h="778509">
                  <a:moveTo>
                    <a:pt x="169595" y="195630"/>
                  </a:moveTo>
                  <a:lnTo>
                    <a:pt x="111848" y="195630"/>
                  </a:lnTo>
                  <a:lnTo>
                    <a:pt x="111848" y="253377"/>
                  </a:lnTo>
                  <a:lnTo>
                    <a:pt x="169595" y="253377"/>
                  </a:lnTo>
                  <a:lnTo>
                    <a:pt x="169595" y="195630"/>
                  </a:lnTo>
                  <a:close/>
                </a:path>
                <a:path w="281940" h="778509">
                  <a:moveTo>
                    <a:pt x="169595" y="90703"/>
                  </a:moveTo>
                  <a:lnTo>
                    <a:pt x="111848" y="90703"/>
                  </a:lnTo>
                  <a:lnTo>
                    <a:pt x="111848" y="148450"/>
                  </a:lnTo>
                  <a:lnTo>
                    <a:pt x="169595" y="148450"/>
                  </a:lnTo>
                  <a:lnTo>
                    <a:pt x="169595" y="90703"/>
                  </a:lnTo>
                  <a:close/>
                </a:path>
                <a:path w="281940" h="778509">
                  <a:moveTo>
                    <a:pt x="169595" y="0"/>
                  </a:moveTo>
                  <a:lnTo>
                    <a:pt x="111848" y="0"/>
                  </a:lnTo>
                  <a:lnTo>
                    <a:pt x="111848" y="57746"/>
                  </a:lnTo>
                  <a:lnTo>
                    <a:pt x="169595" y="57746"/>
                  </a:lnTo>
                  <a:lnTo>
                    <a:pt x="169595" y="0"/>
                  </a:lnTo>
                  <a:close/>
                </a:path>
                <a:path w="281940" h="778509">
                  <a:moveTo>
                    <a:pt x="281457" y="720267"/>
                  </a:moveTo>
                  <a:lnTo>
                    <a:pt x="223710" y="720267"/>
                  </a:lnTo>
                  <a:lnTo>
                    <a:pt x="223710" y="778014"/>
                  </a:lnTo>
                  <a:lnTo>
                    <a:pt x="281457" y="778014"/>
                  </a:lnTo>
                  <a:lnTo>
                    <a:pt x="281457" y="720267"/>
                  </a:lnTo>
                  <a:close/>
                </a:path>
                <a:path w="281940" h="778509">
                  <a:moveTo>
                    <a:pt x="281457" y="615327"/>
                  </a:moveTo>
                  <a:lnTo>
                    <a:pt x="223710" y="615327"/>
                  </a:lnTo>
                  <a:lnTo>
                    <a:pt x="223710" y="673074"/>
                  </a:lnTo>
                  <a:lnTo>
                    <a:pt x="281457" y="673074"/>
                  </a:lnTo>
                  <a:lnTo>
                    <a:pt x="281457" y="615327"/>
                  </a:lnTo>
                  <a:close/>
                </a:path>
                <a:path w="281940" h="778509">
                  <a:moveTo>
                    <a:pt x="281457" y="510413"/>
                  </a:moveTo>
                  <a:lnTo>
                    <a:pt x="223710" y="510413"/>
                  </a:lnTo>
                  <a:lnTo>
                    <a:pt x="223710" y="568159"/>
                  </a:lnTo>
                  <a:lnTo>
                    <a:pt x="281457" y="568159"/>
                  </a:lnTo>
                  <a:lnTo>
                    <a:pt x="281457" y="510413"/>
                  </a:lnTo>
                  <a:close/>
                </a:path>
                <a:path w="281940" h="778509">
                  <a:moveTo>
                    <a:pt x="281457" y="405485"/>
                  </a:moveTo>
                  <a:lnTo>
                    <a:pt x="223710" y="405485"/>
                  </a:lnTo>
                  <a:lnTo>
                    <a:pt x="223710" y="463232"/>
                  </a:lnTo>
                  <a:lnTo>
                    <a:pt x="281457" y="463232"/>
                  </a:lnTo>
                  <a:lnTo>
                    <a:pt x="281457" y="405485"/>
                  </a:lnTo>
                  <a:close/>
                </a:path>
                <a:path w="281940" h="778509">
                  <a:moveTo>
                    <a:pt x="281457" y="300558"/>
                  </a:moveTo>
                  <a:lnTo>
                    <a:pt x="223710" y="300558"/>
                  </a:lnTo>
                  <a:lnTo>
                    <a:pt x="223710" y="358305"/>
                  </a:lnTo>
                  <a:lnTo>
                    <a:pt x="281457" y="358305"/>
                  </a:lnTo>
                  <a:lnTo>
                    <a:pt x="281457" y="300558"/>
                  </a:lnTo>
                  <a:close/>
                </a:path>
                <a:path w="281940" h="778509">
                  <a:moveTo>
                    <a:pt x="281457" y="195630"/>
                  </a:moveTo>
                  <a:lnTo>
                    <a:pt x="223710" y="195630"/>
                  </a:lnTo>
                  <a:lnTo>
                    <a:pt x="223710" y="253377"/>
                  </a:lnTo>
                  <a:lnTo>
                    <a:pt x="281457" y="253377"/>
                  </a:lnTo>
                  <a:lnTo>
                    <a:pt x="281457" y="195630"/>
                  </a:lnTo>
                  <a:close/>
                </a:path>
                <a:path w="281940" h="778509">
                  <a:moveTo>
                    <a:pt x="281457" y="90703"/>
                  </a:moveTo>
                  <a:lnTo>
                    <a:pt x="223710" y="90703"/>
                  </a:lnTo>
                  <a:lnTo>
                    <a:pt x="223710" y="148450"/>
                  </a:lnTo>
                  <a:lnTo>
                    <a:pt x="281457" y="148450"/>
                  </a:lnTo>
                  <a:lnTo>
                    <a:pt x="281457" y="90703"/>
                  </a:lnTo>
                  <a:close/>
                </a:path>
              </a:pathLst>
            </a:custGeom>
            <a:solidFill>
              <a:srgbClr val="FAFA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15602205" y="8380101"/>
              <a:ext cx="346710" cy="12065"/>
            </a:xfrm>
            <a:custGeom>
              <a:avLst/>
              <a:gdLst/>
              <a:ahLst/>
              <a:cxnLst/>
              <a:rect l="l" t="t" r="r" b="b"/>
              <a:pathLst>
                <a:path w="346709" h="12065">
                  <a:moveTo>
                    <a:pt x="0" y="11779"/>
                  </a:moveTo>
                  <a:lnTo>
                    <a:pt x="346711" y="11779"/>
                  </a:lnTo>
                  <a:lnTo>
                    <a:pt x="346711" y="0"/>
                  </a:lnTo>
                  <a:lnTo>
                    <a:pt x="0" y="0"/>
                  </a:lnTo>
                  <a:lnTo>
                    <a:pt x="0" y="11779"/>
                  </a:lnTo>
                  <a:close/>
                </a:path>
              </a:pathLst>
            </a:custGeom>
            <a:solidFill>
              <a:srgbClr val="F7F8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2" name="object 502" descr=""/>
          <p:cNvGrpSpPr/>
          <p:nvPr/>
        </p:nvGrpSpPr>
        <p:grpSpPr>
          <a:xfrm>
            <a:off x="11470344" y="8489831"/>
            <a:ext cx="586740" cy="763905"/>
            <a:chOff x="11470344" y="8489831"/>
            <a:chExt cx="586740" cy="763905"/>
          </a:xfrm>
        </p:grpSpPr>
        <p:sp>
          <p:nvSpPr>
            <p:cNvPr id="503" name="object 503" descr=""/>
            <p:cNvSpPr/>
            <p:nvPr/>
          </p:nvSpPr>
          <p:spPr>
            <a:xfrm>
              <a:off x="11499262" y="8521520"/>
              <a:ext cx="476250" cy="732155"/>
            </a:xfrm>
            <a:custGeom>
              <a:avLst/>
              <a:gdLst/>
              <a:ahLst/>
              <a:cxnLst/>
              <a:rect l="l" t="t" r="r" b="b"/>
              <a:pathLst>
                <a:path w="476250" h="732154">
                  <a:moveTo>
                    <a:pt x="476173" y="0"/>
                  </a:moveTo>
                  <a:lnTo>
                    <a:pt x="0" y="0"/>
                  </a:lnTo>
                  <a:lnTo>
                    <a:pt x="0" y="731694"/>
                  </a:lnTo>
                  <a:lnTo>
                    <a:pt x="476173" y="731694"/>
                  </a:lnTo>
                  <a:lnTo>
                    <a:pt x="47617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4" name="object 504" descr=""/>
            <p:cNvSpPr/>
            <p:nvPr/>
          </p:nvSpPr>
          <p:spPr>
            <a:xfrm>
              <a:off x="11499262" y="8521447"/>
              <a:ext cx="396240" cy="732155"/>
            </a:xfrm>
            <a:custGeom>
              <a:avLst/>
              <a:gdLst/>
              <a:ahLst/>
              <a:cxnLst/>
              <a:rect l="l" t="t" r="r" b="b"/>
              <a:pathLst>
                <a:path w="396240" h="732154">
                  <a:moveTo>
                    <a:pt x="395757" y="0"/>
                  </a:moveTo>
                  <a:lnTo>
                    <a:pt x="0" y="0"/>
                  </a:lnTo>
                  <a:lnTo>
                    <a:pt x="0" y="731768"/>
                  </a:lnTo>
                  <a:lnTo>
                    <a:pt x="395757" y="731768"/>
                  </a:lnTo>
                  <a:lnTo>
                    <a:pt x="395757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5" name="object 505" descr=""/>
            <p:cNvSpPr/>
            <p:nvPr/>
          </p:nvSpPr>
          <p:spPr>
            <a:xfrm>
              <a:off x="11895019" y="8521447"/>
              <a:ext cx="80645" cy="732155"/>
            </a:xfrm>
            <a:custGeom>
              <a:avLst/>
              <a:gdLst/>
              <a:ahLst/>
              <a:cxnLst/>
              <a:rect l="l" t="t" r="r" b="b"/>
              <a:pathLst>
                <a:path w="80645" h="732154">
                  <a:moveTo>
                    <a:pt x="80416" y="0"/>
                  </a:moveTo>
                  <a:lnTo>
                    <a:pt x="0" y="0"/>
                  </a:lnTo>
                  <a:lnTo>
                    <a:pt x="0" y="731768"/>
                  </a:lnTo>
                  <a:lnTo>
                    <a:pt x="80416" y="731768"/>
                  </a:lnTo>
                  <a:lnTo>
                    <a:pt x="80416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6" name="object 506" descr=""/>
            <p:cNvSpPr/>
            <p:nvPr/>
          </p:nvSpPr>
          <p:spPr>
            <a:xfrm>
              <a:off x="11533251" y="8558688"/>
              <a:ext cx="328295" cy="694690"/>
            </a:xfrm>
            <a:custGeom>
              <a:avLst/>
              <a:gdLst/>
              <a:ahLst/>
              <a:cxnLst/>
              <a:rect l="l" t="t" r="r" b="b"/>
              <a:pathLst>
                <a:path w="328295" h="694690">
                  <a:moveTo>
                    <a:pt x="86372" y="592467"/>
                  </a:moveTo>
                  <a:lnTo>
                    <a:pt x="0" y="592467"/>
                  </a:lnTo>
                  <a:lnTo>
                    <a:pt x="0" y="694537"/>
                  </a:lnTo>
                  <a:lnTo>
                    <a:pt x="86372" y="694537"/>
                  </a:lnTo>
                  <a:lnTo>
                    <a:pt x="86372" y="592467"/>
                  </a:lnTo>
                  <a:close/>
                </a:path>
                <a:path w="328295" h="694690">
                  <a:moveTo>
                    <a:pt x="86372" y="450049"/>
                  </a:moveTo>
                  <a:lnTo>
                    <a:pt x="0" y="450049"/>
                  </a:lnTo>
                  <a:lnTo>
                    <a:pt x="0" y="536422"/>
                  </a:lnTo>
                  <a:lnTo>
                    <a:pt x="86372" y="536422"/>
                  </a:lnTo>
                  <a:lnTo>
                    <a:pt x="86372" y="450049"/>
                  </a:lnTo>
                  <a:close/>
                </a:path>
                <a:path w="328295" h="694690">
                  <a:moveTo>
                    <a:pt x="86372" y="337540"/>
                  </a:moveTo>
                  <a:lnTo>
                    <a:pt x="0" y="337540"/>
                  </a:lnTo>
                  <a:lnTo>
                    <a:pt x="0" y="423913"/>
                  </a:lnTo>
                  <a:lnTo>
                    <a:pt x="86372" y="423913"/>
                  </a:lnTo>
                  <a:lnTo>
                    <a:pt x="86372" y="337540"/>
                  </a:lnTo>
                  <a:close/>
                </a:path>
                <a:path w="328295" h="694690">
                  <a:moveTo>
                    <a:pt x="86372" y="225018"/>
                  </a:moveTo>
                  <a:lnTo>
                    <a:pt x="0" y="225018"/>
                  </a:lnTo>
                  <a:lnTo>
                    <a:pt x="0" y="311391"/>
                  </a:lnTo>
                  <a:lnTo>
                    <a:pt x="86372" y="311391"/>
                  </a:lnTo>
                  <a:lnTo>
                    <a:pt x="86372" y="225018"/>
                  </a:lnTo>
                  <a:close/>
                </a:path>
                <a:path w="328295" h="694690">
                  <a:moveTo>
                    <a:pt x="86372" y="112509"/>
                  </a:moveTo>
                  <a:lnTo>
                    <a:pt x="0" y="112509"/>
                  </a:lnTo>
                  <a:lnTo>
                    <a:pt x="0" y="198882"/>
                  </a:lnTo>
                  <a:lnTo>
                    <a:pt x="86372" y="198882"/>
                  </a:lnTo>
                  <a:lnTo>
                    <a:pt x="86372" y="112509"/>
                  </a:lnTo>
                  <a:close/>
                </a:path>
                <a:path w="328295" h="694690">
                  <a:moveTo>
                    <a:pt x="86372" y="0"/>
                  </a:moveTo>
                  <a:lnTo>
                    <a:pt x="0" y="0"/>
                  </a:lnTo>
                  <a:lnTo>
                    <a:pt x="0" y="86372"/>
                  </a:lnTo>
                  <a:lnTo>
                    <a:pt x="86372" y="86372"/>
                  </a:lnTo>
                  <a:lnTo>
                    <a:pt x="86372" y="0"/>
                  </a:lnTo>
                  <a:close/>
                </a:path>
                <a:path w="328295" h="694690">
                  <a:moveTo>
                    <a:pt x="207073" y="562559"/>
                  </a:moveTo>
                  <a:lnTo>
                    <a:pt x="120700" y="562559"/>
                  </a:lnTo>
                  <a:lnTo>
                    <a:pt x="120700" y="694537"/>
                  </a:lnTo>
                  <a:lnTo>
                    <a:pt x="207073" y="694537"/>
                  </a:lnTo>
                  <a:lnTo>
                    <a:pt x="207073" y="562559"/>
                  </a:lnTo>
                  <a:close/>
                </a:path>
                <a:path w="328295" h="694690">
                  <a:moveTo>
                    <a:pt x="207073" y="450049"/>
                  </a:moveTo>
                  <a:lnTo>
                    <a:pt x="120700" y="450049"/>
                  </a:lnTo>
                  <a:lnTo>
                    <a:pt x="120700" y="536422"/>
                  </a:lnTo>
                  <a:lnTo>
                    <a:pt x="207073" y="536422"/>
                  </a:lnTo>
                  <a:lnTo>
                    <a:pt x="207073" y="450049"/>
                  </a:lnTo>
                  <a:close/>
                </a:path>
                <a:path w="328295" h="694690">
                  <a:moveTo>
                    <a:pt x="207073" y="337540"/>
                  </a:moveTo>
                  <a:lnTo>
                    <a:pt x="120700" y="337540"/>
                  </a:lnTo>
                  <a:lnTo>
                    <a:pt x="120700" y="423913"/>
                  </a:lnTo>
                  <a:lnTo>
                    <a:pt x="207073" y="423913"/>
                  </a:lnTo>
                  <a:lnTo>
                    <a:pt x="207073" y="337540"/>
                  </a:lnTo>
                  <a:close/>
                </a:path>
                <a:path w="328295" h="694690">
                  <a:moveTo>
                    <a:pt x="207073" y="225018"/>
                  </a:moveTo>
                  <a:lnTo>
                    <a:pt x="120700" y="225018"/>
                  </a:lnTo>
                  <a:lnTo>
                    <a:pt x="120700" y="311391"/>
                  </a:lnTo>
                  <a:lnTo>
                    <a:pt x="207073" y="311391"/>
                  </a:lnTo>
                  <a:lnTo>
                    <a:pt x="207073" y="225018"/>
                  </a:lnTo>
                  <a:close/>
                </a:path>
                <a:path w="328295" h="694690">
                  <a:moveTo>
                    <a:pt x="207073" y="112509"/>
                  </a:moveTo>
                  <a:lnTo>
                    <a:pt x="120700" y="112509"/>
                  </a:lnTo>
                  <a:lnTo>
                    <a:pt x="120700" y="198882"/>
                  </a:lnTo>
                  <a:lnTo>
                    <a:pt x="207073" y="198882"/>
                  </a:lnTo>
                  <a:lnTo>
                    <a:pt x="207073" y="112509"/>
                  </a:lnTo>
                  <a:close/>
                </a:path>
                <a:path w="328295" h="694690">
                  <a:moveTo>
                    <a:pt x="207073" y="0"/>
                  </a:moveTo>
                  <a:lnTo>
                    <a:pt x="120700" y="0"/>
                  </a:lnTo>
                  <a:lnTo>
                    <a:pt x="120700" y="86372"/>
                  </a:lnTo>
                  <a:lnTo>
                    <a:pt x="207073" y="86372"/>
                  </a:lnTo>
                  <a:lnTo>
                    <a:pt x="207073" y="0"/>
                  </a:lnTo>
                  <a:close/>
                </a:path>
                <a:path w="328295" h="694690">
                  <a:moveTo>
                    <a:pt x="327787" y="592467"/>
                  </a:moveTo>
                  <a:lnTo>
                    <a:pt x="241414" y="592467"/>
                  </a:lnTo>
                  <a:lnTo>
                    <a:pt x="241414" y="694537"/>
                  </a:lnTo>
                  <a:lnTo>
                    <a:pt x="327787" y="694537"/>
                  </a:lnTo>
                  <a:lnTo>
                    <a:pt x="327787" y="592467"/>
                  </a:lnTo>
                  <a:close/>
                </a:path>
                <a:path w="328295" h="694690">
                  <a:moveTo>
                    <a:pt x="327787" y="450049"/>
                  </a:moveTo>
                  <a:lnTo>
                    <a:pt x="241414" y="450049"/>
                  </a:lnTo>
                  <a:lnTo>
                    <a:pt x="241414" y="536422"/>
                  </a:lnTo>
                  <a:lnTo>
                    <a:pt x="327787" y="536422"/>
                  </a:lnTo>
                  <a:lnTo>
                    <a:pt x="327787" y="450049"/>
                  </a:lnTo>
                  <a:close/>
                </a:path>
                <a:path w="328295" h="694690">
                  <a:moveTo>
                    <a:pt x="327787" y="337540"/>
                  </a:moveTo>
                  <a:lnTo>
                    <a:pt x="241414" y="337540"/>
                  </a:lnTo>
                  <a:lnTo>
                    <a:pt x="241414" y="423913"/>
                  </a:lnTo>
                  <a:lnTo>
                    <a:pt x="327787" y="423913"/>
                  </a:lnTo>
                  <a:lnTo>
                    <a:pt x="327787" y="337540"/>
                  </a:lnTo>
                  <a:close/>
                </a:path>
                <a:path w="328295" h="694690">
                  <a:moveTo>
                    <a:pt x="327787" y="225018"/>
                  </a:moveTo>
                  <a:lnTo>
                    <a:pt x="241414" y="225018"/>
                  </a:lnTo>
                  <a:lnTo>
                    <a:pt x="241414" y="311391"/>
                  </a:lnTo>
                  <a:lnTo>
                    <a:pt x="327787" y="311391"/>
                  </a:lnTo>
                  <a:lnTo>
                    <a:pt x="327787" y="225018"/>
                  </a:lnTo>
                  <a:close/>
                </a:path>
                <a:path w="328295" h="694690">
                  <a:moveTo>
                    <a:pt x="327787" y="112509"/>
                  </a:moveTo>
                  <a:lnTo>
                    <a:pt x="241414" y="112509"/>
                  </a:lnTo>
                  <a:lnTo>
                    <a:pt x="241414" y="198882"/>
                  </a:lnTo>
                  <a:lnTo>
                    <a:pt x="327787" y="198882"/>
                  </a:lnTo>
                  <a:lnTo>
                    <a:pt x="327787" y="112509"/>
                  </a:lnTo>
                  <a:close/>
                </a:path>
                <a:path w="328295" h="694690">
                  <a:moveTo>
                    <a:pt x="327787" y="0"/>
                  </a:moveTo>
                  <a:lnTo>
                    <a:pt x="241414" y="0"/>
                  </a:lnTo>
                  <a:lnTo>
                    <a:pt x="241414" y="86372"/>
                  </a:lnTo>
                  <a:lnTo>
                    <a:pt x="327787" y="86372"/>
                  </a:lnTo>
                  <a:lnTo>
                    <a:pt x="32778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11540401" y="8558688"/>
              <a:ext cx="320675" cy="694690"/>
            </a:xfrm>
            <a:custGeom>
              <a:avLst/>
              <a:gdLst/>
              <a:ahLst/>
              <a:cxnLst/>
              <a:rect l="l" t="t" r="r" b="b"/>
              <a:pathLst>
                <a:path w="320675" h="694690">
                  <a:moveTo>
                    <a:pt x="79222" y="592467"/>
                  </a:moveTo>
                  <a:lnTo>
                    <a:pt x="0" y="592467"/>
                  </a:lnTo>
                  <a:lnTo>
                    <a:pt x="0" y="694537"/>
                  </a:lnTo>
                  <a:lnTo>
                    <a:pt x="79222" y="694537"/>
                  </a:lnTo>
                  <a:lnTo>
                    <a:pt x="79222" y="592467"/>
                  </a:lnTo>
                  <a:close/>
                </a:path>
                <a:path w="320675" h="694690">
                  <a:moveTo>
                    <a:pt x="79222" y="450049"/>
                  </a:moveTo>
                  <a:lnTo>
                    <a:pt x="0" y="450049"/>
                  </a:lnTo>
                  <a:lnTo>
                    <a:pt x="0" y="536422"/>
                  </a:lnTo>
                  <a:lnTo>
                    <a:pt x="79222" y="536422"/>
                  </a:lnTo>
                  <a:lnTo>
                    <a:pt x="79222" y="450049"/>
                  </a:lnTo>
                  <a:close/>
                </a:path>
                <a:path w="320675" h="694690">
                  <a:moveTo>
                    <a:pt x="79222" y="337540"/>
                  </a:moveTo>
                  <a:lnTo>
                    <a:pt x="0" y="337540"/>
                  </a:lnTo>
                  <a:lnTo>
                    <a:pt x="0" y="423913"/>
                  </a:lnTo>
                  <a:lnTo>
                    <a:pt x="79222" y="423913"/>
                  </a:lnTo>
                  <a:lnTo>
                    <a:pt x="79222" y="337540"/>
                  </a:lnTo>
                  <a:close/>
                </a:path>
                <a:path w="320675" h="694690">
                  <a:moveTo>
                    <a:pt x="79222" y="225018"/>
                  </a:moveTo>
                  <a:lnTo>
                    <a:pt x="0" y="225018"/>
                  </a:lnTo>
                  <a:lnTo>
                    <a:pt x="0" y="311391"/>
                  </a:lnTo>
                  <a:lnTo>
                    <a:pt x="79222" y="311391"/>
                  </a:lnTo>
                  <a:lnTo>
                    <a:pt x="79222" y="225018"/>
                  </a:lnTo>
                  <a:close/>
                </a:path>
                <a:path w="320675" h="694690">
                  <a:moveTo>
                    <a:pt x="79222" y="112509"/>
                  </a:moveTo>
                  <a:lnTo>
                    <a:pt x="0" y="112509"/>
                  </a:lnTo>
                  <a:lnTo>
                    <a:pt x="0" y="198882"/>
                  </a:lnTo>
                  <a:lnTo>
                    <a:pt x="79222" y="198882"/>
                  </a:lnTo>
                  <a:lnTo>
                    <a:pt x="79222" y="112509"/>
                  </a:lnTo>
                  <a:close/>
                </a:path>
                <a:path w="320675" h="694690">
                  <a:moveTo>
                    <a:pt x="79222" y="0"/>
                  </a:moveTo>
                  <a:lnTo>
                    <a:pt x="0" y="0"/>
                  </a:lnTo>
                  <a:lnTo>
                    <a:pt x="0" y="86372"/>
                  </a:lnTo>
                  <a:lnTo>
                    <a:pt x="79222" y="86372"/>
                  </a:lnTo>
                  <a:lnTo>
                    <a:pt x="79222" y="0"/>
                  </a:lnTo>
                  <a:close/>
                </a:path>
                <a:path w="320675" h="694690">
                  <a:moveTo>
                    <a:pt x="199923" y="562559"/>
                  </a:moveTo>
                  <a:lnTo>
                    <a:pt x="120700" y="562559"/>
                  </a:lnTo>
                  <a:lnTo>
                    <a:pt x="120700" y="694537"/>
                  </a:lnTo>
                  <a:lnTo>
                    <a:pt x="199923" y="694537"/>
                  </a:lnTo>
                  <a:lnTo>
                    <a:pt x="199923" y="562559"/>
                  </a:lnTo>
                  <a:close/>
                </a:path>
                <a:path w="320675" h="694690">
                  <a:moveTo>
                    <a:pt x="199923" y="450049"/>
                  </a:moveTo>
                  <a:lnTo>
                    <a:pt x="120700" y="450049"/>
                  </a:lnTo>
                  <a:lnTo>
                    <a:pt x="120700" y="536422"/>
                  </a:lnTo>
                  <a:lnTo>
                    <a:pt x="199923" y="536422"/>
                  </a:lnTo>
                  <a:lnTo>
                    <a:pt x="199923" y="450049"/>
                  </a:lnTo>
                  <a:close/>
                </a:path>
                <a:path w="320675" h="694690">
                  <a:moveTo>
                    <a:pt x="199923" y="337540"/>
                  </a:moveTo>
                  <a:lnTo>
                    <a:pt x="120700" y="337540"/>
                  </a:lnTo>
                  <a:lnTo>
                    <a:pt x="120700" y="423913"/>
                  </a:lnTo>
                  <a:lnTo>
                    <a:pt x="199923" y="423913"/>
                  </a:lnTo>
                  <a:lnTo>
                    <a:pt x="199923" y="337540"/>
                  </a:lnTo>
                  <a:close/>
                </a:path>
                <a:path w="320675" h="694690">
                  <a:moveTo>
                    <a:pt x="199923" y="225018"/>
                  </a:moveTo>
                  <a:lnTo>
                    <a:pt x="120700" y="225018"/>
                  </a:lnTo>
                  <a:lnTo>
                    <a:pt x="120700" y="311391"/>
                  </a:lnTo>
                  <a:lnTo>
                    <a:pt x="199923" y="311391"/>
                  </a:lnTo>
                  <a:lnTo>
                    <a:pt x="199923" y="225018"/>
                  </a:lnTo>
                  <a:close/>
                </a:path>
                <a:path w="320675" h="694690">
                  <a:moveTo>
                    <a:pt x="199923" y="112509"/>
                  </a:moveTo>
                  <a:lnTo>
                    <a:pt x="120700" y="112509"/>
                  </a:lnTo>
                  <a:lnTo>
                    <a:pt x="120700" y="198882"/>
                  </a:lnTo>
                  <a:lnTo>
                    <a:pt x="199923" y="198882"/>
                  </a:lnTo>
                  <a:lnTo>
                    <a:pt x="199923" y="112509"/>
                  </a:lnTo>
                  <a:close/>
                </a:path>
                <a:path w="320675" h="694690">
                  <a:moveTo>
                    <a:pt x="199923" y="0"/>
                  </a:moveTo>
                  <a:lnTo>
                    <a:pt x="120700" y="0"/>
                  </a:lnTo>
                  <a:lnTo>
                    <a:pt x="120700" y="86372"/>
                  </a:lnTo>
                  <a:lnTo>
                    <a:pt x="199923" y="86372"/>
                  </a:lnTo>
                  <a:lnTo>
                    <a:pt x="199923" y="0"/>
                  </a:lnTo>
                  <a:close/>
                </a:path>
                <a:path w="320675" h="694690">
                  <a:moveTo>
                    <a:pt x="320636" y="592467"/>
                  </a:moveTo>
                  <a:lnTo>
                    <a:pt x="241414" y="592467"/>
                  </a:lnTo>
                  <a:lnTo>
                    <a:pt x="241414" y="694537"/>
                  </a:lnTo>
                  <a:lnTo>
                    <a:pt x="320636" y="694537"/>
                  </a:lnTo>
                  <a:lnTo>
                    <a:pt x="320636" y="592467"/>
                  </a:lnTo>
                  <a:close/>
                </a:path>
                <a:path w="320675" h="694690">
                  <a:moveTo>
                    <a:pt x="320636" y="450049"/>
                  </a:moveTo>
                  <a:lnTo>
                    <a:pt x="241414" y="450049"/>
                  </a:lnTo>
                  <a:lnTo>
                    <a:pt x="241414" y="536422"/>
                  </a:lnTo>
                  <a:lnTo>
                    <a:pt x="320636" y="536422"/>
                  </a:lnTo>
                  <a:lnTo>
                    <a:pt x="320636" y="450049"/>
                  </a:lnTo>
                  <a:close/>
                </a:path>
                <a:path w="320675" h="694690">
                  <a:moveTo>
                    <a:pt x="320636" y="337540"/>
                  </a:moveTo>
                  <a:lnTo>
                    <a:pt x="241414" y="337540"/>
                  </a:lnTo>
                  <a:lnTo>
                    <a:pt x="241414" y="423913"/>
                  </a:lnTo>
                  <a:lnTo>
                    <a:pt x="320636" y="423913"/>
                  </a:lnTo>
                  <a:lnTo>
                    <a:pt x="320636" y="337540"/>
                  </a:lnTo>
                  <a:close/>
                </a:path>
                <a:path w="320675" h="694690">
                  <a:moveTo>
                    <a:pt x="320636" y="225018"/>
                  </a:moveTo>
                  <a:lnTo>
                    <a:pt x="241414" y="225018"/>
                  </a:lnTo>
                  <a:lnTo>
                    <a:pt x="241414" y="311391"/>
                  </a:lnTo>
                  <a:lnTo>
                    <a:pt x="320636" y="311391"/>
                  </a:lnTo>
                  <a:lnTo>
                    <a:pt x="320636" y="225018"/>
                  </a:lnTo>
                  <a:close/>
                </a:path>
                <a:path w="320675" h="694690">
                  <a:moveTo>
                    <a:pt x="320636" y="112509"/>
                  </a:moveTo>
                  <a:lnTo>
                    <a:pt x="241414" y="112509"/>
                  </a:lnTo>
                  <a:lnTo>
                    <a:pt x="241414" y="198882"/>
                  </a:lnTo>
                  <a:lnTo>
                    <a:pt x="320636" y="198882"/>
                  </a:lnTo>
                  <a:lnTo>
                    <a:pt x="320636" y="112509"/>
                  </a:lnTo>
                  <a:close/>
                </a:path>
                <a:path w="320675" h="694690">
                  <a:moveTo>
                    <a:pt x="320636" y="0"/>
                  </a:moveTo>
                  <a:lnTo>
                    <a:pt x="241414" y="0"/>
                  </a:lnTo>
                  <a:lnTo>
                    <a:pt x="241414" y="86372"/>
                  </a:lnTo>
                  <a:lnTo>
                    <a:pt x="320636" y="86372"/>
                  </a:lnTo>
                  <a:lnTo>
                    <a:pt x="320636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11470344" y="8489831"/>
              <a:ext cx="586740" cy="37465"/>
            </a:xfrm>
            <a:custGeom>
              <a:avLst/>
              <a:gdLst/>
              <a:ahLst/>
              <a:cxnLst/>
              <a:rect l="l" t="t" r="r" b="b"/>
              <a:pathLst>
                <a:path w="586740" h="37465">
                  <a:moveTo>
                    <a:pt x="586736" y="0"/>
                  </a:moveTo>
                  <a:lnTo>
                    <a:pt x="0" y="0"/>
                  </a:lnTo>
                  <a:lnTo>
                    <a:pt x="17486" y="37119"/>
                  </a:lnTo>
                  <a:lnTo>
                    <a:pt x="569249" y="37119"/>
                  </a:lnTo>
                  <a:lnTo>
                    <a:pt x="58673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11895335" y="8489831"/>
              <a:ext cx="161925" cy="37465"/>
            </a:xfrm>
            <a:custGeom>
              <a:avLst/>
              <a:gdLst/>
              <a:ahLst/>
              <a:cxnLst/>
              <a:rect l="l" t="t" r="r" b="b"/>
              <a:pathLst>
                <a:path w="161925" h="37465">
                  <a:moveTo>
                    <a:pt x="161743" y="0"/>
                  </a:moveTo>
                  <a:lnTo>
                    <a:pt x="8345" y="0"/>
                  </a:lnTo>
                  <a:lnTo>
                    <a:pt x="0" y="37119"/>
                  </a:lnTo>
                  <a:lnTo>
                    <a:pt x="144257" y="37119"/>
                  </a:lnTo>
                  <a:lnTo>
                    <a:pt x="161743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0" name="object 510" descr=""/>
          <p:cNvGrpSpPr/>
          <p:nvPr/>
        </p:nvGrpSpPr>
        <p:grpSpPr>
          <a:xfrm>
            <a:off x="12717109" y="8049179"/>
            <a:ext cx="525780" cy="1204595"/>
            <a:chOff x="12717109" y="8049179"/>
            <a:chExt cx="525780" cy="1204595"/>
          </a:xfrm>
        </p:grpSpPr>
        <p:sp>
          <p:nvSpPr>
            <p:cNvPr id="511" name="object 511" descr=""/>
            <p:cNvSpPr/>
            <p:nvPr/>
          </p:nvSpPr>
          <p:spPr>
            <a:xfrm>
              <a:off x="12739705" y="8083775"/>
              <a:ext cx="480695" cy="1169670"/>
            </a:xfrm>
            <a:custGeom>
              <a:avLst/>
              <a:gdLst/>
              <a:ahLst/>
              <a:cxnLst/>
              <a:rect l="l" t="t" r="r" b="b"/>
              <a:pathLst>
                <a:path w="480694" h="1169670">
                  <a:moveTo>
                    <a:pt x="480592" y="0"/>
                  </a:moveTo>
                  <a:lnTo>
                    <a:pt x="0" y="0"/>
                  </a:lnTo>
                  <a:lnTo>
                    <a:pt x="0" y="1169451"/>
                  </a:lnTo>
                  <a:lnTo>
                    <a:pt x="480592" y="1169451"/>
                  </a:lnTo>
                  <a:lnTo>
                    <a:pt x="48059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2739705" y="8083775"/>
              <a:ext cx="365760" cy="1169670"/>
            </a:xfrm>
            <a:custGeom>
              <a:avLst/>
              <a:gdLst/>
              <a:ahLst/>
              <a:cxnLst/>
              <a:rect l="l" t="t" r="r" b="b"/>
              <a:pathLst>
                <a:path w="365759" h="1169670">
                  <a:moveTo>
                    <a:pt x="365580" y="0"/>
                  </a:moveTo>
                  <a:lnTo>
                    <a:pt x="0" y="0"/>
                  </a:lnTo>
                  <a:lnTo>
                    <a:pt x="0" y="1169451"/>
                  </a:lnTo>
                  <a:lnTo>
                    <a:pt x="365580" y="1169451"/>
                  </a:lnTo>
                  <a:lnTo>
                    <a:pt x="365580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12717109" y="8049179"/>
              <a:ext cx="525780" cy="37465"/>
            </a:xfrm>
            <a:custGeom>
              <a:avLst/>
              <a:gdLst/>
              <a:ahLst/>
              <a:cxnLst/>
              <a:rect l="l" t="t" r="r" b="b"/>
              <a:pathLst>
                <a:path w="525780" h="37465">
                  <a:moveTo>
                    <a:pt x="525690" y="0"/>
                  </a:moveTo>
                  <a:lnTo>
                    <a:pt x="0" y="0"/>
                  </a:lnTo>
                  <a:lnTo>
                    <a:pt x="0" y="37328"/>
                  </a:lnTo>
                  <a:lnTo>
                    <a:pt x="525690" y="37328"/>
                  </a:lnTo>
                  <a:lnTo>
                    <a:pt x="525690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4" name="object 514" descr=""/>
            <p:cNvSpPr/>
            <p:nvPr/>
          </p:nvSpPr>
          <p:spPr>
            <a:xfrm>
              <a:off x="13105359" y="8049179"/>
              <a:ext cx="137795" cy="37465"/>
            </a:xfrm>
            <a:custGeom>
              <a:avLst/>
              <a:gdLst/>
              <a:ahLst/>
              <a:cxnLst/>
              <a:rect l="l" t="t" r="r" b="b"/>
              <a:pathLst>
                <a:path w="137794" h="37465">
                  <a:moveTo>
                    <a:pt x="137440" y="0"/>
                  </a:moveTo>
                  <a:lnTo>
                    <a:pt x="0" y="0"/>
                  </a:lnTo>
                  <a:lnTo>
                    <a:pt x="0" y="37328"/>
                  </a:lnTo>
                  <a:lnTo>
                    <a:pt x="137440" y="37328"/>
                  </a:lnTo>
                  <a:lnTo>
                    <a:pt x="13744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5" name="object 515" descr=""/>
            <p:cNvSpPr/>
            <p:nvPr/>
          </p:nvSpPr>
          <p:spPr>
            <a:xfrm>
              <a:off x="13105359" y="8086507"/>
              <a:ext cx="115570" cy="1167130"/>
            </a:xfrm>
            <a:custGeom>
              <a:avLst/>
              <a:gdLst/>
              <a:ahLst/>
              <a:cxnLst/>
              <a:rect l="l" t="t" r="r" b="b"/>
              <a:pathLst>
                <a:path w="115569" h="1167129">
                  <a:moveTo>
                    <a:pt x="115012" y="0"/>
                  </a:moveTo>
                  <a:lnTo>
                    <a:pt x="0" y="0"/>
                  </a:lnTo>
                  <a:lnTo>
                    <a:pt x="0" y="1166707"/>
                  </a:lnTo>
                  <a:lnTo>
                    <a:pt x="115012" y="1166707"/>
                  </a:lnTo>
                  <a:lnTo>
                    <a:pt x="115012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12788751" y="8130433"/>
              <a:ext cx="62230" cy="94615"/>
            </a:xfrm>
            <a:custGeom>
              <a:avLst/>
              <a:gdLst/>
              <a:ahLst/>
              <a:cxnLst/>
              <a:rect l="l" t="t" r="r" b="b"/>
              <a:pathLst>
                <a:path w="62229" h="94615">
                  <a:moveTo>
                    <a:pt x="62102" y="0"/>
                  </a:moveTo>
                  <a:lnTo>
                    <a:pt x="0" y="0"/>
                  </a:lnTo>
                  <a:lnTo>
                    <a:pt x="0" y="94101"/>
                  </a:lnTo>
                  <a:lnTo>
                    <a:pt x="62102" y="94101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12788751" y="8136684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12788760" y="8130444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20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20" h="94615">
                  <a:moveTo>
                    <a:pt x="159956" y="0"/>
                  </a:moveTo>
                  <a:lnTo>
                    <a:pt x="97853" y="0"/>
                  </a:lnTo>
                  <a:lnTo>
                    <a:pt x="97853" y="94094"/>
                  </a:lnTo>
                  <a:lnTo>
                    <a:pt x="159956" y="94094"/>
                  </a:lnTo>
                  <a:lnTo>
                    <a:pt x="1599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9" name="object 519" descr=""/>
            <p:cNvSpPr/>
            <p:nvPr/>
          </p:nvSpPr>
          <p:spPr>
            <a:xfrm>
              <a:off x="12886622" y="8136684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0" name="object 520" descr=""/>
            <p:cNvSpPr/>
            <p:nvPr/>
          </p:nvSpPr>
          <p:spPr>
            <a:xfrm>
              <a:off x="12886614" y="8130444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19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19" h="94615">
                  <a:moveTo>
                    <a:pt x="159969" y="0"/>
                  </a:moveTo>
                  <a:lnTo>
                    <a:pt x="97866" y="0"/>
                  </a:lnTo>
                  <a:lnTo>
                    <a:pt x="97866" y="94094"/>
                  </a:lnTo>
                  <a:lnTo>
                    <a:pt x="159969" y="94094"/>
                  </a:lnTo>
                  <a:lnTo>
                    <a:pt x="1599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12984483" y="8136684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30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12788747" y="8130444"/>
              <a:ext cx="205104" cy="236220"/>
            </a:xfrm>
            <a:custGeom>
              <a:avLst/>
              <a:gdLst/>
              <a:ahLst/>
              <a:cxnLst/>
              <a:rect l="l" t="t" r="r" b="b"/>
              <a:pathLst>
                <a:path w="205104" h="236220">
                  <a:moveTo>
                    <a:pt x="62103" y="141719"/>
                  </a:moveTo>
                  <a:lnTo>
                    <a:pt x="0" y="141719"/>
                  </a:lnTo>
                  <a:lnTo>
                    <a:pt x="0" y="235813"/>
                  </a:lnTo>
                  <a:lnTo>
                    <a:pt x="62103" y="235813"/>
                  </a:lnTo>
                  <a:lnTo>
                    <a:pt x="62103" y="141719"/>
                  </a:lnTo>
                  <a:close/>
                </a:path>
                <a:path w="205104" h="236220">
                  <a:moveTo>
                    <a:pt x="204635" y="0"/>
                  </a:moveTo>
                  <a:lnTo>
                    <a:pt x="195732" y="0"/>
                  </a:lnTo>
                  <a:lnTo>
                    <a:pt x="195732" y="94094"/>
                  </a:lnTo>
                  <a:lnTo>
                    <a:pt x="204635" y="94094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12788751" y="8278407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12788760" y="8272164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20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20" h="94615">
                  <a:moveTo>
                    <a:pt x="159956" y="0"/>
                  </a:moveTo>
                  <a:lnTo>
                    <a:pt x="97853" y="0"/>
                  </a:lnTo>
                  <a:lnTo>
                    <a:pt x="97853" y="94094"/>
                  </a:lnTo>
                  <a:lnTo>
                    <a:pt x="159956" y="94094"/>
                  </a:lnTo>
                  <a:lnTo>
                    <a:pt x="1599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5" name="object 525" descr=""/>
            <p:cNvSpPr/>
            <p:nvPr/>
          </p:nvSpPr>
          <p:spPr>
            <a:xfrm>
              <a:off x="12886622" y="8278407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12886614" y="8272164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19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19" h="94615">
                  <a:moveTo>
                    <a:pt x="159969" y="0"/>
                  </a:moveTo>
                  <a:lnTo>
                    <a:pt x="97866" y="0"/>
                  </a:lnTo>
                  <a:lnTo>
                    <a:pt x="97866" y="94094"/>
                  </a:lnTo>
                  <a:lnTo>
                    <a:pt x="159969" y="94094"/>
                  </a:lnTo>
                  <a:lnTo>
                    <a:pt x="1599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7" name="object 527" descr=""/>
            <p:cNvSpPr/>
            <p:nvPr/>
          </p:nvSpPr>
          <p:spPr>
            <a:xfrm>
              <a:off x="12984483" y="8278407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30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8" name="object 528" descr=""/>
            <p:cNvSpPr/>
            <p:nvPr/>
          </p:nvSpPr>
          <p:spPr>
            <a:xfrm>
              <a:off x="12788747" y="8272164"/>
              <a:ext cx="205104" cy="236220"/>
            </a:xfrm>
            <a:custGeom>
              <a:avLst/>
              <a:gdLst/>
              <a:ahLst/>
              <a:cxnLst/>
              <a:rect l="l" t="t" r="r" b="b"/>
              <a:pathLst>
                <a:path w="205104" h="236220">
                  <a:moveTo>
                    <a:pt x="62103" y="141719"/>
                  </a:moveTo>
                  <a:lnTo>
                    <a:pt x="0" y="141719"/>
                  </a:lnTo>
                  <a:lnTo>
                    <a:pt x="0" y="235826"/>
                  </a:lnTo>
                  <a:lnTo>
                    <a:pt x="62103" y="235826"/>
                  </a:lnTo>
                  <a:lnTo>
                    <a:pt x="62103" y="141719"/>
                  </a:lnTo>
                  <a:close/>
                </a:path>
                <a:path w="205104" h="236220">
                  <a:moveTo>
                    <a:pt x="204635" y="0"/>
                  </a:moveTo>
                  <a:lnTo>
                    <a:pt x="195732" y="0"/>
                  </a:lnTo>
                  <a:lnTo>
                    <a:pt x="195732" y="94094"/>
                  </a:lnTo>
                  <a:lnTo>
                    <a:pt x="204635" y="94094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12788751" y="8420131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12788760" y="8413883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20" h="94615">
                  <a:moveTo>
                    <a:pt x="8902" y="0"/>
                  </a:moveTo>
                  <a:lnTo>
                    <a:pt x="0" y="0"/>
                  </a:lnTo>
                  <a:lnTo>
                    <a:pt x="0" y="94107"/>
                  </a:lnTo>
                  <a:lnTo>
                    <a:pt x="8902" y="94107"/>
                  </a:lnTo>
                  <a:lnTo>
                    <a:pt x="8902" y="0"/>
                  </a:lnTo>
                  <a:close/>
                </a:path>
                <a:path w="160020" h="94615">
                  <a:moveTo>
                    <a:pt x="159956" y="0"/>
                  </a:moveTo>
                  <a:lnTo>
                    <a:pt x="97853" y="0"/>
                  </a:lnTo>
                  <a:lnTo>
                    <a:pt x="97853" y="94107"/>
                  </a:lnTo>
                  <a:lnTo>
                    <a:pt x="159956" y="94107"/>
                  </a:lnTo>
                  <a:lnTo>
                    <a:pt x="1599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12886622" y="8420131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12886614" y="8413883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19" h="94615">
                  <a:moveTo>
                    <a:pt x="8902" y="0"/>
                  </a:moveTo>
                  <a:lnTo>
                    <a:pt x="0" y="0"/>
                  </a:lnTo>
                  <a:lnTo>
                    <a:pt x="0" y="94107"/>
                  </a:lnTo>
                  <a:lnTo>
                    <a:pt x="8902" y="94107"/>
                  </a:lnTo>
                  <a:lnTo>
                    <a:pt x="8902" y="0"/>
                  </a:lnTo>
                  <a:close/>
                </a:path>
                <a:path w="160019" h="94615">
                  <a:moveTo>
                    <a:pt x="159969" y="0"/>
                  </a:moveTo>
                  <a:lnTo>
                    <a:pt x="97866" y="0"/>
                  </a:lnTo>
                  <a:lnTo>
                    <a:pt x="97866" y="94107"/>
                  </a:lnTo>
                  <a:lnTo>
                    <a:pt x="159969" y="94107"/>
                  </a:lnTo>
                  <a:lnTo>
                    <a:pt x="1599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3" name="object 533" descr=""/>
            <p:cNvSpPr/>
            <p:nvPr/>
          </p:nvSpPr>
          <p:spPr>
            <a:xfrm>
              <a:off x="12984483" y="8420131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30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4" name="object 534" descr=""/>
            <p:cNvSpPr/>
            <p:nvPr/>
          </p:nvSpPr>
          <p:spPr>
            <a:xfrm>
              <a:off x="12788747" y="8413883"/>
              <a:ext cx="205104" cy="236220"/>
            </a:xfrm>
            <a:custGeom>
              <a:avLst/>
              <a:gdLst/>
              <a:ahLst/>
              <a:cxnLst/>
              <a:rect l="l" t="t" r="r" b="b"/>
              <a:pathLst>
                <a:path w="205104" h="236220">
                  <a:moveTo>
                    <a:pt x="62103" y="141732"/>
                  </a:moveTo>
                  <a:lnTo>
                    <a:pt x="0" y="141732"/>
                  </a:lnTo>
                  <a:lnTo>
                    <a:pt x="0" y="235826"/>
                  </a:lnTo>
                  <a:lnTo>
                    <a:pt x="62103" y="235826"/>
                  </a:lnTo>
                  <a:lnTo>
                    <a:pt x="62103" y="141732"/>
                  </a:lnTo>
                  <a:close/>
                </a:path>
                <a:path w="205104" h="236220">
                  <a:moveTo>
                    <a:pt x="204635" y="0"/>
                  </a:moveTo>
                  <a:lnTo>
                    <a:pt x="195732" y="0"/>
                  </a:lnTo>
                  <a:lnTo>
                    <a:pt x="195732" y="94107"/>
                  </a:lnTo>
                  <a:lnTo>
                    <a:pt x="204635" y="94107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5" name="object 535" descr=""/>
            <p:cNvSpPr/>
            <p:nvPr/>
          </p:nvSpPr>
          <p:spPr>
            <a:xfrm>
              <a:off x="12788751" y="8561854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 descr=""/>
            <p:cNvSpPr/>
            <p:nvPr/>
          </p:nvSpPr>
          <p:spPr>
            <a:xfrm>
              <a:off x="12788760" y="8555615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20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20" h="94615">
                  <a:moveTo>
                    <a:pt x="159956" y="0"/>
                  </a:moveTo>
                  <a:lnTo>
                    <a:pt x="97853" y="0"/>
                  </a:lnTo>
                  <a:lnTo>
                    <a:pt x="97853" y="94094"/>
                  </a:lnTo>
                  <a:lnTo>
                    <a:pt x="159956" y="94094"/>
                  </a:lnTo>
                  <a:lnTo>
                    <a:pt x="1599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7" name="object 537" descr=""/>
            <p:cNvSpPr/>
            <p:nvPr/>
          </p:nvSpPr>
          <p:spPr>
            <a:xfrm>
              <a:off x="12886622" y="8561854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8" name="object 538" descr=""/>
            <p:cNvSpPr/>
            <p:nvPr/>
          </p:nvSpPr>
          <p:spPr>
            <a:xfrm>
              <a:off x="12886614" y="8555615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19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19" h="94615">
                  <a:moveTo>
                    <a:pt x="159969" y="0"/>
                  </a:moveTo>
                  <a:lnTo>
                    <a:pt x="97866" y="0"/>
                  </a:lnTo>
                  <a:lnTo>
                    <a:pt x="97866" y="94094"/>
                  </a:lnTo>
                  <a:lnTo>
                    <a:pt x="159969" y="94094"/>
                  </a:lnTo>
                  <a:lnTo>
                    <a:pt x="1599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12984483" y="8561854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30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12788747" y="8555615"/>
              <a:ext cx="205104" cy="236220"/>
            </a:xfrm>
            <a:custGeom>
              <a:avLst/>
              <a:gdLst/>
              <a:ahLst/>
              <a:cxnLst/>
              <a:rect l="l" t="t" r="r" b="b"/>
              <a:pathLst>
                <a:path w="205104" h="236220">
                  <a:moveTo>
                    <a:pt x="62103" y="141732"/>
                  </a:moveTo>
                  <a:lnTo>
                    <a:pt x="0" y="141732"/>
                  </a:lnTo>
                  <a:lnTo>
                    <a:pt x="0" y="235826"/>
                  </a:lnTo>
                  <a:lnTo>
                    <a:pt x="62103" y="235826"/>
                  </a:lnTo>
                  <a:lnTo>
                    <a:pt x="62103" y="141732"/>
                  </a:lnTo>
                  <a:close/>
                </a:path>
                <a:path w="205104" h="236220">
                  <a:moveTo>
                    <a:pt x="204635" y="0"/>
                  </a:moveTo>
                  <a:lnTo>
                    <a:pt x="195732" y="0"/>
                  </a:lnTo>
                  <a:lnTo>
                    <a:pt x="195732" y="94094"/>
                  </a:lnTo>
                  <a:lnTo>
                    <a:pt x="204635" y="94094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1" name="object 541" descr=""/>
            <p:cNvSpPr/>
            <p:nvPr/>
          </p:nvSpPr>
          <p:spPr>
            <a:xfrm>
              <a:off x="12788751" y="8703588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2" name="object 542" descr=""/>
            <p:cNvSpPr/>
            <p:nvPr/>
          </p:nvSpPr>
          <p:spPr>
            <a:xfrm>
              <a:off x="12788760" y="8697347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20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20" h="94615">
                  <a:moveTo>
                    <a:pt x="159956" y="0"/>
                  </a:moveTo>
                  <a:lnTo>
                    <a:pt x="97853" y="0"/>
                  </a:lnTo>
                  <a:lnTo>
                    <a:pt x="97853" y="94094"/>
                  </a:lnTo>
                  <a:lnTo>
                    <a:pt x="159956" y="94094"/>
                  </a:lnTo>
                  <a:lnTo>
                    <a:pt x="1599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12886622" y="8703588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12886614" y="8697347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19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19" h="94615">
                  <a:moveTo>
                    <a:pt x="159969" y="0"/>
                  </a:moveTo>
                  <a:lnTo>
                    <a:pt x="97866" y="0"/>
                  </a:lnTo>
                  <a:lnTo>
                    <a:pt x="97866" y="94094"/>
                  </a:lnTo>
                  <a:lnTo>
                    <a:pt x="159969" y="94094"/>
                  </a:lnTo>
                  <a:lnTo>
                    <a:pt x="1599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12984483" y="8703588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30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12788747" y="8697347"/>
              <a:ext cx="205104" cy="236220"/>
            </a:xfrm>
            <a:custGeom>
              <a:avLst/>
              <a:gdLst/>
              <a:ahLst/>
              <a:cxnLst/>
              <a:rect l="l" t="t" r="r" b="b"/>
              <a:pathLst>
                <a:path w="205104" h="236220">
                  <a:moveTo>
                    <a:pt x="62103" y="141719"/>
                  </a:moveTo>
                  <a:lnTo>
                    <a:pt x="0" y="141719"/>
                  </a:lnTo>
                  <a:lnTo>
                    <a:pt x="0" y="235826"/>
                  </a:lnTo>
                  <a:lnTo>
                    <a:pt x="62103" y="235826"/>
                  </a:lnTo>
                  <a:lnTo>
                    <a:pt x="62103" y="141719"/>
                  </a:lnTo>
                  <a:close/>
                </a:path>
                <a:path w="205104" h="236220">
                  <a:moveTo>
                    <a:pt x="204635" y="0"/>
                  </a:moveTo>
                  <a:lnTo>
                    <a:pt x="195732" y="0"/>
                  </a:lnTo>
                  <a:lnTo>
                    <a:pt x="195732" y="94094"/>
                  </a:lnTo>
                  <a:lnTo>
                    <a:pt x="204635" y="94094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 descr=""/>
            <p:cNvSpPr/>
            <p:nvPr/>
          </p:nvSpPr>
          <p:spPr>
            <a:xfrm>
              <a:off x="12788751" y="8845312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8" name="object 548" descr=""/>
            <p:cNvSpPr/>
            <p:nvPr/>
          </p:nvSpPr>
          <p:spPr>
            <a:xfrm>
              <a:off x="12788760" y="8839066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20" h="94615">
                  <a:moveTo>
                    <a:pt x="8902" y="0"/>
                  </a:moveTo>
                  <a:lnTo>
                    <a:pt x="0" y="0"/>
                  </a:lnTo>
                  <a:lnTo>
                    <a:pt x="0" y="94107"/>
                  </a:lnTo>
                  <a:lnTo>
                    <a:pt x="8902" y="94107"/>
                  </a:lnTo>
                  <a:lnTo>
                    <a:pt x="8902" y="0"/>
                  </a:lnTo>
                  <a:close/>
                </a:path>
                <a:path w="160020" h="94615">
                  <a:moveTo>
                    <a:pt x="159956" y="0"/>
                  </a:moveTo>
                  <a:lnTo>
                    <a:pt x="97853" y="0"/>
                  </a:lnTo>
                  <a:lnTo>
                    <a:pt x="97853" y="94107"/>
                  </a:lnTo>
                  <a:lnTo>
                    <a:pt x="159956" y="94107"/>
                  </a:lnTo>
                  <a:lnTo>
                    <a:pt x="1599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9" name="object 549" descr=""/>
            <p:cNvSpPr/>
            <p:nvPr/>
          </p:nvSpPr>
          <p:spPr>
            <a:xfrm>
              <a:off x="12886622" y="8845312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12886614" y="8839066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19" h="94615">
                  <a:moveTo>
                    <a:pt x="8902" y="0"/>
                  </a:moveTo>
                  <a:lnTo>
                    <a:pt x="0" y="0"/>
                  </a:lnTo>
                  <a:lnTo>
                    <a:pt x="0" y="94107"/>
                  </a:lnTo>
                  <a:lnTo>
                    <a:pt x="8902" y="94107"/>
                  </a:lnTo>
                  <a:lnTo>
                    <a:pt x="8902" y="0"/>
                  </a:lnTo>
                  <a:close/>
                </a:path>
                <a:path w="160019" h="94615">
                  <a:moveTo>
                    <a:pt x="159969" y="0"/>
                  </a:moveTo>
                  <a:lnTo>
                    <a:pt x="97866" y="0"/>
                  </a:lnTo>
                  <a:lnTo>
                    <a:pt x="97866" y="94107"/>
                  </a:lnTo>
                  <a:lnTo>
                    <a:pt x="159969" y="94107"/>
                  </a:lnTo>
                  <a:lnTo>
                    <a:pt x="1599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1" name="object 551" descr=""/>
            <p:cNvSpPr/>
            <p:nvPr/>
          </p:nvSpPr>
          <p:spPr>
            <a:xfrm>
              <a:off x="12984483" y="8845312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30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2" name="object 552" descr=""/>
            <p:cNvSpPr/>
            <p:nvPr/>
          </p:nvSpPr>
          <p:spPr>
            <a:xfrm>
              <a:off x="12788747" y="8839066"/>
              <a:ext cx="205104" cy="236220"/>
            </a:xfrm>
            <a:custGeom>
              <a:avLst/>
              <a:gdLst/>
              <a:ahLst/>
              <a:cxnLst/>
              <a:rect l="l" t="t" r="r" b="b"/>
              <a:pathLst>
                <a:path w="205104" h="236220">
                  <a:moveTo>
                    <a:pt x="62103" y="141719"/>
                  </a:moveTo>
                  <a:lnTo>
                    <a:pt x="0" y="141719"/>
                  </a:lnTo>
                  <a:lnTo>
                    <a:pt x="0" y="235826"/>
                  </a:lnTo>
                  <a:lnTo>
                    <a:pt x="62103" y="235826"/>
                  </a:lnTo>
                  <a:lnTo>
                    <a:pt x="62103" y="141719"/>
                  </a:lnTo>
                  <a:close/>
                </a:path>
                <a:path w="205104" h="236220">
                  <a:moveTo>
                    <a:pt x="204635" y="0"/>
                  </a:moveTo>
                  <a:lnTo>
                    <a:pt x="195732" y="0"/>
                  </a:lnTo>
                  <a:lnTo>
                    <a:pt x="195732" y="94107"/>
                  </a:lnTo>
                  <a:lnTo>
                    <a:pt x="204635" y="94107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12788751" y="8987035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12788760" y="8980786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20" h="94615">
                  <a:moveTo>
                    <a:pt x="8902" y="0"/>
                  </a:moveTo>
                  <a:lnTo>
                    <a:pt x="0" y="0"/>
                  </a:lnTo>
                  <a:lnTo>
                    <a:pt x="0" y="94107"/>
                  </a:lnTo>
                  <a:lnTo>
                    <a:pt x="8902" y="94107"/>
                  </a:lnTo>
                  <a:lnTo>
                    <a:pt x="8902" y="0"/>
                  </a:lnTo>
                  <a:close/>
                </a:path>
                <a:path w="160020" h="94615">
                  <a:moveTo>
                    <a:pt x="159956" y="0"/>
                  </a:moveTo>
                  <a:lnTo>
                    <a:pt x="97853" y="0"/>
                  </a:lnTo>
                  <a:lnTo>
                    <a:pt x="97853" y="94107"/>
                  </a:lnTo>
                  <a:lnTo>
                    <a:pt x="159956" y="94107"/>
                  </a:lnTo>
                  <a:lnTo>
                    <a:pt x="1599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5" name="object 555" descr=""/>
            <p:cNvSpPr/>
            <p:nvPr/>
          </p:nvSpPr>
          <p:spPr>
            <a:xfrm>
              <a:off x="12886622" y="8987035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6" name="object 556" descr=""/>
            <p:cNvSpPr/>
            <p:nvPr/>
          </p:nvSpPr>
          <p:spPr>
            <a:xfrm>
              <a:off x="12886614" y="8980786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19" h="94615">
                  <a:moveTo>
                    <a:pt x="8902" y="0"/>
                  </a:moveTo>
                  <a:lnTo>
                    <a:pt x="0" y="0"/>
                  </a:lnTo>
                  <a:lnTo>
                    <a:pt x="0" y="94107"/>
                  </a:lnTo>
                  <a:lnTo>
                    <a:pt x="8902" y="94107"/>
                  </a:lnTo>
                  <a:lnTo>
                    <a:pt x="8902" y="0"/>
                  </a:lnTo>
                  <a:close/>
                </a:path>
                <a:path w="160019" h="94615">
                  <a:moveTo>
                    <a:pt x="159969" y="0"/>
                  </a:moveTo>
                  <a:lnTo>
                    <a:pt x="97866" y="0"/>
                  </a:lnTo>
                  <a:lnTo>
                    <a:pt x="97866" y="94107"/>
                  </a:lnTo>
                  <a:lnTo>
                    <a:pt x="159969" y="94107"/>
                  </a:lnTo>
                  <a:lnTo>
                    <a:pt x="1599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7" name="object 557" descr=""/>
            <p:cNvSpPr/>
            <p:nvPr/>
          </p:nvSpPr>
          <p:spPr>
            <a:xfrm>
              <a:off x="12984483" y="8987035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30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8" name="object 558" descr=""/>
            <p:cNvSpPr/>
            <p:nvPr/>
          </p:nvSpPr>
          <p:spPr>
            <a:xfrm>
              <a:off x="12788747" y="8980786"/>
              <a:ext cx="205104" cy="236220"/>
            </a:xfrm>
            <a:custGeom>
              <a:avLst/>
              <a:gdLst/>
              <a:ahLst/>
              <a:cxnLst/>
              <a:rect l="l" t="t" r="r" b="b"/>
              <a:pathLst>
                <a:path w="205104" h="236220">
                  <a:moveTo>
                    <a:pt x="62103" y="141732"/>
                  </a:moveTo>
                  <a:lnTo>
                    <a:pt x="0" y="141732"/>
                  </a:lnTo>
                  <a:lnTo>
                    <a:pt x="0" y="235826"/>
                  </a:lnTo>
                  <a:lnTo>
                    <a:pt x="62103" y="235826"/>
                  </a:lnTo>
                  <a:lnTo>
                    <a:pt x="62103" y="141732"/>
                  </a:lnTo>
                  <a:close/>
                </a:path>
                <a:path w="205104" h="236220">
                  <a:moveTo>
                    <a:pt x="204635" y="0"/>
                  </a:moveTo>
                  <a:lnTo>
                    <a:pt x="195732" y="0"/>
                  </a:lnTo>
                  <a:lnTo>
                    <a:pt x="195732" y="94107"/>
                  </a:lnTo>
                  <a:lnTo>
                    <a:pt x="204635" y="94107"/>
                  </a:lnTo>
                  <a:lnTo>
                    <a:pt x="20463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12788751" y="9128758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12788760" y="9122517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20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20" h="94615">
                  <a:moveTo>
                    <a:pt x="159956" y="0"/>
                  </a:moveTo>
                  <a:lnTo>
                    <a:pt x="97853" y="0"/>
                  </a:lnTo>
                  <a:lnTo>
                    <a:pt x="97853" y="94094"/>
                  </a:lnTo>
                  <a:lnTo>
                    <a:pt x="159956" y="94094"/>
                  </a:lnTo>
                  <a:lnTo>
                    <a:pt x="15995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1" name="object 561" descr=""/>
            <p:cNvSpPr/>
            <p:nvPr/>
          </p:nvSpPr>
          <p:spPr>
            <a:xfrm>
              <a:off x="12886622" y="9128758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29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2" name="object 562" descr=""/>
            <p:cNvSpPr/>
            <p:nvPr/>
          </p:nvSpPr>
          <p:spPr>
            <a:xfrm>
              <a:off x="12886614" y="9122517"/>
              <a:ext cx="160020" cy="94615"/>
            </a:xfrm>
            <a:custGeom>
              <a:avLst/>
              <a:gdLst/>
              <a:ahLst/>
              <a:cxnLst/>
              <a:rect l="l" t="t" r="r" b="b"/>
              <a:pathLst>
                <a:path w="160019" h="94615">
                  <a:moveTo>
                    <a:pt x="8902" y="0"/>
                  </a:moveTo>
                  <a:lnTo>
                    <a:pt x="0" y="0"/>
                  </a:lnTo>
                  <a:lnTo>
                    <a:pt x="0" y="94094"/>
                  </a:lnTo>
                  <a:lnTo>
                    <a:pt x="8902" y="94094"/>
                  </a:lnTo>
                  <a:lnTo>
                    <a:pt x="8902" y="0"/>
                  </a:lnTo>
                  <a:close/>
                </a:path>
                <a:path w="160019" h="94615">
                  <a:moveTo>
                    <a:pt x="159969" y="0"/>
                  </a:moveTo>
                  <a:lnTo>
                    <a:pt x="97866" y="0"/>
                  </a:lnTo>
                  <a:lnTo>
                    <a:pt x="97866" y="94094"/>
                  </a:lnTo>
                  <a:lnTo>
                    <a:pt x="159969" y="94094"/>
                  </a:lnTo>
                  <a:lnTo>
                    <a:pt x="159969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12984483" y="9128758"/>
              <a:ext cx="62230" cy="88265"/>
            </a:xfrm>
            <a:custGeom>
              <a:avLst/>
              <a:gdLst/>
              <a:ahLst/>
              <a:cxnLst/>
              <a:rect l="l" t="t" r="r" b="b"/>
              <a:pathLst>
                <a:path w="62230" h="88265">
                  <a:moveTo>
                    <a:pt x="62102" y="0"/>
                  </a:moveTo>
                  <a:lnTo>
                    <a:pt x="0" y="0"/>
                  </a:lnTo>
                  <a:lnTo>
                    <a:pt x="0" y="87850"/>
                  </a:lnTo>
                  <a:lnTo>
                    <a:pt x="62102" y="87850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4" name="object 564" descr=""/>
            <p:cNvSpPr/>
            <p:nvPr/>
          </p:nvSpPr>
          <p:spPr>
            <a:xfrm>
              <a:off x="12984483" y="9122507"/>
              <a:ext cx="9525" cy="94615"/>
            </a:xfrm>
            <a:custGeom>
              <a:avLst/>
              <a:gdLst/>
              <a:ahLst/>
              <a:cxnLst/>
              <a:rect l="l" t="t" r="r" b="b"/>
              <a:pathLst>
                <a:path w="9525" h="94615">
                  <a:moveTo>
                    <a:pt x="8900" y="0"/>
                  </a:moveTo>
                  <a:lnTo>
                    <a:pt x="0" y="0"/>
                  </a:lnTo>
                  <a:lnTo>
                    <a:pt x="0" y="94101"/>
                  </a:lnTo>
                  <a:lnTo>
                    <a:pt x="8900" y="94101"/>
                  </a:lnTo>
                  <a:lnTo>
                    <a:pt x="8900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5" name="object 565" descr=""/>
          <p:cNvSpPr/>
          <p:nvPr/>
        </p:nvSpPr>
        <p:spPr>
          <a:xfrm>
            <a:off x="12196581" y="7420622"/>
            <a:ext cx="10795" cy="105410"/>
          </a:xfrm>
          <a:custGeom>
            <a:avLst/>
            <a:gdLst/>
            <a:ahLst/>
            <a:cxnLst/>
            <a:rect l="l" t="t" r="r" b="b"/>
            <a:pathLst>
              <a:path w="10795" h="105409">
                <a:moveTo>
                  <a:pt x="0" y="104897"/>
                </a:moveTo>
                <a:lnTo>
                  <a:pt x="10659" y="104897"/>
                </a:lnTo>
                <a:lnTo>
                  <a:pt x="10659" y="0"/>
                </a:lnTo>
                <a:lnTo>
                  <a:pt x="0" y="0"/>
                </a:lnTo>
                <a:lnTo>
                  <a:pt x="0" y="104897"/>
                </a:lnTo>
                <a:close/>
              </a:path>
            </a:pathLst>
          </a:custGeom>
          <a:solidFill>
            <a:srgbClr val="D7DDE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6" name="object 566" descr=""/>
          <p:cNvGrpSpPr/>
          <p:nvPr/>
        </p:nvGrpSpPr>
        <p:grpSpPr>
          <a:xfrm>
            <a:off x="11953007" y="7420622"/>
            <a:ext cx="804545" cy="1832610"/>
            <a:chOff x="11953007" y="7420622"/>
            <a:chExt cx="804545" cy="1832610"/>
          </a:xfrm>
        </p:grpSpPr>
        <p:sp>
          <p:nvSpPr>
            <p:cNvPr id="567" name="object 567" descr=""/>
            <p:cNvSpPr/>
            <p:nvPr/>
          </p:nvSpPr>
          <p:spPr>
            <a:xfrm>
              <a:off x="12428940" y="7420622"/>
              <a:ext cx="10795" cy="105410"/>
            </a:xfrm>
            <a:custGeom>
              <a:avLst/>
              <a:gdLst/>
              <a:ahLst/>
              <a:cxnLst/>
              <a:rect l="l" t="t" r="r" b="b"/>
              <a:pathLst>
                <a:path w="10795" h="105409">
                  <a:moveTo>
                    <a:pt x="0" y="104897"/>
                  </a:moveTo>
                  <a:lnTo>
                    <a:pt x="10659" y="104897"/>
                  </a:lnTo>
                  <a:lnTo>
                    <a:pt x="10659" y="0"/>
                  </a:lnTo>
                  <a:lnTo>
                    <a:pt x="0" y="0"/>
                  </a:lnTo>
                  <a:lnTo>
                    <a:pt x="0" y="104897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8" name="object 568" descr=""/>
            <p:cNvSpPr/>
            <p:nvPr/>
          </p:nvSpPr>
          <p:spPr>
            <a:xfrm>
              <a:off x="12279500" y="7525519"/>
              <a:ext cx="361315" cy="191135"/>
            </a:xfrm>
            <a:custGeom>
              <a:avLst/>
              <a:gdLst/>
              <a:ahLst/>
              <a:cxnLst/>
              <a:rect l="l" t="t" r="r" b="b"/>
              <a:pathLst>
                <a:path w="361315" h="191134">
                  <a:moveTo>
                    <a:pt x="361193" y="0"/>
                  </a:moveTo>
                  <a:lnTo>
                    <a:pt x="0" y="0"/>
                  </a:lnTo>
                  <a:lnTo>
                    <a:pt x="0" y="190863"/>
                  </a:lnTo>
                  <a:lnTo>
                    <a:pt x="361193" y="190863"/>
                  </a:lnTo>
                  <a:lnTo>
                    <a:pt x="3611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12431788" y="7525519"/>
              <a:ext cx="208915" cy="191135"/>
            </a:xfrm>
            <a:custGeom>
              <a:avLst/>
              <a:gdLst/>
              <a:ahLst/>
              <a:cxnLst/>
              <a:rect l="l" t="t" r="r" b="b"/>
              <a:pathLst>
                <a:path w="208915" h="191134">
                  <a:moveTo>
                    <a:pt x="0" y="190863"/>
                  </a:moveTo>
                  <a:lnTo>
                    <a:pt x="208904" y="190863"/>
                  </a:lnTo>
                  <a:lnTo>
                    <a:pt x="208904" y="0"/>
                  </a:lnTo>
                  <a:lnTo>
                    <a:pt x="0" y="0"/>
                  </a:lnTo>
                  <a:lnTo>
                    <a:pt x="0" y="190863"/>
                  </a:lnTo>
                  <a:close/>
                </a:path>
              </a:pathLst>
            </a:custGeom>
            <a:solidFill>
              <a:srgbClr val="FFFFFF">
                <a:alpha val="6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0" name="object 570" descr=""/>
            <p:cNvSpPr/>
            <p:nvPr/>
          </p:nvSpPr>
          <p:spPr>
            <a:xfrm>
              <a:off x="12070595" y="7525519"/>
              <a:ext cx="361315" cy="191135"/>
            </a:xfrm>
            <a:custGeom>
              <a:avLst/>
              <a:gdLst/>
              <a:ahLst/>
              <a:cxnLst/>
              <a:rect l="l" t="t" r="r" b="b"/>
              <a:pathLst>
                <a:path w="361315" h="191134">
                  <a:moveTo>
                    <a:pt x="361193" y="0"/>
                  </a:moveTo>
                  <a:lnTo>
                    <a:pt x="0" y="0"/>
                  </a:lnTo>
                  <a:lnTo>
                    <a:pt x="0" y="190863"/>
                  </a:lnTo>
                  <a:lnTo>
                    <a:pt x="361193" y="190863"/>
                  </a:lnTo>
                  <a:lnTo>
                    <a:pt x="36119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12070595" y="7525519"/>
              <a:ext cx="361315" cy="191135"/>
            </a:xfrm>
            <a:custGeom>
              <a:avLst/>
              <a:gdLst/>
              <a:ahLst/>
              <a:cxnLst/>
              <a:rect l="l" t="t" r="r" b="b"/>
              <a:pathLst>
                <a:path w="361315" h="191134">
                  <a:moveTo>
                    <a:pt x="361193" y="0"/>
                  </a:moveTo>
                  <a:lnTo>
                    <a:pt x="0" y="0"/>
                  </a:lnTo>
                  <a:lnTo>
                    <a:pt x="0" y="190863"/>
                  </a:lnTo>
                  <a:lnTo>
                    <a:pt x="361193" y="190863"/>
                  </a:lnTo>
                  <a:lnTo>
                    <a:pt x="361193" y="0"/>
                  </a:lnTo>
                  <a:close/>
                </a:path>
              </a:pathLst>
            </a:custGeom>
            <a:solidFill>
              <a:srgbClr val="FFFFFF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 descr=""/>
            <p:cNvSpPr/>
            <p:nvPr/>
          </p:nvSpPr>
          <p:spPr>
            <a:xfrm>
              <a:off x="11968924" y="7719180"/>
              <a:ext cx="773430" cy="1534160"/>
            </a:xfrm>
            <a:custGeom>
              <a:avLst/>
              <a:gdLst/>
              <a:ahLst/>
              <a:cxnLst/>
              <a:rect l="l" t="t" r="r" b="b"/>
              <a:pathLst>
                <a:path w="773429" h="1534159">
                  <a:moveTo>
                    <a:pt x="773353" y="0"/>
                  </a:moveTo>
                  <a:lnTo>
                    <a:pt x="564388" y="0"/>
                  </a:lnTo>
                  <a:lnTo>
                    <a:pt x="208965" y="0"/>
                  </a:lnTo>
                  <a:lnTo>
                    <a:pt x="0" y="0"/>
                  </a:lnTo>
                  <a:lnTo>
                    <a:pt x="0" y="1534045"/>
                  </a:lnTo>
                  <a:lnTo>
                    <a:pt x="208965" y="1534045"/>
                  </a:lnTo>
                  <a:lnTo>
                    <a:pt x="564388" y="1534045"/>
                  </a:lnTo>
                  <a:lnTo>
                    <a:pt x="773353" y="1534045"/>
                  </a:lnTo>
                  <a:lnTo>
                    <a:pt x="77335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3" name="object 573" descr=""/>
            <p:cNvSpPr/>
            <p:nvPr/>
          </p:nvSpPr>
          <p:spPr>
            <a:xfrm>
              <a:off x="12533387" y="7740225"/>
              <a:ext cx="208915" cy="1513205"/>
            </a:xfrm>
            <a:custGeom>
              <a:avLst/>
              <a:gdLst/>
              <a:ahLst/>
              <a:cxnLst/>
              <a:rect l="l" t="t" r="r" b="b"/>
              <a:pathLst>
                <a:path w="208915" h="1513204">
                  <a:moveTo>
                    <a:pt x="208894" y="0"/>
                  </a:moveTo>
                  <a:lnTo>
                    <a:pt x="0" y="0"/>
                  </a:lnTo>
                  <a:lnTo>
                    <a:pt x="0" y="1512990"/>
                  </a:lnTo>
                  <a:lnTo>
                    <a:pt x="208894" y="1512990"/>
                  </a:lnTo>
                  <a:lnTo>
                    <a:pt x="208894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11968933" y="7719178"/>
              <a:ext cx="564515" cy="1534160"/>
            </a:xfrm>
            <a:custGeom>
              <a:avLst/>
              <a:gdLst/>
              <a:ahLst/>
              <a:cxnLst/>
              <a:rect l="l" t="t" r="r" b="b"/>
              <a:pathLst>
                <a:path w="564515" h="1534159">
                  <a:moveTo>
                    <a:pt x="564380" y="0"/>
                  </a:moveTo>
                  <a:lnTo>
                    <a:pt x="0" y="0"/>
                  </a:lnTo>
                  <a:lnTo>
                    <a:pt x="0" y="1534047"/>
                  </a:lnTo>
                  <a:lnTo>
                    <a:pt x="564380" y="1534047"/>
                  </a:lnTo>
                  <a:lnTo>
                    <a:pt x="56438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12010377" y="7786261"/>
              <a:ext cx="469900" cy="1430655"/>
            </a:xfrm>
            <a:custGeom>
              <a:avLst/>
              <a:gdLst/>
              <a:ahLst/>
              <a:cxnLst/>
              <a:rect l="l" t="t" r="r" b="b"/>
              <a:pathLst>
                <a:path w="469900" h="1430654">
                  <a:moveTo>
                    <a:pt x="69215" y="0"/>
                  </a:moveTo>
                  <a:lnTo>
                    <a:pt x="0" y="0"/>
                  </a:lnTo>
                  <a:lnTo>
                    <a:pt x="0" y="1430350"/>
                  </a:lnTo>
                  <a:lnTo>
                    <a:pt x="69215" y="1430350"/>
                  </a:lnTo>
                  <a:lnTo>
                    <a:pt x="69215" y="0"/>
                  </a:lnTo>
                  <a:close/>
                </a:path>
                <a:path w="469900" h="1430654">
                  <a:moveTo>
                    <a:pt x="202653" y="0"/>
                  </a:moveTo>
                  <a:lnTo>
                    <a:pt x="133438" y="0"/>
                  </a:lnTo>
                  <a:lnTo>
                    <a:pt x="133438" y="1430350"/>
                  </a:lnTo>
                  <a:lnTo>
                    <a:pt x="202653" y="1430350"/>
                  </a:lnTo>
                  <a:lnTo>
                    <a:pt x="202653" y="0"/>
                  </a:lnTo>
                  <a:close/>
                </a:path>
                <a:path w="469900" h="1430654">
                  <a:moveTo>
                    <a:pt x="336029" y="0"/>
                  </a:moveTo>
                  <a:lnTo>
                    <a:pt x="266801" y="0"/>
                  </a:lnTo>
                  <a:lnTo>
                    <a:pt x="266801" y="1430350"/>
                  </a:lnTo>
                  <a:lnTo>
                    <a:pt x="336029" y="1430350"/>
                  </a:lnTo>
                  <a:lnTo>
                    <a:pt x="336029" y="0"/>
                  </a:lnTo>
                  <a:close/>
                </a:path>
                <a:path w="469900" h="1430654">
                  <a:moveTo>
                    <a:pt x="469468" y="0"/>
                  </a:moveTo>
                  <a:lnTo>
                    <a:pt x="400240" y="0"/>
                  </a:lnTo>
                  <a:lnTo>
                    <a:pt x="400240" y="1430350"/>
                  </a:lnTo>
                  <a:lnTo>
                    <a:pt x="469468" y="1430350"/>
                  </a:lnTo>
                  <a:lnTo>
                    <a:pt x="469468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12010377" y="7804359"/>
              <a:ext cx="469900" cy="1412875"/>
            </a:xfrm>
            <a:custGeom>
              <a:avLst/>
              <a:gdLst/>
              <a:ahLst/>
              <a:cxnLst/>
              <a:rect l="l" t="t" r="r" b="b"/>
              <a:pathLst>
                <a:path w="469900" h="1412875">
                  <a:moveTo>
                    <a:pt x="69215" y="0"/>
                  </a:moveTo>
                  <a:lnTo>
                    <a:pt x="0" y="0"/>
                  </a:lnTo>
                  <a:lnTo>
                    <a:pt x="0" y="1412252"/>
                  </a:lnTo>
                  <a:lnTo>
                    <a:pt x="69215" y="1412252"/>
                  </a:lnTo>
                  <a:lnTo>
                    <a:pt x="69215" y="0"/>
                  </a:lnTo>
                  <a:close/>
                </a:path>
                <a:path w="469900" h="1412875">
                  <a:moveTo>
                    <a:pt x="202653" y="0"/>
                  </a:moveTo>
                  <a:lnTo>
                    <a:pt x="133438" y="0"/>
                  </a:lnTo>
                  <a:lnTo>
                    <a:pt x="133438" y="1412252"/>
                  </a:lnTo>
                  <a:lnTo>
                    <a:pt x="202653" y="1412252"/>
                  </a:lnTo>
                  <a:lnTo>
                    <a:pt x="202653" y="0"/>
                  </a:lnTo>
                  <a:close/>
                </a:path>
                <a:path w="469900" h="1412875">
                  <a:moveTo>
                    <a:pt x="336029" y="0"/>
                  </a:moveTo>
                  <a:lnTo>
                    <a:pt x="266801" y="0"/>
                  </a:lnTo>
                  <a:lnTo>
                    <a:pt x="266801" y="1412252"/>
                  </a:lnTo>
                  <a:lnTo>
                    <a:pt x="336029" y="1412252"/>
                  </a:lnTo>
                  <a:lnTo>
                    <a:pt x="336029" y="0"/>
                  </a:lnTo>
                  <a:close/>
                </a:path>
                <a:path w="469900" h="1412875">
                  <a:moveTo>
                    <a:pt x="469468" y="0"/>
                  </a:moveTo>
                  <a:lnTo>
                    <a:pt x="400240" y="0"/>
                  </a:lnTo>
                  <a:lnTo>
                    <a:pt x="400240" y="1412252"/>
                  </a:lnTo>
                  <a:lnTo>
                    <a:pt x="469468" y="1412252"/>
                  </a:lnTo>
                  <a:lnTo>
                    <a:pt x="469468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 descr=""/>
            <p:cNvSpPr/>
            <p:nvPr/>
          </p:nvSpPr>
          <p:spPr>
            <a:xfrm>
              <a:off x="12577242" y="7786261"/>
              <a:ext cx="140970" cy="1430655"/>
            </a:xfrm>
            <a:custGeom>
              <a:avLst/>
              <a:gdLst/>
              <a:ahLst/>
              <a:cxnLst/>
              <a:rect l="l" t="t" r="r" b="b"/>
              <a:pathLst>
                <a:path w="140970" h="1430654">
                  <a:moveTo>
                    <a:pt x="29032" y="0"/>
                  </a:moveTo>
                  <a:lnTo>
                    <a:pt x="0" y="0"/>
                  </a:lnTo>
                  <a:lnTo>
                    <a:pt x="0" y="1430350"/>
                  </a:lnTo>
                  <a:lnTo>
                    <a:pt x="29032" y="1430350"/>
                  </a:lnTo>
                  <a:lnTo>
                    <a:pt x="29032" y="0"/>
                  </a:lnTo>
                  <a:close/>
                </a:path>
                <a:path w="140970" h="1430654">
                  <a:moveTo>
                    <a:pt x="85013" y="0"/>
                  </a:moveTo>
                  <a:lnTo>
                    <a:pt x="55981" y="0"/>
                  </a:lnTo>
                  <a:lnTo>
                    <a:pt x="55981" y="1430350"/>
                  </a:lnTo>
                  <a:lnTo>
                    <a:pt x="85013" y="1430350"/>
                  </a:lnTo>
                  <a:lnTo>
                    <a:pt x="85013" y="0"/>
                  </a:lnTo>
                  <a:close/>
                </a:path>
                <a:path w="140970" h="1430654">
                  <a:moveTo>
                    <a:pt x="140957" y="0"/>
                  </a:moveTo>
                  <a:lnTo>
                    <a:pt x="111925" y="0"/>
                  </a:lnTo>
                  <a:lnTo>
                    <a:pt x="111925" y="1430350"/>
                  </a:lnTo>
                  <a:lnTo>
                    <a:pt x="140957" y="1430350"/>
                  </a:lnTo>
                  <a:lnTo>
                    <a:pt x="14095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8" name="object 578" descr=""/>
            <p:cNvSpPr/>
            <p:nvPr/>
          </p:nvSpPr>
          <p:spPr>
            <a:xfrm>
              <a:off x="12577242" y="7804359"/>
              <a:ext cx="140970" cy="1412875"/>
            </a:xfrm>
            <a:custGeom>
              <a:avLst/>
              <a:gdLst/>
              <a:ahLst/>
              <a:cxnLst/>
              <a:rect l="l" t="t" r="r" b="b"/>
              <a:pathLst>
                <a:path w="140970" h="1412875">
                  <a:moveTo>
                    <a:pt x="29032" y="0"/>
                  </a:moveTo>
                  <a:lnTo>
                    <a:pt x="0" y="0"/>
                  </a:lnTo>
                  <a:lnTo>
                    <a:pt x="0" y="1412252"/>
                  </a:lnTo>
                  <a:lnTo>
                    <a:pt x="29032" y="1412252"/>
                  </a:lnTo>
                  <a:lnTo>
                    <a:pt x="29032" y="0"/>
                  </a:lnTo>
                  <a:close/>
                </a:path>
                <a:path w="140970" h="1412875">
                  <a:moveTo>
                    <a:pt x="85013" y="0"/>
                  </a:moveTo>
                  <a:lnTo>
                    <a:pt x="55981" y="0"/>
                  </a:lnTo>
                  <a:lnTo>
                    <a:pt x="55981" y="1412252"/>
                  </a:lnTo>
                  <a:lnTo>
                    <a:pt x="85013" y="1412252"/>
                  </a:lnTo>
                  <a:lnTo>
                    <a:pt x="85013" y="0"/>
                  </a:lnTo>
                  <a:close/>
                </a:path>
                <a:path w="140970" h="1412875">
                  <a:moveTo>
                    <a:pt x="140957" y="0"/>
                  </a:moveTo>
                  <a:lnTo>
                    <a:pt x="111925" y="0"/>
                  </a:lnTo>
                  <a:lnTo>
                    <a:pt x="111925" y="1412252"/>
                  </a:lnTo>
                  <a:lnTo>
                    <a:pt x="140957" y="1412252"/>
                  </a:lnTo>
                  <a:lnTo>
                    <a:pt x="140957" y="0"/>
                  </a:lnTo>
                  <a:close/>
                </a:path>
              </a:pathLst>
            </a:custGeom>
            <a:solidFill>
              <a:srgbClr val="FFFFFF">
                <a:alpha val="11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12533387" y="7675598"/>
              <a:ext cx="196850" cy="29209"/>
            </a:xfrm>
            <a:custGeom>
              <a:avLst/>
              <a:gdLst/>
              <a:ahLst/>
              <a:cxnLst/>
              <a:rect l="l" t="t" r="r" b="b"/>
              <a:pathLst>
                <a:path w="196850" h="29209">
                  <a:moveTo>
                    <a:pt x="196821" y="0"/>
                  </a:moveTo>
                  <a:lnTo>
                    <a:pt x="0" y="0"/>
                  </a:lnTo>
                  <a:lnTo>
                    <a:pt x="0" y="28773"/>
                  </a:lnTo>
                  <a:lnTo>
                    <a:pt x="196821" y="28773"/>
                  </a:lnTo>
                  <a:lnTo>
                    <a:pt x="196821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11968933" y="7668583"/>
              <a:ext cx="761365" cy="36195"/>
            </a:xfrm>
            <a:custGeom>
              <a:avLst/>
              <a:gdLst/>
              <a:ahLst/>
              <a:cxnLst/>
              <a:rect l="l" t="t" r="r" b="b"/>
              <a:pathLst>
                <a:path w="761365" h="36195">
                  <a:moveTo>
                    <a:pt x="761275" y="0"/>
                  </a:moveTo>
                  <a:lnTo>
                    <a:pt x="0" y="0"/>
                  </a:lnTo>
                  <a:lnTo>
                    <a:pt x="0" y="35789"/>
                  </a:lnTo>
                  <a:lnTo>
                    <a:pt x="761275" y="35789"/>
                  </a:lnTo>
                  <a:lnTo>
                    <a:pt x="761275" y="0"/>
                  </a:lnTo>
                  <a:close/>
                </a:path>
              </a:pathLst>
            </a:custGeom>
            <a:solidFill>
              <a:srgbClr val="F1F3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1" name="object 581" descr=""/>
            <p:cNvSpPr/>
            <p:nvPr/>
          </p:nvSpPr>
          <p:spPr>
            <a:xfrm>
              <a:off x="11952999" y="7639818"/>
              <a:ext cx="804545" cy="100965"/>
            </a:xfrm>
            <a:custGeom>
              <a:avLst/>
              <a:gdLst/>
              <a:ahLst/>
              <a:cxnLst/>
              <a:rect l="l" t="t" r="r" b="b"/>
              <a:pathLst>
                <a:path w="804545" h="100965">
                  <a:moveTo>
                    <a:pt x="803935" y="64617"/>
                  </a:moveTo>
                  <a:lnTo>
                    <a:pt x="0" y="64617"/>
                  </a:lnTo>
                  <a:lnTo>
                    <a:pt x="0" y="100418"/>
                  </a:lnTo>
                  <a:lnTo>
                    <a:pt x="803935" y="100418"/>
                  </a:lnTo>
                  <a:lnTo>
                    <a:pt x="803935" y="64617"/>
                  </a:lnTo>
                  <a:close/>
                </a:path>
                <a:path w="804545" h="100965">
                  <a:moveTo>
                    <a:pt x="803935" y="0"/>
                  </a:moveTo>
                  <a:lnTo>
                    <a:pt x="0" y="0"/>
                  </a:lnTo>
                  <a:lnTo>
                    <a:pt x="0" y="35788"/>
                  </a:lnTo>
                  <a:lnTo>
                    <a:pt x="803935" y="35788"/>
                  </a:lnTo>
                  <a:lnTo>
                    <a:pt x="80393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11952999" y="7639818"/>
              <a:ext cx="804545" cy="100965"/>
            </a:xfrm>
            <a:custGeom>
              <a:avLst/>
              <a:gdLst/>
              <a:ahLst/>
              <a:cxnLst/>
              <a:rect l="l" t="t" r="r" b="b"/>
              <a:pathLst>
                <a:path w="804545" h="100965">
                  <a:moveTo>
                    <a:pt x="803935" y="64617"/>
                  </a:moveTo>
                  <a:lnTo>
                    <a:pt x="0" y="64617"/>
                  </a:lnTo>
                  <a:lnTo>
                    <a:pt x="0" y="100418"/>
                  </a:lnTo>
                  <a:lnTo>
                    <a:pt x="803935" y="100418"/>
                  </a:lnTo>
                  <a:lnTo>
                    <a:pt x="803935" y="64617"/>
                  </a:lnTo>
                  <a:close/>
                </a:path>
                <a:path w="804545" h="100965">
                  <a:moveTo>
                    <a:pt x="803935" y="0"/>
                  </a:moveTo>
                  <a:lnTo>
                    <a:pt x="0" y="0"/>
                  </a:lnTo>
                  <a:lnTo>
                    <a:pt x="0" y="35788"/>
                  </a:lnTo>
                  <a:lnTo>
                    <a:pt x="803935" y="35788"/>
                  </a:lnTo>
                  <a:lnTo>
                    <a:pt x="80393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3" name="object 583" descr=""/>
            <p:cNvSpPr/>
            <p:nvPr/>
          </p:nvSpPr>
          <p:spPr>
            <a:xfrm>
              <a:off x="12533376" y="7639818"/>
              <a:ext cx="224154" cy="100965"/>
            </a:xfrm>
            <a:custGeom>
              <a:avLst/>
              <a:gdLst/>
              <a:ahLst/>
              <a:cxnLst/>
              <a:rect l="l" t="t" r="r" b="b"/>
              <a:pathLst>
                <a:path w="224154" h="100965">
                  <a:moveTo>
                    <a:pt x="223570" y="64617"/>
                  </a:moveTo>
                  <a:lnTo>
                    <a:pt x="0" y="64617"/>
                  </a:lnTo>
                  <a:lnTo>
                    <a:pt x="0" y="100418"/>
                  </a:lnTo>
                  <a:lnTo>
                    <a:pt x="223570" y="100418"/>
                  </a:lnTo>
                  <a:lnTo>
                    <a:pt x="223570" y="64617"/>
                  </a:lnTo>
                  <a:close/>
                </a:path>
                <a:path w="224154" h="100965">
                  <a:moveTo>
                    <a:pt x="223570" y="0"/>
                  </a:moveTo>
                  <a:lnTo>
                    <a:pt x="0" y="0"/>
                  </a:lnTo>
                  <a:lnTo>
                    <a:pt x="0" y="35788"/>
                  </a:lnTo>
                  <a:lnTo>
                    <a:pt x="223570" y="35788"/>
                  </a:lnTo>
                  <a:lnTo>
                    <a:pt x="223570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12208204" y="7525519"/>
              <a:ext cx="86360" cy="86360"/>
            </a:xfrm>
            <a:custGeom>
              <a:avLst/>
              <a:gdLst/>
              <a:ahLst/>
              <a:cxnLst/>
              <a:rect l="l" t="t" r="r" b="b"/>
              <a:pathLst>
                <a:path w="86359" h="86359">
                  <a:moveTo>
                    <a:pt x="86311" y="0"/>
                  </a:moveTo>
                  <a:lnTo>
                    <a:pt x="0" y="0"/>
                  </a:lnTo>
                  <a:lnTo>
                    <a:pt x="0" y="86311"/>
                  </a:lnTo>
                  <a:lnTo>
                    <a:pt x="86311" y="86311"/>
                  </a:lnTo>
                  <a:lnTo>
                    <a:pt x="86311" y="0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5" name="object 585" descr=""/>
          <p:cNvGrpSpPr/>
          <p:nvPr/>
        </p:nvGrpSpPr>
        <p:grpSpPr>
          <a:xfrm>
            <a:off x="10786185" y="9030709"/>
            <a:ext cx="13335" cy="133350"/>
            <a:chOff x="10786185" y="9030709"/>
            <a:chExt cx="13335" cy="133350"/>
          </a:xfrm>
        </p:grpSpPr>
        <p:sp>
          <p:nvSpPr>
            <p:cNvPr id="586" name="object 586" descr=""/>
            <p:cNvSpPr/>
            <p:nvPr/>
          </p:nvSpPr>
          <p:spPr>
            <a:xfrm>
              <a:off x="10786185" y="9030709"/>
              <a:ext cx="13335" cy="133350"/>
            </a:xfrm>
            <a:custGeom>
              <a:avLst/>
              <a:gdLst/>
              <a:ahLst/>
              <a:cxnLst/>
              <a:rect l="l" t="t" r="r" b="b"/>
              <a:pathLst>
                <a:path w="13334" h="133350">
                  <a:moveTo>
                    <a:pt x="13015" y="0"/>
                  </a:moveTo>
                  <a:lnTo>
                    <a:pt x="0" y="0"/>
                  </a:lnTo>
                  <a:lnTo>
                    <a:pt x="0" y="132948"/>
                  </a:lnTo>
                  <a:lnTo>
                    <a:pt x="13015" y="132948"/>
                  </a:lnTo>
                  <a:lnTo>
                    <a:pt x="1301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10786174" y="9030709"/>
              <a:ext cx="13335" cy="133350"/>
            </a:xfrm>
            <a:custGeom>
              <a:avLst/>
              <a:gdLst/>
              <a:ahLst/>
              <a:cxnLst/>
              <a:rect l="l" t="t" r="r" b="b"/>
              <a:pathLst>
                <a:path w="13334" h="133350">
                  <a:moveTo>
                    <a:pt x="13017" y="84251"/>
                  </a:moveTo>
                  <a:lnTo>
                    <a:pt x="0" y="84251"/>
                  </a:lnTo>
                  <a:lnTo>
                    <a:pt x="0" y="132956"/>
                  </a:lnTo>
                  <a:lnTo>
                    <a:pt x="13017" y="132956"/>
                  </a:lnTo>
                  <a:lnTo>
                    <a:pt x="13017" y="84251"/>
                  </a:lnTo>
                  <a:close/>
                </a:path>
                <a:path w="13334" h="133350">
                  <a:moveTo>
                    <a:pt x="13017" y="0"/>
                  </a:moveTo>
                  <a:lnTo>
                    <a:pt x="0" y="0"/>
                  </a:lnTo>
                  <a:lnTo>
                    <a:pt x="0" y="5994"/>
                  </a:lnTo>
                  <a:lnTo>
                    <a:pt x="13017" y="5994"/>
                  </a:lnTo>
                  <a:lnTo>
                    <a:pt x="13017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8" name="object 588" descr=""/>
          <p:cNvGrpSpPr/>
          <p:nvPr/>
        </p:nvGrpSpPr>
        <p:grpSpPr>
          <a:xfrm>
            <a:off x="10754782" y="9030709"/>
            <a:ext cx="345440" cy="226060"/>
            <a:chOff x="10754782" y="9030709"/>
            <a:chExt cx="345440" cy="226060"/>
          </a:xfrm>
        </p:grpSpPr>
        <p:sp>
          <p:nvSpPr>
            <p:cNvPr id="589" name="object 589" descr=""/>
            <p:cNvSpPr/>
            <p:nvPr/>
          </p:nvSpPr>
          <p:spPr>
            <a:xfrm>
              <a:off x="11055338" y="9030709"/>
              <a:ext cx="13335" cy="133350"/>
            </a:xfrm>
            <a:custGeom>
              <a:avLst/>
              <a:gdLst/>
              <a:ahLst/>
              <a:cxnLst/>
              <a:rect l="l" t="t" r="r" b="b"/>
              <a:pathLst>
                <a:path w="13334" h="133350">
                  <a:moveTo>
                    <a:pt x="13015" y="0"/>
                  </a:moveTo>
                  <a:lnTo>
                    <a:pt x="0" y="0"/>
                  </a:lnTo>
                  <a:lnTo>
                    <a:pt x="0" y="132948"/>
                  </a:lnTo>
                  <a:lnTo>
                    <a:pt x="13015" y="132948"/>
                  </a:lnTo>
                  <a:lnTo>
                    <a:pt x="1301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11055337" y="9030709"/>
              <a:ext cx="13335" cy="133350"/>
            </a:xfrm>
            <a:custGeom>
              <a:avLst/>
              <a:gdLst/>
              <a:ahLst/>
              <a:cxnLst/>
              <a:rect l="l" t="t" r="r" b="b"/>
              <a:pathLst>
                <a:path w="13334" h="133350">
                  <a:moveTo>
                    <a:pt x="13004" y="84251"/>
                  </a:moveTo>
                  <a:lnTo>
                    <a:pt x="0" y="84251"/>
                  </a:lnTo>
                  <a:lnTo>
                    <a:pt x="0" y="132956"/>
                  </a:lnTo>
                  <a:lnTo>
                    <a:pt x="13004" y="132956"/>
                  </a:lnTo>
                  <a:lnTo>
                    <a:pt x="13004" y="84251"/>
                  </a:lnTo>
                  <a:close/>
                </a:path>
                <a:path w="13334" h="133350">
                  <a:moveTo>
                    <a:pt x="13004" y="0"/>
                  </a:moveTo>
                  <a:lnTo>
                    <a:pt x="0" y="0"/>
                  </a:lnTo>
                  <a:lnTo>
                    <a:pt x="0" y="5994"/>
                  </a:lnTo>
                  <a:lnTo>
                    <a:pt x="13004" y="5994"/>
                  </a:lnTo>
                  <a:lnTo>
                    <a:pt x="13004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 descr=""/>
            <p:cNvSpPr/>
            <p:nvPr/>
          </p:nvSpPr>
          <p:spPr>
            <a:xfrm>
              <a:off x="10771985" y="9150695"/>
              <a:ext cx="311785" cy="16510"/>
            </a:xfrm>
            <a:custGeom>
              <a:avLst/>
              <a:gdLst/>
              <a:ahLst/>
              <a:cxnLst/>
              <a:rect l="l" t="t" r="r" b="b"/>
              <a:pathLst>
                <a:path w="311784" h="16509">
                  <a:moveTo>
                    <a:pt x="311173" y="0"/>
                  </a:moveTo>
                  <a:lnTo>
                    <a:pt x="0" y="0"/>
                  </a:lnTo>
                  <a:lnTo>
                    <a:pt x="0" y="16156"/>
                  </a:lnTo>
                  <a:lnTo>
                    <a:pt x="311173" y="16156"/>
                  </a:lnTo>
                  <a:lnTo>
                    <a:pt x="31117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2" name="object 592" descr=""/>
            <p:cNvSpPr/>
            <p:nvPr/>
          </p:nvSpPr>
          <p:spPr>
            <a:xfrm>
              <a:off x="10771985" y="9150695"/>
              <a:ext cx="311785" cy="16510"/>
            </a:xfrm>
            <a:custGeom>
              <a:avLst/>
              <a:gdLst/>
              <a:ahLst/>
              <a:cxnLst/>
              <a:rect l="l" t="t" r="r" b="b"/>
              <a:pathLst>
                <a:path w="311784" h="16509">
                  <a:moveTo>
                    <a:pt x="311173" y="0"/>
                  </a:moveTo>
                  <a:lnTo>
                    <a:pt x="0" y="0"/>
                  </a:lnTo>
                  <a:lnTo>
                    <a:pt x="0" y="16156"/>
                  </a:lnTo>
                  <a:lnTo>
                    <a:pt x="311173" y="16156"/>
                  </a:lnTo>
                  <a:lnTo>
                    <a:pt x="31117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3" name="object 593" descr=""/>
            <p:cNvSpPr/>
            <p:nvPr/>
          </p:nvSpPr>
          <p:spPr>
            <a:xfrm>
              <a:off x="10779682" y="9166411"/>
              <a:ext cx="13335" cy="90170"/>
            </a:xfrm>
            <a:custGeom>
              <a:avLst/>
              <a:gdLst/>
              <a:ahLst/>
              <a:cxnLst/>
              <a:rect l="l" t="t" r="r" b="b"/>
              <a:pathLst>
                <a:path w="13334" h="90170">
                  <a:moveTo>
                    <a:pt x="13015" y="0"/>
                  </a:moveTo>
                  <a:lnTo>
                    <a:pt x="0" y="0"/>
                  </a:lnTo>
                  <a:lnTo>
                    <a:pt x="0" y="89997"/>
                  </a:lnTo>
                  <a:lnTo>
                    <a:pt x="13015" y="89997"/>
                  </a:lnTo>
                  <a:lnTo>
                    <a:pt x="1301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10779682" y="9166411"/>
              <a:ext cx="13335" cy="90170"/>
            </a:xfrm>
            <a:custGeom>
              <a:avLst/>
              <a:gdLst/>
              <a:ahLst/>
              <a:cxnLst/>
              <a:rect l="l" t="t" r="r" b="b"/>
              <a:pathLst>
                <a:path w="13334" h="90170">
                  <a:moveTo>
                    <a:pt x="13015" y="0"/>
                  </a:moveTo>
                  <a:lnTo>
                    <a:pt x="0" y="0"/>
                  </a:lnTo>
                  <a:lnTo>
                    <a:pt x="0" y="89997"/>
                  </a:lnTo>
                  <a:lnTo>
                    <a:pt x="13015" y="89997"/>
                  </a:lnTo>
                  <a:lnTo>
                    <a:pt x="13015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 descr=""/>
            <p:cNvSpPr/>
            <p:nvPr/>
          </p:nvSpPr>
          <p:spPr>
            <a:xfrm>
              <a:off x="11063642" y="9166411"/>
              <a:ext cx="13335" cy="90170"/>
            </a:xfrm>
            <a:custGeom>
              <a:avLst/>
              <a:gdLst/>
              <a:ahLst/>
              <a:cxnLst/>
              <a:rect l="l" t="t" r="r" b="b"/>
              <a:pathLst>
                <a:path w="13334" h="90170">
                  <a:moveTo>
                    <a:pt x="13015" y="0"/>
                  </a:moveTo>
                  <a:lnTo>
                    <a:pt x="0" y="0"/>
                  </a:lnTo>
                  <a:lnTo>
                    <a:pt x="0" y="89997"/>
                  </a:lnTo>
                  <a:lnTo>
                    <a:pt x="13015" y="89997"/>
                  </a:lnTo>
                  <a:lnTo>
                    <a:pt x="1301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 descr=""/>
            <p:cNvSpPr/>
            <p:nvPr/>
          </p:nvSpPr>
          <p:spPr>
            <a:xfrm>
              <a:off x="11063642" y="9166411"/>
              <a:ext cx="13335" cy="90170"/>
            </a:xfrm>
            <a:custGeom>
              <a:avLst/>
              <a:gdLst/>
              <a:ahLst/>
              <a:cxnLst/>
              <a:rect l="l" t="t" r="r" b="b"/>
              <a:pathLst>
                <a:path w="13334" h="90170">
                  <a:moveTo>
                    <a:pt x="13015" y="0"/>
                  </a:moveTo>
                  <a:lnTo>
                    <a:pt x="0" y="0"/>
                  </a:lnTo>
                  <a:lnTo>
                    <a:pt x="0" y="89997"/>
                  </a:lnTo>
                  <a:lnTo>
                    <a:pt x="13015" y="89997"/>
                  </a:lnTo>
                  <a:lnTo>
                    <a:pt x="13015" y="0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7" name="object 597" descr=""/>
            <p:cNvSpPr/>
            <p:nvPr/>
          </p:nvSpPr>
          <p:spPr>
            <a:xfrm>
              <a:off x="10771985" y="9036698"/>
              <a:ext cx="311785" cy="78740"/>
            </a:xfrm>
            <a:custGeom>
              <a:avLst/>
              <a:gdLst/>
              <a:ahLst/>
              <a:cxnLst/>
              <a:rect l="l" t="t" r="r" b="b"/>
              <a:pathLst>
                <a:path w="311784" h="78740">
                  <a:moveTo>
                    <a:pt x="311173" y="0"/>
                  </a:moveTo>
                  <a:lnTo>
                    <a:pt x="0" y="0"/>
                  </a:lnTo>
                  <a:lnTo>
                    <a:pt x="0" y="78259"/>
                  </a:lnTo>
                  <a:lnTo>
                    <a:pt x="311173" y="78259"/>
                  </a:lnTo>
                  <a:lnTo>
                    <a:pt x="311173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8" name="object 598" descr=""/>
            <p:cNvSpPr/>
            <p:nvPr/>
          </p:nvSpPr>
          <p:spPr>
            <a:xfrm>
              <a:off x="10771985" y="9036698"/>
              <a:ext cx="311785" cy="78740"/>
            </a:xfrm>
            <a:custGeom>
              <a:avLst/>
              <a:gdLst/>
              <a:ahLst/>
              <a:cxnLst/>
              <a:rect l="l" t="t" r="r" b="b"/>
              <a:pathLst>
                <a:path w="311784" h="78740">
                  <a:moveTo>
                    <a:pt x="311173" y="0"/>
                  </a:moveTo>
                  <a:lnTo>
                    <a:pt x="0" y="0"/>
                  </a:lnTo>
                  <a:lnTo>
                    <a:pt x="0" y="78259"/>
                  </a:lnTo>
                  <a:lnTo>
                    <a:pt x="311173" y="78259"/>
                  </a:lnTo>
                  <a:lnTo>
                    <a:pt x="311173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 descr=""/>
            <p:cNvSpPr/>
            <p:nvPr/>
          </p:nvSpPr>
          <p:spPr>
            <a:xfrm>
              <a:off x="10772404" y="9163658"/>
              <a:ext cx="310515" cy="25400"/>
            </a:xfrm>
            <a:custGeom>
              <a:avLst/>
              <a:gdLst/>
              <a:ahLst/>
              <a:cxnLst/>
              <a:rect l="l" t="t" r="r" b="b"/>
              <a:pathLst>
                <a:path w="310515" h="25400">
                  <a:moveTo>
                    <a:pt x="310095" y="0"/>
                  </a:moveTo>
                  <a:lnTo>
                    <a:pt x="0" y="0"/>
                  </a:lnTo>
                  <a:lnTo>
                    <a:pt x="0" y="25192"/>
                  </a:lnTo>
                  <a:lnTo>
                    <a:pt x="310095" y="25192"/>
                  </a:lnTo>
                  <a:lnTo>
                    <a:pt x="310095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 descr=""/>
            <p:cNvSpPr/>
            <p:nvPr/>
          </p:nvSpPr>
          <p:spPr>
            <a:xfrm>
              <a:off x="10772404" y="9163658"/>
              <a:ext cx="310515" cy="25400"/>
            </a:xfrm>
            <a:custGeom>
              <a:avLst/>
              <a:gdLst/>
              <a:ahLst/>
              <a:cxnLst/>
              <a:rect l="l" t="t" r="r" b="b"/>
              <a:pathLst>
                <a:path w="310515" h="25400">
                  <a:moveTo>
                    <a:pt x="310095" y="0"/>
                  </a:moveTo>
                  <a:lnTo>
                    <a:pt x="0" y="0"/>
                  </a:lnTo>
                  <a:lnTo>
                    <a:pt x="0" y="25192"/>
                  </a:lnTo>
                  <a:lnTo>
                    <a:pt x="310095" y="25192"/>
                  </a:lnTo>
                  <a:lnTo>
                    <a:pt x="310095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10754779" y="9114961"/>
              <a:ext cx="22860" cy="141605"/>
            </a:xfrm>
            <a:custGeom>
              <a:avLst/>
              <a:gdLst/>
              <a:ahLst/>
              <a:cxnLst/>
              <a:rect l="l" t="t" r="r" b="b"/>
              <a:pathLst>
                <a:path w="22859" h="141604">
                  <a:moveTo>
                    <a:pt x="22567" y="0"/>
                  </a:moveTo>
                  <a:lnTo>
                    <a:pt x="0" y="0"/>
                  </a:lnTo>
                  <a:lnTo>
                    <a:pt x="0" y="17983"/>
                  </a:lnTo>
                  <a:lnTo>
                    <a:pt x="4610" y="17983"/>
                  </a:lnTo>
                  <a:lnTo>
                    <a:pt x="4610" y="141287"/>
                  </a:lnTo>
                  <a:lnTo>
                    <a:pt x="17614" y="141287"/>
                  </a:lnTo>
                  <a:lnTo>
                    <a:pt x="17614" y="17983"/>
                  </a:lnTo>
                  <a:lnTo>
                    <a:pt x="22567" y="17983"/>
                  </a:lnTo>
                  <a:lnTo>
                    <a:pt x="2256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2" name="object 602" descr=""/>
            <p:cNvSpPr/>
            <p:nvPr/>
          </p:nvSpPr>
          <p:spPr>
            <a:xfrm>
              <a:off x="10754782" y="9114957"/>
              <a:ext cx="22860" cy="18415"/>
            </a:xfrm>
            <a:custGeom>
              <a:avLst/>
              <a:gdLst/>
              <a:ahLst/>
              <a:cxnLst/>
              <a:rect l="l" t="t" r="r" b="b"/>
              <a:pathLst>
                <a:path w="22859" h="18415">
                  <a:moveTo>
                    <a:pt x="22575" y="0"/>
                  </a:moveTo>
                  <a:lnTo>
                    <a:pt x="0" y="0"/>
                  </a:lnTo>
                  <a:lnTo>
                    <a:pt x="0" y="17978"/>
                  </a:lnTo>
                  <a:lnTo>
                    <a:pt x="22575" y="17978"/>
                  </a:lnTo>
                  <a:lnTo>
                    <a:pt x="2257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3" name="object 603" descr=""/>
            <p:cNvSpPr/>
            <p:nvPr/>
          </p:nvSpPr>
          <p:spPr>
            <a:xfrm>
              <a:off x="10777347" y="9114961"/>
              <a:ext cx="323215" cy="141605"/>
            </a:xfrm>
            <a:custGeom>
              <a:avLst/>
              <a:gdLst/>
              <a:ahLst/>
              <a:cxnLst/>
              <a:rect l="l" t="t" r="r" b="b"/>
              <a:pathLst>
                <a:path w="323215" h="141604">
                  <a:moveTo>
                    <a:pt x="17716" y="0"/>
                  </a:moveTo>
                  <a:lnTo>
                    <a:pt x="0" y="0"/>
                  </a:lnTo>
                  <a:lnTo>
                    <a:pt x="0" y="17983"/>
                  </a:lnTo>
                  <a:lnTo>
                    <a:pt x="17716" y="17983"/>
                  </a:lnTo>
                  <a:lnTo>
                    <a:pt x="17716" y="0"/>
                  </a:lnTo>
                  <a:close/>
                </a:path>
                <a:path w="323215" h="141604">
                  <a:moveTo>
                    <a:pt x="322757" y="0"/>
                  </a:moveTo>
                  <a:lnTo>
                    <a:pt x="300189" y="0"/>
                  </a:lnTo>
                  <a:lnTo>
                    <a:pt x="300189" y="17983"/>
                  </a:lnTo>
                  <a:lnTo>
                    <a:pt x="305142" y="17983"/>
                  </a:lnTo>
                  <a:lnTo>
                    <a:pt x="305142" y="141287"/>
                  </a:lnTo>
                  <a:lnTo>
                    <a:pt x="318160" y="141287"/>
                  </a:lnTo>
                  <a:lnTo>
                    <a:pt x="318160" y="17983"/>
                  </a:lnTo>
                  <a:lnTo>
                    <a:pt x="322757" y="17983"/>
                  </a:lnTo>
                  <a:lnTo>
                    <a:pt x="322757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 descr=""/>
            <p:cNvSpPr/>
            <p:nvPr/>
          </p:nvSpPr>
          <p:spPr>
            <a:xfrm>
              <a:off x="11077536" y="9114957"/>
              <a:ext cx="22860" cy="18415"/>
            </a:xfrm>
            <a:custGeom>
              <a:avLst/>
              <a:gdLst/>
              <a:ahLst/>
              <a:cxnLst/>
              <a:rect l="l" t="t" r="r" b="b"/>
              <a:pathLst>
                <a:path w="22859" h="18415">
                  <a:moveTo>
                    <a:pt x="22575" y="0"/>
                  </a:moveTo>
                  <a:lnTo>
                    <a:pt x="0" y="0"/>
                  </a:lnTo>
                  <a:lnTo>
                    <a:pt x="0" y="17978"/>
                  </a:lnTo>
                  <a:lnTo>
                    <a:pt x="22575" y="17978"/>
                  </a:lnTo>
                  <a:lnTo>
                    <a:pt x="22575" y="0"/>
                  </a:lnTo>
                  <a:close/>
                </a:path>
              </a:pathLst>
            </a:custGeom>
            <a:solidFill>
              <a:srgbClr val="FFFFFF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11059830" y="9114957"/>
              <a:ext cx="17780" cy="18415"/>
            </a:xfrm>
            <a:custGeom>
              <a:avLst/>
              <a:gdLst/>
              <a:ahLst/>
              <a:cxnLst/>
              <a:rect l="l" t="t" r="r" b="b"/>
              <a:pathLst>
                <a:path w="17779" h="18415">
                  <a:moveTo>
                    <a:pt x="17706" y="0"/>
                  </a:moveTo>
                  <a:lnTo>
                    <a:pt x="0" y="0"/>
                  </a:lnTo>
                  <a:lnTo>
                    <a:pt x="0" y="17978"/>
                  </a:lnTo>
                  <a:lnTo>
                    <a:pt x="17706" y="17978"/>
                  </a:lnTo>
                  <a:lnTo>
                    <a:pt x="17706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10777347" y="9114961"/>
              <a:ext cx="300355" cy="18415"/>
            </a:xfrm>
            <a:custGeom>
              <a:avLst/>
              <a:gdLst/>
              <a:ahLst/>
              <a:cxnLst/>
              <a:rect l="l" t="t" r="r" b="b"/>
              <a:pathLst>
                <a:path w="300354" h="18415">
                  <a:moveTo>
                    <a:pt x="17716" y="0"/>
                  </a:moveTo>
                  <a:lnTo>
                    <a:pt x="0" y="0"/>
                  </a:lnTo>
                  <a:lnTo>
                    <a:pt x="0" y="17983"/>
                  </a:lnTo>
                  <a:lnTo>
                    <a:pt x="17716" y="17983"/>
                  </a:lnTo>
                  <a:lnTo>
                    <a:pt x="17716" y="0"/>
                  </a:lnTo>
                  <a:close/>
                </a:path>
                <a:path w="300354" h="18415">
                  <a:moveTo>
                    <a:pt x="300189" y="0"/>
                  </a:moveTo>
                  <a:lnTo>
                    <a:pt x="282473" y="0"/>
                  </a:lnTo>
                  <a:lnTo>
                    <a:pt x="282473" y="17983"/>
                  </a:lnTo>
                  <a:lnTo>
                    <a:pt x="300189" y="17983"/>
                  </a:lnTo>
                  <a:lnTo>
                    <a:pt x="300189" y="0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7" name="object 607" descr=""/>
          <p:cNvGrpSpPr/>
          <p:nvPr/>
        </p:nvGrpSpPr>
        <p:grpSpPr>
          <a:xfrm>
            <a:off x="10567890" y="8223336"/>
            <a:ext cx="286385" cy="1033780"/>
            <a:chOff x="10567890" y="8223336"/>
            <a:chExt cx="286385" cy="1033780"/>
          </a:xfrm>
        </p:grpSpPr>
        <p:pic>
          <p:nvPicPr>
            <p:cNvPr id="608" name="object 608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0571539" y="8223336"/>
              <a:ext cx="282504" cy="143525"/>
            </a:xfrm>
            <a:prstGeom prst="rect">
              <a:avLst/>
            </a:prstGeom>
          </p:spPr>
        </p:pic>
        <p:sp>
          <p:nvSpPr>
            <p:cNvPr id="609" name="object 609" descr=""/>
            <p:cNvSpPr/>
            <p:nvPr/>
          </p:nvSpPr>
          <p:spPr>
            <a:xfrm>
              <a:off x="10567886" y="8280380"/>
              <a:ext cx="16510" cy="976630"/>
            </a:xfrm>
            <a:custGeom>
              <a:avLst/>
              <a:gdLst/>
              <a:ahLst/>
              <a:cxnLst/>
              <a:rect l="l" t="t" r="r" b="b"/>
              <a:pathLst>
                <a:path w="16509" h="976629">
                  <a:moveTo>
                    <a:pt x="15900" y="1270"/>
                  </a:moveTo>
                  <a:lnTo>
                    <a:pt x="15227" y="1270"/>
                  </a:lnTo>
                  <a:lnTo>
                    <a:pt x="15227" y="0"/>
                  </a:lnTo>
                  <a:lnTo>
                    <a:pt x="673" y="0"/>
                  </a:lnTo>
                  <a:lnTo>
                    <a:pt x="673" y="1270"/>
                  </a:lnTo>
                  <a:lnTo>
                    <a:pt x="0" y="1270"/>
                  </a:lnTo>
                  <a:lnTo>
                    <a:pt x="0" y="976630"/>
                  </a:lnTo>
                  <a:lnTo>
                    <a:pt x="15900" y="976630"/>
                  </a:lnTo>
                  <a:lnTo>
                    <a:pt x="15900" y="1270"/>
                  </a:lnTo>
                  <a:close/>
                </a:path>
              </a:pathLst>
            </a:custGeom>
            <a:solidFill>
              <a:srgbClr val="D7DD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 descr=""/>
            <p:cNvSpPr/>
            <p:nvPr/>
          </p:nvSpPr>
          <p:spPr>
            <a:xfrm>
              <a:off x="10763974" y="8237435"/>
              <a:ext cx="90170" cy="16510"/>
            </a:xfrm>
            <a:custGeom>
              <a:avLst/>
              <a:gdLst/>
              <a:ahLst/>
              <a:cxnLst/>
              <a:rect l="l" t="t" r="r" b="b"/>
              <a:pathLst>
                <a:path w="90170" h="16509">
                  <a:moveTo>
                    <a:pt x="65860" y="0"/>
                  </a:moveTo>
                  <a:lnTo>
                    <a:pt x="43202" y="1906"/>
                  </a:lnTo>
                  <a:lnTo>
                    <a:pt x="18793" y="5051"/>
                  </a:lnTo>
                  <a:lnTo>
                    <a:pt x="0" y="7876"/>
                  </a:lnTo>
                  <a:lnTo>
                    <a:pt x="0" y="8965"/>
                  </a:lnTo>
                  <a:lnTo>
                    <a:pt x="16386" y="15886"/>
                  </a:lnTo>
                  <a:lnTo>
                    <a:pt x="90133" y="8965"/>
                  </a:lnTo>
                  <a:lnTo>
                    <a:pt x="90133" y="8452"/>
                  </a:lnTo>
                  <a:lnTo>
                    <a:pt x="90070" y="7750"/>
                  </a:lnTo>
                  <a:lnTo>
                    <a:pt x="87086" y="5216"/>
                  </a:lnTo>
                  <a:lnTo>
                    <a:pt x="83400" y="2609"/>
                  </a:lnTo>
                  <a:lnTo>
                    <a:pt x="79400" y="892"/>
                  </a:lnTo>
                  <a:lnTo>
                    <a:pt x="65860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 descr=""/>
            <p:cNvSpPr/>
            <p:nvPr/>
          </p:nvSpPr>
          <p:spPr>
            <a:xfrm>
              <a:off x="10763974" y="8237435"/>
              <a:ext cx="90170" cy="16510"/>
            </a:xfrm>
            <a:custGeom>
              <a:avLst/>
              <a:gdLst/>
              <a:ahLst/>
              <a:cxnLst/>
              <a:rect l="l" t="t" r="r" b="b"/>
              <a:pathLst>
                <a:path w="90170" h="16509">
                  <a:moveTo>
                    <a:pt x="65860" y="0"/>
                  </a:moveTo>
                  <a:lnTo>
                    <a:pt x="43202" y="1906"/>
                  </a:lnTo>
                  <a:lnTo>
                    <a:pt x="18793" y="5051"/>
                  </a:lnTo>
                  <a:lnTo>
                    <a:pt x="0" y="7876"/>
                  </a:lnTo>
                  <a:lnTo>
                    <a:pt x="0" y="8965"/>
                  </a:lnTo>
                  <a:lnTo>
                    <a:pt x="16386" y="15886"/>
                  </a:lnTo>
                  <a:lnTo>
                    <a:pt x="90133" y="8965"/>
                  </a:lnTo>
                  <a:lnTo>
                    <a:pt x="90133" y="8452"/>
                  </a:lnTo>
                  <a:lnTo>
                    <a:pt x="90070" y="7750"/>
                  </a:lnTo>
                  <a:lnTo>
                    <a:pt x="87086" y="5216"/>
                  </a:lnTo>
                  <a:lnTo>
                    <a:pt x="83400" y="2609"/>
                  </a:lnTo>
                  <a:lnTo>
                    <a:pt x="79400" y="892"/>
                  </a:lnTo>
                  <a:lnTo>
                    <a:pt x="65860" y="0"/>
                  </a:lnTo>
                  <a:close/>
                </a:path>
              </a:pathLst>
            </a:custGeom>
            <a:solidFill>
              <a:srgbClr val="FFFFFF">
                <a:alpha val="5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2" name="object 612" descr=""/>
          <p:cNvGrpSpPr/>
          <p:nvPr/>
        </p:nvGrpSpPr>
        <p:grpSpPr>
          <a:xfrm>
            <a:off x="13056821" y="7108548"/>
            <a:ext cx="2964815" cy="3594100"/>
            <a:chOff x="13056821" y="7108548"/>
            <a:chExt cx="2964815" cy="3594100"/>
          </a:xfrm>
        </p:grpSpPr>
        <p:sp>
          <p:nvSpPr>
            <p:cNvPr id="613" name="object 613" descr=""/>
            <p:cNvSpPr/>
            <p:nvPr/>
          </p:nvSpPr>
          <p:spPr>
            <a:xfrm>
              <a:off x="13674075" y="7172200"/>
              <a:ext cx="1210945" cy="2060575"/>
            </a:xfrm>
            <a:custGeom>
              <a:avLst/>
              <a:gdLst/>
              <a:ahLst/>
              <a:cxnLst/>
              <a:rect l="l" t="t" r="r" b="b"/>
              <a:pathLst>
                <a:path w="1210944" h="2060575">
                  <a:moveTo>
                    <a:pt x="1210748" y="0"/>
                  </a:moveTo>
                  <a:lnTo>
                    <a:pt x="0" y="0"/>
                  </a:lnTo>
                  <a:lnTo>
                    <a:pt x="0" y="2060345"/>
                  </a:lnTo>
                  <a:lnTo>
                    <a:pt x="1210748" y="2060345"/>
                  </a:lnTo>
                  <a:lnTo>
                    <a:pt x="1210748" y="0"/>
                  </a:lnTo>
                  <a:close/>
                </a:path>
              </a:pathLst>
            </a:custGeom>
            <a:solidFill>
              <a:srgbClr val="73A1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 descr=""/>
            <p:cNvSpPr/>
            <p:nvPr/>
          </p:nvSpPr>
          <p:spPr>
            <a:xfrm>
              <a:off x="13771810" y="7108548"/>
              <a:ext cx="1015365" cy="64135"/>
            </a:xfrm>
            <a:custGeom>
              <a:avLst/>
              <a:gdLst/>
              <a:ahLst/>
              <a:cxnLst/>
              <a:rect l="l" t="t" r="r" b="b"/>
              <a:pathLst>
                <a:path w="1015365" h="64134">
                  <a:moveTo>
                    <a:pt x="1015288" y="0"/>
                  </a:moveTo>
                  <a:lnTo>
                    <a:pt x="0" y="0"/>
                  </a:lnTo>
                  <a:lnTo>
                    <a:pt x="0" y="63642"/>
                  </a:lnTo>
                  <a:lnTo>
                    <a:pt x="1015288" y="63642"/>
                  </a:lnTo>
                  <a:lnTo>
                    <a:pt x="1015288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5" name="object 615" descr=""/>
            <p:cNvSpPr/>
            <p:nvPr/>
          </p:nvSpPr>
          <p:spPr>
            <a:xfrm>
              <a:off x="13727697" y="7275912"/>
              <a:ext cx="1103630" cy="1536065"/>
            </a:xfrm>
            <a:custGeom>
              <a:avLst/>
              <a:gdLst/>
              <a:ahLst/>
              <a:cxnLst/>
              <a:rect l="l" t="t" r="r" b="b"/>
              <a:pathLst>
                <a:path w="1103630" h="1536065">
                  <a:moveTo>
                    <a:pt x="185902" y="464807"/>
                  </a:moveTo>
                  <a:lnTo>
                    <a:pt x="0" y="464807"/>
                  </a:lnTo>
                  <a:lnTo>
                    <a:pt x="0" y="606247"/>
                  </a:lnTo>
                  <a:lnTo>
                    <a:pt x="185902" y="606247"/>
                  </a:lnTo>
                  <a:lnTo>
                    <a:pt x="185902" y="464807"/>
                  </a:lnTo>
                  <a:close/>
                </a:path>
                <a:path w="1103630" h="1536065">
                  <a:moveTo>
                    <a:pt x="185902" y="232410"/>
                  </a:moveTo>
                  <a:lnTo>
                    <a:pt x="0" y="232410"/>
                  </a:lnTo>
                  <a:lnTo>
                    <a:pt x="0" y="373875"/>
                  </a:lnTo>
                  <a:lnTo>
                    <a:pt x="185902" y="373875"/>
                  </a:lnTo>
                  <a:lnTo>
                    <a:pt x="185902" y="232410"/>
                  </a:lnTo>
                  <a:close/>
                </a:path>
                <a:path w="1103630" h="1536065">
                  <a:moveTo>
                    <a:pt x="185902" y="0"/>
                  </a:moveTo>
                  <a:lnTo>
                    <a:pt x="0" y="0"/>
                  </a:lnTo>
                  <a:lnTo>
                    <a:pt x="0" y="141452"/>
                  </a:lnTo>
                  <a:lnTo>
                    <a:pt x="185902" y="141452"/>
                  </a:lnTo>
                  <a:lnTo>
                    <a:pt x="185902" y="0"/>
                  </a:lnTo>
                  <a:close/>
                </a:path>
                <a:path w="1103630" h="1536065">
                  <a:moveTo>
                    <a:pt x="491731" y="697191"/>
                  </a:moveTo>
                  <a:lnTo>
                    <a:pt x="305854" y="697191"/>
                  </a:lnTo>
                  <a:lnTo>
                    <a:pt x="305854" y="838619"/>
                  </a:lnTo>
                  <a:lnTo>
                    <a:pt x="491731" y="838619"/>
                  </a:lnTo>
                  <a:lnTo>
                    <a:pt x="491731" y="697191"/>
                  </a:lnTo>
                  <a:close/>
                </a:path>
                <a:path w="1103630" h="1536065">
                  <a:moveTo>
                    <a:pt x="491769" y="1394383"/>
                  </a:moveTo>
                  <a:lnTo>
                    <a:pt x="305854" y="1394383"/>
                  </a:lnTo>
                  <a:lnTo>
                    <a:pt x="305854" y="1535811"/>
                  </a:lnTo>
                  <a:lnTo>
                    <a:pt x="491769" y="1535811"/>
                  </a:lnTo>
                  <a:lnTo>
                    <a:pt x="491769" y="1394383"/>
                  </a:lnTo>
                  <a:close/>
                </a:path>
                <a:path w="1103630" h="1536065">
                  <a:moveTo>
                    <a:pt x="491769" y="1161999"/>
                  </a:moveTo>
                  <a:lnTo>
                    <a:pt x="305854" y="1161999"/>
                  </a:lnTo>
                  <a:lnTo>
                    <a:pt x="305854" y="1303413"/>
                  </a:lnTo>
                  <a:lnTo>
                    <a:pt x="491769" y="1303413"/>
                  </a:lnTo>
                  <a:lnTo>
                    <a:pt x="491769" y="1161999"/>
                  </a:lnTo>
                  <a:close/>
                </a:path>
                <a:path w="1103630" h="1536065">
                  <a:moveTo>
                    <a:pt x="491769" y="929614"/>
                  </a:moveTo>
                  <a:lnTo>
                    <a:pt x="305854" y="929614"/>
                  </a:lnTo>
                  <a:lnTo>
                    <a:pt x="305854" y="1071029"/>
                  </a:lnTo>
                  <a:lnTo>
                    <a:pt x="491769" y="1071029"/>
                  </a:lnTo>
                  <a:lnTo>
                    <a:pt x="491769" y="929614"/>
                  </a:lnTo>
                  <a:close/>
                </a:path>
                <a:path w="1103630" h="1536065">
                  <a:moveTo>
                    <a:pt x="491769" y="464807"/>
                  </a:moveTo>
                  <a:lnTo>
                    <a:pt x="305854" y="464807"/>
                  </a:lnTo>
                  <a:lnTo>
                    <a:pt x="305854" y="606247"/>
                  </a:lnTo>
                  <a:lnTo>
                    <a:pt x="491769" y="606247"/>
                  </a:lnTo>
                  <a:lnTo>
                    <a:pt x="491769" y="464807"/>
                  </a:lnTo>
                  <a:close/>
                </a:path>
                <a:path w="1103630" h="1536065">
                  <a:moveTo>
                    <a:pt x="491769" y="232410"/>
                  </a:moveTo>
                  <a:lnTo>
                    <a:pt x="305854" y="232410"/>
                  </a:lnTo>
                  <a:lnTo>
                    <a:pt x="305854" y="373837"/>
                  </a:lnTo>
                  <a:lnTo>
                    <a:pt x="491769" y="373837"/>
                  </a:lnTo>
                  <a:lnTo>
                    <a:pt x="491769" y="232410"/>
                  </a:lnTo>
                  <a:close/>
                </a:path>
                <a:path w="1103630" h="1536065">
                  <a:moveTo>
                    <a:pt x="491769" y="0"/>
                  </a:moveTo>
                  <a:lnTo>
                    <a:pt x="305854" y="0"/>
                  </a:lnTo>
                  <a:lnTo>
                    <a:pt x="305854" y="141439"/>
                  </a:lnTo>
                  <a:lnTo>
                    <a:pt x="491769" y="141439"/>
                  </a:lnTo>
                  <a:lnTo>
                    <a:pt x="491769" y="0"/>
                  </a:lnTo>
                  <a:close/>
                </a:path>
                <a:path w="1103630" h="1536065">
                  <a:moveTo>
                    <a:pt x="797636" y="1394383"/>
                  </a:moveTo>
                  <a:lnTo>
                    <a:pt x="611720" y="1394383"/>
                  </a:lnTo>
                  <a:lnTo>
                    <a:pt x="611720" y="1535823"/>
                  </a:lnTo>
                  <a:lnTo>
                    <a:pt x="797636" y="1535823"/>
                  </a:lnTo>
                  <a:lnTo>
                    <a:pt x="797636" y="1394383"/>
                  </a:lnTo>
                  <a:close/>
                </a:path>
                <a:path w="1103630" h="1536065">
                  <a:moveTo>
                    <a:pt x="797636" y="1161999"/>
                  </a:moveTo>
                  <a:lnTo>
                    <a:pt x="611720" y="1161999"/>
                  </a:lnTo>
                  <a:lnTo>
                    <a:pt x="611720" y="1303439"/>
                  </a:lnTo>
                  <a:lnTo>
                    <a:pt x="797636" y="1303439"/>
                  </a:lnTo>
                  <a:lnTo>
                    <a:pt x="797636" y="1161999"/>
                  </a:lnTo>
                  <a:close/>
                </a:path>
                <a:path w="1103630" h="1536065">
                  <a:moveTo>
                    <a:pt x="797636" y="929601"/>
                  </a:moveTo>
                  <a:lnTo>
                    <a:pt x="611720" y="929601"/>
                  </a:lnTo>
                  <a:lnTo>
                    <a:pt x="611720" y="1071041"/>
                  </a:lnTo>
                  <a:lnTo>
                    <a:pt x="797636" y="1071041"/>
                  </a:lnTo>
                  <a:lnTo>
                    <a:pt x="797636" y="929601"/>
                  </a:lnTo>
                  <a:close/>
                </a:path>
                <a:path w="1103630" h="1536065">
                  <a:moveTo>
                    <a:pt x="797636" y="697191"/>
                  </a:moveTo>
                  <a:lnTo>
                    <a:pt x="611720" y="697191"/>
                  </a:lnTo>
                  <a:lnTo>
                    <a:pt x="611720" y="838631"/>
                  </a:lnTo>
                  <a:lnTo>
                    <a:pt x="797636" y="838631"/>
                  </a:lnTo>
                  <a:lnTo>
                    <a:pt x="797636" y="697191"/>
                  </a:lnTo>
                  <a:close/>
                </a:path>
                <a:path w="1103630" h="1536065">
                  <a:moveTo>
                    <a:pt x="797636" y="464807"/>
                  </a:moveTo>
                  <a:lnTo>
                    <a:pt x="611720" y="464807"/>
                  </a:lnTo>
                  <a:lnTo>
                    <a:pt x="611720" y="606247"/>
                  </a:lnTo>
                  <a:lnTo>
                    <a:pt x="797636" y="606247"/>
                  </a:lnTo>
                  <a:lnTo>
                    <a:pt x="797636" y="464807"/>
                  </a:lnTo>
                  <a:close/>
                </a:path>
                <a:path w="1103630" h="1536065">
                  <a:moveTo>
                    <a:pt x="797636" y="232410"/>
                  </a:moveTo>
                  <a:lnTo>
                    <a:pt x="611720" y="232410"/>
                  </a:lnTo>
                  <a:lnTo>
                    <a:pt x="611720" y="373875"/>
                  </a:lnTo>
                  <a:lnTo>
                    <a:pt x="797636" y="373875"/>
                  </a:lnTo>
                  <a:lnTo>
                    <a:pt x="797636" y="232410"/>
                  </a:lnTo>
                  <a:close/>
                </a:path>
                <a:path w="1103630" h="1536065">
                  <a:moveTo>
                    <a:pt x="797636" y="0"/>
                  </a:moveTo>
                  <a:lnTo>
                    <a:pt x="611720" y="0"/>
                  </a:lnTo>
                  <a:lnTo>
                    <a:pt x="611720" y="141452"/>
                  </a:lnTo>
                  <a:lnTo>
                    <a:pt x="797636" y="141452"/>
                  </a:lnTo>
                  <a:lnTo>
                    <a:pt x="797636" y="0"/>
                  </a:lnTo>
                  <a:close/>
                </a:path>
                <a:path w="1103630" h="1536065">
                  <a:moveTo>
                    <a:pt x="1103464" y="697191"/>
                  </a:moveTo>
                  <a:lnTo>
                    <a:pt x="917562" y="697191"/>
                  </a:lnTo>
                  <a:lnTo>
                    <a:pt x="917562" y="838631"/>
                  </a:lnTo>
                  <a:lnTo>
                    <a:pt x="1103464" y="838631"/>
                  </a:lnTo>
                  <a:lnTo>
                    <a:pt x="1103464" y="697191"/>
                  </a:lnTo>
                  <a:close/>
                </a:path>
                <a:path w="1103630" h="1536065">
                  <a:moveTo>
                    <a:pt x="1103490" y="1394383"/>
                  </a:moveTo>
                  <a:lnTo>
                    <a:pt x="917575" y="1394383"/>
                  </a:lnTo>
                  <a:lnTo>
                    <a:pt x="917575" y="1535823"/>
                  </a:lnTo>
                  <a:lnTo>
                    <a:pt x="1103490" y="1535823"/>
                  </a:lnTo>
                  <a:lnTo>
                    <a:pt x="1103490" y="1394383"/>
                  </a:lnTo>
                  <a:close/>
                </a:path>
                <a:path w="1103630" h="1536065">
                  <a:moveTo>
                    <a:pt x="1103490" y="1161999"/>
                  </a:moveTo>
                  <a:lnTo>
                    <a:pt x="917575" y="1161999"/>
                  </a:lnTo>
                  <a:lnTo>
                    <a:pt x="917575" y="1303439"/>
                  </a:lnTo>
                  <a:lnTo>
                    <a:pt x="1103490" y="1303439"/>
                  </a:lnTo>
                  <a:lnTo>
                    <a:pt x="1103490" y="1161999"/>
                  </a:lnTo>
                  <a:close/>
                </a:path>
                <a:path w="1103630" h="1536065">
                  <a:moveTo>
                    <a:pt x="1103490" y="929601"/>
                  </a:moveTo>
                  <a:lnTo>
                    <a:pt x="917575" y="929601"/>
                  </a:lnTo>
                  <a:lnTo>
                    <a:pt x="917575" y="1071041"/>
                  </a:lnTo>
                  <a:lnTo>
                    <a:pt x="1103490" y="1071041"/>
                  </a:lnTo>
                  <a:lnTo>
                    <a:pt x="1103490" y="929601"/>
                  </a:lnTo>
                  <a:close/>
                </a:path>
                <a:path w="1103630" h="1536065">
                  <a:moveTo>
                    <a:pt x="1103490" y="464807"/>
                  </a:moveTo>
                  <a:lnTo>
                    <a:pt x="917575" y="464807"/>
                  </a:lnTo>
                  <a:lnTo>
                    <a:pt x="917575" y="606247"/>
                  </a:lnTo>
                  <a:lnTo>
                    <a:pt x="1103490" y="606247"/>
                  </a:lnTo>
                  <a:lnTo>
                    <a:pt x="1103490" y="464807"/>
                  </a:lnTo>
                  <a:close/>
                </a:path>
                <a:path w="1103630" h="1536065">
                  <a:moveTo>
                    <a:pt x="1103490" y="232410"/>
                  </a:moveTo>
                  <a:lnTo>
                    <a:pt x="917575" y="232410"/>
                  </a:lnTo>
                  <a:lnTo>
                    <a:pt x="917575" y="373875"/>
                  </a:lnTo>
                  <a:lnTo>
                    <a:pt x="1103490" y="373875"/>
                  </a:lnTo>
                  <a:lnTo>
                    <a:pt x="1103490" y="232410"/>
                  </a:lnTo>
                  <a:close/>
                </a:path>
                <a:path w="1103630" h="1536065">
                  <a:moveTo>
                    <a:pt x="1103490" y="0"/>
                  </a:moveTo>
                  <a:lnTo>
                    <a:pt x="917575" y="0"/>
                  </a:lnTo>
                  <a:lnTo>
                    <a:pt x="917575" y="141452"/>
                  </a:lnTo>
                  <a:lnTo>
                    <a:pt x="1103490" y="141452"/>
                  </a:lnTo>
                  <a:lnTo>
                    <a:pt x="11034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 descr=""/>
            <p:cNvSpPr/>
            <p:nvPr/>
          </p:nvSpPr>
          <p:spPr>
            <a:xfrm>
              <a:off x="14688180" y="8901331"/>
              <a:ext cx="143510" cy="254635"/>
            </a:xfrm>
            <a:custGeom>
              <a:avLst/>
              <a:gdLst/>
              <a:ahLst/>
              <a:cxnLst/>
              <a:rect l="l" t="t" r="r" b="b"/>
              <a:pathLst>
                <a:path w="143509" h="254634">
                  <a:moveTo>
                    <a:pt x="143011" y="0"/>
                  </a:moveTo>
                  <a:lnTo>
                    <a:pt x="0" y="0"/>
                  </a:lnTo>
                  <a:lnTo>
                    <a:pt x="0" y="254589"/>
                  </a:lnTo>
                  <a:lnTo>
                    <a:pt x="143011" y="254589"/>
                  </a:lnTo>
                  <a:lnTo>
                    <a:pt x="143011" y="0"/>
                  </a:lnTo>
                  <a:close/>
                </a:path>
              </a:pathLst>
            </a:custGeom>
            <a:solidFill>
              <a:srgbClr val="EBEC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7" name="object 617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3056821" y="7685564"/>
              <a:ext cx="1588470" cy="2715642"/>
            </a:xfrm>
            <a:prstGeom prst="rect">
              <a:avLst/>
            </a:prstGeom>
          </p:spPr>
        </p:pic>
        <p:pic>
          <p:nvPicPr>
            <p:cNvPr id="618" name="object 618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4884824" y="7492770"/>
              <a:ext cx="1074800" cy="2988164"/>
            </a:xfrm>
            <a:prstGeom prst="rect">
              <a:avLst/>
            </a:prstGeom>
          </p:spPr>
        </p:pic>
        <p:pic>
          <p:nvPicPr>
            <p:cNvPr id="619" name="object 619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5431222" y="7980674"/>
              <a:ext cx="233364" cy="814865"/>
            </a:xfrm>
            <a:prstGeom prst="rect">
              <a:avLst/>
            </a:prstGeom>
          </p:spPr>
        </p:pic>
        <p:sp>
          <p:nvSpPr>
            <p:cNvPr id="620" name="object 620" descr=""/>
            <p:cNvSpPr/>
            <p:nvPr/>
          </p:nvSpPr>
          <p:spPr>
            <a:xfrm>
              <a:off x="15411379" y="7430459"/>
              <a:ext cx="337820" cy="261620"/>
            </a:xfrm>
            <a:custGeom>
              <a:avLst/>
              <a:gdLst/>
              <a:ahLst/>
              <a:cxnLst/>
              <a:rect l="l" t="t" r="r" b="b"/>
              <a:pathLst>
                <a:path w="337819" h="261620">
                  <a:moveTo>
                    <a:pt x="184073" y="0"/>
                  </a:moveTo>
                  <a:lnTo>
                    <a:pt x="144947" y="5518"/>
                  </a:lnTo>
                  <a:lnTo>
                    <a:pt x="116133" y="14781"/>
                  </a:lnTo>
                  <a:lnTo>
                    <a:pt x="100182" y="22153"/>
                  </a:lnTo>
                  <a:lnTo>
                    <a:pt x="88379" y="24414"/>
                  </a:lnTo>
                  <a:lnTo>
                    <a:pt x="38467" y="45670"/>
                  </a:lnTo>
                  <a:lnTo>
                    <a:pt x="8935" y="72162"/>
                  </a:lnTo>
                  <a:lnTo>
                    <a:pt x="0" y="122993"/>
                  </a:lnTo>
                  <a:lnTo>
                    <a:pt x="1010" y="149077"/>
                  </a:lnTo>
                  <a:lnTo>
                    <a:pt x="9908" y="201824"/>
                  </a:lnTo>
                  <a:lnTo>
                    <a:pt x="23643" y="243087"/>
                  </a:lnTo>
                  <a:lnTo>
                    <a:pt x="31116" y="259936"/>
                  </a:lnTo>
                  <a:lnTo>
                    <a:pt x="31916" y="243085"/>
                  </a:lnTo>
                  <a:lnTo>
                    <a:pt x="34315" y="224416"/>
                  </a:lnTo>
                  <a:lnTo>
                    <a:pt x="45807" y="182849"/>
                  </a:lnTo>
                  <a:lnTo>
                    <a:pt x="57199" y="158033"/>
                  </a:lnTo>
                  <a:lnTo>
                    <a:pt x="90421" y="158915"/>
                  </a:lnTo>
                  <a:lnTo>
                    <a:pt x="129471" y="156907"/>
                  </a:lnTo>
                  <a:lnTo>
                    <a:pt x="173164" y="150561"/>
                  </a:lnTo>
                  <a:lnTo>
                    <a:pt x="220315" y="138432"/>
                  </a:lnTo>
                  <a:lnTo>
                    <a:pt x="267418" y="120134"/>
                  </a:lnTo>
                  <a:lnTo>
                    <a:pt x="280931" y="113605"/>
                  </a:lnTo>
                  <a:lnTo>
                    <a:pt x="313254" y="261245"/>
                  </a:lnTo>
                  <a:lnTo>
                    <a:pt x="329421" y="215519"/>
                  </a:lnTo>
                  <a:lnTo>
                    <a:pt x="337424" y="167511"/>
                  </a:lnTo>
                  <a:lnTo>
                    <a:pt x="337407" y="123819"/>
                  </a:lnTo>
                  <a:lnTo>
                    <a:pt x="331997" y="85637"/>
                  </a:lnTo>
                  <a:lnTo>
                    <a:pt x="312101" y="43235"/>
                  </a:lnTo>
                  <a:lnTo>
                    <a:pt x="265729" y="14734"/>
                  </a:lnTo>
                  <a:lnTo>
                    <a:pt x="230964" y="3860"/>
                  </a:lnTo>
                  <a:lnTo>
                    <a:pt x="1840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1" name="object 621" descr=""/>
            <p:cNvSpPr/>
            <p:nvPr/>
          </p:nvSpPr>
          <p:spPr>
            <a:xfrm>
              <a:off x="15411379" y="7430459"/>
              <a:ext cx="337820" cy="261620"/>
            </a:xfrm>
            <a:custGeom>
              <a:avLst/>
              <a:gdLst/>
              <a:ahLst/>
              <a:cxnLst/>
              <a:rect l="l" t="t" r="r" b="b"/>
              <a:pathLst>
                <a:path w="337819" h="261620">
                  <a:moveTo>
                    <a:pt x="31116" y="259936"/>
                  </a:moveTo>
                  <a:lnTo>
                    <a:pt x="16403" y="223681"/>
                  </a:lnTo>
                  <a:lnTo>
                    <a:pt x="4667" y="177624"/>
                  </a:lnTo>
                  <a:lnTo>
                    <a:pt x="0" y="122993"/>
                  </a:lnTo>
                  <a:lnTo>
                    <a:pt x="956" y="99728"/>
                  </a:lnTo>
                  <a:lnTo>
                    <a:pt x="16601" y="63671"/>
                  </a:lnTo>
                  <a:lnTo>
                    <a:pt x="56484" y="35482"/>
                  </a:lnTo>
                  <a:lnTo>
                    <a:pt x="100182" y="22153"/>
                  </a:lnTo>
                  <a:lnTo>
                    <a:pt x="116133" y="14781"/>
                  </a:lnTo>
                  <a:lnTo>
                    <a:pt x="144947" y="5518"/>
                  </a:lnTo>
                  <a:lnTo>
                    <a:pt x="184073" y="0"/>
                  </a:lnTo>
                  <a:lnTo>
                    <a:pt x="230964" y="3860"/>
                  </a:lnTo>
                  <a:lnTo>
                    <a:pt x="292756" y="28976"/>
                  </a:lnTo>
                  <a:lnTo>
                    <a:pt x="323819" y="54162"/>
                  </a:lnTo>
                  <a:lnTo>
                    <a:pt x="337407" y="123819"/>
                  </a:lnTo>
                  <a:lnTo>
                    <a:pt x="337424" y="167511"/>
                  </a:lnTo>
                  <a:lnTo>
                    <a:pt x="329421" y="215519"/>
                  </a:lnTo>
                  <a:lnTo>
                    <a:pt x="325925" y="227844"/>
                  </a:lnTo>
                  <a:lnTo>
                    <a:pt x="322017" y="239575"/>
                  </a:lnTo>
                  <a:lnTo>
                    <a:pt x="317770" y="250711"/>
                  </a:lnTo>
                  <a:lnTo>
                    <a:pt x="313254" y="261245"/>
                  </a:lnTo>
                  <a:lnTo>
                    <a:pt x="308877" y="241021"/>
                  </a:lnTo>
                  <a:lnTo>
                    <a:pt x="304477" y="220779"/>
                  </a:lnTo>
                  <a:lnTo>
                    <a:pt x="295621" y="180242"/>
                  </a:lnTo>
                  <a:lnTo>
                    <a:pt x="284612" y="130239"/>
                  </a:lnTo>
                  <a:lnTo>
                    <a:pt x="280931" y="113605"/>
                  </a:lnTo>
                  <a:lnTo>
                    <a:pt x="267418" y="120134"/>
                  </a:lnTo>
                  <a:lnTo>
                    <a:pt x="252810" y="126525"/>
                  </a:lnTo>
                  <a:lnTo>
                    <a:pt x="173164" y="150561"/>
                  </a:lnTo>
                  <a:lnTo>
                    <a:pt x="129471" y="156907"/>
                  </a:lnTo>
                  <a:lnTo>
                    <a:pt x="90421" y="158915"/>
                  </a:lnTo>
                  <a:lnTo>
                    <a:pt x="57199" y="158033"/>
                  </a:lnTo>
                  <a:lnTo>
                    <a:pt x="54209" y="163825"/>
                  </a:lnTo>
                  <a:lnTo>
                    <a:pt x="38788" y="204236"/>
                  </a:lnTo>
                  <a:lnTo>
                    <a:pt x="31916" y="243085"/>
                  </a:lnTo>
                  <a:lnTo>
                    <a:pt x="31116" y="259936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22" name="object 622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3463011" y="7892399"/>
              <a:ext cx="2558099" cy="2810081"/>
            </a:xfrm>
            <a:prstGeom prst="rect">
              <a:avLst/>
            </a:prstGeom>
          </p:spPr>
        </p:pic>
        <p:pic>
          <p:nvPicPr>
            <p:cNvPr id="623" name="object 623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4205135" y="8568317"/>
              <a:ext cx="756092" cy="919228"/>
            </a:xfrm>
            <a:prstGeom prst="rect">
              <a:avLst/>
            </a:prstGeom>
          </p:spPr>
        </p:pic>
        <p:pic>
          <p:nvPicPr>
            <p:cNvPr id="624" name="object 624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3439530" y="8088960"/>
              <a:ext cx="1990201" cy="2532547"/>
            </a:xfrm>
            <a:prstGeom prst="rect">
              <a:avLst/>
            </a:prstGeom>
          </p:spPr>
        </p:pic>
      </p:grpSp>
      <p:grpSp>
        <p:nvGrpSpPr>
          <p:cNvPr id="625" name="object 625" descr=""/>
          <p:cNvGrpSpPr/>
          <p:nvPr/>
        </p:nvGrpSpPr>
        <p:grpSpPr>
          <a:xfrm>
            <a:off x="9621218" y="7147886"/>
            <a:ext cx="3446145" cy="3444240"/>
            <a:chOff x="9621218" y="7147886"/>
            <a:chExt cx="3446145" cy="3444240"/>
          </a:xfrm>
        </p:grpSpPr>
        <p:pic>
          <p:nvPicPr>
            <p:cNvPr id="626" name="object 626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0535172" y="7579486"/>
              <a:ext cx="2370831" cy="2859361"/>
            </a:xfrm>
            <a:prstGeom prst="rect">
              <a:avLst/>
            </a:prstGeom>
          </p:spPr>
        </p:pic>
        <p:pic>
          <p:nvPicPr>
            <p:cNvPr id="627" name="object 627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2226536" y="7615799"/>
              <a:ext cx="656126" cy="1068909"/>
            </a:xfrm>
            <a:prstGeom prst="rect">
              <a:avLst/>
            </a:prstGeom>
          </p:spPr>
        </p:pic>
        <p:pic>
          <p:nvPicPr>
            <p:cNvPr id="628" name="object 628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1657936" y="7171266"/>
              <a:ext cx="1409064" cy="1603685"/>
            </a:xfrm>
            <a:prstGeom prst="rect">
              <a:avLst/>
            </a:prstGeom>
          </p:spPr>
        </p:pic>
        <p:pic>
          <p:nvPicPr>
            <p:cNvPr id="629" name="object 629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2313546" y="7147886"/>
              <a:ext cx="392097" cy="477681"/>
            </a:xfrm>
            <a:prstGeom prst="rect">
              <a:avLst/>
            </a:prstGeom>
          </p:spPr>
        </p:pic>
        <p:sp>
          <p:nvSpPr>
            <p:cNvPr id="630" name="object 630" descr=""/>
            <p:cNvSpPr/>
            <p:nvPr/>
          </p:nvSpPr>
          <p:spPr>
            <a:xfrm>
              <a:off x="12210188" y="8025806"/>
              <a:ext cx="803275" cy="339725"/>
            </a:xfrm>
            <a:custGeom>
              <a:avLst/>
              <a:gdLst/>
              <a:ahLst/>
              <a:cxnLst/>
              <a:rect l="l" t="t" r="r" b="b"/>
              <a:pathLst>
                <a:path w="803275" h="339725">
                  <a:moveTo>
                    <a:pt x="22575" y="36208"/>
                  </a:moveTo>
                  <a:lnTo>
                    <a:pt x="21590" y="36208"/>
                  </a:lnTo>
                  <a:lnTo>
                    <a:pt x="14396" y="37457"/>
                  </a:lnTo>
                  <a:lnTo>
                    <a:pt x="8185" y="40905"/>
                  </a:lnTo>
                  <a:lnTo>
                    <a:pt x="3517" y="46107"/>
                  </a:lnTo>
                  <a:lnTo>
                    <a:pt x="952" y="52616"/>
                  </a:lnTo>
                  <a:lnTo>
                    <a:pt x="0" y="57642"/>
                  </a:lnTo>
                  <a:lnTo>
                    <a:pt x="1141" y="62720"/>
                  </a:lnTo>
                  <a:lnTo>
                    <a:pt x="5916" y="69359"/>
                  </a:lnTo>
                  <a:lnTo>
                    <a:pt x="8261" y="71380"/>
                  </a:lnTo>
                  <a:lnTo>
                    <a:pt x="10921" y="72804"/>
                  </a:lnTo>
                  <a:lnTo>
                    <a:pt x="7120" y="75338"/>
                  </a:lnTo>
                  <a:lnTo>
                    <a:pt x="4198" y="79034"/>
                  </a:lnTo>
                  <a:lnTo>
                    <a:pt x="1277" y="88384"/>
                  </a:lnTo>
                  <a:lnTo>
                    <a:pt x="1832" y="93599"/>
                  </a:lnTo>
                  <a:lnTo>
                    <a:pt x="7036" y="102813"/>
                  </a:lnTo>
                  <a:lnTo>
                    <a:pt x="11664" y="106258"/>
                  </a:lnTo>
                  <a:lnTo>
                    <a:pt x="16962" y="107556"/>
                  </a:lnTo>
                  <a:lnTo>
                    <a:pt x="38668" y="113336"/>
                  </a:lnTo>
                  <a:lnTo>
                    <a:pt x="32323" y="115378"/>
                  </a:lnTo>
                  <a:lnTo>
                    <a:pt x="27182" y="120258"/>
                  </a:lnTo>
                  <a:lnTo>
                    <a:pt x="23664" y="131503"/>
                  </a:lnTo>
                  <a:lnTo>
                    <a:pt x="24208" y="136718"/>
                  </a:lnTo>
                  <a:lnTo>
                    <a:pt x="29423" y="145932"/>
                  </a:lnTo>
                  <a:lnTo>
                    <a:pt x="34040" y="149377"/>
                  </a:lnTo>
                  <a:lnTo>
                    <a:pt x="125922" y="171167"/>
                  </a:lnTo>
                  <a:lnTo>
                    <a:pt x="129423" y="180128"/>
                  </a:lnTo>
                  <a:lnTo>
                    <a:pt x="134968" y="189372"/>
                  </a:lnTo>
                  <a:lnTo>
                    <a:pt x="142592" y="198948"/>
                  </a:lnTo>
                  <a:lnTo>
                    <a:pt x="152330" y="208904"/>
                  </a:lnTo>
                  <a:lnTo>
                    <a:pt x="156654" y="215671"/>
                  </a:lnTo>
                  <a:lnTo>
                    <a:pt x="163652" y="222156"/>
                  </a:lnTo>
                  <a:lnTo>
                    <a:pt x="173410" y="228439"/>
                  </a:lnTo>
                  <a:lnTo>
                    <a:pt x="186015" y="234600"/>
                  </a:lnTo>
                  <a:lnTo>
                    <a:pt x="192674" y="238327"/>
                  </a:lnTo>
                  <a:lnTo>
                    <a:pt x="198779" y="240725"/>
                  </a:lnTo>
                  <a:lnTo>
                    <a:pt x="203794" y="241657"/>
                  </a:lnTo>
                  <a:lnTo>
                    <a:pt x="223128" y="248143"/>
                  </a:lnTo>
                  <a:lnTo>
                    <a:pt x="341288" y="281258"/>
                  </a:lnTo>
                  <a:lnTo>
                    <a:pt x="396012" y="296185"/>
                  </a:lnTo>
                  <a:lnTo>
                    <a:pt x="449321" y="309077"/>
                  </a:lnTo>
                  <a:lnTo>
                    <a:pt x="500668" y="319838"/>
                  </a:lnTo>
                  <a:lnTo>
                    <a:pt x="549507" y="328374"/>
                  </a:lnTo>
                  <a:lnTo>
                    <a:pt x="595290" y="334589"/>
                  </a:lnTo>
                  <a:lnTo>
                    <a:pt x="637473" y="338388"/>
                  </a:lnTo>
                  <a:lnTo>
                    <a:pt x="675508" y="339675"/>
                  </a:lnTo>
                  <a:lnTo>
                    <a:pt x="718379" y="337423"/>
                  </a:lnTo>
                  <a:lnTo>
                    <a:pt x="778189" y="319505"/>
                  </a:lnTo>
                  <a:lnTo>
                    <a:pt x="802974" y="281427"/>
                  </a:lnTo>
                  <a:lnTo>
                    <a:pt x="801886" y="269685"/>
                  </a:lnTo>
                  <a:lnTo>
                    <a:pt x="777622" y="233598"/>
                  </a:lnTo>
                  <a:lnTo>
                    <a:pt x="745895" y="211504"/>
                  </a:lnTo>
                  <a:lnTo>
                    <a:pt x="704009" y="192125"/>
                  </a:lnTo>
                  <a:lnTo>
                    <a:pt x="653780" y="176040"/>
                  </a:lnTo>
                  <a:lnTo>
                    <a:pt x="597019" y="163831"/>
                  </a:lnTo>
                  <a:lnTo>
                    <a:pt x="568087" y="160183"/>
                  </a:lnTo>
                  <a:lnTo>
                    <a:pt x="312775" y="160183"/>
                  </a:lnTo>
                  <a:lnTo>
                    <a:pt x="251500" y="156330"/>
                  </a:lnTo>
                  <a:lnTo>
                    <a:pt x="193888" y="55568"/>
                  </a:lnTo>
                  <a:lnTo>
                    <a:pt x="142205" y="55568"/>
                  </a:lnTo>
                  <a:lnTo>
                    <a:pt x="140529" y="54385"/>
                  </a:lnTo>
                  <a:lnTo>
                    <a:pt x="193238" y="54385"/>
                  </a:lnTo>
                  <a:lnTo>
                    <a:pt x="187818" y="44344"/>
                  </a:lnTo>
                  <a:lnTo>
                    <a:pt x="90311" y="44344"/>
                  </a:lnTo>
                  <a:lnTo>
                    <a:pt x="24575" y="36428"/>
                  </a:lnTo>
                  <a:lnTo>
                    <a:pt x="23569" y="36281"/>
                  </a:lnTo>
                  <a:lnTo>
                    <a:pt x="22575" y="36208"/>
                  </a:lnTo>
                  <a:close/>
                </a:path>
                <a:path w="803275" h="339725">
                  <a:moveTo>
                    <a:pt x="471158" y="153367"/>
                  </a:moveTo>
                  <a:lnTo>
                    <a:pt x="464750" y="153367"/>
                  </a:lnTo>
                  <a:lnTo>
                    <a:pt x="458310" y="153450"/>
                  </a:lnTo>
                  <a:lnTo>
                    <a:pt x="392099" y="155647"/>
                  </a:lnTo>
                  <a:lnTo>
                    <a:pt x="353528" y="157548"/>
                  </a:lnTo>
                  <a:lnTo>
                    <a:pt x="312775" y="160183"/>
                  </a:lnTo>
                  <a:lnTo>
                    <a:pt x="568087" y="160183"/>
                  </a:lnTo>
                  <a:lnTo>
                    <a:pt x="535541" y="156080"/>
                  </a:lnTo>
                  <a:lnTo>
                    <a:pt x="471158" y="153367"/>
                  </a:lnTo>
                  <a:close/>
                </a:path>
                <a:path w="803275" h="339725">
                  <a:moveTo>
                    <a:pt x="193238" y="54385"/>
                  </a:moveTo>
                  <a:lnTo>
                    <a:pt x="140529" y="54385"/>
                  </a:lnTo>
                  <a:lnTo>
                    <a:pt x="141681" y="54584"/>
                  </a:lnTo>
                  <a:lnTo>
                    <a:pt x="142205" y="55568"/>
                  </a:lnTo>
                  <a:lnTo>
                    <a:pt x="193888" y="55568"/>
                  </a:lnTo>
                  <a:lnTo>
                    <a:pt x="193238" y="54385"/>
                  </a:lnTo>
                  <a:close/>
                </a:path>
                <a:path w="803275" h="339725">
                  <a:moveTo>
                    <a:pt x="70133" y="0"/>
                  </a:moveTo>
                  <a:lnTo>
                    <a:pt x="69149" y="0"/>
                  </a:lnTo>
                  <a:lnTo>
                    <a:pt x="61955" y="1247"/>
                  </a:lnTo>
                  <a:lnTo>
                    <a:pt x="55743" y="4693"/>
                  </a:lnTo>
                  <a:lnTo>
                    <a:pt x="51072" y="9894"/>
                  </a:lnTo>
                  <a:lnTo>
                    <a:pt x="48501" y="16407"/>
                  </a:lnTo>
                  <a:lnTo>
                    <a:pt x="47558" y="21433"/>
                  </a:lnTo>
                  <a:lnTo>
                    <a:pt x="48700" y="26512"/>
                  </a:lnTo>
                  <a:lnTo>
                    <a:pt x="54888" y="35108"/>
                  </a:lnTo>
                  <a:lnTo>
                    <a:pt x="59893" y="38072"/>
                  </a:lnTo>
                  <a:lnTo>
                    <a:pt x="64919" y="38752"/>
                  </a:lnTo>
                  <a:lnTo>
                    <a:pt x="90311" y="44344"/>
                  </a:lnTo>
                  <a:lnTo>
                    <a:pt x="187818" y="44344"/>
                  </a:lnTo>
                  <a:lnTo>
                    <a:pt x="174978" y="20554"/>
                  </a:lnTo>
                  <a:lnTo>
                    <a:pt x="169942" y="16680"/>
                  </a:lnTo>
                  <a:lnTo>
                    <a:pt x="163932" y="15067"/>
                  </a:lnTo>
                  <a:lnTo>
                    <a:pt x="163680" y="14983"/>
                  </a:lnTo>
                  <a:lnTo>
                    <a:pt x="161890" y="14565"/>
                  </a:lnTo>
                  <a:lnTo>
                    <a:pt x="160612" y="14376"/>
                  </a:lnTo>
                  <a:lnTo>
                    <a:pt x="159838" y="14345"/>
                  </a:lnTo>
                  <a:lnTo>
                    <a:pt x="72133" y="219"/>
                  </a:lnTo>
                  <a:lnTo>
                    <a:pt x="71128" y="73"/>
                  </a:lnTo>
                  <a:lnTo>
                    <a:pt x="701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 descr=""/>
            <p:cNvSpPr/>
            <p:nvPr/>
          </p:nvSpPr>
          <p:spPr>
            <a:xfrm>
              <a:off x="12203701" y="8019527"/>
              <a:ext cx="815975" cy="352425"/>
            </a:xfrm>
            <a:custGeom>
              <a:avLst/>
              <a:gdLst/>
              <a:ahLst/>
              <a:cxnLst/>
              <a:rect l="l" t="t" r="r" b="b"/>
              <a:pathLst>
                <a:path w="815975" h="352425">
                  <a:moveTo>
                    <a:pt x="29353" y="36208"/>
                  </a:moveTo>
                  <a:lnTo>
                    <a:pt x="28086" y="36208"/>
                  </a:lnTo>
                  <a:lnTo>
                    <a:pt x="18658" y="37820"/>
                  </a:lnTo>
                  <a:lnTo>
                    <a:pt x="10618" y="42290"/>
                  </a:lnTo>
                  <a:lnTo>
                    <a:pt x="4600" y="49102"/>
                  </a:lnTo>
                  <a:lnTo>
                    <a:pt x="1270" y="57725"/>
                  </a:lnTo>
                  <a:lnTo>
                    <a:pt x="0" y="64490"/>
                  </a:lnTo>
                  <a:lnTo>
                    <a:pt x="1511" y="71254"/>
                  </a:lnTo>
                  <a:lnTo>
                    <a:pt x="6212" y="77788"/>
                  </a:lnTo>
                  <a:lnTo>
                    <a:pt x="6956" y="78688"/>
                  </a:lnTo>
                  <a:lnTo>
                    <a:pt x="7751" y="79515"/>
                  </a:lnTo>
                  <a:lnTo>
                    <a:pt x="5793" y="81976"/>
                  </a:lnTo>
                  <a:lnTo>
                    <a:pt x="4275" y="84772"/>
                  </a:lnTo>
                  <a:lnTo>
                    <a:pt x="1249" y="94457"/>
                  </a:lnTo>
                  <a:lnTo>
                    <a:pt x="1982" y="101431"/>
                  </a:lnTo>
                  <a:lnTo>
                    <a:pt x="8893" y="113671"/>
                  </a:lnTo>
                  <a:lnTo>
                    <a:pt x="14966" y="118226"/>
                  </a:lnTo>
                  <a:lnTo>
                    <a:pt x="22065" y="119964"/>
                  </a:lnTo>
                  <a:lnTo>
                    <a:pt x="30484" y="122216"/>
                  </a:lnTo>
                  <a:lnTo>
                    <a:pt x="28358" y="124771"/>
                  </a:lnTo>
                  <a:lnTo>
                    <a:pt x="26714" y="127723"/>
                  </a:lnTo>
                  <a:lnTo>
                    <a:pt x="23625" y="137576"/>
                  </a:lnTo>
                  <a:lnTo>
                    <a:pt x="24369" y="144550"/>
                  </a:lnTo>
                  <a:lnTo>
                    <a:pt x="31269" y="156791"/>
                  </a:lnTo>
                  <a:lnTo>
                    <a:pt x="37353" y="161345"/>
                  </a:lnTo>
                  <a:lnTo>
                    <a:pt x="68188" y="168703"/>
                  </a:lnTo>
                  <a:lnTo>
                    <a:pt x="127517" y="182748"/>
                  </a:lnTo>
                  <a:lnTo>
                    <a:pt x="131474" y="191479"/>
                  </a:lnTo>
                  <a:lnTo>
                    <a:pt x="137124" y="200390"/>
                  </a:lnTo>
                  <a:lnTo>
                    <a:pt x="144495" y="209519"/>
                  </a:lnTo>
                  <a:lnTo>
                    <a:pt x="153611" y="218904"/>
                  </a:lnTo>
                  <a:lnTo>
                    <a:pt x="158591" y="226344"/>
                  </a:lnTo>
                  <a:lnTo>
                    <a:pt x="166184" y="233344"/>
                  </a:lnTo>
                  <a:lnTo>
                    <a:pt x="176584" y="240065"/>
                  </a:lnTo>
                  <a:lnTo>
                    <a:pt x="189987" y="246662"/>
                  </a:lnTo>
                  <a:lnTo>
                    <a:pt x="196678" y="250348"/>
                  </a:lnTo>
                  <a:lnTo>
                    <a:pt x="202897" y="252809"/>
                  </a:lnTo>
                  <a:lnTo>
                    <a:pt x="208970" y="254149"/>
                  </a:lnTo>
                  <a:lnTo>
                    <a:pt x="228361" y="260616"/>
                  </a:lnTo>
                  <a:lnTo>
                    <a:pt x="346034" y="293572"/>
                  </a:lnTo>
                  <a:lnTo>
                    <a:pt x="400998" y="308559"/>
                  </a:lnTo>
                  <a:lnTo>
                    <a:pt x="454554" y="321504"/>
                  </a:lnTo>
                  <a:lnTo>
                    <a:pt x="506154" y="332312"/>
                  </a:lnTo>
                  <a:lnTo>
                    <a:pt x="555248" y="340886"/>
                  </a:lnTo>
                  <a:lnTo>
                    <a:pt x="601287" y="347130"/>
                  </a:lnTo>
                  <a:lnTo>
                    <a:pt x="643722" y="350946"/>
                  </a:lnTo>
                  <a:lnTo>
                    <a:pt x="682003" y="352240"/>
                  </a:lnTo>
                  <a:lnTo>
                    <a:pt x="726774" y="349869"/>
                  </a:lnTo>
                  <a:lnTo>
                    <a:pt x="762314" y="342710"/>
                  </a:lnTo>
                  <a:lnTo>
                    <a:pt x="769039" y="339665"/>
                  </a:lnTo>
                  <a:lnTo>
                    <a:pt x="682003" y="339665"/>
                  </a:lnTo>
                  <a:lnTo>
                    <a:pt x="641102" y="338176"/>
                  </a:lnTo>
                  <a:lnTo>
                    <a:pt x="596564" y="333910"/>
                  </a:lnTo>
                  <a:lnTo>
                    <a:pt x="549251" y="327170"/>
                  </a:lnTo>
                  <a:lnTo>
                    <a:pt x="500026" y="318257"/>
                  </a:lnTo>
                  <a:lnTo>
                    <a:pt x="449752" y="307473"/>
                  </a:lnTo>
                  <a:lnTo>
                    <a:pt x="399293" y="295119"/>
                  </a:lnTo>
                  <a:lnTo>
                    <a:pt x="276400" y="261440"/>
                  </a:lnTo>
                  <a:lnTo>
                    <a:pt x="212415" y="242034"/>
                  </a:lnTo>
                  <a:lnTo>
                    <a:pt x="206792" y="240893"/>
                  </a:lnTo>
                  <a:lnTo>
                    <a:pt x="201128" y="238505"/>
                  </a:lnTo>
                  <a:lnTo>
                    <a:pt x="195578" y="235395"/>
                  </a:lnTo>
                  <a:lnTo>
                    <a:pt x="183940" y="229763"/>
                  </a:lnTo>
                  <a:lnTo>
                    <a:pt x="174631" y="223943"/>
                  </a:lnTo>
                  <a:lnTo>
                    <a:pt x="167937" y="217891"/>
                  </a:lnTo>
                  <a:lnTo>
                    <a:pt x="164145" y="211564"/>
                  </a:lnTo>
                  <a:lnTo>
                    <a:pt x="151943" y="198922"/>
                  </a:lnTo>
                  <a:lnTo>
                    <a:pt x="144101" y="188208"/>
                  </a:lnTo>
                  <a:lnTo>
                    <a:pt x="139654" y="179340"/>
                  </a:lnTo>
                  <a:lnTo>
                    <a:pt x="137643" y="172235"/>
                  </a:lnTo>
                  <a:lnTo>
                    <a:pt x="39887" y="149032"/>
                  </a:lnTo>
                  <a:lnTo>
                    <a:pt x="35489" y="141744"/>
                  </a:lnTo>
                  <a:lnTo>
                    <a:pt x="39541" y="128791"/>
                  </a:lnTo>
                  <a:lnTo>
                    <a:pt x="45488" y="124844"/>
                  </a:lnTo>
                  <a:lnTo>
                    <a:pt x="89061" y="124844"/>
                  </a:lnTo>
                  <a:lnTo>
                    <a:pt x="25070" y="107766"/>
                  </a:lnTo>
                  <a:lnTo>
                    <a:pt x="17500" y="105902"/>
                  </a:lnTo>
                  <a:lnTo>
                    <a:pt x="13113" y="98625"/>
                  </a:lnTo>
                  <a:lnTo>
                    <a:pt x="17154" y="85672"/>
                  </a:lnTo>
                  <a:lnTo>
                    <a:pt x="23102" y="81725"/>
                  </a:lnTo>
                  <a:lnTo>
                    <a:pt x="65613" y="81725"/>
                  </a:lnTo>
                  <a:lnTo>
                    <a:pt x="25248" y="75107"/>
                  </a:lnTo>
                  <a:lnTo>
                    <a:pt x="17489" y="74029"/>
                  </a:lnTo>
                  <a:lnTo>
                    <a:pt x="12254" y="67254"/>
                  </a:lnTo>
                  <a:lnTo>
                    <a:pt x="14851" y="53516"/>
                  </a:lnTo>
                  <a:lnTo>
                    <a:pt x="21123" y="48773"/>
                  </a:lnTo>
                  <a:lnTo>
                    <a:pt x="118758" y="48773"/>
                  </a:lnTo>
                  <a:lnTo>
                    <a:pt x="99986" y="44883"/>
                  </a:lnTo>
                  <a:lnTo>
                    <a:pt x="72732" y="38888"/>
                  </a:lnTo>
                  <a:lnTo>
                    <a:pt x="51939" y="38888"/>
                  </a:lnTo>
                  <a:lnTo>
                    <a:pt x="31698" y="36449"/>
                  </a:lnTo>
                  <a:lnTo>
                    <a:pt x="30641" y="36302"/>
                  </a:lnTo>
                  <a:lnTo>
                    <a:pt x="29353" y="36208"/>
                  </a:lnTo>
                  <a:close/>
                </a:path>
                <a:path w="815975" h="352425">
                  <a:moveTo>
                    <a:pt x="613487" y="165932"/>
                  </a:moveTo>
                  <a:lnTo>
                    <a:pt x="477643" y="165932"/>
                  </a:lnTo>
                  <a:lnTo>
                    <a:pt x="542534" y="168703"/>
                  </a:lnTo>
                  <a:lnTo>
                    <a:pt x="603279" y="176499"/>
                  </a:lnTo>
                  <a:lnTo>
                    <a:pt x="658494" y="188545"/>
                  </a:lnTo>
                  <a:lnTo>
                    <a:pt x="706798" y="204064"/>
                  </a:lnTo>
                  <a:lnTo>
                    <a:pt x="746807" y="222282"/>
                  </a:lnTo>
                  <a:lnTo>
                    <a:pt x="796413" y="263708"/>
                  </a:lnTo>
                  <a:lnTo>
                    <a:pt x="803244" y="285366"/>
                  </a:lnTo>
                  <a:lnTo>
                    <a:pt x="796251" y="306618"/>
                  </a:lnTo>
                  <a:lnTo>
                    <a:pt x="779463" y="321655"/>
                  </a:lnTo>
                  <a:lnTo>
                    <a:pt x="754095" y="331917"/>
                  </a:lnTo>
                  <a:lnTo>
                    <a:pt x="721243" y="337792"/>
                  </a:lnTo>
                  <a:lnTo>
                    <a:pt x="682003" y="339665"/>
                  </a:lnTo>
                  <a:lnTo>
                    <a:pt x="769039" y="339665"/>
                  </a:lnTo>
                  <a:lnTo>
                    <a:pt x="788844" y="330696"/>
                  </a:lnTo>
                  <a:lnTo>
                    <a:pt x="806586" y="313760"/>
                  </a:lnTo>
                  <a:lnTo>
                    <a:pt x="813130" y="301176"/>
                  </a:lnTo>
                  <a:lnTo>
                    <a:pt x="815792" y="288098"/>
                  </a:lnTo>
                  <a:lnTo>
                    <a:pt x="814564" y="274710"/>
                  </a:lnTo>
                  <a:lnTo>
                    <a:pt x="789168" y="236182"/>
                  </a:lnTo>
                  <a:lnTo>
                    <a:pt x="756784" y="213372"/>
                  </a:lnTo>
                  <a:lnTo>
                    <a:pt x="714127" y="193365"/>
                  </a:lnTo>
                  <a:lnTo>
                    <a:pt x="663041" y="176760"/>
                  </a:lnTo>
                  <a:lnTo>
                    <a:pt x="613487" y="165932"/>
                  </a:lnTo>
                  <a:close/>
                </a:path>
                <a:path w="815975" h="352425">
                  <a:moveTo>
                    <a:pt x="155291" y="12565"/>
                  </a:moveTo>
                  <a:lnTo>
                    <a:pt x="76336" y="12565"/>
                  </a:lnTo>
                  <a:lnTo>
                    <a:pt x="77048" y="12617"/>
                  </a:lnTo>
                  <a:lnTo>
                    <a:pt x="77749" y="12711"/>
                  </a:lnTo>
                  <a:lnTo>
                    <a:pt x="129621" y="21381"/>
                  </a:lnTo>
                  <a:lnTo>
                    <a:pt x="165401" y="26847"/>
                  </a:lnTo>
                  <a:lnTo>
                    <a:pt x="166333" y="26910"/>
                  </a:lnTo>
                  <a:lnTo>
                    <a:pt x="167265" y="27046"/>
                  </a:lnTo>
                  <a:lnTo>
                    <a:pt x="168176" y="27255"/>
                  </a:lnTo>
                  <a:lnTo>
                    <a:pt x="168521" y="27308"/>
                  </a:lnTo>
                  <a:lnTo>
                    <a:pt x="172814" y="28417"/>
                  </a:lnTo>
                  <a:lnTo>
                    <a:pt x="176615" y="31088"/>
                  </a:lnTo>
                  <a:lnTo>
                    <a:pt x="194646" y="64490"/>
                  </a:lnTo>
                  <a:lnTo>
                    <a:pt x="254236" y="168696"/>
                  </a:lnTo>
                  <a:lnTo>
                    <a:pt x="318862" y="172727"/>
                  </a:lnTo>
                  <a:lnTo>
                    <a:pt x="356084" y="170319"/>
                  </a:lnTo>
                  <a:lnTo>
                    <a:pt x="392727" y="168460"/>
                  </a:lnTo>
                  <a:lnTo>
                    <a:pt x="464900" y="166005"/>
                  </a:lnTo>
                  <a:lnTo>
                    <a:pt x="471287" y="165932"/>
                  </a:lnTo>
                  <a:lnTo>
                    <a:pt x="613487" y="165932"/>
                  </a:lnTo>
                  <a:lnTo>
                    <a:pt x="605369" y="164158"/>
                  </a:lnTo>
                  <a:lnTo>
                    <a:pt x="573957" y="160131"/>
                  </a:lnTo>
                  <a:lnTo>
                    <a:pt x="318800" y="160131"/>
                  </a:lnTo>
                  <a:lnTo>
                    <a:pt x="261744" y="156518"/>
                  </a:lnTo>
                  <a:lnTo>
                    <a:pt x="205557" y="58249"/>
                  </a:lnTo>
                  <a:lnTo>
                    <a:pt x="186270" y="22522"/>
                  </a:lnTo>
                  <a:lnTo>
                    <a:pt x="180081" y="17612"/>
                  </a:lnTo>
                  <a:lnTo>
                    <a:pt x="172689" y="15455"/>
                  </a:lnTo>
                  <a:lnTo>
                    <a:pt x="172071" y="15235"/>
                  </a:lnTo>
                  <a:lnTo>
                    <a:pt x="171432" y="15067"/>
                  </a:lnTo>
                  <a:lnTo>
                    <a:pt x="170469" y="14900"/>
                  </a:lnTo>
                  <a:lnTo>
                    <a:pt x="169265" y="14638"/>
                  </a:lnTo>
                  <a:lnTo>
                    <a:pt x="168040" y="14460"/>
                  </a:lnTo>
                  <a:lnTo>
                    <a:pt x="166815" y="14355"/>
                  </a:lnTo>
                  <a:lnTo>
                    <a:pt x="155291" y="12565"/>
                  </a:lnTo>
                  <a:close/>
                </a:path>
                <a:path w="815975" h="352425">
                  <a:moveTo>
                    <a:pt x="477643" y="153356"/>
                  </a:moveTo>
                  <a:lnTo>
                    <a:pt x="471182" y="153356"/>
                  </a:lnTo>
                  <a:lnTo>
                    <a:pt x="464690" y="153440"/>
                  </a:lnTo>
                  <a:lnTo>
                    <a:pt x="398581" y="155632"/>
                  </a:lnTo>
                  <a:lnTo>
                    <a:pt x="359918" y="157520"/>
                  </a:lnTo>
                  <a:lnTo>
                    <a:pt x="318800" y="160131"/>
                  </a:lnTo>
                  <a:lnTo>
                    <a:pt x="573957" y="160131"/>
                  </a:lnTo>
                  <a:lnTo>
                    <a:pt x="542955" y="156156"/>
                  </a:lnTo>
                  <a:lnTo>
                    <a:pt x="477643" y="153356"/>
                  </a:lnTo>
                  <a:close/>
                </a:path>
                <a:path w="815975" h="352425">
                  <a:moveTo>
                    <a:pt x="89061" y="124844"/>
                  </a:moveTo>
                  <a:lnTo>
                    <a:pt x="45488" y="124844"/>
                  </a:lnTo>
                  <a:lnTo>
                    <a:pt x="51823" y="124854"/>
                  </a:lnTo>
                  <a:lnTo>
                    <a:pt x="53028" y="124854"/>
                  </a:lnTo>
                  <a:lnTo>
                    <a:pt x="54242" y="124990"/>
                  </a:lnTo>
                  <a:lnTo>
                    <a:pt x="145925" y="146697"/>
                  </a:lnTo>
                  <a:lnTo>
                    <a:pt x="146533" y="145346"/>
                  </a:lnTo>
                  <a:lnTo>
                    <a:pt x="100126" y="127797"/>
                  </a:lnTo>
                  <a:lnTo>
                    <a:pt x="89061" y="124844"/>
                  </a:lnTo>
                  <a:close/>
                </a:path>
                <a:path w="815975" h="352425">
                  <a:moveTo>
                    <a:pt x="65613" y="81725"/>
                  </a:moveTo>
                  <a:lnTo>
                    <a:pt x="30651" y="81725"/>
                  </a:lnTo>
                  <a:lnTo>
                    <a:pt x="31866" y="81871"/>
                  </a:lnTo>
                  <a:lnTo>
                    <a:pt x="33070" y="82165"/>
                  </a:lnTo>
                  <a:lnTo>
                    <a:pt x="109958" y="98028"/>
                  </a:lnTo>
                  <a:lnTo>
                    <a:pt x="111235" y="98269"/>
                  </a:lnTo>
                  <a:lnTo>
                    <a:pt x="112408" y="98562"/>
                  </a:lnTo>
                  <a:lnTo>
                    <a:pt x="160365" y="116698"/>
                  </a:lnTo>
                  <a:lnTo>
                    <a:pt x="160501" y="116425"/>
                  </a:lnTo>
                  <a:lnTo>
                    <a:pt x="125329" y="91515"/>
                  </a:lnTo>
                  <a:lnTo>
                    <a:pt x="65613" y="81725"/>
                  </a:lnTo>
                  <a:close/>
                </a:path>
                <a:path w="815975" h="352425">
                  <a:moveTo>
                    <a:pt x="118758" y="48773"/>
                  </a:moveTo>
                  <a:lnTo>
                    <a:pt x="28777" y="48773"/>
                  </a:lnTo>
                  <a:lnTo>
                    <a:pt x="29489" y="48825"/>
                  </a:lnTo>
                  <a:lnTo>
                    <a:pt x="134187" y="61464"/>
                  </a:lnTo>
                  <a:lnTo>
                    <a:pt x="134512" y="61568"/>
                  </a:lnTo>
                  <a:lnTo>
                    <a:pt x="136931" y="61977"/>
                  </a:lnTo>
                  <a:lnTo>
                    <a:pt x="139276" y="62877"/>
                  </a:lnTo>
                  <a:lnTo>
                    <a:pt x="166993" y="82510"/>
                  </a:lnTo>
                  <a:lnTo>
                    <a:pt x="152239" y="55202"/>
                  </a:lnTo>
                  <a:lnTo>
                    <a:pt x="125723" y="50216"/>
                  </a:lnTo>
                  <a:lnTo>
                    <a:pt x="118758" y="48773"/>
                  </a:lnTo>
                  <a:close/>
                </a:path>
                <a:path w="815975" h="352425">
                  <a:moveTo>
                    <a:pt x="76912" y="0"/>
                  </a:moveTo>
                  <a:lnTo>
                    <a:pt x="75645" y="0"/>
                  </a:lnTo>
                  <a:lnTo>
                    <a:pt x="66224" y="1608"/>
                  </a:lnTo>
                  <a:lnTo>
                    <a:pt x="58175" y="6082"/>
                  </a:lnTo>
                  <a:lnTo>
                    <a:pt x="52154" y="12894"/>
                  </a:lnTo>
                  <a:lnTo>
                    <a:pt x="48818" y="21517"/>
                  </a:lnTo>
                  <a:lnTo>
                    <a:pt x="47677" y="27569"/>
                  </a:lnTo>
                  <a:lnTo>
                    <a:pt x="48787" y="33653"/>
                  </a:lnTo>
                  <a:lnTo>
                    <a:pt x="51939" y="38888"/>
                  </a:lnTo>
                  <a:lnTo>
                    <a:pt x="72732" y="38888"/>
                  </a:lnTo>
                  <a:lnTo>
                    <a:pt x="65045" y="37816"/>
                  </a:lnTo>
                  <a:lnTo>
                    <a:pt x="59813" y="31046"/>
                  </a:lnTo>
                  <a:lnTo>
                    <a:pt x="62409" y="17308"/>
                  </a:lnTo>
                  <a:lnTo>
                    <a:pt x="68681" y="12565"/>
                  </a:lnTo>
                  <a:lnTo>
                    <a:pt x="155291" y="12565"/>
                  </a:lnTo>
                  <a:lnTo>
                    <a:pt x="79843" y="324"/>
                  </a:lnTo>
                  <a:lnTo>
                    <a:pt x="78200" y="83"/>
                  </a:lnTo>
                  <a:lnTo>
                    <a:pt x="769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2" name="object 632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9876188" y="7674324"/>
              <a:ext cx="744732" cy="1584655"/>
            </a:xfrm>
            <a:prstGeom prst="rect">
              <a:avLst/>
            </a:prstGeom>
          </p:spPr>
        </p:pic>
        <p:pic>
          <p:nvPicPr>
            <p:cNvPr id="633" name="object 633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0220402" y="9988899"/>
              <a:ext cx="200515" cy="579343"/>
            </a:xfrm>
            <a:prstGeom prst="rect">
              <a:avLst/>
            </a:prstGeom>
          </p:spPr>
        </p:pic>
        <p:sp>
          <p:nvSpPr>
            <p:cNvPr id="634" name="object 634" descr=""/>
            <p:cNvSpPr/>
            <p:nvPr/>
          </p:nvSpPr>
          <p:spPr>
            <a:xfrm>
              <a:off x="10213914" y="9982621"/>
              <a:ext cx="213995" cy="592455"/>
            </a:xfrm>
            <a:custGeom>
              <a:avLst/>
              <a:gdLst/>
              <a:ahLst/>
              <a:cxnLst/>
              <a:rect l="l" t="t" r="r" b="b"/>
              <a:pathLst>
                <a:path w="213995" h="592454">
                  <a:moveTo>
                    <a:pt x="101742" y="0"/>
                  </a:moveTo>
                  <a:lnTo>
                    <a:pt x="51691" y="11945"/>
                  </a:lnTo>
                  <a:lnTo>
                    <a:pt x="21399" y="46909"/>
                  </a:lnTo>
                  <a:lnTo>
                    <a:pt x="6118" y="108989"/>
                  </a:lnTo>
                  <a:lnTo>
                    <a:pt x="1837" y="150584"/>
                  </a:lnTo>
                  <a:lnTo>
                    <a:pt x="0" y="197596"/>
                  </a:lnTo>
                  <a:lnTo>
                    <a:pt x="759" y="248809"/>
                  </a:lnTo>
                  <a:lnTo>
                    <a:pt x="4268" y="303011"/>
                  </a:lnTo>
                  <a:lnTo>
                    <a:pt x="10680" y="358984"/>
                  </a:lnTo>
                  <a:lnTo>
                    <a:pt x="20147" y="415515"/>
                  </a:lnTo>
                  <a:lnTo>
                    <a:pt x="32823" y="471388"/>
                  </a:lnTo>
                  <a:lnTo>
                    <a:pt x="30564" y="482551"/>
                  </a:lnTo>
                  <a:lnTo>
                    <a:pt x="27293" y="493407"/>
                  </a:lnTo>
                  <a:lnTo>
                    <a:pt x="23289" y="504196"/>
                  </a:lnTo>
                  <a:lnTo>
                    <a:pt x="19148" y="514382"/>
                  </a:lnTo>
                  <a:lnTo>
                    <a:pt x="13234" y="529283"/>
                  </a:lnTo>
                  <a:lnTo>
                    <a:pt x="8868" y="543728"/>
                  </a:lnTo>
                  <a:lnTo>
                    <a:pt x="7427" y="557680"/>
                  </a:lnTo>
                  <a:lnTo>
                    <a:pt x="10290" y="571103"/>
                  </a:lnTo>
                  <a:lnTo>
                    <a:pt x="19579" y="583131"/>
                  </a:lnTo>
                  <a:lnTo>
                    <a:pt x="32319" y="589307"/>
                  </a:lnTo>
                  <a:lnTo>
                    <a:pt x="45300" y="591583"/>
                  </a:lnTo>
                  <a:lnTo>
                    <a:pt x="55314" y="591908"/>
                  </a:lnTo>
                  <a:lnTo>
                    <a:pt x="63170" y="591740"/>
                  </a:lnTo>
                  <a:lnTo>
                    <a:pt x="71370" y="591292"/>
                  </a:lnTo>
                  <a:lnTo>
                    <a:pt x="107556" y="588385"/>
                  </a:lnTo>
                  <a:lnTo>
                    <a:pt x="116972" y="587880"/>
                  </a:lnTo>
                  <a:lnTo>
                    <a:pt x="126234" y="587688"/>
                  </a:lnTo>
                  <a:lnTo>
                    <a:pt x="144239" y="585715"/>
                  </a:lnTo>
                  <a:lnTo>
                    <a:pt x="156772" y="580639"/>
                  </a:lnTo>
                  <a:lnTo>
                    <a:pt x="158281" y="579343"/>
                  </a:lnTo>
                  <a:lnTo>
                    <a:pt x="55314" y="579343"/>
                  </a:lnTo>
                  <a:lnTo>
                    <a:pt x="43700" y="578743"/>
                  </a:lnTo>
                  <a:lnTo>
                    <a:pt x="33989" y="576653"/>
                  </a:lnTo>
                  <a:lnTo>
                    <a:pt x="26585" y="572642"/>
                  </a:lnTo>
                  <a:lnTo>
                    <a:pt x="21890" y="566255"/>
                  </a:lnTo>
                  <a:lnTo>
                    <a:pt x="20928" y="547351"/>
                  </a:lnTo>
                  <a:lnTo>
                    <a:pt x="28413" y="524915"/>
                  </a:lnTo>
                  <a:lnTo>
                    <a:pt x="38567" y="499237"/>
                  </a:lnTo>
                  <a:lnTo>
                    <a:pt x="45608" y="470582"/>
                  </a:lnTo>
                  <a:lnTo>
                    <a:pt x="33393" y="416711"/>
                  </a:lnTo>
                  <a:lnTo>
                    <a:pt x="23772" y="358783"/>
                  </a:lnTo>
                  <a:lnTo>
                    <a:pt x="16967" y="299044"/>
                  </a:lnTo>
                  <a:lnTo>
                    <a:pt x="13199" y="239741"/>
                  </a:lnTo>
                  <a:lnTo>
                    <a:pt x="12692" y="183122"/>
                  </a:lnTo>
                  <a:lnTo>
                    <a:pt x="15668" y="131434"/>
                  </a:lnTo>
                  <a:lnTo>
                    <a:pt x="22350" y="86925"/>
                  </a:lnTo>
                  <a:lnTo>
                    <a:pt x="45054" y="33057"/>
                  </a:lnTo>
                  <a:lnTo>
                    <a:pt x="80642" y="14486"/>
                  </a:lnTo>
                  <a:lnTo>
                    <a:pt x="101742" y="12565"/>
                  </a:lnTo>
                  <a:lnTo>
                    <a:pt x="171076" y="12565"/>
                  </a:lnTo>
                  <a:lnTo>
                    <a:pt x="138513" y="3930"/>
                  </a:lnTo>
                  <a:lnTo>
                    <a:pt x="101742" y="0"/>
                  </a:lnTo>
                  <a:close/>
                </a:path>
                <a:path w="213995" h="592454">
                  <a:moveTo>
                    <a:pt x="171076" y="12565"/>
                  </a:moveTo>
                  <a:lnTo>
                    <a:pt x="101742" y="12565"/>
                  </a:lnTo>
                  <a:lnTo>
                    <a:pt x="136992" y="16449"/>
                  </a:lnTo>
                  <a:lnTo>
                    <a:pt x="168641" y="24994"/>
                  </a:lnTo>
                  <a:lnTo>
                    <a:pt x="191463" y="33538"/>
                  </a:lnTo>
                  <a:lnTo>
                    <a:pt x="200231" y="37422"/>
                  </a:lnTo>
                  <a:lnTo>
                    <a:pt x="155149" y="235619"/>
                  </a:lnTo>
                  <a:lnTo>
                    <a:pt x="131358" y="346896"/>
                  </a:lnTo>
                  <a:lnTo>
                    <a:pt x="120970" y="411943"/>
                  </a:lnTo>
                  <a:lnTo>
                    <a:pt x="116040" y="472299"/>
                  </a:lnTo>
                  <a:lnTo>
                    <a:pt x="115867" y="474823"/>
                  </a:lnTo>
                  <a:lnTo>
                    <a:pt x="115323" y="481336"/>
                  </a:lnTo>
                  <a:lnTo>
                    <a:pt x="147994" y="521841"/>
                  </a:lnTo>
                  <a:lnTo>
                    <a:pt x="159369" y="551208"/>
                  </a:lnTo>
                  <a:lnTo>
                    <a:pt x="151448" y="569086"/>
                  </a:lnTo>
                  <a:lnTo>
                    <a:pt x="126234" y="575123"/>
                  </a:lnTo>
                  <a:lnTo>
                    <a:pt x="107725" y="575783"/>
                  </a:lnTo>
                  <a:lnTo>
                    <a:pt x="71526" y="578684"/>
                  </a:lnTo>
                  <a:lnTo>
                    <a:pt x="55314" y="579343"/>
                  </a:lnTo>
                  <a:lnTo>
                    <a:pt x="158281" y="579343"/>
                  </a:lnTo>
                  <a:lnTo>
                    <a:pt x="164821" y="573729"/>
                  </a:lnTo>
                  <a:lnTo>
                    <a:pt x="169374" y="566255"/>
                  </a:lnTo>
                  <a:lnTo>
                    <a:pt x="171754" y="549005"/>
                  </a:lnTo>
                  <a:lnTo>
                    <a:pt x="165677" y="528295"/>
                  </a:lnTo>
                  <a:lnTo>
                    <a:pt x="151183" y="504196"/>
                  </a:lnTo>
                  <a:lnTo>
                    <a:pt x="128307" y="476781"/>
                  </a:lnTo>
                  <a:lnTo>
                    <a:pt x="128631" y="472299"/>
                  </a:lnTo>
                  <a:lnTo>
                    <a:pt x="133111" y="433446"/>
                  </a:lnTo>
                  <a:lnTo>
                    <a:pt x="141619" y="381186"/>
                  </a:lnTo>
                  <a:lnTo>
                    <a:pt x="152946" y="320284"/>
                  </a:lnTo>
                  <a:lnTo>
                    <a:pt x="165886" y="255505"/>
                  </a:lnTo>
                  <a:lnTo>
                    <a:pt x="179230" y="191613"/>
                  </a:lnTo>
                  <a:lnTo>
                    <a:pt x="191769" y="133373"/>
                  </a:lnTo>
                  <a:lnTo>
                    <a:pt x="202297" y="85551"/>
                  </a:lnTo>
                  <a:lnTo>
                    <a:pt x="213781" y="34512"/>
                  </a:lnTo>
                  <a:lnTo>
                    <a:pt x="210974" y="28658"/>
                  </a:lnTo>
                  <a:lnTo>
                    <a:pt x="205697" y="26103"/>
                  </a:lnTo>
                  <a:lnTo>
                    <a:pt x="195472" y="21579"/>
                  </a:lnTo>
                  <a:lnTo>
                    <a:pt x="171417" y="12655"/>
                  </a:lnTo>
                  <a:lnTo>
                    <a:pt x="171076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5" name="object 635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9669821" y="9917016"/>
              <a:ext cx="391611" cy="666126"/>
            </a:xfrm>
            <a:prstGeom prst="rect">
              <a:avLst/>
            </a:prstGeom>
          </p:spPr>
        </p:pic>
        <p:sp>
          <p:nvSpPr>
            <p:cNvPr id="636" name="object 636" descr=""/>
            <p:cNvSpPr/>
            <p:nvPr/>
          </p:nvSpPr>
          <p:spPr>
            <a:xfrm>
              <a:off x="9663789" y="9910736"/>
              <a:ext cx="404495" cy="678815"/>
            </a:xfrm>
            <a:custGeom>
              <a:avLst/>
              <a:gdLst/>
              <a:ahLst/>
              <a:cxnLst/>
              <a:rect l="l" t="t" r="r" b="b"/>
              <a:pathLst>
                <a:path w="404495" h="678815">
                  <a:moveTo>
                    <a:pt x="233930" y="0"/>
                  </a:moveTo>
                  <a:lnTo>
                    <a:pt x="192254" y="23085"/>
                  </a:lnTo>
                  <a:lnTo>
                    <a:pt x="182621" y="73256"/>
                  </a:lnTo>
                  <a:lnTo>
                    <a:pt x="180229" y="115686"/>
                  </a:lnTo>
                  <a:lnTo>
                    <a:pt x="179082" y="165620"/>
                  </a:lnTo>
                  <a:lnTo>
                    <a:pt x="178884" y="223716"/>
                  </a:lnTo>
                  <a:lnTo>
                    <a:pt x="179293" y="282025"/>
                  </a:lnTo>
                  <a:lnTo>
                    <a:pt x="180640" y="397549"/>
                  </a:lnTo>
                  <a:lnTo>
                    <a:pt x="180963" y="449208"/>
                  </a:lnTo>
                  <a:lnTo>
                    <a:pt x="180709" y="485102"/>
                  </a:lnTo>
                  <a:lnTo>
                    <a:pt x="180614" y="495698"/>
                  </a:lnTo>
                  <a:lnTo>
                    <a:pt x="179345" y="531533"/>
                  </a:lnTo>
                  <a:lnTo>
                    <a:pt x="179135" y="534884"/>
                  </a:lnTo>
                  <a:lnTo>
                    <a:pt x="179071" y="536748"/>
                  </a:lnTo>
                  <a:lnTo>
                    <a:pt x="150886" y="562675"/>
                  </a:lnTo>
                  <a:lnTo>
                    <a:pt x="84878" y="581679"/>
                  </a:lnTo>
                  <a:lnTo>
                    <a:pt x="63961" y="588022"/>
                  </a:lnTo>
                  <a:lnTo>
                    <a:pt x="24836" y="605876"/>
                  </a:lnTo>
                  <a:lnTo>
                    <a:pt x="0" y="642744"/>
                  </a:lnTo>
                  <a:lnTo>
                    <a:pt x="4818" y="651254"/>
                  </a:lnTo>
                  <a:lnTo>
                    <a:pt x="17270" y="659020"/>
                  </a:lnTo>
                  <a:lnTo>
                    <a:pt x="41610" y="664680"/>
                  </a:lnTo>
                  <a:lnTo>
                    <a:pt x="82091" y="666869"/>
                  </a:lnTo>
                  <a:lnTo>
                    <a:pt x="92145" y="667276"/>
                  </a:lnTo>
                  <a:lnTo>
                    <a:pt x="104657" y="668359"/>
                  </a:lnTo>
                  <a:lnTo>
                    <a:pt x="155484" y="674183"/>
                  </a:lnTo>
                  <a:lnTo>
                    <a:pt x="177002" y="676424"/>
                  </a:lnTo>
                  <a:lnTo>
                    <a:pt x="197943" y="678052"/>
                  </a:lnTo>
                  <a:lnTo>
                    <a:pt x="217333" y="678680"/>
                  </a:lnTo>
                  <a:lnTo>
                    <a:pt x="226998" y="678461"/>
                  </a:lnTo>
                  <a:lnTo>
                    <a:pt x="235501" y="677801"/>
                  </a:lnTo>
                  <a:lnTo>
                    <a:pt x="242900" y="676693"/>
                  </a:lnTo>
                  <a:lnTo>
                    <a:pt x="249248" y="675131"/>
                  </a:lnTo>
                  <a:lnTo>
                    <a:pt x="258997" y="672147"/>
                  </a:lnTo>
                  <a:lnTo>
                    <a:pt x="273237" y="670471"/>
                  </a:lnTo>
                  <a:lnTo>
                    <a:pt x="285464" y="668402"/>
                  </a:lnTo>
                  <a:lnTo>
                    <a:pt x="290970" y="666115"/>
                  </a:lnTo>
                  <a:lnTo>
                    <a:pt x="217333" y="666115"/>
                  </a:lnTo>
                  <a:lnTo>
                    <a:pt x="182081" y="664270"/>
                  </a:lnTo>
                  <a:lnTo>
                    <a:pt x="108803" y="656150"/>
                  </a:lnTo>
                  <a:lnTo>
                    <a:pt x="82091" y="654304"/>
                  </a:lnTo>
                  <a:lnTo>
                    <a:pt x="51953" y="653135"/>
                  </a:lnTo>
                  <a:lnTo>
                    <a:pt x="23596" y="648039"/>
                  </a:lnTo>
                  <a:lnTo>
                    <a:pt x="11840" y="636630"/>
                  </a:lnTo>
                  <a:lnTo>
                    <a:pt x="31506" y="616525"/>
                  </a:lnTo>
                  <a:lnTo>
                    <a:pt x="76475" y="597214"/>
                  </a:lnTo>
                  <a:lnTo>
                    <a:pt x="124443" y="584309"/>
                  </a:lnTo>
                  <a:lnTo>
                    <a:pt x="165937" y="569609"/>
                  </a:lnTo>
                  <a:lnTo>
                    <a:pt x="191481" y="544915"/>
                  </a:lnTo>
                  <a:lnTo>
                    <a:pt x="191589" y="537941"/>
                  </a:lnTo>
                  <a:lnTo>
                    <a:pt x="191730" y="534884"/>
                  </a:lnTo>
                  <a:lnTo>
                    <a:pt x="191916" y="531533"/>
                  </a:lnTo>
                  <a:lnTo>
                    <a:pt x="193196" y="495698"/>
                  </a:lnTo>
                  <a:lnTo>
                    <a:pt x="193529" y="449208"/>
                  </a:lnTo>
                  <a:lnTo>
                    <a:pt x="193214" y="397549"/>
                  </a:lnTo>
                  <a:lnTo>
                    <a:pt x="191845" y="279813"/>
                  </a:lnTo>
                  <a:lnTo>
                    <a:pt x="191453" y="223716"/>
                  </a:lnTo>
                  <a:lnTo>
                    <a:pt x="191645" y="168227"/>
                  </a:lnTo>
                  <a:lnTo>
                    <a:pt x="192748" y="117945"/>
                  </a:lnTo>
                  <a:lnTo>
                    <a:pt x="195077" y="75258"/>
                  </a:lnTo>
                  <a:lnTo>
                    <a:pt x="203513" y="28693"/>
                  </a:lnTo>
                  <a:lnTo>
                    <a:pt x="233930" y="12565"/>
                  </a:lnTo>
                  <a:lnTo>
                    <a:pt x="284324" y="12565"/>
                  </a:lnTo>
                  <a:lnTo>
                    <a:pt x="233930" y="0"/>
                  </a:lnTo>
                  <a:close/>
                </a:path>
                <a:path w="404495" h="678815">
                  <a:moveTo>
                    <a:pt x="284324" y="12565"/>
                  </a:moveTo>
                  <a:lnTo>
                    <a:pt x="233930" y="12565"/>
                  </a:lnTo>
                  <a:lnTo>
                    <a:pt x="282061" y="25135"/>
                  </a:lnTo>
                  <a:lnTo>
                    <a:pt x="333434" y="52800"/>
                  </a:lnTo>
                  <a:lnTo>
                    <a:pt x="374324" y="80467"/>
                  </a:lnTo>
                  <a:lnTo>
                    <a:pt x="391003" y="93044"/>
                  </a:lnTo>
                  <a:lnTo>
                    <a:pt x="346837" y="306455"/>
                  </a:lnTo>
                  <a:lnTo>
                    <a:pt x="322236" y="423399"/>
                  </a:lnTo>
                  <a:lnTo>
                    <a:pt x="308307" y="485102"/>
                  </a:lnTo>
                  <a:lnTo>
                    <a:pt x="296158" y="532790"/>
                  </a:lnTo>
                  <a:lnTo>
                    <a:pt x="293833" y="540643"/>
                  </a:lnTo>
                  <a:lnTo>
                    <a:pt x="298148" y="565670"/>
                  </a:lnTo>
                  <a:lnTo>
                    <a:pt x="302863" y="590538"/>
                  </a:lnTo>
                  <a:lnTo>
                    <a:pt x="304781" y="614441"/>
                  </a:lnTo>
                  <a:lnTo>
                    <a:pt x="300702" y="636577"/>
                  </a:lnTo>
                  <a:lnTo>
                    <a:pt x="292171" y="651108"/>
                  </a:lnTo>
                  <a:lnTo>
                    <a:pt x="281508" y="656532"/>
                  </a:lnTo>
                  <a:lnTo>
                    <a:pt x="266657" y="658614"/>
                  </a:lnTo>
                  <a:lnTo>
                    <a:pt x="245563" y="663121"/>
                  </a:lnTo>
                  <a:lnTo>
                    <a:pt x="239803" y="664494"/>
                  </a:lnTo>
                  <a:lnTo>
                    <a:pt x="233105" y="665423"/>
                  </a:lnTo>
                  <a:lnTo>
                    <a:pt x="225578" y="665949"/>
                  </a:lnTo>
                  <a:lnTo>
                    <a:pt x="217333" y="666115"/>
                  </a:lnTo>
                  <a:lnTo>
                    <a:pt x="290970" y="666115"/>
                  </a:lnTo>
                  <a:lnTo>
                    <a:pt x="316775" y="623142"/>
                  </a:lnTo>
                  <a:lnTo>
                    <a:pt x="317114" y="604547"/>
                  </a:lnTo>
                  <a:lnTo>
                    <a:pt x="314797" y="585645"/>
                  </a:lnTo>
                  <a:lnTo>
                    <a:pt x="311184" y="566747"/>
                  </a:lnTo>
                  <a:lnTo>
                    <a:pt x="307781" y="549951"/>
                  </a:lnTo>
                  <a:lnTo>
                    <a:pt x="306650" y="541774"/>
                  </a:lnTo>
                  <a:lnTo>
                    <a:pt x="316432" y="502378"/>
                  </a:lnTo>
                  <a:lnTo>
                    <a:pt x="327543" y="453060"/>
                  </a:lnTo>
                  <a:lnTo>
                    <a:pt x="340626" y="393106"/>
                  </a:lnTo>
                  <a:lnTo>
                    <a:pt x="354660" y="327615"/>
                  </a:lnTo>
                  <a:lnTo>
                    <a:pt x="368622" y="261687"/>
                  </a:lnTo>
                  <a:lnTo>
                    <a:pt x="381491" y="200422"/>
                  </a:lnTo>
                  <a:lnTo>
                    <a:pt x="392244" y="148917"/>
                  </a:lnTo>
                  <a:lnTo>
                    <a:pt x="404270" y="90950"/>
                  </a:lnTo>
                  <a:lnTo>
                    <a:pt x="402542" y="86164"/>
                  </a:lnTo>
                  <a:lnTo>
                    <a:pt x="398825" y="83222"/>
                  </a:lnTo>
                  <a:lnTo>
                    <a:pt x="379646" y="68783"/>
                  </a:lnTo>
                  <a:lnTo>
                    <a:pt x="337137" y="40335"/>
                  </a:lnTo>
                  <a:lnTo>
                    <a:pt x="284324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7" name="object 637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9746850" y="8991187"/>
              <a:ext cx="783553" cy="1495221"/>
            </a:xfrm>
            <a:prstGeom prst="rect">
              <a:avLst/>
            </a:prstGeom>
          </p:spPr>
        </p:pic>
        <p:pic>
          <p:nvPicPr>
            <p:cNvPr id="638" name="object 638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9651350" y="7904158"/>
              <a:ext cx="971808" cy="1399553"/>
            </a:xfrm>
            <a:prstGeom prst="rect">
              <a:avLst/>
            </a:prstGeom>
          </p:spPr>
        </p:pic>
        <p:sp>
          <p:nvSpPr>
            <p:cNvPr id="639" name="object 639" descr=""/>
            <p:cNvSpPr/>
            <p:nvPr/>
          </p:nvSpPr>
          <p:spPr>
            <a:xfrm>
              <a:off x="9632369" y="10462629"/>
              <a:ext cx="361950" cy="107950"/>
            </a:xfrm>
            <a:custGeom>
              <a:avLst/>
              <a:gdLst/>
              <a:ahLst/>
              <a:cxnLst/>
              <a:rect l="l" t="t" r="r" b="b"/>
              <a:pathLst>
                <a:path w="361950" h="107950">
                  <a:moveTo>
                    <a:pt x="192004" y="0"/>
                  </a:moveTo>
                  <a:lnTo>
                    <a:pt x="189858" y="0"/>
                  </a:lnTo>
                  <a:lnTo>
                    <a:pt x="188737" y="303"/>
                  </a:lnTo>
                  <a:lnTo>
                    <a:pt x="177992" y="6434"/>
                  </a:lnTo>
                  <a:lnTo>
                    <a:pt x="153013" y="19279"/>
                  </a:lnTo>
                  <a:lnTo>
                    <a:pt x="117931" y="34531"/>
                  </a:lnTo>
                  <a:lnTo>
                    <a:pt x="77882" y="47286"/>
                  </a:lnTo>
                  <a:lnTo>
                    <a:pt x="29060" y="58311"/>
                  </a:lnTo>
                  <a:lnTo>
                    <a:pt x="13248" y="63732"/>
                  </a:lnTo>
                  <a:lnTo>
                    <a:pt x="3353" y="71377"/>
                  </a:lnTo>
                  <a:lnTo>
                    <a:pt x="0" y="82856"/>
                  </a:lnTo>
                  <a:lnTo>
                    <a:pt x="2583" y="90461"/>
                  </a:lnTo>
                  <a:lnTo>
                    <a:pt x="20229" y="98657"/>
                  </a:lnTo>
                  <a:lnTo>
                    <a:pt x="67969" y="105215"/>
                  </a:lnTo>
                  <a:lnTo>
                    <a:pt x="160832" y="107902"/>
                  </a:lnTo>
                  <a:lnTo>
                    <a:pt x="182801" y="107792"/>
                  </a:lnTo>
                  <a:lnTo>
                    <a:pt x="357455" y="96730"/>
                  </a:lnTo>
                  <a:lnTo>
                    <a:pt x="361716" y="91316"/>
                  </a:lnTo>
                  <a:lnTo>
                    <a:pt x="350921" y="25590"/>
                  </a:lnTo>
                  <a:lnTo>
                    <a:pt x="349874" y="24009"/>
                  </a:lnTo>
                  <a:lnTo>
                    <a:pt x="347329" y="22428"/>
                  </a:lnTo>
                  <a:lnTo>
                    <a:pt x="346177" y="22114"/>
                  </a:lnTo>
                  <a:lnTo>
                    <a:pt x="344408" y="22114"/>
                  </a:lnTo>
                  <a:lnTo>
                    <a:pt x="335934" y="24410"/>
                  </a:lnTo>
                  <a:lnTo>
                    <a:pt x="317841" y="28751"/>
                  </a:lnTo>
                  <a:lnTo>
                    <a:pt x="293500" y="33067"/>
                  </a:lnTo>
                  <a:lnTo>
                    <a:pt x="267499" y="35025"/>
                  </a:lnTo>
                  <a:lnTo>
                    <a:pt x="249601" y="34508"/>
                  </a:lnTo>
                  <a:lnTo>
                    <a:pt x="233108" y="32964"/>
                  </a:lnTo>
                  <a:lnTo>
                    <a:pt x="218060" y="30404"/>
                  </a:lnTo>
                  <a:lnTo>
                    <a:pt x="204496" y="26836"/>
                  </a:lnTo>
                  <a:lnTo>
                    <a:pt x="206391" y="22910"/>
                  </a:lnTo>
                  <a:lnTo>
                    <a:pt x="206569" y="19413"/>
                  </a:lnTo>
                  <a:lnTo>
                    <a:pt x="204841" y="6879"/>
                  </a:lnTo>
                  <a:lnTo>
                    <a:pt x="193030" y="251"/>
                  </a:lnTo>
                  <a:lnTo>
                    <a:pt x="1920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0" name="object 640" descr=""/>
            <p:cNvSpPr/>
            <p:nvPr/>
          </p:nvSpPr>
          <p:spPr>
            <a:xfrm>
              <a:off x="9626093" y="10456347"/>
              <a:ext cx="374650" cy="120650"/>
            </a:xfrm>
            <a:custGeom>
              <a:avLst/>
              <a:gdLst/>
              <a:ahLst/>
              <a:cxnLst/>
              <a:rect l="l" t="t" r="r" b="b"/>
              <a:pathLst>
                <a:path w="374650" h="120650">
                  <a:moveTo>
                    <a:pt x="199302" y="0"/>
                  </a:moveTo>
                  <a:lnTo>
                    <a:pt x="195009" y="0"/>
                  </a:lnTo>
                  <a:lnTo>
                    <a:pt x="192758" y="607"/>
                  </a:lnTo>
                  <a:lnTo>
                    <a:pt x="190769" y="1811"/>
                  </a:lnTo>
                  <a:lnTo>
                    <a:pt x="181165" y="7264"/>
                  </a:lnTo>
                  <a:lnTo>
                    <a:pt x="122041" y="34921"/>
                  </a:lnTo>
                  <a:lnTo>
                    <a:pt x="82688" y="47454"/>
                  </a:lnTo>
                  <a:lnTo>
                    <a:pt x="55129" y="53642"/>
                  </a:lnTo>
                  <a:lnTo>
                    <a:pt x="32925" y="58767"/>
                  </a:lnTo>
                  <a:lnTo>
                    <a:pt x="15427" y="65111"/>
                  </a:lnTo>
                  <a:lnTo>
                    <a:pt x="3997" y="74611"/>
                  </a:lnTo>
                  <a:lnTo>
                    <a:pt x="0" y="89201"/>
                  </a:lnTo>
                  <a:lnTo>
                    <a:pt x="4484" y="101298"/>
                  </a:lnTo>
                  <a:lnTo>
                    <a:pt x="25767" y="111241"/>
                  </a:lnTo>
                  <a:lnTo>
                    <a:pt x="75948" y="117977"/>
                  </a:lnTo>
                  <a:lnTo>
                    <a:pt x="167125" y="120457"/>
                  </a:lnTo>
                  <a:lnTo>
                    <a:pt x="206881" y="120104"/>
                  </a:lnTo>
                  <a:lnTo>
                    <a:pt x="223720" y="119724"/>
                  </a:lnTo>
                  <a:lnTo>
                    <a:pt x="365957" y="109148"/>
                  </a:lnTo>
                  <a:lnTo>
                    <a:pt x="368318" y="107892"/>
                  </a:lnTo>
                  <a:lnTo>
                    <a:pt x="167125" y="107892"/>
                  </a:lnTo>
                  <a:lnTo>
                    <a:pt x="116743" y="107216"/>
                  </a:lnTo>
                  <a:lnTo>
                    <a:pt x="66564" y="104524"/>
                  </a:lnTo>
                  <a:lnTo>
                    <a:pt x="28026" y="98814"/>
                  </a:lnTo>
                  <a:lnTo>
                    <a:pt x="12565" y="89086"/>
                  </a:lnTo>
                  <a:lnTo>
                    <a:pt x="17196" y="78870"/>
                  </a:lnTo>
                  <a:lnTo>
                    <a:pt x="31131" y="72271"/>
                  </a:lnTo>
                  <a:lnTo>
                    <a:pt x="54051" y="66726"/>
                  </a:lnTo>
                  <a:lnTo>
                    <a:pt x="85641" y="59673"/>
                  </a:lnTo>
                  <a:lnTo>
                    <a:pt x="126797" y="46568"/>
                  </a:lnTo>
                  <a:lnTo>
                    <a:pt x="162474" y="31038"/>
                  </a:lnTo>
                  <a:lnTo>
                    <a:pt x="187704" y="18020"/>
                  </a:lnTo>
                  <a:lnTo>
                    <a:pt x="197261" y="12565"/>
                  </a:lnTo>
                  <a:lnTo>
                    <a:pt x="214944" y="12565"/>
                  </a:lnTo>
                  <a:lnTo>
                    <a:pt x="211154" y="7542"/>
                  </a:lnTo>
                  <a:lnTo>
                    <a:pt x="206349" y="3461"/>
                  </a:lnTo>
                  <a:lnTo>
                    <a:pt x="203218" y="1497"/>
                  </a:lnTo>
                  <a:lnTo>
                    <a:pt x="201355" y="502"/>
                  </a:lnTo>
                  <a:lnTo>
                    <a:pt x="199302" y="0"/>
                  </a:lnTo>
                  <a:close/>
                </a:path>
                <a:path w="374650" h="120650">
                  <a:moveTo>
                    <a:pt x="364030" y="34669"/>
                  </a:moveTo>
                  <a:lnTo>
                    <a:pt x="351298" y="34669"/>
                  </a:lnTo>
                  <a:lnTo>
                    <a:pt x="361507" y="96876"/>
                  </a:lnTo>
                  <a:lnTo>
                    <a:pt x="222789" y="107190"/>
                  </a:lnTo>
                  <a:lnTo>
                    <a:pt x="197878" y="107804"/>
                  </a:lnTo>
                  <a:lnTo>
                    <a:pt x="167125" y="107892"/>
                  </a:lnTo>
                  <a:lnTo>
                    <a:pt x="368338" y="107881"/>
                  </a:lnTo>
                  <a:lnTo>
                    <a:pt x="369203" y="107420"/>
                  </a:lnTo>
                  <a:lnTo>
                    <a:pt x="373559" y="101881"/>
                  </a:lnTo>
                  <a:lnTo>
                    <a:pt x="374480" y="98321"/>
                  </a:lnTo>
                  <a:lnTo>
                    <a:pt x="364030" y="34669"/>
                  </a:lnTo>
                  <a:close/>
                </a:path>
                <a:path w="374650" h="120650">
                  <a:moveTo>
                    <a:pt x="214944" y="12565"/>
                  </a:moveTo>
                  <a:lnTo>
                    <a:pt x="197261" y="12565"/>
                  </a:lnTo>
                  <a:lnTo>
                    <a:pt x="207392" y="18358"/>
                  </a:lnTo>
                  <a:lnTo>
                    <a:pt x="211129" y="22753"/>
                  </a:lnTo>
                  <a:lnTo>
                    <a:pt x="208796" y="27959"/>
                  </a:lnTo>
                  <a:lnTo>
                    <a:pt x="200716" y="36197"/>
                  </a:lnTo>
                  <a:lnTo>
                    <a:pt x="212624" y="40252"/>
                  </a:lnTo>
                  <a:lnTo>
                    <a:pt x="228397" y="43916"/>
                  </a:lnTo>
                  <a:lnTo>
                    <a:pt x="248593" y="46568"/>
                  </a:lnTo>
                  <a:lnTo>
                    <a:pt x="273771" y="47590"/>
                  </a:lnTo>
                  <a:lnTo>
                    <a:pt x="300696" y="45571"/>
                  </a:lnTo>
                  <a:lnTo>
                    <a:pt x="325700" y="41129"/>
                  </a:lnTo>
                  <a:lnTo>
                    <a:pt x="344121" y="36688"/>
                  </a:lnTo>
                  <a:lnTo>
                    <a:pt x="350032" y="35025"/>
                  </a:lnTo>
                  <a:lnTo>
                    <a:pt x="273771" y="35025"/>
                  </a:lnTo>
                  <a:lnTo>
                    <a:pt x="258321" y="34637"/>
                  </a:lnTo>
                  <a:lnTo>
                    <a:pt x="243966" y="33478"/>
                  </a:lnTo>
                  <a:lnTo>
                    <a:pt x="230734" y="31553"/>
                  </a:lnTo>
                  <a:lnTo>
                    <a:pt x="218653" y="28868"/>
                  </a:lnTo>
                  <a:lnTo>
                    <a:pt x="219040" y="26386"/>
                  </a:lnTo>
                  <a:lnTo>
                    <a:pt x="218967" y="24135"/>
                  </a:lnTo>
                  <a:lnTo>
                    <a:pt x="218778" y="22753"/>
                  </a:lnTo>
                  <a:lnTo>
                    <a:pt x="218666" y="22104"/>
                  </a:lnTo>
                  <a:lnTo>
                    <a:pt x="215863" y="13782"/>
                  </a:lnTo>
                  <a:lnTo>
                    <a:pt x="214944" y="12565"/>
                  </a:lnTo>
                  <a:close/>
                </a:path>
                <a:path w="374650" h="120650">
                  <a:moveTo>
                    <a:pt x="353612" y="22104"/>
                  </a:moveTo>
                  <a:lnTo>
                    <a:pt x="350073" y="22104"/>
                  </a:lnTo>
                  <a:lnTo>
                    <a:pt x="348837" y="22282"/>
                  </a:lnTo>
                  <a:lnTo>
                    <a:pt x="347269" y="22753"/>
                  </a:lnTo>
                  <a:lnTo>
                    <a:pt x="340537" y="24635"/>
                  </a:lnTo>
                  <a:lnTo>
                    <a:pt x="322844" y="28883"/>
                  </a:lnTo>
                  <a:lnTo>
                    <a:pt x="299083" y="33108"/>
                  </a:lnTo>
                  <a:lnTo>
                    <a:pt x="273771" y="35025"/>
                  </a:lnTo>
                  <a:lnTo>
                    <a:pt x="350032" y="35025"/>
                  </a:lnTo>
                  <a:lnTo>
                    <a:pt x="351298" y="34669"/>
                  </a:lnTo>
                  <a:lnTo>
                    <a:pt x="364030" y="34669"/>
                  </a:lnTo>
                  <a:lnTo>
                    <a:pt x="363109" y="29056"/>
                  </a:lnTo>
                  <a:lnTo>
                    <a:pt x="361004" y="25915"/>
                  </a:lnTo>
                  <a:lnTo>
                    <a:pt x="355911" y="22751"/>
                  </a:lnTo>
                  <a:lnTo>
                    <a:pt x="353612" y="221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 descr=""/>
            <p:cNvSpPr/>
            <p:nvPr/>
          </p:nvSpPr>
          <p:spPr>
            <a:xfrm>
              <a:off x="9627789" y="10543044"/>
              <a:ext cx="366395" cy="42545"/>
            </a:xfrm>
            <a:custGeom>
              <a:avLst/>
              <a:gdLst/>
              <a:ahLst/>
              <a:cxnLst/>
              <a:rect l="l" t="t" r="r" b="b"/>
              <a:pathLst>
                <a:path w="366395" h="42545">
                  <a:moveTo>
                    <a:pt x="9654" y="83"/>
                  </a:moveTo>
                  <a:lnTo>
                    <a:pt x="0" y="30658"/>
                  </a:lnTo>
                  <a:lnTo>
                    <a:pt x="2272" y="33611"/>
                  </a:lnTo>
                  <a:lnTo>
                    <a:pt x="14596" y="35487"/>
                  </a:lnTo>
                  <a:lnTo>
                    <a:pt x="39515" y="38312"/>
                  </a:lnTo>
                  <a:lnTo>
                    <a:pt x="77854" y="41122"/>
                  </a:lnTo>
                  <a:lnTo>
                    <a:pt x="127200" y="42396"/>
                  </a:lnTo>
                  <a:lnTo>
                    <a:pt x="363287" y="42396"/>
                  </a:lnTo>
                  <a:lnTo>
                    <a:pt x="366093" y="39579"/>
                  </a:lnTo>
                  <a:lnTo>
                    <a:pt x="366093" y="10973"/>
                  </a:lnTo>
                  <a:lnTo>
                    <a:pt x="363287" y="8156"/>
                  </a:lnTo>
                  <a:lnTo>
                    <a:pt x="127200" y="8156"/>
                  </a:lnTo>
                  <a:lnTo>
                    <a:pt x="80490" y="6907"/>
                  </a:lnTo>
                  <a:lnTo>
                    <a:pt x="43356" y="4151"/>
                  </a:lnTo>
                  <a:lnTo>
                    <a:pt x="18757" y="1380"/>
                  </a:lnTo>
                  <a:lnTo>
                    <a:pt x="9654" y="83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 descr=""/>
            <p:cNvSpPr/>
            <p:nvPr/>
          </p:nvSpPr>
          <p:spPr>
            <a:xfrm>
              <a:off x="9621218" y="10536760"/>
              <a:ext cx="379095" cy="55244"/>
            </a:xfrm>
            <a:custGeom>
              <a:avLst/>
              <a:gdLst/>
              <a:ahLst/>
              <a:cxnLst/>
              <a:rect l="l" t="t" r="r" b="b"/>
              <a:pathLst>
                <a:path w="379095" h="55245">
                  <a:moveTo>
                    <a:pt x="15852" y="0"/>
                  </a:moveTo>
                  <a:lnTo>
                    <a:pt x="12418" y="0"/>
                  </a:lnTo>
                  <a:lnTo>
                    <a:pt x="9716" y="910"/>
                  </a:lnTo>
                  <a:lnTo>
                    <a:pt x="4753" y="4743"/>
                  </a:lnTo>
                  <a:lnTo>
                    <a:pt x="2994" y="7915"/>
                  </a:lnTo>
                  <a:lnTo>
                    <a:pt x="0" y="39642"/>
                  </a:lnTo>
                  <a:lnTo>
                    <a:pt x="4565" y="45569"/>
                  </a:lnTo>
                  <a:lnTo>
                    <a:pt x="46266" y="50934"/>
                  </a:lnTo>
                  <a:lnTo>
                    <a:pt x="84597" y="53711"/>
                  </a:lnTo>
                  <a:lnTo>
                    <a:pt x="133765" y="54961"/>
                  </a:lnTo>
                  <a:lnTo>
                    <a:pt x="373328" y="54961"/>
                  </a:lnTo>
                  <a:lnTo>
                    <a:pt x="378951" y="49338"/>
                  </a:lnTo>
                  <a:lnTo>
                    <a:pt x="378951" y="42396"/>
                  </a:lnTo>
                  <a:lnTo>
                    <a:pt x="133765" y="42396"/>
                  </a:lnTo>
                  <a:lnTo>
                    <a:pt x="85331" y="41170"/>
                  </a:lnTo>
                  <a:lnTo>
                    <a:pt x="47650" y="38449"/>
                  </a:lnTo>
                  <a:lnTo>
                    <a:pt x="22868" y="35664"/>
                  </a:lnTo>
                  <a:lnTo>
                    <a:pt x="13130" y="34250"/>
                  </a:lnTo>
                  <a:lnTo>
                    <a:pt x="15182" y="12565"/>
                  </a:lnTo>
                  <a:lnTo>
                    <a:pt x="377726" y="12565"/>
                  </a:lnTo>
                  <a:lnTo>
                    <a:pt x="373328" y="8167"/>
                  </a:lnTo>
                  <a:lnTo>
                    <a:pt x="133765" y="8167"/>
                  </a:lnTo>
                  <a:lnTo>
                    <a:pt x="87745" y="6962"/>
                  </a:lnTo>
                  <a:lnTo>
                    <a:pt x="51269" y="4289"/>
                  </a:lnTo>
                  <a:lnTo>
                    <a:pt x="26901" y="1554"/>
                  </a:lnTo>
                  <a:lnTo>
                    <a:pt x="17203" y="167"/>
                  </a:lnTo>
                  <a:lnTo>
                    <a:pt x="16533" y="52"/>
                  </a:lnTo>
                  <a:lnTo>
                    <a:pt x="15852" y="0"/>
                  </a:lnTo>
                  <a:close/>
                </a:path>
                <a:path w="379095" h="55245">
                  <a:moveTo>
                    <a:pt x="377726" y="12565"/>
                  </a:moveTo>
                  <a:lnTo>
                    <a:pt x="15182" y="12565"/>
                  </a:lnTo>
                  <a:lnTo>
                    <a:pt x="24283" y="13870"/>
                  </a:lnTo>
                  <a:lnTo>
                    <a:pt x="48978" y="16670"/>
                  </a:lnTo>
                  <a:lnTo>
                    <a:pt x="86422" y="19457"/>
                  </a:lnTo>
                  <a:lnTo>
                    <a:pt x="133765" y="20721"/>
                  </a:lnTo>
                  <a:lnTo>
                    <a:pt x="366386" y="20721"/>
                  </a:lnTo>
                  <a:lnTo>
                    <a:pt x="366386" y="42396"/>
                  </a:lnTo>
                  <a:lnTo>
                    <a:pt x="378951" y="42396"/>
                  </a:lnTo>
                  <a:lnTo>
                    <a:pt x="378951" y="13790"/>
                  </a:lnTo>
                  <a:lnTo>
                    <a:pt x="377726" y="125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3" name="object 643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0207833" y="10453808"/>
              <a:ext cx="196151" cy="129254"/>
            </a:xfrm>
            <a:prstGeom prst="rect">
              <a:avLst/>
            </a:prstGeom>
          </p:spPr>
        </p:pic>
      </p:grpSp>
      <p:pic>
        <p:nvPicPr>
          <p:cNvPr id="644" name="object 644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10875794" y="1904036"/>
            <a:ext cx="5022529" cy="4037991"/>
          </a:xfrm>
          <a:prstGeom prst="rect">
            <a:avLst/>
          </a:prstGeom>
        </p:spPr>
      </p:pic>
      <p:grpSp>
        <p:nvGrpSpPr>
          <p:cNvPr id="645" name="object 645" descr=""/>
          <p:cNvGrpSpPr/>
          <p:nvPr/>
        </p:nvGrpSpPr>
        <p:grpSpPr>
          <a:xfrm>
            <a:off x="9377730" y="5616908"/>
            <a:ext cx="350520" cy="252095"/>
            <a:chOff x="9377730" y="5616908"/>
            <a:chExt cx="350520" cy="252095"/>
          </a:xfrm>
        </p:grpSpPr>
        <p:sp>
          <p:nvSpPr>
            <p:cNvPr id="646" name="object 646" descr=""/>
            <p:cNvSpPr/>
            <p:nvPr/>
          </p:nvSpPr>
          <p:spPr>
            <a:xfrm>
              <a:off x="9377730" y="5616908"/>
              <a:ext cx="339725" cy="252095"/>
            </a:xfrm>
            <a:custGeom>
              <a:avLst/>
              <a:gdLst/>
              <a:ahLst/>
              <a:cxnLst/>
              <a:rect l="l" t="t" r="r" b="b"/>
              <a:pathLst>
                <a:path w="339725" h="252095">
                  <a:moveTo>
                    <a:pt x="106165" y="0"/>
                  </a:moveTo>
                  <a:lnTo>
                    <a:pt x="67196" y="3313"/>
                  </a:lnTo>
                  <a:lnTo>
                    <a:pt x="28114" y="11426"/>
                  </a:lnTo>
                  <a:lnTo>
                    <a:pt x="10243" y="22939"/>
                  </a:lnTo>
                  <a:lnTo>
                    <a:pt x="11028" y="46987"/>
                  </a:lnTo>
                  <a:lnTo>
                    <a:pt x="12621" y="78168"/>
                  </a:lnTo>
                  <a:lnTo>
                    <a:pt x="13148" y="110118"/>
                  </a:lnTo>
                  <a:lnTo>
                    <a:pt x="10735" y="136475"/>
                  </a:lnTo>
                  <a:lnTo>
                    <a:pt x="8902" y="144684"/>
                  </a:lnTo>
                  <a:lnTo>
                    <a:pt x="7834" y="148495"/>
                  </a:lnTo>
                  <a:lnTo>
                    <a:pt x="829" y="182415"/>
                  </a:lnTo>
                  <a:lnTo>
                    <a:pt x="5096" y="231637"/>
                  </a:lnTo>
                  <a:lnTo>
                    <a:pt x="85049" y="247812"/>
                  </a:lnTo>
                  <a:lnTo>
                    <a:pt x="146469" y="249818"/>
                  </a:lnTo>
                  <a:lnTo>
                    <a:pt x="213019" y="251121"/>
                  </a:lnTo>
                  <a:lnTo>
                    <a:pt x="275134" y="251491"/>
                  </a:lnTo>
                  <a:lnTo>
                    <a:pt x="323249" y="250702"/>
                  </a:lnTo>
                  <a:lnTo>
                    <a:pt x="333089" y="247018"/>
                  </a:lnTo>
                  <a:lnTo>
                    <a:pt x="338778" y="238631"/>
                  </a:lnTo>
                  <a:lnTo>
                    <a:pt x="339436" y="228223"/>
                  </a:lnTo>
                  <a:lnTo>
                    <a:pt x="334180" y="218472"/>
                  </a:lnTo>
                  <a:lnTo>
                    <a:pt x="275859" y="184391"/>
                  </a:lnTo>
                  <a:lnTo>
                    <a:pt x="233088" y="169341"/>
                  </a:lnTo>
                  <a:lnTo>
                    <a:pt x="188960" y="160998"/>
                  </a:lnTo>
                  <a:lnTo>
                    <a:pt x="172053" y="158221"/>
                  </a:lnTo>
                  <a:lnTo>
                    <a:pt x="158394" y="153137"/>
                  </a:lnTo>
                  <a:lnTo>
                    <a:pt x="131397" y="112761"/>
                  </a:lnTo>
                  <a:lnTo>
                    <a:pt x="123591" y="37842"/>
                  </a:lnTo>
                  <a:lnTo>
                    <a:pt x="123695" y="2887"/>
                  </a:lnTo>
                  <a:lnTo>
                    <a:pt x="106165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 descr=""/>
            <p:cNvSpPr/>
            <p:nvPr/>
          </p:nvSpPr>
          <p:spPr>
            <a:xfrm>
              <a:off x="9377730" y="5739227"/>
              <a:ext cx="350520" cy="128905"/>
            </a:xfrm>
            <a:custGeom>
              <a:avLst/>
              <a:gdLst/>
              <a:ahLst/>
              <a:cxnLst/>
              <a:rect l="l" t="t" r="r" b="b"/>
              <a:pathLst>
                <a:path w="350520" h="128904">
                  <a:moveTo>
                    <a:pt x="132993" y="0"/>
                  </a:moveTo>
                  <a:lnTo>
                    <a:pt x="115079" y="3529"/>
                  </a:lnTo>
                  <a:lnTo>
                    <a:pt x="100648" y="11169"/>
                  </a:lnTo>
                  <a:lnTo>
                    <a:pt x="91181" y="23117"/>
                  </a:lnTo>
                  <a:lnTo>
                    <a:pt x="88157" y="39569"/>
                  </a:lnTo>
                  <a:lnTo>
                    <a:pt x="81153" y="48147"/>
                  </a:lnTo>
                  <a:lnTo>
                    <a:pt x="62619" y="49268"/>
                  </a:lnTo>
                  <a:lnTo>
                    <a:pt x="37499" y="39186"/>
                  </a:lnTo>
                  <a:lnTo>
                    <a:pt x="10735" y="14156"/>
                  </a:lnTo>
                  <a:lnTo>
                    <a:pt x="8902" y="22365"/>
                  </a:lnTo>
                  <a:lnTo>
                    <a:pt x="7834" y="26177"/>
                  </a:lnTo>
                  <a:lnTo>
                    <a:pt x="829" y="60096"/>
                  </a:lnTo>
                  <a:lnTo>
                    <a:pt x="0" y="88533"/>
                  </a:lnTo>
                  <a:lnTo>
                    <a:pt x="5096" y="109318"/>
                  </a:lnTo>
                  <a:lnTo>
                    <a:pt x="40989" y="123089"/>
                  </a:lnTo>
                  <a:lnTo>
                    <a:pt x="93148" y="125425"/>
                  </a:lnTo>
                  <a:lnTo>
                    <a:pt x="160724" y="127172"/>
                  </a:lnTo>
                  <a:lnTo>
                    <a:pt x="232095" y="128217"/>
                  </a:lnTo>
                  <a:lnTo>
                    <a:pt x="295644" y="128446"/>
                  </a:lnTo>
                  <a:lnTo>
                    <a:pt x="339751" y="127744"/>
                  </a:lnTo>
                  <a:lnTo>
                    <a:pt x="347594" y="127441"/>
                  </a:lnTo>
                  <a:lnTo>
                    <a:pt x="350525" y="118624"/>
                  </a:lnTo>
                  <a:lnTo>
                    <a:pt x="346903" y="111148"/>
                  </a:lnTo>
                  <a:lnTo>
                    <a:pt x="291530" y="61307"/>
                  </a:lnTo>
                  <a:lnTo>
                    <a:pt x="244227" y="38561"/>
                  </a:lnTo>
                  <a:lnTo>
                    <a:pt x="190719" y="26355"/>
                  </a:lnTo>
                  <a:lnTo>
                    <a:pt x="172514" y="23319"/>
                  </a:lnTo>
                  <a:lnTo>
                    <a:pt x="155990" y="17665"/>
                  </a:lnTo>
                  <a:lnTo>
                    <a:pt x="142398" y="9767"/>
                  </a:lnTo>
                  <a:lnTo>
                    <a:pt x="132993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48" name="object 648" descr="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8601798" y="5719366"/>
            <a:ext cx="174196" cy="182444"/>
          </a:xfrm>
          <a:prstGeom prst="rect">
            <a:avLst/>
          </a:prstGeom>
        </p:spPr>
      </p:pic>
      <p:sp>
        <p:nvSpPr>
          <p:cNvPr id="649" name="object 649" descr=""/>
          <p:cNvSpPr/>
          <p:nvPr/>
        </p:nvSpPr>
        <p:spPr>
          <a:xfrm>
            <a:off x="9235110" y="2766833"/>
            <a:ext cx="381000" cy="686435"/>
          </a:xfrm>
          <a:custGeom>
            <a:avLst/>
            <a:gdLst/>
            <a:ahLst/>
            <a:cxnLst/>
            <a:rect l="l" t="t" r="r" b="b"/>
            <a:pathLst>
              <a:path w="381000" h="686435">
                <a:moveTo>
                  <a:pt x="19685" y="0"/>
                </a:moveTo>
                <a:lnTo>
                  <a:pt x="35102" y="66936"/>
                </a:lnTo>
                <a:lnTo>
                  <a:pt x="47150" y="138215"/>
                </a:lnTo>
                <a:lnTo>
                  <a:pt x="51896" y="194100"/>
                </a:lnTo>
                <a:lnTo>
                  <a:pt x="53859" y="248392"/>
                </a:lnTo>
                <a:lnTo>
                  <a:pt x="53295" y="301000"/>
                </a:lnTo>
                <a:lnTo>
                  <a:pt x="50458" y="351837"/>
                </a:lnTo>
                <a:lnTo>
                  <a:pt x="45603" y="400815"/>
                </a:lnTo>
                <a:lnTo>
                  <a:pt x="38986" y="447843"/>
                </a:lnTo>
                <a:lnTo>
                  <a:pt x="30862" y="492833"/>
                </a:lnTo>
                <a:lnTo>
                  <a:pt x="21486" y="535698"/>
                </a:lnTo>
                <a:lnTo>
                  <a:pt x="11113" y="576347"/>
                </a:lnTo>
                <a:lnTo>
                  <a:pt x="0" y="614693"/>
                </a:lnTo>
                <a:lnTo>
                  <a:pt x="24915" y="627487"/>
                </a:lnTo>
                <a:lnTo>
                  <a:pt x="84013" y="652113"/>
                </a:lnTo>
                <a:lnTo>
                  <a:pt x="167464" y="674874"/>
                </a:lnTo>
                <a:lnTo>
                  <a:pt x="214469" y="682186"/>
                </a:lnTo>
                <a:lnTo>
                  <a:pt x="258616" y="685716"/>
                </a:lnTo>
                <a:lnTo>
                  <a:pt x="299341" y="686230"/>
                </a:lnTo>
                <a:lnTo>
                  <a:pt x="334565" y="678029"/>
                </a:lnTo>
                <a:lnTo>
                  <a:pt x="361898" y="657301"/>
                </a:lnTo>
                <a:lnTo>
                  <a:pt x="378258" y="627696"/>
                </a:lnTo>
                <a:lnTo>
                  <a:pt x="380564" y="592861"/>
                </a:lnTo>
                <a:lnTo>
                  <a:pt x="375255" y="563131"/>
                </a:lnTo>
                <a:lnTo>
                  <a:pt x="359485" y="498217"/>
                </a:lnTo>
                <a:lnTo>
                  <a:pt x="333549" y="423307"/>
                </a:lnTo>
                <a:lnTo>
                  <a:pt x="316304" y="384815"/>
                </a:lnTo>
                <a:lnTo>
                  <a:pt x="295869" y="344655"/>
                </a:lnTo>
                <a:lnTo>
                  <a:pt x="271269" y="299553"/>
                </a:lnTo>
                <a:lnTo>
                  <a:pt x="241531" y="246233"/>
                </a:lnTo>
                <a:lnTo>
                  <a:pt x="225266" y="208652"/>
                </a:lnTo>
                <a:lnTo>
                  <a:pt x="209059" y="161755"/>
                </a:lnTo>
                <a:lnTo>
                  <a:pt x="190225" y="111836"/>
                </a:lnTo>
                <a:lnTo>
                  <a:pt x="166078" y="65191"/>
                </a:lnTo>
                <a:lnTo>
                  <a:pt x="112106" y="27370"/>
                </a:lnTo>
                <a:lnTo>
                  <a:pt x="78033" y="17548"/>
                </a:lnTo>
                <a:lnTo>
                  <a:pt x="19685" y="0"/>
                </a:lnTo>
                <a:close/>
              </a:path>
            </a:pathLst>
          </a:custGeom>
          <a:solidFill>
            <a:srgbClr val="212C6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0" name="object 650" descr=""/>
          <p:cNvGrpSpPr/>
          <p:nvPr/>
        </p:nvGrpSpPr>
        <p:grpSpPr>
          <a:xfrm>
            <a:off x="8515653" y="2026972"/>
            <a:ext cx="1040130" cy="3735070"/>
            <a:chOff x="8515653" y="2026972"/>
            <a:chExt cx="1040130" cy="3735070"/>
          </a:xfrm>
        </p:grpSpPr>
        <p:sp>
          <p:nvSpPr>
            <p:cNvPr id="651" name="object 651" descr=""/>
            <p:cNvSpPr/>
            <p:nvPr/>
          </p:nvSpPr>
          <p:spPr>
            <a:xfrm>
              <a:off x="8627567" y="3844930"/>
              <a:ext cx="924560" cy="1917064"/>
            </a:xfrm>
            <a:custGeom>
              <a:avLst/>
              <a:gdLst/>
              <a:ahLst/>
              <a:cxnLst/>
              <a:rect l="l" t="t" r="r" b="b"/>
              <a:pathLst>
                <a:path w="924559" h="1917064">
                  <a:moveTo>
                    <a:pt x="924077" y="1864779"/>
                  </a:moveTo>
                  <a:lnTo>
                    <a:pt x="923315" y="1814410"/>
                  </a:lnTo>
                  <a:lnTo>
                    <a:pt x="922096" y="1764169"/>
                  </a:lnTo>
                  <a:lnTo>
                    <a:pt x="920470" y="1714017"/>
                  </a:lnTo>
                  <a:lnTo>
                    <a:pt x="918464" y="1663915"/>
                  </a:lnTo>
                  <a:lnTo>
                    <a:pt x="916114" y="1613852"/>
                  </a:lnTo>
                  <a:lnTo>
                    <a:pt x="913472" y="1563776"/>
                  </a:lnTo>
                  <a:lnTo>
                    <a:pt x="910564" y="1513649"/>
                  </a:lnTo>
                  <a:lnTo>
                    <a:pt x="904138" y="1413167"/>
                  </a:lnTo>
                  <a:lnTo>
                    <a:pt x="879297" y="1055458"/>
                  </a:lnTo>
                  <a:lnTo>
                    <a:pt x="872832" y="950455"/>
                  </a:lnTo>
                  <a:lnTo>
                    <a:pt x="869899" y="897331"/>
                  </a:lnTo>
                  <a:lnTo>
                    <a:pt x="868387" y="849249"/>
                  </a:lnTo>
                  <a:lnTo>
                    <a:pt x="868184" y="799211"/>
                  </a:lnTo>
                  <a:lnTo>
                    <a:pt x="868337" y="748449"/>
                  </a:lnTo>
                  <a:lnTo>
                    <a:pt x="867930" y="698195"/>
                  </a:lnTo>
                  <a:lnTo>
                    <a:pt x="866025" y="649655"/>
                  </a:lnTo>
                  <a:lnTo>
                    <a:pt x="862685" y="598766"/>
                  </a:lnTo>
                  <a:lnTo>
                    <a:pt x="859129" y="548309"/>
                  </a:lnTo>
                  <a:lnTo>
                    <a:pt x="855383" y="498233"/>
                  </a:lnTo>
                  <a:lnTo>
                    <a:pt x="847356" y="399034"/>
                  </a:lnTo>
                  <a:lnTo>
                    <a:pt x="838809" y="300761"/>
                  </a:lnTo>
                  <a:lnTo>
                    <a:pt x="811847" y="7277"/>
                  </a:lnTo>
                  <a:lnTo>
                    <a:pt x="761834" y="9232"/>
                  </a:lnTo>
                  <a:lnTo>
                    <a:pt x="549236" y="18745"/>
                  </a:lnTo>
                  <a:lnTo>
                    <a:pt x="534098" y="19342"/>
                  </a:lnTo>
                  <a:lnTo>
                    <a:pt x="159042" y="0"/>
                  </a:lnTo>
                  <a:lnTo>
                    <a:pt x="141528" y="143865"/>
                  </a:lnTo>
                  <a:lnTo>
                    <a:pt x="124790" y="288759"/>
                  </a:lnTo>
                  <a:lnTo>
                    <a:pt x="108851" y="434657"/>
                  </a:lnTo>
                  <a:lnTo>
                    <a:pt x="97878" y="540385"/>
                  </a:lnTo>
                  <a:lnTo>
                    <a:pt x="87426" y="645693"/>
                  </a:lnTo>
                  <a:lnTo>
                    <a:pt x="77495" y="750582"/>
                  </a:lnTo>
                  <a:lnTo>
                    <a:pt x="68072" y="855040"/>
                  </a:lnTo>
                  <a:lnTo>
                    <a:pt x="59156" y="959078"/>
                  </a:lnTo>
                  <a:lnTo>
                    <a:pt x="50609" y="1064514"/>
                  </a:lnTo>
                  <a:lnTo>
                    <a:pt x="42557" y="1169492"/>
                  </a:lnTo>
                  <a:lnTo>
                    <a:pt x="35013" y="1274025"/>
                  </a:lnTo>
                  <a:lnTo>
                    <a:pt x="27965" y="1378102"/>
                  </a:lnTo>
                  <a:lnTo>
                    <a:pt x="21412" y="1481721"/>
                  </a:lnTo>
                  <a:lnTo>
                    <a:pt x="15354" y="1584883"/>
                  </a:lnTo>
                  <a:lnTo>
                    <a:pt x="9766" y="1687588"/>
                  </a:lnTo>
                  <a:lnTo>
                    <a:pt x="4648" y="1789823"/>
                  </a:lnTo>
                  <a:lnTo>
                    <a:pt x="0" y="1891601"/>
                  </a:lnTo>
                  <a:lnTo>
                    <a:pt x="8648" y="1897583"/>
                  </a:lnTo>
                  <a:lnTo>
                    <a:pt x="21386" y="1904657"/>
                  </a:lnTo>
                  <a:lnTo>
                    <a:pt x="38061" y="1911400"/>
                  </a:lnTo>
                  <a:lnTo>
                    <a:pt x="58547" y="1916391"/>
                  </a:lnTo>
                  <a:lnTo>
                    <a:pt x="86004" y="1916722"/>
                  </a:lnTo>
                  <a:lnTo>
                    <a:pt x="113411" y="1911616"/>
                  </a:lnTo>
                  <a:lnTo>
                    <a:pt x="136271" y="1904707"/>
                  </a:lnTo>
                  <a:lnTo>
                    <a:pt x="150114" y="1899602"/>
                  </a:lnTo>
                  <a:lnTo>
                    <a:pt x="161544" y="1849894"/>
                  </a:lnTo>
                  <a:lnTo>
                    <a:pt x="184848" y="1751558"/>
                  </a:lnTo>
                  <a:lnTo>
                    <a:pt x="208584" y="1654314"/>
                  </a:lnTo>
                  <a:lnTo>
                    <a:pt x="292862" y="1316761"/>
                  </a:lnTo>
                  <a:lnTo>
                    <a:pt x="316611" y="1219504"/>
                  </a:lnTo>
                  <a:lnTo>
                    <a:pt x="339902" y="1121168"/>
                  </a:lnTo>
                  <a:lnTo>
                    <a:pt x="351345" y="1071460"/>
                  </a:lnTo>
                  <a:lnTo>
                    <a:pt x="362419" y="1021867"/>
                  </a:lnTo>
                  <a:lnTo>
                    <a:pt x="373176" y="972146"/>
                  </a:lnTo>
                  <a:lnTo>
                    <a:pt x="383616" y="922299"/>
                  </a:lnTo>
                  <a:lnTo>
                    <a:pt x="393801" y="872350"/>
                  </a:lnTo>
                  <a:lnTo>
                    <a:pt x="413512" y="772185"/>
                  </a:lnTo>
                  <a:lnTo>
                    <a:pt x="432574" y="671779"/>
                  </a:lnTo>
                  <a:lnTo>
                    <a:pt x="479323" y="420382"/>
                  </a:lnTo>
                  <a:lnTo>
                    <a:pt x="484060" y="395414"/>
                  </a:lnTo>
                  <a:lnTo>
                    <a:pt x="501967" y="482739"/>
                  </a:lnTo>
                  <a:lnTo>
                    <a:pt x="576999" y="840371"/>
                  </a:lnTo>
                  <a:lnTo>
                    <a:pt x="595185" y="930148"/>
                  </a:lnTo>
                  <a:lnTo>
                    <a:pt x="612978" y="1021308"/>
                  </a:lnTo>
                  <a:lnTo>
                    <a:pt x="621690" y="1067612"/>
                  </a:lnTo>
                  <a:lnTo>
                    <a:pt x="630275" y="1114513"/>
                  </a:lnTo>
                  <a:lnTo>
                    <a:pt x="638721" y="1162062"/>
                  </a:lnTo>
                  <a:lnTo>
                    <a:pt x="647001" y="1210360"/>
                  </a:lnTo>
                  <a:lnTo>
                    <a:pt x="655129" y="1259471"/>
                  </a:lnTo>
                  <a:lnTo>
                    <a:pt x="663079" y="1309497"/>
                  </a:lnTo>
                  <a:lnTo>
                    <a:pt x="670839" y="1360487"/>
                  </a:lnTo>
                  <a:lnTo>
                    <a:pt x="678408" y="1412532"/>
                  </a:lnTo>
                  <a:lnTo>
                    <a:pt x="685774" y="1465719"/>
                  </a:lnTo>
                  <a:lnTo>
                    <a:pt x="692912" y="1520126"/>
                  </a:lnTo>
                  <a:lnTo>
                    <a:pt x="699820" y="1575816"/>
                  </a:lnTo>
                  <a:lnTo>
                    <a:pt x="706501" y="1632864"/>
                  </a:lnTo>
                  <a:lnTo>
                    <a:pt x="712914" y="1691373"/>
                  </a:lnTo>
                  <a:lnTo>
                    <a:pt x="719086" y="1751418"/>
                  </a:lnTo>
                  <a:lnTo>
                    <a:pt x="724966" y="1813052"/>
                  </a:lnTo>
                  <a:lnTo>
                    <a:pt x="730580" y="1876374"/>
                  </a:lnTo>
                  <a:lnTo>
                    <a:pt x="741768" y="1885340"/>
                  </a:lnTo>
                  <a:lnTo>
                    <a:pt x="767727" y="1892388"/>
                  </a:lnTo>
                  <a:lnTo>
                    <a:pt x="799503" y="1896681"/>
                  </a:lnTo>
                  <a:lnTo>
                    <a:pt x="828154" y="1897380"/>
                  </a:lnTo>
                  <a:lnTo>
                    <a:pt x="852309" y="1892388"/>
                  </a:lnTo>
                  <a:lnTo>
                    <a:pt x="881507" y="1882444"/>
                  </a:lnTo>
                  <a:lnTo>
                    <a:pt x="907999" y="1871814"/>
                  </a:lnTo>
                  <a:lnTo>
                    <a:pt x="924077" y="1864779"/>
                  </a:lnTo>
                  <a:close/>
                </a:path>
              </a:pathLst>
            </a:custGeom>
            <a:solidFill>
              <a:srgbClr val="212C6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 descr=""/>
            <p:cNvSpPr/>
            <p:nvPr/>
          </p:nvSpPr>
          <p:spPr>
            <a:xfrm>
              <a:off x="8627573" y="3844924"/>
              <a:ext cx="560705" cy="1911350"/>
            </a:xfrm>
            <a:custGeom>
              <a:avLst/>
              <a:gdLst/>
              <a:ahLst/>
              <a:cxnLst/>
              <a:rect l="l" t="t" r="r" b="b"/>
              <a:pathLst>
                <a:path w="560704" h="1911350">
                  <a:moveTo>
                    <a:pt x="159042" y="0"/>
                  </a:moveTo>
                  <a:lnTo>
                    <a:pt x="141523" y="143868"/>
                  </a:lnTo>
                  <a:lnTo>
                    <a:pt x="124789" y="288756"/>
                  </a:lnTo>
                  <a:lnTo>
                    <a:pt x="108855" y="434656"/>
                  </a:lnTo>
                  <a:lnTo>
                    <a:pt x="97879" y="540385"/>
                  </a:lnTo>
                  <a:lnTo>
                    <a:pt x="87428" y="645695"/>
                  </a:lnTo>
                  <a:lnTo>
                    <a:pt x="77495" y="750583"/>
                  </a:lnTo>
                  <a:lnTo>
                    <a:pt x="68075" y="855046"/>
                  </a:lnTo>
                  <a:lnTo>
                    <a:pt x="59160" y="959080"/>
                  </a:lnTo>
                  <a:lnTo>
                    <a:pt x="50604" y="1064509"/>
                  </a:lnTo>
                  <a:lnTo>
                    <a:pt x="42558" y="1169490"/>
                  </a:lnTo>
                  <a:lnTo>
                    <a:pt x="35015" y="1274021"/>
                  </a:lnTo>
                  <a:lnTo>
                    <a:pt x="27970" y="1378099"/>
                  </a:lnTo>
                  <a:lnTo>
                    <a:pt x="21417" y="1481722"/>
                  </a:lnTo>
                  <a:lnTo>
                    <a:pt x="15349" y="1584886"/>
                  </a:lnTo>
                  <a:lnTo>
                    <a:pt x="9761" y="1687588"/>
                  </a:lnTo>
                  <a:lnTo>
                    <a:pt x="4646" y="1789826"/>
                  </a:lnTo>
                  <a:lnTo>
                    <a:pt x="0" y="1891596"/>
                  </a:lnTo>
                  <a:lnTo>
                    <a:pt x="7684" y="1897442"/>
                  </a:lnTo>
                  <a:lnTo>
                    <a:pt x="17062" y="1903829"/>
                  </a:lnTo>
                  <a:lnTo>
                    <a:pt x="27334" y="1908971"/>
                  </a:lnTo>
                  <a:lnTo>
                    <a:pt x="37705" y="1911083"/>
                  </a:lnTo>
                  <a:lnTo>
                    <a:pt x="40621" y="1906858"/>
                  </a:lnTo>
                  <a:lnTo>
                    <a:pt x="50285" y="1847805"/>
                  </a:lnTo>
                  <a:lnTo>
                    <a:pt x="57483" y="1775176"/>
                  </a:lnTo>
                  <a:lnTo>
                    <a:pt x="61307" y="1730500"/>
                  </a:lnTo>
                  <a:lnTo>
                    <a:pt x="69402" y="1627123"/>
                  </a:lnTo>
                  <a:lnTo>
                    <a:pt x="97215" y="1243588"/>
                  </a:lnTo>
                  <a:lnTo>
                    <a:pt x="107645" y="1105649"/>
                  </a:lnTo>
                  <a:lnTo>
                    <a:pt x="113074" y="1037214"/>
                  </a:lnTo>
                  <a:lnTo>
                    <a:pt x="118646" y="969852"/>
                  </a:lnTo>
                  <a:lnTo>
                    <a:pt x="124359" y="904103"/>
                  </a:lnTo>
                  <a:lnTo>
                    <a:pt x="130213" y="840507"/>
                  </a:lnTo>
                  <a:lnTo>
                    <a:pt x="136207" y="779602"/>
                  </a:lnTo>
                  <a:lnTo>
                    <a:pt x="142341" y="721927"/>
                  </a:lnTo>
                  <a:lnTo>
                    <a:pt x="148614" y="668022"/>
                  </a:lnTo>
                  <a:lnTo>
                    <a:pt x="155025" y="618425"/>
                  </a:lnTo>
                  <a:lnTo>
                    <a:pt x="161574" y="573675"/>
                  </a:lnTo>
                  <a:lnTo>
                    <a:pt x="168261" y="534312"/>
                  </a:lnTo>
                  <a:lnTo>
                    <a:pt x="187991" y="452934"/>
                  </a:lnTo>
                  <a:lnTo>
                    <a:pt x="202910" y="412551"/>
                  </a:lnTo>
                  <a:lnTo>
                    <a:pt x="237884" y="351098"/>
                  </a:lnTo>
                  <a:lnTo>
                    <a:pt x="278220" y="309799"/>
                  </a:lnTo>
                  <a:lnTo>
                    <a:pt x="322129" y="281934"/>
                  </a:lnTo>
                  <a:lnTo>
                    <a:pt x="390786" y="250634"/>
                  </a:lnTo>
                  <a:lnTo>
                    <a:pt x="413523" y="239641"/>
                  </a:lnTo>
                  <a:lnTo>
                    <a:pt x="457432" y="211776"/>
                  </a:lnTo>
                  <a:lnTo>
                    <a:pt x="497768" y="170476"/>
                  </a:lnTo>
                  <a:lnTo>
                    <a:pt x="532742" y="109024"/>
                  </a:lnTo>
                  <a:lnTo>
                    <a:pt x="547661" y="68641"/>
                  </a:lnTo>
                  <a:lnTo>
                    <a:pt x="560569" y="20700"/>
                  </a:lnTo>
                  <a:lnTo>
                    <a:pt x="159042" y="0"/>
                  </a:lnTo>
                  <a:close/>
                </a:path>
              </a:pathLst>
            </a:custGeom>
            <a:solidFill>
              <a:srgbClr val="0A133B">
                <a:alpha val="4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 descr=""/>
            <p:cNvSpPr/>
            <p:nvPr/>
          </p:nvSpPr>
          <p:spPr>
            <a:xfrm>
              <a:off x="8635669" y="2707323"/>
              <a:ext cx="787400" cy="1222375"/>
            </a:xfrm>
            <a:custGeom>
              <a:avLst/>
              <a:gdLst/>
              <a:ahLst/>
              <a:cxnLst/>
              <a:rect l="l" t="t" r="r" b="b"/>
              <a:pathLst>
                <a:path w="787400" h="1222375">
                  <a:moveTo>
                    <a:pt x="212265" y="0"/>
                  </a:moveTo>
                  <a:lnTo>
                    <a:pt x="0" y="28501"/>
                  </a:lnTo>
                  <a:lnTo>
                    <a:pt x="15432" y="184114"/>
                  </a:lnTo>
                  <a:lnTo>
                    <a:pt x="31626" y="340609"/>
                  </a:lnTo>
                  <a:lnTo>
                    <a:pt x="48595" y="497974"/>
                  </a:lnTo>
                  <a:lnTo>
                    <a:pt x="70861" y="695417"/>
                  </a:lnTo>
                  <a:lnTo>
                    <a:pt x="94025" y="891311"/>
                  </a:lnTo>
                  <a:lnTo>
                    <a:pt x="118058" y="1085646"/>
                  </a:lnTo>
                  <a:lnTo>
                    <a:pt x="130393" y="1182225"/>
                  </a:lnTo>
                  <a:lnTo>
                    <a:pt x="170990" y="1192103"/>
                  </a:lnTo>
                  <a:lnTo>
                    <a:pt x="216787" y="1201488"/>
                  </a:lnTo>
                  <a:lnTo>
                    <a:pt x="267512" y="1209769"/>
                  </a:lnTo>
                  <a:lnTo>
                    <a:pt x="322892" y="1216336"/>
                  </a:lnTo>
                  <a:lnTo>
                    <a:pt x="382652" y="1220580"/>
                  </a:lnTo>
                  <a:lnTo>
                    <a:pt x="446520" y="1221889"/>
                  </a:lnTo>
                  <a:lnTo>
                    <a:pt x="506251" y="1220109"/>
                  </a:lnTo>
                  <a:lnTo>
                    <a:pt x="562512" y="1215761"/>
                  </a:lnTo>
                  <a:lnTo>
                    <a:pt x="615103" y="1209325"/>
                  </a:lnTo>
                  <a:lnTo>
                    <a:pt x="663822" y="1201282"/>
                  </a:lnTo>
                  <a:lnTo>
                    <a:pt x="708469" y="1192112"/>
                  </a:lnTo>
                  <a:lnTo>
                    <a:pt x="748842" y="1182294"/>
                  </a:lnTo>
                  <a:lnTo>
                    <a:pt x="786575" y="1112390"/>
                  </a:lnTo>
                  <a:lnTo>
                    <a:pt x="787324" y="1055523"/>
                  </a:lnTo>
                  <a:lnTo>
                    <a:pt x="787136" y="1001837"/>
                  </a:lnTo>
                  <a:lnTo>
                    <a:pt x="786157" y="951459"/>
                  </a:lnTo>
                  <a:lnTo>
                    <a:pt x="784537" y="904514"/>
                  </a:lnTo>
                  <a:lnTo>
                    <a:pt x="782421" y="861131"/>
                  </a:lnTo>
                  <a:lnTo>
                    <a:pt x="779958" y="821436"/>
                  </a:lnTo>
                  <a:lnTo>
                    <a:pt x="773390" y="740931"/>
                  </a:lnTo>
                  <a:lnTo>
                    <a:pt x="769096" y="699124"/>
                  </a:lnTo>
                  <a:lnTo>
                    <a:pt x="764303" y="657679"/>
                  </a:lnTo>
                  <a:lnTo>
                    <a:pt x="745852" y="510983"/>
                  </a:lnTo>
                  <a:lnTo>
                    <a:pt x="737984" y="446450"/>
                  </a:lnTo>
                  <a:lnTo>
                    <a:pt x="729077" y="370009"/>
                  </a:lnTo>
                  <a:lnTo>
                    <a:pt x="724322" y="312617"/>
                  </a:lnTo>
                  <a:lnTo>
                    <a:pt x="722708" y="259206"/>
                  </a:lnTo>
                  <a:lnTo>
                    <a:pt x="722981" y="210125"/>
                  </a:lnTo>
                  <a:lnTo>
                    <a:pt x="723889" y="165726"/>
                  </a:lnTo>
                  <a:lnTo>
                    <a:pt x="724178" y="126359"/>
                  </a:lnTo>
                  <a:lnTo>
                    <a:pt x="680786" y="77699"/>
                  </a:lnTo>
                  <a:lnTo>
                    <a:pt x="631708" y="63142"/>
                  </a:lnTo>
                  <a:lnTo>
                    <a:pt x="577614" y="49124"/>
                  </a:lnTo>
                  <a:lnTo>
                    <a:pt x="520753" y="36066"/>
                  </a:lnTo>
                  <a:lnTo>
                    <a:pt x="463378" y="24386"/>
                  </a:lnTo>
                  <a:lnTo>
                    <a:pt x="406845" y="14823"/>
                  </a:lnTo>
                  <a:lnTo>
                    <a:pt x="353168" y="7966"/>
                  </a:lnTo>
                  <a:lnTo>
                    <a:pt x="302647" y="3453"/>
                  </a:lnTo>
                  <a:lnTo>
                    <a:pt x="255580" y="918"/>
                  </a:lnTo>
                  <a:lnTo>
                    <a:pt x="212265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 descr=""/>
            <p:cNvSpPr/>
            <p:nvPr/>
          </p:nvSpPr>
          <p:spPr>
            <a:xfrm>
              <a:off x="8879920" y="2509102"/>
              <a:ext cx="289560" cy="304800"/>
            </a:xfrm>
            <a:custGeom>
              <a:avLst/>
              <a:gdLst/>
              <a:ahLst/>
              <a:cxnLst/>
              <a:rect l="l" t="t" r="r" b="b"/>
              <a:pathLst>
                <a:path w="289559" h="304800">
                  <a:moveTo>
                    <a:pt x="51391" y="0"/>
                  </a:moveTo>
                  <a:lnTo>
                    <a:pt x="47221" y="39105"/>
                  </a:lnTo>
                  <a:lnTo>
                    <a:pt x="36761" y="96482"/>
                  </a:lnTo>
                  <a:lnTo>
                    <a:pt x="26051" y="137430"/>
                  </a:lnTo>
                  <a:lnTo>
                    <a:pt x="13621" y="175393"/>
                  </a:lnTo>
                  <a:lnTo>
                    <a:pt x="0" y="210286"/>
                  </a:lnTo>
                  <a:lnTo>
                    <a:pt x="193795" y="304493"/>
                  </a:lnTo>
                  <a:lnTo>
                    <a:pt x="278326" y="264274"/>
                  </a:lnTo>
                  <a:lnTo>
                    <a:pt x="275501" y="244658"/>
                  </a:lnTo>
                  <a:lnTo>
                    <a:pt x="273389" y="223439"/>
                  </a:lnTo>
                  <a:lnTo>
                    <a:pt x="272204" y="200706"/>
                  </a:lnTo>
                  <a:lnTo>
                    <a:pt x="272159" y="176549"/>
                  </a:lnTo>
                  <a:lnTo>
                    <a:pt x="274113" y="143761"/>
                  </a:lnTo>
                  <a:lnTo>
                    <a:pt x="277984" y="113522"/>
                  </a:lnTo>
                  <a:lnTo>
                    <a:pt x="283260" y="86013"/>
                  </a:lnTo>
                  <a:lnTo>
                    <a:pt x="289425" y="61411"/>
                  </a:lnTo>
                  <a:lnTo>
                    <a:pt x="51391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 descr=""/>
            <p:cNvSpPr/>
            <p:nvPr/>
          </p:nvSpPr>
          <p:spPr>
            <a:xfrm>
              <a:off x="8895992" y="2141723"/>
              <a:ext cx="368935" cy="494030"/>
            </a:xfrm>
            <a:custGeom>
              <a:avLst/>
              <a:gdLst/>
              <a:ahLst/>
              <a:cxnLst/>
              <a:rect l="l" t="t" r="r" b="b"/>
              <a:pathLst>
                <a:path w="368934" h="494030">
                  <a:moveTo>
                    <a:pt x="209942" y="0"/>
                  </a:moveTo>
                  <a:lnTo>
                    <a:pt x="150618" y="1575"/>
                  </a:lnTo>
                  <a:lnTo>
                    <a:pt x="98046" y="11980"/>
                  </a:lnTo>
                  <a:lnTo>
                    <a:pt x="54757" y="26625"/>
                  </a:lnTo>
                  <a:lnTo>
                    <a:pt x="6146" y="50282"/>
                  </a:lnTo>
                  <a:lnTo>
                    <a:pt x="0" y="355257"/>
                  </a:lnTo>
                  <a:lnTo>
                    <a:pt x="512" y="362993"/>
                  </a:lnTo>
                  <a:lnTo>
                    <a:pt x="23147" y="399697"/>
                  </a:lnTo>
                  <a:lnTo>
                    <a:pt x="59265" y="433628"/>
                  </a:lnTo>
                  <a:lnTo>
                    <a:pt x="106271" y="465484"/>
                  </a:lnTo>
                  <a:lnTo>
                    <a:pt x="150207" y="486488"/>
                  </a:lnTo>
                  <a:lnTo>
                    <a:pt x="169115" y="493441"/>
                  </a:lnTo>
                  <a:lnTo>
                    <a:pt x="192186" y="487596"/>
                  </a:lnTo>
                  <a:lnTo>
                    <a:pt x="249869" y="465196"/>
                  </a:lnTo>
                  <a:lnTo>
                    <a:pt x="298930" y="435143"/>
                  </a:lnTo>
                  <a:lnTo>
                    <a:pt x="338230" y="400334"/>
                  </a:lnTo>
                  <a:lnTo>
                    <a:pt x="368355" y="63622"/>
                  </a:lnTo>
                  <a:lnTo>
                    <a:pt x="350613" y="49939"/>
                  </a:lnTo>
                  <a:lnTo>
                    <a:pt x="328948" y="36052"/>
                  </a:lnTo>
                  <a:lnTo>
                    <a:pt x="303269" y="23005"/>
                  </a:lnTo>
                  <a:lnTo>
                    <a:pt x="273489" y="11843"/>
                  </a:lnTo>
                  <a:lnTo>
                    <a:pt x="209942" y="0"/>
                  </a:lnTo>
                  <a:close/>
                </a:path>
              </a:pathLst>
            </a:custGeom>
            <a:solidFill>
              <a:srgbClr val="8858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6" name="object 656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8835313" y="2372009"/>
              <a:ext cx="95717" cy="104258"/>
            </a:xfrm>
            <a:prstGeom prst="rect">
              <a:avLst/>
            </a:prstGeom>
          </p:spPr>
        </p:pic>
        <p:pic>
          <p:nvPicPr>
            <p:cNvPr id="657" name="object 657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9209547" y="2383265"/>
              <a:ext cx="76004" cy="102014"/>
            </a:xfrm>
            <a:prstGeom prst="rect">
              <a:avLst/>
            </a:prstGeom>
          </p:spPr>
        </p:pic>
        <p:pic>
          <p:nvPicPr>
            <p:cNvPr id="658" name="object 658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8972250" y="2750373"/>
              <a:ext cx="295226" cy="1036888"/>
            </a:xfrm>
            <a:prstGeom prst="rect">
              <a:avLst/>
            </a:prstGeom>
          </p:spPr>
        </p:pic>
        <p:pic>
          <p:nvPicPr>
            <p:cNvPr id="659" name="object 659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8515653" y="2026972"/>
              <a:ext cx="1039961" cy="2060192"/>
            </a:xfrm>
            <a:prstGeom prst="rect">
              <a:avLst/>
            </a:prstGeom>
          </p:spPr>
        </p:pic>
      </p:grpSp>
      <p:sp>
        <p:nvSpPr>
          <p:cNvPr id="660" name="object 660" descr=""/>
          <p:cNvSpPr txBox="1"/>
          <p:nvPr/>
        </p:nvSpPr>
        <p:spPr>
          <a:xfrm>
            <a:off x="732793" y="781072"/>
            <a:ext cx="208915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</a:t>
            </a:r>
            <a:r>
              <a:rPr dirty="0" sz="1950" spc="3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characters</a:t>
            </a:r>
            <a:endParaRPr sz="1950">
              <a:latin typeface="Open Sans"/>
              <a:cs typeface="Open Sans"/>
            </a:endParaRPr>
          </a:p>
        </p:txBody>
      </p:sp>
      <p:sp>
        <p:nvSpPr>
          <p:cNvPr id="661" name="object 661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3723735" y="6580038"/>
            <a:ext cx="1373505" cy="4043045"/>
            <a:chOff x="3723735" y="6580038"/>
            <a:chExt cx="1373505" cy="404304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93797" y="6600096"/>
              <a:ext cx="1147997" cy="4016251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0096" y="8196986"/>
              <a:ext cx="916018" cy="203690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799193" y="10436506"/>
              <a:ext cx="533400" cy="156845"/>
            </a:xfrm>
            <a:custGeom>
              <a:avLst/>
              <a:gdLst/>
              <a:ahLst/>
              <a:cxnLst/>
              <a:rect l="l" t="t" r="r" b="b"/>
              <a:pathLst>
                <a:path w="533400" h="156845">
                  <a:moveTo>
                    <a:pt x="282860" y="0"/>
                  </a:moveTo>
                  <a:lnTo>
                    <a:pt x="280242" y="0"/>
                  </a:lnTo>
                  <a:lnTo>
                    <a:pt x="278881" y="366"/>
                  </a:lnTo>
                  <a:lnTo>
                    <a:pt x="263173" y="9338"/>
                  </a:lnTo>
                  <a:lnTo>
                    <a:pt x="226019" y="28438"/>
                  </a:lnTo>
                  <a:lnTo>
                    <a:pt x="173834" y="51120"/>
                  </a:lnTo>
                  <a:lnTo>
                    <a:pt x="114247" y="70092"/>
                  </a:lnTo>
                  <a:lnTo>
                    <a:pt x="103068" y="72733"/>
                  </a:lnTo>
                  <a:lnTo>
                    <a:pt x="42329" y="86329"/>
                  </a:lnTo>
                  <a:lnTo>
                    <a:pt x="19299" y="94129"/>
                  </a:lnTo>
                  <a:lnTo>
                    <a:pt x="4886" y="105001"/>
                  </a:lnTo>
                  <a:lnTo>
                    <a:pt x="0" y="121210"/>
                  </a:lnTo>
                  <a:lnTo>
                    <a:pt x="1972" y="129323"/>
                  </a:lnTo>
                  <a:lnTo>
                    <a:pt x="15309" y="138674"/>
                  </a:lnTo>
                  <a:lnTo>
                    <a:pt x="51349" y="147516"/>
                  </a:lnTo>
                  <a:lnTo>
                    <a:pt x="121427" y="154102"/>
                  </a:lnTo>
                  <a:lnTo>
                    <a:pt x="236903" y="156686"/>
                  </a:lnTo>
                  <a:lnTo>
                    <a:pt x="269476" y="156522"/>
                  </a:lnTo>
                  <a:lnTo>
                    <a:pt x="320042" y="155618"/>
                  </a:lnTo>
                  <a:lnTo>
                    <a:pt x="527952" y="140163"/>
                  </a:lnTo>
                  <a:lnTo>
                    <a:pt x="533135" y="133587"/>
                  </a:lnTo>
                  <a:lnTo>
                    <a:pt x="517282" y="37025"/>
                  </a:lnTo>
                  <a:lnTo>
                    <a:pt x="516005" y="35119"/>
                  </a:lnTo>
                  <a:lnTo>
                    <a:pt x="512916" y="33192"/>
                  </a:lnTo>
                  <a:lnTo>
                    <a:pt x="511523" y="32794"/>
                  </a:lnTo>
                  <a:lnTo>
                    <a:pt x="509356" y="32794"/>
                  </a:lnTo>
                  <a:lnTo>
                    <a:pt x="497076" y="36151"/>
                  </a:lnTo>
                  <a:lnTo>
                    <a:pt x="470125" y="42613"/>
                  </a:lnTo>
                  <a:lnTo>
                    <a:pt x="433859" y="49041"/>
                  </a:lnTo>
                  <a:lnTo>
                    <a:pt x="395097" y="51956"/>
                  </a:lnTo>
                  <a:lnTo>
                    <a:pt x="367773" y="51149"/>
                  </a:lnTo>
                  <a:lnTo>
                    <a:pt x="342651" y="48734"/>
                  </a:lnTo>
                  <a:lnTo>
                    <a:pt x="319795" y="44720"/>
                  </a:lnTo>
                  <a:lnTo>
                    <a:pt x="299268" y="39119"/>
                  </a:lnTo>
                  <a:lnTo>
                    <a:pt x="302158" y="34030"/>
                  </a:lnTo>
                  <a:lnTo>
                    <a:pt x="303257" y="28794"/>
                  </a:lnTo>
                  <a:lnTo>
                    <a:pt x="284096" y="303"/>
                  </a:lnTo>
                  <a:lnTo>
                    <a:pt x="2828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791560" y="10428881"/>
              <a:ext cx="549275" cy="172085"/>
            </a:xfrm>
            <a:custGeom>
              <a:avLst/>
              <a:gdLst/>
              <a:ahLst/>
              <a:cxnLst/>
              <a:rect l="l" t="t" r="r" b="b"/>
              <a:pathLst>
                <a:path w="549275" h="172084">
                  <a:moveTo>
                    <a:pt x="291739" y="0"/>
                  </a:moveTo>
                  <a:lnTo>
                    <a:pt x="286514" y="0"/>
                  </a:lnTo>
                  <a:lnTo>
                    <a:pt x="283781" y="732"/>
                  </a:lnTo>
                  <a:lnTo>
                    <a:pt x="281363" y="2198"/>
                  </a:lnTo>
                  <a:lnTo>
                    <a:pt x="267039" y="10330"/>
                  </a:lnTo>
                  <a:lnTo>
                    <a:pt x="230339" y="29198"/>
                  </a:lnTo>
                  <a:lnTo>
                    <a:pt x="178830" y="51591"/>
                  </a:lnTo>
                  <a:lnTo>
                    <a:pt x="120080" y="70301"/>
                  </a:lnTo>
                  <a:lnTo>
                    <a:pt x="79118" y="79494"/>
                  </a:lnTo>
                  <a:lnTo>
                    <a:pt x="46532" y="86980"/>
                  </a:lnTo>
                  <a:lnTo>
                    <a:pt x="21504" y="95893"/>
                  </a:lnTo>
                  <a:lnTo>
                    <a:pt x="5503" y="108963"/>
                  </a:lnTo>
                  <a:lnTo>
                    <a:pt x="0" y="128917"/>
                  </a:lnTo>
                  <a:lnTo>
                    <a:pt x="5930" y="143859"/>
                  </a:lnTo>
                  <a:lnTo>
                    <a:pt x="27386" y="155840"/>
                  </a:lnTo>
                  <a:lnTo>
                    <a:pt x="70330" y="164654"/>
                  </a:lnTo>
                  <a:lnTo>
                    <a:pt x="140729" y="170093"/>
                  </a:lnTo>
                  <a:lnTo>
                    <a:pt x="244547" y="171952"/>
                  </a:lnTo>
                  <a:lnTo>
                    <a:pt x="303448" y="171428"/>
                  </a:lnTo>
                  <a:lnTo>
                    <a:pt x="328241" y="170863"/>
                  </a:lnTo>
                  <a:lnTo>
                    <a:pt x="519009" y="156675"/>
                  </a:lnTo>
                  <a:lnTo>
                    <a:pt x="244547" y="156675"/>
                  </a:lnTo>
                  <a:lnTo>
                    <a:pt x="185276" y="156065"/>
                  </a:lnTo>
                  <a:lnTo>
                    <a:pt x="124028" y="153728"/>
                  </a:lnTo>
                  <a:lnTo>
                    <a:pt x="69487" y="148906"/>
                  </a:lnTo>
                  <a:lnTo>
                    <a:pt x="30338" y="140840"/>
                  </a:lnTo>
                  <a:lnTo>
                    <a:pt x="15266" y="128770"/>
                  </a:lnTo>
                  <a:lnTo>
                    <a:pt x="22140" y="113619"/>
                  </a:lnTo>
                  <a:lnTo>
                    <a:pt x="42811" y="103830"/>
                  </a:lnTo>
                  <a:lnTo>
                    <a:pt x="76811" y="95606"/>
                  </a:lnTo>
                  <a:lnTo>
                    <a:pt x="123671" y="85149"/>
                  </a:lnTo>
                  <a:lnTo>
                    <a:pt x="184625" y="65748"/>
                  </a:lnTo>
                  <a:lnTo>
                    <a:pt x="237644" y="42668"/>
                  </a:lnTo>
                  <a:lnTo>
                    <a:pt x="275070" y="23358"/>
                  </a:lnTo>
                  <a:lnTo>
                    <a:pt x="289247" y="15266"/>
                  </a:lnTo>
                  <a:lnTo>
                    <a:pt x="311249" y="15266"/>
                  </a:lnTo>
                  <a:lnTo>
                    <a:pt x="306913" y="9711"/>
                  </a:lnTo>
                  <a:lnTo>
                    <a:pt x="300272" y="4190"/>
                  </a:lnTo>
                  <a:lnTo>
                    <a:pt x="296483" y="1821"/>
                  </a:lnTo>
                  <a:lnTo>
                    <a:pt x="294231" y="607"/>
                  </a:lnTo>
                  <a:lnTo>
                    <a:pt x="291739" y="0"/>
                  </a:lnTo>
                  <a:close/>
                </a:path>
                <a:path w="549275" h="172084">
                  <a:moveTo>
                    <a:pt x="533219" y="48061"/>
                  </a:moveTo>
                  <a:lnTo>
                    <a:pt x="517743" y="48061"/>
                  </a:lnTo>
                  <a:lnTo>
                    <a:pt x="532894" y="140330"/>
                  </a:lnTo>
                  <a:lnTo>
                    <a:pt x="327110" y="155628"/>
                  </a:lnTo>
                  <a:lnTo>
                    <a:pt x="290160" y="156544"/>
                  </a:lnTo>
                  <a:lnTo>
                    <a:pt x="244547" y="156675"/>
                  </a:lnTo>
                  <a:lnTo>
                    <a:pt x="519009" y="156675"/>
                  </a:lnTo>
                  <a:lnTo>
                    <a:pt x="538297" y="155241"/>
                  </a:lnTo>
                  <a:lnTo>
                    <a:pt x="542234" y="153147"/>
                  </a:lnTo>
                  <a:lnTo>
                    <a:pt x="547533" y="146414"/>
                  </a:lnTo>
                  <a:lnTo>
                    <a:pt x="548653" y="142089"/>
                  </a:lnTo>
                  <a:lnTo>
                    <a:pt x="533219" y="48061"/>
                  </a:lnTo>
                  <a:close/>
                </a:path>
                <a:path w="549275" h="172084">
                  <a:moveTo>
                    <a:pt x="311249" y="15266"/>
                  </a:moveTo>
                  <a:lnTo>
                    <a:pt x="289247" y="15266"/>
                  </a:lnTo>
                  <a:lnTo>
                    <a:pt x="304276" y="23865"/>
                  </a:lnTo>
                  <a:lnTo>
                    <a:pt x="309820" y="30382"/>
                  </a:lnTo>
                  <a:lnTo>
                    <a:pt x="306360" y="38103"/>
                  </a:lnTo>
                  <a:lnTo>
                    <a:pt x="294378" y="50312"/>
                  </a:lnTo>
                  <a:lnTo>
                    <a:pt x="312040" y="56332"/>
                  </a:lnTo>
                  <a:lnTo>
                    <a:pt x="335436" y="61766"/>
                  </a:lnTo>
                  <a:lnTo>
                    <a:pt x="365391" y="65698"/>
                  </a:lnTo>
                  <a:lnTo>
                    <a:pt x="402731" y="67212"/>
                  </a:lnTo>
                  <a:lnTo>
                    <a:pt x="442678" y="64220"/>
                  </a:lnTo>
                  <a:lnTo>
                    <a:pt x="479772" y="57636"/>
                  </a:lnTo>
                  <a:lnTo>
                    <a:pt x="503394" y="51946"/>
                  </a:lnTo>
                  <a:lnTo>
                    <a:pt x="402731" y="51946"/>
                  </a:lnTo>
                  <a:lnTo>
                    <a:pt x="378604" y="51313"/>
                  </a:lnTo>
                  <a:lnTo>
                    <a:pt x="356248" y="49418"/>
                  </a:lnTo>
                  <a:lnTo>
                    <a:pt x="335710" y="46269"/>
                  </a:lnTo>
                  <a:lnTo>
                    <a:pt x="317037" y="41873"/>
                  </a:lnTo>
                  <a:lnTo>
                    <a:pt x="318181" y="37412"/>
                  </a:lnTo>
                  <a:lnTo>
                    <a:pt x="318103" y="32784"/>
                  </a:lnTo>
                  <a:lnTo>
                    <a:pt x="317728" y="30040"/>
                  </a:lnTo>
                  <a:lnTo>
                    <a:pt x="313650" y="18343"/>
                  </a:lnTo>
                  <a:lnTo>
                    <a:pt x="311249" y="15266"/>
                  </a:lnTo>
                  <a:close/>
                </a:path>
                <a:path w="549275" h="172084">
                  <a:moveTo>
                    <a:pt x="520560" y="32784"/>
                  </a:moveTo>
                  <a:lnTo>
                    <a:pt x="516246" y="32784"/>
                  </a:lnTo>
                  <a:lnTo>
                    <a:pt x="514748" y="33004"/>
                  </a:lnTo>
                  <a:lnTo>
                    <a:pt x="513293" y="33444"/>
                  </a:lnTo>
                  <a:lnTo>
                    <a:pt x="502672" y="36414"/>
                  </a:lnTo>
                  <a:lnTo>
                    <a:pt x="476211" y="42765"/>
                  </a:lnTo>
                  <a:lnTo>
                    <a:pt x="440651" y="49081"/>
                  </a:lnTo>
                  <a:lnTo>
                    <a:pt x="402731" y="51946"/>
                  </a:lnTo>
                  <a:lnTo>
                    <a:pt x="503394" y="51946"/>
                  </a:lnTo>
                  <a:lnTo>
                    <a:pt x="507098" y="51053"/>
                  </a:lnTo>
                  <a:lnTo>
                    <a:pt x="517743" y="48061"/>
                  </a:lnTo>
                  <a:lnTo>
                    <a:pt x="533219" y="48061"/>
                  </a:lnTo>
                  <a:lnTo>
                    <a:pt x="532098" y="41234"/>
                  </a:lnTo>
                  <a:lnTo>
                    <a:pt x="529544" y="37412"/>
                  </a:lnTo>
                  <a:lnTo>
                    <a:pt x="523355" y="33569"/>
                  </a:lnTo>
                  <a:lnTo>
                    <a:pt x="520560" y="327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3792459" y="10555782"/>
              <a:ext cx="539750" cy="59690"/>
            </a:xfrm>
            <a:custGeom>
              <a:avLst/>
              <a:gdLst/>
              <a:ahLst/>
              <a:cxnLst/>
              <a:rect l="l" t="t" r="r" b="b"/>
              <a:pathLst>
                <a:path w="539750" h="59690">
                  <a:moveTo>
                    <a:pt x="9371" y="0"/>
                  </a:moveTo>
                  <a:lnTo>
                    <a:pt x="7748" y="544"/>
                  </a:lnTo>
                  <a:lnTo>
                    <a:pt x="4711" y="2858"/>
                  </a:lnTo>
                  <a:lnTo>
                    <a:pt x="3622" y="4795"/>
                  </a:lnTo>
                  <a:lnTo>
                    <a:pt x="0" y="43098"/>
                  </a:lnTo>
                  <a:lnTo>
                    <a:pt x="2774" y="46700"/>
                  </a:lnTo>
                  <a:lnTo>
                    <a:pt x="21385" y="49471"/>
                  </a:lnTo>
                  <a:lnTo>
                    <a:pt x="58554" y="53638"/>
                  </a:lnTo>
                  <a:lnTo>
                    <a:pt x="114863" y="57712"/>
                  </a:lnTo>
                  <a:lnTo>
                    <a:pt x="186936" y="59547"/>
                  </a:lnTo>
                  <a:lnTo>
                    <a:pt x="536193" y="59547"/>
                  </a:lnTo>
                  <a:lnTo>
                    <a:pt x="539627" y="56123"/>
                  </a:lnTo>
                  <a:lnTo>
                    <a:pt x="539627" y="15549"/>
                  </a:lnTo>
                  <a:lnTo>
                    <a:pt x="536193" y="12125"/>
                  </a:lnTo>
                  <a:lnTo>
                    <a:pt x="186936" y="12125"/>
                  </a:lnTo>
                  <a:lnTo>
                    <a:pt x="117355" y="10266"/>
                  </a:lnTo>
                  <a:lnTo>
                    <a:pt x="62214" y="6168"/>
                  </a:lnTo>
                  <a:lnTo>
                    <a:pt x="25788" y="2049"/>
                  </a:lnTo>
                  <a:lnTo>
                    <a:pt x="12355" y="125"/>
                  </a:lnTo>
                  <a:lnTo>
                    <a:pt x="9371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784493" y="10548161"/>
              <a:ext cx="555625" cy="74930"/>
            </a:xfrm>
            <a:custGeom>
              <a:avLst/>
              <a:gdLst/>
              <a:ahLst/>
              <a:cxnLst/>
              <a:rect l="l" t="t" r="r" b="b"/>
              <a:pathLst>
                <a:path w="555625" h="74929">
                  <a:moveTo>
                    <a:pt x="19831" y="0"/>
                  </a:moveTo>
                  <a:lnTo>
                    <a:pt x="15653" y="0"/>
                  </a:lnTo>
                  <a:lnTo>
                    <a:pt x="12366" y="1099"/>
                  </a:lnTo>
                  <a:lnTo>
                    <a:pt x="6324" y="5758"/>
                  </a:lnTo>
                  <a:lnTo>
                    <a:pt x="4188" y="9622"/>
                  </a:lnTo>
                  <a:lnTo>
                    <a:pt x="0" y="53987"/>
                  </a:lnTo>
                  <a:lnTo>
                    <a:pt x="5539" y="61191"/>
                  </a:lnTo>
                  <a:lnTo>
                    <a:pt x="65419" y="68839"/>
                  </a:lnTo>
                  <a:lnTo>
                    <a:pt x="122103" y="72944"/>
                  </a:lnTo>
                  <a:lnTo>
                    <a:pt x="194905" y="74793"/>
                  </a:lnTo>
                  <a:lnTo>
                    <a:pt x="548391" y="74793"/>
                  </a:lnTo>
                  <a:lnTo>
                    <a:pt x="555229" y="67956"/>
                  </a:lnTo>
                  <a:lnTo>
                    <a:pt x="555229" y="59526"/>
                  </a:lnTo>
                  <a:lnTo>
                    <a:pt x="194905" y="59526"/>
                  </a:lnTo>
                  <a:lnTo>
                    <a:pt x="123054" y="57708"/>
                  </a:lnTo>
                  <a:lnTo>
                    <a:pt x="67157" y="53669"/>
                  </a:lnTo>
                  <a:lnTo>
                    <a:pt x="30395" y="49539"/>
                  </a:lnTo>
                  <a:lnTo>
                    <a:pt x="15947" y="47443"/>
                  </a:lnTo>
                  <a:lnTo>
                    <a:pt x="18994" y="15266"/>
                  </a:lnTo>
                  <a:lnTo>
                    <a:pt x="551553" y="15266"/>
                  </a:lnTo>
                  <a:lnTo>
                    <a:pt x="548391" y="12104"/>
                  </a:lnTo>
                  <a:lnTo>
                    <a:pt x="194905" y="12104"/>
                  </a:lnTo>
                  <a:lnTo>
                    <a:pt x="125834" y="10261"/>
                  </a:lnTo>
                  <a:lnTo>
                    <a:pt x="71064" y="6198"/>
                  </a:lnTo>
                  <a:lnTo>
                    <a:pt x="34858" y="2112"/>
                  </a:lnTo>
                  <a:lnTo>
                    <a:pt x="21475" y="198"/>
                  </a:lnTo>
                  <a:lnTo>
                    <a:pt x="20659" y="62"/>
                  </a:lnTo>
                  <a:lnTo>
                    <a:pt x="19831" y="0"/>
                  </a:lnTo>
                  <a:close/>
                </a:path>
                <a:path w="555625" h="74929">
                  <a:moveTo>
                    <a:pt x="551553" y="15266"/>
                  </a:moveTo>
                  <a:lnTo>
                    <a:pt x="18994" y="15266"/>
                  </a:lnTo>
                  <a:lnTo>
                    <a:pt x="32490" y="17208"/>
                  </a:lnTo>
                  <a:lnTo>
                    <a:pt x="69124" y="21367"/>
                  </a:lnTo>
                  <a:lnTo>
                    <a:pt x="124671" y="25504"/>
                  </a:lnTo>
                  <a:lnTo>
                    <a:pt x="194905" y="27381"/>
                  </a:lnTo>
                  <a:lnTo>
                    <a:pt x="539952" y="27381"/>
                  </a:lnTo>
                  <a:lnTo>
                    <a:pt x="539952" y="59526"/>
                  </a:lnTo>
                  <a:lnTo>
                    <a:pt x="555229" y="59526"/>
                  </a:lnTo>
                  <a:lnTo>
                    <a:pt x="555229" y="18941"/>
                  </a:lnTo>
                  <a:lnTo>
                    <a:pt x="551553" y="152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640279" y="10511981"/>
              <a:ext cx="255270" cy="103505"/>
            </a:xfrm>
            <a:custGeom>
              <a:avLst/>
              <a:gdLst/>
              <a:ahLst/>
              <a:cxnLst/>
              <a:rect l="l" t="t" r="r" b="b"/>
              <a:pathLst>
                <a:path w="255270" h="103504">
                  <a:moveTo>
                    <a:pt x="154644" y="0"/>
                  </a:moveTo>
                  <a:lnTo>
                    <a:pt x="151388" y="0"/>
                  </a:lnTo>
                  <a:lnTo>
                    <a:pt x="150005" y="366"/>
                  </a:lnTo>
                  <a:lnTo>
                    <a:pt x="1382" y="90594"/>
                  </a:lnTo>
                  <a:lnTo>
                    <a:pt x="0" y="94101"/>
                  </a:lnTo>
                  <a:lnTo>
                    <a:pt x="1842" y="100698"/>
                  </a:lnTo>
                  <a:lnTo>
                    <a:pt x="4848" y="102981"/>
                  </a:lnTo>
                  <a:lnTo>
                    <a:pt x="8271" y="102981"/>
                  </a:lnTo>
                  <a:lnTo>
                    <a:pt x="249709" y="102981"/>
                  </a:lnTo>
                  <a:lnTo>
                    <a:pt x="252515" y="101054"/>
                  </a:lnTo>
                  <a:lnTo>
                    <a:pt x="254819" y="95232"/>
                  </a:lnTo>
                  <a:lnTo>
                    <a:pt x="254076" y="91902"/>
                  </a:lnTo>
                  <a:lnTo>
                    <a:pt x="156508" y="701"/>
                  </a:lnTo>
                  <a:lnTo>
                    <a:pt x="15464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632005" y="10504346"/>
              <a:ext cx="271780" cy="118745"/>
            </a:xfrm>
            <a:custGeom>
              <a:avLst/>
              <a:gdLst/>
              <a:ahLst/>
              <a:cxnLst/>
              <a:rect l="l" t="t" r="r" b="b"/>
              <a:pathLst>
                <a:path w="271779" h="118745">
                  <a:moveTo>
                    <a:pt x="164801" y="0"/>
                  </a:moveTo>
                  <a:lnTo>
                    <a:pt x="158298" y="0"/>
                  </a:lnTo>
                  <a:lnTo>
                    <a:pt x="155555" y="732"/>
                  </a:lnTo>
                  <a:lnTo>
                    <a:pt x="2764" y="93473"/>
                  </a:lnTo>
                  <a:lnTo>
                    <a:pt x="0" y="100489"/>
                  </a:lnTo>
                  <a:lnTo>
                    <a:pt x="3685" y="113682"/>
                  </a:lnTo>
                  <a:lnTo>
                    <a:pt x="9696" y="118247"/>
                  </a:lnTo>
                  <a:lnTo>
                    <a:pt x="261112" y="118247"/>
                  </a:lnTo>
                  <a:lnTo>
                    <a:pt x="266745" y="114415"/>
                  </a:lnTo>
                  <a:lnTo>
                    <a:pt x="271255" y="102970"/>
                  </a:lnTo>
                  <a:lnTo>
                    <a:pt x="16543" y="102970"/>
                  </a:lnTo>
                  <a:lnTo>
                    <a:pt x="161021" y="15266"/>
                  </a:lnTo>
                  <a:lnTo>
                    <a:pt x="183380" y="15266"/>
                  </a:lnTo>
                  <a:lnTo>
                    <a:pt x="168549" y="1403"/>
                  </a:lnTo>
                  <a:lnTo>
                    <a:pt x="164801" y="0"/>
                  </a:lnTo>
                  <a:close/>
                </a:path>
                <a:path w="271779" h="118745">
                  <a:moveTo>
                    <a:pt x="183380" y="15266"/>
                  </a:moveTo>
                  <a:lnTo>
                    <a:pt x="161021" y="15266"/>
                  </a:lnTo>
                  <a:lnTo>
                    <a:pt x="254840" y="102970"/>
                  </a:lnTo>
                  <a:lnTo>
                    <a:pt x="271255" y="102970"/>
                  </a:lnTo>
                  <a:lnTo>
                    <a:pt x="271342" y="102750"/>
                  </a:lnTo>
                  <a:lnTo>
                    <a:pt x="269855" y="96101"/>
                  </a:lnTo>
                  <a:lnTo>
                    <a:pt x="183380" y="152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640593" y="10452824"/>
              <a:ext cx="254635" cy="120014"/>
            </a:xfrm>
            <a:custGeom>
              <a:avLst/>
              <a:gdLst/>
              <a:ahLst/>
              <a:cxnLst/>
              <a:rect l="l" t="t" r="r" b="b"/>
              <a:pathLst>
                <a:path w="254635" h="120015">
                  <a:moveTo>
                    <a:pt x="108520" y="0"/>
                  </a:moveTo>
                  <a:lnTo>
                    <a:pt x="83257" y="2300"/>
                  </a:lnTo>
                  <a:lnTo>
                    <a:pt x="65100" y="8022"/>
                  </a:lnTo>
                  <a:lnTo>
                    <a:pt x="52946" y="15394"/>
                  </a:lnTo>
                  <a:lnTo>
                    <a:pt x="45694" y="22648"/>
                  </a:lnTo>
                  <a:lnTo>
                    <a:pt x="35046" y="17968"/>
                  </a:lnTo>
                  <a:lnTo>
                    <a:pt x="33988" y="17758"/>
                  </a:lnTo>
                  <a:lnTo>
                    <a:pt x="30962" y="17947"/>
                  </a:lnTo>
                  <a:lnTo>
                    <a:pt x="28114" y="19130"/>
                  </a:lnTo>
                  <a:lnTo>
                    <a:pt x="8329" y="78534"/>
                  </a:lnTo>
                  <a:lnTo>
                    <a:pt x="0" y="112614"/>
                  </a:lnTo>
                  <a:lnTo>
                    <a:pt x="554" y="114991"/>
                  </a:lnTo>
                  <a:lnTo>
                    <a:pt x="3444" y="118593"/>
                  </a:lnTo>
                  <a:lnTo>
                    <a:pt x="5643" y="119650"/>
                  </a:lnTo>
                  <a:lnTo>
                    <a:pt x="7957" y="119650"/>
                  </a:lnTo>
                  <a:lnTo>
                    <a:pt x="249133" y="119650"/>
                  </a:lnTo>
                  <a:lnTo>
                    <a:pt x="251772" y="118017"/>
                  </a:lnTo>
                  <a:lnTo>
                    <a:pt x="254369" y="112865"/>
                  </a:lnTo>
                  <a:lnTo>
                    <a:pt x="254107" y="109776"/>
                  </a:lnTo>
                  <a:lnTo>
                    <a:pt x="229011" y="76512"/>
                  </a:lnTo>
                  <a:lnTo>
                    <a:pt x="207254" y="48348"/>
                  </a:lnTo>
                  <a:lnTo>
                    <a:pt x="183533" y="18721"/>
                  </a:lnTo>
                  <a:lnTo>
                    <a:pt x="181345" y="17758"/>
                  </a:lnTo>
                  <a:lnTo>
                    <a:pt x="177889" y="17758"/>
                  </a:lnTo>
                  <a:lnTo>
                    <a:pt x="176654" y="18051"/>
                  </a:lnTo>
                  <a:lnTo>
                    <a:pt x="169167" y="22051"/>
                  </a:lnTo>
                  <a:lnTo>
                    <a:pt x="162176" y="14811"/>
                  </a:lnTo>
                  <a:lnTo>
                    <a:pt x="150490" y="7652"/>
                  </a:lnTo>
                  <a:lnTo>
                    <a:pt x="132980" y="2180"/>
                  </a:lnTo>
                  <a:lnTo>
                    <a:pt x="1085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632636" y="10445201"/>
              <a:ext cx="270510" cy="135255"/>
            </a:xfrm>
            <a:custGeom>
              <a:avLst/>
              <a:gdLst/>
              <a:ahLst/>
              <a:cxnLst/>
              <a:rect l="l" t="t" r="r" b="b"/>
              <a:pathLst>
                <a:path w="270510" h="135254">
                  <a:moveTo>
                    <a:pt x="42993" y="17748"/>
                  </a:moveTo>
                  <a:lnTo>
                    <a:pt x="38920" y="17748"/>
                  </a:lnTo>
                  <a:lnTo>
                    <a:pt x="36930" y="18135"/>
                  </a:lnTo>
                  <a:lnTo>
                    <a:pt x="16999" y="55737"/>
                  </a:lnTo>
                  <a:lnTo>
                    <a:pt x="3311" y="106412"/>
                  </a:lnTo>
                  <a:lnTo>
                    <a:pt x="0" y="120844"/>
                  </a:lnTo>
                  <a:lnTo>
                    <a:pt x="1099" y="125566"/>
                  </a:lnTo>
                  <a:lnTo>
                    <a:pt x="6900" y="132802"/>
                  </a:lnTo>
                  <a:lnTo>
                    <a:pt x="11287" y="134896"/>
                  </a:lnTo>
                  <a:lnTo>
                    <a:pt x="259981" y="134896"/>
                  </a:lnTo>
                  <a:lnTo>
                    <a:pt x="265258" y="131650"/>
                  </a:lnTo>
                  <a:lnTo>
                    <a:pt x="270452" y="121326"/>
                  </a:lnTo>
                  <a:lnTo>
                    <a:pt x="270302" y="119629"/>
                  </a:lnTo>
                  <a:lnTo>
                    <a:pt x="15915" y="119629"/>
                  </a:lnTo>
                  <a:lnTo>
                    <a:pt x="22867" y="88768"/>
                  </a:lnTo>
                  <a:lnTo>
                    <a:pt x="27787" y="69458"/>
                  </a:lnTo>
                  <a:lnTo>
                    <a:pt x="33016" y="53580"/>
                  </a:lnTo>
                  <a:lnTo>
                    <a:pt x="40899" y="33014"/>
                  </a:lnTo>
                  <a:lnTo>
                    <a:pt x="59452" y="33014"/>
                  </a:lnTo>
                  <a:lnTo>
                    <a:pt x="62456" y="25669"/>
                  </a:lnTo>
                  <a:lnTo>
                    <a:pt x="67643" y="21025"/>
                  </a:lnTo>
                  <a:lnTo>
                    <a:pt x="51579" y="21025"/>
                  </a:lnTo>
                  <a:lnTo>
                    <a:pt x="45087" y="18177"/>
                  </a:lnTo>
                  <a:lnTo>
                    <a:pt x="42993" y="17748"/>
                  </a:lnTo>
                  <a:close/>
                </a:path>
                <a:path w="270510" h="135254">
                  <a:moveTo>
                    <a:pt x="206634" y="33014"/>
                  </a:moveTo>
                  <a:lnTo>
                    <a:pt x="187083" y="33014"/>
                  </a:lnTo>
                  <a:lnTo>
                    <a:pt x="209419" y="60957"/>
                  </a:lnTo>
                  <a:lnTo>
                    <a:pt x="231178" y="89130"/>
                  </a:lnTo>
                  <a:lnTo>
                    <a:pt x="247672" y="110899"/>
                  </a:lnTo>
                  <a:lnTo>
                    <a:pt x="254212" y="119629"/>
                  </a:lnTo>
                  <a:lnTo>
                    <a:pt x="270302" y="119629"/>
                  </a:lnTo>
                  <a:lnTo>
                    <a:pt x="243020" y="79483"/>
                  </a:lnTo>
                  <a:lnTo>
                    <a:pt x="221194" y="51229"/>
                  </a:lnTo>
                  <a:lnTo>
                    <a:pt x="206634" y="33014"/>
                  </a:lnTo>
                  <a:close/>
                </a:path>
                <a:path w="270510" h="135254">
                  <a:moveTo>
                    <a:pt x="59452" y="33014"/>
                  </a:moveTo>
                  <a:lnTo>
                    <a:pt x="40899" y="33014"/>
                  </a:lnTo>
                  <a:lnTo>
                    <a:pt x="56626" y="39925"/>
                  </a:lnTo>
                  <a:lnTo>
                    <a:pt x="59452" y="33014"/>
                  </a:lnTo>
                  <a:close/>
                </a:path>
                <a:path w="270510" h="135254">
                  <a:moveTo>
                    <a:pt x="173075" y="15266"/>
                  </a:moveTo>
                  <a:lnTo>
                    <a:pt x="116478" y="15266"/>
                  </a:lnTo>
                  <a:lnTo>
                    <a:pt x="147064" y="19119"/>
                  </a:lnTo>
                  <a:lnTo>
                    <a:pt x="164492" y="27596"/>
                  </a:lnTo>
                  <a:lnTo>
                    <a:pt x="172331" y="36072"/>
                  </a:lnTo>
                  <a:lnTo>
                    <a:pt x="174151" y="39925"/>
                  </a:lnTo>
                  <a:lnTo>
                    <a:pt x="187083" y="33014"/>
                  </a:lnTo>
                  <a:lnTo>
                    <a:pt x="206634" y="33014"/>
                  </a:lnTo>
                  <a:lnTo>
                    <a:pt x="198883" y="23318"/>
                  </a:lnTo>
                  <a:lnTo>
                    <a:pt x="196174" y="20030"/>
                  </a:lnTo>
                  <a:lnTo>
                    <a:pt x="178978" y="20030"/>
                  </a:lnTo>
                  <a:lnTo>
                    <a:pt x="173075" y="15266"/>
                  </a:lnTo>
                  <a:close/>
                </a:path>
                <a:path w="270510" h="135254">
                  <a:moveTo>
                    <a:pt x="116478" y="0"/>
                  </a:moveTo>
                  <a:lnTo>
                    <a:pt x="92470" y="1909"/>
                  </a:lnTo>
                  <a:lnTo>
                    <a:pt x="74133" y="6845"/>
                  </a:lnTo>
                  <a:lnTo>
                    <a:pt x="60745" y="13614"/>
                  </a:lnTo>
                  <a:lnTo>
                    <a:pt x="51579" y="21025"/>
                  </a:lnTo>
                  <a:lnTo>
                    <a:pt x="67643" y="21025"/>
                  </a:lnTo>
                  <a:lnTo>
                    <a:pt x="70633" y="18348"/>
                  </a:lnTo>
                  <a:lnTo>
                    <a:pt x="86770" y="15651"/>
                  </a:lnTo>
                  <a:lnTo>
                    <a:pt x="116478" y="15266"/>
                  </a:lnTo>
                  <a:lnTo>
                    <a:pt x="173075" y="15266"/>
                  </a:lnTo>
                  <a:lnTo>
                    <a:pt x="170047" y="12823"/>
                  </a:lnTo>
                  <a:lnTo>
                    <a:pt x="157124" y="6391"/>
                  </a:lnTo>
                  <a:lnTo>
                    <a:pt x="139503" y="1770"/>
                  </a:lnTo>
                  <a:lnTo>
                    <a:pt x="116478" y="0"/>
                  </a:lnTo>
                  <a:close/>
                </a:path>
                <a:path w="270510" h="135254">
                  <a:moveTo>
                    <a:pt x="191522" y="17748"/>
                  </a:moveTo>
                  <a:lnTo>
                    <a:pt x="184633" y="17748"/>
                  </a:lnTo>
                  <a:lnTo>
                    <a:pt x="182134" y="18348"/>
                  </a:lnTo>
                  <a:lnTo>
                    <a:pt x="178978" y="20030"/>
                  </a:lnTo>
                  <a:lnTo>
                    <a:pt x="196174" y="20030"/>
                  </a:lnTo>
                  <a:lnTo>
                    <a:pt x="195889" y="19685"/>
                  </a:lnTo>
                  <a:lnTo>
                    <a:pt x="191522" y="17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0916" y="10544828"/>
              <a:ext cx="253562" cy="7013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633282" y="10537190"/>
              <a:ext cx="269240" cy="85725"/>
            </a:xfrm>
            <a:custGeom>
              <a:avLst/>
              <a:gdLst/>
              <a:ahLst/>
              <a:cxnLst/>
              <a:rect l="l" t="t" r="r" b="b"/>
              <a:pathLst>
                <a:path w="269239" h="85725">
                  <a:moveTo>
                    <a:pt x="132739" y="0"/>
                  </a:moveTo>
                  <a:lnTo>
                    <a:pt x="80373" y="2952"/>
                  </a:lnTo>
                  <a:lnTo>
                    <a:pt x="41968" y="9508"/>
                  </a:lnTo>
                  <a:lnTo>
                    <a:pt x="3539" y="22072"/>
                  </a:lnTo>
                  <a:lnTo>
                    <a:pt x="0" y="75201"/>
                  </a:lnTo>
                  <a:lnTo>
                    <a:pt x="2513" y="79934"/>
                  </a:lnTo>
                  <a:lnTo>
                    <a:pt x="9266" y="84510"/>
                  </a:lnTo>
                  <a:lnTo>
                    <a:pt x="12261" y="85400"/>
                  </a:lnTo>
                  <a:lnTo>
                    <a:pt x="17182" y="85400"/>
                  </a:lnTo>
                  <a:lnTo>
                    <a:pt x="19098" y="85044"/>
                  </a:lnTo>
                  <a:lnTo>
                    <a:pt x="20931" y="84311"/>
                  </a:lnTo>
                  <a:lnTo>
                    <a:pt x="29085" y="81557"/>
                  </a:lnTo>
                  <a:lnTo>
                    <a:pt x="51685" y="75650"/>
                  </a:lnTo>
                  <a:lnTo>
                    <a:pt x="84705" y="70133"/>
                  </a:lnTo>
                  <a:lnTo>
                    <a:pt x="15266" y="70133"/>
                  </a:lnTo>
                  <a:lnTo>
                    <a:pt x="15266" y="33559"/>
                  </a:lnTo>
                  <a:lnTo>
                    <a:pt x="40113" y="22983"/>
                  </a:lnTo>
                  <a:lnTo>
                    <a:pt x="60632" y="17553"/>
                  </a:lnTo>
                  <a:lnTo>
                    <a:pt x="87837" y="15552"/>
                  </a:lnTo>
                  <a:lnTo>
                    <a:pt x="246837" y="15266"/>
                  </a:lnTo>
                  <a:lnTo>
                    <a:pt x="224857" y="9423"/>
                  </a:lnTo>
                  <a:lnTo>
                    <a:pt x="185456" y="2926"/>
                  </a:lnTo>
                  <a:lnTo>
                    <a:pt x="132739" y="0"/>
                  </a:lnTo>
                  <a:close/>
                </a:path>
                <a:path w="269239" h="85725">
                  <a:moveTo>
                    <a:pt x="245111" y="67107"/>
                  </a:moveTo>
                  <a:lnTo>
                    <a:pt x="132739" y="67107"/>
                  </a:lnTo>
                  <a:lnTo>
                    <a:pt x="179464" y="69792"/>
                  </a:lnTo>
                  <a:lnTo>
                    <a:pt x="215865" y="75709"/>
                  </a:lnTo>
                  <a:lnTo>
                    <a:pt x="239578" y="81658"/>
                  </a:lnTo>
                  <a:lnTo>
                    <a:pt x="248437" y="84510"/>
                  </a:lnTo>
                  <a:lnTo>
                    <a:pt x="249960" y="85086"/>
                  </a:lnTo>
                  <a:lnTo>
                    <a:pt x="251772" y="85400"/>
                  </a:lnTo>
                  <a:lnTo>
                    <a:pt x="256641" y="85400"/>
                  </a:lnTo>
                  <a:lnTo>
                    <a:pt x="259688" y="84468"/>
                  </a:lnTo>
                  <a:lnTo>
                    <a:pt x="266389" y="79819"/>
                  </a:lnTo>
                  <a:lnTo>
                    <a:pt x="268801" y="75201"/>
                  </a:lnTo>
                  <a:lnTo>
                    <a:pt x="268839" y="70133"/>
                  </a:lnTo>
                  <a:lnTo>
                    <a:pt x="253562" y="70133"/>
                  </a:lnTo>
                  <a:lnTo>
                    <a:pt x="245111" y="67107"/>
                  </a:lnTo>
                  <a:close/>
                </a:path>
                <a:path w="269239" h="85725">
                  <a:moveTo>
                    <a:pt x="132739" y="51841"/>
                  </a:moveTo>
                  <a:lnTo>
                    <a:pt x="84147" y="54699"/>
                  </a:lnTo>
                  <a:lnTo>
                    <a:pt x="47125" y="60987"/>
                  </a:lnTo>
                  <a:lnTo>
                    <a:pt x="23542" y="67275"/>
                  </a:lnTo>
                  <a:lnTo>
                    <a:pt x="15266" y="70133"/>
                  </a:lnTo>
                  <a:lnTo>
                    <a:pt x="84705" y="70133"/>
                  </a:lnTo>
                  <a:lnTo>
                    <a:pt x="86861" y="69773"/>
                  </a:lnTo>
                  <a:lnTo>
                    <a:pt x="132739" y="67107"/>
                  </a:lnTo>
                  <a:lnTo>
                    <a:pt x="245111" y="67107"/>
                  </a:lnTo>
                  <a:lnTo>
                    <a:pt x="224028" y="59558"/>
                  </a:lnTo>
                  <a:lnTo>
                    <a:pt x="201597" y="54127"/>
                  </a:lnTo>
                  <a:lnTo>
                    <a:pt x="174943" y="52127"/>
                  </a:lnTo>
                  <a:lnTo>
                    <a:pt x="132739" y="51841"/>
                  </a:lnTo>
                  <a:close/>
                </a:path>
                <a:path w="269239" h="85725">
                  <a:moveTo>
                    <a:pt x="246837" y="15266"/>
                  </a:moveTo>
                  <a:lnTo>
                    <a:pt x="132739" y="15266"/>
                  </a:lnTo>
                  <a:lnTo>
                    <a:pt x="183918" y="18124"/>
                  </a:lnTo>
                  <a:lnTo>
                    <a:pt x="221862" y="24412"/>
                  </a:lnTo>
                  <a:lnTo>
                    <a:pt x="245450" y="30700"/>
                  </a:lnTo>
                  <a:lnTo>
                    <a:pt x="253562" y="33559"/>
                  </a:lnTo>
                  <a:lnTo>
                    <a:pt x="253562" y="70133"/>
                  </a:lnTo>
                  <a:lnTo>
                    <a:pt x="268839" y="70133"/>
                  </a:lnTo>
                  <a:lnTo>
                    <a:pt x="268839" y="27381"/>
                  </a:lnTo>
                  <a:lnTo>
                    <a:pt x="265112" y="21810"/>
                  </a:lnTo>
                  <a:lnTo>
                    <a:pt x="259395" y="19444"/>
                  </a:lnTo>
                  <a:lnTo>
                    <a:pt x="249862" y="16070"/>
                  </a:lnTo>
                  <a:lnTo>
                    <a:pt x="246837" y="152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23735" y="6580038"/>
              <a:ext cx="1373128" cy="1819957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12474270" y="10347269"/>
            <a:ext cx="316865" cy="200660"/>
            <a:chOff x="12474270" y="10347269"/>
            <a:chExt cx="316865" cy="200660"/>
          </a:xfrm>
        </p:grpSpPr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607232" y="10347269"/>
              <a:ext cx="175230" cy="16281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12474270" y="10438860"/>
              <a:ext cx="316865" cy="109220"/>
            </a:xfrm>
            <a:custGeom>
              <a:avLst/>
              <a:gdLst/>
              <a:ahLst/>
              <a:cxnLst/>
              <a:rect l="l" t="t" r="r" b="b"/>
              <a:pathLst>
                <a:path w="316865" h="109220">
                  <a:moveTo>
                    <a:pt x="316445" y="96075"/>
                  </a:moveTo>
                  <a:lnTo>
                    <a:pt x="316433" y="87414"/>
                  </a:lnTo>
                  <a:lnTo>
                    <a:pt x="315620" y="77330"/>
                  </a:lnTo>
                  <a:lnTo>
                    <a:pt x="314172" y="65659"/>
                  </a:lnTo>
                  <a:lnTo>
                    <a:pt x="311010" y="43167"/>
                  </a:lnTo>
                  <a:lnTo>
                    <a:pt x="309651" y="32194"/>
                  </a:lnTo>
                  <a:lnTo>
                    <a:pt x="308902" y="23152"/>
                  </a:lnTo>
                  <a:lnTo>
                    <a:pt x="308991" y="14008"/>
                  </a:lnTo>
                  <a:lnTo>
                    <a:pt x="309067" y="12560"/>
                  </a:lnTo>
                  <a:lnTo>
                    <a:pt x="309067" y="5626"/>
                  </a:lnTo>
                  <a:lnTo>
                    <a:pt x="303466" y="0"/>
                  </a:lnTo>
                  <a:lnTo>
                    <a:pt x="296468" y="0"/>
                  </a:lnTo>
                  <a:lnTo>
                    <a:pt x="271475" y="37274"/>
                  </a:lnTo>
                  <a:lnTo>
                    <a:pt x="270065" y="39966"/>
                  </a:lnTo>
                  <a:lnTo>
                    <a:pt x="269709" y="40779"/>
                  </a:lnTo>
                  <a:lnTo>
                    <a:pt x="262547" y="58940"/>
                  </a:lnTo>
                  <a:lnTo>
                    <a:pt x="252209" y="58940"/>
                  </a:lnTo>
                  <a:lnTo>
                    <a:pt x="243547" y="57327"/>
                  </a:lnTo>
                  <a:lnTo>
                    <a:pt x="233527" y="53086"/>
                  </a:lnTo>
                  <a:lnTo>
                    <a:pt x="222643" y="47129"/>
                  </a:lnTo>
                  <a:lnTo>
                    <a:pt x="196380" y="31381"/>
                  </a:lnTo>
                  <a:lnTo>
                    <a:pt x="187528" y="26771"/>
                  </a:lnTo>
                  <a:lnTo>
                    <a:pt x="180555" y="23152"/>
                  </a:lnTo>
                  <a:lnTo>
                    <a:pt x="164160" y="17056"/>
                  </a:lnTo>
                  <a:lnTo>
                    <a:pt x="147408" y="14465"/>
                  </a:lnTo>
                  <a:lnTo>
                    <a:pt x="134518" y="14211"/>
                  </a:lnTo>
                  <a:lnTo>
                    <a:pt x="127939" y="14211"/>
                  </a:lnTo>
                  <a:lnTo>
                    <a:pt x="52031" y="24269"/>
                  </a:lnTo>
                  <a:lnTo>
                    <a:pt x="17703" y="48044"/>
                  </a:lnTo>
                  <a:lnTo>
                    <a:pt x="304" y="94259"/>
                  </a:lnTo>
                  <a:lnTo>
                    <a:pt x="0" y="97828"/>
                  </a:lnTo>
                  <a:lnTo>
                    <a:pt x="1219" y="101371"/>
                  </a:lnTo>
                  <a:lnTo>
                    <a:pt x="6057" y="106502"/>
                  </a:lnTo>
                  <a:lnTo>
                    <a:pt x="9359" y="107924"/>
                  </a:lnTo>
                  <a:lnTo>
                    <a:pt x="13182" y="107924"/>
                  </a:lnTo>
                  <a:lnTo>
                    <a:pt x="41084" y="107353"/>
                  </a:lnTo>
                  <a:lnTo>
                    <a:pt x="90982" y="107327"/>
                  </a:lnTo>
                  <a:lnTo>
                    <a:pt x="245452" y="108648"/>
                  </a:lnTo>
                  <a:lnTo>
                    <a:pt x="276745" y="108458"/>
                  </a:lnTo>
                  <a:lnTo>
                    <a:pt x="310769" y="107746"/>
                  </a:lnTo>
                  <a:lnTo>
                    <a:pt x="311365" y="107162"/>
                  </a:lnTo>
                  <a:lnTo>
                    <a:pt x="316052" y="102616"/>
                  </a:lnTo>
                  <a:lnTo>
                    <a:pt x="316445" y="960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13022428" y="10339698"/>
            <a:ext cx="424180" cy="207645"/>
          </a:xfrm>
          <a:custGeom>
            <a:avLst/>
            <a:gdLst/>
            <a:ahLst/>
            <a:cxnLst/>
            <a:rect l="l" t="t" r="r" b="b"/>
            <a:pathLst>
              <a:path w="424180" h="207645">
                <a:moveTo>
                  <a:pt x="423786" y="194144"/>
                </a:moveTo>
                <a:lnTo>
                  <a:pt x="378980" y="146646"/>
                </a:lnTo>
                <a:lnTo>
                  <a:pt x="324396" y="124193"/>
                </a:lnTo>
                <a:lnTo>
                  <a:pt x="302590" y="116649"/>
                </a:lnTo>
                <a:lnTo>
                  <a:pt x="296608" y="114541"/>
                </a:lnTo>
                <a:lnTo>
                  <a:pt x="289496" y="111912"/>
                </a:lnTo>
                <a:lnTo>
                  <a:pt x="287985" y="111633"/>
                </a:lnTo>
                <a:lnTo>
                  <a:pt x="284010" y="111633"/>
                </a:lnTo>
                <a:lnTo>
                  <a:pt x="281546" y="112369"/>
                </a:lnTo>
                <a:lnTo>
                  <a:pt x="279438" y="113804"/>
                </a:lnTo>
                <a:lnTo>
                  <a:pt x="275323" y="116725"/>
                </a:lnTo>
                <a:lnTo>
                  <a:pt x="275450" y="116522"/>
                </a:lnTo>
                <a:lnTo>
                  <a:pt x="275805" y="112369"/>
                </a:lnTo>
                <a:lnTo>
                  <a:pt x="272846" y="105003"/>
                </a:lnTo>
                <a:lnTo>
                  <a:pt x="269735" y="102235"/>
                </a:lnTo>
                <a:lnTo>
                  <a:pt x="265912" y="101219"/>
                </a:lnTo>
                <a:lnTo>
                  <a:pt x="262661" y="99860"/>
                </a:lnTo>
                <a:lnTo>
                  <a:pt x="262661" y="113347"/>
                </a:lnTo>
                <a:lnTo>
                  <a:pt x="258152" y="118986"/>
                </a:lnTo>
                <a:lnTo>
                  <a:pt x="252361" y="124079"/>
                </a:lnTo>
                <a:lnTo>
                  <a:pt x="239026" y="133934"/>
                </a:lnTo>
                <a:lnTo>
                  <a:pt x="233337" y="138925"/>
                </a:lnTo>
                <a:lnTo>
                  <a:pt x="207657" y="154457"/>
                </a:lnTo>
                <a:lnTo>
                  <a:pt x="196672" y="154457"/>
                </a:lnTo>
                <a:lnTo>
                  <a:pt x="192366" y="153860"/>
                </a:lnTo>
                <a:lnTo>
                  <a:pt x="187388" y="153187"/>
                </a:lnTo>
                <a:lnTo>
                  <a:pt x="178955" y="153187"/>
                </a:lnTo>
                <a:lnTo>
                  <a:pt x="75971" y="153860"/>
                </a:lnTo>
                <a:lnTo>
                  <a:pt x="67754" y="132080"/>
                </a:lnTo>
                <a:lnTo>
                  <a:pt x="55435" y="114401"/>
                </a:lnTo>
                <a:lnTo>
                  <a:pt x="39408" y="100444"/>
                </a:lnTo>
                <a:lnTo>
                  <a:pt x="20104" y="89801"/>
                </a:lnTo>
                <a:lnTo>
                  <a:pt x="21513" y="72440"/>
                </a:lnTo>
                <a:lnTo>
                  <a:pt x="22733" y="54902"/>
                </a:lnTo>
                <a:lnTo>
                  <a:pt x="23914" y="37312"/>
                </a:lnTo>
                <a:lnTo>
                  <a:pt x="25184" y="19824"/>
                </a:lnTo>
                <a:lnTo>
                  <a:pt x="135763" y="14998"/>
                </a:lnTo>
                <a:lnTo>
                  <a:pt x="175031" y="12560"/>
                </a:lnTo>
                <a:lnTo>
                  <a:pt x="183921" y="48412"/>
                </a:lnTo>
                <a:lnTo>
                  <a:pt x="203898" y="77978"/>
                </a:lnTo>
                <a:lnTo>
                  <a:pt x="231355" y="100025"/>
                </a:lnTo>
                <a:lnTo>
                  <a:pt x="262661" y="113347"/>
                </a:lnTo>
                <a:lnTo>
                  <a:pt x="262661" y="99860"/>
                </a:lnTo>
                <a:lnTo>
                  <a:pt x="238899" y="89916"/>
                </a:lnTo>
                <a:lnTo>
                  <a:pt x="214274" y="70827"/>
                </a:lnTo>
                <a:lnTo>
                  <a:pt x="195884" y="44602"/>
                </a:lnTo>
                <a:lnTo>
                  <a:pt x="187756" y="12560"/>
                </a:lnTo>
                <a:lnTo>
                  <a:pt x="187579" y="11874"/>
                </a:lnTo>
                <a:lnTo>
                  <a:pt x="187401" y="8496"/>
                </a:lnTo>
                <a:lnTo>
                  <a:pt x="185864" y="5346"/>
                </a:lnTo>
                <a:lnTo>
                  <a:pt x="181038" y="1104"/>
                </a:lnTo>
                <a:lnTo>
                  <a:pt x="178079" y="0"/>
                </a:lnTo>
                <a:lnTo>
                  <a:pt x="175031" y="0"/>
                </a:lnTo>
                <a:lnTo>
                  <a:pt x="174117" y="25"/>
                </a:lnTo>
                <a:lnTo>
                  <a:pt x="150228" y="1612"/>
                </a:lnTo>
                <a:lnTo>
                  <a:pt x="128295" y="2794"/>
                </a:lnTo>
                <a:lnTo>
                  <a:pt x="18224" y="7620"/>
                </a:lnTo>
                <a:lnTo>
                  <a:pt x="9880" y="58750"/>
                </a:lnTo>
                <a:lnTo>
                  <a:pt x="8902" y="72440"/>
                </a:lnTo>
                <a:lnTo>
                  <a:pt x="8420" y="78790"/>
                </a:lnTo>
                <a:lnTo>
                  <a:pt x="7099" y="94056"/>
                </a:lnTo>
                <a:lnTo>
                  <a:pt x="10121" y="99148"/>
                </a:lnTo>
                <a:lnTo>
                  <a:pt x="15062" y="101307"/>
                </a:lnTo>
                <a:lnTo>
                  <a:pt x="16116" y="101904"/>
                </a:lnTo>
                <a:lnTo>
                  <a:pt x="15163" y="102146"/>
                </a:lnTo>
                <a:lnTo>
                  <a:pt x="9791" y="105219"/>
                </a:lnTo>
                <a:lnTo>
                  <a:pt x="7467" y="108699"/>
                </a:lnTo>
                <a:lnTo>
                  <a:pt x="5829" y="123367"/>
                </a:lnTo>
                <a:lnTo>
                  <a:pt x="4851" y="134264"/>
                </a:lnTo>
                <a:lnTo>
                  <a:pt x="1905" y="174396"/>
                </a:lnTo>
                <a:lnTo>
                  <a:pt x="1206" y="182753"/>
                </a:lnTo>
                <a:lnTo>
                  <a:pt x="0" y="194957"/>
                </a:lnTo>
                <a:lnTo>
                  <a:pt x="1104" y="198462"/>
                </a:lnTo>
                <a:lnTo>
                  <a:pt x="5778" y="203733"/>
                </a:lnTo>
                <a:lnTo>
                  <a:pt x="9105" y="205270"/>
                </a:lnTo>
                <a:lnTo>
                  <a:pt x="65747" y="206159"/>
                </a:lnTo>
                <a:lnTo>
                  <a:pt x="392684" y="207467"/>
                </a:lnTo>
                <a:lnTo>
                  <a:pt x="414782" y="207454"/>
                </a:lnTo>
                <a:lnTo>
                  <a:pt x="418630" y="205422"/>
                </a:lnTo>
                <a:lnTo>
                  <a:pt x="423329" y="198653"/>
                </a:lnTo>
                <a:lnTo>
                  <a:pt x="423786" y="194919"/>
                </a:lnTo>
                <a:lnTo>
                  <a:pt x="423786" y="19414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12096674" y="6812693"/>
            <a:ext cx="1316990" cy="3814445"/>
            <a:chOff x="12096674" y="6812693"/>
            <a:chExt cx="1316990" cy="3814445"/>
          </a:xfrm>
        </p:grpSpPr>
        <p:sp>
          <p:nvSpPr>
            <p:cNvPr id="21" name="object 21" descr=""/>
            <p:cNvSpPr/>
            <p:nvPr/>
          </p:nvSpPr>
          <p:spPr>
            <a:xfrm>
              <a:off x="12447090" y="7519671"/>
              <a:ext cx="560705" cy="2640965"/>
            </a:xfrm>
            <a:custGeom>
              <a:avLst/>
              <a:gdLst/>
              <a:ahLst/>
              <a:cxnLst/>
              <a:rect l="l" t="t" r="r" b="b"/>
              <a:pathLst>
                <a:path w="560705" h="2640965">
                  <a:moveTo>
                    <a:pt x="48522" y="28628"/>
                  </a:moveTo>
                  <a:lnTo>
                    <a:pt x="185180" y="7724"/>
                  </a:lnTo>
                  <a:lnTo>
                    <a:pt x="277117" y="0"/>
                  </a:lnTo>
                  <a:lnTo>
                    <a:pt x="366077" y="4776"/>
                  </a:lnTo>
                  <a:lnTo>
                    <a:pt x="493806" y="21372"/>
                  </a:lnTo>
                  <a:lnTo>
                    <a:pt x="512980" y="532958"/>
                  </a:lnTo>
                  <a:lnTo>
                    <a:pt x="523863" y="852523"/>
                  </a:lnTo>
                  <a:lnTo>
                    <a:pt x="530497" y="1114201"/>
                  </a:lnTo>
                  <a:lnTo>
                    <a:pt x="536926" y="1452124"/>
                  </a:lnTo>
                  <a:lnTo>
                    <a:pt x="544860" y="1868254"/>
                  </a:lnTo>
                  <a:lnTo>
                    <a:pt x="552343" y="2236757"/>
                  </a:lnTo>
                  <a:lnTo>
                    <a:pt x="557907" y="2500071"/>
                  </a:lnTo>
                  <a:lnTo>
                    <a:pt x="560087" y="2600634"/>
                  </a:lnTo>
                  <a:lnTo>
                    <a:pt x="355038" y="2630454"/>
                  </a:lnTo>
                  <a:lnTo>
                    <a:pt x="228346" y="2640394"/>
                  </a:lnTo>
                  <a:lnTo>
                    <a:pt x="127502" y="2630454"/>
                  </a:lnTo>
                  <a:lnTo>
                    <a:pt x="0" y="2600634"/>
                  </a:lnTo>
                  <a:lnTo>
                    <a:pt x="48522" y="28628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96674" y="7318946"/>
              <a:ext cx="1316621" cy="330814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390442" y="7471940"/>
              <a:ext cx="688219" cy="1066543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144966" y="7520891"/>
              <a:ext cx="1206892" cy="2841198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431260" y="6812693"/>
              <a:ext cx="585547" cy="672728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10093602" y="6875452"/>
            <a:ext cx="1332230" cy="3672204"/>
            <a:chOff x="10093602" y="6875452"/>
            <a:chExt cx="1332230" cy="3672204"/>
          </a:xfrm>
        </p:grpSpPr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93602" y="6990860"/>
              <a:ext cx="1299151" cy="3556638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356971" y="7526772"/>
              <a:ext cx="732302" cy="100491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155632" y="8272193"/>
              <a:ext cx="1247410" cy="201930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11001883" y="10441286"/>
              <a:ext cx="424180" cy="106045"/>
            </a:xfrm>
            <a:custGeom>
              <a:avLst/>
              <a:gdLst/>
              <a:ahLst/>
              <a:cxnLst/>
              <a:rect l="l" t="t" r="r" b="b"/>
              <a:pathLst>
                <a:path w="424179" h="106045">
                  <a:moveTo>
                    <a:pt x="423799" y="92557"/>
                  </a:moveTo>
                  <a:lnTo>
                    <a:pt x="378980" y="45059"/>
                  </a:lnTo>
                  <a:lnTo>
                    <a:pt x="324396" y="22606"/>
                  </a:lnTo>
                  <a:lnTo>
                    <a:pt x="302590" y="15062"/>
                  </a:lnTo>
                  <a:lnTo>
                    <a:pt x="296621" y="12954"/>
                  </a:lnTo>
                  <a:lnTo>
                    <a:pt x="289496" y="10325"/>
                  </a:lnTo>
                  <a:lnTo>
                    <a:pt x="287985" y="10045"/>
                  </a:lnTo>
                  <a:lnTo>
                    <a:pt x="284010" y="10045"/>
                  </a:lnTo>
                  <a:lnTo>
                    <a:pt x="250545" y="34836"/>
                  </a:lnTo>
                  <a:lnTo>
                    <a:pt x="244563" y="39547"/>
                  </a:lnTo>
                  <a:lnTo>
                    <a:pt x="211683" y="61036"/>
                  </a:lnTo>
                  <a:lnTo>
                    <a:pt x="203301" y="61036"/>
                  </a:lnTo>
                  <a:lnTo>
                    <a:pt x="185928" y="60248"/>
                  </a:lnTo>
                  <a:lnTo>
                    <a:pt x="180606" y="60248"/>
                  </a:lnTo>
                  <a:lnTo>
                    <a:pt x="97790" y="60794"/>
                  </a:lnTo>
                  <a:lnTo>
                    <a:pt x="81622" y="61709"/>
                  </a:lnTo>
                  <a:lnTo>
                    <a:pt x="73380" y="61709"/>
                  </a:lnTo>
                  <a:lnTo>
                    <a:pt x="71018" y="61328"/>
                  </a:lnTo>
                  <a:lnTo>
                    <a:pt x="69875" y="61036"/>
                  </a:lnTo>
                  <a:lnTo>
                    <a:pt x="69113" y="59474"/>
                  </a:lnTo>
                  <a:lnTo>
                    <a:pt x="65786" y="48387"/>
                  </a:lnTo>
                  <a:lnTo>
                    <a:pt x="64744" y="45605"/>
                  </a:lnTo>
                  <a:lnTo>
                    <a:pt x="58534" y="31648"/>
                  </a:lnTo>
                  <a:lnTo>
                    <a:pt x="50507" y="19646"/>
                  </a:lnTo>
                  <a:lnTo>
                    <a:pt x="42875" y="12573"/>
                  </a:lnTo>
                  <a:lnTo>
                    <a:pt x="39547" y="9486"/>
                  </a:lnTo>
                  <a:lnTo>
                    <a:pt x="24485" y="1054"/>
                  </a:lnTo>
                  <a:lnTo>
                    <a:pt x="22885" y="355"/>
                  </a:lnTo>
                  <a:lnTo>
                    <a:pt x="21183" y="0"/>
                  </a:lnTo>
                  <a:lnTo>
                    <a:pt x="17322" y="0"/>
                  </a:lnTo>
                  <a:lnTo>
                    <a:pt x="1905" y="72809"/>
                  </a:lnTo>
                  <a:lnTo>
                    <a:pt x="1206" y="81165"/>
                  </a:lnTo>
                  <a:lnTo>
                    <a:pt x="0" y="93370"/>
                  </a:lnTo>
                  <a:lnTo>
                    <a:pt x="1104" y="96875"/>
                  </a:lnTo>
                  <a:lnTo>
                    <a:pt x="5778" y="102146"/>
                  </a:lnTo>
                  <a:lnTo>
                    <a:pt x="9105" y="103682"/>
                  </a:lnTo>
                  <a:lnTo>
                    <a:pt x="65747" y="104571"/>
                  </a:lnTo>
                  <a:lnTo>
                    <a:pt x="392684" y="105879"/>
                  </a:lnTo>
                  <a:lnTo>
                    <a:pt x="414782" y="105867"/>
                  </a:lnTo>
                  <a:lnTo>
                    <a:pt x="418630" y="103835"/>
                  </a:lnTo>
                  <a:lnTo>
                    <a:pt x="423329" y="97066"/>
                  </a:lnTo>
                  <a:lnTo>
                    <a:pt x="423786" y="93332"/>
                  </a:lnTo>
                  <a:lnTo>
                    <a:pt x="423799" y="925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0403681" y="6881734"/>
              <a:ext cx="628650" cy="567690"/>
            </a:xfrm>
            <a:custGeom>
              <a:avLst/>
              <a:gdLst/>
              <a:ahLst/>
              <a:cxnLst/>
              <a:rect l="l" t="t" r="r" b="b"/>
              <a:pathLst>
                <a:path w="628650" h="567690">
                  <a:moveTo>
                    <a:pt x="318811" y="0"/>
                  </a:moveTo>
                  <a:lnTo>
                    <a:pt x="270042" y="3276"/>
                  </a:lnTo>
                  <a:lnTo>
                    <a:pt x="222916" y="12772"/>
                  </a:lnTo>
                  <a:lnTo>
                    <a:pt x="179995" y="29454"/>
                  </a:lnTo>
                  <a:lnTo>
                    <a:pt x="143838" y="54287"/>
                  </a:lnTo>
                  <a:lnTo>
                    <a:pt x="89828" y="120250"/>
                  </a:lnTo>
                  <a:lnTo>
                    <a:pt x="58080" y="163348"/>
                  </a:lnTo>
                  <a:lnTo>
                    <a:pt x="21782" y="238631"/>
                  </a:lnTo>
                  <a:lnTo>
                    <a:pt x="8593" y="287533"/>
                  </a:lnTo>
                  <a:lnTo>
                    <a:pt x="1057" y="336022"/>
                  </a:lnTo>
                  <a:lnTo>
                    <a:pt x="0" y="381321"/>
                  </a:lnTo>
                  <a:lnTo>
                    <a:pt x="6244" y="420653"/>
                  </a:lnTo>
                  <a:lnTo>
                    <a:pt x="66929" y="505794"/>
                  </a:lnTo>
                  <a:lnTo>
                    <a:pt x="104866" y="539385"/>
                  </a:lnTo>
                  <a:lnTo>
                    <a:pt x="139922" y="561047"/>
                  </a:lnTo>
                  <a:lnTo>
                    <a:pt x="131840" y="444091"/>
                  </a:lnTo>
                  <a:lnTo>
                    <a:pt x="138765" y="344498"/>
                  </a:lnTo>
                  <a:lnTo>
                    <a:pt x="150442" y="275235"/>
                  </a:lnTo>
                  <a:lnTo>
                    <a:pt x="156613" y="249266"/>
                  </a:lnTo>
                  <a:lnTo>
                    <a:pt x="225970" y="240171"/>
                  </a:lnTo>
                  <a:lnTo>
                    <a:pt x="303570" y="214108"/>
                  </a:lnTo>
                  <a:lnTo>
                    <a:pt x="366750" y="186881"/>
                  </a:lnTo>
                  <a:lnTo>
                    <a:pt x="392847" y="174294"/>
                  </a:lnTo>
                  <a:lnTo>
                    <a:pt x="413488" y="198735"/>
                  </a:lnTo>
                  <a:lnTo>
                    <a:pt x="428370" y="240913"/>
                  </a:lnTo>
                  <a:lnTo>
                    <a:pt x="438422" y="295288"/>
                  </a:lnTo>
                  <a:lnTo>
                    <a:pt x="444573" y="356315"/>
                  </a:lnTo>
                  <a:lnTo>
                    <a:pt x="447754" y="418452"/>
                  </a:lnTo>
                  <a:lnTo>
                    <a:pt x="448894" y="476156"/>
                  </a:lnTo>
                  <a:lnTo>
                    <a:pt x="448772" y="556096"/>
                  </a:lnTo>
                  <a:lnTo>
                    <a:pt x="449368" y="567245"/>
                  </a:lnTo>
                  <a:lnTo>
                    <a:pt x="468753" y="557531"/>
                  </a:lnTo>
                  <a:lnTo>
                    <a:pt x="531474" y="543354"/>
                  </a:lnTo>
                  <a:lnTo>
                    <a:pt x="565927" y="530830"/>
                  </a:lnTo>
                  <a:lnTo>
                    <a:pt x="596519" y="509310"/>
                  </a:lnTo>
                  <a:lnTo>
                    <a:pt x="618806" y="474762"/>
                  </a:lnTo>
                  <a:lnTo>
                    <a:pt x="628347" y="423156"/>
                  </a:lnTo>
                  <a:lnTo>
                    <a:pt x="628413" y="391170"/>
                  </a:lnTo>
                  <a:lnTo>
                    <a:pt x="626580" y="346365"/>
                  </a:lnTo>
                  <a:lnTo>
                    <a:pt x="621779" y="292978"/>
                  </a:lnTo>
                  <a:lnTo>
                    <a:pt x="612944" y="235249"/>
                  </a:lnTo>
                  <a:lnTo>
                    <a:pt x="599008" y="177414"/>
                  </a:lnTo>
                  <a:lnTo>
                    <a:pt x="579822" y="133504"/>
                  </a:lnTo>
                  <a:lnTo>
                    <a:pt x="551620" y="93474"/>
                  </a:lnTo>
                  <a:lnTo>
                    <a:pt x="518047" y="59440"/>
                  </a:lnTo>
                  <a:lnTo>
                    <a:pt x="482748" y="33517"/>
                  </a:lnTo>
                  <a:lnTo>
                    <a:pt x="411035" y="8236"/>
                  </a:lnTo>
                  <a:lnTo>
                    <a:pt x="366662" y="1975"/>
                  </a:lnTo>
                  <a:lnTo>
                    <a:pt x="3188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0403681" y="6881734"/>
              <a:ext cx="628650" cy="567690"/>
            </a:xfrm>
            <a:custGeom>
              <a:avLst/>
              <a:gdLst/>
              <a:ahLst/>
              <a:cxnLst/>
              <a:rect l="l" t="t" r="r" b="b"/>
              <a:pathLst>
                <a:path w="628650" h="567690">
                  <a:moveTo>
                    <a:pt x="599008" y="177414"/>
                  </a:moveTo>
                  <a:lnTo>
                    <a:pt x="579822" y="133504"/>
                  </a:lnTo>
                  <a:lnTo>
                    <a:pt x="551620" y="93474"/>
                  </a:lnTo>
                  <a:lnTo>
                    <a:pt x="518047" y="59440"/>
                  </a:lnTo>
                  <a:lnTo>
                    <a:pt x="482748" y="33517"/>
                  </a:lnTo>
                  <a:lnTo>
                    <a:pt x="411035" y="8236"/>
                  </a:lnTo>
                  <a:lnTo>
                    <a:pt x="366662" y="1975"/>
                  </a:lnTo>
                  <a:lnTo>
                    <a:pt x="318811" y="0"/>
                  </a:lnTo>
                  <a:lnTo>
                    <a:pt x="270042" y="3276"/>
                  </a:lnTo>
                  <a:lnTo>
                    <a:pt x="222916" y="12772"/>
                  </a:lnTo>
                  <a:lnTo>
                    <a:pt x="179995" y="29454"/>
                  </a:lnTo>
                  <a:lnTo>
                    <a:pt x="143838" y="54287"/>
                  </a:lnTo>
                  <a:lnTo>
                    <a:pt x="89828" y="120250"/>
                  </a:lnTo>
                  <a:lnTo>
                    <a:pt x="58080" y="163348"/>
                  </a:lnTo>
                  <a:lnTo>
                    <a:pt x="21782" y="238631"/>
                  </a:lnTo>
                  <a:lnTo>
                    <a:pt x="8593" y="287533"/>
                  </a:lnTo>
                  <a:lnTo>
                    <a:pt x="1057" y="336022"/>
                  </a:lnTo>
                  <a:lnTo>
                    <a:pt x="0" y="381321"/>
                  </a:lnTo>
                  <a:lnTo>
                    <a:pt x="6244" y="420653"/>
                  </a:lnTo>
                  <a:lnTo>
                    <a:pt x="66929" y="505794"/>
                  </a:lnTo>
                  <a:lnTo>
                    <a:pt x="104866" y="539385"/>
                  </a:lnTo>
                  <a:lnTo>
                    <a:pt x="139922" y="561047"/>
                  </a:lnTo>
                  <a:lnTo>
                    <a:pt x="131840" y="444091"/>
                  </a:lnTo>
                  <a:lnTo>
                    <a:pt x="138765" y="344498"/>
                  </a:lnTo>
                  <a:lnTo>
                    <a:pt x="150442" y="275235"/>
                  </a:lnTo>
                  <a:lnTo>
                    <a:pt x="156613" y="249266"/>
                  </a:lnTo>
                  <a:lnTo>
                    <a:pt x="225970" y="240171"/>
                  </a:lnTo>
                  <a:lnTo>
                    <a:pt x="303570" y="214108"/>
                  </a:lnTo>
                  <a:lnTo>
                    <a:pt x="366750" y="186881"/>
                  </a:lnTo>
                  <a:lnTo>
                    <a:pt x="392847" y="174294"/>
                  </a:lnTo>
                  <a:lnTo>
                    <a:pt x="413488" y="198735"/>
                  </a:lnTo>
                  <a:lnTo>
                    <a:pt x="428370" y="240913"/>
                  </a:lnTo>
                  <a:lnTo>
                    <a:pt x="438422" y="295288"/>
                  </a:lnTo>
                  <a:lnTo>
                    <a:pt x="444573" y="356315"/>
                  </a:lnTo>
                  <a:lnTo>
                    <a:pt x="447754" y="418452"/>
                  </a:lnTo>
                  <a:lnTo>
                    <a:pt x="448894" y="476156"/>
                  </a:lnTo>
                  <a:lnTo>
                    <a:pt x="448924" y="523885"/>
                  </a:lnTo>
                  <a:lnTo>
                    <a:pt x="448772" y="556096"/>
                  </a:lnTo>
                  <a:lnTo>
                    <a:pt x="449368" y="567245"/>
                  </a:lnTo>
                  <a:lnTo>
                    <a:pt x="468753" y="557531"/>
                  </a:lnTo>
                  <a:lnTo>
                    <a:pt x="497602" y="550910"/>
                  </a:lnTo>
                  <a:lnTo>
                    <a:pt x="531474" y="543354"/>
                  </a:lnTo>
                  <a:lnTo>
                    <a:pt x="565927" y="530830"/>
                  </a:lnTo>
                  <a:lnTo>
                    <a:pt x="596519" y="509310"/>
                  </a:lnTo>
                  <a:lnTo>
                    <a:pt x="618806" y="474762"/>
                  </a:lnTo>
                  <a:lnTo>
                    <a:pt x="628347" y="423156"/>
                  </a:lnTo>
                  <a:lnTo>
                    <a:pt x="628413" y="391170"/>
                  </a:lnTo>
                  <a:lnTo>
                    <a:pt x="626580" y="346365"/>
                  </a:lnTo>
                  <a:lnTo>
                    <a:pt x="621779" y="292978"/>
                  </a:lnTo>
                  <a:lnTo>
                    <a:pt x="612944" y="235249"/>
                  </a:lnTo>
                  <a:lnTo>
                    <a:pt x="599008" y="177414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508559" y="7169792"/>
              <a:ext cx="346075" cy="107314"/>
            </a:xfrm>
            <a:custGeom>
              <a:avLst/>
              <a:gdLst/>
              <a:ahLst/>
              <a:cxnLst/>
              <a:rect l="l" t="t" r="r" b="b"/>
              <a:pathLst>
                <a:path w="346075" h="107315">
                  <a:moveTo>
                    <a:pt x="68929" y="0"/>
                  </a:moveTo>
                  <a:lnTo>
                    <a:pt x="27999" y="753"/>
                  </a:lnTo>
                  <a:lnTo>
                    <a:pt x="0" y="23842"/>
                  </a:lnTo>
                  <a:lnTo>
                    <a:pt x="11319" y="27266"/>
                  </a:lnTo>
                  <a:lnTo>
                    <a:pt x="11947" y="27747"/>
                  </a:lnTo>
                  <a:lnTo>
                    <a:pt x="20413" y="65746"/>
                  </a:lnTo>
                  <a:lnTo>
                    <a:pt x="53011" y="97488"/>
                  </a:lnTo>
                  <a:lnTo>
                    <a:pt x="89756" y="102541"/>
                  </a:lnTo>
                  <a:lnTo>
                    <a:pt x="95745" y="102185"/>
                  </a:lnTo>
                  <a:lnTo>
                    <a:pt x="136943" y="82245"/>
                  </a:lnTo>
                  <a:lnTo>
                    <a:pt x="156895" y="36281"/>
                  </a:lnTo>
                  <a:lnTo>
                    <a:pt x="159523" y="37234"/>
                  </a:lnTo>
                  <a:lnTo>
                    <a:pt x="167272" y="38312"/>
                  </a:lnTo>
                  <a:lnTo>
                    <a:pt x="178214" y="38700"/>
                  </a:lnTo>
                  <a:lnTo>
                    <a:pt x="183680" y="38040"/>
                  </a:lnTo>
                  <a:lnTo>
                    <a:pt x="188517" y="36595"/>
                  </a:lnTo>
                  <a:lnTo>
                    <a:pt x="190528" y="42333"/>
                  </a:lnTo>
                  <a:lnTo>
                    <a:pt x="206236" y="83972"/>
                  </a:lnTo>
                  <a:lnTo>
                    <a:pt x="240778" y="104614"/>
                  </a:lnTo>
                  <a:lnTo>
                    <a:pt x="258295" y="106740"/>
                  </a:lnTo>
                  <a:lnTo>
                    <a:pt x="269194" y="106480"/>
                  </a:lnTo>
                  <a:lnTo>
                    <a:pt x="311054" y="92844"/>
                  </a:lnTo>
                  <a:lnTo>
                    <a:pt x="329378" y="53930"/>
                  </a:lnTo>
                  <a:lnTo>
                    <a:pt x="333895" y="35768"/>
                  </a:lnTo>
                  <a:lnTo>
                    <a:pt x="334534" y="35318"/>
                  </a:lnTo>
                  <a:lnTo>
                    <a:pt x="346020" y="32459"/>
                  </a:lnTo>
                  <a:lnTo>
                    <a:pt x="345298" y="22784"/>
                  </a:lnTo>
                  <a:lnTo>
                    <a:pt x="345036" y="19570"/>
                  </a:lnTo>
                  <a:lnTo>
                    <a:pt x="277289" y="5141"/>
                  </a:lnTo>
                  <a:lnTo>
                    <a:pt x="255033" y="4750"/>
                  </a:lnTo>
                  <a:lnTo>
                    <a:pt x="235508" y="5995"/>
                  </a:lnTo>
                  <a:lnTo>
                    <a:pt x="194022" y="16990"/>
                  </a:lnTo>
                  <a:lnTo>
                    <a:pt x="184800" y="26072"/>
                  </a:lnTo>
                  <a:lnTo>
                    <a:pt x="179889" y="27674"/>
                  </a:lnTo>
                  <a:lnTo>
                    <a:pt x="173722" y="28030"/>
                  </a:lnTo>
                  <a:lnTo>
                    <a:pt x="162968" y="26732"/>
                  </a:lnTo>
                  <a:lnTo>
                    <a:pt x="161356" y="26009"/>
                  </a:lnTo>
                  <a:lnTo>
                    <a:pt x="161293" y="24774"/>
                  </a:lnTo>
                  <a:lnTo>
                    <a:pt x="161073" y="24156"/>
                  </a:lnTo>
                  <a:lnTo>
                    <a:pt x="127351" y="5842"/>
                  </a:lnTo>
                  <a:lnTo>
                    <a:pt x="92301" y="692"/>
                  </a:lnTo>
                  <a:lnTo>
                    <a:pt x="68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13908978" y="6982929"/>
            <a:ext cx="1332230" cy="3556635"/>
            <a:chOff x="13908978" y="6982929"/>
            <a:chExt cx="1332230" cy="3556635"/>
          </a:xfrm>
        </p:grpSpPr>
        <p:pic>
          <p:nvPicPr>
            <p:cNvPr id="35" name="object 3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908978" y="6982929"/>
              <a:ext cx="1332083" cy="3556637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157744" y="8233689"/>
              <a:ext cx="852163" cy="210790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368083" y="10274479"/>
              <a:ext cx="239323" cy="100112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4786321" y="10256517"/>
              <a:ext cx="250110" cy="12440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057713" y="7461574"/>
              <a:ext cx="936060" cy="1477659"/>
            </a:xfrm>
            <a:prstGeom prst="rect">
              <a:avLst/>
            </a:prstGeom>
          </p:spPr>
        </p:pic>
      </p:grpSp>
      <p:grpSp>
        <p:nvGrpSpPr>
          <p:cNvPr id="40" name="object 40" descr=""/>
          <p:cNvGrpSpPr/>
          <p:nvPr/>
        </p:nvGrpSpPr>
        <p:grpSpPr>
          <a:xfrm>
            <a:off x="14230746" y="6668209"/>
            <a:ext cx="548005" cy="615950"/>
            <a:chOff x="14230746" y="6668209"/>
            <a:chExt cx="548005" cy="615950"/>
          </a:xfrm>
        </p:grpSpPr>
        <p:sp>
          <p:nvSpPr>
            <p:cNvPr id="41" name="object 41" descr=""/>
            <p:cNvSpPr/>
            <p:nvPr/>
          </p:nvSpPr>
          <p:spPr>
            <a:xfrm>
              <a:off x="14359693" y="6674491"/>
              <a:ext cx="299085" cy="247015"/>
            </a:xfrm>
            <a:custGeom>
              <a:avLst/>
              <a:gdLst/>
              <a:ahLst/>
              <a:cxnLst/>
              <a:rect l="l" t="t" r="r" b="b"/>
              <a:pathLst>
                <a:path w="299084" h="247015">
                  <a:moveTo>
                    <a:pt x="298744" y="123367"/>
                  </a:moveTo>
                  <a:lnTo>
                    <a:pt x="291129" y="84374"/>
                  </a:lnTo>
                  <a:lnTo>
                    <a:pt x="269924" y="50508"/>
                  </a:lnTo>
                  <a:lnTo>
                    <a:pt x="237590" y="23802"/>
                  </a:lnTo>
                  <a:lnTo>
                    <a:pt x="196587" y="6289"/>
                  </a:lnTo>
                  <a:lnTo>
                    <a:pt x="149377" y="0"/>
                  </a:lnTo>
                  <a:lnTo>
                    <a:pt x="102162" y="6289"/>
                  </a:lnTo>
                  <a:lnTo>
                    <a:pt x="61156" y="23802"/>
                  </a:lnTo>
                  <a:lnTo>
                    <a:pt x="28820" y="50508"/>
                  </a:lnTo>
                  <a:lnTo>
                    <a:pt x="7615" y="84374"/>
                  </a:lnTo>
                  <a:lnTo>
                    <a:pt x="0" y="123367"/>
                  </a:lnTo>
                  <a:lnTo>
                    <a:pt x="7615" y="162361"/>
                  </a:lnTo>
                  <a:lnTo>
                    <a:pt x="28820" y="196227"/>
                  </a:lnTo>
                  <a:lnTo>
                    <a:pt x="61156" y="222933"/>
                  </a:lnTo>
                  <a:lnTo>
                    <a:pt x="102162" y="240446"/>
                  </a:lnTo>
                  <a:lnTo>
                    <a:pt x="149377" y="246735"/>
                  </a:lnTo>
                  <a:lnTo>
                    <a:pt x="196587" y="240446"/>
                  </a:lnTo>
                  <a:lnTo>
                    <a:pt x="237590" y="222933"/>
                  </a:lnTo>
                  <a:lnTo>
                    <a:pt x="269924" y="196227"/>
                  </a:lnTo>
                  <a:lnTo>
                    <a:pt x="291129" y="162361"/>
                  </a:lnTo>
                  <a:lnTo>
                    <a:pt x="298744" y="123367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4237029" y="6797846"/>
              <a:ext cx="535305" cy="447675"/>
            </a:xfrm>
            <a:custGeom>
              <a:avLst/>
              <a:gdLst/>
              <a:ahLst/>
              <a:cxnLst/>
              <a:rect l="l" t="t" r="r" b="b"/>
              <a:pathLst>
                <a:path w="535305" h="447675">
                  <a:moveTo>
                    <a:pt x="300529" y="0"/>
                  </a:moveTo>
                  <a:lnTo>
                    <a:pt x="250077" y="1807"/>
                  </a:lnTo>
                  <a:lnTo>
                    <a:pt x="199270" y="11221"/>
                  </a:lnTo>
                  <a:lnTo>
                    <a:pt x="150000" y="28506"/>
                  </a:lnTo>
                  <a:lnTo>
                    <a:pt x="104156" y="53923"/>
                  </a:lnTo>
                  <a:lnTo>
                    <a:pt x="63628" y="87737"/>
                  </a:lnTo>
                  <a:lnTo>
                    <a:pt x="29079" y="134298"/>
                  </a:lnTo>
                  <a:lnTo>
                    <a:pt x="8761" y="184777"/>
                  </a:lnTo>
                  <a:lnTo>
                    <a:pt x="0" y="235983"/>
                  </a:lnTo>
                  <a:lnTo>
                    <a:pt x="121" y="284725"/>
                  </a:lnTo>
                  <a:lnTo>
                    <a:pt x="6453" y="327811"/>
                  </a:lnTo>
                  <a:lnTo>
                    <a:pt x="27053" y="384252"/>
                  </a:lnTo>
                  <a:lnTo>
                    <a:pt x="52027" y="414352"/>
                  </a:lnTo>
                  <a:lnTo>
                    <a:pt x="64151" y="416388"/>
                  </a:lnTo>
                  <a:lnTo>
                    <a:pt x="83031" y="413392"/>
                  </a:lnTo>
                  <a:lnTo>
                    <a:pt x="98495" y="376479"/>
                  </a:lnTo>
                  <a:lnTo>
                    <a:pt x="131247" y="341101"/>
                  </a:lnTo>
                  <a:lnTo>
                    <a:pt x="176225" y="307966"/>
                  </a:lnTo>
                  <a:lnTo>
                    <a:pt x="228369" y="277781"/>
                  </a:lnTo>
                  <a:lnTo>
                    <a:pt x="282620" y="251257"/>
                  </a:lnTo>
                  <a:lnTo>
                    <a:pt x="333917" y="229100"/>
                  </a:lnTo>
                  <a:lnTo>
                    <a:pt x="377200" y="212020"/>
                  </a:lnTo>
                  <a:lnTo>
                    <a:pt x="407408" y="200725"/>
                  </a:lnTo>
                  <a:lnTo>
                    <a:pt x="419481" y="195922"/>
                  </a:lnTo>
                  <a:lnTo>
                    <a:pt x="427294" y="251995"/>
                  </a:lnTo>
                  <a:lnTo>
                    <a:pt x="433197" y="298340"/>
                  </a:lnTo>
                  <a:lnTo>
                    <a:pt x="436999" y="335782"/>
                  </a:lnTo>
                  <a:lnTo>
                    <a:pt x="438763" y="358305"/>
                  </a:lnTo>
                  <a:lnTo>
                    <a:pt x="441687" y="377438"/>
                  </a:lnTo>
                  <a:lnTo>
                    <a:pt x="447875" y="403642"/>
                  </a:lnTo>
                  <a:lnTo>
                    <a:pt x="459428" y="447381"/>
                  </a:lnTo>
                  <a:lnTo>
                    <a:pt x="488422" y="407686"/>
                  </a:lnTo>
                  <a:lnTo>
                    <a:pt x="518929" y="351224"/>
                  </a:lnTo>
                  <a:lnTo>
                    <a:pt x="533518" y="295693"/>
                  </a:lnTo>
                  <a:lnTo>
                    <a:pt x="535056" y="242337"/>
                  </a:lnTo>
                  <a:lnTo>
                    <a:pt x="526413" y="192400"/>
                  </a:lnTo>
                  <a:lnTo>
                    <a:pt x="510456" y="147129"/>
                  </a:lnTo>
                  <a:lnTo>
                    <a:pt x="490054" y="107768"/>
                  </a:lnTo>
                  <a:lnTo>
                    <a:pt x="468076" y="75561"/>
                  </a:lnTo>
                  <a:lnTo>
                    <a:pt x="430863" y="37592"/>
                  </a:lnTo>
                  <a:lnTo>
                    <a:pt x="392813" y="18155"/>
                  </a:lnTo>
                  <a:lnTo>
                    <a:pt x="348738" y="5537"/>
                  </a:lnTo>
                  <a:lnTo>
                    <a:pt x="3005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4237029" y="6797846"/>
              <a:ext cx="535305" cy="447675"/>
            </a:xfrm>
            <a:custGeom>
              <a:avLst/>
              <a:gdLst/>
              <a:ahLst/>
              <a:cxnLst/>
              <a:rect l="l" t="t" r="r" b="b"/>
              <a:pathLst>
                <a:path w="535305" h="447675">
                  <a:moveTo>
                    <a:pt x="419481" y="195922"/>
                  </a:moveTo>
                  <a:lnTo>
                    <a:pt x="407408" y="200725"/>
                  </a:lnTo>
                  <a:lnTo>
                    <a:pt x="377200" y="212020"/>
                  </a:lnTo>
                  <a:lnTo>
                    <a:pt x="333917" y="229100"/>
                  </a:lnTo>
                  <a:lnTo>
                    <a:pt x="282620" y="251257"/>
                  </a:lnTo>
                  <a:lnTo>
                    <a:pt x="228369" y="277781"/>
                  </a:lnTo>
                  <a:lnTo>
                    <a:pt x="176225" y="307966"/>
                  </a:lnTo>
                  <a:lnTo>
                    <a:pt x="131247" y="341101"/>
                  </a:lnTo>
                  <a:lnTo>
                    <a:pt x="98495" y="376479"/>
                  </a:lnTo>
                  <a:lnTo>
                    <a:pt x="83031" y="413392"/>
                  </a:lnTo>
                  <a:lnTo>
                    <a:pt x="64151" y="416388"/>
                  </a:lnTo>
                  <a:lnTo>
                    <a:pt x="27053" y="384252"/>
                  </a:lnTo>
                  <a:lnTo>
                    <a:pt x="6453" y="327811"/>
                  </a:lnTo>
                  <a:lnTo>
                    <a:pt x="121" y="284725"/>
                  </a:lnTo>
                  <a:lnTo>
                    <a:pt x="0" y="235983"/>
                  </a:lnTo>
                  <a:lnTo>
                    <a:pt x="8761" y="184777"/>
                  </a:lnTo>
                  <a:lnTo>
                    <a:pt x="29079" y="134298"/>
                  </a:lnTo>
                  <a:lnTo>
                    <a:pt x="63628" y="87737"/>
                  </a:lnTo>
                  <a:lnTo>
                    <a:pt x="104156" y="53923"/>
                  </a:lnTo>
                  <a:lnTo>
                    <a:pt x="150000" y="28506"/>
                  </a:lnTo>
                  <a:lnTo>
                    <a:pt x="199270" y="11221"/>
                  </a:lnTo>
                  <a:lnTo>
                    <a:pt x="250077" y="1807"/>
                  </a:lnTo>
                  <a:lnTo>
                    <a:pt x="300529" y="0"/>
                  </a:lnTo>
                  <a:lnTo>
                    <a:pt x="348738" y="5537"/>
                  </a:lnTo>
                  <a:lnTo>
                    <a:pt x="392813" y="18155"/>
                  </a:lnTo>
                  <a:lnTo>
                    <a:pt x="430863" y="37592"/>
                  </a:lnTo>
                  <a:lnTo>
                    <a:pt x="468076" y="75561"/>
                  </a:lnTo>
                  <a:lnTo>
                    <a:pt x="490054" y="107768"/>
                  </a:lnTo>
                  <a:lnTo>
                    <a:pt x="510456" y="147129"/>
                  </a:lnTo>
                  <a:lnTo>
                    <a:pt x="526413" y="192400"/>
                  </a:lnTo>
                  <a:lnTo>
                    <a:pt x="535056" y="242337"/>
                  </a:lnTo>
                  <a:lnTo>
                    <a:pt x="533518" y="295693"/>
                  </a:lnTo>
                  <a:lnTo>
                    <a:pt x="518929" y="351224"/>
                  </a:lnTo>
                  <a:lnTo>
                    <a:pt x="488422" y="407686"/>
                  </a:lnTo>
                  <a:lnTo>
                    <a:pt x="459428" y="447381"/>
                  </a:lnTo>
                  <a:lnTo>
                    <a:pt x="447875" y="403642"/>
                  </a:lnTo>
                  <a:lnTo>
                    <a:pt x="441687" y="377438"/>
                  </a:lnTo>
                  <a:lnTo>
                    <a:pt x="438763" y="358305"/>
                  </a:lnTo>
                  <a:lnTo>
                    <a:pt x="436999" y="335782"/>
                  </a:lnTo>
                  <a:lnTo>
                    <a:pt x="433197" y="298340"/>
                  </a:lnTo>
                  <a:lnTo>
                    <a:pt x="427294" y="251995"/>
                  </a:lnTo>
                  <a:lnTo>
                    <a:pt x="421864" y="212579"/>
                  </a:lnTo>
                  <a:lnTo>
                    <a:pt x="419481" y="195922"/>
                  </a:lnTo>
                  <a:close/>
                </a:path>
              </a:pathLst>
            </a:custGeom>
            <a:ln w="125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317761" y="7138549"/>
              <a:ext cx="378321" cy="145087"/>
            </a:xfrm>
            <a:prstGeom prst="rect">
              <a:avLst/>
            </a:prstGeom>
          </p:spPr>
        </p:pic>
      </p:grpSp>
      <p:sp>
        <p:nvSpPr>
          <p:cNvPr id="45" name="object 45" descr=""/>
          <p:cNvSpPr/>
          <p:nvPr/>
        </p:nvSpPr>
        <p:spPr>
          <a:xfrm>
            <a:off x="16059785" y="2631407"/>
            <a:ext cx="572135" cy="1297305"/>
          </a:xfrm>
          <a:custGeom>
            <a:avLst/>
            <a:gdLst/>
            <a:ahLst/>
            <a:cxnLst/>
            <a:rect l="l" t="t" r="r" b="b"/>
            <a:pathLst>
              <a:path w="572134" h="1297304">
                <a:moveTo>
                  <a:pt x="571588" y="1096454"/>
                </a:moveTo>
                <a:lnTo>
                  <a:pt x="570953" y="1045362"/>
                </a:lnTo>
                <a:lnTo>
                  <a:pt x="568071" y="991730"/>
                </a:lnTo>
                <a:lnTo>
                  <a:pt x="563372" y="936498"/>
                </a:lnTo>
                <a:lnTo>
                  <a:pt x="557326" y="880579"/>
                </a:lnTo>
                <a:lnTo>
                  <a:pt x="550341" y="824877"/>
                </a:lnTo>
                <a:lnTo>
                  <a:pt x="542886" y="770331"/>
                </a:lnTo>
                <a:lnTo>
                  <a:pt x="528269" y="668337"/>
                </a:lnTo>
                <a:lnTo>
                  <a:pt x="521995" y="622731"/>
                </a:lnTo>
                <a:lnTo>
                  <a:pt x="516991" y="581952"/>
                </a:lnTo>
                <a:lnTo>
                  <a:pt x="513715" y="546900"/>
                </a:lnTo>
                <a:lnTo>
                  <a:pt x="512838" y="533374"/>
                </a:lnTo>
                <a:lnTo>
                  <a:pt x="512432" y="519836"/>
                </a:lnTo>
                <a:lnTo>
                  <a:pt x="512978" y="506374"/>
                </a:lnTo>
                <a:lnTo>
                  <a:pt x="514959" y="493052"/>
                </a:lnTo>
                <a:lnTo>
                  <a:pt x="517194" y="484301"/>
                </a:lnTo>
                <a:lnTo>
                  <a:pt x="522439" y="467004"/>
                </a:lnTo>
                <a:lnTo>
                  <a:pt x="524573" y="458241"/>
                </a:lnTo>
                <a:lnTo>
                  <a:pt x="526084" y="447255"/>
                </a:lnTo>
                <a:lnTo>
                  <a:pt x="526592" y="436168"/>
                </a:lnTo>
                <a:lnTo>
                  <a:pt x="526199" y="413880"/>
                </a:lnTo>
                <a:lnTo>
                  <a:pt x="526059" y="390867"/>
                </a:lnTo>
                <a:lnTo>
                  <a:pt x="528307" y="344893"/>
                </a:lnTo>
                <a:lnTo>
                  <a:pt x="535178" y="284772"/>
                </a:lnTo>
                <a:lnTo>
                  <a:pt x="540385" y="247815"/>
                </a:lnTo>
                <a:lnTo>
                  <a:pt x="543852" y="211543"/>
                </a:lnTo>
                <a:lnTo>
                  <a:pt x="533768" y="140512"/>
                </a:lnTo>
                <a:lnTo>
                  <a:pt x="483514" y="62852"/>
                </a:lnTo>
                <a:lnTo>
                  <a:pt x="444385" y="34036"/>
                </a:lnTo>
                <a:lnTo>
                  <a:pt x="409765" y="17602"/>
                </a:lnTo>
                <a:lnTo>
                  <a:pt x="362254" y="4305"/>
                </a:lnTo>
                <a:lnTo>
                  <a:pt x="317322" y="0"/>
                </a:lnTo>
                <a:lnTo>
                  <a:pt x="261162" y="7086"/>
                </a:lnTo>
                <a:lnTo>
                  <a:pt x="201777" y="35166"/>
                </a:lnTo>
                <a:lnTo>
                  <a:pt x="174561" y="59829"/>
                </a:lnTo>
                <a:lnTo>
                  <a:pt x="153276" y="88925"/>
                </a:lnTo>
                <a:lnTo>
                  <a:pt x="144653" y="105270"/>
                </a:lnTo>
                <a:lnTo>
                  <a:pt x="144297" y="105397"/>
                </a:lnTo>
                <a:lnTo>
                  <a:pt x="108546" y="166179"/>
                </a:lnTo>
                <a:lnTo>
                  <a:pt x="106540" y="173329"/>
                </a:lnTo>
                <a:lnTo>
                  <a:pt x="109855" y="183426"/>
                </a:lnTo>
                <a:lnTo>
                  <a:pt x="112763" y="187312"/>
                </a:lnTo>
                <a:lnTo>
                  <a:pt x="109537" y="198539"/>
                </a:lnTo>
                <a:lnTo>
                  <a:pt x="103530" y="243141"/>
                </a:lnTo>
                <a:lnTo>
                  <a:pt x="101231" y="288251"/>
                </a:lnTo>
                <a:lnTo>
                  <a:pt x="99745" y="333438"/>
                </a:lnTo>
                <a:lnTo>
                  <a:pt x="96215" y="378256"/>
                </a:lnTo>
                <a:lnTo>
                  <a:pt x="87731" y="422275"/>
                </a:lnTo>
                <a:lnTo>
                  <a:pt x="71437" y="465061"/>
                </a:lnTo>
                <a:lnTo>
                  <a:pt x="59067" y="492734"/>
                </a:lnTo>
                <a:lnTo>
                  <a:pt x="49479" y="520852"/>
                </a:lnTo>
                <a:lnTo>
                  <a:pt x="37934" y="578307"/>
                </a:lnTo>
                <a:lnTo>
                  <a:pt x="30607" y="670394"/>
                </a:lnTo>
                <a:lnTo>
                  <a:pt x="22910" y="782332"/>
                </a:lnTo>
                <a:lnTo>
                  <a:pt x="14592" y="913917"/>
                </a:lnTo>
                <a:lnTo>
                  <a:pt x="10642" y="981494"/>
                </a:lnTo>
                <a:lnTo>
                  <a:pt x="7061" y="1047280"/>
                </a:lnTo>
                <a:lnTo>
                  <a:pt x="4038" y="1109052"/>
                </a:lnTo>
                <a:lnTo>
                  <a:pt x="1739" y="1164577"/>
                </a:lnTo>
                <a:lnTo>
                  <a:pt x="330" y="1211618"/>
                </a:lnTo>
                <a:lnTo>
                  <a:pt x="0" y="1247965"/>
                </a:lnTo>
                <a:lnTo>
                  <a:pt x="914" y="1271358"/>
                </a:lnTo>
                <a:lnTo>
                  <a:pt x="17056" y="1288008"/>
                </a:lnTo>
                <a:lnTo>
                  <a:pt x="56159" y="1295869"/>
                </a:lnTo>
                <a:lnTo>
                  <a:pt x="110655" y="1296758"/>
                </a:lnTo>
                <a:lnTo>
                  <a:pt x="172999" y="1292466"/>
                </a:lnTo>
                <a:lnTo>
                  <a:pt x="235635" y="1284808"/>
                </a:lnTo>
                <a:lnTo>
                  <a:pt x="290995" y="1275575"/>
                </a:lnTo>
                <a:lnTo>
                  <a:pt x="331533" y="1266558"/>
                </a:lnTo>
                <a:lnTo>
                  <a:pt x="349694" y="1259573"/>
                </a:lnTo>
                <a:lnTo>
                  <a:pt x="383565" y="1255585"/>
                </a:lnTo>
                <a:lnTo>
                  <a:pt x="447484" y="1259179"/>
                </a:lnTo>
                <a:lnTo>
                  <a:pt x="510819" y="1262380"/>
                </a:lnTo>
                <a:lnTo>
                  <a:pt x="542925" y="1257223"/>
                </a:lnTo>
                <a:lnTo>
                  <a:pt x="555663" y="1225410"/>
                </a:lnTo>
                <a:lnTo>
                  <a:pt x="564388" y="1187399"/>
                </a:lnTo>
                <a:lnTo>
                  <a:pt x="569556" y="1144104"/>
                </a:lnTo>
                <a:lnTo>
                  <a:pt x="571588" y="1096454"/>
                </a:lnTo>
                <a:close/>
              </a:path>
            </a:pathLst>
          </a:custGeom>
          <a:solidFill>
            <a:srgbClr val="88483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6" name="object 46" descr=""/>
          <p:cNvGrpSpPr/>
          <p:nvPr/>
        </p:nvGrpSpPr>
        <p:grpSpPr>
          <a:xfrm>
            <a:off x="15915947" y="4015067"/>
            <a:ext cx="647700" cy="1901825"/>
            <a:chOff x="15915947" y="4015067"/>
            <a:chExt cx="647700" cy="1901825"/>
          </a:xfrm>
        </p:grpSpPr>
        <p:sp>
          <p:nvSpPr>
            <p:cNvPr id="47" name="object 47" descr=""/>
            <p:cNvSpPr/>
            <p:nvPr/>
          </p:nvSpPr>
          <p:spPr>
            <a:xfrm>
              <a:off x="15915947" y="4015067"/>
              <a:ext cx="596900" cy="1626235"/>
            </a:xfrm>
            <a:custGeom>
              <a:avLst/>
              <a:gdLst/>
              <a:ahLst/>
              <a:cxnLst/>
              <a:rect l="l" t="t" r="r" b="b"/>
              <a:pathLst>
                <a:path w="596900" h="1626235">
                  <a:moveTo>
                    <a:pt x="46824" y="0"/>
                  </a:moveTo>
                  <a:lnTo>
                    <a:pt x="36336" y="41822"/>
                  </a:lnTo>
                  <a:lnTo>
                    <a:pt x="27256" y="89232"/>
                  </a:lnTo>
                  <a:lnTo>
                    <a:pt x="19547" y="141378"/>
                  </a:lnTo>
                  <a:lnTo>
                    <a:pt x="13171" y="197412"/>
                  </a:lnTo>
                  <a:lnTo>
                    <a:pt x="8091" y="256483"/>
                  </a:lnTo>
                  <a:lnTo>
                    <a:pt x="4271" y="317740"/>
                  </a:lnTo>
                  <a:lnTo>
                    <a:pt x="1674" y="380334"/>
                  </a:lnTo>
                  <a:lnTo>
                    <a:pt x="263" y="443415"/>
                  </a:lnTo>
                  <a:lnTo>
                    <a:pt x="0" y="506133"/>
                  </a:lnTo>
                  <a:lnTo>
                    <a:pt x="848" y="567638"/>
                  </a:lnTo>
                  <a:lnTo>
                    <a:pt x="2771" y="627079"/>
                  </a:lnTo>
                  <a:lnTo>
                    <a:pt x="5732" y="683607"/>
                  </a:lnTo>
                  <a:lnTo>
                    <a:pt x="9693" y="736372"/>
                  </a:lnTo>
                  <a:lnTo>
                    <a:pt x="14617" y="784523"/>
                  </a:lnTo>
                  <a:lnTo>
                    <a:pt x="20469" y="827211"/>
                  </a:lnTo>
                  <a:lnTo>
                    <a:pt x="34803" y="892795"/>
                  </a:lnTo>
                  <a:lnTo>
                    <a:pt x="51295" y="928612"/>
                  </a:lnTo>
                  <a:lnTo>
                    <a:pt x="217875" y="1210515"/>
                  </a:lnTo>
                  <a:lnTo>
                    <a:pt x="281807" y="1319826"/>
                  </a:lnTo>
                  <a:lnTo>
                    <a:pt x="313327" y="1374451"/>
                  </a:lnTo>
                  <a:lnTo>
                    <a:pt x="343703" y="1427769"/>
                  </a:lnTo>
                  <a:lnTo>
                    <a:pt x="372301" y="1478815"/>
                  </a:lnTo>
                  <a:lnTo>
                    <a:pt x="398489" y="1526625"/>
                  </a:lnTo>
                  <a:lnTo>
                    <a:pt x="421631" y="1570232"/>
                  </a:lnTo>
                  <a:lnTo>
                    <a:pt x="441095" y="1608673"/>
                  </a:lnTo>
                  <a:lnTo>
                    <a:pt x="454204" y="1619900"/>
                  </a:lnTo>
                  <a:lnTo>
                    <a:pt x="476969" y="1625772"/>
                  </a:lnTo>
                  <a:lnTo>
                    <a:pt x="502738" y="1621694"/>
                  </a:lnTo>
                  <a:lnTo>
                    <a:pt x="524857" y="1603068"/>
                  </a:lnTo>
                  <a:lnTo>
                    <a:pt x="536673" y="1565297"/>
                  </a:lnTo>
                  <a:lnTo>
                    <a:pt x="531532" y="1503786"/>
                  </a:lnTo>
                  <a:lnTo>
                    <a:pt x="448957" y="1107812"/>
                  </a:lnTo>
                  <a:lnTo>
                    <a:pt x="429912" y="1018733"/>
                  </a:lnTo>
                  <a:lnTo>
                    <a:pt x="410307" y="961900"/>
                  </a:lnTo>
                  <a:lnTo>
                    <a:pt x="384909" y="918326"/>
                  </a:lnTo>
                  <a:lnTo>
                    <a:pt x="353548" y="880580"/>
                  </a:lnTo>
                  <a:lnTo>
                    <a:pt x="382008" y="817878"/>
                  </a:lnTo>
                  <a:lnTo>
                    <a:pt x="402701" y="771233"/>
                  </a:lnTo>
                  <a:lnTo>
                    <a:pt x="420465" y="725171"/>
                  </a:lnTo>
                  <a:lnTo>
                    <a:pt x="439031" y="672555"/>
                  </a:lnTo>
                  <a:lnTo>
                    <a:pt x="458049" y="614881"/>
                  </a:lnTo>
                  <a:lnTo>
                    <a:pt x="477165" y="553648"/>
                  </a:lnTo>
                  <a:lnTo>
                    <a:pt x="496030" y="490352"/>
                  </a:lnTo>
                  <a:lnTo>
                    <a:pt x="514290" y="426492"/>
                  </a:lnTo>
                  <a:lnTo>
                    <a:pt x="531596" y="363565"/>
                  </a:lnTo>
                  <a:lnTo>
                    <a:pt x="547594" y="303069"/>
                  </a:lnTo>
                  <a:lnTo>
                    <a:pt x="561934" y="246502"/>
                  </a:lnTo>
                  <a:lnTo>
                    <a:pt x="574264" y="195360"/>
                  </a:lnTo>
                  <a:lnTo>
                    <a:pt x="584232" y="151141"/>
                  </a:lnTo>
                  <a:lnTo>
                    <a:pt x="595677" y="89465"/>
                  </a:lnTo>
                  <a:lnTo>
                    <a:pt x="596451" y="75002"/>
                  </a:lnTo>
                  <a:lnTo>
                    <a:pt x="508089" y="43833"/>
                  </a:lnTo>
                  <a:lnTo>
                    <a:pt x="319431" y="20212"/>
                  </a:lnTo>
                  <a:lnTo>
                    <a:pt x="131876" y="5235"/>
                  </a:lnTo>
                  <a:lnTo>
                    <a:pt x="46824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6291945" y="5441472"/>
              <a:ext cx="271780" cy="474980"/>
            </a:xfrm>
            <a:custGeom>
              <a:avLst/>
              <a:gdLst/>
              <a:ahLst/>
              <a:cxnLst/>
              <a:rect l="l" t="t" r="r" b="b"/>
              <a:pathLst>
                <a:path w="271780" h="474979">
                  <a:moveTo>
                    <a:pt x="135597" y="0"/>
                  </a:moveTo>
                  <a:lnTo>
                    <a:pt x="95625" y="31869"/>
                  </a:lnTo>
                  <a:lnTo>
                    <a:pt x="68175" y="49556"/>
                  </a:lnTo>
                  <a:lnTo>
                    <a:pt x="40538" y="59417"/>
                  </a:lnTo>
                  <a:lnTo>
                    <a:pt x="0" y="67809"/>
                  </a:lnTo>
                  <a:lnTo>
                    <a:pt x="77882" y="330471"/>
                  </a:lnTo>
                  <a:lnTo>
                    <a:pt x="62003" y="363398"/>
                  </a:lnTo>
                  <a:lnTo>
                    <a:pt x="47314" y="392257"/>
                  </a:lnTo>
                  <a:lnTo>
                    <a:pt x="32711" y="418447"/>
                  </a:lnTo>
                  <a:lnTo>
                    <a:pt x="22870" y="440605"/>
                  </a:lnTo>
                  <a:lnTo>
                    <a:pt x="19833" y="459489"/>
                  </a:lnTo>
                  <a:lnTo>
                    <a:pt x="21957" y="471944"/>
                  </a:lnTo>
                  <a:lnTo>
                    <a:pt x="27601" y="474812"/>
                  </a:lnTo>
                  <a:lnTo>
                    <a:pt x="89357" y="442423"/>
                  </a:lnTo>
                  <a:lnTo>
                    <a:pt x="131573" y="419200"/>
                  </a:lnTo>
                  <a:lnTo>
                    <a:pt x="169861" y="381255"/>
                  </a:lnTo>
                  <a:lnTo>
                    <a:pt x="176645" y="346437"/>
                  </a:lnTo>
                  <a:lnTo>
                    <a:pt x="188260" y="311316"/>
                  </a:lnTo>
                  <a:lnTo>
                    <a:pt x="213218" y="288996"/>
                  </a:lnTo>
                  <a:lnTo>
                    <a:pt x="217647" y="288582"/>
                  </a:lnTo>
                  <a:lnTo>
                    <a:pt x="222851" y="294323"/>
                  </a:lnTo>
                  <a:lnTo>
                    <a:pt x="232186" y="311510"/>
                  </a:lnTo>
                  <a:lnTo>
                    <a:pt x="249008" y="345434"/>
                  </a:lnTo>
                  <a:lnTo>
                    <a:pt x="271195" y="333749"/>
                  </a:lnTo>
                  <a:lnTo>
                    <a:pt x="267250" y="325421"/>
                  </a:lnTo>
                  <a:lnTo>
                    <a:pt x="257879" y="304416"/>
                  </a:lnTo>
                  <a:lnTo>
                    <a:pt x="246785" y="276698"/>
                  </a:lnTo>
                  <a:lnTo>
                    <a:pt x="237668" y="248233"/>
                  </a:lnTo>
                  <a:lnTo>
                    <a:pt x="228805" y="224425"/>
                  </a:lnTo>
                  <a:lnTo>
                    <a:pt x="216977" y="205309"/>
                  </a:lnTo>
                  <a:lnTo>
                    <a:pt x="203642" y="188794"/>
                  </a:lnTo>
                  <a:lnTo>
                    <a:pt x="190255" y="172790"/>
                  </a:lnTo>
                  <a:lnTo>
                    <a:pt x="177907" y="139992"/>
                  </a:lnTo>
                  <a:lnTo>
                    <a:pt x="169229" y="90637"/>
                  </a:lnTo>
                  <a:lnTo>
                    <a:pt x="161260" y="40402"/>
                  </a:lnTo>
                  <a:lnTo>
                    <a:pt x="151037" y="4963"/>
                  </a:lnTo>
                  <a:lnTo>
                    <a:pt x="135597" y="0"/>
                  </a:lnTo>
                  <a:close/>
                </a:path>
              </a:pathLst>
            </a:custGeom>
            <a:solidFill>
              <a:srgbClr val="25252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 descr=""/>
          <p:cNvSpPr/>
          <p:nvPr/>
        </p:nvSpPr>
        <p:spPr>
          <a:xfrm>
            <a:off x="15925494" y="3233533"/>
            <a:ext cx="321945" cy="489584"/>
          </a:xfrm>
          <a:custGeom>
            <a:avLst/>
            <a:gdLst/>
            <a:ahLst/>
            <a:cxnLst/>
            <a:rect l="l" t="t" r="r" b="b"/>
            <a:pathLst>
              <a:path w="321944" h="489585">
                <a:moveTo>
                  <a:pt x="297017" y="0"/>
                </a:moveTo>
                <a:lnTo>
                  <a:pt x="248346" y="2996"/>
                </a:lnTo>
                <a:lnTo>
                  <a:pt x="203111" y="12121"/>
                </a:lnTo>
                <a:lnTo>
                  <a:pt x="161517" y="27252"/>
                </a:lnTo>
                <a:lnTo>
                  <a:pt x="123772" y="48265"/>
                </a:lnTo>
                <a:lnTo>
                  <a:pt x="90082" y="75040"/>
                </a:lnTo>
                <a:lnTo>
                  <a:pt x="60653" y="107452"/>
                </a:lnTo>
                <a:lnTo>
                  <a:pt x="35692" y="145379"/>
                </a:lnTo>
                <a:lnTo>
                  <a:pt x="15405" y="188700"/>
                </a:lnTo>
                <a:lnTo>
                  <a:pt x="0" y="237291"/>
                </a:lnTo>
                <a:lnTo>
                  <a:pt x="17635" y="312539"/>
                </a:lnTo>
                <a:lnTo>
                  <a:pt x="77331" y="395126"/>
                </a:lnTo>
                <a:lnTo>
                  <a:pt x="141046" y="461760"/>
                </a:lnTo>
                <a:lnTo>
                  <a:pt x="170738" y="489147"/>
                </a:lnTo>
                <a:lnTo>
                  <a:pt x="321738" y="1958"/>
                </a:lnTo>
                <a:lnTo>
                  <a:pt x="297017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" name="object 50" descr=""/>
          <p:cNvGrpSpPr/>
          <p:nvPr/>
        </p:nvGrpSpPr>
        <p:grpSpPr>
          <a:xfrm>
            <a:off x="15774291" y="2709948"/>
            <a:ext cx="1217295" cy="3241040"/>
            <a:chOff x="15774291" y="2709948"/>
            <a:chExt cx="1217295" cy="3241040"/>
          </a:xfrm>
        </p:grpSpPr>
        <p:sp>
          <p:nvSpPr>
            <p:cNvPr id="51" name="object 51" descr=""/>
            <p:cNvSpPr/>
            <p:nvPr/>
          </p:nvSpPr>
          <p:spPr>
            <a:xfrm>
              <a:off x="16286503" y="5555694"/>
              <a:ext cx="189865" cy="299085"/>
            </a:xfrm>
            <a:custGeom>
              <a:avLst/>
              <a:gdLst/>
              <a:ahLst/>
              <a:cxnLst/>
              <a:rect l="l" t="t" r="r" b="b"/>
              <a:pathLst>
                <a:path w="189865" h="299085">
                  <a:moveTo>
                    <a:pt x="93609" y="0"/>
                  </a:moveTo>
                  <a:lnTo>
                    <a:pt x="90020" y="50508"/>
                  </a:lnTo>
                  <a:lnTo>
                    <a:pt x="85638" y="88893"/>
                  </a:lnTo>
                  <a:lnTo>
                    <a:pt x="76898" y="135953"/>
                  </a:lnTo>
                  <a:lnTo>
                    <a:pt x="21707" y="240873"/>
                  </a:lnTo>
                  <a:lnTo>
                    <a:pt x="0" y="285090"/>
                  </a:lnTo>
                  <a:lnTo>
                    <a:pt x="4717" y="295086"/>
                  </a:lnTo>
                  <a:lnTo>
                    <a:pt x="24878" y="298928"/>
                  </a:lnTo>
                  <a:lnTo>
                    <a:pt x="53756" y="293369"/>
                  </a:lnTo>
                  <a:lnTo>
                    <a:pt x="84625" y="275164"/>
                  </a:lnTo>
                  <a:lnTo>
                    <a:pt x="114193" y="254779"/>
                  </a:lnTo>
                  <a:lnTo>
                    <a:pt x="150092" y="231465"/>
                  </a:lnTo>
                  <a:lnTo>
                    <a:pt x="178071" y="205821"/>
                  </a:lnTo>
                  <a:lnTo>
                    <a:pt x="183879" y="178444"/>
                  </a:lnTo>
                  <a:lnTo>
                    <a:pt x="178139" y="153177"/>
                  </a:lnTo>
                  <a:lnTo>
                    <a:pt x="179050" y="129416"/>
                  </a:lnTo>
                  <a:lnTo>
                    <a:pt x="183721" y="101094"/>
                  </a:lnTo>
                  <a:lnTo>
                    <a:pt x="189261" y="62144"/>
                  </a:lnTo>
                  <a:lnTo>
                    <a:pt x="176493" y="32335"/>
                  </a:lnTo>
                  <a:lnTo>
                    <a:pt x="143371" y="13206"/>
                  </a:lnTo>
                  <a:lnTo>
                    <a:pt x="109281" y="3010"/>
                  </a:lnTo>
                  <a:lnTo>
                    <a:pt x="9360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6242156" y="3875475"/>
              <a:ext cx="559435" cy="1830070"/>
            </a:xfrm>
            <a:custGeom>
              <a:avLst/>
              <a:gdLst/>
              <a:ahLst/>
              <a:cxnLst/>
              <a:rect l="l" t="t" r="r" b="b"/>
              <a:pathLst>
                <a:path w="559434" h="1830070">
                  <a:moveTo>
                    <a:pt x="174658" y="0"/>
                  </a:moveTo>
                  <a:lnTo>
                    <a:pt x="56962" y="33553"/>
                  </a:lnTo>
                  <a:lnTo>
                    <a:pt x="8878" y="56177"/>
                  </a:lnTo>
                  <a:lnTo>
                    <a:pt x="2320" y="378364"/>
                  </a:lnTo>
                  <a:lnTo>
                    <a:pt x="0" y="557569"/>
                  </a:lnTo>
                  <a:lnTo>
                    <a:pt x="1796" y="658421"/>
                  </a:lnTo>
                  <a:lnTo>
                    <a:pt x="7590" y="745549"/>
                  </a:lnTo>
                  <a:lnTo>
                    <a:pt x="12291" y="805994"/>
                  </a:lnTo>
                  <a:lnTo>
                    <a:pt x="17356" y="867610"/>
                  </a:lnTo>
                  <a:lnTo>
                    <a:pt x="22724" y="928301"/>
                  </a:lnTo>
                  <a:lnTo>
                    <a:pt x="28334" y="985972"/>
                  </a:lnTo>
                  <a:lnTo>
                    <a:pt x="34124" y="1038527"/>
                  </a:lnTo>
                  <a:lnTo>
                    <a:pt x="40035" y="1083870"/>
                  </a:lnTo>
                  <a:lnTo>
                    <a:pt x="51976" y="1144542"/>
                  </a:lnTo>
                  <a:lnTo>
                    <a:pt x="59867" y="1173284"/>
                  </a:lnTo>
                  <a:lnTo>
                    <a:pt x="67963" y="1211151"/>
                  </a:lnTo>
                  <a:lnTo>
                    <a:pt x="76091" y="1256696"/>
                  </a:lnTo>
                  <a:lnTo>
                    <a:pt x="84078" y="1308473"/>
                  </a:lnTo>
                  <a:lnTo>
                    <a:pt x="91753" y="1365035"/>
                  </a:lnTo>
                  <a:lnTo>
                    <a:pt x="98943" y="1424935"/>
                  </a:lnTo>
                  <a:lnTo>
                    <a:pt x="105476" y="1486726"/>
                  </a:lnTo>
                  <a:lnTo>
                    <a:pt x="111181" y="1548962"/>
                  </a:lnTo>
                  <a:lnTo>
                    <a:pt x="115884" y="1610196"/>
                  </a:lnTo>
                  <a:lnTo>
                    <a:pt x="119414" y="1668981"/>
                  </a:lnTo>
                  <a:lnTo>
                    <a:pt x="121598" y="1723870"/>
                  </a:lnTo>
                  <a:lnTo>
                    <a:pt x="122264" y="1773418"/>
                  </a:lnTo>
                  <a:lnTo>
                    <a:pt x="121241" y="1816176"/>
                  </a:lnTo>
                  <a:lnTo>
                    <a:pt x="135493" y="1830003"/>
                  </a:lnTo>
                  <a:lnTo>
                    <a:pt x="169712" y="1819133"/>
                  </a:lnTo>
                  <a:lnTo>
                    <a:pt x="206798" y="1791808"/>
                  </a:lnTo>
                  <a:lnTo>
                    <a:pt x="229656" y="1756272"/>
                  </a:lnTo>
                  <a:lnTo>
                    <a:pt x="242073" y="1715108"/>
                  </a:lnTo>
                  <a:lnTo>
                    <a:pt x="257162" y="1671608"/>
                  </a:lnTo>
                  <a:lnTo>
                    <a:pt x="274253" y="1626206"/>
                  </a:lnTo>
                  <a:lnTo>
                    <a:pt x="292671" y="1579335"/>
                  </a:lnTo>
                  <a:lnTo>
                    <a:pt x="311746" y="1531429"/>
                  </a:lnTo>
                  <a:lnTo>
                    <a:pt x="330804" y="1482919"/>
                  </a:lnTo>
                  <a:lnTo>
                    <a:pt x="349174" y="1434240"/>
                  </a:lnTo>
                  <a:lnTo>
                    <a:pt x="366183" y="1385825"/>
                  </a:lnTo>
                  <a:lnTo>
                    <a:pt x="381159" y="1338106"/>
                  </a:lnTo>
                  <a:lnTo>
                    <a:pt x="393430" y="1291517"/>
                  </a:lnTo>
                  <a:lnTo>
                    <a:pt x="402324" y="1246491"/>
                  </a:lnTo>
                  <a:lnTo>
                    <a:pt x="407167" y="1203461"/>
                  </a:lnTo>
                  <a:lnTo>
                    <a:pt x="407289" y="1162860"/>
                  </a:lnTo>
                  <a:lnTo>
                    <a:pt x="402016" y="1125122"/>
                  </a:lnTo>
                  <a:lnTo>
                    <a:pt x="390677" y="1090680"/>
                  </a:lnTo>
                  <a:lnTo>
                    <a:pt x="381959" y="1056554"/>
                  </a:lnTo>
                  <a:lnTo>
                    <a:pt x="381841" y="1015710"/>
                  </a:lnTo>
                  <a:lnTo>
                    <a:pt x="388819" y="969725"/>
                  </a:lnTo>
                  <a:lnTo>
                    <a:pt x="401391" y="920173"/>
                  </a:lnTo>
                  <a:lnTo>
                    <a:pt x="418055" y="868631"/>
                  </a:lnTo>
                  <a:lnTo>
                    <a:pt x="437307" y="816674"/>
                  </a:lnTo>
                  <a:lnTo>
                    <a:pt x="457644" y="765879"/>
                  </a:lnTo>
                  <a:lnTo>
                    <a:pt x="495565" y="674075"/>
                  </a:lnTo>
                  <a:lnTo>
                    <a:pt x="510142" y="636218"/>
                  </a:lnTo>
                  <a:lnTo>
                    <a:pt x="534583" y="545300"/>
                  </a:lnTo>
                  <a:lnTo>
                    <a:pt x="546189" y="490450"/>
                  </a:lnTo>
                  <a:lnTo>
                    <a:pt x="554323" y="440391"/>
                  </a:lnTo>
                  <a:lnTo>
                    <a:pt x="558693" y="394236"/>
                  </a:lnTo>
                  <a:lnTo>
                    <a:pt x="559010" y="351099"/>
                  </a:lnTo>
                  <a:lnTo>
                    <a:pt x="554982" y="310093"/>
                  </a:lnTo>
                  <a:lnTo>
                    <a:pt x="546321" y="270333"/>
                  </a:lnTo>
                  <a:lnTo>
                    <a:pt x="532735" y="230933"/>
                  </a:lnTo>
                  <a:lnTo>
                    <a:pt x="513933" y="191006"/>
                  </a:lnTo>
                  <a:lnTo>
                    <a:pt x="489626" y="149667"/>
                  </a:lnTo>
                  <a:lnTo>
                    <a:pt x="459523" y="106029"/>
                  </a:lnTo>
                  <a:lnTo>
                    <a:pt x="322125" y="6998"/>
                  </a:lnTo>
                  <a:lnTo>
                    <a:pt x="174658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6249741" y="4854264"/>
              <a:ext cx="29209" cy="78740"/>
            </a:xfrm>
            <a:custGeom>
              <a:avLst/>
              <a:gdLst/>
              <a:ahLst/>
              <a:cxnLst/>
              <a:rect l="l" t="t" r="r" b="b"/>
              <a:pathLst>
                <a:path w="29209" h="78739">
                  <a:moveTo>
                    <a:pt x="20030" y="0"/>
                  </a:moveTo>
                  <a:lnTo>
                    <a:pt x="0" y="44155"/>
                  </a:lnTo>
                  <a:lnTo>
                    <a:pt x="2300" y="46439"/>
                  </a:lnTo>
                  <a:lnTo>
                    <a:pt x="8540" y="53103"/>
                  </a:lnTo>
                  <a:lnTo>
                    <a:pt x="17727" y="63866"/>
                  </a:lnTo>
                  <a:lnTo>
                    <a:pt x="28868" y="78447"/>
                  </a:lnTo>
                  <a:lnTo>
                    <a:pt x="24410" y="41089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774291" y="2709948"/>
              <a:ext cx="1217261" cy="2438883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6189538" y="5453835"/>
              <a:ext cx="353060" cy="497205"/>
            </a:xfrm>
            <a:custGeom>
              <a:avLst/>
              <a:gdLst/>
              <a:ahLst/>
              <a:cxnLst/>
              <a:rect l="l" t="t" r="r" b="b"/>
              <a:pathLst>
                <a:path w="353059" h="497204">
                  <a:moveTo>
                    <a:pt x="162135" y="0"/>
                  </a:moveTo>
                  <a:lnTo>
                    <a:pt x="159285" y="54249"/>
                  </a:lnTo>
                  <a:lnTo>
                    <a:pt x="155739" y="119859"/>
                  </a:lnTo>
                  <a:lnTo>
                    <a:pt x="151880" y="184901"/>
                  </a:lnTo>
                  <a:lnTo>
                    <a:pt x="148091" y="237448"/>
                  </a:lnTo>
                  <a:lnTo>
                    <a:pt x="137647" y="290786"/>
                  </a:lnTo>
                  <a:lnTo>
                    <a:pt x="122883" y="330775"/>
                  </a:lnTo>
                  <a:lnTo>
                    <a:pt x="99102" y="376850"/>
                  </a:lnTo>
                  <a:lnTo>
                    <a:pt x="64944" y="420322"/>
                  </a:lnTo>
                  <a:lnTo>
                    <a:pt x="57694" y="424580"/>
                  </a:lnTo>
                  <a:lnTo>
                    <a:pt x="43034" y="433339"/>
                  </a:lnTo>
                  <a:lnTo>
                    <a:pt x="35835" y="437745"/>
                  </a:lnTo>
                  <a:lnTo>
                    <a:pt x="16008" y="455118"/>
                  </a:lnTo>
                  <a:lnTo>
                    <a:pt x="4055" y="474294"/>
                  </a:lnTo>
                  <a:lnTo>
                    <a:pt x="0" y="489921"/>
                  </a:lnTo>
                  <a:lnTo>
                    <a:pt x="3867" y="496644"/>
                  </a:lnTo>
                  <a:lnTo>
                    <a:pt x="27800" y="496644"/>
                  </a:lnTo>
                  <a:lnTo>
                    <a:pt x="72130" y="495767"/>
                  </a:lnTo>
                  <a:lnTo>
                    <a:pt x="119291" y="494156"/>
                  </a:lnTo>
                  <a:lnTo>
                    <a:pt x="151653" y="491953"/>
                  </a:lnTo>
                  <a:lnTo>
                    <a:pt x="172961" y="476057"/>
                  </a:lnTo>
                  <a:lnTo>
                    <a:pt x="198017" y="445329"/>
                  </a:lnTo>
                  <a:lnTo>
                    <a:pt x="225820" y="417856"/>
                  </a:lnTo>
                  <a:lnTo>
                    <a:pt x="255368" y="411725"/>
                  </a:lnTo>
                  <a:lnTo>
                    <a:pt x="294147" y="411725"/>
                  </a:lnTo>
                  <a:lnTo>
                    <a:pt x="298529" y="384888"/>
                  </a:lnTo>
                  <a:lnTo>
                    <a:pt x="301950" y="367473"/>
                  </a:lnTo>
                  <a:lnTo>
                    <a:pt x="303678" y="351444"/>
                  </a:lnTo>
                  <a:lnTo>
                    <a:pt x="303084" y="336797"/>
                  </a:lnTo>
                  <a:lnTo>
                    <a:pt x="299513" y="323435"/>
                  </a:lnTo>
                  <a:lnTo>
                    <a:pt x="296090" y="287405"/>
                  </a:lnTo>
                  <a:lnTo>
                    <a:pt x="303286" y="235239"/>
                  </a:lnTo>
                  <a:lnTo>
                    <a:pt x="316823" y="174869"/>
                  </a:lnTo>
                  <a:lnTo>
                    <a:pt x="332445" y="114396"/>
                  </a:lnTo>
                  <a:lnTo>
                    <a:pt x="345896" y="61921"/>
                  </a:lnTo>
                  <a:lnTo>
                    <a:pt x="351764" y="31529"/>
                  </a:lnTo>
                  <a:lnTo>
                    <a:pt x="247118" y="31529"/>
                  </a:lnTo>
                  <a:lnTo>
                    <a:pt x="211253" y="22602"/>
                  </a:lnTo>
                  <a:lnTo>
                    <a:pt x="162135" y="0"/>
                  </a:lnTo>
                  <a:close/>
                </a:path>
                <a:path w="353059" h="497204">
                  <a:moveTo>
                    <a:pt x="294147" y="411725"/>
                  </a:moveTo>
                  <a:lnTo>
                    <a:pt x="255368" y="411725"/>
                  </a:lnTo>
                  <a:lnTo>
                    <a:pt x="259510" y="414236"/>
                  </a:lnTo>
                  <a:lnTo>
                    <a:pt x="261570" y="422349"/>
                  </a:lnTo>
                  <a:lnTo>
                    <a:pt x="262018" y="437745"/>
                  </a:lnTo>
                  <a:lnTo>
                    <a:pt x="262074" y="455118"/>
                  </a:lnTo>
                  <a:lnTo>
                    <a:pt x="261891" y="481576"/>
                  </a:lnTo>
                  <a:lnTo>
                    <a:pt x="289073" y="480854"/>
                  </a:lnTo>
                  <a:lnTo>
                    <a:pt x="289358" y="471184"/>
                  </a:lnTo>
                  <a:lnTo>
                    <a:pt x="290620" y="447070"/>
                  </a:lnTo>
                  <a:lnTo>
                    <a:pt x="293473" y="415856"/>
                  </a:lnTo>
                  <a:lnTo>
                    <a:pt x="294147" y="411725"/>
                  </a:lnTo>
                  <a:close/>
                </a:path>
                <a:path w="353059" h="497204">
                  <a:moveTo>
                    <a:pt x="349260" y="13371"/>
                  </a:moveTo>
                  <a:lnTo>
                    <a:pt x="287272" y="28034"/>
                  </a:lnTo>
                  <a:lnTo>
                    <a:pt x="247118" y="31529"/>
                  </a:lnTo>
                  <a:lnTo>
                    <a:pt x="351764" y="31529"/>
                  </a:lnTo>
                  <a:lnTo>
                    <a:pt x="352920" y="25546"/>
                  </a:lnTo>
                  <a:lnTo>
                    <a:pt x="349260" y="13371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/>
          <p:nvPr/>
        </p:nvSpPr>
        <p:spPr>
          <a:xfrm>
            <a:off x="17533839" y="3233533"/>
            <a:ext cx="321945" cy="489584"/>
          </a:xfrm>
          <a:custGeom>
            <a:avLst/>
            <a:gdLst/>
            <a:ahLst/>
            <a:cxnLst/>
            <a:rect l="l" t="t" r="r" b="b"/>
            <a:pathLst>
              <a:path w="321944" h="489585">
                <a:moveTo>
                  <a:pt x="297017" y="0"/>
                </a:moveTo>
                <a:lnTo>
                  <a:pt x="248346" y="2996"/>
                </a:lnTo>
                <a:lnTo>
                  <a:pt x="203111" y="12121"/>
                </a:lnTo>
                <a:lnTo>
                  <a:pt x="161517" y="27252"/>
                </a:lnTo>
                <a:lnTo>
                  <a:pt x="123772" y="48265"/>
                </a:lnTo>
                <a:lnTo>
                  <a:pt x="90082" y="75040"/>
                </a:lnTo>
                <a:lnTo>
                  <a:pt x="60653" y="107452"/>
                </a:lnTo>
                <a:lnTo>
                  <a:pt x="35692" y="145379"/>
                </a:lnTo>
                <a:lnTo>
                  <a:pt x="15405" y="188700"/>
                </a:lnTo>
                <a:lnTo>
                  <a:pt x="0" y="237291"/>
                </a:lnTo>
                <a:lnTo>
                  <a:pt x="17635" y="312539"/>
                </a:lnTo>
                <a:lnTo>
                  <a:pt x="77331" y="395126"/>
                </a:lnTo>
                <a:lnTo>
                  <a:pt x="141046" y="461760"/>
                </a:lnTo>
                <a:lnTo>
                  <a:pt x="170738" y="489147"/>
                </a:lnTo>
                <a:lnTo>
                  <a:pt x="321738" y="1958"/>
                </a:lnTo>
                <a:lnTo>
                  <a:pt x="297017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" name="object 57" descr=""/>
          <p:cNvGrpSpPr/>
          <p:nvPr/>
        </p:nvGrpSpPr>
        <p:grpSpPr>
          <a:xfrm>
            <a:off x="17429136" y="2569646"/>
            <a:ext cx="1162685" cy="3362960"/>
            <a:chOff x="17429136" y="2569646"/>
            <a:chExt cx="1162685" cy="3362960"/>
          </a:xfrm>
        </p:grpSpPr>
        <p:sp>
          <p:nvSpPr>
            <p:cNvPr id="58" name="object 58" descr=""/>
            <p:cNvSpPr/>
            <p:nvPr/>
          </p:nvSpPr>
          <p:spPr>
            <a:xfrm>
              <a:off x="17916024" y="5612149"/>
              <a:ext cx="254000" cy="298450"/>
            </a:xfrm>
            <a:custGeom>
              <a:avLst/>
              <a:gdLst/>
              <a:ahLst/>
              <a:cxnLst/>
              <a:rect l="l" t="t" r="r" b="b"/>
              <a:pathLst>
                <a:path w="254000" h="298450">
                  <a:moveTo>
                    <a:pt x="163654" y="0"/>
                  </a:moveTo>
                  <a:lnTo>
                    <a:pt x="58516" y="149943"/>
                  </a:lnTo>
                  <a:lnTo>
                    <a:pt x="42514" y="183688"/>
                  </a:lnTo>
                  <a:lnTo>
                    <a:pt x="27709" y="213262"/>
                  </a:lnTo>
                  <a:lnTo>
                    <a:pt x="12989" y="240097"/>
                  </a:lnTo>
                  <a:lnTo>
                    <a:pt x="3063" y="262811"/>
                  </a:lnTo>
                  <a:lnTo>
                    <a:pt x="0" y="282166"/>
                  </a:lnTo>
                  <a:lnTo>
                    <a:pt x="2142" y="294929"/>
                  </a:lnTo>
                  <a:lnTo>
                    <a:pt x="7837" y="297865"/>
                  </a:lnTo>
                  <a:lnTo>
                    <a:pt x="29622" y="286586"/>
                  </a:lnTo>
                  <a:lnTo>
                    <a:pt x="70090" y="264675"/>
                  </a:lnTo>
                  <a:lnTo>
                    <a:pt x="112646" y="240874"/>
                  </a:lnTo>
                  <a:lnTo>
                    <a:pt x="151241" y="201984"/>
                  </a:lnTo>
                  <a:lnTo>
                    <a:pt x="158080" y="166302"/>
                  </a:lnTo>
                  <a:lnTo>
                    <a:pt x="169789" y="130312"/>
                  </a:lnTo>
                  <a:lnTo>
                    <a:pt x="194952" y="107441"/>
                  </a:lnTo>
                  <a:lnTo>
                    <a:pt x="199414" y="107014"/>
                  </a:lnTo>
                  <a:lnTo>
                    <a:pt x="204659" y="112897"/>
                  </a:lnTo>
                  <a:lnTo>
                    <a:pt x="214069" y="130512"/>
                  </a:lnTo>
                  <a:lnTo>
                    <a:pt x="231024" y="165282"/>
                  </a:lnTo>
                  <a:lnTo>
                    <a:pt x="253390" y="153304"/>
                  </a:lnTo>
                  <a:lnTo>
                    <a:pt x="249413" y="144769"/>
                  </a:lnTo>
                  <a:lnTo>
                    <a:pt x="239970" y="123242"/>
                  </a:lnTo>
                  <a:lnTo>
                    <a:pt x="228789" y="94835"/>
                  </a:lnTo>
                  <a:lnTo>
                    <a:pt x="219600" y="65662"/>
                  </a:lnTo>
                  <a:lnTo>
                    <a:pt x="211417" y="40520"/>
                  </a:lnTo>
                  <a:lnTo>
                    <a:pt x="200065" y="20670"/>
                  </a:lnTo>
                  <a:lnTo>
                    <a:pt x="184495" y="6901"/>
                  </a:lnTo>
                  <a:lnTo>
                    <a:pt x="163654" y="0"/>
                  </a:lnTo>
                  <a:close/>
                </a:path>
              </a:pathLst>
            </a:custGeom>
            <a:solidFill>
              <a:srgbClr val="1422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7919495" y="5463652"/>
              <a:ext cx="167640" cy="335280"/>
            </a:xfrm>
            <a:custGeom>
              <a:avLst/>
              <a:gdLst/>
              <a:ahLst/>
              <a:cxnLst/>
              <a:rect l="l" t="t" r="r" b="b"/>
              <a:pathLst>
                <a:path w="167640" h="335279">
                  <a:moveTo>
                    <a:pt x="101145" y="0"/>
                  </a:moveTo>
                  <a:lnTo>
                    <a:pt x="57850" y="7133"/>
                  </a:lnTo>
                  <a:lnTo>
                    <a:pt x="17686" y="22671"/>
                  </a:lnTo>
                  <a:lnTo>
                    <a:pt x="0" y="31261"/>
                  </a:lnTo>
                  <a:lnTo>
                    <a:pt x="19385" y="77908"/>
                  </a:lnTo>
                  <a:lnTo>
                    <a:pt x="32641" y="114125"/>
                  </a:lnTo>
                  <a:lnTo>
                    <a:pt x="41050" y="141119"/>
                  </a:lnTo>
                  <a:lnTo>
                    <a:pt x="45893" y="160095"/>
                  </a:lnTo>
                  <a:lnTo>
                    <a:pt x="47655" y="192583"/>
                  </a:lnTo>
                  <a:lnTo>
                    <a:pt x="46954" y="245399"/>
                  </a:lnTo>
                  <a:lnTo>
                    <a:pt x="45266" y="297653"/>
                  </a:lnTo>
                  <a:lnTo>
                    <a:pt x="44071" y="328457"/>
                  </a:lnTo>
                  <a:lnTo>
                    <a:pt x="52101" y="335185"/>
                  </a:lnTo>
                  <a:lnTo>
                    <a:pt x="71851" y="329288"/>
                  </a:lnTo>
                  <a:lnTo>
                    <a:pt x="95449" y="310989"/>
                  </a:lnTo>
                  <a:lnTo>
                    <a:pt x="115022" y="280510"/>
                  </a:lnTo>
                  <a:lnTo>
                    <a:pt x="132244" y="248692"/>
                  </a:lnTo>
                  <a:lnTo>
                    <a:pt x="153796" y="211337"/>
                  </a:lnTo>
                  <a:lnTo>
                    <a:pt x="167251" y="175565"/>
                  </a:lnTo>
                  <a:lnTo>
                    <a:pt x="160183" y="148494"/>
                  </a:lnTo>
                  <a:lnTo>
                    <a:pt x="146156" y="124613"/>
                  </a:lnTo>
                  <a:lnTo>
                    <a:pt x="141586" y="94161"/>
                  </a:lnTo>
                  <a:lnTo>
                    <a:pt x="138324" y="57909"/>
                  </a:lnTo>
                  <a:lnTo>
                    <a:pt x="128226" y="16623"/>
                  </a:lnTo>
                  <a:lnTo>
                    <a:pt x="101145" y="0"/>
                  </a:lnTo>
                  <a:close/>
                </a:path>
              </a:pathLst>
            </a:custGeom>
            <a:solidFill>
              <a:srgbClr val="5746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7798145" y="5729328"/>
              <a:ext cx="306070" cy="203200"/>
            </a:xfrm>
            <a:custGeom>
              <a:avLst/>
              <a:gdLst/>
              <a:ahLst/>
              <a:cxnLst/>
              <a:rect l="l" t="t" r="r" b="b"/>
              <a:pathLst>
                <a:path w="306069" h="203200">
                  <a:moveTo>
                    <a:pt x="279445" y="0"/>
                  </a:moveTo>
                  <a:lnTo>
                    <a:pt x="105753" y="101536"/>
                  </a:lnTo>
                  <a:lnTo>
                    <a:pt x="82580" y="114797"/>
                  </a:lnTo>
                  <a:lnTo>
                    <a:pt x="60100" y="128031"/>
                  </a:lnTo>
                  <a:lnTo>
                    <a:pt x="36122" y="142697"/>
                  </a:lnTo>
                  <a:lnTo>
                    <a:pt x="16138" y="160503"/>
                  </a:lnTo>
                  <a:lnTo>
                    <a:pt x="4089" y="180155"/>
                  </a:lnTo>
                  <a:lnTo>
                    <a:pt x="0" y="196169"/>
                  </a:lnTo>
                  <a:lnTo>
                    <a:pt x="3893" y="203061"/>
                  </a:lnTo>
                  <a:lnTo>
                    <a:pt x="28007" y="203063"/>
                  </a:lnTo>
                  <a:lnTo>
                    <a:pt x="72714" y="202161"/>
                  </a:lnTo>
                  <a:lnTo>
                    <a:pt x="120257" y="200505"/>
                  </a:lnTo>
                  <a:lnTo>
                    <a:pt x="152883" y="198245"/>
                  </a:lnTo>
                  <a:lnTo>
                    <a:pt x="174358" y="181960"/>
                  </a:lnTo>
                  <a:lnTo>
                    <a:pt x="199614" y="150474"/>
                  </a:lnTo>
                  <a:lnTo>
                    <a:pt x="227643" y="122321"/>
                  </a:lnTo>
                  <a:lnTo>
                    <a:pt x="257435" y="116038"/>
                  </a:lnTo>
                  <a:lnTo>
                    <a:pt x="261607" y="118605"/>
                  </a:lnTo>
                  <a:lnTo>
                    <a:pt x="263683" y="126917"/>
                  </a:lnTo>
                  <a:lnTo>
                    <a:pt x="264279" y="147684"/>
                  </a:lnTo>
                  <a:lnTo>
                    <a:pt x="264010" y="187617"/>
                  </a:lnTo>
                  <a:lnTo>
                    <a:pt x="291402" y="186873"/>
                  </a:lnTo>
                  <a:lnTo>
                    <a:pt x="295842" y="120268"/>
                  </a:lnTo>
                  <a:lnTo>
                    <a:pt x="305666" y="61164"/>
                  </a:lnTo>
                  <a:lnTo>
                    <a:pt x="305334" y="37280"/>
                  </a:lnTo>
                  <a:lnTo>
                    <a:pt x="297431" y="16888"/>
                  </a:lnTo>
                  <a:lnTo>
                    <a:pt x="279445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7894848" y="5555694"/>
              <a:ext cx="189865" cy="299085"/>
            </a:xfrm>
            <a:custGeom>
              <a:avLst/>
              <a:gdLst/>
              <a:ahLst/>
              <a:cxnLst/>
              <a:rect l="l" t="t" r="r" b="b"/>
              <a:pathLst>
                <a:path w="189865" h="299085">
                  <a:moveTo>
                    <a:pt x="93609" y="0"/>
                  </a:moveTo>
                  <a:lnTo>
                    <a:pt x="90019" y="50508"/>
                  </a:lnTo>
                  <a:lnTo>
                    <a:pt x="85633" y="88893"/>
                  </a:lnTo>
                  <a:lnTo>
                    <a:pt x="76887" y="135953"/>
                  </a:lnTo>
                  <a:lnTo>
                    <a:pt x="21706" y="240873"/>
                  </a:lnTo>
                  <a:lnTo>
                    <a:pt x="0" y="285090"/>
                  </a:lnTo>
                  <a:lnTo>
                    <a:pt x="4717" y="295086"/>
                  </a:lnTo>
                  <a:lnTo>
                    <a:pt x="24878" y="298928"/>
                  </a:lnTo>
                  <a:lnTo>
                    <a:pt x="53756" y="293369"/>
                  </a:lnTo>
                  <a:lnTo>
                    <a:pt x="84625" y="275164"/>
                  </a:lnTo>
                  <a:lnTo>
                    <a:pt x="114193" y="254779"/>
                  </a:lnTo>
                  <a:lnTo>
                    <a:pt x="150092" y="231465"/>
                  </a:lnTo>
                  <a:lnTo>
                    <a:pt x="178071" y="205821"/>
                  </a:lnTo>
                  <a:lnTo>
                    <a:pt x="183879" y="178444"/>
                  </a:lnTo>
                  <a:lnTo>
                    <a:pt x="178139" y="153177"/>
                  </a:lnTo>
                  <a:lnTo>
                    <a:pt x="179050" y="129416"/>
                  </a:lnTo>
                  <a:lnTo>
                    <a:pt x="183721" y="101094"/>
                  </a:lnTo>
                  <a:lnTo>
                    <a:pt x="189261" y="62144"/>
                  </a:lnTo>
                  <a:lnTo>
                    <a:pt x="176493" y="32335"/>
                  </a:lnTo>
                  <a:lnTo>
                    <a:pt x="143371" y="13206"/>
                  </a:lnTo>
                  <a:lnTo>
                    <a:pt x="109281" y="3010"/>
                  </a:lnTo>
                  <a:lnTo>
                    <a:pt x="93609" y="0"/>
                  </a:lnTo>
                  <a:close/>
                </a:path>
              </a:pathLst>
            </a:custGeom>
            <a:solidFill>
              <a:srgbClr val="A463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7524291" y="4015067"/>
              <a:ext cx="596900" cy="1626235"/>
            </a:xfrm>
            <a:custGeom>
              <a:avLst/>
              <a:gdLst/>
              <a:ahLst/>
              <a:cxnLst/>
              <a:rect l="l" t="t" r="r" b="b"/>
              <a:pathLst>
                <a:path w="596900" h="1626235">
                  <a:moveTo>
                    <a:pt x="46824" y="0"/>
                  </a:moveTo>
                  <a:lnTo>
                    <a:pt x="36336" y="41822"/>
                  </a:lnTo>
                  <a:lnTo>
                    <a:pt x="27256" y="89232"/>
                  </a:lnTo>
                  <a:lnTo>
                    <a:pt x="19547" y="141378"/>
                  </a:lnTo>
                  <a:lnTo>
                    <a:pt x="13171" y="197412"/>
                  </a:lnTo>
                  <a:lnTo>
                    <a:pt x="8091" y="256483"/>
                  </a:lnTo>
                  <a:lnTo>
                    <a:pt x="4271" y="317740"/>
                  </a:lnTo>
                  <a:lnTo>
                    <a:pt x="1674" y="380334"/>
                  </a:lnTo>
                  <a:lnTo>
                    <a:pt x="263" y="443415"/>
                  </a:lnTo>
                  <a:lnTo>
                    <a:pt x="0" y="506133"/>
                  </a:lnTo>
                  <a:lnTo>
                    <a:pt x="848" y="567638"/>
                  </a:lnTo>
                  <a:lnTo>
                    <a:pt x="2771" y="627079"/>
                  </a:lnTo>
                  <a:lnTo>
                    <a:pt x="5732" y="683607"/>
                  </a:lnTo>
                  <a:lnTo>
                    <a:pt x="9693" y="736372"/>
                  </a:lnTo>
                  <a:lnTo>
                    <a:pt x="14617" y="784523"/>
                  </a:lnTo>
                  <a:lnTo>
                    <a:pt x="20469" y="827211"/>
                  </a:lnTo>
                  <a:lnTo>
                    <a:pt x="34803" y="892795"/>
                  </a:lnTo>
                  <a:lnTo>
                    <a:pt x="51295" y="928612"/>
                  </a:lnTo>
                  <a:lnTo>
                    <a:pt x="217875" y="1210515"/>
                  </a:lnTo>
                  <a:lnTo>
                    <a:pt x="281807" y="1319826"/>
                  </a:lnTo>
                  <a:lnTo>
                    <a:pt x="313327" y="1374451"/>
                  </a:lnTo>
                  <a:lnTo>
                    <a:pt x="343703" y="1427769"/>
                  </a:lnTo>
                  <a:lnTo>
                    <a:pt x="372301" y="1478815"/>
                  </a:lnTo>
                  <a:lnTo>
                    <a:pt x="398489" y="1526625"/>
                  </a:lnTo>
                  <a:lnTo>
                    <a:pt x="421631" y="1570232"/>
                  </a:lnTo>
                  <a:lnTo>
                    <a:pt x="441095" y="1608673"/>
                  </a:lnTo>
                  <a:lnTo>
                    <a:pt x="454204" y="1619900"/>
                  </a:lnTo>
                  <a:lnTo>
                    <a:pt x="476969" y="1625772"/>
                  </a:lnTo>
                  <a:lnTo>
                    <a:pt x="502738" y="1621694"/>
                  </a:lnTo>
                  <a:lnTo>
                    <a:pt x="524857" y="1603068"/>
                  </a:lnTo>
                  <a:lnTo>
                    <a:pt x="536673" y="1565297"/>
                  </a:lnTo>
                  <a:lnTo>
                    <a:pt x="531532" y="1503786"/>
                  </a:lnTo>
                  <a:lnTo>
                    <a:pt x="448957" y="1107812"/>
                  </a:lnTo>
                  <a:lnTo>
                    <a:pt x="429912" y="1018733"/>
                  </a:lnTo>
                  <a:lnTo>
                    <a:pt x="410307" y="961900"/>
                  </a:lnTo>
                  <a:lnTo>
                    <a:pt x="384909" y="918326"/>
                  </a:lnTo>
                  <a:lnTo>
                    <a:pt x="353548" y="880580"/>
                  </a:lnTo>
                  <a:lnTo>
                    <a:pt x="382008" y="817878"/>
                  </a:lnTo>
                  <a:lnTo>
                    <a:pt x="402701" y="771233"/>
                  </a:lnTo>
                  <a:lnTo>
                    <a:pt x="420465" y="725171"/>
                  </a:lnTo>
                  <a:lnTo>
                    <a:pt x="439031" y="672555"/>
                  </a:lnTo>
                  <a:lnTo>
                    <a:pt x="458049" y="614881"/>
                  </a:lnTo>
                  <a:lnTo>
                    <a:pt x="477165" y="553648"/>
                  </a:lnTo>
                  <a:lnTo>
                    <a:pt x="496030" y="490352"/>
                  </a:lnTo>
                  <a:lnTo>
                    <a:pt x="514290" y="426492"/>
                  </a:lnTo>
                  <a:lnTo>
                    <a:pt x="531596" y="363565"/>
                  </a:lnTo>
                  <a:lnTo>
                    <a:pt x="547594" y="303069"/>
                  </a:lnTo>
                  <a:lnTo>
                    <a:pt x="561934" y="246502"/>
                  </a:lnTo>
                  <a:lnTo>
                    <a:pt x="574264" y="195360"/>
                  </a:lnTo>
                  <a:lnTo>
                    <a:pt x="584232" y="151141"/>
                  </a:lnTo>
                  <a:lnTo>
                    <a:pt x="595677" y="89465"/>
                  </a:lnTo>
                  <a:lnTo>
                    <a:pt x="596451" y="75002"/>
                  </a:lnTo>
                  <a:lnTo>
                    <a:pt x="508089" y="43833"/>
                  </a:lnTo>
                  <a:lnTo>
                    <a:pt x="319431" y="20212"/>
                  </a:lnTo>
                  <a:lnTo>
                    <a:pt x="131876" y="5235"/>
                  </a:lnTo>
                  <a:lnTo>
                    <a:pt x="46824" y="0"/>
                  </a:lnTo>
                  <a:close/>
                </a:path>
              </a:pathLst>
            </a:custGeom>
            <a:solidFill>
              <a:srgbClr val="9153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7850499" y="3875475"/>
              <a:ext cx="559435" cy="1830070"/>
            </a:xfrm>
            <a:custGeom>
              <a:avLst/>
              <a:gdLst/>
              <a:ahLst/>
              <a:cxnLst/>
              <a:rect l="l" t="t" r="r" b="b"/>
              <a:pathLst>
                <a:path w="559434" h="1830070">
                  <a:moveTo>
                    <a:pt x="174658" y="0"/>
                  </a:moveTo>
                  <a:lnTo>
                    <a:pt x="56962" y="33553"/>
                  </a:lnTo>
                  <a:lnTo>
                    <a:pt x="8878" y="56177"/>
                  </a:lnTo>
                  <a:lnTo>
                    <a:pt x="2320" y="378364"/>
                  </a:lnTo>
                  <a:lnTo>
                    <a:pt x="0" y="557569"/>
                  </a:lnTo>
                  <a:lnTo>
                    <a:pt x="1796" y="658421"/>
                  </a:lnTo>
                  <a:lnTo>
                    <a:pt x="7590" y="745549"/>
                  </a:lnTo>
                  <a:lnTo>
                    <a:pt x="12291" y="805994"/>
                  </a:lnTo>
                  <a:lnTo>
                    <a:pt x="17356" y="867610"/>
                  </a:lnTo>
                  <a:lnTo>
                    <a:pt x="22724" y="928301"/>
                  </a:lnTo>
                  <a:lnTo>
                    <a:pt x="28334" y="985972"/>
                  </a:lnTo>
                  <a:lnTo>
                    <a:pt x="34124" y="1038527"/>
                  </a:lnTo>
                  <a:lnTo>
                    <a:pt x="40035" y="1083870"/>
                  </a:lnTo>
                  <a:lnTo>
                    <a:pt x="51976" y="1144542"/>
                  </a:lnTo>
                  <a:lnTo>
                    <a:pt x="59867" y="1173284"/>
                  </a:lnTo>
                  <a:lnTo>
                    <a:pt x="67963" y="1211151"/>
                  </a:lnTo>
                  <a:lnTo>
                    <a:pt x="76091" y="1256696"/>
                  </a:lnTo>
                  <a:lnTo>
                    <a:pt x="84078" y="1308473"/>
                  </a:lnTo>
                  <a:lnTo>
                    <a:pt x="91753" y="1365035"/>
                  </a:lnTo>
                  <a:lnTo>
                    <a:pt x="98943" y="1424935"/>
                  </a:lnTo>
                  <a:lnTo>
                    <a:pt x="105476" y="1486726"/>
                  </a:lnTo>
                  <a:lnTo>
                    <a:pt x="111181" y="1548962"/>
                  </a:lnTo>
                  <a:lnTo>
                    <a:pt x="115884" y="1610196"/>
                  </a:lnTo>
                  <a:lnTo>
                    <a:pt x="119414" y="1668981"/>
                  </a:lnTo>
                  <a:lnTo>
                    <a:pt x="121598" y="1723870"/>
                  </a:lnTo>
                  <a:lnTo>
                    <a:pt x="122264" y="1773418"/>
                  </a:lnTo>
                  <a:lnTo>
                    <a:pt x="121241" y="1816176"/>
                  </a:lnTo>
                  <a:lnTo>
                    <a:pt x="135493" y="1830003"/>
                  </a:lnTo>
                  <a:lnTo>
                    <a:pt x="169712" y="1819133"/>
                  </a:lnTo>
                  <a:lnTo>
                    <a:pt x="206798" y="1791808"/>
                  </a:lnTo>
                  <a:lnTo>
                    <a:pt x="229656" y="1756272"/>
                  </a:lnTo>
                  <a:lnTo>
                    <a:pt x="242073" y="1715108"/>
                  </a:lnTo>
                  <a:lnTo>
                    <a:pt x="257162" y="1671608"/>
                  </a:lnTo>
                  <a:lnTo>
                    <a:pt x="274253" y="1626206"/>
                  </a:lnTo>
                  <a:lnTo>
                    <a:pt x="292671" y="1579335"/>
                  </a:lnTo>
                  <a:lnTo>
                    <a:pt x="311746" y="1531429"/>
                  </a:lnTo>
                  <a:lnTo>
                    <a:pt x="330805" y="1482919"/>
                  </a:lnTo>
                  <a:lnTo>
                    <a:pt x="349175" y="1434240"/>
                  </a:lnTo>
                  <a:lnTo>
                    <a:pt x="366185" y="1385825"/>
                  </a:lnTo>
                  <a:lnTo>
                    <a:pt x="381161" y="1338106"/>
                  </a:lnTo>
                  <a:lnTo>
                    <a:pt x="393433" y="1291517"/>
                  </a:lnTo>
                  <a:lnTo>
                    <a:pt x="402328" y="1246491"/>
                  </a:lnTo>
                  <a:lnTo>
                    <a:pt x="407173" y="1203461"/>
                  </a:lnTo>
                  <a:lnTo>
                    <a:pt x="407296" y="1162860"/>
                  </a:lnTo>
                  <a:lnTo>
                    <a:pt x="402025" y="1125122"/>
                  </a:lnTo>
                  <a:lnTo>
                    <a:pt x="390688" y="1090680"/>
                  </a:lnTo>
                  <a:lnTo>
                    <a:pt x="381967" y="1056554"/>
                  </a:lnTo>
                  <a:lnTo>
                    <a:pt x="381847" y="1015710"/>
                  </a:lnTo>
                  <a:lnTo>
                    <a:pt x="388825" y="969725"/>
                  </a:lnTo>
                  <a:lnTo>
                    <a:pt x="401397" y="920173"/>
                  </a:lnTo>
                  <a:lnTo>
                    <a:pt x="418060" y="868631"/>
                  </a:lnTo>
                  <a:lnTo>
                    <a:pt x="437312" y="816674"/>
                  </a:lnTo>
                  <a:lnTo>
                    <a:pt x="457649" y="765879"/>
                  </a:lnTo>
                  <a:lnTo>
                    <a:pt x="495569" y="674075"/>
                  </a:lnTo>
                  <a:lnTo>
                    <a:pt x="510144" y="636218"/>
                  </a:lnTo>
                  <a:lnTo>
                    <a:pt x="534583" y="545300"/>
                  </a:lnTo>
                  <a:lnTo>
                    <a:pt x="546189" y="490450"/>
                  </a:lnTo>
                  <a:lnTo>
                    <a:pt x="554323" y="440391"/>
                  </a:lnTo>
                  <a:lnTo>
                    <a:pt x="558693" y="394236"/>
                  </a:lnTo>
                  <a:lnTo>
                    <a:pt x="559010" y="351099"/>
                  </a:lnTo>
                  <a:lnTo>
                    <a:pt x="554982" y="310093"/>
                  </a:lnTo>
                  <a:lnTo>
                    <a:pt x="546321" y="270333"/>
                  </a:lnTo>
                  <a:lnTo>
                    <a:pt x="532735" y="230933"/>
                  </a:lnTo>
                  <a:lnTo>
                    <a:pt x="513933" y="191006"/>
                  </a:lnTo>
                  <a:lnTo>
                    <a:pt x="489626" y="149667"/>
                  </a:lnTo>
                  <a:lnTo>
                    <a:pt x="459523" y="106029"/>
                  </a:lnTo>
                  <a:lnTo>
                    <a:pt x="322125" y="6998"/>
                  </a:lnTo>
                  <a:lnTo>
                    <a:pt x="174658" y="0"/>
                  </a:lnTo>
                  <a:close/>
                </a:path>
              </a:pathLst>
            </a:custGeom>
            <a:solidFill>
              <a:srgbClr val="A463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7858085" y="4854264"/>
              <a:ext cx="29209" cy="78740"/>
            </a:xfrm>
            <a:custGeom>
              <a:avLst/>
              <a:gdLst/>
              <a:ahLst/>
              <a:cxnLst/>
              <a:rect l="l" t="t" r="r" b="b"/>
              <a:pathLst>
                <a:path w="29209" h="78739">
                  <a:moveTo>
                    <a:pt x="20030" y="0"/>
                  </a:moveTo>
                  <a:lnTo>
                    <a:pt x="0" y="44155"/>
                  </a:lnTo>
                  <a:lnTo>
                    <a:pt x="2300" y="46439"/>
                  </a:lnTo>
                  <a:lnTo>
                    <a:pt x="8540" y="53103"/>
                  </a:lnTo>
                  <a:lnTo>
                    <a:pt x="17727" y="63866"/>
                  </a:lnTo>
                  <a:lnTo>
                    <a:pt x="28868" y="78447"/>
                  </a:lnTo>
                  <a:lnTo>
                    <a:pt x="24410" y="41089"/>
                  </a:lnTo>
                  <a:lnTo>
                    <a:pt x="20030" y="0"/>
                  </a:lnTo>
                  <a:close/>
                </a:path>
              </a:pathLst>
            </a:custGeom>
            <a:solidFill>
              <a:srgbClr val="A38693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7429137" y="3214193"/>
              <a:ext cx="988060" cy="2002789"/>
            </a:xfrm>
            <a:custGeom>
              <a:avLst/>
              <a:gdLst/>
              <a:ahLst/>
              <a:cxnLst/>
              <a:rect l="l" t="t" r="r" b="b"/>
              <a:pathLst>
                <a:path w="988059" h="2002789">
                  <a:moveTo>
                    <a:pt x="424939" y="0"/>
                  </a:moveTo>
                  <a:lnTo>
                    <a:pt x="385852" y="33104"/>
                  </a:lnTo>
                  <a:lnTo>
                    <a:pt x="342675" y="63357"/>
                  </a:lnTo>
                  <a:lnTo>
                    <a:pt x="296836" y="91251"/>
                  </a:lnTo>
                  <a:lnTo>
                    <a:pt x="249762" y="117278"/>
                  </a:lnTo>
                  <a:lnTo>
                    <a:pt x="157619" y="165704"/>
                  </a:lnTo>
                  <a:lnTo>
                    <a:pt x="115405" y="189089"/>
                  </a:lnTo>
                  <a:lnTo>
                    <a:pt x="77665" y="212579"/>
                  </a:lnTo>
                  <a:lnTo>
                    <a:pt x="45827" y="236666"/>
                  </a:lnTo>
                  <a:lnTo>
                    <a:pt x="5567" y="288607"/>
                  </a:lnTo>
                  <a:lnTo>
                    <a:pt x="0" y="317445"/>
                  </a:lnTo>
                  <a:lnTo>
                    <a:pt x="7800" y="372311"/>
                  </a:lnTo>
                  <a:lnTo>
                    <a:pt x="28701" y="419970"/>
                  </a:lnTo>
                  <a:lnTo>
                    <a:pt x="58951" y="459796"/>
                  </a:lnTo>
                  <a:lnTo>
                    <a:pt x="94799" y="491160"/>
                  </a:lnTo>
                  <a:lnTo>
                    <a:pt x="132495" y="513435"/>
                  </a:lnTo>
                  <a:lnTo>
                    <a:pt x="168288" y="525994"/>
                  </a:lnTo>
                  <a:lnTo>
                    <a:pt x="173615" y="546548"/>
                  </a:lnTo>
                  <a:lnTo>
                    <a:pt x="176830" y="566962"/>
                  </a:lnTo>
                  <a:lnTo>
                    <a:pt x="178117" y="587444"/>
                  </a:lnTo>
                  <a:lnTo>
                    <a:pt x="177658" y="608198"/>
                  </a:lnTo>
                  <a:lnTo>
                    <a:pt x="172233" y="651351"/>
                  </a:lnTo>
                  <a:lnTo>
                    <a:pt x="162021" y="698071"/>
                  </a:lnTo>
                  <a:lnTo>
                    <a:pt x="140924" y="778448"/>
                  </a:lnTo>
                  <a:lnTo>
                    <a:pt x="133083" y="808811"/>
                  </a:lnTo>
                  <a:lnTo>
                    <a:pt x="117284" y="876130"/>
                  </a:lnTo>
                  <a:lnTo>
                    <a:pt x="109693" y="913499"/>
                  </a:lnTo>
                  <a:lnTo>
                    <a:pt x="102550" y="953616"/>
                  </a:lnTo>
                  <a:lnTo>
                    <a:pt x="96040" y="996686"/>
                  </a:lnTo>
                  <a:lnTo>
                    <a:pt x="90344" y="1042917"/>
                  </a:lnTo>
                  <a:lnTo>
                    <a:pt x="85646" y="1092514"/>
                  </a:lnTo>
                  <a:lnTo>
                    <a:pt x="82129" y="1145683"/>
                  </a:lnTo>
                  <a:lnTo>
                    <a:pt x="79975" y="1202631"/>
                  </a:lnTo>
                  <a:lnTo>
                    <a:pt x="79368" y="1263565"/>
                  </a:lnTo>
                  <a:lnTo>
                    <a:pt x="80491" y="1328689"/>
                  </a:lnTo>
                  <a:lnTo>
                    <a:pt x="83526" y="1398212"/>
                  </a:lnTo>
                  <a:lnTo>
                    <a:pt x="88656" y="1472337"/>
                  </a:lnTo>
                  <a:lnTo>
                    <a:pt x="96064" y="1551273"/>
                  </a:lnTo>
                  <a:lnTo>
                    <a:pt x="105933" y="1635225"/>
                  </a:lnTo>
                  <a:lnTo>
                    <a:pt x="118446" y="1724399"/>
                  </a:lnTo>
                  <a:lnTo>
                    <a:pt x="133786" y="1819002"/>
                  </a:lnTo>
                  <a:lnTo>
                    <a:pt x="149011" y="1858036"/>
                  </a:lnTo>
                  <a:lnTo>
                    <a:pt x="172105" y="1891578"/>
                  </a:lnTo>
                  <a:lnTo>
                    <a:pt x="202114" y="1919962"/>
                  </a:lnTo>
                  <a:lnTo>
                    <a:pt x="238083" y="1943521"/>
                  </a:lnTo>
                  <a:lnTo>
                    <a:pt x="279057" y="1962590"/>
                  </a:lnTo>
                  <a:lnTo>
                    <a:pt x="324081" y="1977503"/>
                  </a:lnTo>
                  <a:lnTo>
                    <a:pt x="372202" y="1988592"/>
                  </a:lnTo>
                  <a:lnTo>
                    <a:pt x="422464" y="1996193"/>
                  </a:lnTo>
                  <a:lnTo>
                    <a:pt x="473913" y="2000639"/>
                  </a:lnTo>
                  <a:lnTo>
                    <a:pt x="525594" y="2002264"/>
                  </a:lnTo>
                  <a:lnTo>
                    <a:pt x="576552" y="2001401"/>
                  </a:lnTo>
                  <a:lnTo>
                    <a:pt x="625833" y="1998386"/>
                  </a:lnTo>
                  <a:lnTo>
                    <a:pt x="672483" y="1993551"/>
                  </a:lnTo>
                  <a:lnTo>
                    <a:pt x="715546" y="1987230"/>
                  </a:lnTo>
                  <a:lnTo>
                    <a:pt x="754068" y="1979758"/>
                  </a:lnTo>
                  <a:lnTo>
                    <a:pt x="813671" y="1962694"/>
                  </a:lnTo>
                  <a:lnTo>
                    <a:pt x="839042" y="1892599"/>
                  </a:lnTo>
                  <a:lnTo>
                    <a:pt x="841136" y="1844080"/>
                  </a:lnTo>
                  <a:lnTo>
                    <a:pt x="841719" y="1742536"/>
                  </a:lnTo>
                  <a:lnTo>
                    <a:pt x="843543" y="1691176"/>
                  </a:lnTo>
                  <a:lnTo>
                    <a:pt x="848611" y="1640536"/>
                  </a:lnTo>
                  <a:lnTo>
                    <a:pt x="858591" y="1591448"/>
                  </a:lnTo>
                  <a:lnTo>
                    <a:pt x="872901" y="1539945"/>
                  </a:lnTo>
                  <a:lnTo>
                    <a:pt x="887613" y="1489040"/>
                  </a:lnTo>
                  <a:lnTo>
                    <a:pt x="916984" y="1389105"/>
                  </a:lnTo>
                  <a:lnTo>
                    <a:pt x="931016" y="1340114"/>
                  </a:lnTo>
                  <a:lnTo>
                    <a:pt x="944195" y="1291801"/>
                  </a:lnTo>
                  <a:lnTo>
                    <a:pt x="956206" y="1244185"/>
                  </a:lnTo>
                  <a:lnTo>
                    <a:pt x="966735" y="1197287"/>
                  </a:lnTo>
                  <a:lnTo>
                    <a:pt x="975468" y="1151125"/>
                  </a:lnTo>
                  <a:lnTo>
                    <a:pt x="982093" y="1105721"/>
                  </a:lnTo>
                  <a:lnTo>
                    <a:pt x="986295" y="1061093"/>
                  </a:lnTo>
                  <a:lnTo>
                    <a:pt x="987759" y="1017262"/>
                  </a:lnTo>
                  <a:lnTo>
                    <a:pt x="986173" y="974248"/>
                  </a:lnTo>
                  <a:lnTo>
                    <a:pt x="981223" y="932069"/>
                  </a:lnTo>
                  <a:lnTo>
                    <a:pt x="972594" y="890746"/>
                  </a:lnTo>
                  <a:lnTo>
                    <a:pt x="959973" y="850299"/>
                  </a:lnTo>
                  <a:lnTo>
                    <a:pt x="943047" y="810748"/>
                  </a:lnTo>
                  <a:lnTo>
                    <a:pt x="921500" y="772112"/>
                  </a:lnTo>
                  <a:lnTo>
                    <a:pt x="883829" y="720310"/>
                  </a:lnTo>
                  <a:lnTo>
                    <a:pt x="849325" y="686520"/>
                  </a:lnTo>
                  <a:lnTo>
                    <a:pt x="804236" y="659434"/>
                  </a:lnTo>
                  <a:lnTo>
                    <a:pt x="768140" y="646714"/>
                  </a:lnTo>
                  <a:lnTo>
                    <a:pt x="758300" y="642954"/>
                  </a:lnTo>
                  <a:lnTo>
                    <a:pt x="731005" y="614807"/>
                  </a:lnTo>
                  <a:lnTo>
                    <a:pt x="724362" y="563660"/>
                  </a:lnTo>
                  <a:lnTo>
                    <a:pt x="725002" y="537789"/>
                  </a:lnTo>
                  <a:lnTo>
                    <a:pt x="730815" y="469325"/>
                  </a:lnTo>
                  <a:lnTo>
                    <a:pt x="736070" y="425571"/>
                  </a:lnTo>
                  <a:lnTo>
                    <a:pt x="742945" y="374692"/>
                  </a:lnTo>
                  <a:lnTo>
                    <a:pt x="751483" y="316108"/>
                  </a:lnTo>
                  <a:lnTo>
                    <a:pt x="761725" y="249238"/>
                  </a:lnTo>
                  <a:lnTo>
                    <a:pt x="763507" y="228011"/>
                  </a:lnTo>
                  <a:lnTo>
                    <a:pt x="761721" y="184702"/>
                  </a:lnTo>
                  <a:lnTo>
                    <a:pt x="753136" y="131421"/>
                  </a:lnTo>
                  <a:lnTo>
                    <a:pt x="734522" y="80280"/>
                  </a:lnTo>
                  <a:lnTo>
                    <a:pt x="731682" y="68392"/>
                  </a:lnTo>
                  <a:lnTo>
                    <a:pt x="722721" y="24617"/>
                  </a:lnTo>
                  <a:lnTo>
                    <a:pt x="678090" y="12020"/>
                  </a:lnTo>
                  <a:lnTo>
                    <a:pt x="656355" y="10696"/>
                  </a:lnTo>
                  <a:lnTo>
                    <a:pt x="641415" y="11360"/>
                  </a:lnTo>
                  <a:lnTo>
                    <a:pt x="606682" y="22302"/>
                  </a:lnTo>
                  <a:lnTo>
                    <a:pt x="565476" y="43030"/>
                  </a:lnTo>
                  <a:lnTo>
                    <a:pt x="522449" y="67361"/>
                  </a:lnTo>
                  <a:lnTo>
                    <a:pt x="482257" y="89117"/>
                  </a:lnTo>
                  <a:lnTo>
                    <a:pt x="430369" y="87760"/>
                  </a:lnTo>
                  <a:lnTo>
                    <a:pt x="404102" y="85801"/>
                  </a:lnTo>
                  <a:lnTo>
                    <a:pt x="398046" y="75608"/>
                  </a:lnTo>
                  <a:lnTo>
                    <a:pt x="406795" y="49551"/>
                  </a:lnTo>
                  <a:lnTo>
                    <a:pt x="424939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7508501" y="3740182"/>
              <a:ext cx="116839" cy="1334770"/>
            </a:xfrm>
            <a:custGeom>
              <a:avLst/>
              <a:gdLst/>
              <a:ahLst/>
              <a:cxnLst/>
              <a:rect l="l" t="t" r="r" b="b"/>
              <a:pathLst>
                <a:path w="116840" h="1334770">
                  <a:moveTo>
                    <a:pt x="88929" y="0"/>
                  </a:moveTo>
                  <a:lnTo>
                    <a:pt x="94255" y="20553"/>
                  </a:lnTo>
                  <a:lnTo>
                    <a:pt x="97470" y="40968"/>
                  </a:lnTo>
                  <a:lnTo>
                    <a:pt x="98755" y="61450"/>
                  </a:lnTo>
                  <a:lnTo>
                    <a:pt x="98295" y="82204"/>
                  </a:lnTo>
                  <a:lnTo>
                    <a:pt x="92870" y="125358"/>
                  </a:lnTo>
                  <a:lnTo>
                    <a:pt x="82656" y="172079"/>
                  </a:lnTo>
                  <a:lnTo>
                    <a:pt x="61557" y="252457"/>
                  </a:lnTo>
                  <a:lnTo>
                    <a:pt x="53716" y="282820"/>
                  </a:lnTo>
                  <a:lnTo>
                    <a:pt x="37917" y="350141"/>
                  </a:lnTo>
                  <a:lnTo>
                    <a:pt x="30325" y="387510"/>
                  </a:lnTo>
                  <a:lnTo>
                    <a:pt x="23182" y="427627"/>
                  </a:lnTo>
                  <a:lnTo>
                    <a:pt x="16671" y="470698"/>
                  </a:lnTo>
                  <a:lnTo>
                    <a:pt x="10975" y="516929"/>
                  </a:lnTo>
                  <a:lnTo>
                    <a:pt x="6278" y="566527"/>
                  </a:lnTo>
                  <a:lnTo>
                    <a:pt x="2760" y="619697"/>
                  </a:lnTo>
                  <a:lnTo>
                    <a:pt x="607" y="676646"/>
                  </a:lnTo>
                  <a:lnTo>
                    <a:pt x="0" y="737579"/>
                  </a:lnTo>
                  <a:lnTo>
                    <a:pt x="1122" y="802704"/>
                  </a:lnTo>
                  <a:lnTo>
                    <a:pt x="4157" y="872227"/>
                  </a:lnTo>
                  <a:lnTo>
                    <a:pt x="9286" y="946353"/>
                  </a:lnTo>
                  <a:lnTo>
                    <a:pt x="16695" y="1025289"/>
                  </a:lnTo>
                  <a:lnTo>
                    <a:pt x="26564" y="1109241"/>
                  </a:lnTo>
                  <a:lnTo>
                    <a:pt x="39077" y="1198415"/>
                  </a:lnTo>
                  <a:lnTo>
                    <a:pt x="54417" y="1293018"/>
                  </a:lnTo>
                  <a:lnTo>
                    <a:pt x="65473" y="1329812"/>
                  </a:lnTo>
                  <a:lnTo>
                    <a:pt x="69228" y="1334756"/>
                  </a:lnTo>
                  <a:lnTo>
                    <a:pt x="71872" y="1325708"/>
                  </a:lnTo>
                  <a:lnTo>
                    <a:pt x="77661" y="1269462"/>
                  </a:lnTo>
                  <a:lnTo>
                    <a:pt x="80823" y="1218882"/>
                  </a:lnTo>
                  <a:lnTo>
                    <a:pt x="81735" y="1172996"/>
                  </a:lnTo>
                  <a:lnTo>
                    <a:pt x="80775" y="1130832"/>
                  </a:lnTo>
                  <a:lnTo>
                    <a:pt x="78321" y="1091419"/>
                  </a:lnTo>
                  <a:lnTo>
                    <a:pt x="74748" y="1053785"/>
                  </a:lnTo>
                  <a:lnTo>
                    <a:pt x="70436" y="1016957"/>
                  </a:lnTo>
                  <a:lnTo>
                    <a:pt x="61103" y="941832"/>
                  </a:lnTo>
                  <a:lnTo>
                    <a:pt x="56837" y="901592"/>
                  </a:lnTo>
                  <a:lnTo>
                    <a:pt x="53341" y="858271"/>
                  </a:lnTo>
                  <a:lnTo>
                    <a:pt x="50992" y="810896"/>
                  </a:lnTo>
                  <a:lnTo>
                    <a:pt x="50169" y="758496"/>
                  </a:lnTo>
                  <a:lnTo>
                    <a:pt x="51249" y="700100"/>
                  </a:lnTo>
                  <a:lnTo>
                    <a:pt x="54609" y="634734"/>
                  </a:lnTo>
                  <a:lnTo>
                    <a:pt x="60626" y="561427"/>
                  </a:lnTo>
                  <a:lnTo>
                    <a:pt x="66982" y="504827"/>
                  </a:lnTo>
                  <a:lnTo>
                    <a:pt x="74881" y="446921"/>
                  </a:lnTo>
                  <a:lnTo>
                    <a:pt x="83640" y="388638"/>
                  </a:lnTo>
                  <a:lnTo>
                    <a:pt x="92580" y="330904"/>
                  </a:lnTo>
                  <a:lnTo>
                    <a:pt x="101020" y="274646"/>
                  </a:lnTo>
                  <a:lnTo>
                    <a:pt x="108279" y="220790"/>
                  </a:lnTo>
                  <a:lnTo>
                    <a:pt x="113677" y="170263"/>
                  </a:lnTo>
                  <a:lnTo>
                    <a:pt x="116534" y="123992"/>
                  </a:lnTo>
                  <a:lnTo>
                    <a:pt x="116168" y="82903"/>
                  </a:lnTo>
                  <a:lnTo>
                    <a:pt x="111899" y="47924"/>
                  </a:lnTo>
                  <a:lnTo>
                    <a:pt x="103046" y="19980"/>
                  </a:lnTo>
                  <a:lnTo>
                    <a:pt x="88929" y="0"/>
                  </a:lnTo>
                  <a:close/>
                </a:path>
              </a:pathLst>
            </a:custGeom>
            <a:solidFill>
              <a:srgbClr val="233A79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7945361" y="5696685"/>
              <a:ext cx="138112" cy="97986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8087341" y="3901136"/>
              <a:ext cx="309880" cy="194945"/>
            </a:xfrm>
            <a:custGeom>
              <a:avLst/>
              <a:gdLst/>
              <a:ahLst/>
              <a:cxnLst/>
              <a:rect l="l" t="t" r="r" b="b"/>
              <a:pathLst>
                <a:path w="309880" h="194945">
                  <a:moveTo>
                    <a:pt x="111797" y="0"/>
                  </a:moveTo>
                  <a:lnTo>
                    <a:pt x="62102" y="44323"/>
                  </a:lnTo>
                  <a:lnTo>
                    <a:pt x="28512" y="104771"/>
                  </a:lnTo>
                  <a:lnTo>
                    <a:pt x="0" y="125933"/>
                  </a:lnTo>
                  <a:lnTo>
                    <a:pt x="56333" y="105902"/>
                  </a:lnTo>
                  <a:lnTo>
                    <a:pt x="104079" y="83618"/>
                  </a:lnTo>
                  <a:lnTo>
                    <a:pt x="119221" y="74615"/>
                  </a:lnTo>
                  <a:lnTo>
                    <a:pt x="126709" y="70510"/>
                  </a:lnTo>
                  <a:lnTo>
                    <a:pt x="135387" y="66967"/>
                  </a:lnTo>
                  <a:lnTo>
                    <a:pt x="145209" y="64377"/>
                  </a:lnTo>
                  <a:lnTo>
                    <a:pt x="156131" y="63128"/>
                  </a:lnTo>
                  <a:lnTo>
                    <a:pt x="178167" y="64433"/>
                  </a:lnTo>
                  <a:lnTo>
                    <a:pt x="201467" y="78590"/>
                  </a:lnTo>
                  <a:lnTo>
                    <a:pt x="240391" y="117950"/>
                  </a:lnTo>
                  <a:lnTo>
                    <a:pt x="309299" y="194863"/>
                  </a:lnTo>
                  <a:lnTo>
                    <a:pt x="294237" y="126606"/>
                  </a:lnTo>
                  <a:lnTo>
                    <a:pt x="277187" y="84032"/>
                  </a:lnTo>
                  <a:lnTo>
                    <a:pt x="247326" y="49302"/>
                  </a:lnTo>
                  <a:lnTo>
                    <a:pt x="193826" y="4575"/>
                  </a:lnTo>
                  <a:lnTo>
                    <a:pt x="111797" y="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7970691" y="5555037"/>
              <a:ext cx="134184" cy="82039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18115142" y="3544567"/>
              <a:ext cx="67945" cy="341630"/>
            </a:xfrm>
            <a:custGeom>
              <a:avLst/>
              <a:gdLst/>
              <a:ahLst/>
              <a:cxnLst/>
              <a:rect l="l" t="t" r="r" b="b"/>
              <a:pathLst>
                <a:path w="67944" h="341629">
                  <a:moveTo>
                    <a:pt x="67641" y="0"/>
                  </a:moveTo>
                  <a:lnTo>
                    <a:pt x="41379" y="36560"/>
                  </a:lnTo>
                  <a:lnTo>
                    <a:pt x="21235" y="76376"/>
                  </a:lnTo>
                  <a:lnTo>
                    <a:pt x="7459" y="118685"/>
                  </a:lnTo>
                  <a:lnTo>
                    <a:pt x="297" y="162727"/>
                  </a:lnTo>
                  <a:lnTo>
                    <a:pt x="0" y="207742"/>
                  </a:lnTo>
                  <a:lnTo>
                    <a:pt x="7549" y="314011"/>
                  </a:lnTo>
                  <a:lnTo>
                    <a:pt x="41129" y="341110"/>
                  </a:lnTo>
                  <a:lnTo>
                    <a:pt x="46427" y="293394"/>
                  </a:lnTo>
                  <a:lnTo>
                    <a:pt x="41093" y="269827"/>
                  </a:lnTo>
                  <a:lnTo>
                    <a:pt x="38247" y="240414"/>
                  </a:lnTo>
                  <a:lnTo>
                    <a:pt x="36842" y="210093"/>
                  </a:lnTo>
                  <a:lnTo>
                    <a:pt x="35831" y="183805"/>
                  </a:lnTo>
                  <a:lnTo>
                    <a:pt x="41129" y="151995"/>
                  </a:lnTo>
                  <a:lnTo>
                    <a:pt x="67641" y="0"/>
                  </a:lnTo>
                  <a:close/>
                </a:path>
              </a:pathLst>
            </a:custGeom>
            <a:solidFill>
              <a:srgbClr val="034651">
                <a:alpha val="1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8178537" y="3599674"/>
              <a:ext cx="411480" cy="342900"/>
            </a:xfrm>
            <a:custGeom>
              <a:avLst/>
              <a:gdLst/>
              <a:ahLst/>
              <a:cxnLst/>
              <a:rect l="l" t="t" r="r" b="b"/>
              <a:pathLst>
                <a:path w="411480" h="342900">
                  <a:moveTo>
                    <a:pt x="336757" y="0"/>
                  </a:moveTo>
                  <a:lnTo>
                    <a:pt x="308257" y="4256"/>
                  </a:lnTo>
                  <a:lnTo>
                    <a:pt x="294994" y="10592"/>
                  </a:lnTo>
                  <a:lnTo>
                    <a:pt x="280689" y="16885"/>
                  </a:lnTo>
                  <a:lnTo>
                    <a:pt x="237660" y="44038"/>
                  </a:lnTo>
                  <a:lnTo>
                    <a:pt x="203288" y="72247"/>
                  </a:lnTo>
                  <a:lnTo>
                    <a:pt x="156578" y="115110"/>
                  </a:lnTo>
                  <a:lnTo>
                    <a:pt x="94708" y="176301"/>
                  </a:lnTo>
                  <a:lnTo>
                    <a:pt x="14852" y="259495"/>
                  </a:lnTo>
                  <a:lnTo>
                    <a:pt x="0" y="291176"/>
                  </a:lnTo>
                  <a:lnTo>
                    <a:pt x="7120" y="319192"/>
                  </a:lnTo>
                  <a:lnTo>
                    <a:pt x="24229" y="338086"/>
                  </a:lnTo>
                  <a:lnTo>
                    <a:pt x="39344" y="342403"/>
                  </a:lnTo>
                  <a:lnTo>
                    <a:pt x="66121" y="330931"/>
                  </a:lnTo>
                  <a:lnTo>
                    <a:pt x="98541" y="318145"/>
                  </a:lnTo>
                  <a:lnTo>
                    <a:pt x="135571" y="302994"/>
                  </a:lnTo>
                  <a:lnTo>
                    <a:pt x="176178" y="284426"/>
                  </a:lnTo>
                  <a:lnTo>
                    <a:pt x="219330" y="261392"/>
                  </a:lnTo>
                  <a:lnTo>
                    <a:pt x="263994" y="232840"/>
                  </a:lnTo>
                  <a:lnTo>
                    <a:pt x="309138" y="197718"/>
                  </a:lnTo>
                  <a:lnTo>
                    <a:pt x="353730" y="154976"/>
                  </a:lnTo>
                  <a:lnTo>
                    <a:pt x="396736" y="103562"/>
                  </a:lnTo>
                  <a:lnTo>
                    <a:pt x="410927" y="64706"/>
                  </a:lnTo>
                  <a:lnTo>
                    <a:pt x="398634" y="32785"/>
                  </a:lnTo>
                  <a:lnTo>
                    <a:pt x="370396" y="10363"/>
                  </a:lnTo>
                  <a:lnTo>
                    <a:pt x="336757" y="0"/>
                  </a:lnTo>
                  <a:close/>
                </a:path>
              </a:pathLst>
            </a:custGeom>
            <a:solidFill>
              <a:srgbClr val="A463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8125295" y="3238623"/>
              <a:ext cx="466725" cy="421640"/>
            </a:xfrm>
            <a:custGeom>
              <a:avLst/>
              <a:gdLst/>
              <a:ahLst/>
              <a:cxnLst/>
              <a:rect l="l" t="t" r="r" b="b"/>
              <a:pathLst>
                <a:path w="466725" h="421639">
                  <a:moveTo>
                    <a:pt x="26913" y="0"/>
                  </a:moveTo>
                  <a:lnTo>
                    <a:pt x="20147" y="10816"/>
                  </a:lnTo>
                  <a:lnTo>
                    <a:pt x="11309" y="41312"/>
                  </a:lnTo>
                  <a:lnTo>
                    <a:pt x="3545" y="85975"/>
                  </a:lnTo>
                  <a:lnTo>
                    <a:pt x="0" y="139293"/>
                  </a:lnTo>
                  <a:lnTo>
                    <a:pt x="3819" y="195752"/>
                  </a:lnTo>
                  <a:lnTo>
                    <a:pt x="18150" y="249839"/>
                  </a:lnTo>
                  <a:lnTo>
                    <a:pt x="46137" y="296043"/>
                  </a:lnTo>
                  <a:lnTo>
                    <a:pt x="85498" y="328651"/>
                  </a:lnTo>
                  <a:lnTo>
                    <a:pt x="142451" y="363849"/>
                  </a:lnTo>
                  <a:lnTo>
                    <a:pt x="203010" y="395280"/>
                  </a:lnTo>
                  <a:lnTo>
                    <a:pt x="253188" y="416586"/>
                  </a:lnTo>
                  <a:lnTo>
                    <a:pt x="278999" y="421411"/>
                  </a:lnTo>
                  <a:lnTo>
                    <a:pt x="315341" y="410966"/>
                  </a:lnTo>
                  <a:lnTo>
                    <a:pt x="365922" y="407916"/>
                  </a:lnTo>
                  <a:lnTo>
                    <a:pt x="418111" y="408374"/>
                  </a:lnTo>
                  <a:lnTo>
                    <a:pt x="459276" y="408448"/>
                  </a:lnTo>
                  <a:lnTo>
                    <a:pt x="466397" y="408134"/>
                  </a:lnTo>
                  <a:lnTo>
                    <a:pt x="436191" y="352490"/>
                  </a:lnTo>
                  <a:lnTo>
                    <a:pt x="393910" y="287510"/>
                  </a:lnTo>
                  <a:lnTo>
                    <a:pt x="366497" y="249902"/>
                  </a:lnTo>
                  <a:lnTo>
                    <a:pt x="335209" y="210638"/>
                  </a:lnTo>
                  <a:lnTo>
                    <a:pt x="300273" y="171034"/>
                  </a:lnTo>
                  <a:lnTo>
                    <a:pt x="261921" y="132406"/>
                  </a:lnTo>
                  <a:lnTo>
                    <a:pt x="220379" y="96072"/>
                  </a:lnTo>
                  <a:lnTo>
                    <a:pt x="175879" y="63348"/>
                  </a:lnTo>
                  <a:lnTo>
                    <a:pt x="128648" y="35550"/>
                  </a:lnTo>
                  <a:lnTo>
                    <a:pt x="78916" y="13995"/>
                  </a:lnTo>
                  <a:lnTo>
                    <a:pt x="26913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429136" y="3214196"/>
              <a:ext cx="1159827" cy="2002263"/>
            </a:xfrm>
            <a:prstGeom prst="rect">
              <a:avLst/>
            </a:prstGeom>
          </p:spPr>
        </p:pic>
        <p:sp>
          <p:nvSpPr>
            <p:cNvPr id="74" name="object 74" descr=""/>
            <p:cNvSpPr/>
            <p:nvPr/>
          </p:nvSpPr>
          <p:spPr>
            <a:xfrm>
              <a:off x="17701733" y="3042977"/>
              <a:ext cx="371475" cy="381635"/>
            </a:xfrm>
            <a:custGeom>
              <a:avLst/>
              <a:gdLst/>
              <a:ahLst/>
              <a:cxnLst/>
              <a:rect l="l" t="t" r="r" b="b"/>
              <a:pathLst>
                <a:path w="371475" h="381635">
                  <a:moveTo>
                    <a:pt x="173078" y="0"/>
                  </a:moveTo>
                  <a:lnTo>
                    <a:pt x="174108" y="54872"/>
                  </a:lnTo>
                  <a:lnTo>
                    <a:pt x="168132" y="112966"/>
                  </a:lnTo>
                  <a:lnTo>
                    <a:pt x="142094" y="176659"/>
                  </a:lnTo>
                  <a:lnTo>
                    <a:pt x="96511" y="233791"/>
                  </a:lnTo>
                  <a:lnTo>
                    <a:pt x="72641" y="264264"/>
                  </a:lnTo>
                  <a:lnTo>
                    <a:pt x="54419" y="286146"/>
                  </a:lnTo>
                  <a:lnTo>
                    <a:pt x="30749" y="312464"/>
                  </a:lnTo>
                  <a:lnTo>
                    <a:pt x="9864" y="339183"/>
                  </a:lnTo>
                  <a:lnTo>
                    <a:pt x="0" y="362269"/>
                  </a:lnTo>
                  <a:lnTo>
                    <a:pt x="9388" y="377687"/>
                  </a:lnTo>
                  <a:lnTo>
                    <a:pt x="46265" y="381401"/>
                  </a:lnTo>
                  <a:lnTo>
                    <a:pt x="132590" y="352774"/>
                  </a:lnTo>
                  <a:lnTo>
                    <a:pt x="187424" y="326213"/>
                  </a:lnTo>
                  <a:lnTo>
                    <a:pt x="240727" y="297202"/>
                  </a:lnTo>
                  <a:lnTo>
                    <a:pt x="285514" y="270024"/>
                  </a:lnTo>
                  <a:lnTo>
                    <a:pt x="335162" y="228316"/>
                  </a:lnTo>
                  <a:lnTo>
                    <a:pt x="366401" y="187770"/>
                  </a:lnTo>
                  <a:lnTo>
                    <a:pt x="371407" y="180361"/>
                  </a:lnTo>
                  <a:lnTo>
                    <a:pt x="356769" y="182143"/>
                  </a:lnTo>
                  <a:lnTo>
                    <a:pt x="347366" y="181705"/>
                  </a:lnTo>
                  <a:lnTo>
                    <a:pt x="318090" y="141342"/>
                  </a:lnTo>
                  <a:lnTo>
                    <a:pt x="314519" y="90354"/>
                  </a:lnTo>
                  <a:lnTo>
                    <a:pt x="314442" y="41873"/>
                  </a:lnTo>
                  <a:lnTo>
                    <a:pt x="315042" y="20292"/>
                  </a:lnTo>
                  <a:lnTo>
                    <a:pt x="173078" y="0"/>
                  </a:lnTo>
                  <a:close/>
                </a:path>
              </a:pathLst>
            </a:custGeom>
            <a:solidFill>
              <a:srgbClr val="9153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7776977" y="2731305"/>
              <a:ext cx="457200" cy="1169670"/>
            </a:xfrm>
            <a:custGeom>
              <a:avLst/>
              <a:gdLst/>
              <a:ahLst/>
              <a:cxnLst/>
              <a:rect l="l" t="t" r="r" b="b"/>
              <a:pathLst>
                <a:path w="457200" h="1169670">
                  <a:moveTo>
                    <a:pt x="349123" y="184632"/>
                  </a:moveTo>
                  <a:lnTo>
                    <a:pt x="343750" y="143446"/>
                  </a:lnTo>
                  <a:lnTo>
                    <a:pt x="331381" y="104927"/>
                  </a:lnTo>
                  <a:lnTo>
                    <a:pt x="311048" y="70345"/>
                  </a:lnTo>
                  <a:lnTo>
                    <a:pt x="281736" y="41008"/>
                  </a:lnTo>
                  <a:lnTo>
                    <a:pt x="242455" y="18186"/>
                  </a:lnTo>
                  <a:lnTo>
                    <a:pt x="192214" y="3175"/>
                  </a:lnTo>
                  <a:lnTo>
                    <a:pt x="138353" y="0"/>
                  </a:lnTo>
                  <a:lnTo>
                    <a:pt x="96774" y="11798"/>
                  </a:lnTo>
                  <a:lnTo>
                    <a:pt x="65493" y="36029"/>
                  </a:lnTo>
                  <a:lnTo>
                    <a:pt x="42595" y="70104"/>
                  </a:lnTo>
                  <a:lnTo>
                    <a:pt x="26098" y="111417"/>
                  </a:lnTo>
                  <a:lnTo>
                    <a:pt x="14071" y="157429"/>
                  </a:lnTo>
                  <a:lnTo>
                    <a:pt x="4572" y="205524"/>
                  </a:lnTo>
                  <a:lnTo>
                    <a:pt x="0" y="253860"/>
                  </a:lnTo>
                  <a:lnTo>
                    <a:pt x="3746" y="301066"/>
                  </a:lnTo>
                  <a:lnTo>
                    <a:pt x="15341" y="345274"/>
                  </a:lnTo>
                  <a:lnTo>
                    <a:pt x="34315" y="384619"/>
                  </a:lnTo>
                  <a:lnTo>
                    <a:pt x="60185" y="417271"/>
                  </a:lnTo>
                  <a:lnTo>
                    <a:pt x="92481" y="441350"/>
                  </a:lnTo>
                  <a:lnTo>
                    <a:pt x="130721" y="455002"/>
                  </a:lnTo>
                  <a:lnTo>
                    <a:pt x="171551" y="456399"/>
                  </a:lnTo>
                  <a:lnTo>
                    <a:pt x="211048" y="445973"/>
                  </a:lnTo>
                  <a:lnTo>
                    <a:pt x="247916" y="425259"/>
                  </a:lnTo>
                  <a:lnTo>
                    <a:pt x="280835" y="395757"/>
                  </a:lnTo>
                  <a:lnTo>
                    <a:pt x="308508" y="359003"/>
                  </a:lnTo>
                  <a:lnTo>
                    <a:pt x="329628" y="316522"/>
                  </a:lnTo>
                  <a:lnTo>
                    <a:pt x="342887" y="269836"/>
                  </a:lnTo>
                  <a:lnTo>
                    <a:pt x="348500" y="227190"/>
                  </a:lnTo>
                  <a:lnTo>
                    <a:pt x="349123" y="184632"/>
                  </a:lnTo>
                  <a:close/>
                </a:path>
                <a:path w="457200" h="1169670">
                  <a:moveTo>
                    <a:pt x="456590" y="1156335"/>
                  </a:moveTo>
                  <a:lnTo>
                    <a:pt x="446760" y="1126782"/>
                  </a:lnTo>
                  <a:lnTo>
                    <a:pt x="431863" y="1118235"/>
                  </a:lnTo>
                  <a:lnTo>
                    <a:pt x="410629" y="1113967"/>
                  </a:lnTo>
                  <a:lnTo>
                    <a:pt x="387718" y="1112913"/>
                  </a:lnTo>
                  <a:lnTo>
                    <a:pt x="367792" y="1113967"/>
                  </a:lnTo>
                  <a:lnTo>
                    <a:pt x="350266" y="1116088"/>
                  </a:lnTo>
                  <a:lnTo>
                    <a:pt x="314706" y="1121016"/>
                  </a:lnTo>
                  <a:lnTo>
                    <a:pt x="298932" y="1122883"/>
                  </a:lnTo>
                  <a:lnTo>
                    <a:pt x="274447" y="1124458"/>
                  </a:lnTo>
                  <a:lnTo>
                    <a:pt x="267233" y="1126883"/>
                  </a:lnTo>
                  <a:lnTo>
                    <a:pt x="264744" y="1132700"/>
                  </a:lnTo>
                  <a:lnTo>
                    <a:pt x="268262" y="1140764"/>
                  </a:lnTo>
                  <a:lnTo>
                    <a:pt x="276923" y="1147876"/>
                  </a:lnTo>
                  <a:lnTo>
                    <a:pt x="288569" y="1152664"/>
                  </a:lnTo>
                  <a:lnTo>
                    <a:pt x="301053" y="1153769"/>
                  </a:lnTo>
                  <a:lnTo>
                    <a:pt x="313436" y="1152791"/>
                  </a:lnTo>
                  <a:lnTo>
                    <a:pt x="326618" y="1153071"/>
                  </a:lnTo>
                  <a:lnTo>
                    <a:pt x="341122" y="1155928"/>
                  </a:lnTo>
                  <a:lnTo>
                    <a:pt x="357505" y="1162685"/>
                  </a:lnTo>
                  <a:lnTo>
                    <a:pt x="388112" y="1169606"/>
                  </a:lnTo>
                  <a:lnTo>
                    <a:pt x="429082" y="1169047"/>
                  </a:lnTo>
                  <a:lnTo>
                    <a:pt x="456590" y="1156335"/>
                  </a:lnTo>
                  <a:close/>
                </a:path>
              </a:pathLst>
            </a:custGeom>
            <a:solidFill>
              <a:srgbClr val="A463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7839922" y="3778078"/>
              <a:ext cx="399415" cy="379730"/>
            </a:xfrm>
            <a:custGeom>
              <a:avLst/>
              <a:gdLst/>
              <a:ahLst/>
              <a:cxnLst/>
              <a:rect l="l" t="t" r="r" b="b"/>
              <a:pathLst>
                <a:path w="399415" h="379729">
                  <a:moveTo>
                    <a:pt x="125315" y="0"/>
                  </a:moveTo>
                  <a:lnTo>
                    <a:pt x="116509" y="680"/>
                  </a:lnTo>
                  <a:lnTo>
                    <a:pt x="0" y="136864"/>
                  </a:lnTo>
                  <a:lnTo>
                    <a:pt x="691" y="145670"/>
                  </a:lnTo>
                  <a:lnTo>
                    <a:pt x="6544" y="150676"/>
                  </a:lnTo>
                  <a:lnTo>
                    <a:pt x="274085" y="379569"/>
                  </a:lnTo>
                  <a:lnTo>
                    <a:pt x="282891" y="378888"/>
                  </a:lnTo>
                  <a:lnTo>
                    <a:pt x="399401" y="242704"/>
                  </a:lnTo>
                  <a:lnTo>
                    <a:pt x="398710" y="233898"/>
                  </a:lnTo>
                  <a:lnTo>
                    <a:pt x="125315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7890974" y="3791326"/>
              <a:ext cx="335280" cy="309245"/>
            </a:xfrm>
            <a:custGeom>
              <a:avLst/>
              <a:gdLst/>
              <a:ahLst/>
              <a:cxnLst/>
              <a:rect l="l" t="t" r="r" b="b"/>
              <a:pathLst>
                <a:path w="335280" h="309245">
                  <a:moveTo>
                    <a:pt x="70864" y="0"/>
                  </a:moveTo>
                  <a:lnTo>
                    <a:pt x="9935" y="52330"/>
                  </a:lnTo>
                  <a:lnTo>
                    <a:pt x="0" y="82839"/>
                  </a:lnTo>
                  <a:lnTo>
                    <a:pt x="4285" y="98329"/>
                  </a:lnTo>
                  <a:lnTo>
                    <a:pt x="14542" y="111439"/>
                  </a:lnTo>
                  <a:lnTo>
                    <a:pt x="233719" y="298951"/>
                  </a:lnTo>
                  <a:lnTo>
                    <a:pt x="248258" y="307059"/>
                  </a:lnTo>
                  <a:lnTo>
                    <a:pt x="264223" y="308895"/>
                  </a:lnTo>
                  <a:lnTo>
                    <a:pt x="279713" y="304607"/>
                  </a:lnTo>
                  <a:lnTo>
                    <a:pt x="292827" y="294344"/>
                  </a:lnTo>
                  <a:lnTo>
                    <a:pt x="325151" y="256565"/>
                  </a:lnTo>
                  <a:lnTo>
                    <a:pt x="333254" y="242024"/>
                  </a:lnTo>
                  <a:lnTo>
                    <a:pt x="335091" y="226057"/>
                  </a:lnTo>
                  <a:lnTo>
                    <a:pt x="330809" y="210567"/>
                  </a:lnTo>
                  <a:lnTo>
                    <a:pt x="320554" y="197457"/>
                  </a:lnTo>
                  <a:lnTo>
                    <a:pt x="101377" y="9944"/>
                  </a:lnTo>
                  <a:lnTo>
                    <a:pt x="86832" y="1836"/>
                  </a:lnTo>
                  <a:lnTo>
                    <a:pt x="70864" y="0"/>
                  </a:lnTo>
                  <a:close/>
                </a:path>
              </a:pathLst>
            </a:custGeom>
            <a:solidFill>
              <a:srgbClr val="7FC241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971926" y="3852785"/>
              <a:ext cx="277218" cy="179970"/>
            </a:xfrm>
            <a:prstGeom prst="rect">
              <a:avLst/>
            </a:prstGeom>
          </p:spPr>
        </p:pic>
        <p:pic>
          <p:nvPicPr>
            <p:cNvPr id="79" name="object 7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8100010" y="2938731"/>
              <a:ext cx="74837" cy="131431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17729851" y="2569646"/>
              <a:ext cx="573405" cy="436245"/>
            </a:xfrm>
            <a:custGeom>
              <a:avLst/>
              <a:gdLst/>
              <a:ahLst/>
              <a:cxnLst/>
              <a:rect l="l" t="t" r="r" b="b"/>
              <a:pathLst>
                <a:path w="573405" h="436244">
                  <a:moveTo>
                    <a:pt x="349365" y="0"/>
                  </a:moveTo>
                  <a:lnTo>
                    <a:pt x="303529" y="744"/>
                  </a:lnTo>
                  <a:lnTo>
                    <a:pt x="260998" y="14237"/>
                  </a:lnTo>
                  <a:lnTo>
                    <a:pt x="228476" y="41722"/>
                  </a:lnTo>
                  <a:lnTo>
                    <a:pt x="136811" y="26816"/>
                  </a:lnTo>
                  <a:lnTo>
                    <a:pt x="83245" y="34264"/>
                  </a:lnTo>
                  <a:lnTo>
                    <a:pt x="47065" y="75241"/>
                  </a:lnTo>
                  <a:lnTo>
                    <a:pt x="7561" y="160923"/>
                  </a:lnTo>
                  <a:lnTo>
                    <a:pt x="0" y="189011"/>
                  </a:lnTo>
                  <a:lnTo>
                    <a:pt x="251" y="219799"/>
                  </a:lnTo>
                  <a:lnTo>
                    <a:pt x="3964" y="263096"/>
                  </a:lnTo>
                  <a:lnTo>
                    <a:pt x="6786" y="328708"/>
                  </a:lnTo>
                  <a:lnTo>
                    <a:pt x="13702" y="392283"/>
                  </a:lnTo>
                  <a:lnTo>
                    <a:pt x="27673" y="423912"/>
                  </a:lnTo>
                  <a:lnTo>
                    <a:pt x="41404" y="434726"/>
                  </a:lnTo>
                  <a:lnTo>
                    <a:pt x="47602" y="435857"/>
                  </a:lnTo>
                  <a:lnTo>
                    <a:pt x="57317" y="359335"/>
                  </a:lnTo>
                  <a:lnTo>
                    <a:pt x="69861" y="303266"/>
                  </a:lnTo>
                  <a:lnTo>
                    <a:pt x="80707" y="268790"/>
                  </a:lnTo>
                  <a:lnTo>
                    <a:pt x="85328" y="257045"/>
                  </a:lnTo>
                  <a:lnTo>
                    <a:pt x="133960" y="270485"/>
                  </a:lnTo>
                  <a:lnTo>
                    <a:pt x="185240" y="259482"/>
                  </a:lnTo>
                  <a:lnTo>
                    <a:pt x="225806" y="240677"/>
                  </a:lnTo>
                  <a:lnTo>
                    <a:pt x="242297" y="230711"/>
                  </a:lnTo>
                  <a:lnTo>
                    <a:pt x="278913" y="270865"/>
                  </a:lnTo>
                  <a:lnTo>
                    <a:pt x="327308" y="290485"/>
                  </a:lnTo>
                  <a:lnTo>
                    <a:pt x="369519" y="296891"/>
                  </a:lnTo>
                  <a:lnTo>
                    <a:pt x="387581" y="297400"/>
                  </a:lnTo>
                  <a:lnTo>
                    <a:pt x="378231" y="359741"/>
                  </a:lnTo>
                  <a:lnTo>
                    <a:pt x="375353" y="395345"/>
                  </a:lnTo>
                  <a:lnTo>
                    <a:pt x="375833" y="412320"/>
                  </a:lnTo>
                  <a:lnTo>
                    <a:pt x="376555" y="418779"/>
                  </a:lnTo>
                  <a:lnTo>
                    <a:pt x="448468" y="422555"/>
                  </a:lnTo>
                  <a:lnTo>
                    <a:pt x="489069" y="418598"/>
                  </a:lnTo>
                  <a:lnTo>
                    <a:pt x="513325" y="402213"/>
                  </a:lnTo>
                  <a:lnTo>
                    <a:pt x="536205" y="368707"/>
                  </a:lnTo>
                  <a:lnTo>
                    <a:pt x="570103" y="291510"/>
                  </a:lnTo>
                  <a:lnTo>
                    <a:pt x="573063" y="236662"/>
                  </a:lnTo>
                  <a:lnTo>
                    <a:pt x="562251" y="203927"/>
                  </a:lnTo>
                  <a:lnTo>
                    <a:pt x="554832" y="193068"/>
                  </a:lnTo>
                  <a:lnTo>
                    <a:pt x="544547" y="119157"/>
                  </a:lnTo>
                  <a:lnTo>
                    <a:pt x="504093" y="79980"/>
                  </a:lnTo>
                  <a:lnTo>
                    <a:pt x="460211" y="64539"/>
                  </a:lnTo>
                  <a:lnTo>
                    <a:pt x="439642" y="61837"/>
                  </a:lnTo>
                  <a:lnTo>
                    <a:pt x="424127" y="31788"/>
                  </a:lnTo>
                  <a:lnTo>
                    <a:pt x="391799" y="10762"/>
                  </a:lnTo>
                  <a:lnTo>
                    <a:pt x="349365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" name="object 81" descr=""/>
          <p:cNvGrpSpPr/>
          <p:nvPr/>
        </p:nvGrpSpPr>
        <p:grpSpPr>
          <a:xfrm>
            <a:off x="7379818" y="6544623"/>
            <a:ext cx="1631950" cy="4090670"/>
            <a:chOff x="7379818" y="6544623"/>
            <a:chExt cx="1631950" cy="4090670"/>
          </a:xfrm>
        </p:grpSpPr>
        <p:pic>
          <p:nvPicPr>
            <p:cNvPr id="82" name="object 8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485313" y="6544623"/>
              <a:ext cx="1506124" cy="4081555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769892" y="7146807"/>
              <a:ext cx="662065" cy="883460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488267" y="7176829"/>
              <a:ext cx="1522975" cy="2491572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7379818" y="10504798"/>
              <a:ext cx="1386205" cy="130810"/>
            </a:xfrm>
            <a:custGeom>
              <a:avLst/>
              <a:gdLst/>
              <a:ahLst/>
              <a:cxnLst/>
              <a:rect l="l" t="t" r="r" b="b"/>
              <a:pathLst>
                <a:path w="1386204" h="130809">
                  <a:moveTo>
                    <a:pt x="380301" y="5626"/>
                  </a:moveTo>
                  <a:lnTo>
                    <a:pt x="374700" y="0"/>
                  </a:lnTo>
                  <a:lnTo>
                    <a:pt x="367703" y="0"/>
                  </a:lnTo>
                  <a:lnTo>
                    <a:pt x="335114" y="35229"/>
                  </a:lnTo>
                  <a:lnTo>
                    <a:pt x="327888" y="46685"/>
                  </a:lnTo>
                  <a:lnTo>
                    <a:pt x="323456" y="52171"/>
                  </a:lnTo>
                  <a:lnTo>
                    <a:pt x="313905" y="67678"/>
                  </a:lnTo>
                  <a:lnTo>
                    <a:pt x="311975" y="68262"/>
                  </a:lnTo>
                  <a:lnTo>
                    <a:pt x="311175" y="68453"/>
                  </a:lnTo>
                  <a:lnTo>
                    <a:pt x="306654" y="68453"/>
                  </a:lnTo>
                  <a:lnTo>
                    <a:pt x="286194" y="67208"/>
                  </a:lnTo>
                  <a:lnTo>
                    <a:pt x="270840" y="55600"/>
                  </a:lnTo>
                  <a:lnTo>
                    <a:pt x="253580" y="42887"/>
                  </a:lnTo>
                  <a:lnTo>
                    <a:pt x="213918" y="22694"/>
                  </a:lnTo>
                  <a:lnTo>
                    <a:pt x="175818" y="16230"/>
                  </a:lnTo>
                  <a:lnTo>
                    <a:pt x="168490" y="16230"/>
                  </a:lnTo>
                  <a:lnTo>
                    <a:pt x="114617" y="21590"/>
                  </a:lnTo>
                  <a:lnTo>
                    <a:pt x="67208" y="37846"/>
                  </a:lnTo>
                  <a:lnTo>
                    <a:pt x="27673" y="73050"/>
                  </a:lnTo>
                  <a:lnTo>
                    <a:pt x="2374" y="111379"/>
                  </a:lnTo>
                  <a:lnTo>
                    <a:pt x="0" y="115341"/>
                  </a:lnTo>
                  <a:lnTo>
                    <a:pt x="0" y="120294"/>
                  </a:lnTo>
                  <a:lnTo>
                    <a:pt x="4635" y="128066"/>
                  </a:lnTo>
                  <a:lnTo>
                    <a:pt x="8737" y="130378"/>
                  </a:lnTo>
                  <a:lnTo>
                    <a:pt x="13690" y="130378"/>
                  </a:lnTo>
                  <a:lnTo>
                    <a:pt x="31267" y="129755"/>
                  </a:lnTo>
                  <a:lnTo>
                    <a:pt x="50304" y="129311"/>
                  </a:lnTo>
                  <a:lnTo>
                    <a:pt x="126885" y="129222"/>
                  </a:lnTo>
                  <a:lnTo>
                    <a:pt x="259765" y="130238"/>
                  </a:lnTo>
                  <a:lnTo>
                    <a:pt x="303301" y="129895"/>
                  </a:lnTo>
                  <a:lnTo>
                    <a:pt x="345097" y="128651"/>
                  </a:lnTo>
                  <a:lnTo>
                    <a:pt x="352031" y="117665"/>
                  </a:lnTo>
                  <a:lnTo>
                    <a:pt x="353720" y="112039"/>
                  </a:lnTo>
                  <a:lnTo>
                    <a:pt x="356565" y="101561"/>
                  </a:lnTo>
                  <a:lnTo>
                    <a:pt x="359714" y="89408"/>
                  </a:lnTo>
                  <a:lnTo>
                    <a:pt x="367411" y="59143"/>
                  </a:lnTo>
                  <a:lnTo>
                    <a:pt x="371741" y="42608"/>
                  </a:lnTo>
                  <a:lnTo>
                    <a:pt x="375767" y="28257"/>
                  </a:lnTo>
                  <a:lnTo>
                    <a:pt x="379171" y="17741"/>
                  </a:lnTo>
                  <a:lnTo>
                    <a:pt x="379895" y="16154"/>
                  </a:lnTo>
                  <a:lnTo>
                    <a:pt x="380301" y="14401"/>
                  </a:lnTo>
                  <a:lnTo>
                    <a:pt x="380301" y="12560"/>
                  </a:lnTo>
                  <a:lnTo>
                    <a:pt x="380301" y="5626"/>
                  </a:lnTo>
                  <a:close/>
                </a:path>
                <a:path w="1386204" h="130809">
                  <a:moveTo>
                    <a:pt x="1386039" y="116814"/>
                  </a:moveTo>
                  <a:lnTo>
                    <a:pt x="1364996" y="81000"/>
                  </a:lnTo>
                  <a:lnTo>
                    <a:pt x="1334020" y="56527"/>
                  </a:lnTo>
                  <a:lnTo>
                    <a:pt x="1297038" y="37477"/>
                  </a:lnTo>
                  <a:lnTo>
                    <a:pt x="1267841" y="25514"/>
                  </a:lnTo>
                  <a:lnTo>
                    <a:pt x="1259281" y="21996"/>
                  </a:lnTo>
                  <a:lnTo>
                    <a:pt x="1245323" y="16510"/>
                  </a:lnTo>
                  <a:lnTo>
                    <a:pt x="1237500" y="13271"/>
                  </a:lnTo>
                  <a:lnTo>
                    <a:pt x="1235862" y="12941"/>
                  </a:lnTo>
                  <a:lnTo>
                    <a:pt x="1231480" y="12941"/>
                  </a:lnTo>
                  <a:lnTo>
                    <a:pt x="1228775" y="13843"/>
                  </a:lnTo>
                  <a:lnTo>
                    <a:pt x="1195044" y="43865"/>
                  </a:lnTo>
                  <a:lnTo>
                    <a:pt x="1188516" y="49733"/>
                  </a:lnTo>
                  <a:lnTo>
                    <a:pt x="1158875" y="75869"/>
                  </a:lnTo>
                  <a:lnTo>
                    <a:pt x="1151750" y="76936"/>
                  </a:lnTo>
                  <a:lnTo>
                    <a:pt x="1142339" y="76936"/>
                  </a:lnTo>
                  <a:lnTo>
                    <a:pt x="1124762" y="76187"/>
                  </a:lnTo>
                  <a:lnTo>
                    <a:pt x="1118006" y="76200"/>
                  </a:lnTo>
                  <a:lnTo>
                    <a:pt x="1026566" y="77647"/>
                  </a:lnTo>
                  <a:lnTo>
                    <a:pt x="1008367" y="78981"/>
                  </a:lnTo>
                  <a:lnTo>
                    <a:pt x="998982" y="78981"/>
                  </a:lnTo>
                  <a:lnTo>
                    <a:pt x="996543" y="78435"/>
                  </a:lnTo>
                  <a:lnTo>
                    <a:pt x="995527" y="78092"/>
                  </a:lnTo>
                  <a:lnTo>
                    <a:pt x="994397" y="76225"/>
                  </a:lnTo>
                  <a:lnTo>
                    <a:pt x="991133" y="64389"/>
                  </a:lnTo>
                  <a:lnTo>
                    <a:pt x="990130" y="60833"/>
                  </a:lnTo>
                  <a:lnTo>
                    <a:pt x="973429" y="26466"/>
                  </a:lnTo>
                  <a:lnTo>
                    <a:pt x="941578" y="2997"/>
                  </a:lnTo>
                  <a:lnTo>
                    <a:pt x="937590" y="2997"/>
                  </a:lnTo>
                  <a:lnTo>
                    <a:pt x="925131" y="41465"/>
                  </a:lnTo>
                  <a:lnTo>
                    <a:pt x="922439" y="92684"/>
                  </a:lnTo>
                  <a:lnTo>
                    <a:pt x="921727" y="104089"/>
                  </a:lnTo>
                  <a:lnTo>
                    <a:pt x="1188948" y="130187"/>
                  </a:lnTo>
                  <a:lnTo>
                    <a:pt x="1377048" y="129336"/>
                  </a:lnTo>
                  <a:lnTo>
                    <a:pt x="1380820" y="127355"/>
                  </a:lnTo>
                  <a:lnTo>
                    <a:pt x="1385481" y="120764"/>
                  </a:lnTo>
                  <a:lnTo>
                    <a:pt x="1385925" y="117627"/>
                  </a:lnTo>
                  <a:lnTo>
                    <a:pt x="1386039" y="1168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5462501" y="6609401"/>
            <a:ext cx="1623060" cy="4025900"/>
            <a:chOff x="5462501" y="6609401"/>
            <a:chExt cx="1623060" cy="4025900"/>
          </a:xfrm>
        </p:grpSpPr>
        <p:pic>
          <p:nvPicPr>
            <p:cNvPr id="87" name="object 87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462501" y="6609401"/>
              <a:ext cx="1622677" cy="4025774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377444" y="7265442"/>
              <a:ext cx="695092" cy="655331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96809" y="7293442"/>
              <a:ext cx="393541" cy="1195984"/>
            </a:xfrm>
            <a:prstGeom prst="rect">
              <a:avLst/>
            </a:prstGeom>
          </p:spPr>
        </p:pic>
        <p:pic>
          <p:nvPicPr>
            <p:cNvPr id="90" name="object 90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778136" y="7201988"/>
              <a:ext cx="824206" cy="1058020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6458582" y="7809029"/>
              <a:ext cx="153035" cy="418465"/>
            </a:xfrm>
            <a:custGeom>
              <a:avLst/>
              <a:gdLst/>
              <a:ahLst/>
              <a:cxnLst/>
              <a:rect l="l" t="t" r="r" b="b"/>
              <a:pathLst>
                <a:path w="153034" h="418465">
                  <a:moveTo>
                    <a:pt x="130708" y="0"/>
                  </a:moveTo>
                  <a:lnTo>
                    <a:pt x="128667" y="0"/>
                  </a:lnTo>
                  <a:lnTo>
                    <a:pt x="127431" y="366"/>
                  </a:lnTo>
                  <a:lnTo>
                    <a:pt x="79768" y="32711"/>
                  </a:lnTo>
                  <a:lnTo>
                    <a:pt x="73909" y="35017"/>
                  </a:lnTo>
                  <a:lnTo>
                    <a:pt x="38439" y="60919"/>
                  </a:lnTo>
                  <a:lnTo>
                    <a:pt x="11897" y="105350"/>
                  </a:lnTo>
                  <a:lnTo>
                    <a:pt x="1477" y="183502"/>
                  </a:lnTo>
                  <a:lnTo>
                    <a:pt x="1749" y="195009"/>
                  </a:lnTo>
                  <a:lnTo>
                    <a:pt x="5121" y="206988"/>
                  </a:lnTo>
                  <a:lnTo>
                    <a:pt x="6896" y="217760"/>
                  </a:lnTo>
                  <a:lnTo>
                    <a:pt x="6957" y="231520"/>
                  </a:lnTo>
                  <a:lnTo>
                    <a:pt x="5296" y="248372"/>
                  </a:lnTo>
                  <a:lnTo>
                    <a:pt x="1906" y="268421"/>
                  </a:lnTo>
                  <a:lnTo>
                    <a:pt x="0" y="284805"/>
                  </a:lnTo>
                  <a:lnTo>
                    <a:pt x="17330" y="321655"/>
                  </a:lnTo>
                  <a:lnTo>
                    <a:pt x="26303" y="322178"/>
                  </a:lnTo>
                  <a:lnTo>
                    <a:pt x="32490" y="321335"/>
                  </a:lnTo>
                  <a:lnTo>
                    <a:pt x="38279" y="318173"/>
                  </a:lnTo>
                  <a:lnTo>
                    <a:pt x="42651" y="311744"/>
                  </a:lnTo>
                  <a:lnTo>
                    <a:pt x="44585" y="301100"/>
                  </a:lnTo>
                  <a:lnTo>
                    <a:pt x="45475" y="292882"/>
                  </a:lnTo>
                  <a:lnTo>
                    <a:pt x="47593" y="281063"/>
                  </a:lnTo>
                  <a:lnTo>
                    <a:pt x="50587" y="267742"/>
                  </a:lnTo>
                  <a:lnTo>
                    <a:pt x="54103" y="255018"/>
                  </a:lnTo>
                  <a:lnTo>
                    <a:pt x="55967" y="244359"/>
                  </a:lnTo>
                  <a:lnTo>
                    <a:pt x="71131" y="289454"/>
                  </a:lnTo>
                  <a:lnTo>
                    <a:pt x="80826" y="334043"/>
                  </a:lnTo>
                  <a:lnTo>
                    <a:pt x="85568" y="365873"/>
                  </a:lnTo>
                  <a:lnTo>
                    <a:pt x="90618" y="392209"/>
                  </a:lnTo>
                  <a:lnTo>
                    <a:pt x="98394" y="408118"/>
                  </a:lnTo>
                  <a:lnTo>
                    <a:pt x="107589" y="415946"/>
                  </a:lnTo>
                  <a:lnTo>
                    <a:pt x="117002" y="418039"/>
                  </a:lnTo>
                  <a:lnTo>
                    <a:pt x="123295" y="417746"/>
                  </a:lnTo>
                  <a:lnTo>
                    <a:pt x="130258" y="414814"/>
                  </a:lnTo>
                  <a:lnTo>
                    <a:pt x="135651" y="406343"/>
                  </a:lnTo>
                  <a:lnTo>
                    <a:pt x="135996" y="402385"/>
                  </a:lnTo>
                  <a:lnTo>
                    <a:pt x="134446" y="398605"/>
                  </a:lnTo>
                  <a:lnTo>
                    <a:pt x="132516" y="391826"/>
                  </a:lnTo>
                  <a:lnTo>
                    <a:pt x="131165" y="382997"/>
                  </a:lnTo>
                  <a:lnTo>
                    <a:pt x="130248" y="372791"/>
                  </a:lnTo>
                  <a:lnTo>
                    <a:pt x="129619" y="361884"/>
                  </a:lnTo>
                  <a:lnTo>
                    <a:pt x="129340" y="351431"/>
                  </a:lnTo>
                  <a:lnTo>
                    <a:pt x="129458" y="341607"/>
                  </a:lnTo>
                  <a:lnTo>
                    <a:pt x="131030" y="309181"/>
                  </a:lnTo>
                  <a:lnTo>
                    <a:pt x="131117" y="302171"/>
                  </a:lnTo>
                  <a:lnTo>
                    <a:pt x="130646" y="291415"/>
                  </a:lnTo>
                  <a:lnTo>
                    <a:pt x="121930" y="235691"/>
                  </a:lnTo>
                  <a:lnTo>
                    <a:pt x="116956" y="189282"/>
                  </a:lnTo>
                  <a:lnTo>
                    <a:pt x="116563" y="143721"/>
                  </a:lnTo>
                  <a:lnTo>
                    <a:pt x="124614" y="109085"/>
                  </a:lnTo>
                  <a:lnTo>
                    <a:pt x="151483" y="94269"/>
                  </a:lnTo>
                  <a:lnTo>
                    <a:pt x="152750" y="91567"/>
                  </a:lnTo>
                  <a:lnTo>
                    <a:pt x="135672" y="3015"/>
                  </a:lnTo>
                  <a:lnTo>
                    <a:pt x="134258" y="1277"/>
                  </a:lnTo>
                  <a:lnTo>
                    <a:pt x="1307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6452296" y="7802742"/>
              <a:ext cx="165735" cy="431165"/>
            </a:xfrm>
            <a:custGeom>
              <a:avLst/>
              <a:gdLst/>
              <a:ahLst/>
              <a:cxnLst/>
              <a:rect l="l" t="t" r="r" b="b"/>
              <a:pathLst>
                <a:path w="165734" h="431165">
                  <a:moveTo>
                    <a:pt x="76684" y="273583"/>
                  </a:moveTo>
                  <a:lnTo>
                    <a:pt x="63465" y="273583"/>
                  </a:lnTo>
                  <a:lnTo>
                    <a:pt x="66940" y="283917"/>
                  </a:lnTo>
                  <a:lnTo>
                    <a:pt x="70166" y="293707"/>
                  </a:lnTo>
                  <a:lnTo>
                    <a:pt x="80937" y="341445"/>
                  </a:lnTo>
                  <a:lnTo>
                    <a:pt x="85590" y="372794"/>
                  </a:lnTo>
                  <a:lnTo>
                    <a:pt x="91453" y="401984"/>
                  </a:lnTo>
                  <a:lnTo>
                    <a:pt x="100753" y="419616"/>
                  </a:lnTo>
                  <a:lnTo>
                    <a:pt x="111869" y="428290"/>
                  </a:lnTo>
                  <a:lnTo>
                    <a:pt x="123180" y="430604"/>
                  </a:lnTo>
                  <a:lnTo>
                    <a:pt x="124688" y="430573"/>
                  </a:lnTo>
                  <a:lnTo>
                    <a:pt x="131536" y="430217"/>
                  </a:lnTo>
                  <a:lnTo>
                    <a:pt x="140499" y="426625"/>
                  </a:lnTo>
                  <a:lnTo>
                    <a:pt x="145944" y="418039"/>
                  </a:lnTo>
                  <a:lnTo>
                    <a:pt x="123180" y="418039"/>
                  </a:lnTo>
                  <a:lnTo>
                    <a:pt x="111025" y="412253"/>
                  </a:lnTo>
                  <a:lnTo>
                    <a:pt x="103580" y="398735"/>
                  </a:lnTo>
                  <a:lnTo>
                    <a:pt x="99663" y="383243"/>
                  </a:lnTo>
                  <a:lnTo>
                    <a:pt x="96377" y="358687"/>
                  </a:lnTo>
                  <a:lnTo>
                    <a:pt x="93291" y="339147"/>
                  </a:lnTo>
                  <a:lnTo>
                    <a:pt x="89700" y="318986"/>
                  </a:lnTo>
                  <a:lnTo>
                    <a:pt x="86354" y="303613"/>
                  </a:lnTo>
                  <a:lnTo>
                    <a:pt x="80662" y="285387"/>
                  </a:lnTo>
                  <a:lnTo>
                    <a:pt x="76684" y="273583"/>
                  </a:lnTo>
                  <a:close/>
                </a:path>
                <a:path w="165734" h="431165">
                  <a:moveTo>
                    <a:pt x="148992" y="12565"/>
                  </a:moveTo>
                  <a:lnTo>
                    <a:pt x="136195" y="12565"/>
                  </a:lnTo>
                  <a:lnTo>
                    <a:pt x="152352" y="96384"/>
                  </a:lnTo>
                  <a:lnTo>
                    <a:pt x="126280" y="110750"/>
                  </a:lnTo>
                  <a:lnTo>
                    <a:pt x="116133" y="156440"/>
                  </a:lnTo>
                  <a:lnTo>
                    <a:pt x="118644" y="215787"/>
                  </a:lnTo>
                  <a:lnTo>
                    <a:pt x="126129" y="270429"/>
                  </a:lnTo>
                  <a:lnTo>
                    <a:pt x="130903" y="301971"/>
                  </a:lnTo>
                  <a:lnTo>
                    <a:pt x="131007" y="316340"/>
                  </a:lnTo>
                  <a:lnTo>
                    <a:pt x="130073" y="334743"/>
                  </a:lnTo>
                  <a:lnTo>
                    <a:pt x="129470" y="348194"/>
                  </a:lnTo>
                  <a:lnTo>
                    <a:pt x="129520" y="357715"/>
                  </a:lnTo>
                  <a:lnTo>
                    <a:pt x="132800" y="400059"/>
                  </a:lnTo>
                  <a:lnTo>
                    <a:pt x="137536" y="413652"/>
                  </a:lnTo>
                  <a:lnTo>
                    <a:pt x="128971" y="417767"/>
                  </a:lnTo>
                  <a:lnTo>
                    <a:pt x="123756" y="418039"/>
                  </a:lnTo>
                  <a:lnTo>
                    <a:pt x="145944" y="418039"/>
                  </a:lnTo>
                  <a:lnTo>
                    <a:pt x="148321" y="414291"/>
                  </a:lnTo>
                  <a:lnTo>
                    <a:pt x="148844" y="408134"/>
                  </a:lnTo>
                  <a:lnTo>
                    <a:pt x="146541" y="402511"/>
                  </a:lnTo>
                  <a:lnTo>
                    <a:pt x="144629" y="395106"/>
                  </a:lnTo>
                  <a:lnTo>
                    <a:pt x="143364" y="385455"/>
                  </a:lnTo>
                  <a:lnTo>
                    <a:pt x="142596" y="375672"/>
                  </a:lnTo>
                  <a:lnTo>
                    <a:pt x="142174" y="367873"/>
                  </a:lnTo>
                  <a:lnTo>
                    <a:pt x="141973" y="360383"/>
                  </a:lnTo>
                  <a:lnTo>
                    <a:pt x="142015" y="348194"/>
                  </a:lnTo>
                  <a:lnTo>
                    <a:pt x="142383" y="339147"/>
                  </a:lnTo>
                  <a:lnTo>
                    <a:pt x="143285" y="323037"/>
                  </a:lnTo>
                  <a:lnTo>
                    <a:pt x="143565" y="316340"/>
                  </a:lnTo>
                  <a:lnTo>
                    <a:pt x="143441" y="301215"/>
                  </a:lnTo>
                  <a:lnTo>
                    <a:pt x="143164" y="296900"/>
                  </a:lnTo>
                  <a:lnTo>
                    <a:pt x="140112" y="278148"/>
                  </a:lnTo>
                  <a:lnTo>
                    <a:pt x="134592" y="242250"/>
                  </a:lnTo>
                  <a:lnTo>
                    <a:pt x="129630" y="197522"/>
                  </a:lnTo>
                  <a:lnTo>
                    <a:pt x="128791" y="153557"/>
                  </a:lnTo>
                  <a:lnTo>
                    <a:pt x="135640" y="119943"/>
                  </a:lnTo>
                  <a:lnTo>
                    <a:pt x="163189" y="104750"/>
                  </a:lnTo>
                  <a:lnTo>
                    <a:pt x="165723" y="99347"/>
                  </a:lnTo>
                  <a:lnTo>
                    <a:pt x="148992" y="12565"/>
                  </a:lnTo>
                  <a:close/>
                </a:path>
                <a:path w="165734" h="431165">
                  <a:moveTo>
                    <a:pt x="137818" y="0"/>
                  </a:moveTo>
                  <a:lnTo>
                    <a:pt x="133714" y="0"/>
                  </a:lnTo>
                  <a:lnTo>
                    <a:pt x="131253" y="732"/>
                  </a:lnTo>
                  <a:lnTo>
                    <a:pt x="83223" y="33328"/>
                  </a:lnTo>
                  <a:lnTo>
                    <a:pt x="63807" y="42935"/>
                  </a:lnTo>
                  <a:lnTo>
                    <a:pt x="35072" y="68376"/>
                  </a:lnTo>
                  <a:lnTo>
                    <a:pt x="9978" y="115517"/>
                  </a:lnTo>
                  <a:lnTo>
                    <a:pt x="1488" y="190224"/>
                  </a:lnTo>
                  <a:lnTo>
                    <a:pt x="1770" y="202245"/>
                  </a:lnTo>
                  <a:lnTo>
                    <a:pt x="5362" y="214967"/>
                  </a:lnTo>
                  <a:lnTo>
                    <a:pt x="6970" y="225024"/>
                  </a:lnTo>
                  <a:lnTo>
                    <a:pt x="6955" y="238064"/>
                  </a:lnTo>
                  <a:lnTo>
                    <a:pt x="5307" y="254189"/>
                  </a:lnTo>
                  <a:lnTo>
                    <a:pt x="2012" y="273583"/>
                  </a:lnTo>
                  <a:lnTo>
                    <a:pt x="0" y="291492"/>
                  </a:lnTo>
                  <a:lnTo>
                    <a:pt x="14000" y="329958"/>
                  </a:lnTo>
                  <a:lnTo>
                    <a:pt x="31497" y="334743"/>
                  </a:lnTo>
                  <a:lnTo>
                    <a:pt x="32586" y="334743"/>
                  </a:lnTo>
                  <a:lnTo>
                    <a:pt x="42643" y="332890"/>
                  </a:lnTo>
                  <a:lnTo>
                    <a:pt x="50275" y="327538"/>
                  </a:lnTo>
                  <a:lnTo>
                    <a:pt x="53362" y="322189"/>
                  </a:lnTo>
                  <a:lnTo>
                    <a:pt x="31790" y="322189"/>
                  </a:lnTo>
                  <a:lnTo>
                    <a:pt x="30262" y="322094"/>
                  </a:lnTo>
                  <a:lnTo>
                    <a:pt x="22536" y="319205"/>
                  </a:lnTo>
                  <a:lnTo>
                    <a:pt x="16037" y="311069"/>
                  </a:lnTo>
                  <a:lnTo>
                    <a:pt x="12671" y="296900"/>
                  </a:lnTo>
                  <a:lnTo>
                    <a:pt x="14346" y="275918"/>
                  </a:lnTo>
                  <a:lnTo>
                    <a:pt x="18152" y="252843"/>
                  </a:lnTo>
                  <a:lnTo>
                    <a:pt x="19651" y="235000"/>
                  </a:lnTo>
                  <a:lnTo>
                    <a:pt x="19274" y="221528"/>
                  </a:lnTo>
                  <a:lnTo>
                    <a:pt x="17456" y="211564"/>
                  </a:lnTo>
                  <a:lnTo>
                    <a:pt x="14252" y="200234"/>
                  </a:lnTo>
                  <a:lnTo>
                    <a:pt x="14032" y="189648"/>
                  </a:lnTo>
                  <a:lnTo>
                    <a:pt x="23372" y="115567"/>
                  </a:lnTo>
                  <a:lnTo>
                    <a:pt x="49343" y="71463"/>
                  </a:lnTo>
                  <a:lnTo>
                    <a:pt x="76357" y="50220"/>
                  </a:lnTo>
                  <a:lnTo>
                    <a:pt x="88825" y="44721"/>
                  </a:lnTo>
                  <a:lnTo>
                    <a:pt x="136195" y="12565"/>
                  </a:lnTo>
                  <a:lnTo>
                    <a:pt x="148992" y="12565"/>
                  </a:lnTo>
                  <a:lnTo>
                    <a:pt x="147734" y="6041"/>
                  </a:lnTo>
                  <a:lnTo>
                    <a:pt x="144907" y="2565"/>
                  </a:lnTo>
                  <a:lnTo>
                    <a:pt x="139452" y="314"/>
                  </a:lnTo>
                  <a:lnTo>
                    <a:pt x="137818" y="0"/>
                  </a:lnTo>
                  <a:close/>
                </a:path>
                <a:path w="165734" h="431165">
                  <a:moveTo>
                    <a:pt x="60554" y="226631"/>
                  </a:moveTo>
                  <a:lnTo>
                    <a:pt x="58480" y="236594"/>
                  </a:lnTo>
                  <a:lnTo>
                    <a:pt x="56436" y="247493"/>
                  </a:lnTo>
                  <a:lnTo>
                    <a:pt x="54187" y="260243"/>
                  </a:lnTo>
                  <a:lnTo>
                    <a:pt x="50643" y="273019"/>
                  </a:lnTo>
                  <a:lnTo>
                    <a:pt x="47627" y="286525"/>
                  </a:lnTo>
                  <a:lnTo>
                    <a:pt x="45491" y="298633"/>
                  </a:lnTo>
                  <a:lnTo>
                    <a:pt x="44586" y="307215"/>
                  </a:lnTo>
                  <a:lnTo>
                    <a:pt x="44219" y="320272"/>
                  </a:lnTo>
                  <a:lnTo>
                    <a:pt x="38115" y="322189"/>
                  </a:lnTo>
                  <a:lnTo>
                    <a:pt x="53362" y="322189"/>
                  </a:lnTo>
                  <a:lnTo>
                    <a:pt x="55206" y="318986"/>
                  </a:lnTo>
                  <a:lnTo>
                    <a:pt x="57151" y="307571"/>
                  </a:lnTo>
                  <a:lnTo>
                    <a:pt x="57704" y="302001"/>
                  </a:lnTo>
                  <a:lnTo>
                    <a:pt x="59121" y="293358"/>
                  </a:lnTo>
                  <a:lnTo>
                    <a:pt x="61023" y="283878"/>
                  </a:lnTo>
                  <a:lnTo>
                    <a:pt x="63465" y="273583"/>
                  </a:lnTo>
                  <a:lnTo>
                    <a:pt x="76684" y="273583"/>
                  </a:lnTo>
                  <a:lnTo>
                    <a:pt x="71978" y="259613"/>
                  </a:lnTo>
                  <a:lnTo>
                    <a:pt x="63980" y="236446"/>
                  </a:lnTo>
                  <a:lnTo>
                    <a:pt x="60554" y="226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 descr=""/>
          <p:cNvGrpSpPr/>
          <p:nvPr/>
        </p:nvGrpSpPr>
        <p:grpSpPr>
          <a:xfrm>
            <a:off x="9512117" y="2738146"/>
            <a:ext cx="658495" cy="1537970"/>
            <a:chOff x="9512117" y="2738146"/>
            <a:chExt cx="658495" cy="1537970"/>
          </a:xfrm>
        </p:grpSpPr>
        <p:pic>
          <p:nvPicPr>
            <p:cNvPr id="94" name="object 94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735384" y="3116268"/>
              <a:ext cx="238582" cy="235019"/>
            </a:xfrm>
            <a:prstGeom prst="rect">
              <a:avLst/>
            </a:prstGeom>
          </p:spPr>
        </p:pic>
        <p:sp>
          <p:nvSpPr>
            <p:cNvPr id="95" name="object 95" descr=""/>
            <p:cNvSpPr/>
            <p:nvPr/>
          </p:nvSpPr>
          <p:spPr>
            <a:xfrm>
              <a:off x="9613862" y="2738151"/>
              <a:ext cx="479425" cy="821690"/>
            </a:xfrm>
            <a:custGeom>
              <a:avLst/>
              <a:gdLst/>
              <a:ahLst/>
              <a:cxnLst/>
              <a:rect l="l" t="t" r="r" b="b"/>
              <a:pathLst>
                <a:path w="479425" h="821689">
                  <a:moveTo>
                    <a:pt x="478993" y="91046"/>
                  </a:moveTo>
                  <a:lnTo>
                    <a:pt x="443903" y="38430"/>
                  </a:lnTo>
                  <a:lnTo>
                    <a:pt x="427583" y="13462"/>
                  </a:lnTo>
                  <a:lnTo>
                    <a:pt x="408292" y="1689"/>
                  </a:lnTo>
                  <a:lnTo>
                    <a:pt x="310934" y="5295"/>
                  </a:lnTo>
                  <a:lnTo>
                    <a:pt x="252361" y="12763"/>
                  </a:lnTo>
                  <a:lnTo>
                    <a:pt x="204901" y="24828"/>
                  </a:lnTo>
                  <a:lnTo>
                    <a:pt x="167132" y="44475"/>
                  </a:lnTo>
                  <a:lnTo>
                    <a:pt x="137629" y="74714"/>
                  </a:lnTo>
                  <a:lnTo>
                    <a:pt x="114973" y="118541"/>
                  </a:lnTo>
                  <a:lnTo>
                    <a:pt x="98005" y="175475"/>
                  </a:lnTo>
                  <a:lnTo>
                    <a:pt x="91630" y="221005"/>
                  </a:lnTo>
                  <a:lnTo>
                    <a:pt x="88887" y="260807"/>
                  </a:lnTo>
                  <a:lnTo>
                    <a:pt x="82791" y="300596"/>
                  </a:lnTo>
                  <a:lnTo>
                    <a:pt x="81889" y="308292"/>
                  </a:lnTo>
                  <a:lnTo>
                    <a:pt x="75285" y="341845"/>
                  </a:lnTo>
                  <a:lnTo>
                    <a:pt x="59067" y="382320"/>
                  </a:lnTo>
                  <a:lnTo>
                    <a:pt x="38608" y="427316"/>
                  </a:lnTo>
                  <a:lnTo>
                    <a:pt x="18719" y="477075"/>
                  </a:lnTo>
                  <a:lnTo>
                    <a:pt x="4267" y="531825"/>
                  </a:lnTo>
                  <a:lnTo>
                    <a:pt x="12" y="571309"/>
                  </a:lnTo>
                  <a:lnTo>
                    <a:pt x="0" y="612698"/>
                  </a:lnTo>
                  <a:lnTo>
                    <a:pt x="3619" y="651954"/>
                  </a:lnTo>
                  <a:lnTo>
                    <a:pt x="10325" y="685063"/>
                  </a:lnTo>
                  <a:lnTo>
                    <a:pt x="37325" y="742454"/>
                  </a:lnTo>
                  <a:lnTo>
                    <a:pt x="46088" y="752919"/>
                  </a:lnTo>
                  <a:lnTo>
                    <a:pt x="42303" y="815022"/>
                  </a:lnTo>
                  <a:lnTo>
                    <a:pt x="76225" y="787869"/>
                  </a:lnTo>
                  <a:lnTo>
                    <a:pt x="104940" y="812355"/>
                  </a:lnTo>
                  <a:lnTo>
                    <a:pt x="118465" y="821690"/>
                  </a:lnTo>
                  <a:lnTo>
                    <a:pt x="305739" y="604100"/>
                  </a:lnTo>
                  <a:lnTo>
                    <a:pt x="394589" y="532955"/>
                  </a:lnTo>
                  <a:lnTo>
                    <a:pt x="402463" y="491718"/>
                  </a:lnTo>
                  <a:lnTo>
                    <a:pt x="405815" y="487819"/>
                  </a:lnTo>
                  <a:lnTo>
                    <a:pt x="403529" y="486143"/>
                  </a:lnTo>
                  <a:lnTo>
                    <a:pt x="478993" y="91046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9678377" y="2965096"/>
              <a:ext cx="119380" cy="441325"/>
            </a:xfrm>
            <a:custGeom>
              <a:avLst/>
              <a:gdLst/>
              <a:ahLst/>
              <a:cxnLst/>
              <a:rect l="l" t="t" r="r" b="b"/>
              <a:pathLst>
                <a:path w="119379" h="441325">
                  <a:moveTo>
                    <a:pt x="108056" y="0"/>
                  </a:moveTo>
                  <a:lnTo>
                    <a:pt x="92349" y="39284"/>
                  </a:lnTo>
                  <a:lnTo>
                    <a:pt x="76127" y="78479"/>
                  </a:lnTo>
                  <a:lnTo>
                    <a:pt x="57356" y="121902"/>
                  </a:lnTo>
                  <a:lnTo>
                    <a:pt x="27961" y="183380"/>
                  </a:lnTo>
                  <a:lnTo>
                    <a:pt x="17331" y="212846"/>
                  </a:lnTo>
                  <a:lnTo>
                    <a:pt x="6907" y="257133"/>
                  </a:lnTo>
                  <a:lnTo>
                    <a:pt x="2402" y="284918"/>
                  </a:lnTo>
                  <a:lnTo>
                    <a:pt x="267" y="308812"/>
                  </a:lnTo>
                  <a:lnTo>
                    <a:pt x="0" y="328960"/>
                  </a:lnTo>
                  <a:lnTo>
                    <a:pt x="1096" y="345507"/>
                  </a:lnTo>
                  <a:lnTo>
                    <a:pt x="1703" y="351057"/>
                  </a:lnTo>
                  <a:lnTo>
                    <a:pt x="10938" y="351025"/>
                  </a:lnTo>
                  <a:lnTo>
                    <a:pt x="12773" y="332721"/>
                  </a:lnTo>
                  <a:lnTo>
                    <a:pt x="14573" y="318780"/>
                  </a:lnTo>
                  <a:lnTo>
                    <a:pt x="25886" y="261784"/>
                  </a:lnTo>
                  <a:lnTo>
                    <a:pt x="44424" y="233364"/>
                  </a:lnTo>
                  <a:lnTo>
                    <a:pt x="37639" y="279331"/>
                  </a:lnTo>
                  <a:lnTo>
                    <a:pt x="33762" y="307500"/>
                  </a:lnTo>
                  <a:lnTo>
                    <a:pt x="32027" y="332347"/>
                  </a:lnTo>
                  <a:lnTo>
                    <a:pt x="32035" y="367781"/>
                  </a:lnTo>
                  <a:lnTo>
                    <a:pt x="33388" y="427714"/>
                  </a:lnTo>
                  <a:lnTo>
                    <a:pt x="45887" y="434848"/>
                  </a:lnTo>
                  <a:lnTo>
                    <a:pt x="53293" y="439465"/>
                  </a:lnTo>
                  <a:lnTo>
                    <a:pt x="54162" y="440960"/>
                  </a:lnTo>
                  <a:lnTo>
                    <a:pt x="52992" y="419099"/>
                  </a:lnTo>
                  <a:lnTo>
                    <a:pt x="57026" y="367032"/>
                  </a:lnTo>
                  <a:lnTo>
                    <a:pt x="64908" y="301993"/>
                  </a:lnTo>
                  <a:lnTo>
                    <a:pt x="75282" y="241217"/>
                  </a:lnTo>
                  <a:lnTo>
                    <a:pt x="84333" y="199829"/>
                  </a:lnTo>
                  <a:lnTo>
                    <a:pt x="102050" y="155262"/>
                  </a:lnTo>
                  <a:lnTo>
                    <a:pt x="118893" y="131514"/>
                  </a:lnTo>
                  <a:lnTo>
                    <a:pt x="108056" y="0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9512117" y="3276159"/>
              <a:ext cx="307340" cy="1000125"/>
            </a:xfrm>
            <a:custGeom>
              <a:avLst/>
              <a:gdLst/>
              <a:ahLst/>
              <a:cxnLst/>
              <a:rect l="l" t="t" r="r" b="b"/>
              <a:pathLst>
                <a:path w="307340" h="1000125">
                  <a:moveTo>
                    <a:pt x="307094" y="0"/>
                  </a:moveTo>
                  <a:lnTo>
                    <a:pt x="253800" y="8906"/>
                  </a:lnTo>
                  <a:lnTo>
                    <a:pt x="214092" y="38271"/>
                  </a:lnTo>
                  <a:lnTo>
                    <a:pt x="191226" y="88200"/>
                  </a:lnTo>
                  <a:lnTo>
                    <a:pt x="180989" y="130912"/>
                  </a:lnTo>
                  <a:lnTo>
                    <a:pt x="171292" y="182452"/>
                  </a:lnTo>
                  <a:lnTo>
                    <a:pt x="161940" y="240569"/>
                  </a:lnTo>
                  <a:lnTo>
                    <a:pt x="152740" y="303009"/>
                  </a:lnTo>
                  <a:lnTo>
                    <a:pt x="143498" y="367520"/>
                  </a:lnTo>
                  <a:lnTo>
                    <a:pt x="134021" y="431850"/>
                  </a:lnTo>
                  <a:lnTo>
                    <a:pt x="122683" y="503093"/>
                  </a:lnTo>
                  <a:lnTo>
                    <a:pt x="111278" y="569579"/>
                  </a:lnTo>
                  <a:lnTo>
                    <a:pt x="100293" y="629721"/>
                  </a:lnTo>
                  <a:lnTo>
                    <a:pt x="90217" y="681932"/>
                  </a:lnTo>
                  <a:lnTo>
                    <a:pt x="81535" y="724626"/>
                  </a:lnTo>
                  <a:lnTo>
                    <a:pt x="70305" y="775117"/>
                  </a:lnTo>
                  <a:lnTo>
                    <a:pt x="50138" y="823300"/>
                  </a:lnTo>
                  <a:lnTo>
                    <a:pt x="21536" y="877312"/>
                  </a:lnTo>
                  <a:lnTo>
                    <a:pt x="0" y="927231"/>
                  </a:lnTo>
                  <a:lnTo>
                    <a:pt x="1030" y="963132"/>
                  </a:lnTo>
                  <a:lnTo>
                    <a:pt x="13135" y="978183"/>
                  </a:lnTo>
                  <a:lnTo>
                    <a:pt x="23934" y="985170"/>
                  </a:lnTo>
                  <a:lnTo>
                    <a:pt x="36215" y="986920"/>
                  </a:lnTo>
                  <a:lnTo>
                    <a:pt x="64850" y="985901"/>
                  </a:lnTo>
                  <a:lnTo>
                    <a:pt x="79604" y="986137"/>
                  </a:lnTo>
                  <a:lnTo>
                    <a:pt x="115430" y="991600"/>
                  </a:lnTo>
                  <a:lnTo>
                    <a:pt x="147605" y="998974"/>
                  </a:lnTo>
                  <a:lnTo>
                    <a:pt x="175177" y="999737"/>
                  </a:lnTo>
                  <a:lnTo>
                    <a:pt x="205713" y="966959"/>
                  </a:lnTo>
                  <a:lnTo>
                    <a:pt x="226968" y="880334"/>
                  </a:lnTo>
                  <a:lnTo>
                    <a:pt x="243841" y="786985"/>
                  </a:lnTo>
                  <a:lnTo>
                    <a:pt x="256215" y="708437"/>
                  </a:lnTo>
                  <a:lnTo>
                    <a:pt x="261022" y="675424"/>
                  </a:lnTo>
                  <a:lnTo>
                    <a:pt x="30709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9564879" y="4010851"/>
              <a:ext cx="163195" cy="265430"/>
            </a:xfrm>
            <a:custGeom>
              <a:avLst/>
              <a:gdLst/>
              <a:ahLst/>
              <a:cxnLst/>
              <a:rect l="l" t="t" r="r" b="b"/>
              <a:pathLst>
                <a:path w="163195" h="265429">
                  <a:moveTo>
                    <a:pt x="128603" y="0"/>
                  </a:moveTo>
                  <a:lnTo>
                    <a:pt x="58846" y="19203"/>
                  </a:lnTo>
                  <a:lnTo>
                    <a:pt x="29187" y="103229"/>
                  </a:lnTo>
                  <a:lnTo>
                    <a:pt x="13470" y="149659"/>
                  </a:lnTo>
                  <a:lnTo>
                    <a:pt x="2869" y="196046"/>
                  </a:lnTo>
                  <a:lnTo>
                    <a:pt x="28" y="238469"/>
                  </a:lnTo>
                  <a:lnTo>
                    <a:pt x="0" y="251573"/>
                  </a:lnTo>
                  <a:lnTo>
                    <a:pt x="12087" y="251212"/>
                  </a:lnTo>
                  <a:lnTo>
                    <a:pt x="26836" y="251447"/>
                  </a:lnTo>
                  <a:lnTo>
                    <a:pt x="62663" y="256910"/>
                  </a:lnTo>
                  <a:lnTo>
                    <a:pt x="94840" y="264285"/>
                  </a:lnTo>
                  <a:lnTo>
                    <a:pt x="122414" y="265047"/>
                  </a:lnTo>
                  <a:lnTo>
                    <a:pt x="152950" y="232270"/>
                  </a:lnTo>
                  <a:lnTo>
                    <a:pt x="160173" y="189946"/>
                  </a:lnTo>
                  <a:lnTo>
                    <a:pt x="162656" y="157370"/>
                  </a:lnTo>
                  <a:lnTo>
                    <a:pt x="162242" y="128845"/>
                  </a:lnTo>
                  <a:lnTo>
                    <a:pt x="157827" y="107881"/>
                  </a:lnTo>
                  <a:lnTo>
                    <a:pt x="147640" y="74966"/>
                  </a:lnTo>
                  <a:lnTo>
                    <a:pt x="134190" y="10946"/>
                  </a:lnTo>
                  <a:lnTo>
                    <a:pt x="128603" y="0"/>
                  </a:lnTo>
                  <a:close/>
                </a:path>
              </a:pathLst>
            </a:custGeom>
            <a:solidFill>
              <a:srgbClr val="92C8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9990533" y="2776572"/>
              <a:ext cx="179705" cy="523875"/>
            </a:xfrm>
            <a:custGeom>
              <a:avLst/>
              <a:gdLst/>
              <a:ahLst/>
              <a:cxnLst/>
              <a:rect l="l" t="t" r="r" b="b"/>
              <a:pathLst>
                <a:path w="179704" h="523875">
                  <a:moveTo>
                    <a:pt x="67233" y="0"/>
                  </a:moveTo>
                  <a:lnTo>
                    <a:pt x="0" y="523659"/>
                  </a:lnTo>
                  <a:lnTo>
                    <a:pt x="21427" y="520923"/>
                  </a:lnTo>
                  <a:lnTo>
                    <a:pt x="69671" y="512577"/>
                  </a:lnTo>
                  <a:lnTo>
                    <a:pt x="120679" y="498413"/>
                  </a:lnTo>
                  <a:lnTo>
                    <a:pt x="157743" y="457166"/>
                  </a:lnTo>
                  <a:lnTo>
                    <a:pt x="159874" y="420456"/>
                  </a:lnTo>
                  <a:lnTo>
                    <a:pt x="161105" y="399579"/>
                  </a:lnTo>
                  <a:lnTo>
                    <a:pt x="162728" y="378744"/>
                  </a:lnTo>
                  <a:lnTo>
                    <a:pt x="163699" y="352451"/>
                  </a:lnTo>
                  <a:lnTo>
                    <a:pt x="166841" y="305937"/>
                  </a:lnTo>
                  <a:lnTo>
                    <a:pt x="174978" y="224443"/>
                  </a:lnTo>
                  <a:lnTo>
                    <a:pt x="179538" y="154572"/>
                  </a:lnTo>
                  <a:lnTo>
                    <a:pt x="174923" y="101325"/>
                  </a:lnTo>
                  <a:lnTo>
                    <a:pt x="160245" y="60853"/>
                  </a:lnTo>
                  <a:lnTo>
                    <a:pt x="134613" y="29308"/>
                  </a:lnTo>
                  <a:lnTo>
                    <a:pt x="96710" y="8385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9875158" y="3056101"/>
              <a:ext cx="186690" cy="268605"/>
            </a:xfrm>
            <a:custGeom>
              <a:avLst/>
              <a:gdLst/>
              <a:ahLst/>
              <a:cxnLst/>
              <a:rect l="l" t="t" r="r" b="b"/>
              <a:pathLst>
                <a:path w="186690" h="268604">
                  <a:moveTo>
                    <a:pt x="71610" y="0"/>
                  </a:moveTo>
                  <a:lnTo>
                    <a:pt x="60343" y="18973"/>
                  </a:lnTo>
                  <a:lnTo>
                    <a:pt x="42376" y="50265"/>
                  </a:lnTo>
                  <a:lnTo>
                    <a:pt x="0" y="125326"/>
                  </a:lnTo>
                  <a:lnTo>
                    <a:pt x="15363" y="180006"/>
                  </a:lnTo>
                  <a:lnTo>
                    <a:pt x="18334" y="189711"/>
                  </a:lnTo>
                  <a:lnTo>
                    <a:pt x="22472" y="208056"/>
                  </a:lnTo>
                  <a:lnTo>
                    <a:pt x="30592" y="234279"/>
                  </a:lnTo>
                  <a:lnTo>
                    <a:pt x="46306" y="257791"/>
                  </a:lnTo>
                  <a:lnTo>
                    <a:pt x="73233" y="268002"/>
                  </a:lnTo>
                  <a:lnTo>
                    <a:pt x="109806" y="261147"/>
                  </a:lnTo>
                  <a:lnTo>
                    <a:pt x="146440" y="244201"/>
                  </a:lnTo>
                  <a:lnTo>
                    <a:pt x="174765" y="222473"/>
                  </a:lnTo>
                  <a:lnTo>
                    <a:pt x="186413" y="201271"/>
                  </a:lnTo>
                  <a:lnTo>
                    <a:pt x="183360" y="178393"/>
                  </a:lnTo>
                  <a:lnTo>
                    <a:pt x="174619" y="147686"/>
                  </a:lnTo>
                  <a:lnTo>
                    <a:pt x="162416" y="108859"/>
                  </a:lnTo>
                  <a:lnTo>
                    <a:pt x="146009" y="51560"/>
                  </a:lnTo>
                  <a:lnTo>
                    <a:pt x="120504" y="14016"/>
                  </a:lnTo>
                  <a:lnTo>
                    <a:pt x="81697" y="810"/>
                  </a:lnTo>
                  <a:lnTo>
                    <a:pt x="74656" y="695"/>
                  </a:lnTo>
                  <a:lnTo>
                    <a:pt x="71819" y="450"/>
                  </a:lnTo>
                  <a:lnTo>
                    <a:pt x="7161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" name="object 101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875158" y="3061127"/>
              <a:ext cx="148979" cy="184350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9772749" y="2834832"/>
              <a:ext cx="285115" cy="366395"/>
            </a:xfrm>
            <a:custGeom>
              <a:avLst/>
              <a:gdLst/>
              <a:ahLst/>
              <a:cxnLst/>
              <a:rect l="l" t="t" r="r" b="b"/>
              <a:pathLst>
                <a:path w="285115" h="366394">
                  <a:moveTo>
                    <a:pt x="138109" y="0"/>
                  </a:moveTo>
                  <a:lnTo>
                    <a:pt x="77860" y="17850"/>
                  </a:lnTo>
                  <a:lnTo>
                    <a:pt x="44345" y="48829"/>
                  </a:lnTo>
                  <a:lnTo>
                    <a:pt x="17017" y="90947"/>
                  </a:lnTo>
                  <a:lnTo>
                    <a:pt x="3119" y="160149"/>
                  </a:lnTo>
                  <a:lnTo>
                    <a:pt x="0" y="209533"/>
                  </a:lnTo>
                  <a:lnTo>
                    <a:pt x="972" y="240787"/>
                  </a:lnTo>
                  <a:lnTo>
                    <a:pt x="34929" y="314050"/>
                  </a:lnTo>
                  <a:lnTo>
                    <a:pt x="66896" y="347951"/>
                  </a:lnTo>
                  <a:lnTo>
                    <a:pt x="103252" y="365839"/>
                  </a:lnTo>
                  <a:lnTo>
                    <a:pt x="126660" y="361450"/>
                  </a:lnTo>
                  <a:lnTo>
                    <a:pt x="192610" y="331974"/>
                  </a:lnTo>
                  <a:lnTo>
                    <a:pt x="238482" y="297413"/>
                  </a:lnTo>
                  <a:lnTo>
                    <a:pt x="265446" y="254031"/>
                  </a:lnTo>
                  <a:lnTo>
                    <a:pt x="280923" y="190854"/>
                  </a:lnTo>
                  <a:lnTo>
                    <a:pt x="284486" y="147117"/>
                  </a:lnTo>
                  <a:lnTo>
                    <a:pt x="278692" y="100779"/>
                  </a:lnTo>
                  <a:lnTo>
                    <a:pt x="267760" y="62153"/>
                  </a:lnTo>
                  <a:lnTo>
                    <a:pt x="238437" y="19428"/>
                  </a:lnTo>
                  <a:lnTo>
                    <a:pt x="174448" y="919"/>
                  </a:lnTo>
                  <a:lnTo>
                    <a:pt x="13810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" name="object 10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026219" y="2963526"/>
              <a:ext cx="69681" cy="97177"/>
            </a:xfrm>
            <a:prstGeom prst="rect">
              <a:avLst/>
            </a:prstGeom>
          </p:spPr>
        </p:pic>
      </p:grpSp>
      <p:pic>
        <p:nvPicPr>
          <p:cNvPr id="104" name="object 104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9590880" y="5115038"/>
            <a:ext cx="313079" cy="678512"/>
          </a:xfrm>
          <a:prstGeom prst="rect">
            <a:avLst/>
          </a:prstGeom>
        </p:spPr>
      </p:pic>
      <p:grpSp>
        <p:nvGrpSpPr>
          <p:cNvPr id="105" name="object 105" descr=""/>
          <p:cNvGrpSpPr/>
          <p:nvPr/>
        </p:nvGrpSpPr>
        <p:grpSpPr>
          <a:xfrm>
            <a:off x="9472855" y="3602433"/>
            <a:ext cx="972185" cy="2239645"/>
            <a:chOff x="9472855" y="3602433"/>
            <a:chExt cx="972185" cy="2239645"/>
          </a:xfrm>
        </p:grpSpPr>
        <p:pic>
          <p:nvPicPr>
            <p:cNvPr id="106" name="object 106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179159" y="5726746"/>
              <a:ext cx="262754" cy="115054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093776" y="5036181"/>
              <a:ext cx="334140" cy="768479"/>
            </a:xfrm>
            <a:prstGeom prst="rect">
              <a:avLst/>
            </a:prstGeom>
          </p:spPr>
        </p:pic>
        <p:pic>
          <p:nvPicPr>
            <p:cNvPr id="108" name="object 10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572167" y="4004747"/>
              <a:ext cx="872707" cy="1259206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920066" y="4309743"/>
              <a:ext cx="73347" cy="933489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9626209" y="3959400"/>
              <a:ext cx="818665" cy="1258272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9472855" y="3602433"/>
              <a:ext cx="238125" cy="325755"/>
            </a:xfrm>
            <a:custGeom>
              <a:avLst/>
              <a:gdLst/>
              <a:ahLst/>
              <a:cxnLst/>
              <a:rect l="l" t="t" r="r" b="b"/>
              <a:pathLst>
                <a:path w="238125" h="325754">
                  <a:moveTo>
                    <a:pt x="112191" y="0"/>
                  </a:moveTo>
                  <a:lnTo>
                    <a:pt x="68645" y="89174"/>
                  </a:lnTo>
                  <a:lnTo>
                    <a:pt x="43827" y="141059"/>
                  </a:lnTo>
                  <a:lnTo>
                    <a:pt x="10959" y="218495"/>
                  </a:lnTo>
                  <a:lnTo>
                    <a:pt x="137" y="259242"/>
                  </a:lnTo>
                  <a:lnTo>
                    <a:pt x="0" y="265765"/>
                  </a:lnTo>
                  <a:lnTo>
                    <a:pt x="425" y="272043"/>
                  </a:lnTo>
                  <a:lnTo>
                    <a:pt x="21204" y="307732"/>
                  </a:lnTo>
                  <a:lnTo>
                    <a:pt x="57177" y="324983"/>
                  </a:lnTo>
                  <a:lnTo>
                    <a:pt x="66394" y="325725"/>
                  </a:lnTo>
                  <a:lnTo>
                    <a:pt x="75882" y="325693"/>
                  </a:lnTo>
                  <a:lnTo>
                    <a:pt x="90328" y="324670"/>
                  </a:lnTo>
                  <a:lnTo>
                    <a:pt x="121440" y="321111"/>
                  </a:lnTo>
                  <a:lnTo>
                    <a:pt x="144640" y="318032"/>
                  </a:lnTo>
                  <a:lnTo>
                    <a:pt x="104736" y="319299"/>
                  </a:lnTo>
                  <a:lnTo>
                    <a:pt x="147342" y="219207"/>
                  </a:lnTo>
                  <a:lnTo>
                    <a:pt x="238051" y="36784"/>
                  </a:lnTo>
                  <a:lnTo>
                    <a:pt x="112191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 descr=""/>
          <p:cNvGrpSpPr/>
          <p:nvPr/>
        </p:nvGrpSpPr>
        <p:grpSpPr>
          <a:xfrm>
            <a:off x="9761825" y="2806094"/>
            <a:ext cx="365125" cy="169545"/>
            <a:chOff x="9761825" y="2806094"/>
            <a:chExt cx="365125" cy="169545"/>
          </a:xfrm>
        </p:grpSpPr>
        <p:sp>
          <p:nvSpPr>
            <p:cNvPr id="113" name="object 113" descr=""/>
            <p:cNvSpPr/>
            <p:nvPr/>
          </p:nvSpPr>
          <p:spPr>
            <a:xfrm>
              <a:off x="9761825" y="2806094"/>
              <a:ext cx="262890" cy="142875"/>
            </a:xfrm>
            <a:custGeom>
              <a:avLst/>
              <a:gdLst/>
              <a:ahLst/>
              <a:cxnLst/>
              <a:rect l="l" t="t" r="r" b="b"/>
              <a:pathLst>
                <a:path w="262890" h="142875">
                  <a:moveTo>
                    <a:pt x="139545" y="0"/>
                  </a:moveTo>
                  <a:lnTo>
                    <a:pt x="98491" y="19754"/>
                  </a:lnTo>
                  <a:lnTo>
                    <a:pt x="54186" y="52521"/>
                  </a:lnTo>
                  <a:lnTo>
                    <a:pt x="20719" y="87513"/>
                  </a:lnTo>
                  <a:lnTo>
                    <a:pt x="0" y="115012"/>
                  </a:lnTo>
                  <a:lnTo>
                    <a:pt x="7162" y="138864"/>
                  </a:lnTo>
                  <a:lnTo>
                    <a:pt x="14995" y="140485"/>
                  </a:lnTo>
                  <a:lnTo>
                    <a:pt x="37926" y="142337"/>
                  </a:lnTo>
                  <a:lnTo>
                    <a:pt x="75106" y="139902"/>
                  </a:lnTo>
                  <a:lnTo>
                    <a:pt x="125682" y="128666"/>
                  </a:lnTo>
                  <a:lnTo>
                    <a:pt x="170573" y="114675"/>
                  </a:lnTo>
                  <a:lnTo>
                    <a:pt x="226281" y="85047"/>
                  </a:lnTo>
                  <a:lnTo>
                    <a:pt x="262808" y="55736"/>
                  </a:lnTo>
                  <a:lnTo>
                    <a:pt x="251280" y="34773"/>
                  </a:lnTo>
                  <a:lnTo>
                    <a:pt x="212370" y="7978"/>
                  </a:lnTo>
                  <a:lnTo>
                    <a:pt x="174293" y="801"/>
                  </a:lnTo>
                  <a:lnTo>
                    <a:pt x="154384" y="616"/>
                  </a:lnTo>
                  <a:lnTo>
                    <a:pt x="139545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9977556" y="2846311"/>
              <a:ext cx="149157" cy="128985"/>
            </a:xfrm>
            <a:prstGeom prst="rect">
              <a:avLst/>
            </a:prstGeom>
          </p:spPr>
        </p:pic>
      </p:grpSp>
      <p:pic>
        <p:nvPicPr>
          <p:cNvPr id="115" name="object 115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470349" y="3060743"/>
            <a:ext cx="1063497" cy="1266323"/>
          </a:xfrm>
          <a:prstGeom prst="rect">
            <a:avLst/>
          </a:prstGeom>
        </p:spPr>
      </p:pic>
      <p:grpSp>
        <p:nvGrpSpPr>
          <p:cNvPr id="116" name="object 116" descr=""/>
          <p:cNvGrpSpPr/>
          <p:nvPr/>
        </p:nvGrpSpPr>
        <p:grpSpPr>
          <a:xfrm>
            <a:off x="9948087" y="2786180"/>
            <a:ext cx="105410" cy="138430"/>
            <a:chOff x="9948087" y="2786180"/>
            <a:chExt cx="105410" cy="138430"/>
          </a:xfrm>
        </p:grpSpPr>
        <p:sp>
          <p:nvSpPr>
            <p:cNvPr id="117" name="object 117" descr=""/>
            <p:cNvSpPr/>
            <p:nvPr/>
          </p:nvSpPr>
          <p:spPr>
            <a:xfrm>
              <a:off x="9985363" y="2786180"/>
              <a:ext cx="68580" cy="91440"/>
            </a:xfrm>
            <a:custGeom>
              <a:avLst/>
              <a:gdLst/>
              <a:ahLst/>
              <a:cxnLst/>
              <a:rect l="l" t="t" r="r" b="b"/>
              <a:pathLst>
                <a:path w="68579" h="91439">
                  <a:moveTo>
                    <a:pt x="64144" y="0"/>
                  </a:moveTo>
                  <a:lnTo>
                    <a:pt x="31590" y="28721"/>
                  </a:lnTo>
                  <a:lnTo>
                    <a:pt x="5348" y="73515"/>
                  </a:lnTo>
                  <a:lnTo>
                    <a:pt x="0" y="89170"/>
                  </a:lnTo>
                  <a:lnTo>
                    <a:pt x="4910" y="91316"/>
                  </a:lnTo>
                  <a:lnTo>
                    <a:pt x="38616" y="52496"/>
                  </a:lnTo>
                  <a:lnTo>
                    <a:pt x="61115" y="20511"/>
                  </a:lnTo>
                  <a:lnTo>
                    <a:pt x="68029" y="2157"/>
                  </a:lnTo>
                  <a:lnTo>
                    <a:pt x="64144" y="0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9948087" y="2886435"/>
              <a:ext cx="50165" cy="381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48458" y="16041"/>
                  </a:moveTo>
                  <a:lnTo>
                    <a:pt x="26323" y="16041"/>
                  </a:lnTo>
                  <a:lnTo>
                    <a:pt x="35580" y="17926"/>
                  </a:lnTo>
                  <a:lnTo>
                    <a:pt x="36354" y="37705"/>
                  </a:lnTo>
                  <a:lnTo>
                    <a:pt x="38319" y="34512"/>
                  </a:lnTo>
                  <a:lnTo>
                    <a:pt x="42667" y="27226"/>
                  </a:lnTo>
                  <a:lnTo>
                    <a:pt x="47084" y="19293"/>
                  </a:lnTo>
                  <a:lnTo>
                    <a:pt x="48458" y="16041"/>
                  </a:lnTo>
                  <a:close/>
                </a:path>
                <a:path w="50165" h="38100">
                  <a:moveTo>
                    <a:pt x="37349" y="0"/>
                  </a:moveTo>
                  <a:lnTo>
                    <a:pt x="0" y="25465"/>
                  </a:lnTo>
                  <a:lnTo>
                    <a:pt x="2811" y="23727"/>
                  </a:lnTo>
                  <a:lnTo>
                    <a:pt x="9690" y="20046"/>
                  </a:lnTo>
                  <a:lnTo>
                    <a:pt x="18305" y="16718"/>
                  </a:lnTo>
                  <a:lnTo>
                    <a:pt x="26323" y="16041"/>
                  </a:lnTo>
                  <a:lnTo>
                    <a:pt x="48458" y="16041"/>
                  </a:lnTo>
                  <a:lnTo>
                    <a:pt x="49255" y="14156"/>
                  </a:lnTo>
                  <a:lnTo>
                    <a:pt x="49611" y="10711"/>
                  </a:lnTo>
                  <a:lnTo>
                    <a:pt x="37349" y="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" name="object 119" descr=""/>
          <p:cNvGrpSpPr/>
          <p:nvPr/>
        </p:nvGrpSpPr>
        <p:grpSpPr>
          <a:xfrm>
            <a:off x="11043015" y="2738146"/>
            <a:ext cx="658495" cy="1537970"/>
            <a:chOff x="11043015" y="2738146"/>
            <a:chExt cx="658495" cy="1537970"/>
          </a:xfrm>
        </p:grpSpPr>
        <p:pic>
          <p:nvPicPr>
            <p:cNvPr id="120" name="object 12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266284" y="3116268"/>
              <a:ext cx="238582" cy="235019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11144758" y="2738151"/>
              <a:ext cx="479425" cy="821690"/>
            </a:xfrm>
            <a:custGeom>
              <a:avLst/>
              <a:gdLst/>
              <a:ahLst/>
              <a:cxnLst/>
              <a:rect l="l" t="t" r="r" b="b"/>
              <a:pathLst>
                <a:path w="479425" h="821689">
                  <a:moveTo>
                    <a:pt x="478993" y="91046"/>
                  </a:moveTo>
                  <a:lnTo>
                    <a:pt x="443903" y="38430"/>
                  </a:lnTo>
                  <a:lnTo>
                    <a:pt x="427583" y="13462"/>
                  </a:lnTo>
                  <a:lnTo>
                    <a:pt x="408305" y="1689"/>
                  </a:lnTo>
                  <a:lnTo>
                    <a:pt x="310934" y="5295"/>
                  </a:lnTo>
                  <a:lnTo>
                    <a:pt x="252361" y="12763"/>
                  </a:lnTo>
                  <a:lnTo>
                    <a:pt x="204901" y="24828"/>
                  </a:lnTo>
                  <a:lnTo>
                    <a:pt x="167132" y="44475"/>
                  </a:lnTo>
                  <a:lnTo>
                    <a:pt x="137629" y="74714"/>
                  </a:lnTo>
                  <a:lnTo>
                    <a:pt x="114985" y="118541"/>
                  </a:lnTo>
                  <a:lnTo>
                    <a:pt x="98005" y="175475"/>
                  </a:lnTo>
                  <a:lnTo>
                    <a:pt x="91630" y="221005"/>
                  </a:lnTo>
                  <a:lnTo>
                    <a:pt x="88887" y="260807"/>
                  </a:lnTo>
                  <a:lnTo>
                    <a:pt x="82791" y="300596"/>
                  </a:lnTo>
                  <a:lnTo>
                    <a:pt x="81876" y="308432"/>
                  </a:lnTo>
                  <a:lnTo>
                    <a:pt x="75285" y="341845"/>
                  </a:lnTo>
                  <a:lnTo>
                    <a:pt x="59067" y="382320"/>
                  </a:lnTo>
                  <a:lnTo>
                    <a:pt x="38608" y="427316"/>
                  </a:lnTo>
                  <a:lnTo>
                    <a:pt x="18732" y="477075"/>
                  </a:lnTo>
                  <a:lnTo>
                    <a:pt x="4279" y="531825"/>
                  </a:lnTo>
                  <a:lnTo>
                    <a:pt x="25" y="571309"/>
                  </a:lnTo>
                  <a:lnTo>
                    <a:pt x="0" y="612698"/>
                  </a:lnTo>
                  <a:lnTo>
                    <a:pt x="3632" y="651954"/>
                  </a:lnTo>
                  <a:lnTo>
                    <a:pt x="10325" y="685063"/>
                  </a:lnTo>
                  <a:lnTo>
                    <a:pt x="37325" y="742454"/>
                  </a:lnTo>
                  <a:lnTo>
                    <a:pt x="46088" y="752919"/>
                  </a:lnTo>
                  <a:lnTo>
                    <a:pt x="42303" y="815022"/>
                  </a:lnTo>
                  <a:lnTo>
                    <a:pt x="76225" y="787869"/>
                  </a:lnTo>
                  <a:lnTo>
                    <a:pt x="104940" y="812355"/>
                  </a:lnTo>
                  <a:lnTo>
                    <a:pt x="118465" y="821690"/>
                  </a:lnTo>
                  <a:lnTo>
                    <a:pt x="305765" y="604075"/>
                  </a:lnTo>
                  <a:lnTo>
                    <a:pt x="394589" y="532955"/>
                  </a:lnTo>
                  <a:lnTo>
                    <a:pt x="402463" y="491731"/>
                  </a:lnTo>
                  <a:lnTo>
                    <a:pt x="405828" y="487819"/>
                  </a:lnTo>
                  <a:lnTo>
                    <a:pt x="403529" y="486130"/>
                  </a:lnTo>
                  <a:lnTo>
                    <a:pt x="478993" y="91046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1209277" y="2965096"/>
              <a:ext cx="119380" cy="441325"/>
            </a:xfrm>
            <a:custGeom>
              <a:avLst/>
              <a:gdLst/>
              <a:ahLst/>
              <a:cxnLst/>
              <a:rect l="l" t="t" r="r" b="b"/>
              <a:pathLst>
                <a:path w="119379" h="441325">
                  <a:moveTo>
                    <a:pt x="108056" y="0"/>
                  </a:moveTo>
                  <a:lnTo>
                    <a:pt x="92349" y="39284"/>
                  </a:lnTo>
                  <a:lnTo>
                    <a:pt x="76127" y="78479"/>
                  </a:lnTo>
                  <a:lnTo>
                    <a:pt x="57356" y="121902"/>
                  </a:lnTo>
                  <a:lnTo>
                    <a:pt x="27961" y="183380"/>
                  </a:lnTo>
                  <a:lnTo>
                    <a:pt x="17331" y="212846"/>
                  </a:lnTo>
                  <a:lnTo>
                    <a:pt x="6907" y="257133"/>
                  </a:lnTo>
                  <a:lnTo>
                    <a:pt x="2402" y="284918"/>
                  </a:lnTo>
                  <a:lnTo>
                    <a:pt x="267" y="308812"/>
                  </a:lnTo>
                  <a:lnTo>
                    <a:pt x="0" y="328960"/>
                  </a:lnTo>
                  <a:lnTo>
                    <a:pt x="1096" y="345507"/>
                  </a:lnTo>
                  <a:lnTo>
                    <a:pt x="1703" y="351057"/>
                  </a:lnTo>
                  <a:lnTo>
                    <a:pt x="10938" y="351025"/>
                  </a:lnTo>
                  <a:lnTo>
                    <a:pt x="12773" y="332721"/>
                  </a:lnTo>
                  <a:lnTo>
                    <a:pt x="14573" y="318780"/>
                  </a:lnTo>
                  <a:lnTo>
                    <a:pt x="25885" y="261784"/>
                  </a:lnTo>
                  <a:lnTo>
                    <a:pt x="44414" y="233364"/>
                  </a:lnTo>
                  <a:lnTo>
                    <a:pt x="37639" y="279331"/>
                  </a:lnTo>
                  <a:lnTo>
                    <a:pt x="33762" y="307500"/>
                  </a:lnTo>
                  <a:lnTo>
                    <a:pt x="32027" y="332347"/>
                  </a:lnTo>
                  <a:lnTo>
                    <a:pt x="32035" y="367781"/>
                  </a:lnTo>
                  <a:lnTo>
                    <a:pt x="33388" y="427714"/>
                  </a:lnTo>
                  <a:lnTo>
                    <a:pt x="45887" y="434848"/>
                  </a:lnTo>
                  <a:lnTo>
                    <a:pt x="53293" y="439465"/>
                  </a:lnTo>
                  <a:lnTo>
                    <a:pt x="54162" y="440960"/>
                  </a:lnTo>
                  <a:lnTo>
                    <a:pt x="52992" y="419099"/>
                  </a:lnTo>
                  <a:lnTo>
                    <a:pt x="57026" y="367032"/>
                  </a:lnTo>
                  <a:lnTo>
                    <a:pt x="64908" y="301993"/>
                  </a:lnTo>
                  <a:lnTo>
                    <a:pt x="75282" y="241217"/>
                  </a:lnTo>
                  <a:lnTo>
                    <a:pt x="84333" y="199829"/>
                  </a:lnTo>
                  <a:lnTo>
                    <a:pt x="102050" y="155262"/>
                  </a:lnTo>
                  <a:lnTo>
                    <a:pt x="118893" y="131514"/>
                  </a:lnTo>
                  <a:lnTo>
                    <a:pt x="108056" y="0"/>
                  </a:lnTo>
                  <a:close/>
                </a:path>
              </a:pathLst>
            </a:custGeom>
            <a:solidFill>
              <a:srgbClr val="C891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1043015" y="3276159"/>
              <a:ext cx="307340" cy="1000125"/>
            </a:xfrm>
            <a:custGeom>
              <a:avLst/>
              <a:gdLst/>
              <a:ahLst/>
              <a:cxnLst/>
              <a:rect l="l" t="t" r="r" b="b"/>
              <a:pathLst>
                <a:path w="307340" h="1000125">
                  <a:moveTo>
                    <a:pt x="307094" y="0"/>
                  </a:moveTo>
                  <a:lnTo>
                    <a:pt x="253800" y="8906"/>
                  </a:lnTo>
                  <a:lnTo>
                    <a:pt x="214091" y="38271"/>
                  </a:lnTo>
                  <a:lnTo>
                    <a:pt x="191226" y="88200"/>
                  </a:lnTo>
                  <a:lnTo>
                    <a:pt x="180989" y="130912"/>
                  </a:lnTo>
                  <a:lnTo>
                    <a:pt x="171292" y="182452"/>
                  </a:lnTo>
                  <a:lnTo>
                    <a:pt x="161940" y="240569"/>
                  </a:lnTo>
                  <a:lnTo>
                    <a:pt x="152740" y="303009"/>
                  </a:lnTo>
                  <a:lnTo>
                    <a:pt x="143498" y="367520"/>
                  </a:lnTo>
                  <a:lnTo>
                    <a:pt x="134021" y="431850"/>
                  </a:lnTo>
                  <a:lnTo>
                    <a:pt x="122682" y="503093"/>
                  </a:lnTo>
                  <a:lnTo>
                    <a:pt x="111278" y="569579"/>
                  </a:lnTo>
                  <a:lnTo>
                    <a:pt x="100294" y="629721"/>
                  </a:lnTo>
                  <a:lnTo>
                    <a:pt x="90218" y="681932"/>
                  </a:lnTo>
                  <a:lnTo>
                    <a:pt x="81539" y="724626"/>
                  </a:lnTo>
                  <a:lnTo>
                    <a:pt x="70316" y="775117"/>
                  </a:lnTo>
                  <a:lnTo>
                    <a:pt x="50143" y="823300"/>
                  </a:lnTo>
                  <a:lnTo>
                    <a:pt x="21537" y="877312"/>
                  </a:lnTo>
                  <a:lnTo>
                    <a:pt x="0" y="927231"/>
                  </a:lnTo>
                  <a:lnTo>
                    <a:pt x="1030" y="963132"/>
                  </a:lnTo>
                  <a:lnTo>
                    <a:pt x="13135" y="978183"/>
                  </a:lnTo>
                  <a:lnTo>
                    <a:pt x="23934" y="985170"/>
                  </a:lnTo>
                  <a:lnTo>
                    <a:pt x="36215" y="986920"/>
                  </a:lnTo>
                  <a:lnTo>
                    <a:pt x="64850" y="985901"/>
                  </a:lnTo>
                  <a:lnTo>
                    <a:pt x="79603" y="986137"/>
                  </a:lnTo>
                  <a:lnTo>
                    <a:pt x="115430" y="991600"/>
                  </a:lnTo>
                  <a:lnTo>
                    <a:pt x="147605" y="998974"/>
                  </a:lnTo>
                  <a:lnTo>
                    <a:pt x="175177" y="999737"/>
                  </a:lnTo>
                  <a:lnTo>
                    <a:pt x="205713" y="966959"/>
                  </a:lnTo>
                  <a:lnTo>
                    <a:pt x="226968" y="880334"/>
                  </a:lnTo>
                  <a:lnTo>
                    <a:pt x="243841" y="786985"/>
                  </a:lnTo>
                  <a:lnTo>
                    <a:pt x="256215" y="708437"/>
                  </a:lnTo>
                  <a:lnTo>
                    <a:pt x="261022" y="675424"/>
                  </a:lnTo>
                  <a:lnTo>
                    <a:pt x="30709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1095778" y="4010851"/>
              <a:ext cx="163195" cy="265430"/>
            </a:xfrm>
            <a:custGeom>
              <a:avLst/>
              <a:gdLst/>
              <a:ahLst/>
              <a:cxnLst/>
              <a:rect l="l" t="t" r="r" b="b"/>
              <a:pathLst>
                <a:path w="163195" h="265429">
                  <a:moveTo>
                    <a:pt x="128603" y="0"/>
                  </a:moveTo>
                  <a:lnTo>
                    <a:pt x="58846" y="19203"/>
                  </a:lnTo>
                  <a:lnTo>
                    <a:pt x="29193" y="103229"/>
                  </a:lnTo>
                  <a:lnTo>
                    <a:pt x="13478" y="149659"/>
                  </a:lnTo>
                  <a:lnTo>
                    <a:pt x="2869" y="196046"/>
                  </a:lnTo>
                  <a:lnTo>
                    <a:pt x="28" y="238469"/>
                  </a:lnTo>
                  <a:lnTo>
                    <a:pt x="0" y="251573"/>
                  </a:lnTo>
                  <a:lnTo>
                    <a:pt x="12087" y="251212"/>
                  </a:lnTo>
                  <a:lnTo>
                    <a:pt x="26836" y="251447"/>
                  </a:lnTo>
                  <a:lnTo>
                    <a:pt x="62663" y="256910"/>
                  </a:lnTo>
                  <a:lnTo>
                    <a:pt x="94840" y="264285"/>
                  </a:lnTo>
                  <a:lnTo>
                    <a:pt x="122414" y="265047"/>
                  </a:lnTo>
                  <a:lnTo>
                    <a:pt x="152950" y="232270"/>
                  </a:lnTo>
                  <a:lnTo>
                    <a:pt x="160173" y="189946"/>
                  </a:lnTo>
                  <a:lnTo>
                    <a:pt x="162656" y="157370"/>
                  </a:lnTo>
                  <a:lnTo>
                    <a:pt x="162242" y="128845"/>
                  </a:lnTo>
                  <a:lnTo>
                    <a:pt x="157827" y="107881"/>
                  </a:lnTo>
                  <a:lnTo>
                    <a:pt x="147640" y="74966"/>
                  </a:lnTo>
                  <a:lnTo>
                    <a:pt x="134190" y="10946"/>
                  </a:lnTo>
                  <a:lnTo>
                    <a:pt x="128603" y="0"/>
                  </a:lnTo>
                  <a:close/>
                </a:path>
              </a:pathLst>
            </a:custGeom>
            <a:solidFill>
              <a:srgbClr val="92C8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1521432" y="2776572"/>
              <a:ext cx="179705" cy="523875"/>
            </a:xfrm>
            <a:custGeom>
              <a:avLst/>
              <a:gdLst/>
              <a:ahLst/>
              <a:cxnLst/>
              <a:rect l="l" t="t" r="r" b="b"/>
              <a:pathLst>
                <a:path w="179704" h="523875">
                  <a:moveTo>
                    <a:pt x="67233" y="0"/>
                  </a:moveTo>
                  <a:lnTo>
                    <a:pt x="0" y="523659"/>
                  </a:lnTo>
                  <a:lnTo>
                    <a:pt x="21427" y="520923"/>
                  </a:lnTo>
                  <a:lnTo>
                    <a:pt x="69671" y="512577"/>
                  </a:lnTo>
                  <a:lnTo>
                    <a:pt x="120679" y="498413"/>
                  </a:lnTo>
                  <a:lnTo>
                    <a:pt x="157743" y="457166"/>
                  </a:lnTo>
                  <a:lnTo>
                    <a:pt x="159874" y="420456"/>
                  </a:lnTo>
                  <a:lnTo>
                    <a:pt x="161105" y="399579"/>
                  </a:lnTo>
                  <a:lnTo>
                    <a:pt x="162728" y="378744"/>
                  </a:lnTo>
                  <a:lnTo>
                    <a:pt x="163699" y="352451"/>
                  </a:lnTo>
                  <a:lnTo>
                    <a:pt x="166841" y="305937"/>
                  </a:lnTo>
                  <a:lnTo>
                    <a:pt x="174978" y="224443"/>
                  </a:lnTo>
                  <a:lnTo>
                    <a:pt x="179540" y="154572"/>
                  </a:lnTo>
                  <a:lnTo>
                    <a:pt x="174927" y="101325"/>
                  </a:lnTo>
                  <a:lnTo>
                    <a:pt x="160249" y="60853"/>
                  </a:lnTo>
                  <a:lnTo>
                    <a:pt x="134613" y="29308"/>
                  </a:lnTo>
                  <a:lnTo>
                    <a:pt x="96710" y="8385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1406057" y="3056101"/>
              <a:ext cx="186690" cy="268605"/>
            </a:xfrm>
            <a:custGeom>
              <a:avLst/>
              <a:gdLst/>
              <a:ahLst/>
              <a:cxnLst/>
              <a:rect l="l" t="t" r="r" b="b"/>
              <a:pathLst>
                <a:path w="186690" h="268604">
                  <a:moveTo>
                    <a:pt x="71610" y="0"/>
                  </a:moveTo>
                  <a:lnTo>
                    <a:pt x="60343" y="18973"/>
                  </a:lnTo>
                  <a:lnTo>
                    <a:pt x="42376" y="50265"/>
                  </a:lnTo>
                  <a:lnTo>
                    <a:pt x="0" y="125326"/>
                  </a:lnTo>
                  <a:lnTo>
                    <a:pt x="15363" y="180006"/>
                  </a:lnTo>
                  <a:lnTo>
                    <a:pt x="18334" y="189711"/>
                  </a:lnTo>
                  <a:lnTo>
                    <a:pt x="22468" y="208056"/>
                  </a:lnTo>
                  <a:lnTo>
                    <a:pt x="30588" y="234279"/>
                  </a:lnTo>
                  <a:lnTo>
                    <a:pt x="46305" y="257791"/>
                  </a:lnTo>
                  <a:lnTo>
                    <a:pt x="73233" y="268002"/>
                  </a:lnTo>
                  <a:lnTo>
                    <a:pt x="109806" y="261147"/>
                  </a:lnTo>
                  <a:lnTo>
                    <a:pt x="146440" y="244201"/>
                  </a:lnTo>
                  <a:lnTo>
                    <a:pt x="174765" y="222473"/>
                  </a:lnTo>
                  <a:lnTo>
                    <a:pt x="186413" y="201271"/>
                  </a:lnTo>
                  <a:lnTo>
                    <a:pt x="183360" y="178393"/>
                  </a:lnTo>
                  <a:lnTo>
                    <a:pt x="174619" y="147686"/>
                  </a:lnTo>
                  <a:lnTo>
                    <a:pt x="162416" y="108859"/>
                  </a:lnTo>
                  <a:lnTo>
                    <a:pt x="146009" y="51560"/>
                  </a:lnTo>
                  <a:lnTo>
                    <a:pt x="120508" y="14016"/>
                  </a:lnTo>
                  <a:lnTo>
                    <a:pt x="81697" y="810"/>
                  </a:lnTo>
                  <a:lnTo>
                    <a:pt x="74656" y="695"/>
                  </a:lnTo>
                  <a:lnTo>
                    <a:pt x="71819" y="450"/>
                  </a:lnTo>
                  <a:lnTo>
                    <a:pt x="7161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1406057" y="3061127"/>
              <a:ext cx="148979" cy="184350"/>
            </a:xfrm>
            <a:prstGeom prst="rect">
              <a:avLst/>
            </a:prstGeom>
          </p:spPr>
        </p:pic>
        <p:sp>
          <p:nvSpPr>
            <p:cNvPr id="128" name="object 128" descr=""/>
            <p:cNvSpPr/>
            <p:nvPr/>
          </p:nvSpPr>
          <p:spPr>
            <a:xfrm>
              <a:off x="11303648" y="2834832"/>
              <a:ext cx="285115" cy="366395"/>
            </a:xfrm>
            <a:custGeom>
              <a:avLst/>
              <a:gdLst/>
              <a:ahLst/>
              <a:cxnLst/>
              <a:rect l="l" t="t" r="r" b="b"/>
              <a:pathLst>
                <a:path w="285115" h="366394">
                  <a:moveTo>
                    <a:pt x="138109" y="0"/>
                  </a:moveTo>
                  <a:lnTo>
                    <a:pt x="77860" y="17850"/>
                  </a:lnTo>
                  <a:lnTo>
                    <a:pt x="44345" y="48829"/>
                  </a:lnTo>
                  <a:lnTo>
                    <a:pt x="17017" y="90947"/>
                  </a:lnTo>
                  <a:lnTo>
                    <a:pt x="3119" y="160149"/>
                  </a:lnTo>
                  <a:lnTo>
                    <a:pt x="0" y="209533"/>
                  </a:lnTo>
                  <a:lnTo>
                    <a:pt x="972" y="240787"/>
                  </a:lnTo>
                  <a:lnTo>
                    <a:pt x="34929" y="314050"/>
                  </a:lnTo>
                  <a:lnTo>
                    <a:pt x="66896" y="347951"/>
                  </a:lnTo>
                  <a:lnTo>
                    <a:pt x="103252" y="365839"/>
                  </a:lnTo>
                  <a:lnTo>
                    <a:pt x="126660" y="361450"/>
                  </a:lnTo>
                  <a:lnTo>
                    <a:pt x="192610" y="331974"/>
                  </a:lnTo>
                  <a:lnTo>
                    <a:pt x="238482" y="297413"/>
                  </a:lnTo>
                  <a:lnTo>
                    <a:pt x="265446" y="254031"/>
                  </a:lnTo>
                  <a:lnTo>
                    <a:pt x="280923" y="190854"/>
                  </a:lnTo>
                  <a:lnTo>
                    <a:pt x="284486" y="147117"/>
                  </a:lnTo>
                  <a:lnTo>
                    <a:pt x="278692" y="100779"/>
                  </a:lnTo>
                  <a:lnTo>
                    <a:pt x="267760" y="62153"/>
                  </a:lnTo>
                  <a:lnTo>
                    <a:pt x="238437" y="19428"/>
                  </a:lnTo>
                  <a:lnTo>
                    <a:pt x="174448" y="919"/>
                  </a:lnTo>
                  <a:lnTo>
                    <a:pt x="138109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557118" y="2963526"/>
              <a:ext cx="69681" cy="97177"/>
            </a:xfrm>
            <a:prstGeom prst="rect">
              <a:avLst/>
            </a:prstGeom>
          </p:spPr>
        </p:pic>
      </p:grpSp>
      <p:pic>
        <p:nvPicPr>
          <p:cNvPr id="130" name="object 130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1121776" y="5115037"/>
            <a:ext cx="313089" cy="678512"/>
          </a:xfrm>
          <a:prstGeom prst="rect">
            <a:avLst/>
          </a:prstGeom>
        </p:spPr>
      </p:pic>
      <p:grpSp>
        <p:nvGrpSpPr>
          <p:cNvPr id="131" name="object 131" descr=""/>
          <p:cNvGrpSpPr/>
          <p:nvPr/>
        </p:nvGrpSpPr>
        <p:grpSpPr>
          <a:xfrm>
            <a:off x="11003758" y="3602433"/>
            <a:ext cx="972185" cy="2239645"/>
            <a:chOff x="11003758" y="3602433"/>
            <a:chExt cx="972185" cy="2239645"/>
          </a:xfrm>
        </p:grpSpPr>
        <p:pic>
          <p:nvPicPr>
            <p:cNvPr id="132" name="object 13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710055" y="5726746"/>
              <a:ext cx="262754" cy="115054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624671" y="5036181"/>
              <a:ext cx="334140" cy="768479"/>
            </a:xfrm>
            <a:prstGeom prst="rect">
              <a:avLst/>
            </a:prstGeom>
          </p:spPr>
        </p:pic>
        <p:pic>
          <p:nvPicPr>
            <p:cNvPr id="134" name="object 134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1103063" y="4004747"/>
              <a:ext cx="872707" cy="1259206"/>
            </a:xfrm>
            <a:prstGeom prst="rect">
              <a:avLst/>
            </a:prstGeom>
          </p:spPr>
        </p:pic>
        <p:pic>
          <p:nvPicPr>
            <p:cNvPr id="135" name="object 135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1450961" y="4309743"/>
              <a:ext cx="73357" cy="933489"/>
            </a:xfrm>
            <a:prstGeom prst="rect">
              <a:avLst/>
            </a:prstGeom>
          </p:spPr>
        </p:pic>
        <p:pic>
          <p:nvPicPr>
            <p:cNvPr id="136" name="object 136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1157146" y="3959400"/>
              <a:ext cx="818613" cy="1258272"/>
            </a:xfrm>
            <a:prstGeom prst="rect">
              <a:avLst/>
            </a:prstGeom>
          </p:spPr>
        </p:pic>
        <p:sp>
          <p:nvSpPr>
            <p:cNvPr id="137" name="object 137" descr=""/>
            <p:cNvSpPr/>
            <p:nvPr/>
          </p:nvSpPr>
          <p:spPr>
            <a:xfrm>
              <a:off x="11003758" y="3602433"/>
              <a:ext cx="238125" cy="325755"/>
            </a:xfrm>
            <a:custGeom>
              <a:avLst/>
              <a:gdLst/>
              <a:ahLst/>
              <a:cxnLst/>
              <a:rect l="l" t="t" r="r" b="b"/>
              <a:pathLst>
                <a:path w="238125" h="325754">
                  <a:moveTo>
                    <a:pt x="112187" y="0"/>
                  </a:moveTo>
                  <a:lnTo>
                    <a:pt x="68641" y="89174"/>
                  </a:lnTo>
                  <a:lnTo>
                    <a:pt x="43823" y="141059"/>
                  </a:lnTo>
                  <a:lnTo>
                    <a:pt x="10955" y="218495"/>
                  </a:lnTo>
                  <a:lnTo>
                    <a:pt x="135" y="259242"/>
                  </a:lnTo>
                  <a:lnTo>
                    <a:pt x="0" y="265765"/>
                  </a:lnTo>
                  <a:lnTo>
                    <a:pt x="426" y="272043"/>
                  </a:lnTo>
                  <a:lnTo>
                    <a:pt x="21200" y="307732"/>
                  </a:lnTo>
                  <a:lnTo>
                    <a:pt x="57173" y="324983"/>
                  </a:lnTo>
                  <a:lnTo>
                    <a:pt x="66390" y="325725"/>
                  </a:lnTo>
                  <a:lnTo>
                    <a:pt x="75878" y="325693"/>
                  </a:lnTo>
                  <a:lnTo>
                    <a:pt x="90324" y="324670"/>
                  </a:lnTo>
                  <a:lnTo>
                    <a:pt x="121436" y="321111"/>
                  </a:lnTo>
                  <a:lnTo>
                    <a:pt x="144636" y="318032"/>
                  </a:lnTo>
                  <a:lnTo>
                    <a:pt x="104732" y="319299"/>
                  </a:lnTo>
                  <a:lnTo>
                    <a:pt x="147338" y="219207"/>
                  </a:lnTo>
                  <a:lnTo>
                    <a:pt x="238047" y="36784"/>
                  </a:lnTo>
                  <a:lnTo>
                    <a:pt x="112187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11292724" y="2806094"/>
            <a:ext cx="365125" cy="169545"/>
            <a:chOff x="11292724" y="2806094"/>
            <a:chExt cx="365125" cy="169545"/>
          </a:xfrm>
        </p:grpSpPr>
        <p:sp>
          <p:nvSpPr>
            <p:cNvPr id="139" name="object 139" descr=""/>
            <p:cNvSpPr/>
            <p:nvPr/>
          </p:nvSpPr>
          <p:spPr>
            <a:xfrm>
              <a:off x="11292724" y="2806094"/>
              <a:ext cx="262890" cy="142875"/>
            </a:xfrm>
            <a:custGeom>
              <a:avLst/>
              <a:gdLst/>
              <a:ahLst/>
              <a:cxnLst/>
              <a:rect l="l" t="t" r="r" b="b"/>
              <a:pathLst>
                <a:path w="262890" h="142875">
                  <a:moveTo>
                    <a:pt x="139545" y="0"/>
                  </a:moveTo>
                  <a:lnTo>
                    <a:pt x="98491" y="19754"/>
                  </a:lnTo>
                  <a:lnTo>
                    <a:pt x="54186" y="52521"/>
                  </a:lnTo>
                  <a:lnTo>
                    <a:pt x="20719" y="87513"/>
                  </a:lnTo>
                  <a:lnTo>
                    <a:pt x="0" y="115012"/>
                  </a:lnTo>
                  <a:lnTo>
                    <a:pt x="7162" y="138864"/>
                  </a:lnTo>
                  <a:lnTo>
                    <a:pt x="14995" y="140485"/>
                  </a:lnTo>
                  <a:lnTo>
                    <a:pt x="37926" y="142337"/>
                  </a:lnTo>
                  <a:lnTo>
                    <a:pt x="75106" y="139902"/>
                  </a:lnTo>
                  <a:lnTo>
                    <a:pt x="125682" y="128666"/>
                  </a:lnTo>
                  <a:lnTo>
                    <a:pt x="170573" y="114675"/>
                  </a:lnTo>
                  <a:lnTo>
                    <a:pt x="226281" y="85047"/>
                  </a:lnTo>
                  <a:lnTo>
                    <a:pt x="262808" y="55736"/>
                  </a:lnTo>
                  <a:lnTo>
                    <a:pt x="251280" y="34773"/>
                  </a:lnTo>
                  <a:lnTo>
                    <a:pt x="212360" y="7978"/>
                  </a:lnTo>
                  <a:lnTo>
                    <a:pt x="174291" y="801"/>
                  </a:lnTo>
                  <a:lnTo>
                    <a:pt x="154384" y="616"/>
                  </a:lnTo>
                  <a:lnTo>
                    <a:pt x="139545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0" name="object 14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1508457" y="2846311"/>
              <a:ext cx="149157" cy="128985"/>
            </a:xfrm>
            <a:prstGeom prst="rect">
              <a:avLst/>
            </a:prstGeom>
          </p:spPr>
        </p:pic>
      </p:grpSp>
      <p:pic>
        <p:nvPicPr>
          <p:cNvPr id="141" name="object 141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1001248" y="3060743"/>
            <a:ext cx="1063496" cy="1266323"/>
          </a:xfrm>
          <a:prstGeom prst="rect">
            <a:avLst/>
          </a:prstGeom>
        </p:spPr>
      </p:pic>
      <p:grpSp>
        <p:nvGrpSpPr>
          <p:cNvPr id="142" name="object 142" descr=""/>
          <p:cNvGrpSpPr/>
          <p:nvPr/>
        </p:nvGrpSpPr>
        <p:grpSpPr>
          <a:xfrm>
            <a:off x="11478987" y="2786180"/>
            <a:ext cx="105410" cy="138430"/>
            <a:chOff x="11478987" y="2786180"/>
            <a:chExt cx="105410" cy="138430"/>
          </a:xfrm>
        </p:grpSpPr>
        <p:sp>
          <p:nvSpPr>
            <p:cNvPr id="143" name="object 143" descr=""/>
            <p:cNvSpPr/>
            <p:nvPr/>
          </p:nvSpPr>
          <p:spPr>
            <a:xfrm>
              <a:off x="11516263" y="2786180"/>
              <a:ext cx="68580" cy="91440"/>
            </a:xfrm>
            <a:custGeom>
              <a:avLst/>
              <a:gdLst/>
              <a:ahLst/>
              <a:cxnLst/>
              <a:rect l="l" t="t" r="r" b="b"/>
              <a:pathLst>
                <a:path w="68579" h="91439">
                  <a:moveTo>
                    <a:pt x="64144" y="0"/>
                  </a:moveTo>
                  <a:lnTo>
                    <a:pt x="31590" y="28721"/>
                  </a:lnTo>
                  <a:lnTo>
                    <a:pt x="5348" y="73515"/>
                  </a:lnTo>
                  <a:lnTo>
                    <a:pt x="0" y="89170"/>
                  </a:lnTo>
                  <a:lnTo>
                    <a:pt x="4910" y="91316"/>
                  </a:lnTo>
                  <a:lnTo>
                    <a:pt x="38616" y="52496"/>
                  </a:lnTo>
                  <a:lnTo>
                    <a:pt x="61115" y="20511"/>
                  </a:lnTo>
                  <a:lnTo>
                    <a:pt x="68029" y="2157"/>
                  </a:lnTo>
                  <a:lnTo>
                    <a:pt x="64144" y="0"/>
                  </a:lnTo>
                  <a:close/>
                </a:path>
              </a:pathLst>
            </a:custGeom>
            <a:solidFill>
              <a:srgbClr val="C8915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1478987" y="2886435"/>
              <a:ext cx="50165" cy="381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48458" y="16041"/>
                  </a:moveTo>
                  <a:lnTo>
                    <a:pt x="26323" y="16041"/>
                  </a:lnTo>
                  <a:lnTo>
                    <a:pt x="35580" y="17926"/>
                  </a:lnTo>
                  <a:lnTo>
                    <a:pt x="36354" y="37705"/>
                  </a:lnTo>
                  <a:lnTo>
                    <a:pt x="38319" y="34512"/>
                  </a:lnTo>
                  <a:lnTo>
                    <a:pt x="42667" y="27226"/>
                  </a:lnTo>
                  <a:lnTo>
                    <a:pt x="47084" y="19293"/>
                  </a:lnTo>
                  <a:lnTo>
                    <a:pt x="48458" y="16041"/>
                  </a:lnTo>
                  <a:close/>
                </a:path>
                <a:path w="50165" h="38100">
                  <a:moveTo>
                    <a:pt x="37349" y="0"/>
                  </a:moveTo>
                  <a:lnTo>
                    <a:pt x="0" y="25465"/>
                  </a:lnTo>
                  <a:lnTo>
                    <a:pt x="2811" y="23727"/>
                  </a:lnTo>
                  <a:lnTo>
                    <a:pt x="9690" y="20046"/>
                  </a:lnTo>
                  <a:lnTo>
                    <a:pt x="18305" y="16718"/>
                  </a:lnTo>
                  <a:lnTo>
                    <a:pt x="26323" y="16041"/>
                  </a:lnTo>
                  <a:lnTo>
                    <a:pt x="48458" y="16041"/>
                  </a:lnTo>
                  <a:lnTo>
                    <a:pt x="49255" y="14156"/>
                  </a:lnTo>
                  <a:lnTo>
                    <a:pt x="49611" y="10711"/>
                  </a:lnTo>
                  <a:lnTo>
                    <a:pt x="37349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5" name="object 145" descr=""/>
          <p:cNvGrpSpPr/>
          <p:nvPr/>
        </p:nvGrpSpPr>
        <p:grpSpPr>
          <a:xfrm>
            <a:off x="12588739" y="2738146"/>
            <a:ext cx="658495" cy="1537970"/>
            <a:chOff x="12588739" y="2738146"/>
            <a:chExt cx="658495" cy="1537970"/>
          </a:xfrm>
        </p:grpSpPr>
        <p:pic>
          <p:nvPicPr>
            <p:cNvPr id="146" name="object 146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812006" y="3116268"/>
              <a:ext cx="238582" cy="235019"/>
            </a:xfrm>
            <a:prstGeom prst="rect">
              <a:avLst/>
            </a:prstGeom>
          </p:spPr>
        </p:pic>
        <p:sp>
          <p:nvSpPr>
            <p:cNvPr id="147" name="object 147" descr=""/>
            <p:cNvSpPr/>
            <p:nvPr/>
          </p:nvSpPr>
          <p:spPr>
            <a:xfrm>
              <a:off x="12690475" y="2738151"/>
              <a:ext cx="479425" cy="821690"/>
            </a:xfrm>
            <a:custGeom>
              <a:avLst/>
              <a:gdLst/>
              <a:ahLst/>
              <a:cxnLst/>
              <a:rect l="l" t="t" r="r" b="b"/>
              <a:pathLst>
                <a:path w="479425" h="821689">
                  <a:moveTo>
                    <a:pt x="478993" y="91046"/>
                  </a:moveTo>
                  <a:lnTo>
                    <a:pt x="443903" y="38430"/>
                  </a:lnTo>
                  <a:lnTo>
                    <a:pt x="427596" y="13462"/>
                  </a:lnTo>
                  <a:lnTo>
                    <a:pt x="408305" y="1689"/>
                  </a:lnTo>
                  <a:lnTo>
                    <a:pt x="310934" y="5295"/>
                  </a:lnTo>
                  <a:lnTo>
                    <a:pt x="252374" y="12763"/>
                  </a:lnTo>
                  <a:lnTo>
                    <a:pt x="204914" y="24828"/>
                  </a:lnTo>
                  <a:lnTo>
                    <a:pt x="167132" y="44475"/>
                  </a:lnTo>
                  <a:lnTo>
                    <a:pt x="137629" y="74714"/>
                  </a:lnTo>
                  <a:lnTo>
                    <a:pt x="114985" y="118541"/>
                  </a:lnTo>
                  <a:lnTo>
                    <a:pt x="98005" y="175475"/>
                  </a:lnTo>
                  <a:lnTo>
                    <a:pt x="91630" y="221005"/>
                  </a:lnTo>
                  <a:lnTo>
                    <a:pt x="88900" y="260807"/>
                  </a:lnTo>
                  <a:lnTo>
                    <a:pt x="82804" y="300596"/>
                  </a:lnTo>
                  <a:lnTo>
                    <a:pt x="81902" y="308292"/>
                  </a:lnTo>
                  <a:lnTo>
                    <a:pt x="75298" y="341845"/>
                  </a:lnTo>
                  <a:lnTo>
                    <a:pt x="59080" y="382320"/>
                  </a:lnTo>
                  <a:lnTo>
                    <a:pt x="38608" y="427316"/>
                  </a:lnTo>
                  <a:lnTo>
                    <a:pt x="18732" y="477075"/>
                  </a:lnTo>
                  <a:lnTo>
                    <a:pt x="4292" y="531825"/>
                  </a:lnTo>
                  <a:lnTo>
                    <a:pt x="25" y="571309"/>
                  </a:lnTo>
                  <a:lnTo>
                    <a:pt x="0" y="612698"/>
                  </a:lnTo>
                  <a:lnTo>
                    <a:pt x="3632" y="651954"/>
                  </a:lnTo>
                  <a:lnTo>
                    <a:pt x="10337" y="685063"/>
                  </a:lnTo>
                  <a:lnTo>
                    <a:pt x="37325" y="742454"/>
                  </a:lnTo>
                  <a:lnTo>
                    <a:pt x="46088" y="752919"/>
                  </a:lnTo>
                  <a:lnTo>
                    <a:pt x="42303" y="815022"/>
                  </a:lnTo>
                  <a:lnTo>
                    <a:pt x="76225" y="787857"/>
                  </a:lnTo>
                  <a:lnTo>
                    <a:pt x="104940" y="812355"/>
                  </a:lnTo>
                  <a:lnTo>
                    <a:pt x="118478" y="821690"/>
                  </a:lnTo>
                  <a:lnTo>
                    <a:pt x="305765" y="604088"/>
                  </a:lnTo>
                  <a:lnTo>
                    <a:pt x="394601" y="532955"/>
                  </a:lnTo>
                  <a:lnTo>
                    <a:pt x="402475" y="491718"/>
                  </a:lnTo>
                  <a:lnTo>
                    <a:pt x="405828" y="487819"/>
                  </a:lnTo>
                  <a:lnTo>
                    <a:pt x="403542" y="486143"/>
                  </a:lnTo>
                  <a:lnTo>
                    <a:pt x="478993" y="91046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12588739" y="3276159"/>
              <a:ext cx="307340" cy="1000125"/>
            </a:xfrm>
            <a:custGeom>
              <a:avLst/>
              <a:gdLst/>
              <a:ahLst/>
              <a:cxnLst/>
              <a:rect l="l" t="t" r="r" b="b"/>
              <a:pathLst>
                <a:path w="307340" h="1000125">
                  <a:moveTo>
                    <a:pt x="307094" y="0"/>
                  </a:moveTo>
                  <a:lnTo>
                    <a:pt x="253792" y="8906"/>
                  </a:lnTo>
                  <a:lnTo>
                    <a:pt x="214092" y="38271"/>
                  </a:lnTo>
                  <a:lnTo>
                    <a:pt x="191226" y="88200"/>
                  </a:lnTo>
                  <a:lnTo>
                    <a:pt x="180989" y="130912"/>
                  </a:lnTo>
                  <a:lnTo>
                    <a:pt x="171292" y="182452"/>
                  </a:lnTo>
                  <a:lnTo>
                    <a:pt x="161940" y="240569"/>
                  </a:lnTo>
                  <a:lnTo>
                    <a:pt x="152740" y="303009"/>
                  </a:lnTo>
                  <a:lnTo>
                    <a:pt x="143498" y="367520"/>
                  </a:lnTo>
                  <a:lnTo>
                    <a:pt x="134021" y="431850"/>
                  </a:lnTo>
                  <a:lnTo>
                    <a:pt x="122683" y="503093"/>
                  </a:lnTo>
                  <a:lnTo>
                    <a:pt x="111278" y="569579"/>
                  </a:lnTo>
                  <a:lnTo>
                    <a:pt x="100293" y="629721"/>
                  </a:lnTo>
                  <a:lnTo>
                    <a:pt x="90217" y="681932"/>
                  </a:lnTo>
                  <a:lnTo>
                    <a:pt x="81535" y="724626"/>
                  </a:lnTo>
                  <a:lnTo>
                    <a:pt x="70305" y="775117"/>
                  </a:lnTo>
                  <a:lnTo>
                    <a:pt x="50138" y="823300"/>
                  </a:lnTo>
                  <a:lnTo>
                    <a:pt x="21536" y="877312"/>
                  </a:lnTo>
                  <a:lnTo>
                    <a:pt x="0" y="927231"/>
                  </a:lnTo>
                  <a:lnTo>
                    <a:pt x="1030" y="963132"/>
                  </a:lnTo>
                  <a:lnTo>
                    <a:pt x="13135" y="978183"/>
                  </a:lnTo>
                  <a:lnTo>
                    <a:pt x="23934" y="985170"/>
                  </a:lnTo>
                  <a:lnTo>
                    <a:pt x="36215" y="986920"/>
                  </a:lnTo>
                  <a:lnTo>
                    <a:pt x="64850" y="985901"/>
                  </a:lnTo>
                  <a:lnTo>
                    <a:pt x="79604" y="986137"/>
                  </a:lnTo>
                  <a:lnTo>
                    <a:pt x="115425" y="991600"/>
                  </a:lnTo>
                  <a:lnTo>
                    <a:pt x="147602" y="998974"/>
                  </a:lnTo>
                  <a:lnTo>
                    <a:pt x="175176" y="999737"/>
                  </a:lnTo>
                  <a:lnTo>
                    <a:pt x="205713" y="966959"/>
                  </a:lnTo>
                  <a:lnTo>
                    <a:pt x="226968" y="880334"/>
                  </a:lnTo>
                  <a:lnTo>
                    <a:pt x="243841" y="786985"/>
                  </a:lnTo>
                  <a:lnTo>
                    <a:pt x="256215" y="708437"/>
                  </a:lnTo>
                  <a:lnTo>
                    <a:pt x="261022" y="675424"/>
                  </a:lnTo>
                  <a:lnTo>
                    <a:pt x="30709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12641502" y="4010851"/>
              <a:ext cx="163195" cy="265430"/>
            </a:xfrm>
            <a:custGeom>
              <a:avLst/>
              <a:gdLst/>
              <a:ahLst/>
              <a:cxnLst/>
              <a:rect l="l" t="t" r="r" b="b"/>
              <a:pathLst>
                <a:path w="163195" h="265429">
                  <a:moveTo>
                    <a:pt x="128603" y="0"/>
                  </a:moveTo>
                  <a:lnTo>
                    <a:pt x="58846" y="19203"/>
                  </a:lnTo>
                  <a:lnTo>
                    <a:pt x="29187" y="103229"/>
                  </a:lnTo>
                  <a:lnTo>
                    <a:pt x="13470" y="149659"/>
                  </a:lnTo>
                  <a:lnTo>
                    <a:pt x="2869" y="196046"/>
                  </a:lnTo>
                  <a:lnTo>
                    <a:pt x="28" y="238469"/>
                  </a:lnTo>
                  <a:lnTo>
                    <a:pt x="0" y="251573"/>
                  </a:lnTo>
                  <a:lnTo>
                    <a:pt x="12087" y="251212"/>
                  </a:lnTo>
                  <a:lnTo>
                    <a:pt x="26836" y="251447"/>
                  </a:lnTo>
                  <a:lnTo>
                    <a:pt x="62663" y="256910"/>
                  </a:lnTo>
                  <a:lnTo>
                    <a:pt x="94838" y="264285"/>
                  </a:lnTo>
                  <a:lnTo>
                    <a:pt x="122410" y="265047"/>
                  </a:lnTo>
                  <a:lnTo>
                    <a:pt x="152950" y="232270"/>
                  </a:lnTo>
                  <a:lnTo>
                    <a:pt x="160173" y="189946"/>
                  </a:lnTo>
                  <a:lnTo>
                    <a:pt x="162656" y="157370"/>
                  </a:lnTo>
                  <a:lnTo>
                    <a:pt x="162242" y="128845"/>
                  </a:lnTo>
                  <a:lnTo>
                    <a:pt x="157827" y="107881"/>
                  </a:lnTo>
                  <a:lnTo>
                    <a:pt x="147640" y="74966"/>
                  </a:lnTo>
                  <a:lnTo>
                    <a:pt x="134190" y="10946"/>
                  </a:lnTo>
                  <a:lnTo>
                    <a:pt x="128603" y="0"/>
                  </a:lnTo>
                  <a:close/>
                </a:path>
              </a:pathLst>
            </a:custGeom>
            <a:solidFill>
              <a:srgbClr val="92C8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3067156" y="2776572"/>
              <a:ext cx="179705" cy="523875"/>
            </a:xfrm>
            <a:custGeom>
              <a:avLst/>
              <a:gdLst/>
              <a:ahLst/>
              <a:cxnLst/>
              <a:rect l="l" t="t" r="r" b="b"/>
              <a:pathLst>
                <a:path w="179705" h="523875">
                  <a:moveTo>
                    <a:pt x="67233" y="0"/>
                  </a:moveTo>
                  <a:lnTo>
                    <a:pt x="0" y="523659"/>
                  </a:lnTo>
                  <a:lnTo>
                    <a:pt x="21427" y="520923"/>
                  </a:lnTo>
                  <a:lnTo>
                    <a:pt x="69671" y="512577"/>
                  </a:lnTo>
                  <a:lnTo>
                    <a:pt x="120679" y="498413"/>
                  </a:lnTo>
                  <a:lnTo>
                    <a:pt x="157743" y="457166"/>
                  </a:lnTo>
                  <a:lnTo>
                    <a:pt x="159874" y="420456"/>
                  </a:lnTo>
                  <a:lnTo>
                    <a:pt x="161105" y="399579"/>
                  </a:lnTo>
                  <a:lnTo>
                    <a:pt x="162728" y="378744"/>
                  </a:lnTo>
                  <a:lnTo>
                    <a:pt x="163699" y="352451"/>
                  </a:lnTo>
                  <a:lnTo>
                    <a:pt x="166841" y="305937"/>
                  </a:lnTo>
                  <a:lnTo>
                    <a:pt x="174978" y="224443"/>
                  </a:lnTo>
                  <a:lnTo>
                    <a:pt x="179538" y="154572"/>
                  </a:lnTo>
                  <a:lnTo>
                    <a:pt x="174923" y="101325"/>
                  </a:lnTo>
                  <a:lnTo>
                    <a:pt x="160245" y="60853"/>
                  </a:lnTo>
                  <a:lnTo>
                    <a:pt x="134613" y="29308"/>
                  </a:lnTo>
                  <a:lnTo>
                    <a:pt x="96710" y="8385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2951779" y="3056101"/>
              <a:ext cx="186690" cy="268605"/>
            </a:xfrm>
            <a:custGeom>
              <a:avLst/>
              <a:gdLst/>
              <a:ahLst/>
              <a:cxnLst/>
              <a:rect l="l" t="t" r="r" b="b"/>
              <a:pathLst>
                <a:path w="186690" h="268604">
                  <a:moveTo>
                    <a:pt x="71610" y="0"/>
                  </a:moveTo>
                  <a:lnTo>
                    <a:pt x="60343" y="18973"/>
                  </a:lnTo>
                  <a:lnTo>
                    <a:pt x="42376" y="50265"/>
                  </a:lnTo>
                  <a:lnTo>
                    <a:pt x="0" y="125326"/>
                  </a:lnTo>
                  <a:lnTo>
                    <a:pt x="15363" y="180006"/>
                  </a:lnTo>
                  <a:lnTo>
                    <a:pt x="18334" y="189711"/>
                  </a:lnTo>
                  <a:lnTo>
                    <a:pt x="22472" y="208056"/>
                  </a:lnTo>
                  <a:lnTo>
                    <a:pt x="30592" y="234279"/>
                  </a:lnTo>
                  <a:lnTo>
                    <a:pt x="46306" y="257791"/>
                  </a:lnTo>
                  <a:lnTo>
                    <a:pt x="73233" y="268002"/>
                  </a:lnTo>
                  <a:lnTo>
                    <a:pt x="109806" y="261147"/>
                  </a:lnTo>
                  <a:lnTo>
                    <a:pt x="146440" y="244201"/>
                  </a:lnTo>
                  <a:lnTo>
                    <a:pt x="174765" y="222473"/>
                  </a:lnTo>
                  <a:lnTo>
                    <a:pt x="186413" y="201271"/>
                  </a:lnTo>
                  <a:lnTo>
                    <a:pt x="183360" y="178393"/>
                  </a:lnTo>
                  <a:lnTo>
                    <a:pt x="174619" y="147686"/>
                  </a:lnTo>
                  <a:lnTo>
                    <a:pt x="162416" y="108859"/>
                  </a:lnTo>
                  <a:lnTo>
                    <a:pt x="146009" y="51560"/>
                  </a:lnTo>
                  <a:lnTo>
                    <a:pt x="120508" y="14016"/>
                  </a:lnTo>
                  <a:lnTo>
                    <a:pt x="81697" y="810"/>
                  </a:lnTo>
                  <a:lnTo>
                    <a:pt x="74656" y="695"/>
                  </a:lnTo>
                  <a:lnTo>
                    <a:pt x="71819" y="450"/>
                  </a:lnTo>
                  <a:lnTo>
                    <a:pt x="71610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2" name="object 152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951779" y="3061127"/>
              <a:ext cx="148979" cy="184350"/>
            </a:xfrm>
            <a:prstGeom prst="rect">
              <a:avLst/>
            </a:prstGeom>
          </p:spPr>
        </p:pic>
        <p:sp>
          <p:nvSpPr>
            <p:cNvPr id="153" name="object 153" descr=""/>
            <p:cNvSpPr/>
            <p:nvPr/>
          </p:nvSpPr>
          <p:spPr>
            <a:xfrm>
              <a:off x="12849371" y="2834832"/>
              <a:ext cx="285115" cy="366395"/>
            </a:xfrm>
            <a:custGeom>
              <a:avLst/>
              <a:gdLst/>
              <a:ahLst/>
              <a:cxnLst/>
              <a:rect l="l" t="t" r="r" b="b"/>
              <a:pathLst>
                <a:path w="285115" h="366394">
                  <a:moveTo>
                    <a:pt x="138109" y="0"/>
                  </a:moveTo>
                  <a:lnTo>
                    <a:pt x="77860" y="17850"/>
                  </a:lnTo>
                  <a:lnTo>
                    <a:pt x="44345" y="48829"/>
                  </a:lnTo>
                  <a:lnTo>
                    <a:pt x="17017" y="90947"/>
                  </a:lnTo>
                  <a:lnTo>
                    <a:pt x="3119" y="160149"/>
                  </a:lnTo>
                  <a:lnTo>
                    <a:pt x="0" y="209533"/>
                  </a:lnTo>
                  <a:lnTo>
                    <a:pt x="972" y="240787"/>
                  </a:lnTo>
                  <a:lnTo>
                    <a:pt x="34929" y="314050"/>
                  </a:lnTo>
                  <a:lnTo>
                    <a:pt x="66896" y="347951"/>
                  </a:lnTo>
                  <a:lnTo>
                    <a:pt x="103252" y="365839"/>
                  </a:lnTo>
                  <a:lnTo>
                    <a:pt x="126660" y="361450"/>
                  </a:lnTo>
                  <a:lnTo>
                    <a:pt x="192610" y="331974"/>
                  </a:lnTo>
                  <a:lnTo>
                    <a:pt x="238482" y="297413"/>
                  </a:lnTo>
                  <a:lnTo>
                    <a:pt x="265446" y="254031"/>
                  </a:lnTo>
                  <a:lnTo>
                    <a:pt x="280923" y="190854"/>
                  </a:lnTo>
                  <a:lnTo>
                    <a:pt x="284486" y="147117"/>
                  </a:lnTo>
                  <a:lnTo>
                    <a:pt x="278692" y="100779"/>
                  </a:lnTo>
                  <a:lnTo>
                    <a:pt x="267760" y="62153"/>
                  </a:lnTo>
                  <a:lnTo>
                    <a:pt x="238437" y="19428"/>
                  </a:lnTo>
                  <a:lnTo>
                    <a:pt x="174448" y="919"/>
                  </a:lnTo>
                  <a:lnTo>
                    <a:pt x="138109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4" name="object 154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3102841" y="2963526"/>
              <a:ext cx="69681" cy="97177"/>
            </a:xfrm>
            <a:prstGeom prst="rect">
              <a:avLst/>
            </a:prstGeom>
          </p:spPr>
        </p:pic>
      </p:grpSp>
      <p:pic>
        <p:nvPicPr>
          <p:cNvPr id="155" name="object 155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2667499" y="5115038"/>
            <a:ext cx="313079" cy="678512"/>
          </a:xfrm>
          <a:prstGeom prst="rect">
            <a:avLst/>
          </a:prstGeom>
        </p:spPr>
      </p:pic>
      <p:grpSp>
        <p:nvGrpSpPr>
          <p:cNvPr id="156" name="object 156" descr=""/>
          <p:cNvGrpSpPr/>
          <p:nvPr/>
        </p:nvGrpSpPr>
        <p:grpSpPr>
          <a:xfrm>
            <a:off x="12549481" y="3602433"/>
            <a:ext cx="972185" cy="2239645"/>
            <a:chOff x="12549481" y="3602433"/>
            <a:chExt cx="972185" cy="2239645"/>
          </a:xfrm>
        </p:grpSpPr>
        <p:pic>
          <p:nvPicPr>
            <p:cNvPr id="157" name="object 15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3255781" y="5726746"/>
              <a:ext cx="262752" cy="115054"/>
            </a:xfrm>
            <a:prstGeom prst="rect">
              <a:avLst/>
            </a:prstGeom>
          </p:spPr>
        </p:pic>
        <p:pic>
          <p:nvPicPr>
            <p:cNvPr id="158" name="object 158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3170394" y="5036182"/>
              <a:ext cx="334140" cy="768478"/>
            </a:xfrm>
            <a:prstGeom prst="rect">
              <a:avLst/>
            </a:prstGeom>
          </p:spPr>
        </p:pic>
        <p:pic>
          <p:nvPicPr>
            <p:cNvPr id="159" name="object 159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12648790" y="4004747"/>
              <a:ext cx="872704" cy="1259206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2996684" y="4309743"/>
              <a:ext cx="73357" cy="933489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2702860" y="3959400"/>
              <a:ext cx="818613" cy="1258272"/>
            </a:xfrm>
            <a:prstGeom prst="rect">
              <a:avLst/>
            </a:prstGeom>
          </p:spPr>
        </p:pic>
        <p:sp>
          <p:nvSpPr>
            <p:cNvPr id="162" name="object 162" descr=""/>
            <p:cNvSpPr/>
            <p:nvPr/>
          </p:nvSpPr>
          <p:spPr>
            <a:xfrm>
              <a:off x="12549481" y="3602433"/>
              <a:ext cx="238125" cy="325755"/>
            </a:xfrm>
            <a:custGeom>
              <a:avLst/>
              <a:gdLst/>
              <a:ahLst/>
              <a:cxnLst/>
              <a:rect l="l" t="t" r="r" b="b"/>
              <a:pathLst>
                <a:path w="238125" h="325754">
                  <a:moveTo>
                    <a:pt x="112187" y="0"/>
                  </a:moveTo>
                  <a:lnTo>
                    <a:pt x="68641" y="89174"/>
                  </a:lnTo>
                  <a:lnTo>
                    <a:pt x="43823" y="141059"/>
                  </a:lnTo>
                  <a:lnTo>
                    <a:pt x="10955" y="218495"/>
                  </a:lnTo>
                  <a:lnTo>
                    <a:pt x="135" y="259242"/>
                  </a:lnTo>
                  <a:lnTo>
                    <a:pt x="0" y="265765"/>
                  </a:lnTo>
                  <a:lnTo>
                    <a:pt x="426" y="272043"/>
                  </a:lnTo>
                  <a:lnTo>
                    <a:pt x="21200" y="307732"/>
                  </a:lnTo>
                  <a:lnTo>
                    <a:pt x="57173" y="324983"/>
                  </a:lnTo>
                  <a:lnTo>
                    <a:pt x="66390" y="325725"/>
                  </a:lnTo>
                  <a:lnTo>
                    <a:pt x="75878" y="325693"/>
                  </a:lnTo>
                  <a:lnTo>
                    <a:pt x="90334" y="324670"/>
                  </a:lnTo>
                  <a:lnTo>
                    <a:pt x="121438" y="321111"/>
                  </a:lnTo>
                  <a:lnTo>
                    <a:pt x="144647" y="318032"/>
                  </a:lnTo>
                  <a:lnTo>
                    <a:pt x="104732" y="319299"/>
                  </a:lnTo>
                  <a:lnTo>
                    <a:pt x="147338" y="219207"/>
                  </a:lnTo>
                  <a:lnTo>
                    <a:pt x="238047" y="36784"/>
                  </a:lnTo>
                  <a:lnTo>
                    <a:pt x="112187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3" name="object 163" descr=""/>
          <p:cNvGrpSpPr/>
          <p:nvPr/>
        </p:nvGrpSpPr>
        <p:grpSpPr>
          <a:xfrm>
            <a:off x="12838446" y="2806094"/>
            <a:ext cx="365125" cy="169545"/>
            <a:chOff x="12838446" y="2806094"/>
            <a:chExt cx="365125" cy="169545"/>
          </a:xfrm>
        </p:grpSpPr>
        <p:sp>
          <p:nvSpPr>
            <p:cNvPr id="164" name="object 164" descr=""/>
            <p:cNvSpPr/>
            <p:nvPr/>
          </p:nvSpPr>
          <p:spPr>
            <a:xfrm>
              <a:off x="12838446" y="2806094"/>
              <a:ext cx="262890" cy="142875"/>
            </a:xfrm>
            <a:custGeom>
              <a:avLst/>
              <a:gdLst/>
              <a:ahLst/>
              <a:cxnLst/>
              <a:rect l="l" t="t" r="r" b="b"/>
              <a:pathLst>
                <a:path w="262890" h="142875">
                  <a:moveTo>
                    <a:pt x="139545" y="0"/>
                  </a:moveTo>
                  <a:lnTo>
                    <a:pt x="98491" y="19754"/>
                  </a:lnTo>
                  <a:lnTo>
                    <a:pt x="54186" y="52521"/>
                  </a:lnTo>
                  <a:lnTo>
                    <a:pt x="20719" y="87513"/>
                  </a:lnTo>
                  <a:lnTo>
                    <a:pt x="0" y="115012"/>
                  </a:lnTo>
                  <a:lnTo>
                    <a:pt x="7162" y="138864"/>
                  </a:lnTo>
                  <a:lnTo>
                    <a:pt x="14995" y="140485"/>
                  </a:lnTo>
                  <a:lnTo>
                    <a:pt x="37926" y="142337"/>
                  </a:lnTo>
                  <a:lnTo>
                    <a:pt x="75106" y="139902"/>
                  </a:lnTo>
                  <a:lnTo>
                    <a:pt x="125682" y="128666"/>
                  </a:lnTo>
                  <a:lnTo>
                    <a:pt x="170573" y="114675"/>
                  </a:lnTo>
                  <a:lnTo>
                    <a:pt x="226281" y="85047"/>
                  </a:lnTo>
                  <a:lnTo>
                    <a:pt x="262808" y="55736"/>
                  </a:lnTo>
                  <a:lnTo>
                    <a:pt x="251280" y="34773"/>
                  </a:lnTo>
                  <a:lnTo>
                    <a:pt x="212370" y="7978"/>
                  </a:lnTo>
                  <a:lnTo>
                    <a:pt x="174293" y="801"/>
                  </a:lnTo>
                  <a:lnTo>
                    <a:pt x="154384" y="616"/>
                  </a:lnTo>
                  <a:lnTo>
                    <a:pt x="139545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3054178" y="2846311"/>
              <a:ext cx="149157" cy="128985"/>
            </a:xfrm>
            <a:prstGeom prst="rect">
              <a:avLst/>
            </a:prstGeom>
          </p:spPr>
        </p:pic>
      </p:grpSp>
      <p:pic>
        <p:nvPicPr>
          <p:cNvPr id="166" name="object 166" descr=""/>
          <p:cNvPicPr/>
          <p:nvPr/>
        </p:nvPicPr>
        <p:blipFill>
          <a:blip r:embed="rId64" cstate="print"/>
          <a:stretch>
            <a:fillRect/>
          </a:stretch>
        </p:blipFill>
        <p:spPr>
          <a:xfrm>
            <a:off x="12546972" y="3060743"/>
            <a:ext cx="1063496" cy="1266323"/>
          </a:xfrm>
          <a:prstGeom prst="rect">
            <a:avLst/>
          </a:prstGeom>
        </p:spPr>
      </p:pic>
      <p:sp>
        <p:nvSpPr>
          <p:cNvPr id="167" name="object 167" descr=""/>
          <p:cNvSpPr/>
          <p:nvPr/>
        </p:nvSpPr>
        <p:spPr>
          <a:xfrm>
            <a:off x="13024701" y="2786182"/>
            <a:ext cx="105410" cy="138430"/>
          </a:xfrm>
          <a:custGeom>
            <a:avLst/>
            <a:gdLst/>
            <a:ahLst/>
            <a:cxnLst/>
            <a:rect l="l" t="t" r="r" b="b"/>
            <a:pathLst>
              <a:path w="105409" h="138430">
                <a:moveTo>
                  <a:pt x="49618" y="110972"/>
                </a:moveTo>
                <a:lnTo>
                  <a:pt x="37350" y="100253"/>
                </a:lnTo>
                <a:lnTo>
                  <a:pt x="0" y="125730"/>
                </a:lnTo>
                <a:lnTo>
                  <a:pt x="2819" y="123990"/>
                </a:lnTo>
                <a:lnTo>
                  <a:pt x="9690" y="120307"/>
                </a:lnTo>
                <a:lnTo>
                  <a:pt x="18313" y="116979"/>
                </a:lnTo>
                <a:lnTo>
                  <a:pt x="26327" y="116306"/>
                </a:lnTo>
                <a:lnTo>
                  <a:pt x="35585" y="118186"/>
                </a:lnTo>
                <a:lnTo>
                  <a:pt x="36360" y="137960"/>
                </a:lnTo>
                <a:lnTo>
                  <a:pt x="38315" y="134772"/>
                </a:lnTo>
                <a:lnTo>
                  <a:pt x="42672" y="127482"/>
                </a:lnTo>
                <a:lnTo>
                  <a:pt x="47091" y="119557"/>
                </a:lnTo>
                <a:lnTo>
                  <a:pt x="48463" y="116306"/>
                </a:lnTo>
                <a:lnTo>
                  <a:pt x="49263" y="114414"/>
                </a:lnTo>
                <a:lnTo>
                  <a:pt x="49618" y="110972"/>
                </a:lnTo>
                <a:close/>
              </a:path>
              <a:path w="105409" h="138430">
                <a:moveTo>
                  <a:pt x="105308" y="2159"/>
                </a:moveTo>
                <a:lnTo>
                  <a:pt x="101422" y="0"/>
                </a:lnTo>
                <a:lnTo>
                  <a:pt x="98717" y="1879"/>
                </a:lnTo>
                <a:lnTo>
                  <a:pt x="92621" y="6337"/>
                </a:lnTo>
                <a:lnTo>
                  <a:pt x="57645" y="43738"/>
                </a:lnTo>
                <a:lnTo>
                  <a:pt x="38303" y="85864"/>
                </a:lnTo>
                <a:lnTo>
                  <a:pt x="37274" y="89179"/>
                </a:lnTo>
                <a:lnTo>
                  <a:pt x="42189" y="91325"/>
                </a:lnTo>
                <a:lnTo>
                  <a:pt x="75895" y="52501"/>
                </a:lnTo>
                <a:lnTo>
                  <a:pt x="98399" y="20510"/>
                </a:lnTo>
                <a:lnTo>
                  <a:pt x="105308" y="2159"/>
                </a:lnTo>
                <a:close/>
              </a:path>
            </a:pathLst>
          </a:custGeom>
          <a:solidFill>
            <a:srgbClr val="31160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8" name="object 168" descr=""/>
          <p:cNvGrpSpPr/>
          <p:nvPr/>
        </p:nvGrpSpPr>
        <p:grpSpPr>
          <a:xfrm>
            <a:off x="14134461" y="2738146"/>
            <a:ext cx="658495" cy="1537970"/>
            <a:chOff x="14134461" y="2738146"/>
            <a:chExt cx="658495" cy="1537970"/>
          </a:xfrm>
        </p:grpSpPr>
        <p:pic>
          <p:nvPicPr>
            <p:cNvPr id="169" name="object 169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4357728" y="3116268"/>
              <a:ext cx="238582" cy="235019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14236205" y="2738151"/>
              <a:ext cx="479425" cy="821690"/>
            </a:xfrm>
            <a:custGeom>
              <a:avLst/>
              <a:gdLst/>
              <a:ahLst/>
              <a:cxnLst/>
              <a:rect l="l" t="t" r="r" b="b"/>
              <a:pathLst>
                <a:path w="479425" h="821689">
                  <a:moveTo>
                    <a:pt x="478993" y="91046"/>
                  </a:moveTo>
                  <a:lnTo>
                    <a:pt x="443903" y="38430"/>
                  </a:lnTo>
                  <a:lnTo>
                    <a:pt x="427583" y="13462"/>
                  </a:lnTo>
                  <a:lnTo>
                    <a:pt x="408305" y="1689"/>
                  </a:lnTo>
                  <a:lnTo>
                    <a:pt x="310934" y="5295"/>
                  </a:lnTo>
                  <a:lnTo>
                    <a:pt x="252361" y="12763"/>
                  </a:lnTo>
                  <a:lnTo>
                    <a:pt x="204901" y="24828"/>
                  </a:lnTo>
                  <a:lnTo>
                    <a:pt x="167132" y="44475"/>
                  </a:lnTo>
                  <a:lnTo>
                    <a:pt x="137629" y="74714"/>
                  </a:lnTo>
                  <a:lnTo>
                    <a:pt x="114973" y="118541"/>
                  </a:lnTo>
                  <a:lnTo>
                    <a:pt x="97993" y="175475"/>
                  </a:lnTo>
                  <a:lnTo>
                    <a:pt x="91630" y="221005"/>
                  </a:lnTo>
                  <a:lnTo>
                    <a:pt x="88887" y="260807"/>
                  </a:lnTo>
                  <a:lnTo>
                    <a:pt x="82791" y="300596"/>
                  </a:lnTo>
                  <a:lnTo>
                    <a:pt x="81876" y="308432"/>
                  </a:lnTo>
                  <a:lnTo>
                    <a:pt x="75285" y="341845"/>
                  </a:lnTo>
                  <a:lnTo>
                    <a:pt x="59067" y="382320"/>
                  </a:lnTo>
                  <a:lnTo>
                    <a:pt x="38595" y="427316"/>
                  </a:lnTo>
                  <a:lnTo>
                    <a:pt x="18719" y="477075"/>
                  </a:lnTo>
                  <a:lnTo>
                    <a:pt x="4279" y="531825"/>
                  </a:lnTo>
                  <a:lnTo>
                    <a:pt x="12" y="571309"/>
                  </a:lnTo>
                  <a:lnTo>
                    <a:pt x="0" y="612698"/>
                  </a:lnTo>
                  <a:lnTo>
                    <a:pt x="3632" y="651954"/>
                  </a:lnTo>
                  <a:lnTo>
                    <a:pt x="10325" y="685063"/>
                  </a:lnTo>
                  <a:lnTo>
                    <a:pt x="37325" y="742454"/>
                  </a:lnTo>
                  <a:lnTo>
                    <a:pt x="46088" y="752919"/>
                  </a:lnTo>
                  <a:lnTo>
                    <a:pt x="42303" y="815022"/>
                  </a:lnTo>
                  <a:lnTo>
                    <a:pt x="76225" y="787869"/>
                  </a:lnTo>
                  <a:lnTo>
                    <a:pt x="104940" y="812355"/>
                  </a:lnTo>
                  <a:lnTo>
                    <a:pt x="118465" y="821690"/>
                  </a:lnTo>
                  <a:lnTo>
                    <a:pt x="305739" y="604100"/>
                  </a:lnTo>
                  <a:lnTo>
                    <a:pt x="394589" y="532955"/>
                  </a:lnTo>
                  <a:lnTo>
                    <a:pt x="402463" y="491718"/>
                  </a:lnTo>
                  <a:lnTo>
                    <a:pt x="405815" y="487819"/>
                  </a:lnTo>
                  <a:lnTo>
                    <a:pt x="403529" y="486143"/>
                  </a:lnTo>
                  <a:lnTo>
                    <a:pt x="478993" y="91046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4300721" y="2965096"/>
              <a:ext cx="119380" cy="441325"/>
            </a:xfrm>
            <a:custGeom>
              <a:avLst/>
              <a:gdLst/>
              <a:ahLst/>
              <a:cxnLst/>
              <a:rect l="l" t="t" r="r" b="b"/>
              <a:pathLst>
                <a:path w="119380" h="441325">
                  <a:moveTo>
                    <a:pt x="108056" y="0"/>
                  </a:moveTo>
                  <a:lnTo>
                    <a:pt x="92349" y="39284"/>
                  </a:lnTo>
                  <a:lnTo>
                    <a:pt x="76127" y="78479"/>
                  </a:lnTo>
                  <a:lnTo>
                    <a:pt x="57356" y="121902"/>
                  </a:lnTo>
                  <a:lnTo>
                    <a:pt x="27961" y="183380"/>
                  </a:lnTo>
                  <a:lnTo>
                    <a:pt x="17331" y="212846"/>
                  </a:lnTo>
                  <a:lnTo>
                    <a:pt x="6907" y="257133"/>
                  </a:lnTo>
                  <a:lnTo>
                    <a:pt x="2402" y="284918"/>
                  </a:lnTo>
                  <a:lnTo>
                    <a:pt x="267" y="308812"/>
                  </a:lnTo>
                  <a:lnTo>
                    <a:pt x="0" y="328960"/>
                  </a:lnTo>
                  <a:lnTo>
                    <a:pt x="1096" y="345507"/>
                  </a:lnTo>
                  <a:lnTo>
                    <a:pt x="1703" y="351057"/>
                  </a:lnTo>
                  <a:lnTo>
                    <a:pt x="10938" y="351025"/>
                  </a:lnTo>
                  <a:lnTo>
                    <a:pt x="12773" y="332721"/>
                  </a:lnTo>
                  <a:lnTo>
                    <a:pt x="14573" y="318780"/>
                  </a:lnTo>
                  <a:lnTo>
                    <a:pt x="25885" y="261784"/>
                  </a:lnTo>
                  <a:lnTo>
                    <a:pt x="44414" y="233364"/>
                  </a:lnTo>
                  <a:lnTo>
                    <a:pt x="37639" y="279331"/>
                  </a:lnTo>
                  <a:lnTo>
                    <a:pt x="33762" y="307500"/>
                  </a:lnTo>
                  <a:lnTo>
                    <a:pt x="32027" y="332347"/>
                  </a:lnTo>
                  <a:lnTo>
                    <a:pt x="32035" y="367781"/>
                  </a:lnTo>
                  <a:lnTo>
                    <a:pt x="33388" y="427714"/>
                  </a:lnTo>
                  <a:lnTo>
                    <a:pt x="45887" y="434848"/>
                  </a:lnTo>
                  <a:lnTo>
                    <a:pt x="53293" y="439465"/>
                  </a:lnTo>
                  <a:lnTo>
                    <a:pt x="54162" y="440960"/>
                  </a:lnTo>
                  <a:lnTo>
                    <a:pt x="52992" y="419099"/>
                  </a:lnTo>
                  <a:lnTo>
                    <a:pt x="57026" y="367032"/>
                  </a:lnTo>
                  <a:lnTo>
                    <a:pt x="64908" y="301993"/>
                  </a:lnTo>
                  <a:lnTo>
                    <a:pt x="75282" y="241217"/>
                  </a:lnTo>
                  <a:lnTo>
                    <a:pt x="84333" y="199829"/>
                  </a:lnTo>
                  <a:lnTo>
                    <a:pt x="102050" y="155262"/>
                  </a:lnTo>
                  <a:lnTo>
                    <a:pt x="118893" y="131514"/>
                  </a:lnTo>
                  <a:lnTo>
                    <a:pt x="108056" y="0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2" name="object 172" descr=""/>
            <p:cNvSpPr/>
            <p:nvPr/>
          </p:nvSpPr>
          <p:spPr>
            <a:xfrm>
              <a:off x="14134461" y="3276159"/>
              <a:ext cx="307340" cy="1000125"/>
            </a:xfrm>
            <a:custGeom>
              <a:avLst/>
              <a:gdLst/>
              <a:ahLst/>
              <a:cxnLst/>
              <a:rect l="l" t="t" r="r" b="b"/>
              <a:pathLst>
                <a:path w="307340" h="1000125">
                  <a:moveTo>
                    <a:pt x="307094" y="0"/>
                  </a:moveTo>
                  <a:lnTo>
                    <a:pt x="253792" y="8906"/>
                  </a:lnTo>
                  <a:lnTo>
                    <a:pt x="214092" y="38271"/>
                  </a:lnTo>
                  <a:lnTo>
                    <a:pt x="191226" y="88200"/>
                  </a:lnTo>
                  <a:lnTo>
                    <a:pt x="180989" y="130912"/>
                  </a:lnTo>
                  <a:lnTo>
                    <a:pt x="171292" y="182452"/>
                  </a:lnTo>
                  <a:lnTo>
                    <a:pt x="161940" y="240569"/>
                  </a:lnTo>
                  <a:lnTo>
                    <a:pt x="152740" y="303009"/>
                  </a:lnTo>
                  <a:lnTo>
                    <a:pt x="143498" y="367520"/>
                  </a:lnTo>
                  <a:lnTo>
                    <a:pt x="134021" y="431850"/>
                  </a:lnTo>
                  <a:lnTo>
                    <a:pt x="122683" y="503093"/>
                  </a:lnTo>
                  <a:lnTo>
                    <a:pt x="111278" y="569579"/>
                  </a:lnTo>
                  <a:lnTo>
                    <a:pt x="100293" y="629721"/>
                  </a:lnTo>
                  <a:lnTo>
                    <a:pt x="90217" y="681932"/>
                  </a:lnTo>
                  <a:lnTo>
                    <a:pt x="81535" y="724626"/>
                  </a:lnTo>
                  <a:lnTo>
                    <a:pt x="70305" y="775117"/>
                  </a:lnTo>
                  <a:lnTo>
                    <a:pt x="50138" y="823300"/>
                  </a:lnTo>
                  <a:lnTo>
                    <a:pt x="21536" y="877312"/>
                  </a:lnTo>
                  <a:lnTo>
                    <a:pt x="0" y="927231"/>
                  </a:lnTo>
                  <a:lnTo>
                    <a:pt x="1030" y="963132"/>
                  </a:lnTo>
                  <a:lnTo>
                    <a:pt x="13135" y="978183"/>
                  </a:lnTo>
                  <a:lnTo>
                    <a:pt x="23934" y="985170"/>
                  </a:lnTo>
                  <a:lnTo>
                    <a:pt x="36215" y="986920"/>
                  </a:lnTo>
                  <a:lnTo>
                    <a:pt x="64850" y="985901"/>
                  </a:lnTo>
                  <a:lnTo>
                    <a:pt x="79604" y="986137"/>
                  </a:lnTo>
                  <a:lnTo>
                    <a:pt x="115430" y="991600"/>
                  </a:lnTo>
                  <a:lnTo>
                    <a:pt x="147605" y="998974"/>
                  </a:lnTo>
                  <a:lnTo>
                    <a:pt x="175177" y="999737"/>
                  </a:lnTo>
                  <a:lnTo>
                    <a:pt x="205713" y="966959"/>
                  </a:lnTo>
                  <a:lnTo>
                    <a:pt x="226968" y="880334"/>
                  </a:lnTo>
                  <a:lnTo>
                    <a:pt x="243841" y="786985"/>
                  </a:lnTo>
                  <a:lnTo>
                    <a:pt x="256215" y="708437"/>
                  </a:lnTo>
                  <a:lnTo>
                    <a:pt x="261022" y="675424"/>
                  </a:lnTo>
                  <a:lnTo>
                    <a:pt x="307094" y="0"/>
                  </a:lnTo>
                  <a:close/>
                </a:path>
              </a:pathLst>
            </a:custGeom>
            <a:solidFill>
              <a:srgbClr val="C4D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14187223" y="4010851"/>
              <a:ext cx="163195" cy="265430"/>
            </a:xfrm>
            <a:custGeom>
              <a:avLst/>
              <a:gdLst/>
              <a:ahLst/>
              <a:cxnLst/>
              <a:rect l="l" t="t" r="r" b="b"/>
              <a:pathLst>
                <a:path w="163194" h="265429">
                  <a:moveTo>
                    <a:pt x="128603" y="0"/>
                  </a:moveTo>
                  <a:lnTo>
                    <a:pt x="58846" y="19203"/>
                  </a:lnTo>
                  <a:lnTo>
                    <a:pt x="29193" y="103229"/>
                  </a:lnTo>
                  <a:lnTo>
                    <a:pt x="13478" y="149659"/>
                  </a:lnTo>
                  <a:lnTo>
                    <a:pt x="2869" y="196046"/>
                  </a:lnTo>
                  <a:lnTo>
                    <a:pt x="28" y="238469"/>
                  </a:lnTo>
                  <a:lnTo>
                    <a:pt x="0" y="251573"/>
                  </a:lnTo>
                  <a:lnTo>
                    <a:pt x="12087" y="251212"/>
                  </a:lnTo>
                  <a:lnTo>
                    <a:pt x="26836" y="251447"/>
                  </a:lnTo>
                  <a:lnTo>
                    <a:pt x="62663" y="256910"/>
                  </a:lnTo>
                  <a:lnTo>
                    <a:pt x="94840" y="264285"/>
                  </a:lnTo>
                  <a:lnTo>
                    <a:pt x="122414" y="265047"/>
                  </a:lnTo>
                  <a:lnTo>
                    <a:pt x="152950" y="232270"/>
                  </a:lnTo>
                  <a:lnTo>
                    <a:pt x="160173" y="189946"/>
                  </a:lnTo>
                  <a:lnTo>
                    <a:pt x="162656" y="157370"/>
                  </a:lnTo>
                  <a:lnTo>
                    <a:pt x="162242" y="128845"/>
                  </a:lnTo>
                  <a:lnTo>
                    <a:pt x="157827" y="107881"/>
                  </a:lnTo>
                  <a:lnTo>
                    <a:pt x="147640" y="74966"/>
                  </a:lnTo>
                  <a:lnTo>
                    <a:pt x="134190" y="10946"/>
                  </a:lnTo>
                  <a:lnTo>
                    <a:pt x="128603" y="0"/>
                  </a:lnTo>
                  <a:close/>
                </a:path>
              </a:pathLst>
            </a:custGeom>
            <a:solidFill>
              <a:srgbClr val="92C8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4612877" y="2776572"/>
              <a:ext cx="179705" cy="523875"/>
            </a:xfrm>
            <a:custGeom>
              <a:avLst/>
              <a:gdLst/>
              <a:ahLst/>
              <a:cxnLst/>
              <a:rect l="l" t="t" r="r" b="b"/>
              <a:pathLst>
                <a:path w="179705" h="523875">
                  <a:moveTo>
                    <a:pt x="67233" y="0"/>
                  </a:moveTo>
                  <a:lnTo>
                    <a:pt x="0" y="523659"/>
                  </a:lnTo>
                  <a:lnTo>
                    <a:pt x="21427" y="520923"/>
                  </a:lnTo>
                  <a:lnTo>
                    <a:pt x="69671" y="512577"/>
                  </a:lnTo>
                  <a:lnTo>
                    <a:pt x="120679" y="498413"/>
                  </a:lnTo>
                  <a:lnTo>
                    <a:pt x="157743" y="457166"/>
                  </a:lnTo>
                  <a:lnTo>
                    <a:pt x="159874" y="420456"/>
                  </a:lnTo>
                  <a:lnTo>
                    <a:pt x="161105" y="399579"/>
                  </a:lnTo>
                  <a:lnTo>
                    <a:pt x="162728" y="378744"/>
                  </a:lnTo>
                  <a:lnTo>
                    <a:pt x="163699" y="352451"/>
                  </a:lnTo>
                  <a:lnTo>
                    <a:pt x="166841" y="305937"/>
                  </a:lnTo>
                  <a:lnTo>
                    <a:pt x="174978" y="224443"/>
                  </a:lnTo>
                  <a:lnTo>
                    <a:pt x="179540" y="154572"/>
                  </a:lnTo>
                  <a:lnTo>
                    <a:pt x="174927" y="101325"/>
                  </a:lnTo>
                  <a:lnTo>
                    <a:pt x="160249" y="60853"/>
                  </a:lnTo>
                  <a:lnTo>
                    <a:pt x="134613" y="29308"/>
                  </a:lnTo>
                  <a:lnTo>
                    <a:pt x="96710" y="8385"/>
                  </a:lnTo>
                  <a:lnTo>
                    <a:pt x="67233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4497502" y="3056101"/>
              <a:ext cx="186690" cy="268605"/>
            </a:xfrm>
            <a:custGeom>
              <a:avLst/>
              <a:gdLst/>
              <a:ahLst/>
              <a:cxnLst/>
              <a:rect l="l" t="t" r="r" b="b"/>
              <a:pathLst>
                <a:path w="186690" h="268604">
                  <a:moveTo>
                    <a:pt x="71610" y="0"/>
                  </a:moveTo>
                  <a:lnTo>
                    <a:pt x="60343" y="18973"/>
                  </a:lnTo>
                  <a:lnTo>
                    <a:pt x="42376" y="50265"/>
                  </a:lnTo>
                  <a:lnTo>
                    <a:pt x="0" y="125326"/>
                  </a:lnTo>
                  <a:lnTo>
                    <a:pt x="15363" y="180006"/>
                  </a:lnTo>
                  <a:lnTo>
                    <a:pt x="18334" y="189711"/>
                  </a:lnTo>
                  <a:lnTo>
                    <a:pt x="22468" y="208056"/>
                  </a:lnTo>
                  <a:lnTo>
                    <a:pt x="30588" y="234279"/>
                  </a:lnTo>
                  <a:lnTo>
                    <a:pt x="46305" y="257791"/>
                  </a:lnTo>
                  <a:lnTo>
                    <a:pt x="73233" y="268002"/>
                  </a:lnTo>
                  <a:lnTo>
                    <a:pt x="109806" y="261147"/>
                  </a:lnTo>
                  <a:lnTo>
                    <a:pt x="146440" y="244201"/>
                  </a:lnTo>
                  <a:lnTo>
                    <a:pt x="174765" y="222473"/>
                  </a:lnTo>
                  <a:lnTo>
                    <a:pt x="186413" y="201271"/>
                  </a:lnTo>
                  <a:lnTo>
                    <a:pt x="183360" y="178393"/>
                  </a:lnTo>
                  <a:lnTo>
                    <a:pt x="174619" y="147686"/>
                  </a:lnTo>
                  <a:lnTo>
                    <a:pt x="162416" y="108859"/>
                  </a:lnTo>
                  <a:lnTo>
                    <a:pt x="146009" y="51560"/>
                  </a:lnTo>
                  <a:lnTo>
                    <a:pt x="120504" y="14016"/>
                  </a:lnTo>
                  <a:lnTo>
                    <a:pt x="81697" y="810"/>
                  </a:lnTo>
                  <a:lnTo>
                    <a:pt x="74656" y="695"/>
                  </a:lnTo>
                  <a:lnTo>
                    <a:pt x="71819" y="450"/>
                  </a:lnTo>
                  <a:lnTo>
                    <a:pt x="71610" y="0"/>
                  </a:lnTo>
                  <a:close/>
                </a:path>
              </a:pathLst>
            </a:custGeom>
            <a:solidFill>
              <a:srgbClr val="D299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4497502" y="3061127"/>
              <a:ext cx="148979" cy="184350"/>
            </a:xfrm>
            <a:prstGeom prst="rect">
              <a:avLst/>
            </a:prstGeom>
          </p:spPr>
        </p:pic>
        <p:sp>
          <p:nvSpPr>
            <p:cNvPr id="177" name="object 177" descr=""/>
            <p:cNvSpPr/>
            <p:nvPr/>
          </p:nvSpPr>
          <p:spPr>
            <a:xfrm>
              <a:off x="14395094" y="2834832"/>
              <a:ext cx="285115" cy="366395"/>
            </a:xfrm>
            <a:custGeom>
              <a:avLst/>
              <a:gdLst/>
              <a:ahLst/>
              <a:cxnLst/>
              <a:rect l="l" t="t" r="r" b="b"/>
              <a:pathLst>
                <a:path w="285115" h="366394">
                  <a:moveTo>
                    <a:pt x="138109" y="0"/>
                  </a:moveTo>
                  <a:lnTo>
                    <a:pt x="77860" y="17850"/>
                  </a:lnTo>
                  <a:lnTo>
                    <a:pt x="44340" y="48829"/>
                  </a:lnTo>
                  <a:lnTo>
                    <a:pt x="17013" y="90947"/>
                  </a:lnTo>
                  <a:lnTo>
                    <a:pt x="3119" y="160149"/>
                  </a:lnTo>
                  <a:lnTo>
                    <a:pt x="0" y="209533"/>
                  </a:lnTo>
                  <a:lnTo>
                    <a:pt x="972" y="240787"/>
                  </a:lnTo>
                  <a:lnTo>
                    <a:pt x="34929" y="314050"/>
                  </a:lnTo>
                  <a:lnTo>
                    <a:pt x="66896" y="347951"/>
                  </a:lnTo>
                  <a:lnTo>
                    <a:pt x="103252" y="365839"/>
                  </a:lnTo>
                  <a:lnTo>
                    <a:pt x="126660" y="361450"/>
                  </a:lnTo>
                  <a:lnTo>
                    <a:pt x="192610" y="331974"/>
                  </a:lnTo>
                  <a:lnTo>
                    <a:pt x="238482" y="297413"/>
                  </a:lnTo>
                  <a:lnTo>
                    <a:pt x="265446" y="254031"/>
                  </a:lnTo>
                  <a:lnTo>
                    <a:pt x="280923" y="190854"/>
                  </a:lnTo>
                  <a:lnTo>
                    <a:pt x="284486" y="147117"/>
                  </a:lnTo>
                  <a:lnTo>
                    <a:pt x="278692" y="100779"/>
                  </a:lnTo>
                  <a:lnTo>
                    <a:pt x="267760" y="62153"/>
                  </a:lnTo>
                  <a:lnTo>
                    <a:pt x="238437" y="19428"/>
                  </a:lnTo>
                  <a:lnTo>
                    <a:pt x="174448" y="919"/>
                  </a:lnTo>
                  <a:lnTo>
                    <a:pt x="138109" y="0"/>
                  </a:lnTo>
                  <a:close/>
                </a:path>
              </a:pathLst>
            </a:custGeom>
            <a:solidFill>
              <a:srgbClr val="D2996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648564" y="2963526"/>
              <a:ext cx="69681" cy="97177"/>
            </a:xfrm>
            <a:prstGeom prst="rect">
              <a:avLst/>
            </a:prstGeom>
          </p:spPr>
        </p:pic>
      </p:grpSp>
      <p:pic>
        <p:nvPicPr>
          <p:cNvPr id="179" name="object 179" descr=""/>
          <p:cNvPicPr/>
          <p:nvPr/>
        </p:nvPicPr>
        <p:blipFill>
          <a:blip r:embed="rId68" cstate="print"/>
          <a:stretch>
            <a:fillRect/>
          </a:stretch>
        </p:blipFill>
        <p:spPr>
          <a:xfrm>
            <a:off x="14213220" y="5115038"/>
            <a:ext cx="313079" cy="678512"/>
          </a:xfrm>
          <a:prstGeom prst="rect">
            <a:avLst/>
          </a:prstGeom>
        </p:spPr>
      </p:pic>
      <p:grpSp>
        <p:nvGrpSpPr>
          <p:cNvPr id="180" name="object 180" descr=""/>
          <p:cNvGrpSpPr/>
          <p:nvPr/>
        </p:nvGrpSpPr>
        <p:grpSpPr>
          <a:xfrm>
            <a:off x="14095201" y="3602433"/>
            <a:ext cx="972185" cy="2239645"/>
            <a:chOff x="14095201" y="3602433"/>
            <a:chExt cx="972185" cy="2239645"/>
          </a:xfrm>
        </p:grpSpPr>
        <p:pic>
          <p:nvPicPr>
            <p:cNvPr id="181" name="object 18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801500" y="5726745"/>
              <a:ext cx="262760" cy="115054"/>
            </a:xfrm>
            <a:prstGeom prst="rect">
              <a:avLst/>
            </a:prstGeom>
          </p:spPr>
        </p:pic>
        <p:pic>
          <p:nvPicPr>
            <p:cNvPr id="182" name="object 182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4716126" y="5036182"/>
              <a:ext cx="334131" cy="768478"/>
            </a:xfrm>
            <a:prstGeom prst="rect">
              <a:avLst/>
            </a:prstGeom>
          </p:spPr>
        </p:pic>
        <p:pic>
          <p:nvPicPr>
            <p:cNvPr id="183" name="object 183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4194513" y="4004747"/>
              <a:ext cx="872703" cy="1259206"/>
            </a:xfrm>
            <a:prstGeom prst="rect">
              <a:avLst/>
            </a:prstGeom>
          </p:spPr>
        </p:pic>
        <p:pic>
          <p:nvPicPr>
            <p:cNvPr id="184" name="object 184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4542412" y="4309743"/>
              <a:ext cx="73352" cy="933489"/>
            </a:xfrm>
            <a:prstGeom prst="rect">
              <a:avLst/>
            </a:prstGeom>
          </p:spPr>
        </p:pic>
        <p:pic>
          <p:nvPicPr>
            <p:cNvPr id="185" name="object 185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4248570" y="3959401"/>
              <a:ext cx="818615" cy="1258272"/>
            </a:xfrm>
            <a:prstGeom prst="rect">
              <a:avLst/>
            </a:prstGeom>
          </p:spPr>
        </p:pic>
        <p:sp>
          <p:nvSpPr>
            <p:cNvPr id="186" name="object 186" descr=""/>
            <p:cNvSpPr/>
            <p:nvPr/>
          </p:nvSpPr>
          <p:spPr>
            <a:xfrm>
              <a:off x="14095201" y="3602433"/>
              <a:ext cx="238125" cy="325755"/>
            </a:xfrm>
            <a:custGeom>
              <a:avLst/>
              <a:gdLst/>
              <a:ahLst/>
              <a:cxnLst/>
              <a:rect l="l" t="t" r="r" b="b"/>
              <a:pathLst>
                <a:path w="238125" h="325754">
                  <a:moveTo>
                    <a:pt x="112191" y="0"/>
                  </a:moveTo>
                  <a:lnTo>
                    <a:pt x="68645" y="89174"/>
                  </a:lnTo>
                  <a:lnTo>
                    <a:pt x="43827" y="141059"/>
                  </a:lnTo>
                  <a:lnTo>
                    <a:pt x="10959" y="218495"/>
                  </a:lnTo>
                  <a:lnTo>
                    <a:pt x="137" y="259242"/>
                  </a:lnTo>
                  <a:lnTo>
                    <a:pt x="0" y="265765"/>
                  </a:lnTo>
                  <a:lnTo>
                    <a:pt x="425" y="272043"/>
                  </a:lnTo>
                  <a:lnTo>
                    <a:pt x="21204" y="307732"/>
                  </a:lnTo>
                  <a:lnTo>
                    <a:pt x="57177" y="324983"/>
                  </a:lnTo>
                  <a:lnTo>
                    <a:pt x="66394" y="325725"/>
                  </a:lnTo>
                  <a:lnTo>
                    <a:pt x="75882" y="325693"/>
                  </a:lnTo>
                  <a:lnTo>
                    <a:pt x="90328" y="324670"/>
                  </a:lnTo>
                  <a:lnTo>
                    <a:pt x="121440" y="321111"/>
                  </a:lnTo>
                  <a:lnTo>
                    <a:pt x="144640" y="318032"/>
                  </a:lnTo>
                  <a:lnTo>
                    <a:pt x="104736" y="319299"/>
                  </a:lnTo>
                  <a:lnTo>
                    <a:pt x="147342" y="219207"/>
                  </a:lnTo>
                  <a:lnTo>
                    <a:pt x="238051" y="36784"/>
                  </a:lnTo>
                  <a:lnTo>
                    <a:pt x="112191" y="0"/>
                  </a:lnTo>
                  <a:close/>
                </a:path>
              </a:pathLst>
            </a:custGeom>
            <a:solidFill>
              <a:srgbClr val="C68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7" name="object 187" descr=""/>
          <p:cNvGrpSpPr/>
          <p:nvPr/>
        </p:nvGrpSpPr>
        <p:grpSpPr>
          <a:xfrm>
            <a:off x="14384170" y="2806094"/>
            <a:ext cx="365125" cy="169545"/>
            <a:chOff x="14384170" y="2806094"/>
            <a:chExt cx="365125" cy="169545"/>
          </a:xfrm>
        </p:grpSpPr>
        <p:sp>
          <p:nvSpPr>
            <p:cNvPr id="188" name="object 188" descr=""/>
            <p:cNvSpPr/>
            <p:nvPr/>
          </p:nvSpPr>
          <p:spPr>
            <a:xfrm>
              <a:off x="14384170" y="2806094"/>
              <a:ext cx="262890" cy="142875"/>
            </a:xfrm>
            <a:custGeom>
              <a:avLst/>
              <a:gdLst/>
              <a:ahLst/>
              <a:cxnLst/>
              <a:rect l="l" t="t" r="r" b="b"/>
              <a:pathLst>
                <a:path w="262890" h="142875">
                  <a:moveTo>
                    <a:pt x="139545" y="0"/>
                  </a:moveTo>
                  <a:lnTo>
                    <a:pt x="98491" y="19754"/>
                  </a:lnTo>
                  <a:lnTo>
                    <a:pt x="54186" y="52521"/>
                  </a:lnTo>
                  <a:lnTo>
                    <a:pt x="20724" y="87513"/>
                  </a:lnTo>
                  <a:lnTo>
                    <a:pt x="0" y="115012"/>
                  </a:lnTo>
                  <a:lnTo>
                    <a:pt x="7162" y="138864"/>
                  </a:lnTo>
                  <a:lnTo>
                    <a:pt x="14995" y="140485"/>
                  </a:lnTo>
                  <a:lnTo>
                    <a:pt x="37926" y="142337"/>
                  </a:lnTo>
                  <a:lnTo>
                    <a:pt x="75106" y="139902"/>
                  </a:lnTo>
                  <a:lnTo>
                    <a:pt x="125682" y="128666"/>
                  </a:lnTo>
                  <a:lnTo>
                    <a:pt x="170573" y="114675"/>
                  </a:lnTo>
                  <a:lnTo>
                    <a:pt x="226281" y="85047"/>
                  </a:lnTo>
                  <a:lnTo>
                    <a:pt x="262808" y="55736"/>
                  </a:lnTo>
                  <a:lnTo>
                    <a:pt x="251280" y="34773"/>
                  </a:lnTo>
                  <a:lnTo>
                    <a:pt x="212370" y="7978"/>
                  </a:lnTo>
                  <a:lnTo>
                    <a:pt x="174293" y="801"/>
                  </a:lnTo>
                  <a:lnTo>
                    <a:pt x="154384" y="616"/>
                  </a:lnTo>
                  <a:lnTo>
                    <a:pt x="13954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4599902" y="2846311"/>
              <a:ext cx="149157" cy="128985"/>
            </a:xfrm>
            <a:prstGeom prst="rect">
              <a:avLst/>
            </a:prstGeom>
          </p:spPr>
        </p:pic>
      </p:grpSp>
      <p:pic>
        <p:nvPicPr>
          <p:cNvPr id="190" name="object 190" descr=""/>
          <p:cNvPicPr/>
          <p:nvPr/>
        </p:nvPicPr>
        <p:blipFill>
          <a:blip r:embed="rId74" cstate="print"/>
          <a:stretch>
            <a:fillRect/>
          </a:stretch>
        </p:blipFill>
        <p:spPr>
          <a:xfrm>
            <a:off x="14092694" y="3060743"/>
            <a:ext cx="1063496" cy="1266323"/>
          </a:xfrm>
          <a:prstGeom prst="rect">
            <a:avLst/>
          </a:prstGeom>
        </p:spPr>
      </p:pic>
      <p:grpSp>
        <p:nvGrpSpPr>
          <p:cNvPr id="191" name="object 191" descr=""/>
          <p:cNvGrpSpPr/>
          <p:nvPr/>
        </p:nvGrpSpPr>
        <p:grpSpPr>
          <a:xfrm>
            <a:off x="14570422" y="2786180"/>
            <a:ext cx="105410" cy="138430"/>
            <a:chOff x="14570422" y="2786180"/>
            <a:chExt cx="105410" cy="138430"/>
          </a:xfrm>
        </p:grpSpPr>
        <p:sp>
          <p:nvSpPr>
            <p:cNvPr id="192" name="object 192" descr=""/>
            <p:cNvSpPr/>
            <p:nvPr/>
          </p:nvSpPr>
          <p:spPr>
            <a:xfrm>
              <a:off x="14607709" y="2786180"/>
              <a:ext cx="68580" cy="91440"/>
            </a:xfrm>
            <a:custGeom>
              <a:avLst/>
              <a:gdLst/>
              <a:ahLst/>
              <a:cxnLst/>
              <a:rect l="l" t="t" r="r" b="b"/>
              <a:pathLst>
                <a:path w="68580" h="91439">
                  <a:moveTo>
                    <a:pt x="64144" y="0"/>
                  </a:moveTo>
                  <a:lnTo>
                    <a:pt x="31590" y="28721"/>
                  </a:lnTo>
                  <a:lnTo>
                    <a:pt x="5348" y="73515"/>
                  </a:lnTo>
                  <a:lnTo>
                    <a:pt x="0" y="89170"/>
                  </a:lnTo>
                  <a:lnTo>
                    <a:pt x="4910" y="91316"/>
                  </a:lnTo>
                  <a:lnTo>
                    <a:pt x="38616" y="52496"/>
                  </a:lnTo>
                  <a:lnTo>
                    <a:pt x="61115" y="20511"/>
                  </a:lnTo>
                  <a:lnTo>
                    <a:pt x="68029" y="2157"/>
                  </a:lnTo>
                  <a:lnTo>
                    <a:pt x="64144" y="0"/>
                  </a:lnTo>
                  <a:close/>
                </a:path>
              </a:pathLst>
            </a:custGeom>
            <a:solidFill>
              <a:srgbClr val="ABAB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3" name="object 193" descr=""/>
            <p:cNvSpPr/>
            <p:nvPr/>
          </p:nvSpPr>
          <p:spPr>
            <a:xfrm>
              <a:off x="14570422" y="2886435"/>
              <a:ext cx="50165" cy="38100"/>
            </a:xfrm>
            <a:custGeom>
              <a:avLst/>
              <a:gdLst/>
              <a:ahLst/>
              <a:cxnLst/>
              <a:rect l="l" t="t" r="r" b="b"/>
              <a:pathLst>
                <a:path w="50165" h="38100">
                  <a:moveTo>
                    <a:pt x="48469" y="16041"/>
                  </a:moveTo>
                  <a:lnTo>
                    <a:pt x="26334" y="16041"/>
                  </a:lnTo>
                  <a:lnTo>
                    <a:pt x="35590" y="17926"/>
                  </a:lnTo>
                  <a:lnTo>
                    <a:pt x="36365" y="37705"/>
                  </a:lnTo>
                  <a:lnTo>
                    <a:pt x="38329" y="34512"/>
                  </a:lnTo>
                  <a:lnTo>
                    <a:pt x="42678" y="27226"/>
                  </a:lnTo>
                  <a:lnTo>
                    <a:pt x="47095" y="19293"/>
                  </a:lnTo>
                  <a:lnTo>
                    <a:pt x="48469" y="16041"/>
                  </a:lnTo>
                  <a:close/>
                </a:path>
                <a:path w="50165" h="38100">
                  <a:moveTo>
                    <a:pt x="37360" y="0"/>
                  </a:moveTo>
                  <a:lnTo>
                    <a:pt x="0" y="25465"/>
                  </a:lnTo>
                  <a:lnTo>
                    <a:pt x="2813" y="23727"/>
                  </a:lnTo>
                  <a:lnTo>
                    <a:pt x="9696" y="20046"/>
                  </a:lnTo>
                  <a:lnTo>
                    <a:pt x="18314" y="16718"/>
                  </a:lnTo>
                  <a:lnTo>
                    <a:pt x="26334" y="16041"/>
                  </a:lnTo>
                  <a:lnTo>
                    <a:pt x="48469" y="16041"/>
                  </a:lnTo>
                  <a:lnTo>
                    <a:pt x="49265" y="14156"/>
                  </a:lnTo>
                  <a:lnTo>
                    <a:pt x="49621" y="10711"/>
                  </a:lnTo>
                  <a:lnTo>
                    <a:pt x="37360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4" name="object 194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4274410" y="1971911"/>
            <a:ext cx="1313295" cy="4035327"/>
          </a:xfrm>
          <a:prstGeom prst="rect">
            <a:avLst/>
          </a:prstGeom>
        </p:spPr>
      </p:pic>
      <p:pic>
        <p:nvPicPr>
          <p:cNvPr id="195" name="object 195" descr=""/>
          <p:cNvPicPr/>
          <p:nvPr/>
        </p:nvPicPr>
        <p:blipFill>
          <a:blip r:embed="rId76" cstate="print"/>
          <a:stretch>
            <a:fillRect/>
          </a:stretch>
        </p:blipFill>
        <p:spPr>
          <a:xfrm>
            <a:off x="5975074" y="2289913"/>
            <a:ext cx="1212638" cy="3682748"/>
          </a:xfrm>
          <a:prstGeom prst="rect">
            <a:avLst/>
          </a:prstGeom>
        </p:spPr>
      </p:pic>
      <p:pic>
        <p:nvPicPr>
          <p:cNvPr id="196" name="object 196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7681767" y="2612043"/>
            <a:ext cx="1162385" cy="3369974"/>
          </a:xfrm>
          <a:prstGeom prst="rect">
            <a:avLst/>
          </a:prstGeom>
        </p:spPr>
      </p:pic>
      <p:pic>
        <p:nvPicPr>
          <p:cNvPr id="197" name="object 197" descr=""/>
          <p:cNvPicPr/>
          <p:nvPr/>
        </p:nvPicPr>
        <p:blipFill>
          <a:blip r:embed="rId78" cstate="print"/>
          <a:stretch>
            <a:fillRect/>
          </a:stretch>
        </p:blipFill>
        <p:spPr>
          <a:xfrm>
            <a:off x="2327260" y="2310997"/>
            <a:ext cx="1440865" cy="3681343"/>
          </a:xfrm>
          <a:prstGeom prst="rect">
            <a:avLst/>
          </a:prstGeom>
        </p:spPr>
      </p:pic>
      <p:sp>
        <p:nvSpPr>
          <p:cNvPr id="198" name="object 198" descr=""/>
          <p:cNvSpPr txBox="1"/>
          <p:nvPr/>
        </p:nvSpPr>
        <p:spPr>
          <a:xfrm>
            <a:off x="732793" y="781072"/>
            <a:ext cx="2089150" cy="327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</a:t>
            </a:r>
            <a:r>
              <a:rPr dirty="0" sz="1950" spc="35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characters</a:t>
            </a:r>
            <a:endParaRPr sz="1950">
              <a:latin typeface="Open Sans"/>
              <a:cs typeface="Open Sans"/>
            </a:endParaRPr>
          </a:p>
        </p:txBody>
      </p:sp>
      <p:sp>
        <p:nvSpPr>
          <p:cNvPr id="199" name="object 199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907611" y="7010258"/>
            <a:ext cx="440055" cy="1579245"/>
          </a:xfrm>
          <a:custGeom>
            <a:avLst/>
            <a:gdLst/>
            <a:ahLst/>
            <a:cxnLst/>
            <a:rect l="l" t="t" r="r" b="b"/>
            <a:pathLst>
              <a:path w="440055" h="1579245">
                <a:moveTo>
                  <a:pt x="279481" y="0"/>
                </a:moveTo>
                <a:lnTo>
                  <a:pt x="236291" y="5323"/>
                </a:lnTo>
                <a:lnTo>
                  <a:pt x="194576" y="26292"/>
                </a:lnTo>
                <a:lnTo>
                  <a:pt x="161315" y="63816"/>
                </a:lnTo>
                <a:lnTo>
                  <a:pt x="145178" y="103533"/>
                </a:lnTo>
                <a:lnTo>
                  <a:pt x="139939" y="152361"/>
                </a:lnTo>
                <a:lnTo>
                  <a:pt x="142073" y="200448"/>
                </a:lnTo>
                <a:lnTo>
                  <a:pt x="143172" y="242561"/>
                </a:lnTo>
                <a:lnTo>
                  <a:pt x="144942" y="280597"/>
                </a:lnTo>
                <a:lnTo>
                  <a:pt x="149091" y="316451"/>
                </a:lnTo>
                <a:lnTo>
                  <a:pt x="155989" y="363333"/>
                </a:lnTo>
                <a:lnTo>
                  <a:pt x="161913" y="413857"/>
                </a:lnTo>
                <a:lnTo>
                  <a:pt x="167062" y="466719"/>
                </a:lnTo>
                <a:lnTo>
                  <a:pt x="171635" y="520615"/>
                </a:lnTo>
                <a:lnTo>
                  <a:pt x="179843" y="626294"/>
                </a:lnTo>
                <a:lnTo>
                  <a:pt x="183877" y="675470"/>
                </a:lnTo>
                <a:lnTo>
                  <a:pt x="188128" y="720466"/>
                </a:lnTo>
                <a:lnTo>
                  <a:pt x="192796" y="759976"/>
                </a:lnTo>
                <a:lnTo>
                  <a:pt x="192888" y="773912"/>
                </a:lnTo>
                <a:lnTo>
                  <a:pt x="194022" y="788002"/>
                </a:lnTo>
                <a:lnTo>
                  <a:pt x="195904" y="805641"/>
                </a:lnTo>
                <a:lnTo>
                  <a:pt x="198458" y="833236"/>
                </a:lnTo>
                <a:lnTo>
                  <a:pt x="212652" y="1050804"/>
                </a:lnTo>
                <a:lnTo>
                  <a:pt x="219834" y="1175241"/>
                </a:lnTo>
                <a:lnTo>
                  <a:pt x="223408" y="1246465"/>
                </a:lnTo>
                <a:lnTo>
                  <a:pt x="226366" y="1330556"/>
                </a:lnTo>
                <a:lnTo>
                  <a:pt x="228491" y="1430783"/>
                </a:lnTo>
                <a:lnTo>
                  <a:pt x="228995" y="1448279"/>
                </a:lnTo>
                <a:lnTo>
                  <a:pt x="189089" y="1478960"/>
                </a:lnTo>
                <a:lnTo>
                  <a:pt x="173463" y="1482102"/>
                </a:lnTo>
                <a:lnTo>
                  <a:pt x="127191" y="1494055"/>
                </a:lnTo>
                <a:lnTo>
                  <a:pt x="77143" y="1510775"/>
                </a:lnTo>
                <a:lnTo>
                  <a:pt x="38104" y="1526150"/>
                </a:lnTo>
                <a:lnTo>
                  <a:pt x="0" y="1553573"/>
                </a:lnTo>
                <a:lnTo>
                  <a:pt x="2943" y="1563660"/>
                </a:lnTo>
                <a:lnTo>
                  <a:pt x="17545" y="1572119"/>
                </a:lnTo>
                <a:lnTo>
                  <a:pt x="51774" y="1578701"/>
                </a:lnTo>
                <a:lnTo>
                  <a:pt x="86952" y="1578390"/>
                </a:lnTo>
                <a:lnTo>
                  <a:pt x="122580" y="1574865"/>
                </a:lnTo>
                <a:lnTo>
                  <a:pt x="158158" y="1571805"/>
                </a:lnTo>
                <a:lnTo>
                  <a:pt x="172052" y="1571458"/>
                </a:lnTo>
                <a:lnTo>
                  <a:pt x="185947" y="1571556"/>
                </a:lnTo>
                <a:lnTo>
                  <a:pt x="230504" y="1572861"/>
                </a:lnTo>
                <a:lnTo>
                  <a:pt x="247300" y="1572936"/>
                </a:lnTo>
                <a:lnTo>
                  <a:pt x="288856" y="1569277"/>
                </a:lnTo>
                <a:lnTo>
                  <a:pt x="324915" y="1556637"/>
                </a:lnTo>
                <a:lnTo>
                  <a:pt x="333996" y="1539722"/>
                </a:lnTo>
                <a:lnTo>
                  <a:pt x="332697" y="1499315"/>
                </a:lnTo>
                <a:lnTo>
                  <a:pt x="328980" y="1490184"/>
                </a:lnTo>
                <a:lnTo>
                  <a:pt x="326928" y="1487127"/>
                </a:lnTo>
                <a:lnTo>
                  <a:pt x="325829" y="1483693"/>
                </a:lnTo>
                <a:lnTo>
                  <a:pt x="324759" y="1477447"/>
                </a:lnTo>
                <a:lnTo>
                  <a:pt x="325079" y="1471054"/>
                </a:lnTo>
                <a:lnTo>
                  <a:pt x="326213" y="1464677"/>
                </a:lnTo>
                <a:lnTo>
                  <a:pt x="343064" y="1385392"/>
                </a:lnTo>
                <a:lnTo>
                  <a:pt x="356961" y="1316535"/>
                </a:lnTo>
                <a:lnTo>
                  <a:pt x="370246" y="1247553"/>
                </a:lnTo>
                <a:lnTo>
                  <a:pt x="384414" y="1169290"/>
                </a:lnTo>
                <a:lnTo>
                  <a:pt x="393380" y="1113683"/>
                </a:lnTo>
                <a:lnTo>
                  <a:pt x="398622" y="1073884"/>
                </a:lnTo>
                <a:lnTo>
                  <a:pt x="405511" y="966490"/>
                </a:lnTo>
                <a:lnTo>
                  <a:pt x="404214" y="906469"/>
                </a:lnTo>
                <a:lnTo>
                  <a:pt x="399400" y="860783"/>
                </a:lnTo>
                <a:lnTo>
                  <a:pt x="392748" y="827236"/>
                </a:lnTo>
                <a:lnTo>
                  <a:pt x="385931" y="803629"/>
                </a:lnTo>
                <a:lnTo>
                  <a:pt x="373775" y="766091"/>
                </a:lnTo>
                <a:lnTo>
                  <a:pt x="370878" y="756477"/>
                </a:lnTo>
                <a:lnTo>
                  <a:pt x="368453" y="746707"/>
                </a:lnTo>
                <a:lnTo>
                  <a:pt x="367060" y="736792"/>
                </a:lnTo>
                <a:lnTo>
                  <a:pt x="367262" y="726742"/>
                </a:lnTo>
                <a:lnTo>
                  <a:pt x="399935" y="467371"/>
                </a:lnTo>
                <a:lnTo>
                  <a:pt x="405352" y="426751"/>
                </a:lnTo>
                <a:lnTo>
                  <a:pt x="411631" y="381349"/>
                </a:lnTo>
                <a:lnTo>
                  <a:pt x="418820" y="331285"/>
                </a:lnTo>
                <a:lnTo>
                  <a:pt x="426967" y="276675"/>
                </a:lnTo>
                <a:lnTo>
                  <a:pt x="436118" y="217637"/>
                </a:lnTo>
                <a:lnTo>
                  <a:pt x="440046" y="168524"/>
                </a:lnTo>
                <a:lnTo>
                  <a:pt x="432824" y="122147"/>
                </a:lnTo>
                <a:lnTo>
                  <a:pt x="415483" y="80564"/>
                </a:lnTo>
                <a:lnTo>
                  <a:pt x="389052" y="45832"/>
                </a:lnTo>
                <a:lnTo>
                  <a:pt x="354561" y="20009"/>
                </a:lnTo>
                <a:lnTo>
                  <a:pt x="320214" y="6252"/>
                </a:lnTo>
                <a:lnTo>
                  <a:pt x="279481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988005" y="7010253"/>
            <a:ext cx="1801495" cy="1501140"/>
          </a:xfrm>
          <a:custGeom>
            <a:avLst/>
            <a:gdLst/>
            <a:ahLst/>
            <a:cxnLst/>
            <a:rect l="l" t="t" r="r" b="b"/>
            <a:pathLst>
              <a:path w="1801495" h="1501140">
                <a:moveTo>
                  <a:pt x="838568" y="1243469"/>
                </a:moveTo>
                <a:lnTo>
                  <a:pt x="834745" y="1223378"/>
                </a:lnTo>
                <a:lnTo>
                  <a:pt x="817791" y="1207173"/>
                </a:lnTo>
                <a:lnTo>
                  <a:pt x="812317" y="1204214"/>
                </a:lnTo>
                <a:lnTo>
                  <a:pt x="806475" y="1202029"/>
                </a:lnTo>
                <a:lnTo>
                  <a:pt x="800735" y="1199642"/>
                </a:lnTo>
                <a:lnTo>
                  <a:pt x="763752" y="1175854"/>
                </a:lnTo>
                <a:lnTo>
                  <a:pt x="711987" y="1119568"/>
                </a:lnTo>
                <a:lnTo>
                  <a:pt x="664857" y="1068565"/>
                </a:lnTo>
                <a:lnTo>
                  <a:pt x="617270" y="1017968"/>
                </a:lnTo>
                <a:lnTo>
                  <a:pt x="562140" y="960653"/>
                </a:lnTo>
                <a:lnTo>
                  <a:pt x="522312" y="920813"/>
                </a:lnTo>
                <a:lnTo>
                  <a:pt x="493128" y="893254"/>
                </a:lnTo>
                <a:lnTo>
                  <a:pt x="469887" y="872756"/>
                </a:lnTo>
                <a:lnTo>
                  <a:pt x="465963" y="872756"/>
                </a:lnTo>
                <a:lnTo>
                  <a:pt x="454774" y="860005"/>
                </a:lnTo>
                <a:lnTo>
                  <a:pt x="415721" y="828979"/>
                </a:lnTo>
                <a:lnTo>
                  <a:pt x="384835" y="806602"/>
                </a:lnTo>
                <a:lnTo>
                  <a:pt x="341604" y="779119"/>
                </a:lnTo>
                <a:lnTo>
                  <a:pt x="295656" y="756666"/>
                </a:lnTo>
                <a:lnTo>
                  <a:pt x="272288" y="746455"/>
                </a:lnTo>
                <a:lnTo>
                  <a:pt x="243687" y="732828"/>
                </a:lnTo>
                <a:lnTo>
                  <a:pt x="241198" y="731037"/>
                </a:lnTo>
                <a:lnTo>
                  <a:pt x="232752" y="721169"/>
                </a:lnTo>
                <a:lnTo>
                  <a:pt x="230060" y="709536"/>
                </a:lnTo>
                <a:lnTo>
                  <a:pt x="230771" y="696950"/>
                </a:lnTo>
                <a:lnTo>
                  <a:pt x="259994" y="467372"/>
                </a:lnTo>
                <a:lnTo>
                  <a:pt x="265404" y="426758"/>
                </a:lnTo>
                <a:lnTo>
                  <a:pt x="271691" y="381355"/>
                </a:lnTo>
                <a:lnTo>
                  <a:pt x="278879" y="331292"/>
                </a:lnTo>
                <a:lnTo>
                  <a:pt x="287020" y="276682"/>
                </a:lnTo>
                <a:lnTo>
                  <a:pt x="296176" y="217652"/>
                </a:lnTo>
                <a:lnTo>
                  <a:pt x="300101" y="168541"/>
                </a:lnTo>
                <a:lnTo>
                  <a:pt x="292874" y="122161"/>
                </a:lnTo>
                <a:lnTo>
                  <a:pt x="275539" y="80568"/>
                </a:lnTo>
                <a:lnTo>
                  <a:pt x="249110" y="45847"/>
                </a:lnTo>
                <a:lnTo>
                  <a:pt x="214617" y="20027"/>
                </a:lnTo>
                <a:lnTo>
                  <a:pt x="139534" y="12"/>
                </a:lnTo>
                <a:lnTo>
                  <a:pt x="96342" y="5334"/>
                </a:lnTo>
                <a:lnTo>
                  <a:pt x="54635" y="26289"/>
                </a:lnTo>
                <a:lnTo>
                  <a:pt x="21374" y="63830"/>
                </a:lnTo>
                <a:lnTo>
                  <a:pt x="5232" y="103543"/>
                </a:lnTo>
                <a:lnTo>
                  <a:pt x="0" y="152374"/>
                </a:lnTo>
                <a:lnTo>
                  <a:pt x="2133" y="200456"/>
                </a:lnTo>
                <a:lnTo>
                  <a:pt x="3225" y="242570"/>
                </a:lnTo>
                <a:lnTo>
                  <a:pt x="5003" y="280606"/>
                </a:lnTo>
                <a:lnTo>
                  <a:pt x="9144" y="316458"/>
                </a:lnTo>
                <a:lnTo>
                  <a:pt x="16713" y="368503"/>
                </a:lnTo>
                <a:lnTo>
                  <a:pt x="23114" y="424827"/>
                </a:lnTo>
                <a:lnTo>
                  <a:pt x="28613" y="483666"/>
                </a:lnTo>
                <a:lnTo>
                  <a:pt x="33489" y="543267"/>
                </a:lnTo>
                <a:lnTo>
                  <a:pt x="42430" y="657720"/>
                </a:lnTo>
                <a:lnTo>
                  <a:pt x="47028" y="709053"/>
                </a:lnTo>
                <a:lnTo>
                  <a:pt x="52070" y="754113"/>
                </a:lnTo>
                <a:lnTo>
                  <a:pt x="64566" y="818349"/>
                </a:lnTo>
                <a:lnTo>
                  <a:pt x="88544" y="856932"/>
                </a:lnTo>
                <a:lnTo>
                  <a:pt x="122110" y="879195"/>
                </a:lnTo>
                <a:lnTo>
                  <a:pt x="132422" y="886155"/>
                </a:lnTo>
                <a:lnTo>
                  <a:pt x="143903" y="892962"/>
                </a:lnTo>
                <a:lnTo>
                  <a:pt x="158534" y="901331"/>
                </a:lnTo>
                <a:lnTo>
                  <a:pt x="180835" y="914539"/>
                </a:lnTo>
                <a:lnTo>
                  <a:pt x="365493" y="1030465"/>
                </a:lnTo>
                <a:lnTo>
                  <a:pt x="470560" y="1097521"/>
                </a:lnTo>
                <a:lnTo>
                  <a:pt x="530390" y="1136345"/>
                </a:lnTo>
                <a:lnTo>
                  <a:pt x="569963" y="1162685"/>
                </a:lnTo>
                <a:lnTo>
                  <a:pt x="656056" y="1221562"/>
                </a:lnTo>
                <a:lnTo>
                  <a:pt x="695960" y="1250518"/>
                </a:lnTo>
                <a:lnTo>
                  <a:pt x="707402" y="1276362"/>
                </a:lnTo>
                <a:lnTo>
                  <a:pt x="701306" y="1294980"/>
                </a:lnTo>
                <a:lnTo>
                  <a:pt x="690727" y="1318056"/>
                </a:lnTo>
                <a:lnTo>
                  <a:pt x="681177" y="1341589"/>
                </a:lnTo>
                <a:lnTo>
                  <a:pt x="664832" y="1389659"/>
                </a:lnTo>
                <a:lnTo>
                  <a:pt x="653440" y="1429969"/>
                </a:lnTo>
                <a:lnTo>
                  <a:pt x="644385" y="1470850"/>
                </a:lnTo>
                <a:lnTo>
                  <a:pt x="643851" y="1486331"/>
                </a:lnTo>
                <a:lnTo>
                  <a:pt x="648436" y="1497304"/>
                </a:lnTo>
                <a:lnTo>
                  <a:pt x="658342" y="1500835"/>
                </a:lnTo>
                <a:lnTo>
                  <a:pt x="673747" y="1493951"/>
                </a:lnTo>
                <a:lnTo>
                  <a:pt x="699135" y="1470063"/>
                </a:lnTo>
                <a:lnTo>
                  <a:pt x="719480" y="1441361"/>
                </a:lnTo>
                <a:lnTo>
                  <a:pt x="737501" y="1410423"/>
                </a:lnTo>
                <a:lnTo>
                  <a:pt x="755853" y="1379791"/>
                </a:lnTo>
                <a:lnTo>
                  <a:pt x="772642" y="1356207"/>
                </a:lnTo>
                <a:lnTo>
                  <a:pt x="790359" y="1333258"/>
                </a:lnTo>
                <a:lnTo>
                  <a:pt x="807707" y="1310068"/>
                </a:lnTo>
                <a:lnTo>
                  <a:pt x="823379" y="1285722"/>
                </a:lnTo>
                <a:lnTo>
                  <a:pt x="833399" y="1265047"/>
                </a:lnTo>
                <a:lnTo>
                  <a:pt x="838568" y="1243469"/>
                </a:lnTo>
                <a:close/>
              </a:path>
              <a:path w="1801495" h="1501140">
                <a:moveTo>
                  <a:pt x="1801368" y="889254"/>
                </a:moveTo>
                <a:lnTo>
                  <a:pt x="1799463" y="850773"/>
                </a:lnTo>
                <a:lnTo>
                  <a:pt x="1771078" y="821867"/>
                </a:lnTo>
                <a:lnTo>
                  <a:pt x="1749818" y="818349"/>
                </a:lnTo>
                <a:lnTo>
                  <a:pt x="1734769" y="819975"/>
                </a:lnTo>
                <a:lnTo>
                  <a:pt x="1717713" y="822375"/>
                </a:lnTo>
                <a:lnTo>
                  <a:pt x="1709051" y="823048"/>
                </a:lnTo>
                <a:lnTo>
                  <a:pt x="1700758" y="822477"/>
                </a:lnTo>
                <a:lnTo>
                  <a:pt x="1694599" y="820915"/>
                </a:lnTo>
                <a:lnTo>
                  <a:pt x="1675866" y="814324"/>
                </a:lnTo>
                <a:lnTo>
                  <a:pt x="1617497" y="797140"/>
                </a:lnTo>
                <a:lnTo>
                  <a:pt x="1551940" y="778433"/>
                </a:lnTo>
                <a:lnTo>
                  <a:pt x="1486217" y="760298"/>
                </a:lnTo>
                <a:lnTo>
                  <a:pt x="1409319" y="739978"/>
                </a:lnTo>
                <a:lnTo>
                  <a:pt x="1354594" y="726643"/>
                </a:lnTo>
                <a:lnTo>
                  <a:pt x="1315339" y="718261"/>
                </a:lnTo>
                <a:lnTo>
                  <a:pt x="1233817" y="705815"/>
                </a:lnTo>
                <a:lnTo>
                  <a:pt x="1183093" y="702233"/>
                </a:lnTo>
                <a:lnTo>
                  <a:pt x="1132268" y="701040"/>
                </a:lnTo>
                <a:lnTo>
                  <a:pt x="1077988" y="701103"/>
                </a:lnTo>
                <a:lnTo>
                  <a:pt x="1076172" y="699452"/>
                </a:lnTo>
                <a:lnTo>
                  <a:pt x="1075575" y="697433"/>
                </a:lnTo>
                <a:lnTo>
                  <a:pt x="1074369" y="687628"/>
                </a:lnTo>
                <a:lnTo>
                  <a:pt x="1075194" y="677113"/>
                </a:lnTo>
                <a:lnTo>
                  <a:pt x="1078572" y="656513"/>
                </a:lnTo>
                <a:lnTo>
                  <a:pt x="1102525" y="467385"/>
                </a:lnTo>
                <a:lnTo>
                  <a:pt x="1107948" y="426758"/>
                </a:lnTo>
                <a:lnTo>
                  <a:pt x="1114221" y="381355"/>
                </a:lnTo>
                <a:lnTo>
                  <a:pt x="1121410" y="331292"/>
                </a:lnTo>
                <a:lnTo>
                  <a:pt x="1129563" y="276682"/>
                </a:lnTo>
                <a:lnTo>
                  <a:pt x="1138720" y="217639"/>
                </a:lnTo>
                <a:lnTo>
                  <a:pt x="1142644" y="168529"/>
                </a:lnTo>
                <a:lnTo>
                  <a:pt x="1135418" y="122148"/>
                </a:lnTo>
                <a:lnTo>
                  <a:pt x="1118082" y="80568"/>
                </a:lnTo>
                <a:lnTo>
                  <a:pt x="1091653" y="45847"/>
                </a:lnTo>
                <a:lnTo>
                  <a:pt x="1057160" y="20027"/>
                </a:lnTo>
                <a:lnTo>
                  <a:pt x="982078" y="0"/>
                </a:lnTo>
                <a:lnTo>
                  <a:pt x="938885" y="5334"/>
                </a:lnTo>
                <a:lnTo>
                  <a:pt x="897166" y="26301"/>
                </a:lnTo>
                <a:lnTo>
                  <a:pt x="863904" y="63830"/>
                </a:lnTo>
                <a:lnTo>
                  <a:pt x="847775" y="103543"/>
                </a:lnTo>
                <a:lnTo>
                  <a:pt x="842530" y="152374"/>
                </a:lnTo>
                <a:lnTo>
                  <a:pt x="844664" y="200469"/>
                </a:lnTo>
                <a:lnTo>
                  <a:pt x="845769" y="242570"/>
                </a:lnTo>
                <a:lnTo>
                  <a:pt x="847534" y="280606"/>
                </a:lnTo>
                <a:lnTo>
                  <a:pt x="851687" y="316458"/>
                </a:lnTo>
                <a:lnTo>
                  <a:pt x="857707" y="356273"/>
                </a:lnTo>
                <a:lnTo>
                  <a:pt x="862660" y="396252"/>
                </a:lnTo>
                <a:lnTo>
                  <a:pt x="866838" y="436308"/>
                </a:lnTo>
                <a:lnTo>
                  <a:pt x="870521" y="476415"/>
                </a:lnTo>
                <a:lnTo>
                  <a:pt x="874052" y="518401"/>
                </a:lnTo>
                <a:lnTo>
                  <a:pt x="886625" y="678065"/>
                </a:lnTo>
                <a:lnTo>
                  <a:pt x="889660" y="711695"/>
                </a:lnTo>
                <a:lnTo>
                  <a:pt x="898169" y="778624"/>
                </a:lnTo>
                <a:lnTo>
                  <a:pt x="907948" y="826490"/>
                </a:lnTo>
                <a:lnTo>
                  <a:pt x="922616" y="868718"/>
                </a:lnTo>
                <a:lnTo>
                  <a:pt x="955916" y="893635"/>
                </a:lnTo>
                <a:lnTo>
                  <a:pt x="997064" y="899502"/>
                </a:lnTo>
                <a:lnTo>
                  <a:pt x="1011936" y="899655"/>
                </a:lnTo>
                <a:lnTo>
                  <a:pt x="1030401" y="899160"/>
                </a:lnTo>
                <a:lnTo>
                  <a:pt x="1059611" y="898766"/>
                </a:lnTo>
                <a:lnTo>
                  <a:pt x="1277620" y="901827"/>
                </a:lnTo>
                <a:lnTo>
                  <a:pt x="1402232" y="904506"/>
                </a:lnTo>
                <a:lnTo>
                  <a:pt x="1473517" y="906576"/>
                </a:lnTo>
                <a:lnTo>
                  <a:pt x="1541145" y="909472"/>
                </a:lnTo>
                <a:lnTo>
                  <a:pt x="1586039" y="911796"/>
                </a:lnTo>
                <a:lnTo>
                  <a:pt x="1640166" y="913066"/>
                </a:lnTo>
                <a:lnTo>
                  <a:pt x="1691716" y="921740"/>
                </a:lnTo>
                <a:lnTo>
                  <a:pt x="1705152" y="979944"/>
                </a:lnTo>
                <a:lnTo>
                  <a:pt x="1708099" y="998385"/>
                </a:lnTo>
                <a:lnTo>
                  <a:pt x="1720037" y="1053109"/>
                </a:lnTo>
                <a:lnTo>
                  <a:pt x="1731251" y="1093457"/>
                </a:lnTo>
                <a:lnTo>
                  <a:pt x="1744764" y="1133094"/>
                </a:lnTo>
                <a:lnTo>
                  <a:pt x="1761985" y="1153591"/>
                </a:lnTo>
                <a:lnTo>
                  <a:pt x="1772272" y="1151458"/>
                </a:lnTo>
                <a:lnTo>
                  <a:pt x="1781860" y="1137577"/>
                </a:lnTo>
                <a:lnTo>
                  <a:pt x="1791131" y="1103972"/>
                </a:lnTo>
                <a:lnTo>
                  <a:pt x="1793608" y="1068870"/>
                </a:lnTo>
                <a:lnTo>
                  <a:pt x="1792909" y="1033081"/>
                </a:lnTo>
                <a:lnTo>
                  <a:pt x="1792668" y="997369"/>
                </a:lnTo>
                <a:lnTo>
                  <a:pt x="1794040" y="975829"/>
                </a:lnTo>
                <a:lnTo>
                  <a:pt x="1798675" y="932891"/>
                </a:lnTo>
                <a:lnTo>
                  <a:pt x="1800644" y="911402"/>
                </a:lnTo>
                <a:lnTo>
                  <a:pt x="1801215" y="900303"/>
                </a:lnTo>
                <a:lnTo>
                  <a:pt x="1801368" y="889254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884567" y="7030732"/>
            <a:ext cx="933450" cy="901065"/>
          </a:xfrm>
          <a:custGeom>
            <a:avLst/>
            <a:gdLst/>
            <a:ahLst/>
            <a:cxnLst/>
            <a:rect l="l" t="t" r="r" b="b"/>
            <a:pathLst>
              <a:path w="933450" h="901065">
                <a:moveTo>
                  <a:pt x="139541" y="0"/>
                </a:moveTo>
                <a:lnTo>
                  <a:pt x="96351" y="5322"/>
                </a:lnTo>
                <a:lnTo>
                  <a:pt x="54637" y="26291"/>
                </a:lnTo>
                <a:lnTo>
                  <a:pt x="21375" y="63821"/>
                </a:lnTo>
                <a:lnTo>
                  <a:pt x="5239" y="103541"/>
                </a:lnTo>
                <a:lnTo>
                  <a:pt x="0" y="152371"/>
                </a:lnTo>
                <a:lnTo>
                  <a:pt x="2129" y="200456"/>
                </a:lnTo>
                <a:lnTo>
                  <a:pt x="3228" y="242565"/>
                </a:lnTo>
                <a:lnTo>
                  <a:pt x="5001" y="280597"/>
                </a:lnTo>
                <a:lnTo>
                  <a:pt x="9151" y="316449"/>
                </a:lnTo>
                <a:lnTo>
                  <a:pt x="13212" y="342528"/>
                </a:lnTo>
                <a:lnTo>
                  <a:pt x="16762" y="368682"/>
                </a:lnTo>
                <a:lnTo>
                  <a:pt x="22732" y="421127"/>
                </a:lnTo>
                <a:lnTo>
                  <a:pt x="30593" y="507013"/>
                </a:lnTo>
                <a:lnTo>
                  <a:pt x="43567" y="671340"/>
                </a:lnTo>
                <a:lnTo>
                  <a:pt x="45696" y="695350"/>
                </a:lnTo>
                <a:lnTo>
                  <a:pt x="51913" y="752847"/>
                </a:lnTo>
                <a:lnTo>
                  <a:pt x="59108" y="799537"/>
                </a:lnTo>
                <a:lnTo>
                  <a:pt x="64280" y="820308"/>
                </a:lnTo>
                <a:lnTo>
                  <a:pt x="65432" y="826538"/>
                </a:lnTo>
                <a:lnTo>
                  <a:pt x="83765" y="869603"/>
                </a:lnTo>
                <a:lnTo>
                  <a:pt x="115595" y="895183"/>
                </a:lnTo>
                <a:lnTo>
                  <a:pt x="150759" y="900955"/>
                </a:lnTo>
                <a:lnTo>
                  <a:pt x="160618" y="898521"/>
                </a:lnTo>
                <a:lnTo>
                  <a:pt x="203284" y="869561"/>
                </a:lnTo>
                <a:lnTo>
                  <a:pt x="226826" y="845961"/>
                </a:lnTo>
                <a:lnTo>
                  <a:pt x="247388" y="825206"/>
                </a:lnTo>
                <a:lnTo>
                  <a:pt x="344322" y="732378"/>
                </a:lnTo>
                <a:lnTo>
                  <a:pt x="405061" y="674655"/>
                </a:lnTo>
                <a:lnTo>
                  <a:pt x="455447" y="627106"/>
                </a:lnTo>
                <a:lnTo>
                  <a:pt x="526631" y="560645"/>
                </a:lnTo>
                <a:lnTo>
                  <a:pt x="564967" y="525459"/>
                </a:lnTo>
                <a:lnTo>
                  <a:pt x="608419" y="486601"/>
                </a:lnTo>
                <a:lnTo>
                  <a:pt x="703852" y="403389"/>
                </a:lnTo>
                <a:lnTo>
                  <a:pt x="708449" y="397955"/>
                </a:lnTo>
                <a:lnTo>
                  <a:pt x="717527" y="396761"/>
                </a:lnTo>
                <a:lnTo>
                  <a:pt x="718752" y="396792"/>
                </a:lnTo>
                <a:lnTo>
                  <a:pt x="725780" y="398801"/>
                </a:lnTo>
                <a:lnTo>
                  <a:pt x="732378" y="403355"/>
                </a:lnTo>
                <a:lnTo>
                  <a:pt x="743883" y="413986"/>
                </a:lnTo>
                <a:lnTo>
                  <a:pt x="757084" y="424765"/>
                </a:lnTo>
                <a:lnTo>
                  <a:pt x="798221" y="454546"/>
                </a:lnTo>
                <a:lnTo>
                  <a:pt x="844731" y="483217"/>
                </a:lnTo>
                <a:lnTo>
                  <a:pt x="881587" y="503282"/>
                </a:lnTo>
                <a:lnTo>
                  <a:pt x="915309" y="516643"/>
                </a:lnTo>
                <a:lnTo>
                  <a:pt x="927076" y="514890"/>
                </a:lnTo>
                <a:lnTo>
                  <a:pt x="932921" y="506157"/>
                </a:lnTo>
                <a:lnTo>
                  <a:pt x="930034" y="489533"/>
                </a:lnTo>
                <a:lnTo>
                  <a:pt x="913106" y="459065"/>
                </a:lnTo>
                <a:lnTo>
                  <a:pt x="890283" y="432293"/>
                </a:lnTo>
                <a:lnTo>
                  <a:pt x="864705" y="407238"/>
                </a:lnTo>
                <a:lnTo>
                  <a:pt x="839513" y="381924"/>
                </a:lnTo>
                <a:lnTo>
                  <a:pt x="829710" y="370770"/>
                </a:lnTo>
                <a:lnTo>
                  <a:pt x="820282" y="359295"/>
                </a:lnTo>
                <a:lnTo>
                  <a:pt x="792723" y="324365"/>
                </a:lnTo>
                <a:lnTo>
                  <a:pt x="783258" y="312995"/>
                </a:lnTo>
                <a:lnTo>
                  <a:pt x="751762" y="281946"/>
                </a:lnTo>
                <a:lnTo>
                  <a:pt x="726098" y="270243"/>
                </a:lnTo>
                <a:lnTo>
                  <a:pt x="711297" y="271257"/>
                </a:lnTo>
                <a:lnTo>
                  <a:pt x="706135" y="272618"/>
                </a:lnTo>
                <a:lnTo>
                  <a:pt x="703078" y="275037"/>
                </a:lnTo>
                <a:lnTo>
                  <a:pt x="695601" y="282325"/>
                </a:lnTo>
                <a:lnTo>
                  <a:pt x="690795" y="285309"/>
                </a:lnTo>
                <a:lnTo>
                  <a:pt x="679675" y="293717"/>
                </a:lnTo>
                <a:lnTo>
                  <a:pt x="674063" y="299518"/>
                </a:lnTo>
                <a:lnTo>
                  <a:pt x="661267" y="314093"/>
                </a:lnTo>
                <a:lnTo>
                  <a:pt x="653205" y="320700"/>
                </a:lnTo>
                <a:lnTo>
                  <a:pt x="563260" y="367725"/>
                </a:lnTo>
                <a:lnTo>
                  <a:pt x="454750" y="427503"/>
                </a:lnTo>
                <a:lnTo>
                  <a:pt x="385648" y="466883"/>
                </a:lnTo>
                <a:lnTo>
                  <a:pt x="337256" y="495708"/>
                </a:lnTo>
                <a:lnTo>
                  <a:pt x="303377" y="517242"/>
                </a:lnTo>
                <a:lnTo>
                  <a:pt x="248714" y="555908"/>
                </a:lnTo>
                <a:lnTo>
                  <a:pt x="259996" y="467374"/>
                </a:lnTo>
                <a:lnTo>
                  <a:pt x="265412" y="426754"/>
                </a:lnTo>
                <a:lnTo>
                  <a:pt x="271691" y="381352"/>
                </a:lnTo>
                <a:lnTo>
                  <a:pt x="278881" y="331286"/>
                </a:lnTo>
                <a:lnTo>
                  <a:pt x="287027" y="276674"/>
                </a:lnTo>
                <a:lnTo>
                  <a:pt x="296179" y="217636"/>
                </a:lnTo>
                <a:lnTo>
                  <a:pt x="300106" y="168522"/>
                </a:lnTo>
                <a:lnTo>
                  <a:pt x="292885" y="122146"/>
                </a:lnTo>
                <a:lnTo>
                  <a:pt x="275544" y="80565"/>
                </a:lnTo>
                <a:lnTo>
                  <a:pt x="249113" y="45836"/>
                </a:lnTo>
                <a:lnTo>
                  <a:pt x="214621" y="20019"/>
                </a:lnTo>
                <a:lnTo>
                  <a:pt x="180275" y="6255"/>
                </a:lnTo>
                <a:lnTo>
                  <a:pt x="139541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456548" y="7010255"/>
            <a:ext cx="492759" cy="1630680"/>
          </a:xfrm>
          <a:custGeom>
            <a:avLst/>
            <a:gdLst/>
            <a:ahLst/>
            <a:cxnLst/>
            <a:rect l="l" t="t" r="r" b="b"/>
            <a:pathLst>
              <a:path w="492760" h="1630679">
                <a:moveTo>
                  <a:pt x="139541" y="0"/>
                </a:moveTo>
                <a:lnTo>
                  <a:pt x="96351" y="5322"/>
                </a:lnTo>
                <a:lnTo>
                  <a:pt x="54637" y="26291"/>
                </a:lnTo>
                <a:lnTo>
                  <a:pt x="21375" y="63821"/>
                </a:lnTo>
                <a:lnTo>
                  <a:pt x="5239" y="103541"/>
                </a:lnTo>
                <a:lnTo>
                  <a:pt x="0" y="152371"/>
                </a:lnTo>
                <a:lnTo>
                  <a:pt x="2133" y="200456"/>
                </a:lnTo>
                <a:lnTo>
                  <a:pt x="3232" y="242565"/>
                </a:lnTo>
                <a:lnTo>
                  <a:pt x="5003" y="280597"/>
                </a:lnTo>
                <a:lnTo>
                  <a:pt x="9151" y="316449"/>
                </a:lnTo>
                <a:lnTo>
                  <a:pt x="17154" y="370640"/>
                </a:lnTo>
                <a:lnTo>
                  <a:pt x="23449" y="425085"/>
                </a:lnTo>
                <a:lnTo>
                  <a:pt x="28529" y="479685"/>
                </a:lnTo>
                <a:lnTo>
                  <a:pt x="32886" y="534342"/>
                </a:lnTo>
                <a:lnTo>
                  <a:pt x="42250" y="655511"/>
                </a:lnTo>
                <a:lnTo>
                  <a:pt x="46739" y="707285"/>
                </a:lnTo>
                <a:lnTo>
                  <a:pt x="47914" y="717107"/>
                </a:lnTo>
                <a:lnTo>
                  <a:pt x="49079" y="730168"/>
                </a:lnTo>
                <a:lnTo>
                  <a:pt x="49668" y="756427"/>
                </a:lnTo>
                <a:lnTo>
                  <a:pt x="50344" y="769493"/>
                </a:lnTo>
                <a:lnTo>
                  <a:pt x="59820" y="808979"/>
                </a:lnTo>
                <a:lnTo>
                  <a:pt x="81079" y="852916"/>
                </a:lnTo>
                <a:lnTo>
                  <a:pt x="94766" y="878729"/>
                </a:lnTo>
                <a:lnTo>
                  <a:pt x="191525" y="1074111"/>
                </a:lnTo>
                <a:lnTo>
                  <a:pt x="246000" y="1186223"/>
                </a:lnTo>
                <a:lnTo>
                  <a:pt x="276683" y="1250601"/>
                </a:lnTo>
                <a:lnTo>
                  <a:pt x="316081" y="1336747"/>
                </a:lnTo>
                <a:lnTo>
                  <a:pt x="344293" y="1400521"/>
                </a:lnTo>
                <a:lnTo>
                  <a:pt x="350923" y="1414754"/>
                </a:lnTo>
                <a:lnTo>
                  <a:pt x="357214" y="1430554"/>
                </a:lnTo>
                <a:lnTo>
                  <a:pt x="359821" y="1446609"/>
                </a:lnTo>
                <a:lnTo>
                  <a:pt x="355402" y="1461608"/>
                </a:lnTo>
                <a:lnTo>
                  <a:pt x="346755" y="1471351"/>
                </a:lnTo>
                <a:lnTo>
                  <a:pt x="336038" y="1479033"/>
                </a:lnTo>
                <a:lnTo>
                  <a:pt x="324529" y="1485790"/>
                </a:lnTo>
                <a:lnTo>
                  <a:pt x="313508" y="1492759"/>
                </a:lnTo>
                <a:lnTo>
                  <a:pt x="272063" y="1525296"/>
                </a:lnTo>
                <a:lnTo>
                  <a:pt x="243285" y="1550825"/>
                </a:lnTo>
                <a:lnTo>
                  <a:pt x="213157" y="1580027"/>
                </a:lnTo>
                <a:lnTo>
                  <a:pt x="188526" y="1619995"/>
                </a:lnTo>
                <a:lnTo>
                  <a:pt x="195119" y="1628174"/>
                </a:lnTo>
                <a:lnTo>
                  <a:pt x="211846" y="1630367"/>
                </a:lnTo>
                <a:lnTo>
                  <a:pt x="245980" y="1623285"/>
                </a:lnTo>
                <a:lnTo>
                  <a:pt x="278338" y="1609473"/>
                </a:lnTo>
                <a:lnTo>
                  <a:pt x="309873" y="1592519"/>
                </a:lnTo>
                <a:lnTo>
                  <a:pt x="341539" y="1576013"/>
                </a:lnTo>
                <a:lnTo>
                  <a:pt x="362911" y="1566765"/>
                </a:lnTo>
                <a:lnTo>
                  <a:pt x="406410" y="1550090"/>
                </a:lnTo>
                <a:lnTo>
                  <a:pt x="427924" y="1541166"/>
                </a:lnTo>
                <a:lnTo>
                  <a:pt x="467341" y="1520790"/>
                </a:lnTo>
                <a:lnTo>
                  <a:pt x="492026" y="1487251"/>
                </a:lnTo>
                <a:lnTo>
                  <a:pt x="492163" y="1481000"/>
                </a:lnTo>
                <a:lnTo>
                  <a:pt x="490288" y="1474896"/>
                </a:lnTo>
                <a:lnTo>
                  <a:pt x="471849" y="1435494"/>
                </a:lnTo>
                <a:lnTo>
                  <a:pt x="462161" y="1422087"/>
                </a:lnTo>
                <a:lnTo>
                  <a:pt x="457710" y="1415237"/>
                </a:lnTo>
                <a:lnTo>
                  <a:pt x="454687" y="1407934"/>
                </a:lnTo>
                <a:lnTo>
                  <a:pt x="451077" y="1392199"/>
                </a:lnTo>
                <a:lnTo>
                  <a:pt x="448172" y="1376187"/>
                </a:lnTo>
                <a:lnTo>
                  <a:pt x="442740" y="1344188"/>
                </a:lnTo>
                <a:lnTo>
                  <a:pt x="428055" y="1269592"/>
                </a:lnTo>
                <a:lnTo>
                  <a:pt x="412647" y="1195145"/>
                </a:lnTo>
                <a:lnTo>
                  <a:pt x="395635" y="1117450"/>
                </a:lnTo>
                <a:lnTo>
                  <a:pt x="382532" y="1062671"/>
                </a:lnTo>
                <a:lnTo>
                  <a:pt x="372068" y="1023919"/>
                </a:lnTo>
                <a:lnTo>
                  <a:pt x="347995" y="950265"/>
                </a:lnTo>
                <a:lnTo>
                  <a:pt x="331101" y="906753"/>
                </a:lnTo>
                <a:lnTo>
                  <a:pt x="311632" y="864384"/>
                </a:lnTo>
                <a:lnTo>
                  <a:pt x="288933" y="823774"/>
                </a:lnTo>
                <a:lnTo>
                  <a:pt x="261130" y="786300"/>
                </a:lnTo>
                <a:lnTo>
                  <a:pt x="252547" y="773503"/>
                </a:lnTo>
                <a:lnTo>
                  <a:pt x="244085" y="759322"/>
                </a:lnTo>
                <a:lnTo>
                  <a:pt x="236863" y="745478"/>
                </a:lnTo>
                <a:lnTo>
                  <a:pt x="231716" y="730849"/>
                </a:lnTo>
                <a:lnTo>
                  <a:pt x="229479" y="714312"/>
                </a:lnTo>
                <a:lnTo>
                  <a:pt x="230022" y="697535"/>
                </a:lnTo>
                <a:lnTo>
                  <a:pt x="232036" y="680864"/>
                </a:lnTo>
                <a:lnTo>
                  <a:pt x="237144" y="647643"/>
                </a:lnTo>
                <a:lnTo>
                  <a:pt x="259996" y="467374"/>
                </a:lnTo>
                <a:lnTo>
                  <a:pt x="265412" y="426754"/>
                </a:lnTo>
                <a:lnTo>
                  <a:pt x="271691" y="381352"/>
                </a:lnTo>
                <a:lnTo>
                  <a:pt x="278881" y="331286"/>
                </a:lnTo>
                <a:lnTo>
                  <a:pt x="287027" y="276674"/>
                </a:lnTo>
                <a:lnTo>
                  <a:pt x="296179" y="217636"/>
                </a:lnTo>
                <a:lnTo>
                  <a:pt x="300107" y="168522"/>
                </a:lnTo>
                <a:lnTo>
                  <a:pt x="292888" y="122146"/>
                </a:lnTo>
                <a:lnTo>
                  <a:pt x="275548" y="80565"/>
                </a:lnTo>
                <a:lnTo>
                  <a:pt x="249117" y="45836"/>
                </a:lnTo>
                <a:lnTo>
                  <a:pt x="214621" y="20019"/>
                </a:lnTo>
                <a:lnTo>
                  <a:pt x="180275" y="6255"/>
                </a:lnTo>
                <a:lnTo>
                  <a:pt x="139541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7081129" y="7124895"/>
            <a:ext cx="687070" cy="723900"/>
          </a:xfrm>
          <a:custGeom>
            <a:avLst/>
            <a:gdLst/>
            <a:ahLst/>
            <a:cxnLst/>
            <a:rect l="l" t="t" r="r" b="b"/>
            <a:pathLst>
              <a:path w="687070" h="723900">
                <a:moveTo>
                  <a:pt x="71910" y="0"/>
                </a:moveTo>
                <a:lnTo>
                  <a:pt x="30612" y="10994"/>
                </a:lnTo>
                <a:lnTo>
                  <a:pt x="1619" y="71757"/>
                </a:lnTo>
                <a:lnTo>
                  <a:pt x="0" y="104197"/>
                </a:lnTo>
                <a:lnTo>
                  <a:pt x="3911" y="140353"/>
                </a:lnTo>
                <a:lnTo>
                  <a:pt x="11239" y="181858"/>
                </a:lnTo>
                <a:lnTo>
                  <a:pt x="17211" y="211793"/>
                </a:lnTo>
                <a:lnTo>
                  <a:pt x="19530" y="225901"/>
                </a:lnTo>
                <a:lnTo>
                  <a:pt x="21291" y="242694"/>
                </a:lnTo>
                <a:lnTo>
                  <a:pt x="21950" y="251458"/>
                </a:lnTo>
                <a:lnTo>
                  <a:pt x="25270" y="349947"/>
                </a:lnTo>
                <a:lnTo>
                  <a:pt x="25844" y="382176"/>
                </a:lnTo>
                <a:lnTo>
                  <a:pt x="25783" y="407864"/>
                </a:lnTo>
                <a:lnTo>
                  <a:pt x="24524" y="484505"/>
                </a:lnTo>
                <a:lnTo>
                  <a:pt x="24531" y="496608"/>
                </a:lnTo>
                <a:lnTo>
                  <a:pt x="31582" y="543673"/>
                </a:lnTo>
                <a:lnTo>
                  <a:pt x="60935" y="584646"/>
                </a:lnTo>
                <a:lnTo>
                  <a:pt x="104356" y="604348"/>
                </a:lnTo>
                <a:lnTo>
                  <a:pt x="154365" y="617487"/>
                </a:lnTo>
                <a:lnTo>
                  <a:pt x="253560" y="625610"/>
                </a:lnTo>
                <a:lnTo>
                  <a:pt x="304722" y="628428"/>
                </a:lnTo>
                <a:lnTo>
                  <a:pt x="378652" y="631844"/>
                </a:lnTo>
                <a:lnTo>
                  <a:pt x="442184" y="635385"/>
                </a:lnTo>
                <a:lnTo>
                  <a:pt x="473950" y="636864"/>
                </a:lnTo>
                <a:lnTo>
                  <a:pt x="505684" y="637614"/>
                </a:lnTo>
                <a:lnTo>
                  <a:pt x="517983" y="638219"/>
                </a:lnTo>
                <a:lnTo>
                  <a:pt x="569148" y="654084"/>
                </a:lnTo>
                <a:lnTo>
                  <a:pt x="578698" y="658650"/>
                </a:lnTo>
                <a:lnTo>
                  <a:pt x="596059" y="665665"/>
                </a:lnTo>
                <a:lnTo>
                  <a:pt x="595451" y="679686"/>
                </a:lnTo>
                <a:lnTo>
                  <a:pt x="597336" y="689623"/>
                </a:lnTo>
                <a:lnTo>
                  <a:pt x="602352" y="691120"/>
                </a:lnTo>
                <a:lnTo>
                  <a:pt x="608310" y="691424"/>
                </a:lnTo>
                <a:lnTo>
                  <a:pt x="611629" y="690303"/>
                </a:lnTo>
                <a:lnTo>
                  <a:pt x="613629" y="689424"/>
                </a:lnTo>
                <a:lnTo>
                  <a:pt x="612677" y="699300"/>
                </a:lnTo>
                <a:lnTo>
                  <a:pt x="614315" y="707451"/>
                </a:lnTo>
                <a:lnTo>
                  <a:pt x="617837" y="713279"/>
                </a:lnTo>
                <a:lnTo>
                  <a:pt x="622539" y="716187"/>
                </a:lnTo>
                <a:lnTo>
                  <a:pt x="627440" y="717402"/>
                </a:lnTo>
                <a:lnTo>
                  <a:pt x="634246" y="711999"/>
                </a:lnTo>
                <a:lnTo>
                  <a:pt x="635167" y="718177"/>
                </a:lnTo>
                <a:lnTo>
                  <a:pt x="643366" y="723674"/>
                </a:lnTo>
                <a:lnTo>
                  <a:pt x="651418" y="723109"/>
                </a:lnTo>
                <a:lnTo>
                  <a:pt x="655512" y="719527"/>
                </a:lnTo>
                <a:lnTo>
                  <a:pt x="657366" y="714418"/>
                </a:lnTo>
                <a:lnTo>
                  <a:pt x="659449" y="718753"/>
                </a:lnTo>
                <a:lnTo>
                  <a:pt x="665460" y="720637"/>
                </a:lnTo>
                <a:lnTo>
                  <a:pt x="669198" y="718805"/>
                </a:lnTo>
                <a:lnTo>
                  <a:pt x="675045" y="712617"/>
                </a:lnTo>
                <a:lnTo>
                  <a:pt x="680429" y="700409"/>
                </a:lnTo>
                <a:lnTo>
                  <a:pt x="684575" y="683114"/>
                </a:lnTo>
                <a:lnTo>
                  <a:pt x="686705" y="661665"/>
                </a:lnTo>
                <a:lnTo>
                  <a:pt x="686719" y="651434"/>
                </a:lnTo>
                <a:lnTo>
                  <a:pt x="685877" y="643388"/>
                </a:lnTo>
                <a:lnTo>
                  <a:pt x="656704" y="607366"/>
                </a:lnTo>
                <a:lnTo>
                  <a:pt x="628307" y="583648"/>
                </a:lnTo>
                <a:lnTo>
                  <a:pt x="619746" y="576235"/>
                </a:lnTo>
                <a:lnTo>
                  <a:pt x="578159" y="554132"/>
                </a:lnTo>
                <a:lnTo>
                  <a:pt x="495967" y="537167"/>
                </a:lnTo>
                <a:lnTo>
                  <a:pt x="475968" y="533633"/>
                </a:lnTo>
                <a:lnTo>
                  <a:pt x="469424" y="532193"/>
                </a:lnTo>
                <a:lnTo>
                  <a:pt x="462987" y="530327"/>
                </a:lnTo>
                <a:lnTo>
                  <a:pt x="443833" y="523680"/>
                </a:lnTo>
                <a:lnTo>
                  <a:pt x="433282" y="520531"/>
                </a:lnTo>
                <a:lnTo>
                  <a:pt x="422662" y="517581"/>
                </a:lnTo>
                <a:lnTo>
                  <a:pt x="411973" y="514889"/>
                </a:lnTo>
                <a:lnTo>
                  <a:pt x="401216" y="512518"/>
                </a:lnTo>
                <a:lnTo>
                  <a:pt x="225281" y="457047"/>
                </a:lnTo>
                <a:lnTo>
                  <a:pt x="205412" y="450945"/>
                </a:lnTo>
                <a:lnTo>
                  <a:pt x="187728" y="445930"/>
                </a:lnTo>
                <a:lnTo>
                  <a:pt x="171537" y="441997"/>
                </a:lnTo>
                <a:lnTo>
                  <a:pt x="178392" y="362471"/>
                </a:lnTo>
                <a:lnTo>
                  <a:pt x="179986" y="340717"/>
                </a:lnTo>
                <a:lnTo>
                  <a:pt x="181225" y="319010"/>
                </a:lnTo>
                <a:lnTo>
                  <a:pt x="182092" y="295792"/>
                </a:lnTo>
                <a:lnTo>
                  <a:pt x="182553" y="266759"/>
                </a:lnTo>
                <a:lnTo>
                  <a:pt x="182448" y="244275"/>
                </a:lnTo>
                <a:lnTo>
                  <a:pt x="183264" y="226532"/>
                </a:lnTo>
                <a:lnTo>
                  <a:pt x="182743" y="182043"/>
                </a:lnTo>
                <a:lnTo>
                  <a:pt x="177332" y="124769"/>
                </a:lnTo>
                <a:lnTo>
                  <a:pt x="167756" y="80089"/>
                </a:lnTo>
                <a:lnTo>
                  <a:pt x="135375" y="33045"/>
                </a:lnTo>
                <a:lnTo>
                  <a:pt x="104720" y="11079"/>
                </a:lnTo>
                <a:lnTo>
                  <a:pt x="71910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816576" y="7997161"/>
            <a:ext cx="687070" cy="723900"/>
          </a:xfrm>
          <a:custGeom>
            <a:avLst/>
            <a:gdLst/>
            <a:ahLst/>
            <a:cxnLst/>
            <a:rect l="l" t="t" r="r" b="b"/>
            <a:pathLst>
              <a:path w="687070" h="723900">
                <a:moveTo>
                  <a:pt x="71910" y="0"/>
                </a:moveTo>
                <a:lnTo>
                  <a:pt x="30612" y="10994"/>
                </a:lnTo>
                <a:lnTo>
                  <a:pt x="1619" y="71757"/>
                </a:lnTo>
                <a:lnTo>
                  <a:pt x="0" y="104197"/>
                </a:lnTo>
                <a:lnTo>
                  <a:pt x="3911" y="140353"/>
                </a:lnTo>
                <a:lnTo>
                  <a:pt x="11239" y="181858"/>
                </a:lnTo>
                <a:lnTo>
                  <a:pt x="17211" y="211797"/>
                </a:lnTo>
                <a:lnTo>
                  <a:pt x="19530" y="225905"/>
                </a:lnTo>
                <a:lnTo>
                  <a:pt x="21291" y="242694"/>
                </a:lnTo>
                <a:lnTo>
                  <a:pt x="21950" y="251458"/>
                </a:lnTo>
                <a:lnTo>
                  <a:pt x="25270" y="349947"/>
                </a:lnTo>
                <a:lnTo>
                  <a:pt x="25844" y="382176"/>
                </a:lnTo>
                <a:lnTo>
                  <a:pt x="25783" y="407864"/>
                </a:lnTo>
                <a:lnTo>
                  <a:pt x="24524" y="484505"/>
                </a:lnTo>
                <a:lnTo>
                  <a:pt x="24531" y="496608"/>
                </a:lnTo>
                <a:lnTo>
                  <a:pt x="31582" y="543677"/>
                </a:lnTo>
                <a:lnTo>
                  <a:pt x="60935" y="584646"/>
                </a:lnTo>
                <a:lnTo>
                  <a:pt x="104356" y="604348"/>
                </a:lnTo>
                <a:lnTo>
                  <a:pt x="154365" y="617491"/>
                </a:lnTo>
                <a:lnTo>
                  <a:pt x="253560" y="625610"/>
                </a:lnTo>
                <a:lnTo>
                  <a:pt x="304722" y="628428"/>
                </a:lnTo>
                <a:lnTo>
                  <a:pt x="378652" y="631844"/>
                </a:lnTo>
                <a:lnTo>
                  <a:pt x="442184" y="635385"/>
                </a:lnTo>
                <a:lnTo>
                  <a:pt x="473950" y="636864"/>
                </a:lnTo>
                <a:lnTo>
                  <a:pt x="505684" y="637614"/>
                </a:lnTo>
                <a:lnTo>
                  <a:pt x="517983" y="638219"/>
                </a:lnTo>
                <a:lnTo>
                  <a:pt x="569148" y="654084"/>
                </a:lnTo>
                <a:lnTo>
                  <a:pt x="578698" y="658650"/>
                </a:lnTo>
                <a:lnTo>
                  <a:pt x="596059" y="665665"/>
                </a:lnTo>
                <a:lnTo>
                  <a:pt x="595451" y="679686"/>
                </a:lnTo>
                <a:lnTo>
                  <a:pt x="597336" y="689623"/>
                </a:lnTo>
                <a:lnTo>
                  <a:pt x="602352" y="691120"/>
                </a:lnTo>
                <a:lnTo>
                  <a:pt x="608310" y="691424"/>
                </a:lnTo>
                <a:lnTo>
                  <a:pt x="611629" y="690303"/>
                </a:lnTo>
                <a:lnTo>
                  <a:pt x="613629" y="689424"/>
                </a:lnTo>
                <a:lnTo>
                  <a:pt x="612677" y="699300"/>
                </a:lnTo>
                <a:lnTo>
                  <a:pt x="614315" y="707451"/>
                </a:lnTo>
                <a:lnTo>
                  <a:pt x="617837" y="713279"/>
                </a:lnTo>
                <a:lnTo>
                  <a:pt x="622539" y="716187"/>
                </a:lnTo>
                <a:lnTo>
                  <a:pt x="627440" y="717402"/>
                </a:lnTo>
                <a:lnTo>
                  <a:pt x="634246" y="711999"/>
                </a:lnTo>
                <a:lnTo>
                  <a:pt x="635167" y="718177"/>
                </a:lnTo>
                <a:lnTo>
                  <a:pt x="643366" y="723674"/>
                </a:lnTo>
                <a:lnTo>
                  <a:pt x="651418" y="723109"/>
                </a:lnTo>
                <a:lnTo>
                  <a:pt x="655512" y="719527"/>
                </a:lnTo>
                <a:lnTo>
                  <a:pt x="657366" y="714418"/>
                </a:lnTo>
                <a:lnTo>
                  <a:pt x="659449" y="718753"/>
                </a:lnTo>
                <a:lnTo>
                  <a:pt x="665470" y="720637"/>
                </a:lnTo>
                <a:lnTo>
                  <a:pt x="669198" y="718805"/>
                </a:lnTo>
                <a:lnTo>
                  <a:pt x="675045" y="712617"/>
                </a:lnTo>
                <a:lnTo>
                  <a:pt x="680429" y="700409"/>
                </a:lnTo>
                <a:lnTo>
                  <a:pt x="684575" y="683114"/>
                </a:lnTo>
                <a:lnTo>
                  <a:pt x="686705" y="661665"/>
                </a:lnTo>
                <a:lnTo>
                  <a:pt x="686719" y="651434"/>
                </a:lnTo>
                <a:lnTo>
                  <a:pt x="685877" y="643388"/>
                </a:lnTo>
                <a:lnTo>
                  <a:pt x="656704" y="607366"/>
                </a:lnTo>
                <a:lnTo>
                  <a:pt x="628307" y="583648"/>
                </a:lnTo>
                <a:lnTo>
                  <a:pt x="619746" y="576235"/>
                </a:lnTo>
                <a:lnTo>
                  <a:pt x="578159" y="554132"/>
                </a:lnTo>
                <a:lnTo>
                  <a:pt x="495967" y="537167"/>
                </a:lnTo>
                <a:lnTo>
                  <a:pt x="475968" y="533633"/>
                </a:lnTo>
                <a:lnTo>
                  <a:pt x="469424" y="532193"/>
                </a:lnTo>
                <a:lnTo>
                  <a:pt x="462987" y="530327"/>
                </a:lnTo>
                <a:lnTo>
                  <a:pt x="443833" y="523680"/>
                </a:lnTo>
                <a:lnTo>
                  <a:pt x="433282" y="520531"/>
                </a:lnTo>
                <a:lnTo>
                  <a:pt x="422662" y="517581"/>
                </a:lnTo>
                <a:lnTo>
                  <a:pt x="411973" y="514889"/>
                </a:lnTo>
                <a:lnTo>
                  <a:pt x="401216" y="512518"/>
                </a:lnTo>
                <a:lnTo>
                  <a:pt x="225281" y="457048"/>
                </a:lnTo>
                <a:lnTo>
                  <a:pt x="205412" y="450949"/>
                </a:lnTo>
                <a:lnTo>
                  <a:pt x="187728" y="445934"/>
                </a:lnTo>
                <a:lnTo>
                  <a:pt x="171537" y="441997"/>
                </a:lnTo>
                <a:lnTo>
                  <a:pt x="178392" y="362471"/>
                </a:lnTo>
                <a:lnTo>
                  <a:pt x="179986" y="340717"/>
                </a:lnTo>
                <a:lnTo>
                  <a:pt x="181225" y="319010"/>
                </a:lnTo>
                <a:lnTo>
                  <a:pt x="182092" y="295792"/>
                </a:lnTo>
                <a:lnTo>
                  <a:pt x="182553" y="266759"/>
                </a:lnTo>
                <a:lnTo>
                  <a:pt x="182448" y="244275"/>
                </a:lnTo>
                <a:lnTo>
                  <a:pt x="183264" y="226532"/>
                </a:lnTo>
                <a:lnTo>
                  <a:pt x="182743" y="182043"/>
                </a:lnTo>
                <a:lnTo>
                  <a:pt x="177332" y="124769"/>
                </a:lnTo>
                <a:lnTo>
                  <a:pt x="167756" y="80089"/>
                </a:lnTo>
                <a:lnTo>
                  <a:pt x="135375" y="33045"/>
                </a:lnTo>
                <a:lnTo>
                  <a:pt x="104720" y="11079"/>
                </a:lnTo>
                <a:lnTo>
                  <a:pt x="71910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998861" y="7133438"/>
            <a:ext cx="186690" cy="1164590"/>
          </a:xfrm>
          <a:custGeom>
            <a:avLst/>
            <a:gdLst/>
            <a:ahLst/>
            <a:cxnLst/>
            <a:rect l="l" t="t" r="r" b="b"/>
            <a:pathLst>
              <a:path w="186689" h="1164590">
                <a:moveTo>
                  <a:pt x="134869" y="1107553"/>
                </a:moveTo>
                <a:lnTo>
                  <a:pt x="80806" y="1107553"/>
                </a:lnTo>
                <a:lnTo>
                  <a:pt x="78889" y="1116551"/>
                </a:lnTo>
                <a:lnTo>
                  <a:pt x="76527" y="1128142"/>
                </a:lnTo>
                <a:lnTo>
                  <a:pt x="73967" y="1141731"/>
                </a:lnTo>
                <a:lnTo>
                  <a:pt x="72117" y="1153782"/>
                </a:lnTo>
                <a:lnTo>
                  <a:pt x="71832" y="1156452"/>
                </a:lnTo>
                <a:lnTo>
                  <a:pt x="75256" y="1163227"/>
                </a:lnTo>
                <a:lnTo>
                  <a:pt x="82586" y="1163792"/>
                </a:lnTo>
                <a:lnTo>
                  <a:pt x="88858" y="1164190"/>
                </a:lnTo>
                <a:lnTo>
                  <a:pt x="100324" y="1153782"/>
                </a:lnTo>
                <a:lnTo>
                  <a:pt x="102187" y="1148725"/>
                </a:lnTo>
                <a:lnTo>
                  <a:pt x="102941" y="1145992"/>
                </a:lnTo>
                <a:lnTo>
                  <a:pt x="123614" y="1145992"/>
                </a:lnTo>
                <a:lnTo>
                  <a:pt x="130654" y="1125576"/>
                </a:lnTo>
                <a:lnTo>
                  <a:pt x="134869" y="1107553"/>
                </a:lnTo>
                <a:close/>
              </a:path>
              <a:path w="186689" h="1164590">
                <a:moveTo>
                  <a:pt x="123614" y="1145992"/>
                </a:moveTo>
                <a:lnTo>
                  <a:pt x="102941" y="1145992"/>
                </a:lnTo>
                <a:lnTo>
                  <a:pt x="103078" y="1147426"/>
                </a:lnTo>
                <a:lnTo>
                  <a:pt x="103947" y="1155122"/>
                </a:lnTo>
                <a:lnTo>
                  <a:pt x="111465" y="1158169"/>
                </a:lnTo>
                <a:lnTo>
                  <a:pt x="114899" y="1156944"/>
                </a:lnTo>
                <a:lnTo>
                  <a:pt x="123614" y="1145992"/>
                </a:lnTo>
                <a:close/>
              </a:path>
              <a:path w="186689" h="1164590">
                <a:moveTo>
                  <a:pt x="71913" y="0"/>
                </a:moveTo>
                <a:lnTo>
                  <a:pt x="30620" y="10995"/>
                </a:lnTo>
                <a:lnTo>
                  <a:pt x="1622" y="71754"/>
                </a:lnTo>
                <a:lnTo>
                  <a:pt x="0" y="104198"/>
                </a:lnTo>
                <a:lnTo>
                  <a:pt x="3909" y="140357"/>
                </a:lnTo>
                <a:lnTo>
                  <a:pt x="11272" y="182040"/>
                </a:lnTo>
                <a:lnTo>
                  <a:pt x="14419" y="197932"/>
                </a:lnTo>
                <a:lnTo>
                  <a:pt x="17214" y="211798"/>
                </a:lnTo>
                <a:lnTo>
                  <a:pt x="19533" y="225903"/>
                </a:lnTo>
                <a:lnTo>
                  <a:pt x="21289" y="242689"/>
                </a:lnTo>
                <a:lnTo>
                  <a:pt x="21960" y="251454"/>
                </a:lnTo>
                <a:lnTo>
                  <a:pt x="22179" y="260993"/>
                </a:lnTo>
                <a:lnTo>
                  <a:pt x="22567" y="274359"/>
                </a:lnTo>
                <a:lnTo>
                  <a:pt x="23076" y="287725"/>
                </a:lnTo>
                <a:lnTo>
                  <a:pt x="23618" y="301091"/>
                </a:lnTo>
                <a:lnTo>
                  <a:pt x="24106" y="314457"/>
                </a:lnTo>
                <a:lnTo>
                  <a:pt x="25171" y="346558"/>
                </a:lnTo>
                <a:lnTo>
                  <a:pt x="25268" y="349943"/>
                </a:lnTo>
                <a:lnTo>
                  <a:pt x="25849" y="382171"/>
                </a:lnTo>
                <a:lnTo>
                  <a:pt x="25789" y="407860"/>
                </a:lnTo>
                <a:lnTo>
                  <a:pt x="25404" y="429594"/>
                </a:lnTo>
                <a:lnTo>
                  <a:pt x="25007" y="449961"/>
                </a:lnTo>
                <a:lnTo>
                  <a:pt x="24588" y="478609"/>
                </a:lnTo>
                <a:lnTo>
                  <a:pt x="12986" y="530052"/>
                </a:lnTo>
                <a:lnTo>
                  <a:pt x="11021" y="557912"/>
                </a:lnTo>
                <a:lnTo>
                  <a:pt x="11463" y="581737"/>
                </a:lnTo>
                <a:lnTo>
                  <a:pt x="25919" y="680202"/>
                </a:lnTo>
                <a:lnTo>
                  <a:pt x="34704" y="730681"/>
                </a:lnTo>
                <a:lnTo>
                  <a:pt x="41921" y="770175"/>
                </a:lnTo>
                <a:lnTo>
                  <a:pt x="48043" y="803479"/>
                </a:lnTo>
                <a:lnTo>
                  <a:pt x="51352" y="822319"/>
                </a:lnTo>
                <a:lnTo>
                  <a:pt x="54583" y="841175"/>
                </a:lnTo>
                <a:lnTo>
                  <a:pt x="57848" y="860026"/>
                </a:lnTo>
                <a:lnTo>
                  <a:pt x="61257" y="878848"/>
                </a:lnTo>
                <a:lnTo>
                  <a:pt x="64681" y="901462"/>
                </a:lnTo>
                <a:lnTo>
                  <a:pt x="65942" y="921224"/>
                </a:lnTo>
                <a:lnTo>
                  <a:pt x="65987" y="925988"/>
                </a:lnTo>
                <a:lnTo>
                  <a:pt x="65081" y="945788"/>
                </a:lnTo>
                <a:lnTo>
                  <a:pt x="61288" y="968102"/>
                </a:lnTo>
                <a:lnTo>
                  <a:pt x="57074" y="986721"/>
                </a:lnTo>
                <a:lnTo>
                  <a:pt x="53104" y="1005397"/>
                </a:lnTo>
                <a:lnTo>
                  <a:pt x="45446" y="1042801"/>
                </a:lnTo>
                <a:lnTo>
                  <a:pt x="44374" y="1048681"/>
                </a:lnTo>
                <a:lnTo>
                  <a:pt x="43465" y="1057093"/>
                </a:lnTo>
                <a:lnTo>
                  <a:pt x="43563" y="1068421"/>
                </a:lnTo>
                <a:lnTo>
                  <a:pt x="45058" y="1079669"/>
                </a:lnTo>
                <a:lnTo>
                  <a:pt x="46304" y="1085627"/>
                </a:lnTo>
                <a:lnTo>
                  <a:pt x="47990" y="1090381"/>
                </a:lnTo>
                <a:lnTo>
                  <a:pt x="49215" y="1093470"/>
                </a:lnTo>
                <a:lnTo>
                  <a:pt x="48315" y="1097711"/>
                </a:lnTo>
                <a:lnTo>
                  <a:pt x="47184" y="1103543"/>
                </a:lnTo>
                <a:lnTo>
                  <a:pt x="46179" y="1110548"/>
                </a:lnTo>
                <a:lnTo>
                  <a:pt x="44808" y="1122985"/>
                </a:lnTo>
                <a:lnTo>
                  <a:pt x="44832" y="1130501"/>
                </a:lnTo>
                <a:lnTo>
                  <a:pt x="45812" y="1134486"/>
                </a:lnTo>
                <a:lnTo>
                  <a:pt x="47310" y="1136327"/>
                </a:lnTo>
                <a:lnTo>
                  <a:pt x="49184" y="1137762"/>
                </a:lnTo>
                <a:lnTo>
                  <a:pt x="51864" y="1138149"/>
                </a:lnTo>
                <a:lnTo>
                  <a:pt x="54074" y="1137605"/>
                </a:lnTo>
                <a:lnTo>
                  <a:pt x="59254" y="1133801"/>
                </a:lnTo>
                <a:lnTo>
                  <a:pt x="62775" y="1126509"/>
                </a:lnTo>
                <a:lnTo>
                  <a:pt x="65244" y="1117315"/>
                </a:lnTo>
                <a:lnTo>
                  <a:pt x="67267" y="1107804"/>
                </a:lnTo>
                <a:lnTo>
                  <a:pt x="73619" y="1084904"/>
                </a:lnTo>
                <a:lnTo>
                  <a:pt x="80713" y="1066594"/>
                </a:lnTo>
                <a:lnTo>
                  <a:pt x="86764" y="1054531"/>
                </a:lnTo>
                <a:lnTo>
                  <a:pt x="89989" y="1050372"/>
                </a:lnTo>
                <a:lnTo>
                  <a:pt x="145651" y="1050372"/>
                </a:lnTo>
                <a:lnTo>
                  <a:pt x="147333" y="1041948"/>
                </a:lnTo>
                <a:lnTo>
                  <a:pt x="150450" y="1029925"/>
                </a:lnTo>
                <a:lnTo>
                  <a:pt x="152804" y="1026016"/>
                </a:lnTo>
                <a:lnTo>
                  <a:pt x="182242" y="1026016"/>
                </a:lnTo>
                <a:lnTo>
                  <a:pt x="182010" y="1022685"/>
                </a:lnTo>
                <a:lnTo>
                  <a:pt x="177308" y="982121"/>
                </a:lnTo>
                <a:lnTo>
                  <a:pt x="170520" y="940815"/>
                </a:lnTo>
                <a:lnTo>
                  <a:pt x="168510" y="934281"/>
                </a:lnTo>
                <a:lnTo>
                  <a:pt x="168081" y="932742"/>
                </a:lnTo>
                <a:lnTo>
                  <a:pt x="166405" y="925988"/>
                </a:lnTo>
                <a:lnTo>
                  <a:pt x="165861" y="921224"/>
                </a:lnTo>
                <a:lnTo>
                  <a:pt x="165913" y="915109"/>
                </a:lnTo>
                <a:lnTo>
                  <a:pt x="166175" y="895431"/>
                </a:lnTo>
                <a:lnTo>
                  <a:pt x="166684" y="875836"/>
                </a:lnTo>
                <a:lnTo>
                  <a:pt x="167455" y="856256"/>
                </a:lnTo>
                <a:lnTo>
                  <a:pt x="169020" y="827122"/>
                </a:lnTo>
                <a:lnTo>
                  <a:pt x="169387" y="817600"/>
                </a:lnTo>
                <a:lnTo>
                  <a:pt x="172463" y="757217"/>
                </a:lnTo>
                <a:lnTo>
                  <a:pt x="176388" y="707604"/>
                </a:lnTo>
                <a:lnTo>
                  <a:pt x="181892" y="638437"/>
                </a:lnTo>
                <a:lnTo>
                  <a:pt x="185050" y="596767"/>
                </a:lnTo>
                <a:lnTo>
                  <a:pt x="184794" y="534650"/>
                </a:lnTo>
                <a:lnTo>
                  <a:pt x="177049" y="496145"/>
                </a:lnTo>
                <a:lnTo>
                  <a:pt x="168981" y="470054"/>
                </a:lnTo>
                <a:lnTo>
                  <a:pt x="171062" y="447275"/>
                </a:lnTo>
                <a:lnTo>
                  <a:pt x="174800" y="405118"/>
                </a:lnTo>
                <a:lnTo>
                  <a:pt x="178396" y="362468"/>
                </a:lnTo>
                <a:lnTo>
                  <a:pt x="181230" y="319010"/>
                </a:lnTo>
                <a:lnTo>
                  <a:pt x="182419" y="280537"/>
                </a:lnTo>
                <a:lnTo>
                  <a:pt x="182529" y="242689"/>
                </a:lnTo>
                <a:lnTo>
                  <a:pt x="183267" y="226532"/>
                </a:lnTo>
                <a:lnTo>
                  <a:pt x="182728" y="181864"/>
                </a:lnTo>
                <a:lnTo>
                  <a:pt x="177336" y="124769"/>
                </a:lnTo>
                <a:lnTo>
                  <a:pt x="167760" y="80086"/>
                </a:lnTo>
                <a:lnTo>
                  <a:pt x="135378" y="33041"/>
                </a:lnTo>
                <a:lnTo>
                  <a:pt x="104721" y="11076"/>
                </a:lnTo>
                <a:lnTo>
                  <a:pt x="71913" y="0"/>
                </a:lnTo>
                <a:close/>
              </a:path>
              <a:path w="186689" h="1164590">
                <a:moveTo>
                  <a:pt x="145651" y="1050372"/>
                </a:moveTo>
                <a:lnTo>
                  <a:pt x="89989" y="1050372"/>
                </a:lnTo>
                <a:lnTo>
                  <a:pt x="90053" y="1052894"/>
                </a:lnTo>
                <a:lnTo>
                  <a:pt x="88738" y="1060611"/>
                </a:lnTo>
                <a:lnTo>
                  <a:pt x="86205" y="1074427"/>
                </a:lnTo>
                <a:lnTo>
                  <a:pt x="82617" y="1095250"/>
                </a:lnTo>
                <a:lnTo>
                  <a:pt x="80241" y="1109679"/>
                </a:lnTo>
                <a:lnTo>
                  <a:pt x="80806" y="1107553"/>
                </a:lnTo>
                <a:lnTo>
                  <a:pt x="134869" y="1107553"/>
                </a:lnTo>
                <a:lnTo>
                  <a:pt x="135659" y="1104174"/>
                </a:lnTo>
                <a:lnTo>
                  <a:pt x="138249" y="1090329"/>
                </a:lnTo>
                <a:lnTo>
                  <a:pt x="143312" y="1062083"/>
                </a:lnTo>
                <a:lnTo>
                  <a:pt x="145651" y="1050372"/>
                </a:lnTo>
                <a:close/>
              </a:path>
              <a:path w="186689" h="1164590">
                <a:moveTo>
                  <a:pt x="182242" y="1026016"/>
                </a:moveTo>
                <a:lnTo>
                  <a:pt x="152804" y="1026016"/>
                </a:lnTo>
                <a:lnTo>
                  <a:pt x="154196" y="1026121"/>
                </a:lnTo>
                <a:lnTo>
                  <a:pt x="154071" y="1031995"/>
                </a:lnTo>
                <a:lnTo>
                  <a:pt x="168224" y="1068421"/>
                </a:lnTo>
                <a:lnTo>
                  <a:pt x="173191" y="1069732"/>
                </a:lnTo>
                <a:lnTo>
                  <a:pt x="177180" y="1066308"/>
                </a:lnTo>
                <a:lnTo>
                  <a:pt x="182159" y="1057952"/>
                </a:lnTo>
                <a:lnTo>
                  <a:pt x="183494" y="1043943"/>
                </a:lnTo>
                <a:lnTo>
                  <a:pt x="182242" y="1026016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464239" y="7133435"/>
            <a:ext cx="600075" cy="1007744"/>
          </a:xfrm>
          <a:custGeom>
            <a:avLst/>
            <a:gdLst/>
            <a:ahLst/>
            <a:cxnLst/>
            <a:rect l="l" t="t" r="r" b="b"/>
            <a:pathLst>
              <a:path w="600075" h="1007745">
                <a:moveTo>
                  <a:pt x="71915" y="0"/>
                </a:moveTo>
                <a:lnTo>
                  <a:pt x="30616" y="10998"/>
                </a:lnTo>
                <a:lnTo>
                  <a:pt x="1620" y="71762"/>
                </a:lnTo>
                <a:lnTo>
                  <a:pt x="0" y="104201"/>
                </a:lnTo>
                <a:lnTo>
                  <a:pt x="3910" y="140357"/>
                </a:lnTo>
                <a:lnTo>
                  <a:pt x="11233" y="181862"/>
                </a:lnTo>
                <a:lnTo>
                  <a:pt x="17214" y="211797"/>
                </a:lnTo>
                <a:lnTo>
                  <a:pt x="19531" y="225905"/>
                </a:lnTo>
                <a:lnTo>
                  <a:pt x="21286" y="242698"/>
                </a:lnTo>
                <a:lnTo>
                  <a:pt x="21956" y="251462"/>
                </a:lnTo>
                <a:lnTo>
                  <a:pt x="25275" y="349952"/>
                </a:lnTo>
                <a:lnTo>
                  <a:pt x="25849" y="382180"/>
                </a:lnTo>
                <a:lnTo>
                  <a:pt x="25788" y="407869"/>
                </a:lnTo>
                <a:lnTo>
                  <a:pt x="24550" y="481838"/>
                </a:lnTo>
                <a:lnTo>
                  <a:pt x="24677" y="502821"/>
                </a:lnTo>
                <a:lnTo>
                  <a:pt x="25995" y="517609"/>
                </a:lnTo>
                <a:lnTo>
                  <a:pt x="30071" y="534124"/>
                </a:lnTo>
                <a:lnTo>
                  <a:pt x="29767" y="539108"/>
                </a:lnTo>
                <a:lnTo>
                  <a:pt x="46546" y="588778"/>
                </a:lnTo>
                <a:lnTo>
                  <a:pt x="73312" y="626537"/>
                </a:lnTo>
                <a:lnTo>
                  <a:pt x="102824" y="657581"/>
                </a:lnTo>
                <a:lnTo>
                  <a:pt x="164278" y="709620"/>
                </a:lnTo>
                <a:lnTo>
                  <a:pt x="203830" y="742195"/>
                </a:lnTo>
                <a:lnTo>
                  <a:pt x="261372" y="788734"/>
                </a:lnTo>
                <a:lnTo>
                  <a:pt x="314682" y="832610"/>
                </a:lnTo>
                <a:lnTo>
                  <a:pt x="335343" y="848928"/>
                </a:lnTo>
                <a:lnTo>
                  <a:pt x="352961" y="861297"/>
                </a:lnTo>
                <a:lnTo>
                  <a:pt x="355841" y="863768"/>
                </a:lnTo>
                <a:lnTo>
                  <a:pt x="400866" y="904105"/>
                </a:lnTo>
                <a:lnTo>
                  <a:pt x="432352" y="946551"/>
                </a:lnTo>
                <a:lnTo>
                  <a:pt x="441773" y="959987"/>
                </a:lnTo>
                <a:lnTo>
                  <a:pt x="453605" y="974302"/>
                </a:lnTo>
                <a:lnTo>
                  <a:pt x="466996" y="989948"/>
                </a:lnTo>
                <a:lnTo>
                  <a:pt x="481093" y="1007377"/>
                </a:lnTo>
                <a:lnTo>
                  <a:pt x="483764" y="1006403"/>
                </a:lnTo>
                <a:lnTo>
                  <a:pt x="484727" y="1005031"/>
                </a:lnTo>
                <a:lnTo>
                  <a:pt x="485516" y="1000064"/>
                </a:lnTo>
                <a:lnTo>
                  <a:pt x="482898" y="993075"/>
                </a:lnTo>
                <a:lnTo>
                  <a:pt x="477781" y="984100"/>
                </a:lnTo>
                <a:lnTo>
                  <a:pt x="467695" y="967515"/>
                </a:lnTo>
                <a:lnTo>
                  <a:pt x="459664" y="953283"/>
                </a:lnTo>
                <a:lnTo>
                  <a:pt x="455168" y="944792"/>
                </a:lnTo>
                <a:lnTo>
                  <a:pt x="466252" y="961280"/>
                </a:lnTo>
                <a:lnTo>
                  <a:pt x="478906" y="976596"/>
                </a:lnTo>
                <a:lnTo>
                  <a:pt x="493000" y="990599"/>
                </a:lnTo>
                <a:lnTo>
                  <a:pt x="508402" y="1003146"/>
                </a:lnTo>
                <a:lnTo>
                  <a:pt x="511689" y="1005555"/>
                </a:lnTo>
                <a:lnTo>
                  <a:pt x="516935" y="1007607"/>
                </a:lnTo>
                <a:lnTo>
                  <a:pt x="520548" y="1002351"/>
                </a:lnTo>
                <a:lnTo>
                  <a:pt x="501097" y="966215"/>
                </a:lnTo>
                <a:lnTo>
                  <a:pt x="494123" y="957355"/>
                </a:lnTo>
                <a:lnTo>
                  <a:pt x="489220" y="950223"/>
                </a:lnTo>
                <a:lnTo>
                  <a:pt x="484194" y="941687"/>
                </a:lnTo>
                <a:lnTo>
                  <a:pt x="479261" y="931662"/>
                </a:lnTo>
                <a:lnTo>
                  <a:pt x="501271" y="938255"/>
                </a:lnTo>
                <a:lnTo>
                  <a:pt x="521655" y="950194"/>
                </a:lnTo>
                <a:lnTo>
                  <a:pt x="541988" y="962523"/>
                </a:lnTo>
                <a:lnTo>
                  <a:pt x="563845" y="970289"/>
                </a:lnTo>
                <a:lnTo>
                  <a:pt x="567929" y="969221"/>
                </a:lnTo>
                <a:lnTo>
                  <a:pt x="569604" y="963922"/>
                </a:lnTo>
                <a:lnTo>
                  <a:pt x="566997" y="955902"/>
                </a:lnTo>
                <a:lnTo>
                  <a:pt x="501878" y="899516"/>
                </a:lnTo>
                <a:lnTo>
                  <a:pt x="505941" y="892647"/>
                </a:lnTo>
                <a:lnTo>
                  <a:pt x="516276" y="894762"/>
                </a:lnTo>
                <a:lnTo>
                  <a:pt x="575667" y="918877"/>
                </a:lnTo>
                <a:lnTo>
                  <a:pt x="582574" y="920866"/>
                </a:lnTo>
                <a:lnTo>
                  <a:pt x="589733" y="921268"/>
                </a:lnTo>
                <a:lnTo>
                  <a:pt x="595626" y="919367"/>
                </a:lnTo>
                <a:lnTo>
                  <a:pt x="598734" y="914447"/>
                </a:lnTo>
                <a:lnTo>
                  <a:pt x="599802" y="908584"/>
                </a:lnTo>
                <a:lnTo>
                  <a:pt x="594137" y="903882"/>
                </a:lnTo>
                <a:lnTo>
                  <a:pt x="589143" y="900626"/>
                </a:lnTo>
                <a:lnTo>
                  <a:pt x="490434" y="836261"/>
                </a:lnTo>
                <a:lnTo>
                  <a:pt x="485962" y="831267"/>
                </a:lnTo>
                <a:lnTo>
                  <a:pt x="490182" y="825958"/>
                </a:lnTo>
                <a:lnTo>
                  <a:pt x="494350" y="825141"/>
                </a:lnTo>
                <a:lnTo>
                  <a:pt x="501606" y="824114"/>
                </a:lnTo>
                <a:lnTo>
                  <a:pt x="508909" y="823482"/>
                </a:lnTo>
                <a:lnTo>
                  <a:pt x="516236" y="823242"/>
                </a:lnTo>
                <a:lnTo>
                  <a:pt x="529396" y="823707"/>
                </a:lnTo>
                <a:lnTo>
                  <a:pt x="536202" y="819665"/>
                </a:lnTo>
                <a:lnTo>
                  <a:pt x="494438" y="791963"/>
                </a:lnTo>
                <a:lnTo>
                  <a:pt x="434049" y="778316"/>
                </a:lnTo>
                <a:lnTo>
                  <a:pt x="403797" y="778336"/>
                </a:lnTo>
                <a:lnTo>
                  <a:pt x="384490" y="749195"/>
                </a:lnTo>
                <a:lnTo>
                  <a:pt x="367291" y="726297"/>
                </a:lnTo>
                <a:lnTo>
                  <a:pt x="354953" y="711326"/>
                </a:lnTo>
                <a:lnTo>
                  <a:pt x="350228" y="705962"/>
                </a:lnTo>
                <a:lnTo>
                  <a:pt x="230921" y="543007"/>
                </a:lnTo>
                <a:lnTo>
                  <a:pt x="210504" y="517206"/>
                </a:lnTo>
                <a:lnTo>
                  <a:pt x="190744" y="496387"/>
                </a:lnTo>
                <a:lnTo>
                  <a:pt x="168234" y="478021"/>
                </a:lnTo>
                <a:lnTo>
                  <a:pt x="176464" y="385835"/>
                </a:lnTo>
                <a:lnTo>
                  <a:pt x="179991" y="340718"/>
                </a:lnTo>
                <a:lnTo>
                  <a:pt x="182097" y="295796"/>
                </a:lnTo>
                <a:lnTo>
                  <a:pt x="182554" y="266763"/>
                </a:lnTo>
                <a:lnTo>
                  <a:pt x="182453" y="244279"/>
                </a:lnTo>
                <a:lnTo>
                  <a:pt x="183269" y="226536"/>
                </a:lnTo>
                <a:lnTo>
                  <a:pt x="182748" y="182043"/>
                </a:lnTo>
                <a:lnTo>
                  <a:pt x="177338" y="124768"/>
                </a:lnTo>
                <a:lnTo>
                  <a:pt x="167761" y="80089"/>
                </a:lnTo>
                <a:lnTo>
                  <a:pt x="135380" y="33048"/>
                </a:lnTo>
                <a:lnTo>
                  <a:pt x="104725" y="11080"/>
                </a:lnTo>
                <a:lnTo>
                  <a:pt x="71915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7902165" y="7124895"/>
            <a:ext cx="608330" cy="612775"/>
          </a:xfrm>
          <a:custGeom>
            <a:avLst/>
            <a:gdLst/>
            <a:ahLst/>
            <a:cxnLst/>
            <a:rect l="l" t="t" r="r" b="b"/>
            <a:pathLst>
              <a:path w="608329" h="612775">
                <a:moveTo>
                  <a:pt x="71915" y="0"/>
                </a:moveTo>
                <a:lnTo>
                  <a:pt x="30616" y="10994"/>
                </a:lnTo>
                <a:lnTo>
                  <a:pt x="1620" y="71757"/>
                </a:lnTo>
                <a:lnTo>
                  <a:pt x="0" y="104197"/>
                </a:lnTo>
                <a:lnTo>
                  <a:pt x="3910" y="140353"/>
                </a:lnTo>
                <a:lnTo>
                  <a:pt x="11233" y="181858"/>
                </a:lnTo>
                <a:lnTo>
                  <a:pt x="17214" y="211793"/>
                </a:lnTo>
                <a:lnTo>
                  <a:pt x="19531" y="225901"/>
                </a:lnTo>
                <a:lnTo>
                  <a:pt x="21286" y="242694"/>
                </a:lnTo>
                <a:lnTo>
                  <a:pt x="21956" y="251458"/>
                </a:lnTo>
                <a:lnTo>
                  <a:pt x="25275" y="349947"/>
                </a:lnTo>
                <a:lnTo>
                  <a:pt x="25849" y="382176"/>
                </a:lnTo>
                <a:lnTo>
                  <a:pt x="25787" y="407864"/>
                </a:lnTo>
                <a:lnTo>
                  <a:pt x="24546" y="481833"/>
                </a:lnTo>
                <a:lnTo>
                  <a:pt x="24675" y="502817"/>
                </a:lnTo>
                <a:lnTo>
                  <a:pt x="25995" y="517604"/>
                </a:lnTo>
                <a:lnTo>
                  <a:pt x="29107" y="530884"/>
                </a:lnTo>
                <a:lnTo>
                  <a:pt x="31683" y="539303"/>
                </a:lnTo>
                <a:lnTo>
                  <a:pt x="32521" y="543250"/>
                </a:lnTo>
                <a:lnTo>
                  <a:pt x="55266" y="580803"/>
                </a:lnTo>
                <a:lnTo>
                  <a:pt x="92780" y="610102"/>
                </a:lnTo>
                <a:lnTo>
                  <a:pt x="102949" y="612170"/>
                </a:lnTo>
                <a:lnTo>
                  <a:pt x="113435" y="611669"/>
                </a:lnTo>
                <a:lnTo>
                  <a:pt x="149784" y="595542"/>
                </a:lnTo>
                <a:lnTo>
                  <a:pt x="181410" y="573545"/>
                </a:lnTo>
                <a:lnTo>
                  <a:pt x="212097" y="546571"/>
                </a:lnTo>
                <a:lnTo>
                  <a:pt x="239984" y="514059"/>
                </a:lnTo>
                <a:lnTo>
                  <a:pt x="285512" y="447639"/>
                </a:lnTo>
                <a:lnTo>
                  <a:pt x="313898" y="404983"/>
                </a:lnTo>
                <a:lnTo>
                  <a:pt x="354354" y="343015"/>
                </a:lnTo>
                <a:lnTo>
                  <a:pt x="389594" y="290161"/>
                </a:lnTo>
                <a:lnTo>
                  <a:pt x="401085" y="272379"/>
                </a:lnTo>
                <a:lnTo>
                  <a:pt x="410313" y="256980"/>
                </a:lnTo>
                <a:lnTo>
                  <a:pt x="420188" y="241234"/>
                </a:lnTo>
                <a:lnTo>
                  <a:pt x="458045" y="210688"/>
                </a:lnTo>
                <a:lnTo>
                  <a:pt x="484146" y="201580"/>
                </a:lnTo>
                <a:lnTo>
                  <a:pt x="496831" y="197051"/>
                </a:lnTo>
                <a:lnTo>
                  <a:pt x="537846" y="173816"/>
                </a:lnTo>
                <a:lnTo>
                  <a:pt x="560323" y="138271"/>
                </a:lnTo>
                <a:lnTo>
                  <a:pt x="566557" y="125231"/>
                </a:lnTo>
                <a:lnTo>
                  <a:pt x="574735" y="109461"/>
                </a:lnTo>
                <a:lnTo>
                  <a:pt x="583594" y="94217"/>
                </a:lnTo>
                <a:lnTo>
                  <a:pt x="593107" y="79538"/>
                </a:lnTo>
                <a:lnTo>
                  <a:pt x="605697" y="62228"/>
                </a:lnTo>
                <a:lnTo>
                  <a:pt x="608304" y="57380"/>
                </a:lnTo>
                <a:lnTo>
                  <a:pt x="606001" y="53998"/>
                </a:lnTo>
                <a:lnTo>
                  <a:pt x="603739" y="50679"/>
                </a:lnTo>
                <a:lnTo>
                  <a:pt x="599268" y="52501"/>
                </a:lnTo>
                <a:lnTo>
                  <a:pt x="596158" y="54647"/>
                </a:lnTo>
                <a:lnTo>
                  <a:pt x="567112" y="77098"/>
                </a:lnTo>
                <a:lnTo>
                  <a:pt x="538750" y="100947"/>
                </a:lnTo>
                <a:lnTo>
                  <a:pt x="509640" y="122828"/>
                </a:lnTo>
                <a:lnTo>
                  <a:pt x="478350" y="139378"/>
                </a:lnTo>
                <a:lnTo>
                  <a:pt x="474246" y="140969"/>
                </a:lnTo>
                <a:lnTo>
                  <a:pt x="464759" y="143273"/>
                </a:lnTo>
                <a:lnTo>
                  <a:pt x="474705" y="134303"/>
                </a:lnTo>
                <a:lnTo>
                  <a:pt x="485083" y="126048"/>
                </a:lnTo>
                <a:lnTo>
                  <a:pt x="497654" y="117085"/>
                </a:lnTo>
                <a:lnTo>
                  <a:pt x="510132" y="107920"/>
                </a:lnTo>
                <a:lnTo>
                  <a:pt x="521680" y="97574"/>
                </a:lnTo>
                <a:lnTo>
                  <a:pt x="531458" y="85065"/>
                </a:lnTo>
                <a:lnTo>
                  <a:pt x="533207" y="82238"/>
                </a:lnTo>
                <a:lnTo>
                  <a:pt x="534841" y="78866"/>
                </a:lnTo>
                <a:lnTo>
                  <a:pt x="533123" y="67914"/>
                </a:lnTo>
                <a:lnTo>
                  <a:pt x="523961" y="67673"/>
                </a:lnTo>
                <a:lnTo>
                  <a:pt x="517982" y="70532"/>
                </a:lnTo>
                <a:lnTo>
                  <a:pt x="511443" y="74149"/>
                </a:lnTo>
                <a:lnTo>
                  <a:pt x="498874" y="82637"/>
                </a:lnTo>
                <a:lnTo>
                  <a:pt x="492517" y="86720"/>
                </a:lnTo>
                <a:lnTo>
                  <a:pt x="478677" y="93485"/>
                </a:lnTo>
                <a:lnTo>
                  <a:pt x="464297" y="98651"/>
                </a:lnTo>
                <a:lnTo>
                  <a:pt x="449782" y="103456"/>
                </a:lnTo>
                <a:lnTo>
                  <a:pt x="435535" y="109138"/>
                </a:lnTo>
                <a:lnTo>
                  <a:pt x="419137" y="118484"/>
                </a:lnTo>
                <a:lnTo>
                  <a:pt x="403922" y="130212"/>
                </a:lnTo>
                <a:lnTo>
                  <a:pt x="389734" y="143716"/>
                </a:lnTo>
                <a:lnTo>
                  <a:pt x="368213" y="167279"/>
                </a:lnTo>
                <a:lnTo>
                  <a:pt x="359461" y="175609"/>
                </a:lnTo>
                <a:lnTo>
                  <a:pt x="350265" y="183457"/>
                </a:lnTo>
                <a:lnTo>
                  <a:pt x="331928" y="198018"/>
                </a:lnTo>
                <a:lnTo>
                  <a:pt x="306586" y="221009"/>
                </a:lnTo>
                <a:lnTo>
                  <a:pt x="295217" y="230986"/>
                </a:lnTo>
                <a:lnTo>
                  <a:pt x="284077" y="241284"/>
                </a:lnTo>
                <a:lnTo>
                  <a:pt x="273289" y="251950"/>
                </a:lnTo>
                <a:lnTo>
                  <a:pt x="262974" y="263028"/>
                </a:lnTo>
                <a:lnTo>
                  <a:pt x="180181" y="337707"/>
                </a:lnTo>
                <a:lnTo>
                  <a:pt x="181741" y="306873"/>
                </a:lnTo>
                <a:lnTo>
                  <a:pt x="182420" y="280536"/>
                </a:lnTo>
                <a:lnTo>
                  <a:pt x="182549" y="254619"/>
                </a:lnTo>
                <a:lnTo>
                  <a:pt x="182453" y="244275"/>
                </a:lnTo>
                <a:lnTo>
                  <a:pt x="183267" y="226532"/>
                </a:lnTo>
                <a:lnTo>
                  <a:pt x="182743" y="182043"/>
                </a:lnTo>
                <a:lnTo>
                  <a:pt x="177336" y="124769"/>
                </a:lnTo>
                <a:lnTo>
                  <a:pt x="167756" y="80089"/>
                </a:lnTo>
                <a:lnTo>
                  <a:pt x="135380" y="33045"/>
                </a:lnTo>
                <a:lnTo>
                  <a:pt x="104725" y="11079"/>
                </a:lnTo>
                <a:lnTo>
                  <a:pt x="71915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8838034" y="7079464"/>
            <a:ext cx="608330" cy="612775"/>
          </a:xfrm>
          <a:custGeom>
            <a:avLst/>
            <a:gdLst/>
            <a:ahLst/>
            <a:cxnLst/>
            <a:rect l="l" t="t" r="r" b="b"/>
            <a:pathLst>
              <a:path w="608329" h="612775">
                <a:moveTo>
                  <a:pt x="71915" y="0"/>
                </a:moveTo>
                <a:lnTo>
                  <a:pt x="30616" y="10994"/>
                </a:lnTo>
                <a:lnTo>
                  <a:pt x="1620" y="71757"/>
                </a:lnTo>
                <a:lnTo>
                  <a:pt x="0" y="104197"/>
                </a:lnTo>
                <a:lnTo>
                  <a:pt x="3910" y="140353"/>
                </a:lnTo>
                <a:lnTo>
                  <a:pt x="11233" y="181858"/>
                </a:lnTo>
                <a:lnTo>
                  <a:pt x="17214" y="211793"/>
                </a:lnTo>
                <a:lnTo>
                  <a:pt x="19531" y="225901"/>
                </a:lnTo>
                <a:lnTo>
                  <a:pt x="21286" y="242694"/>
                </a:lnTo>
                <a:lnTo>
                  <a:pt x="21956" y="251458"/>
                </a:lnTo>
                <a:lnTo>
                  <a:pt x="25275" y="349947"/>
                </a:lnTo>
                <a:lnTo>
                  <a:pt x="25849" y="382176"/>
                </a:lnTo>
                <a:lnTo>
                  <a:pt x="25787" y="407864"/>
                </a:lnTo>
                <a:lnTo>
                  <a:pt x="24546" y="481833"/>
                </a:lnTo>
                <a:lnTo>
                  <a:pt x="24675" y="502817"/>
                </a:lnTo>
                <a:lnTo>
                  <a:pt x="25995" y="517604"/>
                </a:lnTo>
                <a:lnTo>
                  <a:pt x="29107" y="530884"/>
                </a:lnTo>
                <a:lnTo>
                  <a:pt x="31683" y="539303"/>
                </a:lnTo>
                <a:lnTo>
                  <a:pt x="32521" y="543250"/>
                </a:lnTo>
                <a:lnTo>
                  <a:pt x="55266" y="580803"/>
                </a:lnTo>
                <a:lnTo>
                  <a:pt x="92780" y="610102"/>
                </a:lnTo>
                <a:lnTo>
                  <a:pt x="102949" y="612170"/>
                </a:lnTo>
                <a:lnTo>
                  <a:pt x="113435" y="611669"/>
                </a:lnTo>
                <a:lnTo>
                  <a:pt x="149795" y="595542"/>
                </a:lnTo>
                <a:lnTo>
                  <a:pt x="181410" y="573545"/>
                </a:lnTo>
                <a:lnTo>
                  <a:pt x="212097" y="546571"/>
                </a:lnTo>
                <a:lnTo>
                  <a:pt x="239984" y="514059"/>
                </a:lnTo>
                <a:lnTo>
                  <a:pt x="285513" y="447639"/>
                </a:lnTo>
                <a:lnTo>
                  <a:pt x="313902" y="404983"/>
                </a:lnTo>
                <a:lnTo>
                  <a:pt x="354354" y="343015"/>
                </a:lnTo>
                <a:lnTo>
                  <a:pt x="389594" y="290161"/>
                </a:lnTo>
                <a:lnTo>
                  <a:pt x="401085" y="272379"/>
                </a:lnTo>
                <a:lnTo>
                  <a:pt x="410314" y="256980"/>
                </a:lnTo>
                <a:lnTo>
                  <a:pt x="420190" y="241234"/>
                </a:lnTo>
                <a:lnTo>
                  <a:pt x="458049" y="210688"/>
                </a:lnTo>
                <a:lnTo>
                  <a:pt x="484146" y="201580"/>
                </a:lnTo>
                <a:lnTo>
                  <a:pt x="496831" y="197051"/>
                </a:lnTo>
                <a:lnTo>
                  <a:pt x="537846" y="173816"/>
                </a:lnTo>
                <a:lnTo>
                  <a:pt x="560323" y="138271"/>
                </a:lnTo>
                <a:lnTo>
                  <a:pt x="566557" y="125231"/>
                </a:lnTo>
                <a:lnTo>
                  <a:pt x="574735" y="109461"/>
                </a:lnTo>
                <a:lnTo>
                  <a:pt x="583594" y="94217"/>
                </a:lnTo>
                <a:lnTo>
                  <a:pt x="593107" y="79538"/>
                </a:lnTo>
                <a:lnTo>
                  <a:pt x="605707" y="62228"/>
                </a:lnTo>
                <a:lnTo>
                  <a:pt x="608304" y="57380"/>
                </a:lnTo>
                <a:lnTo>
                  <a:pt x="606001" y="53998"/>
                </a:lnTo>
                <a:lnTo>
                  <a:pt x="603739" y="50679"/>
                </a:lnTo>
                <a:lnTo>
                  <a:pt x="599268" y="52501"/>
                </a:lnTo>
                <a:lnTo>
                  <a:pt x="596158" y="54647"/>
                </a:lnTo>
                <a:lnTo>
                  <a:pt x="567112" y="77098"/>
                </a:lnTo>
                <a:lnTo>
                  <a:pt x="538750" y="100947"/>
                </a:lnTo>
                <a:lnTo>
                  <a:pt x="509640" y="122828"/>
                </a:lnTo>
                <a:lnTo>
                  <a:pt x="478350" y="139378"/>
                </a:lnTo>
                <a:lnTo>
                  <a:pt x="474246" y="140969"/>
                </a:lnTo>
                <a:lnTo>
                  <a:pt x="464759" y="143273"/>
                </a:lnTo>
                <a:lnTo>
                  <a:pt x="474705" y="134303"/>
                </a:lnTo>
                <a:lnTo>
                  <a:pt x="485083" y="126048"/>
                </a:lnTo>
                <a:lnTo>
                  <a:pt x="497655" y="117085"/>
                </a:lnTo>
                <a:lnTo>
                  <a:pt x="510136" y="107920"/>
                </a:lnTo>
                <a:lnTo>
                  <a:pt x="521684" y="97574"/>
                </a:lnTo>
                <a:lnTo>
                  <a:pt x="531458" y="85065"/>
                </a:lnTo>
                <a:lnTo>
                  <a:pt x="533207" y="82238"/>
                </a:lnTo>
                <a:lnTo>
                  <a:pt x="534841" y="78866"/>
                </a:lnTo>
                <a:lnTo>
                  <a:pt x="533123" y="67914"/>
                </a:lnTo>
                <a:lnTo>
                  <a:pt x="523961" y="67673"/>
                </a:lnTo>
                <a:lnTo>
                  <a:pt x="517982" y="70532"/>
                </a:lnTo>
                <a:lnTo>
                  <a:pt x="511443" y="74149"/>
                </a:lnTo>
                <a:lnTo>
                  <a:pt x="498874" y="82637"/>
                </a:lnTo>
                <a:lnTo>
                  <a:pt x="492517" y="86720"/>
                </a:lnTo>
                <a:lnTo>
                  <a:pt x="478677" y="93485"/>
                </a:lnTo>
                <a:lnTo>
                  <a:pt x="464297" y="98651"/>
                </a:lnTo>
                <a:lnTo>
                  <a:pt x="449782" y="103456"/>
                </a:lnTo>
                <a:lnTo>
                  <a:pt x="435535" y="109138"/>
                </a:lnTo>
                <a:lnTo>
                  <a:pt x="419141" y="118484"/>
                </a:lnTo>
                <a:lnTo>
                  <a:pt x="403926" y="130212"/>
                </a:lnTo>
                <a:lnTo>
                  <a:pt x="389735" y="143716"/>
                </a:lnTo>
                <a:lnTo>
                  <a:pt x="368215" y="167279"/>
                </a:lnTo>
                <a:lnTo>
                  <a:pt x="359465" y="175609"/>
                </a:lnTo>
                <a:lnTo>
                  <a:pt x="350269" y="183457"/>
                </a:lnTo>
                <a:lnTo>
                  <a:pt x="340731" y="190894"/>
                </a:lnTo>
                <a:lnTo>
                  <a:pt x="331928" y="198018"/>
                </a:lnTo>
                <a:lnTo>
                  <a:pt x="306586" y="221009"/>
                </a:lnTo>
                <a:lnTo>
                  <a:pt x="295217" y="230986"/>
                </a:lnTo>
                <a:lnTo>
                  <a:pt x="284077" y="241284"/>
                </a:lnTo>
                <a:lnTo>
                  <a:pt x="273289" y="251950"/>
                </a:lnTo>
                <a:lnTo>
                  <a:pt x="262974" y="263028"/>
                </a:lnTo>
                <a:lnTo>
                  <a:pt x="180181" y="337707"/>
                </a:lnTo>
                <a:lnTo>
                  <a:pt x="181741" y="306873"/>
                </a:lnTo>
                <a:lnTo>
                  <a:pt x="182420" y="280536"/>
                </a:lnTo>
                <a:lnTo>
                  <a:pt x="182549" y="254619"/>
                </a:lnTo>
                <a:lnTo>
                  <a:pt x="182453" y="244275"/>
                </a:lnTo>
                <a:lnTo>
                  <a:pt x="183269" y="226532"/>
                </a:lnTo>
                <a:lnTo>
                  <a:pt x="182748" y="182043"/>
                </a:lnTo>
                <a:lnTo>
                  <a:pt x="177338" y="124769"/>
                </a:lnTo>
                <a:lnTo>
                  <a:pt x="167761" y="80089"/>
                </a:lnTo>
                <a:lnTo>
                  <a:pt x="135380" y="33045"/>
                </a:lnTo>
                <a:lnTo>
                  <a:pt x="104725" y="11079"/>
                </a:lnTo>
                <a:lnTo>
                  <a:pt x="71915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945234" y="8403438"/>
            <a:ext cx="194310" cy="281305"/>
          </a:xfrm>
          <a:custGeom>
            <a:avLst/>
            <a:gdLst/>
            <a:ahLst/>
            <a:cxnLst/>
            <a:rect l="l" t="t" r="r" b="b"/>
            <a:pathLst>
              <a:path w="194310" h="281304">
                <a:moveTo>
                  <a:pt x="127471" y="0"/>
                </a:moveTo>
                <a:lnTo>
                  <a:pt x="108630" y="5992"/>
                </a:lnTo>
                <a:lnTo>
                  <a:pt x="92749" y="18336"/>
                </a:lnTo>
                <a:lnTo>
                  <a:pt x="81777" y="36171"/>
                </a:lnTo>
                <a:lnTo>
                  <a:pt x="80730" y="40548"/>
                </a:lnTo>
                <a:lnTo>
                  <a:pt x="76617" y="44844"/>
                </a:lnTo>
                <a:lnTo>
                  <a:pt x="46463" y="92116"/>
                </a:lnTo>
                <a:lnTo>
                  <a:pt x="39998" y="102807"/>
                </a:lnTo>
                <a:lnTo>
                  <a:pt x="31203" y="114904"/>
                </a:lnTo>
                <a:lnTo>
                  <a:pt x="22716" y="125436"/>
                </a:lnTo>
                <a:lnTo>
                  <a:pt x="13790" y="135696"/>
                </a:lnTo>
                <a:lnTo>
                  <a:pt x="7574" y="142363"/>
                </a:lnTo>
                <a:lnTo>
                  <a:pt x="2834" y="147843"/>
                </a:lnTo>
                <a:lnTo>
                  <a:pt x="125" y="152450"/>
                </a:lnTo>
                <a:lnTo>
                  <a:pt x="0" y="156502"/>
                </a:lnTo>
                <a:lnTo>
                  <a:pt x="1581" y="161067"/>
                </a:lnTo>
                <a:lnTo>
                  <a:pt x="8900" y="162847"/>
                </a:lnTo>
                <a:lnTo>
                  <a:pt x="20282" y="163245"/>
                </a:lnTo>
                <a:lnTo>
                  <a:pt x="25444" y="159978"/>
                </a:lnTo>
                <a:lnTo>
                  <a:pt x="37195" y="151569"/>
                </a:lnTo>
                <a:lnTo>
                  <a:pt x="43910" y="146353"/>
                </a:lnTo>
                <a:lnTo>
                  <a:pt x="51288" y="140191"/>
                </a:lnTo>
                <a:lnTo>
                  <a:pt x="59212" y="133037"/>
                </a:lnTo>
                <a:lnTo>
                  <a:pt x="55867" y="152090"/>
                </a:lnTo>
                <a:lnTo>
                  <a:pt x="53151" y="172457"/>
                </a:lnTo>
                <a:lnTo>
                  <a:pt x="51230" y="194077"/>
                </a:lnTo>
                <a:lnTo>
                  <a:pt x="50270" y="216888"/>
                </a:lnTo>
                <a:lnTo>
                  <a:pt x="48884" y="224494"/>
                </a:lnTo>
                <a:lnTo>
                  <a:pt x="53453" y="265127"/>
                </a:lnTo>
                <a:lnTo>
                  <a:pt x="60521" y="267389"/>
                </a:lnTo>
                <a:lnTo>
                  <a:pt x="63453" y="266069"/>
                </a:lnTo>
                <a:lnTo>
                  <a:pt x="67978" y="261882"/>
                </a:lnTo>
                <a:lnTo>
                  <a:pt x="70893" y="254364"/>
                </a:lnTo>
                <a:lnTo>
                  <a:pt x="72983" y="243613"/>
                </a:lnTo>
                <a:lnTo>
                  <a:pt x="77949" y="211024"/>
                </a:lnTo>
                <a:lnTo>
                  <a:pt x="85767" y="169455"/>
                </a:lnTo>
                <a:lnTo>
                  <a:pt x="86814" y="167507"/>
                </a:lnTo>
                <a:lnTo>
                  <a:pt x="87264" y="164251"/>
                </a:lnTo>
                <a:lnTo>
                  <a:pt x="87044" y="163717"/>
                </a:lnTo>
                <a:lnTo>
                  <a:pt x="87777" y="161204"/>
                </a:lnTo>
                <a:lnTo>
                  <a:pt x="89316" y="159591"/>
                </a:lnTo>
                <a:lnTo>
                  <a:pt x="90960" y="159968"/>
                </a:lnTo>
                <a:lnTo>
                  <a:pt x="91473" y="160701"/>
                </a:lnTo>
                <a:lnTo>
                  <a:pt x="93595" y="174331"/>
                </a:lnTo>
                <a:lnTo>
                  <a:pt x="93779" y="183255"/>
                </a:lnTo>
                <a:lnTo>
                  <a:pt x="93261" y="188873"/>
                </a:lnTo>
                <a:lnTo>
                  <a:pt x="92225" y="194904"/>
                </a:lnTo>
                <a:lnTo>
                  <a:pt x="87494" y="235076"/>
                </a:lnTo>
                <a:lnTo>
                  <a:pt x="85906" y="252834"/>
                </a:lnTo>
                <a:lnTo>
                  <a:pt x="85964" y="264670"/>
                </a:lnTo>
                <a:lnTo>
                  <a:pt x="87646" y="272060"/>
                </a:lnTo>
                <a:lnTo>
                  <a:pt x="90929" y="276478"/>
                </a:lnTo>
                <a:lnTo>
                  <a:pt x="96091" y="280708"/>
                </a:lnTo>
                <a:lnTo>
                  <a:pt x="104761" y="278090"/>
                </a:lnTo>
                <a:lnTo>
                  <a:pt x="115150" y="236792"/>
                </a:lnTo>
                <a:lnTo>
                  <a:pt x="120652" y="193512"/>
                </a:lnTo>
                <a:lnTo>
                  <a:pt x="123320" y="174660"/>
                </a:lnTo>
                <a:lnTo>
                  <a:pt x="126130" y="164786"/>
                </a:lnTo>
                <a:lnTo>
                  <a:pt x="130111" y="160492"/>
                </a:lnTo>
                <a:lnTo>
                  <a:pt x="131744" y="159612"/>
                </a:lnTo>
                <a:lnTo>
                  <a:pt x="135933" y="160973"/>
                </a:lnTo>
                <a:lnTo>
                  <a:pt x="135702" y="173444"/>
                </a:lnTo>
                <a:lnTo>
                  <a:pt x="135157" y="188381"/>
                </a:lnTo>
                <a:lnTo>
                  <a:pt x="132867" y="229796"/>
                </a:lnTo>
                <a:lnTo>
                  <a:pt x="133090" y="239984"/>
                </a:lnTo>
                <a:lnTo>
                  <a:pt x="134726" y="250388"/>
                </a:lnTo>
                <a:lnTo>
                  <a:pt x="138686" y="257546"/>
                </a:lnTo>
                <a:lnTo>
                  <a:pt x="142404" y="260541"/>
                </a:lnTo>
                <a:lnTo>
                  <a:pt x="147901" y="259703"/>
                </a:lnTo>
                <a:lnTo>
                  <a:pt x="160228" y="216032"/>
                </a:lnTo>
                <a:lnTo>
                  <a:pt x="161423" y="199630"/>
                </a:lnTo>
                <a:lnTo>
                  <a:pt x="165576" y="165612"/>
                </a:lnTo>
                <a:lnTo>
                  <a:pt x="166455" y="156837"/>
                </a:lnTo>
                <a:lnTo>
                  <a:pt x="170654" y="156104"/>
                </a:lnTo>
                <a:lnTo>
                  <a:pt x="171848" y="156984"/>
                </a:lnTo>
                <a:lnTo>
                  <a:pt x="174464" y="160812"/>
                </a:lnTo>
                <a:lnTo>
                  <a:pt x="175683" y="166697"/>
                </a:lnTo>
                <a:lnTo>
                  <a:pt x="175971" y="173942"/>
                </a:lnTo>
                <a:lnTo>
                  <a:pt x="175408" y="197680"/>
                </a:lnTo>
                <a:lnTo>
                  <a:pt x="175471" y="203608"/>
                </a:lnTo>
                <a:lnTo>
                  <a:pt x="177020" y="224490"/>
                </a:lnTo>
                <a:lnTo>
                  <a:pt x="179774" y="226877"/>
                </a:lnTo>
                <a:lnTo>
                  <a:pt x="184308" y="228510"/>
                </a:lnTo>
                <a:lnTo>
                  <a:pt x="187481" y="226908"/>
                </a:lnTo>
                <a:lnTo>
                  <a:pt x="193145" y="222134"/>
                </a:lnTo>
                <a:lnTo>
                  <a:pt x="193428" y="214218"/>
                </a:lnTo>
                <a:lnTo>
                  <a:pt x="193912" y="166896"/>
                </a:lnTo>
                <a:lnTo>
                  <a:pt x="193068" y="134660"/>
                </a:lnTo>
                <a:lnTo>
                  <a:pt x="191857" y="116245"/>
                </a:lnTo>
                <a:lnTo>
                  <a:pt x="191240" y="110388"/>
                </a:lnTo>
                <a:lnTo>
                  <a:pt x="188193" y="54516"/>
                </a:lnTo>
                <a:lnTo>
                  <a:pt x="184855" y="36303"/>
                </a:lnTo>
                <a:lnTo>
                  <a:pt x="176287" y="20591"/>
                </a:lnTo>
                <a:lnTo>
                  <a:pt x="163455" y="8517"/>
                </a:lnTo>
                <a:lnTo>
                  <a:pt x="147325" y="1219"/>
                </a:lnTo>
                <a:lnTo>
                  <a:pt x="127471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8235415" y="8399162"/>
            <a:ext cx="187960" cy="288925"/>
          </a:xfrm>
          <a:custGeom>
            <a:avLst/>
            <a:gdLst/>
            <a:ahLst/>
            <a:cxnLst/>
            <a:rect l="l" t="t" r="r" b="b"/>
            <a:pathLst>
              <a:path w="187959" h="288925">
                <a:moveTo>
                  <a:pt x="146397" y="0"/>
                </a:moveTo>
                <a:lnTo>
                  <a:pt x="132179" y="1844"/>
                </a:lnTo>
                <a:lnTo>
                  <a:pt x="119080" y="8210"/>
                </a:lnTo>
                <a:lnTo>
                  <a:pt x="108339" y="18793"/>
                </a:lnTo>
                <a:lnTo>
                  <a:pt x="106842" y="21976"/>
                </a:lnTo>
                <a:lnTo>
                  <a:pt x="100616" y="27312"/>
                </a:lnTo>
                <a:lnTo>
                  <a:pt x="70384" y="60562"/>
                </a:lnTo>
                <a:lnTo>
                  <a:pt x="54020" y="95801"/>
                </a:lnTo>
                <a:lnTo>
                  <a:pt x="53332" y="105102"/>
                </a:lnTo>
                <a:lnTo>
                  <a:pt x="54161" y="116691"/>
                </a:lnTo>
                <a:lnTo>
                  <a:pt x="57388" y="130287"/>
                </a:lnTo>
                <a:lnTo>
                  <a:pt x="39222" y="159618"/>
                </a:lnTo>
                <a:lnTo>
                  <a:pt x="17779" y="197124"/>
                </a:lnTo>
                <a:lnTo>
                  <a:pt x="2367" y="234603"/>
                </a:lnTo>
                <a:lnTo>
                  <a:pt x="0" y="246762"/>
                </a:lnTo>
                <a:lnTo>
                  <a:pt x="1735" y="250848"/>
                </a:lnTo>
                <a:lnTo>
                  <a:pt x="4248" y="253508"/>
                </a:lnTo>
                <a:lnTo>
                  <a:pt x="12018" y="252963"/>
                </a:lnTo>
                <a:lnTo>
                  <a:pt x="42038" y="207782"/>
                </a:lnTo>
                <a:lnTo>
                  <a:pt x="42383" y="206619"/>
                </a:lnTo>
                <a:lnTo>
                  <a:pt x="50917" y="190138"/>
                </a:lnTo>
                <a:lnTo>
                  <a:pt x="59178" y="184044"/>
                </a:lnTo>
                <a:lnTo>
                  <a:pt x="62487" y="182002"/>
                </a:lnTo>
                <a:lnTo>
                  <a:pt x="67252" y="180599"/>
                </a:lnTo>
                <a:lnTo>
                  <a:pt x="60070" y="201939"/>
                </a:lnTo>
                <a:lnTo>
                  <a:pt x="52766" y="220091"/>
                </a:lnTo>
                <a:lnTo>
                  <a:pt x="45637" y="235262"/>
                </a:lnTo>
                <a:lnTo>
                  <a:pt x="34086" y="256774"/>
                </a:lnTo>
                <a:lnTo>
                  <a:pt x="29848" y="266777"/>
                </a:lnTo>
                <a:lnTo>
                  <a:pt x="27941" y="276179"/>
                </a:lnTo>
                <a:lnTo>
                  <a:pt x="30038" y="283497"/>
                </a:lnTo>
                <a:lnTo>
                  <a:pt x="31923" y="285832"/>
                </a:lnTo>
                <a:lnTo>
                  <a:pt x="36048" y="288324"/>
                </a:lnTo>
                <a:lnTo>
                  <a:pt x="44697" y="287088"/>
                </a:lnTo>
                <a:lnTo>
                  <a:pt x="54789" y="271446"/>
                </a:lnTo>
                <a:lnTo>
                  <a:pt x="58639" y="264636"/>
                </a:lnTo>
                <a:lnTo>
                  <a:pt x="61995" y="257162"/>
                </a:lnTo>
                <a:lnTo>
                  <a:pt x="66519" y="245728"/>
                </a:lnTo>
                <a:lnTo>
                  <a:pt x="68862" y="240245"/>
                </a:lnTo>
                <a:lnTo>
                  <a:pt x="76712" y="225454"/>
                </a:lnTo>
                <a:lnTo>
                  <a:pt x="95145" y="188129"/>
                </a:lnTo>
                <a:lnTo>
                  <a:pt x="97557" y="184058"/>
                </a:lnTo>
                <a:lnTo>
                  <a:pt x="99083" y="182924"/>
                </a:lnTo>
                <a:lnTo>
                  <a:pt x="100392" y="183343"/>
                </a:lnTo>
                <a:lnTo>
                  <a:pt x="99334" y="189290"/>
                </a:lnTo>
                <a:lnTo>
                  <a:pt x="96019" y="213814"/>
                </a:lnTo>
                <a:lnTo>
                  <a:pt x="90710" y="261449"/>
                </a:lnTo>
                <a:lnTo>
                  <a:pt x="90311" y="269764"/>
                </a:lnTo>
                <a:lnTo>
                  <a:pt x="91196" y="275362"/>
                </a:lnTo>
                <a:lnTo>
                  <a:pt x="93743" y="278942"/>
                </a:lnTo>
                <a:lnTo>
                  <a:pt x="96444" y="281109"/>
                </a:lnTo>
                <a:lnTo>
                  <a:pt x="100936" y="282062"/>
                </a:lnTo>
                <a:lnTo>
                  <a:pt x="108716" y="278596"/>
                </a:lnTo>
                <a:lnTo>
                  <a:pt x="113899" y="257270"/>
                </a:lnTo>
                <a:lnTo>
                  <a:pt x="116404" y="245812"/>
                </a:lnTo>
                <a:lnTo>
                  <a:pt x="118599" y="233929"/>
                </a:lnTo>
                <a:lnTo>
                  <a:pt x="123487" y="202711"/>
                </a:lnTo>
                <a:lnTo>
                  <a:pt x="125742" y="192240"/>
                </a:lnTo>
                <a:lnTo>
                  <a:pt x="127899" y="187636"/>
                </a:lnTo>
                <a:lnTo>
                  <a:pt x="129752" y="187772"/>
                </a:lnTo>
                <a:lnTo>
                  <a:pt x="130150" y="203489"/>
                </a:lnTo>
                <a:lnTo>
                  <a:pt x="130208" y="229103"/>
                </a:lnTo>
                <a:lnTo>
                  <a:pt x="130368" y="242051"/>
                </a:lnTo>
                <a:lnTo>
                  <a:pt x="131093" y="254251"/>
                </a:lnTo>
                <a:lnTo>
                  <a:pt x="131700" y="259811"/>
                </a:lnTo>
                <a:lnTo>
                  <a:pt x="137134" y="263194"/>
                </a:lnTo>
                <a:lnTo>
                  <a:pt x="141490" y="262105"/>
                </a:lnTo>
                <a:lnTo>
                  <a:pt x="147637" y="256827"/>
                </a:lnTo>
                <a:lnTo>
                  <a:pt x="147877" y="251801"/>
                </a:lnTo>
                <a:lnTo>
                  <a:pt x="149394" y="231829"/>
                </a:lnTo>
                <a:lnTo>
                  <a:pt x="151810" y="206954"/>
                </a:lnTo>
                <a:lnTo>
                  <a:pt x="155929" y="169720"/>
                </a:lnTo>
                <a:lnTo>
                  <a:pt x="156969" y="163255"/>
                </a:lnTo>
                <a:lnTo>
                  <a:pt x="162486" y="144946"/>
                </a:lnTo>
                <a:lnTo>
                  <a:pt x="168903" y="122737"/>
                </a:lnTo>
                <a:lnTo>
                  <a:pt x="176513" y="94360"/>
                </a:lnTo>
                <a:lnTo>
                  <a:pt x="185573" y="57315"/>
                </a:lnTo>
                <a:lnTo>
                  <a:pt x="187354" y="40496"/>
                </a:lnTo>
                <a:lnTo>
                  <a:pt x="183192" y="24796"/>
                </a:lnTo>
                <a:lnTo>
                  <a:pt x="173950" y="11773"/>
                </a:lnTo>
                <a:lnTo>
                  <a:pt x="160495" y="2982"/>
                </a:lnTo>
                <a:lnTo>
                  <a:pt x="146397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6900042" y="8420050"/>
            <a:ext cx="177165" cy="261620"/>
          </a:xfrm>
          <a:custGeom>
            <a:avLst/>
            <a:gdLst/>
            <a:ahLst/>
            <a:cxnLst/>
            <a:rect l="l" t="t" r="r" b="b"/>
            <a:pathLst>
              <a:path w="177165" h="261620">
                <a:moveTo>
                  <a:pt x="131353" y="0"/>
                </a:moveTo>
                <a:lnTo>
                  <a:pt x="90263" y="28266"/>
                </a:lnTo>
                <a:lnTo>
                  <a:pt x="67275" y="61198"/>
                </a:lnTo>
                <a:lnTo>
                  <a:pt x="41404" y="106163"/>
                </a:lnTo>
                <a:lnTo>
                  <a:pt x="21594" y="147727"/>
                </a:lnTo>
                <a:lnTo>
                  <a:pt x="9646" y="176452"/>
                </a:lnTo>
                <a:lnTo>
                  <a:pt x="0" y="204251"/>
                </a:lnTo>
                <a:lnTo>
                  <a:pt x="4408" y="208869"/>
                </a:lnTo>
                <a:lnTo>
                  <a:pt x="5518" y="209015"/>
                </a:lnTo>
                <a:lnTo>
                  <a:pt x="12063" y="203582"/>
                </a:lnTo>
                <a:lnTo>
                  <a:pt x="18509" y="190593"/>
                </a:lnTo>
                <a:lnTo>
                  <a:pt x="23688" y="177488"/>
                </a:lnTo>
                <a:lnTo>
                  <a:pt x="26428" y="171708"/>
                </a:lnTo>
                <a:lnTo>
                  <a:pt x="26531" y="173638"/>
                </a:lnTo>
                <a:lnTo>
                  <a:pt x="25685" y="178726"/>
                </a:lnTo>
                <a:lnTo>
                  <a:pt x="23872" y="186456"/>
                </a:lnTo>
                <a:lnTo>
                  <a:pt x="18952" y="203442"/>
                </a:lnTo>
                <a:lnTo>
                  <a:pt x="16441" y="212712"/>
                </a:lnTo>
                <a:lnTo>
                  <a:pt x="13927" y="223693"/>
                </a:lnTo>
                <a:lnTo>
                  <a:pt x="11790" y="235957"/>
                </a:lnTo>
                <a:lnTo>
                  <a:pt x="10271" y="247936"/>
                </a:lnTo>
                <a:lnTo>
                  <a:pt x="18135" y="261464"/>
                </a:lnTo>
                <a:lnTo>
                  <a:pt x="26208" y="261139"/>
                </a:lnTo>
                <a:lnTo>
                  <a:pt x="43966" y="224874"/>
                </a:lnTo>
                <a:lnTo>
                  <a:pt x="50315" y="210831"/>
                </a:lnTo>
                <a:lnTo>
                  <a:pt x="56626" y="197867"/>
                </a:lnTo>
                <a:lnTo>
                  <a:pt x="77331" y="162056"/>
                </a:lnTo>
                <a:lnTo>
                  <a:pt x="79620" y="160786"/>
                </a:lnTo>
                <a:lnTo>
                  <a:pt x="80754" y="165112"/>
                </a:lnTo>
                <a:lnTo>
                  <a:pt x="79810" y="174806"/>
                </a:lnTo>
                <a:lnTo>
                  <a:pt x="77289" y="187537"/>
                </a:lnTo>
                <a:lnTo>
                  <a:pt x="73694" y="200974"/>
                </a:lnTo>
                <a:lnTo>
                  <a:pt x="70785" y="211043"/>
                </a:lnTo>
                <a:lnTo>
                  <a:pt x="68531" y="220043"/>
                </a:lnTo>
                <a:lnTo>
                  <a:pt x="66514" y="229359"/>
                </a:lnTo>
                <a:lnTo>
                  <a:pt x="62322" y="250857"/>
                </a:lnTo>
                <a:lnTo>
                  <a:pt x="68825" y="257223"/>
                </a:lnTo>
                <a:lnTo>
                  <a:pt x="74144" y="257286"/>
                </a:lnTo>
                <a:lnTo>
                  <a:pt x="83107" y="253443"/>
                </a:lnTo>
                <a:lnTo>
                  <a:pt x="85295" y="247946"/>
                </a:lnTo>
                <a:lnTo>
                  <a:pt x="91728" y="229640"/>
                </a:lnTo>
                <a:lnTo>
                  <a:pt x="96692" y="213234"/>
                </a:lnTo>
                <a:lnTo>
                  <a:pt x="102572" y="191864"/>
                </a:lnTo>
                <a:lnTo>
                  <a:pt x="107045" y="181150"/>
                </a:lnTo>
                <a:lnTo>
                  <a:pt x="112825" y="168514"/>
                </a:lnTo>
                <a:lnTo>
                  <a:pt x="121137" y="151698"/>
                </a:lnTo>
                <a:lnTo>
                  <a:pt x="130184" y="134086"/>
                </a:lnTo>
                <a:lnTo>
                  <a:pt x="133200" y="133887"/>
                </a:lnTo>
                <a:lnTo>
                  <a:pt x="136079" y="134902"/>
                </a:lnTo>
                <a:lnTo>
                  <a:pt x="134121" y="141928"/>
                </a:lnTo>
                <a:lnTo>
                  <a:pt x="134614" y="161700"/>
                </a:lnTo>
                <a:lnTo>
                  <a:pt x="159072" y="198821"/>
                </a:lnTo>
                <a:lnTo>
                  <a:pt x="165726" y="199776"/>
                </a:lnTo>
                <a:lnTo>
                  <a:pt x="170486" y="198094"/>
                </a:lnTo>
                <a:lnTo>
                  <a:pt x="172026" y="196660"/>
                </a:lnTo>
                <a:lnTo>
                  <a:pt x="172486" y="194367"/>
                </a:lnTo>
                <a:lnTo>
                  <a:pt x="171154" y="180792"/>
                </a:lnTo>
                <a:lnTo>
                  <a:pt x="170151" y="174265"/>
                </a:lnTo>
                <a:lnTo>
                  <a:pt x="168662" y="166925"/>
                </a:lnTo>
                <a:lnTo>
                  <a:pt x="166581" y="158849"/>
                </a:lnTo>
                <a:lnTo>
                  <a:pt x="165953" y="155363"/>
                </a:lnTo>
                <a:lnTo>
                  <a:pt x="164692" y="145892"/>
                </a:lnTo>
                <a:lnTo>
                  <a:pt x="163732" y="131921"/>
                </a:lnTo>
                <a:lnTo>
                  <a:pt x="164005" y="114934"/>
                </a:lnTo>
                <a:lnTo>
                  <a:pt x="164363" y="111596"/>
                </a:lnTo>
                <a:lnTo>
                  <a:pt x="176172" y="55198"/>
                </a:lnTo>
                <a:lnTo>
                  <a:pt x="176545" y="41371"/>
                </a:lnTo>
                <a:lnTo>
                  <a:pt x="173044" y="28293"/>
                </a:lnTo>
                <a:lnTo>
                  <a:pt x="166021" y="16778"/>
                </a:lnTo>
                <a:lnTo>
                  <a:pt x="155827" y="7639"/>
                </a:lnTo>
                <a:lnTo>
                  <a:pt x="144037" y="2078"/>
                </a:lnTo>
                <a:lnTo>
                  <a:pt x="131353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8309565" y="8034136"/>
            <a:ext cx="106680" cy="273685"/>
          </a:xfrm>
          <a:custGeom>
            <a:avLst/>
            <a:gdLst/>
            <a:ahLst/>
            <a:cxnLst/>
            <a:rect l="l" t="t" r="r" b="b"/>
            <a:pathLst>
              <a:path w="106679" h="273684">
                <a:moveTo>
                  <a:pt x="61148" y="0"/>
                </a:moveTo>
                <a:lnTo>
                  <a:pt x="27885" y="20470"/>
                </a:lnTo>
                <a:lnTo>
                  <a:pt x="6668" y="71900"/>
                </a:lnTo>
                <a:lnTo>
                  <a:pt x="0" y="121211"/>
                </a:lnTo>
                <a:lnTo>
                  <a:pt x="261" y="137363"/>
                </a:lnTo>
                <a:lnTo>
                  <a:pt x="5107" y="180084"/>
                </a:lnTo>
                <a:lnTo>
                  <a:pt x="18373" y="216078"/>
                </a:lnTo>
                <a:lnTo>
                  <a:pt x="60387" y="260783"/>
                </a:lnTo>
                <a:lnTo>
                  <a:pt x="80446" y="273583"/>
                </a:lnTo>
                <a:lnTo>
                  <a:pt x="81472" y="273405"/>
                </a:lnTo>
                <a:lnTo>
                  <a:pt x="84477" y="272243"/>
                </a:lnTo>
                <a:lnTo>
                  <a:pt x="87545" y="266703"/>
                </a:lnTo>
                <a:lnTo>
                  <a:pt x="91838" y="249671"/>
                </a:lnTo>
                <a:lnTo>
                  <a:pt x="90197" y="231157"/>
                </a:lnTo>
                <a:lnTo>
                  <a:pt x="85843" y="214878"/>
                </a:lnTo>
                <a:lnTo>
                  <a:pt x="81996" y="204548"/>
                </a:lnTo>
                <a:lnTo>
                  <a:pt x="88345" y="193365"/>
                </a:lnTo>
                <a:lnTo>
                  <a:pt x="95150" y="178333"/>
                </a:lnTo>
                <a:lnTo>
                  <a:pt x="101173" y="159687"/>
                </a:lnTo>
                <a:lnTo>
                  <a:pt x="105178" y="137660"/>
                </a:lnTo>
                <a:lnTo>
                  <a:pt x="106105" y="119624"/>
                </a:lnTo>
                <a:lnTo>
                  <a:pt x="105197" y="103589"/>
                </a:lnTo>
                <a:lnTo>
                  <a:pt x="103114" y="89865"/>
                </a:lnTo>
                <a:lnTo>
                  <a:pt x="100519" y="78761"/>
                </a:lnTo>
                <a:lnTo>
                  <a:pt x="100120" y="47473"/>
                </a:lnTo>
                <a:lnTo>
                  <a:pt x="91298" y="22799"/>
                </a:lnTo>
                <a:lnTo>
                  <a:pt x="77244" y="6415"/>
                </a:lnTo>
                <a:lnTo>
                  <a:pt x="61148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97955" y="8070781"/>
            <a:ext cx="121089" cy="211374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4268501" y="8410553"/>
            <a:ext cx="153670" cy="265430"/>
          </a:xfrm>
          <a:custGeom>
            <a:avLst/>
            <a:gdLst/>
            <a:ahLst/>
            <a:cxnLst/>
            <a:rect l="l" t="t" r="r" b="b"/>
            <a:pathLst>
              <a:path w="153670" h="265429">
                <a:moveTo>
                  <a:pt x="113093" y="0"/>
                </a:moveTo>
                <a:lnTo>
                  <a:pt x="100863" y="3458"/>
                </a:lnTo>
                <a:lnTo>
                  <a:pt x="90345" y="10950"/>
                </a:lnTo>
                <a:lnTo>
                  <a:pt x="82722" y="21989"/>
                </a:lnTo>
                <a:lnTo>
                  <a:pt x="47446" y="74962"/>
                </a:lnTo>
                <a:lnTo>
                  <a:pt x="35192" y="92555"/>
                </a:lnTo>
                <a:lnTo>
                  <a:pt x="8662" y="124520"/>
                </a:lnTo>
                <a:lnTo>
                  <a:pt x="6923" y="125410"/>
                </a:lnTo>
                <a:lnTo>
                  <a:pt x="4368" y="129766"/>
                </a:lnTo>
                <a:lnTo>
                  <a:pt x="487" y="140112"/>
                </a:lnTo>
                <a:lnTo>
                  <a:pt x="0" y="152165"/>
                </a:lnTo>
                <a:lnTo>
                  <a:pt x="2210" y="167109"/>
                </a:lnTo>
                <a:lnTo>
                  <a:pt x="14272" y="218917"/>
                </a:lnTo>
                <a:lnTo>
                  <a:pt x="31478" y="256160"/>
                </a:lnTo>
                <a:lnTo>
                  <a:pt x="53989" y="265186"/>
                </a:lnTo>
                <a:lnTo>
                  <a:pt x="58650" y="263511"/>
                </a:lnTo>
                <a:lnTo>
                  <a:pt x="59526" y="256167"/>
                </a:lnTo>
                <a:lnTo>
                  <a:pt x="55260" y="245298"/>
                </a:lnTo>
                <a:lnTo>
                  <a:pt x="48587" y="233701"/>
                </a:lnTo>
                <a:lnTo>
                  <a:pt x="35128" y="213775"/>
                </a:lnTo>
                <a:lnTo>
                  <a:pt x="31632" y="201963"/>
                </a:lnTo>
                <a:lnTo>
                  <a:pt x="54180" y="160706"/>
                </a:lnTo>
                <a:lnTo>
                  <a:pt x="66251" y="157237"/>
                </a:lnTo>
                <a:lnTo>
                  <a:pt x="79099" y="157734"/>
                </a:lnTo>
                <a:lnTo>
                  <a:pt x="83947" y="195848"/>
                </a:lnTo>
                <a:lnTo>
                  <a:pt x="83965" y="204466"/>
                </a:lnTo>
                <a:lnTo>
                  <a:pt x="84181" y="211501"/>
                </a:lnTo>
                <a:lnTo>
                  <a:pt x="85339" y="216876"/>
                </a:lnTo>
                <a:lnTo>
                  <a:pt x="88177" y="220517"/>
                </a:lnTo>
                <a:lnTo>
                  <a:pt x="92921" y="223847"/>
                </a:lnTo>
                <a:lnTo>
                  <a:pt x="100941" y="221826"/>
                </a:lnTo>
                <a:lnTo>
                  <a:pt x="120721" y="175315"/>
                </a:lnTo>
                <a:lnTo>
                  <a:pt x="121974" y="146520"/>
                </a:lnTo>
                <a:lnTo>
                  <a:pt x="123328" y="137284"/>
                </a:lnTo>
                <a:lnTo>
                  <a:pt x="141673" y="88835"/>
                </a:lnTo>
                <a:lnTo>
                  <a:pt x="146140" y="79598"/>
                </a:lnTo>
                <a:lnTo>
                  <a:pt x="149361" y="72060"/>
                </a:lnTo>
                <a:lnTo>
                  <a:pt x="151673" y="63674"/>
                </a:lnTo>
                <a:lnTo>
                  <a:pt x="152928" y="55196"/>
                </a:lnTo>
                <a:lnTo>
                  <a:pt x="153280" y="47520"/>
                </a:lnTo>
                <a:lnTo>
                  <a:pt x="153004" y="40821"/>
                </a:lnTo>
                <a:lnTo>
                  <a:pt x="136185" y="5856"/>
                </a:lnTo>
                <a:lnTo>
                  <a:pt x="125852" y="1058"/>
                </a:lnTo>
                <a:lnTo>
                  <a:pt x="113093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1088" y="8394680"/>
            <a:ext cx="176663" cy="296893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23493" y="8070881"/>
            <a:ext cx="139359" cy="220652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6250407" y="8402317"/>
            <a:ext cx="172720" cy="281940"/>
          </a:xfrm>
          <a:custGeom>
            <a:avLst/>
            <a:gdLst/>
            <a:ahLst/>
            <a:cxnLst/>
            <a:rect l="l" t="t" r="r" b="b"/>
            <a:pathLst>
              <a:path w="172720" h="281940">
                <a:moveTo>
                  <a:pt x="135904" y="231804"/>
                </a:moveTo>
                <a:lnTo>
                  <a:pt x="94122" y="231804"/>
                </a:lnTo>
                <a:lnTo>
                  <a:pt x="99023" y="237929"/>
                </a:lnTo>
                <a:lnTo>
                  <a:pt x="102803" y="242840"/>
                </a:lnTo>
                <a:lnTo>
                  <a:pt x="109954" y="252254"/>
                </a:lnTo>
                <a:lnTo>
                  <a:pt x="112247" y="252463"/>
                </a:lnTo>
                <a:lnTo>
                  <a:pt x="117357" y="257489"/>
                </a:lnTo>
                <a:lnTo>
                  <a:pt x="126113" y="267236"/>
                </a:lnTo>
                <a:lnTo>
                  <a:pt x="131920" y="274948"/>
                </a:lnTo>
                <a:lnTo>
                  <a:pt x="136246" y="279925"/>
                </a:lnTo>
                <a:lnTo>
                  <a:pt x="140561" y="281467"/>
                </a:lnTo>
                <a:lnTo>
                  <a:pt x="144215" y="281164"/>
                </a:lnTo>
                <a:lnTo>
                  <a:pt x="147440" y="276284"/>
                </a:lnTo>
                <a:lnTo>
                  <a:pt x="149133" y="260697"/>
                </a:lnTo>
                <a:lnTo>
                  <a:pt x="141978" y="241972"/>
                </a:lnTo>
                <a:lnTo>
                  <a:pt x="135904" y="231804"/>
                </a:lnTo>
                <a:close/>
              </a:path>
              <a:path w="172720" h="281940">
                <a:moveTo>
                  <a:pt x="124419" y="204978"/>
                </a:moveTo>
                <a:lnTo>
                  <a:pt x="62155" y="204978"/>
                </a:lnTo>
                <a:lnTo>
                  <a:pt x="64512" y="213390"/>
                </a:lnTo>
                <a:lnTo>
                  <a:pt x="89400" y="232328"/>
                </a:lnTo>
                <a:lnTo>
                  <a:pt x="92185" y="232097"/>
                </a:lnTo>
                <a:lnTo>
                  <a:pt x="94122" y="231804"/>
                </a:lnTo>
                <a:lnTo>
                  <a:pt x="135904" y="231804"/>
                </a:lnTo>
                <a:lnTo>
                  <a:pt x="132034" y="225324"/>
                </a:lnTo>
                <a:lnTo>
                  <a:pt x="125357" y="215962"/>
                </a:lnTo>
                <a:lnTo>
                  <a:pt x="125028" y="212865"/>
                </a:lnTo>
                <a:lnTo>
                  <a:pt x="124419" y="204978"/>
                </a:lnTo>
                <a:close/>
              </a:path>
              <a:path w="172720" h="281940">
                <a:moveTo>
                  <a:pt x="129456" y="147838"/>
                </a:moveTo>
                <a:lnTo>
                  <a:pt x="26931" y="147838"/>
                </a:lnTo>
                <a:lnTo>
                  <a:pt x="26407" y="152288"/>
                </a:lnTo>
                <a:lnTo>
                  <a:pt x="26658" y="155869"/>
                </a:lnTo>
                <a:lnTo>
                  <a:pt x="27779" y="164183"/>
                </a:lnTo>
                <a:lnTo>
                  <a:pt x="29517" y="167335"/>
                </a:lnTo>
                <a:lnTo>
                  <a:pt x="26836" y="171701"/>
                </a:lnTo>
                <a:lnTo>
                  <a:pt x="45852" y="206192"/>
                </a:lnTo>
                <a:lnTo>
                  <a:pt x="52343" y="208402"/>
                </a:lnTo>
                <a:lnTo>
                  <a:pt x="58668" y="206443"/>
                </a:lnTo>
                <a:lnTo>
                  <a:pt x="62155" y="204978"/>
                </a:lnTo>
                <a:lnTo>
                  <a:pt x="124419" y="204978"/>
                </a:lnTo>
                <a:lnTo>
                  <a:pt x="124056" y="195278"/>
                </a:lnTo>
                <a:lnTo>
                  <a:pt x="124134" y="184622"/>
                </a:lnTo>
                <a:lnTo>
                  <a:pt x="124268" y="178465"/>
                </a:lnTo>
                <a:lnTo>
                  <a:pt x="124955" y="170506"/>
                </a:lnTo>
                <a:lnTo>
                  <a:pt x="126357" y="161057"/>
                </a:lnTo>
                <a:lnTo>
                  <a:pt x="128732" y="150250"/>
                </a:lnTo>
                <a:lnTo>
                  <a:pt x="129456" y="147838"/>
                </a:lnTo>
                <a:close/>
              </a:path>
              <a:path w="172720" h="281940">
                <a:moveTo>
                  <a:pt x="167362" y="138215"/>
                </a:moveTo>
                <a:lnTo>
                  <a:pt x="132341" y="138215"/>
                </a:lnTo>
                <a:lnTo>
                  <a:pt x="135980" y="147429"/>
                </a:lnTo>
                <a:lnTo>
                  <a:pt x="138888" y="155869"/>
                </a:lnTo>
                <a:lnTo>
                  <a:pt x="141070" y="163131"/>
                </a:lnTo>
                <a:lnTo>
                  <a:pt x="142812" y="169816"/>
                </a:lnTo>
                <a:lnTo>
                  <a:pt x="145000" y="178758"/>
                </a:lnTo>
                <a:lnTo>
                  <a:pt x="145712" y="184622"/>
                </a:lnTo>
                <a:lnTo>
                  <a:pt x="156005" y="195585"/>
                </a:lnTo>
                <a:lnTo>
                  <a:pt x="165115" y="200423"/>
                </a:lnTo>
                <a:lnTo>
                  <a:pt x="169931" y="197470"/>
                </a:lnTo>
                <a:lnTo>
                  <a:pt x="171778" y="195278"/>
                </a:lnTo>
                <a:lnTo>
                  <a:pt x="172675" y="190360"/>
                </a:lnTo>
                <a:lnTo>
                  <a:pt x="172488" y="181037"/>
                </a:lnTo>
                <a:lnTo>
                  <a:pt x="171083" y="165628"/>
                </a:lnTo>
                <a:lnTo>
                  <a:pt x="169330" y="151231"/>
                </a:lnTo>
                <a:lnTo>
                  <a:pt x="167362" y="138215"/>
                </a:lnTo>
                <a:close/>
              </a:path>
              <a:path w="172720" h="281940">
                <a:moveTo>
                  <a:pt x="82719" y="0"/>
                </a:moveTo>
                <a:lnTo>
                  <a:pt x="61003" y="37140"/>
                </a:lnTo>
                <a:lnTo>
                  <a:pt x="42784" y="73777"/>
                </a:lnTo>
                <a:lnTo>
                  <a:pt x="32051" y="100688"/>
                </a:lnTo>
                <a:lnTo>
                  <a:pt x="30198" y="102646"/>
                </a:lnTo>
                <a:lnTo>
                  <a:pt x="27548" y="105525"/>
                </a:lnTo>
                <a:lnTo>
                  <a:pt x="14376" y="121032"/>
                </a:lnTo>
                <a:lnTo>
                  <a:pt x="3403" y="139555"/>
                </a:lnTo>
                <a:lnTo>
                  <a:pt x="0" y="144519"/>
                </a:lnTo>
                <a:lnTo>
                  <a:pt x="649" y="148634"/>
                </a:lnTo>
                <a:lnTo>
                  <a:pt x="1917" y="151925"/>
                </a:lnTo>
                <a:lnTo>
                  <a:pt x="4612" y="154683"/>
                </a:lnTo>
                <a:lnTo>
                  <a:pt x="9074" y="158985"/>
                </a:lnTo>
                <a:lnTo>
                  <a:pt x="15643" y="166905"/>
                </a:lnTo>
                <a:lnTo>
                  <a:pt x="17810" y="169816"/>
                </a:lnTo>
                <a:lnTo>
                  <a:pt x="20250" y="173376"/>
                </a:lnTo>
                <a:lnTo>
                  <a:pt x="25213" y="173052"/>
                </a:lnTo>
                <a:lnTo>
                  <a:pt x="26419" y="172048"/>
                </a:lnTo>
                <a:lnTo>
                  <a:pt x="26260" y="169429"/>
                </a:lnTo>
                <a:lnTo>
                  <a:pt x="25792" y="164183"/>
                </a:lnTo>
                <a:lnTo>
                  <a:pt x="25823" y="158985"/>
                </a:lnTo>
                <a:lnTo>
                  <a:pt x="25986" y="154683"/>
                </a:lnTo>
                <a:lnTo>
                  <a:pt x="26931" y="147838"/>
                </a:lnTo>
                <a:lnTo>
                  <a:pt x="129456" y="147838"/>
                </a:lnTo>
                <a:lnTo>
                  <a:pt x="132341" y="138215"/>
                </a:lnTo>
                <a:lnTo>
                  <a:pt x="167362" y="138215"/>
                </a:lnTo>
                <a:lnTo>
                  <a:pt x="166928" y="135345"/>
                </a:lnTo>
                <a:lnTo>
                  <a:pt x="166047" y="126414"/>
                </a:lnTo>
                <a:lnTo>
                  <a:pt x="165472" y="115742"/>
                </a:lnTo>
                <a:lnTo>
                  <a:pt x="165238" y="107488"/>
                </a:lnTo>
                <a:lnTo>
                  <a:pt x="164757" y="99745"/>
                </a:lnTo>
                <a:lnTo>
                  <a:pt x="163440" y="90604"/>
                </a:lnTo>
                <a:lnTo>
                  <a:pt x="161796" y="81672"/>
                </a:lnTo>
                <a:lnTo>
                  <a:pt x="159597" y="74542"/>
                </a:lnTo>
                <a:lnTo>
                  <a:pt x="158026" y="70008"/>
                </a:lnTo>
                <a:lnTo>
                  <a:pt x="157031" y="66563"/>
                </a:lnTo>
                <a:lnTo>
                  <a:pt x="155565" y="61369"/>
                </a:lnTo>
                <a:lnTo>
                  <a:pt x="153869" y="55024"/>
                </a:lnTo>
                <a:lnTo>
                  <a:pt x="150016" y="39949"/>
                </a:lnTo>
                <a:lnTo>
                  <a:pt x="147762" y="30296"/>
                </a:lnTo>
                <a:lnTo>
                  <a:pt x="146345" y="24363"/>
                </a:lnTo>
                <a:lnTo>
                  <a:pt x="145000" y="20449"/>
                </a:lnTo>
                <a:lnTo>
                  <a:pt x="139597" y="13300"/>
                </a:lnTo>
                <a:lnTo>
                  <a:pt x="128659" y="6906"/>
                </a:lnTo>
                <a:lnTo>
                  <a:pt x="110322" y="2171"/>
                </a:lnTo>
                <a:lnTo>
                  <a:pt x="82719" y="0"/>
                </a:lnTo>
                <a:close/>
              </a:path>
              <a:path w="172720" h="281940">
                <a:moveTo>
                  <a:pt x="26931" y="147838"/>
                </a:moveTo>
                <a:lnTo>
                  <a:pt x="25986" y="154683"/>
                </a:lnTo>
                <a:lnTo>
                  <a:pt x="25823" y="158985"/>
                </a:lnTo>
                <a:lnTo>
                  <a:pt x="25792" y="164183"/>
                </a:lnTo>
                <a:lnTo>
                  <a:pt x="26488" y="171991"/>
                </a:lnTo>
                <a:lnTo>
                  <a:pt x="26836" y="171701"/>
                </a:lnTo>
                <a:lnTo>
                  <a:pt x="29517" y="167335"/>
                </a:lnTo>
                <a:lnTo>
                  <a:pt x="27779" y="164183"/>
                </a:lnTo>
                <a:lnTo>
                  <a:pt x="26658" y="155869"/>
                </a:lnTo>
                <a:lnTo>
                  <a:pt x="26575" y="154683"/>
                </a:lnTo>
                <a:lnTo>
                  <a:pt x="26647" y="150250"/>
                </a:lnTo>
                <a:lnTo>
                  <a:pt x="26931" y="147838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7303572" y="8016943"/>
            <a:ext cx="140335" cy="328930"/>
          </a:xfrm>
          <a:custGeom>
            <a:avLst/>
            <a:gdLst/>
            <a:ahLst/>
            <a:cxnLst/>
            <a:rect l="l" t="t" r="r" b="b"/>
            <a:pathLst>
              <a:path w="140334" h="328929">
                <a:moveTo>
                  <a:pt x="91406" y="272256"/>
                </a:moveTo>
                <a:lnTo>
                  <a:pt x="37339" y="272256"/>
                </a:lnTo>
                <a:lnTo>
                  <a:pt x="35431" y="281250"/>
                </a:lnTo>
                <a:lnTo>
                  <a:pt x="33067" y="292843"/>
                </a:lnTo>
                <a:lnTo>
                  <a:pt x="30506" y="306434"/>
                </a:lnTo>
                <a:lnTo>
                  <a:pt x="28660" y="318485"/>
                </a:lnTo>
                <a:lnTo>
                  <a:pt x="28365" y="321145"/>
                </a:lnTo>
                <a:lnTo>
                  <a:pt x="31800" y="327930"/>
                </a:lnTo>
                <a:lnTo>
                  <a:pt x="39119" y="328496"/>
                </a:lnTo>
                <a:lnTo>
                  <a:pt x="45401" y="328893"/>
                </a:lnTo>
                <a:lnTo>
                  <a:pt x="56867" y="318485"/>
                </a:lnTo>
                <a:lnTo>
                  <a:pt x="58720" y="313428"/>
                </a:lnTo>
                <a:lnTo>
                  <a:pt x="59485" y="310695"/>
                </a:lnTo>
                <a:lnTo>
                  <a:pt x="80152" y="310695"/>
                </a:lnTo>
                <a:lnTo>
                  <a:pt x="87189" y="290279"/>
                </a:lnTo>
                <a:lnTo>
                  <a:pt x="91406" y="272256"/>
                </a:lnTo>
                <a:close/>
              </a:path>
              <a:path w="140334" h="328929">
                <a:moveTo>
                  <a:pt x="80152" y="310695"/>
                </a:moveTo>
                <a:lnTo>
                  <a:pt x="59485" y="310695"/>
                </a:lnTo>
                <a:lnTo>
                  <a:pt x="59621" y="312130"/>
                </a:lnTo>
                <a:lnTo>
                  <a:pt x="60479" y="319826"/>
                </a:lnTo>
                <a:lnTo>
                  <a:pt x="68008" y="322862"/>
                </a:lnTo>
                <a:lnTo>
                  <a:pt x="71442" y="321648"/>
                </a:lnTo>
                <a:lnTo>
                  <a:pt x="80152" y="310695"/>
                </a:lnTo>
                <a:close/>
              </a:path>
              <a:path w="140334" h="328929">
                <a:moveTo>
                  <a:pt x="70028" y="0"/>
                </a:moveTo>
                <a:lnTo>
                  <a:pt x="54215" y="2755"/>
                </a:lnTo>
                <a:lnTo>
                  <a:pt x="39772" y="11227"/>
                </a:lnTo>
                <a:lnTo>
                  <a:pt x="28543" y="25039"/>
                </a:lnTo>
                <a:lnTo>
                  <a:pt x="31610" y="36107"/>
                </a:lnTo>
                <a:lnTo>
                  <a:pt x="34233" y="52496"/>
                </a:lnTo>
                <a:lnTo>
                  <a:pt x="32903" y="76357"/>
                </a:lnTo>
                <a:lnTo>
                  <a:pt x="24114" y="109843"/>
                </a:lnTo>
                <a:lnTo>
                  <a:pt x="20183" y="123214"/>
                </a:lnTo>
                <a:lnTo>
                  <a:pt x="15494" y="143069"/>
                </a:lnTo>
                <a:lnTo>
                  <a:pt x="9584" y="170726"/>
                </a:lnTo>
                <a:lnTo>
                  <a:pt x="1989" y="207504"/>
                </a:lnTo>
                <a:lnTo>
                  <a:pt x="911" y="213380"/>
                </a:lnTo>
                <a:lnTo>
                  <a:pt x="0" y="221792"/>
                </a:lnTo>
                <a:lnTo>
                  <a:pt x="96" y="233124"/>
                </a:lnTo>
                <a:lnTo>
                  <a:pt x="1591" y="244372"/>
                </a:lnTo>
                <a:lnTo>
                  <a:pt x="2837" y="250330"/>
                </a:lnTo>
                <a:lnTo>
                  <a:pt x="4523" y="255084"/>
                </a:lnTo>
                <a:lnTo>
                  <a:pt x="5758" y="258173"/>
                </a:lnTo>
                <a:lnTo>
                  <a:pt x="4858" y="262403"/>
                </a:lnTo>
                <a:lnTo>
                  <a:pt x="3727" y="268246"/>
                </a:lnTo>
                <a:lnTo>
                  <a:pt x="2722" y="275251"/>
                </a:lnTo>
                <a:lnTo>
                  <a:pt x="1347" y="287688"/>
                </a:lnTo>
                <a:lnTo>
                  <a:pt x="1371" y="295205"/>
                </a:lnTo>
                <a:lnTo>
                  <a:pt x="2354" y="299189"/>
                </a:lnTo>
                <a:lnTo>
                  <a:pt x="3853" y="301030"/>
                </a:lnTo>
                <a:lnTo>
                  <a:pt x="5727" y="302454"/>
                </a:lnTo>
                <a:lnTo>
                  <a:pt x="8408" y="302852"/>
                </a:lnTo>
                <a:lnTo>
                  <a:pt x="10607" y="302308"/>
                </a:lnTo>
                <a:lnTo>
                  <a:pt x="15793" y="298500"/>
                </a:lnTo>
                <a:lnTo>
                  <a:pt x="19317" y="291207"/>
                </a:lnTo>
                <a:lnTo>
                  <a:pt x="21787" y="282013"/>
                </a:lnTo>
                <a:lnTo>
                  <a:pt x="23810" y="272497"/>
                </a:lnTo>
                <a:lnTo>
                  <a:pt x="30163" y="249603"/>
                </a:lnTo>
                <a:lnTo>
                  <a:pt x="37256" y="231296"/>
                </a:lnTo>
                <a:lnTo>
                  <a:pt x="43307" y="219234"/>
                </a:lnTo>
                <a:lnTo>
                  <a:pt x="46532" y="215075"/>
                </a:lnTo>
                <a:lnTo>
                  <a:pt x="102189" y="215075"/>
                </a:lnTo>
                <a:lnTo>
                  <a:pt x="103871" y="206651"/>
                </a:lnTo>
                <a:lnTo>
                  <a:pt x="106987" y="194628"/>
                </a:lnTo>
                <a:lnTo>
                  <a:pt x="109336" y="190720"/>
                </a:lnTo>
                <a:lnTo>
                  <a:pt x="138775" y="190720"/>
                </a:lnTo>
                <a:lnTo>
                  <a:pt x="138542" y="187384"/>
                </a:lnTo>
                <a:lnTo>
                  <a:pt x="132518" y="136366"/>
                </a:lnTo>
                <a:lnTo>
                  <a:pt x="124069" y="96000"/>
                </a:lnTo>
                <a:lnTo>
                  <a:pt x="114635" y="72797"/>
                </a:lnTo>
                <a:lnTo>
                  <a:pt x="113384" y="69290"/>
                </a:lnTo>
                <a:lnTo>
                  <a:pt x="112130" y="63665"/>
                </a:lnTo>
                <a:lnTo>
                  <a:pt x="110942" y="55367"/>
                </a:lnTo>
                <a:lnTo>
                  <a:pt x="109891" y="43845"/>
                </a:lnTo>
                <a:lnTo>
                  <a:pt x="108096" y="30911"/>
                </a:lnTo>
                <a:lnTo>
                  <a:pt x="103131" y="19375"/>
                </a:lnTo>
                <a:lnTo>
                  <a:pt x="95416" y="9947"/>
                </a:lnTo>
                <a:lnTo>
                  <a:pt x="85369" y="3333"/>
                </a:lnTo>
                <a:lnTo>
                  <a:pt x="70028" y="0"/>
                </a:lnTo>
                <a:close/>
              </a:path>
              <a:path w="140334" h="328929">
                <a:moveTo>
                  <a:pt x="102189" y="215075"/>
                </a:moveTo>
                <a:lnTo>
                  <a:pt x="46532" y="215075"/>
                </a:lnTo>
                <a:lnTo>
                  <a:pt x="46592" y="217598"/>
                </a:lnTo>
                <a:lnTo>
                  <a:pt x="45277" y="225314"/>
                </a:lnTo>
                <a:lnTo>
                  <a:pt x="42746" y="239131"/>
                </a:lnTo>
                <a:lnTo>
                  <a:pt x="39161" y="259953"/>
                </a:lnTo>
                <a:lnTo>
                  <a:pt x="36773" y="274382"/>
                </a:lnTo>
                <a:lnTo>
                  <a:pt x="37339" y="272256"/>
                </a:lnTo>
                <a:lnTo>
                  <a:pt x="91406" y="272256"/>
                </a:lnTo>
                <a:lnTo>
                  <a:pt x="92197" y="268877"/>
                </a:lnTo>
                <a:lnTo>
                  <a:pt x="94792" y="255032"/>
                </a:lnTo>
                <a:lnTo>
                  <a:pt x="99851" y="226786"/>
                </a:lnTo>
                <a:lnTo>
                  <a:pt x="102189" y="215075"/>
                </a:lnTo>
                <a:close/>
              </a:path>
              <a:path w="140334" h="328929">
                <a:moveTo>
                  <a:pt x="138775" y="190720"/>
                </a:moveTo>
                <a:lnTo>
                  <a:pt x="109336" y="190720"/>
                </a:lnTo>
                <a:lnTo>
                  <a:pt x="110740" y="190824"/>
                </a:lnTo>
                <a:lnTo>
                  <a:pt x="110603" y="196699"/>
                </a:lnTo>
                <a:lnTo>
                  <a:pt x="124757" y="233124"/>
                </a:lnTo>
                <a:lnTo>
                  <a:pt x="129734" y="234425"/>
                </a:lnTo>
                <a:lnTo>
                  <a:pt x="133713" y="231012"/>
                </a:lnTo>
                <a:lnTo>
                  <a:pt x="138692" y="222655"/>
                </a:lnTo>
                <a:lnTo>
                  <a:pt x="140027" y="208644"/>
                </a:lnTo>
                <a:lnTo>
                  <a:pt x="138775" y="19072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225610" y="8408647"/>
            <a:ext cx="191770" cy="270510"/>
          </a:xfrm>
          <a:custGeom>
            <a:avLst/>
            <a:gdLst/>
            <a:ahLst/>
            <a:cxnLst/>
            <a:rect l="l" t="t" r="r" b="b"/>
            <a:pathLst>
              <a:path w="191770" h="270509">
                <a:moveTo>
                  <a:pt x="163892" y="0"/>
                </a:moveTo>
                <a:lnTo>
                  <a:pt x="124629" y="24810"/>
                </a:lnTo>
                <a:lnTo>
                  <a:pt x="95627" y="50241"/>
                </a:lnTo>
                <a:lnTo>
                  <a:pt x="68137" y="78372"/>
                </a:lnTo>
                <a:lnTo>
                  <a:pt x="59600" y="88267"/>
                </a:lnTo>
                <a:lnTo>
                  <a:pt x="53589" y="91314"/>
                </a:lnTo>
                <a:lnTo>
                  <a:pt x="20585" y="113712"/>
                </a:lnTo>
                <a:lnTo>
                  <a:pt x="722" y="146705"/>
                </a:lnTo>
                <a:lnTo>
                  <a:pt x="0" y="157145"/>
                </a:lnTo>
                <a:lnTo>
                  <a:pt x="7800" y="161731"/>
                </a:lnTo>
                <a:lnTo>
                  <a:pt x="18585" y="157187"/>
                </a:lnTo>
                <a:lnTo>
                  <a:pt x="19831" y="151669"/>
                </a:lnTo>
                <a:lnTo>
                  <a:pt x="26575" y="141449"/>
                </a:lnTo>
                <a:lnTo>
                  <a:pt x="30815" y="136350"/>
                </a:lnTo>
                <a:lnTo>
                  <a:pt x="38145" y="131533"/>
                </a:lnTo>
                <a:lnTo>
                  <a:pt x="36760" y="141756"/>
                </a:lnTo>
                <a:lnTo>
                  <a:pt x="36025" y="151021"/>
                </a:lnTo>
                <a:lnTo>
                  <a:pt x="45422" y="194830"/>
                </a:lnTo>
                <a:lnTo>
                  <a:pt x="51768" y="198526"/>
                </a:lnTo>
                <a:lnTo>
                  <a:pt x="51904" y="203635"/>
                </a:lnTo>
                <a:lnTo>
                  <a:pt x="72898" y="235394"/>
                </a:lnTo>
                <a:lnTo>
                  <a:pt x="75432" y="242975"/>
                </a:lnTo>
                <a:lnTo>
                  <a:pt x="81442" y="262409"/>
                </a:lnTo>
                <a:lnTo>
                  <a:pt x="82458" y="266450"/>
                </a:lnTo>
                <a:lnTo>
                  <a:pt x="89997" y="269895"/>
                </a:lnTo>
                <a:lnTo>
                  <a:pt x="95159" y="267477"/>
                </a:lnTo>
                <a:lnTo>
                  <a:pt x="100275" y="262749"/>
                </a:lnTo>
                <a:lnTo>
                  <a:pt x="103334" y="255028"/>
                </a:lnTo>
                <a:lnTo>
                  <a:pt x="108321" y="231216"/>
                </a:lnTo>
                <a:lnTo>
                  <a:pt x="111391" y="219996"/>
                </a:lnTo>
                <a:lnTo>
                  <a:pt x="128548" y="179081"/>
                </a:lnTo>
                <a:lnTo>
                  <a:pt x="142288" y="159344"/>
                </a:lnTo>
                <a:lnTo>
                  <a:pt x="142531" y="169434"/>
                </a:lnTo>
                <a:lnTo>
                  <a:pt x="142355" y="178415"/>
                </a:lnTo>
                <a:lnTo>
                  <a:pt x="141886" y="186233"/>
                </a:lnTo>
                <a:lnTo>
                  <a:pt x="140152" y="202557"/>
                </a:lnTo>
                <a:lnTo>
                  <a:pt x="138770" y="208400"/>
                </a:lnTo>
                <a:lnTo>
                  <a:pt x="144770" y="222494"/>
                </a:lnTo>
                <a:lnTo>
                  <a:pt x="151775" y="230326"/>
                </a:lnTo>
                <a:lnTo>
                  <a:pt x="157419" y="229195"/>
                </a:lnTo>
                <a:lnTo>
                  <a:pt x="159952" y="227744"/>
                </a:lnTo>
                <a:lnTo>
                  <a:pt x="173079" y="184778"/>
                </a:lnTo>
                <a:lnTo>
                  <a:pt x="176360" y="168755"/>
                </a:lnTo>
                <a:lnTo>
                  <a:pt x="178654" y="159909"/>
                </a:lnTo>
                <a:lnTo>
                  <a:pt x="181852" y="149500"/>
                </a:lnTo>
                <a:lnTo>
                  <a:pt x="184528" y="141529"/>
                </a:lnTo>
                <a:lnTo>
                  <a:pt x="186788" y="133960"/>
                </a:lnTo>
                <a:lnTo>
                  <a:pt x="188737" y="124758"/>
                </a:lnTo>
                <a:lnTo>
                  <a:pt x="190297" y="115638"/>
                </a:lnTo>
                <a:lnTo>
                  <a:pt x="190790" y="103167"/>
                </a:lnTo>
                <a:lnTo>
                  <a:pt x="191308" y="63793"/>
                </a:lnTo>
                <a:lnTo>
                  <a:pt x="187545" y="32327"/>
                </a:lnTo>
                <a:lnTo>
                  <a:pt x="179677" y="10614"/>
                </a:lnTo>
                <a:lnTo>
                  <a:pt x="167879" y="500"/>
                </a:lnTo>
                <a:lnTo>
                  <a:pt x="163892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73652" y="8441637"/>
            <a:ext cx="170064" cy="202853"/>
          </a:xfrm>
          <a:prstGeom prst="rect">
            <a:avLst/>
          </a:prstGeom>
        </p:spPr>
      </p:pic>
      <p:sp>
        <p:nvSpPr>
          <p:cNvPr id="24" name="object 24" descr=""/>
          <p:cNvSpPr/>
          <p:nvPr/>
        </p:nvSpPr>
        <p:spPr>
          <a:xfrm>
            <a:off x="7570794" y="8379441"/>
            <a:ext cx="146050" cy="328930"/>
          </a:xfrm>
          <a:custGeom>
            <a:avLst/>
            <a:gdLst/>
            <a:ahLst/>
            <a:cxnLst/>
            <a:rect l="l" t="t" r="r" b="b"/>
            <a:pathLst>
              <a:path w="146050" h="328929">
                <a:moveTo>
                  <a:pt x="46486" y="0"/>
                </a:moveTo>
                <a:lnTo>
                  <a:pt x="20189" y="28211"/>
                </a:lnTo>
                <a:lnTo>
                  <a:pt x="20326" y="49979"/>
                </a:lnTo>
                <a:lnTo>
                  <a:pt x="19939" y="69868"/>
                </a:lnTo>
                <a:lnTo>
                  <a:pt x="16840" y="120617"/>
                </a:lnTo>
                <a:lnTo>
                  <a:pt x="10294" y="171913"/>
                </a:lnTo>
                <a:lnTo>
                  <a:pt x="4431" y="201151"/>
                </a:lnTo>
                <a:lnTo>
                  <a:pt x="2258" y="214382"/>
                </a:lnTo>
                <a:lnTo>
                  <a:pt x="807" y="229933"/>
                </a:lnTo>
                <a:lnTo>
                  <a:pt x="118" y="242903"/>
                </a:lnTo>
                <a:lnTo>
                  <a:pt x="0" y="253404"/>
                </a:lnTo>
                <a:lnTo>
                  <a:pt x="806" y="262620"/>
                </a:lnTo>
                <a:lnTo>
                  <a:pt x="17454" y="299564"/>
                </a:lnTo>
                <a:lnTo>
                  <a:pt x="48973" y="328778"/>
                </a:lnTo>
                <a:lnTo>
                  <a:pt x="56334" y="325668"/>
                </a:lnTo>
                <a:lnTo>
                  <a:pt x="57402" y="322244"/>
                </a:lnTo>
                <a:lnTo>
                  <a:pt x="57259" y="317474"/>
                </a:lnTo>
                <a:lnTo>
                  <a:pt x="54576" y="312583"/>
                </a:lnTo>
                <a:lnTo>
                  <a:pt x="50372" y="306654"/>
                </a:lnTo>
                <a:lnTo>
                  <a:pt x="45622" y="298925"/>
                </a:lnTo>
                <a:lnTo>
                  <a:pt x="41539" y="291083"/>
                </a:lnTo>
                <a:lnTo>
                  <a:pt x="39717" y="282968"/>
                </a:lnTo>
                <a:lnTo>
                  <a:pt x="38996" y="278068"/>
                </a:lnTo>
                <a:lnTo>
                  <a:pt x="38993" y="271429"/>
                </a:lnTo>
                <a:lnTo>
                  <a:pt x="40025" y="262041"/>
                </a:lnTo>
                <a:lnTo>
                  <a:pt x="42408" y="248895"/>
                </a:lnTo>
                <a:lnTo>
                  <a:pt x="44275" y="240974"/>
                </a:lnTo>
                <a:lnTo>
                  <a:pt x="51842" y="216341"/>
                </a:lnTo>
                <a:lnTo>
                  <a:pt x="56031" y="201134"/>
                </a:lnTo>
                <a:lnTo>
                  <a:pt x="60376" y="182730"/>
                </a:lnTo>
                <a:lnTo>
                  <a:pt x="65067" y="183568"/>
                </a:lnTo>
                <a:lnTo>
                  <a:pt x="72166" y="185421"/>
                </a:lnTo>
                <a:lnTo>
                  <a:pt x="100898" y="215326"/>
                </a:lnTo>
                <a:lnTo>
                  <a:pt x="110011" y="231120"/>
                </a:lnTo>
                <a:lnTo>
                  <a:pt x="113114" y="236157"/>
                </a:lnTo>
                <a:lnTo>
                  <a:pt x="117474" y="241126"/>
                </a:lnTo>
                <a:lnTo>
                  <a:pt x="121242" y="244697"/>
                </a:lnTo>
                <a:lnTo>
                  <a:pt x="126752" y="249033"/>
                </a:lnTo>
                <a:lnTo>
                  <a:pt x="133160" y="252177"/>
                </a:lnTo>
                <a:lnTo>
                  <a:pt x="139620" y="252173"/>
                </a:lnTo>
                <a:lnTo>
                  <a:pt x="142688" y="251073"/>
                </a:lnTo>
                <a:lnTo>
                  <a:pt x="144876" y="247691"/>
                </a:lnTo>
                <a:lnTo>
                  <a:pt x="145966" y="238326"/>
                </a:lnTo>
                <a:lnTo>
                  <a:pt x="141236" y="226477"/>
                </a:lnTo>
                <a:lnTo>
                  <a:pt x="133221" y="212343"/>
                </a:lnTo>
                <a:lnTo>
                  <a:pt x="124458" y="196122"/>
                </a:lnTo>
                <a:lnTo>
                  <a:pt x="120399" y="186925"/>
                </a:lnTo>
                <a:lnTo>
                  <a:pt x="116419" y="175781"/>
                </a:lnTo>
                <a:lnTo>
                  <a:pt x="112890" y="162649"/>
                </a:lnTo>
                <a:lnTo>
                  <a:pt x="110186" y="147485"/>
                </a:lnTo>
                <a:lnTo>
                  <a:pt x="111632" y="133106"/>
                </a:lnTo>
                <a:lnTo>
                  <a:pt x="111975" y="115982"/>
                </a:lnTo>
                <a:lnTo>
                  <a:pt x="106594" y="75204"/>
                </a:lnTo>
                <a:lnTo>
                  <a:pt x="92522" y="36378"/>
                </a:lnTo>
                <a:lnTo>
                  <a:pt x="61986" y="4905"/>
                </a:lnTo>
                <a:lnTo>
                  <a:pt x="46486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893488" y="8405052"/>
            <a:ext cx="168275" cy="278130"/>
          </a:xfrm>
          <a:custGeom>
            <a:avLst/>
            <a:gdLst/>
            <a:ahLst/>
            <a:cxnLst/>
            <a:rect l="l" t="t" r="r" b="b"/>
            <a:pathLst>
              <a:path w="168275" h="278129">
                <a:moveTo>
                  <a:pt x="91176" y="0"/>
                </a:moveTo>
                <a:lnTo>
                  <a:pt x="78086" y="5883"/>
                </a:lnTo>
                <a:lnTo>
                  <a:pt x="67533" y="17027"/>
                </a:lnTo>
                <a:lnTo>
                  <a:pt x="61600" y="32994"/>
                </a:lnTo>
                <a:lnTo>
                  <a:pt x="54423" y="55347"/>
                </a:lnTo>
                <a:lnTo>
                  <a:pt x="46437" y="74267"/>
                </a:lnTo>
                <a:lnTo>
                  <a:pt x="38213" y="89940"/>
                </a:lnTo>
                <a:lnTo>
                  <a:pt x="30323" y="102552"/>
                </a:lnTo>
                <a:lnTo>
                  <a:pt x="23942" y="111435"/>
                </a:lnTo>
                <a:lnTo>
                  <a:pt x="19037" y="117735"/>
                </a:lnTo>
                <a:lnTo>
                  <a:pt x="14840" y="123649"/>
                </a:lnTo>
                <a:lnTo>
                  <a:pt x="2434" y="159716"/>
                </a:lnTo>
                <a:lnTo>
                  <a:pt x="0" y="201680"/>
                </a:lnTo>
                <a:lnTo>
                  <a:pt x="287" y="205786"/>
                </a:lnTo>
                <a:lnTo>
                  <a:pt x="3606" y="224491"/>
                </a:lnTo>
                <a:lnTo>
                  <a:pt x="10921" y="270756"/>
                </a:lnTo>
                <a:lnTo>
                  <a:pt x="24009" y="277594"/>
                </a:lnTo>
                <a:lnTo>
                  <a:pt x="27904" y="276358"/>
                </a:lnTo>
                <a:lnTo>
                  <a:pt x="33063" y="271901"/>
                </a:lnTo>
                <a:lnTo>
                  <a:pt x="36255" y="263466"/>
                </a:lnTo>
                <a:lnTo>
                  <a:pt x="40867" y="239501"/>
                </a:lnTo>
                <a:lnTo>
                  <a:pt x="42957" y="230697"/>
                </a:lnTo>
                <a:lnTo>
                  <a:pt x="46047" y="220328"/>
                </a:lnTo>
                <a:lnTo>
                  <a:pt x="50387" y="208570"/>
                </a:lnTo>
                <a:lnTo>
                  <a:pt x="56228" y="195596"/>
                </a:lnTo>
                <a:lnTo>
                  <a:pt x="68018" y="203167"/>
                </a:lnTo>
                <a:lnTo>
                  <a:pt x="74091" y="202434"/>
                </a:lnTo>
                <a:lnTo>
                  <a:pt x="75945" y="201020"/>
                </a:lnTo>
                <a:lnTo>
                  <a:pt x="78722" y="196597"/>
                </a:lnTo>
                <a:lnTo>
                  <a:pt x="79314" y="189684"/>
                </a:lnTo>
                <a:lnTo>
                  <a:pt x="77774" y="180908"/>
                </a:lnTo>
                <a:lnTo>
                  <a:pt x="74154" y="170895"/>
                </a:lnTo>
                <a:lnTo>
                  <a:pt x="76165" y="166445"/>
                </a:lnTo>
                <a:lnTo>
                  <a:pt x="98355" y="135143"/>
                </a:lnTo>
                <a:lnTo>
                  <a:pt x="102237" y="133849"/>
                </a:lnTo>
                <a:lnTo>
                  <a:pt x="109739" y="136865"/>
                </a:lnTo>
                <a:lnTo>
                  <a:pt x="117046" y="145098"/>
                </a:lnTo>
                <a:lnTo>
                  <a:pt x="123980" y="156334"/>
                </a:lnTo>
                <a:lnTo>
                  <a:pt x="136392" y="180032"/>
                </a:lnTo>
                <a:lnTo>
                  <a:pt x="139793" y="184999"/>
                </a:lnTo>
                <a:lnTo>
                  <a:pt x="144393" y="189764"/>
                </a:lnTo>
                <a:lnTo>
                  <a:pt x="149157" y="193931"/>
                </a:lnTo>
                <a:lnTo>
                  <a:pt x="159010" y="200716"/>
                </a:lnTo>
                <a:lnTo>
                  <a:pt x="164864" y="196947"/>
                </a:lnTo>
                <a:lnTo>
                  <a:pt x="167953" y="194382"/>
                </a:lnTo>
                <a:lnTo>
                  <a:pt x="164633" y="173356"/>
                </a:lnTo>
                <a:lnTo>
                  <a:pt x="162834" y="163651"/>
                </a:lnTo>
                <a:lnTo>
                  <a:pt x="160902" y="155531"/>
                </a:lnTo>
                <a:lnTo>
                  <a:pt x="157178" y="141954"/>
                </a:lnTo>
                <a:lnTo>
                  <a:pt x="155023" y="132079"/>
                </a:lnTo>
                <a:lnTo>
                  <a:pt x="147330" y="84430"/>
                </a:lnTo>
                <a:lnTo>
                  <a:pt x="132529" y="40449"/>
                </a:lnTo>
                <a:lnTo>
                  <a:pt x="129126" y="32669"/>
                </a:lnTo>
                <a:lnTo>
                  <a:pt x="126556" y="21304"/>
                </a:lnTo>
                <a:lnTo>
                  <a:pt x="121250" y="11659"/>
                </a:lnTo>
                <a:lnTo>
                  <a:pt x="113780" y="4386"/>
                </a:lnTo>
                <a:lnTo>
                  <a:pt x="104719" y="136"/>
                </a:lnTo>
                <a:lnTo>
                  <a:pt x="91176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5833597" y="8431106"/>
            <a:ext cx="274955" cy="224154"/>
            <a:chOff x="5833597" y="8431106"/>
            <a:chExt cx="274955" cy="224154"/>
          </a:xfrm>
        </p:grpSpPr>
        <p:sp>
          <p:nvSpPr>
            <p:cNvPr id="27" name="object 27" descr=""/>
            <p:cNvSpPr/>
            <p:nvPr/>
          </p:nvSpPr>
          <p:spPr>
            <a:xfrm>
              <a:off x="5833597" y="8500334"/>
              <a:ext cx="274955" cy="154940"/>
            </a:xfrm>
            <a:custGeom>
              <a:avLst/>
              <a:gdLst/>
              <a:ahLst/>
              <a:cxnLst/>
              <a:rect l="l" t="t" r="r" b="b"/>
              <a:pathLst>
                <a:path w="274954" h="154940">
                  <a:moveTo>
                    <a:pt x="150537" y="0"/>
                  </a:moveTo>
                  <a:lnTo>
                    <a:pt x="58197" y="24854"/>
                  </a:lnTo>
                  <a:lnTo>
                    <a:pt x="18177" y="50885"/>
                  </a:lnTo>
                  <a:lnTo>
                    <a:pt x="15716" y="57974"/>
                  </a:lnTo>
                  <a:lnTo>
                    <a:pt x="18250" y="60654"/>
                  </a:lnTo>
                  <a:lnTo>
                    <a:pt x="21610" y="61992"/>
                  </a:lnTo>
                  <a:lnTo>
                    <a:pt x="26698" y="61307"/>
                  </a:lnTo>
                  <a:lnTo>
                    <a:pt x="33281" y="59230"/>
                  </a:lnTo>
                  <a:lnTo>
                    <a:pt x="47836" y="54070"/>
                  </a:lnTo>
                  <a:lnTo>
                    <a:pt x="55832" y="51491"/>
                  </a:lnTo>
                  <a:lnTo>
                    <a:pt x="65070" y="48761"/>
                  </a:lnTo>
                  <a:lnTo>
                    <a:pt x="75505" y="45985"/>
                  </a:lnTo>
                  <a:lnTo>
                    <a:pt x="64109" y="55261"/>
                  </a:lnTo>
                  <a:lnTo>
                    <a:pt x="53660" y="62213"/>
                  </a:lnTo>
                  <a:lnTo>
                    <a:pt x="44330" y="67216"/>
                  </a:lnTo>
                  <a:lnTo>
                    <a:pt x="31408" y="72905"/>
                  </a:lnTo>
                  <a:lnTo>
                    <a:pt x="25186" y="76512"/>
                  </a:lnTo>
                  <a:lnTo>
                    <a:pt x="1549" y="91962"/>
                  </a:lnTo>
                  <a:lnTo>
                    <a:pt x="0" y="99239"/>
                  </a:lnTo>
                  <a:lnTo>
                    <a:pt x="1088" y="102967"/>
                  </a:lnTo>
                  <a:lnTo>
                    <a:pt x="6659" y="108433"/>
                  </a:lnTo>
                  <a:lnTo>
                    <a:pt x="11989" y="108192"/>
                  </a:lnTo>
                  <a:lnTo>
                    <a:pt x="19894" y="106600"/>
                  </a:lnTo>
                  <a:lnTo>
                    <a:pt x="31254" y="103194"/>
                  </a:lnTo>
                  <a:lnTo>
                    <a:pt x="44820" y="97975"/>
                  </a:lnTo>
                  <a:lnTo>
                    <a:pt x="57271" y="92909"/>
                  </a:lnTo>
                  <a:lnTo>
                    <a:pt x="65285" y="89962"/>
                  </a:lnTo>
                  <a:lnTo>
                    <a:pt x="91159" y="82978"/>
                  </a:lnTo>
                  <a:lnTo>
                    <a:pt x="76400" y="92396"/>
                  </a:lnTo>
                  <a:lnTo>
                    <a:pt x="63354" y="100029"/>
                  </a:lnTo>
                  <a:lnTo>
                    <a:pt x="52003" y="106089"/>
                  </a:lnTo>
                  <a:lnTo>
                    <a:pt x="36616" y="113438"/>
                  </a:lnTo>
                  <a:lnTo>
                    <a:pt x="26878" y="117710"/>
                  </a:lnTo>
                  <a:lnTo>
                    <a:pt x="25077" y="129888"/>
                  </a:lnTo>
                  <a:lnTo>
                    <a:pt x="27329" y="135385"/>
                  </a:lnTo>
                  <a:lnTo>
                    <a:pt x="31224" y="137144"/>
                  </a:lnTo>
                  <a:lnTo>
                    <a:pt x="38454" y="136180"/>
                  </a:lnTo>
                  <a:lnTo>
                    <a:pt x="51041" y="131892"/>
                  </a:lnTo>
                  <a:lnTo>
                    <a:pt x="64753" y="126447"/>
                  </a:lnTo>
                  <a:lnTo>
                    <a:pt x="75358" y="122014"/>
                  </a:lnTo>
                  <a:lnTo>
                    <a:pt x="82470" y="119233"/>
                  </a:lnTo>
                  <a:lnTo>
                    <a:pt x="91111" y="116359"/>
                  </a:lnTo>
                  <a:lnTo>
                    <a:pt x="101296" y="113612"/>
                  </a:lnTo>
                  <a:lnTo>
                    <a:pt x="113043" y="111208"/>
                  </a:lnTo>
                  <a:lnTo>
                    <a:pt x="105546" y="116998"/>
                  </a:lnTo>
                  <a:lnTo>
                    <a:pt x="98667" y="121574"/>
                  </a:lnTo>
                  <a:lnTo>
                    <a:pt x="74666" y="135768"/>
                  </a:lnTo>
                  <a:lnTo>
                    <a:pt x="69636" y="139935"/>
                  </a:lnTo>
                  <a:lnTo>
                    <a:pt x="67620" y="144631"/>
                  </a:lnTo>
                  <a:lnTo>
                    <a:pt x="67338" y="147992"/>
                  </a:lnTo>
                  <a:lnTo>
                    <a:pt x="69086" y="151500"/>
                  </a:lnTo>
                  <a:lnTo>
                    <a:pt x="71610" y="153322"/>
                  </a:lnTo>
                  <a:lnTo>
                    <a:pt x="75190" y="154701"/>
                  </a:lnTo>
                  <a:lnTo>
                    <a:pt x="80383" y="154311"/>
                  </a:lnTo>
                  <a:lnTo>
                    <a:pt x="87891" y="151864"/>
                  </a:lnTo>
                  <a:lnTo>
                    <a:pt x="98415" y="147070"/>
                  </a:lnTo>
                  <a:lnTo>
                    <a:pt x="112102" y="139657"/>
                  </a:lnTo>
                  <a:lnTo>
                    <a:pt x="126342" y="130551"/>
                  </a:lnTo>
                  <a:lnTo>
                    <a:pt x="133880" y="127490"/>
                  </a:lnTo>
                  <a:lnTo>
                    <a:pt x="140602" y="125866"/>
                  </a:lnTo>
                  <a:lnTo>
                    <a:pt x="147810" y="124995"/>
                  </a:lnTo>
                  <a:lnTo>
                    <a:pt x="156352" y="124616"/>
                  </a:lnTo>
                  <a:lnTo>
                    <a:pt x="174579" y="124514"/>
                  </a:lnTo>
                  <a:lnTo>
                    <a:pt x="187392" y="125149"/>
                  </a:lnTo>
                  <a:lnTo>
                    <a:pt x="192559" y="125605"/>
                  </a:lnTo>
                  <a:lnTo>
                    <a:pt x="218338" y="132191"/>
                  </a:lnTo>
                  <a:lnTo>
                    <a:pt x="240863" y="132920"/>
                  </a:lnTo>
                  <a:lnTo>
                    <a:pt x="258677" y="128154"/>
                  </a:lnTo>
                  <a:lnTo>
                    <a:pt x="270326" y="118255"/>
                  </a:lnTo>
                  <a:lnTo>
                    <a:pt x="273868" y="109680"/>
                  </a:lnTo>
                  <a:lnTo>
                    <a:pt x="274570" y="100666"/>
                  </a:lnTo>
                  <a:lnTo>
                    <a:pt x="273492" y="91915"/>
                  </a:lnTo>
                  <a:lnTo>
                    <a:pt x="258155" y="54316"/>
                  </a:lnTo>
                  <a:lnTo>
                    <a:pt x="217787" y="16445"/>
                  </a:lnTo>
                  <a:lnTo>
                    <a:pt x="170083" y="1113"/>
                  </a:lnTo>
                  <a:lnTo>
                    <a:pt x="150537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91978" y="8431106"/>
              <a:ext cx="101639" cy="146529"/>
            </a:xfrm>
            <a:prstGeom prst="rect">
              <a:avLst/>
            </a:prstGeom>
          </p:spPr>
        </p:pic>
      </p:grpSp>
      <p:sp>
        <p:nvSpPr>
          <p:cNvPr id="29" name="object 29" descr=""/>
          <p:cNvSpPr/>
          <p:nvPr/>
        </p:nvSpPr>
        <p:spPr>
          <a:xfrm>
            <a:off x="5627072" y="8376975"/>
            <a:ext cx="128905" cy="335280"/>
          </a:xfrm>
          <a:custGeom>
            <a:avLst/>
            <a:gdLst/>
            <a:ahLst/>
            <a:cxnLst/>
            <a:rect l="l" t="t" r="r" b="b"/>
            <a:pathLst>
              <a:path w="128904" h="335279">
                <a:moveTo>
                  <a:pt x="28220" y="0"/>
                </a:moveTo>
                <a:lnTo>
                  <a:pt x="13287" y="50905"/>
                </a:lnTo>
                <a:lnTo>
                  <a:pt x="9673" y="90385"/>
                </a:lnTo>
                <a:lnTo>
                  <a:pt x="3282" y="147876"/>
                </a:lnTo>
                <a:lnTo>
                  <a:pt x="135" y="181527"/>
                </a:lnTo>
                <a:lnTo>
                  <a:pt x="0" y="211076"/>
                </a:lnTo>
                <a:lnTo>
                  <a:pt x="4242" y="240935"/>
                </a:lnTo>
                <a:lnTo>
                  <a:pt x="6632" y="250846"/>
                </a:lnTo>
                <a:lnTo>
                  <a:pt x="9127" y="259642"/>
                </a:lnTo>
                <a:lnTo>
                  <a:pt x="11566" y="267223"/>
                </a:lnTo>
                <a:lnTo>
                  <a:pt x="13792" y="273489"/>
                </a:lnTo>
                <a:lnTo>
                  <a:pt x="12751" y="286821"/>
                </a:lnTo>
                <a:lnTo>
                  <a:pt x="10682" y="305257"/>
                </a:lnTo>
                <a:lnTo>
                  <a:pt x="8127" y="324512"/>
                </a:lnTo>
                <a:lnTo>
                  <a:pt x="8170" y="329923"/>
                </a:lnTo>
                <a:lnTo>
                  <a:pt x="9750" y="332639"/>
                </a:lnTo>
                <a:lnTo>
                  <a:pt x="13813" y="334890"/>
                </a:lnTo>
                <a:lnTo>
                  <a:pt x="25278" y="323141"/>
                </a:lnTo>
                <a:lnTo>
                  <a:pt x="32142" y="314825"/>
                </a:lnTo>
                <a:lnTo>
                  <a:pt x="39784" y="301285"/>
                </a:lnTo>
                <a:lnTo>
                  <a:pt x="46545" y="281401"/>
                </a:lnTo>
                <a:lnTo>
                  <a:pt x="50764" y="254055"/>
                </a:lnTo>
                <a:lnTo>
                  <a:pt x="51811" y="262295"/>
                </a:lnTo>
                <a:lnTo>
                  <a:pt x="67939" y="313889"/>
                </a:lnTo>
                <a:lnTo>
                  <a:pt x="77214" y="327340"/>
                </a:lnTo>
                <a:lnTo>
                  <a:pt x="78072" y="327277"/>
                </a:lnTo>
                <a:lnTo>
                  <a:pt x="79036" y="326848"/>
                </a:lnTo>
                <a:lnTo>
                  <a:pt x="80313" y="325435"/>
                </a:lnTo>
                <a:lnTo>
                  <a:pt x="83794" y="318235"/>
                </a:lnTo>
                <a:lnTo>
                  <a:pt x="84296" y="309185"/>
                </a:lnTo>
                <a:lnTo>
                  <a:pt x="82974" y="299320"/>
                </a:lnTo>
                <a:lnTo>
                  <a:pt x="79788" y="283285"/>
                </a:lnTo>
                <a:lnTo>
                  <a:pt x="74292" y="246840"/>
                </a:lnTo>
                <a:lnTo>
                  <a:pt x="72015" y="230489"/>
                </a:lnTo>
                <a:lnTo>
                  <a:pt x="70632" y="216748"/>
                </a:lnTo>
                <a:lnTo>
                  <a:pt x="70424" y="204281"/>
                </a:lnTo>
                <a:lnTo>
                  <a:pt x="71675" y="191753"/>
                </a:lnTo>
                <a:lnTo>
                  <a:pt x="73266" y="183662"/>
                </a:lnTo>
                <a:lnTo>
                  <a:pt x="75180" y="176494"/>
                </a:lnTo>
                <a:lnTo>
                  <a:pt x="77223" y="170320"/>
                </a:lnTo>
                <a:lnTo>
                  <a:pt x="79203" y="165209"/>
                </a:lnTo>
                <a:lnTo>
                  <a:pt x="82881" y="172138"/>
                </a:lnTo>
                <a:lnTo>
                  <a:pt x="86649" y="178028"/>
                </a:lnTo>
                <a:lnTo>
                  <a:pt x="120291" y="203470"/>
                </a:lnTo>
                <a:lnTo>
                  <a:pt x="127474" y="203480"/>
                </a:lnTo>
                <a:lnTo>
                  <a:pt x="128909" y="200632"/>
                </a:lnTo>
                <a:lnTo>
                  <a:pt x="128804" y="197209"/>
                </a:lnTo>
                <a:lnTo>
                  <a:pt x="126037" y="192834"/>
                </a:lnTo>
                <a:lnTo>
                  <a:pt x="115987" y="180497"/>
                </a:lnTo>
                <a:lnTo>
                  <a:pt x="111380" y="173720"/>
                </a:lnTo>
                <a:lnTo>
                  <a:pt x="92733" y="132412"/>
                </a:lnTo>
                <a:lnTo>
                  <a:pt x="83918" y="92152"/>
                </a:lnTo>
                <a:lnTo>
                  <a:pt x="83450" y="80589"/>
                </a:lnTo>
                <a:lnTo>
                  <a:pt x="84711" y="68584"/>
                </a:lnTo>
                <a:lnTo>
                  <a:pt x="85381" y="65087"/>
                </a:lnTo>
                <a:lnTo>
                  <a:pt x="86659" y="59851"/>
                </a:lnTo>
                <a:lnTo>
                  <a:pt x="89329" y="53663"/>
                </a:lnTo>
                <a:lnTo>
                  <a:pt x="71941" y="28604"/>
                </a:lnTo>
                <a:lnTo>
                  <a:pt x="55248" y="10677"/>
                </a:lnTo>
                <a:lnTo>
                  <a:pt x="40319" y="828"/>
                </a:lnTo>
                <a:lnTo>
                  <a:pt x="28220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5281048" y="8393199"/>
            <a:ext cx="187325" cy="300990"/>
          </a:xfrm>
          <a:custGeom>
            <a:avLst/>
            <a:gdLst/>
            <a:ahLst/>
            <a:cxnLst/>
            <a:rect l="l" t="t" r="r" b="b"/>
            <a:pathLst>
              <a:path w="187325" h="300990">
                <a:moveTo>
                  <a:pt x="141377" y="194549"/>
                </a:moveTo>
                <a:lnTo>
                  <a:pt x="101010" y="194549"/>
                </a:lnTo>
                <a:lnTo>
                  <a:pt x="104751" y="198554"/>
                </a:lnTo>
                <a:lnTo>
                  <a:pt x="110406" y="210227"/>
                </a:lnTo>
                <a:lnTo>
                  <a:pt x="115980" y="227474"/>
                </a:lnTo>
                <a:lnTo>
                  <a:pt x="119480" y="248201"/>
                </a:lnTo>
                <a:lnTo>
                  <a:pt x="120281" y="255946"/>
                </a:lnTo>
                <a:lnTo>
                  <a:pt x="121266" y="263673"/>
                </a:lnTo>
                <a:lnTo>
                  <a:pt x="122219" y="271403"/>
                </a:lnTo>
                <a:lnTo>
                  <a:pt x="122925" y="279153"/>
                </a:lnTo>
                <a:lnTo>
                  <a:pt x="123575" y="288975"/>
                </a:lnTo>
                <a:lnTo>
                  <a:pt x="123742" y="298189"/>
                </a:lnTo>
                <a:lnTo>
                  <a:pt x="130642" y="300786"/>
                </a:lnTo>
                <a:lnTo>
                  <a:pt x="146959" y="254216"/>
                </a:lnTo>
                <a:lnTo>
                  <a:pt x="147899" y="239494"/>
                </a:lnTo>
                <a:lnTo>
                  <a:pt x="147776" y="231081"/>
                </a:lnTo>
                <a:lnTo>
                  <a:pt x="147634" y="224998"/>
                </a:lnTo>
                <a:lnTo>
                  <a:pt x="145626" y="211574"/>
                </a:lnTo>
                <a:lnTo>
                  <a:pt x="142273" y="198064"/>
                </a:lnTo>
                <a:lnTo>
                  <a:pt x="141377" y="194549"/>
                </a:lnTo>
                <a:close/>
              </a:path>
              <a:path w="187325" h="300990">
                <a:moveTo>
                  <a:pt x="139550" y="179607"/>
                </a:moveTo>
                <a:lnTo>
                  <a:pt x="71168" y="179607"/>
                </a:lnTo>
                <a:lnTo>
                  <a:pt x="75639" y="180978"/>
                </a:lnTo>
                <a:lnTo>
                  <a:pt x="74529" y="188737"/>
                </a:lnTo>
                <a:lnTo>
                  <a:pt x="73880" y="199805"/>
                </a:lnTo>
                <a:lnTo>
                  <a:pt x="73703" y="207218"/>
                </a:lnTo>
                <a:lnTo>
                  <a:pt x="73579" y="215251"/>
                </a:lnTo>
                <a:lnTo>
                  <a:pt x="74534" y="231081"/>
                </a:lnTo>
                <a:lnTo>
                  <a:pt x="74634" y="234136"/>
                </a:lnTo>
                <a:lnTo>
                  <a:pt x="74288" y="246934"/>
                </a:lnTo>
                <a:lnTo>
                  <a:pt x="74166" y="250819"/>
                </a:lnTo>
                <a:lnTo>
                  <a:pt x="74046" y="272473"/>
                </a:lnTo>
                <a:lnTo>
                  <a:pt x="73922" y="276085"/>
                </a:lnTo>
                <a:lnTo>
                  <a:pt x="73578" y="280965"/>
                </a:lnTo>
                <a:lnTo>
                  <a:pt x="73021" y="287342"/>
                </a:lnTo>
                <a:lnTo>
                  <a:pt x="79367" y="291739"/>
                </a:lnTo>
                <a:lnTo>
                  <a:pt x="98608" y="255766"/>
                </a:lnTo>
                <a:lnTo>
                  <a:pt x="101794" y="233181"/>
                </a:lnTo>
                <a:lnTo>
                  <a:pt x="101750" y="214459"/>
                </a:lnTo>
                <a:lnTo>
                  <a:pt x="100996" y="203670"/>
                </a:lnTo>
                <a:lnTo>
                  <a:pt x="100454" y="197056"/>
                </a:lnTo>
                <a:lnTo>
                  <a:pt x="101010" y="194549"/>
                </a:lnTo>
                <a:lnTo>
                  <a:pt x="141377" y="194549"/>
                </a:lnTo>
                <a:lnTo>
                  <a:pt x="140810" y="192323"/>
                </a:lnTo>
                <a:lnTo>
                  <a:pt x="139497" y="183648"/>
                </a:lnTo>
                <a:lnTo>
                  <a:pt x="139550" y="179607"/>
                </a:lnTo>
                <a:close/>
              </a:path>
              <a:path w="187325" h="300990">
                <a:moveTo>
                  <a:pt x="178638" y="152518"/>
                </a:moveTo>
                <a:lnTo>
                  <a:pt x="51294" y="152518"/>
                </a:lnTo>
                <a:lnTo>
                  <a:pt x="50111" y="155147"/>
                </a:lnTo>
                <a:lnTo>
                  <a:pt x="35850" y="200287"/>
                </a:lnTo>
                <a:lnTo>
                  <a:pt x="28826" y="245045"/>
                </a:lnTo>
                <a:lnTo>
                  <a:pt x="31808" y="250128"/>
                </a:lnTo>
                <a:lnTo>
                  <a:pt x="33755" y="251322"/>
                </a:lnTo>
                <a:lnTo>
                  <a:pt x="36918" y="250819"/>
                </a:lnTo>
                <a:lnTo>
                  <a:pt x="57861" y="211082"/>
                </a:lnTo>
                <a:lnTo>
                  <a:pt x="59628" y="204475"/>
                </a:lnTo>
                <a:lnTo>
                  <a:pt x="61793" y="198064"/>
                </a:lnTo>
                <a:lnTo>
                  <a:pt x="65116" y="190936"/>
                </a:lnTo>
                <a:lnTo>
                  <a:pt x="71168" y="179607"/>
                </a:lnTo>
                <a:lnTo>
                  <a:pt x="139550" y="179607"/>
                </a:lnTo>
                <a:lnTo>
                  <a:pt x="139721" y="172938"/>
                </a:lnTo>
                <a:lnTo>
                  <a:pt x="140579" y="165115"/>
                </a:lnTo>
                <a:lnTo>
                  <a:pt x="142715" y="158665"/>
                </a:lnTo>
                <a:lnTo>
                  <a:pt x="144454" y="154351"/>
                </a:lnTo>
                <a:lnTo>
                  <a:pt x="178991" y="154351"/>
                </a:lnTo>
                <a:lnTo>
                  <a:pt x="178638" y="152518"/>
                </a:lnTo>
                <a:close/>
              </a:path>
              <a:path w="187325" h="300990">
                <a:moveTo>
                  <a:pt x="178991" y="154351"/>
                </a:moveTo>
                <a:lnTo>
                  <a:pt x="144454" y="154351"/>
                </a:lnTo>
                <a:lnTo>
                  <a:pt x="145103" y="156141"/>
                </a:lnTo>
                <a:lnTo>
                  <a:pt x="167249" y="190706"/>
                </a:lnTo>
                <a:lnTo>
                  <a:pt x="184850" y="207218"/>
                </a:lnTo>
                <a:lnTo>
                  <a:pt x="186802" y="201245"/>
                </a:lnTo>
                <a:lnTo>
                  <a:pt x="186363" y="197056"/>
                </a:lnTo>
                <a:lnTo>
                  <a:pt x="185303" y="187494"/>
                </a:lnTo>
                <a:lnTo>
                  <a:pt x="181567" y="167712"/>
                </a:lnTo>
                <a:lnTo>
                  <a:pt x="178991" y="154351"/>
                </a:lnTo>
                <a:close/>
              </a:path>
              <a:path w="187325" h="300990">
                <a:moveTo>
                  <a:pt x="138359" y="0"/>
                </a:moveTo>
                <a:lnTo>
                  <a:pt x="97746" y="19800"/>
                </a:lnTo>
                <a:lnTo>
                  <a:pt x="87067" y="44901"/>
                </a:lnTo>
                <a:lnTo>
                  <a:pt x="84887" y="52213"/>
                </a:lnTo>
                <a:lnTo>
                  <a:pt x="66050" y="102152"/>
                </a:lnTo>
                <a:lnTo>
                  <a:pt x="41189" y="132391"/>
                </a:lnTo>
                <a:lnTo>
                  <a:pt x="33410" y="139629"/>
                </a:lnTo>
                <a:lnTo>
                  <a:pt x="14798" y="157708"/>
                </a:lnTo>
                <a:lnTo>
                  <a:pt x="4301" y="169310"/>
                </a:lnTo>
                <a:lnTo>
                  <a:pt x="0" y="176233"/>
                </a:lnTo>
                <a:lnTo>
                  <a:pt x="81" y="180504"/>
                </a:lnTo>
                <a:lnTo>
                  <a:pt x="1076" y="182664"/>
                </a:lnTo>
                <a:lnTo>
                  <a:pt x="4364" y="183648"/>
                </a:lnTo>
                <a:lnTo>
                  <a:pt x="10367" y="182895"/>
                </a:lnTo>
                <a:lnTo>
                  <a:pt x="17209" y="177994"/>
                </a:lnTo>
                <a:lnTo>
                  <a:pt x="25853" y="170305"/>
                </a:lnTo>
                <a:lnTo>
                  <a:pt x="37263" y="161188"/>
                </a:lnTo>
                <a:lnTo>
                  <a:pt x="43095" y="157031"/>
                </a:lnTo>
                <a:lnTo>
                  <a:pt x="48163" y="154173"/>
                </a:lnTo>
                <a:lnTo>
                  <a:pt x="51294" y="152518"/>
                </a:lnTo>
                <a:lnTo>
                  <a:pt x="178638" y="152518"/>
                </a:lnTo>
                <a:lnTo>
                  <a:pt x="176882" y="143409"/>
                </a:lnTo>
                <a:lnTo>
                  <a:pt x="173041" y="120512"/>
                </a:lnTo>
                <a:lnTo>
                  <a:pt x="170137" y="99859"/>
                </a:lnTo>
                <a:lnTo>
                  <a:pt x="168025" y="81717"/>
                </a:lnTo>
                <a:lnTo>
                  <a:pt x="166558" y="66354"/>
                </a:lnTo>
                <a:lnTo>
                  <a:pt x="170315" y="43149"/>
                </a:lnTo>
                <a:lnTo>
                  <a:pt x="165102" y="22779"/>
                </a:lnTo>
                <a:lnTo>
                  <a:pt x="153567" y="7608"/>
                </a:lnTo>
                <a:lnTo>
                  <a:pt x="138359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49466" y="8014689"/>
            <a:ext cx="124017" cy="248830"/>
          </a:xfrm>
          <a:prstGeom prst="rect">
            <a:avLst/>
          </a:prstGeom>
        </p:spPr>
      </p:pic>
      <p:sp>
        <p:nvSpPr>
          <p:cNvPr id="32" name="object 32" descr=""/>
          <p:cNvSpPr/>
          <p:nvPr/>
        </p:nvSpPr>
        <p:spPr>
          <a:xfrm>
            <a:off x="5552654" y="8014689"/>
            <a:ext cx="30480" cy="248920"/>
          </a:xfrm>
          <a:custGeom>
            <a:avLst/>
            <a:gdLst/>
            <a:ahLst/>
            <a:cxnLst/>
            <a:rect l="l" t="t" r="r" b="b"/>
            <a:pathLst>
              <a:path w="30479" h="248920">
                <a:moveTo>
                  <a:pt x="24774" y="0"/>
                </a:moveTo>
                <a:lnTo>
                  <a:pt x="5266" y="0"/>
                </a:lnTo>
                <a:lnTo>
                  <a:pt x="0" y="5277"/>
                </a:lnTo>
                <a:lnTo>
                  <a:pt x="0" y="243563"/>
                </a:lnTo>
                <a:lnTo>
                  <a:pt x="5266" y="248830"/>
                </a:lnTo>
                <a:lnTo>
                  <a:pt x="18271" y="248830"/>
                </a:lnTo>
                <a:lnTo>
                  <a:pt x="24774" y="248830"/>
                </a:lnTo>
                <a:lnTo>
                  <a:pt x="30040" y="243563"/>
                </a:lnTo>
                <a:lnTo>
                  <a:pt x="30040" y="5266"/>
                </a:lnTo>
                <a:lnTo>
                  <a:pt x="24774" y="0"/>
                </a:lnTo>
                <a:close/>
              </a:path>
            </a:pathLst>
          </a:custGeom>
          <a:solidFill>
            <a:srgbClr val="79797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62214" y="8014689"/>
            <a:ext cx="124017" cy="248830"/>
          </a:xfrm>
          <a:prstGeom prst="rect">
            <a:avLst/>
          </a:prstGeom>
        </p:spPr>
      </p:pic>
      <p:grpSp>
        <p:nvGrpSpPr>
          <p:cNvPr id="34" name="object 34" descr=""/>
          <p:cNvGrpSpPr/>
          <p:nvPr/>
        </p:nvGrpSpPr>
        <p:grpSpPr>
          <a:xfrm>
            <a:off x="7219137" y="8882080"/>
            <a:ext cx="377190" cy="624205"/>
            <a:chOff x="7219137" y="8882080"/>
            <a:chExt cx="377190" cy="624205"/>
          </a:xfrm>
        </p:grpSpPr>
        <p:sp>
          <p:nvSpPr>
            <p:cNvPr id="35" name="object 35" descr=""/>
            <p:cNvSpPr/>
            <p:nvPr/>
          </p:nvSpPr>
          <p:spPr>
            <a:xfrm>
              <a:off x="7219137" y="8882081"/>
              <a:ext cx="377190" cy="624205"/>
            </a:xfrm>
            <a:custGeom>
              <a:avLst/>
              <a:gdLst/>
              <a:ahLst/>
              <a:cxnLst/>
              <a:rect l="l" t="t" r="r" b="b"/>
              <a:pathLst>
                <a:path w="377190" h="624204">
                  <a:moveTo>
                    <a:pt x="376961" y="333730"/>
                  </a:moveTo>
                  <a:lnTo>
                    <a:pt x="371182" y="325501"/>
                  </a:lnTo>
                  <a:lnTo>
                    <a:pt x="357162" y="324967"/>
                  </a:lnTo>
                  <a:lnTo>
                    <a:pt x="340029" y="333146"/>
                  </a:lnTo>
                  <a:lnTo>
                    <a:pt x="323494" y="347687"/>
                  </a:lnTo>
                  <a:lnTo>
                    <a:pt x="311264" y="366268"/>
                  </a:lnTo>
                  <a:lnTo>
                    <a:pt x="301980" y="386308"/>
                  </a:lnTo>
                  <a:lnTo>
                    <a:pt x="290271" y="406628"/>
                  </a:lnTo>
                  <a:lnTo>
                    <a:pt x="273926" y="427075"/>
                  </a:lnTo>
                  <a:lnTo>
                    <a:pt x="257200" y="441769"/>
                  </a:lnTo>
                  <a:lnTo>
                    <a:pt x="256921" y="416052"/>
                  </a:lnTo>
                  <a:lnTo>
                    <a:pt x="254076" y="336397"/>
                  </a:lnTo>
                  <a:lnTo>
                    <a:pt x="246684" y="304927"/>
                  </a:lnTo>
                  <a:lnTo>
                    <a:pt x="229311" y="281800"/>
                  </a:lnTo>
                  <a:lnTo>
                    <a:pt x="209143" y="268033"/>
                  </a:lnTo>
                  <a:lnTo>
                    <a:pt x="193408" y="264629"/>
                  </a:lnTo>
                  <a:lnTo>
                    <a:pt x="182105" y="265747"/>
                  </a:lnTo>
                  <a:lnTo>
                    <a:pt x="182651" y="259727"/>
                  </a:lnTo>
                  <a:lnTo>
                    <a:pt x="181089" y="216357"/>
                  </a:lnTo>
                  <a:lnTo>
                    <a:pt x="177622" y="169430"/>
                  </a:lnTo>
                  <a:lnTo>
                    <a:pt x="175437" y="120332"/>
                  </a:lnTo>
                  <a:lnTo>
                    <a:pt x="174802" y="74612"/>
                  </a:lnTo>
                  <a:lnTo>
                    <a:pt x="173139" y="36868"/>
                  </a:lnTo>
                  <a:lnTo>
                    <a:pt x="169354" y="10782"/>
                  </a:lnTo>
                  <a:lnTo>
                    <a:pt x="162369" y="0"/>
                  </a:lnTo>
                  <a:lnTo>
                    <a:pt x="148628" y="4521"/>
                  </a:lnTo>
                  <a:lnTo>
                    <a:pt x="138760" y="52324"/>
                  </a:lnTo>
                  <a:lnTo>
                    <a:pt x="132651" y="135623"/>
                  </a:lnTo>
                  <a:lnTo>
                    <a:pt x="130276" y="192925"/>
                  </a:lnTo>
                  <a:lnTo>
                    <a:pt x="129146" y="248856"/>
                  </a:lnTo>
                  <a:lnTo>
                    <a:pt x="129311" y="270700"/>
                  </a:lnTo>
                  <a:lnTo>
                    <a:pt x="122161" y="271297"/>
                  </a:lnTo>
                  <a:lnTo>
                    <a:pt x="122186" y="265645"/>
                  </a:lnTo>
                  <a:lnTo>
                    <a:pt x="119265" y="227241"/>
                  </a:lnTo>
                  <a:lnTo>
                    <a:pt x="114960" y="183019"/>
                  </a:lnTo>
                  <a:lnTo>
                    <a:pt x="110871" y="135458"/>
                  </a:lnTo>
                  <a:lnTo>
                    <a:pt x="106603" y="53136"/>
                  </a:lnTo>
                  <a:lnTo>
                    <a:pt x="103390" y="28016"/>
                  </a:lnTo>
                  <a:lnTo>
                    <a:pt x="96710" y="18224"/>
                  </a:lnTo>
                  <a:lnTo>
                    <a:pt x="82219" y="24028"/>
                  </a:lnTo>
                  <a:lnTo>
                    <a:pt x="74320" y="43027"/>
                  </a:lnTo>
                  <a:lnTo>
                    <a:pt x="70510" y="71894"/>
                  </a:lnTo>
                  <a:lnTo>
                    <a:pt x="68262" y="107289"/>
                  </a:lnTo>
                  <a:lnTo>
                    <a:pt x="67729" y="152069"/>
                  </a:lnTo>
                  <a:lnTo>
                    <a:pt x="69532" y="205041"/>
                  </a:lnTo>
                  <a:lnTo>
                    <a:pt x="71894" y="256857"/>
                  </a:lnTo>
                  <a:lnTo>
                    <a:pt x="72491" y="277901"/>
                  </a:lnTo>
                  <a:lnTo>
                    <a:pt x="61239" y="280758"/>
                  </a:lnTo>
                  <a:lnTo>
                    <a:pt x="52527" y="254025"/>
                  </a:lnTo>
                  <a:lnTo>
                    <a:pt x="41656" y="207264"/>
                  </a:lnTo>
                  <a:lnTo>
                    <a:pt x="35039" y="164363"/>
                  </a:lnTo>
                  <a:lnTo>
                    <a:pt x="29006" y="132473"/>
                  </a:lnTo>
                  <a:lnTo>
                    <a:pt x="22555" y="113030"/>
                  </a:lnTo>
                  <a:lnTo>
                    <a:pt x="14630" y="107429"/>
                  </a:lnTo>
                  <a:lnTo>
                    <a:pt x="4737" y="118249"/>
                  </a:lnTo>
                  <a:lnTo>
                    <a:pt x="596" y="142303"/>
                  </a:lnTo>
                  <a:lnTo>
                    <a:pt x="0" y="175082"/>
                  </a:lnTo>
                  <a:lnTo>
                    <a:pt x="736" y="212077"/>
                  </a:lnTo>
                  <a:lnTo>
                    <a:pt x="6654" y="257644"/>
                  </a:lnTo>
                  <a:lnTo>
                    <a:pt x="19634" y="311048"/>
                  </a:lnTo>
                  <a:lnTo>
                    <a:pt x="24993" y="328815"/>
                  </a:lnTo>
                  <a:lnTo>
                    <a:pt x="27089" y="350697"/>
                  </a:lnTo>
                  <a:lnTo>
                    <a:pt x="33121" y="399135"/>
                  </a:lnTo>
                  <a:lnTo>
                    <a:pt x="42557" y="455002"/>
                  </a:lnTo>
                  <a:lnTo>
                    <a:pt x="56413" y="515924"/>
                  </a:lnTo>
                  <a:lnTo>
                    <a:pt x="80098" y="573062"/>
                  </a:lnTo>
                  <a:lnTo>
                    <a:pt x="111607" y="606894"/>
                  </a:lnTo>
                  <a:lnTo>
                    <a:pt x="146799" y="622274"/>
                  </a:lnTo>
                  <a:lnTo>
                    <a:pt x="181584" y="624090"/>
                  </a:lnTo>
                  <a:lnTo>
                    <a:pt x="211848" y="617181"/>
                  </a:lnTo>
                  <a:lnTo>
                    <a:pt x="218706" y="613778"/>
                  </a:lnTo>
                  <a:lnTo>
                    <a:pt x="222986" y="613333"/>
                  </a:lnTo>
                  <a:lnTo>
                    <a:pt x="231914" y="607199"/>
                  </a:lnTo>
                  <a:lnTo>
                    <a:pt x="233464" y="606425"/>
                  </a:lnTo>
                  <a:lnTo>
                    <a:pt x="233705" y="605967"/>
                  </a:lnTo>
                  <a:lnTo>
                    <a:pt x="271462" y="566661"/>
                  </a:lnTo>
                  <a:lnTo>
                    <a:pt x="292569" y="531812"/>
                  </a:lnTo>
                  <a:lnTo>
                    <a:pt x="320421" y="471119"/>
                  </a:lnTo>
                  <a:lnTo>
                    <a:pt x="344208" y="412064"/>
                  </a:lnTo>
                  <a:lnTo>
                    <a:pt x="355219" y="386130"/>
                  </a:lnTo>
                  <a:lnTo>
                    <a:pt x="374065" y="346811"/>
                  </a:lnTo>
                  <a:lnTo>
                    <a:pt x="376961" y="33373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9034" y="9108873"/>
              <a:ext cx="199012" cy="109247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6031295" y="8896332"/>
            <a:ext cx="490855" cy="589915"/>
            <a:chOff x="6031295" y="8896332"/>
            <a:chExt cx="490855" cy="589915"/>
          </a:xfrm>
        </p:grpSpPr>
        <p:sp>
          <p:nvSpPr>
            <p:cNvPr id="38" name="object 38" descr=""/>
            <p:cNvSpPr/>
            <p:nvPr/>
          </p:nvSpPr>
          <p:spPr>
            <a:xfrm>
              <a:off x="6117933" y="8896343"/>
              <a:ext cx="403860" cy="589915"/>
            </a:xfrm>
            <a:custGeom>
              <a:avLst/>
              <a:gdLst/>
              <a:ahLst/>
              <a:cxnLst/>
              <a:rect l="l" t="t" r="r" b="b"/>
              <a:pathLst>
                <a:path w="403859" h="589915">
                  <a:moveTo>
                    <a:pt x="403606" y="309791"/>
                  </a:moveTo>
                  <a:lnTo>
                    <a:pt x="386537" y="303187"/>
                  </a:lnTo>
                  <a:lnTo>
                    <a:pt x="361454" y="307543"/>
                  </a:lnTo>
                  <a:lnTo>
                    <a:pt x="341655" y="318960"/>
                  </a:lnTo>
                  <a:lnTo>
                    <a:pt x="325094" y="333717"/>
                  </a:lnTo>
                  <a:lnTo>
                    <a:pt x="309740" y="348107"/>
                  </a:lnTo>
                  <a:lnTo>
                    <a:pt x="294436" y="360387"/>
                  </a:lnTo>
                  <a:lnTo>
                    <a:pt x="275678" y="372046"/>
                  </a:lnTo>
                  <a:lnTo>
                    <a:pt x="247992" y="384251"/>
                  </a:lnTo>
                  <a:lnTo>
                    <a:pt x="235864" y="388264"/>
                  </a:lnTo>
                  <a:lnTo>
                    <a:pt x="235839" y="387832"/>
                  </a:lnTo>
                  <a:lnTo>
                    <a:pt x="232562" y="333057"/>
                  </a:lnTo>
                  <a:lnTo>
                    <a:pt x="231355" y="304012"/>
                  </a:lnTo>
                  <a:lnTo>
                    <a:pt x="231190" y="281368"/>
                  </a:lnTo>
                  <a:lnTo>
                    <a:pt x="225018" y="257251"/>
                  </a:lnTo>
                  <a:lnTo>
                    <a:pt x="209042" y="250253"/>
                  </a:lnTo>
                  <a:lnTo>
                    <a:pt x="187007" y="252412"/>
                  </a:lnTo>
                  <a:lnTo>
                    <a:pt x="171361" y="254584"/>
                  </a:lnTo>
                  <a:lnTo>
                    <a:pt x="169468" y="240512"/>
                  </a:lnTo>
                  <a:lnTo>
                    <a:pt x="156578" y="119430"/>
                  </a:lnTo>
                  <a:lnTo>
                    <a:pt x="148932" y="60858"/>
                  </a:lnTo>
                  <a:lnTo>
                    <a:pt x="140982" y="22821"/>
                  </a:lnTo>
                  <a:lnTo>
                    <a:pt x="119430" y="0"/>
                  </a:lnTo>
                  <a:lnTo>
                    <a:pt x="110337" y="7924"/>
                  </a:lnTo>
                  <a:lnTo>
                    <a:pt x="104863" y="22860"/>
                  </a:lnTo>
                  <a:lnTo>
                    <a:pt x="104152" y="46456"/>
                  </a:lnTo>
                  <a:lnTo>
                    <a:pt x="106083" y="86525"/>
                  </a:lnTo>
                  <a:lnTo>
                    <a:pt x="112966" y="194881"/>
                  </a:lnTo>
                  <a:lnTo>
                    <a:pt x="115468" y="252539"/>
                  </a:lnTo>
                  <a:lnTo>
                    <a:pt x="116293" y="261035"/>
                  </a:lnTo>
                  <a:lnTo>
                    <a:pt x="112979" y="261404"/>
                  </a:lnTo>
                  <a:lnTo>
                    <a:pt x="97612" y="264947"/>
                  </a:lnTo>
                  <a:lnTo>
                    <a:pt x="66763" y="153289"/>
                  </a:lnTo>
                  <a:lnTo>
                    <a:pt x="49682" y="96748"/>
                  </a:lnTo>
                  <a:lnTo>
                    <a:pt x="35661" y="60490"/>
                  </a:lnTo>
                  <a:lnTo>
                    <a:pt x="10668" y="41490"/>
                  </a:lnTo>
                  <a:lnTo>
                    <a:pt x="2971" y="50800"/>
                  </a:lnTo>
                  <a:lnTo>
                    <a:pt x="0" y="66446"/>
                  </a:lnTo>
                  <a:lnTo>
                    <a:pt x="3136" y="89814"/>
                  </a:lnTo>
                  <a:lnTo>
                    <a:pt x="11557" y="129032"/>
                  </a:lnTo>
                  <a:lnTo>
                    <a:pt x="35991" y="234823"/>
                  </a:lnTo>
                  <a:lnTo>
                    <a:pt x="45389" y="279666"/>
                  </a:lnTo>
                  <a:lnTo>
                    <a:pt x="12217" y="295516"/>
                  </a:lnTo>
                  <a:lnTo>
                    <a:pt x="0" y="325361"/>
                  </a:lnTo>
                  <a:lnTo>
                    <a:pt x="15417" y="376110"/>
                  </a:lnTo>
                  <a:lnTo>
                    <a:pt x="27038" y="413004"/>
                  </a:lnTo>
                  <a:lnTo>
                    <a:pt x="35864" y="442175"/>
                  </a:lnTo>
                  <a:lnTo>
                    <a:pt x="51663" y="501751"/>
                  </a:lnTo>
                  <a:lnTo>
                    <a:pt x="81445" y="566572"/>
                  </a:lnTo>
                  <a:lnTo>
                    <a:pt x="120167" y="588276"/>
                  </a:lnTo>
                  <a:lnTo>
                    <a:pt x="142163" y="589584"/>
                  </a:lnTo>
                  <a:lnTo>
                    <a:pt x="166281" y="585343"/>
                  </a:lnTo>
                  <a:lnTo>
                    <a:pt x="192100" y="573811"/>
                  </a:lnTo>
                  <a:lnTo>
                    <a:pt x="216179" y="550684"/>
                  </a:lnTo>
                  <a:lnTo>
                    <a:pt x="216674" y="549770"/>
                  </a:lnTo>
                  <a:lnTo>
                    <a:pt x="217500" y="549198"/>
                  </a:lnTo>
                  <a:lnTo>
                    <a:pt x="242557" y="519785"/>
                  </a:lnTo>
                  <a:lnTo>
                    <a:pt x="265417" y="487591"/>
                  </a:lnTo>
                  <a:lnTo>
                    <a:pt x="290296" y="453301"/>
                  </a:lnTo>
                  <a:lnTo>
                    <a:pt x="312039" y="425805"/>
                  </a:lnTo>
                  <a:lnTo>
                    <a:pt x="333984" y="401358"/>
                  </a:lnTo>
                  <a:lnTo>
                    <a:pt x="359473" y="376224"/>
                  </a:lnTo>
                  <a:lnTo>
                    <a:pt x="385000" y="349821"/>
                  </a:lnTo>
                  <a:lnTo>
                    <a:pt x="401396" y="326504"/>
                  </a:lnTo>
                  <a:lnTo>
                    <a:pt x="403606" y="309791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031295" y="9048175"/>
              <a:ext cx="138014" cy="208411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295701" y="8924489"/>
              <a:ext cx="93345" cy="283210"/>
            </a:xfrm>
            <a:custGeom>
              <a:avLst/>
              <a:gdLst/>
              <a:ahLst/>
              <a:cxnLst/>
              <a:rect l="l" t="t" r="r" b="b"/>
              <a:pathLst>
                <a:path w="93345" h="283209">
                  <a:moveTo>
                    <a:pt x="77137" y="0"/>
                  </a:moveTo>
                  <a:lnTo>
                    <a:pt x="65405" y="3631"/>
                  </a:lnTo>
                  <a:lnTo>
                    <a:pt x="57279" y="18843"/>
                  </a:lnTo>
                  <a:lnTo>
                    <a:pt x="47867" y="55991"/>
                  </a:lnTo>
                  <a:lnTo>
                    <a:pt x="22251" y="153213"/>
                  </a:lnTo>
                  <a:lnTo>
                    <a:pt x="12150" y="194230"/>
                  </a:lnTo>
                  <a:lnTo>
                    <a:pt x="4501" y="226399"/>
                  </a:lnTo>
                  <a:lnTo>
                    <a:pt x="0" y="253674"/>
                  </a:lnTo>
                  <a:lnTo>
                    <a:pt x="3219" y="273440"/>
                  </a:lnTo>
                  <a:lnTo>
                    <a:pt x="18736" y="283086"/>
                  </a:lnTo>
                  <a:lnTo>
                    <a:pt x="35056" y="280093"/>
                  </a:lnTo>
                  <a:lnTo>
                    <a:pt x="54225" y="240865"/>
                  </a:lnTo>
                  <a:lnTo>
                    <a:pt x="71795" y="173022"/>
                  </a:lnTo>
                  <a:lnTo>
                    <a:pt x="81792" y="127798"/>
                  </a:lnTo>
                  <a:lnTo>
                    <a:pt x="89879" y="79935"/>
                  </a:lnTo>
                  <a:lnTo>
                    <a:pt x="92849" y="37785"/>
                  </a:lnTo>
                  <a:lnTo>
                    <a:pt x="87833" y="10525"/>
                  </a:lnTo>
                  <a:lnTo>
                    <a:pt x="7713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" name="object 41" descr=""/>
          <p:cNvGrpSpPr/>
          <p:nvPr/>
        </p:nvGrpSpPr>
        <p:grpSpPr>
          <a:xfrm>
            <a:off x="5538629" y="8896332"/>
            <a:ext cx="440690" cy="589915"/>
            <a:chOff x="5538629" y="8896332"/>
            <a:chExt cx="440690" cy="589915"/>
          </a:xfrm>
        </p:grpSpPr>
        <p:sp>
          <p:nvSpPr>
            <p:cNvPr id="42" name="object 42" descr=""/>
            <p:cNvSpPr/>
            <p:nvPr/>
          </p:nvSpPr>
          <p:spPr>
            <a:xfrm>
              <a:off x="5559204" y="9146588"/>
              <a:ext cx="242570" cy="339725"/>
            </a:xfrm>
            <a:custGeom>
              <a:avLst/>
              <a:gdLst/>
              <a:ahLst/>
              <a:cxnLst/>
              <a:rect l="l" t="t" r="r" b="b"/>
              <a:pathLst>
                <a:path w="242570" h="339725">
                  <a:moveTo>
                    <a:pt x="209055" y="0"/>
                  </a:moveTo>
                  <a:lnTo>
                    <a:pt x="187005" y="2156"/>
                  </a:lnTo>
                  <a:lnTo>
                    <a:pt x="162686" y="5522"/>
                  </a:lnTo>
                  <a:lnTo>
                    <a:pt x="112995" y="11156"/>
                  </a:lnTo>
                  <a:lnTo>
                    <a:pt x="56373" y="24178"/>
                  </a:lnTo>
                  <a:lnTo>
                    <a:pt x="12236" y="45269"/>
                  </a:lnTo>
                  <a:lnTo>
                    <a:pt x="0" y="75111"/>
                  </a:lnTo>
                  <a:lnTo>
                    <a:pt x="15444" y="125854"/>
                  </a:lnTo>
                  <a:lnTo>
                    <a:pt x="27077" y="162756"/>
                  </a:lnTo>
                  <a:lnTo>
                    <a:pt x="35907" y="191929"/>
                  </a:lnTo>
                  <a:lnTo>
                    <a:pt x="51702" y="251503"/>
                  </a:lnTo>
                  <a:lnTo>
                    <a:pt x="81468" y="316316"/>
                  </a:lnTo>
                  <a:lnTo>
                    <a:pt x="120184" y="338024"/>
                  </a:lnTo>
                  <a:lnTo>
                    <a:pt x="142180" y="339337"/>
                  </a:lnTo>
                  <a:lnTo>
                    <a:pt x="166298" y="335097"/>
                  </a:lnTo>
                  <a:lnTo>
                    <a:pt x="216183" y="300435"/>
                  </a:lnTo>
                  <a:lnTo>
                    <a:pt x="239788" y="247683"/>
                  </a:lnTo>
                  <a:lnTo>
                    <a:pt x="242202" y="237452"/>
                  </a:lnTo>
                  <a:lnTo>
                    <a:pt x="235858" y="137587"/>
                  </a:lnTo>
                  <a:lnTo>
                    <a:pt x="232600" y="82805"/>
                  </a:lnTo>
                  <a:lnTo>
                    <a:pt x="231400" y="53761"/>
                  </a:lnTo>
                  <a:lnTo>
                    <a:pt x="231228" y="31112"/>
                  </a:lnTo>
                  <a:lnTo>
                    <a:pt x="225055" y="7001"/>
                  </a:lnTo>
                  <a:lnTo>
                    <a:pt x="209055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5666990" y="9199530"/>
              <a:ext cx="311785" cy="282575"/>
            </a:xfrm>
            <a:custGeom>
              <a:avLst/>
              <a:gdLst/>
              <a:ahLst/>
              <a:cxnLst/>
              <a:rect l="l" t="t" r="r" b="b"/>
              <a:pathLst>
                <a:path w="311785" h="282575">
                  <a:moveTo>
                    <a:pt x="294716" y="0"/>
                  </a:moveTo>
                  <a:lnTo>
                    <a:pt x="269626" y="4355"/>
                  </a:lnTo>
                  <a:lnTo>
                    <a:pt x="249812" y="15765"/>
                  </a:lnTo>
                  <a:lnTo>
                    <a:pt x="233250" y="30522"/>
                  </a:lnTo>
                  <a:lnTo>
                    <a:pt x="217912" y="44920"/>
                  </a:lnTo>
                  <a:lnTo>
                    <a:pt x="202613" y="57193"/>
                  </a:lnTo>
                  <a:lnTo>
                    <a:pt x="183853" y="68847"/>
                  </a:lnTo>
                  <a:lnTo>
                    <a:pt x="156169" y="81052"/>
                  </a:lnTo>
                  <a:lnTo>
                    <a:pt x="114094" y="94981"/>
                  </a:lnTo>
                  <a:lnTo>
                    <a:pt x="74082" y="117031"/>
                  </a:lnTo>
                  <a:lnTo>
                    <a:pt x="38762" y="153324"/>
                  </a:lnTo>
                  <a:lnTo>
                    <a:pt x="12584" y="195430"/>
                  </a:lnTo>
                  <a:lnTo>
                    <a:pt x="0" y="234920"/>
                  </a:lnTo>
                  <a:lnTo>
                    <a:pt x="5458" y="263363"/>
                  </a:lnTo>
                  <a:lnTo>
                    <a:pt x="36996" y="282273"/>
                  </a:lnTo>
                  <a:lnTo>
                    <a:pt x="73827" y="275423"/>
                  </a:lnTo>
                  <a:lnTo>
                    <a:pt x="111704" y="251221"/>
                  </a:lnTo>
                  <a:lnTo>
                    <a:pt x="146374" y="218075"/>
                  </a:lnTo>
                  <a:lnTo>
                    <a:pt x="173589" y="184392"/>
                  </a:lnTo>
                  <a:lnTo>
                    <a:pt x="198467" y="150103"/>
                  </a:lnTo>
                  <a:lnTo>
                    <a:pt x="220211" y="122611"/>
                  </a:lnTo>
                  <a:lnTo>
                    <a:pt x="242159" y="98170"/>
                  </a:lnTo>
                  <a:lnTo>
                    <a:pt x="267649" y="73034"/>
                  </a:lnTo>
                  <a:lnTo>
                    <a:pt x="293176" y="46630"/>
                  </a:lnTo>
                  <a:lnTo>
                    <a:pt x="309572" y="23316"/>
                  </a:lnTo>
                  <a:lnTo>
                    <a:pt x="311773" y="6602"/>
                  </a:lnTo>
                  <a:lnTo>
                    <a:pt x="29471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5559196" y="8896343"/>
              <a:ext cx="175895" cy="352425"/>
            </a:xfrm>
            <a:custGeom>
              <a:avLst/>
              <a:gdLst/>
              <a:ahLst/>
              <a:cxnLst/>
              <a:rect l="l" t="t" r="r" b="b"/>
              <a:pathLst>
                <a:path w="175895" h="352425">
                  <a:moveTo>
                    <a:pt x="113004" y="318427"/>
                  </a:moveTo>
                  <a:lnTo>
                    <a:pt x="109181" y="303161"/>
                  </a:lnTo>
                  <a:lnTo>
                    <a:pt x="99225" y="270637"/>
                  </a:lnTo>
                  <a:lnTo>
                    <a:pt x="66789" y="153289"/>
                  </a:lnTo>
                  <a:lnTo>
                    <a:pt x="49707" y="96748"/>
                  </a:lnTo>
                  <a:lnTo>
                    <a:pt x="35648" y="60490"/>
                  </a:lnTo>
                  <a:lnTo>
                    <a:pt x="21958" y="43167"/>
                  </a:lnTo>
                  <a:lnTo>
                    <a:pt x="10693" y="41490"/>
                  </a:lnTo>
                  <a:lnTo>
                    <a:pt x="2984" y="50800"/>
                  </a:lnTo>
                  <a:lnTo>
                    <a:pt x="0" y="66446"/>
                  </a:lnTo>
                  <a:lnTo>
                    <a:pt x="3149" y="89814"/>
                  </a:lnTo>
                  <a:lnTo>
                    <a:pt x="11595" y="129032"/>
                  </a:lnTo>
                  <a:lnTo>
                    <a:pt x="36029" y="234823"/>
                  </a:lnTo>
                  <a:lnTo>
                    <a:pt x="47879" y="291299"/>
                  </a:lnTo>
                  <a:lnTo>
                    <a:pt x="55016" y="317817"/>
                  </a:lnTo>
                  <a:lnTo>
                    <a:pt x="65138" y="338747"/>
                  </a:lnTo>
                  <a:lnTo>
                    <a:pt x="77851" y="351116"/>
                  </a:lnTo>
                  <a:lnTo>
                    <a:pt x="92760" y="351955"/>
                  </a:lnTo>
                  <a:lnTo>
                    <a:pt x="105384" y="343941"/>
                  </a:lnTo>
                  <a:lnTo>
                    <a:pt x="111937" y="332397"/>
                  </a:lnTo>
                  <a:lnTo>
                    <a:pt x="113004" y="318427"/>
                  </a:lnTo>
                  <a:close/>
                </a:path>
                <a:path w="175895" h="352425">
                  <a:moveTo>
                    <a:pt x="175323" y="289902"/>
                  </a:moveTo>
                  <a:lnTo>
                    <a:pt x="174040" y="274205"/>
                  </a:lnTo>
                  <a:lnTo>
                    <a:pt x="169494" y="240512"/>
                  </a:lnTo>
                  <a:lnTo>
                    <a:pt x="156591" y="119430"/>
                  </a:lnTo>
                  <a:lnTo>
                    <a:pt x="148958" y="60858"/>
                  </a:lnTo>
                  <a:lnTo>
                    <a:pt x="141020" y="22821"/>
                  </a:lnTo>
                  <a:lnTo>
                    <a:pt x="130327" y="3492"/>
                  </a:lnTo>
                  <a:lnTo>
                    <a:pt x="119468" y="0"/>
                  </a:lnTo>
                  <a:lnTo>
                    <a:pt x="110363" y="7924"/>
                  </a:lnTo>
                  <a:lnTo>
                    <a:pt x="104863" y="22860"/>
                  </a:lnTo>
                  <a:lnTo>
                    <a:pt x="104178" y="46456"/>
                  </a:lnTo>
                  <a:lnTo>
                    <a:pt x="106095" y="86525"/>
                  </a:lnTo>
                  <a:lnTo>
                    <a:pt x="112966" y="194881"/>
                  </a:lnTo>
                  <a:lnTo>
                    <a:pt x="115468" y="252539"/>
                  </a:lnTo>
                  <a:lnTo>
                    <a:pt x="118186" y="279844"/>
                  </a:lnTo>
                  <a:lnTo>
                    <a:pt x="124764" y="302145"/>
                  </a:lnTo>
                  <a:lnTo>
                    <a:pt x="135293" y="316433"/>
                  </a:lnTo>
                  <a:lnTo>
                    <a:pt x="149860" y="319697"/>
                  </a:lnTo>
                  <a:lnTo>
                    <a:pt x="163639" y="313829"/>
                  </a:lnTo>
                  <a:lnTo>
                    <a:pt x="171996" y="303504"/>
                  </a:lnTo>
                  <a:lnTo>
                    <a:pt x="175323" y="289902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38629" y="9153302"/>
              <a:ext cx="83017" cy="12288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5737008" y="8924489"/>
              <a:ext cx="93345" cy="283210"/>
            </a:xfrm>
            <a:custGeom>
              <a:avLst/>
              <a:gdLst/>
              <a:ahLst/>
              <a:cxnLst/>
              <a:rect l="l" t="t" r="r" b="b"/>
              <a:pathLst>
                <a:path w="93345" h="283209">
                  <a:moveTo>
                    <a:pt x="77104" y="0"/>
                  </a:moveTo>
                  <a:lnTo>
                    <a:pt x="65380" y="3631"/>
                  </a:lnTo>
                  <a:lnTo>
                    <a:pt x="57278" y="18843"/>
                  </a:lnTo>
                  <a:lnTo>
                    <a:pt x="47849" y="55991"/>
                  </a:lnTo>
                  <a:lnTo>
                    <a:pt x="22248" y="153213"/>
                  </a:lnTo>
                  <a:lnTo>
                    <a:pt x="12159" y="194230"/>
                  </a:lnTo>
                  <a:lnTo>
                    <a:pt x="4505" y="226399"/>
                  </a:lnTo>
                  <a:lnTo>
                    <a:pt x="0" y="253674"/>
                  </a:lnTo>
                  <a:lnTo>
                    <a:pt x="3218" y="273440"/>
                  </a:lnTo>
                  <a:lnTo>
                    <a:pt x="18735" y="283086"/>
                  </a:lnTo>
                  <a:lnTo>
                    <a:pt x="35054" y="280093"/>
                  </a:lnTo>
                  <a:lnTo>
                    <a:pt x="54206" y="240865"/>
                  </a:lnTo>
                  <a:lnTo>
                    <a:pt x="71776" y="173022"/>
                  </a:lnTo>
                  <a:lnTo>
                    <a:pt x="81785" y="127798"/>
                  </a:lnTo>
                  <a:lnTo>
                    <a:pt x="89877" y="79935"/>
                  </a:lnTo>
                  <a:lnTo>
                    <a:pt x="92847" y="37785"/>
                  </a:lnTo>
                  <a:lnTo>
                    <a:pt x="87808" y="10525"/>
                  </a:lnTo>
                  <a:lnTo>
                    <a:pt x="77104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4946331" y="8900903"/>
            <a:ext cx="436880" cy="585470"/>
            <a:chOff x="4946331" y="8900903"/>
            <a:chExt cx="436880" cy="585470"/>
          </a:xfrm>
        </p:grpSpPr>
        <p:sp>
          <p:nvSpPr>
            <p:cNvPr id="48" name="object 48" descr=""/>
            <p:cNvSpPr/>
            <p:nvPr/>
          </p:nvSpPr>
          <p:spPr>
            <a:xfrm>
              <a:off x="4963347" y="9148222"/>
              <a:ext cx="242570" cy="337820"/>
            </a:xfrm>
            <a:custGeom>
              <a:avLst/>
              <a:gdLst/>
              <a:ahLst/>
              <a:cxnLst/>
              <a:rect l="l" t="t" r="r" b="b"/>
              <a:pathLst>
                <a:path w="242570" h="337820">
                  <a:moveTo>
                    <a:pt x="202343" y="0"/>
                  </a:moveTo>
                  <a:lnTo>
                    <a:pt x="184921" y="1033"/>
                  </a:lnTo>
                  <a:lnTo>
                    <a:pt x="162686" y="3888"/>
                  </a:lnTo>
                  <a:lnTo>
                    <a:pt x="112995" y="9522"/>
                  </a:lnTo>
                  <a:lnTo>
                    <a:pt x="56373" y="22545"/>
                  </a:lnTo>
                  <a:lnTo>
                    <a:pt x="12236" y="43636"/>
                  </a:lnTo>
                  <a:lnTo>
                    <a:pt x="0" y="73478"/>
                  </a:lnTo>
                  <a:lnTo>
                    <a:pt x="15444" y="124220"/>
                  </a:lnTo>
                  <a:lnTo>
                    <a:pt x="27077" y="161123"/>
                  </a:lnTo>
                  <a:lnTo>
                    <a:pt x="35907" y="190296"/>
                  </a:lnTo>
                  <a:lnTo>
                    <a:pt x="51702" y="249870"/>
                  </a:lnTo>
                  <a:lnTo>
                    <a:pt x="81468" y="314683"/>
                  </a:lnTo>
                  <a:lnTo>
                    <a:pt x="120189" y="336390"/>
                  </a:lnTo>
                  <a:lnTo>
                    <a:pt x="142195" y="337704"/>
                  </a:lnTo>
                  <a:lnTo>
                    <a:pt x="166316" y="333463"/>
                  </a:lnTo>
                  <a:lnTo>
                    <a:pt x="216201" y="298802"/>
                  </a:lnTo>
                  <a:lnTo>
                    <a:pt x="239794" y="246050"/>
                  </a:lnTo>
                  <a:lnTo>
                    <a:pt x="242202" y="235818"/>
                  </a:lnTo>
                  <a:lnTo>
                    <a:pt x="228079" y="137818"/>
                  </a:lnTo>
                  <a:lnTo>
                    <a:pt x="220827" y="83998"/>
                  </a:lnTo>
                  <a:lnTo>
                    <a:pt x="218155" y="55320"/>
                  </a:lnTo>
                  <a:lnTo>
                    <a:pt x="217773" y="32746"/>
                  </a:lnTo>
                  <a:lnTo>
                    <a:pt x="213708" y="8124"/>
                  </a:lnTo>
                  <a:lnTo>
                    <a:pt x="202343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5071132" y="9199530"/>
              <a:ext cx="311785" cy="282575"/>
            </a:xfrm>
            <a:custGeom>
              <a:avLst/>
              <a:gdLst/>
              <a:ahLst/>
              <a:cxnLst/>
              <a:rect l="l" t="t" r="r" b="b"/>
              <a:pathLst>
                <a:path w="311785" h="282575">
                  <a:moveTo>
                    <a:pt x="294716" y="0"/>
                  </a:moveTo>
                  <a:lnTo>
                    <a:pt x="269631" y="4355"/>
                  </a:lnTo>
                  <a:lnTo>
                    <a:pt x="249828" y="15765"/>
                  </a:lnTo>
                  <a:lnTo>
                    <a:pt x="233267" y="30522"/>
                  </a:lnTo>
                  <a:lnTo>
                    <a:pt x="217912" y="44920"/>
                  </a:lnTo>
                  <a:lnTo>
                    <a:pt x="202613" y="57193"/>
                  </a:lnTo>
                  <a:lnTo>
                    <a:pt x="183853" y="68847"/>
                  </a:lnTo>
                  <a:lnTo>
                    <a:pt x="156169" y="81052"/>
                  </a:lnTo>
                  <a:lnTo>
                    <a:pt x="114094" y="94981"/>
                  </a:lnTo>
                  <a:lnTo>
                    <a:pt x="74082" y="117031"/>
                  </a:lnTo>
                  <a:lnTo>
                    <a:pt x="38762" y="153324"/>
                  </a:lnTo>
                  <a:lnTo>
                    <a:pt x="12584" y="195430"/>
                  </a:lnTo>
                  <a:lnTo>
                    <a:pt x="0" y="234920"/>
                  </a:lnTo>
                  <a:lnTo>
                    <a:pt x="5458" y="263363"/>
                  </a:lnTo>
                  <a:lnTo>
                    <a:pt x="37012" y="282273"/>
                  </a:lnTo>
                  <a:lnTo>
                    <a:pt x="73845" y="275423"/>
                  </a:lnTo>
                  <a:lnTo>
                    <a:pt x="111716" y="251221"/>
                  </a:lnTo>
                  <a:lnTo>
                    <a:pt x="146378" y="218075"/>
                  </a:lnTo>
                  <a:lnTo>
                    <a:pt x="173589" y="184392"/>
                  </a:lnTo>
                  <a:lnTo>
                    <a:pt x="198485" y="150103"/>
                  </a:lnTo>
                  <a:lnTo>
                    <a:pt x="220232" y="122611"/>
                  </a:lnTo>
                  <a:lnTo>
                    <a:pt x="242183" y="98170"/>
                  </a:lnTo>
                  <a:lnTo>
                    <a:pt x="267691" y="73034"/>
                  </a:lnTo>
                  <a:lnTo>
                    <a:pt x="293194" y="46630"/>
                  </a:lnTo>
                  <a:lnTo>
                    <a:pt x="309577" y="23316"/>
                  </a:lnTo>
                  <a:lnTo>
                    <a:pt x="311774" y="6602"/>
                  </a:lnTo>
                  <a:lnTo>
                    <a:pt x="29471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5034189" y="8900903"/>
              <a:ext cx="96520" cy="315595"/>
            </a:xfrm>
            <a:custGeom>
              <a:avLst/>
              <a:gdLst/>
              <a:ahLst/>
              <a:cxnLst/>
              <a:rect l="l" t="t" r="r" b="b"/>
              <a:pathLst>
                <a:path w="96520" h="315595">
                  <a:moveTo>
                    <a:pt x="12271" y="0"/>
                  </a:moveTo>
                  <a:lnTo>
                    <a:pt x="3985" y="8798"/>
                  </a:lnTo>
                  <a:lnTo>
                    <a:pt x="0" y="24211"/>
                  </a:lnTo>
                  <a:lnTo>
                    <a:pt x="1616" y="47755"/>
                  </a:lnTo>
                  <a:lnTo>
                    <a:pt x="7471" y="87449"/>
                  </a:lnTo>
                  <a:lnTo>
                    <a:pt x="24947" y="194616"/>
                  </a:lnTo>
                  <a:lnTo>
                    <a:pt x="33098" y="251754"/>
                  </a:lnTo>
                  <a:lnTo>
                    <a:pt x="38484" y="278661"/>
                  </a:lnTo>
                  <a:lnTo>
                    <a:pt x="47218" y="300200"/>
                  </a:lnTo>
                  <a:lnTo>
                    <a:pt x="59093" y="313371"/>
                  </a:lnTo>
                  <a:lnTo>
                    <a:pt x="73903" y="315176"/>
                  </a:lnTo>
                  <a:lnTo>
                    <a:pt x="87049" y="308000"/>
                  </a:lnTo>
                  <a:lnTo>
                    <a:pt x="94341" y="296908"/>
                  </a:lnTo>
                  <a:lnTo>
                    <a:pt x="96307" y="283042"/>
                  </a:lnTo>
                  <a:lnTo>
                    <a:pt x="93473" y="267544"/>
                  </a:lnTo>
                  <a:lnTo>
                    <a:pt x="85666" y="234456"/>
                  </a:lnTo>
                  <a:lnTo>
                    <a:pt x="60953" y="115227"/>
                  </a:lnTo>
                  <a:lnTo>
                    <a:pt x="47598" y="57687"/>
                  </a:lnTo>
                  <a:lnTo>
                    <a:pt x="35946" y="20598"/>
                  </a:lnTo>
                  <a:lnTo>
                    <a:pt x="23409" y="2404"/>
                  </a:lnTo>
                  <a:lnTo>
                    <a:pt x="12271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46331" y="9120010"/>
              <a:ext cx="121004" cy="154661"/>
            </a:xfrm>
            <a:prstGeom prst="rect">
              <a:avLst/>
            </a:prstGeom>
          </p:spPr>
        </p:pic>
        <p:sp>
          <p:nvSpPr>
            <p:cNvPr id="52" name="object 52" descr=""/>
            <p:cNvSpPr/>
            <p:nvPr/>
          </p:nvSpPr>
          <p:spPr>
            <a:xfrm>
              <a:off x="5130669" y="8917009"/>
              <a:ext cx="93345" cy="283210"/>
            </a:xfrm>
            <a:custGeom>
              <a:avLst/>
              <a:gdLst/>
              <a:ahLst/>
              <a:cxnLst/>
              <a:rect l="l" t="t" r="r" b="b"/>
              <a:pathLst>
                <a:path w="93345" h="283209">
                  <a:moveTo>
                    <a:pt x="77106" y="0"/>
                  </a:moveTo>
                  <a:lnTo>
                    <a:pt x="65369" y="3628"/>
                  </a:lnTo>
                  <a:lnTo>
                    <a:pt x="57243" y="18822"/>
                  </a:lnTo>
                  <a:lnTo>
                    <a:pt x="47837" y="55988"/>
                  </a:lnTo>
                  <a:lnTo>
                    <a:pt x="22232" y="153216"/>
                  </a:lnTo>
                  <a:lnTo>
                    <a:pt x="12113" y="194251"/>
                  </a:lnTo>
                  <a:lnTo>
                    <a:pt x="4489" y="226398"/>
                  </a:lnTo>
                  <a:lnTo>
                    <a:pt x="0" y="253662"/>
                  </a:lnTo>
                  <a:lnTo>
                    <a:pt x="3224" y="273425"/>
                  </a:lnTo>
                  <a:lnTo>
                    <a:pt x="18741" y="283065"/>
                  </a:lnTo>
                  <a:lnTo>
                    <a:pt x="35037" y="280100"/>
                  </a:lnTo>
                  <a:lnTo>
                    <a:pt x="54189" y="240869"/>
                  </a:lnTo>
                  <a:lnTo>
                    <a:pt x="71759" y="173002"/>
                  </a:lnTo>
                  <a:lnTo>
                    <a:pt x="81760" y="127782"/>
                  </a:lnTo>
                  <a:lnTo>
                    <a:pt x="89860" y="79932"/>
                  </a:lnTo>
                  <a:lnTo>
                    <a:pt x="92854" y="37806"/>
                  </a:lnTo>
                  <a:lnTo>
                    <a:pt x="87814" y="10528"/>
                  </a:lnTo>
                  <a:lnTo>
                    <a:pt x="77106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 descr=""/>
          <p:cNvGrpSpPr/>
          <p:nvPr/>
        </p:nvGrpSpPr>
        <p:grpSpPr>
          <a:xfrm>
            <a:off x="4368825" y="8904250"/>
            <a:ext cx="436880" cy="582295"/>
            <a:chOff x="4368825" y="8904250"/>
            <a:chExt cx="436880" cy="582295"/>
          </a:xfrm>
        </p:grpSpPr>
        <p:sp>
          <p:nvSpPr>
            <p:cNvPr id="54" name="object 54" descr=""/>
            <p:cNvSpPr/>
            <p:nvPr/>
          </p:nvSpPr>
          <p:spPr>
            <a:xfrm>
              <a:off x="4385882" y="9148222"/>
              <a:ext cx="242570" cy="337820"/>
            </a:xfrm>
            <a:custGeom>
              <a:avLst/>
              <a:gdLst/>
              <a:ahLst/>
              <a:cxnLst/>
              <a:rect l="l" t="t" r="r" b="b"/>
              <a:pathLst>
                <a:path w="242570" h="337820">
                  <a:moveTo>
                    <a:pt x="202305" y="0"/>
                  </a:moveTo>
                  <a:lnTo>
                    <a:pt x="184892" y="1033"/>
                  </a:lnTo>
                  <a:lnTo>
                    <a:pt x="162675" y="3888"/>
                  </a:lnTo>
                  <a:lnTo>
                    <a:pt x="112967" y="9522"/>
                  </a:lnTo>
                  <a:lnTo>
                    <a:pt x="56341" y="22545"/>
                  </a:lnTo>
                  <a:lnTo>
                    <a:pt x="12212" y="43636"/>
                  </a:lnTo>
                  <a:lnTo>
                    <a:pt x="0" y="73478"/>
                  </a:lnTo>
                  <a:lnTo>
                    <a:pt x="15420" y="124220"/>
                  </a:lnTo>
                  <a:lnTo>
                    <a:pt x="27041" y="161123"/>
                  </a:lnTo>
                  <a:lnTo>
                    <a:pt x="35866" y="190296"/>
                  </a:lnTo>
                  <a:lnTo>
                    <a:pt x="51660" y="249870"/>
                  </a:lnTo>
                  <a:lnTo>
                    <a:pt x="81426" y="314683"/>
                  </a:lnTo>
                  <a:lnTo>
                    <a:pt x="120148" y="336390"/>
                  </a:lnTo>
                  <a:lnTo>
                    <a:pt x="142154" y="337704"/>
                  </a:lnTo>
                  <a:lnTo>
                    <a:pt x="166274" y="333463"/>
                  </a:lnTo>
                  <a:lnTo>
                    <a:pt x="216165" y="298802"/>
                  </a:lnTo>
                  <a:lnTo>
                    <a:pt x="239787" y="246050"/>
                  </a:lnTo>
                  <a:lnTo>
                    <a:pt x="242202" y="235818"/>
                  </a:lnTo>
                  <a:lnTo>
                    <a:pt x="228055" y="137818"/>
                  </a:lnTo>
                  <a:lnTo>
                    <a:pt x="220790" y="83998"/>
                  </a:lnTo>
                  <a:lnTo>
                    <a:pt x="218113" y="55320"/>
                  </a:lnTo>
                  <a:lnTo>
                    <a:pt x="217731" y="32746"/>
                  </a:lnTo>
                  <a:lnTo>
                    <a:pt x="213667" y="8124"/>
                  </a:lnTo>
                  <a:lnTo>
                    <a:pt x="202305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493625" y="9199530"/>
              <a:ext cx="311785" cy="282575"/>
            </a:xfrm>
            <a:custGeom>
              <a:avLst/>
              <a:gdLst/>
              <a:ahLst/>
              <a:cxnLst/>
              <a:rect l="l" t="t" r="r" b="b"/>
              <a:pathLst>
                <a:path w="311785" h="282575">
                  <a:moveTo>
                    <a:pt x="294716" y="0"/>
                  </a:moveTo>
                  <a:lnTo>
                    <a:pt x="269649" y="4355"/>
                  </a:lnTo>
                  <a:lnTo>
                    <a:pt x="249843" y="15765"/>
                  </a:lnTo>
                  <a:lnTo>
                    <a:pt x="233273" y="30522"/>
                  </a:lnTo>
                  <a:lnTo>
                    <a:pt x="217912" y="44920"/>
                  </a:lnTo>
                  <a:lnTo>
                    <a:pt x="202618" y="57193"/>
                  </a:lnTo>
                  <a:lnTo>
                    <a:pt x="183869" y="68847"/>
                  </a:lnTo>
                  <a:lnTo>
                    <a:pt x="156187" y="81052"/>
                  </a:lnTo>
                  <a:lnTo>
                    <a:pt x="114094" y="94981"/>
                  </a:lnTo>
                  <a:lnTo>
                    <a:pt x="74082" y="117031"/>
                  </a:lnTo>
                  <a:lnTo>
                    <a:pt x="38762" y="153324"/>
                  </a:lnTo>
                  <a:lnTo>
                    <a:pt x="12584" y="195430"/>
                  </a:lnTo>
                  <a:lnTo>
                    <a:pt x="0" y="234920"/>
                  </a:lnTo>
                  <a:lnTo>
                    <a:pt x="5458" y="263363"/>
                  </a:lnTo>
                  <a:lnTo>
                    <a:pt x="37012" y="282273"/>
                  </a:lnTo>
                  <a:lnTo>
                    <a:pt x="73845" y="275423"/>
                  </a:lnTo>
                  <a:lnTo>
                    <a:pt x="111716" y="251221"/>
                  </a:lnTo>
                  <a:lnTo>
                    <a:pt x="146378" y="218075"/>
                  </a:lnTo>
                  <a:lnTo>
                    <a:pt x="173589" y="184392"/>
                  </a:lnTo>
                  <a:lnTo>
                    <a:pt x="198485" y="150103"/>
                  </a:lnTo>
                  <a:lnTo>
                    <a:pt x="220232" y="122611"/>
                  </a:lnTo>
                  <a:lnTo>
                    <a:pt x="242183" y="98170"/>
                  </a:lnTo>
                  <a:lnTo>
                    <a:pt x="267691" y="73034"/>
                  </a:lnTo>
                  <a:lnTo>
                    <a:pt x="293194" y="46630"/>
                  </a:lnTo>
                  <a:lnTo>
                    <a:pt x="309577" y="23316"/>
                  </a:lnTo>
                  <a:lnTo>
                    <a:pt x="311774" y="6602"/>
                  </a:lnTo>
                  <a:lnTo>
                    <a:pt x="29471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68825" y="9092679"/>
              <a:ext cx="171525" cy="181992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4523302" y="8904250"/>
              <a:ext cx="78740" cy="285115"/>
            </a:xfrm>
            <a:custGeom>
              <a:avLst/>
              <a:gdLst/>
              <a:ahLst/>
              <a:cxnLst/>
              <a:rect l="l" t="t" r="r" b="b"/>
              <a:pathLst>
                <a:path w="78739" h="285115">
                  <a:moveTo>
                    <a:pt x="11707" y="0"/>
                  </a:moveTo>
                  <a:lnTo>
                    <a:pt x="2079" y="7629"/>
                  </a:lnTo>
                  <a:lnTo>
                    <a:pt x="0" y="24759"/>
                  </a:lnTo>
                  <a:lnTo>
                    <a:pt x="4612" y="62807"/>
                  </a:lnTo>
                  <a:lnTo>
                    <a:pt x="15784" y="162706"/>
                  </a:lnTo>
                  <a:lnTo>
                    <a:pt x="21151" y="204618"/>
                  </a:lnTo>
                  <a:lnTo>
                    <a:pt x="31254" y="264425"/>
                  </a:lnTo>
                  <a:lnTo>
                    <a:pt x="59317" y="285107"/>
                  </a:lnTo>
                  <a:lnTo>
                    <a:pt x="73465" y="276430"/>
                  </a:lnTo>
                  <a:lnTo>
                    <a:pt x="78320" y="258988"/>
                  </a:lnTo>
                  <a:lnTo>
                    <a:pt x="77174" y="232923"/>
                  </a:lnTo>
                  <a:lnTo>
                    <a:pt x="69103" y="163316"/>
                  </a:lnTo>
                  <a:lnTo>
                    <a:pt x="62132" y="117522"/>
                  </a:lnTo>
                  <a:lnTo>
                    <a:pt x="52427" y="69956"/>
                  </a:lnTo>
                  <a:lnTo>
                    <a:pt x="40009" y="29576"/>
                  </a:lnTo>
                  <a:lnTo>
                    <a:pt x="25484" y="5954"/>
                  </a:lnTo>
                  <a:lnTo>
                    <a:pt x="11707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3782859" y="9045608"/>
            <a:ext cx="332105" cy="457200"/>
            <a:chOff x="3782859" y="9045608"/>
            <a:chExt cx="332105" cy="457200"/>
          </a:xfrm>
        </p:grpSpPr>
        <p:sp>
          <p:nvSpPr>
            <p:cNvPr id="59" name="object 59" descr=""/>
            <p:cNvSpPr/>
            <p:nvPr/>
          </p:nvSpPr>
          <p:spPr>
            <a:xfrm>
              <a:off x="3801361" y="9177831"/>
              <a:ext cx="299085" cy="324485"/>
            </a:xfrm>
            <a:custGeom>
              <a:avLst/>
              <a:gdLst/>
              <a:ahLst/>
              <a:cxnLst/>
              <a:rect l="l" t="t" r="r" b="b"/>
              <a:pathLst>
                <a:path w="299085" h="324484">
                  <a:moveTo>
                    <a:pt x="216786" y="0"/>
                  </a:moveTo>
                  <a:lnTo>
                    <a:pt x="219695" y="27183"/>
                  </a:lnTo>
                  <a:lnTo>
                    <a:pt x="205352" y="42616"/>
                  </a:lnTo>
                  <a:lnTo>
                    <a:pt x="159972" y="52034"/>
                  </a:lnTo>
                  <a:lnTo>
                    <a:pt x="69775" y="61170"/>
                  </a:lnTo>
                  <a:lnTo>
                    <a:pt x="21096" y="70093"/>
                  </a:lnTo>
                  <a:lnTo>
                    <a:pt x="3690" y="84040"/>
                  </a:lnTo>
                  <a:lnTo>
                    <a:pt x="2733" y="103196"/>
                  </a:lnTo>
                  <a:lnTo>
                    <a:pt x="3400" y="127744"/>
                  </a:lnTo>
                  <a:lnTo>
                    <a:pt x="0" y="170665"/>
                  </a:lnTo>
                  <a:lnTo>
                    <a:pt x="474" y="221199"/>
                  </a:lnTo>
                  <a:lnTo>
                    <a:pt x="7192" y="269695"/>
                  </a:lnTo>
                  <a:lnTo>
                    <a:pt x="22519" y="306505"/>
                  </a:lnTo>
                  <a:lnTo>
                    <a:pt x="115309" y="324406"/>
                  </a:lnTo>
                  <a:lnTo>
                    <a:pt x="154985" y="323707"/>
                  </a:lnTo>
                  <a:lnTo>
                    <a:pt x="214021" y="314063"/>
                  </a:lnTo>
                  <a:lnTo>
                    <a:pt x="261417" y="288123"/>
                  </a:lnTo>
                  <a:lnTo>
                    <a:pt x="289265" y="247112"/>
                  </a:lnTo>
                  <a:lnTo>
                    <a:pt x="298807" y="180984"/>
                  </a:lnTo>
                  <a:lnTo>
                    <a:pt x="294790" y="138650"/>
                  </a:lnTo>
                  <a:lnTo>
                    <a:pt x="285244" y="100845"/>
                  </a:lnTo>
                  <a:lnTo>
                    <a:pt x="267069" y="64993"/>
                  </a:lnTo>
                  <a:lnTo>
                    <a:pt x="244367" y="32560"/>
                  </a:lnTo>
                  <a:lnTo>
                    <a:pt x="224990" y="9058"/>
                  </a:lnTo>
                  <a:lnTo>
                    <a:pt x="216786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782859" y="9247628"/>
              <a:ext cx="159932" cy="253692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3962296" y="9045608"/>
              <a:ext cx="153035" cy="398780"/>
            </a:xfrm>
            <a:custGeom>
              <a:avLst/>
              <a:gdLst/>
              <a:ahLst/>
              <a:cxnLst/>
              <a:rect l="l" t="t" r="r" b="b"/>
              <a:pathLst>
                <a:path w="153035" h="398779">
                  <a:moveTo>
                    <a:pt x="73547" y="0"/>
                  </a:moveTo>
                  <a:lnTo>
                    <a:pt x="41529" y="29800"/>
                  </a:lnTo>
                  <a:lnTo>
                    <a:pt x="31872" y="82543"/>
                  </a:lnTo>
                  <a:lnTo>
                    <a:pt x="30964" y="99665"/>
                  </a:lnTo>
                  <a:lnTo>
                    <a:pt x="28399" y="115940"/>
                  </a:lnTo>
                  <a:lnTo>
                    <a:pt x="22565" y="141612"/>
                  </a:lnTo>
                  <a:lnTo>
                    <a:pt x="13526" y="173828"/>
                  </a:lnTo>
                  <a:lnTo>
                    <a:pt x="1342" y="209735"/>
                  </a:lnTo>
                  <a:lnTo>
                    <a:pt x="0" y="238904"/>
                  </a:lnTo>
                  <a:lnTo>
                    <a:pt x="9775" y="279240"/>
                  </a:lnTo>
                  <a:lnTo>
                    <a:pt x="27895" y="323054"/>
                  </a:lnTo>
                  <a:lnTo>
                    <a:pt x="51584" y="362658"/>
                  </a:lnTo>
                  <a:lnTo>
                    <a:pt x="78070" y="390364"/>
                  </a:lnTo>
                  <a:lnTo>
                    <a:pt x="104577" y="398485"/>
                  </a:lnTo>
                  <a:lnTo>
                    <a:pt x="128333" y="379332"/>
                  </a:lnTo>
                  <a:lnTo>
                    <a:pt x="146456" y="326968"/>
                  </a:lnTo>
                  <a:lnTo>
                    <a:pt x="152497" y="292733"/>
                  </a:lnTo>
                  <a:lnTo>
                    <a:pt x="146456" y="261524"/>
                  </a:lnTo>
                  <a:lnTo>
                    <a:pt x="128333" y="218237"/>
                  </a:lnTo>
                  <a:lnTo>
                    <a:pt x="108300" y="171888"/>
                  </a:lnTo>
                  <a:lnTo>
                    <a:pt x="95958" y="136906"/>
                  </a:lnTo>
                  <a:lnTo>
                    <a:pt x="90357" y="106307"/>
                  </a:lnTo>
                  <a:lnTo>
                    <a:pt x="90638" y="38464"/>
                  </a:lnTo>
                  <a:lnTo>
                    <a:pt x="85113" y="12146"/>
                  </a:lnTo>
                  <a:lnTo>
                    <a:pt x="7354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3150677" y="9049118"/>
            <a:ext cx="324485" cy="451484"/>
            <a:chOff x="3150677" y="9049118"/>
            <a:chExt cx="324485" cy="451484"/>
          </a:xfrm>
        </p:grpSpPr>
        <p:sp>
          <p:nvSpPr>
            <p:cNvPr id="63" name="object 63" descr=""/>
            <p:cNvSpPr/>
            <p:nvPr/>
          </p:nvSpPr>
          <p:spPr>
            <a:xfrm>
              <a:off x="3173806" y="9191867"/>
              <a:ext cx="298450" cy="309245"/>
            </a:xfrm>
            <a:custGeom>
              <a:avLst/>
              <a:gdLst/>
              <a:ahLst/>
              <a:cxnLst/>
              <a:rect l="l" t="t" r="r" b="b"/>
              <a:pathLst>
                <a:path w="298450" h="309245">
                  <a:moveTo>
                    <a:pt x="206670" y="0"/>
                  </a:moveTo>
                  <a:lnTo>
                    <a:pt x="203049" y="21531"/>
                  </a:lnTo>
                  <a:lnTo>
                    <a:pt x="185397" y="34509"/>
                  </a:lnTo>
                  <a:lnTo>
                    <a:pt x="138915" y="44153"/>
                  </a:lnTo>
                  <a:lnTo>
                    <a:pt x="48801" y="55684"/>
                  </a:lnTo>
                  <a:lnTo>
                    <a:pt x="16971" y="63116"/>
                  </a:lnTo>
                  <a:lnTo>
                    <a:pt x="7181" y="74805"/>
                  </a:lnTo>
                  <a:lnTo>
                    <a:pt x="8178" y="91899"/>
                  </a:lnTo>
                  <a:lnTo>
                    <a:pt x="8708" y="115546"/>
                  </a:lnTo>
                  <a:lnTo>
                    <a:pt x="3599" y="157875"/>
                  </a:lnTo>
                  <a:lnTo>
                    <a:pt x="0" y="206998"/>
                  </a:lnTo>
                  <a:lnTo>
                    <a:pt x="1854" y="253810"/>
                  </a:lnTo>
                  <a:lnTo>
                    <a:pt x="13106" y="289207"/>
                  </a:lnTo>
                  <a:lnTo>
                    <a:pt x="37701" y="304084"/>
                  </a:lnTo>
                  <a:lnTo>
                    <a:pt x="106755" y="307395"/>
                  </a:lnTo>
                  <a:lnTo>
                    <a:pt x="152078" y="308645"/>
                  </a:lnTo>
                  <a:lnTo>
                    <a:pt x="185617" y="307059"/>
                  </a:lnTo>
                  <a:lnTo>
                    <a:pt x="244765" y="293461"/>
                  </a:lnTo>
                  <a:lnTo>
                    <a:pt x="271595" y="264409"/>
                  </a:lnTo>
                  <a:lnTo>
                    <a:pt x="292079" y="215891"/>
                  </a:lnTo>
                  <a:lnTo>
                    <a:pt x="298026" y="173694"/>
                  </a:lnTo>
                  <a:lnTo>
                    <a:pt x="298189" y="127993"/>
                  </a:lnTo>
                  <a:lnTo>
                    <a:pt x="290542" y="88656"/>
                  </a:lnTo>
                  <a:lnTo>
                    <a:pt x="269963" y="54687"/>
                  </a:lnTo>
                  <a:lnTo>
                    <a:pt x="241962" y="26446"/>
                  </a:lnTo>
                  <a:lnTo>
                    <a:pt x="217284" y="7147"/>
                  </a:lnTo>
                  <a:lnTo>
                    <a:pt x="206670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150677" y="9253357"/>
              <a:ext cx="161889" cy="238872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3349137" y="9049118"/>
              <a:ext cx="126364" cy="421005"/>
            </a:xfrm>
            <a:custGeom>
              <a:avLst/>
              <a:gdLst/>
              <a:ahLst/>
              <a:cxnLst/>
              <a:rect l="l" t="t" r="r" b="b"/>
              <a:pathLst>
                <a:path w="126364" h="421004">
                  <a:moveTo>
                    <a:pt x="72687" y="0"/>
                  </a:moveTo>
                  <a:lnTo>
                    <a:pt x="42888" y="27494"/>
                  </a:lnTo>
                  <a:lnTo>
                    <a:pt x="33608" y="80648"/>
                  </a:lnTo>
                  <a:lnTo>
                    <a:pt x="32889" y="98006"/>
                  </a:lnTo>
                  <a:lnTo>
                    <a:pt x="30306" y="114276"/>
                  </a:lnTo>
                  <a:lnTo>
                    <a:pt x="24474" y="139943"/>
                  </a:lnTo>
                  <a:lnTo>
                    <a:pt x="15444" y="172146"/>
                  </a:lnTo>
                  <a:lnTo>
                    <a:pt x="3267" y="208023"/>
                  </a:lnTo>
                  <a:lnTo>
                    <a:pt x="0" y="233901"/>
                  </a:lnTo>
                  <a:lnTo>
                    <a:pt x="11782" y="313244"/>
                  </a:lnTo>
                  <a:lnTo>
                    <a:pt x="24656" y="355186"/>
                  </a:lnTo>
                  <a:lnTo>
                    <a:pt x="40735" y="390962"/>
                  </a:lnTo>
                  <a:lnTo>
                    <a:pt x="78158" y="420971"/>
                  </a:lnTo>
                  <a:lnTo>
                    <a:pt x="97327" y="403682"/>
                  </a:lnTo>
                  <a:lnTo>
                    <a:pt x="116656" y="370139"/>
                  </a:lnTo>
                  <a:lnTo>
                    <a:pt x="125487" y="341950"/>
                  </a:lnTo>
                  <a:lnTo>
                    <a:pt x="125968" y="303809"/>
                  </a:lnTo>
                  <a:lnTo>
                    <a:pt x="120247" y="240410"/>
                  </a:lnTo>
                  <a:lnTo>
                    <a:pt x="110413" y="187066"/>
                  </a:lnTo>
                  <a:lnTo>
                    <a:pt x="96779" y="142991"/>
                  </a:lnTo>
                  <a:lnTo>
                    <a:pt x="85317" y="104504"/>
                  </a:lnTo>
                  <a:lnTo>
                    <a:pt x="81997" y="67923"/>
                  </a:lnTo>
                  <a:lnTo>
                    <a:pt x="83345" y="34581"/>
                  </a:lnTo>
                  <a:lnTo>
                    <a:pt x="80781" y="10698"/>
                  </a:lnTo>
                  <a:lnTo>
                    <a:pt x="7268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" name="object 66" descr=""/>
          <p:cNvGrpSpPr/>
          <p:nvPr/>
        </p:nvGrpSpPr>
        <p:grpSpPr>
          <a:xfrm>
            <a:off x="2518913" y="9194930"/>
            <a:ext cx="321945" cy="304165"/>
            <a:chOff x="2518913" y="9194930"/>
            <a:chExt cx="321945" cy="304165"/>
          </a:xfrm>
        </p:grpSpPr>
        <p:sp>
          <p:nvSpPr>
            <p:cNvPr id="67" name="object 67" descr=""/>
            <p:cNvSpPr/>
            <p:nvPr/>
          </p:nvSpPr>
          <p:spPr>
            <a:xfrm>
              <a:off x="2542041" y="9226768"/>
              <a:ext cx="298450" cy="272415"/>
            </a:xfrm>
            <a:custGeom>
              <a:avLst/>
              <a:gdLst/>
              <a:ahLst/>
              <a:cxnLst/>
              <a:rect l="l" t="t" r="r" b="b"/>
              <a:pathLst>
                <a:path w="298450" h="272415">
                  <a:moveTo>
                    <a:pt x="204618" y="0"/>
                  </a:moveTo>
                  <a:lnTo>
                    <a:pt x="48801" y="18983"/>
                  </a:lnTo>
                  <a:lnTo>
                    <a:pt x="16971" y="26391"/>
                  </a:lnTo>
                  <a:lnTo>
                    <a:pt x="7181" y="38068"/>
                  </a:lnTo>
                  <a:lnTo>
                    <a:pt x="8178" y="55157"/>
                  </a:lnTo>
                  <a:lnTo>
                    <a:pt x="8708" y="78803"/>
                  </a:lnTo>
                  <a:lnTo>
                    <a:pt x="3599" y="121137"/>
                  </a:lnTo>
                  <a:lnTo>
                    <a:pt x="0" y="170268"/>
                  </a:lnTo>
                  <a:lnTo>
                    <a:pt x="1854" y="217086"/>
                  </a:lnTo>
                  <a:lnTo>
                    <a:pt x="13106" y="252481"/>
                  </a:lnTo>
                  <a:lnTo>
                    <a:pt x="37701" y="267342"/>
                  </a:lnTo>
                  <a:lnTo>
                    <a:pt x="106755" y="270659"/>
                  </a:lnTo>
                  <a:lnTo>
                    <a:pt x="152078" y="271918"/>
                  </a:lnTo>
                  <a:lnTo>
                    <a:pt x="185617" y="270334"/>
                  </a:lnTo>
                  <a:lnTo>
                    <a:pt x="244765" y="256732"/>
                  </a:lnTo>
                  <a:lnTo>
                    <a:pt x="271595" y="227672"/>
                  </a:lnTo>
                  <a:lnTo>
                    <a:pt x="292079" y="179144"/>
                  </a:lnTo>
                  <a:lnTo>
                    <a:pt x="298027" y="136947"/>
                  </a:lnTo>
                  <a:lnTo>
                    <a:pt x="298193" y="91245"/>
                  </a:lnTo>
                  <a:lnTo>
                    <a:pt x="290552" y="51904"/>
                  </a:lnTo>
                  <a:lnTo>
                    <a:pt x="269646" y="23699"/>
                  </a:lnTo>
                  <a:lnTo>
                    <a:pt x="240937" y="8090"/>
                  </a:lnTo>
                  <a:lnTo>
                    <a:pt x="215552" y="1411"/>
                  </a:lnTo>
                  <a:lnTo>
                    <a:pt x="204618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518913" y="9194930"/>
              <a:ext cx="320384" cy="295456"/>
            </a:xfrm>
            <a:prstGeom prst="rect">
              <a:avLst/>
            </a:prstGeom>
          </p:spPr>
        </p:pic>
      </p:grpSp>
      <p:grpSp>
        <p:nvGrpSpPr>
          <p:cNvPr id="69" name="object 69" descr=""/>
          <p:cNvGrpSpPr/>
          <p:nvPr/>
        </p:nvGrpSpPr>
        <p:grpSpPr>
          <a:xfrm>
            <a:off x="8355412" y="9108184"/>
            <a:ext cx="375920" cy="355600"/>
            <a:chOff x="8355412" y="9108184"/>
            <a:chExt cx="375920" cy="355600"/>
          </a:xfrm>
        </p:grpSpPr>
        <p:sp>
          <p:nvSpPr>
            <p:cNvPr id="70" name="object 70" descr=""/>
            <p:cNvSpPr/>
            <p:nvPr/>
          </p:nvSpPr>
          <p:spPr>
            <a:xfrm>
              <a:off x="8382469" y="9145446"/>
              <a:ext cx="349250" cy="318135"/>
            </a:xfrm>
            <a:custGeom>
              <a:avLst/>
              <a:gdLst/>
              <a:ahLst/>
              <a:cxnLst/>
              <a:rect l="l" t="t" r="r" b="b"/>
              <a:pathLst>
                <a:path w="349250" h="318134">
                  <a:moveTo>
                    <a:pt x="239356" y="0"/>
                  </a:moveTo>
                  <a:lnTo>
                    <a:pt x="57058" y="22166"/>
                  </a:lnTo>
                  <a:lnTo>
                    <a:pt x="19845" y="30849"/>
                  </a:lnTo>
                  <a:lnTo>
                    <a:pt x="8402" y="44528"/>
                  </a:lnTo>
                  <a:lnTo>
                    <a:pt x="9568" y="64540"/>
                  </a:lnTo>
                  <a:lnTo>
                    <a:pt x="10180" y="92217"/>
                  </a:lnTo>
                  <a:lnTo>
                    <a:pt x="5211" y="132631"/>
                  </a:lnTo>
                  <a:lnTo>
                    <a:pt x="926" y="179799"/>
                  </a:lnTo>
                  <a:lnTo>
                    <a:pt x="0" y="227555"/>
                  </a:lnTo>
                  <a:lnTo>
                    <a:pt x="5106" y="269736"/>
                  </a:lnTo>
                  <a:lnTo>
                    <a:pt x="18920" y="300177"/>
                  </a:lnTo>
                  <a:lnTo>
                    <a:pt x="44116" y="312712"/>
                  </a:lnTo>
                  <a:lnTo>
                    <a:pt x="124877" y="316613"/>
                  </a:lnTo>
                  <a:lnTo>
                    <a:pt x="177884" y="318087"/>
                  </a:lnTo>
                  <a:lnTo>
                    <a:pt x="217113" y="316235"/>
                  </a:lnTo>
                  <a:lnTo>
                    <a:pt x="256539" y="310158"/>
                  </a:lnTo>
                  <a:lnTo>
                    <a:pt x="304878" y="285535"/>
                  </a:lnTo>
                  <a:lnTo>
                    <a:pt x="330317" y="243291"/>
                  </a:lnTo>
                  <a:lnTo>
                    <a:pt x="348618" y="160199"/>
                  </a:lnTo>
                  <a:lnTo>
                    <a:pt x="348809" y="106734"/>
                  </a:lnTo>
                  <a:lnTo>
                    <a:pt x="339866" y="60710"/>
                  </a:lnTo>
                  <a:lnTo>
                    <a:pt x="315411" y="27714"/>
                  </a:lnTo>
                  <a:lnTo>
                    <a:pt x="281833" y="9457"/>
                  </a:lnTo>
                  <a:lnTo>
                    <a:pt x="252144" y="1649"/>
                  </a:lnTo>
                  <a:lnTo>
                    <a:pt x="239356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355412" y="9174412"/>
              <a:ext cx="189366" cy="279395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8439505" y="9108184"/>
              <a:ext cx="290830" cy="236854"/>
            </a:xfrm>
            <a:custGeom>
              <a:avLst/>
              <a:gdLst/>
              <a:ahLst/>
              <a:cxnLst/>
              <a:rect l="l" t="t" r="r" b="b"/>
              <a:pathLst>
                <a:path w="290829" h="236854">
                  <a:moveTo>
                    <a:pt x="87679" y="0"/>
                  </a:moveTo>
                  <a:lnTo>
                    <a:pt x="29168" y="15420"/>
                  </a:lnTo>
                  <a:lnTo>
                    <a:pt x="10360" y="77619"/>
                  </a:lnTo>
                  <a:lnTo>
                    <a:pt x="3044" y="118523"/>
                  </a:lnTo>
                  <a:lnTo>
                    <a:pt x="0" y="152671"/>
                  </a:lnTo>
                  <a:lnTo>
                    <a:pt x="5886" y="169826"/>
                  </a:lnTo>
                  <a:lnTo>
                    <a:pt x="20962" y="170572"/>
                  </a:lnTo>
                  <a:lnTo>
                    <a:pt x="39397" y="161881"/>
                  </a:lnTo>
                  <a:lnTo>
                    <a:pt x="56747" y="143095"/>
                  </a:lnTo>
                  <a:lnTo>
                    <a:pt x="68565" y="113555"/>
                  </a:lnTo>
                  <a:lnTo>
                    <a:pt x="73697" y="86705"/>
                  </a:lnTo>
                  <a:lnTo>
                    <a:pt x="75382" y="73856"/>
                  </a:lnTo>
                  <a:lnTo>
                    <a:pt x="75880" y="71274"/>
                  </a:lnTo>
                  <a:lnTo>
                    <a:pt x="77455" y="75222"/>
                  </a:lnTo>
                  <a:lnTo>
                    <a:pt x="82657" y="93610"/>
                  </a:lnTo>
                  <a:lnTo>
                    <a:pt x="94007" y="128132"/>
                  </a:lnTo>
                  <a:lnTo>
                    <a:pt x="113598" y="165821"/>
                  </a:lnTo>
                  <a:lnTo>
                    <a:pt x="143526" y="193710"/>
                  </a:lnTo>
                  <a:lnTo>
                    <a:pt x="185366" y="213841"/>
                  </a:lnTo>
                  <a:lnTo>
                    <a:pt x="231245" y="231017"/>
                  </a:lnTo>
                  <a:lnTo>
                    <a:pt x="269159" y="236387"/>
                  </a:lnTo>
                  <a:lnTo>
                    <a:pt x="287103" y="221102"/>
                  </a:lnTo>
                  <a:lnTo>
                    <a:pt x="289930" y="190075"/>
                  </a:lnTo>
                  <a:lnTo>
                    <a:pt x="290684" y="157864"/>
                  </a:lnTo>
                  <a:lnTo>
                    <a:pt x="289647" y="130093"/>
                  </a:lnTo>
                  <a:lnTo>
                    <a:pt x="265087" y="74672"/>
                  </a:lnTo>
                  <a:lnTo>
                    <a:pt x="226500" y="40352"/>
                  </a:lnTo>
                  <a:lnTo>
                    <a:pt x="179083" y="14512"/>
                  </a:lnTo>
                  <a:lnTo>
                    <a:pt x="130574" y="2239"/>
                  </a:lnTo>
                  <a:lnTo>
                    <a:pt x="87679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10164773" y="9106020"/>
            <a:ext cx="598170" cy="360045"/>
            <a:chOff x="10164773" y="9106020"/>
            <a:chExt cx="598170" cy="360045"/>
          </a:xfrm>
        </p:grpSpPr>
        <p:sp>
          <p:nvSpPr>
            <p:cNvPr id="74" name="object 74" descr=""/>
            <p:cNvSpPr/>
            <p:nvPr/>
          </p:nvSpPr>
          <p:spPr>
            <a:xfrm>
              <a:off x="10299443" y="9106020"/>
              <a:ext cx="352425" cy="153035"/>
            </a:xfrm>
            <a:custGeom>
              <a:avLst/>
              <a:gdLst/>
              <a:ahLst/>
              <a:cxnLst/>
              <a:rect l="l" t="t" r="r" b="b"/>
              <a:pathLst>
                <a:path w="352425" h="153034">
                  <a:moveTo>
                    <a:pt x="147956" y="0"/>
                  </a:moveTo>
                  <a:lnTo>
                    <a:pt x="97319" y="2877"/>
                  </a:lnTo>
                  <a:lnTo>
                    <a:pt x="55920" y="11487"/>
                  </a:lnTo>
                  <a:lnTo>
                    <a:pt x="2159" y="45412"/>
                  </a:lnTo>
                  <a:lnTo>
                    <a:pt x="0" y="68840"/>
                  </a:lnTo>
                  <a:lnTo>
                    <a:pt x="28159" y="87133"/>
                  </a:lnTo>
                  <a:lnTo>
                    <a:pt x="77788" y="102991"/>
                  </a:lnTo>
                  <a:lnTo>
                    <a:pt x="140040" y="119116"/>
                  </a:lnTo>
                  <a:lnTo>
                    <a:pt x="201370" y="136244"/>
                  </a:lnTo>
                  <a:lnTo>
                    <a:pt x="254293" y="149323"/>
                  </a:lnTo>
                  <a:lnTo>
                    <a:pt x="298931" y="152452"/>
                  </a:lnTo>
                  <a:lnTo>
                    <a:pt x="335406" y="139723"/>
                  </a:lnTo>
                  <a:lnTo>
                    <a:pt x="352024" y="111633"/>
                  </a:lnTo>
                  <a:lnTo>
                    <a:pt x="342983" y="77899"/>
                  </a:lnTo>
                  <a:lnTo>
                    <a:pt x="317311" y="46452"/>
                  </a:lnTo>
                  <a:lnTo>
                    <a:pt x="284036" y="25224"/>
                  </a:lnTo>
                  <a:lnTo>
                    <a:pt x="215760" y="5870"/>
                  </a:lnTo>
                  <a:lnTo>
                    <a:pt x="181726" y="1413"/>
                  </a:lnTo>
                  <a:lnTo>
                    <a:pt x="14795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551888" y="9137206"/>
              <a:ext cx="210638" cy="229125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0258006" y="9142024"/>
              <a:ext cx="335915" cy="323850"/>
            </a:xfrm>
            <a:custGeom>
              <a:avLst/>
              <a:gdLst/>
              <a:ahLst/>
              <a:cxnLst/>
              <a:rect l="l" t="t" r="r" b="b"/>
              <a:pathLst>
                <a:path w="335915" h="323850">
                  <a:moveTo>
                    <a:pt x="168313" y="20713"/>
                  </a:moveTo>
                  <a:lnTo>
                    <a:pt x="155321" y="0"/>
                  </a:lnTo>
                  <a:lnTo>
                    <a:pt x="121843" y="1168"/>
                  </a:lnTo>
                  <a:lnTo>
                    <a:pt x="107200" y="15760"/>
                  </a:lnTo>
                  <a:lnTo>
                    <a:pt x="92303" y="45300"/>
                  </a:lnTo>
                  <a:lnTo>
                    <a:pt x="76187" y="84124"/>
                  </a:lnTo>
                  <a:lnTo>
                    <a:pt x="57912" y="126606"/>
                  </a:lnTo>
                  <a:lnTo>
                    <a:pt x="35331" y="169913"/>
                  </a:lnTo>
                  <a:lnTo>
                    <a:pt x="12992" y="210858"/>
                  </a:lnTo>
                  <a:lnTo>
                    <a:pt x="0" y="243281"/>
                  </a:lnTo>
                  <a:lnTo>
                    <a:pt x="5461" y="261099"/>
                  </a:lnTo>
                  <a:lnTo>
                    <a:pt x="23469" y="261226"/>
                  </a:lnTo>
                  <a:lnTo>
                    <a:pt x="41592" y="248259"/>
                  </a:lnTo>
                  <a:lnTo>
                    <a:pt x="59169" y="227596"/>
                  </a:lnTo>
                  <a:lnTo>
                    <a:pt x="75552" y="204660"/>
                  </a:lnTo>
                  <a:lnTo>
                    <a:pt x="93116" y="177533"/>
                  </a:lnTo>
                  <a:lnTo>
                    <a:pt x="133756" y="110515"/>
                  </a:lnTo>
                  <a:lnTo>
                    <a:pt x="152438" y="81318"/>
                  </a:lnTo>
                  <a:lnTo>
                    <a:pt x="165722" y="51689"/>
                  </a:lnTo>
                  <a:lnTo>
                    <a:pt x="168313" y="20713"/>
                  </a:lnTo>
                  <a:close/>
                </a:path>
                <a:path w="335915" h="323850">
                  <a:moveTo>
                    <a:pt x="241388" y="82804"/>
                  </a:moveTo>
                  <a:lnTo>
                    <a:pt x="238569" y="51879"/>
                  </a:lnTo>
                  <a:lnTo>
                    <a:pt x="222173" y="33756"/>
                  </a:lnTo>
                  <a:lnTo>
                    <a:pt x="189433" y="40716"/>
                  </a:lnTo>
                  <a:lnTo>
                    <a:pt x="177520" y="57594"/>
                  </a:lnTo>
                  <a:lnTo>
                    <a:pt x="167970" y="89255"/>
                  </a:lnTo>
                  <a:lnTo>
                    <a:pt x="158851" y="130302"/>
                  </a:lnTo>
                  <a:lnTo>
                    <a:pt x="148247" y="175323"/>
                  </a:lnTo>
                  <a:lnTo>
                    <a:pt x="133527" y="221894"/>
                  </a:lnTo>
                  <a:lnTo>
                    <a:pt x="118643" y="266103"/>
                  </a:lnTo>
                  <a:lnTo>
                    <a:pt x="111506" y="300304"/>
                  </a:lnTo>
                  <a:lnTo>
                    <a:pt x="120002" y="316890"/>
                  </a:lnTo>
                  <a:lnTo>
                    <a:pt x="137769" y="313880"/>
                  </a:lnTo>
                  <a:lnTo>
                    <a:pt x="153352" y="297967"/>
                  </a:lnTo>
                  <a:lnTo>
                    <a:pt x="167055" y="274574"/>
                  </a:lnTo>
                  <a:lnTo>
                    <a:pt x="179209" y="249148"/>
                  </a:lnTo>
                  <a:lnTo>
                    <a:pt x="191795" y="219379"/>
                  </a:lnTo>
                  <a:lnTo>
                    <a:pt x="220141" y="146291"/>
                  </a:lnTo>
                  <a:lnTo>
                    <a:pt x="233464" y="114287"/>
                  </a:lnTo>
                  <a:lnTo>
                    <a:pt x="241388" y="82804"/>
                  </a:lnTo>
                  <a:close/>
                </a:path>
                <a:path w="335915" h="323850">
                  <a:moveTo>
                    <a:pt x="335876" y="75704"/>
                  </a:moveTo>
                  <a:lnTo>
                    <a:pt x="329006" y="45402"/>
                  </a:lnTo>
                  <a:lnTo>
                    <a:pt x="310362" y="29591"/>
                  </a:lnTo>
                  <a:lnTo>
                    <a:pt x="278790" y="40805"/>
                  </a:lnTo>
                  <a:lnTo>
                    <a:pt x="269227" y="59118"/>
                  </a:lnTo>
                  <a:lnTo>
                    <a:pt x="263931" y="91757"/>
                  </a:lnTo>
                  <a:lnTo>
                    <a:pt x="260299" y="133654"/>
                  </a:lnTo>
                  <a:lnTo>
                    <a:pt x="255701" y="179679"/>
                  </a:lnTo>
                  <a:lnTo>
                    <a:pt x="247256" y="227787"/>
                  </a:lnTo>
                  <a:lnTo>
                    <a:pt x="238328" y="273558"/>
                  </a:lnTo>
                  <a:lnTo>
                    <a:pt x="235737" y="308406"/>
                  </a:lnTo>
                  <a:lnTo>
                    <a:pt x="246329" y="323723"/>
                  </a:lnTo>
                  <a:lnTo>
                    <a:pt x="263537" y="318401"/>
                  </a:lnTo>
                  <a:lnTo>
                    <a:pt x="276898" y="300583"/>
                  </a:lnTo>
                  <a:lnTo>
                    <a:pt x="287413" y="275590"/>
                  </a:lnTo>
                  <a:lnTo>
                    <a:pt x="296100" y="248767"/>
                  </a:lnTo>
                  <a:lnTo>
                    <a:pt x="304673" y="217614"/>
                  </a:lnTo>
                  <a:lnTo>
                    <a:pt x="323164" y="141427"/>
                  </a:lnTo>
                  <a:lnTo>
                    <a:pt x="332130" y="107950"/>
                  </a:lnTo>
                  <a:lnTo>
                    <a:pt x="335876" y="75704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164773" y="9133379"/>
              <a:ext cx="204166" cy="133189"/>
            </a:xfrm>
            <a:prstGeom prst="rect">
              <a:avLst/>
            </a:prstGeom>
          </p:spPr>
        </p:pic>
      </p:grpSp>
      <p:grpSp>
        <p:nvGrpSpPr>
          <p:cNvPr id="78" name="object 78" descr=""/>
          <p:cNvGrpSpPr/>
          <p:nvPr/>
        </p:nvGrpSpPr>
        <p:grpSpPr>
          <a:xfrm>
            <a:off x="9548164" y="8884763"/>
            <a:ext cx="396240" cy="557530"/>
            <a:chOff x="9548164" y="8884763"/>
            <a:chExt cx="396240" cy="557530"/>
          </a:xfrm>
        </p:grpSpPr>
        <p:pic>
          <p:nvPicPr>
            <p:cNvPr id="79" name="object 7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548164" y="9178292"/>
              <a:ext cx="209149" cy="263886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9594345" y="9144395"/>
              <a:ext cx="343535" cy="287020"/>
            </a:xfrm>
            <a:custGeom>
              <a:avLst/>
              <a:gdLst/>
              <a:ahLst/>
              <a:cxnLst/>
              <a:rect l="l" t="t" r="r" b="b"/>
              <a:pathLst>
                <a:path w="343534" h="287020">
                  <a:moveTo>
                    <a:pt x="152980" y="0"/>
                  </a:moveTo>
                  <a:lnTo>
                    <a:pt x="123375" y="2383"/>
                  </a:lnTo>
                  <a:lnTo>
                    <a:pt x="82301" y="18451"/>
                  </a:lnTo>
                  <a:lnTo>
                    <a:pt x="24454" y="43411"/>
                  </a:lnTo>
                  <a:lnTo>
                    <a:pt x="0" y="59043"/>
                  </a:lnTo>
                  <a:lnTo>
                    <a:pt x="583" y="78119"/>
                  </a:lnTo>
                  <a:lnTo>
                    <a:pt x="16759" y="108099"/>
                  </a:lnTo>
                  <a:lnTo>
                    <a:pt x="39082" y="156444"/>
                  </a:lnTo>
                  <a:lnTo>
                    <a:pt x="65553" y="203073"/>
                  </a:lnTo>
                  <a:lnTo>
                    <a:pt x="103016" y="237912"/>
                  </a:lnTo>
                  <a:lnTo>
                    <a:pt x="147522" y="262446"/>
                  </a:lnTo>
                  <a:lnTo>
                    <a:pt x="195120" y="278159"/>
                  </a:lnTo>
                  <a:lnTo>
                    <a:pt x="241861" y="286534"/>
                  </a:lnTo>
                  <a:lnTo>
                    <a:pt x="291504" y="283579"/>
                  </a:lnTo>
                  <a:lnTo>
                    <a:pt x="326258" y="263653"/>
                  </a:lnTo>
                  <a:lnTo>
                    <a:pt x="343501" y="229579"/>
                  </a:lnTo>
                  <a:lnTo>
                    <a:pt x="340612" y="184181"/>
                  </a:lnTo>
                  <a:lnTo>
                    <a:pt x="323778" y="160247"/>
                  </a:lnTo>
                  <a:lnTo>
                    <a:pt x="288759" y="124660"/>
                  </a:lnTo>
                  <a:lnTo>
                    <a:pt x="204897" y="45772"/>
                  </a:lnTo>
                  <a:lnTo>
                    <a:pt x="176418" y="16092"/>
                  </a:lnTo>
                  <a:lnTo>
                    <a:pt x="152980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9575012" y="8884773"/>
              <a:ext cx="253365" cy="537210"/>
            </a:xfrm>
            <a:custGeom>
              <a:avLst/>
              <a:gdLst/>
              <a:ahLst/>
              <a:cxnLst/>
              <a:rect l="l" t="t" r="r" b="b"/>
              <a:pathLst>
                <a:path w="253365" h="537209">
                  <a:moveTo>
                    <a:pt x="252895" y="30543"/>
                  </a:moveTo>
                  <a:lnTo>
                    <a:pt x="244970" y="26987"/>
                  </a:lnTo>
                  <a:lnTo>
                    <a:pt x="252056" y="11226"/>
                  </a:lnTo>
                  <a:lnTo>
                    <a:pt x="250037" y="5905"/>
                  </a:lnTo>
                  <a:lnTo>
                    <a:pt x="245605" y="3937"/>
                  </a:lnTo>
                  <a:lnTo>
                    <a:pt x="236855" y="0"/>
                  </a:lnTo>
                  <a:lnTo>
                    <a:pt x="231533" y="2006"/>
                  </a:lnTo>
                  <a:lnTo>
                    <a:pt x="224434" y="17741"/>
                  </a:lnTo>
                  <a:lnTo>
                    <a:pt x="216700" y="14249"/>
                  </a:lnTo>
                  <a:lnTo>
                    <a:pt x="2095" y="490893"/>
                  </a:lnTo>
                  <a:lnTo>
                    <a:pt x="419" y="517842"/>
                  </a:lnTo>
                  <a:lnTo>
                    <a:pt x="0" y="531609"/>
                  </a:lnTo>
                  <a:lnTo>
                    <a:pt x="965" y="536498"/>
                  </a:lnTo>
                  <a:lnTo>
                    <a:pt x="3441" y="536816"/>
                  </a:lnTo>
                  <a:lnTo>
                    <a:pt x="10706" y="531863"/>
                  </a:lnTo>
                  <a:lnTo>
                    <a:pt x="22491" y="521703"/>
                  </a:lnTo>
                  <a:lnTo>
                    <a:pt x="33451" y="511683"/>
                  </a:lnTo>
                  <a:lnTo>
                    <a:pt x="38290" y="507149"/>
                  </a:lnTo>
                  <a:lnTo>
                    <a:pt x="252895" y="30543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9776250" y="8908390"/>
              <a:ext cx="56515" cy="34925"/>
            </a:xfrm>
            <a:custGeom>
              <a:avLst/>
              <a:gdLst/>
              <a:ahLst/>
              <a:cxnLst/>
              <a:rect l="l" t="t" r="r" b="b"/>
              <a:pathLst>
                <a:path w="56515" h="34925">
                  <a:moveTo>
                    <a:pt x="5235" y="0"/>
                  </a:moveTo>
                  <a:lnTo>
                    <a:pt x="0" y="11654"/>
                  </a:lnTo>
                  <a:lnTo>
                    <a:pt x="50993" y="34606"/>
                  </a:lnTo>
                  <a:lnTo>
                    <a:pt x="56228" y="22962"/>
                  </a:lnTo>
                  <a:lnTo>
                    <a:pt x="5235" y="0"/>
                  </a:lnTo>
                  <a:close/>
                </a:path>
              </a:pathLst>
            </a:custGeom>
            <a:solidFill>
              <a:srgbClr val="C8C8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9754386" y="8931357"/>
              <a:ext cx="90170" cy="179070"/>
            </a:xfrm>
            <a:custGeom>
              <a:avLst/>
              <a:gdLst/>
              <a:ahLst/>
              <a:cxnLst/>
              <a:rect l="l" t="t" r="r" b="b"/>
              <a:pathLst>
                <a:path w="90170" h="179070">
                  <a:moveTo>
                    <a:pt x="78091" y="0"/>
                  </a:moveTo>
                  <a:lnTo>
                    <a:pt x="0" y="173492"/>
                  </a:lnTo>
                  <a:lnTo>
                    <a:pt x="11643" y="178727"/>
                  </a:lnTo>
                  <a:lnTo>
                    <a:pt x="89735" y="5224"/>
                  </a:lnTo>
                  <a:lnTo>
                    <a:pt x="78091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9589779" y="9244321"/>
              <a:ext cx="354965" cy="184785"/>
            </a:xfrm>
            <a:custGeom>
              <a:avLst/>
              <a:gdLst/>
              <a:ahLst/>
              <a:cxnLst/>
              <a:rect l="l" t="t" r="r" b="b"/>
              <a:pathLst>
                <a:path w="354965" h="184784">
                  <a:moveTo>
                    <a:pt x="155834" y="0"/>
                  </a:moveTo>
                  <a:lnTo>
                    <a:pt x="104364" y="13965"/>
                  </a:lnTo>
                  <a:lnTo>
                    <a:pt x="59188" y="31421"/>
                  </a:lnTo>
                  <a:lnTo>
                    <a:pt x="9113" y="56100"/>
                  </a:lnTo>
                  <a:lnTo>
                    <a:pt x="0" y="69095"/>
                  </a:lnTo>
                  <a:lnTo>
                    <a:pt x="949" y="84675"/>
                  </a:lnTo>
                  <a:lnTo>
                    <a:pt x="10795" y="96606"/>
                  </a:lnTo>
                  <a:lnTo>
                    <a:pt x="28850" y="99581"/>
                  </a:lnTo>
                  <a:lnTo>
                    <a:pt x="55444" y="96579"/>
                  </a:lnTo>
                  <a:lnTo>
                    <a:pt x="90905" y="90581"/>
                  </a:lnTo>
                  <a:lnTo>
                    <a:pt x="120499" y="83974"/>
                  </a:lnTo>
                  <a:lnTo>
                    <a:pt x="136195" y="80861"/>
                  </a:lnTo>
                  <a:lnTo>
                    <a:pt x="148465" y="86894"/>
                  </a:lnTo>
                  <a:lnTo>
                    <a:pt x="167782" y="107722"/>
                  </a:lnTo>
                  <a:lnTo>
                    <a:pt x="194217" y="138274"/>
                  </a:lnTo>
                  <a:lnTo>
                    <a:pt x="224567" y="166886"/>
                  </a:lnTo>
                  <a:lnTo>
                    <a:pt x="260054" y="184580"/>
                  </a:lnTo>
                  <a:lnTo>
                    <a:pt x="301903" y="182379"/>
                  </a:lnTo>
                  <a:lnTo>
                    <a:pt x="338075" y="159611"/>
                  </a:lnTo>
                  <a:lnTo>
                    <a:pt x="354374" y="126507"/>
                  </a:lnTo>
                  <a:lnTo>
                    <a:pt x="348679" y="90418"/>
                  </a:lnTo>
                  <a:lnTo>
                    <a:pt x="318866" y="58697"/>
                  </a:lnTo>
                  <a:lnTo>
                    <a:pt x="282973" y="36793"/>
                  </a:lnTo>
                  <a:lnTo>
                    <a:pt x="225659" y="14726"/>
                  </a:lnTo>
                  <a:lnTo>
                    <a:pt x="179352" y="3306"/>
                  </a:lnTo>
                  <a:lnTo>
                    <a:pt x="155834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" name="object 85" descr=""/>
          <p:cNvGrpSpPr/>
          <p:nvPr/>
        </p:nvGrpSpPr>
        <p:grpSpPr>
          <a:xfrm>
            <a:off x="12131895" y="8884723"/>
            <a:ext cx="236854" cy="600710"/>
            <a:chOff x="12131895" y="8884723"/>
            <a:chExt cx="236854" cy="600710"/>
          </a:xfrm>
        </p:grpSpPr>
        <p:sp>
          <p:nvSpPr>
            <p:cNvPr id="86" name="object 86" descr=""/>
            <p:cNvSpPr/>
            <p:nvPr/>
          </p:nvSpPr>
          <p:spPr>
            <a:xfrm>
              <a:off x="12178458" y="8884723"/>
              <a:ext cx="184150" cy="600710"/>
            </a:xfrm>
            <a:custGeom>
              <a:avLst/>
              <a:gdLst/>
              <a:ahLst/>
              <a:cxnLst/>
              <a:rect l="l" t="t" r="r" b="b"/>
              <a:pathLst>
                <a:path w="184150" h="600709">
                  <a:moveTo>
                    <a:pt x="45117" y="0"/>
                  </a:moveTo>
                  <a:lnTo>
                    <a:pt x="29295" y="19646"/>
                  </a:lnTo>
                  <a:lnTo>
                    <a:pt x="27920" y="54401"/>
                  </a:lnTo>
                  <a:lnTo>
                    <a:pt x="32829" y="88716"/>
                  </a:lnTo>
                  <a:lnTo>
                    <a:pt x="35861" y="107043"/>
                  </a:lnTo>
                  <a:lnTo>
                    <a:pt x="0" y="426865"/>
                  </a:lnTo>
                  <a:lnTo>
                    <a:pt x="35" y="578049"/>
                  </a:lnTo>
                  <a:lnTo>
                    <a:pt x="46757" y="600713"/>
                  </a:lnTo>
                  <a:lnTo>
                    <a:pt x="150957" y="534978"/>
                  </a:lnTo>
                  <a:lnTo>
                    <a:pt x="158003" y="524003"/>
                  </a:lnTo>
                  <a:lnTo>
                    <a:pt x="172358" y="490949"/>
                  </a:lnTo>
                  <a:lnTo>
                    <a:pt x="183845" y="435626"/>
                  </a:lnTo>
                  <a:lnTo>
                    <a:pt x="182286" y="357842"/>
                  </a:lnTo>
                  <a:lnTo>
                    <a:pt x="169907" y="304076"/>
                  </a:lnTo>
                  <a:lnTo>
                    <a:pt x="150792" y="259112"/>
                  </a:lnTo>
                  <a:lnTo>
                    <a:pt x="129041" y="219345"/>
                  </a:lnTo>
                  <a:lnTo>
                    <a:pt x="108757" y="181166"/>
                  </a:lnTo>
                  <a:lnTo>
                    <a:pt x="94040" y="140970"/>
                  </a:lnTo>
                  <a:lnTo>
                    <a:pt x="88990" y="95148"/>
                  </a:lnTo>
                  <a:lnTo>
                    <a:pt x="87284" y="65775"/>
                  </a:lnTo>
                  <a:lnTo>
                    <a:pt x="80220" y="32362"/>
                  </a:lnTo>
                  <a:lnTo>
                    <a:pt x="66572" y="6556"/>
                  </a:lnTo>
                  <a:lnTo>
                    <a:pt x="45117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12131895" y="8951418"/>
              <a:ext cx="236854" cy="495300"/>
            </a:xfrm>
            <a:custGeom>
              <a:avLst/>
              <a:gdLst/>
              <a:ahLst/>
              <a:cxnLst/>
              <a:rect l="l" t="t" r="r" b="b"/>
              <a:pathLst>
                <a:path w="236854" h="495300">
                  <a:moveTo>
                    <a:pt x="130486" y="0"/>
                  </a:moveTo>
                  <a:lnTo>
                    <a:pt x="57327" y="43163"/>
                  </a:lnTo>
                  <a:lnTo>
                    <a:pt x="22294" y="86701"/>
                  </a:lnTo>
                  <a:lnTo>
                    <a:pt x="637" y="134152"/>
                  </a:lnTo>
                  <a:lnTo>
                    <a:pt x="0" y="158771"/>
                  </a:lnTo>
                  <a:lnTo>
                    <a:pt x="4965" y="199502"/>
                  </a:lnTo>
                  <a:lnTo>
                    <a:pt x="14596" y="250718"/>
                  </a:lnTo>
                  <a:lnTo>
                    <a:pt x="27954" y="306794"/>
                  </a:lnTo>
                  <a:lnTo>
                    <a:pt x="44099" y="362104"/>
                  </a:lnTo>
                  <a:lnTo>
                    <a:pt x="62094" y="411023"/>
                  </a:lnTo>
                  <a:lnTo>
                    <a:pt x="81001" y="447923"/>
                  </a:lnTo>
                  <a:lnTo>
                    <a:pt x="125016" y="484480"/>
                  </a:lnTo>
                  <a:lnTo>
                    <a:pt x="155394" y="495163"/>
                  </a:lnTo>
                  <a:lnTo>
                    <a:pt x="185029" y="493377"/>
                  </a:lnTo>
                  <a:lnTo>
                    <a:pt x="217858" y="459607"/>
                  </a:lnTo>
                  <a:lnTo>
                    <a:pt x="226104" y="406788"/>
                  </a:lnTo>
                  <a:lnTo>
                    <a:pt x="222589" y="354865"/>
                  </a:lnTo>
                  <a:lnTo>
                    <a:pt x="220138" y="323780"/>
                  </a:lnTo>
                  <a:lnTo>
                    <a:pt x="221980" y="302862"/>
                  </a:lnTo>
                  <a:lnTo>
                    <a:pt x="224102" y="272711"/>
                  </a:lnTo>
                  <a:lnTo>
                    <a:pt x="228370" y="240106"/>
                  </a:lnTo>
                  <a:lnTo>
                    <a:pt x="236650" y="211826"/>
                  </a:lnTo>
                  <a:lnTo>
                    <a:pt x="236043" y="169868"/>
                  </a:lnTo>
                  <a:lnTo>
                    <a:pt x="213424" y="114943"/>
                  </a:lnTo>
                  <a:lnTo>
                    <a:pt x="180491" y="59813"/>
                  </a:lnTo>
                  <a:lnTo>
                    <a:pt x="148946" y="17244"/>
                  </a:lnTo>
                  <a:lnTo>
                    <a:pt x="13048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2197392" y="8979870"/>
              <a:ext cx="163355" cy="179652"/>
            </a:xfrm>
            <a:prstGeom prst="rect">
              <a:avLst/>
            </a:prstGeom>
          </p:spPr>
        </p:pic>
      </p:grpSp>
      <p:grpSp>
        <p:nvGrpSpPr>
          <p:cNvPr id="89" name="object 89" descr=""/>
          <p:cNvGrpSpPr/>
          <p:nvPr/>
        </p:nvGrpSpPr>
        <p:grpSpPr>
          <a:xfrm>
            <a:off x="12677828" y="8898938"/>
            <a:ext cx="290830" cy="532130"/>
            <a:chOff x="12677828" y="8898938"/>
            <a:chExt cx="290830" cy="532130"/>
          </a:xfrm>
        </p:grpSpPr>
        <p:sp>
          <p:nvSpPr>
            <p:cNvPr id="90" name="object 90" descr=""/>
            <p:cNvSpPr/>
            <p:nvPr/>
          </p:nvSpPr>
          <p:spPr>
            <a:xfrm>
              <a:off x="12686195" y="8902274"/>
              <a:ext cx="282575" cy="523240"/>
            </a:xfrm>
            <a:custGeom>
              <a:avLst/>
              <a:gdLst/>
              <a:ahLst/>
              <a:cxnLst/>
              <a:rect l="l" t="t" r="r" b="b"/>
              <a:pathLst>
                <a:path w="282575" h="523240">
                  <a:moveTo>
                    <a:pt x="282422" y="247154"/>
                  </a:moveTo>
                  <a:lnTo>
                    <a:pt x="281470" y="184810"/>
                  </a:lnTo>
                  <a:lnTo>
                    <a:pt x="253136" y="93294"/>
                  </a:lnTo>
                  <a:lnTo>
                    <a:pt x="226593" y="31813"/>
                  </a:lnTo>
                  <a:lnTo>
                    <a:pt x="199313" y="0"/>
                  </a:lnTo>
                  <a:lnTo>
                    <a:pt x="182575" y="8547"/>
                  </a:lnTo>
                  <a:lnTo>
                    <a:pt x="179895" y="39979"/>
                  </a:lnTo>
                  <a:lnTo>
                    <a:pt x="185242" y="82334"/>
                  </a:lnTo>
                  <a:lnTo>
                    <a:pt x="192595" y="123596"/>
                  </a:lnTo>
                  <a:lnTo>
                    <a:pt x="195389" y="169024"/>
                  </a:lnTo>
                  <a:lnTo>
                    <a:pt x="194856" y="171564"/>
                  </a:lnTo>
                  <a:lnTo>
                    <a:pt x="191427" y="164439"/>
                  </a:lnTo>
                  <a:lnTo>
                    <a:pt x="165227" y="112674"/>
                  </a:lnTo>
                  <a:lnTo>
                    <a:pt x="138887" y="66763"/>
                  </a:lnTo>
                  <a:lnTo>
                    <a:pt x="114211" y="34086"/>
                  </a:lnTo>
                  <a:lnTo>
                    <a:pt x="92976" y="22047"/>
                  </a:lnTo>
                  <a:lnTo>
                    <a:pt x="72821" y="39979"/>
                  </a:lnTo>
                  <a:lnTo>
                    <a:pt x="41490" y="84467"/>
                  </a:lnTo>
                  <a:lnTo>
                    <a:pt x="12649" y="142773"/>
                  </a:lnTo>
                  <a:lnTo>
                    <a:pt x="0" y="202120"/>
                  </a:lnTo>
                  <a:lnTo>
                    <a:pt x="3149" y="232892"/>
                  </a:lnTo>
                  <a:lnTo>
                    <a:pt x="12077" y="278041"/>
                  </a:lnTo>
                  <a:lnTo>
                    <a:pt x="25996" y="331647"/>
                  </a:lnTo>
                  <a:lnTo>
                    <a:pt x="44119" y="387794"/>
                  </a:lnTo>
                  <a:lnTo>
                    <a:pt x="65671" y="440563"/>
                  </a:lnTo>
                  <a:lnTo>
                    <a:pt x="89852" y="484009"/>
                  </a:lnTo>
                  <a:lnTo>
                    <a:pt x="115887" y="512241"/>
                  </a:lnTo>
                  <a:lnTo>
                    <a:pt x="143179" y="522960"/>
                  </a:lnTo>
                  <a:lnTo>
                    <a:pt x="173113" y="522897"/>
                  </a:lnTo>
                  <a:lnTo>
                    <a:pt x="180949" y="520357"/>
                  </a:lnTo>
                  <a:lnTo>
                    <a:pt x="181152" y="520395"/>
                  </a:lnTo>
                  <a:lnTo>
                    <a:pt x="183794" y="519430"/>
                  </a:lnTo>
                  <a:lnTo>
                    <a:pt x="199923" y="514184"/>
                  </a:lnTo>
                  <a:lnTo>
                    <a:pt x="201320" y="513003"/>
                  </a:lnTo>
                  <a:lnTo>
                    <a:pt x="204635" y="511784"/>
                  </a:lnTo>
                  <a:lnTo>
                    <a:pt x="213017" y="503097"/>
                  </a:lnTo>
                  <a:lnTo>
                    <a:pt x="217906" y="498957"/>
                  </a:lnTo>
                  <a:lnTo>
                    <a:pt x="218643" y="497268"/>
                  </a:lnTo>
                  <a:lnTo>
                    <a:pt x="225717" y="489940"/>
                  </a:lnTo>
                  <a:lnTo>
                    <a:pt x="244043" y="456730"/>
                  </a:lnTo>
                  <a:lnTo>
                    <a:pt x="259245" y="414007"/>
                  </a:lnTo>
                  <a:lnTo>
                    <a:pt x="270954" y="363601"/>
                  </a:lnTo>
                  <a:lnTo>
                    <a:pt x="278803" y="307365"/>
                  </a:lnTo>
                  <a:lnTo>
                    <a:pt x="282422" y="247154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2685404" y="9043256"/>
              <a:ext cx="222250" cy="387985"/>
            </a:xfrm>
            <a:custGeom>
              <a:avLst/>
              <a:gdLst/>
              <a:ahLst/>
              <a:cxnLst/>
              <a:rect l="l" t="t" r="r" b="b"/>
              <a:pathLst>
                <a:path w="222250" h="387984">
                  <a:moveTo>
                    <a:pt x="39513" y="0"/>
                  </a:moveTo>
                  <a:lnTo>
                    <a:pt x="14685" y="1070"/>
                  </a:lnTo>
                  <a:lnTo>
                    <a:pt x="3050" y="11006"/>
                  </a:lnTo>
                  <a:lnTo>
                    <a:pt x="0" y="31789"/>
                  </a:lnTo>
                  <a:lnTo>
                    <a:pt x="928" y="65401"/>
                  </a:lnTo>
                  <a:lnTo>
                    <a:pt x="8407" y="123428"/>
                  </a:lnTo>
                  <a:lnTo>
                    <a:pt x="17004" y="166132"/>
                  </a:lnTo>
                  <a:lnTo>
                    <a:pt x="28909" y="213168"/>
                  </a:lnTo>
                  <a:lnTo>
                    <a:pt x="44173" y="260941"/>
                  </a:lnTo>
                  <a:lnTo>
                    <a:pt x="62848" y="305854"/>
                  </a:lnTo>
                  <a:lnTo>
                    <a:pt x="84987" y="344312"/>
                  </a:lnTo>
                  <a:lnTo>
                    <a:pt x="110641" y="372718"/>
                  </a:lnTo>
                  <a:lnTo>
                    <a:pt x="139863" y="387477"/>
                  </a:lnTo>
                  <a:lnTo>
                    <a:pt x="172703" y="384993"/>
                  </a:lnTo>
                  <a:lnTo>
                    <a:pt x="203525" y="371146"/>
                  </a:lnTo>
                  <a:lnTo>
                    <a:pt x="218478" y="357973"/>
                  </a:lnTo>
                  <a:lnTo>
                    <a:pt x="221770" y="337771"/>
                  </a:lnTo>
                  <a:lnTo>
                    <a:pt x="217612" y="302838"/>
                  </a:lnTo>
                  <a:lnTo>
                    <a:pt x="204069" y="262364"/>
                  </a:lnTo>
                  <a:lnTo>
                    <a:pt x="178524" y="216977"/>
                  </a:lnTo>
                  <a:lnTo>
                    <a:pt x="147999" y="173040"/>
                  </a:lnTo>
                  <a:lnTo>
                    <a:pt x="119517" y="136913"/>
                  </a:lnTo>
                  <a:lnTo>
                    <a:pt x="100098" y="114959"/>
                  </a:lnTo>
                  <a:lnTo>
                    <a:pt x="87996" y="88568"/>
                  </a:lnTo>
                  <a:lnTo>
                    <a:pt x="78460" y="50898"/>
                  </a:lnTo>
                  <a:lnTo>
                    <a:pt x="64597" y="16519"/>
                  </a:lnTo>
                  <a:lnTo>
                    <a:pt x="39513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677828" y="8898938"/>
              <a:ext cx="194524" cy="240345"/>
            </a:xfrm>
            <a:prstGeom prst="rect">
              <a:avLst/>
            </a:prstGeom>
          </p:spPr>
        </p:pic>
      </p:grpSp>
      <p:grpSp>
        <p:nvGrpSpPr>
          <p:cNvPr id="93" name="object 93" descr=""/>
          <p:cNvGrpSpPr/>
          <p:nvPr/>
        </p:nvGrpSpPr>
        <p:grpSpPr>
          <a:xfrm>
            <a:off x="14093522" y="8953301"/>
            <a:ext cx="349885" cy="470534"/>
            <a:chOff x="14093522" y="8953301"/>
            <a:chExt cx="349885" cy="470534"/>
          </a:xfrm>
        </p:grpSpPr>
        <p:sp>
          <p:nvSpPr>
            <p:cNvPr id="94" name="object 94" descr=""/>
            <p:cNvSpPr/>
            <p:nvPr/>
          </p:nvSpPr>
          <p:spPr>
            <a:xfrm>
              <a:off x="14093522" y="8953301"/>
              <a:ext cx="349250" cy="470534"/>
            </a:xfrm>
            <a:custGeom>
              <a:avLst/>
              <a:gdLst/>
              <a:ahLst/>
              <a:cxnLst/>
              <a:rect l="l" t="t" r="r" b="b"/>
              <a:pathLst>
                <a:path w="349250" h="470534">
                  <a:moveTo>
                    <a:pt x="308697" y="0"/>
                  </a:moveTo>
                  <a:lnTo>
                    <a:pt x="253980" y="352"/>
                  </a:lnTo>
                  <a:lnTo>
                    <a:pt x="194675" y="13674"/>
                  </a:lnTo>
                  <a:lnTo>
                    <a:pt x="144121" y="39385"/>
                  </a:lnTo>
                  <a:lnTo>
                    <a:pt x="103536" y="97941"/>
                  </a:lnTo>
                  <a:lnTo>
                    <a:pt x="77040" y="148052"/>
                  </a:lnTo>
                  <a:lnTo>
                    <a:pt x="50425" y="204822"/>
                  </a:lnTo>
                  <a:lnTo>
                    <a:pt x="26705" y="262829"/>
                  </a:lnTo>
                  <a:lnTo>
                    <a:pt x="8892" y="316650"/>
                  </a:lnTo>
                  <a:lnTo>
                    <a:pt x="0" y="360862"/>
                  </a:lnTo>
                  <a:lnTo>
                    <a:pt x="2151" y="388928"/>
                  </a:lnTo>
                  <a:lnTo>
                    <a:pt x="12681" y="421765"/>
                  </a:lnTo>
                  <a:lnTo>
                    <a:pt x="31294" y="451435"/>
                  </a:lnTo>
                  <a:lnTo>
                    <a:pt x="57694" y="470000"/>
                  </a:lnTo>
                  <a:lnTo>
                    <a:pt x="98916" y="468265"/>
                  </a:lnTo>
                  <a:lnTo>
                    <a:pt x="135328" y="442201"/>
                  </a:lnTo>
                  <a:lnTo>
                    <a:pt x="165608" y="404948"/>
                  </a:lnTo>
                  <a:lnTo>
                    <a:pt x="188434" y="369644"/>
                  </a:lnTo>
                  <a:lnTo>
                    <a:pt x="202485" y="349428"/>
                  </a:lnTo>
                  <a:lnTo>
                    <a:pt x="218233" y="332893"/>
                  </a:lnTo>
                  <a:lnTo>
                    <a:pt x="240463" y="308670"/>
                  </a:lnTo>
                  <a:lnTo>
                    <a:pt x="266173" y="283803"/>
                  </a:lnTo>
                  <a:lnTo>
                    <a:pt x="316331" y="237555"/>
                  </a:lnTo>
                  <a:lnTo>
                    <a:pt x="333244" y="189575"/>
                  </a:lnTo>
                  <a:lnTo>
                    <a:pt x="343856" y="132274"/>
                  </a:lnTo>
                  <a:lnTo>
                    <a:pt x="348926" y="76526"/>
                  </a:lnTo>
                  <a:lnTo>
                    <a:pt x="349216" y="33209"/>
                  </a:lnTo>
                  <a:lnTo>
                    <a:pt x="345486" y="13197"/>
                  </a:lnTo>
                  <a:lnTo>
                    <a:pt x="30869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4315783" y="9007696"/>
              <a:ext cx="127635" cy="153035"/>
            </a:xfrm>
            <a:custGeom>
              <a:avLst/>
              <a:gdLst/>
              <a:ahLst/>
              <a:cxnLst/>
              <a:rect l="l" t="t" r="r" b="b"/>
              <a:pathLst>
                <a:path w="127634" h="153034">
                  <a:moveTo>
                    <a:pt x="108546" y="140563"/>
                  </a:moveTo>
                  <a:lnTo>
                    <a:pt x="711" y="138849"/>
                  </a:lnTo>
                  <a:lnTo>
                    <a:pt x="419" y="150317"/>
                  </a:lnTo>
                  <a:lnTo>
                    <a:pt x="105664" y="152666"/>
                  </a:lnTo>
                  <a:lnTo>
                    <a:pt x="108546" y="140563"/>
                  </a:lnTo>
                  <a:close/>
                </a:path>
                <a:path w="127634" h="153034">
                  <a:moveTo>
                    <a:pt x="122758" y="66865"/>
                  </a:moveTo>
                  <a:lnTo>
                    <a:pt x="1244" y="67322"/>
                  </a:lnTo>
                  <a:lnTo>
                    <a:pt x="0" y="79298"/>
                  </a:lnTo>
                  <a:lnTo>
                    <a:pt x="121246" y="78346"/>
                  </a:lnTo>
                  <a:lnTo>
                    <a:pt x="122758" y="66865"/>
                  </a:lnTo>
                  <a:close/>
                </a:path>
                <a:path w="127634" h="153034">
                  <a:moveTo>
                    <a:pt x="127317" y="1625"/>
                  </a:moveTo>
                  <a:lnTo>
                    <a:pt x="76" y="0"/>
                  </a:lnTo>
                  <a:lnTo>
                    <a:pt x="749" y="12306"/>
                  </a:lnTo>
                  <a:lnTo>
                    <a:pt x="126987" y="14579"/>
                  </a:lnTo>
                  <a:lnTo>
                    <a:pt x="127317" y="1625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" name="object 96" descr=""/>
          <p:cNvGrpSpPr/>
          <p:nvPr/>
        </p:nvGrpSpPr>
        <p:grpSpPr>
          <a:xfrm>
            <a:off x="13321622" y="9809797"/>
            <a:ext cx="476250" cy="541655"/>
            <a:chOff x="13321622" y="9809797"/>
            <a:chExt cx="476250" cy="541655"/>
          </a:xfrm>
        </p:grpSpPr>
        <p:sp>
          <p:nvSpPr>
            <p:cNvPr id="97" name="object 97" descr=""/>
            <p:cNvSpPr/>
            <p:nvPr/>
          </p:nvSpPr>
          <p:spPr>
            <a:xfrm>
              <a:off x="13324445" y="9900233"/>
              <a:ext cx="353695" cy="450850"/>
            </a:xfrm>
            <a:custGeom>
              <a:avLst/>
              <a:gdLst/>
              <a:ahLst/>
              <a:cxnLst/>
              <a:rect l="l" t="t" r="r" b="b"/>
              <a:pathLst>
                <a:path w="353694" h="450850">
                  <a:moveTo>
                    <a:pt x="271518" y="0"/>
                  </a:moveTo>
                  <a:lnTo>
                    <a:pt x="210626" y="14919"/>
                  </a:lnTo>
                  <a:lnTo>
                    <a:pt x="184381" y="43027"/>
                  </a:lnTo>
                  <a:lnTo>
                    <a:pt x="155930" y="86847"/>
                  </a:lnTo>
                  <a:lnTo>
                    <a:pt x="120540" y="147690"/>
                  </a:lnTo>
                  <a:lnTo>
                    <a:pt x="87518" y="204954"/>
                  </a:lnTo>
                  <a:lnTo>
                    <a:pt x="27834" y="309611"/>
                  </a:lnTo>
                  <a:lnTo>
                    <a:pt x="8183" y="344678"/>
                  </a:lnTo>
                  <a:lnTo>
                    <a:pt x="0" y="360019"/>
                  </a:lnTo>
                  <a:lnTo>
                    <a:pt x="11" y="392681"/>
                  </a:lnTo>
                  <a:lnTo>
                    <a:pt x="21269" y="420088"/>
                  </a:lnTo>
                  <a:lnTo>
                    <a:pt x="56639" y="440126"/>
                  </a:lnTo>
                  <a:lnTo>
                    <a:pt x="98988" y="450681"/>
                  </a:lnTo>
                  <a:lnTo>
                    <a:pt x="141182" y="449639"/>
                  </a:lnTo>
                  <a:lnTo>
                    <a:pt x="198073" y="411964"/>
                  </a:lnTo>
                  <a:lnTo>
                    <a:pt x="224160" y="375472"/>
                  </a:lnTo>
                  <a:lnTo>
                    <a:pt x="252323" y="329245"/>
                  </a:lnTo>
                  <a:lnTo>
                    <a:pt x="280540" y="277117"/>
                  </a:lnTo>
                  <a:lnTo>
                    <a:pt x="306784" y="222922"/>
                  </a:lnTo>
                  <a:lnTo>
                    <a:pt x="329033" y="170496"/>
                  </a:lnTo>
                  <a:lnTo>
                    <a:pt x="345261" y="123673"/>
                  </a:lnTo>
                  <a:lnTo>
                    <a:pt x="353445" y="86287"/>
                  </a:lnTo>
                  <a:lnTo>
                    <a:pt x="351559" y="62174"/>
                  </a:lnTo>
                  <a:lnTo>
                    <a:pt x="330351" y="30846"/>
                  </a:lnTo>
                  <a:lnTo>
                    <a:pt x="302753" y="9999"/>
                  </a:lnTo>
                  <a:lnTo>
                    <a:pt x="271518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13425624" y="9809797"/>
              <a:ext cx="354330" cy="455930"/>
            </a:xfrm>
            <a:custGeom>
              <a:avLst/>
              <a:gdLst/>
              <a:ahLst/>
              <a:cxnLst/>
              <a:rect l="l" t="t" r="r" b="b"/>
              <a:pathLst>
                <a:path w="354330" h="455929">
                  <a:moveTo>
                    <a:pt x="200534" y="0"/>
                  </a:moveTo>
                  <a:lnTo>
                    <a:pt x="192716" y="2750"/>
                  </a:lnTo>
                  <a:lnTo>
                    <a:pt x="187784" y="7861"/>
                  </a:lnTo>
                  <a:lnTo>
                    <a:pt x="0" y="325516"/>
                  </a:lnTo>
                  <a:lnTo>
                    <a:pt x="1633" y="333484"/>
                  </a:lnTo>
                  <a:lnTo>
                    <a:pt x="155524" y="446936"/>
                  </a:lnTo>
                  <a:lnTo>
                    <a:pt x="162360" y="450858"/>
                  </a:lnTo>
                  <a:lnTo>
                    <a:pt x="171225" y="454219"/>
                  </a:lnTo>
                  <a:lnTo>
                    <a:pt x="179634" y="455341"/>
                  </a:lnTo>
                  <a:lnTo>
                    <a:pt x="185104" y="452549"/>
                  </a:lnTo>
                  <a:lnTo>
                    <a:pt x="202741" y="421536"/>
                  </a:lnTo>
                  <a:lnTo>
                    <a:pt x="226911" y="377361"/>
                  </a:lnTo>
                  <a:lnTo>
                    <a:pt x="311502" y="220199"/>
                  </a:lnTo>
                  <a:lnTo>
                    <a:pt x="334687" y="177707"/>
                  </a:lnTo>
                  <a:lnTo>
                    <a:pt x="350847" y="149217"/>
                  </a:lnTo>
                  <a:lnTo>
                    <a:pt x="354240" y="143511"/>
                  </a:lnTo>
                  <a:lnTo>
                    <a:pt x="353151" y="136275"/>
                  </a:lnTo>
                  <a:lnTo>
                    <a:pt x="348251" y="131783"/>
                  </a:lnTo>
                  <a:lnTo>
                    <a:pt x="223689" y="8363"/>
                  </a:lnTo>
                  <a:lnTo>
                    <a:pt x="210954" y="1305"/>
                  </a:lnTo>
                  <a:lnTo>
                    <a:pt x="200534" y="0"/>
                  </a:lnTo>
                  <a:close/>
                </a:path>
              </a:pathLst>
            </a:custGeom>
            <a:solidFill>
              <a:srgbClr val="3E3E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13443638" y="9816986"/>
              <a:ext cx="354330" cy="450850"/>
            </a:xfrm>
            <a:custGeom>
              <a:avLst/>
              <a:gdLst/>
              <a:ahLst/>
              <a:cxnLst/>
              <a:rect l="l" t="t" r="r" b="b"/>
              <a:pathLst>
                <a:path w="354330" h="450850">
                  <a:moveTo>
                    <a:pt x="197738" y="0"/>
                  </a:moveTo>
                  <a:lnTo>
                    <a:pt x="192107" y="2143"/>
                  </a:lnTo>
                  <a:lnTo>
                    <a:pt x="187784" y="6705"/>
                  </a:lnTo>
                  <a:lnTo>
                    <a:pt x="0" y="324402"/>
                  </a:lnTo>
                  <a:lnTo>
                    <a:pt x="1591" y="332328"/>
                  </a:lnTo>
                  <a:lnTo>
                    <a:pt x="155524" y="445780"/>
                  </a:lnTo>
                  <a:lnTo>
                    <a:pt x="162183" y="450681"/>
                  </a:lnTo>
                  <a:lnTo>
                    <a:pt x="171575" y="448796"/>
                  </a:lnTo>
                  <a:lnTo>
                    <a:pt x="354240" y="142366"/>
                  </a:lnTo>
                  <a:lnTo>
                    <a:pt x="353151" y="135120"/>
                  </a:lnTo>
                  <a:lnTo>
                    <a:pt x="209239" y="3511"/>
                  </a:lnTo>
                  <a:lnTo>
                    <a:pt x="203756" y="410"/>
                  </a:lnTo>
                  <a:lnTo>
                    <a:pt x="197738" y="0"/>
                  </a:lnTo>
                  <a:close/>
                </a:path>
              </a:pathLst>
            </a:custGeom>
            <a:solidFill>
              <a:srgbClr val="4545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3480639" y="9843291"/>
              <a:ext cx="302260" cy="387985"/>
            </a:xfrm>
            <a:custGeom>
              <a:avLst/>
              <a:gdLst/>
              <a:ahLst/>
              <a:cxnLst/>
              <a:rect l="l" t="t" r="r" b="b"/>
              <a:pathLst>
                <a:path w="302259" h="387984">
                  <a:moveTo>
                    <a:pt x="165827" y="0"/>
                  </a:moveTo>
                  <a:lnTo>
                    <a:pt x="0" y="278284"/>
                  </a:lnTo>
                  <a:lnTo>
                    <a:pt x="138969" y="387464"/>
                  </a:lnTo>
                  <a:lnTo>
                    <a:pt x="301739" y="114844"/>
                  </a:lnTo>
                  <a:lnTo>
                    <a:pt x="165827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3544864" y="9897883"/>
              <a:ext cx="139700" cy="333375"/>
            </a:xfrm>
            <a:custGeom>
              <a:avLst/>
              <a:gdLst/>
              <a:ahLst/>
              <a:cxnLst/>
              <a:rect l="l" t="t" r="r" b="b"/>
              <a:pathLst>
                <a:path w="139700" h="333375">
                  <a:moveTo>
                    <a:pt x="69045" y="0"/>
                  </a:moveTo>
                  <a:lnTo>
                    <a:pt x="0" y="115891"/>
                  </a:lnTo>
                  <a:lnTo>
                    <a:pt x="54092" y="316828"/>
                  </a:lnTo>
                  <a:lnTo>
                    <a:pt x="74741" y="332879"/>
                  </a:lnTo>
                  <a:lnTo>
                    <a:pt x="139514" y="224359"/>
                  </a:lnTo>
                  <a:lnTo>
                    <a:pt x="69045" y="0"/>
                  </a:lnTo>
                  <a:close/>
                </a:path>
              </a:pathLst>
            </a:custGeom>
            <a:solidFill>
              <a:srgbClr val="0086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414900" y="9841028"/>
              <a:ext cx="197196" cy="247112"/>
            </a:xfrm>
            <a:prstGeom prst="rect">
              <a:avLst/>
            </a:prstGeom>
          </p:spPr>
        </p:pic>
        <p:sp>
          <p:nvSpPr>
            <p:cNvPr id="103" name="object 103" descr=""/>
            <p:cNvSpPr/>
            <p:nvPr/>
          </p:nvSpPr>
          <p:spPr>
            <a:xfrm>
              <a:off x="13321615" y="9922110"/>
              <a:ext cx="284480" cy="415290"/>
            </a:xfrm>
            <a:custGeom>
              <a:avLst/>
              <a:gdLst/>
              <a:ahLst/>
              <a:cxnLst/>
              <a:rect l="l" t="t" r="r" b="b"/>
              <a:pathLst>
                <a:path w="284480" h="415290">
                  <a:moveTo>
                    <a:pt x="284048" y="11252"/>
                  </a:moveTo>
                  <a:lnTo>
                    <a:pt x="275094" y="0"/>
                  </a:lnTo>
                  <a:lnTo>
                    <a:pt x="258813" y="5613"/>
                  </a:lnTo>
                  <a:lnTo>
                    <a:pt x="230809" y="26797"/>
                  </a:lnTo>
                  <a:lnTo>
                    <a:pt x="192366" y="54025"/>
                  </a:lnTo>
                  <a:lnTo>
                    <a:pt x="154152" y="83146"/>
                  </a:lnTo>
                  <a:lnTo>
                    <a:pt x="126847" y="110020"/>
                  </a:lnTo>
                  <a:lnTo>
                    <a:pt x="93243" y="162255"/>
                  </a:lnTo>
                  <a:lnTo>
                    <a:pt x="61544" y="222491"/>
                  </a:lnTo>
                  <a:lnTo>
                    <a:pt x="4622" y="333375"/>
                  </a:lnTo>
                  <a:lnTo>
                    <a:pt x="4114" y="335978"/>
                  </a:lnTo>
                  <a:lnTo>
                    <a:pt x="2819" y="338150"/>
                  </a:lnTo>
                  <a:lnTo>
                    <a:pt x="2349" y="345033"/>
                  </a:lnTo>
                  <a:lnTo>
                    <a:pt x="0" y="357212"/>
                  </a:lnTo>
                  <a:lnTo>
                    <a:pt x="1371" y="359791"/>
                  </a:lnTo>
                  <a:lnTo>
                    <a:pt x="393" y="374650"/>
                  </a:lnTo>
                  <a:lnTo>
                    <a:pt x="21196" y="400913"/>
                  </a:lnTo>
                  <a:lnTo>
                    <a:pt x="50266" y="414680"/>
                  </a:lnTo>
                  <a:lnTo>
                    <a:pt x="72618" y="413689"/>
                  </a:lnTo>
                  <a:lnTo>
                    <a:pt x="88277" y="383540"/>
                  </a:lnTo>
                  <a:lnTo>
                    <a:pt x="105651" y="327266"/>
                  </a:lnTo>
                  <a:lnTo>
                    <a:pt x="122491" y="268668"/>
                  </a:lnTo>
                  <a:lnTo>
                    <a:pt x="136512" y="231559"/>
                  </a:lnTo>
                  <a:lnTo>
                    <a:pt x="174409" y="185674"/>
                  </a:lnTo>
                  <a:lnTo>
                    <a:pt x="212534" y="152425"/>
                  </a:lnTo>
                  <a:lnTo>
                    <a:pt x="239534" y="129895"/>
                  </a:lnTo>
                  <a:lnTo>
                    <a:pt x="244106" y="116179"/>
                  </a:lnTo>
                  <a:lnTo>
                    <a:pt x="229095" y="112471"/>
                  </a:lnTo>
                  <a:lnTo>
                    <a:pt x="206997" y="118973"/>
                  </a:lnTo>
                  <a:lnTo>
                    <a:pt x="180962" y="132270"/>
                  </a:lnTo>
                  <a:lnTo>
                    <a:pt x="163677" y="143040"/>
                  </a:lnTo>
                  <a:lnTo>
                    <a:pt x="185115" y="116687"/>
                  </a:lnTo>
                  <a:lnTo>
                    <a:pt x="215684" y="92417"/>
                  </a:lnTo>
                  <a:lnTo>
                    <a:pt x="246926" y="70967"/>
                  </a:lnTo>
                  <a:lnTo>
                    <a:pt x="271424" y="51816"/>
                  </a:lnTo>
                  <a:lnTo>
                    <a:pt x="283540" y="31229"/>
                  </a:lnTo>
                  <a:lnTo>
                    <a:pt x="284048" y="11252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3466421" y="10141842"/>
              <a:ext cx="232161" cy="196674"/>
            </a:xfrm>
            <a:prstGeom prst="rect">
              <a:avLst/>
            </a:prstGeom>
          </p:spPr>
        </p:pic>
      </p:grpSp>
      <p:grpSp>
        <p:nvGrpSpPr>
          <p:cNvPr id="105" name="object 105" descr=""/>
          <p:cNvGrpSpPr/>
          <p:nvPr/>
        </p:nvGrpSpPr>
        <p:grpSpPr>
          <a:xfrm>
            <a:off x="14792444" y="8985841"/>
            <a:ext cx="292100" cy="422909"/>
            <a:chOff x="14792444" y="8985841"/>
            <a:chExt cx="292100" cy="422909"/>
          </a:xfrm>
        </p:grpSpPr>
        <p:pic>
          <p:nvPicPr>
            <p:cNvPr id="106" name="object 10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4832961" y="9261729"/>
              <a:ext cx="142784" cy="144042"/>
            </a:xfrm>
            <a:prstGeom prst="rect">
              <a:avLst/>
            </a:prstGeom>
          </p:spPr>
        </p:pic>
        <p:sp>
          <p:nvSpPr>
            <p:cNvPr id="107" name="object 107" descr=""/>
            <p:cNvSpPr/>
            <p:nvPr/>
          </p:nvSpPr>
          <p:spPr>
            <a:xfrm>
              <a:off x="14792440" y="8985853"/>
              <a:ext cx="292100" cy="406400"/>
            </a:xfrm>
            <a:custGeom>
              <a:avLst/>
              <a:gdLst/>
              <a:ahLst/>
              <a:cxnLst/>
              <a:rect l="l" t="t" r="r" b="b"/>
              <a:pathLst>
                <a:path w="292100" h="406400">
                  <a:moveTo>
                    <a:pt x="291769" y="312445"/>
                  </a:moveTo>
                  <a:lnTo>
                    <a:pt x="270344" y="232791"/>
                  </a:lnTo>
                  <a:lnTo>
                    <a:pt x="250596" y="174472"/>
                  </a:lnTo>
                  <a:lnTo>
                    <a:pt x="231698" y="121488"/>
                  </a:lnTo>
                  <a:lnTo>
                    <a:pt x="203822" y="60604"/>
                  </a:lnTo>
                  <a:lnTo>
                    <a:pt x="154990" y="16535"/>
                  </a:lnTo>
                  <a:lnTo>
                    <a:pt x="98856" y="0"/>
                  </a:lnTo>
                  <a:lnTo>
                    <a:pt x="74714" y="7924"/>
                  </a:lnTo>
                  <a:lnTo>
                    <a:pt x="56743" y="29794"/>
                  </a:lnTo>
                  <a:lnTo>
                    <a:pt x="56095" y="32486"/>
                  </a:lnTo>
                  <a:lnTo>
                    <a:pt x="55600" y="32435"/>
                  </a:lnTo>
                  <a:lnTo>
                    <a:pt x="35979" y="68897"/>
                  </a:lnTo>
                  <a:lnTo>
                    <a:pt x="20358" y="134924"/>
                  </a:lnTo>
                  <a:lnTo>
                    <a:pt x="19215" y="210781"/>
                  </a:lnTo>
                  <a:lnTo>
                    <a:pt x="17703" y="259511"/>
                  </a:lnTo>
                  <a:lnTo>
                    <a:pt x="12141" y="319252"/>
                  </a:lnTo>
                  <a:lnTo>
                    <a:pt x="0" y="392836"/>
                  </a:lnTo>
                  <a:lnTo>
                    <a:pt x="4597" y="403504"/>
                  </a:lnTo>
                  <a:lnTo>
                    <a:pt x="47015" y="381317"/>
                  </a:lnTo>
                  <a:lnTo>
                    <a:pt x="62534" y="335991"/>
                  </a:lnTo>
                  <a:lnTo>
                    <a:pt x="78841" y="284784"/>
                  </a:lnTo>
                  <a:lnTo>
                    <a:pt x="87414" y="254749"/>
                  </a:lnTo>
                  <a:lnTo>
                    <a:pt x="94805" y="280136"/>
                  </a:lnTo>
                  <a:lnTo>
                    <a:pt x="101511" y="301586"/>
                  </a:lnTo>
                  <a:lnTo>
                    <a:pt x="104584" y="308533"/>
                  </a:lnTo>
                  <a:lnTo>
                    <a:pt x="102692" y="323494"/>
                  </a:lnTo>
                  <a:lnTo>
                    <a:pt x="94513" y="350177"/>
                  </a:lnTo>
                  <a:lnTo>
                    <a:pt x="85090" y="377494"/>
                  </a:lnTo>
                  <a:lnTo>
                    <a:pt x="79476" y="394385"/>
                  </a:lnTo>
                  <a:lnTo>
                    <a:pt x="100939" y="401027"/>
                  </a:lnTo>
                  <a:lnTo>
                    <a:pt x="152793" y="404952"/>
                  </a:lnTo>
                  <a:lnTo>
                    <a:pt x="210299" y="406158"/>
                  </a:lnTo>
                  <a:lnTo>
                    <a:pt x="248704" y="404698"/>
                  </a:lnTo>
                  <a:lnTo>
                    <a:pt x="266903" y="392049"/>
                  </a:lnTo>
                  <a:lnTo>
                    <a:pt x="280225" y="366090"/>
                  </a:lnTo>
                  <a:lnTo>
                    <a:pt x="288544" y="336372"/>
                  </a:lnTo>
                  <a:lnTo>
                    <a:pt x="291769" y="312445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4869777" y="9267594"/>
              <a:ext cx="213228" cy="140832"/>
            </a:xfrm>
            <a:prstGeom prst="rect">
              <a:avLst/>
            </a:prstGeom>
          </p:spPr>
        </p:pic>
      </p:grpSp>
      <p:grpSp>
        <p:nvGrpSpPr>
          <p:cNvPr id="109" name="object 109" descr=""/>
          <p:cNvGrpSpPr/>
          <p:nvPr/>
        </p:nvGrpSpPr>
        <p:grpSpPr>
          <a:xfrm>
            <a:off x="3037603" y="9987081"/>
            <a:ext cx="250825" cy="434975"/>
            <a:chOff x="3037603" y="9987081"/>
            <a:chExt cx="250825" cy="434975"/>
          </a:xfrm>
        </p:grpSpPr>
        <p:sp>
          <p:nvSpPr>
            <p:cNvPr id="110" name="object 110" descr=""/>
            <p:cNvSpPr/>
            <p:nvPr/>
          </p:nvSpPr>
          <p:spPr>
            <a:xfrm>
              <a:off x="3037603" y="9987081"/>
              <a:ext cx="250825" cy="434975"/>
            </a:xfrm>
            <a:custGeom>
              <a:avLst/>
              <a:gdLst/>
              <a:ahLst/>
              <a:cxnLst/>
              <a:rect l="l" t="t" r="r" b="b"/>
              <a:pathLst>
                <a:path w="250825" h="434975">
                  <a:moveTo>
                    <a:pt x="222611" y="0"/>
                  </a:moveTo>
                  <a:lnTo>
                    <a:pt x="28009" y="0"/>
                  </a:lnTo>
                  <a:lnTo>
                    <a:pt x="17104" y="2200"/>
                  </a:lnTo>
                  <a:lnTo>
                    <a:pt x="8201" y="8201"/>
                  </a:lnTo>
                  <a:lnTo>
                    <a:pt x="2200" y="17104"/>
                  </a:lnTo>
                  <a:lnTo>
                    <a:pt x="0" y="28009"/>
                  </a:lnTo>
                  <a:lnTo>
                    <a:pt x="0" y="406396"/>
                  </a:lnTo>
                  <a:lnTo>
                    <a:pt x="2200" y="417297"/>
                  </a:lnTo>
                  <a:lnTo>
                    <a:pt x="8200" y="426200"/>
                  </a:lnTo>
                  <a:lnTo>
                    <a:pt x="17099" y="432203"/>
                  </a:lnTo>
                  <a:lnTo>
                    <a:pt x="27999" y="434405"/>
                  </a:lnTo>
                  <a:lnTo>
                    <a:pt x="222611" y="434405"/>
                  </a:lnTo>
                  <a:lnTo>
                    <a:pt x="233512" y="432203"/>
                  </a:lnTo>
                  <a:lnTo>
                    <a:pt x="242415" y="426200"/>
                  </a:lnTo>
                  <a:lnTo>
                    <a:pt x="248418" y="417297"/>
                  </a:lnTo>
                  <a:lnTo>
                    <a:pt x="250620" y="406396"/>
                  </a:lnTo>
                  <a:lnTo>
                    <a:pt x="250620" y="28009"/>
                  </a:lnTo>
                  <a:lnTo>
                    <a:pt x="248418" y="17104"/>
                  </a:lnTo>
                  <a:lnTo>
                    <a:pt x="242415" y="8201"/>
                  </a:lnTo>
                  <a:lnTo>
                    <a:pt x="233512" y="2200"/>
                  </a:lnTo>
                  <a:lnTo>
                    <a:pt x="222611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3057770" y="10006993"/>
              <a:ext cx="210185" cy="365760"/>
            </a:xfrm>
            <a:custGeom>
              <a:avLst/>
              <a:gdLst/>
              <a:ahLst/>
              <a:cxnLst/>
              <a:rect l="l" t="t" r="r" b="b"/>
              <a:pathLst>
                <a:path w="210185" h="365759">
                  <a:moveTo>
                    <a:pt x="209951" y="0"/>
                  </a:moveTo>
                  <a:lnTo>
                    <a:pt x="0" y="0"/>
                  </a:lnTo>
                  <a:lnTo>
                    <a:pt x="0" y="365622"/>
                  </a:lnTo>
                  <a:lnTo>
                    <a:pt x="209951" y="365622"/>
                  </a:lnTo>
                  <a:lnTo>
                    <a:pt x="209951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3057771" y="10006991"/>
              <a:ext cx="210185" cy="300990"/>
            </a:xfrm>
            <a:custGeom>
              <a:avLst/>
              <a:gdLst/>
              <a:ahLst/>
              <a:cxnLst/>
              <a:rect l="l" t="t" r="r" b="b"/>
              <a:pathLst>
                <a:path w="210185" h="300990">
                  <a:moveTo>
                    <a:pt x="209951" y="0"/>
                  </a:moveTo>
                  <a:lnTo>
                    <a:pt x="167125" y="0"/>
                  </a:lnTo>
                  <a:lnTo>
                    <a:pt x="0" y="152058"/>
                  </a:lnTo>
                  <a:lnTo>
                    <a:pt x="0" y="300462"/>
                  </a:lnTo>
                  <a:lnTo>
                    <a:pt x="209951" y="104101"/>
                  </a:lnTo>
                  <a:lnTo>
                    <a:pt x="209951" y="0"/>
                  </a:lnTo>
                  <a:close/>
                </a:path>
              </a:pathLst>
            </a:custGeom>
            <a:solidFill>
              <a:srgbClr val="0086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3" name="object 113" descr=""/>
          <p:cNvSpPr/>
          <p:nvPr/>
        </p:nvSpPr>
        <p:spPr>
          <a:xfrm>
            <a:off x="2419193" y="9987081"/>
            <a:ext cx="250825" cy="434975"/>
          </a:xfrm>
          <a:custGeom>
            <a:avLst/>
            <a:gdLst/>
            <a:ahLst/>
            <a:cxnLst/>
            <a:rect l="l" t="t" r="r" b="b"/>
            <a:pathLst>
              <a:path w="250825" h="434975">
                <a:moveTo>
                  <a:pt x="222611" y="0"/>
                </a:moveTo>
                <a:lnTo>
                  <a:pt x="28009" y="0"/>
                </a:lnTo>
                <a:lnTo>
                  <a:pt x="17104" y="2200"/>
                </a:lnTo>
                <a:lnTo>
                  <a:pt x="8201" y="8200"/>
                </a:lnTo>
                <a:lnTo>
                  <a:pt x="2200" y="17099"/>
                </a:lnTo>
                <a:lnTo>
                  <a:pt x="0" y="27999"/>
                </a:lnTo>
                <a:lnTo>
                  <a:pt x="0" y="406396"/>
                </a:lnTo>
                <a:lnTo>
                  <a:pt x="2200" y="417297"/>
                </a:lnTo>
                <a:lnTo>
                  <a:pt x="8201" y="426200"/>
                </a:lnTo>
                <a:lnTo>
                  <a:pt x="17104" y="432203"/>
                </a:lnTo>
                <a:lnTo>
                  <a:pt x="28009" y="434405"/>
                </a:lnTo>
                <a:lnTo>
                  <a:pt x="222611" y="434405"/>
                </a:lnTo>
                <a:lnTo>
                  <a:pt x="233512" y="432203"/>
                </a:lnTo>
                <a:lnTo>
                  <a:pt x="242415" y="426200"/>
                </a:lnTo>
                <a:lnTo>
                  <a:pt x="248418" y="417297"/>
                </a:lnTo>
                <a:lnTo>
                  <a:pt x="250620" y="406396"/>
                </a:lnTo>
                <a:lnTo>
                  <a:pt x="250620" y="28009"/>
                </a:lnTo>
                <a:lnTo>
                  <a:pt x="248418" y="17104"/>
                </a:lnTo>
                <a:lnTo>
                  <a:pt x="242415" y="8201"/>
                </a:lnTo>
                <a:lnTo>
                  <a:pt x="233512" y="2200"/>
                </a:lnTo>
                <a:lnTo>
                  <a:pt x="222611" y="0"/>
                </a:lnTo>
                <a:close/>
              </a:path>
            </a:pathLst>
          </a:custGeom>
          <a:solidFill>
            <a:srgbClr val="4A4A4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4" name="object 114" descr=""/>
          <p:cNvGrpSpPr/>
          <p:nvPr/>
        </p:nvGrpSpPr>
        <p:grpSpPr>
          <a:xfrm>
            <a:off x="3973028" y="9908752"/>
            <a:ext cx="700405" cy="528320"/>
            <a:chOff x="3973028" y="9908752"/>
            <a:chExt cx="700405" cy="528320"/>
          </a:xfrm>
        </p:grpSpPr>
        <p:sp>
          <p:nvSpPr>
            <p:cNvPr id="115" name="object 115" descr=""/>
            <p:cNvSpPr/>
            <p:nvPr/>
          </p:nvSpPr>
          <p:spPr>
            <a:xfrm>
              <a:off x="3973028" y="9908752"/>
              <a:ext cx="700405" cy="528320"/>
            </a:xfrm>
            <a:custGeom>
              <a:avLst/>
              <a:gdLst/>
              <a:ahLst/>
              <a:cxnLst/>
              <a:rect l="l" t="t" r="r" b="b"/>
              <a:pathLst>
                <a:path w="700404" h="528320">
                  <a:moveTo>
                    <a:pt x="673068" y="0"/>
                  </a:moveTo>
                  <a:lnTo>
                    <a:pt x="27224" y="0"/>
                  </a:lnTo>
                  <a:lnTo>
                    <a:pt x="16627" y="2139"/>
                  </a:lnTo>
                  <a:lnTo>
                    <a:pt x="7973" y="7974"/>
                  </a:lnTo>
                  <a:lnTo>
                    <a:pt x="2139" y="16631"/>
                  </a:lnTo>
                  <a:lnTo>
                    <a:pt x="0" y="27234"/>
                  </a:lnTo>
                  <a:lnTo>
                    <a:pt x="0" y="500969"/>
                  </a:lnTo>
                  <a:lnTo>
                    <a:pt x="2139" y="511572"/>
                  </a:lnTo>
                  <a:lnTo>
                    <a:pt x="7973" y="520228"/>
                  </a:lnTo>
                  <a:lnTo>
                    <a:pt x="16627" y="526064"/>
                  </a:lnTo>
                  <a:lnTo>
                    <a:pt x="27224" y="528203"/>
                  </a:lnTo>
                  <a:lnTo>
                    <a:pt x="673078" y="528203"/>
                  </a:lnTo>
                  <a:lnTo>
                    <a:pt x="683649" y="526055"/>
                  </a:lnTo>
                  <a:lnTo>
                    <a:pt x="692306" y="520205"/>
                  </a:lnTo>
                  <a:lnTo>
                    <a:pt x="698155" y="511545"/>
                  </a:lnTo>
                  <a:lnTo>
                    <a:pt x="700303" y="500969"/>
                  </a:lnTo>
                  <a:lnTo>
                    <a:pt x="700303" y="27234"/>
                  </a:lnTo>
                  <a:lnTo>
                    <a:pt x="698163" y="16635"/>
                  </a:lnTo>
                  <a:lnTo>
                    <a:pt x="692328" y="7978"/>
                  </a:lnTo>
                  <a:lnTo>
                    <a:pt x="683671" y="2140"/>
                  </a:lnTo>
                  <a:lnTo>
                    <a:pt x="673068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3997490" y="9957906"/>
              <a:ext cx="650875" cy="433070"/>
            </a:xfrm>
            <a:custGeom>
              <a:avLst/>
              <a:gdLst/>
              <a:ahLst/>
              <a:cxnLst/>
              <a:rect l="l" t="t" r="r" b="b"/>
              <a:pathLst>
                <a:path w="650875" h="433070">
                  <a:moveTo>
                    <a:pt x="650870" y="0"/>
                  </a:moveTo>
                  <a:lnTo>
                    <a:pt x="0" y="0"/>
                  </a:lnTo>
                  <a:lnTo>
                    <a:pt x="0" y="432824"/>
                  </a:lnTo>
                  <a:lnTo>
                    <a:pt x="650870" y="432824"/>
                  </a:lnTo>
                  <a:lnTo>
                    <a:pt x="65087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3997494" y="9957908"/>
              <a:ext cx="650875" cy="433070"/>
            </a:xfrm>
            <a:custGeom>
              <a:avLst/>
              <a:gdLst/>
              <a:ahLst/>
              <a:cxnLst/>
              <a:rect l="l" t="t" r="r" b="b"/>
              <a:pathLst>
                <a:path w="650875" h="433070">
                  <a:moveTo>
                    <a:pt x="650870" y="0"/>
                  </a:moveTo>
                  <a:lnTo>
                    <a:pt x="518078" y="0"/>
                  </a:lnTo>
                  <a:lnTo>
                    <a:pt x="0" y="240610"/>
                  </a:lnTo>
                  <a:lnTo>
                    <a:pt x="0" y="432814"/>
                  </a:lnTo>
                  <a:lnTo>
                    <a:pt x="650870" y="120938"/>
                  </a:lnTo>
                  <a:lnTo>
                    <a:pt x="650870" y="0"/>
                  </a:lnTo>
                  <a:close/>
                </a:path>
              </a:pathLst>
            </a:custGeom>
            <a:solidFill>
              <a:srgbClr val="0086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4310411" y="9919746"/>
              <a:ext cx="26034" cy="26670"/>
            </a:xfrm>
            <a:custGeom>
              <a:avLst/>
              <a:gdLst/>
              <a:ahLst/>
              <a:cxnLst/>
              <a:rect l="l" t="t" r="r" b="b"/>
              <a:pathLst>
                <a:path w="26035" h="26670">
                  <a:moveTo>
                    <a:pt x="12769" y="0"/>
                  </a:moveTo>
                  <a:lnTo>
                    <a:pt x="3192" y="4127"/>
                  </a:lnTo>
                  <a:lnTo>
                    <a:pt x="0" y="13209"/>
                  </a:lnTo>
                  <a:lnTo>
                    <a:pt x="3192" y="22290"/>
                  </a:lnTo>
                  <a:lnTo>
                    <a:pt x="12769" y="26418"/>
                  </a:lnTo>
                  <a:lnTo>
                    <a:pt x="22328" y="22290"/>
                  </a:lnTo>
                  <a:lnTo>
                    <a:pt x="25522" y="13209"/>
                  </a:lnTo>
                  <a:lnTo>
                    <a:pt x="22340" y="4127"/>
                  </a:lnTo>
                  <a:lnTo>
                    <a:pt x="12769" y="0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" name="object 119" descr=""/>
          <p:cNvGrpSpPr/>
          <p:nvPr/>
        </p:nvGrpSpPr>
        <p:grpSpPr>
          <a:xfrm>
            <a:off x="4953117" y="9908752"/>
            <a:ext cx="754380" cy="528320"/>
            <a:chOff x="4953117" y="9908752"/>
            <a:chExt cx="754380" cy="528320"/>
          </a:xfrm>
        </p:grpSpPr>
        <p:sp>
          <p:nvSpPr>
            <p:cNvPr id="120" name="object 120" descr=""/>
            <p:cNvSpPr/>
            <p:nvPr/>
          </p:nvSpPr>
          <p:spPr>
            <a:xfrm>
              <a:off x="4953117" y="9908752"/>
              <a:ext cx="754380" cy="528320"/>
            </a:xfrm>
            <a:custGeom>
              <a:avLst/>
              <a:gdLst/>
              <a:ahLst/>
              <a:cxnLst/>
              <a:rect l="l" t="t" r="r" b="b"/>
              <a:pathLst>
                <a:path w="754379" h="528320">
                  <a:moveTo>
                    <a:pt x="727035" y="0"/>
                  </a:moveTo>
                  <a:lnTo>
                    <a:pt x="27192" y="0"/>
                  </a:lnTo>
                  <a:lnTo>
                    <a:pt x="16609" y="2137"/>
                  </a:lnTo>
                  <a:lnTo>
                    <a:pt x="7965" y="7965"/>
                  </a:lnTo>
                  <a:lnTo>
                    <a:pt x="2137" y="16609"/>
                  </a:lnTo>
                  <a:lnTo>
                    <a:pt x="0" y="27192"/>
                  </a:lnTo>
                  <a:lnTo>
                    <a:pt x="0" y="501010"/>
                  </a:lnTo>
                  <a:lnTo>
                    <a:pt x="2137" y="511594"/>
                  </a:lnTo>
                  <a:lnTo>
                    <a:pt x="7965" y="520238"/>
                  </a:lnTo>
                  <a:lnTo>
                    <a:pt x="16609" y="526066"/>
                  </a:lnTo>
                  <a:lnTo>
                    <a:pt x="27192" y="528203"/>
                  </a:lnTo>
                  <a:lnTo>
                    <a:pt x="727045" y="528203"/>
                  </a:lnTo>
                  <a:lnTo>
                    <a:pt x="737643" y="526064"/>
                  </a:lnTo>
                  <a:lnTo>
                    <a:pt x="746296" y="520228"/>
                  </a:lnTo>
                  <a:lnTo>
                    <a:pt x="752130" y="511572"/>
                  </a:lnTo>
                  <a:lnTo>
                    <a:pt x="754270" y="500969"/>
                  </a:lnTo>
                  <a:lnTo>
                    <a:pt x="754270" y="27234"/>
                  </a:lnTo>
                  <a:lnTo>
                    <a:pt x="752130" y="16635"/>
                  </a:lnTo>
                  <a:lnTo>
                    <a:pt x="746295" y="7978"/>
                  </a:lnTo>
                  <a:lnTo>
                    <a:pt x="737638" y="2140"/>
                  </a:lnTo>
                  <a:lnTo>
                    <a:pt x="727035" y="0"/>
                  </a:lnTo>
                  <a:close/>
                </a:path>
              </a:pathLst>
            </a:custGeom>
            <a:solidFill>
              <a:srgbClr val="C8C8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4953120" y="10403913"/>
              <a:ext cx="754380" cy="33655"/>
            </a:xfrm>
            <a:custGeom>
              <a:avLst/>
              <a:gdLst/>
              <a:ahLst/>
              <a:cxnLst/>
              <a:rect l="l" t="t" r="r" b="b"/>
              <a:pathLst>
                <a:path w="754379" h="33654">
                  <a:moveTo>
                    <a:pt x="746867" y="0"/>
                  </a:moveTo>
                  <a:lnTo>
                    <a:pt x="737789" y="0"/>
                  </a:lnTo>
                  <a:lnTo>
                    <a:pt x="7413" y="0"/>
                  </a:lnTo>
                  <a:lnTo>
                    <a:pt x="0" y="7455"/>
                  </a:lnTo>
                  <a:lnTo>
                    <a:pt x="0" y="25590"/>
                  </a:lnTo>
                  <a:lnTo>
                    <a:pt x="7413" y="33046"/>
                  </a:lnTo>
                  <a:lnTo>
                    <a:pt x="746867" y="33046"/>
                  </a:lnTo>
                  <a:lnTo>
                    <a:pt x="754270" y="25590"/>
                  </a:lnTo>
                  <a:lnTo>
                    <a:pt x="754270" y="7455"/>
                  </a:lnTo>
                  <a:lnTo>
                    <a:pt x="746867" y="0"/>
                  </a:lnTo>
                  <a:close/>
                </a:path>
              </a:pathLst>
            </a:custGeom>
            <a:solidFill>
              <a:srgbClr val="AAAB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5248844" y="10016099"/>
              <a:ext cx="163195" cy="43815"/>
            </a:xfrm>
            <a:custGeom>
              <a:avLst/>
              <a:gdLst/>
              <a:ahLst/>
              <a:cxnLst/>
              <a:rect l="l" t="t" r="r" b="b"/>
              <a:pathLst>
                <a:path w="163195" h="43815">
                  <a:moveTo>
                    <a:pt x="141137" y="0"/>
                  </a:moveTo>
                  <a:lnTo>
                    <a:pt x="21716" y="0"/>
                  </a:lnTo>
                  <a:lnTo>
                    <a:pt x="13261" y="1706"/>
                  </a:lnTo>
                  <a:lnTo>
                    <a:pt x="6358" y="6358"/>
                  </a:lnTo>
                  <a:lnTo>
                    <a:pt x="1705" y="13252"/>
                  </a:lnTo>
                  <a:lnTo>
                    <a:pt x="0" y="21685"/>
                  </a:lnTo>
                  <a:lnTo>
                    <a:pt x="1705" y="30146"/>
                  </a:lnTo>
                  <a:lnTo>
                    <a:pt x="6358" y="37052"/>
                  </a:lnTo>
                  <a:lnTo>
                    <a:pt x="13261" y="41706"/>
                  </a:lnTo>
                  <a:lnTo>
                    <a:pt x="21716" y="43412"/>
                  </a:lnTo>
                  <a:lnTo>
                    <a:pt x="141137" y="43412"/>
                  </a:lnTo>
                  <a:lnTo>
                    <a:pt x="149570" y="41706"/>
                  </a:lnTo>
                  <a:lnTo>
                    <a:pt x="156463" y="37052"/>
                  </a:lnTo>
                  <a:lnTo>
                    <a:pt x="161115" y="30146"/>
                  </a:lnTo>
                  <a:lnTo>
                    <a:pt x="162822" y="21685"/>
                  </a:lnTo>
                  <a:lnTo>
                    <a:pt x="161115" y="13252"/>
                  </a:lnTo>
                  <a:lnTo>
                    <a:pt x="156463" y="6358"/>
                  </a:lnTo>
                  <a:lnTo>
                    <a:pt x="149570" y="1706"/>
                  </a:lnTo>
                  <a:lnTo>
                    <a:pt x="141137" y="0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3" name="object 123" descr=""/>
          <p:cNvGrpSpPr/>
          <p:nvPr/>
        </p:nvGrpSpPr>
        <p:grpSpPr>
          <a:xfrm>
            <a:off x="8166256" y="9906779"/>
            <a:ext cx="661670" cy="530225"/>
            <a:chOff x="8166256" y="9906779"/>
            <a:chExt cx="661670" cy="530225"/>
          </a:xfrm>
        </p:grpSpPr>
        <p:sp>
          <p:nvSpPr>
            <p:cNvPr id="124" name="object 124" descr=""/>
            <p:cNvSpPr/>
            <p:nvPr/>
          </p:nvSpPr>
          <p:spPr>
            <a:xfrm>
              <a:off x="8166256" y="9906779"/>
              <a:ext cx="174625" cy="527050"/>
            </a:xfrm>
            <a:custGeom>
              <a:avLst/>
              <a:gdLst/>
              <a:ahLst/>
              <a:cxnLst/>
              <a:rect l="l" t="t" r="r" b="b"/>
              <a:pathLst>
                <a:path w="174625" h="527050">
                  <a:moveTo>
                    <a:pt x="19179" y="0"/>
                  </a:moveTo>
                  <a:lnTo>
                    <a:pt x="12386" y="527"/>
                  </a:lnTo>
                  <a:lnTo>
                    <a:pt x="6311" y="3663"/>
                  </a:lnTo>
                  <a:lnTo>
                    <a:pt x="2054" y="8705"/>
                  </a:lnTo>
                  <a:lnTo>
                    <a:pt x="0" y="14972"/>
                  </a:lnTo>
                  <a:lnTo>
                    <a:pt x="533" y="21783"/>
                  </a:lnTo>
                  <a:lnTo>
                    <a:pt x="140581" y="514166"/>
                  </a:lnTo>
                  <a:lnTo>
                    <a:pt x="143716" y="520241"/>
                  </a:lnTo>
                  <a:lnTo>
                    <a:pt x="148755" y="524498"/>
                  </a:lnTo>
                  <a:lnTo>
                    <a:pt x="155013" y="526553"/>
                  </a:lnTo>
                  <a:lnTo>
                    <a:pt x="161805" y="526019"/>
                  </a:lnTo>
                  <a:lnTo>
                    <a:pt x="167875" y="522885"/>
                  </a:lnTo>
                  <a:lnTo>
                    <a:pt x="172122" y="517845"/>
                  </a:lnTo>
                  <a:lnTo>
                    <a:pt x="174174" y="511579"/>
                  </a:lnTo>
                  <a:lnTo>
                    <a:pt x="173658" y="504763"/>
                  </a:lnTo>
                  <a:lnTo>
                    <a:pt x="33600" y="12349"/>
                  </a:lnTo>
                  <a:lnTo>
                    <a:pt x="30471" y="6298"/>
                  </a:lnTo>
                  <a:lnTo>
                    <a:pt x="25435" y="2052"/>
                  </a:lnTo>
                  <a:lnTo>
                    <a:pt x="19179" y="0"/>
                  </a:lnTo>
                  <a:close/>
                </a:path>
              </a:pathLst>
            </a:custGeom>
            <a:solidFill>
              <a:srgbClr val="C8C8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8316455" y="10403913"/>
              <a:ext cx="511809" cy="33655"/>
            </a:xfrm>
            <a:custGeom>
              <a:avLst/>
              <a:gdLst/>
              <a:ahLst/>
              <a:cxnLst/>
              <a:rect l="l" t="t" r="r" b="b"/>
              <a:pathLst>
                <a:path w="511809" h="33654">
                  <a:moveTo>
                    <a:pt x="506183" y="0"/>
                  </a:moveTo>
                  <a:lnTo>
                    <a:pt x="500005" y="0"/>
                  </a:lnTo>
                  <a:lnTo>
                    <a:pt x="5057" y="0"/>
                  </a:lnTo>
                  <a:lnTo>
                    <a:pt x="0" y="7455"/>
                  </a:lnTo>
                  <a:lnTo>
                    <a:pt x="0" y="25590"/>
                  </a:lnTo>
                  <a:lnTo>
                    <a:pt x="5057" y="33046"/>
                  </a:lnTo>
                  <a:lnTo>
                    <a:pt x="506183" y="33046"/>
                  </a:lnTo>
                  <a:lnTo>
                    <a:pt x="511209" y="25590"/>
                  </a:lnTo>
                  <a:lnTo>
                    <a:pt x="511209" y="7455"/>
                  </a:lnTo>
                  <a:lnTo>
                    <a:pt x="506183" y="0"/>
                  </a:lnTo>
                  <a:close/>
                </a:path>
              </a:pathLst>
            </a:custGeom>
            <a:solidFill>
              <a:srgbClr val="AAAB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8378736" y="10409815"/>
              <a:ext cx="407034" cy="20955"/>
            </a:xfrm>
            <a:custGeom>
              <a:avLst/>
              <a:gdLst/>
              <a:ahLst/>
              <a:cxnLst/>
              <a:rect l="l" t="t" r="r" b="b"/>
              <a:pathLst>
                <a:path w="407034" h="20954">
                  <a:moveTo>
                    <a:pt x="40982" y="723"/>
                  </a:moveTo>
                  <a:lnTo>
                    <a:pt x="0" y="723"/>
                  </a:lnTo>
                  <a:lnTo>
                    <a:pt x="0" y="20535"/>
                  </a:lnTo>
                  <a:lnTo>
                    <a:pt x="40982" y="20535"/>
                  </a:lnTo>
                  <a:lnTo>
                    <a:pt x="40982" y="723"/>
                  </a:lnTo>
                  <a:close/>
                </a:path>
                <a:path w="407034" h="20954">
                  <a:moveTo>
                    <a:pt x="80556" y="4584"/>
                  </a:moveTo>
                  <a:lnTo>
                    <a:pt x="75971" y="0"/>
                  </a:lnTo>
                  <a:lnTo>
                    <a:pt x="64617" y="0"/>
                  </a:lnTo>
                  <a:lnTo>
                    <a:pt x="60020" y="4584"/>
                  </a:lnTo>
                  <a:lnTo>
                    <a:pt x="60020" y="15938"/>
                  </a:lnTo>
                  <a:lnTo>
                    <a:pt x="64617" y="20523"/>
                  </a:lnTo>
                  <a:lnTo>
                    <a:pt x="75971" y="20523"/>
                  </a:lnTo>
                  <a:lnTo>
                    <a:pt x="80556" y="15938"/>
                  </a:lnTo>
                  <a:lnTo>
                    <a:pt x="80556" y="10261"/>
                  </a:lnTo>
                  <a:lnTo>
                    <a:pt x="80556" y="4584"/>
                  </a:lnTo>
                  <a:close/>
                </a:path>
                <a:path w="407034" h="20954">
                  <a:moveTo>
                    <a:pt x="128917" y="723"/>
                  </a:moveTo>
                  <a:lnTo>
                    <a:pt x="101015" y="723"/>
                  </a:lnTo>
                  <a:lnTo>
                    <a:pt x="101015" y="20535"/>
                  </a:lnTo>
                  <a:lnTo>
                    <a:pt x="128917" y="20535"/>
                  </a:lnTo>
                  <a:lnTo>
                    <a:pt x="128917" y="723"/>
                  </a:lnTo>
                  <a:close/>
                </a:path>
                <a:path w="407034" h="20954">
                  <a:moveTo>
                    <a:pt x="372630" y="6070"/>
                  </a:moveTo>
                  <a:lnTo>
                    <a:pt x="348526" y="6070"/>
                  </a:lnTo>
                  <a:lnTo>
                    <a:pt x="348526" y="16662"/>
                  </a:lnTo>
                  <a:lnTo>
                    <a:pt x="372630" y="16662"/>
                  </a:lnTo>
                  <a:lnTo>
                    <a:pt x="372630" y="6070"/>
                  </a:lnTo>
                  <a:close/>
                </a:path>
                <a:path w="407034" h="20954">
                  <a:moveTo>
                    <a:pt x="406857" y="6070"/>
                  </a:moveTo>
                  <a:lnTo>
                    <a:pt x="382752" y="6070"/>
                  </a:lnTo>
                  <a:lnTo>
                    <a:pt x="382752" y="16662"/>
                  </a:lnTo>
                  <a:lnTo>
                    <a:pt x="406857" y="16662"/>
                  </a:lnTo>
                  <a:lnTo>
                    <a:pt x="406857" y="607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8323389" y="10409815"/>
              <a:ext cx="391160" cy="20955"/>
            </a:xfrm>
            <a:custGeom>
              <a:avLst/>
              <a:gdLst/>
              <a:ahLst/>
              <a:cxnLst/>
              <a:rect l="l" t="t" r="r" b="b"/>
              <a:pathLst>
                <a:path w="391159" h="20954">
                  <a:moveTo>
                    <a:pt x="20535" y="4584"/>
                  </a:moveTo>
                  <a:lnTo>
                    <a:pt x="15938" y="0"/>
                  </a:lnTo>
                  <a:lnTo>
                    <a:pt x="4546" y="0"/>
                  </a:lnTo>
                  <a:lnTo>
                    <a:pt x="0" y="4584"/>
                  </a:lnTo>
                  <a:lnTo>
                    <a:pt x="0" y="15938"/>
                  </a:lnTo>
                  <a:lnTo>
                    <a:pt x="4546" y="20523"/>
                  </a:lnTo>
                  <a:lnTo>
                    <a:pt x="15938" y="20523"/>
                  </a:lnTo>
                  <a:lnTo>
                    <a:pt x="20535" y="15938"/>
                  </a:lnTo>
                  <a:lnTo>
                    <a:pt x="20535" y="10261"/>
                  </a:lnTo>
                  <a:lnTo>
                    <a:pt x="20535" y="4584"/>
                  </a:lnTo>
                  <a:close/>
                </a:path>
                <a:path w="391159" h="20954">
                  <a:moveTo>
                    <a:pt x="390753" y="723"/>
                  </a:moveTo>
                  <a:lnTo>
                    <a:pt x="219964" y="723"/>
                  </a:lnTo>
                  <a:lnTo>
                    <a:pt x="219964" y="20535"/>
                  </a:lnTo>
                  <a:lnTo>
                    <a:pt x="390753" y="20535"/>
                  </a:lnTo>
                  <a:lnTo>
                    <a:pt x="390753" y="723"/>
                  </a:lnTo>
                  <a:close/>
                </a:path>
              </a:pathLst>
            </a:custGeom>
            <a:solidFill>
              <a:srgbClr val="9393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8196212" y="9929146"/>
              <a:ext cx="139700" cy="469265"/>
            </a:xfrm>
            <a:custGeom>
              <a:avLst/>
              <a:gdLst/>
              <a:ahLst/>
              <a:cxnLst/>
              <a:rect l="l" t="t" r="r" b="b"/>
              <a:pathLst>
                <a:path w="139700" h="469265">
                  <a:moveTo>
                    <a:pt x="6502" y="0"/>
                  </a:moveTo>
                  <a:lnTo>
                    <a:pt x="0" y="1842"/>
                  </a:lnTo>
                  <a:lnTo>
                    <a:pt x="132749" y="468666"/>
                  </a:lnTo>
                  <a:lnTo>
                    <a:pt x="139252" y="466813"/>
                  </a:lnTo>
                  <a:lnTo>
                    <a:pt x="6502" y="0"/>
                  </a:lnTo>
                  <a:close/>
                </a:path>
              </a:pathLst>
            </a:custGeom>
            <a:solidFill>
              <a:srgbClr val="4646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" name="object 129" descr=""/>
          <p:cNvGrpSpPr/>
          <p:nvPr/>
        </p:nvGrpSpPr>
        <p:grpSpPr>
          <a:xfrm>
            <a:off x="5822181" y="9902247"/>
            <a:ext cx="987425" cy="555625"/>
            <a:chOff x="5822181" y="9902247"/>
            <a:chExt cx="987425" cy="555625"/>
          </a:xfrm>
        </p:grpSpPr>
        <p:sp>
          <p:nvSpPr>
            <p:cNvPr id="130" name="object 130" descr=""/>
            <p:cNvSpPr/>
            <p:nvPr/>
          </p:nvSpPr>
          <p:spPr>
            <a:xfrm>
              <a:off x="5822181" y="10315768"/>
              <a:ext cx="987425" cy="142240"/>
            </a:xfrm>
            <a:custGeom>
              <a:avLst/>
              <a:gdLst/>
              <a:ahLst/>
              <a:cxnLst/>
              <a:rect l="l" t="t" r="r" b="b"/>
              <a:pathLst>
                <a:path w="987425" h="142240">
                  <a:moveTo>
                    <a:pt x="721276" y="104"/>
                  </a:moveTo>
                  <a:lnTo>
                    <a:pt x="720218" y="0"/>
                  </a:lnTo>
                  <a:lnTo>
                    <a:pt x="1298" y="1664"/>
                  </a:lnTo>
                  <a:lnTo>
                    <a:pt x="0" y="6649"/>
                  </a:lnTo>
                  <a:lnTo>
                    <a:pt x="3287" y="8491"/>
                  </a:lnTo>
                  <a:lnTo>
                    <a:pt x="221270" y="132278"/>
                  </a:lnTo>
                  <a:lnTo>
                    <a:pt x="229755" y="136388"/>
                  </a:lnTo>
                  <a:lnTo>
                    <a:pt x="238661" y="139364"/>
                  </a:lnTo>
                  <a:lnTo>
                    <a:pt x="247879" y="141175"/>
                  </a:lnTo>
                  <a:lnTo>
                    <a:pt x="257301" y="141786"/>
                  </a:lnTo>
                  <a:lnTo>
                    <a:pt x="973876" y="141786"/>
                  </a:lnTo>
                  <a:lnTo>
                    <a:pt x="982754" y="138581"/>
                  </a:lnTo>
                  <a:lnTo>
                    <a:pt x="987085" y="131083"/>
                  </a:lnTo>
                  <a:lnTo>
                    <a:pt x="986185" y="122468"/>
                  </a:lnTo>
                  <a:lnTo>
                    <a:pt x="979373" y="115912"/>
                  </a:lnTo>
                  <a:lnTo>
                    <a:pt x="721276" y="104"/>
                  </a:lnTo>
                  <a:close/>
                </a:path>
              </a:pathLst>
            </a:custGeom>
            <a:solidFill>
              <a:srgbClr val="C8C8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5858685" y="10322676"/>
              <a:ext cx="909955" cy="107950"/>
            </a:xfrm>
            <a:custGeom>
              <a:avLst/>
              <a:gdLst/>
              <a:ahLst/>
              <a:cxnLst/>
              <a:rect l="l" t="t" r="r" b="b"/>
              <a:pathLst>
                <a:path w="909954" h="107950">
                  <a:moveTo>
                    <a:pt x="671319" y="0"/>
                  </a:moveTo>
                  <a:lnTo>
                    <a:pt x="0" y="1361"/>
                  </a:lnTo>
                  <a:lnTo>
                    <a:pt x="218265" y="107734"/>
                  </a:lnTo>
                  <a:lnTo>
                    <a:pt x="909825" y="107734"/>
                  </a:lnTo>
                  <a:lnTo>
                    <a:pt x="671319" y="0"/>
                  </a:lnTo>
                  <a:close/>
                </a:path>
              </a:pathLst>
            </a:custGeom>
            <a:solidFill>
              <a:srgbClr val="94949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6067879" y="9902247"/>
              <a:ext cx="742315" cy="528320"/>
            </a:xfrm>
            <a:custGeom>
              <a:avLst/>
              <a:gdLst/>
              <a:ahLst/>
              <a:cxnLst/>
              <a:rect l="l" t="t" r="r" b="b"/>
              <a:pathLst>
                <a:path w="742315" h="528320">
                  <a:moveTo>
                    <a:pt x="714501" y="0"/>
                  </a:moveTo>
                  <a:lnTo>
                    <a:pt x="27234" y="0"/>
                  </a:lnTo>
                  <a:lnTo>
                    <a:pt x="16635" y="2139"/>
                  </a:lnTo>
                  <a:lnTo>
                    <a:pt x="7978" y="7973"/>
                  </a:lnTo>
                  <a:lnTo>
                    <a:pt x="2140" y="16627"/>
                  </a:lnTo>
                  <a:lnTo>
                    <a:pt x="0" y="27224"/>
                  </a:lnTo>
                  <a:lnTo>
                    <a:pt x="0" y="500927"/>
                  </a:lnTo>
                  <a:lnTo>
                    <a:pt x="2141" y="511530"/>
                  </a:lnTo>
                  <a:lnTo>
                    <a:pt x="7980" y="520187"/>
                  </a:lnTo>
                  <a:lnTo>
                    <a:pt x="16640" y="526022"/>
                  </a:lnTo>
                  <a:lnTo>
                    <a:pt x="27245" y="528161"/>
                  </a:lnTo>
                  <a:lnTo>
                    <a:pt x="714470" y="528161"/>
                  </a:lnTo>
                  <a:lnTo>
                    <a:pt x="725067" y="526022"/>
                  </a:lnTo>
                  <a:lnTo>
                    <a:pt x="733721" y="520188"/>
                  </a:lnTo>
                  <a:lnTo>
                    <a:pt x="739555" y="511534"/>
                  </a:lnTo>
                  <a:lnTo>
                    <a:pt x="741694" y="500937"/>
                  </a:lnTo>
                  <a:lnTo>
                    <a:pt x="741694" y="27192"/>
                  </a:lnTo>
                  <a:lnTo>
                    <a:pt x="739557" y="16609"/>
                  </a:lnTo>
                  <a:lnTo>
                    <a:pt x="733728" y="7965"/>
                  </a:lnTo>
                  <a:lnTo>
                    <a:pt x="725085" y="2137"/>
                  </a:lnTo>
                  <a:lnTo>
                    <a:pt x="714501" y="0"/>
                  </a:lnTo>
                  <a:close/>
                </a:path>
              </a:pathLst>
            </a:custGeom>
            <a:solidFill>
              <a:srgbClr val="C8C8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6361872" y="10016099"/>
              <a:ext cx="163195" cy="43815"/>
            </a:xfrm>
            <a:custGeom>
              <a:avLst/>
              <a:gdLst/>
              <a:ahLst/>
              <a:cxnLst/>
              <a:rect l="l" t="t" r="r" b="b"/>
              <a:pathLst>
                <a:path w="163195" h="43815">
                  <a:moveTo>
                    <a:pt x="141168" y="0"/>
                  </a:moveTo>
                  <a:lnTo>
                    <a:pt x="21716" y="0"/>
                  </a:lnTo>
                  <a:lnTo>
                    <a:pt x="13261" y="1706"/>
                  </a:lnTo>
                  <a:lnTo>
                    <a:pt x="6358" y="6358"/>
                  </a:lnTo>
                  <a:lnTo>
                    <a:pt x="1705" y="13252"/>
                  </a:lnTo>
                  <a:lnTo>
                    <a:pt x="0" y="21685"/>
                  </a:lnTo>
                  <a:lnTo>
                    <a:pt x="1705" y="30146"/>
                  </a:lnTo>
                  <a:lnTo>
                    <a:pt x="6358" y="37052"/>
                  </a:lnTo>
                  <a:lnTo>
                    <a:pt x="13261" y="41706"/>
                  </a:lnTo>
                  <a:lnTo>
                    <a:pt x="21716" y="43412"/>
                  </a:lnTo>
                  <a:lnTo>
                    <a:pt x="141168" y="43412"/>
                  </a:lnTo>
                  <a:lnTo>
                    <a:pt x="149625" y="41706"/>
                  </a:lnTo>
                  <a:lnTo>
                    <a:pt x="156531" y="37052"/>
                  </a:lnTo>
                  <a:lnTo>
                    <a:pt x="161188" y="30146"/>
                  </a:lnTo>
                  <a:lnTo>
                    <a:pt x="162895" y="21685"/>
                  </a:lnTo>
                  <a:lnTo>
                    <a:pt x="161188" y="13252"/>
                  </a:lnTo>
                  <a:lnTo>
                    <a:pt x="156531" y="6358"/>
                  </a:lnTo>
                  <a:lnTo>
                    <a:pt x="149625" y="1706"/>
                  </a:lnTo>
                  <a:lnTo>
                    <a:pt x="141168" y="0"/>
                  </a:lnTo>
                  <a:close/>
                </a:path>
              </a:pathLst>
            </a:custGeom>
            <a:solidFill>
              <a:srgbClr val="F5F5F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4" name="object 134" descr=""/>
          <p:cNvGrpSpPr/>
          <p:nvPr/>
        </p:nvGrpSpPr>
        <p:grpSpPr>
          <a:xfrm>
            <a:off x="7136383" y="9906300"/>
            <a:ext cx="861694" cy="561975"/>
            <a:chOff x="7136383" y="9906300"/>
            <a:chExt cx="861694" cy="561975"/>
          </a:xfrm>
        </p:grpSpPr>
        <p:sp>
          <p:nvSpPr>
            <p:cNvPr id="135" name="object 135" descr=""/>
            <p:cNvSpPr/>
            <p:nvPr/>
          </p:nvSpPr>
          <p:spPr>
            <a:xfrm>
              <a:off x="7136383" y="9906300"/>
              <a:ext cx="751840" cy="526415"/>
            </a:xfrm>
            <a:custGeom>
              <a:avLst/>
              <a:gdLst/>
              <a:ahLst/>
              <a:cxnLst/>
              <a:rect l="l" t="t" r="r" b="b"/>
              <a:pathLst>
                <a:path w="751840" h="526415">
                  <a:moveTo>
                    <a:pt x="724365" y="0"/>
                  </a:moveTo>
                  <a:lnTo>
                    <a:pt x="27224" y="0"/>
                  </a:lnTo>
                  <a:lnTo>
                    <a:pt x="16627" y="2139"/>
                  </a:lnTo>
                  <a:lnTo>
                    <a:pt x="7973" y="7973"/>
                  </a:lnTo>
                  <a:lnTo>
                    <a:pt x="2139" y="16627"/>
                  </a:lnTo>
                  <a:lnTo>
                    <a:pt x="0" y="27224"/>
                  </a:lnTo>
                  <a:lnTo>
                    <a:pt x="0" y="499052"/>
                  </a:lnTo>
                  <a:lnTo>
                    <a:pt x="2139" y="509650"/>
                  </a:lnTo>
                  <a:lnTo>
                    <a:pt x="7973" y="518303"/>
                  </a:lnTo>
                  <a:lnTo>
                    <a:pt x="16627" y="524137"/>
                  </a:lnTo>
                  <a:lnTo>
                    <a:pt x="27224" y="526277"/>
                  </a:lnTo>
                  <a:lnTo>
                    <a:pt x="724365" y="526277"/>
                  </a:lnTo>
                  <a:lnTo>
                    <a:pt x="734964" y="524137"/>
                  </a:lnTo>
                  <a:lnTo>
                    <a:pt x="743621" y="518303"/>
                  </a:lnTo>
                  <a:lnTo>
                    <a:pt x="749459" y="509650"/>
                  </a:lnTo>
                  <a:lnTo>
                    <a:pt x="751600" y="499052"/>
                  </a:lnTo>
                  <a:lnTo>
                    <a:pt x="751600" y="27234"/>
                  </a:lnTo>
                  <a:lnTo>
                    <a:pt x="749459" y="16631"/>
                  </a:lnTo>
                  <a:lnTo>
                    <a:pt x="743621" y="7974"/>
                  </a:lnTo>
                  <a:lnTo>
                    <a:pt x="734964" y="2139"/>
                  </a:lnTo>
                  <a:lnTo>
                    <a:pt x="724365" y="0"/>
                  </a:lnTo>
                  <a:close/>
                </a:path>
              </a:pathLst>
            </a:custGeom>
            <a:solidFill>
              <a:srgbClr val="C8C8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7161865" y="9943603"/>
              <a:ext cx="702310" cy="464820"/>
            </a:xfrm>
            <a:custGeom>
              <a:avLst/>
              <a:gdLst/>
              <a:ahLst/>
              <a:cxnLst/>
              <a:rect l="l" t="t" r="r" b="b"/>
              <a:pathLst>
                <a:path w="702309" h="464820">
                  <a:moveTo>
                    <a:pt x="701716" y="0"/>
                  </a:moveTo>
                  <a:lnTo>
                    <a:pt x="0" y="0"/>
                  </a:lnTo>
                  <a:lnTo>
                    <a:pt x="0" y="464478"/>
                  </a:lnTo>
                  <a:lnTo>
                    <a:pt x="701716" y="464478"/>
                  </a:lnTo>
                  <a:lnTo>
                    <a:pt x="701716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7506605" y="9912157"/>
              <a:ext cx="26034" cy="26670"/>
            </a:xfrm>
            <a:custGeom>
              <a:avLst/>
              <a:gdLst/>
              <a:ahLst/>
              <a:cxnLst/>
              <a:rect l="l" t="t" r="r" b="b"/>
              <a:pathLst>
                <a:path w="26034" h="26670">
                  <a:moveTo>
                    <a:pt x="12714" y="0"/>
                  </a:moveTo>
                  <a:lnTo>
                    <a:pt x="3178" y="4111"/>
                  </a:lnTo>
                  <a:lnTo>
                    <a:pt x="0" y="13156"/>
                  </a:lnTo>
                  <a:lnTo>
                    <a:pt x="3178" y="22201"/>
                  </a:lnTo>
                  <a:lnTo>
                    <a:pt x="12714" y="26313"/>
                  </a:lnTo>
                  <a:lnTo>
                    <a:pt x="22232" y="22201"/>
                  </a:lnTo>
                  <a:lnTo>
                    <a:pt x="25412" y="13156"/>
                  </a:lnTo>
                  <a:lnTo>
                    <a:pt x="22244" y="4111"/>
                  </a:lnTo>
                  <a:lnTo>
                    <a:pt x="12714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7161863" y="9943605"/>
              <a:ext cx="702310" cy="464820"/>
            </a:xfrm>
            <a:custGeom>
              <a:avLst/>
              <a:gdLst/>
              <a:ahLst/>
              <a:cxnLst/>
              <a:rect l="l" t="t" r="r" b="b"/>
              <a:pathLst>
                <a:path w="702309" h="464820">
                  <a:moveTo>
                    <a:pt x="701716" y="0"/>
                  </a:moveTo>
                  <a:lnTo>
                    <a:pt x="582589" y="0"/>
                  </a:lnTo>
                  <a:lnTo>
                    <a:pt x="0" y="292357"/>
                  </a:lnTo>
                  <a:lnTo>
                    <a:pt x="0" y="464467"/>
                  </a:lnTo>
                  <a:lnTo>
                    <a:pt x="108572" y="464467"/>
                  </a:lnTo>
                  <a:lnTo>
                    <a:pt x="701716" y="176884"/>
                  </a:lnTo>
                  <a:lnTo>
                    <a:pt x="701716" y="0"/>
                  </a:lnTo>
                  <a:close/>
                </a:path>
              </a:pathLst>
            </a:custGeom>
            <a:solidFill>
              <a:srgbClr val="0086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7142418" y="10432827"/>
              <a:ext cx="840105" cy="34925"/>
            </a:xfrm>
            <a:custGeom>
              <a:avLst/>
              <a:gdLst/>
              <a:ahLst/>
              <a:cxnLst/>
              <a:rect l="l" t="t" r="r" b="b"/>
              <a:pathLst>
                <a:path w="840104" h="34925">
                  <a:moveTo>
                    <a:pt x="835953" y="0"/>
                  </a:moveTo>
                  <a:lnTo>
                    <a:pt x="831576" y="0"/>
                  </a:lnTo>
                  <a:lnTo>
                    <a:pt x="3581" y="0"/>
                  </a:lnTo>
                  <a:lnTo>
                    <a:pt x="0" y="3581"/>
                  </a:lnTo>
                  <a:lnTo>
                    <a:pt x="0" y="31307"/>
                  </a:lnTo>
                  <a:lnTo>
                    <a:pt x="3581" y="34888"/>
                  </a:lnTo>
                  <a:lnTo>
                    <a:pt x="835953" y="34888"/>
                  </a:lnTo>
                  <a:lnTo>
                    <a:pt x="839534" y="31307"/>
                  </a:lnTo>
                  <a:lnTo>
                    <a:pt x="839534" y="3581"/>
                  </a:lnTo>
                  <a:lnTo>
                    <a:pt x="835953" y="0"/>
                  </a:lnTo>
                  <a:close/>
                </a:path>
              </a:pathLst>
            </a:custGeom>
            <a:solidFill>
              <a:srgbClr val="A8A7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7265628" y="10442738"/>
              <a:ext cx="732155" cy="25400"/>
            </a:xfrm>
            <a:custGeom>
              <a:avLst/>
              <a:gdLst/>
              <a:ahLst/>
              <a:cxnLst/>
              <a:rect l="l" t="t" r="r" b="b"/>
              <a:pathLst>
                <a:path w="732154" h="25400">
                  <a:moveTo>
                    <a:pt x="729517" y="0"/>
                  </a:moveTo>
                  <a:lnTo>
                    <a:pt x="726386" y="0"/>
                  </a:lnTo>
                  <a:lnTo>
                    <a:pt x="2565" y="0"/>
                  </a:lnTo>
                  <a:lnTo>
                    <a:pt x="0" y="2565"/>
                  </a:lnTo>
                  <a:lnTo>
                    <a:pt x="0" y="22407"/>
                  </a:lnTo>
                  <a:lnTo>
                    <a:pt x="2565" y="24973"/>
                  </a:lnTo>
                  <a:lnTo>
                    <a:pt x="729517" y="24973"/>
                  </a:lnTo>
                  <a:lnTo>
                    <a:pt x="732082" y="22407"/>
                  </a:lnTo>
                  <a:lnTo>
                    <a:pt x="732082" y="2565"/>
                  </a:lnTo>
                  <a:lnTo>
                    <a:pt x="729517" y="0"/>
                  </a:lnTo>
                  <a:close/>
                </a:path>
              </a:pathLst>
            </a:custGeom>
            <a:solidFill>
              <a:srgbClr val="C8C8C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141" descr=""/>
          <p:cNvGrpSpPr/>
          <p:nvPr/>
        </p:nvGrpSpPr>
        <p:grpSpPr>
          <a:xfrm>
            <a:off x="3461558" y="9970965"/>
            <a:ext cx="315595" cy="481965"/>
            <a:chOff x="3461558" y="9970965"/>
            <a:chExt cx="315595" cy="481965"/>
          </a:xfrm>
        </p:grpSpPr>
        <p:sp>
          <p:nvSpPr>
            <p:cNvPr id="142" name="object 142" descr=""/>
            <p:cNvSpPr/>
            <p:nvPr/>
          </p:nvSpPr>
          <p:spPr>
            <a:xfrm>
              <a:off x="3461558" y="9970965"/>
              <a:ext cx="294640" cy="481965"/>
            </a:xfrm>
            <a:custGeom>
              <a:avLst/>
              <a:gdLst/>
              <a:ahLst/>
              <a:cxnLst/>
              <a:rect l="l" t="t" r="r" b="b"/>
              <a:pathLst>
                <a:path w="294639" h="481965">
                  <a:moveTo>
                    <a:pt x="91830" y="0"/>
                  </a:moveTo>
                  <a:lnTo>
                    <a:pt x="80599" y="2686"/>
                  </a:lnTo>
                  <a:lnTo>
                    <a:pt x="73616" y="8546"/>
                  </a:lnTo>
                  <a:lnTo>
                    <a:pt x="70521" y="15723"/>
                  </a:lnTo>
                  <a:lnTo>
                    <a:pt x="0" y="415595"/>
                  </a:lnTo>
                  <a:lnTo>
                    <a:pt x="4743" y="423155"/>
                  </a:lnTo>
                  <a:lnTo>
                    <a:pt x="207176" y="480483"/>
                  </a:lnTo>
                  <a:lnTo>
                    <a:pt x="215736" y="481895"/>
                  </a:lnTo>
                  <a:lnTo>
                    <a:pt x="226160" y="481933"/>
                  </a:lnTo>
                  <a:lnTo>
                    <a:pt x="235242" y="479835"/>
                  </a:lnTo>
                  <a:lnTo>
                    <a:pt x="239772" y="474839"/>
                  </a:lnTo>
                  <a:lnTo>
                    <a:pt x="245962" y="436069"/>
                  </a:lnTo>
                  <a:lnTo>
                    <a:pt x="253784" y="381217"/>
                  </a:lnTo>
                  <a:lnTo>
                    <a:pt x="280126" y="186605"/>
                  </a:lnTo>
                  <a:lnTo>
                    <a:pt x="287558" y="133865"/>
                  </a:lnTo>
                  <a:lnTo>
                    <a:pt x="293163" y="98265"/>
                  </a:lnTo>
                  <a:lnTo>
                    <a:pt x="294462" y="91081"/>
                  </a:lnTo>
                  <a:lnTo>
                    <a:pt x="290525" y="84024"/>
                  </a:lnTo>
                  <a:lnTo>
                    <a:pt x="283760" y="81323"/>
                  </a:lnTo>
                  <a:lnTo>
                    <a:pt x="107672" y="2341"/>
                  </a:lnTo>
                  <a:lnTo>
                    <a:pt x="9183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3482459" y="9973294"/>
              <a:ext cx="294640" cy="478155"/>
            </a:xfrm>
            <a:custGeom>
              <a:avLst/>
              <a:gdLst/>
              <a:ahLst/>
              <a:cxnLst/>
              <a:rect l="l" t="t" r="r" b="b"/>
              <a:pathLst>
                <a:path w="294639" h="478154">
                  <a:moveTo>
                    <a:pt x="84518" y="0"/>
                  </a:moveTo>
                  <a:lnTo>
                    <a:pt x="78171" y="1902"/>
                  </a:lnTo>
                  <a:lnTo>
                    <a:pt x="73208" y="6288"/>
                  </a:lnTo>
                  <a:lnTo>
                    <a:pt x="70510" y="12670"/>
                  </a:lnTo>
                  <a:lnTo>
                    <a:pt x="0" y="412543"/>
                  </a:lnTo>
                  <a:lnTo>
                    <a:pt x="4732" y="420103"/>
                  </a:lnTo>
                  <a:lnTo>
                    <a:pt x="207166" y="477431"/>
                  </a:lnTo>
                  <a:lnTo>
                    <a:pt x="213646" y="477843"/>
                  </a:lnTo>
                  <a:lnTo>
                    <a:pt x="219497" y="475678"/>
                  </a:lnTo>
                  <a:lnTo>
                    <a:pt x="224007" y="471372"/>
                  </a:lnTo>
                  <a:lnTo>
                    <a:pt x="226464" y="465358"/>
                  </a:lnTo>
                  <a:lnTo>
                    <a:pt x="294451" y="88029"/>
                  </a:lnTo>
                  <a:lnTo>
                    <a:pt x="290514" y="80940"/>
                  </a:lnTo>
                  <a:lnTo>
                    <a:pt x="91368" y="1068"/>
                  </a:lnTo>
                  <a:lnTo>
                    <a:pt x="84518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3512886" y="10000313"/>
              <a:ext cx="247650" cy="409575"/>
            </a:xfrm>
            <a:custGeom>
              <a:avLst/>
              <a:gdLst/>
              <a:ahLst/>
              <a:cxnLst/>
              <a:rect l="l" t="t" r="r" b="b"/>
              <a:pathLst>
                <a:path w="247650" h="409575">
                  <a:moveTo>
                    <a:pt x="63139" y="0"/>
                  </a:moveTo>
                  <a:lnTo>
                    <a:pt x="0" y="350806"/>
                  </a:lnTo>
                  <a:lnTo>
                    <a:pt x="185407" y="409495"/>
                  </a:lnTo>
                  <a:lnTo>
                    <a:pt x="247615" y="65704"/>
                  </a:lnTo>
                  <a:lnTo>
                    <a:pt x="63139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3537355" y="10069166"/>
              <a:ext cx="186055" cy="340995"/>
            </a:xfrm>
            <a:custGeom>
              <a:avLst/>
              <a:gdLst/>
              <a:ahLst/>
              <a:cxnLst/>
              <a:rect l="l" t="t" r="r" b="b"/>
              <a:pathLst>
                <a:path w="186054" h="340995">
                  <a:moveTo>
                    <a:pt x="26271" y="0"/>
                  </a:moveTo>
                  <a:lnTo>
                    <a:pt x="0" y="146079"/>
                  </a:lnTo>
                  <a:lnTo>
                    <a:pt x="133440" y="332115"/>
                  </a:lnTo>
                  <a:lnTo>
                    <a:pt x="160947" y="340649"/>
                  </a:lnTo>
                  <a:lnTo>
                    <a:pt x="185701" y="203847"/>
                  </a:lnTo>
                  <a:lnTo>
                    <a:pt x="26271" y="0"/>
                  </a:lnTo>
                  <a:close/>
                </a:path>
              </a:pathLst>
            </a:custGeom>
            <a:solidFill>
              <a:srgbClr val="0086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6" name="object 146" descr=""/>
          <p:cNvGrpSpPr/>
          <p:nvPr/>
        </p:nvGrpSpPr>
        <p:grpSpPr>
          <a:xfrm>
            <a:off x="2826205" y="9987081"/>
            <a:ext cx="55244" cy="434975"/>
            <a:chOff x="2826205" y="9987081"/>
            <a:chExt cx="55244" cy="434975"/>
          </a:xfrm>
        </p:grpSpPr>
        <p:sp>
          <p:nvSpPr>
            <p:cNvPr id="147" name="object 147" descr=""/>
            <p:cNvSpPr/>
            <p:nvPr/>
          </p:nvSpPr>
          <p:spPr>
            <a:xfrm>
              <a:off x="2826205" y="9987081"/>
              <a:ext cx="55244" cy="434975"/>
            </a:xfrm>
            <a:custGeom>
              <a:avLst/>
              <a:gdLst/>
              <a:ahLst/>
              <a:cxnLst/>
              <a:rect l="l" t="t" r="r" b="b"/>
              <a:pathLst>
                <a:path w="55244" h="434975">
                  <a:moveTo>
                    <a:pt x="49391" y="0"/>
                  </a:moveTo>
                  <a:lnTo>
                    <a:pt x="42459" y="0"/>
                  </a:lnTo>
                  <a:lnTo>
                    <a:pt x="5643" y="0"/>
                  </a:lnTo>
                  <a:lnTo>
                    <a:pt x="0" y="5643"/>
                  </a:lnTo>
                  <a:lnTo>
                    <a:pt x="0" y="428782"/>
                  </a:lnTo>
                  <a:lnTo>
                    <a:pt x="5612" y="434405"/>
                  </a:lnTo>
                  <a:lnTo>
                    <a:pt x="49391" y="434405"/>
                  </a:lnTo>
                  <a:lnTo>
                    <a:pt x="55003" y="428782"/>
                  </a:lnTo>
                  <a:lnTo>
                    <a:pt x="55003" y="5612"/>
                  </a:lnTo>
                  <a:lnTo>
                    <a:pt x="49391" y="0"/>
                  </a:lnTo>
                  <a:close/>
                </a:path>
              </a:pathLst>
            </a:custGeom>
            <a:solidFill>
              <a:srgbClr val="4A4A4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2844960" y="10006993"/>
              <a:ext cx="30480" cy="397510"/>
            </a:xfrm>
            <a:custGeom>
              <a:avLst/>
              <a:gdLst/>
              <a:ahLst/>
              <a:cxnLst/>
              <a:rect l="l" t="t" r="r" b="b"/>
              <a:pathLst>
                <a:path w="30480" h="397509">
                  <a:moveTo>
                    <a:pt x="30470" y="0"/>
                  </a:moveTo>
                  <a:lnTo>
                    <a:pt x="0" y="0"/>
                  </a:lnTo>
                  <a:lnTo>
                    <a:pt x="0" y="396888"/>
                  </a:lnTo>
                  <a:lnTo>
                    <a:pt x="30470" y="396888"/>
                  </a:lnTo>
                  <a:lnTo>
                    <a:pt x="3047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2844958" y="10100859"/>
              <a:ext cx="30480" cy="222885"/>
            </a:xfrm>
            <a:custGeom>
              <a:avLst/>
              <a:gdLst/>
              <a:ahLst/>
              <a:cxnLst/>
              <a:rect l="l" t="t" r="r" b="b"/>
              <a:pathLst>
                <a:path w="30480" h="222884">
                  <a:moveTo>
                    <a:pt x="30470" y="0"/>
                  </a:moveTo>
                  <a:lnTo>
                    <a:pt x="0" y="88698"/>
                  </a:lnTo>
                  <a:lnTo>
                    <a:pt x="0" y="222391"/>
                  </a:lnTo>
                  <a:lnTo>
                    <a:pt x="30470" y="133587"/>
                  </a:lnTo>
                  <a:lnTo>
                    <a:pt x="30470" y="0"/>
                  </a:lnTo>
                  <a:close/>
                </a:path>
              </a:pathLst>
            </a:custGeom>
            <a:solidFill>
              <a:srgbClr val="0086B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 descr=""/>
          <p:cNvGrpSpPr/>
          <p:nvPr/>
        </p:nvGrpSpPr>
        <p:grpSpPr>
          <a:xfrm>
            <a:off x="11783305" y="9849607"/>
            <a:ext cx="507365" cy="511175"/>
            <a:chOff x="11783305" y="9849607"/>
            <a:chExt cx="507365" cy="511175"/>
          </a:xfrm>
        </p:grpSpPr>
        <p:sp>
          <p:nvSpPr>
            <p:cNvPr id="151" name="object 151" descr=""/>
            <p:cNvSpPr/>
            <p:nvPr/>
          </p:nvSpPr>
          <p:spPr>
            <a:xfrm>
              <a:off x="12003505" y="9849607"/>
              <a:ext cx="259715" cy="450215"/>
            </a:xfrm>
            <a:custGeom>
              <a:avLst/>
              <a:gdLst/>
              <a:ahLst/>
              <a:cxnLst/>
              <a:rect l="l" t="t" r="r" b="b"/>
              <a:pathLst>
                <a:path w="259715" h="450215">
                  <a:moveTo>
                    <a:pt x="230579" y="0"/>
                  </a:moveTo>
                  <a:lnTo>
                    <a:pt x="28972" y="0"/>
                  </a:lnTo>
                  <a:lnTo>
                    <a:pt x="17696" y="2277"/>
                  </a:lnTo>
                  <a:lnTo>
                    <a:pt x="8486" y="8486"/>
                  </a:lnTo>
                  <a:lnTo>
                    <a:pt x="2277" y="17696"/>
                  </a:lnTo>
                  <a:lnTo>
                    <a:pt x="0" y="28972"/>
                  </a:lnTo>
                  <a:lnTo>
                    <a:pt x="0" y="420961"/>
                  </a:lnTo>
                  <a:lnTo>
                    <a:pt x="2277" y="432237"/>
                  </a:lnTo>
                  <a:lnTo>
                    <a:pt x="8486" y="441447"/>
                  </a:lnTo>
                  <a:lnTo>
                    <a:pt x="17696" y="447656"/>
                  </a:lnTo>
                  <a:lnTo>
                    <a:pt x="28972" y="449933"/>
                  </a:lnTo>
                  <a:lnTo>
                    <a:pt x="230579" y="449933"/>
                  </a:lnTo>
                  <a:lnTo>
                    <a:pt x="241856" y="447656"/>
                  </a:lnTo>
                  <a:lnTo>
                    <a:pt x="251065" y="441447"/>
                  </a:lnTo>
                  <a:lnTo>
                    <a:pt x="257275" y="432237"/>
                  </a:lnTo>
                  <a:lnTo>
                    <a:pt x="259552" y="420961"/>
                  </a:lnTo>
                  <a:lnTo>
                    <a:pt x="259552" y="28972"/>
                  </a:lnTo>
                  <a:lnTo>
                    <a:pt x="257275" y="17696"/>
                  </a:lnTo>
                  <a:lnTo>
                    <a:pt x="251065" y="8486"/>
                  </a:lnTo>
                  <a:lnTo>
                    <a:pt x="241856" y="2277"/>
                  </a:lnTo>
                  <a:lnTo>
                    <a:pt x="230579" y="0"/>
                  </a:lnTo>
                  <a:close/>
                </a:path>
              </a:pathLst>
            </a:custGeom>
            <a:solidFill>
              <a:srgbClr val="3E3E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1783302" y="9909575"/>
              <a:ext cx="507365" cy="451484"/>
            </a:xfrm>
            <a:custGeom>
              <a:avLst/>
              <a:gdLst/>
              <a:ahLst/>
              <a:cxnLst/>
              <a:rect l="l" t="t" r="r" b="b"/>
              <a:pathLst>
                <a:path w="507365" h="451484">
                  <a:moveTo>
                    <a:pt x="507314" y="194411"/>
                  </a:moveTo>
                  <a:lnTo>
                    <a:pt x="481368" y="165836"/>
                  </a:lnTo>
                  <a:lnTo>
                    <a:pt x="413956" y="144627"/>
                  </a:lnTo>
                  <a:lnTo>
                    <a:pt x="377901" y="142265"/>
                  </a:lnTo>
                  <a:lnTo>
                    <a:pt x="350177" y="143802"/>
                  </a:lnTo>
                  <a:lnTo>
                    <a:pt x="325018" y="146685"/>
                  </a:lnTo>
                  <a:lnTo>
                    <a:pt x="288086" y="153047"/>
                  </a:lnTo>
                  <a:lnTo>
                    <a:pt x="225056" y="165023"/>
                  </a:lnTo>
                  <a:lnTo>
                    <a:pt x="218122" y="165836"/>
                  </a:lnTo>
                  <a:lnTo>
                    <a:pt x="221919" y="154851"/>
                  </a:lnTo>
                  <a:lnTo>
                    <a:pt x="227799" y="120777"/>
                  </a:lnTo>
                  <a:lnTo>
                    <a:pt x="231978" y="81788"/>
                  </a:lnTo>
                  <a:lnTo>
                    <a:pt x="233743" y="46101"/>
                  </a:lnTo>
                  <a:lnTo>
                    <a:pt x="232384" y="21907"/>
                  </a:lnTo>
                  <a:lnTo>
                    <a:pt x="227698" y="9118"/>
                  </a:lnTo>
                  <a:lnTo>
                    <a:pt x="220738" y="1905"/>
                  </a:lnTo>
                  <a:lnTo>
                    <a:pt x="212813" y="0"/>
                  </a:lnTo>
                  <a:lnTo>
                    <a:pt x="205193" y="3086"/>
                  </a:lnTo>
                  <a:lnTo>
                    <a:pt x="199732" y="12636"/>
                  </a:lnTo>
                  <a:lnTo>
                    <a:pt x="196011" y="28473"/>
                  </a:lnTo>
                  <a:lnTo>
                    <a:pt x="191871" y="47828"/>
                  </a:lnTo>
                  <a:lnTo>
                    <a:pt x="185127" y="67995"/>
                  </a:lnTo>
                  <a:lnTo>
                    <a:pt x="177203" y="85242"/>
                  </a:lnTo>
                  <a:lnTo>
                    <a:pt x="165582" y="107937"/>
                  </a:lnTo>
                  <a:lnTo>
                    <a:pt x="142176" y="151345"/>
                  </a:lnTo>
                  <a:lnTo>
                    <a:pt x="98907" y="230720"/>
                  </a:lnTo>
                  <a:lnTo>
                    <a:pt x="93802" y="235851"/>
                  </a:lnTo>
                  <a:lnTo>
                    <a:pt x="28308" y="300355"/>
                  </a:lnTo>
                  <a:lnTo>
                    <a:pt x="3086" y="327279"/>
                  </a:lnTo>
                  <a:lnTo>
                    <a:pt x="14808" y="394931"/>
                  </a:lnTo>
                  <a:lnTo>
                    <a:pt x="43332" y="425005"/>
                  </a:lnTo>
                  <a:lnTo>
                    <a:pt x="81318" y="445490"/>
                  </a:lnTo>
                  <a:lnTo>
                    <a:pt x="124587" y="451053"/>
                  </a:lnTo>
                  <a:lnTo>
                    <a:pt x="182702" y="444169"/>
                  </a:lnTo>
                  <a:lnTo>
                    <a:pt x="244640" y="433425"/>
                  </a:lnTo>
                  <a:lnTo>
                    <a:pt x="301904" y="420458"/>
                  </a:lnTo>
                  <a:lnTo>
                    <a:pt x="346011" y="406946"/>
                  </a:lnTo>
                  <a:lnTo>
                    <a:pt x="370852" y="368007"/>
                  </a:lnTo>
                  <a:lnTo>
                    <a:pt x="360083" y="325183"/>
                  </a:lnTo>
                  <a:lnTo>
                    <a:pt x="342214" y="278853"/>
                  </a:lnTo>
                  <a:lnTo>
                    <a:pt x="323342" y="241731"/>
                  </a:lnTo>
                  <a:lnTo>
                    <a:pt x="322745" y="234835"/>
                  </a:lnTo>
                  <a:lnTo>
                    <a:pt x="323799" y="210553"/>
                  </a:lnTo>
                  <a:lnTo>
                    <a:pt x="323316" y="205320"/>
                  </a:lnTo>
                  <a:lnTo>
                    <a:pt x="365315" y="202158"/>
                  </a:lnTo>
                  <a:lnTo>
                    <a:pt x="421741" y="202641"/>
                  </a:lnTo>
                  <a:lnTo>
                    <a:pt x="491794" y="213080"/>
                  </a:lnTo>
                  <a:lnTo>
                    <a:pt x="505040" y="206781"/>
                  </a:lnTo>
                  <a:lnTo>
                    <a:pt x="507314" y="194411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036851" y="10117957"/>
              <a:ext cx="250195" cy="211371"/>
            </a:xfrm>
            <a:prstGeom prst="rect">
              <a:avLst/>
            </a:prstGeom>
          </p:spPr>
        </p:pic>
      </p:grpSp>
      <p:grpSp>
        <p:nvGrpSpPr>
          <p:cNvPr id="154" name="object 154" descr=""/>
          <p:cNvGrpSpPr/>
          <p:nvPr/>
        </p:nvGrpSpPr>
        <p:grpSpPr>
          <a:xfrm>
            <a:off x="12548914" y="9893085"/>
            <a:ext cx="527685" cy="462915"/>
            <a:chOff x="12548914" y="9893085"/>
            <a:chExt cx="527685" cy="462915"/>
          </a:xfrm>
        </p:grpSpPr>
        <p:sp>
          <p:nvSpPr>
            <p:cNvPr id="155" name="object 155" descr=""/>
            <p:cNvSpPr/>
            <p:nvPr/>
          </p:nvSpPr>
          <p:spPr>
            <a:xfrm>
              <a:off x="12548914" y="9981555"/>
              <a:ext cx="488950" cy="374650"/>
            </a:xfrm>
            <a:custGeom>
              <a:avLst/>
              <a:gdLst/>
              <a:ahLst/>
              <a:cxnLst/>
              <a:rect l="l" t="t" r="r" b="b"/>
              <a:pathLst>
                <a:path w="488950" h="374650">
                  <a:moveTo>
                    <a:pt x="462277" y="0"/>
                  </a:moveTo>
                  <a:lnTo>
                    <a:pt x="419137" y="2404"/>
                  </a:lnTo>
                  <a:lnTo>
                    <a:pt x="370679" y="9397"/>
                  </a:lnTo>
                  <a:lnTo>
                    <a:pt x="331078" y="17026"/>
                  </a:lnTo>
                  <a:lnTo>
                    <a:pt x="271651" y="30490"/>
                  </a:lnTo>
                  <a:lnTo>
                    <a:pt x="222449" y="43720"/>
                  </a:lnTo>
                  <a:lnTo>
                    <a:pt x="181078" y="58735"/>
                  </a:lnTo>
                  <a:lnTo>
                    <a:pt x="145142" y="77553"/>
                  </a:lnTo>
                  <a:lnTo>
                    <a:pt x="112247" y="102196"/>
                  </a:lnTo>
                  <a:lnTo>
                    <a:pt x="82120" y="134192"/>
                  </a:lnTo>
                  <a:lnTo>
                    <a:pt x="56732" y="191186"/>
                  </a:lnTo>
                  <a:lnTo>
                    <a:pt x="54888" y="215407"/>
                  </a:lnTo>
                  <a:lnTo>
                    <a:pt x="54720" y="215784"/>
                  </a:lnTo>
                  <a:lnTo>
                    <a:pt x="54427" y="216077"/>
                  </a:lnTo>
                  <a:lnTo>
                    <a:pt x="54260" y="216538"/>
                  </a:lnTo>
                  <a:lnTo>
                    <a:pt x="39862" y="239789"/>
                  </a:lnTo>
                  <a:lnTo>
                    <a:pt x="21711" y="255809"/>
                  </a:lnTo>
                  <a:lnTo>
                    <a:pt x="6269" y="267047"/>
                  </a:lnTo>
                  <a:lnTo>
                    <a:pt x="0" y="275950"/>
                  </a:lnTo>
                  <a:lnTo>
                    <a:pt x="15689" y="296482"/>
                  </a:lnTo>
                  <a:lnTo>
                    <a:pt x="50040" y="330311"/>
                  </a:lnTo>
                  <a:lnTo>
                    <a:pt x="85482" y="361510"/>
                  </a:lnTo>
                  <a:lnTo>
                    <a:pt x="104447" y="374156"/>
                  </a:lnTo>
                  <a:lnTo>
                    <a:pt x="110900" y="368406"/>
                  </a:lnTo>
                  <a:lnTo>
                    <a:pt x="119535" y="357345"/>
                  </a:lnTo>
                  <a:lnTo>
                    <a:pt x="128892" y="344415"/>
                  </a:lnTo>
                  <a:lnTo>
                    <a:pt x="137514" y="333058"/>
                  </a:lnTo>
                  <a:lnTo>
                    <a:pt x="183034" y="314612"/>
                  </a:lnTo>
                  <a:lnTo>
                    <a:pt x="200056" y="310807"/>
                  </a:lnTo>
                  <a:lnTo>
                    <a:pt x="205051" y="309708"/>
                  </a:lnTo>
                  <a:lnTo>
                    <a:pt x="246323" y="295549"/>
                  </a:lnTo>
                  <a:lnTo>
                    <a:pt x="282869" y="276357"/>
                  </a:lnTo>
                  <a:lnTo>
                    <a:pt x="326754" y="246862"/>
                  </a:lnTo>
                  <a:lnTo>
                    <a:pt x="350429" y="211638"/>
                  </a:lnTo>
                  <a:lnTo>
                    <a:pt x="358455" y="202068"/>
                  </a:lnTo>
                  <a:lnTo>
                    <a:pt x="373042" y="188993"/>
                  </a:lnTo>
                  <a:lnTo>
                    <a:pt x="388809" y="175319"/>
                  </a:lnTo>
                  <a:lnTo>
                    <a:pt x="400375" y="163953"/>
                  </a:lnTo>
                  <a:lnTo>
                    <a:pt x="410667" y="146196"/>
                  </a:lnTo>
                  <a:lnTo>
                    <a:pt x="424657" y="117780"/>
                  </a:lnTo>
                  <a:lnTo>
                    <a:pt x="440099" y="88193"/>
                  </a:lnTo>
                  <a:lnTo>
                    <a:pt x="454750" y="66919"/>
                  </a:lnTo>
                  <a:lnTo>
                    <a:pt x="468968" y="51774"/>
                  </a:lnTo>
                  <a:lnTo>
                    <a:pt x="481715" y="35413"/>
                  </a:lnTo>
                  <a:lnTo>
                    <a:pt x="488773" y="19609"/>
                  </a:lnTo>
                  <a:lnTo>
                    <a:pt x="485922" y="6136"/>
                  </a:lnTo>
                  <a:lnTo>
                    <a:pt x="462277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2693507" y="9893085"/>
              <a:ext cx="368935" cy="389890"/>
            </a:xfrm>
            <a:custGeom>
              <a:avLst/>
              <a:gdLst/>
              <a:ahLst/>
              <a:cxnLst/>
              <a:rect l="l" t="t" r="r" b="b"/>
              <a:pathLst>
                <a:path w="368934" h="389890">
                  <a:moveTo>
                    <a:pt x="331738" y="0"/>
                  </a:moveTo>
                  <a:lnTo>
                    <a:pt x="323906" y="251"/>
                  </a:lnTo>
                  <a:lnTo>
                    <a:pt x="0" y="347109"/>
                  </a:lnTo>
                  <a:lnTo>
                    <a:pt x="293" y="354910"/>
                  </a:lnTo>
                  <a:lnTo>
                    <a:pt x="37161" y="389349"/>
                  </a:lnTo>
                  <a:lnTo>
                    <a:pt x="44951" y="389098"/>
                  </a:lnTo>
                  <a:lnTo>
                    <a:pt x="368857" y="42229"/>
                  </a:lnTo>
                  <a:lnTo>
                    <a:pt x="368606" y="34438"/>
                  </a:lnTo>
                  <a:lnTo>
                    <a:pt x="336680" y="4649"/>
                  </a:lnTo>
                  <a:lnTo>
                    <a:pt x="331738" y="0"/>
                  </a:lnTo>
                  <a:close/>
                </a:path>
              </a:pathLst>
            </a:custGeom>
            <a:solidFill>
              <a:srgbClr val="4545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 descr=""/>
            <p:cNvSpPr/>
            <p:nvPr/>
          </p:nvSpPr>
          <p:spPr>
            <a:xfrm>
              <a:off x="12707919" y="9910004"/>
              <a:ext cx="328295" cy="347980"/>
            </a:xfrm>
            <a:custGeom>
              <a:avLst/>
              <a:gdLst/>
              <a:ahLst/>
              <a:cxnLst/>
              <a:rect l="l" t="t" r="r" b="b"/>
              <a:pathLst>
                <a:path w="328294" h="347979">
                  <a:moveTo>
                    <a:pt x="302828" y="0"/>
                  </a:moveTo>
                  <a:lnTo>
                    <a:pt x="0" y="324283"/>
                  </a:lnTo>
                  <a:lnTo>
                    <a:pt x="24878" y="347497"/>
                  </a:lnTo>
                  <a:lnTo>
                    <a:pt x="327717" y="23255"/>
                  </a:lnTo>
                  <a:lnTo>
                    <a:pt x="302828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12794355" y="9986675"/>
              <a:ext cx="145415" cy="205104"/>
            </a:xfrm>
            <a:custGeom>
              <a:avLst/>
              <a:gdLst/>
              <a:ahLst/>
              <a:cxnLst/>
              <a:rect l="l" t="t" r="r" b="b"/>
              <a:pathLst>
                <a:path w="145415" h="205104">
                  <a:moveTo>
                    <a:pt x="144791" y="0"/>
                  </a:moveTo>
                  <a:lnTo>
                    <a:pt x="42857" y="109190"/>
                  </a:lnTo>
                  <a:lnTo>
                    <a:pt x="0" y="204967"/>
                  </a:lnTo>
                  <a:lnTo>
                    <a:pt x="101975" y="95745"/>
                  </a:lnTo>
                  <a:lnTo>
                    <a:pt x="144791" y="0"/>
                  </a:lnTo>
                  <a:close/>
                </a:path>
              </a:pathLst>
            </a:custGeom>
            <a:solidFill>
              <a:srgbClr val="0086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2603669" y="9938413"/>
              <a:ext cx="243840" cy="299720"/>
            </a:xfrm>
            <a:custGeom>
              <a:avLst/>
              <a:gdLst/>
              <a:ahLst/>
              <a:cxnLst/>
              <a:rect l="l" t="t" r="r" b="b"/>
              <a:pathLst>
                <a:path w="243840" h="299720">
                  <a:moveTo>
                    <a:pt x="239613" y="0"/>
                  </a:moveTo>
                  <a:lnTo>
                    <a:pt x="227615" y="2008"/>
                  </a:lnTo>
                  <a:lnTo>
                    <a:pt x="173687" y="34633"/>
                  </a:lnTo>
                  <a:lnTo>
                    <a:pt x="139815" y="50029"/>
                  </a:lnTo>
                  <a:lnTo>
                    <a:pt x="74184" y="90370"/>
                  </a:lnTo>
                  <a:lnTo>
                    <a:pt x="32938" y="139859"/>
                  </a:lnTo>
                  <a:lnTo>
                    <a:pt x="8260" y="193555"/>
                  </a:lnTo>
                  <a:lnTo>
                    <a:pt x="0" y="226951"/>
                  </a:lnTo>
                  <a:lnTo>
                    <a:pt x="8124" y="253993"/>
                  </a:lnTo>
                  <a:lnTo>
                    <a:pt x="32603" y="288629"/>
                  </a:lnTo>
                  <a:lnTo>
                    <a:pt x="59375" y="299722"/>
                  </a:lnTo>
                  <a:lnTo>
                    <a:pt x="81614" y="293356"/>
                  </a:lnTo>
                  <a:lnTo>
                    <a:pt x="100260" y="271152"/>
                  </a:lnTo>
                  <a:lnTo>
                    <a:pt x="116248" y="234728"/>
                  </a:lnTo>
                  <a:lnTo>
                    <a:pt x="130516" y="185701"/>
                  </a:lnTo>
                  <a:lnTo>
                    <a:pt x="144003" y="125692"/>
                  </a:lnTo>
                  <a:lnTo>
                    <a:pt x="154200" y="112283"/>
                  </a:lnTo>
                  <a:lnTo>
                    <a:pt x="199079" y="86097"/>
                  </a:lnTo>
                  <a:lnTo>
                    <a:pt x="237073" y="43103"/>
                  </a:lnTo>
                  <a:lnTo>
                    <a:pt x="243462" y="9412"/>
                  </a:lnTo>
                  <a:lnTo>
                    <a:pt x="239613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2858296" y="9946374"/>
              <a:ext cx="217734" cy="282339"/>
            </a:xfrm>
            <a:prstGeom prst="rect">
              <a:avLst/>
            </a:prstGeom>
          </p:spPr>
        </p:pic>
      </p:grpSp>
      <p:grpSp>
        <p:nvGrpSpPr>
          <p:cNvPr id="161" name="object 161" descr=""/>
          <p:cNvGrpSpPr/>
          <p:nvPr/>
        </p:nvGrpSpPr>
        <p:grpSpPr>
          <a:xfrm>
            <a:off x="13932873" y="9857054"/>
            <a:ext cx="624205" cy="430530"/>
            <a:chOff x="13932873" y="9857054"/>
            <a:chExt cx="624205" cy="430530"/>
          </a:xfrm>
        </p:grpSpPr>
        <p:pic>
          <p:nvPicPr>
            <p:cNvPr id="162" name="object 162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176406" y="10028860"/>
              <a:ext cx="344452" cy="123792"/>
            </a:xfrm>
            <a:prstGeom prst="rect">
              <a:avLst/>
            </a:prstGeom>
          </p:spPr>
        </p:pic>
        <p:sp>
          <p:nvSpPr>
            <p:cNvPr id="163" name="object 163" descr=""/>
            <p:cNvSpPr/>
            <p:nvPr/>
          </p:nvSpPr>
          <p:spPr>
            <a:xfrm>
              <a:off x="13932873" y="9857054"/>
              <a:ext cx="508634" cy="430530"/>
            </a:xfrm>
            <a:custGeom>
              <a:avLst/>
              <a:gdLst/>
              <a:ahLst/>
              <a:cxnLst/>
              <a:rect l="l" t="t" r="r" b="b"/>
              <a:pathLst>
                <a:path w="508634" h="430529">
                  <a:moveTo>
                    <a:pt x="128191" y="0"/>
                  </a:moveTo>
                  <a:lnTo>
                    <a:pt x="2854" y="200969"/>
                  </a:lnTo>
                  <a:lnTo>
                    <a:pt x="0" y="210340"/>
                  </a:lnTo>
                  <a:lnTo>
                    <a:pt x="939" y="219750"/>
                  </a:lnTo>
                  <a:lnTo>
                    <a:pt x="5344" y="228126"/>
                  </a:lnTo>
                  <a:lnTo>
                    <a:pt x="12885" y="234392"/>
                  </a:lnTo>
                  <a:lnTo>
                    <a:pt x="370801" y="427099"/>
                  </a:lnTo>
                  <a:lnTo>
                    <a:pt x="380184" y="429935"/>
                  </a:lnTo>
                  <a:lnTo>
                    <a:pt x="389601" y="428998"/>
                  </a:lnTo>
                  <a:lnTo>
                    <a:pt x="397974" y="424603"/>
                  </a:lnTo>
                  <a:lnTo>
                    <a:pt x="404224" y="417067"/>
                  </a:lnTo>
                  <a:lnTo>
                    <a:pt x="505519" y="228979"/>
                  </a:lnTo>
                  <a:lnTo>
                    <a:pt x="508355" y="219600"/>
                  </a:lnTo>
                  <a:lnTo>
                    <a:pt x="507413" y="210181"/>
                  </a:lnTo>
                  <a:lnTo>
                    <a:pt x="503006" y="201803"/>
                  </a:lnTo>
                  <a:lnTo>
                    <a:pt x="495446" y="195545"/>
                  </a:lnTo>
                  <a:lnTo>
                    <a:pt x="137572" y="2850"/>
                  </a:lnTo>
                  <a:lnTo>
                    <a:pt x="128191" y="0"/>
                  </a:lnTo>
                  <a:close/>
                </a:path>
              </a:pathLst>
            </a:custGeom>
            <a:solidFill>
              <a:srgbClr val="3E3E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4279417" y="9879785"/>
              <a:ext cx="278130" cy="266700"/>
            </a:xfrm>
            <a:custGeom>
              <a:avLst/>
              <a:gdLst/>
              <a:ahLst/>
              <a:cxnLst/>
              <a:rect l="l" t="t" r="r" b="b"/>
              <a:pathLst>
                <a:path w="278130" h="266700">
                  <a:moveTo>
                    <a:pt x="23984" y="0"/>
                  </a:moveTo>
                  <a:lnTo>
                    <a:pt x="8098" y="14498"/>
                  </a:lnTo>
                  <a:lnTo>
                    <a:pt x="0" y="56131"/>
                  </a:lnTo>
                  <a:lnTo>
                    <a:pt x="2034" y="110492"/>
                  </a:lnTo>
                  <a:lnTo>
                    <a:pt x="16545" y="163175"/>
                  </a:lnTo>
                  <a:lnTo>
                    <a:pt x="45878" y="199774"/>
                  </a:lnTo>
                  <a:lnTo>
                    <a:pt x="110912" y="226511"/>
                  </a:lnTo>
                  <a:lnTo>
                    <a:pt x="146850" y="238924"/>
                  </a:lnTo>
                  <a:lnTo>
                    <a:pt x="172859" y="249824"/>
                  </a:lnTo>
                  <a:lnTo>
                    <a:pt x="213646" y="266459"/>
                  </a:lnTo>
                  <a:lnTo>
                    <a:pt x="243087" y="266497"/>
                  </a:lnTo>
                  <a:lnTo>
                    <a:pt x="263583" y="253447"/>
                  </a:lnTo>
                  <a:lnTo>
                    <a:pt x="277536" y="230820"/>
                  </a:lnTo>
                  <a:lnTo>
                    <a:pt x="277189" y="199389"/>
                  </a:lnTo>
                  <a:lnTo>
                    <a:pt x="258819" y="163034"/>
                  </a:lnTo>
                  <a:lnTo>
                    <a:pt x="230782" y="129973"/>
                  </a:lnTo>
                  <a:lnTo>
                    <a:pt x="201434" y="108426"/>
                  </a:lnTo>
                  <a:lnTo>
                    <a:pt x="159742" y="84419"/>
                  </a:lnTo>
                  <a:lnTo>
                    <a:pt x="102688" y="48425"/>
                  </a:lnTo>
                  <a:lnTo>
                    <a:pt x="50644" y="15324"/>
                  </a:lnTo>
                  <a:lnTo>
                    <a:pt x="23984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5" name="object 16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076552" y="9872810"/>
              <a:ext cx="250932" cy="81187"/>
            </a:xfrm>
            <a:prstGeom prst="rect">
              <a:avLst/>
            </a:prstGeom>
          </p:spPr>
        </p:pic>
        <p:sp>
          <p:nvSpPr>
            <p:cNvPr id="166" name="object 166" descr=""/>
            <p:cNvSpPr/>
            <p:nvPr/>
          </p:nvSpPr>
          <p:spPr>
            <a:xfrm>
              <a:off x="14065732" y="9927783"/>
              <a:ext cx="281940" cy="93980"/>
            </a:xfrm>
            <a:custGeom>
              <a:avLst/>
              <a:gdLst/>
              <a:ahLst/>
              <a:cxnLst/>
              <a:rect l="l" t="t" r="r" b="b"/>
              <a:pathLst>
                <a:path w="281940" h="93979">
                  <a:moveTo>
                    <a:pt x="204471" y="0"/>
                  </a:moveTo>
                  <a:lnTo>
                    <a:pt x="140623" y="11074"/>
                  </a:lnTo>
                  <a:lnTo>
                    <a:pt x="94090" y="22829"/>
                  </a:lnTo>
                  <a:lnTo>
                    <a:pt x="53432" y="36107"/>
                  </a:lnTo>
                  <a:lnTo>
                    <a:pt x="5633" y="59523"/>
                  </a:lnTo>
                  <a:lnTo>
                    <a:pt x="0" y="80134"/>
                  </a:lnTo>
                  <a:lnTo>
                    <a:pt x="3395" y="88954"/>
                  </a:lnTo>
                  <a:lnTo>
                    <a:pt x="8533" y="93364"/>
                  </a:lnTo>
                  <a:lnTo>
                    <a:pt x="22110" y="92043"/>
                  </a:lnTo>
                  <a:lnTo>
                    <a:pt x="44793" y="86272"/>
                  </a:lnTo>
                  <a:lnTo>
                    <a:pt x="73521" y="79348"/>
                  </a:lnTo>
                  <a:lnTo>
                    <a:pt x="105232" y="74569"/>
                  </a:lnTo>
                  <a:lnTo>
                    <a:pt x="176634" y="68734"/>
                  </a:lnTo>
                  <a:lnTo>
                    <a:pt x="209731" y="67054"/>
                  </a:lnTo>
                  <a:lnTo>
                    <a:pt x="234128" y="67721"/>
                  </a:lnTo>
                  <a:lnTo>
                    <a:pt x="255163" y="61946"/>
                  </a:lnTo>
                  <a:lnTo>
                    <a:pt x="274622" y="44870"/>
                  </a:lnTo>
                  <a:lnTo>
                    <a:pt x="281937" y="23625"/>
                  </a:lnTo>
                  <a:lnTo>
                    <a:pt x="266536" y="5346"/>
                  </a:lnTo>
                  <a:lnTo>
                    <a:pt x="229824" y="889"/>
                  </a:lnTo>
                  <a:lnTo>
                    <a:pt x="204471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4105014" y="9984179"/>
              <a:ext cx="288355" cy="112108"/>
            </a:xfrm>
            <a:prstGeom prst="rect">
              <a:avLst/>
            </a:prstGeom>
          </p:spPr>
        </p:pic>
      </p:grpSp>
      <p:grpSp>
        <p:nvGrpSpPr>
          <p:cNvPr id="168" name="object 168" descr=""/>
          <p:cNvGrpSpPr/>
          <p:nvPr/>
        </p:nvGrpSpPr>
        <p:grpSpPr>
          <a:xfrm>
            <a:off x="11613036" y="8889844"/>
            <a:ext cx="187325" cy="586105"/>
            <a:chOff x="11613036" y="8889844"/>
            <a:chExt cx="187325" cy="586105"/>
          </a:xfrm>
        </p:grpSpPr>
        <p:sp>
          <p:nvSpPr>
            <p:cNvPr id="169" name="object 169" descr=""/>
            <p:cNvSpPr/>
            <p:nvPr/>
          </p:nvSpPr>
          <p:spPr>
            <a:xfrm>
              <a:off x="11620462" y="9060439"/>
              <a:ext cx="155575" cy="415290"/>
            </a:xfrm>
            <a:custGeom>
              <a:avLst/>
              <a:gdLst/>
              <a:ahLst/>
              <a:cxnLst/>
              <a:rect l="l" t="t" r="r" b="b"/>
              <a:pathLst>
                <a:path w="155575" h="415290">
                  <a:moveTo>
                    <a:pt x="155448" y="162102"/>
                  </a:moveTo>
                  <a:lnTo>
                    <a:pt x="147764" y="147523"/>
                  </a:lnTo>
                  <a:lnTo>
                    <a:pt x="134366" y="141871"/>
                  </a:lnTo>
                  <a:lnTo>
                    <a:pt x="118999" y="146786"/>
                  </a:lnTo>
                  <a:lnTo>
                    <a:pt x="108623" y="159816"/>
                  </a:lnTo>
                  <a:lnTo>
                    <a:pt x="104698" y="121361"/>
                  </a:lnTo>
                  <a:lnTo>
                    <a:pt x="98005" y="92633"/>
                  </a:lnTo>
                  <a:lnTo>
                    <a:pt x="87083" y="75590"/>
                  </a:lnTo>
                  <a:lnTo>
                    <a:pt x="77597" y="70916"/>
                  </a:lnTo>
                  <a:lnTo>
                    <a:pt x="75501" y="41351"/>
                  </a:lnTo>
                  <a:lnTo>
                    <a:pt x="68567" y="14579"/>
                  </a:lnTo>
                  <a:lnTo>
                    <a:pt x="53301" y="1714"/>
                  </a:lnTo>
                  <a:lnTo>
                    <a:pt x="36639" y="0"/>
                  </a:lnTo>
                  <a:lnTo>
                    <a:pt x="27114" y="3581"/>
                  </a:lnTo>
                  <a:lnTo>
                    <a:pt x="22961" y="10083"/>
                  </a:lnTo>
                  <a:lnTo>
                    <a:pt x="22415" y="17145"/>
                  </a:lnTo>
                  <a:lnTo>
                    <a:pt x="30962" y="94615"/>
                  </a:lnTo>
                  <a:lnTo>
                    <a:pt x="34671" y="136588"/>
                  </a:lnTo>
                  <a:lnTo>
                    <a:pt x="34328" y="157607"/>
                  </a:lnTo>
                  <a:lnTo>
                    <a:pt x="30708" y="172199"/>
                  </a:lnTo>
                  <a:lnTo>
                    <a:pt x="23241" y="196354"/>
                  </a:lnTo>
                  <a:lnTo>
                    <a:pt x="13208" y="229819"/>
                  </a:lnTo>
                  <a:lnTo>
                    <a:pt x="4241" y="262661"/>
                  </a:lnTo>
                  <a:lnTo>
                    <a:pt x="0" y="284988"/>
                  </a:lnTo>
                  <a:lnTo>
                    <a:pt x="1600" y="297383"/>
                  </a:lnTo>
                  <a:lnTo>
                    <a:pt x="7264" y="305333"/>
                  </a:lnTo>
                  <a:lnTo>
                    <a:pt x="16395" y="306298"/>
                  </a:lnTo>
                  <a:lnTo>
                    <a:pt x="28409" y="297726"/>
                  </a:lnTo>
                  <a:lnTo>
                    <a:pt x="29806" y="295592"/>
                  </a:lnTo>
                  <a:lnTo>
                    <a:pt x="20942" y="328104"/>
                  </a:lnTo>
                  <a:lnTo>
                    <a:pt x="16713" y="350418"/>
                  </a:lnTo>
                  <a:lnTo>
                    <a:pt x="18313" y="362813"/>
                  </a:lnTo>
                  <a:lnTo>
                    <a:pt x="23977" y="370776"/>
                  </a:lnTo>
                  <a:lnTo>
                    <a:pt x="33108" y="371741"/>
                  </a:lnTo>
                  <a:lnTo>
                    <a:pt x="45123" y="363169"/>
                  </a:lnTo>
                  <a:lnTo>
                    <a:pt x="63309" y="333908"/>
                  </a:lnTo>
                  <a:lnTo>
                    <a:pt x="72009" y="314083"/>
                  </a:lnTo>
                  <a:lnTo>
                    <a:pt x="71945" y="314274"/>
                  </a:lnTo>
                  <a:lnTo>
                    <a:pt x="53174" y="357962"/>
                  </a:lnTo>
                  <a:lnTo>
                    <a:pt x="44615" y="391236"/>
                  </a:lnTo>
                  <a:lnTo>
                    <a:pt x="46050" y="411251"/>
                  </a:lnTo>
                  <a:lnTo>
                    <a:pt x="57238" y="415163"/>
                  </a:lnTo>
                  <a:lnTo>
                    <a:pt x="68668" y="405841"/>
                  </a:lnTo>
                  <a:lnTo>
                    <a:pt x="98209" y="353961"/>
                  </a:lnTo>
                  <a:lnTo>
                    <a:pt x="116928" y="313347"/>
                  </a:lnTo>
                  <a:lnTo>
                    <a:pt x="134975" y="267843"/>
                  </a:lnTo>
                  <a:lnTo>
                    <a:pt x="148082" y="224472"/>
                  </a:lnTo>
                  <a:lnTo>
                    <a:pt x="155244" y="187718"/>
                  </a:lnTo>
                  <a:lnTo>
                    <a:pt x="155448" y="162102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1613033" y="8889853"/>
              <a:ext cx="187325" cy="581660"/>
            </a:xfrm>
            <a:custGeom>
              <a:avLst/>
              <a:gdLst/>
              <a:ahLst/>
              <a:cxnLst/>
              <a:rect l="l" t="t" r="r" b="b"/>
              <a:pathLst>
                <a:path w="187325" h="581659">
                  <a:moveTo>
                    <a:pt x="186715" y="307009"/>
                  </a:moveTo>
                  <a:lnTo>
                    <a:pt x="185089" y="252298"/>
                  </a:lnTo>
                  <a:lnTo>
                    <a:pt x="180047" y="193001"/>
                  </a:lnTo>
                  <a:lnTo>
                    <a:pt x="173012" y="135496"/>
                  </a:lnTo>
                  <a:lnTo>
                    <a:pt x="165430" y="86194"/>
                  </a:lnTo>
                  <a:lnTo>
                    <a:pt x="136372" y="14668"/>
                  </a:lnTo>
                  <a:lnTo>
                    <a:pt x="99834" y="0"/>
                  </a:lnTo>
                  <a:lnTo>
                    <a:pt x="61950" y="4940"/>
                  </a:lnTo>
                  <a:lnTo>
                    <a:pt x="35509" y="27012"/>
                  </a:lnTo>
                  <a:lnTo>
                    <a:pt x="28219" y="39077"/>
                  </a:lnTo>
                  <a:lnTo>
                    <a:pt x="26631" y="42341"/>
                  </a:lnTo>
                  <a:lnTo>
                    <a:pt x="26123" y="42760"/>
                  </a:lnTo>
                  <a:lnTo>
                    <a:pt x="23825" y="48107"/>
                  </a:lnTo>
                  <a:lnTo>
                    <a:pt x="21082" y="53759"/>
                  </a:lnTo>
                  <a:lnTo>
                    <a:pt x="20675" y="55460"/>
                  </a:lnTo>
                  <a:lnTo>
                    <a:pt x="16446" y="65316"/>
                  </a:lnTo>
                  <a:lnTo>
                    <a:pt x="7505" y="103784"/>
                  </a:lnTo>
                  <a:lnTo>
                    <a:pt x="1358" y="155727"/>
                  </a:lnTo>
                  <a:lnTo>
                    <a:pt x="0" y="218719"/>
                  </a:lnTo>
                  <a:lnTo>
                    <a:pt x="5461" y="290296"/>
                  </a:lnTo>
                  <a:lnTo>
                    <a:pt x="6845" y="329882"/>
                  </a:lnTo>
                  <a:lnTo>
                    <a:pt x="4508" y="364972"/>
                  </a:lnTo>
                  <a:lnTo>
                    <a:pt x="3987" y="389813"/>
                  </a:lnTo>
                  <a:lnTo>
                    <a:pt x="10833" y="398589"/>
                  </a:lnTo>
                  <a:lnTo>
                    <a:pt x="31838" y="389318"/>
                  </a:lnTo>
                  <a:lnTo>
                    <a:pt x="44094" y="369481"/>
                  </a:lnTo>
                  <a:lnTo>
                    <a:pt x="50114" y="343636"/>
                  </a:lnTo>
                  <a:lnTo>
                    <a:pt x="54368" y="292430"/>
                  </a:lnTo>
                  <a:lnTo>
                    <a:pt x="58826" y="270129"/>
                  </a:lnTo>
                  <a:lnTo>
                    <a:pt x="67741" y="243751"/>
                  </a:lnTo>
                  <a:lnTo>
                    <a:pt x="74231" y="228422"/>
                  </a:lnTo>
                  <a:lnTo>
                    <a:pt x="94754" y="268528"/>
                  </a:lnTo>
                  <a:lnTo>
                    <a:pt x="109956" y="319532"/>
                  </a:lnTo>
                  <a:lnTo>
                    <a:pt x="114896" y="331863"/>
                  </a:lnTo>
                  <a:lnTo>
                    <a:pt x="116001" y="354266"/>
                  </a:lnTo>
                  <a:lnTo>
                    <a:pt x="116865" y="402488"/>
                  </a:lnTo>
                  <a:lnTo>
                    <a:pt x="115735" y="451700"/>
                  </a:lnTo>
                  <a:lnTo>
                    <a:pt x="111594" y="493064"/>
                  </a:lnTo>
                  <a:lnTo>
                    <a:pt x="106210" y="526389"/>
                  </a:lnTo>
                  <a:lnTo>
                    <a:pt x="103225" y="554774"/>
                  </a:lnTo>
                  <a:lnTo>
                    <a:pt x="104482" y="574421"/>
                  </a:lnTo>
                  <a:lnTo>
                    <a:pt x="111798" y="581507"/>
                  </a:lnTo>
                  <a:lnTo>
                    <a:pt x="122897" y="575411"/>
                  </a:lnTo>
                  <a:lnTo>
                    <a:pt x="145656" y="528243"/>
                  </a:lnTo>
                  <a:lnTo>
                    <a:pt x="157175" y="486486"/>
                  </a:lnTo>
                  <a:lnTo>
                    <a:pt x="168363" y="437388"/>
                  </a:lnTo>
                  <a:lnTo>
                    <a:pt x="177558" y="388747"/>
                  </a:lnTo>
                  <a:lnTo>
                    <a:pt x="182829" y="344589"/>
                  </a:lnTo>
                  <a:lnTo>
                    <a:pt x="182511" y="326085"/>
                  </a:lnTo>
                  <a:lnTo>
                    <a:pt x="186715" y="307009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 descr=""/>
          <p:cNvSpPr/>
          <p:nvPr/>
        </p:nvSpPr>
        <p:spPr>
          <a:xfrm>
            <a:off x="6680899" y="8864365"/>
            <a:ext cx="284480" cy="649605"/>
          </a:xfrm>
          <a:custGeom>
            <a:avLst/>
            <a:gdLst/>
            <a:ahLst/>
            <a:cxnLst/>
            <a:rect l="l" t="t" r="r" b="b"/>
            <a:pathLst>
              <a:path w="284479" h="649604">
                <a:moveTo>
                  <a:pt x="284327" y="276987"/>
                </a:moveTo>
                <a:lnTo>
                  <a:pt x="283705" y="222046"/>
                </a:lnTo>
                <a:lnTo>
                  <a:pt x="278193" y="176428"/>
                </a:lnTo>
                <a:lnTo>
                  <a:pt x="261073" y="108775"/>
                </a:lnTo>
                <a:lnTo>
                  <a:pt x="238861" y="78473"/>
                </a:lnTo>
                <a:lnTo>
                  <a:pt x="232575" y="85852"/>
                </a:lnTo>
                <a:lnTo>
                  <a:pt x="231127" y="106286"/>
                </a:lnTo>
                <a:lnTo>
                  <a:pt x="233159" y="138671"/>
                </a:lnTo>
                <a:lnTo>
                  <a:pt x="237350" y="181876"/>
                </a:lnTo>
                <a:lnTo>
                  <a:pt x="238366" y="229857"/>
                </a:lnTo>
                <a:lnTo>
                  <a:pt x="235419" y="274485"/>
                </a:lnTo>
                <a:lnTo>
                  <a:pt x="234962" y="285800"/>
                </a:lnTo>
                <a:lnTo>
                  <a:pt x="234302" y="285623"/>
                </a:lnTo>
                <a:lnTo>
                  <a:pt x="228892" y="201193"/>
                </a:lnTo>
                <a:lnTo>
                  <a:pt x="223227" y="150050"/>
                </a:lnTo>
                <a:lnTo>
                  <a:pt x="215595" y="106705"/>
                </a:lnTo>
                <a:lnTo>
                  <a:pt x="198704" y="44399"/>
                </a:lnTo>
                <a:lnTo>
                  <a:pt x="172453" y="23761"/>
                </a:lnTo>
                <a:lnTo>
                  <a:pt x="167525" y="34531"/>
                </a:lnTo>
                <a:lnTo>
                  <a:pt x="168617" y="59842"/>
                </a:lnTo>
                <a:lnTo>
                  <a:pt x="178396" y="141693"/>
                </a:lnTo>
                <a:lnTo>
                  <a:pt x="181013" y="191617"/>
                </a:lnTo>
                <a:lnTo>
                  <a:pt x="181559" y="240487"/>
                </a:lnTo>
                <a:lnTo>
                  <a:pt x="183197" y="274561"/>
                </a:lnTo>
                <a:lnTo>
                  <a:pt x="181533" y="246126"/>
                </a:lnTo>
                <a:lnTo>
                  <a:pt x="176733" y="190398"/>
                </a:lnTo>
                <a:lnTo>
                  <a:pt x="170611" y="133362"/>
                </a:lnTo>
                <a:lnTo>
                  <a:pt x="164109" y="85890"/>
                </a:lnTo>
                <a:lnTo>
                  <a:pt x="154076" y="21844"/>
                </a:lnTo>
                <a:lnTo>
                  <a:pt x="132105" y="0"/>
                </a:lnTo>
                <a:lnTo>
                  <a:pt x="125844" y="11188"/>
                </a:lnTo>
                <a:lnTo>
                  <a:pt x="123774" y="37465"/>
                </a:lnTo>
                <a:lnTo>
                  <a:pt x="124561" y="75222"/>
                </a:lnTo>
                <a:lnTo>
                  <a:pt x="126911" y="120878"/>
                </a:lnTo>
                <a:lnTo>
                  <a:pt x="127952" y="170027"/>
                </a:lnTo>
                <a:lnTo>
                  <a:pt x="127584" y="217081"/>
                </a:lnTo>
                <a:lnTo>
                  <a:pt x="128854" y="260451"/>
                </a:lnTo>
                <a:lnTo>
                  <a:pt x="130403" y="270370"/>
                </a:lnTo>
                <a:lnTo>
                  <a:pt x="128155" y="270294"/>
                </a:lnTo>
                <a:lnTo>
                  <a:pt x="123990" y="217525"/>
                </a:lnTo>
                <a:lnTo>
                  <a:pt x="119164" y="162013"/>
                </a:lnTo>
                <a:lnTo>
                  <a:pt x="116344" y="119849"/>
                </a:lnTo>
                <a:lnTo>
                  <a:pt x="114528" y="76708"/>
                </a:lnTo>
                <a:lnTo>
                  <a:pt x="113271" y="41008"/>
                </a:lnTo>
                <a:lnTo>
                  <a:pt x="112166" y="21158"/>
                </a:lnTo>
                <a:lnTo>
                  <a:pt x="107823" y="13639"/>
                </a:lnTo>
                <a:lnTo>
                  <a:pt x="99161" y="11772"/>
                </a:lnTo>
                <a:lnTo>
                  <a:pt x="89204" y="19240"/>
                </a:lnTo>
                <a:lnTo>
                  <a:pt x="80987" y="39712"/>
                </a:lnTo>
                <a:lnTo>
                  <a:pt x="76174" y="71145"/>
                </a:lnTo>
                <a:lnTo>
                  <a:pt x="73621" y="106972"/>
                </a:lnTo>
                <a:lnTo>
                  <a:pt x="70726" y="180124"/>
                </a:lnTo>
                <a:lnTo>
                  <a:pt x="68897" y="216662"/>
                </a:lnTo>
                <a:lnTo>
                  <a:pt x="67754" y="254762"/>
                </a:lnTo>
                <a:lnTo>
                  <a:pt x="68287" y="289394"/>
                </a:lnTo>
                <a:lnTo>
                  <a:pt x="68973" y="295071"/>
                </a:lnTo>
                <a:lnTo>
                  <a:pt x="66941" y="297916"/>
                </a:lnTo>
                <a:lnTo>
                  <a:pt x="52425" y="244995"/>
                </a:lnTo>
                <a:lnTo>
                  <a:pt x="21971" y="204495"/>
                </a:lnTo>
                <a:lnTo>
                  <a:pt x="7454" y="199923"/>
                </a:lnTo>
                <a:lnTo>
                  <a:pt x="0" y="207848"/>
                </a:lnTo>
                <a:lnTo>
                  <a:pt x="571" y="224967"/>
                </a:lnTo>
                <a:lnTo>
                  <a:pt x="12776" y="280289"/>
                </a:lnTo>
                <a:lnTo>
                  <a:pt x="19342" y="316268"/>
                </a:lnTo>
                <a:lnTo>
                  <a:pt x="33007" y="397675"/>
                </a:lnTo>
                <a:lnTo>
                  <a:pt x="40220" y="437705"/>
                </a:lnTo>
                <a:lnTo>
                  <a:pt x="50520" y="482625"/>
                </a:lnTo>
                <a:lnTo>
                  <a:pt x="65836" y="533336"/>
                </a:lnTo>
                <a:lnTo>
                  <a:pt x="85090" y="579005"/>
                </a:lnTo>
                <a:lnTo>
                  <a:pt x="101574" y="601268"/>
                </a:lnTo>
                <a:lnTo>
                  <a:pt x="107391" y="615556"/>
                </a:lnTo>
                <a:lnTo>
                  <a:pt x="144132" y="643432"/>
                </a:lnTo>
                <a:lnTo>
                  <a:pt x="184124" y="649173"/>
                </a:lnTo>
                <a:lnTo>
                  <a:pt x="214934" y="634441"/>
                </a:lnTo>
                <a:lnTo>
                  <a:pt x="239229" y="598970"/>
                </a:lnTo>
                <a:lnTo>
                  <a:pt x="252450" y="559066"/>
                </a:lnTo>
                <a:lnTo>
                  <a:pt x="260692" y="508889"/>
                </a:lnTo>
                <a:lnTo>
                  <a:pt x="270078" y="442556"/>
                </a:lnTo>
                <a:lnTo>
                  <a:pt x="279704" y="378028"/>
                </a:lnTo>
                <a:lnTo>
                  <a:pt x="281940" y="334048"/>
                </a:lnTo>
                <a:lnTo>
                  <a:pt x="281673" y="333260"/>
                </a:lnTo>
                <a:lnTo>
                  <a:pt x="282117" y="328244"/>
                </a:lnTo>
                <a:lnTo>
                  <a:pt x="284327" y="276987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2" name="object 172" descr=""/>
          <p:cNvGrpSpPr/>
          <p:nvPr/>
        </p:nvGrpSpPr>
        <p:grpSpPr>
          <a:xfrm>
            <a:off x="11025536" y="8883930"/>
            <a:ext cx="222250" cy="628015"/>
            <a:chOff x="11025536" y="8883930"/>
            <a:chExt cx="222250" cy="628015"/>
          </a:xfrm>
        </p:grpSpPr>
        <p:sp>
          <p:nvSpPr>
            <p:cNvPr id="173" name="object 173" descr=""/>
            <p:cNvSpPr/>
            <p:nvPr/>
          </p:nvSpPr>
          <p:spPr>
            <a:xfrm>
              <a:off x="11025531" y="8917527"/>
              <a:ext cx="189865" cy="594360"/>
            </a:xfrm>
            <a:custGeom>
              <a:avLst/>
              <a:gdLst/>
              <a:ahLst/>
              <a:cxnLst/>
              <a:rect l="l" t="t" r="r" b="b"/>
              <a:pathLst>
                <a:path w="189865" h="594359">
                  <a:moveTo>
                    <a:pt x="189484" y="397408"/>
                  </a:moveTo>
                  <a:lnTo>
                    <a:pt x="189433" y="347941"/>
                  </a:lnTo>
                  <a:lnTo>
                    <a:pt x="185280" y="307301"/>
                  </a:lnTo>
                  <a:lnTo>
                    <a:pt x="164731" y="267677"/>
                  </a:lnTo>
                  <a:lnTo>
                    <a:pt x="148958" y="266014"/>
                  </a:lnTo>
                  <a:lnTo>
                    <a:pt x="138074" y="273519"/>
                  </a:lnTo>
                  <a:lnTo>
                    <a:pt x="127927" y="234289"/>
                  </a:lnTo>
                  <a:lnTo>
                    <a:pt x="113665" y="206260"/>
                  </a:lnTo>
                  <a:lnTo>
                    <a:pt x="93929" y="193814"/>
                  </a:lnTo>
                  <a:lnTo>
                    <a:pt x="98971" y="159448"/>
                  </a:lnTo>
                  <a:lnTo>
                    <a:pt x="96202" y="116446"/>
                  </a:lnTo>
                  <a:lnTo>
                    <a:pt x="87071" y="71907"/>
                  </a:lnTo>
                  <a:lnTo>
                    <a:pt x="72999" y="32931"/>
                  </a:lnTo>
                  <a:lnTo>
                    <a:pt x="35839" y="0"/>
                  </a:lnTo>
                  <a:lnTo>
                    <a:pt x="15633" y="20243"/>
                  </a:lnTo>
                  <a:lnTo>
                    <a:pt x="7353" y="45720"/>
                  </a:lnTo>
                  <a:lnTo>
                    <a:pt x="1498" y="88417"/>
                  </a:lnTo>
                  <a:lnTo>
                    <a:pt x="0" y="145503"/>
                  </a:lnTo>
                  <a:lnTo>
                    <a:pt x="4826" y="214096"/>
                  </a:lnTo>
                  <a:lnTo>
                    <a:pt x="17932" y="291350"/>
                  </a:lnTo>
                  <a:lnTo>
                    <a:pt x="23368" y="334251"/>
                  </a:lnTo>
                  <a:lnTo>
                    <a:pt x="24333" y="372643"/>
                  </a:lnTo>
                  <a:lnTo>
                    <a:pt x="26250" y="399707"/>
                  </a:lnTo>
                  <a:lnTo>
                    <a:pt x="34556" y="408584"/>
                  </a:lnTo>
                  <a:lnTo>
                    <a:pt x="56476" y="396392"/>
                  </a:lnTo>
                  <a:lnTo>
                    <a:pt x="57391" y="394550"/>
                  </a:lnTo>
                  <a:lnTo>
                    <a:pt x="52971" y="415404"/>
                  </a:lnTo>
                  <a:lnTo>
                    <a:pt x="45389" y="452780"/>
                  </a:lnTo>
                  <a:lnTo>
                    <a:pt x="38925" y="489369"/>
                  </a:lnTo>
                  <a:lnTo>
                    <a:pt x="36576" y="514083"/>
                  </a:lnTo>
                  <a:lnTo>
                    <a:pt x="39535" y="527392"/>
                  </a:lnTo>
                  <a:lnTo>
                    <a:pt x="46482" y="535482"/>
                  </a:lnTo>
                  <a:lnTo>
                    <a:pt x="56515" y="535609"/>
                  </a:lnTo>
                  <a:lnTo>
                    <a:pt x="68707" y="525094"/>
                  </a:lnTo>
                  <a:lnTo>
                    <a:pt x="76936" y="509714"/>
                  </a:lnTo>
                  <a:lnTo>
                    <a:pt x="72339" y="541743"/>
                  </a:lnTo>
                  <a:lnTo>
                    <a:pt x="70383" y="569468"/>
                  </a:lnTo>
                  <a:lnTo>
                    <a:pt x="73571" y="584492"/>
                  </a:lnTo>
                  <a:lnTo>
                    <a:pt x="80645" y="593686"/>
                  </a:lnTo>
                  <a:lnTo>
                    <a:pt x="90690" y="594004"/>
                  </a:lnTo>
                  <a:lnTo>
                    <a:pt x="102730" y="582371"/>
                  </a:lnTo>
                  <a:lnTo>
                    <a:pt x="115417" y="555015"/>
                  </a:lnTo>
                  <a:lnTo>
                    <a:pt x="130390" y="508279"/>
                  </a:lnTo>
                  <a:lnTo>
                    <a:pt x="136652" y="480949"/>
                  </a:lnTo>
                  <a:lnTo>
                    <a:pt x="132562" y="517448"/>
                  </a:lnTo>
                  <a:lnTo>
                    <a:pt x="134162" y="554926"/>
                  </a:lnTo>
                  <a:lnTo>
                    <a:pt x="141973" y="575386"/>
                  </a:lnTo>
                  <a:lnTo>
                    <a:pt x="154889" y="575957"/>
                  </a:lnTo>
                  <a:lnTo>
                    <a:pt x="163868" y="562584"/>
                  </a:lnTo>
                  <a:lnTo>
                    <a:pt x="171475" y="536638"/>
                  </a:lnTo>
                  <a:lnTo>
                    <a:pt x="178320" y="499021"/>
                  </a:lnTo>
                  <a:lnTo>
                    <a:pt x="185013" y="450646"/>
                  </a:lnTo>
                  <a:lnTo>
                    <a:pt x="189484" y="397408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1033367" y="8883935"/>
              <a:ext cx="214629" cy="530225"/>
            </a:xfrm>
            <a:custGeom>
              <a:avLst/>
              <a:gdLst/>
              <a:ahLst/>
              <a:cxnLst/>
              <a:rect l="l" t="t" r="r" b="b"/>
              <a:pathLst>
                <a:path w="214629" h="530225">
                  <a:moveTo>
                    <a:pt x="214045" y="463372"/>
                  </a:moveTo>
                  <a:lnTo>
                    <a:pt x="212293" y="416115"/>
                  </a:lnTo>
                  <a:lnTo>
                    <a:pt x="207772" y="361327"/>
                  </a:lnTo>
                  <a:lnTo>
                    <a:pt x="202095" y="314058"/>
                  </a:lnTo>
                  <a:lnTo>
                    <a:pt x="202158" y="313334"/>
                  </a:lnTo>
                  <a:lnTo>
                    <a:pt x="195630" y="255257"/>
                  </a:lnTo>
                  <a:lnTo>
                    <a:pt x="185851" y="194208"/>
                  </a:lnTo>
                  <a:lnTo>
                    <a:pt x="174409" y="135864"/>
                  </a:lnTo>
                  <a:lnTo>
                    <a:pt x="162877" y="85915"/>
                  </a:lnTo>
                  <a:lnTo>
                    <a:pt x="124828" y="12306"/>
                  </a:lnTo>
                  <a:lnTo>
                    <a:pt x="83654" y="0"/>
                  </a:lnTo>
                  <a:lnTo>
                    <a:pt x="42976" y="9169"/>
                  </a:lnTo>
                  <a:lnTo>
                    <a:pt x="16421" y="35814"/>
                  </a:lnTo>
                  <a:lnTo>
                    <a:pt x="9715" y="49644"/>
                  </a:lnTo>
                  <a:lnTo>
                    <a:pt x="3429" y="66306"/>
                  </a:lnTo>
                  <a:lnTo>
                    <a:pt x="0" y="90131"/>
                  </a:lnTo>
                  <a:lnTo>
                    <a:pt x="1917" y="125437"/>
                  </a:lnTo>
                  <a:lnTo>
                    <a:pt x="16700" y="158394"/>
                  </a:lnTo>
                  <a:lnTo>
                    <a:pt x="46558" y="191350"/>
                  </a:lnTo>
                  <a:lnTo>
                    <a:pt x="82791" y="227355"/>
                  </a:lnTo>
                  <a:lnTo>
                    <a:pt x="116738" y="269455"/>
                  </a:lnTo>
                  <a:lnTo>
                    <a:pt x="142709" y="341947"/>
                  </a:lnTo>
                  <a:lnTo>
                    <a:pt x="157708" y="393560"/>
                  </a:lnTo>
                  <a:lnTo>
                    <a:pt x="167005" y="437984"/>
                  </a:lnTo>
                  <a:lnTo>
                    <a:pt x="172377" y="474433"/>
                  </a:lnTo>
                  <a:lnTo>
                    <a:pt x="178612" y="504964"/>
                  </a:lnTo>
                  <a:lnTo>
                    <a:pt x="186385" y="524979"/>
                  </a:lnTo>
                  <a:lnTo>
                    <a:pt x="196329" y="529945"/>
                  </a:lnTo>
                  <a:lnTo>
                    <a:pt x="205867" y="519938"/>
                  </a:lnTo>
                  <a:lnTo>
                    <a:pt x="211836" y="497865"/>
                  </a:lnTo>
                  <a:lnTo>
                    <a:pt x="214045" y="463372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5" name="object 175" descr=""/>
          <p:cNvGrpSpPr/>
          <p:nvPr/>
        </p:nvGrpSpPr>
        <p:grpSpPr>
          <a:xfrm>
            <a:off x="7848166" y="8961266"/>
            <a:ext cx="312420" cy="548640"/>
            <a:chOff x="7848166" y="8961266"/>
            <a:chExt cx="312420" cy="548640"/>
          </a:xfrm>
        </p:grpSpPr>
        <p:sp>
          <p:nvSpPr>
            <p:cNvPr id="176" name="object 176" descr=""/>
            <p:cNvSpPr/>
            <p:nvPr/>
          </p:nvSpPr>
          <p:spPr>
            <a:xfrm>
              <a:off x="7976906" y="9168326"/>
              <a:ext cx="183515" cy="339725"/>
            </a:xfrm>
            <a:custGeom>
              <a:avLst/>
              <a:gdLst/>
              <a:ahLst/>
              <a:cxnLst/>
              <a:rect l="l" t="t" r="r" b="b"/>
              <a:pathLst>
                <a:path w="183515" h="339725">
                  <a:moveTo>
                    <a:pt x="172874" y="0"/>
                  </a:moveTo>
                  <a:lnTo>
                    <a:pt x="155404" y="3910"/>
                  </a:lnTo>
                  <a:lnTo>
                    <a:pt x="136724" y="17058"/>
                  </a:lnTo>
                  <a:lnTo>
                    <a:pt x="122719" y="37740"/>
                  </a:lnTo>
                  <a:lnTo>
                    <a:pt x="112099" y="62133"/>
                  </a:lnTo>
                  <a:lnTo>
                    <a:pt x="100055" y="86577"/>
                  </a:lnTo>
                  <a:lnTo>
                    <a:pt x="87076" y="109709"/>
                  </a:lnTo>
                  <a:lnTo>
                    <a:pt x="73652" y="130167"/>
                  </a:lnTo>
                  <a:lnTo>
                    <a:pt x="43602" y="172483"/>
                  </a:lnTo>
                  <a:lnTo>
                    <a:pt x="25392" y="197243"/>
                  </a:lnTo>
                  <a:lnTo>
                    <a:pt x="6900" y="233717"/>
                  </a:lnTo>
                  <a:lnTo>
                    <a:pt x="0" y="272786"/>
                  </a:lnTo>
                  <a:lnTo>
                    <a:pt x="3958" y="307842"/>
                  </a:lnTo>
                  <a:lnTo>
                    <a:pt x="18042" y="332277"/>
                  </a:lnTo>
                  <a:lnTo>
                    <a:pt x="41518" y="339484"/>
                  </a:lnTo>
                  <a:lnTo>
                    <a:pt x="73652" y="322852"/>
                  </a:lnTo>
                  <a:lnTo>
                    <a:pt x="106787" y="276533"/>
                  </a:lnTo>
                  <a:lnTo>
                    <a:pt x="128290" y="217641"/>
                  </a:lnTo>
                  <a:lnTo>
                    <a:pt x="135272" y="177490"/>
                  </a:lnTo>
                  <a:lnTo>
                    <a:pt x="141640" y="136930"/>
                  </a:lnTo>
                  <a:lnTo>
                    <a:pt x="149734" y="102053"/>
                  </a:lnTo>
                  <a:lnTo>
                    <a:pt x="161367" y="72778"/>
                  </a:lnTo>
                  <a:lnTo>
                    <a:pt x="173804" y="46075"/>
                  </a:lnTo>
                  <a:lnTo>
                    <a:pt x="182585" y="23605"/>
                  </a:lnTo>
                  <a:lnTo>
                    <a:pt x="183251" y="7029"/>
                  </a:lnTo>
                  <a:lnTo>
                    <a:pt x="172874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7848765" y="9165168"/>
              <a:ext cx="226060" cy="344805"/>
            </a:xfrm>
            <a:custGeom>
              <a:avLst/>
              <a:gdLst/>
              <a:ahLst/>
              <a:cxnLst/>
              <a:rect l="l" t="t" r="r" b="b"/>
              <a:pathLst>
                <a:path w="226059" h="344804">
                  <a:moveTo>
                    <a:pt x="46304" y="0"/>
                  </a:moveTo>
                  <a:lnTo>
                    <a:pt x="31694" y="555"/>
                  </a:lnTo>
                  <a:lnTo>
                    <a:pt x="8348" y="19569"/>
                  </a:lnTo>
                  <a:lnTo>
                    <a:pt x="0" y="52882"/>
                  </a:lnTo>
                  <a:lnTo>
                    <a:pt x="2420" y="95438"/>
                  </a:lnTo>
                  <a:lnTo>
                    <a:pt x="11378" y="142179"/>
                  </a:lnTo>
                  <a:lnTo>
                    <a:pt x="22647" y="188047"/>
                  </a:lnTo>
                  <a:lnTo>
                    <a:pt x="37465" y="240601"/>
                  </a:lnTo>
                  <a:lnTo>
                    <a:pt x="56716" y="286313"/>
                  </a:lnTo>
                  <a:lnTo>
                    <a:pt x="83966" y="321278"/>
                  </a:lnTo>
                  <a:lnTo>
                    <a:pt x="122780" y="341592"/>
                  </a:lnTo>
                  <a:lnTo>
                    <a:pt x="163480" y="344479"/>
                  </a:lnTo>
                  <a:lnTo>
                    <a:pt x="194131" y="332396"/>
                  </a:lnTo>
                  <a:lnTo>
                    <a:pt x="214821" y="309306"/>
                  </a:lnTo>
                  <a:lnTo>
                    <a:pt x="225635" y="279175"/>
                  </a:lnTo>
                  <a:lnTo>
                    <a:pt x="222960" y="248039"/>
                  </a:lnTo>
                  <a:lnTo>
                    <a:pt x="207006" y="218462"/>
                  </a:lnTo>
                  <a:lnTo>
                    <a:pt x="183692" y="189148"/>
                  </a:lnTo>
                  <a:lnTo>
                    <a:pt x="158936" y="158801"/>
                  </a:lnTo>
                  <a:lnTo>
                    <a:pt x="112827" y="99065"/>
                  </a:lnTo>
                  <a:lnTo>
                    <a:pt x="92463" y="71823"/>
                  </a:lnTo>
                  <a:lnTo>
                    <a:pt x="75640" y="46805"/>
                  </a:lnTo>
                  <a:lnTo>
                    <a:pt x="64051" y="25091"/>
                  </a:lnTo>
                  <a:lnTo>
                    <a:pt x="55681" y="8833"/>
                  </a:lnTo>
                  <a:lnTo>
                    <a:pt x="46304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7851633" y="8961266"/>
              <a:ext cx="196215" cy="257810"/>
            </a:xfrm>
            <a:custGeom>
              <a:avLst/>
              <a:gdLst/>
              <a:ahLst/>
              <a:cxnLst/>
              <a:rect l="l" t="t" r="r" b="b"/>
              <a:pathLst>
                <a:path w="196215" h="257809">
                  <a:moveTo>
                    <a:pt x="190549" y="0"/>
                  </a:moveTo>
                  <a:lnTo>
                    <a:pt x="138158" y="30618"/>
                  </a:lnTo>
                  <a:lnTo>
                    <a:pt x="104082" y="62678"/>
                  </a:lnTo>
                  <a:lnTo>
                    <a:pt x="73610" y="95735"/>
                  </a:lnTo>
                  <a:lnTo>
                    <a:pt x="45276" y="127410"/>
                  </a:lnTo>
                  <a:lnTo>
                    <a:pt x="18409" y="160357"/>
                  </a:lnTo>
                  <a:lnTo>
                    <a:pt x="739" y="194374"/>
                  </a:lnTo>
                  <a:lnTo>
                    <a:pt x="0" y="229260"/>
                  </a:lnTo>
                  <a:lnTo>
                    <a:pt x="12544" y="251034"/>
                  </a:lnTo>
                  <a:lnTo>
                    <a:pt x="29601" y="257471"/>
                  </a:lnTo>
                  <a:lnTo>
                    <a:pt x="46312" y="249038"/>
                  </a:lnTo>
                  <a:lnTo>
                    <a:pt x="57820" y="226202"/>
                  </a:lnTo>
                  <a:lnTo>
                    <a:pt x="70646" y="195803"/>
                  </a:lnTo>
                  <a:lnTo>
                    <a:pt x="91909" y="164790"/>
                  </a:lnTo>
                  <a:lnTo>
                    <a:pt x="117556" y="133793"/>
                  </a:lnTo>
                  <a:lnTo>
                    <a:pt x="143534" y="103441"/>
                  </a:lnTo>
                  <a:lnTo>
                    <a:pt x="167506" y="71158"/>
                  </a:lnTo>
                  <a:lnTo>
                    <a:pt x="186584" y="38551"/>
                  </a:lnTo>
                  <a:lnTo>
                    <a:pt x="195891" y="12528"/>
                  </a:lnTo>
                  <a:lnTo>
                    <a:pt x="190549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9" name="object 17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848166" y="9025406"/>
              <a:ext cx="168076" cy="232231"/>
            </a:xfrm>
            <a:prstGeom prst="rect">
              <a:avLst/>
            </a:prstGeom>
          </p:spPr>
        </p:pic>
      </p:grpSp>
      <p:grpSp>
        <p:nvGrpSpPr>
          <p:cNvPr id="180" name="object 180" descr=""/>
          <p:cNvGrpSpPr/>
          <p:nvPr/>
        </p:nvGrpSpPr>
        <p:grpSpPr>
          <a:xfrm>
            <a:off x="8915272" y="8997848"/>
            <a:ext cx="434975" cy="483870"/>
            <a:chOff x="8915272" y="8997848"/>
            <a:chExt cx="434975" cy="483870"/>
          </a:xfrm>
        </p:grpSpPr>
        <p:sp>
          <p:nvSpPr>
            <p:cNvPr id="181" name="object 181" descr=""/>
            <p:cNvSpPr/>
            <p:nvPr/>
          </p:nvSpPr>
          <p:spPr>
            <a:xfrm>
              <a:off x="9182117" y="8997848"/>
              <a:ext cx="160020" cy="424180"/>
            </a:xfrm>
            <a:custGeom>
              <a:avLst/>
              <a:gdLst/>
              <a:ahLst/>
              <a:cxnLst/>
              <a:rect l="l" t="t" r="r" b="b"/>
              <a:pathLst>
                <a:path w="160020" h="424179">
                  <a:moveTo>
                    <a:pt x="29067" y="0"/>
                  </a:moveTo>
                  <a:lnTo>
                    <a:pt x="16473" y="155"/>
                  </a:lnTo>
                  <a:lnTo>
                    <a:pt x="6476" y="11766"/>
                  </a:lnTo>
                  <a:lnTo>
                    <a:pt x="507" y="29664"/>
                  </a:lnTo>
                  <a:lnTo>
                    <a:pt x="0" y="48679"/>
                  </a:lnTo>
                  <a:lnTo>
                    <a:pt x="4299" y="65877"/>
                  </a:lnTo>
                  <a:lnTo>
                    <a:pt x="10146" y="82185"/>
                  </a:lnTo>
                  <a:lnTo>
                    <a:pt x="15066" y="98227"/>
                  </a:lnTo>
                  <a:lnTo>
                    <a:pt x="16585" y="114624"/>
                  </a:lnTo>
                  <a:lnTo>
                    <a:pt x="15883" y="136075"/>
                  </a:lnTo>
                  <a:lnTo>
                    <a:pt x="15926" y="168070"/>
                  </a:lnTo>
                  <a:lnTo>
                    <a:pt x="16833" y="212517"/>
                  </a:lnTo>
                  <a:lnTo>
                    <a:pt x="18721" y="271321"/>
                  </a:lnTo>
                  <a:lnTo>
                    <a:pt x="24628" y="331666"/>
                  </a:lnTo>
                  <a:lnTo>
                    <a:pt x="38544" y="378324"/>
                  </a:lnTo>
                  <a:lnTo>
                    <a:pt x="62114" y="409584"/>
                  </a:lnTo>
                  <a:lnTo>
                    <a:pt x="96981" y="423735"/>
                  </a:lnTo>
                  <a:lnTo>
                    <a:pt x="132287" y="420064"/>
                  </a:lnTo>
                  <a:lnTo>
                    <a:pt x="154080" y="396536"/>
                  </a:lnTo>
                  <a:lnTo>
                    <a:pt x="159391" y="349477"/>
                  </a:lnTo>
                  <a:lnTo>
                    <a:pt x="145252" y="275216"/>
                  </a:lnTo>
                  <a:lnTo>
                    <a:pt x="135831" y="241644"/>
                  </a:lnTo>
                  <a:lnTo>
                    <a:pt x="123450" y="201798"/>
                  </a:lnTo>
                  <a:lnTo>
                    <a:pt x="108185" y="161864"/>
                  </a:lnTo>
                  <a:lnTo>
                    <a:pt x="90112" y="128027"/>
                  </a:lnTo>
                  <a:lnTo>
                    <a:pt x="72141" y="93258"/>
                  </a:lnTo>
                  <a:lnTo>
                    <a:pt x="56578" y="53329"/>
                  </a:lnTo>
                  <a:lnTo>
                    <a:pt x="42520" y="18742"/>
                  </a:lnTo>
                  <a:lnTo>
                    <a:pt x="29067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8915260" y="9131331"/>
              <a:ext cx="434975" cy="349885"/>
            </a:xfrm>
            <a:custGeom>
              <a:avLst/>
              <a:gdLst/>
              <a:ahLst/>
              <a:cxnLst/>
              <a:rect l="l" t="t" r="r" b="b"/>
              <a:pathLst>
                <a:path w="434975" h="349884">
                  <a:moveTo>
                    <a:pt x="434809" y="263702"/>
                  </a:moveTo>
                  <a:lnTo>
                    <a:pt x="427812" y="225704"/>
                  </a:lnTo>
                  <a:lnTo>
                    <a:pt x="414553" y="173075"/>
                  </a:lnTo>
                  <a:lnTo>
                    <a:pt x="396798" y="116344"/>
                  </a:lnTo>
                  <a:lnTo>
                    <a:pt x="376301" y="66078"/>
                  </a:lnTo>
                  <a:lnTo>
                    <a:pt x="354787" y="32804"/>
                  </a:lnTo>
                  <a:lnTo>
                    <a:pt x="318008" y="11607"/>
                  </a:lnTo>
                  <a:lnTo>
                    <a:pt x="296659" y="6832"/>
                  </a:lnTo>
                  <a:lnTo>
                    <a:pt x="290525" y="4102"/>
                  </a:lnTo>
                  <a:lnTo>
                    <a:pt x="267030" y="355"/>
                  </a:lnTo>
                  <a:lnTo>
                    <a:pt x="240550" y="0"/>
                  </a:lnTo>
                  <a:lnTo>
                    <a:pt x="214617" y="2374"/>
                  </a:lnTo>
                  <a:lnTo>
                    <a:pt x="214617" y="63995"/>
                  </a:lnTo>
                  <a:lnTo>
                    <a:pt x="186397" y="66344"/>
                  </a:lnTo>
                  <a:lnTo>
                    <a:pt x="140601" y="69316"/>
                  </a:lnTo>
                  <a:lnTo>
                    <a:pt x="183705" y="63754"/>
                  </a:lnTo>
                  <a:lnTo>
                    <a:pt x="214591" y="62001"/>
                  </a:lnTo>
                  <a:lnTo>
                    <a:pt x="214617" y="63995"/>
                  </a:lnTo>
                  <a:lnTo>
                    <a:pt x="214617" y="2374"/>
                  </a:lnTo>
                  <a:lnTo>
                    <a:pt x="163029" y="9461"/>
                  </a:lnTo>
                  <a:lnTo>
                    <a:pt x="112369" y="19443"/>
                  </a:lnTo>
                  <a:lnTo>
                    <a:pt x="67043" y="32016"/>
                  </a:lnTo>
                  <a:lnTo>
                    <a:pt x="21628" y="58280"/>
                  </a:lnTo>
                  <a:lnTo>
                    <a:pt x="22860" y="67995"/>
                  </a:lnTo>
                  <a:lnTo>
                    <a:pt x="28384" y="75590"/>
                  </a:lnTo>
                  <a:lnTo>
                    <a:pt x="40220" y="80086"/>
                  </a:lnTo>
                  <a:lnTo>
                    <a:pt x="60375" y="80518"/>
                  </a:lnTo>
                  <a:lnTo>
                    <a:pt x="81483" y="77876"/>
                  </a:lnTo>
                  <a:lnTo>
                    <a:pt x="44488" y="87249"/>
                  </a:lnTo>
                  <a:lnTo>
                    <a:pt x="12407" y="100787"/>
                  </a:lnTo>
                  <a:lnTo>
                    <a:pt x="0" y="113792"/>
                  </a:lnTo>
                  <a:lnTo>
                    <a:pt x="1231" y="124955"/>
                  </a:lnTo>
                  <a:lnTo>
                    <a:pt x="6743" y="132384"/>
                  </a:lnTo>
                  <a:lnTo>
                    <a:pt x="18567" y="136067"/>
                  </a:lnTo>
                  <a:lnTo>
                    <a:pt x="38722" y="136029"/>
                  </a:lnTo>
                  <a:lnTo>
                    <a:pt x="70713" y="132499"/>
                  </a:lnTo>
                  <a:lnTo>
                    <a:pt x="112369" y="127254"/>
                  </a:lnTo>
                  <a:lnTo>
                    <a:pt x="157162" y="122580"/>
                  </a:lnTo>
                  <a:lnTo>
                    <a:pt x="198551" y="120789"/>
                  </a:lnTo>
                  <a:lnTo>
                    <a:pt x="215798" y="121272"/>
                  </a:lnTo>
                  <a:lnTo>
                    <a:pt x="173837" y="125730"/>
                  </a:lnTo>
                  <a:lnTo>
                    <a:pt x="123558" y="132346"/>
                  </a:lnTo>
                  <a:lnTo>
                    <a:pt x="79667" y="143281"/>
                  </a:lnTo>
                  <a:lnTo>
                    <a:pt x="48539" y="156260"/>
                  </a:lnTo>
                  <a:lnTo>
                    <a:pt x="36537" y="168973"/>
                  </a:lnTo>
                  <a:lnTo>
                    <a:pt x="37769" y="177698"/>
                  </a:lnTo>
                  <a:lnTo>
                    <a:pt x="43294" y="184696"/>
                  </a:lnTo>
                  <a:lnTo>
                    <a:pt x="55118" y="188912"/>
                  </a:lnTo>
                  <a:lnTo>
                    <a:pt x="75247" y="189293"/>
                  </a:lnTo>
                  <a:lnTo>
                    <a:pt x="107238" y="185750"/>
                  </a:lnTo>
                  <a:lnTo>
                    <a:pt x="148907" y="180505"/>
                  </a:lnTo>
                  <a:lnTo>
                    <a:pt x="193713" y="175831"/>
                  </a:lnTo>
                  <a:lnTo>
                    <a:pt x="221195" y="174650"/>
                  </a:lnTo>
                  <a:lnTo>
                    <a:pt x="221488" y="175552"/>
                  </a:lnTo>
                  <a:lnTo>
                    <a:pt x="213055" y="176555"/>
                  </a:lnTo>
                  <a:lnTo>
                    <a:pt x="163347" y="184607"/>
                  </a:lnTo>
                  <a:lnTo>
                    <a:pt x="123952" y="195072"/>
                  </a:lnTo>
                  <a:lnTo>
                    <a:pt x="97891" y="206870"/>
                  </a:lnTo>
                  <a:lnTo>
                    <a:pt x="88201" y="218871"/>
                  </a:lnTo>
                  <a:lnTo>
                    <a:pt x="90093" y="224840"/>
                  </a:lnTo>
                  <a:lnTo>
                    <a:pt x="96812" y="230251"/>
                  </a:lnTo>
                  <a:lnTo>
                    <a:pt x="109143" y="233857"/>
                  </a:lnTo>
                  <a:lnTo>
                    <a:pt x="127876" y="234378"/>
                  </a:lnTo>
                  <a:lnTo>
                    <a:pt x="185242" y="228117"/>
                  </a:lnTo>
                  <a:lnTo>
                    <a:pt x="222694" y="226504"/>
                  </a:lnTo>
                  <a:lnTo>
                    <a:pt x="251625" y="228536"/>
                  </a:lnTo>
                  <a:lnTo>
                    <a:pt x="273418" y="252933"/>
                  </a:lnTo>
                  <a:lnTo>
                    <a:pt x="298742" y="284365"/>
                  </a:lnTo>
                  <a:lnTo>
                    <a:pt x="323456" y="320814"/>
                  </a:lnTo>
                  <a:lnTo>
                    <a:pt x="348145" y="343662"/>
                  </a:lnTo>
                  <a:lnTo>
                    <a:pt x="379437" y="349770"/>
                  </a:lnTo>
                  <a:lnTo>
                    <a:pt x="409511" y="338747"/>
                  </a:lnTo>
                  <a:lnTo>
                    <a:pt x="430568" y="310184"/>
                  </a:lnTo>
                  <a:lnTo>
                    <a:pt x="434809" y="263702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3" name="object 183" descr=""/>
          <p:cNvGrpSpPr/>
          <p:nvPr/>
        </p:nvGrpSpPr>
        <p:grpSpPr>
          <a:xfrm>
            <a:off x="11077199" y="9886127"/>
            <a:ext cx="443865" cy="476884"/>
            <a:chOff x="11077199" y="9886127"/>
            <a:chExt cx="443865" cy="476884"/>
          </a:xfrm>
        </p:grpSpPr>
        <p:sp>
          <p:nvSpPr>
            <p:cNvPr id="184" name="object 184" descr=""/>
            <p:cNvSpPr/>
            <p:nvPr/>
          </p:nvSpPr>
          <p:spPr>
            <a:xfrm>
              <a:off x="11206068" y="9954552"/>
              <a:ext cx="285115" cy="361950"/>
            </a:xfrm>
            <a:custGeom>
              <a:avLst/>
              <a:gdLst/>
              <a:ahLst/>
              <a:cxnLst/>
              <a:rect l="l" t="t" r="r" b="b"/>
              <a:pathLst>
                <a:path w="285115" h="361950">
                  <a:moveTo>
                    <a:pt x="284661" y="0"/>
                  </a:moveTo>
                  <a:lnTo>
                    <a:pt x="0" y="0"/>
                  </a:lnTo>
                  <a:lnTo>
                    <a:pt x="27925" y="361685"/>
                  </a:lnTo>
                  <a:lnTo>
                    <a:pt x="256421" y="361685"/>
                  </a:lnTo>
                  <a:lnTo>
                    <a:pt x="284661" y="0"/>
                  </a:lnTo>
                  <a:close/>
                </a:path>
              </a:pathLst>
            </a:custGeom>
            <a:solidFill>
              <a:srgbClr val="EEEC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5" name="object 185" descr=""/>
            <p:cNvSpPr/>
            <p:nvPr/>
          </p:nvSpPr>
          <p:spPr>
            <a:xfrm>
              <a:off x="11208595" y="9987251"/>
              <a:ext cx="280035" cy="153035"/>
            </a:xfrm>
            <a:custGeom>
              <a:avLst/>
              <a:gdLst/>
              <a:ahLst/>
              <a:cxnLst/>
              <a:rect l="l" t="t" r="r" b="b"/>
              <a:pathLst>
                <a:path w="280034" h="153034">
                  <a:moveTo>
                    <a:pt x="279572" y="0"/>
                  </a:moveTo>
                  <a:lnTo>
                    <a:pt x="0" y="0"/>
                  </a:lnTo>
                  <a:lnTo>
                    <a:pt x="11769" y="152456"/>
                  </a:lnTo>
                  <a:lnTo>
                    <a:pt x="267677" y="152456"/>
                  </a:lnTo>
                  <a:lnTo>
                    <a:pt x="279572" y="0"/>
                  </a:lnTo>
                  <a:close/>
                </a:path>
              </a:pathLst>
            </a:custGeom>
            <a:solidFill>
              <a:srgbClr val="007B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6" name="object 18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289716" y="10004789"/>
              <a:ext cx="117378" cy="117389"/>
            </a:xfrm>
            <a:prstGeom prst="rect">
              <a:avLst/>
            </a:prstGeom>
          </p:spPr>
        </p:pic>
        <p:sp>
          <p:nvSpPr>
            <p:cNvPr id="187" name="object 187" descr=""/>
            <p:cNvSpPr/>
            <p:nvPr/>
          </p:nvSpPr>
          <p:spPr>
            <a:xfrm>
              <a:off x="11188518" y="9886127"/>
              <a:ext cx="318135" cy="68580"/>
            </a:xfrm>
            <a:custGeom>
              <a:avLst/>
              <a:gdLst/>
              <a:ahLst/>
              <a:cxnLst/>
              <a:rect l="l" t="t" r="r" b="b"/>
              <a:pathLst>
                <a:path w="318134" h="68579">
                  <a:moveTo>
                    <a:pt x="302210" y="0"/>
                  </a:moveTo>
                  <a:lnTo>
                    <a:pt x="17549" y="0"/>
                  </a:lnTo>
                  <a:lnTo>
                    <a:pt x="0" y="68427"/>
                  </a:lnTo>
                  <a:lnTo>
                    <a:pt x="317697" y="68427"/>
                  </a:lnTo>
                  <a:lnTo>
                    <a:pt x="302210" y="0"/>
                  </a:lnTo>
                  <a:close/>
                </a:path>
              </a:pathLst>
            </a:custGeom>
            <a:solidFill>
              <a:srgbClr val="C8C8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1077199" y="10032707"/>
              <a:ext cx="345440" cy="330200"/>
            </a:xfrm>
            <a:custGeom>
              <a:avLst/>
              <a:gdLst/>
              <a:ahLst/>
              <a:cxnLst/>
              <a:rect l="l" t="t" r="r" b="b"/>
              <a:pathLst>
                <a:path w="345440" h="330200">
                  <a:moveTo>
                    <a:pt x="162217" y="0"/>
                  </a:moveTo>
                  <a:lnTo>
                    <a:pt x="132943" y="32898"/>
                  </a:lnTo>
                  <a:lnTo>
                    <a:pt x="108851" y="65900"/>
                  </a:lnTo>
                  <a:lnTo>
                    <a:pt x="80973" y="111085"/>
                  </a:lnTo>
                  <a:lnTo>
                    <a:pt x="58119" y="151418"/>
                  </a:lnTo>
                  <a:lnTo>
                    <a:pt x="43859" y="175967"/>
                  </a:lnTo>
                  <a:lnTo>
                    <a:pt x="32214" y="194726"/>
                  </a:lnTo>
                  <a:lnTo>
                    <a:pt x="17205" y="217689"/>
                  </a:lnTo>
                  <a:lnTo>
                    <a:pt x="0" y="257609"/>
                  </a:lnTo>
                  <a:lnTo>
                    <a:pt x="4493" y="288658"/>
                  </a:lnTo>
                  <a:lnTo>
                    <a:pt x="25179" y="310992"/>
                  </a:lnTo>
                  <a:lnTo>
                    <a:pt x="56548" y="324768"/>
                  </a:lnTo>
                  <a:lnTo>
                    <a:pt x="93094" y="330145"/>
                  </a:lnTo>
                  <a:lnTo>
                    <a:pt x="129308" y="327278"/>
                  </a:lnTo>
                  <a:lnTo>
                    <a:pt x="199060" y="287150"/>
                  </a:lnTo>
                  <a:lnTo>
                    <a:pt x="241626" y="247435"/>
                  </a:lnTo>
                  <a:lnTo>
                    <a:pt x="281627" y="206130"/>
                  </a:lnTo>
                  <a:lnTo>
                    <a:pt x="313314" y="172185"/>
                  </a:lnTo>
                  <a:lnTo>
                    <a:pt x="330934" y="154550"/>
                  </a:lnTo>
                  <a:lnTo>
                    <a:pt x="343968" y="143867"/>
                  </a:lnTo>
                  <a:lnTo>
                    <a:pt x="345132" y="136507"/>
                  </a:lnTo>
                  <a:lnTo>
                    <a:pt x="331564" y="129051"/>
                  </a:lnTo>
                  <a:lnTo>
                    <a:pt x="300401" y="118080"/>
                  </a:lnTo>
                  <a:lnTo>
                    <a:pt x="298059" y="115401"/>
                  </a:lnTo>
                  <a:lnTo>
                    <a:pt x="289435" y="107033"/>
                  </a:lnTo>
                  <a:lnTo>
                    <a:pt x="272129" y="92476"/>
                  </a:lnTo>
                  <a:lnTo>
                    <a:pt x="243743" y="71233"/>
                  </a:lnTo>
                  <a:lnTo>
                    <a:pt x="210687" y="43583"/>
                  </a:lnTo>
                  <a:lnTo>
                    <a:pt x="171406" y="2482"/>
                  </a:lnTo>
                  <a:lnTo>
                    <a:pt x="16221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1226216" y="9930624"/>
              <a:ext cx="294308" cy="260432"/>
            </a:xfrm>
            <a:prstGeom prst="rect">
              <a:avLst/>
            </a:prstGeom>
          </p:spPr>
        </p:pic>
      </p:grpSp>
      <p:grpSp>
        <p:nvGrpSpPr>
          <p:cNvPr id="190" name="object 190" descr=""/>
          <p:cNvGrpSpPr/>
          <p:nvPr/>
        </p:nvGrpSpPr>
        <p:grpSpPr>
          <a:xfrm>
            <a:off x="10229318" y="9647750"/>
            <a:ext cx="610235" cy="716280"/>
            <a:chOff x="10229318" y="9647750"/>
            <a:chExt cx="610235" cy="716280"/>
          </a:xfrm>
        </p:grpSpPr>
        <p:sp>
          <p:nvSpPr>
            <p:cNvPr id="191" name="object 191" descr=""/>
            <p:cNvSpPr/>
            <p:nvPr/>
          </p:nvSpPr>
          <p:spPr>
            <a:xfrm>
              <a:off x="10455438" y="10023524"/>
              <a:ext cx="384175" cy="340360"/>
            </a:xfrm>
            <a:custGeom>
              <a:avLst/>
              <a:gdLst/>
              <a:ahLst/>
              <a:cxnLst/>
              <a:rect l="l" t="t" r="r" b="b"/>
              <a:pathLst>
                <a:path w="384175" h="340359">
                  <a:moveTo>
                    <a:pt x="89301" y="0"/>
                  </a:moveTo>
                  <a:lnTo>
                    <a:pt x="50573" y="49436"/>
                  </a:lnTo>
                  <a:lnTo>
                    <a:pt x="27155" y="97689"/>
                  </a:lnTo>
                  <a:lnTo>
                    <a:pt x="8445" y="148889"/>
                  </a:lnTo>
                  <a:lnTo>
                    <a:pt x="0" y="193477"/>
                  </a:lnTo>
                  <a:lnTo>
                    <a:pt x="7377" y="221899"/>
                  </a:lnTo>
                  <a:lnTo>
                    <a:pt x="85135" y="271726"/>
                  </a:lnTo>
                  <a:lnTo>
                    <a:pt x="138484" y="299145"/>
                  </a:lnTo>
                  <a:lnTo>
                    <a:pt x="187180" y="321921"/>
                  </a:lnTo>
                  <a:lnTo>
                    <a:pt x="250463" y="340303"/>
                  </a:lnTo>
                  <a:lnTo>
                    <a:pt x="282292" y="338280"/>
                  </a:lnTo>
                  <a:lnTo>
                    <a:pt x="333231" y="318231"/>
                  </a:lnTo>
                  <a:lnTo>
                    <a:pt x="367091" y="278245"/>
                  </a:lnTo>
                  <a:lnTo>
                    <a:pt x="383721" y="221438"/>
                  </a:lnTo>
                  <a:lnTo>
                    <a:pt x="373106" y="187915"/>
                  </a:lnTo>
                  <a:lnTo>
                    <a:pt x="353429" y="158237"/>
                  </a:lnTo>
                  <a:lnTo>
                    <a:pt x="334458" y="137034"/>
                  </a:lnTo>
                  <a:lnTo>
                    <a:pt x="325964" y="128938"/>
                  </a:lnTo>
                  <a:lnTo>
                    <a:pt x="152137" y="28470"/>
                  </a:lnTo>
                  <a:lnTo>
                    <a:pt x="114059" y="5683"/>
                  </a:lnTo>
                  <a:lnTo>
                    <a:pt x="103251" y="1544"/>
                  </a:lnTo>
                  <a:lnTo>
                    <a:pt x="89301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461833" y="10208893"/>
              <a:ext cx="117839" cy="92498"/>
            </a:xfrm>
            <a:prstGeom prst="rect">
              <a:avLst/>
            </a:prstGeom>
          </p:spPr>
        </p:pic>
        <p:sp>
          <p:nvSpPr>
            <p:cNvPr id="193" name="object 193" descr=""/>
            <p:cNvSpPr/>
            <p:nvPr/>
          </p:nvSpPr>
          <p:spPr>
            <a:xfrm>
              <a:off x="10635192" y="9954860"/>
              <a:ext cx="160655" cy="344170"/>
            </a:xfrm>
            <a:custGeom>
              <a:avLst/>
              <a:gdLst/>
              <a:ahLst/>
              <a:cxnLst/>
              <a:rect l="l" t="t" r="r" b="b"/>
              <a:pathLst>
                <a:path w="160654" h="344170">
                  <a:moveTo>
                    <a:pt x="32330" y="0"/>
                  </a:moveTo>
                  <a:lnTo>
                    <a:pt x="20209" y="955"/>
                  </a:lnTo>
                  <a:lnTo>
                    <a:pt x="6479" y="5524"/>
                  </a:lnTo>
                  <a:lnTo>
                    <a:pt x="0" y="28354"/>
                  </a:lnTo>
                  <a:lnTo>
                    <a:pt x="4561" y="72496"/>
                  </a:lnTo>
                  <a:lnTo>
                    <a:pt x="12741" y="115468"/>
                  </a:lnTo>
                  <a:lnTo>
                    <a:pt x="17117" y="134787"/>
                  </a:lnTo>
                  <a:lnTo>
                    <a:pt x="35371" y="281837"/>
                  </a:lnTo>
                  <a:lnTo>
                    <a:pt x="55914" y="344145"/>
                  </a:lnTo>
                  <a:lnTo>
                    <a:pt x="91759" y="333674"/>
                  </a:lnTo>
                  <a:lnTo>
                    <a:pt x="155919" y="262385"/>
                  </a:lnTo>
                  <a:lnTo>
                    <a:pt x="160580" y="234049"/>
                  </a:lnTo>
                  <a:lnTo>
                    <a:pt x="146002" y="193132"/>
                  </a:lnTo>
                  <a:lnTo>
                    <a:pt x="119980" y="145915"/>
                  </a:lnTo>
                  <a:lnTo>
                    <a:pt x="64784" y="57704"/>
                  </a:lnTo>
                  <a:lnTo>
                    <a:pt x="51200" y="29272"/>
                  </a:lnTo>
                  <a:lnTo>
                    <a:pt x="42706" y="7743"/>
                  </a:lnTo>
                  <a:lnTo>
                    <a:pt x="32330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4" name="object 19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455346" y="10017610"/>
              <a:ext cx="191805" cy="235030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10229318" y="9967235"/>
              <a:ext cx="288925" cy="358775"/>
            </a:xfrm>
            <a:custGeom>
              <a:avLst/>
              <a:gdLst/>
              <a:ahLst/>
              <a:cxnLst/>
              <a:rect l="l" t="t" r="r" b="b"/>
              <a:pathLst>
                <a:path w="288925" h="358775">
                  <a:moveTo>
                    <a:pt x="288357" y="0"/>
                  </a:moveTo>
                  <a:lnTo>
                    <a:pt x="0" y="0"/>
                  </a:lnTo>
                  <a:lnTo>
                    <a:pt x="0" y="292765"/>
                  </a:lnTo>
                  <a:lnTo>
                    <a:pt x="5168" y="318366"/>
                  </a:lnTo>
                  <a:lnTo>
                    <a:pt x="19262" y="339271"/>
                  </a:lnTo>
                  <a:lnTo>
                    <a:pt x="40167" y="353365"/>
                  </a:lnTo>
                  <a:lnTo>
                    <a:pt x="65767" y="358533"/>
                  </a:lnTo>
                  <a:lnTo>
                    <a:pt x="222579" y="358533"/>
                  </a:lnTo>
                  <a:lnTo>
                    <a:pt x="248185" y="353365"/>
                  </a:lnTo>
                  <a:lnTo>
                    <a:pt x="269093" y="339271"/>
                  </a:lnTo>
                  <a:lnTo>
                    <a:pt x="283189" y="318366"/>
                  </a:lnTo>
                  <a:lnTo>
                    <a:pt x="288357" y="292765"/>
                  </a:lnTo>
                  <a:lnTo>
                    <a:pt x="288357" y="0"/>
                  </a:lnTo>
                  <a:close/>
                </a:path>
              </a:pathLst>
            </a:custGeom>
            <a:solidFill>
              <a:srgbClr val="007B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 descr=""/>
            <p:cNvSpPr/>
            <p:nvPr/>
          </p:nvSpPr>
          <p:spPr>
            <a:xfrm>
              <a:off x="10249421" y="9647752"/>
              <a:ext cx="201295" cy="346710"/>
            </a:xfrm>
            <a:custGeom>
              <a:avLst/>
              <a:gdLst/>
              <a:ahLst/>
              <a:cxnLst/>
              <a:rect l="l" t="t" r="r" b="b"/>
              <a:pathLst>
                <a:path w="201295" h="346709">
                  <a:moveTo>
                    <a:pt x="51142" y="332460"/>
                  </a:moveTo>
                  <a:lnTo>
                    <a:pt x="47142" y="328472"/>
                  </a:lnTo>
                  <a:lnTo>
                    <a:pt x="42202" y="328472"/>
                  </a:lnTo>
                  <a:lnTo>
                    <a:pt x="4000" y="328472"/>
                  </a:lnTo>
                  <a:lnTo>
                    <a:pt x="0" y="332460"/>
                  </a:lnTo>
                  <a:lnTo>
                    <a:pt x="0" y="342315"/>
                  </a:lnTo>
                  <a:lnTo>
                    <a:pt x="4000" y="346329"/>
                  </a:lnTo>
                  <a:lnTo>
                    <a:pt x="47142" y="346329"/>
                  </a:lnTo>
                  <a:lnTo>
                    <a:pt x="51142" y="342315"/>
                  </a:lnTo>
                  <a:lnTo>
                    <a:pt x="51142" y="332460"/>
                  </a:lnTo>
                  <a:close/>
                </a:path>
                <a:path w="201295" h="346709">
                  <a:moveTo>
                    <a:pt x="200939" y="68249"/>
                  </a:moveTo>
                  <a:lnTo>
                    <a:pt x="172275" y="25438"/>
                  </a:lnTo>
                  <a:lnTo>
                    <a:pt x="136766" y="11569"/>
                  </a:lnTo>
                  <a:lnTo>
                    <a:pt x="102273" y="0"/>
                  </a:lnTo>
                  <a:lnTo>
                    <a:pt x="114007" y="10718"/>
                  </a:lnTo>
                  <a:lnTo>
                    <a:pt x="123151" y="30822"/>
                  </a:lnTo>
                  <a:lnTo>
                    <a:pt x="124752" y="54267"/>
                  </a:lnTo>
                  <a:lnTo>
                    <a:pt x="113880" y="75044"/>
                  </a:lnTo>
                  <a:lnTo>
                    <a:pt x="87566" y="98590"/>
                  </a:lnTo>
                  <a:lnTo>
                    <a:pt x="54457" y="128765"/>
                  </a:lnTo>
                  <a:lnTo>
                    <a:pt x="27051" y="157099"/>
                  </a:lnTo>
                  <a:lnTo>
                    <a:pt x="17818" y="175120"/>
                  </a:lnTo>
                  <a:lnTo>
                    <a:pt x="21996" y="183794"/>
                  </a:lnTo>
                  <a:lnTo>
                    <a:pt x="31165" y="194310"/>
                  </a:lnTo>
                  <a:lnTo>
                    <a:pt x="52311" y="213525"/>
                  </a:lnTo>
                  <a:lnTo>
                    <a:pt x="92443" y="248323"/>
                  </a:lnTo>
                  <a:lnTo>
                    <a:pt x="104406" y="267347"/>
                  </a:lnTo>
                  <a:lnTo>
                    <a:pt x="109689" y="291134"/>
                  </a:lnTo>
                  <a:lnTo>
                    <a:pt x="111721" y="311086"/>
                  </a:lnTo>
                  <a:lnTo>
                    <a:pt x="113880" y="318617"/>
                  </a:lnTo>
                  <a:lnTo>
                    <a:pt x="122923" y="308724"/>
                  </a:lnTo>
                  <a:lnTo>
                    <a:pt x="138582" y="288569"/>
                  </a:lnTo>
                  <a:lnTo>
                    <a:pt x="153720" y="267881"/>
                  </a:lnTo>
                  <a:lnTo>
                    <a:pt x="161213" y="256362"/>
                  </a:lnTo>
                  <a:lnTo>
                    <a:pt x="160439" y="241592"/>
                  </a:lnTo>
                  <a:lnTo>
                    <a:pt x="148348" y="202755"/>
                  </a:lnTo>
                  <a:lnTo>
                    <a:pt x="147815" y="189369"/>
                  </a:lnTo>
                  <a:lnTo>
                    <a:pt x="161264" y="163461"/>
                  </a:lnTo>
                  <a:lnTo>
                    <a:pt x="183832" y="116446"/>
                  </a:lnTo>
                  <a:lnTo>
                    <a:pt x="200939" y="68249"/>
                  </a:lnTo>
                  <a:close/>
                </a:path>
              </a:pathLst>
            </a:custGeom>
            <a:solidFill>
              <a:srgbClr val="EEEC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7" name="object 197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514856" y="10044603"/>
              <a:ext cx="126841" cy="179677"/>
            </a:xfrm>
            <a:prstGeom prst="rect">
              <a:avLst/>
            </a:prstGeom>
          </p:spPr>
        </p:pic>
      </p:grpSp>
      <p:grpSp>
        <p:nvGrpSpPr>
          <p:cNvPr id="198" name="object 198" descr=""/>
          <p:cNvGrpSpPr/>
          <p:nvPr/>
        </p:nvGrpSpPr>
        <p:grpSpPr>
          <a:xfrm>
            <a:off x="9640716" y="9854210"/>
            <a:ext cx="394970" cy="556895"/>
            <a:chOff x="9640716" y="9854210"/>
            <a:chExt cx="394970" cy="556895"/>
          </a:xfrm>
        </p:grpSpPr>
        <p:sp>
          <p:nvSpPr>
            <p:cNvPr id="199" name="object 199" descr=""/>
            <p:cNvSpPr/>
            <p:nvPr/>
          </p:nvSpPr>
          <p:spPr>
            <a:xfrm>
              <a:off x="9640716" y="9990197"/>
              <a:ext cx="167640" cy="421005"/>
            </a:xfrm>
            <a:custGeom>
              <a:avLst/>
              <a:gdLst/>
              <a:ahLst/>
              <a:cxnLst/>
              <a:rect l="l" t="t" r="r" b="b"/>
              <a:pathLst>
                <a:path w="167640" h="421004">
                  <a:moveTo>
                    <a:pt x="167561" y="0"/>
                  </a:moveTo>
                  <a:lnTo>
                    <a:pt x="123771" y="54776"/>
                  </a:lnTo>
                  <a:lnTo>
                    <a:pt x="97743" y="96029"/>
                  </a:lnTo>
                  <a:lnTo>
                    <a:pt x="71540" y="143633"/>
                  </a:lnTo>
                  <a:lnTo>
                    <a:pt x="47097" y="195419"/>
                  </a:lnTo>
                  <a:lnTo>
                    <a:pt x="26349" y="249217"/>
                  </a:lnTo>
                  <a:lnTo>
                    <a:pt x="11231" y="302859"/>
                  </a:lnTo>
                  <a:lnTo>
                    <a:pt x="3190" y="346295"/>
                  </a:lnTo>
                  <a:lnTo>
                    <a:pt x="0" y="385167"/>
                  </a:lnTo>
                  <a:lnTo>
                    <a:pt x="4338" y="412395"/>
                  </a:lnTo>
                  <a:lnTo>
                    <a:pt x="18885" y="420898"/>
                  </a:lnTo>
                  <a:lnTo>
                    <a:pt x="34990" y="409506"/>
                  </a:lnTo>
                  <a:lnTo>
                    <a:pt x="45537" y="383426"/>
                  </a:lnTo>
                  <a:lnTo>
                    <a:pt x="55510" y="345141"/>
                  </a:lnTo>
                  <a:lnTo>
                    <a:pt x="69889" y="297132"/>
                  </a:lnTo>
                  <a:lnTo>
                    <a:pt x="87725" y="242333"/>
                  </a:lnTo>
                  <a:lnTo>
                    <a:pt x="104367" y="185989"/>
                  </a:lnTo>
                  <a:lnTo>
                    <a:pt x="119246" y="134050"/>
                  </a:lnTo>
                  <a:lnTo>
                    <a:pt x="131793" y="92468"/>
                  </a:lnTo>
                  <a:lnTo>
                    <a:pt x="147974" y="45424"/>
                  </a:lnTo>
                  <a:lnTo>
                    <a:pt x="159093" y="17259"/>
                  </a:lnTo>
                  <a:lnTo>
                    <a:pt x="165503" y="3582"/>
                  </a:lnTo>
                  <a:lnTo>
                    <a:pt x="167561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9661386" y="9854215"/>
              <a:ext cx="374650" cy="516890"/>
            </a:xfrm>
            <a:custGeom>
              <a:avLst/>
              <a:gdLst/>
              <a:ahLst/>
              <a:cxnLst/>
              <a:rect l="l" t="t" r="r" b="b"/>
              <a:pathLst>
                <a:path w="374650" h="516890">
                  <a:moveTo>
                    <a:pt x="374154" y="61429"/>
                  </a:moveTo>
                  <a:lnTo>
                    <a:pt x="371208" y="27038"/>
                  </a:lnTo>
                  <a:lnTo>
                    <a:pt x="355066" y="4191"/>
                  </a:lnTo>
                  <a:lnTo>
                    <a:pt x="322516" y="0"/>
                  </a:lnTo>
                  <a:lnTo>
                    <a:pt x="250710" y="48501"/>
                  </a:lnTo>
                  <a:lnTo>
                    <a:pt x="209384" y="77635"/>
                  </a:lnTo>
                  <a:lnTo>
                    <a:pt x="155511" y="124599"/>
                  </a:lnTo>
                  <a:lnTo>
                    <a:pt x="126974" y="156768"/>
                  </a:lnTo>
                  <a:lnTo>
                    <a:pt x="97764" y="198958"/>
                  </a:lnTo>
                  <a:lnTo>
                    <a:pt x="73317" y="245008"/>
                  </a:lnTo>
                  <a:lnTo>
                    <a:pt x="59055" y="288785"/>
                  </a:lnTo>
                  <a:lnTo>
                    <a:pt x="59055" y="288950"/>
                  </a:lnTo>
                  <a:lnTo>
                    <a:pt x="54762" y="298119"/>
                  </a:lnTo>
                  <a:lnTo>
                    <a:pt x="36233" y="348322"/>
                  </a:lnTo>
                  <a:lnTo>
                    <a:pt x="21145" y="394436"/>
                  </a:lnTo>
                  <a:lnTo>
                    <a:pt x="8382" y="436499"/>
                  </a:lnTo>
                  <a:lnTo>
                    <a:pt x="0" y="474510"/>
                  </a:lnTo>
                  <a:lnTo>
                    <a:pt x="101" y="503059"/>
                  </a:lnTo>
                  <a:lnTo>
                    <a:pt x="12776" y="516724"/>
                  </a:lnTo>
                  <a:lnTo>
                    <a:pt x="26263" y="508977"/>
                  </a:lnTo>
                  <a:lnTo>
                    <a:pt x="39166" y="482981"/>
                  </a:lnTo>
                  <a:lnTo>
                    <a:pt x="55410" y="444347"/>
                  </a:lnTo>
                  <a:lnTo>
                    <a:pt x="78892" y="398716"/>
                  </a:lnTo>
                  <a:lnTo>
                    <a:pt x="104330" y="356666"/>
                  </a:lnTo>
                  <a:lnTo>
                    <a:pt x="125501" y="322707"/>
                  </a:lnTo>
                  <a:lnTo>
                    <a:pt x="144932" y="293268"/>
                  </a:lnTo>
                  <a:lnTo>
                    <a:pt x="165125" y="264795"/>
                  </a:lnTo>
                  <a:lnTo>
                    <a:pt x="178714" y="249021"/>
                  </a:lnTo>
                  <a:lnTo>
                    <a:pt x="195592" y="236512"/>
                  </a:lnTo>
                  <a:lnTo>
                    <a:pt x="191223" y="265760"/>
                  </a:lnTo>
                  <a:lnTo>
                    <a:pt x="180632" y="296062"/>
                  </a:lnTo>
                  <a:lnTo>
                    <a:pt x="169011" y="323938"/>
                  </a:lnTo>
                  <a:lnTo>
                    <a:pt x="161201" y="348462"/>
                  </a:lnTo>
                  <a:lnTo>
                    <a:pt x="157010" y="372592"/>
                  </a:lnTo>
                  <a:lnTo>
                    <a:pt x="155651" y="395592"/>
                  </a:lnTo>
                  <a:lnTo>
                    <a:pt x="160997" y="410933"/>
                  </a:lnTo>
                  <a:lnTo>
                    <a:pt x="176936" y="412127"/>
                  </a:lnTo>
                  <a:lnTo>
                    <a:pt x="197243" y="393611"/>
                  </a:lnTo>
                  <a:lnTo>
                    <a:pt x="214934" y="359994"/>
                  </a:lnTo>
                  <a:lnTo>
                    <a:pt x="232765" y="320078"/>
                  </a:lnTo>
                  <a:lnTo>
                    <a:pt x="253479" y="282651"/>
                  </a:lnTo>
                  <a:lnTo>
                    <a:pt x="306743" y="214731"/>
                  </a:lnTo>
                  <a:lnTo>
                    <a:pt x="330796" y="176301"/>
                  </a:lnTo>
                  <a:lnTo>
                    <a:pt x="333756" y="164795"/>
                  </a:lnTo>
                  <a:lnTo>
                    <a:pt x="336461" y="162928"/>
                  </a:lnTo>
                  <a:lnTo>
                    <a:pt x="353542" y="136486"/>
                  </a:lnTo>
                  <a:lnTo>
                    <a:pt x="367182" y="100291"/>
                  </a:lnTo>
                  <a:lnTo>
                    <a:pt x="374154" y="61429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1" name="object 201" descr=""/>
          <p:cNvGrpSpPr/>
          <p:nvPr/>
        </p:nvGrpSpPr>
        <p:grpSpPr>
          <a:xfrm>
            <a:off x="9074359" y="9844369"/>
            <a:ext cx="351790" cy="591185"/>
            <a:chOff x="9074359" y="9844369"/>
            <a:chExt cx="351790" cy="591185"/>
          </a:xfrm>
        </p:grpSpPr>
        <p:sp>
          <p:nvSpPr>
            <p:cNvPr id="202" name="object 202" descr=""/>
            <p:cNvSpPr/>
            <p:nvPr/>
          </p:nvSpPr>
          <p:spPr>
            <a:xfrm>
              <a:off x="9109566" y="9844369"/>
              <a:ext cx="316230" cy="411480"/>
            </a:xfrm>
            <a:custGeom>
              <a:avLst/>
              <a:gdLst/>
              <a:ahLst/>
              <a:cxnLst/>
              <a:rect l="l" t="t" r="r" b="b"/>
              <a:pathLst>
                <a:path w="316229" h="411479">
                  <a:moveTo>
                    <a:pt x="208239" y="0"/>
                  </a:moveTo>
                  <a:lnTo>
                    <a:pt x="179192" y="12432"/>
                  </a:lnTo>
                  <a:lnTo>
                    <a:pt x="151241" y="45192"/>
                  </a:lnTo>
                  <a:lnTo>
                    <a:pt x="135154" y="70850"/>
                  </a:lnTo>
                  <a:lnTo>
                    <a:pt x="121727" y="91194"/>
                  </a:lnTo>
                  <a:lnTo>
                    <a:pt x="103705" y="116834"/>
                  </a:lnTo>
                  <a:lnTo>
                    <a:pt x="73830" y="158383"/>
                  </a:lnTo>
                  <a:lnTo>
                    <a:pt x="41411" y="207208"/>
                  </a:lnTo>
                  <a:lnTo>
                    <a:pt x="19457" y="246609"/>
                  </a:lnTo>
                  <a:lnTo>
                    <a:pt x="6232" y="275092"/>
                  </a:lnTo>
                  <a:lnTo>
                    <a:pt x="0" y="291164"/>
                  </a:lnTo>
                  <a:lnTo>
                    <a:pt x="6734" y="299232"/>
                  </a:lnTo>
                  <a:lnTo>
                    <a:pt x="66093" y="319624"/>
                  </a:lnTo>
                  <a:lnTo>
                    <a:pt x="109085" y="339990"/>
                  </a:lnTo>
                  <a:lnTo>
                    <a:pt x="143503" y="358633"/>
                  </a:lnTo>
                  <a:lnTo>
                    <a:pt x="166094" y="369254"/>
                  </a:lnTo>
                  <a:lnTo>
                    <a:pt x="178468" y="374032"/>
                  </a:lnTo>
                  <a:lnTo>
                    <a:pt x="182235" y="375140"/>
                  </a:lnTo>
                  <a:lnTo>
                    <a:pt x="207635" y="401318"/>
                  </a:lnTo>
                  <a:lnTo>
                    <a:pt x="221380" y="411477"/>
                  </a:lnTo>
                  <a:lnTo>
                    <a:pt x="228223" y="406907"/>
                  </a:lnTo>
                  <a:lnTo>
                    <a:pt x="232914" y="388899"/>
                  </a:lnTo>
                  <a:lnTo>
                    <a:pt x="242447" y="363086"/>
                  </a:lnTo>
                  <a:lnTo>
                    <a:pt x="261836" y="315633"/>
                  </a:lnTo>
                  <a:lnTo>
                    <a:pt x="284763" y="256441"/>
                  </a:lnTo>
                  <a:lnTo>
                    <a:pt x="304913" y="195415"/>
                  </a:lnTo>
                  <a:lnTo>
                    <a:pt x="315969" y="142456"/>
                  </a:lnTo>
                  <a:lnTo>
                    <a:pt x="313934" y="111611"/>
                  </a:lnTo>
                  <a:lnTo>
                    <a:pt x="303398" y="78610"/>
                  </a:lnTo>
                  <a:lnTo>
                    <a:pt x="285962" y="47201"/>
                  </a:lnTo>
                  <a:lnTo>
                    <a:pt x="263223" y="21132"/>
                  </a:lnTo>
                  <a:lnTo>
                    <a:pt x="236782" y="4149"/>
                  </a:lnTo>
                  <a:lnTo>
                    <a:pt x="208239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226181" y="10169626"/>
              <a:ext cx="65056" cy="234309"/>
            </a:xfrm>
            <a:prstGeom prst="rect">
              <a:avLst/>
            </a:prstGeom>
          </p:spPr>
        </p:pic>
        <p:sp>
          <p:nvSpPr>
            <p:cNvPr id="204" name="object 204" descr=""/>
            <p:cNvSpPr/>
            <p:nvPr/>
          </p:nvSpPr>
          <p:spPr>
            <a:xfrm>
              <a:off x="9074353" y="10107237"/>
              <a:ext cx="271145" cy="328295"/>
            </a:xfrm>
            <a:custGeom>
              <a:avLst/>
              <a:gdLst/>
              <a:ahLst/>
              <a:cxnLst/>
              <a:rect l="l" t="t" r="r" b="b"/>
              <a:pathLst>
                <a:path w="271145" h="328295">
                  <a:moveTo>
                    <a:pt x="95110" y="55295"/>
                  </a:moveTo>
                  <a:lnTo>
                    <a:pt x="91452" y="40957"/>
                  </a:lnTo>
                  <a:lnTo>
                    <a:pt x="80137" y="14274"/>
                  </a:lnTo>
                  <a:lnTo>
                    <a:pt x="61798" y="0"/>
                  </a:lnTo>
                  <a:lnTo>
                    <a:pt x="37084" y="22961"/>
                  </a:lnTo>
                  <a:lnTo>
                    <a:pt x="21551" y="67271"/>
                  </a:lnTo>
                  <a:lnTo>
                    <a:pt x="8267" y="111010"/>
                  </a:lnTo>
                  <a:lnTo>
                    <a:pt x="127" y="154762"/>
                  </a:lnTo>
                  <a:lnTo>
                    <a:pt x="0" y="199072"/>
                  </a:lnTo>
                  <a:lnTo>
                    <a:pt x="10769" y="244525"/>
                  </a:lnTo>
                  <a:lnTo>
                    <a:pt x="17691" y="254088"/>
                  </a:lnTo>
                  <a:lnTo>
                    <a:pt x="27139" y="257416"/>
                  </a:lnTo>
                  <a:lnTo>
                    <a:pt x="36220" y="254190"/>
                  </a:lnTo>
                  <a:lnTo>
                    <a:pt x="42024" y="244106"/>
                  </a:lnTo>
                  <a:lnTo>
                    <a:pt x="48107" y="213258"/>
                  </a:lnTo>
                  <a:lnTo>
                    <a:pt x="53251" y="181394"/>
                  </a:lnTo>
                  <a:lnTo>
                    <a:pt x="58775" y="149580"/>
                  </a:lnTo>
                  <a:lnTo>
                    <a:pt x="66040" y="118859"/>
                  </a:lnTo>
                  <a:lnTo>
                    <a:pt x="71958" y="102273"/>
                  </a:lnTo>
                  <a:lnTo>
                    <a:pt x="79273" y="86614"/>
                  </a:lnTo>
                  <a:lnTo>
                    <a:pt x="87236" y="71170"/>
                  </a:lnTo>
                  <a:lnTo>
                    <a:pt x="95110" y="55295"/>
                  </a:lnTo>
                  <a:close/>
                </a:path>
                <a:path w="271145" h="328295">
                  <a:moveTo>
                    <a:pt x="161645" y="60223"/>
                  </a:moveTo>
                  <a:lnTo>
                    <a:pt x="159486" y="50647"/>
                  </a:lnTo>
                  <a:lnTo>
                    <a:pt x="154914" y="41859"/>
                  </a:lnTo>
                  <a:lnTo>
                    <a:pt x="137604" y="30302"/>
                  </a:lnTo>
                  <a:lnTo>
                    <a:pt x="120586" y="34531"/>
                  </a:lnTo>
                  <a:lnTo>
                    <a:pt x="90462" y="102870"/>
                  </a:lnTo>
                  <a:lnTo>
                    <a:pt x="80962" y="158013"/>
                  </a:lnTo>
                  <a:lnTo>
                    <a:pt x="76809" y="213410"/>
                  </a:lnTo>
                  <a:lnTo>
                    <a:pt x="80581" y="266992"/>
                  </a:lnTo>
                  <a:lnTo>
                    <a:pt x="94830" y="316623"/>
                  </a:lnTo>
                  <a:lnTo>
                    <a:pt x="105943" y="327698"/>
                  </a:lnTo>
                  <a:lnTo>
                    <a:pt x="120446" y="327863"/>
                  </a:lnTo>
                  <a:lnTo>
                    <a:pt x="132422" y="319252"/>
                  </a:lnTo>
                  <a:lnTo>
                    <a:pt x="135978" y="304025"/>
                  </a:lnTo>
                  <a:lnTo>
                    <a:pt x="131584" y="264210"/>
                  </a:lnTo>
                  <a:lnTo>
                    <a:pt x="130263" y="224383"/>
                  </a:lnTo>
                  <a:lnTo>
                    <a:pt x="132219" y="184594"/>
                  </a:lnTo>
                  <a:lnTo>
                    <a:pt x="137617" y="144907"/>
                  </a:lnTo>
                  <a:lnTo>
                    <a:pt x="159131" y="79844"/>
                  </a:lnTo>
                  <a:lnTo>
                    <a:pt x="161493" y="70129"/>
                  </a:lnTo>
                  <a:lnTo>
                    <a:pt x="161645" y="60223"/>
                  </a:lnTo>
                  <a:close/>
                </a:path>
                <a:path w="271145" h="328295">
                  <a:moveTo>
                    <a:pt x="271005" y="207937"/>
                  </a:moveTo>
                  <a:lnTo>
                    <a:pt x="266877" y="192773"/>
                  </a:lnTo>
                  <a:lnTo>
                    <a:pt x="262343" y="186855"/>
                  </a:lnTo>
                  <a:lnTo>
                    <a:pt x="260248" y="178447"/>
                  </a:lnTo>
                  <a:lnTo>
                    <a:pt x="265430" y="141833"/>
                  </a:lnTo>
                  <a:lnTo>
                    <a:pt x="265404" y="110147"/>
                  </a:lnTo>
                  <a:lnTo>
                    <a:pt x="249453" y="92125"/>
                  </a:lnTo>
                  <a:lnTo>
                    <a:pt x="229362" y="95135"/>
                  </a:lnTo>
                  <a:lnTo>
                    <a:pt x="216877" y="126593"/>
                  </a:lnTo>
                  <a:lnTo>
                    <a:pt x="216217" y="133362"/>
                  </a:lnTo>
                  <a:lnTo>
                    <a:pt x="215569" y="146964"/>
                  </a:lnTo>
                  <a:lnTo>
                    <a:pt x="215049" y="149352"/>
                  </a:lnTo>
                  <a:lnTo>
                    <a:pt x="214998" y="151599"/>
                  </a:lnTo>
                  <a:lnTo>
                    <a:pt x="215379" y="153682"/>
                  </a:lnTo>
                  <a:lnTo>
                    <a:pt x="215468" y="160934"/>
                  </a:lnTo>
                  <a:lnTo>
                    <a:pt x="215836" y="168109"/>
                  </a:lnTo>
                  <a:lnTo>
                    <a:pt x="216535" y="175196"/>
                  </a:lnTo>
                  <a:lnTo>
                    <a:pt x="217576" y="182168"/>
                  </a:lnTo>
                  <a:lnTo>
                    <a:pt x="218757" y="192176"/>
                  </a:lnTo>
                  <a:lnTo>
                    <a:pt x="221564" y="201841"/>
                  </a:lnTo>
                  <a:lnTo>
                    <a:pt x="226250" y="211112"/>
                  </a:lnTo>
                  <a:lnTo>
                    <a:pt x="233451" y="220522"/>
                  </a:lnTo>
                  <a:lnTo>
                    <a:pt x="233819" y="220637"/>
                  </a:lnTo>
                  <a:lnTo>
                    <a:pt x="237832" y="224586"/>
                  </a:lnTo>
                  <a:lnTo>
                    <a:pt x="252514" y="229425"/>
                  </a:lnTo>
                  <a:lnTo>
                    <a:pt x="264896" y="222008"/>
                  </a:lnTo>
                  <a:lnTo>
                    <a:pt x="271005" y="207937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5" name="object 205" descr=""/>
          <p:cNvGrpSpPr/>
          <p:nvPr/>
        </p:nvGrpSpPr>
        <p:grpSpPr>
          <a:xfrm>
            <a:off x="14755028" y="9898836"/>
            <a:ext cx="328295" cy="379095"/>
            <a:chOff x="14755028" y="9898836"/>
            <a:chExt cx="328295" cy="379095"/>
          </a:xfrm>
        </p:grpSpPr>
        <p:sp>
          <p:nvSpPr>
            <p:cNvPr id="206" name="object 206" descr=""/>
            <p:cNvSpPr/>
            <p:nvPr/>
          </p:nvSpPr>
          <p:spPr>
            <a:xfrm>
              <a:off x="14833614" y="9898836"/>
              <a:ext cx="249554" cy="367665"/>
            </a:xfrm>
            <a:custGeom>
              <a:avLst/>
              <a:gdLst/>
              <a:ahLst/>
              <a:cxnLst/>
              <a:rect l="l" t="t" r="r" b="b"/>
              <a:pathLst>
                <a:path w="249555" h="367665">
                  <a:moveTo>
                    <a:pt x="162693" y="0"/>
                  </a:moveTo>
                  <a:lnTo>
                    <a:pt x="94742" y="24579"/>
                  </a:lnTo>
                  <a:lnTo>
                    <a:pt x="66360" y="55775"/>
                  </a:lnTo>
                  <a:lnTo>
                    <a:pt x="42837" y="98427"/>
                  </a:lnTo>
                  <a:lnTo>
                    <a:pt x="24392" y="147409"/>
                  </a:lnTo>
                  <a:lnTo>
                    <a:pt x="11238" y="197595"/>
                  </a:lnTo>
                  <a:lnTo>
                    <a:pt x="3593" y="243860"/>
                  </a:lnTo>
                  <a:lnTo>
                    <a:pt x="0" y="291348"/>
                  </a:lnTo>
                  <a:lnTo>
                    <a:pt x="1931" y="327194"/>
                  </a:lnTo>
                  <a:lnTo>
                    <a:pt x="10384" y="351222"/>
                  </a:lnTo>
                  <a:lnTo>
                    <a:pt x="26357" y="363259"/>
                  </a:lnTo>
                  <a:lnTo>
                    <a:pt x="64891" y="367035"/>
                  </a:lnTo>
                  <a:lnTo>
                    <a:pt x="125330" y="367351"/>
                  </a:lnTo>
                  <a:lnTo>
                    <a:pt x="185121" y="365621"/>
                  </a:lnTo>
                  <a:lnTo>
                    <a:pt x="230702" y="349748"/>
                  </a:lnTo>
                  <a:lnTo>
                    <a:pt x="245985" y="266486"/>
                  </a:lnTo>
                  <a:lnTo>
                    <a:pt x="249462" y="208861"/>
                  </a:lnTo>
                  <a:lnTo>
                    <a:pt x="248288" y="148656"/>
                  </a:lnTo>
                  <a:lnTo>
                    <a:pt x="241054" y="91934"/>
                  </a:lnTo>
                  <a:lnTo>
                    <a:pt x="226354" y="44756"/>
                  </a:lnTo>
                  <a:lnTo>
                    <a:pt x="202781" y="13186"/>
                  </a:lnTo>
                  <a:lnTo>
                    <a:pt x="162693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4755028" y="9912640"/>
              <a:ext cx="243840" cy="358775"/>
            </a:xfrm>
            <a:custGeom>
              <a:avLst/>
              <a:gdLst/>
              <a:ahLst/>
              <a:cxnLst/>
              <a:rect l="l" t="t" r="r" b="b"/>
              <a:pathLst>
                <a:path w="243840" h="358775">
                  <a:moveTo>
                    <a:pt x="206490" y="0"/>
                  </a:moveTo>
                  <a:lnTo>
                    <a:pt x="121020" y="48477"/>
                  </a:lnTo>
                  <a:lnTo>
                    <a:pt x="91972" y="74374"/>
                  </a:lnTo>
                  <a:lnTo>
                    <a:pt x="61869" y="138728"/>
                  </a:lnTo>
                  <a:lnTo>
                    <a:pt x="47232" y="180810"/>
                  </a:lnTo>
                  <a:lnTo>
                    <a:pt x="34741" y="213804"/>
                  </a:lnTo>
                  <a:lnTo>
                    <a:pt x="10604" y="273331"/>
                  </a:lnTo>
                  <a:lnTo>
                    <a:pt x="1139" y="308202"/>
                  </a:lnTo>
                  <a:lnTo>
                    <a:pt x="0" y="340158"/>
                  </a:lnTo>
                  <a:lnTo>
                    <a:pt x="8492" y="358615"/>
                  </a:lnTo>
                  <a:lnTo>
                    <a:pt x="27923" y="352993"/>
                  </a:lnTo>
                  <a:lnTo>
                    <a:pt x="48243" y="330568"/>
                  </a:lnTo>
                  <a:lnTo>
                    <a:pt x="61081" y="307569"/>
                  </a:lnTo>
                  <a:lnTo>
                    <a:pt x="75251" y="282708"/>
                  </a:lnTo>
                  <a:lnTo>
                    <a:pt x="99565" y="254693"/>
                  </a:lnTo>
                  <a:lnTo>
                    <a:pt x="135325" y="227338"/>
                  </a:lnTo>
                  <a:lnTo>
                    <a:pt x="173921" y="200341"/>
                  </a:lnTo>
                  <a:lnTo>
                    <a:pt x="209316" y="166233"/>
                  </a:lnTo>
                  <a:lnTo>
                    <a:pt x="235477" y="117545"/>
                  </a:lnTo>
                  <a:lnTo>
                    <a:pt x="243348" y="62476"/>
                  </a:lnTo>
                  <a:lnTo>
                    <a:pt x="231757" y="20264"/>
                  </a:lnTo>
                  <a:lnTo>
                    <a:pt x="206490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8" name="object 20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817095" y="10175473"/>
              <a:ext cx="239372" cy="102048"/>
            </a:xfrm>
            <a:prstGeom prst="rect">
              <a:avLst/>
            </a:prstGeom>
          </p:spPr>
        </p:pic>
      </p:grpSp>
      <p:grpSp>
        <p:nvGrpSpPr>
          <p:cNvPr id="209" name="object 209" descr=""/>
          <p:cNvGrpSpPr/>
          <p:nvPr/>
        </p:nvGrpSpPr>
        <p:grpSpPr>
          <a:xfrm>
            <a:off x="13327989" y="8922019"/>
            <a:ext cx="441325" cy="375285"/>
            <a:chOff x="13327989" y="8922019"/>
            <a:chExt cx="441325" cy="375285"/>
          </a:xfrm>
        </p:grpSpPr>
        <p:sp>
          <p:nvSpPr>
            <p:cNvPr id="210" name="object 210" descr=""/>
            <p:cNvSpPr/>
            <p:nvPr/>
          </p:nvSpPr>
          <p:spPr>
            <a:xfrm>
              <a:off x="13330087" y="8996719"/>
              <a:ext cx="414655" cy="300355"/>
            </a:xfrm>
            <a:custGeom>
              <a:avLst/>
              <a:gdLst/>
              <a:ahLst/>
              <a:cxnLst/>
              <a:rect l="l" t="t" r="r" b="b"/>
              <a:pathLst>
                <a:path w="414655" h="300354">
                  <a:moveTo>
                    <a:pt x="329674" y="0"/>
                  </a:moveTo>
                  <a:lnTo>
                    <a:pt x="290396" y="6001"/>
                  </a:lnTo>
                  <a:lnTo>
                    <a:pt x="251755" y="21107"/>
                  </a:lnTo>
                  <a:lnTo>
                    <a:pt x="214365" y="38519"/>
                  </a:lnTo>
                  <a:lnTo>
                    <a:pt x="174233" y="56380"/>
                  </a:lnTo>
                  <a:lnTo>
                    <a:pt x="132717" y="73803"/>
                  </a:lnTo>
                  <a:lnTo>
                    <a:pt x="91174" y="89901"/>
                  </a:lnTo>
                  <a:lnTo>
                    <a:pt x="60693" y="108288"/>
                  </a:lnTo>
                  <a:lnTo>
                    <a:pt x="31309" y="138897"/>
                  </a:lnTo>
                  <a:lnTo>
                    <a:pt x="9064" y="176971"/>
                  </a:lnTo>
                  <a:lnTo>
                    <a:pt x="0" y="217751"/>
                  </a:lnTo>
                  <a:lnTo>
                    <a:pt x="10159" y="256483"/>
                  </a:lnTo>
                  <a:lnTo>
                    <a:pt x="45584" y="288408"/>
                  </a:lnTo>
                  <a:lnTo>
                    <a:pt x="84679" y="299501"/>
                  </a:lnTo>
                  <a:lnTo>
                    <a:pt x="135292" y="300151"/>
                  </a:lnTo>
                  <a:lnTo>
                    <a:pt x="192432" y="292543"/>
                  </a:lnTo>
                  <a:lnTo>
                    <a:pt x="251112" y="278861"/>
                  </a:lnTo>
                  <a:lnTo>
                    <a:pt x="306343" y="261289"/>
                  </a:lnTo>
                  <a:lnTo>
                    <a:pt x="353134" y="242012"/>
                  </a:lnTo>
                  <a:lnTo>
                    <a:pt x="397430" y="209243"/>
                  </a:lnTo>
                  <a:lnTo>
                    <a:pt x="414506" y="171222"/>
                  </a:lnTo>
                  <a:lnTo>
                    <a:pt x="412782" y="132005"/>
                  </a:lnTo>
                  <a:lnTo>
                    <a:pt x="400674" y="95650"/>
                  </a:lnTo>
                  <a:lnTo>
                    <a:pt x="386600" y="66214"/>
                  </a:lnTo>
                  <a:lnTo>
                    <a:pt x="378977" y="47756"/>
                  </a:lnTo>
                  <a:lnTo>
                    <a:pt x="361799" y="11214"/>
                  </a:lnTo>
                  <a:lnTo>
                    <a:pt x="329674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13327989" y="8970623"/>
              <a:ext cx="213995" cy="287655"/>
            </a:xfrm>
            <a:custGeom>
              <a:avLst/>
              <a:gdLst/>
              <a:ahLst/>
              <a:cxnLst/>
              <a:rect l="l" t="t" r="r" b="b"/>
              <a:pathLst>
                <a:path w="213994" h="287654">
                  <a:moveTo>
                    <a:pt x="182452" y="0"/>
                  </a:moveTo>
                  <a:lnTo>
                    <a:pt x="138265" y="26498"/>
                  </a:lnTo>
                  <a:lnTo>
                    <a:pt x="111239" y="53569"/>
                  </a:lnTo>
                  <a:lnTo>
                    <a:pt x="57361" y="117059"/>
                  </a:lnTo>
                  <a:lnTo>
                    <a:pt x="29748" y="159115"/>
                  </a:lnTo>
                  <a:lnTo>
                    <a:pt x="8839" y="202385"/>
                  </a:lnTo>
                  <a:lnTo>
                    <a:pt x="0" y="242626"/>
                  </a:lnTo>
                  <a:lnTo>
                    <a:pt x="8593" y="275593"/>
                  </a:lnTo>
                  <a:lnTo>
                    <a:pt x="30962" y="287416"/>
                  </a:lnTo>
                  <a:lnTo>
                    <a:pt x="61737" y="276505"/>
                  </a:lnTo>
                  <a:lnTo>
                    <a:pt x="96819" y="247009"/>
                  </a:lnTo>
                  <a:lnTo>
                    <a:pt x="132109" y="203073"/>
                  </a:lnTo>
                  <a:lnTo>
                    <a:pt x="163510" y="148843"/>
                  </a:lnTo>
                  <a:lnTo>
                    <a:pt x="179466" y="114239"/>
                  </a:lnTo>
                  <a:lnTo>
                    <a:pt x="196268" y="72163"/>
                  </a:lnTo>
                  <a:lnTo>
                    <a:pt x="206776" y="48773"/>
                  </a:lnTo>
                  <a:lnTo>
                    <a:pt x="213572" y="25609"/>
                  </a:lnTo>
                  <a:lnTo>
                    <a:pt x="209240" y="11075"/>
                  </a:lnTo>
                  <a:lnTo>
                    <a:pt x="197595" y="3197"/>
                  </a:lnTo>
                  <a:lnTo>
                    <a:pt x="182452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3469733" y="8922019"/>
              <a:ext cx="299551" cy="311909"/>
            </a:xfrm>
            <a:prstGeom prst="rect">
              <a:avLst/>
            </a:prstGeom>
          </p:spPr>
        </p:pic>
      </p:grpSp>
      <p:grpSp>
        <p:nvGrpSpPr>
          <p:cNvPr id="213" name="object 213" descr=""/>
          <p:cNvGrpSpPr/>
          <p:nvPr/>
        </p:nvGrpSpPr>
        <p:grpSpPr>
          <a:xfrm>
            <a:off x="11041988" y="8282905"/>
            <a:ext cx="207645" cy="410845"/>
            <a:chOff x="11041988" y="8282905"/>
            <a:chExt cx="207645" cy="410845"/>
          </a:xfrm>
        </p:grpSpPr>
        <p:pic>
          <p:nvPicPr>
            <p:cNvPr id="214" name="object 21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041988" y="8360765"/>
              <a:ext cx="70816" cy="182015"/>
            </a:xfrm>
            <a:prstGeom prst="rect">
              <a:avLst/>
            </a:prstGeom>
          </p:spPr>
        </p:pic>
        <p:sp>
          <p:nvSpPr>
            <p:cNvPr id="215" name="object 215" descr=""/>
            <p:cNvSpPr/>
            <p:nvPr/>
          </p:nvSpPr>
          <p:spPr>
            <a:xfrm>
              <a:off x="11071565" y="8282905"/>
              <a:ext cx="178435" cy="410845"/>
            </a:xfrm>
            <a:custGeom>
              <a:avLst/>
              <a:gdLst/>
              <a:ahLst/>
              <a:cxnLst/>
              <a:rect l="l" t="t" r="r" b="b"/>
              <a:pathLst>
                <a:path w="178434" h="410845">
                  <a:moveTo>
                    <a:pt x="75277" y="0"/>
                  </a:moveTo>
                  <a:lnTo>
                    <a:pt x="13889" y="64508"/>
                  </a:lnTo>
                  <a:lnTo>
                    <a:pt x="5355" y="104390"/>
                  </a:lnTo>
                  <a:lnTo>
                    <a:pt x="0" y="143649"/>
                  </a:lnTo>
                  <a:lnTo>
                    <a:pt x="2877" y="211201"/>
                  </a:lnTo>
                  <a:lnTo>
                    <a:pt x="4424" y="260985"/>
                  </a:lnTo>
                  <a:lnTo>
                    <a:pt x="6237" y="307017"/>
                  </a:lnTo>
                  <a:lnTo>
                    <a:pt x="9209" y="345819"/>
                  </a:lnTo>
                  <a:lnTo>
                    <a:pt x="8447" y="368083"/>
                  </a:lnTo>
                  <a:lnTo>
                    <a:pt x="5595" y="390167"/>
                  </a:lnTo>
                  <a:lnTo>
                    <a:pt x="6778" y="406289"/>
                  </a:lnTo>
                  <a:lnTo>
                    <a:pt x="18120" y="410665"/>
                  </a:lnTo>
                  <a:lnTo>
                    <a:pt x="72390" y="382036"/>
                  </a:lnTo>
                  <a:lnTo>
                    <a:pt x="114446" y="331408"/>
                  </a:lnTo>
                  <a:lnTo>
                    <a:pt x="138552" y="307359"/>
                  </a:lnTo>
                  <a:lnTo>
                    <a:pt x="159534" y="287410"/>
                  </a:lnTo>
                  <a:lnTo>
                    <a:pt x="172534" y="272041"/>
                  </a:lnTo>
                  <a:lnTo>
                    <a:pt x="177954" y="242711"/>
                  </a:lnTo>
                  <a:lnTo>
                    <a:pt x="176305" y="194581"/>
                  </a:lnTo>
                  <a:lnTo>
                    <a:pt x="168942" y="138268"/>
                  </a:lnTo>
                  <a:lnTo>
                    <a:pt x="157217" y="84391"/>
                  </a:lnTo>
                  <a:lnTo>
                    <a:pt x="142482" y="43566"/>
                  </a:lnTo>
                  <a:lnTo>
                    <a:pt x="104398" y="5890"/>
                  </a:lnTo>
                  <a:lnTo>
                    <a:pt x="7527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6" name="object 216" descr=""/>
          <p:cNvSpPr/>
          <p:nvPr/>
        </p:nvSpPr>
        <p:spPr>
          <a:xfrm>
            <a:off x="11032439" y="6901643"/>
            <a:ext cx="288290" cy="1520825"/>
          </a:xfrm>
          <a:custGeom>
            <a:avLst/>
            <a:gdLst/>
            <a:ahLst/>
            <a:cxnLst/>
            <a:rect l="l" t="t" r="r" b="b"/>
            <a:pathLst>
              <a:path w="288290" h="1520825">
                <a:moveTo>
                  <a:pt x="288150" y="415556"/>
                </a:moveTo>
                <a:lnTo>
                  <a:pt x="287832" y="361302"/>
                </a:lnTo>
                <a:lnTo>
                  <a:pt x="285940" y="307886"/>
                </a:lnTo>
                <a:lnTo>
                  <a:pt x="282346" y="256159"/>
                </a:lnTo>
                <a:lnTo>
                  <a:pt x="276885" y="206895"/>
                </a:lnTo>
                <a:lnTo>
                  <a:pt x="269443" y="160934"/>
                </a:lnTo>
                <a:lnTo>
                  <a:pt x="259867" y="119087"/>
                </a:lnTo>
                <a:lnTo>
                  <a:pt x="248018" y="82169"/>
                </a:lnTo>
                <a:lnTo>
                  <a:pt x="216916" y="26377"/>
                </a:lnTo>
                <a:lnTo>
                  <a:pt x="175044" y="63"/>
                </a:lnTo>
                <a:lnTo>
                  <a:pt x="149707" y="0"/>
                </a:lnTo>
                <a:lnTo>
                  <a:pt x="99174" y="19227"/>
                </a:lnTo>
                <a:lnTo>
                  <a:pt x="61734" y="53200"/>
                </a:lnTo>
                <a:lnTo>
                  <a:pt x="35356" y="96735"/>
                </a:lnTo>
                <a:lnTo>
                  <a:pt x="18008" y="144653"/>
                </a:lnTo>
                <a:lnTo>
                  <a:pt x="7683" y="191744"/>
                </a:lnTo>
                <a:lnTo>
                  <a:pt x="2362" y="232841"/>
                </a:lnTo>
                <a:lnTo>
                  <a:pt x="0" y="262750"/>
                </a:lnTo>
                <a:lnTo>
                  <a:pt x="38" y="286753"/>
                </a:lnTo>
                <a:lnTo>
                  <a:pt x="1943" y="327469"/>
                </a:lnTo>
                <a:lnTo>
                  <a:pt x="5422" y="380974"/>
                </a:lnTo>
                <a:lnTo>
                  <a:pt x="10236" y="443369"/>
                </a:lnTo>
                <a:lnTo>
                  <a:pt x="16090" y="510743"/>
                </a:lnTo>
                <a:lnTo>
                  <a:pt x="22720" y="579196"/>
                </a:lnTo>
                <a:lnTo>
                  <a:pt x="29845" y="644829"/>
                </a:lnTo>
                <a:lnTo>
                  <a:pt x="37211" y="703719"/>
                </a:lnTo>
                <a:lnTo>
                  <a:pt x="44526" y="751979"/>
                </a:lnTo>
                <a:lnTo>
                  <a:pt x="54000" y="791603"/>
                </a:lnTo>
                <a:lnTo>
                  <a:pt x="49339" y="811822"/>
                </a:lnTo>
                <a:lnTo>
                  <a:pt x="47866" y="836256"/>
                </a:lnTo>
                <a:lnTo>
                  <a:pt x="47421" y="875499"/>
                </a:lnTo>
                <a:lnTo>
                  <a:pt x="47904" y="926680"/>
                </a:lnTo>
                <a:lnTo>
                  <a:pt x="49161" y="986929"/>
                </a:lnTo>
                <a:lnTo>
                  <a:pt x="51092" y="1053376"/>
                </a:lnTo>
                <a:lnTo>
                  <a:pt x="53568" y="1123137"/>
                </a:lnTo>
                <a:lnTo>
                  <a:pt x="56489" y="1193355"/>
                </a:lnTo>
                <a:lnTo>
                  <a:pt x="59715" y="1261173"/>
                </a:lnTo>
                <a:lnTo>
                  <a:pt x="63131" y="1323695"/>
                </a:lnTo>
                <a:lnTo>
                  <a:pt x="66624" y="1378064"/>
                </a:lnTo>
                <a:lnTo>
                  <a:pt x="70078" y="1421409"/>
                </a:lnTo>
                <a:lnTo>
                  <a:pt x="76352" y="1463548"/>
                </a:lnTo>
                <a:lnTo>
                  <a:pt x="114427" y="1506829"/>
                </a:lnTo>
                <a:lnTo>
                  <a:pt x="138010" y="1520456"/>
                </a:lnTo>
                <a:lnTo>
                  <a:pt x="156908" y="1503730"/>
                </a:lnTo>
                <a:lnTo>
                  <a:pt x="180924" y="1455940"/>
                </a:lnTo>
                <a:lnTo>
                  <a:pt x="203403" y="1302181"/>
                </a:lnTo>
                <a:lnTo>
                  <a:pt x="219443" y="1188085"/>
                </a:lnTo>
                <a:lnTo>
                  <a:pt x="227990" y="1118616"/>
                </a:lnTo>
                <a:lnTo>
                  <a:pt x="230479" y="1092873"/>
                </a:lnTo>
                <a:lnTo>
                  <a:pt x="240207" y="1001991"/>
                </a:lnTo>
                <a:lnTo>
                  <a:pt x="245478" y="945413"/>
                </a:lnTo>
                <a:lnTo>
                  <a:pt x="249694" y="887133"/>
                </a:lnTo>
                <a:lnTo>
                  <a:pt x="251879" y="831418"/>
                </a:lnTo>
                <a:lnTo>
                  <a:pt x="251040" y="782561"/>
                </a:lnTo>
                <a:lnTo>
                  <a:pt x="264947" y="713397"/>
                </a:lnTo>
                <a:lnTo>
                  <a:pt x="271106" y="671131"/>
                </a:lnTo>
                <a:lnTo>
                  <a:pt x="276529" y="624827"/>
                </a:lnTo>
                <a:lnTo>
                  <a:pt x="281089" y="575310"/>
                </a:lnTo>
                <a:lnTo>
                  <a:pt x="284632" y="523379"/>
                </a:lnTo>
                <a:lnTo>
                  <a:pt x="287032" y="469861"/>
                </a:lnTo>
                <a:lnTo>
                  <a:pt x="288150" y="415556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7" name="object 217" descr=""/>
          <p:cNvGrpSpPr/>
          <p:nvPr/>
        </p:nvGrpSpPr>
        <p:grpSpPr>
          <a:xfrm>
            <a:off x="11499011" y="8198712"/>
            <a:ext cx="273050" cy="353695"/>
            <a:chOff x="11499011" y="8198712"/>
            <a:chExt cx="273050" cy="353695"/>
          </a:xfrm>
        </p:grpSpPr>
        <p:pic>
          <p:nvPicPr>
            <p:cNvPr id="218" name="object 21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530962" y="8243308"/>
              <a:ext cx="129211" cy="155576"/>
            </a:xfrm>
            <a:prstGeom prst="rect">
              <a:avLst/>
            </a:prstGeom>
          </p:spPr>
        </p:pic>
        <p:sp>
          <p:nvSpPr>
            <p:cNvPr id="219" name="object 219" descr=""/>
            <p:cNvSpPr/>
            <p:nvPr/>
          </p:nvSpPr>
          <p:spPr>
            <a:xfrm>
              <a:off x="11499011" y="8198712"/>
              <a:ext cx="273050" cy="353695"/>
            </a:xfrm>
            <a:custGeom>
              <a:avLst/>
              <a:gdLst/>
              <a:ahLst/>
              <a:cxnLst/>
              <a:rect l="l" t="t" r="r" b="b"/>
              <a:pathLst>
                <a:path w="273050" h="353695">
                  <a:moveTo>
                    <a:pt x="229513" y="0"/>
                  </a:moveTo>
                  <a:lnTo>
                    <a:pt x="147030" y="33562"/>
                  </a:lnTo>
                  <a:lnTo>
                    <a:pt x="122850" y="66400"/>
                  </a:lnTo>
                  <a:lnTo>
                    <a:pt x="101823" y="99984"/>
                  </a:lnTo>
                  <a:lnTo>
                    <a:pt x="76668" y="162749"/>
                  </a:lnTo>
                  <a:lnTo>
                    <a:pt x="57608" y="208761"/>
                  </a:lnTo>
                  <a:lnTo>
                    <a:pt x="40331" y="251467"/>
                  </a:lnTo>
                  <a:lnTo>
                    <a:pt x="27075" y="288067"/>
                  </a:lnTo>
                  <a:lnTo>
                    <a:pt x="17229" y="308045"/>
                  </a:lnTo>
                  <a:lnTo>
                    <a:pt x="5550" y="327001"/>
                  </a:lnTo>
                  <a:lnTo>
                    <a:pt x="0" y="342184"/>
                  </a:lnTo>
                  <a:lnTo>
                    <a:pt x="8542" y="350840"/>
                  </a:lnTo>
                  <a:lnTo>
                    <a:pt x="23841" y="353116"/>
                  </a:lnTo>
                  <a:lnTo>
                    <a:pt x="44797" y="352603"/>
                  </a:lnTo>
                  <a:lnTo>
                    <a:pt x="69782" y="347055"/>
                  </a:lnTo>
                  <a:lnTo>
                    <a:pt x="97167" y="334223"/>
                  </a:lnTo>
                  <a:lnTo>
                    <a:pt x="128942" y="318195"/>
                  </a:lnTo>
                  <a:lnTo>
                    <a:pt x="160807" y="306185"/>
                  </a:lnTo>
                  <a:lnTo>
                    <a:pt x="206305" y="287963"/>
                  </a:lnTo>
                  <a:lnTo>
                    <a:pt x="241595" y="218911"/>
                  </a:lnTo>
                  <a:lnTo>
                    <a:pt x="258041" y="164552"/>
                  </a:lnTo>
                  <a:lnTo>
                    <a:pt x="269510" y="110617"/>
                  </a:lnTo>
                  <a:lnTo>
                    <a:pt x="272869" y="67341"/>
                  </a:lnTo>
                  <a:lnTo>
                    <a:pt x="267742" y="43317"/>
                  </a:lnTo>
                  <a:lnTo>
                    <a:pt x="253638" y="17341"/>
                  </a:lnTo>
                  <a:lnTo>
                    <a:pt x="229513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0" name="object 220" descr=""/>
          <p:cNvSpPr/>
          <p:nvPr/>
        </p:nvSpPr>
        <p:spPr>
          <a:xfrm>
            <a:off x="11660009" y="6901643"/>
            <a:ext cx="486409" cy="1433830"/>
          </a:xfrm>
          <a:custGeom>
            <a:avLst/>
            <a:gdLst/>
            <a:ahLst/>
            <a:cxnLst/>
            <a:rect l="l" t="t" r="r" b="b"/>
            <a:pathLst>
              <a:path w="486409" h="1433829">
                <a:moveTo>
                  <a:pt x="485902" y="415556"/>
                </a:moveTo>
                <a:lnTo>
                  <a:pt x="485584" y="361302"/>
                </a:lnTo>
                <a:lnTo>
                  <a:pt x="483704" y="307886"/>
                </a:lnTo>
                <a:lnTo>
                  <a:pt x="480098" y="256159"/>
                </a:lnTo>
                <a:lnTo>
                  <a:pt x="474649" y="206895"/>
                </a:lnTo>
                <a:lnTo>
                  <a:pt x="467207" y="160934"/>
                </a:lnTo>
                <a:lnTo>
                  <a:pt x="457631" y="119087"/>
                </a:lnTo>
                <a:lnTo>
                  <a:pt x="445770" y="82169"/>
                </a:lnTo>
                <a:lnTo>
                  <a:pt x="414680" y="26377"/>
                </a:lnTo>
                <a:lnTo>
                  <a:pt x="372808" y="63"/>
                </a:lnTo>
                <a:lnTo>
                  <a:pt x="347472" y="0"/>
                </a:lnTo>
                <a:lnTo>
                  <a:pt x="296938" y="19227"/>
                </a:lnTo>
                <a:lnTo>
                  <a:pt x="259486" y="53200"/>
                </a:lnTo>
                <a:lnTo>
                  <a:pt x="233108" y="96735"/>
                </a:lnTo>
                <a:lnTo>
                  <a:pt x="215760" y="144653"/>
                </a:lnTo>
                <a:lnTo>
                  <a:pt x="205447" y="191744"/>
                </a:lnTo>
                <a:lnTo>
                  <a:pt x="200113" y="232841"/>
                </a:lnTo>
                <a:lnTo>
                  <a:pt x="197764" y="262750"/>
                </a:lnTo>
                <a:lnTo>
                  <a:pt x="197802" y="286753"/>
                </a:lnTo>
                <a:lnTo>
                  <a:pt x="199694" y="327469"/>
                </a:lnTo>
                <a:lnTo>
                  <a:pt x="203187" y="380974"/>
                </a:lnTo>
                <a:lnTo>
                  <a:pt x="208000" y="443369"/>
                </a:lnTo>
                <a:lnTo>
                  <a:pt x="213855" y="510743"/>
                </a:lnTo>
                <a:lnTo>
                  <a:pt x="220484" y="579196"/>
                </a:lnTo>
                <a:lnTo>
                  <a:pt x="227609" y="644829"/>
                </a:lnTo>
                <a:lnTo>
                  <a:pt x="234962" y="703719"/>
                </a:lnTo>
                <a:lnTo>
                  <a:pt x="242277" y="751979"/>
                </a:lnTo>
                <a:lnTo>
                  <a:pt x="242468" y="752957"/>
                </a:lnTo>
                <a:lnTo>
                  <a:pt x="231978" y="772922"/>
                </a:lnTo>
                <a:lnTo>
                  <a:pt x="215442" y="808507"/>
                </a:lnTo>
                <a:lnTo>
                  <a:pt x="194830" y="855357"/>
                </a:lnTo>
                <a:lnTo>
                  <a:pt x="171196" y="910793"/>
                </a:lnTo>
                <a:lnTo>
                  <a:pt x="145643" y="972146"/>
                </a:lnTo>
                <a:lnTo>
                  <a:pt x="119214" y="1036764"/>
                </a:lnTo>
                <a:lnTo>
                  <a:pt x="93002" y="1101966"/>
                </a:lnTo>
                <a:lnTo>
                  <a:pt x="68059" y="1165110"/>
                </a:lnTo>
                <a:lnTo>
                  <a:pt x="45466" y="1223505"/>
                </a:lnTo>
                <a:lnTo>
                  <a:pt x="26289" y="1274508"/>
                </a:lnTo>
                <a:lnTo>
                  <a:pt x="11607" y="1315427"/>
                </a:lnTo>
                <a:lnTo>
                  <a:pt x="0" y="1356423"/>
                </a:lnTo>
                <a:lnTo>
                  <a:pt x="16903" y="1411528"/>
                </a:lnTo>
                <a:lnTo>
                  <a:pt x="32804" y="1433652"/>
                </a:lnTo>
                <a:lnTo>
                  <a:pt x="56896" y="1426184"/>
                </a:lnTo>
                <a:lnTo>
                  <a:pt x="98437" y="1392491"/>
                </a:lnTo>
                <a:lnTo>
                  <a:pt x="182156" y="1261579"/>
                </a:lnTo>
                <a:lnTo>
                  <a:pt x="243713" y="1164170"/>
                </a:lnTo>
                <a:lnTo>
                  <a:pt x="280073" y="1104353"/>
                </a:lnTo>
                <a:lnTo>
                  <a:pt x="292925" y="1081925"/>
                </a:lnTo>
                <a:lnTo>
                  <a:pt x="339166" y="1003084"/>
                </a:lnTo>
                <a:lnTo>
                  <a:pt x="367233" y="953681"/>
                </a:lnTo>
                <a:lnTo>
                  <a:pt x="395046" y="902284"/>
                </a:lnTo>
                <a:lnTo>
                  <a:pt x="419938" y="852398"/>
                </a:lnTo>
                <a:lnTo>
                  <a:pt x="439254" y="807516"/>
                </a:lnTo>
                <a:lnTo>
                  <a:pt x="443788" y="788797"/>
                </a:lnTo>
                <a:lnTo>
                  <a:pt x="448779" y="782561"/>
                </a:lnTo>
                <a:lnTo>
                  <a:pt x="462699" y="713397"/>
                </a:lnTo>
                <a:lnTo>
                  <a:pt x="468858" y="671131"/>
                </a:lnTo>
                <a:lnTo>
                  <a:pt x="474281" y="624827"/>
                </a:lnTo>
                <a:lnTo>
                  <a:pt x="478840" y="575310"/>
                </a:lnTo>
                <a:lnTo>
                  <a:pt x="482396" y="523379"/>
                </a:lnTo>
                <a:lnTo>
                  <a:pt x="484797" y="469861"/>
                </a:lnTo>
                <a:lnTo>
                  <a:pt x="485902" y="415556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1" name="object 221" descr=""/>
          <p:cNvGrpSpPr/>
          <p:nvPr/>
        </p:nvGrpSpPr>
        <p:grpSpPr>
          <a:xfrm>
            <a:off x="12195950" y="8074508"/>
            <a:ext cx="352425" cy="284480"/>
            <a:chOff x="12195950" y="8074508"/>
            <a:chExt cx="352425" cy="284480"/>
          </a:xfrm>
        </p:grpSpPr>
        <p:pic>
          <p:nvPicPr>
            <p:cNvPr id="222" name="object 22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276308" y="8096367"/>
              <a:ext cx="165077" cy="116051"/>
            </a:xfrm>
            <a:prstGeom prst="rect">
              <a:avLst/>
            </a:prstGeom>
          </p:spPr>
        </p:pic>
        <p:sp>
          <p:nvSpPr>
            <p:cNvPr id="223" name="object 223" descr=""/>
            <p:cNvSpPr/>
            <p:nvPr/>
          </p:nvSpPr>
          <p:spPr>
            <a:xfrm>
              <a:off x="12195950" y="8074508"/>
              <a:ext cx="352425" cy="284480"/>
            </a:xfrm>
            <a:custGeom>
              <a:avLst/>
              <a:gdLst/>
              <a:ahLst/>
              <a:cxnLst/>
              <a:rect l="l" t="t" r="r" b="b"/>
              <a:pathLst>
                <a:path w="352425" h="284479">
                  <a:moveTo>
                    <a:pt x="296621" y="0"/>
                  </a:moveTo>
                  <a:lnTo>
                    <a:pt x="241470" y="14113"/>
                  </a:lnTo>
                  <a:lnTo>
                    <a:pt x="207729" y="37019"/>
                  </a:lnTo>
                  <a:lnTo>
                    <a:pt x="176715" y="61674"/>
                  </a:lnTo>
                  <a:lnTo>
                    <a:pt x="132081" y="112469"/>
                  </a:lnTo>
                  <a:lnTo>
                    <a:pt x="98776" y="149503"/>
                  </a:lnTo>
                  <a:lnTo>
                    <a:pt x="68257" y="184011"/>
                  </a:lnTo>
                  <a:lnTo>
                    <a:pt x="43570" y="214097"/>
                  </a:lnTo>
                  <a:lnTo>
                    <a:pt x="27624" y="229656"/>
                  </a:lnTo>
                  <a:lnTo>
                    <a:pt x="10293" y="243638"/>
                  </a:lnTo>
                  <a:lnTo>
                    <a:pt x="0" y="256100"/>
                  </a:lnTo>
                  <a:lnTo>
                    <a:pt x="5163" y="267100"/>
                  </a:lnTo>
                  <a:lnTo>
                    <a:pt x="18834" y="274350"/>
                  </a:lnTo>
                  <a:lnTo>
                    <a:pt x="38765" y="280849"/>
                  </a:lnTo>
                  <a:lnTo>
                    <a:pt x="64172" y="283940"/>
                  </a:lnTo>
                  <a:lnTo>
                    <a:pt x="94270" y="280964"/>
                  </a:lnTo>
                  <a:lnTo>
                    <a:pt x="129569" y="276447"/>
                  </a:lnTo>
                  <a:lnTo>
                    <a:pt x="163611" y="275744"/>
                  </a:lnTo>
                  <a:lnTo>
                    <a:pt x="212580" y="273729"/>
                  </a:lnTo>
                  <a:lnTo>
                    <a:pt x="268859" y="220381"/>
                  </a:lnTo>
                  <a:lnTo>
                    <a:pt x="302476" y="174607"/>
                  </a:lnTo>
                  <a:lnTo>
                    <a:pt x="331260" y="127575"/>
                  </a:lnTo>
                  <a:lnTo>
                    <a:pt x="348848" y="87891"/>
                  </a:lnTo>
                  <a:lnTo>
                    <a:pt x="352024" y="63531"/>
                  </a:lnTo>
                  <a:lnTo>
                    <a:pt x="347386" y="34341"/>
                  </a:lnTo>
                  <a:lnTo>
                    <a:pt x="330422" y="9953"/>
                  </a:lnTo>
                  <a:lnTo>
                    <a:pt x="296621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4" name="object 224" descr=""/>
          <p:cNvSpPr/>
          <p:nvPr/>
        </p:nvSpPr>
        <p:spPr>
          <a:xfrm>
            <a:off x="12439574" y="6901643"/>
            <a:ext cx="655955" cy="1301115"/>
          </a:xfrm>
          <a:custGeom>
            <a:avLst/>
            <a:gdLst/>
            <a:ahLst/>
            <a:cxnLst/>
            <a:rect l="l" t="t" r="r" b="b"/>
            <a:pathLst>
              <a:path w="655955" h="1301115">
                <a:moveTo>
                  <a:pt x="655586" y="415556"/>
                </a:moveTo>
                <a:lnTo>
                  <a:pt x="655269" y="361302"/>
                </a:lnTo>
                <a:lnTo>
                  <a:pt x="653389" y="307886"/>
                </a:lnTo>
                <a:lnTo>
                  <a:pt x="649782" y="256159"/>
                </a:lnTo>
                <a:lnTo>
                  <a:pt x="644334" y="206895"/>
                </a:lnTo>
                <a:lnTo>
                  <a:pt x="636892" y="160934"/>
                </a:lnTo>
                <a:lnTo>
                  <a:pt x="627316" y="119087"/>
                </a:lnTo>
                <a:lnTo>
                  <a:pt x="615454" y="82169"/>
                </a:lnTo>
                <a:lnTo>
                  <a:pt x="584365" y="26377"/>
                </a:lnTo>
                <a:lnTo>
                  <a:pt x="542493" y="63"/>
                </a:lnTo>
                <a:lnTo>
                  <a:pt x="517156" y="0"/>
                </a:lnTo>
                <a:lnTo>
                  <a:pt x="466623" y="19227"/>
                </a:lnTo>
                <a:lnTo>
                  <a:pt x="429171" y="53200"/>
                </a:lnTo>
                <a:lnTo>
                  <a:pt x="402793" y="96735"/>
                </a:lnTo>
                <a:lnTo>
                  <a:pt x="385457" y="144653"/>
                </a:lnTo>
                <a:lnTo>
                  <a:pt x="375132" y="191744"/>
                </a:lnTo>
                <a:lnTo>
                  <a:pt x="369798" y="232841"/>
                </a:lnTo>
                <a:lnTo>
                  <a:pt x="367449" y="262750"/>
                </a:lnTo>
                <a:lnTo>
                  <a:pt x="367487" y="286753"/>
                </a:lnTo>
                <a:lnTo>
                  <a:pt x="369379" y="327469"/>
                </a:lnTo>
                <a:lnTo>
                  <a:pt x="372872" y="380974"/>
                </a:lnTo>
                <a:lnTo>
                  <a:pt x="377685" y="443369"/>
                </a:lnTo>
                <a:lnTo>
                  <a:pt x="383540" y="510743"/>
                </a:lnTo>
                <a:lnTo>
                  <a:pt x="390156" y="579196"/>
                </a:lnTo>
                <a:lnTo>
                  <a:pt x="397294" y="644829"/>
                </a:lnTo>
                <a:lnTo>
                  <a:pt x="404647" y="703719"/>
                </a:lnTo>
                <a:lnTo>
                  <a:pt x="411276" y="747483"/>
                </a:lnTo>
                <a:lnTo>
                  <a:pt x="388124" y="771131"/>
                </a:lnTo>
                <a:lnTo>
                  <a:pt x="353072" y="808431"/>
                </a:lnTo>
                <a:lnTo>
                  <a:pt x="312331" y="852830"/>
                </a:lnTo>
                <a:lnTo>
                  <a:pt x="267779" y="902169"/>
                </a:lnTo>
                <a:lnTo>
                  <a:pt x="221335" y="954278"/>
                </a:lnTo>
                <a:lnTo>
                  <a:pt x="174891" y="1007033"/>
                </a:lnTo>
                <a:lnTo>
                  <a:pt x="130327" y="1058240"/>
                </a:lnTo>
                <a:lnTo>
                  <a:pt x="89573" y="1105776"/>
                </a:lnTo>
                <a:lnTo>
                  <a:pt x="54495" y="1147470"/>
                </a:lnTo>
                <a:lnTo>
                  <a:pt x="27012" y="1181163"/>
                </a:lnTo>
                <a:lnTo>
                  <a:pt x="2413" y="1215948"/>
                </a:lnTo>
                <a:lnTo>
                  <a:pt x="0" y="1273530"/>
                </a:lnTo>
                <a:lnTo>
                  <a:pt x="7620" y="1299692"/>
                </a:lnTo>
                <a:lnTo>
                  <a:pt x="32829" y="1300670"/>
                </a:lnTo>
                <a:lnTo>
                  <a:pt x="83223" y="1282750"/>
                </a:lnTo>
                <a:lnTo>
                  <a:pt x="205778" y="1187221"/>
                </a:lnTo>
                <a:lnTo>
                  <a:pt x="296252" y="1115898"/>
                </a:lnTo>
                <a:lnTo>
                  <a:pt x="350469" y="1071626"/>
                </a:lnTo>
                <a:lnTo>
                  <a:pt x="370065" y="1054747"/>
                </a:lnTo>
                <a:lnTo>
                  <a:pt x="439940" y="995819"/>
                </a:lnTo>
                <a:lnTo>
                  <a:pt x="482854" y="958596"/>
                </a:lnTo>
                <a:lnTo>
                  <a:pt x="526211" y="919403"/>
                </a:lnTo>
                <a:lnTo>
                  <a:pt x="566305" y="880668"/>
                </a:lnTo>
                <a:lnTo>
                  <a:pt x="599478" y="844791"/>
                </a:lnTo>
                <a:lnTo>
                  <a:pt x="620661" y="812304"/>
                </a:lnTo>
                <a:lnTo>
                  <a:pt x="630148" y="780592"/>
                </a:lnTo>
                <a:lnTo>
                  <a:pt x="629196" y="751090"/>
                </a:lnTo>
                <a:lnTo>
                  <a:pt x="626732" y="744855"/>
                </a:lnTo>
                <a:lnTo>
                  <a:pt x="632396" y="713397"/>
                </a:lnTo>
                <a:lnTo>
                  <a:pt x="638543" y="671131"/>
                </a:lnTo>
                <a:lnTo>
                  <a:pt x="643966" y="624827"/>
                </a:lnTo>
                <a:lnTo>
                  <a:pt x="648525" y="575310"/>
                </a:lnTo>
                <a:lnTo>
                  <a:pt x="652081" y="523379"/>
                </a:lnTo>
                <a:lnTo>
                  <a:pt x="654481" y="469861"/>
                </a:lnTo>
                <a:lnTo>
                  <a:pt x="655586" y="415556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5" name="object 225" descr=""/>
          <p:cNvGrpSpPr/>
          <p:nvPr/>
        </p:nvGrpSpPr>
        <p:grpSpPr>
          <a:xfrm>
            <a:off x="13223572" y="7794355"/>
            <a:ext cx="410845" cy="222885"/>
            <a:chOff x="13223572" y="7794355"/>
            <a:chExt cx="410845" cy="222885"/>
          </a:xfrm>
        </p:grpSpPr>
        <p:sp>
          <p:nvSpPr>
            <p:cNvPr id="226" name="object 226" descr=""/>
            <p:cNvSpPr/>
            <p:nvPr/>
          </p:nvSpPr>
          <p:spPr>
            <a:xfrm>
              <a:off x="13353392" y="7794355"/>
              <a:ext cx="185420" cy="50800"/>
            </a:xfrm>
            <a:custGeom>
              <a:avLst/>
              <a:gdLst/>
              <a:ahLst/>
              <a:cxnLst/>
              <a:rect l="l" t="t" r="r" b="b"/>
              <a:pathLst>
                <a:path w="185419" h="50800">
                  <a:moveTo>
                    <a:pt x="86356" y="0"/>
                  </a:moveTo>
                  <a:lnTo>
                    <a:pt x="56889" y="6765"/>
                  </a:lnTo>
                  <a:lnTo>
                    <a:pt x="7832" y="26658"/>
                  </a:lnTo>
                  <a:lnTo>
                    <a:pt x="1701" y="29852"/>
                  </a:lnTo>
                  <a:lnTo>
                    <a:pt x="0" y="34292"/>
                  </a:lnTo>
                  <a:lnTo>
                    <a:pt x="1822" y="42633"/>
                  </a:lnTo>
                  <a:lnTo>
                    <a:pt x="11337" y="49642"/>
                  </a:lnTo>
                  <a:lnTo>
                    <a:pt x="30547" y="50715"/>
                  </a:lnTo>
                  <a:lnTo>
                    <a:pt x="55300" y="49375"/>
                  </a:lnTo>
                  <a:lnTo>
                    <a:pt x="81442" y="49146"/>
                  </a:lnTo>
                  <a:lnTo>
                    <a:pt x="116073" y="50167"/>
                  </a:lnTo>
                  <a:lnTo>
                    <a:pt x="156710" y="46778"/>
                  </a:lnTo>
                  <a:lnTo>
                    <a:pt x="184824" y="33798"/>
                  </a:lnTo>
                  <a:lnTo>
                    <a:pt x="181890" y="6048"/>
                  </a:lnTo>
                  <a:lnTo>
                    <a:pt x="122942" y="261"/>
                  </a:lnTo>
                  <a:lnTo>
                    <a:pt x="86356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3223572" y="7798558"/>
              <a:ext cx="410845" cy="218440"/>
            </a:xfrm>
            <a:custGeom>
              <a:avLst/>
              <a:gdLst/>
              <a:ahLst/>
              <a:cxnLst/>
              <a:rect l="l" t="t" r="r" b="b"/>
              <a:pathLst>
                <a:path w="410844" h="218440">
                  <a:moveTo>
                    <a:pt x="325204" y="0"/>
                  </a:moveTo>
                  <a:lnTo>
                    <a:pt x="284750" y="5159"/>
                  </a:lnTo>
                  <a:lnTo>
                    <a:pt x="261312" y="8918"/>
                  </a:lnTo>
                  <a:lnTo>
                    <a:pt x="245934" y="13113"/>
                  </a:lnTo>
                  <a:lnTo>
                    <a:pt x="183148" y="38213"/>
                  </a:lnTo>
                  <a:lnTo>
                    <a:pt x="136690" y="56164"/>
                  </a:lnTo>
                  <a:lnTo>
                    <a:pt x="93859" y="73123"/>
                  </a:lnTo>
                  <a:lnTo>
                    <a:pt x="58228" y="88782"/>
                  </a:lnTo>
                  <a:lnTo>
                    <a:pt x="36970" y="95438"/>
                  </a:lnTo>
                  <a:lnTo>
                    <a:pt x="15190" y="100062"/>
                  </a:lnTo>
                  <a:lnTo>
                    <a:pt x="372" y="106519"/>
                  </a:lnTo>
                  <a:lnTo>
                    <a:pt x="0" y="118677"/>
                  </a:lnTo>
                  <a:lnTo>
                    <a:pt x="8904" y="131321"/>
                  </a:lnTo>
                  <a:lnTo>
                    <a:pt x="23734" y="146135"/>
                  </a:lnTo>
                  <a:lnTo>
                    <a:pt x="44992" y="160390"/>
                  </a:lnTo>
                  <a:lnTo>
                    <a:pt x="73181" y="171356"/>
                  </a:lnTo>
                  <a:lnTo>
                    <a:pt x="106696" y="183301"/>
                  </a:lnTo>
                  <a:lnTo>
                    <a:pt x="137371" y="198080"/>
                  </a:lnTo>
                  <a:lnTo>
                    <a:pt x="163144" y="211268"/>
                  </a:lnTo>
                  <a:lnTo>
                    <a:pt x="181952" y="218443"/>
                  </a:lnTo>
                  <a:lnTo>
                    <a:pt x="211423" y="213842"/>
                  </a:lnTo>
                  <a:lnTo>
                    <a:pt x="256289" y="196339"/>
                  </a:lnTo>
                  <a:lnTo>
                    <a:pt x="306982" y="170732"/>
                  </a:lnTo>
                  <a:lnTo>
                    <a:pt x="353931" y="141818"/>
                  </a:lnTo>
                  <a:lnTo>
                    <a:pt x="387569" y="114394"/>
                  </a:lnTo>
                  <a:lnTo>
                    <a:pt x="410504" y="65977"/>
                  </a:lnTo>
                  <a:lnTo>
                    <a:pt x="406413" y="36550"/>
                  </a:lnTo>
                  <a:lnTo>
                    <a:pt x="380774" y="12374"/>
                  </a:lnTo>
                  <a:lnTo>
                    <a:pt x="325204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8" name="object 228" descr=""/>
          <p:cNvSpPr/>
          <p:nvPr/>
        </p:nvSpPr>
        <p:spPr>
          <a:xfrm>
            <a:off x="13506488" y="6901643"/>
            <a:ext cx="842644" cy="1021080"/>
          </a:xfrm>
          <a:custGeom>
            <a:avLst/>
            <a:gdLst/>
            <a:ahLst/>
            <a:cxnLst/>
            <a:rect l="l" t="t" r="r" b="b"/>
            <a:pathLst>
              <a:path w="842644" h="1021079">
                <a:moveTo>
                  <a:pt x="842518" y="415556"/>
                </a:moveTo>
                <a:lnTo>
                  <a:pt x="842200" y="361302"/>
                </a:lnTo>
                <a:lnTo>
                  <a:pt x="840308" y="307886"/>
                </a:lnTo>
                <a:lnTo>
                  <a:pt x="836714" y="256159"/>
                </a:lnTo>
                <a:lnTo>
                  <a:pt x="831253" y="206895"/>
                </a:lnTo>
                <a:lnTo>
                  <a:pt x="823810" y="160934"/>
                </a:lnTo>
                <a:lnTo>
                  <a:pt x="814235" y="119087"/>
                </a:lnTo>
                <a:lnTo>
                  <a:pt x="802386" y="82169"/>
                </a:lnTo>
                <a:lnTo>
                  <a:pt x="771283" y="26377"/>
                </a:lnTo>
                <a:lnTo>
                  <a:pt x="729411" y="63"/>
                </a:lnTo>
                <a:lnTo>
                  <a:pt x="704075" y="0"/>
                </a:lnTo>
                <a:lnTo>
                  <a:pt x="653542" y="19227"/>
                </a:lnTo>
                <a:lnTo>
                  <a:pt x="616102" y="53200"/>
                </a:lnTo>
                <a:lnTo>
                  <a:pt x="589724" y="96735"/>
                </a:lnTo>
                <a:lnTo>
                  <a:pt x="572376" y="144653"/>
                </a:lnTo>
                <a:lnTo>
                  <a:pt x="562051" y="191744"/>
                </a:lnTo>
                <a:lnTo>
                  <a:pt x="556729" y="232841"/>
                </a:lnTo>
                <a:lnTo>
                  <a:pt x="554367" y="262750"/>
                </a:lnTo>
                <a:lnTo>
                  <a:pt x="554405" y="286753"/>
                </a:lnTo>
                <a:lnTo>
                  <a:pt x="556310" y="327469"/>
                </a:lnTo>
                <a:lnTo>
                  <a:pt x="559803" y="380974"/>
                </a:lnTo>
                <a:lnTo>
                  <a:pt x="564603" y="443369"/>
                </a:lnTo>
                <a:lnTo>
                  <a:pt x="570458" y="510743"/>
                </a:lnTo>
                <a:lnTo>
                  <a:pt x="577088" y="579196"/>
                </a:lnTo>
                <a:lnTo>
                  <a:pt x="584212" y="644829"/>
                </a:lnTo>
                <a:lnTo>
                  <a:pt x="590918" y="698525"/>
                </a:lnTo>
                <a:lnTo>
                  <a:pt x="578510" y="702729"/>
                </a:lnTo>
                <a:lnTo>
                  <a:pt x="530377" y="720128"/>
                </a:lnTo>
                <a:lnTo>
                  <a:pt x="473951" y="741273"/>
                </a:lnTo>
                <a:lnTo>
                  <a:pt x="411899" y="765111"/>
                </a:lnTo>
                <a:lnTo>
                  <a:pt x="346900" y="790562"/>
                </a:lnTo>
                <a:lnTo>
                  <a:pt x="281609" y="816571"/>
                </a:lnTo>
                <a:lnTo>
                  <a:pt x="218694" y="842086"/>
                </a:lnTo>
                <a:lnTo>
                  <a:pt x="160832" y="866025"/>
                </a:lnTo>
                <a:lnTo>
                  <a:pt x="110693" y="887336"/>
                </a:lnTo>
                <a:lnTo>
                  <a:pt x="70942" y="904951"/>
                </a:lnTo>
                <a:lnTo>
                  <a:pt x="33261" y="924826"/>
                </a:lnTo>
                <a:lnTo>
                  <a:pt x="5041" y="975093"/>
                </a:lnTo>
                <a:lnTo>
                  <a:pt x="0" y="1001864"/>
                </a:lnTo>
                <a:lnTo>
                  <a:pt x="22034" y="1014145"/>
                </a:lnTo>
                <a:lnTo>
                  <a:pt x="75082" y="1020978"/>
                </a:lnTo>
                <a:lnTo>
                  <a:pt x="227609" y="991247"/>
                </a:lnTo>
                <a:lnTo>
                  <a:pt x="340563" y="968590"/>
                </a:lnTo>
                <a:lnTo>
                  <a:pt x="408940" y="953643"/>
                </a:lnTo>
                <a:lnTo>
                  <a:pt x="434060" y="947458"/>
                </a:lnTo>
                <a:lnTo>
                  <a:pt x="523036" y="926528"/>
                </a:lnTo>
                <a:lnTo>
                  <a:pt x="578154" y="912749"/>
                </a:lnTo>
                <a:lnTo>
                  <a:pt x="634542" y="897420"/>
                </a:lnTo>
                <a:lnTo>
                  <a:pt x="687832" y="881024"/>
                </a:lnTo>
                <a:lnTo>
                  <a:pt x="733653" y="864044"/>
                </a:lnTo>
                <a:lnTo>
                  <a:pt x="767245" y="844651"/>
                </a:lnTo>
                <a:lnTo>
                  <a:pt x="802563" y="793940"/>
                </a:lnTo>
                <a:lnTo>
                  <a:pt x="803402" y="785050"/>
                </a:lnTo>
                <a:lnTo>
                  <a:pt x="805395" y="782561"/>
                </a:lnTo>
                <a:lnTo>
                  <a:pt x="819315" y="713397"/>
                </a:lnTo>
                <a:lnTo>
                  <a:pt x="825474" y="671131"/>
                </a:lnTo>
                <a:lnTo>
                  <a:pt x="830897" y="624827"/>
                </a:lnTo>
                <a:lnTo>
                  <a:pt x="835456" y="575310"/>
                </a:lnTo>
                <a:lnTo>
                  <a:pt x="839000" y="523379"/>
                </a:lnTo>
                <a:lnTo>
                  <a:pt x="841400" y="469861"/>
                </a:lnTo>
                <a:lnTo>
                  <a:pt x="842518" y="415556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9" name="object 229" descr=""/>
          <p:cNvGrpSpPr/>
          <p:nvPr/>
        </p:nvGrpSpPr>
        <p:grpSpPr>
          <a:xfrm>
            <a:off x="14773245" y="7443506"/>
            <a:ext cx="401955" cy="208279"/>
            <a:chOff x="14773245" y="7443506"/>
            <a:chExt cx="401955" cy="208279"/>
          </a:xfrm>
        </p:grpSpPr>
        <p:pic>
          <p:nvPicPr>
            <p:cNvPr id="230" name="object 23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4926658" y="7443506"/>
              <a:ext cx="178162" cy="83014"/>
            </a:xfrm>
            <a:prstGeom prst="rect">
              <a:avLst/>
            </a:prstGeom>
          </p:spPr>
        </p:pic>
        <p:sp>
          <p:nvSpPr>
            <p:cNvPr id="231" name="object 231" descr=""/>
            <p:cNvSpPr/>
            <p:nvPr/>
          </p:nvSpPr>
          <p:spPr>
            <a:xfrm>
              <a:off x="14773245" y="7459904"/>
              <a:ext cx="401955" cy="191770"/>
            </a:xfrm>
            <a:custGeom>
              <a:avLst/>
              <a:gdLst/>
              <a:ahLst/>
              <a:cxnLst/>
              <a:rect l="l" t="t" r="r" b="b"/>
              <a:pathLst>
                <a:path w="401955" h="191770">
                  <a:moveTo>
                    <a:pt x="5597" y="0"/>
                  </a:moveTo>
                  <a:lnTo>
                    <a:pt x="0" y="10795"/>
                  </a:lnTo>
                  <a:lnTo>
                    <a:pt x="2563" y="26051"/>
                  </a:lnTo>
                  <a:lnTo>
                    <a:pt x="9524" y="45824"/>
                  </a:lnTo>
                  <a:lnTo>
                    <a:pt x="22518" y="67872"/>
                  </a:lnTo>
                  <a:lnTo>
                    <a:pt x="43181" y="89955"/>
                  </a:lnTo>
                  <a:lnTo>
                    <a:pt x="68236" y="115230"/>
                  </a:lnTo>
                  <a:lnTo>
                    <a:pt x="89502" y="141828"/>
                  </a:lnTo>
                  <a:lnTo>
                    <a:pt x="107034" y="164868"/>
                  </a:lnTo>
                  <a:lnTo>
                    <a:pt x="120886" y="179471"/>
                  </a:lnTo>
                  <a:lnTo>
                    <a:pt x="149443" y="188068"/>
                  </a:lnTo>
                  <a:lnTo>
                    <a:pt x="197462" y="191701"/>
                  </a:lnTo>
                  <a:lnTo>
                    <a:pt x="254240" y="190551"/>
                  </a:lnTo>
                  <a:lnTo>
                    <a:pt x="309079" y="184798"/>
                  </a:lnTo>
                  <a:lnTo>
                    <a:pt x="351277" y="174623"/>
                  </a:lnTo>
                  <a:lnTo>
                    <a:pt x="392896" y="140898"/>
                  </a:lnTo>
                  <a:lnTo>
                    <a:pt x="401939" y="112599"/>
                  </a:lnTo>
                  <a:lnTo>
                    <a:pt x="389282" y="79711"/>
                  </a:lnTo>
                  <a:lnTo>
                    <a:pt x="344534" y="44511"/>
                  </a:lnTo>
                  <a:lnTo>
                    <a:pt x="305831" y="31661"/>
                  </a:lnTo>
                  <a:lnTo>
                    <a:pt x="267403" y="22039"/>
                  </a:lnTo>
                  <a:lnTo>
                    <a:pt x="199942" y="17501"/>
                  </a:lnTo>
                  <a:lnTo>
                    <a:pt x="150289" y="13584"/>
                  </a:lnTo>
                  <a:lnTo>
                    <a:pt x="104337" y="10341"/>
                  </a:lnTo>
                  <a:lnTo>
                    <a:pt x="65443" y="9036"/>
                  </a:lnTo>
                  <a:lnTo>
                    <a:pt x="43395" y="5843"/>
                  </a:lnTo>
                  <a:lnTo>
                    <a:pt x="21754" y="590"/>
                  </a:lnTo>
                  <a:lnTo>
                    <a:pt x="559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2" name="object 232" descr=""/>
          <p:cNvSpPr/>
          <p:nvPr/>
        </p:nvSpPr>
        <p:spPr>
          <a:xfrm>
            <a:off x="15034248" y="6901643"/>
            <a:ext cx="867410" cy="872490"/>
          </a:xfrm>
          <a:custGeom>
            <a:avLst/>
            <a:gdLst/>
            <a:ahLst/>
            <a:cxnLst/>
            <a:rect l="l" t="t" r="r" b="b"/>
            <a:pathLst>
              <a:path w="867409" h="872490">
                <a:moveTo>
                  <a:pt x="866902" y="415556"/>
                </a:moveTo>
                <a:lnTo>
                  <a:pt x="866584" y="361302"/>
                </a:lnTo>
                <a:lnTo>
                  <a:pt x="864704" y="307886"/>
                </a:lnTo>
                <a:lnTo>
                  <a:pt x="861098" y="256159"/>
                </a:lnTo>
                <a:lnTo>
                  <a:pt x="855649" y="206895"/>
                </a:lnTo>
                <a:lnTo>
                  <a:pt x="848207" y="160934"/>
                </a:lnTo>
                <a:lnTo>
                  <a:pt x="838619" y="119087"/>
                </a:lnTo>
                <a:lnTo>
                  <a:pt x="826770" y="82169"/>
                </a:lnTo>
                <a:lnTo>
                  <a:pt x="795680" y="26377"/>
                </a:lnTo>
                <a:lnTo>
                  <a:pt x="753795" y="63"/>
                </a:lnTo>
                <a:lnTo>
                  <a:pt x="728459" y="0"/>
                </a:lnTo>
                <a:lnTo>
                  <a:pt x="677938" y="19227"/>
                </a:lnTo>
                <a:lnTo>
                  <a:pt x="640486" y="53200"/>
                </a:lnTo>
                <a:lnTo>
                  <a:pt x="614108" y="96735"/>
                </a:lnTo>
                <a:lnTo>
                  <a:pt x="596760" y="144653"/>
                </a:lnTo>
                <a:lnTo>
                  <a:pt x="586435" y="191744"/>
                </a:lnTo>
                <a:lnTo>
                  <a:pt x="581113" y="232841"/>
                </a:lnTo>
                <a:lnTo>
                  <a:pt x="578764" y="262750"/>
                </a:lnTo>
                <a:lnTo>
                  <a:pt x="578802" y="286753"/>
                </a:lnTo>
                <a:lnTo>
                  <a:pt x="580694" y="327469"/>
                </a:lnTo>
                <a:lnTo>
                  <a:pt x="584187" y="380974"/>
                </a:lnTo>
                <a:lnTo>
                  <a:pt x="588987" y="443369"/>
                </a:lnTo>
                <a:lnTo>
                  <a:pt x="594842" y="510743"/>
                </a:lnTo>
                <a:lnTo>
                  <a:pt x="601472" y="579196"/>
                </a:lnTo>
                <a:lnTo>
                  <a:pt x="608609" y="644829"/>
                </a:lnTo>
                <a:lnTo>
                  <a:pt x="609942" y="655561"/>
                </a:lnTo>
                <a:lnTo>
                  <a:pt x="600062" y="654558"/>
                </a:lnTo>
                <a:lnTo>
                  <a:pt x="540042" y="649211"/>
                </a:lnTo>
                <a:lnTo>
                  <a:pt x="473798" y="643851"/>
                </a:lnTo>
                <a:lnTo>
                  <a:pt x="404177" y="638683"/>
                </a:lnTo>
                <a:lnTo>
                  <a:pt x="334060" y="633895"/>
                </a:lnTo>
                <a:lnTo>
                  <a:pt x="266306" y="629666"/>
                </a:lnTo>
                <a:lnTo>
                  <a:pt x="203784" y="626224"/>
                </a:lnTo>
                <a:lnTo>
                  <a:pt x="149364" y="623735"/>
                </a:lnTo>
                <a:lnTo>
                  <a:pt x="105892" y="622414"/>
                </a:lnTo>
                <a:lnTo>
                  <a:pt x="76263" y="622452"/>
                </a:lnTo>
                <a:lnTo>
                  <a:pt x="63322" y="624039"/>
                </a:lnTo>
                <a:lnTo>
                  <a:pt x="16141" y="657148"/>
                </a:lnTo>
                <a:lnTo>
                  <a:pt x="0" y="679094"/>
                </a:lnTo>
                <a:lnTo>
                  <a:pt x="14554" y="699706"/>
                </a:lnTo>
                <a:lnTo>
                  <a:pt x="59436" y="728802"/>
                </a:lnTo>
                <a:lnTo>
                  <a:pt x="209791" y="767994"/>
                </a:lnTo>
                <a:lnTo>
                  <a:pt x="321449" y="796442"/>
                </a:lnTo>
                <a:lnTo>
                  <a:pt x="389572" y="812546"/>
                </a:lnTo>
                <a:lnTo>
                  <a:pt x="414870" y="817841"/>
                </a:lnTo>
                <a:lnTo>
                  <a:pt x="504139" y="837463"/>
                </a:lnTo>
                <a:lnTo>
                  <a:pt x="559803" y="848893"/>
                </a:lnTo>
                <a:lnTo>
                  <a:pt x="617270" y="859472"/>
                </a:lnTo>
                <a:lnTo>
                  <a:pt x="672414" y="867740"/>
                </a:lnTo>
                <a:lnTo>
                  <a:pt x="721067" y="872261"/>
                </a:lnTo>
                <a:lnTo>
                  <a:pt x="759739" y="869315"/>
                </a:lnTo>
                <a:lnTo>
                  <a:pt x="790689" y="857567"/>
                </a:lnTo>
                <a:lnTo>
                  <a:pt x="813511" y="838873"/>
                </a:lnTo>
                <a:lnTo>
                  <a:pt x="827849" y="815073"/>
                </a:lnTo>
                <a:lnTo>
                  <a:pt x="833310" y="788022"/>
                </a:lnTo>
                <a:lnTo>
                  <a:pt x="831545" y="774801"/>
                </a:lnTo>
                <a:lnTo>
                  <a:pt x="836968" y="750811"/>
                </a:lnTo>
                <a:lnTo>
                  <a:pt x="849858" y="671131"/>
                </a:lnTo>
                <a:lnTo>
                  <a:pt x="855281" y="624827"/>
                </a:lnTo>
                <a:lnTo>
                  <a:pt x="859840" y="575310"/>
                </a:lnTo>
                <a:lnTo>
                  <a:pt x="863396" y="523379"/>
                </a:lnTo>
                <a:lnTo>
                  <a:pt x="865797" y="469861"/>
                </a:lnTo>
                <a:lnTo>
                  <a:pt x="866902" y="415556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3" name="object 233" descr=""/>
          <p:cNvGrpSpPr/>
          <p:nvPr/>
        </p:nvGrpSpPr>
        <p:grpSpPr>
          <a:xfrm>
            <a:off x="16376893" y="6882667"/>
            <a:ext cx="278130" cy="357505"/>
            <a:chOff x="16376893" y="6882667"/>
            <a:chExt cx="278130" cy="357505"/>
          </a:xfrm>
        </p:grpSpPr>
        <p:pic>
          <p:nvPicPr>
            <p:cNvPr id="234" name="object 23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6521999" y="6966402"/>
              <a:ext cx="112581" cy="167088"/>
            </a:xfrm>
            <a:prstGeom prst="rect">
              <a:avLst/>
            </a:prstGeom>
          </p:spPr>
        </p:pic>
        <p:sp>
          <p:nvSpPr>
            <p:cNvPr id="235" name="object 235" descr=""/>
            <p:cNvSpPr/>
            <p:nvPr/>
          </p:nvSpPr>
          <p:spPr>
            <a:xfrm>
              <a:off x="16376893" y="6882667"/>
              <a:ext cx="278130" cy="357505"/>
            </a:xfrm>
            <a:custGeom>
              <a:avLst/>
              <a:gdLst/>
              <a:ahLst/>
              <a:cxnLst/>
              <a:rect l="l" t="t" r="r" b="b"/>
              <a:pathLst>
                <a:path w="278130" h="357504">
                  <a:moveTo>
                    <a:pt x="29493" y="0"/>
                  </a:moveTo>
                  <a:lnTo>
                    <a:pt x="18358" y="4879"/>
                  </a:lnTo>
                  <a:lnTo>
                    <a:pt x="10761" y="18356"/>
                  </a:lnTo>
                  <a:lnTo>
                    <a:pt x="3749" y="38111"/>
                  </a:lnTo>
                  <a:lnTo>
                    <a:pt x="0" y="63430"/>
                  </a:lnTo>
                  <a:lnTo>
                    <a:pt x="2191" y="93599"/>
                  </a:lnTo>
                  <a:lnTo>
                    <a:pt x="5792" y="128999"/>
                  </a:lnTo>
                  <a:lnTo>
                    <a:pt x="5615" y="163049"/>
                  </a:lnTo>
                  <a:lnTo>
                    <a:pt x="6369" y="212056"/>
                  </a:lnTo>
                  <a:lnTo>
                    <a:pt x="58239" y="269700"/>
                  </a:lnTo>
                  <a:lnTo>
                    <a:pt x="103125" y="304492"/>
                  </a:lnTo>
                  <a:lnTo>
                    <a:pt x="149393" y="334483"/>
                  </a:lnTo>
                  <a:lnTo>
                    <a:pt x="188604" y="353089"/>
                  </a:lnTo>
                  <a:lnTo>
                    <a:pt x="212874" y="356895"/>
                  </a:lnTo>
                  <a:lnTo>
                    <a:pt x="242175" y="353016"/>
                  </a:lnTo>
                  <a:lnTo>
                    <a:pt x="266995" y="336690"/>
                  </a:lnTo>
                  <a:lnTo>
                    <a:pt x="277823" y="303158"/>
                  </a:lnTo>
                  <a:lnTo>
                    <a:pt x="265147" y="247657"/>
                  </a:lnTo>
                  <a:lnTo>
                    <a:pt x="243120" y="213333"/>
                  </a:lnTo>
                  <a:lnTo>
                    <a:pt x="229665" y="193779"/>
                  </a:lnTo>
                  <a:lnTo>
                    <a:pt x="219278" y="181694"/>
                  </a:lnTo>
                  <a:lnTo>
                    <a:pt x="169657" y="135764"/>
                  </a:lnTo>
                  <a:lnTo>
                    <a:pt x="133499" y="101510"/>
                  </a:lnTo>
                  <a:lnTo>
                    <a:pt x="99795" y="70106"/>
                  </a:lnTo>
                  <a:lnTo>
                    <a:pt x="70357" y="44648"/>
                  </a:lnTo>
                  <a:lnTo>
                    <a:pt x="55217" y="28300"/>
                  </a:lnTo>
                  <a:lnTo>
                    <a:pt x="41687" y="10612"/>
                  </a:lnTo>
                  <a:lnTo>
                    <a:pt x="29493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6" name="object 236" descr=""/>
          <p:cNvSpPr/>
          <p:nvPr/>
        </p:nvSpPr>
        <p:spPr>
          <a:xfrm>
            <a:off x="16527476" y="6901643"/>
            <a:ext cx="636270" cy="871855"/>
          </a:xfrm>
          <a:custGeom>
            <a:avLst/>
            <a:gdLst/>
            <a:ahLst/>
            <a:cxnLst/>
            <a:rect l="l" t="t" r="r" b="b"/>
            <a:pathLst>
              <a:path w="636269" h="871854">
                <a:moveTo>
                  <a:pt x="635723" y="415556"/>
                </a:moveTo>
                <a:lnTo>
                  <a:pt x="635406" y="361302"/>
                </a:lnTo>
                <a:lnTo>
                  <a:pt x="633514" y="307886"/>
                </a:lnTo>
                <a:lnTo>
                  <a:pt x="629920" y="256159"/>
                </a:lnTo>
                <a:lnTo>
                  <a:pt x="624471" y="206895"/>
                </a:lnTo>
                <a:lnTo>
                  <a:pt x="617016" y="160934"/>
                </a:lnTo>
                <a:lnTo>
                  <a:pt x="607441" y="119087"/>
                </a:lnTo>
                <a:lnTo>
                  <a:pt x="595591" y="82169"/>
                </a:lnTo>
                <a:lnTo>
                  <a:pt x="564502" y="26377"/>
                </a:lnTo>
                <a:lnTo>
                  <a:pt x="522617" y="63"/>
                </a:lnTo>
                <a:lnTo>
                  <a:pt x="497281" y="0"/>
                </a:lnTo>
                <a:lnTo>
                  <a:pt x="446747" y="19227"/>
                </a:lnTo>
                <a:lnTo>
                  <a:pt x="409308" y="53200"/>
                </a:lnTo>
                <a:lnTo>
                  <a:pt x="382917" y="96735"/>
                </a:lnTo>
                <a:lnTo>
                  <a:pt x="365582" y="144653"/>
                </a:lnTo>
                <a:lnTo>
                  <a:pt x="355257" y="191744"/>
                </a:lnTo>
                <a:lnTo>
                  <a:pt x="349935" y="232841"/>
                </a:lnTo>
                <a:lnTo>
                  <a:pt x="347573" y="262750"/>
                </a:lnTo>
                <a:lnTo>
                  <a:pt x="347611" y="286753"/>
                </a:lnTo>
                <a:lnTo>
                  <a:pt x="349516" y="327469"/>
                </a:lnTo>
                <a:lnTo>
                  <a:pt x="353009" y="380974"/>
                </a:lnTo>
                <a:lnTo>
                  <a:pt x="357809" y="443369"/>
                </a:lnTo>
                <a:lnTo>
                  <a:pt x="360654" y="476250"/>
                </a:lnTo>
                <a:lnTo>
                  <a:pt x="341388" y="458139"/>
                </a:lnTo>
                <a:lnTo>
                  <a:pt x="289864" y="410349"/>
                </a:lnTo>
                <a:lnTo>
                  <a:pt x="239826" y="364477"/>
                </a:lnTo>
                <a:lnTo>
                  <a:pt x="193357" y="322491"/>
                </a:lnTo>
                <a:lnTo>
                  <a:pt x="152590" y="286359"/>
                </a:lnTo>
                <a:lnTo>
                  <a:pt x="119621" y="258013"/>
                </a:lnTo>
                <a:lnTo>
                  <a:pt x="85483" y="232511"/>
                </a:lnTo>
                <a:lnTo>
                  <a:pt x="27978" y="228612"/>
                </a:lnTo>
                <a:lnTo>
                  <a:pt x="1625" y="235534"/>
                </a:lnTo>
                <a:lnTo>
                  <a:pt x="0" y="260718"/>
                </a:lnTo>
                <a:lnTo>
                  <a:pt x="16611" y="311556"/>
                </a:lnTo>
                <a:lnTo>
                  <a:pt x="108927" y="436549"/>
                </a:lnTo>
                <a:lnTo>
                  <a:pt x="177888" y="528853"/>
                </a:lnTo>
                <a:lnTo>
                  <a:pt x="220738" y="584187"/>
                </a:lnTo>
                <a:lnTo>
                  <a:pt x="237109" y="604215"/>
                </a:lnTo>
                <a:lnTo>
                  <a:pt x="294195" y="675589"/>
                </a:lnTo>
                <a:lnTo>
                  <a:pt x="330314" y="719467"/>
                </a:lnTo>
                <a:lnTo>
                  <a:pt x="368363" y="763816"/>
                </a:lnTo>
                <a:lnTo>
                  <a:pt x="406057" y="804900"/>
                </a:lnTo>
                <a:lnTo>
                  <a:pt x="441058" y="838987"/>
                </a:lnTo>
                <a:lnTo>
                  <a:pt x="472998" y="861009"/>
                </a:lnTo>
                <a:lnTo>
                  <a:pt x="504444" y="871321"/>
                </a:lnTo>
                <a:lnTo>
                  <a:pt x="533946" y="871131"/>
                </a:lnTo>
                <a:lnTo>
                  <a:pt x="560057" y="861631"/>
                </a:lnTo>
                <a:lnTo>
                  <a:pt x="581317" y="844016"/>
                </a:lnTo>
                <a:lnTo>
                  <a:pt x="596252" y="819492"/>
                </a:lnTo>
                <a:lnTo>
                  <a:pt x="603415" y="789241"/>
                </a:lnTo>
                <a:lnTo>
                  <a:pt x="602081" y="767194"/>
                </a:lnTo>
                <a:lnTo>
                  <a:pt x="605802" y="750811"/>
                </a:lnTo>
                <a:lnTo>
                  <a:pt x="618680" y="671131"/>
                </a:lnTo>
                <a:lnTo>
                  <a:pt x="624103" y="624827"/>
                </a:lnTo>
                <a:lnTo>
                  <a:pt x="628662" y="575310"/>
                </a:lnTo>
                <a:lnTo>
                  <a:pt x="632218" y="523379"/>
                </a:lnTo>
                <a:lnTo>
                  <a:pt x="634619" y="469861"/>
                </a:lnTo>
                <a:lnTo>
                  <a:pt x="635723" y="415556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7" name="object 237" descr=""/>
          <p:cNvSpPr/>
          <p:nvPr/>
        </p:nvSpPr>
        <p:spPr>
          <a:xfrm>
            <a:off x="921499" y="2770383"/>
            <a:ext cx="274320" cy="730250"/>
          </a:xfrm>
          <a:custGeom>
            <a:avLst/>
            <a:gdLst/>
            <a:ahLst/>
            <a:cxnLst/>
            <a:rect l="l" t="t" r="r" b="b"/>
            <a:pathLst>
              <a:path w="274319" h="730250">
                <a:moveTo>
                  <a:pt x="274320" y="358749"/>
                </a:moveTo>
                <a:lnTo>
                  <a:pt x="270840" y="302336"/>
                </a:lnTo>
                <a:lnTo>
                  <a:pt x="254190" y="261670"/>
                </a:lnTo>
                <a:lnTo>
                  <a:pt x="231787" y="252984"/>
                </a:lnTo>
                <a:lnTo>
                  <a:pt x="226453" y="255562"/>
                </a:lnTo>
                <a:lnTo>
                  <a:pt x="222275" y="258368"/>
                </a:lnTo>
                <a:lnTo>
                  <a:pt x="219938" y="247015"/>
                </a:lnTo>
                <a:lnTo>
                  <a:pt x="214718" y="236093"/>
                </a:lnTo>
                <a:lnTo>
                  <a:pt x="205854" y="227469"/>
                </a:lnTo>
                <a:lnTo>
                  <a:pt x="192633" y="223037"/>
                </a:lnTo>
                <a:lnTo>
                  <a:pt x="184696" y="222986"/>
                </a:lnTo>
                <a:lnTo>
                  <a:pt x="177888" y="224459"/>
                </a:lnTo>
                <a:lnTo>
                  <a:pt x="172135" y="227101"/>
                </a:lnTo>
                <a:lnTo>
                  <a:pt x="167347" y="230568"/>
                </a:lnTo>
                <a:lnTo>
                  <a:pt x="163601" y="221107"/>
                </a:lnTo>
                <a:lnTo>
                  <a:pt x="157035" y="212242"/>
                </a:lnTo>
                <a:lnTo>
                  <a:pt x="147193" y="205511"/>
                </a:lnTo>
                <a:lnTo>
                  <a:pt x="133629" y="202438"/>
                </a:lnTo>
                <a:lnTo>
                  <a:pt x="119113" y="205727"/>
                </a:lnTo>
                <a:lnTo>
                  <a:pt x="109004" y="215239"/>
                </a:lnTo>
                <a:lnTo>
                  <a:pt x="102082" y="228104"/>
                </a:lnTo>
                <a:lnTo>
                  <a:pt x="97155" y="241490"/>
                </a:lnTo>
                <a:lnTo>
                  <a:pt x="91465" y="258241"/>
                </a:lnTo>
                <a:lnTo>
                  <a:pt x="89115" y="258241"/>
                </a:lnTo>
                <a:lnTo>
                  <a:pt x="74599" y="217855"/>
                </a:lnTo>
                <a:lnTo>
                  <a:pt x="68872" y="162052"/>
                </a:lnTo>
                <a:lnTo>
                  <a:pt x="66001" y="107454"/>
                </a:lnTo>
                <a:lnTo>
                  <a:pt x="65303" y="70993"/>
                </a:lnTo>
                <a:lnTo>
                  <a:pt x="63169" y="39560"/>
                </a:lnTo>
                <a:lnTo>
                  <a:pt x="57302" y="17627"/>
                </a:lnTo>
                <a:lnTo>
                  <a:pt x="47752" y="4419"/>
                </a:lnTo>
                <a:lnTo>
                  <a:pt x="34531" y="0"/>
                </a:lnTo>
                <a:lnTo>
                  <a:pt x="18719" y="6019"/>
                </a:lnTo>
                <a:lnTo>
                  <a:pt x="4419" y="42164"/>
                </a:lnTo>
                <a:lnTo>
                  <a:pt x="330" y="82550"/>
                </a:lnTo>
                <a:lnTo>
                  <a:pt x="0" y="95338"/>
                </a:lnTo>
                <a:lnTo>
                  <a:pt x="76" y="108267"/>
                </a:lnTo>
                <a:lnTo>
                  <a:pt x="711" y="135191"/>
                </a:lnTo>
                <a:lnTo>
                  <a:pt x="787" y="156819"/>
                </a:lnTo>
                <a:lnTo>
                  <a:pt x="292" y="253682"/>
                </a:lnTo>
                <a:lnTo>
                  <a:pt x="584" y="306920"/>
                </a:lnTo>
                <a:lnTo>
                  <a:pt x="1346" y="334492"/>
                </a:lnTo>
                <a:lnTo>
                  <a:pt x="7505" y="390525"/>
                </a:lnTo>
                <a:lnTo>
                  <a:pt x="19024" y="443077"/>
                </a:lnTo>
                <a:lnTo>
                  <a:pt x="31153" y="488226"/>
                </a:lnTo>
                <a:lnTo>
                  <a:pt x="44488" y="518185"/>
                </a:lnTo>
                <a:lnTo>
                  <a:pt x="47599" y="525221"/>
                </a:lnTo>
                <a:lnTo>
                  <a:pt x="56273" y="566813"/>
                </a:lnTo>
                <a:lnTo>
                  <a:pt x="56515" y="579170"/>
                </a:lnTo>
                <a:lnTo>
                  <a:pt x="56299" y="603402"/>
                </a:lnTo>
                <a:lnTo>
                  <a:pt x="56730" y="630885"/>
                </a:lnTo>
                <a:lnTo>
                  <a:pt x="58432" y="700900"/>
                </a:lnTo>
                <a:lnTo>
                  <a:pt x="58674" y="730199"/>
                </a:lnTo>
                <a:lnTo>
                  <a:pt x="67614" y="730199"/>
                </a:lnTo>
                <a:lnTo>
                  <a:pt x="67373" y="700735"/>
                </a:lnTo>
                <a:lnTo>
                  <a:pt x="65303" y="608965"/>
                </a:lnTo>
                <a:lnTo>
                  <a:pt x="65468" y="578853"/>
                </a:lnTo>
                <a:lnTo>
                  <a:pt x="59093" y="530821"/>
                </a:lnTo>
                <a:lnTo>
                  <a:pt x="46075" y="501294"/>
                </a:lnTo>
                <a:lnTo>
                  <a:pt x="42862" y="494093"/>
                </a:lnTo>
                <a:lnTo>
                  <a:pt x="27736" y="441032"/>
                </a:lnTo>
                <a:lnTo>
                  <a:pt x="16332" y="389026"/>
                </a:lnTo>
                <a:lnTo>
                  <a:pt x="10909" y="346405"/>
                </a:lnTo>
                <a:lnTo>
                  <a:pt x="9410" y="298780"/>
                </a:lnTo>
                <a:lnTo>
                  <a:pt x="9207" y="267512"/>
                </a:lnTo>
                <a:lnTo>
                  <a:pt x="9690" y="142290"/>
                </a:lnTo>
                <a:lnTo>
                  <a:pt x="8953" y="95580"/>
                </a:lnTo>
                <a:lnTo>
                  <a:pt x="12979" y="45262"/>
                </a:lnTo>
                <a:lnTo>
                  <a:pt x="34531" y="8953"/>
                </a:lnTo>
                <a:lnTo>
                  <a:pt x="41249" y="11023"/>
                </a:lnTo>
                <a:lnTo>
                  <a:pt x="48272" y="19596"/>
                </a:lnTo>
                <a:lnTo>
                  <a:pt x="53886" y="38163"/>
                </a:lnTo>
                <a:lnTo>
                  <a:pt x="56362" y="70218"/>
                </a:lnTo>
                <a:lnTo>
                  <a:pt x="57061" y="107746"/>
                </a:lnTo>
                <a:lnTo>
                  <a:pt x="58305" y="137426"/>
                </a:lnTo>
                <a:lnTo>
                  <a:pt x="62395" y="193370"/>
                </a:lnTo>
                <a:lnTo>
                  <a:pt x="76390" y="255752"/>
                </a:lnTo>
                <a:lnTo>
                  <a:pt x="89052" y="267182"/>
                </a:lnTo>
                <a:lnTo>
                  <a:pt x="94792" y="265341"/>
                </a:lnTo>
                <a:lnTo>
                  <a:pt x="99098" y="260362"/>
                </a:lnTo>
                <a:lnTo>
                  <a:pt x="102527" y="253098"/>
                </a:lnTo>
                <a:lnTo>
                  <a:pt x="110578" y="231051"/>
                </a:lnTo>
                <a:lnTo>
                  <a:pt x="116255" y="220446"/>
                </a:lnTo>
                <a:lnTo>
                  <a:pt x="123520" y="213550"/>
                </a:lnTo>
                <a:lnTo>
                  <a:pt x="133223" y="211378"/>
                </a:lnTo>
                <a:lnTo>
                  <a:pt x="146773" y="215442"/>
                </a:lnTo>
                <a:lnTo>
                  <a:pt x="154863" y="223888"/>
                </a:lnTo>
                <a:lnTo>
                  <a:pt x="158775" y="233349"/>
                </a:lnTo>
                <a:lnTo>
                  <a:pt x="159766" y="240461"/>
                </a:lnTo>
                <a:lnTo>
                  <a:pt x="156464" y="257035"/>
                </a:lnTo>
                <a:lnTo>
                  <a:pt x="153416" y="271170"/>
                </a:lnTo>
                <a:lnTo>
                  <a:pt x="150444" y="283222"/>
                </a:lnTo>
                <a:lnTo>
                  <a:pt x="149783" y="285597"/>
                </a:lnTo>
                <a:lnTo>
                  <a:pt x="151168" y="288074"/>
                </a:lnTo>
                <a:lnTo>
                  <a:pt x="153949" y="288848"/>
                </a:lnTo>
                <a:lnTo>
                  <a:pt x="154762" y="288899"/>
                </a:lnTo>
                <a:lnTo>
                  <a:pt x="156718" y="288899"/>
                </a:lnTo>
                <a:lnTo>
                  <a:pt x="168389" y="242963"/>
                </a:lnTo>
                <a:lnTo>
                  <a:pt x="173139" y="237401"/>
                </a:lnTo>
                <a:lnTo>
                  <a:pt x="178574" y="233845"/>
                </a:lnTo>
                <a:lnTo>
                  <a:pt x="184746" y="232016"/>
                </a:lnTo>
                <a:lnTo>
                  <a:pt x="191655" y="231940"/>
                </a:lnTo>
                <a:lnTo>
                  <a:pt x="205117" y="238353"/>
                </a:lnTo>
                <a:lnTo>
                  <a:pt x="211543" y="250037"/>
                </a:lnTo>
                <a:lnTo>
                  <a:pt x="213499" y="261493"/>
                </a:lnTo>
                <a:lnTo>
                  <a:pt x="213512" y="265125"/>
                </a:lnTo>
                <a:lnTo>
                  <a:pt x="213474" y="268071"/>
                </a:lnTo>
                <a:lnTo>
                  <a:pt x="212725" y="278841"/>
                </a:lnTo>
                <a:lnTo>
                  <a:pt x="212902" y="278663"/>
                </a:lnTo>
                <a:lnTo>
                  <a:pt x="212725" y="281216"/>
                </a:lnTo>
                <a:lnTo>
                  <a:pt x="210908" y="293217"/>
                </a:lnTo>
                <a:lnTo>
                  <a:pt x="207391" y="304317"/>
                </a:lnTo>
                <a:lnTo>
                  <a:pt x="206336" y="306552"/>
                </a:lnTo>
                <a:lnTo>
                  <a:pt x="207289" y="309219"/>
                </a:lnTo>
                <a:lnTo>
                  <a:pt x="210134" y="310565"/>
                </a:lnTo>
                <a:lnTo>
                  <a:pt x="210794" y="310705"/>
                </a:lnTo>
                <a:lnTo>
                  <a:pt x="211429" y="310705"/>
                </a:lnTo>
                <a:lnTo>
                  <a:pt x="213106" y="310705"/>
                </a:lnTo>
                <a:lnTo>
                  <a:pt x="222351" y="272262"/>
                </a:lnTo>
                <a:lnTo>
                  <a:pt x="222389" y="269595"/>
                </a:lnTo>
                <a:lnTo>
                  <a:pt x="226415" y="266014"/>
                </a:lnTo>
                <a:lnTo>
                  <a:pt x="232422" y="261950"/>
                </a:lnTo>
                <a:lnTo>
                  <a:pt x="235864" y="262318"/>
                </a:lnTo>
                <a:lnTo>
                  <a:pt x="246824" y="267144"/>
                </a:lnTo>
                <a:lnTo>
                  <a:pt x="264541" y="326491"/>
                </a:lnTo>
                <a:lnTo>
                  <a:pt x="265366" y="358736"/>
                </a:lnTo>
                <a:lnTo>
                  <a:pt x="264883" y="373811"/>
                </a:lnTo>
                <a:lnTo>
                  <a:pt x="259930" y="420052"/>
                </a:lnTo>
                <a:lnTo>
                  <a:pt x="248323" y="473405"/>
                </a:lnTo>
                <a:lnTo>
                  <a:pt x="237007" y="515531"/>
                </a:lnTo>
                <a:lnTo>
                  <a:pt x="234937" y="524802"/>
                </a:lnTo>
                <a:lnTo>
                  <a:pt x="233070" y="538746"/>
                </a:lnTo>
                <a:lnTo>
                  <a:pt x="232359" y="563283"/>
                </a:lnTo>
                <a:lnTo>
                  <a:pt x="233603" y="601408"/>
                </a:lnTo>
                <a:lnTo>
                  <a:pt x="237578" y="656082"/>
                </a:lnTo>
                <a:lnTo>
                  <a:pt x="242062" y="708240"/>
                </a:lnTo>
                <a:lnTo>
                  <a:pt x="243662" y="730199"/>
                </a:lnTo>
                <a:lnTo>
                  <a:pt x="252615" y="730199"/>
                </a:lnTo>
                <a:lnTo>
                  <a:pt x="252006" y="720712"/>
                </a:lnTo>
                <a:lnTo>
                  <a:pt x="246481" y="655320"/>
                </a:lnTo>
                <a:lnTo>
                  <a:pt x="242455" y="599287"/>
                </a:lnTo>
                <a:lnTo>
                  <a:pt x="241312" y="561581"/>
                </a:lnTo>
                <a:lnTo>
                  <a:pt x="242049" y="538619"/>
                </a:lnTo>
                <a:lnTo>
                  <a:pt x="243636" y="526757"/>
                </a:lnTo>
                <a:lnTo>
                  <a:pt x="245681" y="517702"/>
                </a:lnTo>
                <a:lnTo>
                  <a:pt x="257022" y="475576"/>
                </a:lnTo>
                <a:lnTo>
                  <a:pt x="265315" y="439407"/>
                </a:lnTo>
                <a:lnTo>
                  <a:pt x="270103" y="413562"/>
                </a:lnTo>
                <a:lnTo>
                  <a:pt x="272351" y="397256"/>
                </a:lnTo>
                <a:lnTo>
                  <a:pt x="273011" y="389674"/>
                </a:lnTo>
                <a:lnTo>
                  <a:pt x="273812" y="374065"/>
                </a:lnTo>
                <a:lnTo>
                  <a:pt x="274320" y="358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 descr=""/>
          <p:cNvSpPr/>
          <p:nvPr/>
        </p:nvSpPr>
        <p:spPr>
          <a:xfrm>
            <a:off x="1356115" y="2742518"/>
            <a:ext cx="287655" cy="758190"/>
          </a:xfrm>
          <a:custGeom>
            <a:avLst/>
            <a:gdLst/>
            <a:ahLst/>
            <a:cxnLst/>
            <a:rect l="l" t="t" r="r" b="b"/>
            <a:pathLst>
              <a:path w="287655" h="758189">
                <a:moveTo>
                  <a:pt x="254527" y="0"/>
                </a:moveTo>
                <a:lnTo>
                  <a:pt x="212139" y="30271"/>
                </a:lnTo>
                <a:lnTo>
                  <a:pt x="187397" y="89223"/>
                </a:lnTo>
                <a:lnTo>
                  <a:pt x="169990" y="144902"/>
                </a:lnTo>
                <a:lnTo>
                  <a:pt x="154974" y="198315"/>
                </a:lnTo>
                <a:lnTo>
                  <a:pt x="147203" y="221702"/>
                </a:lnTo>
                <a:lnTo>
                  <a:pt x="139264" y="237617"/>
                </a:lnTo>
                <a:lnTo>
                  <a:pt x="130625" y="243929"/>
                </a:lnTo>
                <a:lnTo>
                  <a:pt x="119490" y="239793"/>
                </a:lnTo>
                <a:lnTo>
                  <a:pt x="92616" y="194433"/>
                </a:lnTo>
                <a:lnTo>
                  <a:pt x="78572" y="157016"/>
                </a:lnTo>
                <a:lnTo>
                  <a:pt x="59957" y="75118"/>
                </a:lnTo>
                <a:lnTo>
                  <a:pt x="56639" y="59757"/>
                </a:lnTo>
                <a:lnTo>
                  <a:pt x="33099" y="27695"/>
                </a:lnTo>
                <a:lnTo>
                  <a:pt x="26073" y="26857"/>
                </a:lnTo>
                <a:lnTo>
                  <a:pt x="18335" y="29098"/>
                </a:lnTo>
                <a:lnTo>
                  <a:pt x="2816" y="46172"/>
                </a:lnTo>
                <a:lnTo>
                  <a:pt x="0" y="80349"/>
                </a:lnTo>
                <a:lnTo>
                  <a:pt x="6024" y="126041"/>
                </a:lnTo>
                <a:lnTo>
                  <a:pt x="17026" y="177659"/>
                </a:lnTo>
                <a:lnTo>
                  <a:pt x="21035" y="194725"/>
                </a:lnTo>
                <a:lnTo>
                  <a:pt x="40260" y="270712"/>
                </a:lnTo>
                <a:lnTo>
                  <a:pt x="43350" y="284315"/>
                </a:lnTo>
                <a:lnTo>
                  <a:pt x="44810" y="293558"/>
                </a:lnTo>
                <a:lnTo>
                  <a:pt x="45446" y="303679"/>
                </a:lnTo>
                <a:lnTo>
                  <a:pt x="45510" y="315405"/>
                </a:lnTo>
                <a:lnTo>
                  <a:pt x="44848" y="351638"/>
                </a:lnTo>
                <a:lnTo>
                  <a:pt x="44941" y="396754"/>
                </a:lnTo>
                <a:lnTo>
                  <a:pt x="46565" y="435366"/>
                </a:lnTo>
                <a:lnTo>
                  <a:pt x="58937" y="500273"/>
                </a:lnTo>
                <a:lnTo>
                  <a:pt x="62352" y="513925"/>
                </a:lnTo>
                <a:lnTo>
                  <a:pt x="69865" y="563895"/>
                </a:lnTo>
                <a:lnTo>
                  <a:pt x="71151" y="624399"/>
                </a:lnTo>
                <a:lnTo>
                  <a:pt x="71832" y="689882"/>
                </a:lnTo>
                <a:lnTo>
                  <a:pt x="72616" y="739658"/>
                </a:lnTo>
                <a:lnTo>
                  <a:pt x="73224" y="758050"/>
                </a:lnTo>
                <a:lnTo>
                  <a:pt x="82166" y="758050"/>
                </a:lnTo>
                <a:lnTo>
                  <a:pt x="81554" y="739427"/>
                </a:lnTo>
                <a:lnTo>
                  <a:pt x="81100" y="715890"/>
                </a:lnTo>
                <a:lnTo>
                  <a:pt x="79549" y="589256"/>
                </a:lnTo>
                <a:lnTo>
                  <a:pt x="77580" y="546506"/>
                </a:lnTo>
                <a:lnTo>
                  <a:pt x="67602" y="498086"/>
                </a:lnTo>
                <a:lnTo>
                  <a:pt x="60386" y="471299"/>
                </a:lnTo>
                <a:lnTo>
                  <a:pt x="59016" y="464965"/>
                </a:lnTo>
                <a:lnTo>
                  <a:pt x="54494" y="419497"/>
                </a:lnTo>
                <a:lnTo>
                  <a:pt x="53769" y="360303"/>
                </a:lnTo>
                <a:lnTo>
                  <a:pt x="54455" y="315448"/>
                </a:lnTo>
                <a:lnTo>
                  <a:pt x="54379" y="303238"/>
                </a:lnTo>
                <a:lnTo>
                  <a:pt x="45636" y="254932"/>
                </a:lnTo>
                <a:lnTo>
                  <a:pt x="38628" y="227657"/>
                </a:lnTo>
                <a:lnTo>
                  <a:pt x="26942" y="180800"/>
                </a:lnTo>
                <a:lnTo>
                  <a:pt x="17265" y="137217"/>
                </a:lnTo>
                <a:lnTo>
                  <a:pt x="10099" y="93487"/>
                </a:lnTo>
                <a:lnTo>
                  <a:pt x="9519" y="56345"/>
                </a:lnTo>
                <a:lnTo>
                  <a:pt x="20806" y="37674"/>
                </a:lnTo>
                <a:lnTo>
                  <a:pt x="26073" y="36166"/>
                </a:lnTo>
                <a:lnTo>
                  <a:pt x="30523" y="36637"/>
                </a:lnTo>
                <a:lnTo>
                  <a:pt x="51120" y="76521"/>
                </a:lnTo>
                <a:lnTo>
                  <a:pt x="60440" y="124317"/>
                </a:lnTo>
                <a:lnTo>
                  <a:pt x="70088" y="159855"/>
                </a:lnTo>
                <a:lnTo>
                  <a:pt x="84438" y="198056"/>
                </a:lnTo>
                <a:lnTo>
                  <a:pt x="103885" y="235630"/>
                </a:lnTo>
                <a:lnTo>
                  <a:pt x="131389" y="252840"/>
                </a:lnTo>
                <a:lnTo>
                  <a:pt x="143539" y="246474"/>
                </a:lnTo>
                <a:lnTo>
                  <a:pt x="153334" y="230334"/>
                </a:lnTo>
                <a:lnTo>
                  <a:pt x="162238" y="205228"/>
                </a:lnTo>
                <a:lnTo>
                  <a:pt x="178565" y="147457"/>
                </a:lnTo>
                <a:lnTo>
                  <a:pt x="186506" y="120687"/>
                </a:lnTo>
                <a:lnTo>
                  <a:pt x="206843" y="62657"/>
                </a:lnTo>
                <a:lnTo>
                  <a:pt x="230095" y="19572"/>
                </a:lnTo>
                <a:lnTo>
                  <a:pt x="252223" y="8638"/>
                </a:lnTo>
                <a:lnTo>
                  <a:pt x="254998" y="9371"/>
                </a:lnTo>
                <a:lnTo>
                  <a:pt x="256946" y="10921"/>
                </a:lnTo>
                <a:lnTo>
                  <a:pt x="258286" y="13423"/>
                </a:lnTo>
                <a:lnTo>
                  <a:pt x="260446" y="26662"/>
                </a:lnTo>
                <a:lnTo>
                  <a:pt x="257833" y="44480"/>
                </a:lnTo>
                <a:lnTo>
                  <a:pt x="252617" y="63640"/>
                </a:lnTo>
                <a:lnTo>
                  <a:pt x="242475" y="94237"/>
                </a:lnTo>
                <a:lnTo>
                  <a:pt x="233937" y="127320"/>
                </a:lnTo>
                <a:lnTo>
                  <a:pt x="226227" y="154206"/>
                </a:lnTo>
                <a:lnTo>
                  <a:pt x="218631" y="179020"/>
                </a:lnTo>
                <a:lnTo>
                  <a:pt x="202152" y="231502"/>
                </a:lnTo>
                <a:lnTo>
                  <a:pt x="196939" y="251443"/>
                </a:lnTo>
                <a:lnTo>
                  <a:pt x="195984" y="263385"/>
                </a:lnTo>
                <a:lnTo>
                  <a:pt x="199408" y="269384"/>
                </a:lnTo>
                <a:lnTo>
                  <a:pt x="205974" y="273708"/>
                </a:lnTo>
                <a:lnTo>
                  <a:pt x="226371" y="264599"/>
                </a:lnTo>
                <a:lnTo>
                  <a:pt x="239030" y="272263"/>
                </a:lnTo>
                <a:lnTo>
                  <a:pt x="244381" y="297048"/>
                </a:lnTo>
                <a:lnTo>
                  <a:pt x="251784" y="301404"/>
                </a:lnTo>
                <a:lnTo>
                  <a:pt x="261867" y="303236"/>
                </a:lnTo>
                <a:lnTo>
                  <a:pt x="267354" y="308200"/>
                </a:lnTo>
                <a:lnTo>
                  <a:pt x="270610" y="327791"/>
                </a:lnTo>
                <a:lnTo>
                  <a:pt x="274589" y="334523"/>
                </a:lnTo>
                <a:lnTo>
                  <a:pt x="278878" y="356042"/>
                </a:lnTo>
                <a:lnTo>
                  <a:pt x="278572" y="391298"/>
                </a:lnTo>
                <a:lnTo>
                  <a:pt x="274267" y="430615"/>
                </a:lnTo>
                <a:lnTo>
                  <a:pt x="266558" y="464320"/>
                </a:lnTo>
                <a:lnTo>
                  <a:pt x="250848" y="511018"/>
                </a:lnTo>
                <a:lnTo>
                  <a:pt x="247889" y="521075"/>
                </a:lnTo>
                <a:lnTo>
                  <a:pt x="246139" y="529833"/>
                </a:lnTo>
                <a:lnTo>
                  <a:pt x="244548" y="541480"/>
                </a:lnTo>
                <a:lnTo>
                  <a:pt x="242785" y="574280"/>
                </a:lnTo>
                <a:lnTo>
                  <a:pt x="244112" y="615651"/>
                </a:lnTo>
                <a:lnTo>
                  <a:pt x="247692" y="664820"/>
                </a:lnTo>
                <a:lnTo>
                  <a:pt x="256035" y="758050"/>
                </a:lnTo>
                <a:lnTo>
                  <a:pt x="265008" y="758050"/>
                </a:lnTo>
                <a:lnTo>
                  <a:pt x="256643" y="664404"/>
                </a:lnTo>
                <a:lnTo>
                  <a:pt x="253082" y="615637"/>
                </a:lnTo>
                <a:lnTo>
                  <a:pt x="251744" y="574724"/>
                </a:lnTo>
                <a:lnTo>
                  <a:pt x="254952" y="531400"/>
                </a:lnTo>
                <a:lnTo>
                  <a:pt x="275060" y="467169"/>
                </a:lnTo>
                <a:lnTo>
                  <a:pt x="282932" y="432792"/>
                </a:lnTo>
                <a:lnTo>
                  <a:pt x="287458" y="391766"/>
                </a:lnTo>
                <a:lnTo>
                  <a:pt x="287594" y="354132"/>
                </a:lnTo>
                <a:lnTo>
                  <a:pt x="282296" y="329927"/>
                </a:lnTo>
                <a:lnTo>
                  <a:pt x="279144" y="324670"/>
                </a:lnTo>
                <a:lnTo>
                  <a:pt x="275699" y="303645"/>
                </a:lnTo>
                <a:lnTo>
                  <a:pt x="265951" y="294902"/>
                </a:lnTo>
                <a:lnTo>
                  <a:pt x="254967" y="292891"/>
                </a:lnTo>
                <a:lnTo>
                  <a:pt x="252318" y="291320"/>
                </a:lnTo>
                <a:lnTo>
                  <a:pt x="230345" y="257975"/>
                </a:lnTo>
                <a:lnTo>
                  <a:pt x="223600" y="257498"/>
                </a:lnTo>
                <a:lnTo>
                  <a:pt x="217835" y="258787"/>
                </a:lnTo>
                <a:lnTo>
                  <a:pt x="208654" y="262714"/>
                </a:lnTo>
                <a:lnTo>
                  <a:pt x="206874" y="263321"/>
                </a:lnTo>
                <a:lnTo>
                  <a:pt x="204801" y="262222"/>
                </a:lnTo>
                <a:lnTo>
                  <a:pt x="205400" y="254421"/>
                </a:lnTo>
                <a:lnTo>
                  <a:pt x="208775" y="240788"/>
                </a:lnTo>
                <a:lnTo>
                  <a:pt x="213971" y="223369"/>
                </a:lnTo>
                <a:lnTo>
                  <a:pt x="227180" y="181627"/>
                </a:lnTo>
                <a:lnTo>
                  <a:pt x="234805" y="156686"/>
                </a:lnTo>
                <a:lnTo>
                  <a:pt x="242556" y="129647"/>
                </a:lnTo>
                <a:lnTo>
                  <a:pt x="251051" y="96750"/>
                </a:lnTo>
                <a:lnTo>
                  <a:pt x="261850" y="64125"/>
                </a:lnTo>
                <a:lnTo>
                  <a:pt x="267226" y="43531"/>
                </a:lnTo>
                <a:lnTo>
                  <a:pt x="269385" y="24411"/>
                </a:lnTo>
                <a:lnTo>
                  <a:pt x="266150" y="9203"/>
                </a:lnTo>
                <a:lnTo>
                  <a:pt x="263637" y="4481"/>
                </a:lnTo>
                <a:lnTo>
                  <a:pt x="259721" y="1403"/>
                </a:lnTo>
                <a:lnTo>
                  <a:pt x="2545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9" name="object 239" descr=""/>
          <p:cNvSpPr/>
          <p:nvPr/>
        </p:nvSpPr>
        <p:spPr>
          <a:xfrm>
            <a:off x="1830894" y="2720925"/>
            <a:ext cx="337185" cy="779780"/>
          </a:xfrm>
          <a:custGeom>
            <a:avLst/>
            <a:gdLst/>
            <a:ahLst/>
            <a:cxnLst/>
            <a:rect l="l" t="t" r="r" b="b"/>
            <a:pathLst>
              <a:path w="337185" h="779779">
                <a:moveTo>
                  <a:pt x="170790" y="0"/>
                </a:moveTo>
                <a:lnTo>
                  <a:pt x="133910" y="43246"/>
                </a:lnTo>
                <a:lnTo>
                  <a:pt x="132663" y="65602"/>
                </a:lnTo>
                <a:lnTo>
                  <a:pt x="132993" y="78154"/>
                </a:lnTo>
                <a:lnTo>
                  <a:pt x="133831" y="91545"/>
                </a:lnTo>
                <a:lnTo>
                  <a:pt x="137425" y="139054"/>
                </a:lnTo>
                <a:lnTo>
                  <a:pt x="137906" y="149250"/>
                </a:lnTo>
                <a:lnTo>
                  <a:pt x="138783" y="195470"/>
                </a:lnTo>
                <a:lnTo>
                  <a:pt x="141459" y="249057"/>
                </a:lnTo>
                <a:lnTo>
                  <a:pt x="141875" y="265304"/>
                </a:lnTo>
                <a:lnTo>
                  <a:pt x="141249" y="277301"/>
                </a:lnTo>
                <a:lnTo>
                  <a:pt x="139024" y="282336"/>
                </a:lnTo>
                <a:lnTo>
                  <a:pt x="125892" y="275543"/>
                </a:lnTo>
                <a:lnTo>
                  <a:pt x="103228" y="231894"/>
                </a:lnTo>
                <a:lnTo>
                  <a:pt x="87905" y="188045"/>
                </a:lnTo>
                <a:lnTo>
                  <a:pt x="75864" y="146142"/>
                </a:lnTo>
                <a:lnTo>
                  <a:pt x="69195" y="121602"/>
                </a:lnTo>
                <a:lnTo>
                  <a:pt x="56097" y="84564"/>
                </a:lnTo>
                <a:lnTo>
                  <a:pt x="23435" y="50870"/>
                </a:lnTo>
                <a:lnTo>
                  <a:pt x="13604" y="52501"/>
                </a:lnTo>
                <a:lnTo>
                  <a:pt x="4950" y="61038"/>
                </a:lnTo>
                <a:lnTo>
                  <a:pt x="807" y="74861"/>
                </a:lnTo>
                <a:lnTo>
                  <a:pt x="0" y="91503"/>
                </a:lnTo>
                <a:lnTo>
                  <a:pt x="1353" y="108499"/>
                </a:lnTo>
                <a:lnTo>
                  <a:pt x="2668" y="117538"/>
                </a:lnTo>
                <a:lnTo>
                  <a:pt x="4188" y="125479"/>
                </a:lnTo>
                <a:lnTo>
                  <a:pt x="5947" y="133076"/>
                </a:lnTo>
                <a:lnTo>
                  <a:pt x="11331" y="154110"/>
                </a:lnTo>
                <a:lnTo>
                  <a:pt x="21361" y="196530"/>
                </a:lnTo>
                <a:lnTo>
                  <a:pt x="27331" y="219710"/>
                </a:lnTo>
                <a:lnTo>
                  <a:pt x="31599" y="235025"/>
                </a:lnTo>
                <a:lnTo>
                  <a:pt x="36090" y="249708"/>
                </a:lnTo>
                <a:lnTo>
                  <a:pt x="51624" y="296629"/>
                </a:lnTo>
                <a:lnTo>
                  <a:pt x="57146" y="314453"/>
                </a:lnTo>
                <a:lnTo>
                  <a:pt x="66537" y="366103"/>
                </a:lnTo>
                <a:lnTo>
                  <a:pt x="74428" y="469486"/>
                </a:lnTo>
                <a:lnTo>
                  <a:pt x="77497" y="505264"/>
                </a:lnTo>
                <a:lnTo>
                  <a:pt x="81288" y="537238"/>
                </a:lnTo>
                <a:lnTo>
                  <a:pt x="86146" y="563176"/>
                </a:lnTo>
                <a:lnTo>
                  <a:pt x="87015" y="566621"/>
                </a:lnTo>
                <a:lnTo>
                  <a:pt x="93083" y="583831"/>
                </a:lnTo>
                <a:lnTo>
                  <a:pt x="96156" y="593517"/>
                </a:lnTo>
                <a:lnTo>
                  <a:pt x="105521" y="645707"/>
                </a:lnTo>
                <a:lnTo>
                  <a:pt x="112332" y="725861"/>
                </a:lnTo>
                <a:lnTo>
                  <a:pt x="115412" y="779651"/>
                </a:lnTo>
                <a:lnTo>
                  <a:pt x="124386" y="779651"/>
                </a:lnTo>
                <a:lnTo>
                  <a:pt x="121275" y="725440"/>
                </a:lnTo>
                <a:lnTo>
                  <a:pt x="117967" y="680785"/>
                </a:lnTo>
                <a:lnTo>
                  <a:pt x="110417" y="615750"/>
                </a:lnTo>
                <a:lnTo>
                  <a:pt x="95591" y="564014"/>
                </a:lnTo>
                <a:lnTo>
                  <a:pt x="94816" y="561030"/>
                </a:lnTo>
                <a:lnTo>
                  <a:pt x="90080" y="535589"/>
                </a:lnTo>
                <a:lnTo>
                  <a:pt x="86354" y="504013"/>
                </a:lnTo>
                <a:lnTo>
                  <a:pt x="83317" y="468561"/>
                </a:lnTo>
                <a:lnTo>
                  <a:pt x="77274" y="385725"/>
                </a:lnTo>
                <a:lnTo>
                  <a:pt x="75430" y="365120"/>
                </a:lnTo>
                <a:lnTo>
                  <a:pt x="65699" y="311881"/>
                </a:lnTo>
                <a:lnTo>
                  <a:pt x="44642" y="247089"/>
                </a:lnTo>
                <a:lnTo>
                  <a:pt x="40208" y="232567"/>
                </a:lnTo>
                <a:lnTo>
                  <a:pt x="36011" y="217469"/>
                </a:lnTo>
                <a:lnTo>
                  <a:pt x="26196" y="178817"/>
                </a:lnTo>
                <a:lnTo>
                  <a:pt x="20001" y="152026"/>
                </a:lnTo>
                <a:lnTo>
                  <a:pt x="12969" y="123717"/>
                </a:lnTo>
                <a:lnTo>
                  <a:pt x="11493" y="116059"/>
                </a:lnTo>
                <a:lnTo>
                  <a:pt x="10222" y="107389"/>
                </a:lnTo>
                <a:lnTo>
                  <a:pt x="8922" y="89827"/>
                </a:lnTo>
                <a:lnTo>
                  <a:pt x="9731" y="75756"/>
                </a:lnTo>
                <a:lnTo>
                  <a:pt x="12544" y="65824"/>
                </a:lnTo>
                <a:lnTo>
                  <a:pt x="17258" y="60678"/>
                </a:lnTo>
                <a:lnTo>
                  <a:pt x="24393" y="59999"/>
                </a:lnTo>
                <a:lnTo>
                  <a:pt x="31450" y="63464"/>
                </a:lnTo>
                <a:lnTo>
                  <a:pt x="54053" y="104059"/>
                </a:lnTo>
                <a:lnTo>
                  <a:pt x="67152" y="148246"/>
                </a:lnTo>
                <a:lnTo>
                  <a:pt x="70576" y="161946"/>
                </a:lnTo>
                <a:lnTo>
                  <a:pt x="74117" y="174438"/>
                </a:lnTo>
                <a:lnTo>
                  <a:pt x="87916" y="215825"/>
                </a:lnTo>
                <a:lnTo>
                  <a:pt x="101978" y="252212"/>
                </a:lnTo>
                <a:lnTo>
                  <a:pt x="127787" y="288925"/>
                </a:lnTo>
                <a:lnTo>
                  <a:pt x="140825" y="291080"/>
                </a:lnTo>
                <a:lnTo>
                  <a:pt x="147475" y="286230"/>
                </a:lnTo>
                <a:lnTo>
                  <a:pt x="150415" y="274930"/>
                </a:lnTo>
                <a:lnTo>
                  <a:pt x="150730" y="256634"/>
                </a:lnTo>
                <a:lnTo>
                  <a:pt x="147725" y="195135"/>
                </a:lnTo>
                <a:lnTo>
                  <a:pt x="146844" y="148910"/>
                </a:lnTo>
                <a:lnTo>
                  <a:pt x="146354" y="138526"/>
                </a:lnTo>
                <a:lnTo>
                  <a:pt x="144149" y="110172"/>
                </a:lnTo>
                <a:lnTo>
                  <a:pt x="141903" y="77589"/>
                </a:lnTo>
                <a:lnTo>
                  <a:pt x="143492" y="38881"/>
                </a:lnTo>
                <a:lnTo>
                  <a:pt x="167862" y="8722"/>
                </a:lnTo>
                <a:lnTo>
                  <a:pt x="173986" y="10448"/>
                </a:lnTo>
                <a:lnTo>
                  <a:pt x="190631" y="47285"/>
                </a:lnTo>
                <a:lnTo>
                  <a:pt x="197326" y="97410"/>
                </a:lnTo>
                <a:lnTo>
                  <a:pt x="201551" y="164413"/>
                </a:lnTo>
                <a:lnTo>
                  <a:pt x="203007" y="208242"/>
                </a:lnTo>
                <a:lnTo>
                  <a:pt x="202543" y="265973"/>
                </a:lnTo>
                <a:lnTo>
                  <a:pt x="202770" y="275038"/>
                </a:lnTo>
                <a:lnTo>
                  <a:pt x="222613" y="299718"/>
                </a:lnTo>
                <a:lnTo>
                  <a:pt x="228435" y="294158"/>
                </a:lnTo>
                <a:lnTo>
                  <a:pt x="252442" y="234644"/>
                </a:lnTo>
                <a:lnTo>
                  <a:pt x="263638" y="197648"/>
                </a:lnTo>
                <a:lnTo>
                  <a:pt x="284002" y="127483"/>
                </a:lnTo>
                <a:lnTo>
                  <a:pt x="287282" y="117501"/>
                </a:lnTo>
                <a:lnTo>
                  <a:pt x="291396" y="106352"/>
                </a:lnTo>
                <a:lnTo>
                  <a:pt x="295599" y="99146"/>
                </a:lnTo>
                <a:lnTo>
                  <a:pt x="302159" y="92943"/>
                </a:lnTo>
                <a:lnTo>
                  <a:pt x="310295" y="89385"/>
                </a:lnTo>
                <a:lnTo>
                  <a:pt x="319228" y="90112"/>
                </a:lnTo>
                <a:lnTo>
                  <a:pt x="325941" y="97086"/>
                </a:lnTo>
                <a:lnTo>
                  <a:pt x="327726" y="110675"/>
                </a:lnTo>
                <a:lnTo>
                  <a:pt x="325437" y="130577"/>
                </a:lnTo>
                <a:lnTo>
                  <a:pt x="319929" y="156487"/>
                </a:lnTo>
                <a:lnTo>
                  <a:pt x="314477" y="178657"/>
                </a:lnTo>
                <a:lnTo>
                  <a:pt x="309647" y="196922"/>
                </a:lnTo>
                <a:lnTo>
                  <a:pt x="296198" y="243645"/>
                </a:lnTo>
                <a:lnTo>
                  <a:pt x="287219" y="277008"/>
                </a:lnTo>
                <a:lnTo>
                  <a:pt x="285762" y="287109"/>
                </a:lnTo>
                <a:lnTo>
                  <a:pt x="286501" y="298289"/>
                </a:lnTo>
                <a:lnTo>
                  <a:pt x="290757" y="310336"/>
                </a:lnTo>
                <a:lnTo>
                  <a:pt x="294514" y="318128"/>
                </a:lnTo>
                <a:lnTo>
                  <a:pt x="297557" y="325620"/>
                </a:lnTo>
                <a:lnTo>
                  <a:pt x="305405" y="368658"/>
                </a:lnTo>
                <a:lnTo>
                  <a:pt x="308462" y="425160"/>
                </a:lnTo>
                <a:lnTo>
                  <a:pt x="308161" y="446006"/>
                </a:lnTo>
                <a:lnTo>
                  <a:pt x="304317" y="490707"/>
                </a:lnTo>
                <a:lnTo>
                  <a:pt x="292843" y="540319"/>
                </a:lnTo>
                <a:lnTo>
                  <a:pt x="290553" y="549674"/>
                </a:lnTo>
                <a:lnTo>
                  <a:pt x="288484" y="560521"/>
                </a:lnTo>
                <a:lnTo>
                  <a:pt x="286705" y="573720"/>
                </a:lnTo>
                <a:lnTo>
                  <a:pt x="286027" y="589273"/>
                </a:lnTo>
                <a:lnTo>
                  <a:pt x="286552" y="608981"/>
                </a:lnTo>
                <a:lnTo>
                  <a:pt x="287899" y="631688"/>
                </a:lnTo>
                <a:lnTo>
                  <a:pt x="293333" y="708945"/>
                </a:lnTo>
                <a:lnTo>
                  <a:pt x="294481" y="729912"/>
                </a:lnTo>
                <a:lnTo>
                  <a:pt x="296318" y="779651"/>
                </a:lnTo>
                <a:lnTo>
                  <a:pt x="305260" y="779651"/>
                </a:lnTo>
                <a:lnTo>
                  <a:pt x="303406" y="729481"/>
                </a:lnTo>
                <a:lnTo>
                  <a:pt x="302244" y="708420"/>
                </a:lnTo>
                <a:lnTo>
                  <a:pt x="300401" y="680220"/>
                </a:lnTo>
                <a:lnTo>
                  <a:pt x="296859" y="631323"/>
                </a:lnTo>
                <a:lnTo>
                  <a:pt x="295514" y="608960"/>
                </a:lnTo>
                <a:lnTo>
                  <a:pt x="297317" y="561968"/>
                </a:lnTo>
                <a:lnTo>
                  <a:pt x="306150" y="525858"/>
                </a:lnTo>
                <a:lnTo>
                  <a:pt x="308519" y="516536"/>
                </a:lnTo>
                <a:lnTo>
                  <a:pt x="315838" y="468759"/>
                </a:lnTo>
                <a:lnTo>
                  <a:pt x="317403" y="425328"/>
                </a:lnTo>
                <a:lnTo>
                  <a:pt x="317249" y="405380"/>
                </a:lnTo>
                <a:lnTo>
                  <a:pt x="311977" y="350043"/>
                </a:lnTo>
                <a:lnTo>
                  <a:pt x="298694" y="306210"/>
                </a:lnTo>
                <a:lnTo>
                  <a:pt x="295249" y="296470"/>
                </a:lnTo>
                <a:lnTo>
                  <a:pt x="294685" y="287319"/>
                </a:lnTo>
                <a:lnTo>
                  <a:pt x="295992" y="278732"/>
                </a:lnTo>
                <a:lnTo>
                  <a:pt x="298160" y="270682"/>
                </a:lnTo>
                <a:lnTo>
                  <a:pt x="302269" y="255305"/>
                </a:lnTo>
                <a:lnTo>
                  <a:pt x="318274" y="199270"/>
                </a:lnTo>
                <a:lnTo>
                  <a:pt x="328631" y="158560"/>
                </a:lnTo>
                <a:lnTo>
                  <a:pt x="336610" y="109063"/>
                </a:lnTo>
                <a:lnTo>
                  <a:pt x="333369" y="91788"/>
                </a:lnTo>
                <a:lnTo>
                  <a:pt x="322411" y="81735"/>
                </a:lnTo>
                <a:lnTo>
                  <a:pt x="309522" y="80404"/>
                </a:lnTo>
                <a:lnTo>
                  <a:pt x="298024" y="84964"/>
                </a:lnTo>
                <a:lnTo>
                  <a:pt x="275480" y="124738"/>
                </a:lnTo>
                <a:lnTo>
                  <a:pt x="265877" y="158669"/>
                </a:lnTo>
                <a:lnTo>
                  <a:pt x="245646" y="226409"/>
                </a:lnTo>
                <a:lnTo>
                  <a:pt x="228651" y="276295"/>
                </a:lnTo>
                <a:lnTo>
                  <a:pt x="219126" y="290242"/>
                </a:lnTo>
                <a:lnTo>
                  <a:pt x="215608" y="289038"/>
                </a:lnTo>
                <a:lnTo>
                  <a:pt x="213137" y="285781"/>
                </a:lnTo>
                <a:lnTo>
                  <a:pt x="212226" y="280159"/>
                </a:lnTo>
                <a:lnTo>
                  <a:pt x="211680" y="274000"/>
                </a:lnTo>
                <a:lnTo>
                  <a:pt x="211480" y="265166"/>
                </a:lnTo>
                <a:lnTo>
                  <a:pt x="211944" y="219747"/>
                </a:lnTo>
                <a:lnTo>
                  <a:pt x="211797" y="196507"/>
                </a:lnTo>
                <a:lnTo>
                  <a:pt x="206237" y="96876"/>
                </a:lnTo>
                <a:lnTo>
                  <a:pt x="199148" y="44092"/>
                </a:lnTo>
                <a:lnTo>
                  <a:pt x="179509" y="3312"/>
                </a:lnTo>
                <a:lnTo>
                  <a:pt x="1707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0" name="object 240" descr=""/>
          <p:cNvSpPr/>
          <p:nvPr/>
        </p:nvSpPr>
        <p:spPr>
          <a:xfrm>
            <a:off x="2374018" y="2727274"/>
            <a:ext cx="335915" cy="773430"/>
          </a:xfrm>
          <a:custGeom>
            <a:avLst/>
            <a:gdLst/>
            <a:ahLst/>
            <a:cxnLst/>
            <a:rect l="l" t="t" r="r" b="b"/>
            <a:pathLst>
              <a:path w="335914" h="773429">
                <a:moveTo>
                  <a:pt x="148644" y="0"/>
                </a:moveTo>
                <a:lnTo>
                  <a:pt x="119724" y="45002"/>
                </a:lnTo>
                <a:lnTo>
                  <a:pt x="114102" y="115246"/>
                </a:lnTo>
                <a:lnTo>
                  <a:pt x="112505" y="139807"/>
                </a:lnTo>
                <a:lnTo>
                  <a:pt x="108877" y="208267"/>
                </a:lnTo>
                <a:lnTo>
                  <a:pt x="102280" y="255325"/>
                </a:lnTo>
                <a:lnTo>
                  <a:pt x="96060" y="259242"/>
                </a:lnTo>
                <a:lnTo>
                  <a:pt x="93673" y="258477"/>
                </a:lnTo>
                <a:lnTo>
                  <a:pt x="73681" y="206219"/>
                </a:lnTo>
                <a:lnTo>
                  <a:pt x="63692" y="140639"/>
                </a:lnTo>
                <a:lnTo>
                  <a:pt x="59432" y="113902"/>
                </a:lnTo>
                <a:lnTo>
                  <a:pt x="53465" y="73129"/>
                </a:lnTo>
                <a:lnTo>
                  <a:pt x="22377" y="44944"/>
                </a:lnTo>
                <a:lnTo>
                  <a:pt x="17319" y="47122"/>
                </a:lnTo>
                <a:lnTo>
                  <a:pt x="13141" y="51646"/>
                </a:lnTo>
                <a:lnTo>
                  <a:pt x="5282" y="65487"/>
                </a:lnTo>
                <a:lnTo>
                  <a:pt x="1318" y="82086"/>
                </a:lnTo>
                <a:lnTo>
                  <a:pt x="0" y="96826"/>
                </a:lnTo>
                <a:lnTo>
                  <a:pt x="74" y="105089"/>
                </a:lnTo>
                <a:lnTo>
                  <a:pt x="943" y="113330"/>
                </a:lnTo>
                <a:lnTo>
                  <a:pt x="2500" y="144185"/>
                </a:lnTo>
                <a:lnTo>
                  <a:pt x="6279" y="182275"/>
                </a:lnTo>
                <a:lnTo>
                  <a:pt x="13328" y="225389"/>
                </a:lnTo>
                <a:lnTo>
                  <a:pt x="22803" y="276531"/>
                </a:lnTo>
                <a:lnTo>
                  <a:pt x="24574" y="287649"/>
                </a:lnTo>
                <a:lnTo>
                  <a:pt x="25566" y="297699"/>
                </a:lnTo>
                <a:lnTo>
                  <a:pt x="26000" y="309376"/>
                </a:lnTo>
                <a:lnTo>
                  <a:pt x="26028" y="323497"/>
                </a:lnTo>
                <a:lnTo>
                  <a:pt x="25651" y="334118"/>
                </a:lnTo>
                <a:lnTo>
                  <a:pt x="25004" y="342373"/>
                </a:lnTo>
                <a:lnTo>
                  <a:pt x="23471" y="356400"/>
                </a:lnTo>
                <a:lnTo>
                  <a:pt x="22895" y="364350"/>
                </a:lnTo>
                <a:lnTo>
                  <a:pt x="24536" y="411445"/>
                </a:lnTo>
                <a:lnTo>
                  <a:pt x="31296" y="453370"/>
                </a:lnTo>
                <a:lnTo>
                  <a:pt x="47085" y="526087"/>
                </a:lnTo>
                <a:lnTo>
                  <a:pt x="50635" y="546733"/>
                </a:lnTo>
                <a:lnTo>
                  <a:pt x="53545" y="569393"/>
                </a:lnTo>
                <a:lnTo>
                  <a:pt x="56135" y="597210"/>
                </a:lnTo>
                <a:lnTo>
                  <a:pt x="62638" y="682437"/>
                </a:lnTo>
                <a:lnTo>
                  <a:pt x="66721" y="743922"/>
                </a:lnTo>
                <a:lnTo>
                  <a:pt x="68993" y="773299"/>
                </a:lnTo>
                <a:lnTo>
                  <a:pt x="78008" y="773299"/>
                </a:lnTo>
                <a:lnTo>
                  <a:pt x="77138" y="763747"/>
                </a:lnTo>
                <a:lnTo>
                  <a:pt x="71545" y="681798"/>
                </a:lnTo>
                <a:lnTo>
                  <a:pt x="65045" y="596509"/>
                </a:lnTo>
                <a:lnTo>
                  <a:pt x="59423" y="545249"/>
                </a:lnTo>
                <a:lnTo>
                  <a:pt x="51318" y="502407"/>
                </a:lnTo>
                <a:lnTo>
                  <a:pt x="40110" y="451772"/>
                </a:lnTo>
                <a:lnTo>
                  <a:pt x="36150" y="430993"/>
                </a:lnTo>
                <a:lnTo>
                  <a:pt x="33452" y="410563"/>
                </a:lnTo>
                <a:lnTo>
                  <a:pt x="31895" y="387269"/>
                </a:lnTo>
                <a:lnTo>
                  <a:pt x="31611" y="374530"/>
                </a:lnTo>
                <a:lnTo>
                  <a:pt x="31821" y="364944"/>
                </a:lnTo>
                <a:lnTo>
                  <a:pt x="32378" y="357303"/>
                </a:lnTo>
                <a:lnTo>
                  <a:pt x="33889" y="343351"/>
                </a:lnTo>
                <a:lnTo>
                  <a:pt x="34550" y="334831"/>
                </a:lnTo>
                <a:lnTo>
                  <a:pt x="34955" y="323805"/>
                </a:lnTo>
                <a:lnTo>
                  <a:pt x="34942" y="309240"/>
                </a:lnTo>
                <a:lnTo>
                  <a:pt x="34487" y="296982"/>
                </a:lnTo>
                <a:lnTo>
                  <a:pt x="33444" y="286434"/>
                </a:lnTo>
                <a:lnTo>
                  <a:pt x="31617" y="274976"/>
                </a:lnTo>
                <a:lnTo>
                  <a:pt x="19131" y="206762"/>
                </a:lnTo>
                <a:lnTo>
                  <a:pt x="15146" y="181105"/>
                </a:lnTo>
                <a:lnTo>
                  <a:pt x="12747" y="160488"/>
                </a:lnTo>
                <a:lnTo>
                  <a:pt x="11422" y="143543"/>
                </a:lnTo>
                <a:lnTo>
                  <a:pt x="9853" y="112628"/>
                </a:lnTo>
                <a:lnTo>
                  <a:pt x="8984" y="104189"/>
                </a:lnTo>
                <a:lnTo>
                  <a:pt x="19665" y="57740"/>
                </a:lnTo>
                <a:lnTo>
                  <a:pt x="24753" y="53991"/>
                </a:lnTo>
                <a:lnTo>
                  <a:pt x="27842" y="54086"/>
                </a:lnTo>
                <a:lnTo>
                  <a:pt x="48166" y="94440"/>
                </a:lnTo>
                <a:lnTo>
                  <a:pt x="50573" y="115157"/>
                </a:lnTo>
                <a:lnTo>
                  <a:pt x="54846" y="141951"/>
                </a:lnTo>
                <a:lnTo>
                  <a:pt x="60277" y="183320"/>
                </a:lnTo>
                <a:lnTo>
                  <a:pt x="73647" y="243349"/>
                </a:lnTo>
                <a:lnTo>
                  <a:pt x="95348" y="268519"/>
                </a:lnTo>
                <a:lnTo>
                  <a:pt x="103589" y="266875"/>
                </a:lnTo>
                <a:lnTo>
                  <a:pt x="117648" y="211591"/>
                </a:lnTo>
                <a:lnTo>
                  <a:pt x="119818" y="169409"/>
                </a:lnTo>
                <a:lnTo>
                  <a:pt x="123044" y="115749"/>
                </a:lnTo>
                <a:lnTo>
                  <a:pt x="125942" y="64584"/>
                </a:lnTo>
                <a:lnTo>
                  <a:pt x="132897" y="26599"/>
                </a:lnTo>
                <a:lnTo>
                  <a:pt x="149910" y="8827"/>
                </a:lnTo>
                <a:lnTo>
                  <a:pt x="157043" y="8914"/>
                </a:lnTo>
                <a:lnTo>
                  <a:pt x="168338" y="16270"/>
                </a:lnTo>
                <a:lnTo>
                  <a:pt x="173299" y="29800"/>
                </a:lnTo>
                <a:lnTo>
                  <a:pt x="174191" y="45671"/>
                </a:lnTo>
                <a:lnTo>
                  <a:pt x="173283" y="60054"/>
                </a:lnTo>
                <a:lnTo>
                  <a:pt x="171238" y="86966"/>
                </a:lnTo>
                <a:lnTo>
                  <a:pt x="169787" y="111327"/>
                </a:lnTo>
                <a:lnTo>
                  <a:pt x="167587" y="163370"/>
                </a:lnTo>
                <a:lnTo>
                  <a:pt x="166686" y="174093"/>
                </a:lnTo>
                <a:lnTo>
                  <a:pt x="161769" y="222789"/>
                </a:lnTo>
                <a:lnTo>
                  <a:pt x="160582" y="238393"/>
                </a:lnTo>
                <a:lnTo>
                  <a:pt x="159053" y="270299"/>
                </a:lnTo>
                <a:lnTo>
                  <a:pt x="167283" y="273807"/>
                </a:lnTo>
                <a:lnTo>
                  <a:pt x="175220" y="276152"/>
                </a:lnTo>
                <a:lnTo>
                  <a:pt x="181189" y="273880"/>
                </a:lnTo>
                <a:lnTo>
                  <a:pt x="198476" y="226132"/>
                </a:lnTo>
                <a:lnTo>
                  <a:pt x="211976" y="172367"/>
                </a:lnTo>
                <a:lnTo>
                  <a:pt x="227870" y="111919"/>
                </a:lnTo>
                <a:lnTo>
                  <a:pt x="234951" y="92104"/>
                </a:lnTo>
                <a:lnTo>
                  <a:pt x="244451" y="76465"/>
                </a:lnTo>
                <a:lnTo>
                  <a:pt x="256568" y="71101"/>
                </a:lnTo>
                <a:lnTo>
                  <a:pt x="260485" y="71603"/>
                </a:lnTo>
                <a:lnTo>
                  <a:pt x="263469" y="73446"/>
                </a:lnTo>
                <a:lnTo>
                  <a:pt x="265710" y="76692"/>
                </a:lnTo>
                <a:lnTo>
                  <a:pt x="268542" y="82883"/>
                </a:lnTo>
                <a:lnTo>
                  <a:pt x="269890" y="90848"/>
                </a:lnTo>
                <a:lnTo>
                  <a:pt x="269726" y="100200"/>
                </a:lnTo>
                <a:lnTo>
                  <a:pt x="268024" y="110555"/>
                </a:lnTo>
                <a:lnTo>
                  <a:pt x="260850" y="139986"/>
                </a:lnTo>
                <a:lnTo>
                  <a:pt x="248642" y="185949"/>
                </a:lnTo>
                <a:lnTo>
                  <a:pt x="237215" y="231847"/>
                </a:lnTo>
                <a:lnTo>
                  <a:pt x="232820" y="248542"/>
                </a:lnTo>
                <a:lnTo>
                  <a:pt x="218894" y="297754"/>
                </a:lnTo>
                <a:lnTo>
                  <a:pt x="222915" y="304423"/>
                </a:lnTo>
                <a:lnTo>
                  <a:pt x="233229" y="308737"/>
                </a:lnTo>
                <a:lnTo>
                  <a:pt x="238883" y="306528"/>
                </a:lnTo>
                <a:lnTo>
                  <a:pt x="247643" y="290875"/>
                </a:lnTo>
                <a:lnTo>
                  <a:pt x="288819" y="213997"/>
                </a:lnTo>
                <a:lnTo>
                  <a:pt x="297263" y="199383"/>
                </a:lnTo>
                <a:lnTo>
                  <a:pt x="304982" y="189326"/>
                </a:lnTo>
                <a:lnTo>
                  <a:pt x="312530" y="184255"/>
                </a:lnTo>
                <a:lnTo>
                  <a:pt x="320462" y="184595"/>
                </a:lnTo>
                <a:lnTo>
                  <a:pt x="322713" y="185464"/>
                </a:lnTo>
                <a:lnTo>
                  <a:pt x="324053" y="187778"/>
                </a:lnTo>
                <a:lnTo>
                  <a:pt x="324786" y="189558"/>
                </a:lnTo>
                <a:lnTo>
                  <a:pt x="326288" y="196285"/>
                </a:lnTo>
                <a:lnTo>
                  <a:pt x="326123" y="205813"/>
                </a:lnTo>
                <a:lnTo>
                  <a:pt x="309363" y="250982"/>
                </a:lnTo>
                <a:lnTo>
                  <a:pt x="291595" y="284988"/>
                </a:lnTo>
                <a:lnTo>
                  <a:pt x="267322" y="329135"/>
                </a:lnTo>
                <a:lnTo>
                  <a:pt x="264480" y="335491"/>
                </a:lnTo>
                <a:lnTo>
                  <a:pt x="255896" y="384774"/>
                </a:lnTo>
                <a:lnTo>
                  <a:pt x="252201" y="426770"/>
                </a:lnTo>
                <a:lnTo>
                  <a:pt x="250783" y="442435"/>
                </a:lnTo>
                <a:lnTo>
                  <a:pt x="238734" y="498713"/>
                </a:lnTo>
                <a:lnTo>
                  <a:pt x="236964" y="506482"/>
                </a:lnTo>
                <a:lnTo>
                  <a:pt x="235135" y="515904"/>
                </a:lnTo>
                <a:lnTo>
                  <a:pt x="231520" y="543672"/>
                </a:lnTo>
                <a:lnTo>
                  <a:pt x="230374" y="574851"/>
                </a:lnTo>
                <a:lnTo>
                  <a:pt x="231708" y="612323"/>
                </a:lnTo>
                <a:lnTo>
                  <a:pt x="235532" y="658968"/>
                </a:lnTo>
                <a:lnTo>
                  <a:pt x="245265" y="720442"/>
                </a:lnTo>
                <a:lnTo>
                  <a:pt x="259553" y="773299"/>
                </a:lnTo>
                <a:lnTo>
                  <a:pt x="268861" y="773299"/>
                </a:lnTo>
                <a:lnTo>
                  <a:pt x="259901" y="742103"/>
                </a:lnTo>
                <a:lnTo>
                  <a:pt x="254024" y="718578"/>
                </a:lnTo>
                <a:lnTo>
                  <a:pt x="248673" y="690884"/>
                </a:lnTo>
                <a:lnTo>
                  <a:pt x="244443" y="658099"/>
                </a:lnTo>
                <a:lnTo>
                  <a:pt x="240670" y="612088"/>
                </a:lnTo>
                <a:lnTo>
                  <a:pt x="239335" y="575202"/>
                </a:lnTo>
                <a:lnTo>
                  <a:pt x="240428" y="544608"/>
                </a:lnTo>
                <a:lnTo>
                  <a:pt x="243941" y="517475"/>
                </a:lnTo>
                <a:lnTo>
                  <a:pt x="245714" y="508346"/>
                </a:lnTo>
                <a:lnTo>
                  <a:pt x="247429" y="500810"/>
                </a:lnTo>
                <a:lnTo>
                  <a:pt x="254637" y="473594"/>
                </a:lnTo>
                <a:lnTo>
                  <a:pt x="256564" y="464213"/>
                </a:lnTo>
                <a:lnTo>
                  <a:pt x="258506" y="452377"/>
                </a:lnTo>
                <a:lnTo>
                  <a:pt x="259664" y="443496"/>
                </a:lnTo>
                <a:lnTo>
                  <a:pt x="260498" y="435299"/>
                </a:lnTo>
                <a:lnTo>
                  <a:pt x="263312" y="398459"/>
                </a:lnTo>
                <a:lnTo>
                  <a:pt x="264761" y="385924"/>
                </a:lnTo>
                <a:lnTo>
                  <a:pt x="271171" y="344530"/>
                </a:lnTo>
                <a:lnTo>
                  <a:pt x="299478" y="289201"/>
                </a:lnTo>
                <a:lnTo>
                  <a:pt x="308531" y="272308"/>
                </a:lnTo>
                <a:lnTo>
                  <a:pt x="326493" y="235734"/>
                </a:lnTo>
                <a:lnTo>
                  <a:pt x="335300" y="196140"/>
                </a:lnTo>
                <a:lnTo>
                  <a:pt x="333058" y="186207"/>
                </a:lnTo>
                <a:lnTo>
                  <a:pt x="331048" y="181286"/>
                </a:lnTo>
                <a:lnTo>
                  <a:pt x="327802" y="177830"/>
                </a:lnTo>
                <a:lnTo>
                  <a:pt x="323676" y="176260"/>
                </a:lnTo>
                <a:lnTo>
                  <a:pt x="309656" y="175717"/>
                </a:lnTo>
                <a:lnTo>
                  <a:pt x="298117" y="183512"/>
                </a:lnTo>
                <a:lnTo>
                  <a:pt x="288667" y="196060"/>
                </a:lnTo>
                <a:lnTo>
                  <a:pt x="280913" y="209777"/>
                </a:lnTo>
                <a:lnTo>
                  <a:pt x="239819" y="286537"/>
                </a:lnTo>
                <a:lnTo>
                  <a:pt x="232789" y="298863"/>
                </a:lnTo>
                <a:lnTo>
                  <a:pt x="230349" y="297827"/>
                </a:lnTo>
                <a:lnTo>
                  <a:pt x="228904" y="295178"/>
                </a:lnTo>
                <a:lnTo>
                  <a:pt x="241443" y="250861"/>
                </a:lnTo>
                <a:lnTo>
                  <a:pt x="245861" y="234057"/>
                </a:lnTo>
                <a:lnTo>
                  <a:pt x="254214" y="200231"/>
                </a:lnTo>
                <a:lnTo>
                  <a:pt x="269524" y="142172"/>
                </a:lnTo>
                <a:lnTo>
                  <a:pt x="276725" y="112565"/>
                </a:lnTo>
                <a:lnTo>
                  <a:pt x="278706" y="100277"/>
                </a:lnTo>
                <a:lnTo>
                  <a:pt x="278735" y="89120"/>
                </a:lnTo>
                <a:lnTo>
                  <a:pt x="276849" y="79445"/>
                </a:lnTo>
                <a:lnTo>
                  <a:pt x="273081" y="71603"/>
                </a:lnTo>
                <a:lnTo>
                  <a:pt x="269427" y="66347"/>
                </a:lnTo>
                <a:lnTo>
                  <a:pt x="264139" y="63101"/>
                </a:lnTo>
                <a:lnTo>
                  <a:pt x="257741" y="62232"/>
                </a:lnTo>
                <a:lnTo>
                  <a:pt x="241020" y="67353"/>
                </a:lnTo>
                <a:lnTo>
                  <a:pt x="220282" y="106030"/>
                </a:lnTo>
                <a:lnTo>
                  <a:pt x="207808" y="152614"/>
                </a:lnTo>
                <a:lnTo>
                  <a:pt x="189942" y="223426"/>
                </a:lnTo>
                <a:lnTo>
                  <a:pt x="185047" y="241560"/>
                </a:lnTo>
                <a:lnTo>
                  <a:pt x="180647" y="255067"/>
                </a:lnTo>
                <a:lnTo>
                  <a:pt x="176257" y="264571"/>
                </a:lnTo>
                <a:lnTo>
                  <a:pt x="175524" y="265807"/>
                </a:lnTo>
                <a:lnTo>
                  <a:pt x="173848" y="266446"/>
                </a:lnTo>
                <a:lnTo>
                  <a:pt x="169765" y="265241"/>
                </a:lnTo>
                <a:lnTo>
                  <a:pt x="168362" y="261755"/>
                </a:lnTo>
                <a:lnTo>
                  <a:pt x="169504" y="238963"/>
                </a:lnTo>
                <a:lnTo>
                  <a:pt x="170674" y="223520"/>
                </a:lnTo>
                <a:lnTo>
                  <a:pt x="176498" y="163862"/>
                </a:lnTo>
                <a:lnTo>
                  <a:pt x="178721" y="111842"/>
                </a:lnTo>
                <a:lnTo>
                  <a:pt x="180166" y="87597"/>
                </a:lnTo>
                <a:lnTo>
                  <a:pt x="182194" y="60818"/>
                </a:lnTo>
                <a:lnTo>
                  <a:pt x="183141" y="44557"/>
                </a:lnTo>
                <a:lnTo>
                  <a:pt x="181611" y="25834"/>
                </a:lnTo>
                <a:lnTo>
                  <a:pt x="174512" y="9434"/>
                </a:lnTo>
                <a:lnTo>
                  <a:pt x="158749" y="140"/>
                </a:lnTo>
                <a:lnTo>
                  <a:pt x="14864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1" name="object 241" descr=""/>
          <p:cNvSpPr/>
          <p:nvPr/>
        </p:nvSpPr>
        <p:spPr>
          <a:xfrm>
            <a:off x="2830987" y="2726270"/>
            <a:ext cx="502284" cy="774700"/>
          </a:xfrm>
          <a:custGeom>
            <a:avLst/>
            <a:gdLst/>
            <a:ahLst/>
            <a:cxnLst/>
            <a:rect l="l" t="t" r="r" b="b"/>
            <a:pathLst>
              <a:path w="502285" h="774700">
                <a:moveTo>
                  <a:pt x="314555" y="0"/>
                </a:moveTo>
                <a:lnTo>
                  <a:pt x="283446" y="24219"/>
                </a:lnTo>
                <a:lnTo>
                  <a:pt x="269884" y="78963"/>
                </a:lnTo>
                <a:lnTo>
                  <a:pt x="262096" y="122456"/>
                </a:lnTo>
                <a:lnTo>
                  <a:pt x="255521" y="170130"/>
                </a:lnTo>
                <a:lnTo>
                  <a:pt x="251134" y="213615"/>
                </a:lnTo>
                <a:lnTo>
                  <a:pt x="250526" y="225218"/>
                </a:lnTo>
                <a:lnTo>
                  <a:pt x="247887" y="249196"/>
                </a:lnTo>
                <a:lnTo>
                  <a:pt x="241751" y="250934"/>
                </a:lnTo>
                <a:lnTo>
                  <a:pt x="236662" y="250798"/>
                </a:lnTo>
                <a:lnTo>
                  <a:pt x="227374" y="242030"/>
                </a:lnTo>
                <a:lnTo>
                  <a:pt x="206790" y="196926"/>
                </a:lnTo>
                <a:lnTo>
                  <a:pt x="194214" y="150073"/>
                </a:lnTo>
                <a:lnTo>
                  <a:pt x="181512" y="82793"/>
                </a:lnTo>
                <a:lnTo>
                  <a:pt x="178696" y="71937"/>
                </a:lnTo>
                <a:lnTo>
                  <a:pt x="148655" y="44312"/>
                </a:lnTo>
                <a:lnTo>
                  <a:pt x="141754" y="46448"/>
                </a:lnTo>
                <a:lnTo>
                  <a:pt x="130893" y="57320"/>
                </a:lnTo>
                <a:lnTo>
                  <a:pt x="127024" y="77006"/>
                </a:lnTo>
                <a:lnTo>
                  <a:pt x="127801" y="100295"/>
                </a:lnTo>
                <a:lnTo>
                  <a:pt x="138525" y="162748"/>
                </a:lnTo>
                <a:lnTo>
                  <a:pt x="146534" y="203071"/>
                </a:lnTo>
                <a:lnTo>
                  <a:pt x="154332" y="240737"/>
                </a:lnTo>
                <a:lnTo>
                  <a:pt x="161345" y="273541"/>
                </a:lnTo>
                <a:lnTo>
                  <a:pt x="167514" y="315131"/>
                </a:lnTo>
                <a:lnTo>
                  <a:pt x="166348" y="339174"/>
                </a:lnTo>
                <a:lnTo>
                  <a:pt x="162029" y="350402"/>
                </a:lnTo>
                <a:lnTo>
                  <a:pt x="158738" y="353549"/>
                </a:lnTo>
                <a:lnTo>
                  <a:pt x="145182" y="354632"/>
                </a:lnTo>
                <a:lnTo>
                  <a:pt x="130680" y="348103"/>
                </a:lnTo>
                <a:lnTo>
                  <a:pt x="116718" y="337598"/>
                </a:lnTo>
                <a:lnTo>
                  <a:pt x="98625" y="321100"/>
                </a:lnTo>
                <a:lnTo>
                  <a:pt x="81611" y="308885"/>
                </a:lnTo>
                <a:lnTo>
                  <a:pt x="65414" y="301551"/>
                </a:lnTo>
                <a:lnTo>
                  <a:pt x="51647" y="297852"/>
                </a:lnTo>
                <a:lnTo>
                  <a:pt x="41925" y="296545"/>
                </a:lnTo>
                <a:lnTo>
                  <a:pt x="30939" y="296257"/>
                </a:lnTo>
                <a:lnTo>
                  <a:pt x="17797" y="297595"/>
                </a:lnTo>
                <a:lnTo>
                  <a:pt x="6238" y="301985"/>
                </a:lnTo>
                <a:lnTo>
                  <a:pt x="0" y="310849"/>
                </a:lnTo>
                <a:lnTo>
                  <a:pt x="435" y="317134"/>
                </a:lnTo>
                <a:lnTo>
                  <a:pt x="4210" y="322821"/>
                </a:lnTo>
                <a:lnTo>
                  <a:pt x="10885" y="328585"/>
                </a:lnTo>
                <a:lnTo>
                  <a:pt x="29067" y="341392"/>
                </a:lnTo>
                <a:lnTo>
                  <a:pt x="34323" y="345340"/>
                </a:lnTo>
                <a:lnTo>
                  <a:pt x="74427" y="386799"/>
                </a:lnTo>
                <a:lnTo>
                  <a:pt x="120795" y="449580"/>
                </a:lnTo>
                <a:lnTo>
                  <a:pt x="155508" y="507790"/>
                </a:lnTo>
                <a:lnTo>
                  <a:pt x="170600" y="550356"/>
                </a:lnTo>
                <a:lnTo>
                  <a:pt x="180574" y="594160"/>
                </a:lnTo>
                <a:lnTo>
                  <a:pt x="187062" y="641582"/>
                </a:lnTo>
                <a:lnTo>
                  <a:pt x="191016" y="691679"/>
                </a:lnTo>
                <a:lnTo>
                  <a:pt x="192779" y="753713"/>
                </a:lnTo>
                <a:lnTo>
                  <a:pt x="192161" y="774301"/>
                </a:lnTo>
                <a:lnTo>
                  <a:pt x="201135" y="774301"/>
                </a:lnTo>
                <a:lnTo>
                  <a:pt x="201726" y="753834"/>
                </a:lnTo>
                <a:lnTo>
                  <a:pt x="201605" y="727612"/>
                </a:lnTo>
                <a:lnTo>
                  <a:pt x="199958" y="691238"/>
                </a:lnTo>
                <a:lnTo>
                  <a:pt x="195973" y="640744"/>
                </a:lnTo>
                <a:lnTo>
                  <a:pt x="189369" y="592537"/>
                </a:lnTo>
                <a:lnTo>
                  <a:pt x="179227" y="547938"/>
                </a:lnTo>
                <a:lnTo>
                  <a:pt x="163755" y="504252"/>
                </a:lnTo>
                <a:lnTo>
                  <a:pt x="128394" y="444811"/>
                </a:lnTo>
                <a:lnTo>
                  <a:pt x="101839" y="408333"/>
                </a:lnTo>
                <a:lnTo>
                  <a:pt x="67674" y="364242"/>
                </a:lnTo>
                <a:lnTo>
                  <a:pt x="39684" y="338178"/>
                </a:lnTo>
                <a:lnTo>
                  <a:pt x="8104" y="315906"/>
                </a:lnTo>
                <a:lnTo>
                  <a:pt x="8774" y="312618"/>
                </a:lnTo>
                <a:lnTo>
                  <a:pt x="11822" y="309020"/>
                </a:lnTo>
                <a:lnTo>
                  <a:pt x="18787" y="306516"/>
                </a:lnTo>
                <a:lnTo>
                  <a:pt x="28873" y="305274"/>
                </a:lnTo>
                <a:lnTo>
                  <a:pt x="41286" y="305456"/>
                </a:lnTo>
                <a:lnTo>
                  <a:pt x="92656" y="327759"/>
                </a:lnTo>
                <a:lnTo>
                  <a:pt x="112084" y="345411"/>
                </a:lnTo>
                <a:lnTo>
                  <a:pt x="128119" y="356995"/>
                </a:lnTo>
                <a:lnTo>
                  <a:pt x="145422" y="363799"/>
                </a:lnTo>
                <a:lnTo>
                  <a:pt x="162654" y="361580"/>
                </a:lnTo>
                <a:lnTo>
                  <a:pt x="169709" y="355221"/>
                </a:lnTo>
                <a:lnTo>
                  <a:pt x="175277" y="340442"/>
                </a:lnTo>
                <a:lnTo>
                  <a:pt x="176392" y="313746"/>
                </a:lnTo>
                <a:lnTo>
                  <a:pt x="170089" y="271635"/>
                </a:lnTo>
                <a:lnTo>
                  <a:pt x="163093" y="238889"/>
                </a:lnTo>
                <a:lnTo>
                  <a:pt x="155309" y="201296"/>
                </a:lnTo>
                <a:lnTo>
                  <a:pt x="147312" y="161054"/>
                </a:lnTo>
                <a:lnTo>
                  <a:pt x="139681" y="120362"/>
                </a:lnTo>
                <a:lnTo>
                  <a:pt x="136348" y="95300"/>
                </a:lnTo>
                <a:lnTo>
                  <a:pt x="136086" y="75207"/>
                </a:lnTo>
                <a:lnTo>
                  <a:pt x="138802" y="61349"/>
                </a:lnTo>
                <a:lnTo>
                  <a:pt x="144403" y="54993"/>
                </a:lnTo>
                <a:lnTo>
                  <a:pt x="148822" y="53621"/>
                </a:lnTo>
                <a:lnTo>
                  <a:pt x="153147" y="54186"/>
                </a:lnTo>
                <a:lnTo>
                  <a:pt x="178478" y="117934"/>
                </a:lnTo>
                <a:lnTo>
                  <a:pt x="181396" y="133163"/>
                </a:lnTo>
                <a:lnTo>
                  <a:pt x="191784" y="178664"/>
                </a:lnTo>
                <a:lnTo>
                  <a:pt x="205835" y="219304"/>
                </a:lnTo>
                <a:lnTo>
                  <a:pt x="236464" y="259740"/>
                </a:lnTo>
                <a:lnTo>
                  <a:pt x="243206" y="258938"/>
                </a:lnTo>
                <a:lnTo>
                  <a:pt x="260679" y="206209"/>
                </a:lnTo>
                <a:lnTo>
                  <a:pt x="264421" y="171136"/>
                </a:lnTo>
                <a:lnTo>
                  <a:pt x="270780" y="125044"/>
                </a:lnTo>
                <a:lnTo>
                  <a:pt x="278403" y="82154"/>
                </a:lnTo>
                <a:lnTo>
                  <a:pt x="291750" y="27569"/>
                </a:lnTo>
                <a:lnTo>
                  <a:pt x="312681" y="8743"/>
                </a:lnTo>
                <a:lnTo>
                  <a:pt x="318411" y="10942"/>
                </a:lnTo>
                <a:lnTo>
                  <a:pt x="324462" y="18985"/>
                </a:lnTo>
                <a:lnTo>
                  <a:pt x="327460" y="37914"/>
                </a:lnTo>
                <a:lnTo>
                  <a:pt x="324032" y="72772"/>
                </a:lnTo>
                <a:lnTo>
                  <a:pt x="318603" y="106764"/>
                </a:lnTo>
                <a:lnTo>
                  <a:pt x="314786" y="136095"/>
                </a:lnTo>
                <a:lnTo>
                  <a:pt x="312084" y="161821"/>
                </a:lnTo>
                <a:lnTo>
                  <a:pt x="307456" y="212998"/>
                </a:lnTo>
                <a:lnTo>
                  <a:pt x="303240" y="238705"/>
                </a:lnTo>
                <a:lnTo>
                  <a:pt x="302510" y="251552"/>
                </a:lnTo>
                <a:lnTo>
                  <a:pt x="304782" y="261808"/>
                </a:lnTo>
                <a:lnTo>
                  <a:pt x="311582" y="268054"/>
                </a:lnTo>
                <a:lnTo>
                  <a:pt x="314890" y="269353"/>
                </a:lnTo>
                <a:lnTo>
                  <a:pt x="318346" y="269290"/>
                </a:lnTo>
                <a:lnTo>
                  <a:pt x="342192" y="237036"/>
                </a:lnTo>
                <a:lnTo>
                  <a:pt x="360594" y="189213"/>
                </a:lnTo>
                <a:lnTo>
                  <a:pt x="389872" y="104897"/>
                </a:lnTo>
                <a:lnTo>
                  <a:pt x="392523" y="98471"/>
                </a:lnTo>
                <a:lnTo>
                  <a:pt x="397791" y="89227"/>
                </a:lnTo>
                <a:lnTo>
                  <a:pt x="405489" y="81429"/>
                </a:lnTo>
                <a:lnTo>
                  <a:pt x="415432" y="79337"/>
                </a:lnTo>
                <a:lnTo>
                  <a:pt x="420447" y="80343"/>
                </a:lnTo>
                <a:lnTo>
                  <a:pt x="423934" y="82552"/>
                </a:lnTo>
                <a:lnTo>
                  <a:pt x="426112" y="86102"/>
                </a:lnTo>
                <a:lnTo>
                  <a:pt x="428210" y="91434"/>
                </a:lnTo>
                <a:lnTo>
                  <a:pt x="428887" y="98222"/>
                </a:lnTo>
                <a:lnTo>
                  <a:pt x="428150" y="106360"/>
                </a:lnTo>
                <a:lnTo>
                  <a:pt x="416432" y="149421"/>
                </a:lnTo>
                <a:lnTo>
                  <a:pt x="402555" y="191893"/>
                </a:lnTo>
                <a:lnTo>
                  <a:pt x="388525" y="229787"/>
                </a:lnTo>
                <a:lnTo>
                  <a:pt x="372530" y="269107"/>
                </a:lnTo>
                <a:lnTo>
                  <a:pt x="366941" y="286700"/>
                </a:lnTo>
                <a:lnTo>
                  <a:pt x="366190" y="299868"/>
                </a:lnTo>
                <a:lnTo>
                  <a:pt x="372198" y="307571"/>
                </a:lnTo>
                <a:lnTo>
                  <a:pt x="382731" y="307687"/>
                </a:lnTo>
                <a:lnTo>
                  <a:pt x="394323" y="299713"/>
                </a:lnTo>
                <a:lnTo>
                  <a:pt x="421725" y="265908"/>
                </a:lnTo>
                <a:lnTo>
                  <a:pt x="462505" y="203573"/>
                </a:lnTo>
                <a:lnTo>
                  <a:pt x="467664" y="196261"/>
                </a:lnTo>
                <a:lnTo>
                  <a:pt x="472896" y="189784"/>
                </a:lnTo>
                <a:lnTo>
                  <a:pt x="476079" y="186172"/>
                </a:lnTo>
                <a:lnTo>
                  <a:pt x="483241" y="182591"/>
                </a:lnTo>
                <a:lnTo>
                  <a:pt x="487828" y="185638"/>
                </a:lnTo>
                <a:lnTo>
                  <a:pt x="492819" y="198353"/>
                </a:lnTo>
                <a:lnTo>
                  <a:pt x="487671" y="217969"/>
                </a:lnTo>
                <a:lnTo>
                  <a:pt x="466059" y="259175"/>
                </a:lnTo>
                <a:lnTo>
                  <a:pt x="437123" y="302724"/>
                </a:lnTo>
                <a:lnTo>
                  <a:pt x="430082" y="313595"/>
                </a:lnTo>
                <a:lnTo>
                  <a:pt x="407000" y="363769"/>
                </a:lnTo>
                <a:lnTo>
                  <a:pt x="395768" y="410919"/>
                </a:lnTo>
                <a:lnTo>
                  <a:pt x="389603" y="439438"/>
                </a:lnTo>
                <a:lnTo>
                  <a:pt x="382259" y="467624"/>
                </a:lnTo>
                <a:lnTo>
                  <a:pt x="375046" y="492614"/>
                </a:lnTo>
                <a:lnTo>
                  <a:pt x="369779" y="508665"/>
                </a:lnTo>
                <a:lnTo>
                  <a:pt x="365607" y="522112"/>
                </a:lnTo>
                <a:lnTo>
                  <a:pt x="356784" y="571123"/>
                </a:lnTo>
                <a:lnTo>
                  <a:pt x="355292" y="598689"/>
                </a:lnTo>
                <a:lnTo>
                  <a:pt x="355659" y="605451"/>
                </a:lnTo>
                <a:lnTo>
                  <a:pt x="356722" y="612515"/>
                </a:lnTo>
                <a:lnTo>
                  <a:pt x="360181" y="704011"/>
                </a:lnTo>
                <a:lnTo>
                  <a:pt x="362019" y="743821"/>
                </a:lnTo>
                <a:lnTo>
                  <a:pt x="363852" y="774301"/>
                </a:lnTo>
                <a:lnTo>
                  <a:pt x="372794" y="774301"/>
                </a:lnTo>
                <a:lnTo>
                  <a:pt x="370994" y="744081"/>
                </a:lnTo>
                <a:lnTo>
                  <a:pt x="369162" y="704220"/>
                </a:lnTo>
                <a:lnTo>
                  <a:pt x="365632" y="611614"/>
                </a:lnTo>
                <a:lnTo>
                  <a:pt x="364548" y="604387"/>
                </a:lnTo>
                <a:lnTo>
                  <a:pt x="364238" y="598108"/>
                </a:lnTo>
                <a:lnTo>
                  <a:pt x="367569" y="557219"/>
                </a:lnTo>
                <a:lnTo>
                  <a:pt x="378124" y="511848"/>
                </a:lnTo>
                <a:lnTo>
                  <a:pt x="383506" y="495515"/>
                </a:lnTo>
                <a:lnTo>
                  <a:pt x="390846" y="470107"/>
                </a:lnTo>
                <a:lnTo>
                  <a:pt x="398312" y="441465"/>
                </a:lnTo>
                <a:lnTo>
                  <a:pt x="404071" y="415432"/>
                </a:lnTo>
                <a:lnTo>
                  <a:pt x="406540" y="401507"/>
                </a:lnTo>
                <a:lnTo>
                  <a:pt x="410011" y="385727"/>
                </a:lnTo>
                <a:lnTo>
                  <a:pt x="423400" y="345978"/>
                </a:lnTo>
                <a:lnTo>
                  <a:pt x="444436" y="307864"/>
                </a:lnTo>
                <a:lnTo>
                  <a:pt x="461160" y="283988"/>
                </a:lnTo>
                <a:lnTo>
                  <a:pt x="466390" y="275978"/>
                </a:lnTo>
                <a:lnTo>
                  <a:pt x="473765" y="263730"/>
                </a:lnTo>
                <a:lnTo>
                  <a:pt x="486908" y="240613"/>
                </a:lnTo>
                <a:lnTo>
                  <a:pt x="497962" y="216026"/>
                </a:lnTo>
                <a:lnTo>
                  <a:pt x="501664" y="193898"/>
                </a:lnTo>
                <a:lnTo>
                  <a:pt x="492749" y="178162"/>
                </a:lnTo>
                <a:lnTo>
                  <a:pt x="485386" y="175567"/>
                </a:lnTo>
                <a:lnTo>
                  <a:pt x="477952" y="176392"/>
                </a:lnTo>
                <a:lnTo>
                  <a:pt x="449753" y="206799"/>
                </a:lnTo>
                <a:lnTo>
                  <a:pt x="431170" y="236323"/>
                </a:lnTo>
                <a:lnTo>
                  <a:pt x="423392" y="247984"/>
                </a:lnTo>
                <a:lnTo>
                  <a:pt x="393844" y="287370"/>
                </a:lnTo>
                <a:lnTo>
                  <a:pt x="375946" y="299467"/>
                </a:lnTo>
                <a:lnTo>
                  <a:pt x="374689" y="293275"/>
                </a:lnTo>
                <a:lnTo>
                  <a:pt x="377875" y="280903"/>
                </a:lnTo>
                <a:lnTo>
                  <a:pt x="383429" y="265840"/>
                </a:lnTo>
                <a:lnTo>
                  <a:pt x="396872" y="233024"/>
                </a:lnTo>
                <a:lnTo>
                  <a:pt x="411055" y="194667"/>
                </a:lnTo>
                <a:lnTo>
                  <a:pt x="425111" y="151596"/>
                </a:lnTo>
                <a:lnTo>
                  <a:pt x="437113" y="106903"/>
                </a:lnTo>
                <a:lnTo>
                  <a:pt x="437820" y="96983"/>
                </a:lnTo>
                <a:lnTo>
                  <a:pt x="436699" y="88490"/>
                </a:lnTo>
                <a:lnTo>
                  <a:pt x="433745" y="81453"/>
                </a:lnTo>
                <a:lnTo>
                  <a:pt x="430259" y="75725"/>
                </a:lnTo>
                <a:lnTo>
                  <a:pt x="424667" y="72039"/>
                </a:lnTo>
                <a:lnTo>
                  <a:pt x="417170" y="70563"/>
                </a:lnTo>
                <a:lnTo>
                  <a:pt x="402977" y="72494"/>
                </a:lnTo>
                <a:lnTo>
                  <a:pt x="392395" y="81490"/>
                </a:lnTo>
                <a:lnTo>
                  <a:pt x="385266" y="92860"/>
                </a:lnTo>
                <a:lnTo>
                  <a:pt x="381433" y="101913"/>
                </a:lnTo>
                <a:lnTo>
                  <a:pt x="358189" y="169752"/>
                </a:lnTo>
                <a:lnTo>
                  <a:pt x="352173" y="186195"/>
                </a:lnTo>
                <a:lnTo>
                  <a:pt x="334808" y="231408"/>
                </a:lnTo>
                <a:lnTo>
                  <a:pt x="315969" y="260180"/>
                </a:lnTo>
                <a:lnTo>
                  <a:pt x="314859" y="259740"/>
                </a:lnTo>
                <a:lnTo>
                  <a:pt x="311931" y="255347"/>
                </a:lnTo>
                <a:lnTo>
                  <a:pt x="311470" y="247014"/>
                </a:lnTo>
                <a:lnTo>
                  <a:pt x="312555" y="236665"/>
                </a:lnTo>
                <a:lnTo>
                  <a:pt x="316335" y="214171"/>
                </a:lnTo>
                <a:lnTo>
                  <a:pt x="320970" y="162726"/>
                </a:lnTo>
                <a:lnTo>
                  <a:pt x="323653" y="137164"/>
                </a:lnTo>
                <a:lnTo>
                  <a:pt x="327450" y="108039"/>
                </a:lnTo>
                <a:lnTo>
                  <a:pt x="332848" y="74311"/>
                </a:lnTo>
                <a:lnTo>
                  <a:pt x="336366" y="43555"/>
                </a:lnTo>
                <a:lnTo>
                  <a:pt x="334578" y="21261"/>
                </a:lnTo>
                <a:lnTo>
                  <a:pt x="327353" y="6914"/>
                </a:lnTo>
                <a:lnTo>
                  <a:pt x="31455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2" name="object 242" descr=""/>
          <p:cNvGrpSpPr/>
          <p:nvPr/>
        </p:nvGrpSpPr>
        <p:grpSpPr>
          <a:xfrm>
            <a:off x="2151397" y="4493091"/>
            <a:ext cx="300355" cy="636270"/>
            <a:chOff x="2151397" y="4493091"/>
            <a:chExt cx="300355" cy="636270"/>
          </a:xfrm>
        </p:grpSpPr>
        <p:sp>
          <p:nvSpPr>
            <p:cNvPr id="243" name="object 243" descr=""/>
            <p:cNvSpPr/>
            <p:nvPr/>
          </p:nvSpPr>
          <p:spPr>
            <a:xfrm>
              <a:off x="2151392" y="4493101"/>
              <a:ext cx="300355" cy="636270"/>
            </a:xfrm>
            <a:custGeom>
              <a:avLst/>
              <a:gdLst/>
              <a:ahLst/>
              <a:cxnLst/>
              <a:rect l="l" t="t" r="r" b="b"/>
              <a:pathLst>
                <a:path w="300355" h="636270">
                  <a:moveTo>
                    <a:pt x="299986" y="202679"/>
                  </a:moveTo>
                  <a:lnTo>
                    <a:pt x="279895" y="158432"/>
                  </a:lnTo>
                  <a:lnTo>
                    <a:pt x="253936" y="145440"/>
                  </a:lnTo>
                  <a:lnTo>
                    <a:pt x="251231" y="137426"/>
                  </a:lnTo>
                  <a:lnTo>
                    <a:pt x="221767" y="108762"/>
                  </a:lnTo>
                  <a:lnTo>
                    <a:pt x="215557" y="108559"/>
                  </a:lnTo>
                  <a:lnTo>
                    <a:pt x="213080" y="100253"/>
                  </a:lnTo>
                  <a:lnTo>
                    <a:pt x="176796" y="72961"/>
                  </a:lnTo>
                  <a:lnTo>
                    <a:pt x="169672" y="72428"/>
                  </a:lnTo>
                  <a:lnTo>
                    <a:pt x="163690" y="72593"/>
                  </a:lnTo>
                  <a:lnTo>
                    <a:pt x="161442" y="66103"/>
                  </a:lnTo>
                  <a:lnTo>
                    <a:pt x="131064" y="40068"/>
                  </a:lnTo>
                  <a:lnTo>
                    <a:pt x="124421" y="39128"/>
                  </a:lnTo>
                  <a:lnTo>
                    <a:pt x="118440" y="39141"/>
                  </a:lnTo>
                  <a:lnTo>
                    <a:pt x="118376" y="34455"/>
                  </a:lnTo>
                  <a:lnTo>
                    <a:pt x="94437" y="0"/>
                  </a:lnTo>
                  <a:lnTo>
                    <a:pt x="88125" y="1498"/>
                  </a:lnTo>
                  <a:lnTo>
                    <a:pt x="83096" y="5080"/>
                  </a:lnTo>
                  <a:lnTo>
                    <a:pt x="78778" y="10287"/>
                  </a:lnTo>
                  <a:lnTo>
                    <a:pt x="70866" y="22517"/>
                  </a:lnTo>
                  <a:lnTo>
                    <a:pt x="66357" y="29006"/>
                  </a:lnTo>
                  <a:lnTo>
                    <a:pt x="60744" y="36042"/>
                  </a:lnTo>
                  <a:lnTo>
                    <a:pt x="53708" y="43599"/>
                  </a:lnTo>
                  <a:lnTo>
                    <a:pt x="45643" y="51562"/>
                  </a:lnTo>
                  <a:lnTo>
                    <a:pt x="24739" y="64528"/>
                  </a:lnTo>
                  <a:lnTo>
                    <a:pt x="19824" y="73431"/>
                  </a:lnTo>
                  <a:lnTo>
                    <a:pt x="15925" y="82423"/>
                  </a:lnTo>
                  <a:lnTo>
                    <a:pt x="13906" y="91262"/>
                  </a:lnTo>
                  <a:lnTo>
                    <a:pt x="13169" y="100507"/>
                  </a:lnTo>
                  <a:lnTo>
                    <a:pt x="13030" y="123139"/>
                  </a:lnTo>
                  <a:lnTo>
                    <a:pt x="12585" y="130898"/>
                  </a:lnTo>
                  <a:lnTo>
                    <a:pt x="11506" y="141147"/>
                  </a:lnTo>
                  <a:lnTo>
                    <a:pt x="9702" y="150456"/>
                  </a:lnTo>
                  <a:lnTo>
                    <a:pt x="7493" y="158991"/>
                  </a:lnTo>
                  <a:lnTo>
                    <a:pt x="0" y="183756"/>
                  </a:lnTo>
                  <a:lnTo>
                    <a:pt x="165" y="191477"/>
                  </a:lnTo>
                  <a:lnTo>
                    <a:pt x="2171" y="206743"/>
                  </a:lnTo>
                  <a:lnTo>
                    <a:pt x="7112" y="227698"/>
                  </a:lnTo>
                  <a:lnTo>
                    <a:pt x="14071" y="252704"/>
                  </a:lnTo>
                  <a:lnTo>
                    <a:pt x="29222" y="303987"/>
                  </a:lnTo>
                  <a:lnTo>
                    <a:pt x="35547" y="326415"/>
                  </a:lnTo>
                  <a:lnTo>
                    <a:pt x="45085" y="406552"/>
                  </a:lnTo>
                  <a:lnTo>
                    <a:pt x="46532" y="466051"/>
                  </a:lnTo>
                  <a:lnTo>
                    <a:pt x="47320" y="529780"/>
                  </a:lnTo>
                  <a:lnTo>
                    <a:pt x="48120" y="636079"/>
                  </a:lnTo>
                  <a:lnTo>
                    <a:pt x="57048" y="636079"/>
                  </a:lnTo>
                  <a:lnTo>
                    <a:pt x="56261" y="529602"/>
                  </a:lnTo>
                  <a:lnTo>
                    <a:pt x="55473" y="465683"/>
                  </a:lnTo>
                  <a:lnTo>
                    <a:pt x="54025" y="405980"/>
                  </a:lnTo>
                  <a:lnTo>
                    <a:pt x="51600" y="358990"/>
                  </a:lnTo>
                  <a:lnTo>
                    <a:pt x="38074" y="302399"/>
                  </a:lnTo>
                  <a:lnTo>
                    <a:pt x="22974" y="251294"/>
                  </a:lnTo>
                  <a:lnTo>
                    <a:pt x="16103" y="226720"/>
                  </a:lnTo>
                  <a:lnTo>
                    <a:pt x="11137" y="205994"/>
                  </a:lnTo>
                  <a:lnTo>
                    <a:pt x="9093" y="191274"/>
                  </a:lnTo>
                  <a:lnTo>
                    <a:pt x="8966" y="184988"/>
                  </a:lnTo>
                  <a:lnTo>
                    <a:pt x="16090" y="161417"/>
                  </a:lnTo>
                  <a:lnTo>
                    <a:pt x="18415" y="152425"/>
                  </a:lnTo>
                  <a:lnTo>
                    <a:pt x="20332" y="142430"/>
                  </a:lnTo>
                  <a:lnTo>
                    <a:pt x="21501" y="131406"/>
                  </a:lnTo>
                  <a:lnTo>
                    <a:pt x="21971" y="123393"/>
                  </a:lnTo>
                  <a:lnTo>
                    <a:pt x="22098" y="101269"/>
                  </a:lnTo>
                  <a:lnTo>
                    <a:pt x="22733" y="92976"/>
                  </a:lnTo>
                  <a:lnTo>
                    <a:pt x="24422" y="85318"/>
                  </a:lnTo>
                  <a:lnTo>
                    <a:pt x="27698" y="77749"/>
                  </a:lnTo>
                  <a:lnTo>
                    <a:pt x="31445" y="70878"/>
                  </a:lnTo>
                  <a:lnTo>
                    <a:pt x="51206" y="58635"/>
                  </a:lnTo>
                  <a:lnTo>
                    <a:pt x="59969" y="49949"/>
                  </a:lnTo>
                  <a:lnTo>
                    <a:pt x="67538" y="41846"/>
                  </a:lnTo>
                  <a:lnTo>
                    <a:pt x="73558" y="34290"/>
                  </a:lnTo>
                  <a:lnTo>
                    <a:pt x="78333" y="27444"/>
                  </a:lnTo>
                  <a:lnTo>
                    <a:pt x="87706" y="12687"/>
                  </a:lnTo>
                  <a:lnTo>
                    <a:pt x="90081" y="9194"/>
                  </a:lnTo>
                  <a:lnTo>
                    <a:pt x="101600" y="8636"/>
                  </a:lnTo>
                  <a:lnTo>
                    <a:pt x="106451" y="16002"/>
                  </a:lnTo>
                  <a:lnTo>
                    <a:pt x="109943" y="37833"/>
                  </a:lnTo>
                  <a:lnTo>
                    <a:pt x="109372" y="42595"/>
                  </a:lnTo>
                  <a:lnTo>
                    <a:pt x="109321" y="42824"/>
                  </a:lnTo>
                  <a:lnTo>
                    <a:pt x="103657" y="48729"/>
                  </a:lnTo>
                  <a:lnTo>
                    <a:pt x="96481" y="58191"/>
                  </a:lnTo>
                  <a:lnTo>
                    <a:pt x="78943" y="99161"/>
                  </a:lnTo>
                  <a:lnTo>
                    <a:pt x="74193" y="139928"/>
                  </a:lnTo>
                  <a:lnTo>
                    <a:pt x="76301" y="151206"/>
                  </a:lnTo>
                  <a:lnTo>
                    <a:pt x="80873" y="160464"/>
                  </a:lnTo>
                  <a:lnTo>
                    <a:pt x="85521" y="166827"/>
                  </a:lnTo>
                  <a:lnTo>
                    <a:pt x="100533" y="182778"/>
                  </a:lnTo>
                  <a:lnTo>
                    <a:pt x="112242" y="197002"/>
                  </a:lnTo>
                  <a:lnTo>
                    <a:pt x="139268" y="242811"/>
                  </a:lnTo>
                  <a:lnTo>
                    <a:pt x="146316" y="275767"/>
                  </a:lnTo>
                  <a:lnTo>
                    <a:pt x="145681" y="290385"/>
                  </a:lnTo>
                  <a:lnTo>
                    <a:pt x="145288" y="292823"/>
                  </a:lnTo>
                  <a:lnTo>
                    <a:pt x="146939" y="295122"/>
                  </a:lnTo>
                  <a:lnTo>
                    <a:pt x="150495" y="295554"/>
                  </a:lnTo>
                  <a:lnTo>
                    <a:pt x="152476" y="295376"/>
                  </a:lnTo>
                  <a:lnTo>
                    <a:pt x="154178" y="293878"/>
                  </a:lnTo>
                  <a:lnTo>
                    <a:pt x="154508" y="291820"/>
                  </a:lnTo>
                  <a:lnTo>
                    <a:pt x="155232" y="275755"/>
                  </a:lnTo>
                  <a:lnTo>
                    <a:pt x="152844" y="257911"/>
                  </a:lnTo>
                  <a:lnTo>
                    <a:pt x="130314" y="206997"/>
                  </a:lnTo>
                  <a:lnTo>
                    <a:pt x="92405" y="161099"/>
                  </a:lnTo>
                  <a:lnTo>
                    <a:pt x="88646" y="156019"/>
                  </a:lnTo>
                  <a:lnTo>
                    <a:pt x="84886" y="148653"/>
                  </a:lnTo>
                  <a:lnTo>
                    <a:pt x="83134" y="139852"/>
                  </a:lnTo>
                  <a:lnTo>
                    <a:pt x="83591" y="126809"/>
                  </a:lnTo>
                  <a:lnTo>
                    <a:pt x="97256" y="74739"/>
                  </a:lnTo>
                  <a:lnTo>
                    <a:pt x="130771" y="47371"/>
                  </a:lnTo>
                  <a:lnTo>
                    <a:pt x="139877" y="52870"/>
                  </a:lnTo>
                  <a:lnTo>
                    <a:pt x="155841" y="82245"/>
                  </a:lnTo>
                  <a:lnTo>
                    <a:pt x="167881" y="81368"/>
                  </a:lnTo>
                  <a:lnTo>
                    <a:pt x="205092" y="104419"/>
                  </a:lnTo>
                  <a:lnTo>
                    <a:pt x="206921" y="111340"/>
                  </a:lnTo>
                  <a:lnTo>
                    <a:pt x="206679" y="117106"/>
                  </a:lnTo>
                  <a:lnTo>
                    <a:pt x="211112" y="117373"/>
                  </a:lnTo>
                  <a:lnTo>
                    <a:pt x="243344" y="141732"/>
                  </a:lnTo>
                  <a:lnTo>
                    <a:pt x="246138" y="154584"/>
                  </a:lnTo>
                  <a:lnTo>
                    <a:pt x="250456" y="154241"/>
                  </a:lnTo>
                  <a:lnTo>
                    <a:pt x="284340" y="175272"/>
                  </a:lnTo>
                  <a:lnTo>
                    <a:pt x="291045" y="201396"/>
                  </a:lnTo>
                  <a:lnTo>
                    <a:pt x="288671" y="220878"/>
                  </a:lnTo>
                  <a:lnTo>
                    <a:pt x="285559" y="233464"/>
                  </a:lnTo>
                  <a:lnTo>
                    <a:pt x="281228" y="245452"/>
                  </a:lnTo>
                  <a:lnTo>
                    <a:pt x="276034" y="257162"/>
                  </a:lnTo>
                  <a:lnTo>
                    <a:pt x="238150" y="333794"/>
                  </a:lnTo>
                  <a:lnTo>
                    <a:pt x="226682" y="357530"/>
                  </a:lnTo>
                  <a:lnTo>
                    <a:pt x="214833" y="394817"/>
                  </a:lnTo>
                  <a:lnTo>
                    <a:pt x="209689" y="434543"/>
                  </a:lnTo>
                  <a:lnTo>
                    <a:pt x="208965" y="474433"/>
                  </a:lnTo>
                  <a:lnTo>
                    <a:pt x="210337" y="512203"/>
                  </a:lnTo>
                  <a:lnTo>
                    <a:pt x="210794" y="534162"/>
                  </a:lnTo>
                  <a:lnTo>
                    <a:pt x="211162" y="570255"/>
                  </a:lnTo>
                  <a:lnTo>
                    <a:pt x="211404" y="636079"/>
                  </a:lnTo>
                  <a:lnTo>
                    <a:pt x="220345" y="636079"/>
                  </a:lnTo>
                  <a:lnTo>
                    <a:pt x="220332" y="608101"/>
                  </a:lnTo>
                  <a:lnTo>
                    <a:pt x="219722" y="533819"/>
                  </a:lnTo>
                  <a:lnTo>
                    <a:pt x="219252" y="511797"/>
                  </a:lnTo>
                  <a:lnTo>
                    <a:pt x="217906" y="474802"/>
                  </a:lnTo>
                  <a:lnTo>
                    <a:pt x="218567" y="435813"/>
                  </a:lnTo>
                  <a:lnTo>
                    <a:pt x="223469" y="397167"/>
                  </a:lnTo>
                  <a:lnTo>
                    <a:pt x="234823" y="361200"/>
                  </a:lnTo>
                  <a:lnTo>
                    <a:pt x="237909" y="354596"/>
                  </a:lnTo>
                  <a:lnTo>
                    <a:pt x="284124" y="260997"/>
                  </a:lnTo>
                  <a:lnTo>
                    <a:pt x="289534" y="248767"/>
                  </a:lnTo>
                  <a:lnTo>
                    <a:pt x="294132" y="235991"/>
                  </a:lnTo>
                  <a:lnTo>
                    <a:pt x="297472" y="222491"/>
                  </a:lnTo>
                  <a:lnTo>
                    <a:pt x="299986" y="2026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4" name="object 244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235119" y="4565400"/>
              <a:ext cx="197227" cy="181056"/>
            </a:xfrm>
            <a:prstGeom prst="rect">
              <a:avLst/>
            </a:prstGeom>
          </p:spPr>
        </p:pic>
      </p:grpSp>
      <p:grpSp>
        <p:nvGrpSpPr>
          <p:cNvPr id="245" name="object 245" descr=""/>
          <p:cNvGrpSpPr/>
          <p:nvPr/>
        </p:nvGrpSpPr>
        <p:grpSpPr>
          <a:xfrm>
            <a:off x="1369572" y="4559324"/>
            <a:ext cx="333375" cy="570230"/>
            <a:chOff x="1369572" y="4559324"/>
            <a:chExt cx="333375" cy="570230"/>
          </a:xfrm>
        </p:grpSpPr>
        <p:sp>
          <p:nvSpPr>
            <p:cNvPr id="246" name="object 246" descr=""/>
            <p:cNvSpPr/>
            <p:nvPr/>
          </p:nvSpPr>
          <p:spPr>
            <a:xfrm>
              <a:off x="1369568" y="4559331"/>
              <a:ext cx="333375" cy="570230"/>
            </a:xfrm>
            <a:custGeom>
              <a:avLst/>
              <a:gdLst/>
              <a:ahLst/>
              <a:cxnLst/>
              <a:rect l="l" t="t" r="r" b="b"/>
              <a:pathLst>
                <a:path w="333375" h="570229">
                  <a:moveTo>
                    <a:pt x="332816" y="161505"/>
                  </a:moveTo>
                  <a:lnTo>
                    <a:pt x="324891" y="120751"/>
                  </a:lnTo>
                  <a:lnTo>
                    <a:pt x="298132" y="92062"/>
                  </a:lnTo>
                  <a:lnTo>
                    <a:pt x="264515" y="82118"/>
                  </a:lnTo>
                  <a:lnTo>
                    <a:pt x="260718" y="76009"/>
                  </a:lnTo>
                  <a:lnTo>
                    <a:pt x="255054" y="67970"/>
                  </a:lnTo>
                  <a:lnTo>
                    <a:pt x="248285" y="59969"/>
                  </a:lnTo>
                  <a:lnTo>
                    <a:pt x="246875" y="58813"/>
                  </a:lnTo>
                  <a:lnTo>
                    <a:pt x="245999" y="57238"/>
                  </a:lnTo>
                  <a:lnTo>
                    <a:pt x="243865" y="55829"/>
                  </a:lnTo>
                  <a:lnTo>
                    <a:pt x="241160" y="54076"/>
                  </a:lnTo>
                  <a:lnTo>
                    <a:pt x="241033" y="53949"/>
                  </a:lnTo>
                  <a:lnTo>
                    <a:pt x="240906" y="53886"/>
                  </a:lnTo>
                  <a:lnTo>
                    <a:pt x="240322" y="53555"/>
                  </a:lnTo>
                  <a:lnTo>
                    <a:pt x="236359" y="50901"/>
                  </a:lnTo>
                  <a:lnTo>
                    <a:pt x="232029" y="49060"/>
                  </a:lnTo>
                  <a:lnTo>
                    <a:pt x="227749" y="48018"/>
                  </a:lnTo>
                  <a:lnTo>
                    <a:pt x="227482" y="47980"/>
                  </a:lnTo>
                  <a:lnTo>
                    <a:pt x="217792" y="44907"/>
                  </a:lnTo>
                  <a:lnTo>
                    <a:pt x="209321" y="44907"/>
                  </a:lnTo>
                  <a:lnTo>
                    <a:pt x="203962" y="45440"/>
                  </a:lnTo>
                  <a:lnTo>
                    <a:pt x="199440" y="38011"/>
                  </a:lnTo>
                  <a:lnTo>
                    <a:pt x="196329" y="34226"/>
                  </a:lnTo>
                  <a:lnTo>
                    <a:pt x="196329" y="50101"/>
                  </a:lnTo>
                  <a:lnTo>
                    <a:pt x="194754" y="50444"/>
                  </a:lnTo>
                  <a:lnTo>
                    <a:pt x="151841" y="58039"/>
                  </a:lnTo>
                  <a:lnTo>
                    <a:pt x="138125" y="58547"/>
                  </a:lnTo>
                  <a:lnTo>
                    <a:pt x="132816" y="58458"/>
                  </a:lnTo>
                  <a:lnTo>
                    <a:pt x="148539" y="23507"/>
                  </a:lnTo>
                  <a:lnTo>
                    <a:pt x="155562" y="23088"/>
                  </a:lnTo>
                  <a:lnTo>
                    <a:pt x="161810" y="23355"/>
                  </a:lnTo>
                  <a:lnTo>
                    <a:pt x="196329" y="50101"/>
                  </a:lnTo>
                  <a:lnTo>
                    <a:pt x="196329" y="34226"/>
                  </a:lnTo>
                  <a:lnTo>
                    <a:pt x="163042" y="14503"/>
                  </a:lnTo>
                  <a:lnTo>
                    <a:pt x="155816" y="14135"/>
                  </a:lnTo>
                  <a:lnTo>
                    <a:pt x="147828" y="14579"/>
                  </a:lnTo>
                  <a:lnTo>
                    <a:pt x="139090" y="15811"/>
                  </a:lnTo>
                  <a:lnTo>
                    <a:pt x="132397" y="11201"/>
                  </a:lnTo>
                  <a:lnTo>
                    <a:pt x="132397" y="22009"/>
                  </a:lnTo>
                  <a:lnTo>
                    <a:pt x="129463" y="28511"/>
                  </a:lnTo>
                  <a:lnTo>
                    <a:pt x="126441" y="39687"/>
                  </a:lnTo>
                  <a:lnTo>
                    <a:pt x="124561" y="51269"/>
                  </a:lnTo>
                  <a:lnTo>
                    <a:pt x="123850" y="58267"/>
                  </a:lnTo>
                  <a:lnTo>
                    <a:pt x="117932" y="58331"/>
                  </a:lnTo>
                  <a:lnTo>
                    <a:pt x="82880" y="74002"/>
                  </a:lnTo>
                  <a:lnTo>
                    <a:pt x="63677" y="95148"/>
                  </a:lnTo>
                  <a:lnTo>
                    <a:pt x="61366" y="70332"/>
                  </a:lnTo>
                  <a:lnTo>
                    <a:pt x="60629" y="55676"/>
                  </a:lnTo>
                  <a:lnTo>
                    <a:pt x="61112" y="43472"/>
                  </a:lnTo>
                  <a:lnTo>
                    <a:pt x="90297" y="9880"/>
                  </a:lnTo>
                  <a:lnTo>
                    <a:pt x="101600" y="8877"/>
                  </a:lnTo>
                  <a:lnTo>
                    <a:pt x="111099" y="9994"/>
                  </a:lnTo>
                  <a:lnTo>
                    <a:pt x="120700" y="14058"/>
                  </a:lnTo>
                  <a:lnTo>
                    <a:pt x="132232" y="21869"/>
                  </a:lnTo>
                  <a:lnTo>
                    <a:pt x="132397" y="22009"/>
                  </a:lnTo>
                  <a:lnTo>
                    <a:pt x="132397" y="11201"/>
                  </a:lnTo>
                  <a:lnTo>
                    <a:pt x="125971" y="6769"/>
                  </a:lnTo>
                  <a:lnTo>
                    <a:pt x="114566" y="1701"/>
                  </a:lnTo>
                  <a:lnTo>
                    <a:pt x="102920" y="0"/>
                  </a:lnTo>
                  <a:lnTo>
                    <a:pt x="89065" y="1041"/>
                  </a:lnTo>
                  <a:lnTo>
                    <a:pt x="56476" y="24041"/>
                  </a:lnTo>
                  <a:lnTo>
                    <a:pt x="51714" y="56515"/>
                  </a:lnTo>
                  <a:lnTo>
                    <a:pt x="52463" y="71132"/>
                  </a:lnTo>
                  <a:lnTo>
                    <a:pt x="55168" y="99187"/>
                  </a:lnTo>
                  <a:lnTo>
                    <a:pt x="55257" y="105346"/>
                  </a:lnTo>
                  <a:lnTo>
                    <a:pt x="28155" y="135636"/>
                  </a:lnTo>
                  <a:lnTo>
                    <a:pt x="13589" y="149161"/>
                  </a:lnTo>
                  <a:lnTo>
                    <a:pt x="7988" y="157797"/>
                  </a:lnTo>
                  <a:lnTo>
                    <a:pt x="1968" y="171996"/>
                  </a:lnTo>
                  <a:lnTo>
                    <a:pt x="101" y="185966"/>
                  </a:lnTo>
                  <a:lnTo>
                    <a:pt x="0" y="189255"/>
                  </a:lnTo>
                  <a:lnTo>
                    <a:pt x="508" y="201917"/>
                  </a:lnTo>
                  <a:lnTo>
                    <a:pt x="10160" y="247383"/>
                  </a:lnTo>
                  <a:lnTo>
                    <a:pt x="26670" y="291833"/>
                  </a:lnTo>
                  <a:lnTo>
                    <a:pt x="43319" y="324027"/>
                  </a:lnTo>
                  <a:lnTo>
                    <a:pt x="46723" y="330644"/>
                  </a:lnTo>
                  <a:lnTo>
                    <a:pt x="50342" y="337807"/>
                  </a:lnTo>
                  <a:lnTo>
                    <a:pt x="70523" y="392544"/>
                  </a:lnTo>
                  <a:lnTo>
                    <a:pt x="80429" y="448119"/>
                  </a:lnTo>
                  <a:lnTo>
                    <a:pt x="83197" y="499529"/>
                  </a:lnTo>
                  <a:lnTo>
                    <a:pt x="81965" y="541769"/>
                  </a:lnTo>
                  <a:lnTo>
                    <a:pt x="79857" y="569849"/>
                  </a:lnTo>
                  <a:lnTo>
                    <a:pt x="88823" y="569849"/>
                  </a:lnTo>
                  <a:lnTo>
                    <a:pt x="90932" y="541210"/>
                  </a:lnTo>
                  <a:lnTo>
                    <a:pt x="92062" y="498246"/>
                  </a:lnTo>
                  <a:lnTo>
                    <a:pt x="89115" y="445998"/>
                  </a:lnTo>
                  <a:lnTo>
                    <a:pt x="78930" y="389496"/>
                  </a:lnTo>
                  <a:lnTo>
                    <a:pt x="58356" y="333781"/>
                  </a:lnTo>
                  <a:lnTo>
                    <a:pt x="45034" y="308038"/>
                  </a:lnTo>
                  <a:lnTo>
                    <a:pt x="34632" y="287794"/>
                  </a:lnTo>
                  <a:lnTo>
                    <a:pt x="18669" y="244678"/>
                  </a:lnTo>
                  <a:lnTo>
                    <a:pt x="9423" y="201371"/>
                  </a:lnTo>
                  <a:lnTo>
                    <a:pt x="8839" y="189255"/>
                  </a:lnTo>
                  <a:lnTo>
                    <a:pt x="8915" y="187312"/>
                  </a:lnTo>
                  <a:lnTo>
                    <a:pt x="10414" y="174879"/>
                  </a:lnTo>
                  <a:lnTo>
                    <a:pt x="15455" y="162661"/>
                  </a:lnTo>
                  <a:lnTo>
                    <a:pt x="20472" y="154952"/>
                  </a:lnTo>
                  <a:lnTo>
                    <a:pt x="34277" y="142138"/>
                  </a:lnTo>
                  <a:lnTo>
                    <a:pt x="41922" y="134683"/>
                  </a:lnTo>
                  <a:lnTo>
                    <a:pt x="48120" y="128054"/>
                  </a:lnTo>
                  <a:lnTo>
                    <a:pt x="53695" y="121526"/>
                  </a:lnTo>
                  <a:lnTo>
                    <a:pt x="62979" y="110083"/>
                  </a:lnTo>
                  <a:lnTo>
                    <a:pt x="63169" y="109880"/>
                  </a:lnTo>
                  <a:lnTo>
                    <a:pt x="63512" y="109410"/>
                  </a:lnTo>
                  <a:lnTo>
                    <a:pt x="65379" y="107162"/>
                  </a:lnTo>
                  <a:lnTo>
                    <a:pt x="69608" y="102006"/>
                  </a:lnTo>
                  <a:lnTo>
                    <a:pt x="96748" y="75031"/>
                  </a:lnTo>
                  <a:lnTo>
                    <a:pt x="120078" y="67106"/>
                  </a:lnTo>
                  <a:lnTo>
                    <a:pt x="124891" y="67170"/>
                  </a:lnTo>
                  <a:lnTo>
                    <a:pt x="125006" y="67297"/>
                  </a:lnTo>
                  <a:lnTo>
                    <a:pt x="127889" y="67551"/>
                  </a:lnTo>
                  <a:lnTo>
                    <a:pt x="128701" y="67449"/>
                  </a:lnTo>
                  <a:lnTo>
                    <a:pt x="129565" y="67284"/>
                  </a:lnTo>
                  <a:lnTo>
                    <a:pt x="129857" y="67284"/>
                  </a:lnTo>
                  <a:lnTo>
                    <a:pt x="130352" y="67322"/>
                  </a:lnTo>
                  <a:lnTo>
                    <a:pt x="136702" y="67462"/>
                  </a:lnTo>
                  <a:lnTo>
                    <a:pt x="143548" y="67424"/>
                  </a:lnTo>
                  <a:lnTo>
                    <a:pt x="148336" y="67183"/>
                  </a:lnTo>
                  <a:lnTo>
                    <a:pt x="149783" y="67106"/>
                  </a:lnTo>
                  <a:lnTo>
                    <a:pt x="151803" y="67005"/>
                  </a:lnTo>
                  <a:lnTo>
                    <a:pt x="199567" y="58547"/>
                  </a:lnTo>
                  <a:lnTo>
                    <a:pt x="202755" y="57810"/>
                  </a:lnTo>
                  <a:lnTo>
                    <a:pt x="210845" y="56349"/>
                  </a:lnTo>
                  <a:lnTo>
                    <a:pt x="218173" y="55829"/>
                  </a:lnTo>
                  <a:lnTo>
                    <a:pt x="224904" y="56553"/>
                  </a:lnTo>
                  <a:lnTo>
                    <a:pt x="228688" y="57734"/>
                  </a:lnTo>
                  <a:lnTo>
                    <a:pt x="232359" y="59270"/>
                  </a:lnTo>
                  <a:lnTo>
                    <a:pt x="236258" y="61544"/>
                  </a:lnTo>
                  <a:lnTo>
                    <a:pt x="239636" y="63931"/>
                  </a:lnTo>
                  <a:lnTo>
                    <a:pt x="240804" y="68059"/>
                  </a:lnTo>
                  <a:lnTo>
                    <a:pt x="241274" y="71158"/>
                  </a:lnTo>
                  <a:lnTo>
                    <a:pt x="241350" y="78994"/>
                  </a:lnTo>
                  <a:lnTo>
                    <a:pt x="239687" y="87261"/>
                  </a:lnTo>
                  <a:lnTo>
                    <a:pt x="207721" y="114668"/>
                  </a:lnTo>
                  <a:lnTo>
                    <a:pt x="179793" y="123329"/>
                  </a:lnTo>
                  <a:lnTo>
                    <a:pt x="162128" y="129768"/>
                  </a:lnTo>
                  <a:lnTo>
                    <a:pt x="143383" y="138442"/>
                  </a:lnTo>
                  <a:lnTo>
                    <a:pt x="123926" y="150202"/>
                  </a:lnTo>
                  <a:lnTo>
                    <a:pt x="122110" y="151472"/>
                  </a:lnTo>
                  <a:lnTo>
                    <a:pt x="121246" y="152146"/>
                  </a:lnTo>
                  <a:lnTo>
                    <a:pt x="120777" y="152450"/>
                  </a:lnTo>
                  <a:lnTo>
                    <a:pt x="120611" y="152615"/>
                  </a:lnTo>
                  <a:lnTo>
                    <a:pt x="113245" y="158788"/>
                  </a:lnTo>
                  <a:lnTo>
                    <a:pt x="106680" y="165214"/>
                  </a:lnTo>
                  <a:lnTo>
                    <a:pt x="100965" y="171450"/>
                  </a:lnTo>
                  <a:lnTo>
                    <a:pt x="93522" y="180073"/>
                  </a:lnTo>
                  <a:lnTo>
                    <a:pt x="90779" y="183146"/>
                  </a:lnTo>
                  <a:lnTo>
                    <a:pt x="90944" y="185966"/>
                  </a:lnTo>
                  <a:lnTo>
                    <a:pt x="94627" y="189255"/>
                  </a:lnTo>
                  <a:lnTo>
                    <a:pt x="97434" y="189115"/>
                  </a:lnTo>
                  <a:lnTo>
                    <a:pt x="100253" y="185966"/>
                  </a:lnTo>
                  <a:lnTo>
                    <a:pt x="101523" y="184454"/>
                  </a:lnTo>
                  <a:lnTo>
                    <a:pt x="106756" y="178384"/>
                  </a:lnTo>
                  <a:lnTo>
                    <a:pt x="128511" y="157937"/>
                  </a:lnTo>
                  <a:lnTo>
                    <a:pt x="163842" y="138734"/>
                  </a:lnTo>
                  <a:lnTo>
                    <a:pt x="211302" y="122897"/>
                  </a:lnTo>
                  <a:lnTo>
                    <a:pt x="222440" y="118770"/>
                  </a:lnTo>
                  <a:lnTo>
                    <a:pt x="249415" y="85115"/>
                  </a:lnTo>
                  <a:lnTo>
                    <a:pt x="250393" y="76974"/>
                  </a:lnTo>
                  <a:lnTo>
                    <a:pt x="255041" y="83693"/>
                  </a:lnTo>
                  <a:lnTo>
                    <a:pt x="258953" y="90424"/>
                  </a:lnTo>
                  <a:lnTo>
                    <a:pt x="271018" y="92252"/>
                  </a:lnTo>
                  <a:lnTo>
                    <a:pt x="279095" y="94068"/>
                  </a:lnTo>
                  <a:lnTo>
                    <a:pt x="311861" y="116408"/>
                  </a:lnTo>
                  <a:lnTo>
                    <a:pt x="323862" y="162179"/>
                  </a:lnTo>
                  <a:lnTo>
                    <a:pt x="318973" y="199174"/>
                  </a:lnTo>
                  <a:lnTo>
                    <a:pt x="300583" y="261391"/>
                  </a:lnTo>
                  <a:lnTo>
                    <a:pt x="279730" y="298170"/>
                  </a:lnTo>
                  <a:lnTo>
                    <a:pt x="273646" y="309435"/>
                  </a:lnTo>
                  <a:lnTo>
                    <a:pt x="257708" y="358127"/>
                  </a:lnTo>
                  <a:lnTo>
                    <a:pt x="253784" y="410095"/>
                  </a:lnTo>
                  <a:lnTo>
                    <a:pt x="254127" y="431876"/>
                  </a:lnTo>
                  <a:lnTo>
                    <a:pt x="260819" y="488683"/>
                  </a:lnTo>
                  <a:lnTo>
                    <a:pt x="275336" y="569849"/>
                  </a:lnTo>
                  <a:lnTo>
                    <a:pt x="284416" y="569849"/>
                  </a:lnTo>
                  <a:lnTo>
                    <a:pt x="269671" y="487273"/>
                  </a:lnTo>
                  <a:lnTo>
                    <a:pt x="266433" y="466382"/>
                  </a:lnTo>
                  <a:lnTo>
                    <a:pt x="264388" y="448957"/>
                  </a:lnTo>
                  <a:lnTo>
                    <a:pt x="263042" y="431304"/>
                  </a:lnTo>
                  <a:lnTo>
                    <a:pt x="262712" y="410400"/>
                  </a:lnTo>
                  <a:lnTo>
                    <a:pt x="263842" y="384987"/>
                  </a:lnTo>
                  <a:lnTo>
                    <a:pt x="270637" y="340385"/>
                  </a:lnTo>
                  <a:lnTo>
                    <a:pt x="287604" y="302437"/>
                  </a:lnTo>
                  <a:lnTo>
                    <a:pt x="297345" y="286029"/>
                  </a:lnTo>
                  <a:lnTo>
                    <a:pt x="304825" y="272770"/>
                  </a:lnTo>
                  <a:lnTo>
                    <a:pt x="308622" y="265303"/>
                  </a:lnTo>
                  <a:lnTo>
                    <a:pt x="318490" y="238455"/>
                  </a:lnTo>
                  <a:lnTo>
                    <a:pt x="327875" y="200583"/>
                  </a:lnTo>
                  <a:lnTo>
                    <a:pt x="332816" y="16150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488281" y="4640465"/>
              <a:ext cx="192736" cy="125200"/>
            </a:xfrm>
            <a:prstGeom prst="rect">
              <a:avLst/>
            </a:prstGeom>
          </p:spPr>
        </p:pic>
      </p:grpSp>
      <p:grpSp>
        <p:nvGrpSpPr>
          <p:cNvPr id="248" name="object 248" descr=""/>
          <p:cNvGrpSpPr/>
          <p:nvPr/>
        </p:nvGrpSpPr>
        <p:grpSpPr>
          <a:xfrm>
            <a:off x="820908" y="2770113"/>
            <a:ext cx="3626485" cy="2360930"/>
            <a:chOff x="820908" y="2770113"/>
            <a:chExt cx="3626485" cy="2360930"/>
          </a:xfrm>
        </p:grpSpPr>
        <p:sp>
          <p:nvSpPr>
            <p:cNvPr id="249" name="object 249" descr=""/>
            <p:cNvSpPr/>
            <p:nvPr/>
          </p:nvSpPr>
          <p:spPr>
            <a:xfrm>
              <a:off x="820902" y="4385747"/>
              <a:ext cx="483870" cy="668020"/>
            </a:xfrm>
            <a:custGeom>
              <a:avLst/>
              <a:gdLst/>
              <a:ahLst/>
              <a:cxnLst/>
              <a:rect l="l" t="t" r="r" b="b"/>
              <a:pathLst>
                <a:path w="483869" h="668020">
                  <a:moveTo>
                    <a:pt x="483514" y="13881"/>
                  </a:moveTo>
                  <a:lnTo>
                    <a:pt x="482866" y="8089"/>
                  </a:lnTo>
                  <a:lnTo>
                    <a:pt x="479691" y="3467"/>
                  </a:lnTo>
                  <a:lnTo>
                    <a:pt x="474319" y="622"/>
                  </a:lnTo>
                  <a:lnTo>
                    <a:pt x="467372" y="0"/>
                  </a:lnTo>
                  <a:lnTo>
                    <a:pt x="458889" y="1600"/>
                  </a:lnTo>
                  <a:lnTo>
                    <a:pt x="425183" y="26250"/>
                  </a:lnTo>
                  <a:lnTo>
                    <a:pt x="420090" y="34683"/>
                  </a:lnTo>
                  <a:lnTo>
                    <a:pt x="414731" y="31089"/>
                  </a:lnTo>
                  <a:lnTo>
                    <a:pt x="408228" y="28473"/>
                  </a:lnTo>
                  <a:lnTo>
                    <a:pt x="400900" y="27038"/>
                  </a:lnTo>
                  <a:lnTo>
                    <a:pt x="390461" y="25895"/>
                  </a:lnTo>
                  <a:lnTo>
                    <a:pt x="380479" y="26454"/>
                  </a:lnTo>
                  <a:lnTo>
                    <a:pt x="371525" y="28613"/>
                  </a:lnTo>
                  <a:lnTo>
                    <a:pt x="364159" y="32258"/>
                  </a:lnTo>
                  <a:lnTo>
                    <a:pt x="358914" y="28663"/>
                  </a:lnTo>
                  <a:lnTo>
                    <a:pt x="352450" y="26022"/>
                  </a:lnTo>
                  <a:lnTo>
                    <a:pt x="344970" y="24409"/>
                  </a:lnTo>
                  <a:lnTo>
                    <a:pt x="336664" y="23926"/>
                  </a:lnTo>
                  <a:lnTo>
                    <a:pt x="325628" y="25006"/>
                  </a:lnTo>
                  <a:lnTo>
                    <a:pt x="313994" y="28321"/>
                  </a:lnTo>
                  <a:lnTo>
                    <a:pt x="302755" y="34213"/>
                  </a:lnTo>
                  <a:lnTo>
                    <a:pt x="292887" y="42976"/>
                  </a:lnTo>
                  <a:lnTo>
                    <a:pt x="287909" y="39230"/>
                  </a:lnTo>
                  <a:lnTo>
                    <a:pt x="280504" y="37388"/>
                  </a:lnTo>
                  <a:lnTo>
                    <a:pt x="271703" y="37896"/>
                  </a:lnTo>
                  <a:lnTo>
                    <a:pt x="262191" y="39268"/>
                  </a:lnTo>
                  <a:lnTo>
                    <a:pt x="252463" y="42405"/>
                  </a:lnTo>
                  <a:lnTo>
                    <a:pt x="243408" y="47320"/>
                  </a:lnTo>
                  <a:lnTo>
                    <a:pt x="235966" y="54025"/>
                  </a:lnTo>
                  <a:lnTo>
                    <a:pt x="233781" y="52489"/>
                  </a:lnTo>
                  <a:lnTo>
                    <a:pt x="230974" y="51422"/>
                  </a:lnTo>
                  <a:lnTo>
                    <a:pt x="227596" y="50812"/>
                  </a:lnTo>
                  <a:lnTo>
                    <a:pt x="215519" y="50660"/>
                  </a:lnTo>
                  <a:lnTo>
                    <a:pt x="201142" y="54267"/>
                  </a:lnTo>
                  <a:lnTo>
                    <a:pt x="157124" y="102946"/>
                  </a:lnTo>
                  <a:lnTo>
                    <a:pt x="135483" y="157073"/>
                  </a:lnTo>
                  <a:lnTo>
                    <a:pt x="128041" y="204660"/>
                  </a:lnTo>
                  <a:lnTo>
                    <a:pt x="127825" y="218909"/>
                  </a:lnTo>
                  <a:lnTo>
                    <a:pt x="128600" y="229882"/>
                  </a:lnTo>
                  <a:lnTo>
                    <a:pt x="131876" y="252387"/>
                  </a:lnTo>
                  <a:lnTo>
                    <a:pt x="128498" y="261556"/>
                  </a:lnTo>
                  <a:lnTo>
                    <a:pt x="87287" y="341579"/>
                  </a:lnTo>
                  <a:lnTo>
                    <a:pt x="54838" y="393382"/>
                  </a:lnTo>
                  <a:lnTo>
                    <a:pt x="23495" y="441121"/>
                  </a:lnTo>
                  <a:lnTo>
                    <a:pt x="0" y="475754"/>
                  </a:lnTo>
                  <a:lnTo>
                    <a:pt x="4216" y="485406"/>
                  </a:lnTo>
                  <a:lnTo>
                    <a:pt x="26771" y="452348"/>
                  </a:lnTo>
                  <a:lnTo>
                    <a:pt x="58826" y="403758"/>
                  </a:lnTo>
                  <a:lnTo>
                    <a:pt x="92875" y="349605"/>
                  </a:lnTo>
                  <a:lnTo>
                    <a:pt x="121437" y="299834"/>
                  </a:lnTo>
                  <a:lnTo>
                    <a:pt x="136969" y="264439"/>
                  </a:lnTo>
                  <a:lnTo>
                    <a:pt x="139839" y="249961"/>
                  </a:lnTo>
                  <a:lnTo>
                    <a:pt x="139509" y="243624"/>
                  </a:lnTo>
                  <a:lnTo>
                    <a:pt x="137490" y="228993"/>
                  </a:lnTo>
                  <a:lnTo>
                    <a:pt x="136753" y="218567"/>
                  </a:lnTo>
                  <a:lnTo>
                    <a:pt x="144132" y="159321"/>
                  </a:lnTo>
                  <a:lnTo>
                    <a:pt x="165074" y="107073"/>
                  </a:lnTo>
                  <a:lnTo>
                    <a:pt x="192036" y="69418"/>
                  </a:lnTo>
                  <a:lnTo>
                    <a:pt x="216141" y="59550"/>
                  </a:lnTo>
                  <a:lnTo>
                    <a:pt x="226009" y="59588"/>
                  </a:lnTo>
                  <a:lnTo>
                    <a:pt x="228892" y="60121"/>
                  </a:lnTo>
                  <a:lnTo>
                    <a:pt x="230708" y="61061"/>
                  </a:lnTo>
                  <a:lnTo>
                    <a:pt x="231533" y="62014"/>
                  </a:lnTo>
                  <a:lnTo>
                    <a:pt x="230085" y="67792"/>
                  </a:lnTo>
                  <a:lnTo>
                    <a:pt x="220472" y="79743"/>
                  </a:lnTo>
                  <a:lnTo>
                    <a:pt x="220776" y="82562"/>
                  </a:lnTo>
                  <a:lnTo>
                    <a:pt x="223647" y="84874"/>
                  </a:lnTo>
                  <a:lnTo>
                    <a:pt x="224828" y="85178"/>
                  </a:lnTo>
                  <a:lnTo>
                    <a:pt x="225958" y="85064"/>
                  </a:lnTo>
                  <a:lnTo>
                    <a:pt x="227114" y="84950"/>
                  </a:lnTo>
                  <a:lnTo>
                    <a:pt x="228206" y="84391"/>
                  </a:lnTo>
                  <a:lnTo>
                    <a:pt x="238480" y="71628"/>
                  </a:lnTo>
                  <a:lnTo>
                    <a:pt x="240411" y="63449"/>
                  </a:lnTo>
                  <a:lnTo>
                    <a:pt x="245948" y="56629"/>
                  </a:lnTo>
                  <a:lnTo>
                    <a:pt x="253822" y="51600"/>
                  </a:lnTo>
                  <a:lnTo>
                    <a:pt x="262953" y="48298"/>
                  </a:lnTo>
                  <a:lnTo>
                    <a:pt x="272199" y="46837"/>
                  </a:lnTo>
                  <a:lnTo>
                    <a:pt x="279361" y="46418"/>
                  </a:lnTo>
                  <a:lnTo>
                    <a:pt x="285165" y="47866"/>
                  </a:lnTo>
                  <a:lnTo>
                    <a:pt x="288277" y="50761"/>
                  </a:lnTo>
                  <a:lnTo>
                    <a:pt x="286092" y="57505"/>
                  </a:lnTo>
                  <a:lnTo>
                    <a:pt x="281127" y="65112"/>
                  </a:lnTo>
                  <a:lnTo>
                    <a:pt x="281711" y="67894"/>
                  </a:lnTo>
                  <a:lnTo>
                    <a:pt x="284670" y="69824"/>
                  </a:lnTo>
                  <a:lnTo>
                    <a:pt x="285686" y="70053"/>
                  </a:lnTo>
                  <a:lnTo>
                    <a:pt x="286677" y="69938"/>
                  </a:lnTo>
                  <a:lnTo>
                    <a:pt x="287972" y="69811"/>
                  </a:lnTo>
                  <a:lnTo>
                    <a:pt x="289191" y="69113"/>
                  </a:lnTo>
                  <a:lnTo>
                    <a:pt x="294246" y="61379"/>
                  </a:lnTo>
                  <a:lnTo>
                    <a:pt x="297294" y="51993"/>
                  </a:lnTo>
                  <a:lnTo>
                    <a:pt x="305663" y="43141"/>
                  </a:lnTo>
                  <a:lnTo>
                    <a:pt x="315760" y="37249"/>
                  </a:lnTo>
                  <a:lnTo>
                    <a:pt x="326491" y="33947"/>
                  </a:lnTo>
                  <a:lnTo>
                    <a:pt x="336727" y="32867"/>
                  </a:lnTo>
                  <a:lnTo>
                    <a:pt x="346316" y="32766"/>
                  </a:lnTo>
                  <a:lnTo>
                    <a:pt x="354685" y="35344"/>
                  </a:lnTo>
                  <a:lnTo>
                    <a:pt x="358863" y="39560"/>
                  </a:lnTo>
                  <a:lnTo>
                    <a:pt x="356222" y="51739"/>
                  </a:lnTo>
                  <a:lnTo>
                    <a:pt x="347878" y="62598"/>
                  </a:lnTo>
                  <a:lnTo>
                    <a:pt x="348259" y="65405"/>
                  </a:lnTo>
                  <a:lnTo>
                    <a:pt x="351155" y="67627"/>
                  </a:lnTo>
                  <a:lnTo>
                    <a:pt x="352285" y="67919"/>
                  </a:lnTo>
                  <a:lnTo>
                    <a:pt x="353390" y="67805"/>
                  </a:lnTo>
                  <a:lnTo>
                    <a:pt x="367690" y="41071"/>
                  </a:lnTo>
                  <a:lnTo>
                    <a:pt x="373443" y="37439"/>
                  </a:lnTo>
                  <a:lnTo>
                    <a:pt x="381063" y="35420"/>
                  </a:lnTo>
                  <a:lnTo>
                    <a:pt x="389902" y="34836"/>
                  </a:lnTo>
                  <a:lnTo>
                    <a:pt x="399186" y="35801"/>
                  </a:lnTo>
                  <a:lnTo>
                    <a:pt x="428764" y="67424"/>
                  </a:lnTo>
                  <a:lnTo>
                    <a:pt x="430174" y="93408"/>
                  </a:lnTo>
                  <a:lnTo>
                    <a:pt x="429666" y="102565"/>
                  </a:lnTo>
                  <a:lnTo>
                    <a:pt x="415632" y="163093"/>
                  </a:lnTo>
                  <a:lnTo>
                    <a:pt x="404507" y="187744"/>
                  </a:lnTo>
                  <a:lnTo>
                    <a:pt x="405257" y="190500"/>
                  </a:lnTo>
                  <a:lnTo>
                    <a:pt x="409536" y="192976"/>
                  </a:lnTo>
                  <a:lnTo>
                    <a:pt x="412242" y="192201"/>
                  </a:lnTo>
                  <a:lnTo>
                    <a:pt x="413486" y="190068"/>
                  </a:lnTo>
                  <a:lnTo>
                    <a:pt x="431622" y="140462"/>
                  </a:lnTo>
                  <a:lnTo>
                    <a:pt x="439166" y="92417"/>
                  </a:lnTo>
                  <a:lnTo>
                    <a:pt x="439000" y="79082"/>
                  </a:lnTo>
                  <a:lnTo>
                    <a:pt x="427355" y="40995"/>
                  </a:lnTo>
                  <a:lnTo>
                    <a:pt x="430961" y="33477"/>
                  </a:lnTo>
                  <a:lnTo>
                    <a:pt x="437286" y="25577"/>
                  </a:lnTo>
                  <a:lnTo>
                    <a:pt x="444931" y="18478"/>
                  </a:lnTo>
                  <a:lnTo>
                    <a:pt x="452640" y="13576"/>
                  </a:lnTo>
                  <a:lnTo>
                    <a:pt x="464693" y="8013"/>
                  </a:lnTo>
                  <a:lnTo>
                    <a:pt x="471525" y="8216"/>
                  </a:lnTo>
                  <a:lnTo>
                    <a:pt x="475742" y="11874"/>
                  </a:lnTo>
                  <a:lnTo>
                    <a:pt x="469798" y="32880"/>
                  </a:lnTo>
                  <a:lnTo>
                    <a:pt x="467956" y="40449"/>
                  </a:lnTo>
                  <a:lnTo>
                    <a:pt x="466432" y="48844"/>
                  </a:lnTo>
                  <a:lnTo>
                    <a:pt x="465493" y="58051"/>
                  </a:lnTo>
                  <a:lnTo>
                    <a:pt x="465239" y="68376"/>
                  </a:lnTo>
                  <a:lnTo>
                    <a:pt x="465594" y="76593"/>
                  </a:lnTo>
                  <a:lnTo>
                    <a:pt x="466331" y="83185"/>
                  </a:lnTo>
                  <a:lnTo>
                    <a:pt x="469239" y="100977"/>
                  </a:lnTo>
                  <a:lnTo>
                    <a:pt x="465429" y="123418"/>
                  </a:lnTo>
                  <a:lnTo>
                    <a:pt x="459600" y="133832"/>
                  </a:lnTo>
                  <a:lnTo>
                    <a:pt x="454025" y="144373"/>
                  </a:lnTo>
                  <a:lnTo>
                    <a:pt x="450443" y="152019"/>
                  </a:lnTo>
                  <a:lnTo>
                    <a:pt x="437210" y="183769"/>
                  </a:lnTo>
                  <a:lnTo>
                    <a:pt x="426466" y="206260"/>
                  </a:lnTo>
                  <a:lnTo>
                    <a:pt x="392557" y="256667"/>
                  </a:lnTo>
                  <a:lnTo>
                    <a:pt x="338963" y="293636"/>
                  </a:lnTo>
                  <a:lnTo>
                    <a:pt x="323557" y="303999"/>
                  </a:lnTo>
                  <a:lnTo>
                    <a:pt x="290487" y="338442"/>
                  </a:lnTo>
                  <a:lnTo>
                    <a:pt x="249847" y="397675"/>
                  </a:lnTo>
                  <a:lnTo>
                    <a:pt x="219760" y="442709"/>
                  </a:lnTo>
                  <a:lnTo>
                    <a:pt x="153492" y="543064"/>
                  </a:lnTo>
                  <a:lnTo>
                    <a:pt x="97104" y="629653"/>
                  </a:lnTo>
                  <a:lnTo>
                    <a:pt x="79336" y="657491"/>
                  </a:lnTo>
                  <a:lnTo>
                    <a:pt x="83654" y="667410"/>
                  </a:lnTo>
                  <a:lnTo>
                    <a:pt x="98971" y="643178"/>
                  </a:lnTo>
                  <a:lnTo>
                    <a:pt x="123621" y="605053"/>
                  </a:lnTo>
                  <a:lnTo>
                    <a:pt x="154571" y="557657"/>
                  </a:lnTo>
                  <a:lnTo>
                    <a:pt x="223240" y="453593"/>
                  </a:lnTo>
                  <a:lnTo>
                    <a:pt x="254901" y="406171"/>
                  </a:lnTo>
                  <a:lnTo>
                    <a:pt x="280746" y="368020"/>
                  </a:lnTo>
                  <a:lnTo>
                    <a:pt x="313613" y="324739"/>
                  </a:lnTo>
                  <a:lnTo>
                    <a:pt x="368554" y="287413"/>
                  </a:lnTo>
                  <a:lnTo>
                    <a:pt x="379095" y="280822"/>
                  </a:lnTo>
                  <a:lnTo>
                    <a:pt x="419404" y="235788"/>
                  </a:lnTo>
                  <a:lnTo>
                    <a:pt x="445312" y="187579"/>
                  </a:lnTo>
                  <a:lnTo>
                    <a:pt x="458584" y="155714"/>
                  </a:lnTo>
                  <a:lnTo>
                    <a:pt x="462026" y="148336"/>
                  </a:lnTo>
                  <a:lnTo>
                    <a:pt x="477266" y="105041"/>
                  </a:lnTo>
                  <a:lnTo>
                    <a:pt x="477380" y="98386"/>
                  </a:lnTo>
                  <a:lnTo>
                    <a:pt x="476859" y="92646"/>
                  </a:lnTo>
                  <a:lnTo>
                    <a:pt x="475183" y="81902"/>
                  </a:lnTo>
                  <a:lnTo>
                    <a:pt x="474510" y="75755"/>
                  </a:lnTo>
                  <a:lnTo>
                    <a:pt x="474192" y="68160"/>
                  </a:lnTo>
                  <a:lnTo>
                    <a:pt x="474433" y="58547"/>
                  </a:lnTo>
                  <a:lnTo>
                    <a:pt x="475310" y="50012"/>
                  </a:lnTo>
                  <a:lnTo>
                    <a:pt x="476758" y="42151"/>
                  </a:lnTo>
                  <a:lnTo>
                    <a:pt x="478510" y="34988"/>
                  </a:lnTo>
                  <a:lnTo>
                    <a:pt x="482409" y="20726"/>
                  </a:lnTo>
                  <a:lnTo>
                    <a:pt x="483514" y="1388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0" name="object 250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79084" y="2770113"/>
              <a:ext cx="3567739" cy="2360505"/>
            </a:xfrm>
            <a:prstGeom prst="rect">
              <a:avLst/>
            </a:prstGeom>
          </p:spPr>
        </p:pic>
      </p:grpSp>
      <p:grpSp>
        <p:nvGrpSpPr>
          <p:cNvPr id="251" name="object 251" descr=""/>
          <p:cNvGrpSpPr/>
          <p:nvPr/>
        </p:nvGrpSpPr>
        <p:grpSpPr>
          <a:xfrm>
            <a:off x="5893473" y="2425942"/>
            <a:ext cx="1099185" cy="791845"/>
            <a:chOff x="5893473" y="2425942"/>
            <a:chExt cx="1099185" cy="791845"/>
          </a:xfrm>
        </p:grpSpPr>
        <p:sp>
          <p:nvSpPr>
            <p:cNvPr id="252" name="object 252" descr=""/>
            <p:cNvSpPr/>
            <p:nvPr/>
          </p:nvSpPr>
          <p:spPr>
            <a:xfrm>
              <a:off x="5894648" y="2510456"/>
              <a:ext cx="53340" cy="50165"/>
            </a:xfrm>
            <a:custGeom>
              <a:avLst/>
              <a:gdLst/>
              <a:ahLst/>
              <a:cxnLst/>
              <a:rect l="l" t="t" r="r" b="b"/>
              <a:pathLst>
                <a:path w="53339" h="50164">
                  <a:moveTo>
                    <a:pt x="53014" y="0"/>
                  </a:moveTo>
                  <a:lnTo>
                    <a:pt x="49579" y="4083"/>
                  </a:lnTo>
                  <a:lnTo>
                    <a:pt x="38457" y="15041"/>
                  </a:lnTo>
                  <a:lnTo>
                    <a:pt x="25024" y="26022"/>
                  </a:lnTo>
                  <a:lnTo>
                    <a:pt x="12601" y="35594"/>
                  </a:lnTo>
                  <a:lnTo>
                    <a:pt x="4512" y="42323"/>
                  </a:lnTo>
                  <a:lnTo>
                    <a:pt x="2617" y="44229"/>
                  </a:lnTo>
                  <a:lnTo>
                    <a:pt x="1026" y="46710"/>
                  </a:lnTo>
                  <a:lnTo>
                    <a:pt x="0" y="49663"/>
                  </a:lnTo>
                  <a:lnTo>
                    <a:pt x="25601" y="37477"/>
                  </a:lnTo>
                  <a:lnTo>
                    <a:pt x="41400" y="23810"/>
                  </a:lnTo>
                  <a:lnTo>
                    <a:pt x="49753" y="10654"/>
                  </a:lnTo>
                  <a:lnTo>
                    <a:pt x="53014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5893473" y="2425942"/>
              <a:ext cx="1099185" cy="786130"/>
            </a:xfrm>
            <a:custGeom>
              <a:avLst/>
              <a:gdLst/>
              <a:ahLst/>
              <a:cxnLst/>
              <a:rect l="l" t="t" r="r" b="b"/>
              <a:pathLst>
                <a:path w="1099184" h="786130">
                  <a:moveTo>
                    <a:pt x="299170" y="0"/>
                  </a:moveTo>
                  <a:lnTo>
                    <a:pt x="290475" y="967"/>
                  </a:lnTo>
                  <a:lnTo>
                    <a:pt x="285454" y="2058"/>
                  </a:lnTo>
                  <a:lnTo>
                    <a:pt x="277988" y="3331"/>
                  </a:lnTo>
                  <a:lnTo>
                    <a:pt x="263378" y="5196"/>
                  </a:lnTo>
                  <a:lnTo>
                    <a:pt x="246047" y="6937"/>
                  </a:lnTo>
                  <a:lnTo>
                    <a:pt x="230419" y="7838"/>
                  </a:lnTo>
                  <a:lnTo>
                    <a:pt x="211113" y="9282"/>
                  </a:lnTo>
                  <a:lnTo>
                    <a:pt x="184981" y="12371"/>
                  </a:lnTo>
                  <a:lnTo>
                    <a:pt x="159795" y="15944"/>
                  </a:lnTo>
                  <a:lnTo>
                    <a:pt x="134149" y="20509"/>
                  </a:lnTo>
                  <a:lnTo>
                    <a:pt x="125509" y="21759"/>
                  </a:lnTo>
                  <a:lnTo>
                    <a:pt x="82909" y="51176"/>
                  </a:lnTo>
                  <a:lnTo>
                    <a:pt x="54194" y="84517"/>
                  </a:lnTo>
                  <a:lnTo>
                    <a:pt x="50931" y="95171"/>
                  </a:lnTo>
                  <a:lnTo>
                    <a:pt x="42576" y="108327"/>
                  </a:lnTo>
                  <a:lnTo>
                    <a:pt x="26776" y="121994"/>
                  </a:lnTo>
                  <a:lnTo>
                    <a:pt x="1179" y="134180"/>
                  </a:lnTo>
                  <a:lnTo>
                    <a:pt x="0" y="139908"/>
                  </a:lnTo>
                  <a:lnTo>
                    <a:pt x="25961" y="176518"/>
                  </a:lnTo>
                  <a:lnTo>
                    <a:pt x="41430" y="179257"/>
                  </a:lnTo>
                  <a:lnTo>
                    <a:pt x="50530" y="176109"/>
                  </a:lnTo>
                  <a:lnTo>
                    <a:pt x="92842" y="156179"/>
                  </a:lnTo>
                  <a:lnTo>
                    <a:pt x="132818" y="128864"/>
                  </a:lnTo>
                  <a:lnTo>
                    <a:pt x="139175" y="123364"/>
                  </a:lnTo>
                  <a:lnTo>
                    <a:pt x="145982" y="120894"/>
                  </a:lnTo>
                  <a:lnTo>
                    <a:pt x="157477" y="115482"/>
                  </a:lnTo>
                  <a:lnTo>
                    <a:pt x="173101" y="107615"/>
                  </a:lnTo>
                  <a:lnTo>
                    <a:pt x="192126" y="122490"/>
                  </a:lnTo>
                  <a:lnTo>
                    <a:pt x="210324" y="128095"/>
                  </a:lnTo>
                  <a:lnTo>
                    <a:pt x="224388" y="128334"/>
                  </a:lnTo>
                  <a:lnTo>
                    <a:pt x="231015" y="127112"/>
                  </a:lnTo>
                  <a:lnTo>
                    <a:pt x="233413" y="126233"/>
                  </a:lnTo>
                  <a:lnTo>
                    <a:pt x="232628" y="127510"/>
                  </a:lnTo>
                  <a:lnTo>
                    <a:pt x="234973" y="128316"/>
                  </a:lnTo>
                  <a:lnTo>
                    <a:pt x="249434" y="131562"/>
                  </a:lnTo>
                  <a:lnTo>
                    <a:pt x="253905" y="128295"/>
                  </a:lnTo>
                  <a:lnTo>
                    <a:pt x="258240" y="125562"/>
                  </a:lnTo>
                  <a:lnTo>
                    <a:pt x="260281" y="129468"/>
                  </a:lnTo>
                  <a:lnTo>
                    <a:pt x="265025" y="132651"/>
                  </a:lnTo>
                  <a:lnTo>
                    <a:pt x="270574" y="134075"/>
                  </a:lnTo>
                  <a:lnTo>
                    <a:pt x="271318" y="135175"/>
                  </a:lnTo>
                  <a:lnTo>
                    <a:pt x="271318" y="136358"/>
                  </a:lnTo>
                  <a:lnTo>
                    <a:pt x="272657" y="141915"/>
                  </a:lnTo>
                  <a:lnTo>
                    <a:pt x="316772" y="202611"/>
                  </a:lnTo>
                  <a:lnTo>
                    <a:pt x="330049" y="217937"/>
                  </a:lnTo>
                  <a:lnTo>
                    <a:pt x="314941" y="220144"/>
                  </a:lnTo>
                  <a:lnTo>
                    <a:pt x="298873" y="223947"/>
                  </a:lnTo>
                  <a:lnTo>
                    <a:pt x="283326" y="228535"/>
                  </a:lnTo>
                  <a:lnTo>
                    <a:pt x="269779" y="233098"/>
                  </a:lnTo>
                  <a:lnTo>
                    <a:pt x="440276" y="485321"/>
                  </a:lnTo>
                  <a:lnTo>
                    <a:pt x="444841" y="487195"/>
                  </a:lnTo>
                  <a:lnTo>
                    <a:pt x="454822" y="494200"/>
                  </a:lnTo>
                  <a:lnTo>
                    <a:pt x="460684" y="502491"/>
                  </a:lnTo>
                  <a:lnTo>
                    <a:pt x="463530" y="510911"/>
                  </a:lnTo>
                  <a:lnTo>
                    <a:pt x="464464" y="518304"/>
                  </a:lnTo>
                  <a:lnTo>
                    <a:pt x="460813" y="527286"/>
                  </a:lnTo>
                  <a:lnTo>
                    <a:pt x="427774" y="564052"/>
                  </a:lnTo>
                  <a:lnTo>
                    <a:pt x="391318" y="582483"/>
                  </a:lnTo>
                  <a:lnTo>
                    <a:pt x="350708" y="596093"/>
                  </a:lnTo>
                  <a:lnTo>
                    <a:pt x="337842" y="601082"/>
                  </a:lnTo>
                  <a:lnTo>
                    <a:pt x="327765" y="605921"/>
                  </a:lnTo>
                  <a:lnTo>
                    <a:pt x="320662" y="610094"/>
                  </a:lnTo>
                  <a:lnTo>
                    <a:pt x="312366" y="616290"/>
                  </a:lnTo>
                  <a:lnTo>
                    <a:pt x="305046" y="620827"/>
                  </a:lnTo>
                  <a:lnTo>
                    <a:pt x="296439" y="625785"/>
                  </a:lnTo>
                  <a:lnTo>
                    <a:pt x="288228" y="630249"/>
                  </a:lnTo>
                  <a:lnTo>
                    <a:pt x="276245" y="637831"/>
                  </a:lnTo>
                  <a:lnTo>
                    <a:pt x="259033" y="650129"/>
                  </a:lnTo>
                  <a:lnTo>
                    <a:pt x="242343" y="663198"/>
                  </a:lnTo>
                  <a:lnTo>
                    <a:pt x="220244" y="683965"/>
                  </a:lnTo>
                  <a:lnTo>
                    <a:pt x="200690" y="699370"/>
                  </a:lnTo>
                  <a:lnTo>
                    <a:pt x="180388" y="714495"/>
                  </a:lnTo>
                  <a:lnTo>
                    <a:pt x="166462" y="724528"/>
                  </a:lnTo>
                  <a:lnTo>
                    <a:pt x="161289" y="733820"/>
                  </a:lnTo>
                  <a:lnTo>
                    <a:pt x="168714" y="776548"/>
                  </a:lnTo>
                  <a:lnTo>
                    <a:pt x="175268" y="785605"/>
                  </a:lnTo>
                  <a:lnTo>
                    <a:pt x="211718" y="767037"/>
                  </a:lnTo>
                  <a:lnTo>
                    <a:pt x="237390" y="756856"/>
                  </a:lnTo>
                  <a:lnTo>
                    <a:pt x="254128" y="753192"/>
                  </a:lnTo>
                  <a:lnTo>
                    <a:pt x="263779" y="754172"/>
                  </a:lnTo>
                  <a:lnTo>
                    <a:pt x="269433" y="754161"/>
                  </a:lnTo>
                  <a:lnTo>
                    <a:pt x="279213" y="753795"/>
                  </a:lnTo>
                  <a:lnTo>
                    <a:pt x="284050" y="751554"/>
                  </a:lnTo>
                  <a:lnTo>
                    <a:pt x="293563" y="749588"/>
                  </a:lnTo>
                  <a:lnTo>
                    <a:pt x="308876" y="748275"/>
                  </a:lnTo>
                  <a:lnTo>
                    <a:pt x="326032" y="747117"/>
                  </a:lnTo>
                  <a:lnTo>
                    <a:pt x="341075" y="745617"/>
                  </a:lnTo>
                  <a:lnTo>
                    <a:pt x="354077" y="742717"/>
                  </a:lnTo>
                  <a:lnTo>
                    <a:pt x="367941" y="737775"/>
                  </a:lnTo>
                  <a:lnTo>
                    <a:pt x="382978" y="730920"/>
                  </a:lnTo>
                  <a:lnTo>
                    <a:pt x="399502" y="722277"/>
                  </a:lnTo>
                  <a:lnTo>
                    <a:pt x="428109" y="711710"/>
                  </a:lnTo>
                  <a:lnTo>
                    <a:pt x="470581" y="700411"/>
                  </a:lnTo>
                  <a:lnTo>
                    <a:pt x="513993" y="690498"/>
                  </a:lnTo>
                  <a:lnTo>
                    <a:pt x="545414" y="684090"/>
                  </a:lnTo>
                  <a:lnTo>
                    <a:pt x="569134" y="678763"/>
                  </a:lnTo>
                  <a:lnTo>
                    <a:pt x="597275" y="671847"/>
                  </a:lnTo>
                  <a:lnTo>
                    <a:pt x="628666" y="665092"/>
                  </a:lnTo>
                  <a:lnTo>
                    <a:pt x="662133" y="660248"/>
                  </a:lnTo>
                  <a:lnTo>
                    <a:pt x="703737" y="652636"/>
                  </a:lnTo>
                  <a:lnTo>
                    <a:pt x="752060" y="639696"/>
                  </a:lnTo>
                  <a:lnTo>
                    <a:pt x="794708" y="626328"/>
                  </a:lnTo>
                  <a:lnTo>
                    <a:pt x="819291" y="617432"/>
                  </a:lnTo>
                  <a:lnTo>
                    <a:pt x="875970" y="657211"/>
                  </a:lnTo>
                  <a:lnTo>
                    <a:pt x="1098968" y="506472"/>
                  </a:lnTo>
                  <a:lnTo>
                    <a:pt x="1072444" y="479583"/>
                  </a:lnTo>
                  <a:lnTo>
                    <a:pt x="1034679" y="456202"/>
                  </a:lnTo>
                  <a:lnTo>
                    <a:pt x="989969" y="435825"/>
                  </a:lnTo>
                  <a:lnTo>
                    <a:pt x="942611" y="417951"/>
                  </a:lnTo>
                  <a:lnTo>
                    <a:pt x="896904" y="402078"/>
                  </a:lnTo>
                  <a:lnTo>
                    <a:pt x="857143" y="387701"/>
                  </a:lnTo>
                  <a:lnTo>
                    <a:pt x="803379" y="363811"/>
                  </a:lnTo>
                  <a:lnTo>
                    <a:pt x="751793" y="337051"/>
                  </a:lnTo>
                  <a:lnTo>
                    <a:pt x="707843" y="312682"/>
                  </a:lnTo>
                  <a:lnTo>
                    <a:pt x="676991" y="295966"/>
                  </a:lnTo>
                  <a:lnTo>
                    <a:pt x="651772" y="280217"/>
                  </a:lnTo>
                  <a:lnTo>
                    <a:pt x="624715" y="259201"/>
                  </a:lnTo>
                  <a:lnTo>
                    <a:pt x="601271" y="238882"/>
                  </a:lnTo>
                  <a:lnTo>
                    <a:pt x="586889" y="225224"/>
                  </a:lnTo>
                  <a:lnTo>
                    <a:pt x="576630" y="217341"/>
                  </a:lnTo>
                  <a:lnTo>
                    <a:pt x="561549" y="209350"/>
                  </a:lnTo>
                  <a:lnTo>
                    <a:pt x="541109" y="199742"/>
                  </a:lnTo>
                  <a:lnTo>
                    <a:pt x="514776" y="187006"/>
                  </a:lnTo>
                  <a:lnTo>
                    <a:pt x="481705" y="164235"/>
                  </a:lnTo>
                  <a:lnTo>
                    <a:pt x="446662" y="132742"/>
                  </a:lnTo>
                  <a:lnTo>
                    <a:pt x="417577" y="103371"/>
                  </a:lnTo>
                  <a:lnTo>
                    <a:pt x="402382" y="86967"/>
                  </a:lnTo>
                  <a:lnTo>
                    <a:pt x="392712" y="76969"/>
                  </a:lnTo>
                  <a:lnTo>
                    <a:pt x="364578" y="48780"/>
                  </a:lnTo>
                  <a:lnTo>
                    <a:pt x="356498" y="39890"/>
                  </a:lnTo>
                  <a:lnTo>
                    <a:pt x="350072" y="32370"/>
                  </a:lnTo>
                  <a:lnTo>
                    <a:pt x="339664" y="21621"/>
                  </a:lnTo>
                  <a:lnTo>
                    <a:pt x="328145" y="10891"/>
                  </a:lnTo>
                  <a:lnTo>
                    <a:pt x="318384" y="3430"/>
                  </a:lnTo>
                  <a:lnTo>
                    <a:pt x="309240" y="405"/>
                  </a:lnTo>
                  <a:lnTo>
                    <a:pt x="299170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6068742" y="3179134"/>
              <a:ext cx="88900" cy="38735"/>
            </a:xfrm>
            <a:custGeom>
              <a:avLst/>
              <a:gdLst/>
              <a:ahLst/>
              <a:cxnLst/>
              <a:rect l="l" t="t" r="r" b="b"/>
              <a:pathLst>
                <a:path w="88900" h="38735">
                  <a:moveTo>
                    <a:pt x="78859" y="0"/>
                  </a:moveTo>
                  <a:lnTo>
                    <a:pt x="62121" y="3664"/>
                  </a:lnTo>
                  <a:lnTo>
                    <a:pt x="36449" y="13844"/>
                  </a:lnTo>
                  <a:lnTo>
                    <a:pt x="0" y="32413"/>
                  </a:lnTo>
                  <a:lnTo>
                    <a:pt x="7559" y="38381"/>
                  </a:lnTo>
                  <a:lnTo>
                    <a:pt x="49107" y="23099"/>
                  </a:lnTo>
                  <a:lnTo>
                    <a:pt x="84185" y="917"/>
                  </a:lnTo>
                  <a:lnTo>
                    <a:pt x="87891" y="917"/>
                  </a:lnTo>
                  <a:lnTo>
                    <a:pt x="78859" y="0"/>
                  </a:lnTo>
                  <a:close/>
                </a:path>
                <a:path w="88900" h="38735">
                  <a:moveTo>
                    <a:pt x="87891" y="917"/>
                  </a:moveTo>
                  <a:lnTo>
                    <a:pt x="84185" y="917"/>
                  </a:lnTo>
                  <a:lnTo>
                    <a:pt x="85924" y="990"/>
                  </a:lnTo>
                  <a:lnTo>
                    <a:pt x="88510" y="979"/>
                  </a:lnTo>
                  <a:lnTo>
                    <a:pt x="87891" y="917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5" name="object 255" descr=""/>
          <p:cNvGrpSpPr/>
          <p:nvPr/>
        </p:nvGrpSpPr>
        <p:grpSpPr>
          <a:xfrm>
            <a:off x="5196416" y="2523642"/>
            <a:ext cx="1185545" cy="1504315"/>
            <a:chOff x="5196416" y="2523642"/>
            <a:chExt cx="1185545" cy="1504315"/>
          </a:xfrm>
        </p:grpSpPr>
        <p:sp>
          <p:nvSpPr>
            <p:cNvPr id="256" name="object 256" descr=""/>
            <p:cNvSpPr/>
            <p:nvPr/>
          </p:nvSpPr>
          <p:spPr>
            <a:xfrm>
              <a:off x="5370142" y="2869998"/>
              <a:ext cx="66040" cy="32384"/>
            </a:xfrm>
            <a:custGeom>
              <a:avLst/>
              <a:gdLst/>
              <a:ahLst/>
              <a:cxnLst/>
              <a:rect l="l" t="t" r="r" b="b"/>
              <a:pathLst>
                <a:path w="66039" h="32385">
                  <a:moveTo>
                    <a:pt x="62720" y="0"/>
                  </a:moveTo>
                  <a:lnTo>
                    <a:pt x="59830" y="544"/>
                  </a:lnTo>
                  <a:lnTo>
                    <a:pt x="57349" y="1602"/>
                  </a:lnTo>
                  <a:lnTo>
                    <a:pt x="48091" y="6597"/>
                  </a:lnTo>
                  <a:lnTo>
                    <a:pt x="34581" y="14557"/>
                  </a:lnTo>
                  <a:lnTo>
                    <a:pt x="19384" y="22929"/>
                  </a:lnTo>
                  <a:lnTo>
                    <a:pt x="5067" y="29161"/>
                  </a:lnTo>
                  <a:lnTo>
                    <a:pt x="0" y="30826"/>
                  </a:lnTo>
                  <a:lnTo>
                    <a:pt x="11103" y="31773"/>
                  </a:lnTo>
                  <a:lnTo>
                    <a:pt x="26427" y="28927"/>
                  </a:lnTo>
                  <a:lnTo>
                    <a:pt x="45000" y="19360"/>
                  </a:lnTo>
                  <a:lnTo>
                    <a:pt x="65851" y="146"/>
                  </a:lnTo>
                  <a:lnTo>
                    <a:pt x="62720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5196416" y="2870145"/>
              <a:ext cx="779145" cy="1157605"/>
            </a:xfrm>
            <a:custGeom>
              <a:avLst/>
              <a:gdLst/>
              <a:ahLst/>
              <a:cxnLst/>
              <a:rect l="l" t="t" r="r" b="b"/>
              <a:pathLst>
                <a:path w="779145" h="1157604">
                  <a:moveTo>
                    <a:pt x="239573" y="0"/>
                  </a:moveTo>
                  <a:lnTo>
                    <a:pt x="218722" y="19213"/>
                  </a:lnTo>
                  <a:lnTo>
                    <a:pt x="200149" y="28780"/>
                  </a:lnTo>
                  <a:lnTo>
                    <a:pt x="184826" y="31627"/>
                  </a:lnTo>
                  <a:lnTo>
                    <a:pt x="173722" y="30679"/>
                  </a:lnTo>
                  <a:lnTo>
                    <a:pt x="154574" y="37021"/>
                  </a:lnTo>
                  <a:lnTo>
                    <a:pt x="111900" y="52943"/>
                  </a:lnTo>
                  <a:lnTo>
                    <a:pt x="84532" y="81014"/>
                  </a:lnTo>
                  <a:lnTo>
                    <a:pt x="70733" y="103111"/>
                  </a:lnTo>
                  <a:lnTo>
                    <a:pt x="58027" y="125151"/>
                  </a:lnTo>
                  <a:lnTo>
                    <a:pt x="45418" y="148250"/>
                  </a:lnTo>
                  <a:lnTo>
                    <a:pt x="36878" y="165628"/>
                  </a:lnTo>
                  <a:lnTo>
                    <a:pt x="30217" y="179791"/>
                  </a:lnTo>
                  <a:lnTo>
                    <a:pt x="22143" y="195221"/>
                  </a:lnTo>
                  <a:lnTo>
                    <a:pt x="14968" y="208079"/>
                  </a:lnTo>
                  <a:lnTo>
                    <a:pt x="11004" y="214527"/>
                  </a:lnTo>
                  <a:lnTo>
                    <a:pt x="8116" y="218782"/>
                  </a:lnTo>
                  <a:lnTo>
                    <a:pt x="3978" y="226493"/>
                  </a:lnTo>
                  <a:lnTo>
                    <a:pt x="603" y="235990"/>
                  </a:lnTo>
                  <a:lnTo>
                    <a:pt x="0" y="245605"/>
                  </a:lnTo>
                  <a:lnTo>
                    <a:pt x="3283" y="257440"/>
                  </a:lnTo>
                  <a:lnTo>
                    <a:pt x="8947" y="272127"/>
                  </a:lnTo>
                  <a:lnTo>
                    <a:pt x="15042" y="285794"/>
                  </a:lnTo>
                  <a:lnTo>
                    <a:pt x="19622" y="294566"/>
                  </a:lnTo>
                  <a:lnTo>
                    <a:pt x="24858" y="305376"/>
                  </a:lnTo>
                  <a:lnTo>
                    <a:pt x="40525" y="341990"/>
                  </a:lnTo>
                  <a:lnTo>
                    <a:pt x="46197" y="354690"/>
                  </a:lnTo>
                  <a:lnTo>
                    <a:pt x="55755" y="374905"/>
                  </a:lnTo>
                  <a:lnTo>
                    <a:pt x="72169" y="412840"/>
                  </a:lnTo>
                  <a:lnTo>
                    <a:pt x="88329" y="457097"/>
                  </a:lnTo>
                  <a:lnTo>
                    <a:pt x="97127" y="496278"/>
                  </a:lnTo>
                  <a:lnTo>
                    <a:pt x="99130" y="525458"/>
                  </a:lnTo>
                  <a:lnTo>
                    <a:pt x="100427" y="548005"/>
                  </a:lnTo>
                  <a:lnTo>
                    <a:pt x="102221" y="564979"/>
                  </a:lnTo>
                  <a:lnTo>
                    <a:pt x="105714" y="577437"/>
                  </a:lnTo>
                  <a:lnTo>
                    <a:pt x="113025" y="595873"/>
                  </a:lnTo>
                  <a:lnTo>
                    <a:pt x="123137" y="625200"/>
                  </a:lnTo>
                  <a:lnTo>
                    <a:pt x="132551" y="658140"/>
                  </a:lnTo>
                  <a:lnTo>
                    <a:pt x="137765" y="687413"/>
                  </a:lnTo>
                  <a:lnTo>
                    <a:pt x="141774" y="722272"/>
                  </a:lnTo>
                  <a:lnTo>
                    <a:pt x="148005" y="772138"/>
                  </a:lnTo>
                  <a:lnTo>
                    <a:pt x="153609" y="829983"/>
                  </a:lnTo>
                  <a:lnTo>
                    <a:pt x="155733" y="888779"/>
                  </a:lnTo>
                  <a:lnTo>
                    <a:pt x="154252" y="931031"/>
                  </a:lnTo>
                  <a:lnTo>
                    <a:pt x="151943" y="979360"/>
                  </a:lnTo>
                  <a:lnTo>
                    <a:pt x="150874" y="1029967"/>
                  </a:lnTo>
                  <a:lnTo>
                    <a:pt x="153114" y="1079051"/>
                  </a:lnTo>
                  <a:lnTo>
                    <a:pt x="160732" y="1122812"/>
                  </a:lnTo>
                  <a:lnTo>
                    <a:pt x="175795" y="1157451"/>
                  </a:lnTo>
                  <a:lnTo>
                    <a:pt x="398794" y="1006712"/>
                  </a:lnTo>
                  <a:lnTo>
                    <a:pt x="383014" y="939301"/>
                  </a:lnTo>
                  <a:lnTo>
                    <a:pt x="400432" y="919803"/>
                  </a:lnTo>
                  <a:lnTo>
                    <a:pt x="428734" y="885209"/>
                  </a:lnTo>
                  <a:lnTo>
                    <a:pt x="458753" y="845191"/>
                  </a:lnTo>
                  <a:lnTo>
                    <a:pt x="481325" y="809420"/>
                  </a:lnTo>
                  <a:lnTo>
                    <a:pt x="498296" y="780175"/>
                  </a:lnTo>
                  <a:lnTo>
                    <a:pt x="516265" y="753566"/>
                  </a:lnTo>
                  <a:lnTo>
                    <a:pt x="533172" y="730030"/>
                  </a:lnTo>
                  <a:lnTo>
                    <a:pt x="546957" y="710009"/>
                  </a:lnTo>
                  <a:lnTo>
                    <a:pt x="564616" y="683240"/>
                  </a:lnTo>
                  <a:lnTo>
                    <a:pt x="589999" y="646654"/>
                  </a:lnTo>
                  <a:lnTo>
                    <a:pt x="616317" y="611456"/>
                  </a:lnTo>
                  <a:lnTo>
                    <a:pt x="636786" y="588851"/>
                  </a:lnTo>
                  <a:lnTo>
                    <a:pt x="650969" y="576744"/>
                  </a:lnTo>
                  <a:lnTo>
                    <a:pt x="662937" y="565346"/>
                  </a:lnTo>
                  <a:lnTo>
                    <a:pt x="672691" y="554321"/>
                  </a:lnTo>
                  <a:lnTo>
                    <a:pt x="680230" y="543334"/>
                  </a:lnTo>
                  <a:lnTo>
                    <a:pt x="687227" y="529933"/>
                  </a:lnTo>
                  <a:lnTo>
                    <a:pt x="694696" y="514446"/>
                  </a:lnTo>
                  <a:lnTo>
                    <a:pt x="701622" y="500728"/>
                  </a:lnTo>
                  <a:lnTo>
                    <a:pt x="706994" y="492634"/>
                  </a:lnTo>
                  <a:lnTo>
                    <a:pt x="710878" y="488979"/>
                  </a:lnTo>
                  <a:lnTo>
                    <a:pt x="714868" y="480048"/>
                  </a:lnTo>
                  <a:lnTo>
                    <a:pt x="716983" y="474802"/>
                  </a:lnTo>
                  <a:lnTo>
                    <a:pt x="719672" y="465478"/>
                  </a:lnTo>
                  <a:lnTo>
                    <a:pt x="729311" y="451312"/>
                  </a:lnTo>
                  <a:lnTo>
                    <a:pt x="748324" y="431289"/>
                  </a:lnTo>
                  <a:lnTo>
                    <a:pt x="779138" y="404396"/>
                  </a:lnTo>
                  <a:lnTo>
                    <a:pt x="778164" y="401087"/>
                  </a:lnTo>
                  <a:lnTo>
                    <a:pt x="736301" y="372110"/>
                  </a:lnTo>
                  <a:lnTo>
                    <a:pt x="725747" y="373444"/>
                  </a:lnTo>
                  <a:lnTo>
                    <a:pt x="711247" y="382631"/>
                  </a:lnTo>
                  <a:lnTo>
                    <a:pt x="689646" y="395830"/>
                  </a:lnTo>
                  <a:lnTo>
                    <a:pt x="668065" y="408229"/>
                  </a:lnTo>
                  <a:lnTo>
                    <a:pt x="640559" y="420997"/>
                  </a:lnTo>
                  <a:lnTo>
                    <a:pt x="622212" y="431615"/>
                  </a:lnTo>
                  <a:lnTo>
                    <a:pt x="604386" y="443002"/>
                  </a:lnTo>
                  <a:lnTo>
                    <a:pt x="592882" y="451295"/>
                  </a:lnTo>
                  <a:lnTo>
                    <a:pt x="585675" y="457246"/>
                  </a:lnTo>
                  <a:lnTo>
                    <a:pt x="577865" y="463383"/>
                  </a:lnTo>
                  <a:lnTo>
                    <a:pt x="570926" y="468484"/>
                  </a:lnTo>
                  <a:lnTo>
                    <a:pt x="562080" y="473873"/>
                  </a:lnTo>
                  <a:lnTo>
                    <a:pt x="555561" y="478909"/>
                  </a:lnTo>
                  <a:lnTo>
                    <a:pt x="547318" y="486454"/>
                  </a:lnTo>
                  <a:lnTo>
                    <a:pt x="537899" y="496529"/>
                  </a:lnTo>
                  <a:lnTo>
                    <a:pt x="525623" y="511155"/>
                  </a:lnTo>
                  <a:lnTo>
                    <a:pt x="510121" y="529140"/>
                  </a:lnTo>
                  <a:lnTo>
                    <a:pt x="479430" y="556098"/>
                  </a:lnTo>
                  <a:lnTo>
                    <a:pt x="432993" y="573052"/>
                  </a:lnTo>
                  <a:lnTo>
                    <a:pt x="423296" y="573092"/>
                  </a:lnTo>
                  <a:lnTo>
                    <a:pt x="416788" y="569465"/>
                  </a:lnTo>
                  <a:lnTo>
                    <a:pt x="410037" y="563684"/>
                  </a:lnTo>
                  <a:lnTo>
                    <a:pt x="404530" y="555154"/>
                  </a:lnTo>
                  <a:lnTo>
                    <a:pt x="401757" y="543281"/>
                  </a:lnTo>
                  <a:lnTo>
                    <a:pt x="401715" y="538350"/>
                  </a:lnTo>
                  <a:lnTo>
                    <a:pt x="231228" y="286116"/>
                  </a:lnTo>
                  <a:lnTo>
                    <a:pt x="221945" y="296986"/>
                  </a:lnTo>
                  <a:lnTo>
                    <a:pt x="211894" y="309702"/>
                  </a:lnTo>
                  <a:lnTo>
                    <a:pt x="202377" y="323196"/>
                  </a:lnTo>
                  <a:lnTo>
                    <a:pt x="194695" y="336398"/>
                  </a:lnTo>
                  <a:lnTo>
                    <a:pt x="185423" y="318363"/>
                  </a:lnTo>
                  <a:lnTo>
                    <a:pt x="166371" y="282414"/>
                  </a:lnTo>
                  <a:lnTo>
                    <a:pt x="140896" y="251489"/>
                  </a:lnTo>
                  <a:lnTo>
                    <a:pt x="139796" y="251039"/>
                  </a:lnTo>
                  <a:lnTo>
                    <a:pt x="139053" y="249950"/>
                  </a:lnTo>
                  <a:lnTo>
                    <a:pt x="139796" y="244254"/>
                  </a:lnTo>
                  <a:lnTo>
                    <a:pt x="138613" y="238673"/>
                  </a:lnTo>
                  <a:lnTo>
                    <a:pt x="135744" y="235322"/>
                  </a:lnTo>
                  <a:lnTo>
                    <a:pt x="139901" y="232317"/>
                  </a:lnTo>
                  <a:lnTo>
                    <a:pt x="144602" y="229385"/>
                  </a:lnTo>
                  <a:lnTo>
                    <a:pt x="146979" y="214757"/>
                  </a:lnTo>
                  <a:lnTo>
                    <a:pt x="147105" y="212286"/>
                  </a:lnTo>
                  <a:lnTo>
                    <a:pt x="145629" y="212538"/>
                  </a:lnTo>
                  <a:lnTo>
                    <a:pt x="147335" y="210632"/>
                  </a:lnTo>
                  <a:lnTo>
                    <a:pt x="150942" y="204942"/>
                  </a:lnTo>
                  <a:lnTo>
                    <a:pt x="155963" y="191805"/>
                  </a:lnTo>
                  <a:lnTo>
                    <a:pt x="157545" y="172834"/>
                  </a:lnTo>
                  <a:lnTo>
                    <a:pt x="150833" y="149639"/>
                  </a:lnTo>
                  <a:lnTo>
                    <a:pt x="163955" y="138073"/>
                  </a:lnTo>
                  <a:lnTo>
                    <a:pt x="173264" y="129420"/>
                  </a:lnTo>
                  <a:lnTo>
                    <a:pt x="178099" y="124017"/>
                  </a:lnTo>
                  <a:lnTo>
                    <a:pt x="185569" y="120173"/>
                  </a:lnTo>
                  <a:lnTo>
                    <a:pt x="225815" y="93264"/>
                  </a:lnTo>
                  <a:lnTo>
                    <a:pt x="260088" y="61429"/>
                  </a:lnTo>
                  <a:lnTo>
                    <a:pt x="269622" y="38781"/>
                  </a:lnTo>
                  <a:lnTo>
                    <a:pt x="268302" y="27338"/>
                  </a:lnTo>
                  <a:lnTo>
                    <a:pt x="262997" y="15475"/>
                  </a:lnTo>
                  <a:lnTo>
                    <a:pt x="257287" y="8535"/>
                  </a:lnTo>
                  <a:lnTo>
                    <a:pt x="251316" y="3807"/>
                  </a:lnTo>
                  <a:lnTo>
                    <a:pt x="245330" y="1044"/>
                  </a:lnTo>
                  <a:lnTo>
                    <a:pt x="239573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8" name="object 258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5913404" y="3274535"/>
              <a:ext cx="64877" cy="70406"/>
            </a:xfrm>
            <a:prstGeom prst="rect">
              <a:avLst/>
            </a:prstGeom>
          </p:spPr>
        </p:pic>
        <p:sp>
          <p:nvSpPr>
            <p:cNvPr id="259" name="object 259" descr=""/>
            <p:cNvSpPr/>
            <p:nvPr/>
          </p:nvSpPr>
          <p:spPr>
            <a:xfrm>
              <a:off x="5329909" y="2523642"/>
              <a:ext cx="1052195" cy="913765"/>
            </a:xfrm>
            <a:custGeom>
              <a:avLst/>
              <a:gdLst/>
              <a:ahLst/>
              <a:cxnLst/>
              <a:rect l="l" t="t" r="r" b="b"/>
              <a:pathLst>
                <a:path w="1052195" h="913764">
                  <a:moveTo>
                    <a:pt x="793523" y="0"/>
                  </a:moveTo>
                  <a:lnTo>
                    <a:pt x="763123" y="1321"/>
                  </a:lnTo>
                  <a:lnTo>
                    <a:pt x="733437" y="14177"/>
                  </a:lnTo>
                  <a:lnTo>
                    <a:pt x="104922" y="433641"/>
                  </a:lnTo>
                  <a:lnTo>
                    <a:pt x="101394" y="432834"/>
                  </a:lnTo>
                  <a:lnTo>
                    <a:pt x="97551" y="433431"/>
                  </a:lnTo>
                  <a:lnTo>
                    <a:pt x="51448" y="464205"/>
                  </a:lnTo>
                  <a:lnTo>
                    <a:pt x="49406" y="467525"/>
                  </a:lnTo>
                  <a:lnTo>
                    <a:pt x="48798" y="471085"/>
                  </a:lnTo>
                  <a:lnTo>
                    <a:pt x="37783" y="478435"/>
                  </a:lnTo>
                  <a:lnTo>
                    <a:pt x="14516" y="500926"/>
                  </a:lnTo>
                  <a:lnTo>
                    <a:pt x="1627" y="528496"/>
                  </a:lnTo>
                  <a:lnTo>
                    <a:pt x="0" y="557692"/>
                  </a:lnTo>
                  <a:lnTo>
                    <a:pt x="10517" y="585060"/>
                  </a:lnTo>
                  <a:lnTo>
                    <a:pt x="209547" y="883282"/>
                  </a:lnTo>
                  <a:lnTo>
                    <a:pt x="230781" y="903486"/>
                  </a:lnTo>
                  <a:lnTo>
                    <a:pt x="258363" y="913182"/>
                  </a:lnTo>
                  <a:lnTo>
                    <a:pt x="288763" y="911855"/>
                  </a:lnTo>
                  <a:lnTo>
                    <a:pt x="318455" y="898988"/>
                  </a:lnTo>
                  <a:lnTo>
                    <a:pt x="359407" y="871680"/>
                  </a:lnTo>
                  <a:lnTo>
                    <a:pt x="364045" y="873481"/>
                  </a:lnTo>
                  <a:lnTo>
                    <a:pt x="370035" y="872821"/>
                  </a:lnTo>
                  <a:lnTo>
                    <a:pt x="428263" y="833953"/>
                  </a:lnTo>
                  <a:lnTo>
                    <a:pt x="431174" y="828686"/>
                  </a:lnTo>
                  <a:lnTo>
                    <a:pt x="431300" y="823681"/>
                  </a:lnTo>
                  <a:lnTo>
                    <a:pt x="442504" y="816215"/>
                  </a:lnTo>
                  <a:lnTo>
                    <a:pt x="443781" y="816446"/>
                  </a:lnTo>
                  <a:lnTo>
                    <a:pt x="444975" y="816247"/>
                  </a:lnTo>
                  <a:lnTo>
                    <a:pt x="463739" y="803734"/>
                  </a:lnTo>
                  <a:lnTo>
                    <a:pt x="464377" y="802698"/>
                  </a:lnTo>
                  <a:lnTo>
                    <a:pt x="464650" y="801431"/>
                  </a:lnTo>
                  <a:lnTo>
                    <a:pt x="1014109" y="434730"/>
                  </a:lnTo>
                  <a:lnTo>
                    <a:pt x="1037370" y="412250"/>
                  </a:lnTo>
                  <a:lnTo>
                    <a:pt x="1050257" y="384685"/>
                  </a:lnTo>
                  <a:lnTo>
                    <a:pt x="1051887" y="355498"/>
                  </a:lnTo>
                  <a:lnTo>
                    <a:pt x="1041376" y="328147"/>
                  </a:lnTo>
                  <a:lnTo>
                    <a:pt x="842355" y="29925"/>
                  </a:lnTo>
                  <a:lnTo>
                    <a:pt x="821109" y="9704"/>
                  </a:lnTo>
                  <a:lnTo>
                    <a:pt x="793523" y="0"/>
                  </a:lnTo>
                  <a:close/>
                </a:path>
              </a:pathLst>
            </a:custGeom>
            <a:solidFill>
              <a:srgbClr val="0202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5319112" y="2530854"/>
              <a:ext cx="1052195" cy="913765"/>
            </a:xfrm>
            <a:custGeom>
              <a:avLst/>
              <a:gdLst/>
              <a:ahLst/>
              <a:cxnLst/>
              <a:rect l="l" t="t" r="r" b="b"/>
              <a:pathLst>
                <a:path w="1052195" h="913764">
                  <a:moveTo>
                    <a:pt x="793511" y="0"/>
                  </a:moveTo>
                  <a:lnTo>
                    <a:pt x="763113" y="1325"/>
                  </a:lnTo>
                  <a:lnTo>
                    <a:pt x="733423" y="14188"/>
                  </a:lnTo>
                  <a:lnTo>
                    <a:pt x="104908" y="433630"/>
                  </a:lnTo>
                  <a:lnTo>
                    <a:pt x="101368" y="432834"/>
                  </a:lnTo>
                  <a:lnTo>
                    <a:pt x="97557" y="433431"/>
                  </a:lnTo>
                  <a:lnTo>
                    <a:pt x="51433" y="464216"/>
                  </a:lnTo>
                  <a:lnTo>
                    <a:pt x="49412" y="467525"/>
                  </a:lnTo>
                  <a:lnTo>
                    <a:pt x="48794" y="471085"/>
                  </a:lnTo>
                  <a:lnTo>
                    <a:pt x="37768" y="478446"/>
                  </a:lnTo>
                  <a:lnTo>
                    <a:pt x="14509" y="500934"/>
                  </a:lnTo>
                  <a:lnTo>
                    <a:pt x="1625" y="528496"/>
                  </a:lnTo>
                  <a:lnTo>
                    <a:pt x="0" y="557685"/>
                  </a:lnTo>
                  <a:lnTo>
                    <a:pt x="10513" y="585050"/>
                  </a:lnTo>
                  <a:lnTo>
                    <a:pt x="209554" y="883261"/>
                  </a:lnTo>
                  <a:lnTo>
                    <a:pt x="230781" y="903475"/>
                  </a:lnTo>
                  <a:lnTo>
                    <a:pt x="258358" y="913173"/>
                  </a:lnTo>
                  <a:lnTo>
                    <a:pt x="288755" y="911850"/>
                  </a:lnTo>
                  <a:lnTo>
                    <a:pt x="318440" y="898998"/>
                  </a:lnTo>
                  <a:lnTo>
                    <a:pt x="359392" y="871669"/>
                  </a:lnTo>
                  <a:lnTo>
                    <a:pt x="364052" y="873491"/>
                  </a:lnTo>
                  <a:lnTo>
                    <a:pt x="370041" y="872800"/>
                  </a:lnTo>
                  <a:lnTo>
                    <a:pt x="428259" y="833964"/>
                  </a:lnTo>
                  <a:lnTo>
                    <a:pt x="431170" y="828676"/>
                  </a:lnTo>
                  <a:lnTo>
                    <a:pt x="431296" y="823692"/>
                  </a:lnTo>
                  <a:lnTo>
                    <a:pt x="442510" y="816195"/>
                  </a:lnTo>
                  <a:lnTo>
                    <a:pt x="443766" y="816435"/>
                  </a:lnTo>
                  <a:lnTo>
                    <a:pt x="444960" y="816257"/>
                  </a:lnTo>
                  <a:lnTo>
                    <a:pt x="463713" y="803724"/>
                  </a:lnTo>
                  <a:lnTo>
                    <a:pt x="464373" y="802687"/>
                  </a:lnTo>
                  <a:lnTo>
                    <a:pt x="464645" y="801420"/>
                  </a:lnTo>
                  <a:lnTo>
                    <a:pt x="1014095" y="434740"/>
                  </a:lnTo>
                  <a:lnTo>
                    <a:pt x="1037356" y="412254"/>
                  </a:lnTo>
                  <a:lnTo>
                    <a:pt x="1050241" y="384685"/>
                  </a:lnTo>
                  <a:lnTo>
                    <a:pt x="1051868" y="355493"/>
                  </a:lnTo>
                  <a:lnTo>
                    <a:pt x="1041350" y="328136"/>
                  </a:lnTo>
                  <a:lnTo>
                    <a:pt x="842330" y="29915"/>
                  </a:lnTo>
                  <a:lnTo>
                    <a:pt x="821092" y="9699"/>
                  </a:lnTo>
                  <a:lnTo>
                    <a:pt x="793511" y="0"/>
                  </a:lnTo>
                  <a:close/>
                </a:path>
              </a:pathLst>
            </a:custGeom>
            <a:solidFill>
              <a:srgbClr val="1116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5317155" y="2532163"/>
              <a:ext cx="1052195" cy="913765"/>
            </a:xfrm>
            <a:custGeom>
              <a:avLst/>
              <a:gdLst/>
              <a:ahLst/>
              <a:cxnLst/>
              <a:rect l="l" t="t" r="r" b="b"/>
              <a:pathLst>
                <a:path w="1052195" h="913764">
                  <a:moveTo>
                    <a:pt x="793520" y="0"/>
                  </a:moveTo>
                  <a:lnTo>
                    <a:pt x="763123" y="1325"/>
                  </a:lnTo>
                  <a:lnTo>
                    <a:pt x="733433" y="14182"/>
                  </a:lnTo>
                  <a:lnTo>
                    <a:pt x="104918" y="433636"/>
                  </a:lnTo>
                  <a:lnTo>
                    <a:pt x="101389" y="432840"/>
                  </a:lnTo>
                  <a:lnTo>
                    <a:pt x="97557" y="433426"/>
                  </a:lnTo>
                  <a:lnTo>
                    <a:pt x="51432" y="464210"/>
                  </a:lnTo>
                  <a:lnTo>
                    <a:pt x="49422" y="467509"/>
                  </a:lnTo>
                  <a:lnTo>
                    <a:pt x="48794" y="471090"/>
                  </a:lnTo>
                  <a:lnTo>
                    <a:pt x="37789" y="478430"/>
                  </a:lnTo>
                  <a:lnTo>
                    <a:pt x="14517" y="500917"/>
                  </a:lnTo>
                  <a:lnTo>
                    <a:pt x="1628" y="528486"/>
                  </a:lnTo>
                  <a:lnTo>
                    <a:pt x="0" y="557681"/>
                  </a:lnTo>
                  <a:lnTo>
                    <a:pt x="10512" y="585045"/>
                  </a:lnTo>
                  <a:lnTo>
                    <a:pt x="209553" y="883276"/>
                  </a:lnTo>
                  <a:lnTo>
                    <a:pt x="230781" y="903480"/>
                  </a:lnTo>
                  <a:lnTo>
                    <a:pt x="258359" y="913175"/>
                  </a:lnTo>
                  <a:lnTo>
                    <a:pt x="288759" y="911850"/>
                  </a:lnTo>
                  <a:lnTo>
                    <a:pt x="318451" y="898993"/>
                  </a:lnTo>
                  <a:lnTo>
                    <a:pt x="359402" y="871664"/>
                  </a:lnTo>
                  <a:lnTo>
                    <a:pt x="364051" y="873476"/>
                  </a:lnTo>
                  <a:lnTo>
                    <a:pt x="370041" y="872805"/>
                  </a:lnTo>
                  <a:lnTo>
                    <a:pt x="428259" y="833937"/>
                  </a:lnTo>
                  <a:lnTo>
                    <a:pt x="431170" y="828681"/>
                  </a:lnTo>
                  <a:lnTo>
                    <a:pt x="431306" y="823666"/>
                  </a:lnTo>
                  <a:lnTo>
                    <a:pt x="442499" y="816200"/>
                  </a:lnTo>
                  <a:lnTo>
                    <a:pt x="443777" y="816441"/>
                  </a:lnTo>
                  <a:lnTo>
                    <a:pt x="444991" y="816231"/>
                  </a:lnTo>
                  <a:lnTo>
                    <a:pt x="463724" y="803718"/>
                  </a:lnTo>
                  <a:lnTo>
                    <a:pt x="464373" y="802682"/>
                  </a:lnTo>
                  <a:lnTo>
                    <a:pt x="464645" y="801415"/>
                  </a:lnTo>
                  <a:lnTo>
                    <a:pt x="1014105" y="434724"/>
                  </a:lnTo>
                  <a:lnTo>
                    <a:pt x="1037366" y="412241"/>
                  </a:lnTo>
                  <a:lnTo>
                    <a:pt x="1050252" y="384679"/>
                  </a:lnTo>
                  <a:lnTo>
                    <a:pt x="1051878" y="355491"/>
                  </a:lnTo>
                  <a:lnTo>
                    <a:pt x="1041360" y="328131"/>
                  </a:lnTo>
                  <a:lnTo>
                    <a:pt x="842330" y="29920"/>
                  </a:lnTo>
                  <a:lnTo>
                    <a:pt x="821098" y="9700"/>
                  </a:lnTo>
                  <a:lnTo>
                    <a:pt x="79352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2" name="object 262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444957" y="3180985"/>
              <a:ext cx="70270" cy="100981"/>
            </a:xfrm>
            <a:prstGeom prst="rect">
              <a:avLst/>
            </a:prstGeom>
          </p:spPr>
        </p:pic>
        <p:pic>
          <p:nvPicPr>
            <p:cNvPr id="263" name="object 263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5384526" y="2586811"/>
              <a:ext cx="899302" cy="815776"/>
            </a:xfrm>
            <a:prstGeom prst="rect">
              <a:avLst/>
            </a:prstGeom>
          </p:spPr>
        </p:pic>
      </p:grpSp>
      <p:sp>
        <p:nvSpPr>
          <p:cNvPr id="264" name="object 264" descr=""/>
          <p:cNvSpPr/>
          <p:nvPr/>
        </p:nvSpPr>
        <p:spPr>
          <a:xfrm>
            <a:off x="6614469" y="2761461"/>
            <a:ext cx="794385" cy="719455"/>
          </a:xfrm>
          <a:custGeom>
            <a:avLst/>
            <a:gdLst/>
            <a:ahLst/>
            <a:cxnLst/>
            <a:rect l="l" t="t" r="r" b="b"/>
            <a:pathLst>
              <a:path w="794384" h="719454">
                <a:moveTo>
                  <a:pt x="211941" y="0"/>
                </a:moveTo>
                <a:lnTo>
                  <a:pt x="168506" y="33017"/>
                </a:lnTo>
                <a:lnTo>
                  <a:pt x="139588" y="72841"/>
                </a:lnTo>
                <a:lnTo>
                  <a:pt x="108721" y="121932"/>
                </a:lnTo>
                <a:lnTo>
                  <a:pt x="78043" y="175581"/>
                </a:lnTo>
                <a:lnTo>
                  <a:pt x="49693" y="229082"/>
                </a:lnTo>
                <a:lnTo>
                  <a:pt x="25810" y="277728"/>
                </a:lnTo>
                <a:lnTo>
                  <a:pt x="8533" y="316811"/>
                </a:lnTo>
                <a:lnTo>
                  <a:pt x="0" y="341623"/>
                </a:lnTo>
                <a:lnTo>
                  <a:pt x="503" y="352256"/>
                </a:lnTo>
                <a:lnTo>
                  <a:pt x="35393" y="390846"/>
                </a:lnTo>
                <a:lnTo>
                  <a:pt x="87389" y="426342"/>
                </a:lnTo>
                <a:lnTo>
                  <a:pt x="122284" y="448279"/>
                </a:lnTo>
                <a:lnTo>
                  <a:pt x="210326" y="502627"/>
                </a:lnTo>
                <a:lnTo>
                  <a:pt x="263657" y="535876"/>
                </a:lnTo>
                <a:lnTo>
                  <a:pt x="323318" y="573735"/>
                </a:lnTo>
                <a:lnTo>
                  <a:pt x="389401" y="616622"/>
                </a:lnTo>
                <a:lnTo>
                  <a:pt x="461996" y="664958"/>
                </a:lnTo>
                <a:lnTo>
                  <a:pt x="541198" y="719161"/>
                </a:lnTo>
                <a:lnTo>
                  <a:pt x="581694" y="650657"/>
                </a:lnTo>
                <a:lnTo>
                  <a:pt x="670238" y="499597"/>
                </a:lnTo>
                <a:lnTo>
                  <a:pt x="757412" y="347657"/>
                </a:lnTo>
                <a:lnTo>
                  <a:pt x="793797" y="276515"/>
                </a:lnTo>
                <a:lnTo>
                  <a:pt x="756967" y="258022"/>
                </a:lnTo>
                <a:lnTo>
                  <a:pt x="667916" y="214224"/>
                </a:lnTo>
                <a:lnTo>
                  <a:pt x="548686" y="156162"/>
                </a:lnTo>
                <a:lnTo>
                  <a:pt x="421318" y="94875"/>
                </a:lnTo>
                <a:lnTo>
                  <a:pt x="361470" y="66472"/>
                </a:lnTo>
                <a:lnTo>
                  <a:pt x="307853" y="41403"/>
                </a:lnTo>
                <a:lnTo>
                  <a:pt x="263223" y="21048"/>
                </a:lnTo>
                <a:lnTo>
                  <a:pt x="230333" y="6787"/>
                </a:lnTo>
                <a:lnTo>
                  <a:pt x="211941" y="0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 descr=""/>
          <p:cNvSpPr/>
          <p:nvPr/>
        </p:nvSpPr>
        <p:spPr>
          <a:xfrm>
            <a:off x="5293792" y="3720819"/>
            <a:ext cx="545465" cy="713740"/>
          </a:xfrm>
          <a:custGeom>
            <a:avLst/>
            <a:gdLst/>
            <a:ahLst/>
            <a:cxnLst/>
            <a:rect l="l" t="t" r="r" b="b"/>
            <a:pathLst>
              <a:path w="545464" h="713739">
                <a:moveTo>
                  <a:pt x="370361" y="0"/>
                </a:moveTo>
                <a:lnTo>
                  <a:pt x="327655" y="1462"/>
                </a:lnTo>
                <a:lnTo>
                  <a:pt x="273612" y="5490"/>
                </a:lnTo>
                <a:lnTo>
                  <a:pt x="213399" y="11853"/>
                </a:lnTo>
                <a:lnTo>
                  <a:pt x="152181" y="20320"/>
                </a:lnTo>
                <a:lnTo>
                  <a:pt x="95123" y="30662"/>
                </a:lnTo>
                <a:lnTo>
                  <a:pt x="47389" y="42650"/>
                </a:lnTo>
                <a:lnTo>
                  <a:pt x="558" y="70638"/>
                </a:lnTo>
                <a:lnTo>
                  <a:pt x="0" y="90239"/>
                </a:lnTo>
                <a:lnTo>
                  <a:pt x="972" y="126076"/>
                </a:lnTo>
                <a:lnTo>
                  <a:pt x="3223" y="175080"/>
                </a:lnTo>
                <a:lnTo>
                  <a:pt x="6497" y="234179"/>
                </a:lnTo>
                <a:lnTo>
                  <a:pt x="10543" y="300302"/>
                </a:lnTo>
                <a:lnTo>
                  <a:pt x="19932" y="441337"/>
                </a:lnTo>
                <a:lnTo>
                  <a:pt x="29362" y="573618"/>
                </a:lnTo>
                <a:lnTo>
                  <a:pt x="36804" y="672577"/>
                </a:lnTo>
                <a:lnTo>
                  <a:pt x="40232" y="713645"/>
                </a:lnTo>
                <a:lnTo>
                  <a:pt x="119813" y="706405"/>
                </a:lnTo>
                <a:lnTo>
                  <a:pt x="293298" y="682155"/>
                </a:lnTo>
                <a:lnTo>
                  <a:pt x="466477" y="656306"/>
                </a:lnTo>
                <a:lnTo>
                  <a:pt x="545138" y="644265"/>
                </a:lnTo>
                <a:lnTo>
                  <a:pt x="524366" y="550568"/>
                </a:lnTo>
                <a:lnTo>
                  <a:pt x="506576" y="465187"/>
                </a:lnTo>
                <a:lnTo>
                  <a:pt x="491414" y="387880"/>
                </a:lnTo>
                <a:lnTo>
                  <a:pt x="478525" y="318407"/>
                </a:lnTo>
                <a:lnTo>
                  <a:pt x="467553" y="256525"/>
                </a:lnTo>
                <a:lnTo>
                  <a:pt x="449944" y="154568"/>
                </a:lnTo>
                <a:lnTo>
                  <a:pt x="442597" y="114010"/>
                </a:lnTo>
                <a:lnTo>
                  <a:pt x="429044" y="52528"/>
                </a:lnTo>
                <a:lnTo>
                  <a:pt x="414647" y="15612"/>
                </a:lnTo>
                <a:lnTo>
                  <a:pt x="396567" y="1332"/>
                </a:lnTo>
                <a:lnTo>
                  <a:pt x="370361" y="0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 descr=""/>
          <p:cNvSpPr/>
          <p:nvPr/>
        </p:nvSpPr>
        <p:spPr>
          <a:xfrm>
            <a:off x="6054702" y="3004376"/>
            <a:ext cx="262255" cy="207645"/>
          </a:xfrm>
          <a:custGeom>
            <a:avLst/>
            <a:gdLst/>
            <a:ahLst/>
            <a:cxnLst/>
            <a:rect l="l" t="t" r="r" b="b"/>
            <a:pathLst>
              <a:path w="262254" h="207644">
                <a:moveTo>
                  <a:pt x="242056" y="0"/>
                </a:moveTo>
                <a:lnTo>
                  <a:pt x="174189" y="28229"/>
                </a:lnTo>
                <a:lnTo>
                  <a:pt x="120919" y="56928"/>
                </a:lnTo>
                <a:lnTo>
                  <a:pt x="70700" y="94656"/>
                </a:lnTo>
                <a:lnTo>
                  <a:pt x="58426" y="104991"/>
                </a:lnTo>
                <a:lnTo>
                  <a:pt x="38937" y="120455"/>
                </a:lnTo>
                <a:lnTo>
                  <a:pt x="18961" y="135878"/>
                </a:lnTo>
                <a:lnTo>
                  <a:pt x="5226" y="146089"/>
                </a:lnTo>
                <a:lnTo>
                  <a:pt x="59" y="155387"/>
                </a:lnTo>
                <a:lnTo>
                  <a:pt x="7487" y="198119"/>
                </a:lnTo>
                <a:lnTo>
                  <a:pt x="14042" y="207166"/>
                </a:lnTo>
                <a:lnTo>
                  <a:pt x="50492" y="188599"/>
                </a:lnTo>
                <a:lnTo>
                  <a:pt x="76163" y="178422"/>
                </a:lnTo>
                <a:lnTo>
                  <a:pt x="92902" y="174761"/>
                </a:lnTo>
                <a:lnTo>
                  <a:pt x="102553" y="175743"/>
                </a:lnTo>
                <a:lnTo>
                  <a:pt x="108207" y="175732"/>
                </a:lnTo>
                <a:lnTo>
                  <a:pt x="117987" y="175355"/>
                </a:lnTo>
                <a:lnTo>
                  <a:pt x="122824" y="173115"/>
                </a:lnTo>
                <a:lnTo>
                  <a:pt x="132335" y="171149"/>
                </a:lnTo>
                <a:lnTo>
                  <a:pt x="147646" y="169836"/>
                </a:lnTo>
                <a:lnTo>
                  <a:pt x="164801" y="168678"/>
                </a:lnTo>
                <a:lnTo>
                  <a:pt x="179849" y="167178"/>
                </a:lnTo>
                <a:lnTo>
                  <a:pt x="192846" y="164283"/>
                </a:lnTo>
                <a:lnTo>
                  <a:pt x="206709" y="159344"/>
                </a:lnTo>
                <a:lnTo>
                  <a:pt x="221746" y="152487"/>
                </a:lnTo>
                <a:lnTo>
                  <a:pt x="243271" y="141116"/>
                </a:lnTo>
                <a:lnTo>
                  <a:pt x="251595" y="138027"/>
                </a:lnTo>
                <a:lnTo>
                  <a:pt x="261867" y="134812"/>
                </a:lnTo>
                <a:lnTo>
                  <a:pt x="251356" y="102835"/>
                </a:lnTo>
                <a:lnTo>
                  <a:pt x="252598" y="66931"/>
                </a:lnTo>
                <a:lnTo>
                  <a:pt x="253521" y="31264"/>
                </a:lnTo>
                <a:lnTo>
                  <a:pt x="242056" y="0"/>
                </a:lnTo>
                <a:close/>
              </a:path>
            </a:pathLst>
          </a:custGeom>
          <a:solidFill>
            <a:srgbClr val="7C48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7" name="object 267" descr=""/>
          <p:cNvSpPr/>
          <p:nvPr/>
        </p:nvSpPr>
        <p:spPr>
          <a:xfrm>
            <a:off x="5699935" y="3241166"/>
            <a:ext cx="277495" cy="235585"/>
          </a:xfrm>
          <a:custGeom>
            <a:avLst/>
            <a:gdLst/>
            <a:ahLst/>
            <a:cxnLst/>
            <a:rect l="l" t="t" r="r" b="b"/>
            <a:pathLst>
              <a:path w="277495" h="235585">
                <a:moveTo>
                  <a:pt x="234398" y="0"/>
                </a:moveTo>
                <a:lnTo>
                  <a:pt x="223846" y="1334"/>
                </a:lnTo>
                <a:lnTo>
                  <a:pt x="209253" y="10270"/>
                </a:lnTo>
                <a:lnTo>
                  <a:pt x="187498" y="23053"/>
                </a:lnTo>
                <a:lnTo>
                  <a:pt x="165885" y="35368"/>
                </a:lnTo>
                <a:lnTo>
                  <a:pt x="151723" y="42903"/>
                </a:lnTo>
                <a:lnTo>
                  <a:pt x="97986" y="75440"/>
                </a:lnTo>
                <a:lnTo>
                  <a:pt x="51493" y="114173"/>
                </a:lnTo>
                <a:lnTo>
                  <a:pt x="17183" y="148202"/>
                </a:lnTo>
                <a:lnTo>
                  <a:pt x="0" y="166627"/>
                </a:lnTo>
                <a:lnTo>
                  <a:pt x="24737" y="188922"/>
                </a:lnTo>
                <a:lnTo>
                  <a:pt x="58177" y="201361"/>
                </a:lnTo>
                <a:lnTo>
                  <a:pt x="91957" y="213593"/>
                </a:lnTo>
                <a:lnTo>
                  <a:pt x="117713" y="235264"/>
                </a:lnTo>
                <a:lnTo>
                  <a:pt x="124519" y="226939"/>
                </a:lnTo>
                <a:lnTo>
                  <a:pt x="130488" y="220353"/>
                </a:lnTo>
                <a:lnTo>
                  <a:pt x="149068" y="204628"/>
                </a:lnTo>
                <a:lnTo>
                  <a:pt x="161035" y="193228"/>
                </a:lnTo>
                <a:lnTo>
                  <a:pt x="170786" y="182205"/>
                </a:lnTo>
                <a:lnTo>
                  <a:pt x="178319" y="171224"/>
                </a:lnTo>
                <a:lnTo>
                  <a:pt x="185320" y="157823"/>
                </a:lnTo>
                <a:lnTo>
                  <a:pt x="192788" y="142336"/>
                </a:lnTo>
                <a:lnTo>
                  <a:pt x="199712" y="128618"/>
                </a:lnTo>
                <a:lnTo>
                  <a:pt x="205082" y="120524"/>
                </a:lnTo>
                <a:lnTo>
                  <a:pt x="208977" y="116869"/>
                </a:lnTo>
                <a:lnTo>
                  <a:pt x="212956" y="107938"/>
                </a:lnTo>
                <a:lnTo>
                  <a:pt x="215082" y="102692"/>
                </a:lnTo>
                <a:lnTo>
                  <a:pt x="217766" y="93368"/>
                </a:lnTo>
                <a:lnTo>
                  <a:pt x="227402" y="79200"/>
                </a:lnTo>
                <a:lnTo>
                  <a:pt x="246418" y="59174"/>
                </a:lnTo>
                <a:lnTo>
                  <a:pt x="277237" y="32275"/>
                </a:lnTo>
                <a:lnTo>
                  <a:pt x="276263" y="28977"/>
                </a:lnTo>
                <a:lnTo>
                  <a:pt x="274431" y="25731"/>
                </a:lnTo>
                <a:lnTo>
                  <a:pt x="271279" y="22820"/>
                </a:lnTo>
                <a:lnTo>
                  <a:pt x="260427" y="13752"/>
                </a:lnTo>
                <a:lnTo>
                  <a:pt x="247362" y="5142"/>
                </a:lnTo>
                <a:lnTo>
                  <a:pt x="234398" y="0"/>
                </a:lnTo>
                <a:close/>
              </a:path>
            </a:pathLst>
          </a:custGeom>
          <a:solidFill>
            <a:srgbClr val="7C48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8" name="object 268" descr=""/>
          <p:cNvSpPr/>
          <p:nvPr/>
        </p:nvSpPr>
        <p:spPr>
          <a:xfrm>
            <a:off x="6068741" y="3179134"/>
            <a:ext cx="88900" cy="38735"/>
          </a:xfrm>
          <a:custGeom>
            <a:avLst/>
            <a:gdLst/>
            <a:ahLst/>
            <a:cxnLst/>
            <a:rect l="l" t="t" r="r" b="b"/>
            <a:pathLst>
              <a:path w="88900" h="38735">
                <a:moveTo>
                  <a:pt x="78859" y="0"/>
                </a:moveTo>
                <a:lnTo>
                  <a:pt x="62121" y="3664"/>
                </a:lnTo>
                <a:lnTo>
                  <a:pt x="36449" y="13844"/>
                </a:lnTo>
                <a:lnTo>
                  <a:pt x="0" y="32413"/>
                </a:lnTo>
                <a:lnTo>
                  <a:pt x="7559" y="38381"/>
                </a:lnTo>
                <a:lnTo>
                  <a:pt x="49107" y="23099"/>
                </a:lnTo>
                <a:lnTo>
                  <a:pt x="84185" y="917"/>
                </a:lnTo>
                <a:lnTo>
                  <a:pt x="87891" y="917"/>
                </a:lnTo>
                <a:lnTo>
                  <a:pt x="78859" y="0"/>
                </a:lnTo>
                <a:close/>
              </a:path>
              <a:path w="88900" h="38735">
                <a:moveTo>
                  <a:pt x="87891" y="917"/>
                </a:moveTo>
                <a:lnTo>
                  <a:pt x="84185" y="917"/>
                </a:lnTo>
                <a:lnTo>
                  <a:pt x="85924" y="990"/>
                </a:lnTo>
                <a:lnTo>
                  <a:pt x="88510" y="979"/>
                </a:lnTo>
                <a:lnTo>
                  <a:pt x="87891" y="917"/>
                </a:lnTo>
                <a:close/>
              </a:path>
            </a:pathLst>
          </a:custGeom>
          <a:solidFill>
            <a:srgbClr val="B88A6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9" name="object 269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4784869" y="4827539"/>
            <a:ext cx="1669414" cy="1634064"/>
          </a:xfrm>
          <a:prstGeom prst="rect">
            <a:avLst/>
          </a:prstGeom>
        </p:spPr>
      </p:pic>
      <p:grpSp>
        <p:nvGrpSpPr>
          <p:cNvPr id="270" name="object 270" descr=""/>
          <p:cNvGrpSpPr/>
          <p:nvPr/>
        </p:nvGrpSpPr>
        <p:grpSpPr>
          <a:xfrm>
            <a:off x="6835255" y="4827539"/>
            <a:ext cx="1669414" cy="1634489"/>
            <a:chOff x="6835255" y="4827539"/>
            <a:chExt cx="1669414" cy="1634489"/>
          </a:xfrm>
        </p:grpSpPr>
        <p:sp>
          <p:nvSpPr>
            <p:cNvPr id="271" name="object 271" descr=""/>
            <p:cNvSpPr/>
            <p:nvPr/>
          </p:nvSpPr>
          <p:spPr>
            <a:xfrm>
              <a:off x="7130583" y="4954975"/>
              <a:ext cx="673100" cy="1210310"/>
            </a:xfrm>
            <a:custGeom>
              <a:avLst/>
              <a:gdLst/>
              <a:ahLst/>
              <a:cxnLst/>
              <a:rect l="l" t="t" r="r" b="b"/>
              <a:pathLst>
                <a:path w="673100" h="1210310">
                  <a:moveTo>
                    <a:pt x="185837" y="0"/>
                  </a:moveTo>
                  <a:lnTo>
                    <a:pt x="138490" y="86108"/>
                  </a:lnTo>
                  <a:lnTo>
                    <a:pt x="123364" y="138817"/>
                  </a:lnTo>
                  <a:lnTo>
                    <a:pt x="111473" y="173502"/>
                  </a:lnTo>
                  <a:lnTo>
                    <a:pt x="103269" y="200555"/>
                  </a:lnTo>
                  <a:lnTo>
                    <a:pt x="93927" y="244018"/>
                  </a:lnTo>
                  <a:lnTo>
                    <a:pt x="82973" y="297768"/>
                  </a:lnTo>
                  <a:lnTo>
                    <a:pt x="69938" y="355680"/>
                  </a:lnTo>
                  <a:lnTo>
                    <a:pt x="54350" y="411630"/>
                  </a:lnTo>
                  <a:lnTo>
                    <a:pt x="35737" y="459493"/>
                  </a:lnTo>
                  <a:lnTo>
                    <a:pt x="19523" y="497998"/>
                  </a:lnTo>
                  <a:lnTo>
                    <a:pt x="10396" y="552511"/>
                  </a:lnTo>
                  <a:lnTo>
                    <a:pt x="5005" y="660544"/>
                  </a:lnTo>
                  <a:lnTo>
                    <a:pt x="0" y="859607"/>
                  </a:lnTo>
                  <a:lnTo>
                    <a:pt x="231783" y="1210266"/>
                  </a:lnTo>
                  <a:lnTo>
                    <a:pt x="236608" y="1194786"/>
                  </a:lnTo>
                  <a:lnTo>
                    <a:pt x="251349" y="1155233"/>
                  </a:lnTo>
                  <a:lnTo>
                    <a:pt x="276403" y="1101938"/>
                  </a:lnTo>
                  <a:lnTo>
                    <a:pt x="312168" y="1045235"/>
                  </a:lnTo>
                  <a:lnTo>
                    <a:pt x="347375" y="1005646"/>
                  </a:lnTo>
                  <a:lnTo>
                    <a:pt x="389391" y="974954"/>
                  </a:lnTo>
                  <a:lnTo>
                    <a:pt x="413531" y="958184"/>
                  </a:lnTo>
                  <a:lnTo>
                    <a:pt x="465715" y="903743"/>
                  </a:lnTo>
                  <a:lnTo>
                    <a:pt x="492717" y="868832"/>
                  </a:lnTo>
                  <a:lnTo>
                    <a:pt x="546517" y="794805"/>
                  </a:lnTo>
                  <a:lnTo>
                    <a:pt x="583187" y="738698"/>
                  </a:lnTo>
                  <a:lnTo>
                    <a:pt x="619593" y="672223"/>
                  </a:lnTo>
                  <a:lnTo>
                    <a:pt x="672597" y="567092"/>
                  </a:lnTo>
                  <a:lnTo>
                    <a:pt x="645547" y="490440"/>
                  </a:lnTo>
                  <a:lnTo>
                    <a:pt x="584102" y="322299"/>
                  </a:lnTo>
                  <a:lnTo>
                    <a:pt x="517820" y="155390"/>
                  </a:lnTo>
                  <a:lnTo>
                    <a:pt x="476257" y="82437"/>
                  </a:lnTo>
                  <a:lnTo>
                    <a:pt x="459613" y="96960"/>
                  </a:lnTo>
                  <a:lnTo>
                    <a:pt x="430652" y="131542"/>
                  </a:lnTo>
                  <a:lnTo>
                    <a:pt x="393363" y="179719"/>
                  </a:lnTo>
                  <a:lnTo>
                    <a:pt x="309751" y="291005"/>
                  </a:lnTo>
                  <a:lnTo>
                    <a:pt x="271403" y="341189"/>
                  </a:lnTo>
                  <a:lnTo>
                    <a:pt x="240678" y="379116"/>
                  </a:lnTo>
                  <a:lnTo>
                    <a:pt x="221563" y="398322"/>
                  </a:lnTo>
                  <a:lnTo>
                    <a:pt x="219762" y="399474"/>
                  </a:lnTo>
                  <a:lnTo>
                    <a:pt x="218485" y="399778"/>
                  </a:lnTo>
                  <a:lnTo>
                    <a:pt x="217794" y="399139"/>
                  </a:lnTo>
                  <a:lnTo>
                    <a:pt x="211110" y="377477"/>
                  </a:lnTo>
                  <a:lnTo>
                    <a:pt x="213717" y="340124"/>
                  </a:lnTo>
                  <a:lnTo>
                    <a:pt x="218140" y="289465"/>
                  </a:lnTo>
                  <a:lnTo>
                    <a:pt x="216904" y="227888"/>
                  </a:lnTo>
                  <a:lnTo>
                    <a:pt x="220984" y="212304"/>
                  </a:lnTo>
                  <a:lnTo>
                    <a:pt x="228428" y="172677"/>
                  </a:lnTo>
                  <a:lnTo>
                    <a:pt x="231288" y="112134"/>
                  </a:lnTo>
                  <a:lnTo>
                    <a:pt x="221616" y="33800"/>
                  </a:lnTo>
                  <a:lnTo>
                    <a:pt x="215567" y="18924"/>
                  </a:lnTo>
                  <a:lnTo>
                    <a:pt x="206180" y="8371"/>
                  </a:lnTo>
                  <a:lnTo>
                    <a:pt x="195566" y="2083"/>
                  </a:lnTo>
                  <a:lnTo>
                    <a:pt x="18583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6835255" y="5763323"/>
              <a:ext cx="607060" cy="698500"/>
            </a:xfrm>
            <a:custGeom>
              <a:avLst/>
              <a:gdLst/>
              <a:ahLst/>
              <a:cxnLst/>
              <a:rect l="l" t="t" r="r" b="b"/>
              <a:pathLst>
                <a:path w="607059" h="698500">
                  <a:moveTo>
                    <a:pt x="273824" y="0"/>
                  </a:moveTo>
                  <a:lnTo>
                    <a:pt x="249832" y="69020"/>
                  </a:lnTo>
                  <a:lnTo>
                    <a:pt x="187027" y="242240"/>
                  </a:lnTo>
                  <a:lnTo>
                    <a:pt x="99164" y="468894"/>
                  </a:lnTo>
                  <a:lnTo>
                    <a:pt x="0" y="698219"/>
                  </a:lnTo>
                  <a:lnTo>
                    <a:pt x="556244" y="698219"/>
                  </a:lnTo>
                  <a:lnTo>
                    <a:pt x="566207" y="585362"/>
                  </a:lnTo>
                  <a:lnTo>
                    <a:pt x="574771" y="506627"/>
                  </a:lnTo>
                  <a:lnTo>
                    <a:pt x="586655" y="425007"/>
                  </a:lnTo>
                  <a:lnTo>
                    <a:pt x="606578" y="303498"/>
                  </a:lnTo>
                  <a:lnTo>
                    <a:pt x="592715" y="256979"/>
                  </a:lnTo>
                  <a:lnTo>
                    <a:pt x="553432" y="209858"/>
                  </a:lnTo>
                  <a:lnTo>
                    <a:pt x="457533" y="133683"/>
                  </a:lnTo>
                  <a:lnTo>
                    <a:pt x="273824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7775112" y="4833814"/>
              <a:ext cx="242570" cy="299720"/>
            </a:xfrm>
            <a:custGeom>
              <a:avLst/>
              <a:gdLst/>
              <a:ahLst/>
              <a:cxnLst/>
              <a:rect l="l" t="t" r="r" b="b"/>
              <a:pathLst>
                <a:path w="242570" h="299720">
                  <a:moveTo>
                    <a:pt x="185235" y="0"/>
                  </a:moveTo>
                  <a:lnTo>
                    <a:pt x="150929" y="18096"/>
                  </a:lnTo>
                  <a:lnTo>
                    <a:pt x="11353" y="186834"/>
                  </a:lnTo>
                  <a:lnTo>
                    <a:pt x="0" y="223914"/>
                  </a:lnTo>
                  <a:lnTo>
                    <a:pt x="5477" y="242585"/>
                  </a:lnTo>
                  <a:lnTo>
                    <a:pt x="46583" y="283774"/>
                  </a:lnTo>
                  <a:lnTo>
                    <a:pt x="79246" y="299574"/>
                  </a:lnTo>
                  <a:lnTo>
                    <a:pt x="84209" y="297773"/>
                  </a:lnTo>
                  <a:lnTo>
                    <a:pt x="88502" y="292590"/>
                  </a:lnTo>
                  <a:lnTo>
                    <a:pt x="230718" y="84104"/>
                  </a:lnTo>
                  <a:lnTo>
                    <a:pt x="240186" y="66384"/>
                  </a:lnTo>
                  <a:lnTo>
                    <a:pt x="242069" y="47015"/>
                  </a:lnTo>
                  <a:lnTo>
                    <a:pt x="236588" y="28343"/>
                  </a:lnTo>
                  <a:lnTo>
                    <a:pt x="223964" y="12714"/>
                  </a:lnTo>
                  <a:lnTo>
                    <a:pt x="222320" y="11353"/>
                  </a:lnTo>
                  <a:lnTo>
                    <a:pt x="204601" y="1884"/>
                  </a:lnTo>
                  <a:lnTo>
                    <a:pt x="185235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4" name="object 27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7848977" y="4890518"/>
              <a:ext cx="85075" cy="242872"/>
            </a:xfrm>
            <a:prstGeom prst="rect">
              <a:avLst/>
            </a:prstGeom>
          </p:spPr>
        </p:pic>
        <p:sp>
          <p:nvSpPr>
            <p:cNvPr id="275" name="object 275" descr=""/>
            <p:cNvSpPr/>
            <p:nvPr/>
          </p:nvSpPr>
          <p:spPr>
            <a:xfrm>
              <a:off x="7337683" y="5802237"/>
              <a:ext cx="285750" cy="198120"/>
            </a:xfrm>
            <a:custGeom>
              <a:avLst/>
              <a:gdLst/>
              <a:ahLst/>
              <a:cxnLst/>
              <a:rect l="l" t="t" r="r" b="b"/>
              <a:pathLst>
                <a:path w="285750" h="198120">
                  <a:moveTo>
                    <a:pt x="86151" y="0"/>
                  </a:moveTo>
                  <a:lnTo>
                    <a:pt x="80805" y="9875"/>
                  </a:lnTo>
                  <a:lnTo>
                    <a:pt x="66763" y="32907"/>
                  </a:lnTo>
                  <a:lnTo>
                    <a:pt x="47018" y="59202"/>
                  </a:lnTo>
                  <a:lnTo>
                    <a:pt x="24562" y="78866"/>
                  </a:lnTo>
                  <a:lnTo>
                    <a:pt x="5575" y="97075"/>
                  </a:lnTo>
                  <a:lnTo>
                    <a:pt x="6726" y="143058"/>
                  </a:lnTo>
                  <a:lnTo>
                    <a:pt x="46044" y="169912"/>
                  </a:lnTo>
                  <a:lnTo>
                    <a:pt x="105072" y="197973"/>
                  </a:lnTo>
                  <a:lnTo>
                    <a:pt x="121833" y="177363"/>
                  </a:lnTo>
                  <a:lnTo>
                    <a:pt x="140275" y="158383"/>
                  </a:lnTo>
                  <a:lnTo>
                    <a:pt x="160422" y="141629"/>
                  </a:lnTo>
                  <a:lnTo>
                    <a:pt x="182295" y="127692"/>
                  </a:lnTo>
                  <a:lnTo>
                    <a:pt x="206435" y="110922"/>
                  </a:lnTo>
                  <a:lnTo>
                    <a:pt x="232050" y="86725"/>
                  </a:lnTo>
                  <a:lnTo>
                    <a:pt x="258619" y="56480"/>
                  </a:lnTo>
                  <a:lnTo>
                    <a:pt x="285622" y="21570"/>
                  </a:lnTo>
                  <a:lnTo>
                    <a:pt x="86151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7269395" y="4970625"/>
              <a:ext cx="37465" cy="81280"/>
            </a:xfrm>
            <a:custGeom>
              <a:avLst/>
              <a:gdLst/>
              <a:ahLst/>
              <a:cxnLst/>
              <a:rect l="l" t="t" r="r" b="b"/>
              <a:pathLst>
                <a:path w="37465" h="81279">
                  <a:moveTo>
                    <a:pt x="18784" y="0"/>
                  </a:moveTo>
                  <a:lnTo>
                    <a:pt x="0" y="75819"/>
                  </a:lnTo>
                  <a:lnTo>
                    <a:pt x="9656" y="79618"/>
                  </a:lnTo>
                  <a:lnTo>
                    <a:pt x="15684" y="81040"/>
                  </a:lnTo>
                  <a:lnTo>
                    <a:pt x="20610" y="80226"/>
                  </a:lnTo>
                  <a:lnTo>
                    <a:pt x="26962" y="77317"/>
                  </a:lnTo>
                  <a:lnTo>
                    <a:pt x="33976" y="63610"/>
                  </a:lnTo>
                  <a:lnTo>
                    <a:pt x="37076" y="38234"/>
                  </a:lnTo>
                  <a:lnTo>
                    <a:pt x="33074" y="13070"/>
                  </a:lnTo>
                  <a:lnTo>
                    <a:pt x="18784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7352208" y="4827539"/>
              <a:ext cx="548640" cy="1032510"/>
            </a:xfrm>
            <a:custGeom>
              <a:avLst/>
              <a:gdLst/>
              <a:ahLst/>
              <a:cxnLst/>
              <a:rect l="l" t="t" r="r" b="b"/>
              <a:pathLst>
                <a:path w="548640" h="1032510">
                  <a:moveTo>
                    <a:pt x="459211" y="0"/>
                  </a:moveTo>
                  <a:lnTo>
                    <a:pt x="89054" y="0"/>
                  </a:lnTo>
                  <a:lnTo>
                    <a:pt x="54475" y="7026"/>
                  </a:lnTo>
                  <a:lnTo>
                    <a:pt x="26158" y="26160"/>
                  </a:lnTo>
                  <a:lnTo>
                    <a:pt x="7026" y="54479"/>
                  </a:lnTo>
                  <a:lnTo>
                    <a:pt x="0" y="89065"/>
                  </a:lnTo>
                  <a:lnTo>
                    <a:pt x="0" y="943028"/>
                  </a:lnTo>
                  <a:lnTo>
                    <a:pt x="7026" y="977609"/>
                  </a:lnTo>
                  <a:lnTo>
                    <a:pt x="26158" y="1005930"/>
                  </a:lnTo>
                  <a:lnTo>
                    <a:pt x="54475" y="1025065"/>
                  </a:lnTo>
                  <a:lnTo>
                    <a:pt x="89054" y="1032094"/>
                  </a:lnTo>
                  <a:lnTo>
                    <a:pt x="459211" y="1032094"/>
                  </a:lnTo>
                  <a:lnTo>
                    <a:pt x="493792" y="1025065"/>
                  </a:lnTo>
                  <a:lnTo>
                    <a:pt x="522112" y="1005930"/>
                  </a:lnTo>
                  <a:lnTo>
                    <a:pt x="541248" y="977609"/>
                  </a:lnTo>
                  <a:lnTo>
                    <a:pt x="548276" y="943028"/>
                  </a:lnTo>
                  <a:lnTo>
                    <a:pt x="548276" y="89065"/>
                  </a:lnTo>
                  <a:lnTo>
                    <a:pt x="541248" y="54479"/>
                  </a:lnTo>
                  <a:lnTo>
                    <a:pt x="522112" y="26160"/>
                  </a:lnTo>
                  <a:lnTo>
                    <a:pt x="493792" y="7026"/>
                  </a:lnTo>
                  <a:lnTo>
                    <a:pt x="4592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7379387" y="4853122"/>
              <a:ext cx="494030" cy="974090"/>
            </a:xfrm>
            <a:custGeom>
              <a:avLst/>
              <a:gdLst/>
              <a:ahLst/>
              <a:cxnLst/>
              <a:rect l="l" t="t" r="r" b="b"/>
              <a:pathLst>
                <a:path w="494029" h="974089">
                  <a:moveTo>
                    <a:pt x="440834" y="0"/>
                  </a:moveTo>
                  <a:lnTo>
                    <a:pt x="53076" y="0"/>
                  </a:lnTo>
                  <a:lnTo>
                    <a:pt x="32467" y="4219"/>
                  </a:lnTo>
                  <a:lnTo>
                    <a:pt x="15591" y="15707"/>
                  </a:lnTo>
                  <a:lnTo>
                    <a:pt x="4188" y="32710"/>
                  </a:lnTo>
                  <a:lnTo>
                    <a:pt x="0" y="53474"/>
                  </a:lnTo>
                  <a:lnTo>
                    <a:pt x="0" y="920547"/>
                  </a:lnTo>
                  <a:lnTo>
                    <a:pt x="4188" y="941317"/>
                  </a:lnTo>
                  <a:lnTo>
                    <a:pt x="15591" y="958324"/>
                  </a:lnTo>
                  <a:lnTo>
                    <a:pt x="32467" y="969813"/>
                  </a:lnTo>
                  <a:lnTo>
                    <a:pt x="53076" y="974033"/>
                  </a:lnTo>
                  <a:lnTo>
                    <a:pt x="440834" y="974033"/>
                  </a:lnTo>
                  <a:lnTo>
                    <a:pt x="461445" y="969813"/>
                  </a:lnTo>
                  <a:lnTo>
                    <a:pt x="478325" y="958324"/>
                  </a:lnTo>
                  <a:lnTo>
                    <a:pt x="489732" y="941317"/>
                  </a:lnTo>
                  <a:lnTo>
                    <a:pt x="493922" y="920547"/>
                  </a:lnTo>
                  <a:lnTo>
                    <a:pt x="493922" y="53474"/>
                  </a:lnTo>
                  <a:lnTo>
                    <a:pt x="489732" y="32710"/>
                  </a:lnTo>
                  <a:lnTo>
                    <a:pt x="478325" y="15707"/>
                  </a:lnTo>
                  <a:lnTo>
                    <a:pt x="461445" y="4219"/>
                  </a:lnTo>
                  <a:lnTo>
                    <a:pt x="440834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7379387" y="4853120"/>
              <a:ext cx="441325" cy="974090"/>
            </a:xfrm>
            <a:custGeom>
              <a:avLst/>
              <a:gdLst/>
              <a:ahLst/>
              <a:cxnLst/>
              <a:rect l="l" t="t" r="r" b="b"/>
              <a:pathLst>
                <a:path w="441325" h="974089">
                  <a:moveTo>
                    <a:pt x="440834" y="0"/>
                  </a:moveTo>
                  <a:lnTo>
                    <a:pt x="53076" y="0"/>
                  </a:lnTo>
                  <a:lnTo>
                    <a:pt x="32467" y="4219"/>
                  </a:lnTo>
                  <a:lnTo>
                    <a:pt x="15591" y="15707"/>
                  </a:lnTo>
                  <a:lnTo>
                    <a:pt x="4188" y="32710"/>
                  </a:lnTo>
                  <a:lnTo>
                    <a:pt x="0" y="53474"/>
                  </a:lnTo>
                  <a:lnTo>
                    <a:pt x="0" y="920558"/>
                  </a:lnTo>
                  <a:lnTo>
                    <a:pt x="4188" y="941322"/>
                  </a:lnTo>
                  <a:lnTo>
                    <a:pt x="15591" y="958325"/>
                  </a:lnTo>
                  <a:lnTo>
                    <a:pt x="32467" y="969813"/>
                  </a:lnTo>
                  <a:lnTo>
                    <a:pt x="53076" y="974033"/>
                  </a:lnTo>
                  <a:lnTo>
                    <a:pt x="57872" y="974033"/>
                  </a:lnTo>
                  <a:lnTo>
                    <a:pt x="440834" y="0"/>
                  </a:lnTo>
                  <a:close/>
                </a:path>
              </a:pathLst>
            </a:custGeom>
            <a:solidFill>
              <a:srgbClr val="C9F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7521313" y="4833586"/>
              <a:ext cx="210185" cy="52069"/>
            </a:xfrm>
            <a:custGeom>
              <a:avLst/>
              <a:gdLst/>
              <a:ahLst/>
              <a:cxnLst/>
              <a:rect l="l" t="t" r="r" b="b"/>
              <a:pathLst>
                <a:path w="210184" h="52070">
                  <a:moveTo>
                    <a:pt x="186423" y="0"/>
                  </a:moveTo>
                  <a:lnTo>
                    <a:pt x="23643" y="0"/>
                  </a:lnTo>
                  <a:lnTo>
                    <a:pt x="14462" y="1865"/>
                  </a:lnTo>
                  <a:lnTo>
                    <a:pt x="6944" y="6944"/>
                  </a:lnTo>
                  <a:lnTo>
                    <a:pt x="1865" y="14462"/>
                  </a:lnTo>
                  <a:lnTo>
                    <a:pt x="0" y="23643"/>
                  </a:lnTo>
                  <a:lnTo>
                    <a:pt x="0" y="28135"/>
                  </a:lnTo>
                  <a:lnTo>
                    <a:pt x="1865" y="37315"/>
                  </a:lnTo>
                  <a:lnTo>
                    <a:pt x="6944" y="44833"/>
                  </a:lnTo>
                  <a:lnTo>
                    <a:pt x="14462" y="49913"/>
                  </a:lnTo>
                  <a:lnTo>
                    <a:pt x="23643" y="51778"/>
                  </a:lnTo>
                  <a:lnTo>
                    <a:pt x="186423" y="51778"/>
                  </a:lnTo>
                  <a:lnTo>
                    <a:pt x="195604" y="49913"/>
                  </a:lnTo>
                  <a:lnTo>
                    <a:pt x="203122" y="44833"/>
                  </a:lnTo>
                  <a:lnTo>
                    <a:pt x="208201" y="37315"/>
                  </a:lnTo>
                  <a:lnTo>
                    <a:pt x="210066" y="28135"/>
                  </a:lnTo>
                  <a:lnTo>
                    <a:pt x="210066" y="23643"/>
                  </a:lnTo>
                  <a:lnTo>
                    <a:pt x="208201" y="14462"/>
                  </a:lnTo>
                  <a:lnTo>
                    <a:pt x="203122" y="6944"/>
                  </a:lnTo>
                  <a:lnTo>
                    <a:pt x="195604" y="1865"/>
                  </a:lnTo>
                  <a:lnTo>
                    <a:pt x="1864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1" name="object 281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815019" y="5086931"/>
              <a:ext cx="192727" cy="345478"/>
            </a:xfrm>
            <a:prstGeom prst="rect">
              <a:avLst/>
            </a:prstGeom>
          </p:spPr>
        </p:pic>
        <p:sp>
          <p:nvSpPr>
            <p:cNvPr id="282" name="object 282" descr=""/>
            <p:cNvSpPr/>
            <p:nvPr/>
          </p:nvSpPr>
          <p:spPr>
            <a:xfrm>
              <a:off x="7305485" y="5182863"/>
              <a:ext cx="46990" cy="405130"/>
            </a:xfrm>
            <a:custGeom>
              <a:avLst/>
              <a:gdLst/>
              <a:ahLst/>
              <a:cxnLst/>
              <a:rect l="l" t="t" r="r" b="b"/>
              <a:pathLst>
                <a:path w="46990" h="405129">
                  <a:moveTo>
                    <a:pt x="42005" y="0"/>
                  </a:moveTo>
                  <a:lnTo>
                    <a:pt x="40437" y="12717"/>
                  </a:lnTo>
                  <a:lnTo>
                    <a:pt x="35298" y="43713"/>
                  </a:lnTo>
                  <a:lnTo>
                    <a:pt x="25934" y="82252"/>
                  </a:lnTo>
                  <a:lnTo>
                    <a:pt x="11692" y="117598"/>
                  </a:lnTo>
                  <a:lnTo>
                    <a:pt x="829" y="149721"/>
                  </a:lnTo>
                  <a:lnTo>
                    <a:pt x="0" y="183216"/>
                  </a:lnTo>
                  <a:lnTo>
                    <a:pt x="6142" y="214242"/>
                  </a:lnTo>
                  <a:lnTo>
                    <a:pt x="16194" y="238956"/>
                  </a:lnTo>
                  <a:lnTo>
                    <a:pt x="24911" y="256739"/>
                  </a:lnTo>
                  <a:lnTo>
                    <a:pt x="30996" y="279916"/>
                  </a:lnTo>
                  <a:lnTo>
                    <a:pt x="37311" y="324013"/>
                  </a:lnTo>
                  <a:lnTo>
                    <a:pt x="46717" y="404553"/>
                  </a:lnTo>
                  <a:lnTo>
                    <a:pt x="46664" y="170434"/>
                  </a:lnTo>
                  <a:lnTo>
                    <a:pt x="44853" y="171586"/>
                  </a:lnTo>
                  <a:lnTo>
                    <a:pt x="43586" y="171890"/>
                  </a:lnTo>
                  <a:lnTo>
                    <a:pt x="42895" y="171251"/>
                  </a:lnTo>
                  <a:lnTo>
                    <a:pt x="36211" y="149589"/>
                  </a:lnTo>
                  <a:lnTo>
                    <a:pt x="38818" y="112236"/>
                  </a:lnTo>
                  <a:lnTo>
                    <a:pt x="43241" y="61577"/>
                  </a:lnTo>
                  <a:lnTo>
                    <a:pt x="42005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7758117" y="5444869"/>
              <a:ext cx="704850" cy="1017269"/>
            </a:xfrm>
            <a:custGeom>
              <a:avLst/>
              <a:gdLst/>
              <a:ahLst/>
              <a:cxnLst/>
              <a:rect l="l" t="t" r="r" b="b"/>
              <a:pathLst>
                <a:path w="704850" h="1017270">
                  <a:moveTo>
                    <a:pt x="19383" y="337926"/>
                  </a:moveTo>
                  <a:lnTo>
                    <a:pt x="3374" y="384903"/>
                  </a:lnTo>
                  <a:lnTo>
                    <a:pt x="1233" y="454587"/>
                  </a:lnTo>
                  <a:lnTo>
                    <a:pt x="364" y="494990"/>
                  </a:lnTo>
                  <a:lnTo>
                    <a:pt x="0" y="532109"/>
                  </a:lnTo>
                  <a:lnTo>
                    <a:pt x="384" y="561951"/>
                  </a:lnTo>
                  <a:lnTo>
                    <a:pt x="12705" y="617871"/>
                  </a:lnTo>
                  <a:lnTo>
                    <a:pt x="34037" y="684628"/>
                  </a:lnTo>
                  <a:lnTo>
                    <a:pt x="54748" y="746848"/>
                  </a:lnTo>
                  <a:lnTo>
                    <a:pt x="75357" y="806098"/>
                  </a:lnTo>
                  <a:lnTo>
                    <a:pt x="92787" y="852410"/>
                  </a:lnTo>
                  <a:lnTo>
                    <a:pt x="146513" y="918805"/>
                  </a:lnTo>
                  <a:lnTo>
                    <a:pt x="198586" y="961470"/>
                  </a:lnTo>
                  <a:lnTo>
                    <a:pt x="246227" y="996538"/>
                  </a:lnTo>
                  <a:lnTo>
                    <a:pt x="275485" y="1016733"/>
                  </a:lnTo>
                  <a:lnTo>
                    <a:pt x="704258" y="1016733"/>
                  </a:lnTo>
                  <a:lnTo>
                    <a:pt x="697714" y="968639"/>
                  </a:lnTo>
                  <a:lnTo>
                    <a:pt x="685954" y="884099"/>
                  </a:lnTo>
                  <a:lnTo>
                    <a:pt x="677344" y="823636"/>
                  </a:lnTo>
                  <a:lnTo>
                    <a:pt x="667912" y="758930"/>
                  </a:lnTo>
                  <a:lnTo>
                    <a:pt x="658056" y="693315"/>
                  </a:lnTo>
                  <a:lnTo>
                    <a:pt x="208545" y="658974"/>
                  </a:lnTo>
                  <a:lnTo>
                    <a:pt x="191298" y="638634"/>
                  </a:lnTo>
                  <a:lnTo>
                    <a:pt x="158722" y="599053"/>
                  </a:lnTo>
                  <a:lnTo>
                    <a:pt x="125781" y="556306"/>
                  </a:lnTo>
                  <a:lnTo>
                    <a:pt x="103492" y="509367"/>
                  </a:lnTo>
                  <a:lnTo>
                    <a:pt x="97835" y="481705"/>
                  </a:lnTo>
                  <a:lnTo>
                    <a:pt x="90786" y="448313"/>
                  </a:lnTo>
                  <a:lnTo>
                    <a:pt x="80011" y="405065"/>
                  </a:lnTo>
                  <a:lnTo>
                    <a:pt x="63502" y="361640"/>
                  </a:lnTo>
                  <a:lnTo>
                    <a:pt x="34730" y="339996"/>
                  </a:lnTo>
                  <a:lnTo>
                    <a:pt x="19383" y="337926"/>
                  </a:lnTo>
                  <a:close/>
                </a:path>
                <a:path w="704850" h="1017270">
                  <a:moveTo>
                    <a:pt x="74036" y="0"/>
                  </a:moveTo>
                  <a:lnTo>
                    <a:pt x="42121" y="24512"/>
                  </a:lnTo>
                  <a:lnTo>
                    <a:pt x="39398" y="44024"/>
                  </a:lnTo>
                  <a:lnTo>
                    <a:pt x="39833" y="54927"/>
                  </a:lnTo>
                  <a:lnTo>
                    <a:pt x="47676" y="93429"/>
                  </a:lnTo>
                  <a:lnTo>
                    <a:pt x="63031" y="135430"/>
                  </a:lnTo>
                  <a:lnTo>
                    <a:pt x="81023" y="175918"/>
                  </a:lnTo>
                  <a:lnTo>
                    <a:pt x="101543" y="211176"/>
                  </a:lnTo>
                  <a:lnTo>
                    <a:pt x="208545" y="497482"/>
                  </a:lnTo>
                  <a:lnTo>
                    <a:pt x="208545" y="658974"/>
                  </a:lnTo>
                  <a:lnTo>
                    <a:pt x="652685" y="658974"/>
                  </a:lnTo>
                  <a:lnTo>
                    <a:pt x="638655" y="572694"/>
                  </a:lnTo>
                  <a:lnTo>
                    <a:pt x="629902" y="524355"/>
                  </a:lnTo>
                  <a:lnTo>
                    <a:pt x="616271" y="468289"/>
                  </a:lnTo>
                  <a:lnTo>
                    <a:pt x="588913" y="438417"/>
                  </a:lnTo>
                  <a:lnTo>
                    <a:pt x="548465" y="410039"/>
                  </a:lnTo>
                  <a:lnTo>
                    <a:pt x="502019" y="384903"/>
                  </a:lnTo>
                  <a:lnTo>
                    <a:pt x="477519" y="372126"/>
                  </a:lnTo>
                  <a:lnTo>
                    <a:pt x="459210" y="362311"/>
                  </a:lnTo>
                  <a:lnTo>
                    <a:pt x="452014" y="357360"/>
                  </a:lnTo>
                  <a:lnTo>
                    <a:pt x="439119" y="344493"/>
                  </a:lnTo>
                  <a:lnTo>
                    <a:pt x="415412" y="321882"/>
                  </a:lnTo>
                  <a:lnTo>
                    <a:pt x="364729" y="274295"/>
                  </a:lnTo>
                  <a:lnTo>
                    <a:pt x="262470" y="258515"/>
                  </a:lnTo>
                  <a:lnTo>
                    <a:pt x="252535" y="241693"/>
                  </a:lnTo>
                  <a:lnTo>
                    <a:pt x="228970" y="202281"/>
                  </a:lnTo>
                  <a:lnTo>
                    <a:pt x="201134" y="156862"/>
                  </a:lnTo>
                  <a:lnTo>
                    <a:pt x="178389" y="122017"/>
                  </a:lnTo>
                  <a:lnTo>
                    <a:pt x="93282" y="9915"/>
                  </a:lnTo>
                  <a:lnTo>
                    <a:pt x="91376" y="7120"/>
                  </a:lnTo>
                  <a:lnTo>
                    <a:pt x="75177" y="31"/>
                  </a:lnTo>
                  <a:lnTo>
                    <a:pt x="7403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4" name="object 284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8020586" y="5703377"/>
              <a:ext cx="122205" cy="119641"/>
            </a:xfrm>
            <a:prstGeom prst="rect">
              <a:avLst/>
            </a:prstGeom>
          </p:spPr>
        </p:pic>
        <p:pic>
          <p:nvPicPr>
            <p:cNvPr id="285" name="object 285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8210972" y="5803198"/>
              <a:ext cx="143775" cy="86070"/>
            </a:xfrm>
            <a:prstGeom prst="rect">
              <a:avLst/>
            </a:prstGeom>
          </p:spPr>
        </p:pic>
        <p:sp>
          <p:nvSpPr>
            <p:cNvPr id="286" name="object 286" descr=""/>
            <p:cNvSpPr/>
            <p:nvPr/>
          </p:nvSpPr>
          <p:spPr>
            <a:xfrm>
              <a:off x="7966658" y="5942348"/>
              <a:ext cx="41910" cy="169545"/>
            </a:xfrm>
            <a:custGeom>
              <a:avLst/>
              <a:gdLst/>
              <a:ahLst/>
              <a:cxnLst/>
              <a:rect l="l" t="t" r="r" b="b"/>
              <a:pathLst>
                <a:path w="41909" h="169545">
                  <a:moveTo>
                    <a:pt x="0" y="0"/>
                  </a:moveTo>
                  <a:lnTo>
                    <a:pt x="0" y="161492"/>
                  </a:lnTo>
                  <a:lnTo>
                    <a:pt x="17563" y="169408"/>
                  </a:lnTo>
                  <a:lnTo>
                    <a:pt x="31258" y="154893"/>
                  </a:lnTo>
                  <a:lnTo>
                    <a:pt x="39647" y="128146"/>
                  </a:lnTo>
                  <a:lnTo>
                    <a:pt x="41297" y="99368"/>
                  </a:lnTo>
                  <a:lnTo>
                    <a:pt x="39002" y="78020"/>
                  </a:lnTo>
                  <a:lnTo>
                    <a:pt x="33936" y="60553"/>
                  </a:lnTo>
                  <a:lnTo>
                    <a:pt x="22225" y="376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7807382" y="5444313"/>
              <a:ext cx="62230" cy="78105"/>
            </a:xfrm>
            <a:custGeom>
              <a:avLst/>
              <a:gdLst/>
              <a:ahLst/>
              <a:cxnLst/>
              <a:rect l="l" t="t" r="r" b="b"/>
              <a:pathLst>
                <a:path w="62229" h="78104">
                  <a:moveTo>
                    <a:pt x="32491" y="0"/>
                  </a:moveTo>
                  <a:lnTo>
                    <a:pt x="125" y="21842"/>
                  </a:lnTo>
                  <a:lnTo>
                    <a:pt x="0" y="27360"/>
                  </a:lnTo>
                  <a:lnTo>
                    <a:pt x="973" y="30114"/>
                  </a:lnTo>
                  <a:lnTo>
                    <a:pt x="20083" y="66929"/>
                  </a:lnTo>
                  <a:lnTo>
                    <a:pt x="32930" y="77641"/>
                  </a:lnTo>
                  <a:lnTo>
                    <a:pt x="60961" y="57212"/>
                  </a:lnTo>
                  <a:lnTo>
                    <a:pt x="62218" y="47684"/>
                  </a:lnTo>
                  <a:lnTo>
                    <a:pt x="58249" y="39422"/>
                  </a:lnTo>
                  <a:lnTo>
                    <a:pt x="35412" y="1633"/>
                  </a:lnTo>
                  <a:lnTo>
                    <a:pt x="32491" y="0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7807382" y="5452585"/>
              <a:ext cx="54610" cy="69850"/>
            </a:xfrm>
            <a:custGeom>
              <a:avLst/>
              <a:gdLst/>
              <a:ahLst/>
              <a:cxnLst/>
              <a:rect l="l" t="t" r="r" b="b"/>
              <a:pathLst>
                <a:path w="54609" h="69850">
                  <a:moveTo>
                    <a:pt x="25339" y="0"/>
                  </a:moveTo>
                  <a:lnTo>
                    <a:pt x="0" y="19088"/>
                  </a:lnTo>
                  <a:lnTo>
                    <a:pt x="973" y="21842"/>
                  </a:lnTo>
                  <a:lnTo>
                    <a:pt x="20083" y="58657"/>
                  </a:lnTo>
                  <a:lnTo>
                    <a:pt x="32930" y="69369"/>
                  </a:lnTo>
                  <a:lnTo>
                    <a:pt x="52480" y="55108"/>
                  </a:lnTo>
                  <a:lnTo>
                    <a:pt x="54050" y="50522"/>
                  </a:lnTo>
                  <a:lnTo>
                    <a:pt x="53642" y="44710"/>
                  </a:lnTo>
                  <a:lnTo>
                    <a:pt x="28260" y="1633"/>
                  </a:lnTo>
                  <a:lnTo>
                    <a:pt x="25339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7792152" y="6129499"/>
              <a:ext cx="455295" cy="332105"/>
            </a:xfrm>
            <a:custGeom>
              <a:avLst/>
              <a:gdLst/>
              <a:ahLst/>
              <a:cxnLst/>
              <a:rect l="l" t="t" r="r" b="b"/>
              <a:pathLst>
                <a:path w="455295" h="332104">
                  <a:moveTo>
                    <a:pt x="0" y="0"/>
                  </a:moveTo>
                  <a:lnTo>
                    <a:pt x="20716" y="62220"/>
                  </a:lnTo>
                  <a:lnTo>
                    <a:pt x="41327" y="121470"/>
                  </a:lnTo>
                  <a:lnTo>
                    <a:pt x="58755" y="167781"/>
                  </a:lnTo>
                  <a:lnTo>
                    <a:pt x="112476" y="234177"/>
                  </a:lnTo>
                  <a:lnTo>
                    <a:pt x="164548" y="276842"/>
                  </a:lnTo>
                  <a:lnTo>
                    <a:pt x="212190" y="311909"/>
                  </a:lnTo>
                  <a:lnTo>
                    <a:pt x="241448" y="332105"/>
                  </a:lnTo>
                  <a:lnTo>
                    <a:pt x="326723" y="332105"/>
                  </a:lnTo>
                  <a:lnTo>
                    <a:pt x="454802" y="265792"/>
                  </a:lnTo>
                  <a:lnTo>
                    <a:pt x="423868" y="272825"/>
                  </a:lnTo>
                  <a:lnTo>
                    <a:pt x="364020" y="285969"/>
                  </a:lnTo>
                  <a:lnTo>
                    <a:pt x="300481" y="298882"/>
                  </a:lnTo>
                  <a:lnTo>
                    <a:pt x="258913" y="305121"/>
                  </a:lnTo>
                  <a:lnTo>
                    <a:pt x="223892" y="289277"/>
                  </a:lnTo>
                  <a:lnTo>
                    <a:pt x="174853" y="252056"/>
                  </a:lnTo>
                  <a:lnTo>
                    <a:pt x="127581" y="211303"/>
                  </a:lnTo>
                  <a:lnTo>
                    <a:pt x="97860" y="184863"/>
                  </a:lnTo>
                  <a:lnTo>
                    <a:pt x="74240" y="149974"/>
                  </a:lnTo>
                  <a:lnTo>
                    <a:pt x="42400" y="89752"/>
                  </a:lnTo>
                  <a:lnTo>
                    <a:pt x="13825" y="308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8042903" y="6373096"/>
              <a:ext cx="462280" cy="88900"/>
            </a:xfrm>
            <a:custGeom>
              <a:avLst/>
              <a:gdLst/>
              <a:ahLst/>
              <a:cxnLst/>
              <a:rect l="l" t="t" r="r" b="b"/>
              <a:pathLst>
                <a:path w="462279" h="88900">
                  <a:moveTo>
                    <a:pt x="368821" y="0"/>
                  </a:moveTo>
                  <a:lnTo>
                    <a:pt x="319186" y="953"/>
                  </a:lnTo>
                  <a:lnTo>
                    <a:pt x="263029" y="9050"/>
                  </a:lnTo>
                  <a:lnTo>
                    <a:pt x="204046" y="22194"/>
                  </a:lnTo>
                  <a:lnTo>
                    <a:pt x="136309" y="41181"/>
                  </a:lnTo>
                  <a:lnTo>
                    <a:pt x="76050" y="60719"/>
                  </a:lnTo>
                  <a:lnTo>
                    <a:pt x="28669" y="77599"/>
                  </a:lnTo>
                  <a:lnTo>
                    <a:pt x="0" y="88506"/>
                  </a:lnTo>
                  <a:lnTo>
                    <a:pt x="461766" y="88506"/>
                  </a:lnTo>
                  <a:lnTo>
                    <a:pt x="408238" y="8289"/>
                  </a:lnTo>
                  <a:lnTo>
                    <a:pt x="368821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7758496" y="5849338"/>
              <a:ext cx="26670" cy="157480"/>
            </a:xfrm>
            <a:custGeom>
              <a:avLst/>
              <a:gdLst/>
              <a:ahLst/>
              <a:cxnLst/>
              <a:rect l="l" t="t" r="r" b="b"/>
              <a:pathLst>
                <a:path w="26670" h="157479">
                  <a:moveTo>
                    <a:pt x="15219" y="0"/>
                  </a:moveTo>
                  <a:lnTo>
                    <a:pt x="8571" y="521"/>
                  </a:lnTo>
                  <a:lnTo>
                    <a:pt x="2251" y="2338"/>
                  </a:lnTo>
                  <a:lnTo>
                    <a:pt x="0" y="157475"/>
                  </a:lnTo>
                  <a:lnTo>
                    <a:pt x="6894" y="129356"/>
                  </a:lnTo>
                  <a:lnTo>
                    <a:pt x="17694" y="81405"/>
                  </a:lnTo>
                  <a:lnTo>
                    <a:pt x="26223" y="33739"/>
                  </a:lnTo>
                  <a:lnTo>
                    <a:pt x="26302" y="6474"/>
                  </a:lnTo>
                  <a:lnTo>
                    <a:pt x="21404" y="1679"/>
                  </a:lnTo>
                  <a:lnTo>
                    <a:pt x="15219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7760493" y="5786153"/>
              <a:ext cx="28575" cy="75565"/>
            </a:xfrm>
            <a:custGeom>
              <a:avLst/>
              <a:gdLst/>
              <a:ahLst/>
              <a:cxnLst/>
              <a:rect l="l" t="t" r="r" b="b"/>
              <a:pathLst>
                <a:path w="28575" h="75564">
                  <a:moveTo>
                    <a:pt x="2638" y="0"/>
                  </a:moveTo>
                  <a:lnTo>
                    <a:pt x="0" y="73715"/>
                  </a:lnTo>
                  <a:lnTo>
                    <a:pt x="9096" y="75065"/>
                  </a:lnTo>
                  <a:lnTo>
                    <a:pt x="14661" y="75091"/>
                  </a:lnTo>
                  <a:lnTo>
                    <a:pt x="18974" y="73414"/>
                  </a:lnTo>
                  <a:lnTo>
                    <a:pt x="24313" y="69652"/>
                  </a:lnTo>
                  <a:lnTo>
                    <a:pt x="28272" y="55872"/>
                  </a:lnTo>
                  <a:lnTo>
                    <a:pt x="26461" y="32034"/>
                  </a:lnTo>
                  <a:lnTo>
                    <a:pt x="18157" y="9591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3" name="object 293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9024281" y="4286519"/>
            <a:ext cx="1182640" cy="2299838"/>
          </a:xfrm>
          <a:prstGeom prst="rect">
            <a:avLst/>
          </a:prstGeom>
        </p:spPr>
      </p:pic>
      <p:pic>
        <p:nvPicPr>
          <p:cNvPr id="294" name="object 294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10758855" y="4428111"/>
            <a:ext cx="955543" cy="2012367"/>
          </a:xfrm>
          <a:prstGeom prst="rect">
            <a:avLst/>
          </a:prstGeom>
        </p:spPr>
      </p:pic>
      <p:pic>
        <p:nvPicPr>
          <p:cNvPr id="295" name="object 295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2364548" y="4776815"/>
            <a:ext cx="1603642" cy="1311696"/>
          </a:xfrm>
          <a:prstGeom prst="rect">
            <a:avLst/>
          </a:prstGeom>
        </p:spPr>
      </p:pic>
      <p:pic>
        <p:nvPicPr>
          <p:cNvPr id="296" name="object 296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5933072" y="4542507"/>
            <a:ext cx="1566678" cy="1802596"/>
          </a:xfrm>
          <a:prstGeom prst="rect">
            <a:avLst/>
          </a:prstGeom>
        </p:spPr>
      </p:pic>
      <p:pic>
        <p:nvPicPr>
          <p:cNvPr id="297" name="object 297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4373395" y="4629531"/>
            <a:ext cx="1135771" cy="1625312"/>
          </a:xfrm>
          <a:prstGeom prst="rect">
            <a:avLst/>
          </a:prstGeom>
        </p:spPr>
      </p:pic>
      <p:grpSp>
        <p:nvGrpSpPr>
          <p:cNvPr id="298" name="object 298" descr=""/>
          <p:cNvGrpSpPr/>
          <p:nvPr/>
        </p:nvGrpSpPr>
        <p:grpSpPr>
          <a:xfrm>
            <a:off x="7754918" y="2260841"/>
            <a:ext cx="1485900" cy="1876425"/>
            <a:chOff x="7754918" y="2260841"/>
            <a:chExt cx="1485900" cy="1876425"/>
          </a:xfrm>
        </p:grpSpPr>
        <p:sp>
          <p:nvSpPr>
            <p:cNvPr id="299" name="object 299" descr=""/>
            <p:cNvSpPr/>
            <p:nvPr/>
          </p:nvSpPr>
          <p:spPr>
            <a:xfrm>
              <a:off x="7754918" y="2516301"/>
              <a:ext cx="1367790" cy="1250950"/>
            </a:xfrm>
            <a:custGeom>
              <a:avLst/>
              <a:gdLst/>
              <a:ahLst/>
              <a:cxnLst/>
              <a:rect l="l" t="t" r="r" b="b"/>
              <a:pathLst>
                <a:path w="1367790" h="1250950">
                  <a:moveTo>
                    <a:pt x="771956" y="0"/>
                  </a:moveTo>
                  <a:lnTo>
                    <a:pt x="730011" y="552"/>
                  </a:lnTo>
                  <a:lnTo>
                    <a:pt x="687559" y="3418"/>
                  </a:lnTo>
                  <a:lnTo>
                    <a:pt x="644697" y="8638"/>
                  </a:lnTo>
                  <a:lnTo>
                    <a:pt x="601527" y="16251"/>
                  </a:lnTo>
                  <a:lnTo>
                    <a:pt x="558148" y="26295"/>
                  </a:lnTo>
                  <a:lnTo>
                    <a:pt x="514659" y="38811"/>
                  </a:lnTo>
                  <a:lnTo>
                    <a:pt x="471161" y="53837"/>
                  </a:lnTo>
                  <a:lnTo>
                    <a:pt x="427752" y="71412"/>
                  </a:lnTo>
                  <a:lnTo>
                    <a:pt x="384533" y="91577"/>
                  </a:lnTo>
                  <a:lnTo>
                    <a:pt x="341603" y="114369"/>
                  </a:lnTo>
                  <a:lnTo>
                    <a:pt x="299061" y="139829"/>
                  </a:lnTo>
                  <a:lnTo>
                    <a:pt x="257008" y="167996"/>
                  </a:lnTo>
                  <a:lnTo>
                    <a:pt x="219761" y="198972"/>
                  </a:lnTo>
                  <a:lnTo>
                    <a:pt x="175525" y="245256"/>
                  </a:lnTo>
                  <a:lnTo>
                    <a:pt x="128613" y="305419"/>
                  </a:lnTo>
                  <a:lnTo>
                    <a:pt x="105500" y="340259"/>
                  </a:lnTo>
                  <a:lnTo>
                    <a:pt x="83335" y="378033"/>
                  </a:lnTo>
                  <a:lnTo>
                    <a:pt x="62658" y="418561"/>
                  </a:lnTo>
                  <a:lnTo>
                    <a:pt x="44006" y="461667"/>
                  </a:lnTo>
                  <a:lnTo>
                    <a:pt x="27919" y="507170"/>
                  </a:lnTo>
                  <a:lnTo>
                    <a:pt x="14935" y="554892"/>
                  </a:lnTo>
                  <a:lnTo>
                    <a:pt x="5595" y="604655"/>
                  </a:lnTo>
                  <a:lnTo>
                    <a:pt x="437" y="656279"/>
                  </a:lnTo>
                  <a:lnTo>
                    <a:pt x="0" y="709587"/>
                  </a:lnTo>
                  <a:lnTo>
                    <a:pt x="4822" y="764399"/>
                  </a:lnTo>
                  <a:lnTo>
                    <a:pt x="15444" y="820538"/>
                  </a:lnTo>
                  <a:lnTo>
                    <a:pt x="32403" y="877823"/>
                  </a:lnTo>
                  <a:lnTo>
                    <a:pt x="56240" y="936077"/>
                  </a:lnTo>
                  <a:lnTo>
                    <a:pt x="78812" y="979189"/>
                  </a:lnTo>
                  <a:lnTo>
                    <a:pt x="104912" y="1019814"/>
                  </a:lnTo>
                  <a:lnTo>
                    <a:pt x="134281" y="1057770"/>
                  </a:lnTo>
                  <a:lnTo>
                    <a:pt x="166661" y="1092875"/>
                  </a:lnTo>
                  <a:lnTo>
                    <a:pt x="201794" y="1124945"/>
                  </a:lnTo>
                  <a:lnTo>
                    <a:pt x="239420" y="1153798"/>
                  </a:lnTo>
                  <a:lnTo>
                    <a:pt x="279283" y="1179252"/>
                  </a:lnTo>
                  <a:lnTo>
                    <a:pt x="321122" y="1201125"/>
                  </a:lnTo>
                  <a:lnTo>
                    <a:pt x="364680" y="1219233"/>
                  </a:lnTo>
                  <a:lnTo>
                    <a:pt x="409700" y="1233394"/>
                  </a:lnTo>
                  <a:lnTo>
                    <a:pt x="455921" y="1243426"/>
                  </a:lnTo>
                  <a:lnTo>
                    <a:pt x="503086" y="1249146"/>
                  </a:lnTo>
                  <a:lnTo>
                    <a:pt x="550937" y="1250371"/>
                  </a:lnTo>
                  <a:lnTo>
                    <a:pt x="599640" y="1247937"/>
                  </a:lnTo>
                  <a:lnTo>
                    <a:pt x="650253" y="1241980"/>
                  </a:lnTo>
                  <a:lnTo>
                    <a:pt x="701657" y="1231316"/>
                  </a:lnTo>
                  <a:lnTo>
                    <a:pt x="752735" y="1214761"/>
                  </a:lnTo>
                  <a:lnTo>
                    <a:pt x="802369" y="1191132"/>
                  </a:lnTo>
                  <a:lnTo>
                    <a:pt x="849441" y="1159243"/>
                  </a:lnTo>
                  <a:lnTo>
                    <a:pt x="894051" y="1109877"/>
                  </a:lnTo>
                  <a:lnTo>
                    <a:pt x="925716" y="1073423"/>
                  </a:lnTo>
                  <a:lnTo>
                    <a:pt x="985520" y="1016839"/>
                  </a:lnTo>
                  <a:lnTo>
                    <a:pt x="1031647" y="988019"/>
                  </a:lnTo>
                  <a:lnTo>
                    <a:pt x="1123100" y="949605"/>
                  </a:lnTo>
                  <a:lnTo>
                    <a:pt x="1156397" y="934584"/>
                  </a:lnTo>
                  <a:lnTo>
                    <a:pt x="1222523" y="895967"/>
                  </a:lnTo>
                  <a:lnTo>
                    <a:pt x="1253789" y="870622"/>
                  </a:lnTo>
                  <a:lnTo>
                    <a:pt x="1282817" y="840084"/>
                  </a:lnTo>
                  <a:lnTo>
                    <a:pt x="1308825" y="803480"/>
                  </a:lnTo>
                  <a:lnTo>
                    <a:pt x="1331033" y="759934"/>
                  </a:lnTo>
                  <a:lnTo>
                    <a:pt x="1348658" y="708571"/>
                  </a:lnTo>
                  <a:lnTo>
                    <a:pt x="1360920" y="648516"/>
                  </a:lnTo>
                  <a:lnTo>
                    <a:pt x="1367037" y="578894"/>
                  </a:lnTo>
                  <a:lnTo>
                    <a:pt x="1367189" y="535686"/>
                  </a:lnTo>
                  <a:lnTo>
                    <a:pt x="1364441" y="493850"/>
                  </a:lnTo>
                  <a:lnTo>
                    <a:pt x="1358892" y="453425"/>
                  </a:lnTo>
                  <a:lnTo>
                    <a:pt x="1350642" y="414451"/>
                  </a:lnTo>
                  <a:lnTo>
                    <a:pt x="1339792" y="376966"/>
                  </a:lnTo>
                  <a:lnTo>
                    <a:pt x="1326439" y="341010"/>
                  </a:lnTo>
                  <a:lnTo>
                    <a:pt x="1292628" y="273841"/>
                  </a:lnTo>
                  <a:lnTo>
                    <a:pt x="1250008" y="213260"/>
                  </a:lnTo>
                  <a:lnTo>
                    <a:pt x="1199374" y="159579"/>
                  </a:lnTo>
                  <a:lnTo>
                    <a:pt x="1141525" y="113113"/>
                  </a:lnTo>
                  <a:lnTo>
                    <a:pt x="1077258" y="74176"/>
                  </a:lnTo>
                  <a:lnTo>
                    <a:pt x="1007370" y="43082"/>
                  </a:lnTo>
                  <a:lnTo>
                    <a:pt x="970568" y="30575"/>
                  </a:lnTo>
                  <a:lnTo>
                    <a:pt x="932659" y="20145"/>
                  </a:lnTo>
                  <a:lnTo>
                    <a:pt x="893744" y="11834"/>
                  </a:lnTo>
                  <a:lnTo>
                    <a:pt x="853922" y="5680"/>
                  </a:lnTo>
                  <a:lnTo>
                    <a:pt x="813293" y="1722"/>
                  </a:lnTo>
                  <a:lnTo>
                    <a:pt x="771956" y="0"/>
                  </a:lnTo>
                  <a:close/>
                </a:path>
              </a:pathLst>
            </a:custGeom>
            <a:solidFill>
              <a:srgbClr val="C4D5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8321881" y="3057610"/>
              <a:ext cx="918844" cy="1080135"/>
            </a:xfrm>
            <a:custGeom>
              <a:avLst/>
              <a:gdLst/>
              <a:ahLst/>
              <a:cxnLst/>
              <a:rect l="l" t="t" r="r" b="b"/>
              <a:pathLst>
                <a:path w="918845" h="1080135">
                  <a:moveTo>
                    <a:pt x="298508" y="0"/>
                  </a:moveTo>
                  <a:lnTo>
                    <a:pt x="242607" y="1052"/>
                  </a:lnTo>
                  <a:lnTo>
                    <a:pt x="194414" y="15342"/>
                  </a:lnTo>
                  <a:lnTo>
                    <a:pt x="157063" y="34685"/>
                  </a:lnTo>
                  <a:lnTo>
                    <a:pt x="103399" y="78221"/>
                  </a:lnTo>
                  <a:lnTo>
                    <a:pt x="76781" y="109944"/>
                  </a:lnTo>
                  <a:lnTo>
                    <a:pt x="53938" y="145530"/>
                  </a:lnTo>
                  <a:lnTo>
                    <a:pt x="34973" y="184438"/>
                  </a:lnTo>
                  <a:lnTo>
                    <a:pt x="19992" y="226129"/>
                  </a:lnTo>
                  <a:lnTo>
                    <a:pt x="9100" y="270063"/>
                  </a:lnTo>
                  <a:lnTo>
                    <a:pt x="2401" y="315701"/>
                  </a:lnTo>
                  <a:lnTo>
                    <a:pt x="0" y="362504"/>
                  </a:lnTo>
                  <a:lnTo>
                    <a:pt x="2001" y="409931"/>
                  </a:lnTo>
                  <a:lnTo>
                    <a:pt x="8510" y="457444"/>
                  </a:lnTo>
                  <a:lnTo>
                    <a:pt x="19631" y="504504"/>
                  </a:lnTo>
                  <a:lnTo>
                    <a:pt x="35468" y="550569"/>
                  </a:lnTo>
                  <a:lnTo>
                    <a:pt x="56128" y="595102"/>
                  </a:lnTo>
                  <a:lnTo>
                    <a:pt x="79896" y="634301"/>
                  </a:lnTo>
                  <a:lnTo>
                    <a:pt x="105178" y="666795"/>
                  </a:lnTo>
                  <a:lnTo>
                    <a:pt x="131689" y="694641"/>
                  </a:lnTo>
                  <a:lnTo>
                    <a:pt x="187248" y="744605"/>
                  </a:lnTo>
                  <a:lnTo>
                    <a:pt x="215725" y="770835"/>
                  </a:lnTo>
                  <a:lnTo>
                    <a:pt x="244284" y="800636"/>
                  </a:lnTo>
                  <a:lnTo>
                    <a:pt x="272640" y="836064"/>
                  </a:lnTo>
                  <a:lnTo>
                    <a:pt x="300506" y="879175"/>
                  </a:lnTo>
                  <a:lnTo>
                    <a:pt x="327596" y="932023"/>
                  </a:lnTo>
                  <a:lnTo>
                    <a:pt x="342974" y="971405"/>
                  </a:lnTo>
                  <a:lnTo>
                    <a:pt x="354042" y="1009643"/>
                  </a:lnTo>
                  <a:lnTo>
                    <a:pt x="369877" y="1079621"/>
                  </a:lnTo>
                  <a:lnTo>
                    <a:pt x="889914" y="1079621"/>
                  </a:lnTo>
                  <a:lnTo>
                    <a:pt x="918761" y="1079160"/>
                  </a:lnTo>
                  <a:lnTo>
                    <a:pt x="896661" y="1042349"/>
                  </a:lnTo>
                  <a:lnTo>
                    <a:pt x="876733" y="1007116"/>
                  </a:lnTo>
                  <a:lnTo>
                    <a:pt x="833876" y="928129"/>
                  </a:lnTo>
                  <a:lnTo>
                    <a:pt x="806191" y="877745"/>
                  </a:lnTo>
                  <a:lnTo>
                    <a:pt x="771164" y="815681"/>
                  </a:lnTo>
                  <a:lnTo>
                    <a:pt x="742063" y="762391"/>
                  </a:lnTo>
                  <a:lnTo>
                    <a:pt x="715593" y="709318"/>
                  </a:lnTo>
                  <a:lnTo>
                    <a:pt x="691450" y="656680"/>
                  </a:lnTo>
                  <a:lnTo>
                    <a:pt x="669332" y="604694"/>
                  </a:lnTo>
                  <a:lnTo>
                    <a:pt x="648935" y="553579"/>
                  </a:lnTo>
                  <a:lnTo>
                    <a:pt x="629956" y="503551"/>
                  </a:lnTo>
                  <a:lnTo>
                    <a:pt x="612094" y="454828"/>
                  </a:lnTo>
                  <a:lnTo>
                    <a:pt x="578506" y="362170"/>
                  </a:lnTo>
                  <a:lnTo>
                    <a:pt x="562174" y="318670"/>
                  </a:lnTo>
                  <a:lnTo>
                    <a:pt x="545747" y="277345"/>
                  </a:lnTo>
                  <a:lnTo>
                    <a:pt x="528921" y="238415"/>
                  </a:lnTo>
                  <a:lnTo>
                    <a:pt x="511395" y="202096"/>
                  </a:lnTo>
                  <a:lnTo>
                    <a:pt x="492864" y="168606"/>
                  </a:lnTo>
                  <a:lnTo>
                    <a:pt x="426021" y="79561"/>
                  </a:lnTo>
                  <a:lnTo>
                    <a:pt x="384791" y="40566"/>
                  </a:lnTo>
                  <a:lnTo>
                    <a:pt x="349613" y="17056"/>
                  </a:lnTo>
                  <a:lnTo>
                    <a:pt x="320760" y="4909"/>
                  </a:lnTo>
                  <a:lnTo>
                    <a:pt x="298508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8098454" y="2260841"/>
              <a:ext cx="632460" cy="1356360"/>
            </a:xfrm>
            <a:custGeom>
              <a:avLst/>
              <a:gdLst/>
              <a:ahLst/>
              <a:cxnLst/>
              <a:rect l="l" t="t" r="r" b="b"/>
              <a:pathLst>
                <a:path w="632459" h="1356360">
                  <a:moveTo>
                    <a:pt x="571427" y="0"/>
                  </a:moveTo>
                  <a:lnTo>
                    <a:pt x="60458" y="0"/>
                  </a:lnTo>
                  <a:lnTo>
                    <a:pt x="36925" y="4751"/>
                  </a:lnTo>
                  <a:lnTo>
                    <a:pt x="17707" y="17708"/>
                  </a:lnTo>
                  <a:lnTo>
                    <a:pt x="4751" y="36929"/>
                  </a:lnTo>
                  <a:lnTo>
                    <a:pt x="0" y="60469"/>
                  </a:lnTo>
                  <a:lnTo>
                    <a:pt x="0" y="1295478"/>
                  </a:lnTo>
                  <a:lnTo>
                    <a:pt x="4751" y="1319012"/>
                  </a:lnTo>
                  <a:lnTo>
                    <a:pt x="17707" y="1338230"/>
                  </a:lnTo>
                  <a:lnTo>
                    <a:pt x="36925" y="1351186"/>
                  </a:lnTo>
                  <a:lnTo>
                    <a:pt x="60458" y="1355937"/>
                  </a:lnTo>
                  <a:lnTo>
                    <a:pt x="571427" y="1355937"/>
                  </a:lnTo>
                  <a:lnTo>
                    <a:pt x="594961" y="1351186"/>
                  </a:lnTo>
                  <a:lnTo>
                    <a:pt x="614178" y="1338230"/>
                  </a:lnTo>
                  <a:lnTo>
                    <a:pt x="627135" y="1319012"/>
                  </a:lnTo>
                  <a:lnTo>
                    <a:pt x="631886" y="1295478"/>
                  </a:lnTo>
                  <a:lnTo>
                    <a:pt x="631886" y="60469"/>
                  </a:lnTo>
                  <a:lnTo>
                    <a:pt x="627135" y="36929"/>
                  </a:lnTo>
                  <a:lnTo>
                    <a:pt x="614178" y="17708"/>
                  </a:lnTo>
                  <a:lnTo>
                    <a:pt x="594961" y="4751"/>
                  </a:lnTo>
                  <a:lnTo>
                    <a:pt x="5714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8134160" y="2296548"/>
              <a:ext cx="560705" cy="1284605"/>
            </a:xfrm>
            <a:custGeom>
              <a:avLst/>
              <a:gdLst/>
              <a:ahLst/>
              <a:cxnLst/>
              <a:rect l="l" t="t" r="r" b="b"/>
              <a:pathLst>
                <a:path w="560704" h="1284604">
                  <a:moveTo>
                    <a:pt x="534905" y="0"/>
                  </a:moveTo>
                  <a:lnTo>
                    <a:pt x="25569" y="0"/>
                  </a:lnTo>
                  <a:lnTo>
                    <a:pt x="15615" y="2008"/>
                  </a:lnTo>
                  <a:lnTo>
                    <a:pt x="7487" y="7487"/>
                  </a:lnTo>
                  <a:lnTo>
                    <a:pt x="2008" y="15615"/>
                  </a:lnTo>
                  <a:lnTo>
                    <a:pt x="0" y="25569"/>
                  </a:lnTo>
                  <a:lnTo>
                    <a:pt x="0" y="1258956"/>
                  </a:lnTo>
                  <a:lnTo>
                    <a:pt x="2008" y="1268910"/>
                  </a:lnTo>
                  <a:lnTo>
                    <a:pt x="7487" y="1277038"/>
                  </a:lnTo>
                  <a:lnTo>
                    <a:pt x="15615" y="1282517"/>
                  </a:lnTo>
                  <a:lnTo>
                    <a:pt x="25569" y="1284526"/>
                  </a:lnTo>
                  <a:lnTo>
                    <a:pt x="534905" y="1284526"/>
                  </a:lnTo>
                  <a:lnTo>
                    <a:pt x="544859" y="1282517"/>
                  </a:lnTo>
                  <a:lnTo>
                    <a:pt x="552987" y="1277038"/>
                  </a:lnTo>
                  <a:lnTo>
                    <a:pt x="558466" y="1268910"/>
                  </a:lnTo>
                  <a:lnTo>
                    <a:pt x="560475" y="1258956"/>
                  </a:lnTo>
                  <a:lnTo>
                    <a:pt x="560475" y="25569"/>
                  </a:lnTo>
                  <a:lnTo>
                    <a:pt x="558466" y="15615"/>
                  </a:lnTo>
                  <a:lnTo>
                    <a:pt x="552987" y="7487"/>
                  </a:lnTo>
                  <a:lnTo>
                    <a:pt x="544859" y="2008"/>
                  </a:lnTo>
                  <a:lnTo>
                    <a:pt x="5349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7966228" y="3143865"/>
              <a:ext cx="229235" cy="382905"/>
            </a:xfrm>
            <a:custGeom>
              <a:avLst/>
              <a:gdLst/>
              <a:ahLst/>
              <a:cxnLst/>
              <a:rect l="l" t="t" r="r" b="b"/>
              <a:pathLst>
                <a:path w="229234" h="382904">
                  <a:moveTo>
                    <a:pt x="228714" y="312381"/>
                  </a:moveTo>
                  <a:lnTo>
                    <a:pt x="187820" y="264947"/>
                  </a:lnTo>
                  <a:lnTo>
                    <a:pt x="140525" y="236499"/>
                  </a:lnTo>
                  <a:lnTo>
                    <a:pt x="112991" y="220014"/>
                  </a:lnTo>
                  <a:lnTo>
                    <a:pt x="128485" y="219875"/>
                  </a:lnTo>
                  <a:lnTo>
                    <a:pt x="153149" y="205803"/>
                  </a:lnTo>
                  <a:lnTo>
                    <a:pt x="170954" y="183311"/>
                  </a:lnTo>
                  <a:lnTo>
                    <a:pt x="179844" y="157810"/>
                  </a:lnTo>
                  <a:lnTo>
                    <a:pt x="176936" y="133985"/>
                  </a:lnTo>
                  <a:lnTo>
                    <a:pt x="165150" y="93878"/>
                  </a:lnTo>
                  <a:lnTo>
                    <a:pt x="145097" y="49390"/>
                  </a:lnTo>
                  <a:lnTo>
                    <a:pt x="117424" y="12420"/>
                  </a:lnTo>
                  <a:lnTo>
                    <a:pt x="86258" y="0"/>
                  </a:lnTo>
                  <a:lnTo>
                    <a:pt x="54851" y="8978"/>
                  </a:lnTo>
                  <a:lnTo>
                    <a:pt x="15303" y="42608"/>
                  </a:lnTo>
                  <a:lnTo>
                    <a:pt x="0" y="79324"/>
                  </a:lnTo>
                  <a:lnTo>
                    <a:pt x="5829" y="122072"/>
                  </a:lnTo>
                  <a:lnTo>
                    <a:pt x="31165" y="165506"/>
                  </a:lnTo>
                  <a:lnTo>
                    <a:pt x="61747" y="197015"/>
                  </a:lnTo>
                  <a:lnTo>
                    <a:pt x="53136" y="198132"/>
                  </a:lnTo>
                  <a:lnTo>
                    <a:pt x="21005" y="228206"/>
                  </a:lnTo>
                  <a:lnTo>
                    <a:pt x="10985" y="266103"/>
                  </a:lnTo>
                  <a:lnTo>
                    <a:pt x="11252" y="299872"/>
                  </a:lnTo>
                  <a:lnTo>
                    <a:pt x="31724" y="346062"/>
                  </a:lnTo>
                  <a:lnTo>
                    <a:pt x="106133" y="375170"/>
                  </a:lnTo>
                  <a:lnTo>
                    <a:pt x="146011" y="381165"/>
                  </a:lnTo>
                  <a:lnTo>
                    <a:pt x="169456" y="382689"/>
                  </a:lnTo>
                  <a:lnTo>
                    <a:pt x="199377" y="374726"/>
                  </a:lnTo>
                  <a:lnTo>
                    <a:pt x="218871" y="356984"/>
                  </a:lnTo>
                  <a:lnTo>
                    <a:pt x="228473" y="334518"/>
                  </a:lnTo>
                  <a:lnTo>
                    <a:pt x="228714" y="31238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8007122" y="3234340"/>
              <a:ext cx="156210" cy="278765"/>
            </a:xfrm>
            <a:custGeom>
              <a:avLst/>
              <a:gdLst/>
              <a:ahLst/>
              <a:cxnLst/>
              <a:rect l="l" t="t" r="r" b="b"/>
              <a:pathLst>
                <a:path w="156209" h="278764">
                  <a:moveTo>
                    <a:pt x="97104" y="37833"/>
                  </a:moveTo>
                  <a:lnTo>
                    <a:pt x="83159" y="19697"/>
                  </a:lnTo>
                  <a:lnTo>
                    <a:pt x="60540" y="4533"/>
                  </a:lnTo>
                  <a:lnTo>
                    <a:pt x="38265" y="0"/>
                  </a:lnTo>
                  <a:lnTo>
                    <a:pt x="24028" y="5168"/>
                  </a:lnTo>
                  <a:lnTo>
                    <a:pt x="12598" y="14427"/>
                  </a:lnTo>
                  <a:lnTo>
                    <a:pt x="4432" y="26416"/>
                  </a:lnTo>
                  <a:lnTo>
                    <a:pt x="0" y="39789"/>
                  </a:lnTo>
                  <a:lnTo>
                    <a:pt x="2209" y="60375"/>
                  </a:lnTo>
                  <a:lnTo>
                    <a:pt x="12941" y="79133"/>
                  </a:lnTo>
                  <a:lnTo>
                    <a:pt x="27533" y="93141"/>
                  </a:lnTo>
                  <a:lnTo>
                    <a:pt x="41325" y="99479"/>
                  </a:lnTo>
                  <a:lnTo>
                    <a:pt x="47688" y="96266"/>
                  </a:lnTo>
                  <a:lnTo>
                    <a:pt x="54013" y="85775"/>
                  </a:lnTo>
                  <a:lnTo>
                    <a:pt x="67005" y="70104"/>
                  </a:lnTo>
                  <a:lnTo>
                    <a:pt x="93357" y="51346"/>
                  </a:lnTo>
                  <a:lnTo>
                    <a:pt x="97104" y="37833"/>
                  </a:lnTo>
                  <a:close/>
                </a:path>
                <a:path w="156209" h="278764">
                  <a:moveTo>
                    <a:pt x="155600" y="224383"/>
                  </a:moveTo>
                  <a:lnTo>
                    <a:pt x="123748" y="199250"/>
                  </a:lnTo>
                  <a:lnTo>
                    <a:pt x="96418" y="192836"/>
                  </a:lnTo>
                  <a:lnTo>
                    <a:pt x="74955" y="200342"/>
                  </a:lnTo>
                  <a:lnTo>
                    <a:pt x="62420" y="220459"/>
                  </a:lnTo>
                  <a:lnTo>
                    <a:pt x="60718" y="243217"/>
                  </a:lnTo>
                  <a:lnTo>
                    <a:pt x="71716" y="258648"/>
                  </a:lnTo>
                  <a:lnTo>
                    <a:pt x="85305" y="264566"/>
                  </a:lnTo>
                  <a:lnTo>
                    <a:pt x="100558" y="270637"/>
                  </a:lnTo>
                  <a:lnTo>
                    <a:pt x="113931" y="275640"/>
                  </a:lnTo>
                  <a:lnTo>
                    <a:pt x="121907" y="278333"/>
                  </a:lnTo>
                  <a:lnTo>
                    <a:pt x="136931" y="270967"/>
                  </a:lnTo>
                  <a:lnTo>
                    <a:pt x="149504" y="248869"/>
                  </a:lnTo>
                  <a:lnTo>
                    <a:pt x="155600" y="224383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5" name="object 305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7973821" y="2753077"/>
              <a:ext cx="125039" cy="154281"/>
            </a:xfrm>
            <a:prstGeom prst="rect">
              <a:avLst/>
            </a:prstGeom>
          </p:spPr>
        </p:pic>
        <p:sp>
          <p:nvSpPr>
            <p:cNvPr id="306" name="object 306" descr=""/>
            <p:cNvSpPr/>
            <p:nvPr/>
          </p:nvSpPr>
          <p:spPr>
            <a:xfrm>
              <a:off x="7956896" y="2953503"/>
              <a:ext cx="144780" cy="207645"/>
            </a:xfrm>
            <a:custGeom>
              <a:avLst/>
              <a:gdLst/>
              <a:ahLst/>
              <a:cxnLst/>
              <a:rect l="l" t="t" r="r" b="b"/>
              <a:pathLst>
                <a:path w="144779" h="207644">
                  <a:moveTo>
                    <a:pt x="121070" y="0"/>
                  </a:moveTo>
                  <a:lnTo>
                    <a:pt x="84109" y="5297"/>
                  </a:lnTo>
                  <a:lnTo>
                    <a:pt x="43579" y="23236"/>
                  </a:lnTo>
                  <a:lnTo>
                    <a:pt x="11978" y="58914"/>
                  </a:lnTo>
                  <a:lnTo>
                    <a:pt x="0" y="99372"/>
                  </a:lnTo>
                  <a:lnTo>
                    <a:pt x="1062" y="138144"/>
                  </a:lnTo>
                  <a:lnTo>
                    <a:pt x="27276" y="192062"/>
                  </a:lnTo>
                  <a:lnTo>
                    <a:pt x="71545" y="207582"/>
                  </a:lnTo>
                  <a:lnTo>
                    <a:pt x="79316" y="207371"/>
                  </a:lnTo>
                  <a:lnTo>
                    <a:pt x="120676" y="192354"/>
                  </a:lnTo>
                  <a:lnTo>
                    <a:pt x="144389" y="158021"/>
                  </a:lnTo>
                  <a:lnTo>
                    <a:pt x="144492" y="138144"/>
                  </a:lnTo>
                  <a:lnTo>
                    <a:pt x="142264" y="111841"/>
                  </a:lnTo>
                  <a:lnTo>
                    <a:pt x="141932" y="72338"/>
                  </a:lnTo>
                  <a:lnTo>
                    <a:pt x="141963" y="2246"/>
                  </a:lnTo>
                  <a:lnTo>
                    <a:pt x="12107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7964284" y="3025092"/>
              <a:ext cx="80645" cy="100965"/>
            </a:xfrm>
            <a:custGeom>
              <a:avLst/>
              <a:gdLst/>
              <a:ahLst/>
              <a:cxnLst/>
              <a:rect l="l" t="t" r="r" b="b"/>
              <a:pathLst>
                <a:path w="80645" h="100964">
                  <a:moveTo>
                    <a:pt x="45485" y="0"/>
                  </a:moveTo>
                  <a:lnTo>
                    <a:pt x="28479" y="2872"/>
                  </a:lnTo>
                  <a:lnTo>
                    <a:pt x="14312" y="14596"/>
                  </a:lnTo>
                  <a:lnTo>
                    <a:pt x="4360" y="31157"/>
                  </a:lnTo>
                  <a:lnTo>
                    <a:pt x="0" y="48543"/>
                  </a:lnTo>
                  <a:lnTo>
                    <a:pt x="2068" y="71340"/>
                  </a:lnTo>
                  <a:lnTo>
                    <a:pt x="9156" y="89897"/>
                  </a:lnTo>
                  <a:lnTo>
                    <a:pt x="17760" y="100680"/>
                  </a:lnTo>
                  <a:lnTo>
                    <a:pt x="24376" y="100154"/>
                  </a:lnTo>
                  <a:lnTo>
                    <a:pt x="33227" y="86813"/>
                  </a:lnTo>
                  <a:lnTo>
                    <a:pt x="43952" y="74239"/>
                  </a:lnTo>
                  <a:lnTo>
                    <a:pt x="58583" y="61008"/>
                  </a:lnTo>
                  <a:lnTo>
                    <a:pt x="79149" y="45694"/>
                  </a:lnTo>
                  <a:lnTo>
                    <a:pt x="80502" y="36897"/>
                  </a:lnTo>
                  <a:lnTo>
                    <a:pt x="74289" y="22352"/>
                  </a:lnTo>
                  <a:lnTo>
                    <a:pt x="62090" y="8055"/>
                  </a:lnTo>
                  <a:lnTo>
                    <a:pt x="45485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8687504" y="2697458"/>
              <a:ext cx="326390" cy="1020444"/>
            </a:xfrm>
            <a:custGeom>
              <a:avLst/>
              <a:gdLst/>
              <a:ahLst/>
              <a:cxnLst/>
              <a:rect l="l" t="t" r="r" b="b"/>
              <a:pathLst>
                <a:path w="326390" h="1020445">
                  <a:moveTo>
                    <a:pt x="160405" y="0"/>
                  </a:moveTo>
                  <a:lnTo>
                    <a:pt x="93971" y="39436"/>
                  </a:lnTo>
                  <a:lnTo>
                    <a:pt x="64600" y="83595"/>
                  </a:lnTo>
                  <a:lnTo>
                    <a:pt x="41867" y="136917"/>
                  </a:lnTo>
                  <a:lnTo>
                    <a:pt x="28828" y="194056"/>
                  </a:lnTo>
                  <a:lnTo>
                    <a:pt x="27248" y="216153"/>
                  </a:lnTo>
                  <a:lnTo>
                    <a:pt x="28087" y="236961"/>
                  </a:lnTo>
                  <a:lnTo>
                    <a:pt x="34304" y="290577"/>
                  </a:lnTo>
                  <a:lnTo>
                    <a:pt x="46269" y="360523"/>
                  </a:lnTo>
                  <a:lnTo>
                    <a:pt x="60562" y="408780"/>
                  </a:lnTo>
                  <a:lnTo>
                    <a:pt x="73254" y="443877"/>
                  </a:lnTo>
                  <a:lnTo>
                    <a:pt x="80418" y="474339"/>
                  </a:lnTo>
                  <a:lnTo>
                    <a:pt x="73389" y="531235"/>
                  </a:lnTo>
                  <a:lnTo>
                    <a:pt x="63519" y="572417"/>
                  </a:lnTo>
                  <a:lnTo>
                    <a:pt x="38366" y="652057"/>
                  </a:lnTo>
                  <a:lnTo>
                    <a:pt x="22935" y="704615"/>
                  </a:lnTo>
                  <a:lnTo>
                    <a:pt x="10799" y="754143"/>
                  </a:lnTo>
                  <a:lnTo>
                    <a:pt x="2856" y="800699"/>
                  </a:lnTo>
                  <a:lnTo>
                    <a:pt x="0" y="844342"/>
                  </a:lnTo>
                  <a:lnTo>
                    <a:pt x="3126" y="885131"/>
                  </a:lnTo>
                  <a:lnTo>
                    <a:pt x="13132" y="923123"/>
                  </a:lnTo>
                  <a:lnTo>
                    <a:pt x="30911" y="958379"/>
                  </a:lnTo>
                  <a:lnTo>
                    <a:pt x="79228" y="1003178"/>
                  </a:lnTo>
                  <a:lnTo>
                    <a:pt x="142238" y="1019832"/>
                  </a:lnTo>
                  <a:lnTo>
                    <a:pt x="193023" y="1014502"/>
                  </a:lnTo>
                  <a:lnTo>
                    <a:pt x="235910" y="994481"/>
                  </a:lnTo>
                  <a:lnTo>
                    <a:pt x="268714" y="963550"/>
                  </a:lnTo>
                  <a:lnTo>
                    <a:pt x="289249" y="925490"/>
                  </a:lnTo>
                  <a:lnTo>
                    <a:pt x="300630" y="874208"/>
                  </a:lnTo>
                  <a:lnTo>
                    <a:pt x="304883" y="832880"/>
                  </a:lnTo>
                  <a:lnTo>
                    <a:pt x="310830" y="767319"/>
                  </a:lnTo>
                  <a:lnTo>
                    <a:pt x="320463" y="667194"/>
                  </a:lnTo>
                  <a:lnTo>
                    <a:pt x="324075" y="632015"/>
                  </a:lnTo>
                  <a:lnTo>
                    <a:pt x="326215" y="601458"/>
                  </a:lnTo>
                  <a:lnTo>
                    <a:pt x="325479" y="572243"/>
                  </a:lnTo>
                  <a:lnTo>
                    <a:pt x="320463" y="541093"/>
                  </a:lnTo>
                  <a:lnTo>
                    <a:pt x="308686" y="505211"/>
                  </a:lnTo>
                  <a:lnTo>
                    <a:pt x="292440" y="474009"/>
                  </a:lnTo>
                  <a:lnTo>
                    <a:pt x="272805" y="442237"/>
                  </a:lnTo>
                  <a:lnTo>
                    <a:pt x="250863" y="404647"/>
                  </a:lnTo>
                  <a:lnTo>
                    <a:pt x="226242" y="350951"/>
                  </a:lnTo>
                  <a:lnTo>
                    <a:pt x="213802" y="312638"/>
                  </a:lnTo>
                  <a:lnTo>
                    <a:pt x="202289" y="263864"/>
                  </a:lnTo>
                  <a:lnTo>
                    <a:pt x="192460" y="202515"/>
                  </a:lnTo>
                  <a:lnTo>
                    <a:pt x="185074" y="126477"/>
                  </a:lnTo>
                  <a:lnTo>
                    <a:pt x="188254" y="105705"/>
                  </a:lnTo>
                  <a:lnTo>
                    <a:pt x="195362" y="74865"/>
                  </a:lnTo>
                  <a:lnTo>
                    <a:pt x="200067" y="43010"/>
                  </a:lnTo>
                  <a:lnTo>
                    <a:pt x="196037" y="19193"/>
                  </a:lnTo>
                  <a:lnTo>
                    <a:pt x="189046" y="11178"/>
                  </a:lnTo>
                  <a:lnTo>
                    <a:pt x="180117" y="5324"/>
                  </a:lnTo>
                  <a:lnTo>
                    <a:pt x="170241" y="1605"/>
                  </a:lnTo>
                  <a:lnTo>
                    <a:pt x="160405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8864127" y="2724765"/>
              <a:ext cx="22860" cy="98425"/>
            </a:xfrm>
            <a:custGeom>
              <a:avLst/>
              <a:gdLst/>
              <a:ahLst/>
              <a:cxnLst/>
              <a:rect l="l" t="t" r="r" b="b"/>
              <a:pathLst>
                <a:path w="22859" h="98425">
                  <a:moveTo>
                    <a:pt x="22598" y="0"/>
                  </a:moveTo>
                  <a:lnTo>
                    <a:pt x="181" y="58288"/>
                  </a:lnTo>
                  <a:lnTo>
                    <a:pt x="0" y="83613"/>
                  </a:lnTo>
                  <a:lnTo>
                    <a:pt x="4860" y="96646"/>
                  </a:lnTo>
                  <a:lnTo>
                    <a:pt x="6997" y="97609"/>
                  </a:lnTo>
                  <a:lnTo>
                    <a:pt x="8525" y="98070"/>
                  </a:lnTo>
                  <a:lnTo>
                    <a:pt x="11454" y="79560"/>
                  </a:lnTo>
                  <a:lnTo>
                    <a:pt x="17643" y="52946"/>
                  </a:lnTo>
                  <a:lnTo>
                    <a:pt x="22791" y="24376"/>
                  </a:lnTo>
                  <a:lnTo>
                    <a:pt x="22598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8134160" y="2296559"/>
              <a:ext cx="560705" cy="1286510"/>
            </a:xfrm>
            <a:custGeom>
              <a:avLst/>
              <a:gdLst/>
              <a:ahLst/>
              <a:cxnLst/>
              <a:rect l="l" t="t" r="r" b="b"/>
              <a:pathLst>
                <a:path w="560704" h="1286510">
                  <a:moveTo>
                    <a:pt x="560476" y="1232535"/>
                  </a:moveTo>
                  <a:lnTo>
                    <a:pt x="0" y="1232535"/>
                  </a:lnTo>
                  <a:lnTo>
                    <a:pt x="0" y="1260919"/>
                  </a:lnTo>
                  <a:lnTo>
                    <a:pt x="2006" y="1270876"/>
                  </a:lnTo>
                  <a:lnTo>
                    <a:pt x="7480" y="1279004"/>
                  </a:lnTo>
                  <a:lnTo>
                    <a:pt x="15608" y="1284478"/>
                  </a:lnTo>
                  <a:lnTo>
                    <a:pt x="25565" y="1286484"/>
                  </a:lnTo>
                  <a:lnTo>
                    <a:pt x="534898" y="1286484"/>
                  </a:lnTo>
                  <a:lnTo>
                    <a:pt x="544855" y="1284478"/>
                  </a:lnTo>
                  <a:lnTo>
                    <a:pt x="552983" y="1279004"/>
                  </a:lnTo>
                  <a:lnTo>
                    <a:pt x="558457" y="1270876"/>
                  </a:lnTo>
                  <a:lnTo>
                    <a:pt x="560476" y="1260919"/>
                  </a:lnTo>
                  <a:lnTo>
                    <a:pt x="560476" y="1232535"/>
                  </a:lnTo>
                  <a:close/>
                </a:path>
                <a:path w="560704" h="1286510">
                  <a:moveTo>
                    <a:pt x="560476" y="25565"/>
                  </a:moveTo>
                  <a:lnTo>
                    <a:pt x="558457" y="15608"/>
                  </a:lnTo>
                  <a:lnTo>
                    <a:pt x="552983" y="7480"/>
                  </a:lnTo>
                  <a:lnTo>
                    <a:pt x="544855" y="2006"/>
                  </a:lnTo>
                  <a:lnTo>
                    <a:pt x="534898" y="0"/>
                  </a:lnTo>
                  <a:lnTo>
                    <a:pt x="25565" y="0"/>
                  </a:lnTo>
                  <a:lnTo>
                    <a:pt x="15608" y="2006"/>
                  </a:lnTo>
                  <a:lnTo>
                    <a:pt x="7480" y="7480"/>
                  </a:lnTo>
                  <a:lnTo>
                    <a:pt x="2006" y="15608"/>
                  </a:lnTo>
                  <a:lnTo>
                    <a:pt x="0" y="25565"/>
                  </a:lnTo>
                  <a:lnTo>
                    <a:pt x="0" y="53949"/>
                  </a:lnTo>
                  <a:lnTo>
                    <a:pt x="560476" y="53949"/>
                  </a:lnTo>
                  <a:lnTo>
                    <a:pt x="560476" y="25565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8317891" y="3545287"/>
              <a:ext cx="193040" cy="24765"/>
            </a:xfrm>
            <a:custGeom>
              <a:avLst/>
              <a:gdLst/>
              <a:ahLst/>
              <a:cxnLst/>
              <a:rect l="l" t="t" r="r" b="b"/>
              <a:pathLst>
                <a:path w="193040" h="24764">
                  <a:moveTo>
                    <a:pt x="16383" y="4089"/>
                  </a:moveTo>
                  <a:lnTo>
                    <a:pt x="0" y="4089"/>
                  </a:lnTo>
                  <a:lnTo>
                    <a:pt x="0" y="20472"/>
                  </a:lnTo>
                  <a:lnTo>
                    <a:pt x="16383" y="20472"/>
                  </a:lnTo>
                  <a:lnTo>
                    <a:pt x="16383" y="4089"/>
                  </a:lnTo>
                  <a:close/>
                </a:path>
                <a:path w="193040" h="24764">
                  <a:moveTo>
                    <a:pt x="105181" y="6934"/>
                  </a:moveTo>
                  <a:lnTo>
                    <a:pt x="100825" y="2590"/>
                  </a:lnTo>
                  <a:lnTo>
                    <a:pt x="90131" y="2590"/>
                  </a:lnTo>
                  <a:lnTo>
                    <a:pt x="85788" y="6934"/>
                  </a:lnTo>
                  <a:lnTo>
                    <a:pt x="85788" y="17640"/>
                  </a:lnTo>
                  <a:lnTo>
                    <a:pt x="90131" y="21983"/>
                  </a:lnTo>
                  <a:lnTo>
                    <a:pt x="100825" y="21983"/>
                  </a:lnTo>
                  <a:lnTo>
                    <a:pt x="105181" y="17640"/>
                  </a:lnTo>
                  <a:lnTo>
                    <a:pt x="105181" y="12280"/>
                  </a:lnTo>
                  <a:lnTo>
                    <a:pt x="105181" y="6934"/>
                  </a:lnTo>
                  <a:close/>
                </a:path>
                <a:path w="193040" h="24764">
                  <a:moveTo>
                    <a:pt x="107759" y="5511"/>
                  </a:moveTo>
                  <a:lnTo>
                    <a:pt x="106743" y="4495"/>
                  </a:lnTo>
                  <a:lnTo>
                    <a:pt x="106743" y="6083"/>
                  </a:lnTo>
                  <a:lnTo>
                    <a:pt x="106743" y="18503"/>
                  </a:lnTo>
                  <a:lnTo>
                    <a:pt x="101688" y="23545"/>
                  </a:lnTo>
                  <a:lnTo>
                    <a:pt x="89268" y="23545"/>
                  </a:lnTo>
                  <a:lnTo>
                    <a:pt x="84213" y="18503"/>
                  </a:lnTo>
                  <a:lnTo>
                    <a:pt x="84213" y="6083"/>
                  </a:lnTo>
                  <a:lnTo>
                    <a:pt x="89268" y="1028"/>
                  </a:lnTo>
                  <a:lnTo>
                    <a:pt x="101688" y="1028"/>
                  </a:lnTo>
                  <a:lnTo>
                    <a:pt x="106743" y="6083"/>
                  </a:lnTo>
                  <a:lnTo>
                    <a:pt x="106743" y="4495"/>
                  </a:lnTo>
                  <a:lnTo>
                    <a:pt x="103276" y="1028"/>
                  </a:lnTo>
                  <a:lnTo>
                    <a:pt x="102260" y="0"/>
                  </a:lnTo>
                  <a:lnTo>
                    <a:pt x="88709" y="0"/>
                  </a:lnTo>
                  <a:lnTo>
                    <a:pt x="83197" y="5511"/>
                  </a:lnTo>
                  <a:lnTo>
                    <a:pt x="83197" y="19062"/>
                  </a:lnTo>
                  <a:lnTo>
                    <a:pt x="88709" y="24574"/>
                  </a:lnTo>
                  <a:lnTo>
                    <a:pt x="102260" y="24574"/>
                  </a:lnTo>
                  <a:lnTo>
                    <a:pt x="103276" y="23545"/>
                  </a:lnTo>
                  <a:lnTo>
                    <a:pt x="107759" y="19062"/>
                  </a:lnTo>
                  <a:lnTo>
                    <a:pt x="107759" y="5511"/>
                  </a:lnTo>
                  <a:close/>
                </a:path>
                <a:path w="193040" h="24764">
                  <a:moveTo>
                    <a:pt x="193001" y="22110"/>
                  </a:moveTo>
                  <a:lnTo>
                    <a:pt x="183603" y="2451"/>
                  </a:lnTo>
                  <a:lnTo>
                    <a:pt x="173342" y="22110"/>
                  </a:lnTo>
                  <a:lnTo>
                    <a:pt x="193001" y="2211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8550364" y="2311609"/>
              <a:ext cx="120650" cy="22860"/>
            </a:xfrm>
            <a:custGeom>
              <a:avLst/>
              <a:gdLst/>
              <a:ahLst/>
              <a:cxnLst/>
              <a:rect l="l" t="t" r="r" b="b"/>
              <a:pathLst>
                <a:path w="120650" h="22860">
                  <a:moveTo>
                    <a:pt x="22288" y="4991"/>
                  </a:moveTo>
                  <a:lnTo>
                    <a:pt x="17297" y="0"/>
                  </a:lnTo>
                  <a:lnTo>
                    <a:pt x="4991" y="0"/>
                  </a:lnTo>
                  <a:lnTo>
                    <a:pt x="0" y="4991"/>
                  </a:lnTo>
                  <a:lnTo>
                    <a:pt x="0" y="17297"/>
                  </a:lnTo>
                  <a:lnTo>
                    <a:pt x="4991" y="22301"/>
                  </a:lnTo>
                  <a:lnTo>
                    <a:pt x="17297" y="22301"/>
                  </a:lnTo>
                  <a:lnTo>
                    <a:pt x="22288" y="17297"/>
                  </a:lnTo>
                  <a:lnTo>
                    <a:pt x="22288" y="11150"/>
                  </a:lnTo>
                  <a:lnTo>
                    <a:pt x="22288" y="4991"/>
                  </a:lnTo>
                  <a:close/>
                </a:path>
                <a:path w="120650" h="22860">
                  <a:moveTo>
                    <a:pt x="71335" y="4991"/>
                  </a:moveTo>
                  <a:lnTo>
                    <a:pt x="66344" y="0"/>
                  </a:lnTo>
                  <a:lnTo>
                    <a:pt x="54038" y="0"/>
                  </a:lnTo>
                  <a:lnTo>
                    <a:pt x="49047" y="4991"/>
                  </a:lnTo>
                  <a:lnTo>
                    <a:pt x="49047" y="17297"/>
                  </a:lnTo>
                  <a:lnTo>
                    <a:pt x="54038" y="22301"/>
                  </a:lnTo>
                  <a:lnTo>
                    <a:pt x="66344" y="22301"/>
                  </a:lnTo>
                  <a:lnTo>
                    <a:pt x="71335" y="17297"/>
                  </a:lnTo>
                  <a:lnTo>
                    <a:pt x="71335" y="11150"/>
                  </a:lnTo>
                  <a:lnTo>
                    <a:pt x="71335" y="4991"/>
                  </a:lnTo>
                  <a:close/>
                </a:path>
                <a:path w="120650" h="22860">
                  <a:moveTo>
                    <a:pt x="120383" y="4991"/>
                  </a:moveTo>
                  <a:lnTo>
                    <a:pt x="115379" y="0"/>
                  </a:lnTo>
                  <a:lnTo>
                    <a:pt x="103085" y="0"/>
                  </a:lnTo>
                  <a:lnTo>
                    <a:pt x="98082" y="4991"/>
                  </a:lnTo>
                  <a:lnTo>
                    <a:pt x="98082" y="17297"/>
                  </a:lnTo>
                  <a:lnTo>
                    <a:pt x="103085" y="22301"/>
                  </a:lnTo>
                  <a:lnTo>
                    <a:pt x="115379" y="22301"/>
                  </a:lnTo>
                  <a:lnTo>
                    <a:pt x="120383" y="17297"/>
                  </a:lnTo>
                  <a:lnTo>
                    <a:pt x="120383" y="11150"/>
                  </a:lnTo>
                  <a:lnTo>
                    <a:pt x="120383" y="49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3" name="object 313" descr="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9597580" y="2262312"/>
            <a:ext cx="1769480" cy="1792992"/>
          </a:xfrm>
          <a:prstGeom prst="rect">
            <a:avLst/>
          </a:prstGeom>
        </p:spPr>
      </p:pic>
      <p:grpSp>
        <p:nvGrpSpPr>
          <p:cNvPr id="314" name="object 314" descr=""/>
          <p:cNvGrpSpPr/>
          <p:nvPr/>
        </p:nvGrpSpPr>
        <p:grpSpPr>
          <a:xfrm>
            <a:off x="14394984" y="3170371"/>
            <a:ext cx="475615" cy="882015"/>
            <a:chOff x="14394984" y="3170371"/>
            <a:chExt cx="475615" cy="882015"/>
          </a:xfrm>
        </p:grpSpPr>
        <p:sp>
          <p:nvSpPr>
            <p:cNvPr id="315" name="object 315" descr=""/>
            <p:cNvSpPr/>
            <p:nvPr/>
          </p:nvSpPr>
          <p:spPr>
            <a:xfrm>
              <a:off x="14394984" y="3258316"/>
              <a:ext cx="475615" cy="794385"/>
            </a:xfrm>
            <a:custGeom>
              <a:avLst/>
              <a:gdLst/>
              <a:ahLst/>
              <a:cxnLst/>
              <a:rect l="l" t="t" r="r" b="b"/>
              <a:pathLst>
                <a:path w="475615" h="794385">
                  <a:moveTo>
                    <a:pt x="26452" y="0"/>
                  </a:moveTo>
                  <a:lnTo>
                    <a:pt x="1688" y="34009"/>
                  </a:lnTo>
                  <a:lnTo>
                    <a:pt x="0" y="97651"/>
                  </a:lnTo>
                  <a:lnTo>
                    <a:pt x="1140" y="128061"/>
                  </a:lnTo>
                  <a:lnTo>
                    <a:pt x="6807" y="205342"/>
                  </a:lnTo>
                  <a:lnTo>
                    <a:pt x="11089" y="251852"/>
                  </a:lnTo>
                  <a:lnTo>
                    <a:pt x="16029" y="298293"/>
                  </a:lnTo>
                  <a:lnTo>
                    <a:pt x="21645" y="344492"/>
                  </a:lnTo>
                  <a:lnTo>
                    <a:pt x="14295" y="356743"/>
                  </a:lnTo>
                  <a:lnTo>
                    <a:pt x="9125" y="372217"/>
                  </a:lnTo>
                  <a:lnTo>
                    <a:pt x="6935" y="388938"/>
                  </a:lnTo>
                  <a:lnTo>
                    <a:pt x="8525" y="404930"/>
                  </a:lnTo>
                  <a:lnTo>
                    <a:pt x="29639" y="460859"/>
                  </a:lnTo>
                  <a:lnTo>
                    <a:pt x="62115" y="511377"/>
                  </a:lnTo>
                  <a:lnTo>
                    <a:pt x="93240" y="537922"/>
                  </a:lnTo>
                  <a:lnTo>
                    <a:pt x="111010" y="548882"/>
                  </a:lnTo>
                  <a:lnTo>
                    <a:pt x="128103" y="560171"/>
                  </a:lnTo>
                  <a:lnTo>
                    <a:pt x="160912" y="597258"/>
                  </a:lnTo>
                  <a:lnTo>
                    <a:pt x="188551" y="649782"/>
                  </a:lnTo>
                  <a:lnTo>
                    <a:pt x="210946" y="707141"/>
                  </a:lnTo>
                  <a:lnTo>
                    <a:pt x="239723" y="793954"/>
                  </a:lnTo>
                  <a:lnTo>
                    <a:pt x="474993" y="793954"/>
                  </a:lnTo>
                  <a:lnTo>
                    <a:pt x="428688" y="714318"/>
                  </a:lnTo>
                  <a:lnTo>
                    <a:pt x="395917" y="654634"/>
                  </a:lnTo>
                  <a:lnTo>
                    <a:pt x="364270" y="594472"/>
                  </a:lnTo>
                  <a:lnTo>
                    <a:pt x="339399" y="543405"/>
                  </a:lnTo>
                  <a:lnTo>
                    <a:pt x="323883" y="485616"/>
                  </a:lnTo>
                  <a:lnTo>
                    <a:pt x="324138" y="459078"/>
                  </a:lnTo>
                  <a:lnTo>
                    <a:pt x="325293" y="432264"/>
                  </a:lnTo>
                  <a:lnTo>
                    <a:pt x="324924" y="406039"/>
                  </a:lnTo>
                  <a:lnTo>
                    <a:pt x="322087" y="383797"/>
                  </a:lnTo>
                  <a:lnTo>
                    <a:pt x="317879" y="362996"/>
                  </a:lnTo>
                  <a:lnTo>
                    <a:pt x="313358" y="342647"/>
                  </a:lnTo>
                  <a:lnTo>
                    <a:pt x="309584" y="321759"/>
                  </a:lnTo>
                  <a:lnTo>
                    <a:pt x="304494" y="277007"/>
                  </a:lnTo>
                  <a:lnTo>
                    <a:pt x="276850" y="237830"/>
                  </a:lnTo>
                  <a:lnTo>
                    <a:pt x="259741" y="233599"/>
                  </a:lnTo>
                  <a:lnTo>
                    <a:pt x="244906" y="237113"/>
                  </a:lnTo>
                  <a:lnTo>
                    <a:pt x="243607" y="230097"/>
                  </a:lnTo>
                  <a:lnTo>
                    <a:pt x="200579" y="212261"/>
                  </a:lnTo>
                  <a:lnTo>
                    <a:pt x="189274" y="214202"/>
                  </a:lnTo>
                  <a:lnTo>
                    <a:pt x="181326" y="217344"/>
                  </a:lnTo>
                  <a:lnTo>
                    <a:pt x="176520" y="222150"/>
                  </a:lnTo>
                  <a:lnTo>
                    <a:pt x="170793" y="229542"/>
                  </a:lnTo>
                  <a:lnTo>
                    <a:pt x="168033" y="223780"/>
                  </a:lnTo>
                  <a:lnTo>
                    <a:pt x="131937" y="206159"/>
                  </a:lnTo>
                  <a:lnTo>
                    <a:pt x="118786" y="208004"/>
                  </a:lnTo>
                  <a:lnTo>
                    <a:pt x="91507" y="237113"/>
                  </a:lnTo>
                  <a:lnTo>
                    <a:pt x="86164" y="214106"/>
                  </a:lnTo>
                  <a:lnTo>
                    <a:pt x="80925" y="190563"/>
                  </a:lnTo>
                  <a:lnTo>
                    <a:pt x="76171" y="166916"/>
                  </a:lnTo>
                  <a:lnTo>
                    <a:pt x="72283" y="143597"/>
                  </a:lnTo>
                  <a:lnTo>
                    <a:pt x="67651" y="114165"/>
                  </a:lnTo>
                  <a:lnTo>
                    <a:pt x="62674" y="84734"/>
                  </a:lnTo>
                  <a:lnTo>
                    <a:pt x="51959" y="26428"/>
                  </a:lnTo>
                  <a:lnTo>
                    <a:pt x="35688" y="1661"/>
                  </a:lnTo>
                  <a:lnTo>
                    <a:pt x="2645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4401915" y="3473074"/>
              <a:ext cx="286385" cy="579755"/>
            </a:xfrm>
            <a:custGeom>
              <a:avLst/>
              <a:gdLst/>
              <a:ahLst/>
              <a:cxnLst/>
              <a:rect l="l" t="t" r="r" b="b"/>
              <a:pathLst>
                <a:path w="286384" h="579754">
                  <a:moveTo>
                    <a:pt x="97497" y="0"/>
                  </a:moveTo>
                  <a:lnTo>
                    <a:pt x="82715" y="30124"/>
                  </a:lnTo>
                  <a:lnTo>
                    <a:pt x="90665" y="32893"/>
                  </a:lnTo>
                  <a:lnTo>
                    <a:pt x="95288" y="26809"/>
                  </a:lnTo>
                  <a:lnTo>
                    <a:pt x="97459" y="20840"/>
                  </a:lnTo>
                  <a:lnTo>
                    <a:pt x="96951" y="14097"/>
                  </a:lnTo>
                  <a:lnTo>
                    <a:pt x="96177" y="6997"/>
                  </a:lnTo>
                  <a:lnTo>
                    <a:pt x="97497" y="0"/>
                  </a:lnTo>
                  <a:close/>
                </a:path>
                <a:path w="286384" h="579754">
                  <a:moveTo>
                    <a:pt x="181229" y="0"/>
                  </a:moveTo>
                  <a:lnTo>
                    <a:pt x="173837" y="3149"/>
                  </a:lnTo>
                  <a:lnTo>
                    <a:pt x="169214" y="7759"/>
                  </a:lnTo>
                  <a:lnTo>
                    <a:pt x="163855" y="14782"/>
                  </a:lnTo>
                  <a:lnTo>
                    <a:pt x="163296" y="12928"/>
                  </a:lnTo>
                  <a:lnTo>
                    <a:pt x="162382" y="11087"/>
                  </a:lnTo>
                  <a:lnTo>
                    <a:pt x="161264" y="9423"/>
                  </a:lnTo>
                  <a:lnTo>
                    <a:pt x="159397" y="16217"/>
                  </a:lnTo>
                  <a:lnTo>
                    <a:pt x="161290" y="21780"/>
                  </a:lnTo>
                  <a:lnTo>
                    <a:pt x="166547" y="23850"/>
                  </a:lnTo>
                  <a:lnTo>
                    <a:pt x="174752" y="20154"/>
                  </a:lnTo>
                  <a:lnTo>
                    <a:pt x="179565" y="16459"/>
                  </a:lnTo>
                  <a:lnTo>
                    <a:pt x="178828" y="8128"/>
                  </a:lnTo>
                  <a:lnTo>
                    <a:pt x="181229" y="0"/>
                  </a:lnTo>
                  <a:close/>
                </a:path>
                <a:path w="286384" h="579754">
                  <a:moveTo>
                    <a:pt x="252742" y="18859"/>
                  </a:moveTo>
                  <a:lnTo>
                    <a:pt x="247205" y="18669"/>
                  </a:lnTo>
                  <a:lnTo>
                    <a:pt x="242036" y="19773"/>
                  </a:lnTo>
                  <a:lnTo>
                    <a:pt x="237959" y="22364"/>
                  </a:lnTo>
                  <a:lnTo>
                    <a:pt x="237591" y="20510"/>
                  </a:lnTo>
                  <a:lnTo>
                    <a:pt x="237223" y="19037"/>
                  </a:lnTo>
                  <a:lnTo>
                    <a:pt x="236486" y="17564"/>
                  </a:lnTo>
                  <a:lnTo>
                    <a:pt x="235673" y="24066"/>
                  </a:lnTo>
                  <a:lnTo>
                    <a:pt x="237464" y="29095"/>
                  </a:lnTo>
                  <a:lnTo>
                    <a:pt x="241528" y="30480"/>
                  </a:lnTo>
                  <a:lnTo>
                    <a:pt x="247573" y="26060"/>
                  </a:lnTo>
                  <a:lnTo>
                    <a:pt x="249974" y="23291"/>
                  </a:lnTo>
                  <a:lnTo>
                    <a:pt x="250901" y="21069"/>
                  </a:lnTo>
                  <a:lnTo>
                    <a:pt x="252742" y="18859"/>
                  </a:lnTo>
                  <a:close/>
                </a:path>
                <a:path w="286384" h="579754">
                  <a:moveTo>
                    <a:pt x="286385" y="579208"/>
                  </a:moveTo>
                  <a:lnTo>
                    <a:pt x="263740" y="536232"/>
                  </a:lnTo>
                  <a:lnTo>
                    <a:pt x="238429" y="486714"/>
                  </a:lnTo>
                  <a:lnTo>
                    <a:pt x="211213" y="435051"/>
                  </a:lnTo>
                  <a:lnTo>
                    <a:pt x="182867" y="385610"/>
                  </a:lnTo>
                  <a:lnTo>
                    <a:pt x="154127" y="342747"/>
                  </a:lnTo>
                  <a:lnTo>
                    <a:pt x="125780" y="310857"/>
                  </a:lnTo>
                  <a:lnTo>
                    <a:pt x="90182" y="276059"/>
                  </a:lnTo>
                  <a:lnTo>
                    <a:pt x="63588" y="240677"/>
                  </a:lnTo>
                  <a:lnTo>
                    <a:pt x="40335" y="195110"/>
                  </a:lnTo>
                  <a:lnTo>
                    <a:pt x="14706" y="129743"/>
                  </a:lnTo>
                  <a:lnTo>
                    <a:pt x="7353" y="141986"/>
                  </a:lnTo>
                  <a:lnTo>
                    <a:pt x="2184" y="157467"/>
                  </a:lnTo>
                  <a:lnTo>
                    <a:pt x="0" y="174180"/>
                  </a:lnTo>
                  <a:lnTo>
                    <a:pt x="1587" y="190169"/>
                  </a:lnTo>
                  <a:lnTo>
                    <a:pt x="22707" y="246100"/>
                  </a:lnTo>
                  <a:lnTo>
                    <a:pt x="55194" y="296633"/>
                  </a:lnTo>
                  <a:lnTo>
                    <a:pt x="86309" y="323176"/>
                  </a:lnTo>
                  <a:lnTo>
                    <a:pt x="104076" y="334137"/>
                  </a:lnTo>
                  <a:lnTo>
                    <a:pt x="121170" y="345414"/>
                  </a:lnTo>
                  <a:lnTo>
                    <a:pt x="153974" y="382498"/>
                  </a:lnTo>
                  <a:lnTo>
                    <a:pt x="181610" y="435025"/>
                  </a:lnTo>
                  <a:lnTo>
                    <a:pt x="204012" y="492391"/>
                  </a:lnTo>
                  <a:lnTo>
                    <a:pt x="232791" y="579208"/>
                  </a:lnTo>
                  <a:lnTo>
                    <a:pt x="286385" y="579208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4458024" y="3170383"/>
              <a:ext cx="374015" cy="73660"/>
            </a:xfrm>
            <a:custGeom>
              <a:avLst/>
              <a:gdLst/>
              <a:ahLst/>
              <a:cxnLst/>
              <a:rect l="l" t="t" r="r" b="b"/>
              <a:pathLst>
                <a:path w="374015" h="73660">
                  <a:moveTo>
                    <a:pt x="373989" y="34290"/>
                  </a:moveTo>
                  <a:lnTo>
                    <a:pt x="367855" y="27368"/>
                  </a:lnTo>
                  <a:lnTo>
                    <a:pt x="326885" y="54178"/>
                  </a:lnTo>
                  <a:lnTo>
                    <a:pt x="283679" y="63944"/>
                  </a:lnTo>
                  <a:lnTo>
                    <a:pt x="238366" y="56680"/>
                  </a:lnTo>
                  <a:lnTo>
                    <a:pt x="191109" y="32372"/>
                  </a:lnTo>
                  <a:lnTo>
                    <a:pt x="147802" y="8750"/>
                  </a:lnTo>
                  <a:lnTo>
                    <a:pt x="108712" y="0"/>
                  </a:lnTo>
                  <a:lnTo>
                    <a:pt x="72796" y="6070"/>
                  </a:lnTo>
                  <a:lnTo>
                    <a:pt x="39230" y="26771"/>
                  </a:lnTo>
                  <a:lnTo>
                    <a:pt x="26428" y="9766"/>
                  </a:lnTo>
                  <a:lnTo>
                    <a:pt x="0" y="61887"/>
                  </a:lnTo>
                  <a:lnTo>
                    <a:pt x="57480" y="50977"/>
                  </a:lnTo>
                  <a:lnTo>
                    <a:pt x="42557" y="31191"/>
                  </a:lnTo>
                  <a:lnTo>
                    <a:pt x="44958" y="33985"/>
                  </a:lnTo>
                  <a:lnTo>
                    <a:pt x="76161" y="14655"/>
                  </a:lnTo>
                  <a:lnTo>
                    <a:pt x="109156" y="9182"/>
                  </a:lnTo>
                  <a:lnTo>
                    <a:pt x="145288" y="17614"/>
                  </a:lnTo>
                  <a:lnTo>
                    <a:pt x="185915" y="40017"/>
                  </a:lnTo>
                  <a:lnTo>
                    <a:pt x="210248" y="54648"/>
                  </a:lnTo>
                  <a:lnTo>
                    <a:pt x="234149" y="65112"/>
                  </a:lnTo>
                  <a:lnTo>
                    <a:pt x="257581" y="71386"/>
                  </a:lnTo>
                  <a:lnTo>
                    <a:pt x="280543" y="73482"/>
                  </a:lnTo>
                  <a:lnTo>
                    <a:pt x="304838" y="71031"/>
                  </a:lnTo>
                  <a:lnTo>
                    <a:pt x="328523" y="63677"/>
                  </a:lnTo>
                  <a:lnTo>
                    <a:pt x="351586" y="51435"/>
                  </a:lnTo>
                  <a:lnTo>
                    <a:pt x="373989" y="3429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4405270" y="3260351"/>
              <a:ext cx="40640" cy="55244"/>
            </a:xfrm>
            <a:custGeom>
              <a:avLst/>
              <a:gdLst/>
              <a:ahLst/>
              <a:cxnLst/>
              <a:rect l="l" t="t" r="r" b="b"/>
              <a:pathLst>
                <a:path w="40640" h="55245">
                  <a:moveTo>
                    <a:pt x="24112" y="0"/>
                  </a:moveTo>
                  <a:lnTo>
                    <a:pt x="16720" y="921"/>
                  </a:lnTo>
                  <a:lnTo>
                    <a:pt x="9882" y="1664"/>
                  </a:lnTo>
                  <a:lnTo>
                    <a:pt x="1746" y="8502"/>
                  </a:lnTo>
                  <a:lnTo>
                    <a:pt x="458" y="17182"/>
                  </a:lnTo>
                  <a:lnTo>
                    <a:pt x="0" y="27461"/>
                  </a:lnTo>
                  <a:lnTo>
                    <a:pt x="1241" y="37583"/>
                  </a:lnTo>
                  <a:lnTo>
                    <a:pt x="3939" y="46424"/>
                  </a:lnTo>
                  <a:lnTo>
                    <a:pt x="7851" y="52857"/>
                  </a:lnTo>
                  <a:lnTo>
                    <a:pt x="13758" y="55204"/>
                  </a:lnTo>
                  <a:lnTo>
                    <a:pt x="22543" y="55164"/>
                  </a:lnTo>
                  <a:lnTo>
                    <a:pt x="31188" y="53323"/>
                  </a:lnTo>
                  <a:lnTo>
                    <a:pt x="36677" y="50270"/>
                  </a:lnTo>
                  <a:lnTo>
                    <a:pt x="39192" y="44058"/>
                  </a:lnTo>
                  <a:lnTo>
                    <a:pt x="40562" y="34002"/>
                  </a:lnTo>
                  <a:lnTo>
                    <a:pt x="40267" y="22563"/>
                  </a:lnTo>
                  <a:lnTo>
                    <a:pt x="37787" y="12198"/>
                  </a:lnTo>
                  <a:lnTo>
                    <a:pt x="34457" y="4251"/>
                  </a:lnTo>
                  <a:lnTo>
                    <a:pt x="2411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9" name="object 319" descr=""/>
          <p:cNvGrpSpPr/>
          <p:nvPr/>
        </p:nvGrpSpPr>
        <p:grpSpPr>
          <a:xfrm>
            <a:off x="11970538" y="2053331"/>
            <a:ext cx="2900045" cy="1998980"/>
            <a:chOff x="11970538" y="2053331"/>
            <a:chExt cx="2900045" cy="1998980"/>
          </a:xfrm>
        </p:grpSpPr>
        <p:sp>
          <p:nvSpPr>
            <p:cNvPr id="320" name="object 320" descr=""/>
            <p:cNvSpPr/>
            <p:nvPr/>
          </p:nvSpPr>
          <p:spPr>
            <a:xfrm>
              <a:off x="12566066" y="3284547"/>
              <a:ext cx="414020" cy="768350"/>
            </a:xfrm>
            <a:custGeom>
              <a:avLst/>
              <a:gdLst/>
              <a:ahLst/>
              <a:cxnLst/>
              <a:rect l="l" t="t" r="r" b="b"/>
              <a:pathLst>
                <a:path w="414020" h="768350">
                  <a:moveTo>
                    <a:pt x="103248" y="0"/>
                  </a:moveTo>
                  <a:lnTo>
                    <a:pt x="56965" y="55883"/>
                  </a:lnTo>
                  <a:lnTo>
                    <a:pt x="42022" y="98265"/>
                  </a:lnTo>
                  <a:lnTo>
                    <a:pt x="25901" y="140267"/>
                  </a:lnTo>
                  <a:lnTo>
                    <a:pt x="6489" y="180763"/>
                  </a:lnTo>
                  <a:lnTo>
                    <a:pt x="1814" y="192794"/>
                  </a:lnTo>
                  <a:lnTo>
                    <a:pt x="0" y="205780"/>
                  </a:lnTo>
                  <a:lnTo>
                    <a:pt x="231" y="219147"/>
                  </a:lnTo>
                  <a:lnTo>
                    <a:pt x="1693" y="232321"/>
                  </a:lnTo>
                  <a:lnTo>
                    <a:pt x="9780" y="277381"/>
                  </a:lnTo>
                  <a:lnTo>
                    <a:pt x="19824" y="322075"/>
                  </a:lnTo>
                  <a:lnTo>
                    <a:pt x="30456" y="366663"/>
                  </a:lnTo>
                  <a:lnTo>
                    <a:pt x="40310" y="411405"/>
                  </a:lnTo>
                  <a:lnTo>
                    <a:pt x="48066" y="445296"/>
                  </a:lnTo>
                  <a:lnTo>
                    <a:pt x="56185" y="479167"/>
                  </a:lnTo>
                  <a:lnTo>
                    <a:pt x="62743" y="513211"/>
                  </a:lnTo>
                  <a:lnTo>
                    <a:pt x="62604" y="597161"/>
                  </a:lnTo>
                  <a:lnTo>
                    <a:pt x="53690" y="658711"/>
                  </a:lnTo>
                  <a:lnTo>
                    <a:pt x="42662" y="719743"/>
                  </a:lnTo>
                  <a:lnTo>
                    <a:pt x="33106" y="767729"/>
                  </a:lnTo>
                  <a:lnTo>
                    <a:pt x="231414" y="767729"/>
                  </a:lnTo>
                  <a:lnTo>
                    <a:pt x="234091" y="685092"/>
                  </a:lnTo>
                  <a:lnTo>
                    <a:pt x="237441" y="627775"/>
                  </a:lnTo>
                  <a:lnTo>
                    <a:pt x="242869" y="585138"/>
                  </a:lnTo>
                  <a:lnTo>
                    <a:pt x="268554" y="517119"/>
                  </a:lnTo>
                  <a:lnTo>
                    <a:pt x="275587" y="490483"/>
                  </a:lnTo>
                  <a:lnTo>
                    <a:pt x="277960" y="460797"/>
                  </a:lnTo>
                  <a:lnTo>
                    <a:pt x="277524" y="431043"/>
                  </a:lnTo>
                  <a:lnTo>
                    <a:pt x="276135" y="404201"/>
                  </a:lnTo>
                  <a:lnTo>
                    <a:pt x="298776" y="360655"/>
                  </a:lnTo>
                  <a:lnTo>
                    <a:pt x="318922" y="320159"/>
                  </a:lnTo>
                  <a:lnTo>
                    <a:pt x="344749" y="287355"/>
                  </a:lnTo>
                  <a:lnTo>
                    <a:pt x="384435" y="266886"/>
                  </a:lnTo>
                  <a:lnTo>
                    <a:pt x="397787" y="261901"/>
                  </a:lnTo>
                  <a:lnTo>
                    <a:pt x="407121" y="254873"/>
                  </a:lnTo>
                  <a:lnTo>
                    <a:pt x="412504" y="245626"/>
                  </a:lnTo>
                  <a:lnTo>
                    <a:pt x="414005" y="233986"/>
                  </a:lnTo>
                  <a:lnTo>
                    <a:pt x="411991" y="224281"/>
                  </a:lnTo>
                  <a:lnTo>
                    <a:pt x="406477" y="215945"/>
                  </a:lnTo>
                  <a:lnTo>
                    <a:pt x="397428" y="209375"/>
                  </a:lnTo>
                  <a:lnTo>
                    <a:pt x="337321" y="188594"/>
                  </a:lnTo>
                  <a:lnTo>
                    <a:pt x="297165" y="163697"/>
                  </a:lnTo>
                  <a:lnTo>
                    <a:pt x="261702" y="132895"/>
                  </a:lnTo>
                  <a:lnTo>
                    <a:pt x="194271" y="64045"/>
                  </a:lnTo>
                  <a:lnTo>
                    <a:pt x="157013" y="31226"/>
                  </a:lnTo>
                  <a:lnTo>
                    <a:pt x="113868" y="2967"/>
                  </a:lnTo>
                  <a:lnTo>
                    <a:pt x="103248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2925366" y="3516501"/>
              <a:ext cx="55244" cy="42545"/>
            </a:xfrm>
            <a:custGeom>
              <a:avLst/>
              <a:gdLst/>
              <a:ahLst/>
              <a:cxnLst/>
              <a:rect l="l" t="t" r="r" b="b"/>
              <a:pathLst>
                <a:path w="55245" h="42545">
                  <a:moveTo>
                    <a:pt x="54521" y="0"/>
                  </a:moveTo>
                  <a:lnTo>
                    <a:pt x="16449" y="29569"/>
                  </a:lnTo>
                  <a:lnTo>
                    <a:pt x="0" y="33077"/>
                  </a:lnTo>
                  <a:lnTo>
                    <a:pt x="366" y="37883"/>
                  </a:lnTo>
                  <a:lnTo>
                    <a:pt x="5549" y="41956"/>
                  </a:lnTo>
                  <a:lnTo>
                    <a:pt x="11465" y="39182"/>
                  </a:lnTo>
                  <a:lnTo>
                    <a:pt x="17926" y="36773"/>
                  </a:lnTo>
                  <a:lnTo>
                    <a:pt x="53208" y="13671"/>
                  </a:lnTo>
                  <a:lnTo>
                    <a:pt x="54710" y="2031"/>
                  </a:lnTo>
                  <a:lnTo>
                    <a:pt x="54710" y="743"/>
                  </a:lnTo>
                  <a:lnTo>
                    <a:pt x="54521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2" name="object 322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2756822" y="3699465"/>
              <a:ext cx="87234" cy="81871"/>
            </a:xfrm>
            <a:prstGeom prst="rect">
              <a:avLst/>
            </a:prstGeom>
          </p:spPr>
        </p:pic>
        <p:sp>
          <p:nvSpPr>
            <p:cNvPr id="323" name="object 323" descr=""/>
            <p:cNvSpPr/>
            <p:nvPr/>
          </p:nvSpPr>
          <p:spPr>
            <a:xfrm>
              <a:off x="12569228" y="3272554"/>
              <a:ext cx="178435" cy="779780"/>
            </a:xfrm>
            <a:custGeom>
              <a:avLst/>
              <a:gdLst/>
              <a:ahLst/>
              <a:cxnLst/>
              <a:rect l="l" t="t" r="r" b="b"/>
              <a:pathLst>
                <a:path w="178434" h="779779">
                  <a:moveTo>
                    <a:pt x="90195" y="632701"/>
                  </a:moveTo>
                  <a:lnTo>
                    <a:pt x="89522" y="583539"/>
                  </a:lnTo>
                  <a:lnTo>
                    <a:pt x="85191" y="537070"/>
                  </a:lnTo>
                  <a:lnTo>
                    <a:pt x="75907" y="487743"/>
                  </a:lnTo>
                  <a:lnTo>
                    <a:pt x="63677" y="443268"/>
                  </a:lnTo>
                  <a:lnTo>
                    <a:pt x="49250" y="400608"/>
                  </a:lnTo>
                  <a:lnTo>
                    <a:pt x="33337" y="356730"/>
                  </a:lnTo>
                  <a:lnTo>
                    <a:pt x="16675" y="308597"/>
                  </a:lnTo>
                  <a:lnTo>
                    <a:pt x="0" y="253187"/>
                  </a:lnTo>
                  <a:lnTo>
                    <a:pt x="8089" y="295948"/>
                  </a:lnTo>
                  <a:lnTo>
                    <a:pt x="17741" y="338442"/>
                  </a:lnTo>
                  <a:lnTo>
                    <a:pt x="27800" y="380847"/>
                  </a:lnTo>
                  <a:lnTo>
                    <a:pt x="37147" y="423405"/>
                  </a:lnTo>
                  <a:lnTo>
                    <a:pt x="44894" y="457288"/>
                  </a:lnTo>
                  <a:lnTo>
                    <a:pt x="53022" y="491159"/>
                  </a:lnTo>
                  <a:lnTo>
                    <a:pt x="59575" y="525208"/>
                  </a:lnTo>
                  <a:lnTo>
                    <a:pt x="59436" y="609155"/>
                  </a:lnTo>
                  <a:lnTo>
                    <a:pt x="50520" y="670712"/>
                  </a:lnTo>
                  <a:lnTo>
                    <a:pt x="39497" y="731735"/>
                  </a:lnTo>
                  <a:lnTo>
                    <a:pt x="29933" y="779729"/>
                  </a:lnTo>
                  <a:lnTo>
                    <a:pt x="78549" y="779729"/>
                  </a:lnTo>
                  <a:lnTo>
                    <a:pt x="83883" y="732459"/>
                  </a:lnTo>
                  <a:lnTo>
                    <a:pt x="88049" y="682891"/>
                  </a:lnTo>
                  <a:lnTo>
                    <a:pt x="90195" y="632701"/>
                  </a:lnTo>
                  <a:close/>
                </a:path>
                <a:path w="178434" h="779779">
                  <a:moveTo>
                    <a:pt x="178155" y="27533"/>
                  </a:moveTo>
                  <a:lnTo>
                    <a:pt x="118275" y="0"/>
                  </a:lnTo>
                  <a:lnTo>
                    <a:pt x="108851" y="0"/>
                  </a:lnTo>
                  <a:lnTo>
                    <a:pt x="94830" y="39636"/>
                  </a:lnTo>
                  <a:lnTo>
                    <a:pt x="89268" y="97574"/>
                  </a:lnTo>
                  <a:lnTo>
                    <a:pt x="85940" y="151409"/>
                  </a:lnTo>
                  <a:lnTo>
                    <a:pt x="85585" y="199758"/>
                  </a:lnTo>
                  <a:lnTo>
                    <a:pt x="88455" y="246684"/>
                  </a:lnTo>
                  <a:lnTo>
                    <a:pt x="94818" y="296252"/>
                  </a:lnTo>
                  <a:lnTo>
                    <a:pt x="178155" y="302171"/>
                  </a:lnTo>
                  <a:lnTo>
                    <a:pt x="178155" y="27533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4" name="object 324" descr=""/>
            <p:cNvSpPr/>
            <p:nvPr/>
          </p:nvSpPr>
          <p:spPr>
            <a:xfrm>
              <a:off x="12667184" y="3124509"/>
              <a:ext cx="295910" cy="615315"/>
            </a:xfrm>
            <a:custGeom>
              <a:avLst/>
              <a:gdLst/>
              <a:ahLst/>
              <a:cxnLst/>
              <a:rect l="l" t="t" r="r" b="b"/>
              <a:pathLst>
                <a:path w="295909" h="615314">
                  <a:moveTo>
                    <a:pt x="237856" y="0"/>
                  </a:moveTo>
                  <a:lnTo>
                    <a:pt x="38072" y="6471"/>
                  </a:lnTo>
                  <a:lnTo>
                    <a:pt x="2594" y="31573"/>
                  </a:lnTo>
                  <a:lnTo>
                    <a:pt x="0" y="46940"/>
                  </a:lnTo>
                  <a:lnTo>
                    <a:pt x="16638" y="576987"/>
                  </a:lnTo>
                  <a:lnTo>
                    <a:pt x="20259" y="592165"/>
                  </a:lnTo>
                  <a:lnTo>
                    <a:pt x="29133" y="604434"/>
                  </a:lnTo>
                  <a:lnTo>
                    <a:pt x="41924" y="612544"/>
                  </a:lnTo>
                  <a:lnTo>
                    <a:pt x="57296" y="615248"/>
                  </a:lnTo>
                  <a:lnTo>
                    <a:pt x="257081" y="608965"/>
                  </a:lnTo>
                  <a:lnTo>
                    <a:pt x="272257" y="605339"/>
                  </a:lnTo>
                  <a:lnTo>
                    <a:pt x="284522" y="596466"/>
                  </a:lnTo>
                  <a:lnTo>
                    <a:pt x="292629" y="583677"/>
                  </a:lnTo>
                  <a:lnTo>
                    <a:pt x="295331" y="568307"/>
                  </a:lnTo>
                  <a:lnTo>
                    <a:pt x="278515" y="38260"/>
                  </a:lnTo>
                  <a:lnTo>
                    <a:pt x="274915" y="23082"/>
                  </a:lnTo>
                  <a:lnTo>
                    <a:pt x="266086" y="10813"/>
                  </a:lnTo>
                  <a:lnTo>
                    <a:pt x="253306" y="2703"/>
                  </a:lnTo>
                  <a:lnTo>
                    <a:pt x="2378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2674760" y="3157781"/>
              <a:ext cx="280670" cy="551815"/>
            </a:xfrm>
            <a:custGeom>
              <a:avLst/>
              <a:gdLst/>
              <a:ahLst/>
              <a:cxnLst/>
              <a:rect l="l" t="t" r="r" b="b"/>
              <a:pathLst>
                <a:path w="280670" h="551814">
                  <a:moveTo>
                    <a:pt x="243395" y="0"/>
                  </a:moveTo>
                  <a:lnTo>
                    <a:pt x="19591" y="7203"/>
                  </a:lnTo>
                  <a:lnTo>
                    <a:pt x="0" y="28093"/>
                  </a:lnTo>
                  <a:lnTo>
                    <a:pt x="15894" y="532078"/>
                  </a:lnTo>
                  <a:lnTo>
                    <a:pt x="17752" y="539868"/>
                  </a:lnTo>
                  <a:lnTo>
                    <a:pt x="22313" y="546169"/>
                  </a:lnTo>
                  <a:lnTo>
                    <a:pt x="28884" y="550321"/>
                  </a:lnTo>
                  <a:lnTo>
                    <a:pt x="36773" y="551669"/>
                  </a:lnTo>
                  <a:lnTo>
                    <a:pt x="260588" y="544643"/>
                  </a:lnTo>
                  <a:lnTo>
                    <a:pt x="268379" y="542783"/>
                  </a:lnTo>
                  <a:lnTo>
                    <a:pt x="274680" y="538219"/>
                  </a:lnTo>
                  <a:lnTo>
                    <a:pt x="278832" y="531644"/>
                  </a:lnTo>
                  <a:lnTo>
                    <a:pt x="280179" y="523753"/>
                  </a:lnTo>
                  <a:lnTo>
                    <a:pt x="264285" y="19591"/>
                  </a:lnTo>
                  <a:lnTo>
                    <a:pt x="262425" y="11798"/>
                  </a:lnTo>
                  <a:lnTo>
                    <a:pt x="257861" y="5495"/>
                  </a:lnTo>
                  <a:lnTo>
                    <a:pt x="251286" y="1342"/>
                  </a:lnTo>
                  <a:lnTo>
                    <a:pt x="243395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12639447" y="3318020"/>
              <a:ext cx="186690" cy="483234"/>
            </a:xfrm>
            <a:custGeom>
              <a:avLst/>
              <a:gdLst/>
              <a:ahLst/>
              <a:cxnLst/>
              <a:rect l="l" t="t" r="r" b="b"/>
              <a:pathLst>
                <a:path w="186690" h="483235">
                  <a:moveTo>
                    <a:pt x="186397" y="54660"/>
                  </a:moveTo>
                  <a:lnTo>
                    <a:pt x="178358" y="16624"/>
                  </a:lnTo>
                  <a:lnTo>
                    <a:pt x="150075" y="0"/>
                  </a:lnTo>
                  <a:lnTo>
                    <a:pt x="139522" y="2565"/>
                  </a:lnTo>
                  <a:lnTo>
                    <a:pt x="131597" y="7620"/>
                  </a:lnTo>
                  <a:lnTo>
                    <a:pt x="131229" y="7759"/>
                  </a:lnTo>
                  <a:lnTo>
                    <a:pt x="120548" y="34950"/>
                  </a:lnTo>
                  <a:lnTo>
                    <a:pt x="120256" y="36385"/>
                  </a:lnTo>
                  <a:lnTo>
                    <a:pt x="110832" y="79146"/>
                  </a:lnTo>
                  <a:lnTo>
                    <a:pt x="106514" y="88569"/>
                  </a:lnTo>
                  <a:lnTo>
                    <a:pt x="101981" y="99314"/>
                  </a:lnTo>
                  <a:lnTo>
                    <a:pt x="94703" y="123571"/>
                  </a:lnTo>
                  <a:lnTo>
                    <a:pt x="89547" y="134912"/>
                  </a:lnTo>
                  <a:lnTo>
                    <a:pt x="83019" y="147916"/>
                  </a:lnTo>
                  <a:lnTo>
                    <a:pt x="75412" y="164109"/>
                  </a:lnTo>
                  <a:lnTo>
                    <a:pt x="52514" y="204889"/>
                  </a:lnTo>
                  <a:lnTo>
                    <a:pt x="26911" y="242747"/>
                  </a:lnTo>
                  <a:lnTo>
                    <a:pt x="14859" y="261810"/>
                  </a:lnTo>
                  <a:lnTo>
                    <a:pt x="6388" y="279806"/>
                  </a:lnTo>
                  <a:lnTo>
                    <a:pt x="0" y="301244"/>
                  </a:lnTo>
                  <a:lnTo>
                    <a:pt x="3048" y="332854"/>
                  </a:lnTo>
                  <a:lnTo>
                    <a:pt x="20231" y="392125"/>
                  </a:lnTo>
                  <a:lnTo>
                    <a:pt x="55537" y="440004"/>
                  </a:lnTo>
                  <a:lnTo>
                    <a:pt x="108826" y="476338"/>
                  </a:lnTo>
                  <a:lnTo>
                    <a:pt x="137147" y="482727"/>
                  </a:lnTo>
                  <a:lnTo>
                    <a:pt x="162991" y="430352"/>
                  </a:lnTo>
                  <a:lnTo>
                    <a:pt x="173799" y="384848"/>
                  </a:lnTo>
                  <a:lnTo>
                    <a:pt x="173228" y="342265"/>
                  </a:lnTo>
                  <a:lnTo>
                    <a:pt x="164960" y="298704"/>
                  </a:lnTo>
                  <a:lnTo>
                    <a:pt x="152666" y="250240"/>
                  </a:lnTo>
                  <a:lnTo>
                    <a:pt x="162623" y="216662"/>
                  </a:lnTo>
                  <a:lnTo>
                    <a:pt x="171056" y="177558"/>
                  </a:lnTo>
                  <a:lnTo>
                    <a:pt x="177825" y="136715"/>
                  </a:lnTo>
                  <a:lnTo>
                    <a:pt x="182791" y="97942"/>
                  </a:lnTo>
                  <a:lnTo>
                    <a:pt x="185166" y="76403"/>
                  </a:lnTo>
                  <a:lnTo>
                    <a:pt x="186397" y="5466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7" name="object 327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1970538" y="2053331"/>
              <a:ext cx="2899437" cy="1998946"/>
            </a:xfrm>
            <a:prstGeom prst="rect">
              <a:avLst/>
            </a:prstGeom>
          </p:spPr>
        </p:pic>
        <p:sp>
          <p:nvSpPr>
            <p:cNvPr id="328" name="object 328" descr=""/>
            <p:cNvSpPr/>
            <p:nvPr/>
          </p:nvSpPr>
          <p:spPr>
            <a:xfrm>
              <a:off x="12830544" y="3282524"/>
              <a:ext cx="41910" cy="165100"/>
            </a:xfrm>
            <a:custGeom>
              <a:avLst/>
              <a:gdLst/>
              <a:ahLst/>
              <a:cxnLst/>
              <a:rect l="l" t="t" r="r" b="b"/>
              <a:pathLst>
                <a:path w="41909" h="165100">
                  <a:moveTo>
                    <a:pt x="41592" y="44919"/>
                  </a:moveTo>
                  <a:lnTo>
                    <a:pt x="38531" y="38265"/>
                  </a:lnTo>
                  <a:lnTo>
                    <a:pt x="28181" y="15811"/>
                  </a:lnTo>
                  <a:lnTo>
                    <a:pt x="20891" y="0"/>
                  </a:lnTo>
                  <a:lnTo>
                    <a:pt x="0" y="44919"/>
                  </a:lnTo>
                  <a:lnTo>
                    <a:pt x="16268" y="44919"/>
                  </a:lnTo>
                  <a:lnTo>
                    <a:pt x="16268" y="165049"/>
                  </a:lnTo>
                  <a:lnTo>
                    <a:pt x="25514" y="165049"/>
                  </a:lnTo>
                  <a:lnTo>
                    <a:pt x="25514" y="44919"/>
                  </a:lnTo>
                  <a:lnTo>
                    <a:pt x="41592" y="44919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3077281" y="3380642"/>
              <a:ext cx="612775" cy="671830"/>
            </a:xfrm>
            <a:custGeom>
              <a:avLst/>
              <a:gdLst/>
              <a:ahLst/>
              <a:cxnLst/>
              <a:rect l="l" t="t" r="r" b="b"/>
              <a:pathLst>
                <a:path w="612775" h="671829">
                  <a:moveTo>
                    <a:pt x="552412" y="20"/>
                  </a:moveTo>
                  <a:lnTo>
                    <a:pt x="500704" y="0"/>
                  </a:lnTo>
                  <a:lnTo>
                    <a:pt x="445190" y="3546"/>
                  </a:lnTo>
                  <a:lnTo>
                    <a:pt x="389915" y="9081"/>
                  </a:lnTo>
                  <a:lnTo>
                    <a:pt x="338924" y="15026"/>
                  </a:lnTo>
                  <a:lnTo>
                    <a:pt x="296263" y="19800"/>
                  </a:lnTo>
                  <a:lnTo>
                    <a:pt x="257589" y="38510"/>
                  </a:lnTo>
                  <a:lnTo>
                    <a:pt x="219197" y="60825"/>
                  </a:lnTo>
                  <a:lnTo>
                    <a:pt x="191966" y="128322"/>
                  </a:lnTo>
                  <a:lnTo>
                    <a:pt x="178282" y="174622"/>
                  </a:lnTo>
                  <a:lnTo>
                    <a:pt x="165462" y="220577"/>
                  </a:lnTo>
                  <a:lnTo>
                    <a:pt x="143268" y="319318"/>
                  </a:lnTo>
                  <a:lnTo>
                    <a:pt x="128433" y="371370"/>
                  </a:lnTo>
                  <a:lnTo>
                    <a:pt x="111152" y="422654"/>
                  </a:lnTo>
                  <a:lnTo>
                    <a:pt x="92210" y="472410"/>
                  </a:lnTo>
                  <a:lnTo>
                    <a:pt x="72390" y="519876"/>
                  </a:lnTo>
                  <a:lnTo>
                    <a:pt x="52475" y="564292"/>
                  </a:lnTo>
                  <a:lnTo>
                    <a:pt x="33250" y="604897"/>
                  </a:lnTo>
                  <a:lnTo>
                    <a:pt x="15497" y="640931"/>
                  </a:lnTo>
                  <a:lnTo>
                    <a:pt x="0" y="671633"/>
                  </a:lnTo>
                  <a:lnTo>
                    <a:pt x="225846" y="671633"/>
                  </a:lnTo>
                  <a:lnTo>
                    <a:pt x="236530" y="625604"/>
                  </a:lnTo>
                  <a:lnTo>
                    <a:pt x="256154" y="571742"/>
                  </a:lnTo>
                  <a:lnTo>
                    <a:pt x="280215" y="522453"/>
                  </a:lnTo>
                  <a:lnTo>
                    <a:pt x="304210" y="490141"/>
                  </a:lnTo>
                  <a:lnTo>
                    <a:pt x="348124" y="458496"/>
                  </a:lnTo>
                  <a:lnTo>
                    <a:pt x="370402" y="440142"/>
                  </a:lnTo>
                  <a:lnTo>
                    <a:pt x="403441" y="393277"/>
                  </a:lnTo>
                  <a:lnTo>
                    <a:pt x="418133" y="345611"/>
                  </a:lnTo>
                  <a:lnTo>
                    <a:pt x="422667" y="321780"/>
                  </a:lnTo>
                  <a:lnTo>
                    <a:pt x="457554" y="295360"/>
                  </a:lnTo>
                  <a:lnTo>
                    <a:pt x="536195" y="207661"/>
                  </a:lnTo>
                  <a:lnTo>
                    <a:pt x="571082" y="181135"/>
                  </a:lnTo>
                  <a:lnTo>
                    <a:pt x="584988" y="175912"/>
                  </a:lnTo>
                  <a:lnTo>
                    <a:pt x="595983" y="167464"/>
                  </a:lnTo>
                  <a:lnTo>
                    <a:pt x="603304" y="156658"/>
                  </a:lnTo>
                  <a:lnTo>
                    <a:pt x="606190" y="144361"/>
                  </a:lnTo>
                  <a:lnTo>
                    <a:pt x="604303" y="133389"/>
                  </a:lnTo>
                  <a:lnTo>
                    <a:pt x="598014" y="125485"/>
                  </a:lnTo>
                  <a:lnTo>
                    <a:pt x="587636" y="120734"/>
                  </a:lnTo>
                  <a:lnTo>
                    <a:pt x="573479" y="119221"/>
                  </a:lnTo>
                  <a:lnTo>
                    <a:pt x="589894" y="116312"/>
                  </a:lnTo>
                  <a:lnTo>
                    <a:pt x="602219" y="110194"/>
                  </a:lnTo>
                  <a:lnTo>
                    <a:pt x="609970" y="101058"/>
                  </a:lnTo>
                  <a:lnTo>
                    <a:pt x="612661" y="89096"/>
                  </a:lnTo>
                  <a:lnTo>
                    <a:pt x="610717" y="76330"/>
                  </a:lnTo>
                  <a:lnTo>
                    <a:pt x="604023" y="66944"/>
                  </a:lnTo>
                  <a:lnTo>
                    <a:pt x="591714" y="61474"/>
                  </a:lnTo>
                  <a:lnTo>
                    <a:pt x="572924" y="60458"/>
                  </a:lnTo>
                  <a:lnTo>
                    <a:pt x="590932" y="56712"/>
                  </a:lnTo>
                  <a:lnTo>
                    <a:pt x="601663" y="50334"/>
                  </a:lnTo>
                  <a:lnTo>
                    <a:pt x="606710" y="41948"/>
                  </a:lnTo>
                  <a:lnTo>
                    <a:pt x="607667" y="32176"/>
                  </a:lnTo>
                  <a:lnTo>
                    <a:pt x="604849" y="20709"/>
                  </a:lnTo>
                  <a:lnTo>
                    <a:pt x="597853" y="11546"/>
                  </a:lnTo>
                  <a:lnTo>
                    <a:pt x="587217" y="5536"/>
                  </a:lnTo>
                  <a:lnTo>
                    <a:pt x="573479" y="3528"/>
                  </a:lnTo>
                  <a:lnTo>
                    <a:pt x="552412" y="2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3616839" y="3412826"/>
              <a:ext cx="73025" cy="156210"/>
            </a:xfrm>
            <a:custGeom>
              <a:avLst/>
              <a:gdLst/>
              <a:ahLst/>
              <a:cxnLst/>
              <a:rect l="l" t="t" r="r" b="b"/>
              <a:pathLst>
                <a:path w="73025" h="156210">
                  <a:moveTo>
                    <a:pt x="64960" y="121424"/>
                  </a:moveTo>
                  <a:lnTo>
                    <a:pt x="62966" y="124472"/>
                  </a:lnTo>
                  <a:lnTo>
                    <a:pt x="56235" y="130619"/>
                  </a:lnTo>
                  <a:lnTo>
                    <a:pt x="43192" y="136131"/>
                  </a:lnTo>
                  <a:lnTo>
                    <a:pt x="22275" y="137312"/>
                  </a:lnTo>
                  <a:lnTo>
                    <a:pt x="9385" y="138277"/>
                  </a:lnTo>
                  <a:lnTo>
                    <a:pt x="7772" y="143205"/>
                  </a:lnTo>
                  <a:lnTo>
                    <a:pt x="12649" y="149758"/>
                  </a:lnTo>
                  <a:lnTo>
                    <a:pt x="19316" y="155613"/>
                  </a:lnTo>
                  <a:lnTo>
                    <a:pt x="23558" y="152654"/>
                  </a:lnTo>
                  <a:lnTo>
                    <a:pt x="27635" y="150431"/>
                  </a:lnTo>
                  <a:lnTo>
                    <a:pt x="31508" y="148958"/>
                  </a:lnTo>
                  <a:lnTo>
                    <a:pt x="43053" y="144945"/>
                  </a:lnTo>
                  <a:lnTo>
                    <a:pt x="52743" y="138722"/>
                  </a:lnTo>
                  <a:lnTo>
                    <a:pt x="60185" y="130746"/>
                  </a:lnTo>
                  <a:lnTo>
                    <a:pt x="64960" y="121424"/>
                  </a:lnTo>
                  <a:close/>
                </a:path>
                <a:path w="73025" h="156210">
                  <a:moveTo>
                    <a:pt x="68110" y="0"/>
                  </a:moveTo>
                  <a:lnTo>
                    <a:pt x="66217" y="2895"/>
                  </a:lnTo>
                  <a:lnTo>
                    <a:pt x="59512" y="9055"/>
                  </a:lnTo>
                  <a:lnTo>
                    <a:pt x="46431" y="14655"/>
                  </a:lnTo>
                  <a:lnTo>
                    <a:pt x="25412" y="15900"/>
                  </a:lnTo>
                  <a:lnTo>
                    <a:pt x="6299" y="14465"/>
                  </a:lnTo>
                  <a:lnTo>
                    <a:pt x="0" y="16192"/>
                  </a:lnTo>
                  <a:lnTo>
                    <a:pt x="6591" y="23101"/>
                  </a:lnTo>
                  <a:lnTo>
                    <a:pt x="26149" y="37147"/>
                  </a:lnTo>
                  <a:lnTo>
                    <a:pt x="36512" y="31597"/>
                  </a:lnTo>
                  <a:lnTo>
                    <a:pt x="47777" y="28460"/>
                  </a:lnTo>
                  <a:lnTo>
                    <a:pt x="45796" y="28282"/>
                  </a:lnTo>
                  <a:lnTo>
                    <a:pt x="43713" y="28092"/>
                  </a:lnTo>
                  <a:lnTo>
                    <a:pt x="38900" y="27901"/>
                  </a:lnTo>
                  <a:lnTo>
                    <a:pt x="33362" y="28282"/>
                  </a:lnTo>
                  <a:lnTo>
                    <a:pt x="51371" y="24536"/>
                  </a:lnTo>
                  <a:lnTo>
                    <a:pt x="62103" y="18161"/>
                  </a:lnTo>
                  <a:lnTo>
                    <a:pt x="63461" y="15900"/>
                  </a:lnTo>
                  <a:lnTo>
                    <a:pt x="67157" y="9766"/>
                  </a:lnTo>
                  <a:lnTo>
                    <a:pt x="68110" y="0"/>
                  </a:lnTo>
                  <a:close/>
                </a:path>
                <a:path w="73025" h="156210">
                  <a:moveTo>
                    <a:pt x="72910" y="60439"/>
                  </a:moveTo>
                  <a:lnTo>
                    <a:pt x="70993" y="63385"/>
                  </a:lnTo>
                  <a:lnTo>
                    <a:pt x="64249" y="69469"/>
                  </a:lnTo>
                  <a:lnTo>
                    <a:pt x="51168" y="74968"/>
                  </a:lnTo>
                  <a:lnTo>
                    <a:pt x="30226" y="76136"/>
                  </a:lnTo>
                  <a:lnTo>
                    <a:pt x="11099" y="74815"/>
                  </a:lnTo>
                  <a:lnTo>
                    <a:pt x="4813" y="76581"/>
                  </a:lnTo>
                  <a:lnTo>
                    <a:pt x="11404" y="83451"/>
                  </a:lnTo>
                  <a:lnTo>
                    <a:pt x="30962" y="97396"/>
                  </a:lnTo>
                  <a:lnTo>
                    <a:pt x="40208" y="92417"/>
                  </a:lnTo>
                  <a:lnTo>
                    <a:pt x="50736" y="89446"/>
                  </a:lnTo>
                  <a:lnTo>
                    <a:pt x="46113" y="87782"/>
                  </a:lnTo>
                  <a:lnTo>
                    <a:pt x="40386" y="87045"/>
                  </a:lnTo>
                  <a:lnTo>
                    <a:pt x="33921" y="87045"/>
                  </a:lnTo>
                  <a:lnTo>
                    <a:pt x="49339" y="84378"/>
                  </a:lnTo>
                  <a:lnTo>
                    <a:pt x="61252" y="78943"/>
                  </a:lnTo>
                  <a:lnTo>
                    <a:pt x="64033" y="76136"/>
                  </a:lnTo>
                  <a:lnTo>
                    <a:pt x="69240" y="70904"/>
                  </a:lnTo>
                  <a:lnTo>
                    <a:pt x="72910" y="60439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1" name="object 331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3345303" y="3400433"/>
              <a:ext cx="97911" cy="236568"/>
            </a:xfrm>
            <a:prstGeom prst="rect">
              <a:avLst/>
            </a:prstGeom>
          </p:spPr>
        </p:pic>
        <p:pic>
          <p:nvPicPr>
            <p:cNvPr id="332" name="object 332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3349149" y="3704641"/>
              <a:ext cx="150435" cy="67370"/>
            </a:xfrm>
            <a:prstGeom prst="rect">
              <a:avLst/>
            </a:prstGeom>
          </p:spPr>
        </p:pic>
        <p:sp>
          <p:nvSpPr>
            <p:cNvPr id="333" name="object 333" descr=""/>
            <p:cNvSpPr/>
            <p:nvPr/>
          </p:nvSpPr>
          <p:spPr>
            <a:xfrm>
              <a:off x="13077284" y="3481016"/>
              <a:ext cx="200025" cy="571500"/>
            </a:xfrm>
            <a:custGeom>
              <a:avLst/>
              <a:gdLst/>
              <a:ahLst/>
              <a:cxnLst/>
              <a:rect l="l" t="t" r="r" b="b"/>
              <a:pathLst>
                <a:path w="200025" h="571500">
                  <a:moveTo>
                    <a:pt x="199972" y="0"/>
                  </a:moveTo>
                  <a:lnTo>
                    <a:pt x="187728" y="42243"/>
                  </a:lnTo>
                  <a:lnTo>
                    <a:pt x="175484" y="83583"/>
                  </a:lnTo>
                  <a:lnTo>
                    <a:pt x="164209" y="124853"/>
                  </a:lnTo>
                  <a:lnTo>
                    <a:pt x="143265" y="218944"/>
                  </a:lnTo>
                  <a:lnTo>
                    <a:pt x="128428" y="270996"/>
                  </a:lnTo>
                  <a:lnTo>
                    <a:pt x="111148" y="322281"/>
                  </a:lnTo>
                  <a:lnTo>
                    <a:pt x="92206" y="372036"/>
                  </a:lnTo>
                  <a:lnTo>
                    <a:pt x="72387" y="419502"/>
                  </a:lnTo>
                  <a:lnTo>
                    <a:pt x="52473" y="463918"/>
                  </a:lnTo>
                  <a:lnTo>
                    <a:pt x="33248" y="504523"/>
                  </a:lnTo>
                  <a:lnTo>
                    <a:pt x="15496" y="540557"/>
                  </a:lnTo>
                  <a:lnTo>
                    <a:pt x="0" y="571260"/>
                  </a:lnTo>
                  <a:lnTo>
                    <a:pt x="46019" y="571260"/>
                  </a:lnTo>
                  <a:lnTo>
                    <a:pt x="63350" y="532373"/>
                  </a:lnTo>
                  <a:lnTo>
                    <a:pt x="83324" y="482926"/>
                  </a:lnTo>
                  <a:lnTo>
                    <a:pt x="103935" y="427823"/>
                  </a:lnTo>
                  <a:lnTo>
                    <a:pt x="123175" y="371965"/>
                  </a:lnTo>
                  <a:lnTo>
                    <a:pt x="139037" y="320254"/>
                  </a:lnTo>
                  <a:lnTo>
                    <a:pt x="149513" y="277593"/>
                  </a:lnTo>
                  <a:lnTo>
                    <a:pt x="158656" y="228937"/>
                  </a:lnTo>
                  <a:lnTo>
                    <a:pt x="166335" y="185090"/>
                  </a:lnTo>
                  <a:lnTo>
                    <a:pt x="180813" y="100265"/>
                  </a:lnTo>
                  <a:lnTo>
                    <a:pt x="189368" y="53507"/>
                  </a:lnTo>
                  <a:lnTo>
                    <a:pt x="199972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13367262" y="3123218"/>
              <a:ext cx="285750" cy="623570"/>
            </a:xfrm>
            <a:custGeom>
              <a:avLst/>
              <a:gdLst/>
              <a:ahLst/>
              <a:cxnLst/>
              <a:rect l="l" t="t" r="r" b="b"/>
              <a:pathLst>
                <a:path w="285750" h="623570">
                  <a:moveTo>
                    <a:pt x="245060" y="0"/>
                  </a:moveTo>
                  <a:lnTo>
                    <a:pt x="40469" y="0"/>
                  </a:lnTo>
                  <a:lnTo>
                    <a:pt x="24790" y="3176"/>
                  </a:lnTo>
                  <a:lnTo>
                    <a:pt x="11918" y="11829"/>
                  </a:lnTo>
                  <a:lnTo>
                    <a:pt x="3204" y="24640"/>
                  </a:lnTo>
                  <a:lnTo>
                    <a:pt x="0" y="40291"/>
                  </a:lnTo>
                  <a:lnTo>
                    <a:pt x="0" y="582903"/>
                  </a:lnTo>
                  <a:lnTo>
                    <a:pt x="3204" y="598583"/>
                  </a:lnTo>
                  <a:lnTo>
                    <a:pt x="11918" y="611455"/>
                  </a:lnTo>
                  <a:lnTo>
                    <a:pt x="24790" y="620168"/>
                  </a:lnTo>
                  <a:lnTo>
                    <a:pt x="40469" y="623373"/>
                  </a:lnTo>
                  <a:lnTo>
                    <a:pt x="245060" y="623373"/>
                  </a:lnTo>
                  <a:lnTo>
                    <a:pt x="260712" y="620168"/>
                  </a:lnTo>
                  <a:lnTo>
                    <a:pt x="273523" y="611455"/>
                  </a:lnTo>
                  <a:lnTo>
                    <a:pt x="282175" y="598583"/>
                  </a:lnTo>
                  <a:lnTo>
                    <a:pt x="285352" y="582903"/>
                  </a:lnTo>
                  <a:lnTo>
                    <a:pt x="285352" y="40291"/>
                  </a:lnTo>
                  <a:lnTo>
                    <a:pt x="282175" y="24640"/>
                  </a:lnTo>
                  <a:lnTo>
                    <a:pt x="273523" y="11829"/>
                  </a:lnTo>
                  <a:lnTo>
                    <a:pt x="260712" y="3176"/>
                  </a:lnTo>
                  <a:lnTo>
                    <a:pt x="2450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13374649" y="3157592"/>
              <a:ext cx="271145" cy="558165"/>
            </a:xfrm>
            <a:custGeom>
              <a:avLst/>
              <a:gdLst/>
              <a:ahLst/>
              <a:cxnLst/>
              <a:rect l="l" t="t" r="r" b="b"/>
              <a:pathLst>
                <a:path w="271144" h="558164">
                  <a:moveTo>
                    <a:pt x="249866" y="0"/>
                  </a:moveTo>
                  <a:lnTo>
                    <a:pt x="20700" y="0"/>
                  </a:lnTo>
                  <a:lnTo>
                    <a:pt x="12633" y="1623"/>
                  </a:lnTo>
                  <a:lnTo>
                    <a:pt x="6054" y="6054"/>
                  </a:lnTo>
                  <a:lnTo>
                    <a:pt x="1623" y="12633"/>
                  </a:lnTo>
                  <a:lnTo>
                    <a:pt x="0" y="20700"/>
                  </a:lnTo>
                  <a:lnTo>
                    <a:pt x="0" y="536884"/>
                  </a:lnTo>
                  <a:lnTo>
                    <a:pt x="1623" y="544876"/>
                  </a:lnTo>
                  <a:lnTo>
                    <a:pt x="6054" y="551463"/>
                  </a:lnTo>
                  <a:lnTo>
                    <a:pt x="12633" y="555936"/>
                  </a:lnTo>
                  <a:lnTo>
                    <a:pt x="20700" y="557585"/>
                  </a:lnTo>
                  <a:lnTo>
                    <a:pt x="249866" y="557585"/>
                  </a:lnTo>
                  <a:lnTo>
                    <a:pt x="257938" y="555936"/>
                  </a:lnTo>
                  <a:lnTo>
                    <a:pt x="264516" y="551463"/>
                  </a:lnTo>
                  <a:lnTo>
                    <a:pt x="268945" y="544876"/>
                  </a:lnTo>
                  <a:lnTo>
                    <a:pt x="270567" y="536884"/>
                  </a:lnTo>
                  <a:lnTo>
                    <a:pt x="270567" y="20700"/>
                  </a:lnTo>
                  <a:lnTo>
                    <a:pt x="268945" y="12633"/>
                  </a:lnTo>
                  <a:lnTo>
                    <a:pt x="264516" y="6054"/>
                  </a:lnTo>
                  <a:lnTo>
                    <a:pt x="257938" y="1623"/>
                  </a:lnTo>
                  <a:lnTo>
                    <a:pt x="249866" y="0"/>
                  </a:lnTo>
                  <a:close/>
                </a:path>
              </a:pathLst>
            </a:custGeom>
            <a:solidFill>
              <a:srgbClr val="4B4B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3333438" y="3558304"/>
              <a:ext cx="269875" cy="215265"/>
            </a:xfrm>
            <a:custGeom>
              <a:avLst/>
              <a:gdLst/>
              <a:ahLst/>
              <a:cxnLst/>
              <a:rect l="l" t="t" r="r" b="b"/>
              <a:pathLst>
                <a:path w="269875" h="215264">
                  <a:moveTo>
                    <a:pt x="269595" y="16344"/>
                  </a:moveTo>
                  <a:lnTo>
                    <a:pt x="265125" y="6565"/>
                  </a:lnTo>
                  <a:lnTo>
                    <a:pt x="255778" y="1079"/>
                  </a:lnTo>
                  <a:lnTo>
                    <a:pt x="247764" y="393"/>
                  </a:lnTo>
                  <a:lnTo>
                    <a:pt x="238683" y="965"/>
                  </a:lnTo>
                  <a:lnTo>
                    <a:pt x="228904" y="2616"/>
                  </a:lnTo>
                  <a:lnTo>
                    <a:pt x="218808" y="5143"/>
                  </a:lnTo>
                  <a:lnTo>
                    <a:pt x="198208" y="1270"/>
                  </a:lnTo>
                  <a:lnTo>
                    <a:pt x="187782" y="0"/>
                  </a:lnTo>
                  <a:lnTo>
                    <a:pt x="177596" y="152"/>
                  </a:lnTo>
                  <a:lnTo>
                    <a:pt x="161353" y="3289"/>
                  </a:lnTo>
                  <a:lnTo>
                    <a:pt x="126771" y="13360"/>
                  </a:lnTo>
                  <a:lnTo>
                    <a:pt x="108851" y="17526"/>
                  </a:lnTo>
                  <a:lnTo>
                    <a:pt x="82397" y="20370"/>
                  </a:lnTo>
                  <a:lnTo>
                    <a:pt x="57632" y="19164"/>
                  </a:lnTo>
                  <a:lnTo>
                    <a:pt x="32410" y="14338"/>
                  </a:lnTo>
                  <a:lnTo>
                    <a:pt x="4610" y="6261"/>
                  </a:lnTo>
                  <a:lnTo>
                    <a:pt x="0" y="214718"/>
                  </a:lnTo>
                  <a:lnTo>
                    <a:pt x="30441" y="209956"/>
                  </a:lnTo>
                  <a:lnTo>
                    <a:pt x="53568" y="199059"/>
                  </a:lnTo>
                  <a:lnTo>
                    <a:pt x="73050" y="181711"/>
                  </a:lnTo>
                  <a:lnTo>
                    <a:pt x="108546" y="138163"/>
                  </a:lnTo>
                  <a:lnTo>
                    <a:pt x="126250" y="120332"/>
                  </a:lnTo>
                  <a:lnTo>
                    <a:pt x="145783" y="104648"/>
                  </a:lnTo>
                  <a:lnTo>
                    <a:pt x="167246" y="91643"/>
                  </a:lnTo>
                  <a:lnTo>
                    <a:pt x="178409" y="87223"/>
                  </a:lnTo>
                  <a:lnTo>
                    <a:pt x="204127" y="79794"/>
                  </a:lnTo>
                  <a:lnTo>
                    <a:pt x="216230" y="75374"/>
                  </a:lnTo>
                  <a:lnTo>
                    <a:pt x="255219" y="49098"/>
                  </a:lnTo>
                  <a:lnTo>
                    <a:pt x="269544" y="27559"/>
                  </a:lnTo>
                  <a:lnTo>
                    <a:pt x="269595" y="16344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7" name="object 337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3470574" y="3423168"/>
              <a:ext cx="104970" cy="123344"/>
            </a:xfrm>
            <a:prstGeom prst="rect">
              <a:avLst/>
            </a:prstGeom>
          </p:spPr>
        </p:pic>
      </p:grpSp>
      <p:grpSp>
        <p:nvGrpSpPr>
          <p:cNvPr id="338" name="object 338" descr=""/>
          <p:cNvGrpSpPr/>
          <p:nvPr/>
        </p:nvGrpSpPr>
        <p:grpSpPr>
          <a:xfrm>
            <a:off x="16661308" y="8855471"/>
            <a:ext cx="744855" cy="1017905"/>
            <a:chOff x="16661308" y="8855471"/>
            <a:chExt cx="744855" cy="1017905"/>
          </a:xfrm>
        </p:grpSpPr>
        <p:sp>
          <p:nvSpPr>
            <p:cNvPr id="339" name="object 339" descr=""/>
            <p:cNvSpPr/>
            <p:nvPr/>
          </p:nvSpPr>
          <p:spPr>
            <a:xfrm>
              <a:off x="16661308" y="9285853"/>
              <a:ext cx="346710" cy="438784"/>
            </a:xfrm>
            <a:custGeom>
              <a:avLst/>
              <a:gdLst/>
              <a:ahLst/>
              <a:cxnLst/>
              <a:rect l="l" t="t" r="r" b="b"/>
              <a:pathLst>
                <a:path w="346709" h="438784">
                  <a:moveTo>
                    <a:pt x="69972" y="0"/>
                  </a:moveTo>
                  <a:lnTo>
                    <a:pt x="33532" y="12380"/>
                  </a:lnTo>
                  <a:lnTo>
                    <a:pt x="9281" y="43558"/>
                  </a:lnTo>
                  <a:lnTo>
                    <a:pt x="0" y="98993"/>
                  </a:lnTo>
                  <a:lnTo>
                    <a:pt x="6022" y="126130"/>
                  </a:lnTo>
                  <a:lnTo>
                    <a:pt x="20348" y="148435"/>
                  </a:lnTo>
                  <a:lnTo>
                    <a:pt x="37748" y="166812"/>
                  </a:lnTo>
                  <a:lnTo>
                    <a:pt x="54252" y="185892"/>
                  </a:lnTo>
                  <a:lnTo>
                    <a:pt x="70172" y="205431"/>
                  </a:lnTo>
                  <a:lnTo>
                    <a:pt x="85823" y="225186"/>
                  </a:lnTo>
                  <a:lnTo>
                    <a:pt x="99340" y="242208"/>
                  </a:lnTo>
                  <a:lnTo>
                    <a:pt x="127265" y="275571"/>
                  </a:lnTo>
                  <a:lnTo>
                    <a:pt x="176628" y="326597"/>
                  </a:lnTo>
                  <a:lnTo>
                    <a:pt x="214811" y="363748"/>
                  </a:lnTo>
                  <a:lnTo>
                    <a:pt x="253650" y="399980"/>
                  </a:lnTo>
                  <a:lnTo>
                    <a:pt x="290173" y="432217"/>
                  </a:lnTo>
                  <a:lnTo>
                    <a:pt x="304770" y="438529"/>
                  </a:lnTo>
                  <a:lnTo>
                    <a:pt x="315757" y="431336"/>
                  </a:lnTo>
                  <a:lnTo>
                    <a:pt x="326444" y="416068"/>
                  </a:lnTo>
                  <a:lnTo>
                    <a:pt x="340140" y="398155"/>
                  </a:lnTo>
                  <a:lnTo>
                    <a:pt x="346014" y="391736"/>
                  </a:lnTo>
                  <a:lnTo>
                    <a:pt x="346653" y="384679"/>
                  </a:lnTo>
                  <a:lnTo>
                    <a:pt x="318483" y="334909"/>
                  </a:lnTo>
                  <a:lnTo>
                    <a:pt x="293188" y="290833"/>
                  </a:lnTo>
                  <a:lnTo>
                    <a:pt x="267468" y="246998"/>
                  </a:lnTo>
                  <a:lnTo>
                    <a:pt x="241123" y="203546"/>
                  </a:lnTo>
                  <a:lnTo>
                    <a:pt x="213954" y="160617"/>
                  </a:lnTo>
                  <a:lnTo>
                    <a:pt x="185762" y="118352"/>
                  </a:lnTo>
                  <a:lnTo>
                    <a:pt x="156346" y="76891"/>
                  </a:lnTo>
                  <a:lnTo>
                    <a:pt x="125507" y="36375"/>
                  </a:lnTo>
                  <a:lnTo>
                    <a:pt x="91707" y="6044"/>
                  </a:lnTo>
                  <a:lnTo>
                    <a:pt x="69972" y="0"/>
                  </a:lnTo>
                  <a:close/>
                </a:path>
              </a:pathLst>
            </a:custGeom>
            <a:solidFill>
              <a:srgbClr val="FBC59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0" name="object 340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6922511" y="9589381"/>
              <a:ext cx="235350" cy="283659"/>
            </a:xfrm>
            <a:prstGeom prst="rect">
              <a:avLst/>
            </a:prstGeom>
          </p:spPr>
        </p:pic>
        <p:sp>
          <p:nvSpPr>
            <p:cNvPr id="341" name="object 341" descr=""/>
            <p:cNvSpPr/>
            <p:nvPr/>
          </p:nvSpPr>
          <p:spPr>
            <a:xfrm>
              <a:off x="17087241" y="8855474"/>
              <a:ext cx="318770" cy="822325"/>
            </a:xfrm>
            <a:custGeom>
              <a:avLst/>
              <a:gdLst/>
              <a:ahLst/>
              <a:cxnLst/>
              <a:rect l="l" t="t" r="r" b="b"/>
              <a:pathLst>
                <a:path w="318769" h="822325">
                  <a:moveTo>
                    <a:pt x="318655" y="75628"/>
                  </a:moveTo>
                  <a:lnTo>
                    <a:pt x="309765" y="30302"/>
                  </a:lnTo>
                  <a:lnTo>
                    <a:pt x="283527" y="1981"/>
                  </a:lnTo>
                  <a:lnTo>
                    <a:pt x="240131" y="0"/>
                  </a:lnTo>
                  <a:lnTo>
                    <a:pt x="209118" y="27165"/>
                  </a:lnTo>
                  <a:lnTo>
                    <a:pt x="188175" y="69951"/>
                  </a:lnTo>
                  <a:lnTo>
                    <a:pt x="175056" y="114795"/>
                  </a:lnTo>
                  <a:lnTo>
                    <a:pt x="160782" y="181368"/>
                  </a:lnTo>
                  <a:lnTo>
                    <a:pt x="151968" y="229158"/>
                  </a:lnTo>
                  <a:lnTo>
                    <a:pt x="144170" y="277126"/>
                  </a:lnTo>
                  <a:lnTo>
                    <a:pt x="137337" y="325221"/>
                  </a:lnTo>
                  <a:lnTo>
                    <a:pt x="131381" y="373456"/>
                  </a:lnTo>
                  <a:lnTo>
                    <a:pt x="126238" y="421779"/>
                  </a:lnTo>
                  <a:lnTo>
                    <a:pt x="123545" y="451192"/>
                  </a:lnTo>
                  <a:lnTo>
                    <a:pt x="115443" y="482231"/>
                  </a:lnTo>
                  <a:lnTo>
                    <a:pt x="95631" y="537679"/>
                  </a:lnTo>
                  <a:lnTo>
                    <a:pt x="74561" y="591553"/>
                  </a:lnTo>
                  <a:lnTo>
                    <a:pt x="60794" y="625182"/>
                  </a:lnTo>
                  <a:lnTo>
                    <a:pt x="23279" y="712177"/>
                  </a:lnTo>
                  <a:lnTo>
                    <a:pt x="6718" y="751332"/>
                  </a:lnTo>
                  <a:lnTo>
                    <a:pt x="0" y="769975"/>
                  </a:lnTo>
                  <a:lnTo>
                    <a:pt x="330" y="774395"/>
                  </a:lnTo>
                  <a:lnTo>
                    <a:pt x="9283" y="781062"/>
                  </a:lnTo>
                  <a:lnTo>
                    <a:pt x="36118" y="815098"/>
                  </a:lnTo>
                  <a:lnTo>
                    <a:pt x="40652" y="820559"/>
                  </a:lnTo>
                  <a:lnTo>
                    <a:pt x="47028" y="822172"/>
                  </a:lnTo>
                  <a:lnTo>
                    <a:pt x="56184" y="820813"/>
                  </a:lnTo>
                  <a:lnTo>
                    <a:pt x="62293" y="813104"/>
                  </a:lnTo>
                  <a:lnTo>
                    <a:pt x="66560" y="802005"/>
                  </a:lnTo>
                  <a:lnTo>
                    <a:pt x="70192" y="790422"/>
                  </a:lnTo>
                  <a:lnTo>
                    <a:pt x="86690" y="753960"/>
                  </a:lnTo>
                  <a:lnTo>
                    <a:pt x="110299" y="713625"/>
                  </a:lnTo>
                  <a:lnTo>
                    <a:pt x="137579" y="670229"/>
                  </a:lnTo>
                  <a:lnTo>
                    <a:pt x="165036" y="624535"/>
                  </a:lnTo>
                  <a:lnTo>
                    <a:pt x="189217" y="577316"/>
                  </a:lnTo>
                  <a:lnTo>
                    <a:pt x="206641" y="529374"/>
                  </a:lnTo>
                  <a:lnTo>
                    <a:pt x="211429" y="497471"/>
                  </a:lnTo>
                  <a:lnTo>
                    <a:pt x="216954" y="485635"/>
                  </a:lnTo>
                  <a:lnTo>
                    <a:pt x="229933" y="439140"/>
                  </a:lnTo>
                  <a:lnTo>
                    <a:pt x="238379" y="391477"/>
                  </a:lnTo>
                  <a:lnTo>
                    <a:pt x="245402" y="343573"/>
                  </a:lnTo>
                  <a:lnTo>
                    <a:pt x="254152" y="296367"/>
                  </a:lnTo>
                  <a:lnTo>
                    <a:pt x="267779" y="250799"/>
                  </a:lnTo>
                  <a:lnTo>
                    <a:pt x="277088" y="229095"/>
                  </a:lnTo>
                  <a:lnTo>
                    <a:pt x="297535" y="185915"/>
                  </a:lnTo>
                  <a:lnTo>
                    <a:pt x="306336" y="164172"/>
                  </a:lnTo>
                  <a:lnTo>
                    <a:pt x="315683" y="124675"/>
                  </a:lnTo>
                  <a:lnTo>
                    <a:pt x="318655" y="75628"/>
                  </a:lnTo>
                  <a:close/>
                </a:path>
              </a:pathLst>
            </a:custGeom>
            <a:solidFill>
              <a:srgbClr val="FFCC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7250517" y="8855476"/>
              <a:ext cx="155575" cy="428625"/>
            </a:xfrm>
            <a:custGeom>
              <a:avLst/>
              <a:gdLst/>
              <a:ahLst/>
              <a:cxnLst/>
              <a:rect l="l" t="t" r="r" b="b"/>
              <a:pathLst>
                <a:path w="155575" h="428625">
                  <a:moveTo>
                    <a:pt x="76859" y="0"/>
                  </a:moveTo>
                  <a:lnTo>
                    <a:pt x="45838" y="27168"/>
                  </a:lnTo>
                  <a:lnTo>
                    <a:pt x="24905" y="69946"/>
                  </a:lnTo>
                  <a:lnTo>
                    <a:pt x="11779" y="114795"/>
                  </a:lnTo>
                  <a:lnTo>
                    <a:pt x="1803" y="160192"/>
                  </a:lnTo>
                  <a:lnTo>
                    <a:pt x="0" y="169023"/>
                  </a:lnTo>
                  <a:lnTo>
                    <a:pt x="2839" y="242527"/>
                  </a:lnTo>
                  <a:lnTo>
                    <a:pt x="12163" y="285643"/>
                  </a:lnTo>
                  <a:lnTo>
                    <a:pt x="25754" y="311220"/>
                  </a:lnTo>
                  <a:lnTo>
                    <a:pt x="41392" y="332110"/>
                  </a:lnTo>
                  <a:lnTo>
                    <a:pt x="56856" y="361164"/>
                  </a:lnTo>
                  <a:lnTo>
                    <a:pt x="61925" y="377740"/>
                  </a:lnTo>
                  <a:lnTo>
                    <a:pt x="65484" y="394490"/>
                  </a:lnTo>
                  <a:lnTo>
                    <a:pt x="67732" y="411378"/>
                  </a:lnTo>
                  <a:lnTo>
                    <a:pt x="68867" y="428366"/>
                  </a:lnTo>
                  <a:lnTo>
                    <a:pt x="76309" y="383291"/>
                  </a:lnTo>
                  <a:lnTo>
                    <a:pt x="82975" y="338145"/>
                  </a:lnTo>
                  <a:lnTo>
                    <a:pt x="91500" y="293716"/>
                  </a:lnTo>
                  <a:lnTo>
                    <a:pt x="104520" y="250790"/>
                  </a:lnTo>
                  <a:lnTo>
                    <a:pt x="134264" y="185909"/>
                  </a:lnTo>
                  <a:lnTo>
                    <a:pt x="143063" y="164165"/>
                  </a:lnTo>
                  <a:lnTo>
                    <a:pt x="152412" y="124667"/>
                  </a:lnTo>
                  <a:lnTo>
                    <a:pt x="155380" y="75620"/>
                  </a:lnTo>
                  <a:lnTo>
                    <a:pt x="146485" y="30300"/>
                  </a:lnTo>
                  <a:lnTo>
                    <a:pt x="120247" y="1981"/>
                  </a:lnTo>
                  <a:lnTo>
                    <a:pt x="76859" y="0"/>
                  </a:lnTo>
                  <a:close/>
                </a:path>
              </a:pathLst>
            </a:custGeom>
            <a:solidFill>
              <a:srgbClr val="FBC59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3" name="object 343" descr=""/>
          <p:cNvGrpSpPr/>
          <p:nvPr/>
        </p:nvGrpSpPr>
        <p:grpSpPr>
          <a:xfrm>
            <a:off x="15439857" y="8844956"/>
            <a:ext cx="885825" cy="1085850"/>
            <a:chOff x="15439857" y="8844956"/>
            <a:chExt cx="885825" cy="1085850"/>
          </a:xfrm>
        </p:grpSpPr>
        <p:sp>
          <p:nvSpPr>
            <p:cNvPr id="344" name="object 344" descr=""/>
            <p:cNvSpPr/>
            <p:nvPr/>
          </p:nvSpPr>
          <p:spPr>
            <a:xfrm>
              <a:off x="15770115" y="8926264"/>
              <a:ext cx="555625" cy="1004569"/>
            </a:xfrm>
            <a:custGeom>
              <a:avLst/>
              <a:gdLst/>
              <a:ahLst/>
              <a:cxnLst/>
              <a:rect l="l" t="t" r="r" b="b"/>
              <a:pathLst>
                <a:path w="555625" h="1004570">
                  <a:moveTo>
                    <a:pt x="407956" y="0"/>
                  </a:moveTo>
                  <a:lnTo>
                    <a:pt x="341130" y="25703"/>
                  </a:lnTo>
                  <a:lnTo>
                    <a:pt x="310336" y="90122"/>
                  </a:lnTo>
                  <a:lnTo>
                    <a:pt x="305796" y="133570"/>
                  </a:lnTo>
                  <a:lnTo>
                    <a:pt x="302482" y="177167"/>
                  </a:lnTo>
                  <a:lnTo>
                    <a:pt x="300165" y="227604"/>
                  </a:lnTo>
                  <a:lnTo>
                    <a:pt x="299438" y="278138"/>
                  </a:lnTo>
                  <a:lnTo>
                    <a:pt x="300282" y="328710"/>
                  </a:lnTo>
                  <a:lnTo>
                    <a:pt x="302672" y="379261"/>
                  </a:lnTo>
                  <a:lnTo>
                    <a:pt x="306587" y="429732"/>
                  </a:lnTo>
                  <a:lnTo>
                    <a:pt x="312004" y="480063"/>
                  </a:lnTo>
                  <a:lnTo>
                    <a:pt x="318901" y="530196"/>
                  </a:lnTo>
                  <a:lnTo>
                    <a:pt x="327255" y="580071"/>
                  </a:lnTo>
                  <a:lnTo>
                    <a:pt x="337044" y="629629"/>
                  </a:lnTo>
                  <a:lnTo>
                    <a:pt x="348245" y="678812"/>
                  </a:lnTo>
                  <a:lnTo>
                    <a:pt x="360837" y="727558"/>
                  </a:lnTo>
                  <a:lnTo>
                    <a:pt x="349996" y="699315"/>
                  </a:lnTo>
                  <a:lnTo>
                    <a:pt x="317178" y="643509"/>
                  </a:lnTo>
                  <a:lnTo>
                    <a:pt x="281485" y="590747"/>
                  </a:lnTo>
                  <a:lnTo>
                    <a:pt x="223333" y="509890"/>
                  </a:lnTo>
                  <a:lnTo>
                    <a:pt x="113605" y="377883"/>
                  </a:lnTo>
                  <a:lnTo>
                    <a:pt x="75563" y="332053"/>
                  </a:lnTo>
                  <a:lnTo>
                    <a:pt x="60249" y="312356"/>
                  </a:lnTo>
                  <a:lnTo>
                    <a:pt x="44316" y="339605"/>
                  </a:lnTo>
                  <a:lnTo>
                    <a:pt x="31982" y="361265"/>
                  </a:lnTo>
                  <a:lnTo>
                    <a:pt x="18718" y="382271"/>
                  </a:lnTo>
                  <a:lnTo>
                    <a:pt x="0" y="407558"/>
                  </a:lnTo>
                  <a:lnTo>
                    <a:pt x="2744" y="416674"/>
                  </a:lnTo>
                  <a:lnTo>
                    <a:pt x="12483" y="439694"/>
                  </a:lnTo>
                  <a:lnTo>
                    <a:pt x="48770" y="518132"/>
                  </a:lnTo>
                  <a:lnTo>
                    <a:pt x="73234" y="568892"/>
                  </a:lnTo>
                  <a:lnTo>
                    <a:pt x="100522" y="624242"/>
                  </a:lnTo>
                  <a:lnTo>
                    <a:pt x="129591" y="681853"/>
                  </a:lnTo>
                  <a:lnTo>
                    <a:pt x="159399" y="739397"/>
                  </a:lnTo>
                  <a:lnTo>
                    <a:pt x="188903" y="794545"/>
                  </a:lnTo>
                  <a:lnTo>
                    <a:pt x="217061" y="844969"/>
                  </a:lnTo>
                  <a:lnTo>
                    <a:pt x="240519" y="880353"/>
                  </a:lnTo>
                  <a:lnTo>
                    <a:pt x="268255" y="912938"/>
                  </a:lnTo>
                  <a:lnTo>
                    <a:pt x="299169" y="941881"/>
                  </a:lnTo>
                  <a:lnTo>
                    <a:pt x="332159" y="966343"/>
                  </a:lnTo>
                  <a:lnTo>
                    <a:pt x="366125" y="985482"/>
                  </a:lnTo>
                  <a:lnTo>
                    <a:pt x="432585" y="1004428"/>
                  </a:lnTo>
                  <a:lnTo>
                    <a:pt x="462877" y="1002552"/>
                  </a:lnTo>
                  <a:lnTo>
                    <a:pt x="512082" y="971900"/>
                  </a:lnTo>
                  <a:lnTo>
                    <a:pt x="538779" y="899773"/>
                  </a:lnTo>
                  <a:lnTo>
                    <a:pt x="544737" y="849145"/>
                  </a:lnTo>
                  <a:lnTo>
                    <a:pt x="549343" y="798370"/>
                  </a:lnTo>
                  <a:lnTo>
                    <a:pt x="552635" y="747480"/>
                  </a:lnTo>
                  <a:lnTo>
                    <a:pt x="554651" y="696504"/>
                  </a:lnTo>
                  <a:lnTo>
                    <a:pt x="555429" y="645473"/>
                  </a:lnTo>
                  <a:lnTo>
                    <a:pt x="555006" y="594417"/>
                  </a:lnTo>
                  <a:lnTo>
                    <a:pt x="553420" y="543365"/>
                  </a:lnTo>
                  <a:lnTo>
                    <a:pt x="550708" y="492349"/>
                  </a:lnTo>
                  <a:lnTo>
                    <a:pt x="546909" y="441398"/>
                  </a:lnTo>
                  <a:lnTo>
                    <a:pt x="542060" y="390543"/>
                  </a:lnTo>
                  <a:lnTo>
                    <a:pt x="536198" y="339814"/>
                  </a:lnTo>
                  <a:lnTo>
                    <a:pt x="529362" y="289241"/>
                  </a:lnTo>
                  <a:lnTo>
                    <a:pt x="521588" y="238855"/>
                  </a:lnTo>
                  <a:lnTo>
                    <a:pt x="512916" y="188685"/>
                  </a:lnTo>
                  <a:lnTo>
                    <a:pt x="507404" y="153976"/>
                  </a:lnTo>
                  <a:lnTo>
                    <a:pt x="500093" y="112703"/>
                  </a:lnTo>
                  <a:lnTo>
                    <a:pt x="488739" y="70767"/>
                  </a:lnTo>
                  <a:lnTo>
                    <a:pt x="471094" y="34070"/>
                  </a:lnTo>
                  <a:lnTo>
                    <a:pt x="444915" y="8514"/>
                  </a:lnTo>
                  <a:lnTo>
                    <a:pt x="407956" y="0"/>
                  </a:lnTo>
                  <a:close/>
                </a:path>
              </a:pathLst>
            </a:custGeom>
            <a:solidFill>
              <a:srgbClr val="FFCCA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5477733" y="8955968"/>
              <a:ext cx="274320" cy="88265"/>
            </a:xfrm>
            <a:custGeom>
              <a:avLst/>
              <a:gdLst/>
              <a:ahLst/>
              <a:cxnLst/>
              <a:rect l="l" t="t" r="r" b="b"/>
              <a:pathLst>
                <a:path w="274319" h="88265">
                  <a:moveTo>
                    <a:pt x="137001" y="0"/>
                  </a:moveTo>
                  <a:lnTo>
                    <a:pt x="85357" y="3413"/>
                  </a:lnTo>
                  <a:lnTo>
                    <a:pt x="42675" y="12760"/>
                  </a:lnTo>
                  <a:lnTo>
                    <a:pt x="12905" y="26694"/>
                  </a:lnTo>
                  <a:lnTo>
                    <a:pt x="0" y="43873"/>
                  </a:lnTo>
                  <a:lnTo>
                    <a:pt x="12905" y="61053"/>
                  </a:lnTo>
                  <a:lnTo>
                    <a:pt x="42675" y="74991"/>
                  </a:lnTo>
                  <a:lnTo>
                    <a:pt x="85357" y="84340"/>
                  </a:lnTo>
                  <a:lnTo>
                    <a:pt x="137001" y="87756"/>
                  </a:lnTo>
                  <a:lnTo>
                    <a:pt x="188644" y="84340"/>
                  </a:lnTo>
                  <a:lnTo>
                    <a:pt x="231326" y="74991"/>
                  </a:lnTo>
                  <a:lnTo>
                    <a:pt x="261096" y="61053"/>
                  </a:lnTo>
                  <a:lnTo>
                    <a:pt x="274002" y="43873"/>
                  </a:lnTo>
                  <a:lnTo>
                    <a:pt x="261096" y="26694"/>
                  </a:lnTo>
                  <a:lnTo>
                    <a:pt x="231326" y="12760"/>
                  </a:lnTo>
                  <a:lnTo>
                    <a:pt x="188644" y="3413"/>
                  </a:lnTo>
                  <a:lnTo>
                    <a:pt x="137001" y="0"/>
                  </a:lnTo>
                  <a:close/>
                </a:path>
              </a:pathLst>
            </a:custGeom>
            <a:solidFill>
              <a:srgbClr val="844F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5478605" y="8954472"/>
              <a:ext cx="273685" cy="42545"/>
            </a:xfrm>
            <a:custGeom>
              <a:avLst/>
              <a:gdLst/>
              <a:ahLst/>
              <a:cxnLst/>
              <a:rect l="l" t="t" r="r" b="b"/>
              <a:pathLst>
                <a:path w="273684" h="42545">
                  <a:moveTo>
                    <a:pt x="136121" y="0"/>
                  </a:moveTo>
                  <a:lnTo>
                    <a:pt x="89233" y="2833"/>
                  </a:lnTo>
                  <a:lnTo>
                    <a:pt x="48768" y="10715"/>
                  </a:lnTo>
                  <a:lnTo>
                    <a:pt x="429" y="37915"/>
                  </a:lnTo>
                  <a:lnTo>
                    <a:pt x="0" y="38627"/>
                  </a:lnTo>
                  <a:lnTo>
                    <a:pt x="230" y="39538"/>
                  </a:lnTo>
                  <a:lnTo>
                    <a:pt x="1643" y="40396"/>
                  </a:lnTo>
                  <a:lnTo>
                    <a:pt x="2565" y="40176"/>
                  </a:lnTo>
                  <a:lnTo>
                    <a:pt x="2994" y="39464"/>
                  </a:lnTo>
                  <a:lnTo>
                    <a:pt x="20145" y="24851"/>
                  </a:lnTo>
                  <a:lnTo>
                    <a:pt x="50227" y="13305"/>
                  </a:lnTo>
                  <a:lnTo>
                    <a:pt x="89974" y="5721"/>
                  </a:lnTo>
                  <a:lnTo>
                    <a:pt x="136121" y="2994"/>
                  </a:lnTo>
                  <a:lnTo>
                    <a:pt x="183673" y="5922"/>
                  </a:lnTo>
                  <a:lnTo>
                    <a:pt x="224323" y="14008"/>
                  </a:lnTo>
                  <a:lnTo>
                    <a:pt x="254425" y="26208"/>
                  </a:lnTo>
                  <a:lnTo>
                    <a:pt x="270337" y="41475"/>
                  </a:lnTo>
                  <a:lnTo>
                    <a:pt x="270588" y="42019"/>
                  </a:lnTo>
                  <a:lnTo>
                    <a:pt x="271133" y="42344"/>
                  </a:lnTo>
                  <a:lnTo>
                    <a:pt x="271698" y="42344"/>
                  </a:lnTo>
                  <a:lnTo>
                    <a:pt x="273080" y="41862"/>
                  </a:lnTo>
                  <a:lnTo>
                    <a:pt x="273405" y="40972"/>
                  </a:lnTo>
                  <a:lnTo>
                    <a:pt x="273059" y="40218"/>
                  </a:lnTo>
                  <a:lnTo>
                    <a:pt x="256766" y="24101"/>
                  </a:lnTo>
                  <a:lnTo>
                    <a:pt x="226273" y="11368"/>
                  </a:lnTo>
                  <a:lnTo>
                    <a:pt x="184938" y="3006"/>
                  </a:lnTo>
                  <a:lnTo>
                    <a:pt x="136121" y="0"/>
                  </a:lnTo>
                  <a:close/>
                </a:path>
              </a:pathLst>
            </a:custGeom>
            <a:solidFill>
              <a:srgbClr val="C18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5476182" y="8909602"/>
              <a:ext cx="281305" cy="423545"/>
            </a:xfrm>
            <a:custGeom>
              <a:avLst/>
              <a:gdLst/>
              <a:ahLst/>
              <a:cxnLst/>
              <a:rect l="l" t="t" r="r" b="b"/>
              <a:pathLst>
                <a:path w="281305" h="423545">
                  <a:moveTo>
                    <a:pt x="280758" y="0"/>
                  </a:moveTo>
                  <a:lnTo>
                    <a:pt x="0" y="0"/>
                  </a:lnTo>
                  <a:lnTo>
                    <a:pt x="41287" y="422948"/>
                  </a:lnTo>
                  <a:lnTo>
                    <a:pt x="242214" y="422948"/>
                  </a:lnTo>
                  <a:lnTo>
                    <a:pt x="280758" y="0"/>
                  </a:lnTo>
                  <a:close/>
                </a:path>
              </a:pathLst>
            </a:custGeom>
            <a:solidFill>
              <a:srgbClr val="EB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5607475" y="8844956"/>
              <a:ext cx="104775" cy="22860"/>
            </a:xfrm>
            <a:custGeom>
              <a:avLst/>
              <a:gdLst/>
              <a:ahLst/>
              <a:cxnLst/>
              <a:rect l="l" t="t" r="r" b="b"/>
              <a:pathLst>
                <a:path w="104775" h="22859">
                  <a:moveTo>
                    <a:pt x="104604" y="0"/>
                  </a:moveTo>
                  <a:lnTo>
                    <a:pt x="52302" y="0"/>
                  </a:lnTo>
                  <a:lnTo>
                    <a:pt x="0" y="22711"/>
                  </a:lnTo>
                  <a:lnTo>
                    <a:pt x="104604" y="22711"/>
                  </a:lnTo>
                  <a:lnTo>
                    <a:pt x="104604" y="0"/>
                  </a:lnTo>
                  <a:close/>
                </a:path>
              </a:pathLst>
            </a:custGeom>
            <a:solidFill>
              <a:srgbClr val="403D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5487934" y="9017487"/>
              <a:ext cx="260350" cy="276225"/>
            </a:xfrm>
            <a:custGeom>
              <a:avLst/>
              <a:gdLst/>
              <a:ahLst/>
              <a:cxnLst/>
              <a:rect l="l" t="t" r="r" b="b"/>
              <a:pathLst>
                <a:path w="260350" h="276225">
                  <a:moveTo>
                    <a:pt x="259981" y="0"/>
                  </a:moveTo>
                  <a:lnTo>
                    <a:pt x="241540" y="14254"/>
                  </a:lnTo>
                  <a:lnTo>
                    <a:pt x="211611" y="25564"/>
                  </a:lnTo>
                  <a:lnTo>
                    <a:pt x="172761" y="33018"/>
                  </a:lnTo>
                  <a:lnTo>
                    <a:pt x="127556" y="35705"/>
                  </a:lnTo>
                  <a:lnTo>
                    <a:pt x="86026" y="33451"/>
                  </a:lnTo>
                  <a:lnTo>
                    <a:pt x="49614" y="27152"/>
                  </a:lnTo>
                  <a:lnTo>
                    <a:pt x="20285" y="17501"/>
                  </a:lnTo>
                  <a:lnTo>
                    <a:pt x="0" y="5193"/>
                  </a:lnTo>
                  <a:lnTo>
                    <a:pt x="24952" y="260798"/>
                  </a:lnTo>
                  <a:lnTo>
                    <a:pt x="46562" y="267136"/>
                  </a:lnTo>
                  <a:lnTo>
                    <a:pt x="71594" y="271934"/>
                  </a:lnTo>
                  <a:lnTo>
                    <a:pt x="99414" y="274972"/>
                  </a:lnTo>
                  <a:lnTo>
                    <a:pt x="129388" y="276033"/>
                  </a:lnTo>
                  <a:lnTo>
                    <a:pt x="160283" y="274905"/>
                  </a:lnTo>
                  <a:lnTo>
                    <a:pt x="188862" y="271678"/>
                  </a:lnTo>
                  <a:lnTo>
                    <a:pt x="214431" y="266593"/>
                  </a:lnTo>
                  <a:lnTo>
                    <a:pt x="236296" y="259887"/>
                  </a:lnTo>
                  <a:lnTo>
                    <a:pt x="259981" y="0"/>
                  </a:lnTo>
                  <a:close/>
                </a:path>
              </a:pathLst>
            </a:custGeom>
            <a:solidFill>
              <a:srgbClr val="E4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5508196" y="9250632"/>
              <a:ext cx="219075" cy="33655"/>
            </a:xfrm>
            <a:custGeom>
              <a:avLst/>
              <a:gdLst/>
              <a:ahLst/>
              <a:cxnLst/>
              <a:rect l="l" t="t" r="r" b="b"/>
              <a:pathLst>
                <a:path w="219075" h="33654">
                  <a:moveTo>
                    <a:pt x="76468" y="0"/>
                  </a:moveTo>
                  <a:lnTo>
                    <a:pt x="21983" y="5087"/>
                  </a:lnTo>
                  <a:lnTo>
                    <a:pt x="0" y="16735"/>
                  </a:lnTo>
                  <a:lnTo>
                    <a:pt x="22002" y="23658"/>
                  </a:lnTo>
                  <a:lnTo>
                    <a:pt x="47891" y="28912"/>
                  </a:lnTo>
                  <a:lnTo>
                    <a:pt x="76924" y="32248"/>
                  </a:lnTo>
                  <a:lnTo>
                    <a:pt x="108363" y="33416"/>
                  </a:lnTo>
                  <a:lnTo>
                    <a:pt x="140623" y="32185"/>
                  </a:lnTo>
                  <a:lnTo>
                    <a:pt x="170324" y="28674"/>
                  </a:lnTo>
                  <a:lnTo>
                    <a:pt x="196664" y="23154"/>
                  </a:lnTo>
                  <a:lnTo>
                    <a:pt x="218841" y="15898"/>
                  </a:lnTo>
                  <a:lnTo>
                    <a:pt x="196506" y="6226"/>
                  </a:lnTo>
                  <a:lnTo>
                    <a:pt x="141845" y="653"/>
                  </a:lnTo>
                  <a:lnTo>
                    <a:pt x="76468" y="0"/>
                  </a:lnTo>
                  <a:close/>
                </a:path>
              </a:pathLst>
            </a:custGeom>
            <a:solidFill>
              <a:srgbClr val="8A5D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5517513" y="9326559"/>
              <a:ext cx="201295" cy="19050"/>
            </a:xfrm>
            <a:custGeom>
              <a:avLst/>
              <a:gdLst/>
              <a:ahLst/>
              <a:cxnLst/>
              <a:rect l="l" t="t" r="r" b="b"/>
              <a:pathLst>
                <a:path w="201294" h="19050">
                  <a:moveTo>
                    <a:pt x="100337" y="0"/>
                  </a:moveTo>
                  <a:lnTo>
                    <a:pt x="31089" y="1156"/>
                  </a:lnTo>
                  <a:lnTo>
                    <a:pt x="0" y="5853"/>
                  </a:lnTo>
                  <a:lnTo>
                    <a:pt x="20839" y="11314"/>
                  </a:lnTo>
                  <a:lnTo>
                    <a:pt x="44451" y="15426"/>
                  </a:lnTo>
                  <a:lnTo>
                    <a:pt x="70336" y="18018"/>
                  </a:lnTo>
                  <a:lnTo>
                    <a:pt x="97997" y="18920"/>
                  </a:lnTo>
                  <a:lnTo>
                    <a:pt x="127437" y="18179"/>
                  </a:lnTo>
                  <a:lnTo>
                    <a:pt x="154781" y="15867"/>
                  </a:lnTo>
                  <a:lnTo>
                    <a:pt x="179458" y="11848"/>
                  </a:lnTo>
                  <a:lnTo>
                    <a:pt x="200894" y="5989"/>
                  </a:lnTo>
                  <a:lnTo>
                    <a:pt x="169640" y="1803"/>
                  </a:lnTo>
                  <a:lnTo>
                    <a:pt x="100337" y="0"/>
                  </a:lnTo>
                  <a:close/>
                </a:path>
              </a:pathLst>
            </a:custGeom>
            <a:solidFill>
              <a:srgbClr val="EB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5476386" y="8915652"/>
              <a:ext cx="280670" cy="62230"/>
            </a:xfrm>
            <a:custGeom>
              <a:avLst/>
              <a:gdLst/>
              <a:ahLst/>
              <a:cxnLst/>
              <a:rect l="l" t="t" r="r" b="b"/>
              <a:pathLst>
                <a:path w="280669" h="62229">
                  <a:moveTo>
                    <a:pt x="280556" y="0"/>
                  </a:moveTo>
                  <a:lnTo>
                    <a:pt x="1392" y="0"/>
                  </a:lnTo>
                  <a:lnTo>
                    <a:pt x="0" y="2073"/>
                  </a:lnTo>
                  <a:lnTo>
                    <a:pt x="22525" y="41126"/>
                  </a:lnTo>
                  <a:lnTo>
                    <a:pt x="93870" y="59245"/>
                  </a:lnTo>
                  <a:lnTo>
                    <a:pt x="140173" y="61830"/>
                  </a:lnTo>
                  <a:lnTo>
                    <a:pt x="186616" y="59231"/>
                  </a:lnTo>
                  <a:lnTo>
                    <a:pt x="226760" y="52004"/>
                  </a:lnTo>
                  <a:lnTo>
                    <a:pt x="258089" y="41011"/>
                  </a:lnTo>
                  <a:lnTo>
                    <a:pt x="278085" y="27109"/>
                  </a:lnTo>
                  <a:lnTo>
                    <a:pt x="280556" y="0"/>
                  </a:lnTo>
                  <a:close/>
                </a:path>
              </a:pathLst>
            </a:custGeom>
            <a:solidFill>
              <a:srgbClr val="E4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5476116" y="8991459"/>
              <a:ext cx="6350" cy="10160"/>
            </a:xfrm>
            <a:custGeom>
              <a:avLst/>
              <a:gdLst/>
              <a:ahLst/>
              <a:cxnLst/>
              <a:rect l="l" t="t" r="r" b="b"/>
              <a:pathLst>
                <a:path w="6350" h="10159">
                  <a:moveTo>
                    <a:pt x="4272" y="0"/>
                  </a:moveTo>
                  <a:lnTo>
                    <a:pt x="3350" y="219"/>
                  </a:lnTo>
                  <a:lnTo>
                    <a:pt x="1486" y="3277"/>
                  </a:lnTo>
                  <a:lnTo>
                    <a:pt x="554" y="5706"/>
                  </a:lnTo>
                  <a:lnTo>
                    <a:pt x="0" y="8952"/>
                  </a:lnTo>
                  <a:lnTo>
                    <a:pt x="554" y="9716"/>
                  </a:lnTo>
                  <a:lnTo>
                    <a:pt x="1371" y="9863"/>
                  </a:lnTo>
                  <a:lnTo>
                    <a:pt x="1622" y="9884"/>
                  </a:lnTo>
                  <a:lnTo>
                    <a:pt x="2335" y="9884"/>
                  </a:lnTo>
                  <a:lnTo>
                    <a:pt x="2973" y="9371"/>
                  </a:lnTo>
                  <a:lnTo>
                    <a:pt x="3444" y="6586"/>
                  </a:lnTo>
                  <a:lnTo>
                    <a:pt x="4251" y="4512"/>
                  </a:lnTo>
                  <a:lnTo>
                    <a:pt x="5916" y="1769"/>
                  </a:lnTo>
                  <a:lnTo>
                    <a:pt x="5685" y="848"/>
                  </a:lnTo>
                  <a:lnTo>
                    <a:pt x="4272" y="0"/>
                  </a:lnTo>
                  <a:close/>
                </a:path>
              </a:pathLst>
            </a:custGeom>
            <a:solidFill>
              <a:srgbClr val="C18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5485530" y="8993174"/>
              <a:ext cx="263525" cy="260985"/>
            </a:xfrm>
            <a:custGeom>
              <a:avLst/>
              <a:gdLst/>
              <a:ahLst/>
              <a:cxnLst/>
              <a:rect l="l" t="t" r="r" b="b"/>
              <a:pathLst>
                <a:path w="263525" h="260984">
                  <a:moveTo>
                    <a:pt x="263227" y="0"/>
                  </a:moveTo>
                  <a:lnTo>
                    <a:pt x="245860" y="15106"/>
                  </a:lnTo>
                  <a:lnTo>
                    <a:pt x="215823" y="27157"/>
                  </a:lnTo>
                  <a:lnTo>
                    <a:pt x="175980" y="35134"/>
                  </a:lnTo>
                  <a:lnTo>
                    <a:pt x="129200" y="38019"/>
                  </a:lnTo>
                  <a:lnTo>
                    <a:pt x="86550" y="35636"/>
                  </a:lnTo>
                  <a:lnTo>
                    <a:pt x="49376" y="28992"/>
                  </a:lnTo>
                  <a:lnTo>
                    <a:pt x="19815" y="18843"/>
                  </a:lnTo>
                  <a:lnTo>
                    <a:pt x="0" y="5947"/>
                  </a:lnTo>
                  <a:lnTo>
                    <a:pt x="24878" y="260787"/>
                  </a:lnTo>
                  <a:lnTo>
                    <a:pt x="239469" y="260787"/>
                  </a:lnTo>
                  <a:lnTo>
                    <a:pt x="263227" y="0"/>
                  </a:lnTo>
                  <a:close/>
                </a:path>
              </a:pathLst>
            </a:custGeom>
            <a:solidFill>
              <a:srgbClr val="E4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5478184" y="9000102"/>
              <a:ext cx="273685" cy="266700"/>
            </a:xfrm>
            <a:custGeom>
              <a:avLst/>
              <a:gdLst/>
              <a:ahLst/>
              <a:cxnLst/>
              <a:rect l="l" t="t" r="r" b="b"/>
              <a:pathLst>
                <a:path w="273684" h="266700">
                  <a:moveTo>
                    <a:pt x="273112" y="0"/>
                  </a:moveTo>
                  <a:lnTo>
                    <a:pt x="258942" y="17143"/>
                  </a:lnTo>
                  <a:lnTo>
                    <a:pt x="229019" y="30991"/>
                  </a:lnTo>
                  <a:lnTo>
                    <a:pt x="187002" y="40248"/>
                  </a:lnTo>
                  <a:lnTo>
                    <a:pt x="136550" y="43621"/>
                  </a:lnTo>
                  <a:lnTo>
                    <a:pt x="86127" y="40252"/>
                  </a:lnTo>
                  <a:lnTo>
                    <a:pt x="44126" y="31004"/>
                  </a:lnTo>
                  <a:lnTo>
                    <a:pt x="14200" y="17170"/>
                  </a:lnTo>
                  <a:lnTo>
                    <a:pt x="0" y="41"/>
                  </a:lnTo>
                  <a:lnTo>
                    <a:pt x="30355" y="266389"/>
                  </a:lnTo>
                  <a:lnTo>
                    <a:pt x="248840" y="266389"/>
                  </a:lnTo>
                  <a:lnTo>
                    <a:pt x="273112" y="0"/>
                  </a:lnTo>
                  <a:close/>
                </a:path>
              </a:pathLst>
            </a:custGeom>
            <a:solidFill>
              <a:srgbClr val="8A5D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5472665" y="8856309"/>
              <a:ext cx="288925" cy="109220"/>
            </a:xfrm>
            <a:custGeom>
              <a:avLst/>
              <a:gdLst/>
              <a:ahLst/>
              <a:cxnLst/>
              <a:rect l="l" t="t" r="r" b="b"/>
              <a:pathLst>
                <a:path w="288925" h="109220">
                  <a:moveTo>
                    <a:pt x="144948" y="0"/>
                  </a:moveTo>
                  <a:lnTo>
                    <a:pt x="90707" y="3586"/>
                  </a:lnTo>
                  <a:lnTo>
                    <a:pt x="45876" y="13405"/>
                  </a:lnTo>
                  <a:lnTo>
                    <a:pt x="1047" y="46082"/>
                  </a:lnTo>
                  <a:lnTo>
                    <a:pt x="0" y="63034"/>
                  </a:lnTo>
                  <a:lnTo>
                    <a:pt x="13559" y="81079"/>
                  </a:lnTo>
                  <a:lnTo>
                    <a:pt x="44829" y="95715"/>
                  </a:lnTo>
                  <a:lnTo>
                    <a:pt x="89660" y="105531"/>
                  </a:lnTo>
                  <a:lnTo>
                    <a:pt x="143901" y="109117"/>
                  </a:lnTo>
                  <a:lnTo>
                    <a:pt x="198142" y="105531"/>
                  </a:lnTo>
                  <a:lnTo>
                    <a:pt x="242971" y="95715"/>
                  </a:lnTo>
                  <a:lnTo>
                    <a:pt x="274238" y="81079"/>
                  </a:lnTo>
                  <a:lnTo>
                    <a:pt x="287792" y="63034"/>
                  </a:lnTo>
                  <a:lnTo>
                    <a:pt x="288839" y="46082"/>
                  </a:lnTo>
                  <a:lnTo>
                    <a:pt x="275285" y="28041"/>
                  </a:lnTo>
                  <a:lnTo>
                    <a:pt x="244018" y="13405"/>
                  </a:lnTo>
                  <a:lnTo>
                    <a:pt x="199189" y="3586"/>
                  </a:lnTo>
                  <a:lnTo>
                    <a:pt x="144948" y="0"/>
                  </a:lnTo>
                  <a:close/>
                </a:path>
              </a:pathLst>
            </a:custGeom>
            <a:solidFill>
              <a:srgbClr val="403D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5485342" y="9008786"/>
              <a:ext cx="30480" cy="260985"/>
            </a:xfrm>
            <a:custGeom>
              <a:avLst/>
              <a:gdLst/>
              <a:ahLst/>
              <a:cxnLst/>
              <a:rect l="l" t="t" r="r" b="b"/>
              <a:pathLst>
                <a:path w="30480" h="260984">
                  <a:moveTo>
                    <a:pt x="0" y="0"/>
                  </a:moveTo>
                  <a:lnTo>
                    <a:pt x="27258" y="259970"/>
                  </a:lnTo>
                  <a:lnTo>
                    <a:pt x="30377" y="260951"/>
                  </a:lnTo>
                  <a:lnTo>
                    <a:pt x="3441" y="4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69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8" name="object 358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5505452" y="9022264"/>
              <a:ext cx="220825" cy="261608"/>
            </a:xfrm>
            <a:prstGeom prst="rect">
              <a:avLst/>
            </a:prstGeom>
          </p:spPr>
        </p:pic>
        <p:sp>
          <p:nvSpPr>
            <p:cNvPr id="359" name="object 359" descr=""/>
            <p:cNvSpPr/>
            <p:nvPr/>
          </p:nvSpPr>
          <p:spPr>
            <a:xfrm>
              <a:off x="15718595" y="9007713"/>
              <a:ext cx="26670" cy="261620"/>
            </a:xfrm>
            <a:custGeom>
              <a:avLst/>
              <a:gdLst/>
              <a:ahLst/>
              <a:cxnLst/>
              <a:rect l="l" t="t" r="r" b="b"/>
              <a:pathLst>
                <a:path w="26669" h="261620">
                  <a:moveTo>
                    <a:pt x="26401" y="0"/>
                  </a:moveTo>
                  <a:lnTo>
                    <a:pt x="23027" y="4085"/>
                  </a:lnTo>
                  <a:lnTo>
                    <a:pt x="0" y="261582"/>
                  </a:lnTo>
                  <a:lnTo>
                    <a:pt x="3099" y="260569"/>
                  </a:lnTo>
                  <a:lnTo>
                    <a:pt x="26401" y="0"/>
                  </a:lnTo>
                  <a:close/>
                </a:path>
              </a:pathLst>
            </a:custGeom>
            <a:solidFill>
              <a:srgbClr val="9E69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5476258" y="8993625"/>
              <a:ext cx="277495" cy="52069"/>
            </a:xfrm>
            <a:custGeom>
              <a:avLst/>
              <a:gdLst/>
              <a:ahLst/>
              <a:cxnLst/>
              <a:rect l="l" t="t" r="r" b="b"/>
              <a:pathLst>
                <a:path w="277494" h="52070">
                  <a:moveTo>
                    <a:pt x="277368" y="6794"/>
                  </a:moveTo>
                  <a:lnTo>
                    <a:pt x="274434" y="0"/>
                  </a:lnTo>
                  <a:lnTo>
                    <a:pt x="273685" y="330"/>
                  </a:lnTo>
                  <a:lnTo>
                    <a:pt x="272935" y="685"/>
                  </a:lnTo>
                  <a:lnTo>
                    <a:pt x="272605" y="1574"/>
                  </a:lnTo>
                  <a:lnTo>
                    <a:pt x="273583" y="3695"/>
                  </a:lnTo>
                  <a:lnTo>
                    <a:pt x="274027" y="5092"/>
                  </a:lnTo>
                  <a:lnTo>
                    <a:pt x="274180" y="6007"/>
                  </a:lnTo>
                  <a:lnTo>
                    <a:pt x="273989" y="5969"/>
                  </a:lnTo>
                  <a:lnTo>
                    <a:pt x="261188" y="22720"/>
                  </a:lnTo>
                  <a:lnTo>
                    <a:pt x="231648" y="36258"/>
                  </a:lnTo>
                  <a:lnTo>
                    <a:pt x="189395" y="45300"/>
                  </a:lnTo>
                  <a:lnTo>
                    <a:pt x="138468" y="48602"/>
                  </a:lnTo>
                  <a:lnTo>
                    <a:pt x="87541" y="45300"/>
                  </a:lnTo>
                  <a:lnTo>
                    <a:pt x="45288" y="36258"/>
                  </a:lnTo>
                  <a:lnTo>
                    <a:pt x="15748" y="22720"/>
                  </a:lnTo>
                  <a:lnTo>
                    <a:pt x="2959" y="5969"/>
                  </a:lnTo>
                  <a:lnTo>
                    <a:pt x="0" y="6477"/>
                  </a:lnTo>
                  <a:lnTo>
                    <a:pt x="13157" y="24206"/>
                  </a:lnTo>
                  <a:lnTo>
                    <a:pt x="43383" y="38531"/>
                  </a:lnTo>
                  <a:lnTo>
                    <a:pt x="86525" y="48107"/>
                  </a:lnTo>
                  <a:lnTo>
                    <a:pt x="138468" y="51600"/>
                  </a:lnTo>
                  <a:lnTo>
                    <a:pt x="190411" y="48107"/>
                  </a:lnTo>
                  <a:lnTo>
                    <a:pt x="233553" y="38531"/>
                  </a:lnTo>
                  <a:lnTo>
                    <a:pt x="263779" y="24206"/>
                  </a:lnTo>
                  <a:lnTo>
                    <a:pt x="276047" y="7696"/>
                  </a:lnTo>
                  <a:lnTo>
                    <a:pt x="276821" y="7556"/>
                  </a:lnTo>
                  <a:lnTo>
                    <a:pt x="277368" y="6794"/>
                  </a:lnTo>
                  <a:close/>
                </a:path>
              </a:pathLst>
            </a:custGeom>
            <a:solidFill>
              <a:srgbClr val="C18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5439847" y="9012688"/>
              <a:ext cx="406400" cy="337185"/>
            </a:xfrm>
            <a:custGeom>
              <a:avLst/>
              <a:gdLst/>
              <a:ahLst/>
              <a:cxnLst/>
              <a:rect l="l" t="t" r="r" b="b"/>
              <a:pathLst>
                <a:path w="406400" h="337184">
                  <a:moveTo>
                    <a:pt x="406057" y="248437"/>
                  </a:moveTo>
                  <a:lnTo>
                    <a:pt x="387235" y="200787"/>
                  </a:lnTo>
                  <a:lnTo>
                    <a:pt x="360172" y="164833"/>
                  </a:lnTo>
                  <a:lnTo>
                    <a:pt x="324916" y="129070"/>
                  </a:lnTo>
                  <a:lnTo>
                    <a:pt x="275412" y="87680"/>
                  </a:lnTo>
                  <a:lnTo>
                    <a:pt x="261493" y="81229"/>
                  </a:lnTo>
                  <a:lnTo>
                    <a:pt x="261061" y="81534"/>
                  </a:lnTo>
                  <a:lnTo>
                    <a:pt x="248564" y="70967"/>
                  </a:lnTo>
                  <a:lnTo>
                    <a:pt x="186982" y="38252"/>
                  </a:lnTo>
                  <a:lnTo>
                    <a:pt x="43853" y="2235"/>
                  </a:lnTo>
                  <a:lnTo>
                    <a:pt x="24930" y="0"/>
                  </a:lnTo>
                  <a:lnTo>
                    <a:pt x="16230" y="901"/>
                  </a:lnTo>
                  <a:lnTo>
                    <a:pt x="6502" y="3048"/>
                  </a:lnTo>
                  <a:lnTo>
                    <a:pt x="88" y="9588"/>
                  </a:lnTo>
                  <a:lnTo>
                    <a:pt x="0" y="17449"/>
                  </a:lnTo>
                  <a:lnTo>
                    <a:pt x="1092" y="23456"/>
                  </a:lnTo>
                  <a:lnTo>
                    <a:pt x="37223" y="47879"/>
                  </a:lnTo>
                  <a:lnTo>
                    <a:pt x="137668" y="70637"/>
                  </a:lnTo>
                  <a:lnTo>
                    <a:pt x="160553" y="79959"/>
                  </a:lnTo>
                  <a:lnTo>
                    <a:pt x="184010" y="95250"/>
                  </a:lnTo>
                  <a:lnTo>
                    <a:pt x="211645" y="116814"/>
                  </a:lnTo>
                  <a:lnTo>
                    <a:pt x="189890" y="132118"/>
                  </a:lnTo>
                  <a:lnTo>
                    <a:pt x="167106" y="155536"/>
                  </a:lnTo>
                  <a:lnTo>
                    <a:pt x="155270" y="186537"/>
                  </a:lnTo>
                  <a:lnTo>
                    <a:pt x="155409" y="195287"/>
                  </a:lnTo>
                  <a:lnTo>
                    <a:pt x="154609" y="195021"/>
                  </a:lnTo>
                  <a:lnTo>
                    <a:pt x="132892" y="191147"/>
                  </a:lnTo>
                  <a:lnTo>
                    <a:pt x="115697" y="190969"/>
                  </a:lnTo>
                  <a:lnTo>
                    <a:pt x="39458" y="201980"/>
                  </a:lnTo>
                  <a:lnTo>
                    <a:pt x="30899" y="203377"/>
                  </a:lnTo>
                  <a:lnTo>
                    <a:pt x="19558" y="213652"/>
                  </a:lnTo>
                  <a:lnTo>
                    <a:pt x="17081" y="221386"/>
                  </a:lnTo>
                  <a:lnTo>
                    <a:pt x="20078" y="235407"/>
                  </a:lnTo>
                  <a:lnTo>
                    <a:pt x="25527" y="241427"/>
                  </a:lnTo>
                  <a:lnTo>
                    <a:pt x="38417" y="245605"/>
                  </a:lnTo>
                  <a:lnTo>
                    <a:pt x="110223" y="234670"/>
                  </a:lnTo>
                  <a:lnTo>
                    <a:pt x="124294" y="233070"/>
                  </a:lnTo>
                  <a:lnTo>
                    <a:pt x="138353" y="232968"/>
                  </a:lnTo>
                  <a:lnTo>
                    <a:pt x="152095" y="234950"/>
                  </a:lnTo>
                  <a:lnTo>
                    <a:pt x="165201" y="239623"/>
                  </a:lnTo>
                  <a:lnTo>
                    <a:pt x="174663" y="243332"/>
                  </a:lnTo>
                  <a:lnTo>
                    <a:pt x="178460" y="243992"/>
                  </a:lnTo>
                  <a:lnTo>
                    <a:pt x="196189" y="253606"/>
                  </a:lnTo>
                  <a:lnTo>
                    <a:pt x="246646" y="283032"/>
                  </a:lnTo>
                  <a:lnTo>
                    <a:pt x="296379" y="313118"/>
                  </a:lnTo>
                  <a:lnTo>
                    <a:pt x="334289" y="336892"/>
                  </a:lnTo>
                  <a:lnTo>
                    <a:pt x="341528" y="332638"/>
                  </a:lnTo>
                  <a:lnTo>
                    <a:pt x="358419" y="318795"/>
                  </a:lnTo>
                  <a:lnTo>
                    <a:pt x="378040" y="293865"/>
                  </a:lnTo>
                  <a:lnTo>
                    <a:pt x="393446" y="256387"/>
                  </a:lnTo>
                  <a:lnTo>
                    <a:pt x="395224" y="249237"/>
                  </a:lnTo>
                  <a:lnTo>
                    <a:pt x="406057" y="248437"/>
                  </a:lnTo>
                  <a:close/>
                </a:path>
              </a:pathLst>
            </a:custGeom>
            <a:solidFill>
              <a:srgbClr val="FFCCA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2" name="object 362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5449578" y="9012647"/>
              <a:ext cx="395560" cy="244235"/>
            </a:xfrm>
            <a:prstGeom prst="rect">
              <a:avLst/>
            </a:prstGeom>
          </p:spPr>
        </p:pic>
        <p:pic>
          <p:nvPicPr>
            <p:cNvPr id="363" name="object 363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6118762" y="9783922"/>
              <a:ext cx="192851" cy="146766"/>
            </a:xfrm>
            <a:prstGeom prst="rect">
              <a:avLst/>
            </a:prstGeom>
          </p:spPr>
        </p:pic>
      </p:grpSp>
      <p:grpSp>
        <p:nvGrpSpPr>
          <p:cNvPr id="364" name="object 364" descr=""/>
          <p:cNvGrpSpPr/>
          <p:nvPr/>
        </p:nvGrpSpPr>
        <p:grpSpPr>
          <a:xfrm>
            <a:off x="957923" y="5457519"/>
            <a:ext cx="542925" cy="545465"/>
            <a:chOff x="957923" y="5457519"/>
            <a:chExt cx="542925" cy="545465"/>
          </a:xfrm>
        </p:grpSpPr>
        <p:sp>
          <p:nvSpPr>
            <p:cNvPr id="365" name="object 365" descr=""/>
            <p:cNvSpPr/>
            <p:nvPr/>
          </p:nvSpPr>
          <p:spPr>
            <a:xfrm>
              <a:off x="1194112" y="5457519"/>
              <a:ext cx="277495" cy="480695"/>
            </a:xfrm>
            <a:custGeom>
              <a:avLst/>
              <a:gdLst/>
              <a:ahLst/>
              <a:cxnLst/>
              <a:rect l="l" t="t" r="r" b="b"/>
              <a:pathLst>
                <a:path w="277494" h="480695">
                  <a:moveTo>
                    <a:pt x="248013" y="0"/>
                  </a:moveTo>
                  <a:lnTo>
                    <a:pt x="29025" y="0"/>
                  </a:lnTo>
                  <a:lnTo>
                    <a:pt x="17727" y="2280"/>
                  </a:lnTo>
                  <a:lnTo>
                    <a:pt x="8501" y="8501"/>
                  </a:lnTo>
                  <a:lnTo>
                    <a:pt x="2280" y="17727"/>
                  </a:lnTo>
                  <a:lnTo>
                    <a:pt x="0" y="29025"/>
                  </a:lnTo>
                  <a:lnTo>
                    <a:pt x="0" y="451179"/>
                  </a:lnTo>
                  <a:lnTo>
                    <a:pt x="2280" y="462478"/>
                  </a:lnTo>
                  <a:lnTo>
                    <a:pt x="8501" y="471704"/>
                  </a:lnTo>
                  <a:lnTo>
                    <a:pt x="17727" y="477924"/>
                  </a:lnTo>
                  <a:lnTo>
                    <a:pt x="29025" y="480205"/>
                  </a:lnTo>
                  <a:lnTo>
                    <a:pt x="248013" y="480205"/>
                  </a:lnTo>
                  <a:lnTo>
                    <a:pt x="259305" y="477924"/>
                  </a:lnTo>
                  <a:lnTo>
                    <a:pt x="268528" y="471705"/>
                  </a:lnTo>
                  <a:lnTo>
                    <a:pt x="274747" y="462482"/>
                  </a:lnTo>
                  <a:lnTo>
                    <a:pt x="277028" y="451190"/>
                  </a:lnTo>
                  <a:lnTo>
                    <a:pt x="277028" y="29014"/>
                  </a:lnTo>
                  <a:lnTo>
                    <a:pt x="274747" y="17722"/>
                  </a:lnTo>
                  <a:lnTo>
                    <a:pt x="268528" y="8499"/>
                  </a:lnTo>
                  <a:lnTo>
                    <a:pt x="259305" y="2280"/>
                  </a:lnTo>
                  <a:lnTo>
                    <a:pt x="248013" y="0"/>
                  </a:lnTo>
                  <a:close/>
                </a:path>
              </a:pathLst>
            </a:custGeom>
            <a:solidFill>
              <a:srgbClr val="4937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957922" y="5521521"/>
              <a:ext cx="542925" cy="481965"/>
            </a:xfrm>
            <a:custGeom>
              <a:avLst/>
              <a:gdLst/>
              <a:ahLst/>
              <a:cxnLst/>
              <a:rect l="l" t="t" r="r" b="b"/>
              <a:pathLst>
                <a:path w="542925" h="481964">
                  <a:moveTo>
                    <a:pt x="542607" y="207479"/>
                  </a:moveTo>
                  <a:lnTo>
                    <a:pt x="514908" y="176987"/>
                  </a:lnTo>
                  <a:lnTo>
                    <a:pt x="442963" y="154368"/>
                  </a:lnTo>
                  <a:lnTo>
                    <a:pt x="404482" y="151853"/>
                  </a:lnTo>
                  <a:lnTo>
                    <a:pt x="374916" y="153492"/>
                  </a:lnTo>
                  <a:lnTo>
                    <a:pt x="348081" y="156565"/>
                  </a:lnTo>
                  <a:lnTo>
                    <a:pt x="308660" y="163347"/>
                  </a:lnTo>
                  <a:lnTo>
                    <a:pt x="241452" y="176110"/>
                  </a:lnTo>
                  <a:lnTo>
                    <a:pt x="233997" y="176974"/>
                  </a:lnTo>
                  <a:lnTo>
                    <a:pt x="238048" y="165265"/>
                  </a:lnTo>
                  <a:lnTo>
                    <a:pt x="244322" y="128905"/>
                  </a:lnTo>
                  <a:lnTo>
                    <a:pt x="248780" y="87299"/>
                  </a:lnTo>
                  <a:lnTo>
                    <a:pt x="250659" y="49212"/>
                  </a:lnTo>
                  <a:lnTo>
                    <a:pt x="249212" y="23393"/>
                  </a:lnTo>
                  <a:lnTo>
                    <a:pt x="244208" y="9740"/>
                  </a:lnTo>
                  <a:lnTo>
                    <a:pt x="236791" y="2044"/>
                  </a:lnTo>
                  <a:lnTo>
                    <a:pt x="228333" y="0"/>
                  </a:lnTo>
                  <a:lnTo>
                    <a:pt x="220179" y="3289"/>
                  </a:lnTo>
                  <a:lnTo>
                    <a:pt x="214350" y="13487"/>
                  </a:lnTo>
                  <a:lnTo>
                    <a:pt x="210375" y="30378"/>
                  </a:lnTo>
                  <a:lnTo>
                    <a:pt x="205968" y="51041"/>
                  </a:lnTo>
                  <a:lnTo>
                    <a:pt x="198780" y="72555"/>
                  </a:lnTo>
                  <a:lnTo>
                    <a:pt x="190334" y="90970"/>
                  </a:lnTo>
                  <a:lnTo>
                    <a:pt x="177927" y="115201"/>
                  </a:lnTo>
                  <a:lnTo>
                    <a:pt x="152946" y="161531"/>
                  </a:lnTo>
                  <a:lnTo>
                    <a:pt x="106756" y="246214"/>
                  </a:lnTo>
                  <a:lnTo>
                    <a:pt x="84035" y="268859"/>
                  </a:lnTo>
                  <a:lnTo>
                    <a:pt x="31407" y="320522"/>
                  </a:lnTo>
                  <a:lnTo>
                    <a:pt x="6781" y="344614"/>
                  </a:lnTo>
                  <a:lnTo>
                    <a:pt x="0" y="374294"/>
                  </a:lnTo>
                  <a:lnTo>
                    <a:pt x="28536" y="436118"/>
                  </a:lnTo>
                  <a:lnTo>
                    <a:pt x="58204" y="461111"/>
                  </a:lnTo>
                  <a:lnTo>
                    <a:pt x="94361" y="477393"/>
                  </a:lnTo>
                  <a:lnTo>
                    <a:pt x="134175" y="481380"/>
                  </a:lnTo>
                  <a:lnTo>
                    <a:pt x="196189" y="474040"/>
                  </a:lnTo>
                  <a:lnTo>
                    <a:pt x="262293" y="462559"/>
                  </a:lnTo>
                  <a:lnTo>
                    <a:pt x="323405" y="448729"/>
                  </a:lnTo>
                  <a:lnTo>
                    <a:pt x="370471" y="434301"/>
                  </a:lnTo>
                  <a:lnTo>
                    <a:pt x="396976" y="392747"/>
                  </a:lnTo>
                  <a:lnTo>
                    <a:pt x="385483" y="347052"/>
                  </a:lnTo>
                  <a:lnTo>
                    <a:pt x="366433" y="297599"/>
                  </a:lnTo>
                  <a:lnTo>
                    <a:pt x="363258" y="291363"/>
                  </a:lnTo>
                  <a:lnTo>
                    <a:pt x="377190" y="291947"/>
                  </a:lnTo>
                  <a:lnTo>
                    <a:pt x="435813" y="293395"/>
                  </a:lnTo>
                  <a:lnTo>
                    <a:pt x="491477" y="293306"/>
                  </a:lnTo>
                  <a:lnTo>
                    <a:pt x="520700" y="290334"/>
                  </a:lnTo>
                  <a:lnTo>
                    <a:pt x="528154" y="284403"/>
                  </a:lnTo>
                  <a:lnTo>
                    <a:pt x="533577" y="276225"/>
                  </a:lnTo>
                  <a:lnTo>
                    <a:pt x="536194" y="265607"/>
                  </a:lnTo>
                  <a:lnTo>
                    <a:pt x="535178" y="252387"/>
                  </a:lnTo>
                  <a:lnTo>
                    <a:pt x="496595" y="225691"/>
                  </a:lnTo>
                  <a:lnTo>
                    <a:pt x="433108" y="222643"/>
                  </a:lnTo>
                  <a:lnTo>
                    <a:pt x="405168" y="222402"/>
                  </a:lnTo>
                  <a:lnTo>
                    <a:pt x="364985" y="222643"/>
                  </a:lnTo>
                  <a:lnTo>
                    <a:pt x="346608" y="222846"/>
                  </a:lnTo>
                  <a:lnTo>
                    <a:pt x="346278" y="219125"/>
                  </a:lnTo>
                  <a:lnTo>
                    <a:pt x="391083" y="215760"/>
                  </a:lnTo>
                  <a:lnTo>
                    <a:pt x="451294" y="216281"/>
                  </a:lnTo>
                  <a:lnTo>
                    <a:pt x="526059" y="227418"/>
                  </a:lnTo>
                  <a:lnTo>
                    <a:pt x="540194" y="220687"/>
                  </a:lnTo>
                  <a:lnTo>
                    <a:pt x="542607" y="207479"/>
                  </a:lnTo>
                  <a:close/>
                </a:path>
              </a:pathLst>
            </a:custGeom>
            <a:solidFill>
              <a:srgbClr val="FFCA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7" name="object 367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241551" y="5817318"/>
              <a:ext cx="255191" cy="152181"/>
            </a:xfrm>
            <a:prstGeom prst="rect">
              <a:avLst/>
            </a:prstGeom>
          </p:spPr>
        </p:pic>
      </p:grpSp>
      <p:grpSp>
        <p:nvGrpSpPr>
          <p:cNvPr id="368" name="object 368" descr=""/>
          <p:cNvGrpSpPr/>
          <p:nvPr/>
        </p:nvGrpSpPr>
        <p:grpSpPr>
          <a:xfrm>
            <a:off x="1763357" y="5487027"/>
            <a:ext cx="562610" cy="493395"/>
            <a:chOff x="1763357" y="5487027"/>
            <a:chExt cx="562610" cy="493395"/>
          </a:xfrm>
        </p:grpSpPr>
        <p:sp>
          <p:nvSpPr>
            <p:cNvPr id="369" name="object 369" descr=""/>
            <p:cNvSpPr/>
            <p:nvPr/>
          </p:nvSpPr>
          <p:spPr>
            <a:xfrm>
              <a:off x="1804284" y="5580969"/>
              <a:ext cx="521970" cy="399415"/>
            </a:xfrm>
            <a:custGeom>
              <a:avLst/>
              <a:gdLst/>
              <a:ahLst/>
              <a:cxnLst/>
              <a:rect l="l" t="t" r="r" b="b"/>
              <a:pathLst>
                <a:path w="521969" h="399414">
                  <a:moveTo>
                    <a:pt x="28263" y="0"/>
                  </a:moveTo>
                  <a:lnTo>
                    <a:pt x="3019" y="6547"/>
                  </a:lnTo>
                  <a:lnTo>
                    <a:pt x="0" y="20932"/>
                  </a:lnTo>
                  <a:lnTo>
                    <a:pt x="7540" y="37795"/>
                  </a:lnTo>
                  <a:lnTo>
                    <a:pt x="21140" y="55250"/>
                  </a:lnTo>
                  <a:lnTo>
                    <a:pt x="36296" y="71414"/>
                  </a:lnTo>
                  <a:lnTo>
                    <a:pt x="51942" y="94118"/>
                  </a:lnTo>
                  <a:lnTo>
                    <a:pt x="68421" y="125698"/>
                  </a:lnTo>
                  <a:lnTo>
                    <a:pt x="83344" y="156025"/>
                  </a:lnTo>
                  <a:lnTo>
                    <a:pt x="94325" y="174971"/>
                  </a:lnTo>
                  <a:lnTo>
                    <a:pt x="106683" y="187108"/>
                  </a:lnTo>
                  <a:lnTo>
                    <a:pt x="123514" y="201706"/>
                  </a:lnTo>
                  <a:lnTo>
                    <a:pt x="139075" y="215664"/>
                  </a:lnTo>
                  <a:lnTo>
                    <a:pt x="147622" y="225881"/>
                  </a:lnTo>
                  <a:lnTo>
                    <a:pt x="150893" y="234185"/>
                  </a:lnTo>
                  <a:lnTo>
                    <a:pt x="155328" y="243843"/>
                  </a:lnTo>
                  <a:lnTo>
                    <a:pt x="189803" y="275477"/>
                  </a:lnTo>
                  <a:lnTo>
                    <a:pt x="258744" y="315410"/>
                  </a:lnTo>
                  <a:lnTo>
                    <a:pt x="303597" y="330694"/>
                  </a:lnTo>
                  <a:lnTo>
                    <a:pt x="310403" y="332087"/>
                  </a:lnTo>
                  <a:lnTo>
                    <a:pt x="326288" y="335753"/>
                  </a:lnTo>
                  <a:lnTo>
                    <a:pt x="363472" y="347844"/>
                  </a:lnTo>
                  <a:lnTo>
                    <a:pt x="394064" y="381371"/>
                  </a:lnTo>
                  <a:lnTo>
                    <a:pt x="403280" y="393180"/>
                  </a:lnTo>
                  <a:lnTo>
                    <a:pt x="468217" y="352517"/>
                  </a:lnTo>
                  <a:lnTo>
                    <a:pt x="504874" y="316410"/>
                  </a:lnTo>
                  <a:lnTo>
                    <a:pt x="521611" y="294507"/>
                  </a:lnTo>
                  <a:lnTo>
                    <a:pt x="514931" y="285002"/>
                  </a:lnTo>
                  <a:lnTo>
                    <a:pt x="498453" y="273007"/>
                  </a:lnTo>
                  <a:lnTo>
                    <a:pt x="479076" y="255905"/>
                  </a:lnTo>
                  <a:lnTo>
                    <a:pt x="463696" y="231074"/>
                  </a:lnTo>
                  <a:lnTo>
                    <a:pt x="463037" y="229880"/>
                  </a:lnTo>
                  <a:lnTo>
                    <a:pt x="461069" y="204033"/>
                  </a:lnTo>
                  <a:lnTo>
                    <a:pt x="452557" y="175004"/>
                  </a:lnTo>
                  <a:lnTo>
                    <a:pt x="401845" y="109078"/>
                  </a:lnTo>
                  <a:lnTo>
                    <a:pt x="366727" y="82777"/>
                  </a:lnTo>
                  <a:lnTo>
                    <a:pt x="328375" y="62690"/>
                  </a:lnTo>
                  <a:lnTo>
                    <a:pt x="284228" y="46663"/>
                  </a:lnTo>
                  <a:lnTo>
                    <a:pt x="231727" y="32544"/>
                  </a:lnTo>
                  <a:lnTo>
                    <a:pt x="168313" y="18180"/>
                  </a:lnTo>
                  <a:lnTo>
                    <a:pt x="126035" y="10032"/>
                  </a:lnTo>
                  <a:lnTo>
                    <a:pt x="74310" y="2567"/>
                  </a:lnTo>
                  <a:lnTo>
                    <a:pt x="28263" y="0"/>
                  </a:lnTo>
                  <a:close/>
                </a:path>
              </a:pathLst>
            </a:custGeom>
            <a:solidFill>
              <a:srgbClr val="F5A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778395" y="5487027"/>
              <a:ext cx="393065" cy="414655"/>
            </a:xfrm>
            <a:custGeom>
              <a:avLst/>
              <a:gdLst/>
              <a:ahLst/>
              <a:cxnLst/>
              <a:rect l="l" t="t" r="r" b="b"/>
              <a:pathLst>
                <a:path w="393064" h="414654">
                  <a:moveTo>
                    <a:pt x="38689" y="0"/>
                  </a:moveTo>
                  <a:lnTo>
                    <a:pt x="32763" y="5528"/>
                  </a:lnTo>
                  <a:lnTo>
                    <a:pt x="314" y="35831"/>
                  </a:lnTo>
                  <a:lnTo>
                    <a:pt x="0" y="45119"/>
                  </a:lnTo>
                  <a:lnTo>
                    <a:pt x="344753" y="414280"/>
                  </a:lnTo>
                  <a:lnTo>
                    <a:pt x="354041" y="414594"/>
                  </a:lnTo>
                  <a:lnTo>
                    <a:pt x="392417" y="378763"/>
                  </a:lnTo>
                  <a:lnTo>
                    <a:pt x="392731" y="369475"/>
                  </a:lnTo>
                  <a:lnTo>
                    <a:pt x="47977" y="314"/>
                  </a:lnTo>
                  <a:lnTo>
                    <a:pt x="38689" y="0"/>
                  </a:lnTo>
                  <a:close/>
                </a:path>
              </a:pathLst>
            </a:custGeom>
            <a:solidFill>
              <a:srgbClr val="4937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806475" y="5504621"/>
              <a:ext cx="349885" cy="371475"/>
            </a:xfrm>
            <a:custGeom>
              <a:avLst/>
              <a:gdLst/>
              <a:ahLst/>
              <a:cxnLst/>
              <a:rect l="l" t="t" r="r" b="b"/>
              <a:pathLst>
                <a:path w="349885" h="371475">
                  <a:moveTo>
                    <a:pt x="26564" y="0"/>
                  </a:moveTo>
                  <a:lnTo>
                    <a:pt x="0" y="24805"/>
                  </a:lnTo>
                  <a:lnTo>
                    <a:pt x="323173" y="370857"/>
                  </a:lnTo>
                  <a:lnTo>
                    <a:pt x="349738" y="346052"/>
                  </a:lnTo>
                  <a:lnTo>
                    <a:pt x="26564" y="0"/>
                  </a:lnTo>
                  <a:close/>
                </a:path>
              </a:pathLst>
            </a:custGeom>
            <a:solidFill>
              <a:srgbClr val="5070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2" name="object 372" descr=""/>
            <p:cNvSpPr/>
            <p:nvPr/>
          </p:nvSpPr>
          <p:spPr>
            <a:xfrm>
              <a:off x="1909466" y="5586461"/>
              <a:ext cx="154940" cy="219075"/>
            </a:xfrm>
            <a:custGeom>
              <a:avLst/>
              <a:gdLst/>
              <a:ahLst/>
              <a:cxnLst/>
              <a:rect l="l" t="t" r="r" b="b"/>
              <a:pathLst>
                <a:path w="154939" h="219075">
                  <a:moveTo>
                    <a:pt x="0" y="0"/>
                  </a:moveTo>
                  <a:lnTo>
                    <a:pt x="45663" y="102143"/>
                  </a:lnTo>
                  <a:lnTo>
                    <a:pt x="154508" y="218694"/>
                  </a:lnTo>
                  <a:lnTo>
                    <a:pt x="108782" y="1164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85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2007648" y="5534926"/>
              <a:ext cx="260350" cy="320040"/>
            </a:xfrm>
            <a:custGeom>
              <a:avLst/>
              <a:gdLst/>
              <a:ahLst/>
              <a:cxnLst/>
              <a:rect l="l" t="t" r="r" b="b"/>
              <a:pathLst>
                <a:path w="260350" h="320039">
                  <a:moveTo>
                    <a:pt x="4102" y="0"/>
                  </a:moveTo>
                  <a:lnTo>
                    <a:pt x="0" y="10044"/>
                  </a:lnTo>
                  <a:lnTo>
                    <a:pt x="51" y="25649"/>
                  </a:lnTo>
                  <a:lnTo>
                    <a:pt x="6818" y="46016"/>
                  </a:lnTo>
                  <a:lnTo>
                    <a:pt x="22865" y="70343"/>
                  </a:lnTo>
                  <a:lnTo>
                    <a:pt x="47358" y="91883"/>
                  </a:lnTo>
                  <a:lnTo>
                    <a:pt x="95255" y="119819"/>
                  </a:lnTo>
                  <a:lnTo>
                    <a:pt x="106130" y="134121"/>
                  </a:lnTo>
                  <a:lnTo>
                    <a:pt x="120520" y="198176"/>
                  </a:lnTo>
                  <a:lnTo>
                    <a:pt x="135751" y="250503"/>
                  </a:lnTo>
                  <a:lnTo>
                    <a:pt x="152820" y="289378"/>
                  </a:lnTo>
                  <a:lnTo>
                    <a:pt x="196469" y="319877"/>
                  </a:lnTo>
                  <a:lnTo>
                    <a:pt x="225048" y="308053"/>
                  </a:lnTo>
                  <a:lnTo>
                    <a:pt x="251158" y="271069"/>
                  </a:lnTo>
                  <a:lnTo>
                    <a:pt x="259824" y="242198"/>
                  </a:lnTo>
                  <a:lnTo>
                    <a:pt x="251013" y="206551"/>
                  </a:lnTo>
                  <a:lnTo>
                    <a:pt x="224692" y="149241"/>
                  </a:lnTo>
                  <a:lnTo>
                    <a:pt x="180645" y="96443"/>
                  </a:lnTo>
                  <a:lnTo>
                    <a:pt x="146973" y="71051"/>
                  </a:lnTo>
                  <a:lnTo>
                    <a:pt x="110611" y="53391"/>
                  </a:lnTo>
                  <a:lnTo>
                    <a:pt x="74468" y="36973"/>
                  </a:lnTo>
                  <a:lnTo>
                    <a:pt x="16909" y="2152"/>
                  </a:lnTo>
                  <a:lnTo>
                    <a:pt x="4102" y="0"/>
                  </a:lnTo>
                  <a:close/>
                </a:path>
              </a:pathLst>
            </a:custGeom>
            <a:solidFill>
              <a:srgbClr val="FFCA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763357" y="5543426"/>
              <a:ext cx="232372" cy="301328"/>
            </a:xfrm>
            <a:prstGeom prst="rect">
              <a:avLst/>
            </a:prstGeom>
          </p:spPr>
        </p:pic>
      </p:grpSp>
      <p:grpSp>
        <p:nvGrpSpPr>
          <p:cNvPr id="375" name="object 375" descr=""/>
          <p:cNvGrpSpPr/>
          <p:nvPr/>
        </p:nvGrpSpPr>
        <p:grpSpPr>
          <a:xfrm>
            <a:off x="1448888" y="5332369"/>
            <a:ext cx="2433320" cy="1412875"/>
            <a:chOff x="1448888" y="5332369"/>
            <a:chExt cx="2433320" cy="1412875"/>
          </a:xfrm>
        </p:grpSpPr>
        <p:pic>
          <p:nvPicPr>
            <p:cNvPr id="376" name="object 376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3623482" y="5590363"/>
              <a:ext cx="164026" cy="350390"/>
            </a:xfrm>
            <a:prstGeom prst="rect">
              <a:avLst/>
            </a:prstGeom>
          </p:spPr>
        </p:pic>
        <p:sp>
          <p:nvSpPr>
            <p:cNvPr id="377" name="object 377" descr=""/>
            <p:cNvSpPr/>
            <p:nvPr/>
          </p:nvSpPr>
          <p:spPr>
            <a:xfrm>
              <a:off x="3502012" y="5332369"/>
              <a:ext cx="380365" cy="522605"/>
            </a:xfrm>
            <a:custGeom>
              <a:avLst/>
              <a:gdLst/>
              <a:ahLst/>
              <a:cxnLst/>
              <a:rect l="l" t="t" r="r" b="b"/>
              <a:pathLst>
                <a:path w="380364" h="522604">
                  <a:moveTo>
                    <a:pt x="243933" y="0"/>
                  </a:moveTo>
                  <a:lnTo>
                    <a:pt x="21143" y="58304"/>
                  </a:lnTo>
                  <a:lnTo>
                    <a:pt x="0" y="82427"/>
                  </a:lnTo>
                  <a:lnTo>
                    <a:pt x="766" y="93926"/>
                  </a:lnTo>
                  <a:lnTo>
                    <a:pt x="111674" y="501254"/>
                  </a:lnTo>
                  <a:lnTo>
                    <a:pt x="116847" y="511555"/>
                  </a:lnTo>
                  <a:lnTo>
                    <a:pt x="125273" y="518824"/>
                  </a:lnTo>
                  <a:lnTo>
                    <a:pt x="135808" y="522401"/>
                  </a:lnTo>
                  <a:lnTo>
                    <a:pt x="147306" y="521630"/>
                  </a:lnTo>
                  <a:lnTo>
                    <a:pt x="358598" y="464103"/>
                  </a:lnTo>
                  <a:lnTo>
                    <a:pt x="368899" y="458935"/>
                  </a:lnTo>
                  <a:lnTo>
                    <a:pt x="376165" y="450509"/>
                  </a:lnTo>
                  <a:lnTo>
                    <a:pt x="379742" y="439975"/>
                  </a:lnTo>
                  <a:lnTo>
                    <a:pt x="378975" y="428481"/>
                  </a:lnTo>
                  <a:lnTo>
                    <a:pt x="268057" y="21143"/>
                  </a:lnTo>
                  <a:lnTo>
                    <a:pt x="262890" y="10842"/>
                  </a:lnTo>
                  <a:lnTo>
                    <a:pt x="254467" y="3576"/>
                  </a:lnTo>
                  <a:lnTo>
                    <a:pt x="243933" y="0"/>
                  </a:lnTo>
                  <a:close/>
                </a:path>
              </a:pathLst>
            </a:custGeom>
            <a:solidFill>
              <a:srgbClr val="4937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3492088" y="5652377"/>
              <a:ext cx="228600" cy="328930"/>
            </a:xfrm>
            <a:custGeom>
              <a:avLst/>
              <a:gdLst/>
              <a:ahLst/>
              <a:cxnLst/>
              <a:rect l="l" t="t" r="r" b="b"/>
              <a:pathLst>
                <a:path w="228600" h="328929">
                  <a:moveTo>
                    <a:pt x="46484" y="0"/>
                  </a:moveTo>
                  <a:lnTo>
                    <a:pt x="13330" y="1583"/>
                  </a:lnTo>
                  <a:lnTo>
                    <a:pt x="0" y="13326"/>
                  </a:lnTo>
                  <a:lnTo>
                    <a:pt x="9366" y="44326"/>
                  </a:lnTo>
                  <a:lnTo>
                    <a:pt x="30938" y="105606"/>
                  </a:lnTo>
                  <a:lnTo>
                    <a:pt x="54289" y="172721"/>
                  </a:lnTo>
                  <a:lnTo>
                    <a:pt x="68992" y="221226"/>
                  </a:lnTo>
                  <a:lnTo>
                    <a:pt x="84106" y="256476"/>
                  </a:lnTo>
                  <a:lnTo>
                    <a:pt x="111350" y="293119"/>
                  </a:lnTo>
                  <a:lnTo>
                    <a:pt x="144282" y="320620"/>
                  </a:lnTo>
                  <a:lnTo>
                    <a:pt x="176465" y="328448"/>
                  </a:lnTo>
                  <a:lnTo>
                    <a:pt x="203009" y="319534"/>
                  </a:lnTo>
                  <a:lnTo>
                    <a:pt x="221281" y="301618"/>
                  </a:lnTo>
                  <a:lnTo>
                    <a:pt x="228252" y="271401"/>
                  </a:lnTo>
                  <a:lnTo>
                    <a:pt x="220893" y="225582"/>
                  </a:lnTo>
                  <a:lnTo>
                    <a:pt x="215893" y="196289"/>
                  </a:lnTo>
                  <a:lnTo>
                    <a:pt x="211722" y="156451"/>
                  </a:lnTo>
                  <a:lnTo>
                    <a:pt x="206862" y="115622"/>
                  </a:lnTo>
                  <a:lnTo>
                    <a:pt x="176115" y="50252"/>
                  </a:lnTo>
                  <a:lnTo>
                    <a:pt x="136752" y="24929"/>
                  </a:lnTo>
                  <a:lnTo>
                    <a:pt x="90583" y="7980"/>
                  </a:lnTo>
                  <a:lnTo>
                    <a:pt x="46484" y="0"/>
                  </a:lnTo>
                  <a:close/>
                </a:path>
              </a:pathLst>
            </a:custGeom>
            <a:solidFill>
              <a:srgbClr val="FFCA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9" name="object 379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3491152" y="5445759"/>
              <a:ext cx="128486" cy="252927"/>
            </a:xfrm>
            <a:prstGeom prst="rect">
              <a:avLst/>
            </a:prstGeom>
          </p:spPr>
        </p:pic>
        <p:sp>
          <p:nvSpPr>
            <p:cNvPr id="380" name="object 380" descr=""/>
            <p:cNvSpPr/>
            <p:nvPr/>
          </p:nvSpPr>
          <p:spPr>
            <a:xfrm>
              <a:off x="3539924" y="5449946"/>
              <a:ext cx="152400" cy="278765"/>
            </a:xfrm>
            <a:custGeom>
              <a:avLst/>
              <a:gdLst/>
              <a:ahLst/>
              <a:cxnLst/>
              <a:rect l="l" t="t" r="r" b="b"/>
              <a:pathLst>
                <a:path w="152400" h="278764">
                  <a:moveTo>
                    <a:pt x="129258" y="0"/>
                  </a:moveTo>
                  <a:lnTo>
                    <a:pt x="82329" y="46723"/>
                  </a:lnTo>
                  <a:lnTo>
                    <a:pt x="59014" y="85271"/>
                  </a:lnTo>
                  <a:lnTo>
                    <a:pt x="35873" y="130202"/>
                  </a:lnTo>
                  <a:lnTo>
                    <a:pt x="18756" y="167386"/>
                  </a:lnTo>
                  <a:lnTo>
                    <a:pt x="4182" y="219334"/>
                  </a:lnTo>
                  <a:lnTo>
                    <a:pt x="0" y="258073"/>
                  </a:lnTo>
                  <a:lnTo>
                    <a:pt x="15090" y="278226"/>
                  </a:lnTo>
                  <a:lnTo>
                    <a:pt x="38634" y="275783"/>
                  </a:lnTo>
                  <a:lnTo>
                    <a:pt x="60801" y="259885"/>
                  </a:lnTo>
                  <a:lnTo>
                    <a:pt x="71756" y="239675"/>
                  </a:lnTo>
                  <a:lnTo>
                    <a:pt x="76871" y="214478"/>
                  </a:lnTo>
                  <a:lnTo>
                    <a:pt x="86471" y="180917"/>
                  </a:lnTo>
                  <a:lnTo>
                    <a:pt x="98140" y="144078"/>
                  </a:lnTo>
                  <a:lnTo>
                    <a:pt x="121921" y="77634"/>
                  </a:lnTo>
                  <a:lnTo>
                    <a:pt x="147184" y="27906"/>
                  </a:lnTo>
                  <a:lnTo>
                    <a:pt x="151785" y="14300"/>
                  </a:lnTo>
                  <a:lnTo>
                    <a:pt x="148488" y="7964"/>
                  </a:lnTo>
                  <a:lnTo>
                    <a:pt x="140243" y="2382"/>
                  </a:lnTo>
                  <a:lnTo>
                    <a:pt x="129258" y="0"/>
                  </a:lnTo>
                  <a:close/>
                </a:path>
              </a:pathLst>
            </a:custGeom>
            <a:solidFill>
              <a:srgbClr val="FFCA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1" name="object 381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3589699" y="5534046"/>
              <a:ext cx="198414" cy="280783"/>
            </a:xfrm>
            <a:prstGeom prst="rect">
              <a:avLst/>
            </a:prstGeom>
          </p:spPr>
        </p:pic>
        <p:pic>
          <p:nvPicPr>
            <p:cNvPr id="382" name="object 382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448888" y="5389891"/>
              <a:ext cx="2061704" cy="1354951"/>
            </a:xfrm>
            <a:prstGeom prst="rect">
              <a:avLst/>
            </a:prstGeom>
          </p:spPr>
        </p:pic>
      </p:grpSp>
      <p:sp>
        <p:nvSpPr>
          <p:cNvPr id="383" name="object 383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4" name="object 384" descr=""/>
          <p:cNvSpPr txBox="1"/>
          <p:nvPr/>
        </p:nvSpPr>
        <p:spPr>
          <a:xfrm>
            <a:off x="732793" y="781072"/>
            <a:ext cx="2698115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Extras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for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adaptation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Hand</a:t>
            </a:r>
            <a:r>
              <a:rPr dirty="0" sz="1950" spc="35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and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devices</a:t>
            </a:r>
            <a:endParaRPr sz="1950">
              <a:latin typeface="Open Sans Light"/>
              <a:cs typeface="Open Sans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1865" y="4604777"/>
            <a:ext cx="1739852" cy="210882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13726" y="2290366"/>
            <a:ext cx="2036136" cy="212159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52884" y="4593632"/>
            <a:ext cx="1739852" cy="21211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12233" y="2313947"/>
            <a:ext cx="2036136" cy="209832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49589" y="4535943"/>
            <a:ext cx="1739852" cy="2176945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2336783" y="3594575"/>
            <a:ext cx="433070" cy="813435"/>
          </a:xfrm>
          <a:custGeom>
            <a:avLst/>
            <a:gdLst/>
            <a:ahLst/>
            <a:cxnLst/>
            <a:rect l="l" t="t" r="r" b="b"/>
            <a:pathLst>
              <a:path w="433070" h="813435">
                <a:moveTo>
                  <a:pt x="399495" y="0"/>
                </a:moveTo>
                <a:lnTo>
                  <a:pt x="360644" y="8714"/>
                </a:lnTo>
                <a:lnTo>
                  <a:pt x="317250" y="22374"/>
                </a:lnTo>
                <a:lnTo>
                  <a:pt x="272707" y="41132"/>
                </a:lnTo>
                <a:lnTo>
                  <a:pt x="230407" y="65141"/>
                </a:lnTo>
                <a:lnTo>
                  <a:pt x="193744" y="94554"/>
                </a:lnTo>
                <a:lnTo>
                  <a:pt x="166110" y="129524"/>
                </a:lnTo>
                <a:lnTo>
                  <a:pt x="149953" y="169743"/>
                </a:lnTo>
                <a:lnTo>
                  <a:pt x="127977" y="241979"/>
                </a:lnTo>
                <a:lnTo>
                  <a:pt x="115425" y="287689"/>
                </a:lnTo>
                <a:lnTo>
                  <a:pt x="102159" y="338506"/>
                </a:lnTo>
                <a:lnTo>
                  <a:pt x="88426" y="393464"/>
                </a:lnTo>
                <a:lnTo>
                  <a:pt x="74474" y="451597"/>
                </a:lnTo>
                <a:lnTo>
                  <a:pt x="60551" y="511940"/>
                </a:lnTo>
                <a:lnTo>
                  <a:pt x="46902" y="573526"/>
                </a:lnTo>
                <a:lnTo>
                  <a:pt x="33775" y="635390"/>
                </a:lnTo>
                <a:lnTo>
                  <a:pt x="21418" y="696566"/>
                </a:lnTo>
                <a:lnTo>
                  <a:pt x="10077" y="756088"/>
                </a:lnTo>
                <a:lnTo>
                  <a:pt x="0" y="812990"/>
                </a:lnTo>
                <a:lnTo>
                  <a:pt x="408678" y="812990"/>
                </a:lnTo>
                <a:lnTo>
                  <a:pt x="412921" y="760793"/>
                </a:lnTo>
                <a:lnTo>
                  <a:pt x="416956" y="704201"/>
                </a:lnTo>
                <a:lnTo>
                  <a:pt x="420707" y="644203"/>
                </a:lnTo>
                <a:lnTo>
                  <a:pt x="424094" y="581787"/>
                </a:lnTo>
                <a:lnTo>
                  <a:pt x="427039" y="517941"/>
                </a:lnTo>
                <a:lnTo>
                  <a:pt x="429465" y="453653"/>
                </a:lnTo>
                <a:lnTo>
                  <a:pt x="431293" y="389913"/>
                </a:lnTo>
                <a:lnTo>
                  <a:pt x="432445" y="327707"/>
                </a:lnTo>
                <a:lnTo>
                  <a:pt x="432843" y="268025"/>
                </a:lnTo>
                <a:lnTo>
                  <a:pt x="432408" y="211855"/>
                </a:lnTo>
                <a:lnTo>
                  <a:pt x="431063" y="160184"/>
                </a:lnTo>
                <a:lnTo>
                  <a:pt x="428729" y="114001"/>
                </a:lnTo>
                <a:lnTo>
                  <a:pt x="425329" y="74295"/>
                </a:lnTo>
                <a:lnTo>
                  <a:pt x="415014" y="18265"/>
                </a:lnTo>
                <a:lnTo>
                  <a:pt x="399495" y="0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848658" y="3594578"/>
            <a:ext cx="461009" cy="813435"/>
          </a:xfrm>
          <a:custGeom>
            <a:avLst/>
            <a:gdLst/>
            <a:ahLst/>
            <a:cxnLst/>
            <a:rect l="l" t="t" r="r" b="b"/>
            <a:pathLst>
              <a:path w="461009" h="813435">
                <a:moveTo>
                  <a:pt x="21182" y="0"/>
                </a:moveTo>
                <a:lnTo>
                  <a:pt x="2926" y="45512"/>
                </a:lnTo>
                <a:lnTo>
                  <a:pt x="0" y="118237"/>
                </a:lnTo>
                <a:lnTo>
                  <a:pt x="771" y="164455"/>
                </a:lnTo>
                <a:lnTo>
                  <a:pt x="2793" y="215972"/>
                </a:lnTo>
                <a:lnTo>
                  <a:pt x="5886" y="271837"/>
                </a:lnTo>
                <a:lnTo>
                  <a:pt x="9870" y="331096"/>
                </a:lnTo>
                <a:lnTo>
                  <a:pt x="14566" y="392795"/>
                </a:lnTo>
                <a:lnTo>
                  <a:pt x="19795" y="455983"/>
                </a:lnTo>
                <a:lnTo>
                  <a:pt x="25376" y="519705"/>
                </a:lnTo>
                <a:lnTo>
                  <a:pt x="52291" y="812990"/>
                </a:lnTo>
                <a:lnTo>
                  <a:pt x="460959" y="812990"/>
                </a:lnTo>
                <a:lnTo>
                  <a:pt x="450884" y="756088"/>
                </a:lnTo>
                <a:lnTo>
                  <a:pt x="439545" y="696566"/>
                </a:lnTo>
                <a:lnTo>
                  <a:pt x="427189" y="635390"/>
                </a:lnTo>
                <a:lnTo>
                  <a:pt x="414063" y="573526"/>
                </a:lnTo>
                <a:lnTo>
                  <a:pt x="400416" y="511940"/>
                </a:lnTo>
                <a:lnTo>
                  <a:pt x="386493" y="451597"/>
                </a:lnTo>
                <a:lnTo>
                  <a:pt x="372541" y="393464"/>
                </a:lnTo>
                <a:lnTo>
                  <a:pt x="358810" y="338506"/>
                </a:lnTo>
                <a:lnTo>
                  <a:pt x="345544" y="287689"/>
                </a:lnTo>
                <a:lnTo>
                  <a:pt x="332991" y="241979"/>
                </a:lnTo>
                <a:lnTo>
                  <a:pt x="321400" y="202342"/>
                </a:lnTo>
                <a:lnTo>
                  <a:pt x="302086" y="145149"/>
                </a:lnTo>
                <a:lnTo>
                  <a:pt x="264299" y="93636"/>
                </a:lnTo>
                <a:lnTo>
                  <a:pt x="220304" y="62211"/>
                </a:lnTo>
                <a:lnTo>
                  <a:pt x="168434" y="36192"/>
                </a:lnTo>
                <a:lnTo>
                  <a:pt x="114250" y="16522"/>
                </a:lnTo>
                <a:lnTo>
                  <a:pt x="63312" y="4143"/>
                </a:lnTo>
                <a:lnTo>
                  <a:pt x="21182" y="0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2615925" y="2221675"/>
            <a:ext cx="1443355" cy="2186305"/>
            <a:chOff x="12615925" y="2221675"/>
            <a:chExt cx="1443355" cy="2186305"/>
          </a:xfrm>
        </p:grpSpPr>
        <p:sp>
          <p:nvSpPr>
            <p:cNvPr id="10" name="object 10" descr=""/>
            <p:cNvSpPr/>
            <p:nvPr/>
          </p:nvSpPr>
          <p:spPr>
            <a:xfrm>
              <a:off x="13020960" y="3349525"/>
              <a:ext cx="621030" cy="360045"/>
            </a:xfrm>
            <a:custGeom>
              <a:avLst/>
              <a:gdLst/>
              <a:ahLst/>
              <a:cxnLst/>
              <a:rect l="l" t="t" r="r" b="b"/>
              <a:pathLst>
                <a:path w="621030" h="360045">
                  <a:moveTo>
                    <a:pt x="389562" y="0"/>
                  </a:moveTo>
                  <a:lnTo>
                    <a:pt x="225726" y="4222"/>
                  </a:lnTo>
                  <a:lnTo>
                    <a:pt x="101854" y="25332"/>
                  </a:lnTo>
                  <a:lnTo>
                    <a:pt x="52815" y="37998"/>
                  </a:lnTo>
                  <a:lnTo>
                    <a:pt x="0" y="163115"/>
                  </a:lnTo>
                  <a:lnTo>
                    <a:pt x="9675" y="298796"/>
                  </a:lnTo>
                  <a:lnTo>
                    <a:pt x="279687" y="359695"/>
                  </a:lnTo>
                  <a:lnTo>
                    <a:pt x="509272" y="335382"/>
                  </a:lnTo>
                  <a:lnTo>
                    <a:pt x="604714" y="264274"/>
                  </a:lnTo>
                  <a:lnTo>
                    <a:pt x="620504" y="187449"/>
                  </a:lnTo>
                  <a:lnTo>
                    <a:pt x="558496" y="37998"/>
                  </a:lnTo>
                  <a:lnTo>
                    <a:pt x="389562" y="0"/>
                  </a:lnTo>
                  <a:close/>
                </a:path>
              </a:pathLst>
            </a:custGeom>
            <a:solidFill>
              <a:srgbClr val="FFD3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747869" y="3107834"/>
              <a:ext cx="1101725" cy="1299845"/>
            </a:xfrm>
            <a:custGeom>
              <a:avLst/>
              <a:gdLst/>
              <a:ahLst/>
              <a:cxnLst/>
              <a:rect l="l" t="t" r="r" b="b"/>
              <a:pathLst>
                <a:path w="1101725" h="1299845">
                  <a:moveTo>
                    <a:pt x="750961" y="0"/>
                  </a:moveTo>
                  <a:lnTo>
                    <a:pt x="402961" y="0"/>
                  </a:lnTo>
                  <a:lnTo>
                    <a:pt x="404484" y="28059"/>
                  </a:lnTo>
                  <a:lnTo>
                    <a:pt x="405085" y="86801"/>
                  </a:lnTo>
                  <a:lnTo>
                    <a:pt x="403301" y="158346"/>
                  </a:lnTo>
                  <a:lnTo>
                    <a:pt x="397668" y="224817"/>
                  </a:lnTo>
                  <a:lnTo>
                    <a:pt x="386721" y="268337"/>
                  </a:lnTo>
                  <a:lnTo>
                    <a:pt x="368002" y="301663"/>
                  </a:lnTo>
                  <a:lnTo>
                    <a:pt x="343208" y="339147"/>
                  </a:lnTo>
                  <a:lnTo>
                    <a:pt x="310717" y="375969"/>
                  </a:lnTo>
                  <a:lnTo>
                    <a:pt x="268905" y="407310"/>
                  </a:lnTo>
                  <a:lnTo>
                    <a:pt x="216150" y="428353"/>
                  </a:lnTo>
                  <a:lnTo>
                    <a:pt x="136569" y="447348"/>
                  </a:lnTo>
                  <a:lnTo>
                    <a:pt x="87527" y="462395"/>
                  </a:lnTo>
                  <a:lnTo>
                    <a:pt x="48758" y="481340"/>
                  </a:lnTo>
                  <a:lnTo>
                    <a:pt x="0" y="512026"/>
                  </a:lnTo>
                  <a:lnTo>
                    <a:pt x="203752" y="1299730"/>
                  </a:lnTo>
                  <a:lnTo>
                    <a:pt x="906778" y="1285405"/>
                  </a:lnTo>
                  <a:lnTo>
                    <a:pt x="1101390" y="487199"/>
                  </a:lnTo>
                  <a:lnTo>
                    <a:pt x="1084950" y="480785"/>
                  </a:lnTo>
                  <a:lnTo>
                    <a:pt x="1042529" y="464816"/>
                  </a:lnTo>
                  <a:lnTo>
                    <a:pt x="984475" y="444205"/>
                  </a:lnTo>
                  <a:lnTo>
                    <a:pt x="921134" y="423861"/>
                  </a:lnTo>
                  <a:lnTo>
                    <a:pt x="873860" y="409590"/>
                  </a:lnTo>
                  <a:lnTo>
                    <a:pt x="837247" y="383188"/>
                  </a:lnTo>
                  <a:lnTo>
                    <a:pt x="809640" y="348833"/>
                  </a:lnTo>
                  <a:lnTo>
                    <a:pt x="789383" y="310706"/>
                  </a:lnTo>
                  <a:lnTo>
                    <a:pt x="774822" y="272987"/>
                  </a:lnTo>
                  <a:lnTo>
                    <a:pt x="753962" y="203060"/>
                  </a:lnTo>
                  <a:lnTo>
                    <a:pt x="748542" y="105619"/>
                  </a:lnTo>
                  <a:lnTo>
                    <a:pt x="750961" y="0"/>
                  </a:lnTo>
                  <a:close/>
                </a:path>
              </a:pathLst>
            </a:custGeom>
            <a:solidFill>
              <a:srgbClr val="9FA3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2615925" y="3512638"/>
              <a:ext cx="1443355" cy="895350"/>
            </a:xfrm>
            <a:custGeom>
              <a:avLst/>
              <a:gdLst/>
              <a:ahLst/>
              <a:cxnLst/>
              <a:rect l="l" t="t" r="r" b="b"/>
              <a:pathLst>
                <a:path w="1443355" h="895350">
                  <a:moveTo>
                    <a:pt x="405032" y="0"/>
                  </a:moveTo>
                  <a:lnTo>
                    <a:pt x="12394" y="114101"/>
                  </a:lnTo>
                  <a:lnTo>
                    <a:pt x="6930" y="159101"/>
                  </a:lnTo>
                  <a:lnTo>
                    <a:pt x="3130" y="207122"/>
                  </a:lnTo>
                  <a:lnTo>
                    <a:pt x="864" y="257699"/>
                  </a:lnTo>
                  <a:lnTo>
                    <a:pt x="0" y="310367"/>
                  </a:lnTo>
                  <a:lnTo>
                    <a:pt x="404" y="364663"/>
                  </a:lnTo>
                  <a:lnTo>
                    <a:pt x="1946" y="420122"/>
                  </a:lnTo>
                  <a:lnTo>
                    <a:pt x="4494" y="476279"/>
                  </a:lnTo>
                  <a:lnTo>
                    <a:pt x="7916" y="532669"/>
                  </a:lnTo>
                  <a:lnTo>
                    <a:pt x="12079" y="588829"/>
                  </a:lnTo>
                  <a:lnTo>
                    <a:pt x="16853" y="644293"/>
                  </a:lnTo>
                  <a:lnTo>
                    <a:pt x="22104" y="698597"/>
                  </a:lnTo>
                  <a:lnTo>
                    <a:pt x="27702" y="751277"/>
                  </a:lnTo>
                  <a:lnTo>
                    <a:pt x="33514" y="801868"/>
                  </a:lnTo>
                  <a:lnTo>
                    <a:pt x="39408" y="849906"/>
                  </a:lnTo>
                  <a:lnTo>
                    <a:pt x="45252" y="894925"/>
                  </a:lnTo>
                  <a:lnTo>
                    <a:pt x="1358636" y="894925"/>
                  </a:lnTo>
                  <a:lnTo>
                    <a:pt x="1373272" y="818915"/>
                  </a:lnTo>
                  <a:lnTo>
                    <a:pt x="1381513" y="773714"/>
                  </a:lnTo>
                  <a:lnTo>
                    <a:pt x="1390682" y="721282"/>
                  </a:lnTo>
                  <a:lnTo>
                    <a:pt x="1400326" y="663242"/>
                  </a:lnTo>
                  <a:lnTo>
                    <a:pt x="1409994" y="601214"/>
                  </a:lnTo>
                  <a:lnTo>
                    <a:pt x="1419233" y="536820"/>
                  </a:lnTo>
                  <a:lnTo>
                    <a:pt x="1427591" y="471681"/>
                  </a:lnTo>
                  <a:lnTo>
                    <a:pt x="1434616" y="407418"/>
                  </a:lnTo>
                  <a:lnTo>
                    <a:pt x="1439856" y="345653"/>
                  </a:lnTo>
                  <a:lnTo>
                    <a:pt x="1442859" y="288007"/>
                  </a:lnTo>
                  <a:lnTo>
                    <a:pt x="1443172" y="236102"/>
                  </a:lnTo>
                  <a:lnTo>
                    <a:pt x="1440344" y="191558"/>
                  </a:lnTo>
                  <a:lnTo>
                    <a:pt x="1423454" y="131041"/>
                  </a:lnTo>
                  <a:lnTo>
                    <a:pt x="1329383" y="91087"/>
                  </a:lnTo>
                  <a:lnTo>
                    <a:pt x="1262660" y="70859"/>
                  </a:lnTo>
                  <a:lnTo>
                    <a:pt x="1172001" y="47587"/>
                  </a:lnTo>
                  <a:lnTo>
                    <a:pt x="1021086" y="11235"/>
                  </a:lnTo>
                  <a:lnTo>
                    <a:pt x="986841" y="29552"/>
                  </a:lnTo>
                  <a:lnTo>
                    <a:pt x="902785" y="69851"/>
                  </a:lnTo>
                  <a:lnTo>
                    <a:pt x="796934" y="110149"/>
                  </a:lnTo>
                  <a:lnTo>
                    <a:pt x="697306" y="128467"/>
                  </a:lnTo>
                  <a:lnTo>
                    <a:pt x="630707" y="126459"/>
                  </a:lnTo>
                  <a:lnTo>
                    <a:pt x="578062" y="112408"/>
                  </a:lnTo>
                  <a:lnTo>
                    <a:pt x="511970" y="74270"/>
                  </a:lnTo>
                  <a:lnTo>
                    <a:pt x="405032" y="0"/>
                  </a:lnTo>
                  <a:close/>
                </a:path>
              </a:pathLst>
            </a:custGeom>
            <a:solidFill>
              <a:srgbClr val="87C64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957808" y="2877495"/>
              <a:ext cx="115965" cy="20470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02290" y="2878573"/>
              <a:ext cx="125119" cy="20201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3000788" y="2413444"/>
              <a:ext cx="666115" cy="1002030"/>
            </a:xfrm>
            <a:custGeom>
              <a:avLst/>
              <a:gdLst/>
              <a:ahLst/>
              <a:cxnLst/>
              <a:rect l="l" t="t" r="r" b="b"/>
              <a:pathLst>
                <a:path w="666115" h="1002029">
                  <a:moveTo>
                    <a:pt x="165106" y="0"/>
                  </a:moveTo>
                  <a:lnTo>
                    <a:pt x="70512" y="24915"/>
                  </a:lnTo>
                  <a:lnTo>
                    <a:pt x="26164" y="99581"/>
                  </a:lnTo>
                  <a:lnTo>
                    <a:pt x="0" y="246977"/>
                  </a:lnTo>
                  <a:lnTo>
                    <a:pt x="571" y="247169"/>
                  </a:lnTo>
                  <a:lnTo>
                    <a:pt x="2041" y="264468"/>
                  </a:lnTo>
                  <a:lnTo>
                    <a:pt x="11690" y="391146"/>
                  </a:lnTo>
                  <a:lnTo>
                    <a:pt x="16598" y="449017"/>
                  </a:lnTo>
                  <a:lnTo>
                    <a:pt x="22325" y="510068"/>
                  </a:lnTo>
                  <a:lnTo>
                    <a:pt x="28856" y="571514"/>
                  </a:lnTo>
                  <a:lnTo>
                    <a:pt x="36173" y="630571"/>
                  </a:lnTo>
                  <a:lnTo>
                    <a:pt x="44262" y="684453"/>
                  </a:lnTo>
                  <a:lnTo>
                    <a:pt x="53105" y="730376"/>
                  </a:lnTo>
                  <a:lnTo>
                    <a:pt x="72992" y="787201"/>
                  </a:lnTo>
                  <a:lnTo>
                    <a:pt x="135167" y="872444"/>
                  </a:lnTo>
                  <a:lnTo>
                    <a:pt x="173710" y="921316"/>
                  </a:lnTo>
                  <a:lnTo>
                    <a:pt x="212421" y="962413"/>
                  </a:lnTo>
                  <a:lnTo>
                    <a:pt x="247699" y="986776"/>
                  </a:lnTo>
                  <a:lnTo>
                    <a:pt x="288014" y="998582"/>
                  </a:lnTo>
                  <a:lnTo>
                    <a:pt x="327766" y="1001719"/>
                  </a:lnTo>
                  <a:lnTo>
                    <a:pt x="366514" y="996723"/>
                  </a:lnTo>
                  <a:lnTo>
                    <a:pt x="403820" y="984127"/>
                  </a:lnTo>
                  <a:lnTo>
                    <a:pt x="466596" y="933315"/>
                  </a:lnTo>
                  <a:lnTo>
                    <a:pt x="503602" y="893700"/>
                  </a:lnTo>
                  <a:lnTo>
                    <a:pt x="539927" y="851381"/>
                  </a:lnTo>
                  <a:lnTo>
                    <a:pt x="572253" y="811432"/>
                  </a:lnTo>
                  <a:lnTo>
                    <a:pt x="597259" y="778929"/>
                  </a:lnTo>
                  <a:lnTo>
                    <a:pt x="621108" y="740371"/>
                  </a:lnTo>
                  <a:lnTo>
                    <a:pt x="636175" y="673943"/>
                  </a:lnTo>
                  <a:lnTo>
                    <a:pt x="648864" y="531425"/>
                  </a:lnTo>
                  <a:lnTo>
                    <a:pt x="665581" y="264599"/>
                  </a:lnTo>
                  <a:lnTo>
                    <a:pt x="652663" y="224780"/>
                  </a:lnTo>
                  <a:lnTo>
                    <a:pt x="604167" y="136521"/>
                  </a:lnTo>
                  <a:lnTo>
                    <a:pt x="505486" y="46613"/>
                  </a:lnTo>
                  <a:lnTo>
                    <a:pt x="342010" y="1853"/>
                  </a:lnTo>
                  <a:lnTo>
                    <a:pt x="165106" y="0"/>
                  </a:lnTo>
                  <a:close/>
                </a:path>
              </a:pathLst>
            </a:custGeom>
            <a:solidFill>
              <a:srgbClr val="D1A17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2972491" y="2320283"/>
              <a:ext cx="724535" cy="1102360"/>
            </a:xfrm>
            <a:custGeom>
              <a:avLst/>
              <a:gdLst/>
              <a:ahLst/>
              <a:cxnLst/>
              <a:rect l="l" t="t" r="r" b="b"/>
              <a:pathLst>
                <a:path w="724534" h="1102360">
                  <a:moveTo>
                    <a:pt x="534555" y="836688"/>
                  </a:moveTo>
                  <a:lnTo>
                    <a:pt x="495566" y="824153"/>
                  </a:lnTo>
                  <a:lnTo>
                    <a:pt x="444423" y="808431"/>
                  </a:lnTo>
                  <a:lnTo>
                    <a:pt x="381596" y="800874"/>
                  </a:lnTo>
                  <a:lnTo>
                    <a:pt x="381431" y="800849"/>
                  </a:lnTo>
                  <a:lnTo>
                    <a:pt x="371348" y="800874"/>
                  </a:lnTo>
                  <a:lnTo>
                    <a:pt x="360692" y="800874"/>
                  </a:lnTo>
                  <a:lnTo>
                    <a:pt x="355739" y="800849"/>
                  </a:lnTo>
                  <a:lnTo>
                    <a:pt x="350608" y="800849"/>
                  </a:lnTo>
                  <a:lnTo>
                    <a:pt x="287629" y="808431"/>
                  </a:lnTo>
                  <a:lnTo>
                    <a:pt x="236486" y="824153"/>
                  </a:lnTo>
                  <a:lnTo>
                    <a:pt x="197485" y="836688"/>
                  </a:lnTo>
                  <a:lnTo>
                    <a:pt x="534555" y="836688"/>
                  </a:lnTo>
                  <a:close/>
                </a:path>
                <a:path w="724534" h="1102360">
                  <a:moveTo>
                    <a:pt x="567055" y="837171"/>
                  </a:moveTo>
                  <a:lnTo>
                    <a:pt x="536067" y="837171"/>
                  </a:lnTo>
                  <a:lnTo>
                    <a:pt x="501586" y="837171"/>
                  </a:lnTo>
                  <a:lnTo>
                    <a:pt x="501586" y="859116"/>
                  </a:lnTo>
                  <a:lnTo>
                    <a:pt x="496150" y="919962"/>
                  </a:lnTo>
                  <a:lnTo>
                    <a:pt x="480212" y="951204"/>
                  </a:lnTo>
                  <a:lnTo>
                    <a:pt x="441071" y="962723"/>
                  </a:lnTo>
                  <a:lnTo>
                    <a:pt x="366026" y="964361"/>
                  </a:lnTo>
                  <a:lnTo>
                    <a:pt x="290144" y="947915"/>
                  </a:lnTo>
                  <a:lnTo>
                    <a:pt x="249618" y="911733"/>
                  </a:lnTo>
                  <a:lnTo>
                    <a:pt x="233400" y="875563"/>
                  </a:lnTo>
                  <a:lnTo>
                    <a:pt x="230441" y="859116"/>
                  </a:lnTo>
                  <a:lnTo>
                    <a:pt x="247650" y="852017"/>
                  </a:lnTo>
                  <a:lnTo>
                    <a:pt x="267500" y="848321"/>
                  </a:lnTo>
                  <a:lnTo>
                    <a:pt x="302729" y="846848"/>
                  </a:lnTo>
                  <a:lnTo>
                    <a:pt x="376402" y="846721"/>
                  </a:lnTo>
                  <a:lnTo>
                    <a:pt x="433095" y="848563"/>
                  </a:lnTo>
                  <a:lnTo>
                    <a:pt x="474599" y="852919"/>
                  </a:lnTo>
                  <a:lnTo>
                    <a:pt x="495706" y="857186"/>
                  </a:lnTo>
                  <a:lnTo>
                    <a:pt x="501586" y="859116"/>
                  </a:lnTo>
                  <a:lnTo>
                    <a:pt x="501586" y="837171"/>
                  </a:lnTo>
                  <a:lnTo>
                    <a:pt x="195986" y="837171"/>
                  </a:lnTo>
                  <a:lnTo>
                    <a:pt x="164998" y="837171"/>
                  </a:lnTo>
                  <a:lnTo>
                    <a:pt x="165747" y="842899"/>
                  </a:lnTo>
                  <a:lnTo>
                    <a:pt x="169494" y="862380"/>
                  </a:lnTo>
                  <a:lnTo>
                    <a:pt x="177177" y="896061"/>
                  </a:lnTo>
                  <a:lnTo>
                    <a:pt x="189814" y="944841"/>
                  </a:lnTo>
                  <a:lnTo>
                    <a:pt x="203911" y="999921"/>
                  </a:lnTo>
                  <a:lnTo>
                    <a:pt x="218147" y="1035545"/>
                  </a:lnTo>
                  <a:lnTo>
                    <a:pt x="246176" y="1061593"/>
                  </a:lnTo>
                  <a:lnTo>
                    <a:pt x="301663" y="1087920"/>
                  </a:lnTo>
                  <a:lnTo>
                    <a:pt x="350240" y="1100061"/>
                  </a:lnTo>
                  <a:lnTo>
                    <a:pt x="365747" y="1101979"/>
                  </a:lnTo>
                  <a:lnTo>
                    <a:pt x="381152" y="1100099"/>
                  </a:lnTo>
                  <a:lnTo>
                    <a:pt x="419989" y="1090904"/>
                  </a:lnTo>
                  <a:lnTo>
                    <a:pt x="485495" y="1061580"/>
                  </a:lnTo>
                  <a:lnTo>
                    <a:pt x="513702" y="1035532"/>
                  </a:lnTo>
                  <a:lnTo>
                    <a:pt x="528078" y="999909"/>
                  </a:lnTo>
                  <a:lnTo>
                    <a:pt x="542239" y="944841"/>
                  </a:lnTo>
                  <a:lnTo>
                    <a:pt x="554875" y="896061"/>
                  </a:lnTo>
                  <a:lnTo>
                    <a:pt x="562559" y="862380"/>
                  </a:lnTo>
                  <a:lnTo>
                    <a:pt x="565632" y="846378"/>
                  </a:lnTo>
                  <a:lnTo>
                    <a:pt x="566293" y="842899"/>
                  </a:lnTo>
                  <a:lnTo>
                    <a:pt x="567055" y="837171"/>
                  </a:lnTo>
                  <a:close/>
                </a:path>
                <a:path w="724534" h="1102360">
                  <a:moveTo>
                    <a:pt x="724204" y="389102"/>
                  </a:moveTo>
                  <a:lnTo>
                    <a:pt x="714336" y="319138"/>
                  </a:lnTo>
                  <a:lnTo>
                    <a:pt x="702945" y="262826"/>
                  </a:lnTo>
                  <a:lnTo>
                    <a:pt x="692556" y="221970"/>
                  </a:lnTo>
                  <a:lnTo>
                    <a:pt x="669823" y="150622"/>
                  </a:lnTo>
                  <a:lnTo>
                    <a:pt x="649109" y="111937"/>
                  </a:lnTo>
                  <a:lnTo>
                    <a:pt x="604342" y="62344"/>
                  </a:lnTo>
                  <a:lnTo>
                    <a:pt x="567423" y="38963"/>
                  </a:lnTo>
                  <a:lnTo>
                    <a:pt x="513511" y="19138"/>
                  </a:lnTo>
                  <a:lnTo>
                    <a:pt x="437146" y="4851"/>
                  </a:lnTo>
                  <a:lnTo>
                    <a:pt x="378625" y="0"/>
                  </a:lnTo>
                  <a:lnTo>
                    <a:pt x="324777" y="38"/>
                  </a:lnTo>
                  <a:lnTo>
                    <a:pt x="275628" y="4584"/>
                  </a:lnTo>
                  <a:lnTo>
                    <a:pt x="231203" y="13322"/>
                  </a:lnTo>
                  <a:lnTo>
                    <a:pt x="191516" y="25895"/>
                  </a:lnTo>
                  <a:lnTo>
                    <a:pt x="156603" y="41960"/>
                  </a:lnTo>
                  <a:lnTo>
                    <a:pt x="121183" y="69354"/>
                  </a:lnTo>
                  <a:lnTo>
                    <a:pt x="90576" y="108140"/>
                  </a:lnTo>
                  <a:lnTo>
                    <a:pt x="64655" y="155079"/>
                  </a:lnTo>
                  <a:lnTo>
                    <a:pt x="43256" y="206895"/>
                  </a:lnTo>
                  <a:lnTo>
                    <a:pt x="26250" y="260350"/>
                  </a:lnTo>
                  <a:lnTo>
                    <a:pt x="13487" y="312178"/>
                  </a:lnTo>
                  <a:lnTo>
                    <a:pt x="4800" y="359130"/>
                  </a:lnTo>
                  <a:lnTo>
                    <a:pt x="63" y="397954"/>
                  </a:lnTo>
                  <a:lnTo>
                    <a:pt x="0" y="442506"/>
                  </a:lnTo>
                  <a:lnTo>
                    <a:pt x="5842" y="490753"/>
                  </a:lnTo>
                  <a:lnTo>
                    <a:pt x="16205" y="540207"/>
                  </a:lnTo>
                  <a:lnTo>
                    <a:pt x="29641" y="588391"/>
                  </a:lnTo>
                  <a:lnTo>
                    <a:pt x="44767" y="632815"/>
                  </a:lnTo>
                  <a:lnTo>
                    <a:pt x="47129" y="639178"/>
                  </a:lnTo>
                  <a:lnTo>
                    <a:pt x="56032" y="638187"/>
                  </a:lnTo>
                  <a:lnTo>
                    <a:pt x="50914" y="599224"/>
                  </a:lnTo>
                  <a:lnTo>
                    <a:pt x="49174" y="551764"/>
                  </a:lnTo>
                  <a:lnTo>
                    <a:pt x="51066" y="499033"/>
                  </a:lnTo>
                  <a:lnTo>
                    <a:pt x="56832" y="444309"/>
                  </a:lnTo>
                  <a:lnTo>
                    <a:pt x="66700" y="390804"/>
                  </a:lnTo>
                  <a:lnTo>
                    <a:pt x="80924" y="341782"/>
                  </a:lnTo>
                  <a:lnTo>
                    <a:pt x="99720" y="300482"/>
                  </a:lnTo>
                  <a:lnTo>
                    <a:pt x="123355" y="270141"/>
                  </a:lnTo>
                  <a:lnTo>
                    <a:pt x="167144" y="237998"/>
                  </a:lnTo>
                  <a:lnTo>
                    <a:pt x="207340" y="223710"/>
                  </a:lnTo>
                  <a:lnTo>
                    <a:pt x="246075" y="221970"/>
                  </a:lnTo>
                  <a:lnTo>
                    <a:pt x="285521" y="227457"/>
                  </a:lnTo>
                  <a:lnTo>
                    <a:pt x="327837" y="234873"/>
                  </a:lnTo>
                  <a:lnTo>
                    <a:pt x="375170" y="238912"/>
                  </a:lnTo>
                  <a:lnTo>
                    <a:pt x="480453" y="236702"/>
                  </a:lnTo>
                  <a:lnTo>
                    <a:pt x="528777" y="240957"/>
                  </a:lnTo>
                  <a:lnTo>
                    <a:pt x="572058" y="255866"/>
                  </a:lnTo>
                  <a:lnTo>
                    <a:pt x="608685" y="286715"/>
                  </a:lnTo>
                  <a:lnTo>
                    <a:pt x="634784" y="319519"/>
                  </a:lnTo>
                  <a:lnTo>
                    <a:pt x="653770" y="358851"/>
                  </a:lnTo>
                  <a:lnTo>
                    <a:pt x="666483" y="403225"/>
                  </a:lnTo>
                  <a:lnTo>
                    <a:pt x="673798" y="451192"/>
                  </a:lnTo>
                  <a:lnTo>
                    <a:pt x="676529" y="501256"/>
                  </a:lnTo>
                  <a:lnTo>
                    <a:pt x="675551" y="551967"/>
                  </a:lnTo>
                  <a:lnTo>
                    <a:pt x="671703" y="601840"/>
                  </a:lnTo>
                  <a:lnTo>
                    <a:pt x="665822" y="649414"/>
                  </a:lnTo>
                  <a:lnTo>
                    <a:pt x="682078" y="656932"/>
                  </a:lnTo>
                  <a:lnTo>
                    <a:pt x="700620" y="566102"/>
                  </a:lnTo>
                  <a:lnTo>
                    <a:pt x="711873" y="500024"/>
                  </a:lnTo>
                  <a:lnTo>
                    <a:pt x="720775" y="436460"/>
                  </a:lnTo>
                  <a:lnTo>
                    <a:pt x="724204" y="389102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2972562" y="2221678"/>
              <a:ext cx="725170" cy="524510"/>
            </a:xfrm>
            <a:custGeom>
              <a:avLst/>
              <a:gdLst/>
              <a:ahLst/>
              <a:cxnLst/>
              <a:rect l="l" t="t" r="r" b="b"/>
              <a:pathLst>
                <a:path w="725169" h="524510">
                  <a:moveTo>
                    <a:pt x="367143" y="0"/>
                  </a:moveTo>
                  <a:lnTo>
                    <a:pt x="312049" y="297"/>
                  </a:lnTo>
                  <a:lnTo>
                    <a:pt x="259275" y="1107"/>
                  </a:lnTo>
                  <a:lnTo>
                    <a:pt x="211142" y="2417"/>
                  </a:lnTo>
                  <a:lnTo>
                    <a:pt x="169973" y="4213"/>
                  </a:lnTo>
                  <a:lnTo>
                    <a:pt x="128713" y="13405"/>
                  </a:lnTo>
                  <a:lnTo>
                    <a:pt x="95086" y="53279"/>
                  </a:lnTo>
                  <a:lnTo>
                    <a:pt x="74212" y="128050"/>
                  </a:lnTo>
                  <a:lnTo>
                    <a:pt x="56113" y="197702"/>
                  </a:lnTo>
                  <a:lnTo>
                    <a:pt x="40703" y="261696"/>
                  </a:lnTo>
                  <a:lnTo>
                    <a:pt x="27899" y="319490"/>
                  </a:lnTo>
                  <a:lnTo>
                    <a:pt x="17616" y="370544"/>
                  </a:lnTo>
                  <a:lnTo>
                    <a:pt x="9769" y="414319"/>
                  </a:lnTo>
                  <a:lnTo>
                    <a:pt x="1045" y="477864"/>
                  </a:lnTo>
                  <a:lnTo>
                    <a:pt x="0" y="496554"/>
                  </a:lnTo>
                  <a:lnTo>
                    <a:pt x="11499" y="499625"/>
                  </a:lnTo>
                  <a:lnTo>
                    <a:pt x="91621" y="509584"/>
                  </a:lnTo>
                  <a:lnTo>
                    <a:pt x="152343" y="515024"/>
                  </a:lnTo>
                  <a:lnTo>
                    <a:pt x="221573" y="519806"/>
                  </a:lnTo>
                  <a:lnTo>
                    <a:pt x="295361" y="523206"/>
                  </a:lnTo>
                  <a:lnTo>
                    <a:pt x="369758" y="524501"/>
                  </a:lnTo>
                  <a:lnTo>
                    <a:pt x="442354" y="523341"/>
                  </a:lnTo>
                  <a:lnTo>
                    <a:pt x="513539" y="520278"/>
                  </a:lnTo>
                  <a:lnTo>
                    <a:pt x="579767" y="515940"/>
                  </a:lnTo>
                  <a:lnTo>
                    <a:pt x="637490" y="510951"/>
                  </a:lnTo>
                  <a:lnTo>
                    <a:pt x="683162" y="505938"/>
                  </a:lnTo>
                  <a:lnTo>
                    <a:pt x="724166" y="498344"/>
                  </a:lnTo>
                  <a:lnTo>
                    <a:pt x="724842" y="469417"/>
                  </a:lnTo>
                  <a:lnTo>
                    <a:pt x="723054" y="435054"/>
                  </a:lnTo>
                  <a:lnTo>
                    <a:pt x="718844" y="395402"/>
                  </a:lnTo>
                  <a:lnTo>
                    <a:pt x="712257" y="350606"/>
                  </a:lnTo>
                  <a:lnTo>
                    <a:pt x="703336" y="300813"/>
                  </a:lnTo>
                  <a:lnTo>
                    <a:pt x="692124" y="246170"/>
                  </a:lnTo>
                  <a:lnTo>
                    <a:pt x="678666" y="186825"/>
                  </a:lnTo>
                  <a:lnTo>
                    <a:pt x="663005" y="122922"/>
                  </a:lnTo>
                  <a:lnTo>
                    <a:pt x="645184" y="54609"/>
                  </a:lnTo>
                  <a:lnTo>
                    <a:pt x="609421" y="14129"/>
                  </a:lnTo>
                  <a:lnTo>
                    <a:pt x="564296" y="4213"/>
                  </a:lnTo>
                  <a:lnTo>
                    <a:pt x="523134" y="2322"/>
                  </a:lnTo>
                  <a:lnTo>
                    <a:pt x="475007" y="998"/>
                  </a:lnTo>
                  <a:lnTo>
                    <a:pt x="422236" y="229"/>
                  </a:lnTo>
                  <a:lnTo>
                    <a:pt x="367143" y="0"/>
                  </a:lnTo>
                  <a:close/>
                </a:path>
              </a:pathLst>
            </a:custGeom>
            <a:solidFill>
              <a:srgbClr val="5E648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2972570" y="2243768"/>
              <a:ext cx="724535" cy="502920"/>
            </a:xfrm>
            <a:custGeom>
              <a:avLst/>
              <a:gdLst/>
              <a:ahLst/>
              <a:cxnLst/>
              <a:rect l="l" t="t" r="r" b="b"/>
              <a:pathLst>
                <a:path w="724534" h="502919">
                  <a:moveTo>
                    <a:pt x="115399" y="0"/>
                  </a:moveTo>
                  <a:lnTo>
                    <a:pt x="74204" y="105960"/>
                  </a:lnTo>
                  <a:lnTo>
                    <a:pt x="56107" y="175611"/>
                  </a:lnTo>
                  <a:lnTo>
                    <a:pt x="40698" y="239604"/>
                  </a:lnTo>
                  <a:lnTo>
                    <a:pt x="27894" y="297398"/>
                  </a:lnTo>
                  <a:lnTo>
                    <a:pt x="17611" y="348452"/>
                  </a:lnTo>
                  <a:lnTo>
                    <a:pt x="9764" y="392226"/>
                  </a:lnTo>
                  <a:lnTo>
                    <a:pt x="1042" y="455769"/>
                  </a:lnTo>
                  <a:lnTo>
                    <a:pt x="0" y="474456"/>
                  </a:lnTo>
                  <a:lnTo>
                    <a:pt x="11495" y="477531"/>
                  </a:lnTo>
                  <a:lnTo>
                    <a:pt x="91612" y="487495"/>
                  </a:lnTo>
                  <a:lnTo>
                    <a:pt x="152333" y="492936"/>
                  </a:lnTo>
                  <a:lnTo>
                    <a:pt x="221563" y="497719"/>
                  </a:lnTo>
                  <a:lnTo>
                    <a:pt x="295351" y="501119"/>
                  </a:lnTo>
                  <a:lnTo>
                    <a:pt x="369747" y="502414"/>
                  </a:lnTo>
                  <a:lnTo>
                    <a:pt x="442343" y="501254"/>
                  </a:lnTo>
                  <a:lnTo>
                    <a:pt x="513528" y="498191"/>
                  </a:lnTo>
                  <a:lnTo>
                    <a:pt x="579756" y="493852"/>
                  </a:lnTo>
                  <a:lnTo>
                    <a:pt x="637479" y="488862"/>
                  </a:lnTo>
                  <a:lnTo>
                    <a:pt x="683152" y="483848"/>
                  </a:lnTo>
                  <a:lnTo>
                    <a:pt x="724155" y="476247"/>
                  </a:lnTo>
                  <a:lnTo>
                    <a:pt x="724459" y="469326"/>
                  </a:lnTo>
                  <a:lnTo>
                    <a:pt x="673568" y="466167"/>
                  </a:lnTo>
                  <a:lnTo>
                    <a:pt x="618963" y="462036"/>
                  </a:lnTo>
                  <a:lnTo>
                    <a:pt x="562028" y="456854"/>
                  </a:lnTo>
                  <a:lnTo>
                    <a:pt x="504149" y="450541"/>
                  </a:lnTo>
                  <a:lnTo>
                    <a:pt x="446711" y="443018"/>
                  </a:lnTo>
                  <a:lnTo>
                    <a:pt x="391096" y="434206"/>
                  </a:lnTo>
                  <a:lnTo>
                    <a:pt x="338692" y="424025"/>
                  </a:lnTo>
                  <a:lnTo>
                    <a:pt x="290882" y="412396"/>
                  </a:lnTo>
                  <a:lnTo>
                    <a:pt x="249050" y="399240"/>
                  </a:lnTo>
                  <a:lnTo>
                    <a:pt x="188863" y="368030"/>
                  </a:lnTo>
                  <a:lnTo>
                    <a:pt x="142024" y="308941"/>
                  </a:lnTo>
                  <a:lnTo>
                    <a:pt x="125400" y="270239"/>
                  </a:lnTo>
                  <a:lnTo>
                    <a:pt x="113478" y="225927"/>
                  </a:lnTo>
                  <a:lnTo>
                    <a:pt x="106387" y="176376"/>
                  </a:lnTo>
                  <a:lnTo>
                    <a:pt x="104258" y="121957"/>
                  </a:lnTo>
                  <a:lnTo>
                    <a:pt x="107219" y="63041"/>
                  </a:lnTo>
                  <a:lnTo>
                    <a:pt x="115399" y="0"/>
                  </a:lnTo>
                  <a:close/>
                </a:path>
              </a:pathLst>
            </a:custGeom>
            <a:solidFill>
              <a:srgbClr val="5E648B">
                <a:alpha val="2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093183" y="2221675"/>
              <a:ext cx="483870" cy="30480"/>
            </a:xfrm>
            <a:custGeom>
              <a:avLst/>
              <a:gdLst/>
              <a:ahLst/>
              <a:cxnLst/>
              <a:rect l="l" t="t" r="r" b="b"/>
              <a:pathLst>
                <a:path w="483869" h="30480">
                  <a:moveTo>
                    <a:pt x="246523" y="0"/>
                  </a:moveTo>
                  <a:lnTo>
                    <a:pt x="191429" y="297"/>
                  </a:lnTo>
                  <a:lnTo>
                    <a:pt x="138656" y="1107"/>
                  </a:lnTo>
                  <a:lnTo>
                    <a:pt x="90525" y="2417"/>
                  </a:lnTo>
                  <a:lnTo>
                    <a:pt x="49359" y="4213"/>
                  </a:lnTo>
                  <a:lnTo>
                    <a:pt x="0" y="18160"/>
                  </a:lnTo>
                  <a:lnTo>
                    <a:pt x="10818" y="21631"/>
                  </a:lnTo>
                  <a:lnTo>
                    <a:pt x="81147" y="28072"/>
                  </a:lnTo>
                  <a:lnTo>
                    <a:pt x="129273" y="29395"/>
                  </a:lnTo>
                  <a:lnTo>
                    <a:pt x="182043" y="30165"/>
                  </a:lnTo>
                  <a:lnTo>
                    <a:pt x="237136" y="30394"/>
                  </a:lnTo>
                  <a:lnTo>
                    <a:pt x="292230" y="30096"/>
                  </a:lnTo>
                  <a:lnTo>
                    <a:pt x="345004" y="29286"/>
                  </a:lnTo>
                  <a:lnTo>
                    <a:pt x="393134" y="27976"/>
                  </a:lnTo>
                  <a:lnTo>
                    <a:pt x="434300" y="26181"/>
                  </a:lnTo>
                  <a:lnTo>
                    <a:pt x="483671" y="12223"/>
                  </a:lnTo>
                  <a:lnTo>
                    <a:pt x="472846" y="8758"/>
                  </a:lnTo>
                  <a:lnTo>
                    <a:pt x="402513" y="2322"/>
                  </a:lnTo>
                  <a:lnTo>
                    <a:pt x="354387" y="998"/>
                  </a:lnTo>
                  <a:lnTo>
                    <a:pt x="301617" y="229"/>
                  </a:lnTo>
                  <a:lnTo>
                    <a:pt x="246523" y="0"/>
                  </a:lnTo>
                  <a:close/>
                </a:path>
              </a:pathLst>
            </a:custGeom>
            <a:solidFill>
              <a:srgbClr val="5E648B">
                <a:alpha val="3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3020955" y="3387527"/>
              <a:ext cx="616585" cy="1020444"/>
            </a:xfrm>
            <a:custGeom>
              <a:avLst/>
              <a:gdLst/>
              <a:ahLst/>
              <a:cxnLst/>
              <a:rect l="l" t="t" r="r" b="b"/>
              <a:pathLst>
                <a:path w="616584" h="1020445">
                  <a:moveTo>
                    <a:pt x="616051" y="136347"/>
                  </a:moveTo>
                  <a:lnTo>
                    <a:pt x="558495" y="0"/>
                  </a:lnTo>
                  <a:lnTo>
                    <a:pt x="489077" y="46596"/>
                  </a:lnTo>
                  <a:lnTo>
                    <a:pt x="442722" y="71120"/>
                  </a:lnTo>
                  <a:lnTo>
                    <a:pt x="398551" y="81648"/>
                  </a:lnTo>
                  <a:lnTo>
                    <a:pt x="335661" y="86258"/>
                  </a:lnTo>
                  <a:lnTo>
                    <a:pt x="323761" y="113157"/>
                  </a:lnTo>
                  <a:lnTo>
                    <a:pt x="319913" y="171081"/>
                  </a:lnTo>
                  <a:lnTo>
                    <a:pt x="320370" y="228765"/>
                  </a:lnTo>
                  <a:lnTo>
                    <a:pt x="320840" y="241274"/>
                  </a:lnTo>
                  <a:lnTo>
                    <a:pt x="277583" y="241274"/>
                  </a:lnTo>
                  <a:lnTo>
                    <a:pt x="277469" y="158381"/>
                  </a:lnTo>
                  <a:lnTo>
                    <a:pt x="275082" y="109270"/>
                  </a:lnTo>
                  <a:lnTo>
                    <a:pt x="184099" y="60744"/>
                  </a:lnTo>
                  <a:lnTo>
                    <a:pt x="118960" y="33045"/>
                  </a:lnTo>
                  <a:lnTo>
                    <a:pt x="71297" y="9779"/>
                  </a:lnTo>
                  <a:lnTo>
                    <a:pt x="52819" y="0"/>
                  </a:lnTo>
                  <a:lnTo>
                    <a:pt x="0" y="125120"/>
                  </a:lnTo>
                  <a:lnTo>
                    <a:pt x="34264" y="173977"/>
                  </a:lnTo>
                  <a:lnTo>
                    <a:pt x="85699" y="206921"/>
                  </a:lnTo>
                  <a:lnTo>
                    <a:pt x="156298" y="236766"/>
                  </a:lnTo>
                  <a:lnTo>
                    <a:pt x="217754" y="250037"/>
                  </a:lnTo>
                  <a:lnTo>
                    <a:pt x="234200" y="251256"/>
                  </a:lnTo>
                  <a:lnTo>
                    <a:pt x="234200" y="1020038"/>
                  </a:lnTo>
                  <a:lnTo>
                    <a:pt x="365683" y="1020038"/>
                  </a:lnTo>
                  <a:lnTo>
                    <a:pt x="365683" y="258089"/>
                  </a:lnTo>
                  <a:lnTo>
                    <a:pt x="374675" y="258724"/>
                  </a:lnTo>
                  <a:lnTo>
                    <a:pt x="446608" y="245300"/>
                  </a:lnTo>
                  <a:lnTo>
                    <a:pt x="498424" y="221907"/>
                  </a:lnTo>
                  <a:lnTo>
                    <a:pt x="553593" y="191363"/>
                  </a:lnTo>
                  <a:lnTo>
                    <a:pt x="589940" y="163868"/>
                  </a:lnTo>
                  <a:lnTo>
                    <a:pt x="609942" y="143992"/>
                  </a:lnTo>
                  <a:lnTo>
                    <a:pt x="616051" y="136347"/>
                  </a:lnTo>
                  <a:close/>
                </a:path>
              </a:pathLst>
            </a:custGeom>
            <a:solidFill>
              <a:srgbClr val="FFDE6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298568" y="3628800"/>
              <a:ext cx="45085" cy="779145"/>
            </a:xfrm>
            <a:custGeom>
              <a:avLst/>
              <a:gdLst/>
              <a:ahLst/>
              <a:cxnLst/>
              <a:rect l="l" t="t" r="r" b="b"/>
              <a:pathLst>
                <a:path w="45084" h="779145">
                  <a:moveTo>
                    <a:pt x="44689" y="0"/>
                  </a:moveTo>
                  <a:lnTo>
                    <a:pt x="0" y="0"/>
                  </a:lnTo>
                  <a:lnTo>
                    <a:pt x="0" y="778761"/>
                  </a:lnTo>
                  <a:lnTo>
                    <a:pt x="44689" y="778761"/>
                  </a:lnTo>
                  <a:lnTo>
                    <a:pt x="44689" y="0"/>
                  </a:lnTo>
                  <a:close/>
                </a:path>
              </a:pathLst>
            </a:custGeom>
            <a:solidFill>
              <a:srgbClr val="FFDE62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115585" y="2230290"/>
              <a:ext cx="227965" cy="15240"/>
            </a:xfrm>
            <a:custGeom>
              <a:avLst/>
              <a:gdLst/>
              <a:ahLst/>
              <a:cxnLst/>
              <a:rect l="l" t="t" r="r" b="b"/>
              <a:pathLst>
                <a:path w="227965" h="15239">
                  <a:moveTo>
                    <a:pt x="227396" y="0"/>
                  </a:moveTo>
                  <a:lnTo>
                    <a:pt x="155300" y="2397"/>
                  </a:lnTo>
                  <a:lnTo>
                    <a:pt x="113525" y="4732"/>
                  </a:lnTo>
                  <a:lnTo>
                    <a:pt x="52612" y="9396"/>
                  </a:lnTo>
                  <a:lnTo>
                    <a:pt x="0" y="14763"/>
                  </a:lnTo>
                  <a:lnTo>
                    <a:pt x="35621" y="13947"/>
                  </a:lnTo>
                  <a:lnTo>
                    <a:pt x="113870" y="10031"/>
                  </a:lnTo>
                  <a:lnTo>
                    <a:pt x="174783" y="5376"/>
                  </a:lnTo>
                  <a:lnTo>
                    <a:pt x="227396" y="0"/>
                  </a:lnTo>
                  <a:close/>
                </a:path>
              </a:pathLst>
            </a:custGeom>
            <a:solidFill>
              <a:srgbClr val="3897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033963" y="2245597"/>
              <a:ext cx="83185" cy="364490"/>
            </a:xfrm>
            <a:custGeom>
              <a:avLst/>
              <a:gdLst/>
              <a:ahLst/>
              <a:cxnLst/>
              <a:rect l="l" t="t" r="r" b="b"/>
              <a:pathLst>
                <a:path w="83184" h="364489">
                  <a:moveTo>
                    <a:pt x="80583" y="0"/>
                  </a:moveTo>
                  <a:lnTo>
                    <a:pt x="65934" y="53374"/>
                  </a:lnTo>
                  <a:lnTo>
                    <a:pt x="56097" y="89935"/>
                  </a:lnTo>
                  <a:lnTo>
                    <a:pt x="46614" y="126577"/>
                  </a:lnTo>
                  <a:lnTo>
                    <a:pt x="33025" y="180193"/>
                  </a:lnTo>
                  <a:lnTo>
                    <a:pt x="24038" y="213770"/>
                  </a:lnTo>
                  <a:lnTo>
                    <a:pt x="12528" y="262142"/>
                  </a:lnTo>
                  <a:lnTo>
                    <a:pt x="5329" y="305173"/>
                  </a:lnTo>
                  <a:lnTo>
                    <a:pt x="62" y="357654"/>
                  </a:lnTo>
                  <a:lnTo>
                    <a:pt x="0" y="363601"/>
                  </a:lnTo>
                  <a:lnTo>
                    <a:pt x="2073" y="364062"/>
                  </a:lnTo>
                  <a:lnTo>
                    <a:pt x="4523" y="358638"/>
                  </a:lnTo>
                  <a:lnTo>
                    <a:pt x="8146" y="349015"/>
                  </a:lnTo>
                  <a:lnTo>
                    <a:pt x="11172" y="341047"/>
                  </a:lnTo>
                  <a:lnTo>
                    <a:pt x="25871" y="295785"/>
                  </a:lnTo>
                  <a:lnTo>
                    <a:pt x="37339" y="251175"/>
                  </a:lnTo>
                  <a:lnTo>
                    <a:pt x="49631" y="183868"/>
                  </a:lnTo>
                  <a:lnTo>
                    <a:pt x="62155" y="116611"/>
                  </a:lnTo>
                  <a:lnTo>
                    <a:pt x="72690" y="57854"/>
                  </a:lnTo>
                  <a:lnTo>
                    <a:pt x="79951" y="16251"/>
                  </a:lnTo>
                  <a:lnTo>
                    <a:pt x="82657" y="460"/>
                  </a:lnTo>
                  <a:lnTo>
                    <a:pt x="80583" y="0"/>
                  </a:lnTo>
                  <a:close/>
                </a:path>
              </a:pathLst>
            </a:custGeom>
            <a:solidFill>
              <a:srgbClr val="2B9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3043544" y="2245637"/>
              <a:ext cx="73660" cy="390525"/>
            </a:xfrm>
            <a:custGeom>
              <a:avLst/>
              <a:gdLst/>
              <a:ahLst/>
              <a:cxnLst/>
              <a:rect l="l" t="t" r="r" b="b"/>
              <a:pathLst>
                <a:path w="73659" h="390525">
                  <a:moveTo>
                    <a:pt x="70992" y="0"/>
                  </a:moveTo>
                  <a:lnTo>
                    <a:pt x="57761" y="57370"/>
                  </a:lnTo>
                  <a:lnTo>
                    <a:pt x="48896" y="96658"/>
                  </a:lnTo>
                  <a:lnTo>
                    <a:pt x="40388" y="136010"/>
                  </a:lnTo>
                  <a:lnTo>
                    <a:pt x="28229" y="193575"/>
                  </a:lnTo>
                  <a:lnTo>
                    <a:pt x="20134" y="229664"/>
                  </a:lnTo>
                  <a:lnTo>
                    <a:pt x="9909" y="281562"/>
                  </a:lnTo>
                  <a:lnTo>
                    <a:pt x="3853" y="327581"/>
                  </a:lnTo>
                  <a:lnTo>
                    <a:pt x="450" y="373925"/>
                  </a:lnTo>
                  <a:lnTo>
                    <a:pt x="0" y="383506"/>
                  </a:lnTo>
                  <a:lnTo>
                    <a:pt x="94" y="389820"/>
                  </a:lnTo>
                  <a:lnTo>
                    <a:pt x="2188" y="390197"/>
                  </a:lnTo>
                  <a:lnTo>
                    <a:pt x="4502" y="384323"/>
                  </a:lnTo>
                  <a:lnTo>
                    <a:pt x="7863" y="373925"/>
                  </a:lnTo>
                  <a:lnTo>
                    <a:pt x="10680" y="365321"/>
                  </a:lnTo>
                  <a:lnTo>
                    <a:pt x="24186" y="316552"/>
                  </a:lnTo>
                  <a:lnTo>
                    <a:pt x="34459" y="268651"/>
                  </a:lnTo>
                  <a:lnTo>
                    <a:pt x="44951" y="196622"/>
                  </a:lnTo>
                  <a:lnTo>
                    <a:pt x="55682" y="124638"/>
                  </a:lnTo>
                  <a:lnTo>
                    <a:pt x="64649" y="61770"/>
                  </a:lnTo>
                  <a:lnTo>
                    <a:pt x="70802" y="17266"/>
                  </a:lnTo>
                  <a:lnTo>
                    <a:pt x="73086" y="376"/>
                  </a:lnTo>
                  <a:lnTo>
                    <a:pt x="70992" y="0"/>
                  </a:lnTo>
                  <a:close/>
                </a:path>
              </a:pathLst>
            </a:custGeom>
            <a:solidFill>
              <a:srgbClr val="3897C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455446" y="4519943"/>
            <a:ext cx="1917841" cy="2190449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42827" y="7135931"/>
            <a:ext cx="1972833" cy="2134720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056947" y="2283953"/>
            <a:ext cx="1972826" cy="2123615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42016" y="4624240"/>
            <a:ext cx="1917841" cy="2088653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67318" y="7070713"/>
            <a:ext cx="1972823" cy="2199938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969066" y="6866405"/>
            <a:ext cx="1739852" cy="2405072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549581" y="7149939"/>
            <a:ext cx="1739852" cy="2126715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012233" y="7156918"/>
            <a:ext cx="2036142" cy="2121110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815220" y="2309902"/>
            <a:ext cx="2036136" cy="2098323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4675626" y="4614205"/>
            <a:ext cx="1917841" cy="2098223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4612512" y="2319107"/>
            <a:ext cx="1972834" cy="2088461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4743442" y="7064437"/>
            <a:ext cx="1972826" cy="2206214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732793" y="781072"/>
            <a:ext cx="2698115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Extras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for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adaptation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Head</a:t>
            </a:r>
            <a:r>
              <a:rPr dirty="0" sz="1950" spc="35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coverings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222768" y="6913391"/>
            <a:ext cx="390525" cy="433070"/>
          </a:xfrm>
          <a:custGeom>
            <a:avLst/>
            <a:gdLst/>
            <a:ahLst/>
            <a:cxnLst/>
            <a:rect l="l" t="t" r="r" b="b"/>
            <a:pathLst>
              <a:path w="390525" h="433070">
                <a:moveTo>
                  <a:pt x="109891" y="0"/>
                </a:moveTo>
                <a:lnTo>
                  <a:pt x="105292" y="102352"/>
                </a:lnTo>
                <a:lnTo>
                  <a:pt x="101722" y="163199"/>
                </a:lnTo>
                <a:lnTo>
                  <a:pt x="97346" y="206596"/>
                </a:lnTo>
                <a:lnTo>
                  <a:pt x="90332" y="256599"/>
                </a:lnTo>
                <a:lnTo>
                  <a:pt x="71186" y="315069"/>
                </a:lnTo>
                <a:lnTo>
                  <a:pt x="40693" y="363970"/>
                </a:lnTo>
                <a:lnTo>
                  <a:pt x="12437" y="397538"/>
                </a:lnTo>
                <a:lnTo>
                  <a:pt x="0" y="410008"/>
                </a:lnTo>
                <a:lnTo>
                  <a:pt x="390386" y="432447"/>
                </a:lnTo>
                <a:lnTo>
                  <a:pt x="369044" y="381648"/>
                </a:lnTo>
                <a:lnTo>
                  <a:pt x="357989" y="349960"/>
                </a:lnTo>
                <a:lnTo>
                  <a:pt x="353671" y="324103"/>
                </a:lnTo>
                <a:lnTo>
                  <a:pt x="352544" y="290797"/>
                </a:lnTo>
                <a:lnTo>
                  <a:pt x="357454" y="225713"/>
                </a:lnTo>
                <a:lnTo>
                  <a:pt x="369186" y="136423"/>
                </a:lnTo>
                <a:lnTo>
                  <a:pt x="381096" y="57498"/>
                </a:lnTo>
                <a:lnTo>
                  <a:pt x="386543" y="23507"/>
                </a:lnTo>
                <a:lnTo>
                  <a:pt x="109891" y="0"/>
                </a:lnTo>
                <a:close/>
              </a:path>
            </a:pathLst>
          </a:custGeom>
          <a:solidFill>
            <a:srgbClr val="EA99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815066" y="7208464"/>
            <a:ext cx="827405" cy="407670"/>
            <a:chOff x="4815066" y="7208464"/>
            <a:chExt cx="827405" cy="407670"/>
          </a:xfrm>
        </p:grpSpPr>
        <p:sp>
          <p:nvSpPr>
            <p:cNvPr id="4" name="object 4" descr=""/>
            <p:cNvSpPr/>
            <p:nvPr/>
          </p:nvSpPr>
          <p:spPr>
            <a:xfrm>
              <a:off x="4820362" y="7423683"/>
              <a:ext cx="799465" cy="192405"/>
            </a:xfrm>
            <a:custGeom>
              <a:avLst/>
              <a:gdLst/>
              <a:ahLst/>
              <a:cxnLst/>
              <a:rect l="l" t="t" r="r" b="b"/>
              <a:pathLst>
                <a:path w="799464" h="192404">
                  <a:moveTo>
                    <a:pt x="798907" y="0"/>
                  </a:moveTo>
                  <a:lnTo>
                    <a:pt x="0" y="124006"/>
                  </a:lnTo>
                  <a:lnTo>
                    <a:pt x="8913" y="147981"/>
                  </a:lnTo>
                  <a:lnTo>
                    <a:pt x="31317" y="166632"/>
                  </a:lnTo>
                  <a:lnTo>
                    <a:pt x="64834" y="180121"/>
                  </a:lnTo>
                  <a:lnTo>
                    <a:pt x="107088" y="188614"/>
                  </a:lnTo>
                  <a:lnTo>
                    <a:pt x="155702" y="192273"/>
                  </a:lnTo>
                  <a:lnTo>
                    <a:pt x="208299" y="191264"/>
                  </a:lnTo>
                  <a:lnTo>
                    <a:pt x="262503" y="185748"/>
                  </a:lnTo>
                  <a:lnTo>
                    <a:pt x="315936" y="175892"/>
                  </a:lnTo>
                  <a:lnTo>
                    <a:pt x="366223" y="161858"/>
                  </a:lnTo>
                  <a:lnTo>
                    <a:pt x="410987" y="143810"/>
                  </a:lnTo>
                  <a:lnTo>
                    <a:pt x="474074" y="106501"/>
                  </a:lnTo>
                  <a:lnTo>
                    <a:pt x="501703" y="97232"/>
                  </a:lnTo>
                  <a:lnTo>
                    <a:pt x="529420" y="93876"/>
                  </a:lnTo>
                  <a:lnTo>
                    <a:pt x="555909" y="96206"/>
                  </a:lnTo>
                  <a:lnTo>
                    <a:pt x="573484" y="99945"/>
                  </a:lnTo>
                  <a:lnTo>
                    <a:pt x="585072" y="103818"/>
                  </a:lnTo>
                  <a:lnTo>
                    <a:pt x="595829" y="110189"/>
                  </a:lnTo>
                  <a:lnTo>
                    <a:pt x="610913" y="121420"/>
                  </a:lnTo>
                  <a:lnTo>
                    <a:pt x="674031" y="129495"/>
                  </a:lnTo>
                  <a:lnTo>
                    <a:pt x="713187" y="128773"/>
                  </a:lnTo>
                  <a:lnTo>
                    <a:pt x="744687" y="116181"/>
                  </a:lnTo>
                  <a:lnTo>
                    <a:pt x="784834" y="88646"/>
                  </a:lnTo>
                  <a:lnTo>
                    <a:pt x="798907" y="0"/>
                  </a:lnTo>
                  <a:close/>
                </a:path>
              </a:pathLst>
            </a:custGeom>
            <a:solidFill>
              <a:srgbClr val="1515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815066" y="7208464"/>
              <a:ext cx="827405" cy="389890"/>
            </a:xfrm>
            <a:custGeom>
              <a:avLst/>
              <a:gdLst/>
              <a:ahLst/>
              <a:cxnLst/>
              <a:rect l="l" t="t" r="r" b="b"/>
              <a:pathLst>
                <a:path w="827404" h="389890">
                  <a:moveTo>
                    <a:pt x="439169" y="0"/>
                  </a:moveTo>
                  <a:lnTo>
                    <a:pt x="376769" y="66716"/>
                  </a:lnTo>
                  <a:lnTo>
                    <a:pt x="324874" y="114487"/>
                  </a:lnTo>
                  <a:lnTo>
                    <a:pt x="266072" y="154483"/>
                  </a:lnTo>
                  <a:lnTo>
                    <a:pt x="197824" y="190473"/>
                  </a:lnTo>
                  <a:lnTo>
                    <a:pt x="155059" y="209730"/>
                  </a:lnTo>
                  <a:lnTo>
                    <a:pt x="111753" y="228396"/>
                  </a:lnTo>
                  <a:lnTo>
                    <a:pt x="68814" y="247259"/>
                  </a:lnTo>
                  <a:lnTo>
                    <a:pt x="40026" y="260858"/>
                  </a:lnTo>
                  <a:lnTo>
                    <a:pt x="17558" y="275583"/>
                  </a:lnTo>
                  <a:lnTo>
                    <a:pt x="3515" y="294799"/>
                  </a:lnTo>
                  <a:lnTo>
                    <a:pt x="0" y="321875"/>
                  </a:lnTo>
                  <a:lnTo>
                    <a:pt x="9322" y="346589"/>
                  </a:lnTo>
                  <a:lnTo>
                    <a:pt x="31509" y="365408"/>
                  </a:lnTo>
                  <a:lnTo>
                    <a:pt x="64238" y="378644"/>
                  </a:lnTo>
                  <a:lnTo>
                    <a:pt x="105184" y="386608"/>
                  </a:lnTo>
                  <a:lnTo>
                    <a:pt x="152025" y="389613"/>
                  </a:lnTo>
                  <a:lnTo>
                    <a:pt x="202438" y="387970"/>
                  </a:lnTo>
                  <a:lnTo>
                    <a:pt x="254098" y="381992"/>
                  </a:lnTo>
                  <a:lnTo>
                    <a:pt x="304685" y="371990"/>
                  </a:lnTo>
                  <a:lnTo>
                    <a:pt x="351873" y="358277"/>
                  </a:lnTo>
                  <a:lnTo>
                    <a:pt x="393339" y="341164"/>
                  </a:lnTo>
                  <a:lnTo>
                    <a:pt x="426761" y="320964"/>
                  </a:lnTo>
                  <a:lnTo>
                    <a:pt x="453046" y="306364"/>
                  </a:lnTo>
                  <a:lnTo>
                    <a:pt x="484504" y="297615"/>
                  </a:lnTo>
                  <a:lnTo>
                    <a:pt x="520842" y="293760"/>
                  </a:lnTo>
                  <a:lnTo>
                    <a:pt x="561762" y="293844"/>
                  </a:lnTo>
                  <a:lnTo>
                    <a:pt x="631981" y="291870"/>
                  </a:lnTo>
                  <a:lnTo>
                    <a:pt x="691483" y="281999"/>
                  </a:lnTo>
                  <a:lnTo>
                    <a:pt x="739731" y="267407"/>
                  </a:lnTo>
                  <a:lnTo>
                    <a:pt x="776186" y="251271"/>
                  </a:lnTo>
                  <a:lnTo>
                    <a:pt x="821397" y="218904"/>
                  </a:lnTo>
                  <a:lnTo>
                    <a:pt x="827095" y="194577"/>
                  </a:lnTo>
                  <a:lnTo>
                    <a:pt x="816207" y="147253"/>
                  </a:lnTo>
                  <a:lnTo>
                    <a:pt x="787536" y="60396"/>
                  </a:lnTo>
                  <a:lnTo>
                    <a:pt x="761168" y="70602"/>
                  </a:lnTo>
                  <a:lnTo>
                    <a:pt x="727984" y="85625"/>
                  </a:lnTo>
                  <a:lnTo>
                    <a:pt x="688025" y="100562"/>
                  </a:lnTo>
                  <a:lnTo>
                    <a:pt x="641331" y="110509"/>
                  </a:lnTo>
                  <a:lnTo>
                    <a:pt x="596813" y="114293"/>
                  </a:lnTo>
                  <a:lnTo>
                    <a:pt x="557636" y="115534"/>
                  </a:lnTo>
                  <a:lnTo>
                    <a:pt x="528485" y="114943"/>
                  </a:lnTo>
                  <a:lnTo>
                    <a:pt x="514047" y="113232"/>
                  </a:lnTo>
                  <a:lnTo>
                    <a:pt x="515133" y="107310"/>
                  </a:lnTo>
                  <a:lnTo>
                    <a:pt x="523164" y="95926"/>
                  </a:lnTo>
                  <a:lnTo>
                    <a:pt x="532597" y="83965"/>
                  </a:lnTo>
                  <a:lnTo>
                    <a:pt x="537889" y="76311"/>
                  </a:lnTo>
                  <a:lnTo>
                    <a:pt x="543774" y="54251"/>
                  </a:lnTo>
                  <a:lnTo>
                    <a:pt x="535452" y="38949"/>
                  </a:lnTo>
                  <a:lnTo>
                    <a:pt x="503669" y="23249"/>
                  </a:lnTo>
                  <a:lnTo>
                    <a:pt x="439169" y="0"/>
                  </a:lnTo>
                  <a:close/>
                </a:path>
              </a:pathLst>
            </a:custGeom>
            <a:solidFill>
              <a:srgbClr val="2B2B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854427" y="7358583"/>
              <a:ext cx="347980" cy="149860"/>
            </a:xfrm>
            <a:custGeom>
              <a:avLst/>
              <a:gdLst/>
              <a:ahLst/>
              <a:cxnLst/>
              <a:rect l="l" t="t" r="r" b="b"/>
              <a:pathLst>
                <a:path w="347979" h="149859">
                  <a:moveTo>
                    <a:pt x="233752" y="0"/>
                  </a:moveTo>
                  <a:lnTo>
                    <a:pt x="199784" y="19716"/>
                  </a:lnTo>
                  <a:lnTo>
                    <a:pt x="158463" y="40357"/>
                  </a:lnTo>
                  <a:lnTo>
                    <a:pt x="115695" y="59614"/>
                  </a:lnTo>
                  <a:lnTo>
                    <a:pt x="72389" y="78281"/>
                  </a:lnTo>
                  <a:lnTo>
                    <a:pt x="21584" y="100713"/>
                  </a:lnTo>
                  <a:lnTo>
                    <a:pt x="6827" y="107635"/>
                  </a:lnTo>
                  <a:lnTo>
                    <a:pt x="0" y="111106"/>
                  </a:lnTo>
                  <a:lnTo>
                    <a:pt x="5164" y="127692"/>
                  </a:lnTo>
                  <a:lnTo>
                    <a:pt x="20867" y="142212"/>
                  </a:lnTo>
                  <a:lnTo>
                    <a:pt x="52014" y="149614"/>
                  </a:lnTo>
                  <a:lnTo>
                    <a:pt x="103515" y="144843"/>
                  </a:lnTo>
                  <a:lnTo>
                    <a:pt x="172168" y="130153"/>
                  </a:lnTo>
                  <a:lnTo>
                    <a:pt x="228269" y="115932"/>
                  </a:lnTo>
                  <a:lnTo>
                    <a:pt x="274460" y="101908"/>
                  </a:lnTo>
                  <a:lnTo>
                    <a:pt x="313384" y="87807"/>
                  </a:lnTo>
                  <a:lnTo>
                    <a:pt x="347685" y="73359"/>
                  </a:lnTo>
                  <a:lnTo>
                    <a:pt x="304782" y="50243"/>
                  </a:lnTo>
                  <a:lnTo>
                    <a:pt x="278613" y="34896"/>
                  </a:lnTo>
                  <a:lnTo>
                    <a:pt x="258496" y="20441"/>
                  </a:lnTo>
                  <a:lnTo>
                    <a:pt x="233752" y="0"/>
                  </a:lnTo>
                  <a:close/>
                </a:path>
              </a:pathLst>
            </a:custGeom>
            <a:solidFill>
              <a:srgbClr val="F1EE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68519" y="7270626"/>
              <a:ext cx="135468" cy="101808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6370083" y="6928036"/>
            <a:ext cx="307340" cy="429895"/>
          </a:xfrm>
          <a:custGeom>
            <a:avLst/>
            <a:gdLst/>
            <a:ahLst/>
            <a:cxnLst/>
            <a:rect l="l" t="t" r="r" b="b"/>
            <a:pathLst>
              <a:path w="307340" h="429895">
                <a:moveTo>
                  <a:pt x="255185" y="0"/>
                </a:moveTo>
                <a:lnTo>
                  <a:pt x="0" y="12219"/>
                </a:lnTo>
                <a:lnTo>
                  <a:pt x="13630" y="90111"/>
                </a:lnTo>
                <a:lnTo>
                  <a:pt x="23207" y="143510"/>
                </a:lnTo>
                <a:lnTo>
                  <a:pt x="33261" y="197107"/>
                </a:lnTo>
                <a:lnTo>
                  <a:pt x="48323" y="275593"/>
                </a:lnTo>
                <a:lnTo>
                  <a:pt x="51131" y="293189"/>
                </a:lnTo>
                <a:lnTo>
                  <a:pt x="52384" y="309432"/>
                </a:lnTo>
                <a:lnTo>
                  <a:pt x="52206" y="326190"/>
                </a:lnTo>
                <a:lnTo>
                  <a:pt x="50720" y="345329"/>
                </a:lnTo>
                <a:lnTo>
                  <a:pt x="48494" y="378210"/>
                </a:lnTo>
                <a:lnTo>
                  <a:pt x="48129" y="405025"/>
                </a:lnTo>
                <a:lnTo>
                  <a:pt x="48635" y="423086"/>
                </a:lnTo>
                <a:lnTo>
                  <a:pt x="49024" y="429704"/>
                </a:lnTo>
                <a:lnTo>
                  <a:pt x="306796" y="407683"/>
                </a:lnTo>
                <a:lnTo>
                  <a:pt x="280387" y="358682"/>
                </a:lnTo>
                <a:lnTo>
                  <a:pt x="265778" y="327682"/>
                </a:lnTo>
                <a:lnTo>
                  <a:pt x="257744" y="301482"/>
                </a:lnTo>
                <a:lnTo>
                  <a:pt x="251060" y="266881"/>
                </a:lnTo>
                <a:lnTo>
                  <a:pt x="247349" y="200877"/>
                </a:lnTo>
                <a:lnTo>
                  <a:pt x="249251" y="111836"/>
                </a:lnTo>
                <a:lnTo>
                  <a:pt x="253089" y="33598"/>
                </a:lnTo>
                <a:lnTo>
                  <a:pt x="255185" y="0"/>
                </a:lnTo>
                <a:close/>
              </a:path>
            </a:pathLst>
          </a:custGeom>
          <a:solidFill>
            <a:srgbClr val="EA99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6397435" y="7230907"/>
            <a:ext cx="461009" cy="448309"/>
            <a:chOff x="6397435" y="7230907"/>
            <a:chExt cx="461009" cy="448309"/>
          </a:xfrm>
        </p:grpSpPr>
        <p:sp>
          <p:nvSpPr>
            <p:cNvPr id="10" name="object 10" descr=""/>
            <p:cNvSpPr/>
            <p:nvPr/>
          </p:nvSpPr>
          <p:spPr>
            <a:xfrm>
              <a:off x="6435189" y="7403873"/>
              <a:ext cx="415925" cy="275590"/>
            </a:xfrm>
            <a:custGeom>
              <a:avLst/>
              <a:gdLst/>
              <a:ahLst/>
              <a:cxnLst/>
              <a:rect l="l" t="t" r="r" b="b"/>
              <a:pathLst>
                <a:path w="415925" h="275590">
                  <a:moveTo>
                    <a:pt x="196611" y="0"/>
                  </a:moveTo>
                  <a:lnTo>
                    <a:pt x="0" y="17957"/>
                  </a:lnTo>
                  <a:lnTo>
                    <a:pt x="12327" y="47689"/>
                  </a:lnTo>
                  <a:lnTo>
                    <a:pt x="20323" y="64823"/>
                  </a:lnTo>
                  <a:lnTo>
                    <a:pt x="27488" y="75862"/>
                  </a:lnTo>
                  <a:lnTo>
                    <a:pt x="37318" y="87306"/>
                  </a:lnTo>
                  <a:lnTo>
                    <a:pt x="51802" y="94860"/>
                  </a:lnTo>
                  <a:lnTo>
                    <a:pt x="60961" y="98866"/>
                  </a:lnTo>
                  <a:lnTo>
                    <a:pt x="70071" y="114624"/>
                  </a:lnTo>
                  <a:lnTo>
                    <a:pt x="102567" y="186109"/>
                  </a:lnTo>
                  <a:lnTo>
                    <a:pt x="147081" y="234324"/>
                  </a:lnTo>
                  <a:lnTo>
                    <a:pt x="180229" y="253454"/>
                  </a:lnTo>
                  <a:lnTo>
                    <a:pt x="222603" y="268584"/>
                  </a:lnTo>
                  <a:lnTo>
                    <a:pt x="273482" y="275186"/>
                  </a:lnTo>
                  <a:lnTo>
                    <a:pt x="332146" y="268735"/>
                  </a:lnTo>
                  <a:lnTo>
                    <a:pt x="388213" y="250789"/>
                  </a:lnTo>
                  <a:lnTo>
                    <a:pt x="410703" y="233047"/>
                  </a:lnTo>
                  <a:lnTo>
                    <a:pt x="414736" y="215325"/>
                  </a:lnTo>
                  <a:lnTo>
                    <a:pt x="415432" y="197439"/>
                  </a:lnTo>
                  <a:lnTo>
                    <a:pt x="196611" y="0"/>
                  </a:lnTo>
                  <a:close/>
                </a:path>
              </a:pathLst>
            </a:custGeom>
            <a:solidFill>
              <a:srgbClr val="15151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397435" y="7230907"/>
              <a:ext cx="458470" cy="428625"/>
            </a:xfrm>
            <a:custGeom>
              <a:avLst/>
              <a:gdLst/>
              <a:ahLst/>
              <a:cxnLst/>
              <a:rect l="l" t="t" r="r" b="b"/>
              <a:pathLst>
                <a:path w="458470" h="428625">
                  <a:moveTo>
                    <a:pt x="216187" y="0"/>
                  </a:moveTo>
                  <a:lnTo>
                    <a:pt x="167061" y="6383"/>
                  </a:lnTo>
                  <a:lnTo>
                    <a:pt x="115864" y="21572"/>
                  </a:lnTo>
                  <a:lnTo>
                    <a:pt x="72031" y="43412"/>
                  </a:lnTo>
                  <a:lnTo>
                    <a:pt x="68912" y="55203"/>
                  </a:lnTo>
                  <a:lnTo>
                    <a:pt x="75415" y="72592"/>
                  </a:lnTo>
                  <a:lnTo>
                    <a:pt x="83003" y="89945"/>
                  </a:lnTo>
                  <a:lnTo>
                    <a:pt x="83141" y="101630"/>
                  </a:lnTo>
                  <a:lnTo>
                    <a:pt x="38367" y="89955"/>
                  </a:lnTo>
                  <a:lnTo>
                    <a:pt x="27381" y="51911"/>
                  </a:lnTo>
                  <a:lnTo>
                    <a:pt x="21981" y="40774"/>
                  </a:lnTo>
                  <a:lnTo>
                    <a:pt x="4263" y="76309"/>
                  </a:lnTo>
                  <a:lnTo>
                    <a:pt x="0" y="103795"/>
                  </a:lnTo>
                  <a:lnTo>
                    <a:pt x="10669" y="137309"/>
                  </a:lnTo>
                  <a:lnTo>
                    <a:pt x="37750" y="190926"/>
                  </a:lnTo>
                  <a:lnTo>
                    <a:pt x="76303" y="229534"/>
                  </a:lnTo>
                  <a:lnTo>
                    <a:pt x="97032" y="251627"/>
                  </a:lnTo>
                  <a:lnTo>
                    <a:pt x="107028" y="265508"/>
                  </a:lnTo>
                  <a:lnTo>
                    <a:pt x="113381" y="279478"/>
                  </a:lnTo>
                  <a:lnTo>
                    <a:pt x="128257" y="314292"/>
                  </a:lnTo>
                  <a:lnTo>
                    <a:pt x="141383" y="340055"/>
                  </a:lnTo>
                  <a:lnTo>
                    <a:pt x="171630" y="375046"/>
                  </a:lnTo>
                  <a:lnTo>
                    <a:pt x="214163" y="402251"/>
                  </a:lnTo>
                  <a:lnTo>
                    <a:pt x="262724" y="420896"/>
                  </a:lnTo>
                  <a:lnTo>
                    <a:pt x="316866" y="428620"/>
                  </a:lnTo>
                  <a:lnTo>
                    <a:pt x="376137" y="423066"/>
                  </a:lnTo>
                  <a:lnTo>
                    <a:pt x="414487" y="413112"/>
                  </a:lnTo>
                  <a:lnTo>
                    <a:pt x="457899" y="351942"/>
                  </a:lnTo>
                  <a:lnTo>
                    <a:pt x="453552" y="315147"/>
                  </a:lnTo>
                  <a:lnTo>
                    <a:pt x="418450" y="257018"/>
                  </a:lnTo>
                  <a:lnTo>
                    <a:pt x="389399" y="218292"/>
                  </a:lnTo>
                  <a:lnTo>
                    <a:pt x="352270" y="175639"/>
                  </a:lnTo>
                  <a:lnTo>
                    <a:pt x="316722" y="136111"/>
                  </a:lnTo>
                  <a:lnTo>
                    <a:pt x="292412" y="106761"/>
                  </a:lnTo>
                  <a:lnTo>
                    <a:pt x="275329" y="76518"/>
                  </a:lnTo>
                  <a:lnTo>
                    <a:pt x="264812" y="47603"/>
                  </a:lnTo>
                  <a:lnTo>
                    <a:pt x="253806" y="4576"/>
                  </a:lnTo>
                  <a:lnTo>
                    <a:pt x="216187" y="0"/>
                  </a:lnTo>
                  <a:close/>
                </a:path>
              </a:pathLst>
            </a:custGeom>
            <a:solidFill>
              <a:srgbClr val="2B2B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547121" y="7383388"/>
              <a:ext cx="311785" cy="213995"/>
            </a:xfrm>
            <a:custGeom>
              <a:avLst/>
              <a:gdLst/>
              <a:ahLst/>
              <a:cxnLst/>
              <a:rect l="l" t="t" r="r" b="b"/>
              <a:pathLst>
                <a:path w="311784" h="213995">
                  <a:moveTo>
                    <a:pt x="168068" y="0"/>
                  </a:moveTo>
                  <a:lnTo>
                    <a:pt x="108852" y="18965"/>
                  </a:lnTo>
                  <a:lnTo>
                    <a:pt x="71606" y="30705"/>
                  </a:lnTo>
                  <a:lnTo>
                    <a:pt x="40574" y="40098"/>
                  </a:lnTo>
                  <a:lnTo>
                    <a:pt x="0" y="52019"/>
                  </a:lnTo>
                  <a:lnTo>
                    <a:pt x="44978" y="112446"/>
                  </a:lnTo>
                  <a:lnTo>
                    <a:pt x="85447" y="156891"/>
                  </a:lnTo>
                  <a:lnTo>
                    <a:pt x="122367" y="187293"/>
                  </a:lnTo>
                  <a:lnTo>
                    <a:pt x="156702" y="205587"/>
                  </a:lnTo>
                  <a:lnTo>
                    <a:pt x="189413" y="213712"/>
                  </a:lnTo>
                  <a:lnTo>
                    <a:pt x="221463" y="213603"/>
                  </a:lnTo>
                  <a:lnTo>
                    <a:pt x="253814" y="207197"/>
                  </a:lnTo>
                  <a:lnTo>
                    <a:pt x="303557" y="190095"/>
                  </a:lnTo>
                  <a:lnTo>
                    <a:pt x="311206" y="162811"/>
                  </a:lnTo>
                  <a:lnTo>
                    <a:pt x="268723" y="105921"/>
                  </a:lnTo>
                  <a:lnTo>
                    <a:pt x="168068" y="0"/>
                  </a:lnTo>
                  <a:close/>
                </a:path>
              </a:pathLst>
            </a:custGeom>
            <a:solidFill>
              <a:srgbClr val="F1EE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9912526" y="5627792"/>
            <a:ext cx="323215" cy="584835"/>
            <a:chOff x="9912526" y="5627792"/>
            <a:chExt cx="323215" cy="584835"/>
          </a:xfrm>
        </p:grpSpPr>
        <p:sp>
          <p:nvSpPr>
            <p:cNvPr id="14" name="object 14" descr=""/>
            <p:cNvSpPr/>
            <p:nvPr/>
          </p:nvSpPr>
          <p:spPr>
            <a:xfrm>
              <a:off x="9912904" y="5666162"/>
              <a:ext cx="321310" cy="546735"/>
            </a:xfrm>
            <a:custGeom>
              <a:avLst/>
              <a:gdLst/>
              <a:ahLst/>
              <a:cxnLst/>
              <a:rect l="l" t="t" r="r" b="b"/>
              <a:pathLst>
                <a:path w="321309" h="546735">
                  <a:moveTo>
                    <a:pt x="132290" y="0"/>
                  </a:moveTo>
                  <a:lnTo>
                    <a:pt x="92004" y="17559"/>
                  </a:lnTo>
                  <a:lnTo>
                    <a:pt x="31894" y="72398"/>
                  </a:lnTo>
                  <a:lnTo>
                    <a:pt x="9201" y="284008"/>
                  </a:lnTo>
                  <a:lnTo>
                    <a:pt x="4409" y="332381"/>
                  </a:lnTo>
                  <a:lnTo>
                    <a:pt x="0" y="381048"/>
                  </a:lnTo>
                  <a:lnTo>
                    <a:pt x="16" y="423833"/>
                  </a:lnTo>
                  <a:lnTo>
                    <a:pt x="34706" y="489838"/>
                  </a:lnTo>
                  <a:lnTo>
                    <a:pt x="75704" y="515966"/>
                  </a:lnTo>
                  <a:lnTo>
                    <a:pt x="136686" y="539452"/>
                  </a:lnTo>
                  <a:lnTo>
                    <a:pt x="185615" y="546208"/>
                  </a:lnTo>
                  <a:lnTo>
                    <a:pt x="228750" y="536721"/>
                  </a:lnTo>
                  <a:lnTo>
                    <a:pt x="264965" y="514907"/>
                  </a:lnTo>
                  <a:lnTo>
                    <a:pt x="293131" y="484678"/>
                  </a:lnTo>
                  <a:lnTo>
                    <a:pt x="312121" y="449950"/>
                  </a:lnTo>
                  <a:lnTo>
                    <a:pt x="320808" y="414636"/>
                  </a:lnTo>
                  <a:lnTo>
                    <a:pt x="318063" y="382650"/>
                  </a:lnTo>
                  <a:lnTo>
                    <a:pt x="226286" y="79309"/>
                  </a:lnTo>
                  <a:lnTo>
                    <a:pt x="170976" y="20367"/>
                  </a:lnTo>
                  <a:lnTo>
                    <a:pt x="132290" y="0"/>
                  </a:lnTo>
                  <a:close/>
                </a:path>
              </a:pathLst>
            </a:custGeom>
            <a:solidFill>
              <a:srgbClr val="3924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9914269" y="5627792"/>
              <a:ext cx="321310" cy="546735"/>
            </a:xfrm>
            <a:custGeom>
              <a:avLst/>
              <a:gdLst/>
              <a:ahLst/>
              <a:cxnLst/>
              <a:rect l="l" t="t" r="r" b="b"/>
              <a:pathLst>
                <a:path w="321309" h="546735">
                  <a:moveTo>
                    <a:pt x="132290" y="0"/>
                  </a:moveTo>
                  <a:lnTo>
                    <a:pt x="92004" y="17561"/>
                  </a:lnTo>
                  <a:lnTo>
                    <a:pt x="31894" y="72406"/>
                  </a:lnTo>
                  <a:lnTo>
                    <a:pt x="9201" y="284016"/>
                  </a:lnTo>
                  <a:lnTo>
                    <a:pt x="4409" y="332389"/>
                  </a:lnTo>
                  <a:lnTo>
                    <a:pt x="0" y="381056"/>
                  </a:lnTo>
                  <a:lnTo>
                    <a:pt x="16" y="423841"/>
                  </a:lnTo>
                  <a:lnTo>
                    <a:pt x="34706" y="489846"/>
                  </a:lnTo>
                  <a:lnTo>
                    <a:pt x="75704" y="515974"/>
                  </a:lnTo>
                  <a:lnTo>
                    <a:pt x="136686" y="539460"/>
                  </a:lnTo>
                  <a:lnTo>
                    <a:pt x="185615" y="546216"/>
                  </a:lnTo>
                  <a:lnTo>
                    <a:pt x="228750" y="536729"/>
                  </a:lnTo>
                  <a:lnTo>
                    <a:pt x="264965" y="514915"/>
                  </a:lnTo>
                  <a:lnTo>
                    <a:pt x="293131" y="484686"/>
                  </a:lnTo>
                  <a:lnTo>
                    <a:pt x="312121" y="449957"/>
                  </a:lnTo>
                  <a:lnTo>
                    <a:pt x="320808" y="414643"/>
                  </a:lnTo>
                  <a:lnTo>
                    <a:pt x="318063" y="382658"/>
                  </a:lnTo>
                  <a:lnTo>
                    <a:pt x="226286" y="79316"/>
                  </a:lnTo>
                  <a:lnTo>
                    <a:pt x="170976" y="20369"/>
                  </a:lnTo>
                  <a:lnTo>
                    <a:pt x="132290" y="0"/>
                  </a:lnTo>
                  <a:close/>
                </a:path>
              </a:pathLst>
            </a:custGeom>
            <a:solidFill>
              <a:srgbClr val="5F3D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912526" y="5895571"/>
              <a:ext cx="323215" cy="278765"/>
            </a:xfrm>
            <a:custGeom>
              <a:avLst/>
              <a:gdLst/>
              <a:ahLst/>
              <a:cxnLst/>
              <a:rect l="l" t="t" r="r" b="b"/>
              <a:pathLst>
                <a:path w="323215" h="278764">
                  <a:moveTo>
                    <a:pt x="284996" y="0"/>
                  </a:moveTo>
                  <a:lnTo>
                    <a:pt x="296322" y="62077"/>
                  </a:lnTo>
                  <a:lnTo>
                    <a:pt x="297938" y="97637"/>
                  </a:lnTo>
                  <a:lnTo>
                    <a:pt x="287900" y="120060"/>
                  </a:lnTo>
                  <a:lnTo>
                    <a:pt x="264264" y="142728"/>
                  </a:lnTo>
                  <a:lnTo>
                    <a:pt x="230089" y="160176"/>
                  </a:lnTo>
                  <a:lnTo>
                    <a:pt x="183221" y="168712"/>
                  </a:lnTo>
                  <a:lnTo>
                    <a:pt x="132541" y="168043"/>
                  </a:lnTo>
                  <a:lnTo>
                    <a:pt x="86931" y="157878"/>
                  </a:lnTo>
                  <a:lnTo>
                    <a:pt x="33139" y="101289"/>
                  </a:lnTo>
                  <a:lnTo>
                    <a:pt x="19733" y="61225"/>
                  </a:lnTo>
                  <a:lnTo>
                    <a:pt x="11339" y="15706"/>
                  </a:lnTo>
                  <a:lnTo>
                    <a:pt x="3482" y="78982"/>
                  </a:lnTo>
                  <a:lnTo>
                    <a:pt x="0" y="115556"/>
                  </a:lnTo>
                  <a:lnTo>
                    <a:pt x="113" y="139361"/>
                  </a:lnTo>
                  <a:lnTo>
                    <a:pt x="3047" y="164330"/>
                  </a:lnTo>
                  <a:lnTo>
                    <a:pt x="43028" y="226090"/>
                  </a:lnTo>
                  <a:lnTo>
                    <a:pt x="81198" y="251957"/>
                  </a:lnTo>
                  <a:lnTo>
                    <a:pt x="126621" y="270417"/>
                  </a:lnTo>
                  <a:lnTo>
                    <a:pt x="175649" y="278420"/>
                  </a:lnTo>
                  <a:lnTo>
                    <a:pt x="226640" y="270424"/>
                  </a:lnTo>
                  <a:lnTo>
                    <a:pt x="267539" y="246746"/>
                  </a:lnTo>
                  <a:lnTo>
                    <a:pt x="297652" y="213811"/>
                  </a:lnTo>
                  <a:lnTo>
                    <a:pt x="316288" y="178041"/>
                  </a:lnTo>
                  <a:lnTo>
                    <a:pt x="322754" y="145859"/>
                  </a:lnTo>
                  <a:lnTo>
                    <a:pt x="316956" y="103203"/>
                  </a:lnTo>
                  <a:lnTo>
                    <a:pt x="303965" y="55271"/>
                  </a:lnTo>
                  <a:lnTo>
                    <a:pt x="290930" y="16168"/>
                  </a:lnTo>
                  <a:lnTo>
                    <a:pt x="284996" y="0"/>
                  </a:lnTo>
                  <a:close/>
                </a:path>
              </a:pathLst>
            </a:custGeom>
            <a:solidFill>
              <a:srgbClr val="5833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923856" y="5771203"/>
              <a:ext cx="278765" cy="300990"/>
            </a:xfrm>
            <a:custGeom>
              <a:avLst/>
              <a:gdLst/>
              <a:ahLst/>
              <a:cxnLst/>
              <a:rect l="l" t="t" r="r" b="b"/>
              <a:pathLst>
                <a:path w="278765" h="300989">
                  <a:moveTo>
                    <a:pt x="232829" y="17970"/>
                  </a:moveTo>
                  <a:lnTo>
                    <a:pt x="231851" y="14008"/>
                  </a:lnTo>
                  <a:lnTo>
                    <a:pt x="229476" y="12585"/>
                  </a:lnTo>
                  <a:lnTo>
                    <a:pt x="226593" y="10858"/>
                  </a:lnTo>
                  <a:lnTo>
                    <a:pt x="214871" y="8115"/>
                  </a:lnTo>
                  <a:lnTo>
                    <a:pt x="194386" y="5003"/>
                  </a:lnTo>
                  <a:lnTo>
                    <a:pt x="179971" y="3784"/>
                  </a:lnTo>
                  <a:lnTo>
                    <a:pt x="179971" y="15824"/>
                  </a:lnTo>
                  <a:lnTo>
                    <a:pt x="166458" y="16802"/>
                  </a:lnTo>
                  <a:lnTo>
                    <a:pt x="156870" y="17983"/>
                  </a:lnTo>
                  <a:lnTo>
                    <a:pt x="150495" y="19532"/>
                  </a:lnTo>
                  <a:lnTo>
                    <a:pt x="146596" y="21590"/>
                  </a:lnTo>
                  <a:lnTo>
                    <a:pt x="140347" y="25234"/>
                  </a:lnTo>
                  <a:lnTo>
                    <a:pt x="133324" y="26644"/>
                  </a:lnTo>
                  <a:lnTo>
                    <a:pt x="125717" y="25819"/>
                  </a:lnTo>
                  <a:lnTo>
                    <a:pt x="117690" y="22745"/>
                  </a:lnTo>
                  <a:lnTo>
                    <a:pt x="113893" y="20777"/>
                  </a:lnTo>
                  <a:lnTo>
                    <a:pt x="106159" y="19913"/>
                  </a:lnTo>
                  <a:lnTo>
                    <a:pt x="86233" y="19202"/>
                  </a:lnTo>
                  <a:lnTo>
                    <a:pt x="60350" y="18796"/>
                  </a:lnTo>
                  <a:lnTo>
                    <a:pt x="74193" y="16065"/>
                  </a:lnTo>
                  <a:lnTo>
                    <a:pt x="98894" y="13335"/>
                  </a:lnTo>
                  <a:lnTo>
                    <a:pt x="134239" y="12585"/>
                  </a:lnTo>
                  <a:lnTo>
                    <a:pt x="179971" y="15824"/>
                  </a:lnTo>
                  <a:lnTo>
                    <a:pt x="179971" y="3784"/>
                  </a:lnTo>
                  <a:lnTo>
                    <a:pt x="135724" y="0"/>
                  </a:lnTo>
                  <a:lnTo>
                    <a:pt x="92621" y="1130"/>
                  </a:lnTo>
                  <a:lnTo>
                    <a:pt x="65252" y="4826"/>
                  </a:lnTo>
                  <a:lnTo>
                    <a:pt x="38328" y="11163"/>
                  </a:lnTo>
                  <a:lnTo>
                    <a:pt x="28714" y="14389"/>
                  </a:lnTo>
                  <a:lnTo>
                    <a:pt x="23901" y="17970"/>
                  </a:lnTo>
                  <a:lnTo>
                    <a:pt x="22885" y="22593"/>
                  </a:lnTo>
                  <a:lnTo>
                    <a:pt x="25069" y="27279"/>
                  </a:lnTo>
                  <a:lnTo>
                    <a:pt x="31953" y="29819"/>
                  </a:lnTo>
                  <a:lnTo>
                    <a:pt x="45872" y="30975"/>
                  </a:lnTo>
                  <a:lnTo>
                    <a:pt x="81737" y="31686"/>
                  </a:lnTo>
                  <a:lnTo>
                    <a:pt x="94767" y="32067"/>
                  </a:lnTo>
                  <a:lnTo>
                    <a:pt x="105689" y="32766"/>
                  </a:lnTo>
                  <a:lnTo>
                    <a:pt x="111950" y="33896"/>
                  </a:lnTo>
                  <a:lnTo>
                    <a:pt x="118427" y="37236"/>
                  </a:lnTo>
                  <a:lnTo>
                    <a:pt x="124942" y="38989"/>
                  </a:lnTo>
                  <a:lnTo>
                    <a:pt x="139674" y="39522"/>
                  </a:lnTo>
                  <a:lnTo>
                    <a:pt x="147637" y="36918"/>
                  </a:lnTo>
                  <a:lnTo>
                    <a:pt x="154203" y="31534"/>
                  </a:lnTo>
                  <a:lnTo>
                    <a:pt x="160566" y="30073"/>
                  </a:lnTo>
                  <a:lnTo>
                    <a:pt x="171564" y="28956"/>
                  </a:lnTo>
                  <a:lnTo>
                    <a:pt x="184442" y="28130"/>
                  </a:lnTo>
                  <a:lnTo>
                    <a:pt x="212940" y="26644"/>
                  </a:lnTo>
                  <a:lnTo>
                    <a:pt x="215036" y="26530"/>
                  </a:lnTo>
                  <a:lnTo>
                    <a:pt x="226060" y="25196"/>
                  </a:lnTo>
                  <a:lnTo>
                    <a:pt x="231394" y="22745"/>
                  </a:lnTo>
                  <a:lnTo>
                    <a:pt x="232778" y="18796"/>
                  </a:lnTo>
                  <a:lnTo>
                    <a:pt x="232829" y="17970"/>
                  </a:lnTo>
                  <a:close/>
                </a:path>
                <a:path w="278765" h="300989">
                  <a:moveTo>
                    <a:pt x="259588" y="79641"/>
                  </a:moveTo>
                  <a:lnTo>
                    <a:pt x="256959" y="67373"/>
                  </a:lnTo>
                  <a:lnTo>
                    <a:pt x="210058" y="71310"/>
                  </a:lnTo>
                  <a:lnTo>
                    <a:pt x="170370" y="66306"/>
                  </a:lnTo>
                  <a:lnTo>
                    <a:pt x="142798" y="58623"/>
                  </a:lnTo>
                  <a:lnTo>
                    <a:pt x="132219" y="54533"/>
                  </a:lnTo>
                  <a:lnTo>
                    <a:pt x="128892" y="52997"/>
                  </a:lnTo>
                  <a:lnTo>
                    <a:pt x="125920" y="55156"/>
                  </a:lnTo>
                  <a:lnTo>
                    <a:pt x="89801" y="71589"/>
                  </a:lnTo>
                  <a:lnTo>
                    <a:pt x="50800" y="78346"/>
                  </a:lnTo>
                  <a:lnTo>
                    <a:pt x="19443" y="79425"/>
                  </a:lnTo>
                  <a:lnTo>
                    <a:pt x="6261" y="78828"/>
                  </a:lnTo>
                  <a:lnTo>
                    <a:pt x="5156" y="91351"/>
                  </a:lnTo>
                  <a:lnTo>
                    <a:pt x="14846" y="91897"/>
                  </a:lnTo>
                  <a:lnTo>
                    <a:pt x="37211" y="91846"/>
                  </a:lnTo>
                  <a:lnTo>
                    <a:pt x="67246" y="89128"/>
                  </a:lnTo>
                  <a:lnTo>
                    <a:pt x="99949" y="81661"/>
                  </a:lnTo>
                  <a:lnTo>
                    <a:pt x="130327" y="67373"/>
                  </a:lnTo>
                  <a:lnTo>
                    <a:pt x="147815" y="73545"/>
                  </a:lnTo>
                  <a:lnTo>
                    <a:pt x="177292" y="80568"/>
                  </a:lnTo>
                  <a:lnTo>
                    <a:pt x="215607" y="84061"/>
                  </a:lnTo>
                  <a:lnTo>
                    <a:pt x="259588" y="79641"/>
                  </a:lnTo>
                  <a:close/>
                </a:path>
                <a:path w="278765" h="300989">
                  <a:moveTo>
                    <a:pt x="278384" y="187248"/>
                  </a:moveTo>
                  <a:lnTo>
                    <a:pt x="277050" y="155663"/>
                  </a:lnTo>
                  <a:lnTo>
                    <a:pt x="273659" y="124371"/>
                  </a:lnTo>
                  <a:lnTo>
                    <a:pt x="273862" y="140081"/>
                  </a:lnTo>
                  <a:lnTo>
                    <a:pt x="273748" y="155752"/>
                  </a:lnTo>
                  <a:lnTo>
                    <a:pt x="270713" y="202450"/>
                  </a:lnTo>
                  <a:lnTo>
                    <a:pt x="260565" y="247091"/>
                  </a:lnTo>
                  <a:lnTo>
                    <a:pt x="230085" y="275259"/>
                  </a:lnTo>
                  <a:lnTo>
                    <a:pt x="186131" y="286296"/>
                  </a:lnTo>
                  <a:lnTo>
                    <a:pt x="155549" y="288391"/>
                  </a:lnTo>
                  <a:lnTo>
                    <a:pt x="140208" y="288290"/>
                  </a:lnTo>
                  <a:lnTo>
                    <a:pt x="94830" y="282371"/>
                  </a:lnTo>
                  <a:lnTo>
                    <a:pt x="54406" y="264553"/>
                  </a:lnTo>
                  <a:lnTo>
                    <a:pt x="27012" y="229133"/>
                  </a:lnTo>
                  <a:lnTo>
                    <a:pt x="10223" y="185889"/>
                  </a:lnTo>
                  <a:lnTo>
                    <a:pt x="0" y="140081"/>
                  </a:lnTo>
                  <a:lnTo>
                    <a:pt x="977" y="155803"/>
                  </a:lnTo>
                  <a:lnTo>
                    <a:pt x="9258" y="202476"/>
                  </a:lnTo>
                  <a:lnTo>
                    <a:pt x="27241" y="246900"/>
                  </a:lnTo>
                  <a:lnTo>
                    <a:pt x="54305" y="277710"/>
                  </a:lnTo>
                  <a:lnTo>
                    <a:pt x="91948" y="293865"/>
                  </a:lnTo>
                  <a:lnTo>
                    <a:pt x="139712" y="300659"/>
                  </a:lnTo>
                  <a:lnTo>
                    <a:pt x="155752" y="300939"/>
                  </a:lnTo>
                  <a:lnTo>
                    <a:pt x="171780" y="300139"/>
                  </a:lnTo>
                  <a:lnTo>
                    <a:pt x="219341" y="291553"/>
                  </a:lnTo>
                  <a:lnTo>
                    <a:pt x="249250" y="277647"/>
                  </a:lnTo>
                  <a:lnTo>
                    <a:pt x="251714" y="276352"/>
                  </a:lnTo>
                  <a:lnTo>
                    <a:pt x="253720" y="274053"/>
                  </a:lnTo>
                  <a:lnTo>
                    <a:pt x="259168" y="269367"/>
                  </a:lnTo>
                  <a:lnTo>
                    <a:pt x="261835" y="265747"/>
                  </a:lnTo>
                  <a:lnTo>
                    <a:pt x="265722" y="260921"/>
                  </a:lnTo>
                  <a:lnTo>
                    <a:pt x="267550" y="255701"/>
                  </a:lnTo>
                  <a:lnTo>
                    <a:pt x="269582" y="250532"/>
                  </a:lnTo>
                  <a:lnTo>
                    <a:pt x="276339" y="218935"/>
                  </a:lnTo>
                  <a:lnTo>
                    <a:pt x="278384" y="187248"/>
                  </a:lnTo>
                  <a:close/>
                </a:path>
              </a:pathLst>
            </a:custGeom>
            <a:solidFill>
              <a:srgbClr val="39241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8446716" y="5732725"/>
            <a:ext cx="939800" cy="433705"/>
            <a:chOff x="8446716" y="5732725"/>
            <a:chExt cx="939800" cy="433705"/>
          </a:xfrm>
        </p:grpSpPr>
        <p:sp>
          <p:nvSpPr>
            <p:cNvPr id="19" name="object 19" descr=""/>
            <p:cNvSpPr/>
            <p:nvPr/>
          </p:nvSpPr>
          <p:spPr>
            <a:xfrm>
              <a:off x="8466076" y="5732725"/>
              <a:ext cx="913765" cy="392430"/>
            </a:xfrm>
            <a:custGeom>
              <a:avLst/>
              <a:gdLst/>
              <a:ahLst/>
              <a:cxnLst/>
              <a:rect l="l" t="t" r="r" b="b"/>
              <a:pathLst>
                <a:path w="913765" h="392429">
                  <a:moveTo>
                    <a:pt x="609173" y="0"/>
                  </a:moveTo>
                  <a:lnTo>
                    <a:pt x="583263" y="1562"/>
                  </a:lnTo>
                  <a:lnTo>
                    <a:pt x="547627" y="16880"/>
                  </a:lnTo>
                  <a:lnTo>
                    <a:pt x="527660" y="31143"/>
                  </a:lnTo>
                  <a:lnTo>
                    <a:pt x="444998" y="97413"/>
                  </a:lnTo>
                  <a:lnTo>
                    <a:pt x="392791" y="136861"/>
                  </a:lnTo>
                  <a:lnTo>
                    <a:pt x="340323" y="172147"/>
                  </a:lnTo>
                  <a:lnTo>
                    <a:pt x="292839" y="196990"/>
                  </a:lnTo>
                  <a:lnTo>
                    <a:pt x="241081" y="215290"/>
                  </a:lnTo>
                  <a:lnTo>
                    <a:pt x="190667" y="229494"/>
                  </a:lnTo>
                  <a:lnTo>
                    <a:pt x="143225" y="241677"/>
                  </a:lnTo>
                  <a:lnTo>
                    <a:pt x="100382" y="253916"/>
                  </a:lnTo>
                  <a:lnTo>
                    <a:pt x="63768" y="268286"/>
                  </a:lnTo>
                  <a:lnTo>
                    <a:pt x="29834" y="291295"/>
                  </a:lnTo>
                  <a:lnTo>
                    <a:pt x="9195" y="316496"/>
                  </a:lnTo>
                  <a:lnTo>
                    <a:pt x="0" y="338632"/>
                  </a:lnTo>
                  <a:lnTo>
                    <a:pt x="398" y="352440"/>
                  </a:lnTo>
                  <a:lnTo>
                    <a:pt x="46735" y="369621"/>
                  </a:lnTo>
                  <a:lnTo>
                    <a:pt x="95225" y="379196"/>
                  </a:lnTo>
                  <a:lnTo>
                    <a:pt x="157099" y="387257"/>
                  </a:lnTo>
                  <a:lnTo>
                    <a:pt x="229731" y="392177"/>
                  </a:lnTo>
                  <a:lnTo>
                    <a:pt x="281256" y="391457"/>
                  </a:lnTo>
                  <a:lnTo>
                    <a:pt x="337767" y="386641"/>
                  </a:lnTo>
                  <a:lnTo>
                    <a:pt x="396797" y="379004"/>
                  </a:lnTo>
                  <a:lnTo>
                    <a:pt x="455883" y="369821"/>
                  </a:lnTo>
                  <a:lnTo>
                    <a:pt x="564357" y="351907"/>
                  </a:lnTo>
                  <a:lnTo>
                    <a:pt x="608815" y="345724"/>
                  </a:lnTo>
                  <a:lnTo>
                    <a:pt x="643467" y="343090"/>
                  </a:lnTo>
                  <a:lnTo>
                    <a:pt x="697820" y="341741"/>
                  </a:lnTo>
                  <a:lnTo>
                    <a:pt x="761428" y="339327"/>
                  </a:lnTo>
                  <a:lnTo>
                    <a:pt x="823969" y="336184"/>
                  </a:lnTo>
                  <a:lnTo>
                    <a:pt x="875120" y="332649"/>
                  </a:lnTo>
                  <a:lnTo>
                    <a:pt x="912702" y="308544"/>
                  </a:lnTo>
                  <a:lnTo>
                    <a:pt x="913310" y="261255"/>
                  </a:lnTo>
                  <a:lnTo>
                    <a:pt x="908516" y="199811"/>
                  </a:lnTo>
                  <a:lnTo>
                    <a:pt x="900453" y="136832"/>
                  </a:lnTo>
                  <a:lnTo>
                    <a:pt x="891258" y="84936"/>
                  </a:lnTo>
                  <a:lnTo>
                    <a:pt x="845800" y="45594"/>
                  </a:lnTo>
                  <a:lnTo>
                    <a:pt x="777451" y="44723"/>
                  </a:lnTo>
                  <a:lnTo>
                    <a:pt x="711724" y="48401"/>
                  </a:lnTo>
                  <a:lnTo>
                    <a:pt x="682325" y="50900"/>
                  </a:lnTo>
                  <a:lnTo>
                    <a:pt x="637984" y="15382"/>
                  </a:lnTo>
                  <a:lnTo>
                    <a:pt x="609173" y="0"/>
                  </a:lnTo>
                  <a:close/>
                </a:path>
              </a:pathLst>
            </a:custGeom>
            <a:solidFill>
              <a:srgbClr val="5F3D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461530" y="5913184"/>
              <a:ext cx="924560" cy="215265"/>
            </a:xfrm>
            <a:custGeom>
              <a:avLst/>
              <a:gdLst/>
              <a:ahLst/>
              <a:cxnLst/>
              <a:rect l="l" t="t" r="r" b="b"/>
              <a:pathLst>
                <a:path w="924559" h="215264">
                  <a:moveTo>
                    <a:pt x="910878" y="0"/>
                  </a:moveTo>
                  <a:lnTo>
                    <a:pt x="799023" y="2264"/>
                  </a:lnTo>
                  <a:lnTo>
                    <a:pt x="735543" y="6732"/>
                  </a:lnTo>
                  <a:lnTo>
                    <a:pt x="696864" y="16744"/>
                  </a:lnTo>
                  <a:lnTo>
                    <a:pt x="659410" y="35642"/>
                  </a:lnTo>
                  <a:lnTo>
                    <a:pt x="617277" y="51206"/>
                  </a:lnTo>
                  <a:lnTo>
                    <a:pt x="582706" y="53655"/>
                  </a:lnTo>
                  <a:lnTo>
                    <a:pt x="559313" y="49990"/>
                  </a:lnTo>
                  <a:lnTo>
                    <a:pt x="550711" y="47213"/>
                  </a:lnTo>
                  <a:lnTo>
                    <a:pt x="497545" y="73933"/>
                  </a:lnTo>
                  <a:lnTo>
                    <a:pt x="454074" y="90054"/>
                  </a:lnTo>
                  <a:lnTo>
                    <a:pt x="397125" y="102068"/>
                  </a:lnTo>
                  <a:lnTo>
                    <a:pt x="303525" y="116467"/>
                  </a:lnTo>
                  <a:lnTo>
                    <a:pt x="202342" y="120749"/>
                  </a:lnTo>
                  <a:lnTo>
                    <a:pt x="135284" y="107096"/>
                  </a:lnTo>
                  <a:lnTo>
                    <a:pt x="98139" y="89006"/>
                  </a:lnTo>
                  <a:lnTo>
                    <a:pt x="86694" y="79976"/>
                  </a:lnTo>
                  <a:lnTo>
                    <a:pt x="33209" y="99802"/>
                  </a:lnTo>
                  <a:lnTo>
                    <a:pt x="6865" y="115993"/>
                  </a:lnTo>
                  <a:lnTo>
                    <a:pt x="0" y="137176"/>
                  </a:lnTo>
                  <a:lnTo>
                    <a:pt x="4948" y="171973"/>
                  </a:lnTo>
                  <a:lnTo>
                    <a:pt x="48376" y="201650"/>
                  </a:lnTo>
                  <a:lnTo>
                    <a:pt x="91755" y="209811"/>
                  </a:lnTo>
                  <a:lnTo>
                    <a:pt x="144804" y="214163"/>
                  </a:lnTo>
                  <a:lnTo>
                    <a:pt x="203941" y="215188"/>
                  </a:lnTo>
                  <a:lnTo>
                    <a:pt x="265585" y="213369"/>
                  </a:lnTo>
                  <a:lnTo>
                    <a:pt x="326156" y="209188"/>
                  </a:lnTo>
                  <a:lnTo>
                    <a:pt x="382071" y="203127"/>
                  </a:lnTo>
                  <a:lnTo>
                    <a:pt x="429752" y="195669"/>
                  </a:lnTo>
                  <a:lnTo>
                    <a:pt x="482026" y="185895"/>
                  </a:lnTo>
                  <a:lnTo>
                    <a:pt x="530789" y="177114"/>
                  </a:lnTo>
                  <a:lnTo>
                    <a:pt x="577360" y="169314"/>
                  </a:lnTo>
                  <a:lnTo>
                    <a:pt x="623058" y="162477"/>
                  </a:lnTo>
                  <a:lnTo>
                    <a:pt x="669201" y="156591"/>
                  </a:lnTo>
                  <a:lnTo>
                    <a:pt x="717108" y="151639"/>
                  </a:lnTo>
                  <a:lnTo>
                    <a:pt x="768097" y="147608"/>
                  </a:lnTo>
                  <a:lnTo>
                    <a:pt x="843250" y="142777"/>
                  </a:lnTo>
                  <a:lnTo>
                    <a:pt x="888078" y="140296"/>
                  </a:lnTo>
                  <a:lnTo>
                    <a:pt x="915360" y="139252"/>
                  </a:lnTo>
                  <a:lnTo>
                    <a:pt x="922570" y="104175"/>
                  </a:lnTo>
                  <a:lnTo>
                    <a:pt x="924506" y="77977"/>
                  </a:lnTo>
                  <a:lnTo>
                    <a:pt x="920749" y="47604"/>
                  </a:lnTo>
                  <a:lnTo>
                    <a:pt x="910878" y="0"/>
                  </a:lnTo>
                  <a:close/>
                </a:path>
              </a:pathLst>
            </a:custGeom>
            <a:solidFill>
              <a:srgbClr val="5833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446707" y="5948838"/>
              <a:ext cx="933450" cy="217804"/>
            </a:xfrm>
            <a:custGeom>
              <a:avLst/>
              <a:gdLst/>
              <a:ahLst/>
              <a:cxnLst/>
              <a:rect l="l" t="t" r="r" b="b"/>
              <a:pathLst>
                <a:path w="933450" h="217804">
                  <a:moveTo>
                    <a:pt x="573874" y="12293"/>
                  </a:moveTo>
                  <a:lnTo>
                    <a:pt x="567131" y="0"/>
                  </a:lnTo>
                  <a:lnTo>
                    <a:pt x="515975" y="24574"/>
                  </a:lnTo>
                  <a:lnTo>
                    <a:pt x="462978" y="43916"/>
                  </a:lnTo>
                  <a:lnTo>
                    <a:pt x="409536" y="58280"/>
                  </a:lnTo>
                  <a:lnTo>
                    <a:pt x="357009" y="67995"/>
                  </a:lnTo>
                  <a:lnTo>
                    <a:pt x="306793" y="73342"/>
                  </a:lnTo>
                  <a:lnTo>
                    <a:pt x="260286" y="74599"/>
                  </a:lnTo>
                  <a:lnTo>
                    <a:pt x="218871" y="72085"/>
                  </a:lnTo>
                  <a:lnTo>
                    <a:pt x="164820" y="63030"/>
                  </a:lnTo>
                  <a:lnTo>
                    <a:pt x="132156" y="52692"/>
                  </a:lnTo>
                  <a:lnTo>
                    <a:pt x="116027" y="44170"/>
                  </a:lnTo>
                  <a:lnTo>
                    <a:pt x="111633" y="40525"/>
                  </a:lnTo>
                  <a:lnTo>
                    <a:pt x="96774" y="46113"/>
                  </a:lnTo>
                  <a:lnTo>
                    <a:pt x="158978" y="75742"/>
                  </a:lnTo>
                  <a:lnTo>
                    <a:pt x="217309" y="86029"/>
                  </a:lnTo>
                  <a:lnTo>
                    <a:pt x="267830" y="88658"/>
                  </a:lnTo>
                  <a:lnTo>
                    <a:pt x="314744" y="86766"/>
                  </a:lnTo>
                  <a:lnTo>
                    <a:pt x="365036" y="80911"/>
                  </a:lnTo>
                  <a:lnTo>
                    <a:pt x="417385" y="70815"/>
                  </a:lnTo>
                  <a:lnTo>
                    <a:pt x="470509" y="56197"/>
                  </a:lnTo>
                  <a:lnTo>
                    <a:pt x="523100" y="36779"/>
                  </a:lnTo>
                  <a:lnTo>
                    <a:pt x="573874" y="12293"/>
                  </a:lnTo>
                  <a:close/>
                </a:path>
                <a:path w="933450" h="217804">
                  <a:moveTo>
                    <a:pt x="933208" y="185420"/>
                  </a:moveTo>
                  <a:lnTo>
                    <a:pt x="931049" y="99212"/>
                  </a:lnTo>
                  <a:lnTo>
                    <a:pt x="824534" y="95504"/>
                  </a:lnTo>
                  <a:lnTo>
                    <a:pt x="751725" y="96926"/>
                  </a:lnTo>
                  <a:lnTo>
                    <a:pt x="679018" y="105841"/>
                  </a:lnTo>
                  <a:lnTo>
                    <a:pt x="572833" y="124637"/>
                  </a:lnTo>
                  <a:lnTo>
                    <a:pt x="476377" y="142227"/>
                  </a:lnTo>
                  <a:lnTo>
                    <a:pt x="428472" y="150139"/>
                  </a:lnTo>
                  <a:lnTo>
                    <a:pt x="380352" y="156845"/>
                  </a:lnTo>
                  <a:lnTo>
                    <a:pt x="331685" y="161899"/>
                  </a:lnTo>
                  <a:lnTo>
                    <a:pt x="282143" y="164820"/>
                  </a:lnTo>
                  <a:lnTo>
                    <a:pt x="231419" y="165176"/>
                  </a:lnTo>
                  <a:lnTo>
                    <a:pt x="179184" y="162496"/>
                  </a:lnTo>
                  <a:lnTo>
                    <a:pt x="125095" y="156324"/>
                  </a:lnTo>
                  <a:lnTo>
                    <a:pt x="68846" y="146189"/>
                  </a:lnTo>
                  <a:lnTo>
                    <a:pt x="10109" y="131660"/>
                  </a:lnTo>
                  <a:lnTo>
                    <a:pt x="5956" y="137007"/>
                  </a:lnTo>
                  <a:lnTo>
                    <a:pt x="1752" y="150583"/>
                  </a:lnTo>
                  <a:lnTo>
                    <a:pt x="0" y="165874"/>
                  </a:lnTo>
                  <a:lnTo>
                    <a:pt x="3187" y="176364"/>
                  </a:lnTo>
                  <a:lnTo>
                    <a:pt x="52565" y="190284"/>
                  </a:lnTo>
                  <a:lnTo>
                    <a:pt x="102666" y="199148"/>
                  </a:lnTo>
                  <a:lnTo>
                    <a:pt x="166306" y="207975"/>
                  </a:lnTo>
                  <a:lnTo>
                    <a:pt x="240906" y="215798"/>
                  </a:lnTo>
                  <a:lnTo>
                    <a:pt x="305181" y="217525"/>
                  </a:lnTo>
                  <a:lnTo>
                    <a:pt x="364667" y="212661"/>
                  </a:lnTo>
                  <a:lnTo>
                    <a:pt x="417537" y="203644"/>
                  </a:lnTo>
                  <a:lnTo>
                    <a:pt x="461924" y="192951"/>
                  </a:lnTo>
                  <a:lnTo>
                    <a:pt x="495998" y="183045"/>
                  </a:lnTo>
                  <a:lnTo>
                    <a:pt x="517893" y="176364"/>
                  </a:lnTo>
                  <a:lnTo>
                    <a:pt x="614908" y="150355"/>
                  </a:lnTo>
                  <a:lnTo>
                    <a:pt x="614908" y="197104"/>
                  </a:lnTo>
                  <a:lnTo>
                    <a:pt x="933208" y="185420"/>
                  </a:lnTo>
                  <a:close/>
                </a:path>
              </a:pathLst>
            </a:custGeom>
            <a:solidFill>
              <a:srgbClr val="3924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4795" y="5825761"/>
              <a:ext cx="203061" cy="136200"/>
            </a:xfrm>
            <a:prstGeom prst="rect">
              <a:avLst/>
            </a:prstGeom>
          </p:spPr>
        </p:pic>
      </p:grpSp>
      <p:grpSp>
        <p:nvGrpSpPr>
          <p:cNvPr id="23" name="object 23" descr=""/>
          <p:cNvGrpSpPr/>
          <p:nvPr/>
        </p:nvGrpSpPr>
        <p:grpSpPr>
          <a:xfrm>
            <a:off x="10863221" y="5747017"/>
            <a:ext cx="577215" cy="401955"/>
            <a:chOff x="10863221" y="5747017"/>
            <a:chExt cx="577215" cy="401955"/>
          </a:xfrm>
        </p:grpSpPr>
        <p:sp>
          <p:nvSpPr>
            <p:cNvPr id="24" name="object 24" descr=""/>
            <p:cNvSpPr/>
            <p:nvPr/>
          </p:nvSpPr>
          <p:spPr>
            <a:xfrm>
              <a:off x="10865239" y="5747017"/>
              <a:ext cx="562610" cy="353060"/>
            </a:xfrm>
            <a:custGeom>
              <a:avLst/>
              <a:gdLst/>
              <a:ahLst/>
              <a:cxnLst/>
              <a:rect l="l" t="t" r="r" b="b"/>
              <a:pathLst>
                <a:path w="562609" h="353060">
                  <a:moveTo>
                    <a:pt x="302677" y="0"/>
                  </a:moveTo>
                  <a:lnTo>
                    <a:pt x="287377" y="8604"/>
                  </a:lnTo>
                  <a:lnTo>
                    <a:pt x="278039" y="22572"/>
                  </a:lnTo>
                  <a:lnTo>
                    <a:pt x="274879" y="29896"/>
                  </a:lnTo>
                  <a:lnTo>
                    <a:pt x="204241" y="41507"/>
                  </a:lnTo>
                  <a:lnTo>
                    <a:pt x="154034" y="45311"/>
                  </a:lnTo>
                  <a:lnTo>
                    <a:pt x="100261" y="41248"/>
                  </a:lnTo>
                  <a:lnTo>
                    <a:pt x="18928" y="29258"/>
                  </a:lnTo>
                  <a:lnTo>
                    <a:pt x="5749" y="163772"/>
                  </a:lnTo>
                  <a:lnTo>
                    <a:pt x="0" y="241329"/>
                  </a:lnTo>
                  <a:lnTo>
                    <a:pt x="458" y="291373"/>
                  </a:lnTo>
                  <a:lnTo>
                    <a:pt x="5902" y="343353"/>
                  </a:lnTo>
                  <a:lnTo>
                    <a:pt x="118899" y="350361"/>
                  </a:lnTo>
                  <a:lnTo>
                    <a:pt x="184396" y="352766"/>
                  </a:lnTo>
                  <a:lnTo>
                    <a:pt x="227443" y="350633"/>
                  </a:lnTo>
                  <a:lnTo>
                    <a:pt x="273088" y="344023"/>
                  </a:lnTo>
                  <a:lnTo>
                    <a:pt x="325224" y="337619"/>
                  </a:lnTo>
                  <a:lnTo>
                    <a:pt x="386839" y="332196"/>
                  </a:lnTo>
                  <a:lnTo>
                    <a:pt x="448452" y="327251"/>
                  </a:lnTo>
                  <a:lnTo>
                    <a:pt x="500583" y="322282"/>
                  </a:lnTo>
                  <a:lnTo>
                    <a:pt x="533750" y="316788"/>
                  </a:lnTo>
                  <a:lnTo>
                    <a:pt x="554055" y="299566"/>
                  </a:lnTo>
                  <a:lnTo>
                    <a:pt x="562255" y="269804"/>
                  </a:lnTo>
                  <a:lnTo>
                    <a:pt x="556267" y="238139"/>
                  </a:lnTo>
                  <a:lnTo>
                    <a:pt x="534012" y="215210"/>
                  </a:lnTo>
                  <a:lnTo>
                    <a:pt x="506711" y="195366"/>
                  </a:lnTo>
                  <a:lnTo>
                    <a:pt x="469606" y="160468"/>
                  </a:lnTo>
                  <a:lnTo>
                    <a:pt x="427726" y="117438"/>
                  </a:lnTo>
                  <a:lnTo>
                    <a:pt x="349756" y="34666"/>
                  </a:lnTo>
                  <a:lnTo>
                    <a:pt x="323725" y="8766"/>
                  </a:lnTo>
                  <a:lnTo>
                    <a:pt x="302677" y="0"/>
                  </a:lnTo>
                  <a:close/>
                </a:path>
              </a:pathLst>
            </a:custGeom>
            <a:solidFill>
              <a:srgbClr val="5F3D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0867875" y="5888553"/>
              <a:ext cx="572770" cy="197485"/>
            </a:xfrm>
            <a:custGeom>
              <a:avLst/>
              <a:gdLst/>
              <a:ahLst/>
              <a:cxnLst/>
              <a:rect l="l" t="t" r="r" b="b"/>
              <a:pathLst>
                <a:path w="572770" h="197485">
                  <a:moveTo>
                    <a:pt x="139672" y="0"/>
                  </a:moveTo>
                  <a:lnTo>
                    <a:pt x="90431" y="3131"/>
                  </a:lnTo>
                  <a:lnTo>
                    <a:pt x="8073" y="12525"/>
                  </a:lnTo>
                  <a:lnTo>
                    <a:pt x="520" y="72955"/>
                  </a:lnTo>
                  <a:lnTo>
                    <a:pt x="0" y="117981"/>
                  </a:lnTo>
                  <a:lnTo>
                    <a:pt x="733" y="195787"/>
                  </a:lnTo>
                  <a:lnTo>
                    <a:pt x="8242" y="196308"/>
                  </a:lnTo>
                  <a:lnTo>
                    <a:pt x="30739" y="197157"/>
                  </a:lnTo>
                  <a:lnTo>
                    <a:pt x="68173" y="197258"/>
                  </a:lnTo>
                  <a:lnTo>
                    <a:pt x="120499" y="195535"/>
                  </a:lnTo>
                  <a:lnTo>
                    <a:pt x="155457" y="194980"/>
                  </a:lnTo>
                  <a:lnTo>
                    <a:pt x="262327" y="195780"/>
                  </a:lnTo>
                  <a:lnTo>
                    <a:pt x="325274" y="195325"/>
                  </a:lnTo>
                  <a:lnTo>
                    <a:pt x="388586" y="193094"/>
                  </a:lnTo>
                  <a:lnTo>
                    <a:pt x="447781" y="188181"/>
                  </a:lnTo>
                  <a:lnTo>
                    <a:pt x="498376" y="179681"/>
                  </a:lnTo>
                  <a:lnTo>
                    <a:pt x="535888" y="166690"/>
                  </a:lnTo>
                  <a:lnTo>
                    <a:pt x="571486" y="110840"/>
                  </a:lnTo>
                  <a:lnTo>
                    <a:pt x="572229" y="89268"/>
                  </a:lnTo>
                  <a:lnTo>
                    <a:pt x="554037" y="75410"/>
                  </a:lnTo>
                  <a:lnTo>
                    <a:pt x="512885" y="61089"/>
                  </a:lnTo>
                  <a:lnTo>
                    <a:pt x="455946" y="77587"/>
                  </a:lnTo>
                  <a:lnTo>
                    <a:pt x="419642" y="77277"/>
                  </a:lnTo>
                  <a:lnTo>
                    <a:pt x="388379" y="54931"/>
                  </a:lnTo>
                  <a:lnTo>
                    <a:pt x="346565" y="5321"/>
                  </a:lnTo>
                  <a:lnTo>
                    <a:pt x="336003" y="8796"/>
                  </a:lnTo>
                  <a:lnTo>
                    <a:pt x="307623" y="15186"/>
                  </a:lnTo>
                  <a:lnTo>
                    <a:pt x="266385" y="18445"/>
                  </a:lnTo>
                  <a:lnTo>
                    <a:pt x="217250" y="12525"/>
                  </a:lnTo>
                  <a:lnTo>
                    <a:pt x="175409" y="3131"/>
                  </a:lnTo>
                  <a:lnTo>
                    <a:pt x="139672" y="0"/>
                  </a:lnTo>
                  <a:close/>
                </a:path>
              </a:pathLst>
            </a:custGeom>
            <a:solidFill>
              <a:srgbClr val="5833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863221" y="6036847"/>
              <a:ext cx="561340" cy="112395"/>
            </a:xfrm>
            <a:custGeom>
              <a:avLst/>
              <a:gdLst/>
              <a:ahLst/>
              <a:cxnLst/>
              <a:rect l="l" t="t" r="r" b="b"/>
              <a:pathLst>
                <a:path w="561340" h="112395">
                  <a:moveTo>
                    <a:pt x="120162" y="37960"/>
                  </a:moveTo>
                  <a:lnTo>
                    <a:pt x="55356" y="39195"/>
                  </a:lnTo>
                  <a:lnTo>
                    <a:pt x="14327" y="40802"/>
                  </a:lnTo>
                  <a:lnTo>
                    <a:pt x="0" y="41600"/>
                  </a:lnTo>
                  <a:lnTo>
                    <a:pt x="0" y="111975"/>
                  </a:lnTo>
                  <a:lnTo>
                    <a:pt x="256274" y="111975"/>
                  </a:lnTo>
                  <a:lnTo>
                    <a:pt x="254976" y="70154"/>
                  </a:lnTo>
                  <a:lnTo>
                    <a:pt x="255082" y="69406"/>
                  </a:lnTo>
                  <a:lnTo>
                    <a:pt x="257358" y="67999"/>
                  </a:lnTo>
                  <a:lnTo>
                    <a:pt x="264244" y="67573"/>
                  </a:lnTo>
                  <a:lnTo>
                    <a:pt x="375937" y="67573"/>
                  </a:lnTo>
                  <a:lnTo>
                    <a:pt x="410621" y="64358"/>
                  </a:lnTo>
                  <a:lnTo>
                    <a:pt x="466254" y="56764"/>
                  </a:lnTo>
                  <a:lnTo>
                    <a:pt x="512580" y="48374"/>
                  </a:lnTo>
                  <a:lnTo>
                    <a:pt x="539114" y="40941"/>
                  </a:lnTo>
                  <a:lnTo>
                    <a:pt x="541747" y="38665"/>
                  </a:lnTo>
                  <a:lnTo>
                    <a:pt x="267731" y="38665"/>
                  </a:lnTo>
                  <a:lnTo>
                    <a:pt x="120162" y="37960"/>
                  </a:lnTo>
                  <a:close/>
                </a:path>
                <a:path w="561340" h="112395">
                  <a:moveTo>
                    <a:pt x="375937" y="67573"/>
                  </a:moveTo>
                  <a:lnTo>
                    <a:pt x="264244" y="67573"/>
                  </a:lnTo>
                  <a:lnTo>
                    <a:pt x="281090" y="68271"/>
                  </a:lnTo>
                  <a:lnTo>
                    <a:pt x="313372" y="70154"/>
                  </a:lnTo>
                  <a:lnTo>
                    <a:pt x="356165" y="69406"/>
                  </a:lnTo>
                  <a:lnTo>
                    <a:pt x="375937" y="67573"/>
                  </a:lnTo>
                  <a:close/>
                </a:path>
                <a:path w="561340" h="112395">
                  <a:moveTo>
                    <a:pt x="560082" y="5708"/>
                  </a:moveTo>
                  <a:lnTo>
                    <a:pt x="503262" y="21685"/>
                  </a:lnTo>
                  <a:lnTo>
                    <a:pt x="427768" y="32330"/>
                  </a:lnTo>
                  <a:lnTo>
                    <a:pt x="379684" y="35708"/>
                  </a:lnTo>
                  <a:lnTo>
                    <a:pt x="326013" y="37813"/>
                  </a:lnTo>
                  <a:lnTo>
                    <a:pt x="267731" y="38665"/>
                  </a:lnTo>
                  <a:lnTo>
                    <a:pt x="541747" y="38665"/>
                  </a:lnTo>
                  <a:lnTo>
                    <a:pt x="551700" y="30060"/>
                  </a:lnTo>
                  <a:lnTo>
                    <a:pt x="558023" y="16485"/>
                  </a:lnTo>
                  <a:lnTo>
                    <a:pt x="560082" y="5708"/>
                  </a:lnTo>
                  <a:close/>
                </a:path>
                <a:path w="561340" h="112395">
                  <a:moveTo>
                    <a:pt x="560496" y="0"/>
                  </a:moveTo>
                  <a:lnTo>
                    <a:pt x="560237" y="4902"/>
                  </a:lnTo>
                  <a:lnTo>
                    <a:pt x="560082" y="5708"/>
                  </a:lnTo>
                  <a:lnTo>
                    <a:pt x="561021" y="5068"/>
                  </a:lnTo>
                  <a:lnTo>
                    <a:pt x="560496" y="0"/>
                  </a:lnTo>
                  <a:close/>
                </a:path>
              </a:pathLst>
            </a:custGeom>
            <a:solidFill>
              <a:srgbClr val="3924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35658" y="5769217"/>
              <a:ext cx="251891" cy="199292"/>
            </a:xfrm>
            <a:prstGeom prst="rect">
              <a:avLst/>
            </a:prstGeom>
          </p:spPr>
        </p:pic>
      </p:grpSp>
      <p:grpSp>
        <p:nvGrpSpPr>
          <p:cNvPr id="28" name="object 28" descr=""/>
          <p:cNvGrpSpPr/>
          <p:nvPr/>
        </p:nvGrpSpPr>
        <p:grpSpPr>
          <a:xfrm>
            <a:off x="9815300" y="2763411"/>
            <a:ext cx="323850" cy="557530"/>
            <a:chOff x="9815300" y="2763411"/>
            <a:chExt cx="323850" cy="557530"/>
          </a:xfrm>
        </p:grpSpPr>
        <p:sp>
          <p:nvSpPr>
            <p:cNvPr id="29" name="object 29" descr=""/>
            <p:cNvSpPr/>
            <p:nvPr/>
          </p:nvSpPr>
          <p:spPr>
            <a:xfrm>
              <a:off x="9816410" y="2763411"/>
              <a:ext cx="314325" cy="549910"/>
            </a:xfrm>
            <a:custGeom>
              <a:avLst/>
              <a:gdLst/>
              <a:ahLst/>
              <a:cxnLst/>
              <a:rect l="l" t="t" r="r" b="b"/>
              <a:pathLst>
                <a:path w="314325" h="549910">
                  <a:moveTo>
                    <a:pt x="170209" y="0"/>
                  </a:moveTo>
                  <a:lnTo>
                    <a:pt x="158246" y="4152"/>
                  </a:lnTo>
                  <a:lnTo>
                    <a:pt x="133294" y="9223"/>
                  </a:lnTo>
                  <a:lnTo>
                    <a:pt x="93734" y="9140"/>
                  </a:lnTo>
                  <a:lnTo>
                    <a:pt x="55616" y="6895"/>
                  </a:lnTo>
                  <a:lnTo>
                    <a:pt x="34993" y="5482"/>
                  </a:lnTo>
                  <a:lnTo>
                    <a:pt x="28709" y="6774"/>
                  </a:lnTo>
                  <a:lnTo>
                    <a:pt x="8493" y="77623"/>
                  </a:lnTo>
                  <a:lnTo>
                    <a:pt x="6722" y="129169"/>
                  </a:lnTo>
                  <a:lnTo>
                    <a:pt x="5431" y="189348"/>
                  </a:lnTo>
                  <a:lnTo>
                    <a:pt x="3277" y="315111"/>
                  </a:lnTo>
                  <a:lnTo>
                    <a:pt x="1905" y="370446"/>
                  </a:lnTo>
                  <a:lnTo>
                    <a:pt x="0" y="413920"/>
                  </a:lnTo>
                  <a:lnTo>
                    <a:pt x="3318" y="462447"/>
                  </a:lnTo>
                  <a:lnTo>
                    <a:pt x="46876" y="519146"/>
                  </a:lnTo>
                  <a:lnTo>
                    <a:pt x="84009" y="535640"/>
                  </a:lnTo>
                  <a:lnTo>
                    <a:pt x="129304" y="549779"/>
                  </a:lnTo>
                  <a:lnTo>
                    <a:pt x="170866" y="549537"/>
                  </a:lnTo>
                  <a:lnTo>
                    <a:pt x="212106" y="529528"/>
                  </a:lnTo>
                  <a:lnTo>
                    <a:pt x="250023" y="496722"/>
                  </a:lnTo>
                  <a:lnTo>
                    <a:pt x="281616" y="458086"/>
                  </a:lnTo>
                  <a:lnTo>
                    <a:pt x="303883" y="420589"/>
                  </a:lnTo>
                  <a:lnTo>
                    <a:pt x="313822" y="391198"/>
                  </a:lnTo>
                  <a:lnTo>
                    <a:pt x="310353" y="362428"/>
                  </a:lnTo>
                  <a:lnTo>
                    <a:pt x="297723" y="315122"/>
                  </a:lnTo>
                  <a:lnTo>
                    <a:pt x="278853" y="256007"/>
                  </a:lnTo>
                  <a:lnTo>
                    <a:pt x="256663" y="191807"/>
                  </a:lnTo>
                  <a:lnTo>
                    <a:pt x="234076" y="129247"/>
                  </a:lnTo>
                  <a:lnTo>
                    <a:pt x="199391" y="35946"/>
                  </a:lnTo>
                  <a:lnTo>
                    <a:pt x="193135" y="18654"/>
                  </a:lnTo>
                  <a:lnTo>
                    <a:pt x="188758" y="10102"/>
                  </a:lnTo>
                  <a:lnTo>
                    <a:pt x="180748" y="2933"/>
                  </a:lnTo>
                  <a:lnTo>
                    <a:pt x="170209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9815296" y="3053416"/>
              <a:ext cx="323850" cy="267970"/>
            </a:xfrm>
            <a:custGeom>
              <a:avLst/>
              <a:gdLst/>
              <a:ahLst/>
              <a:cxnLst/>
              <a:rect l="l" t="t" r="r" b="b"/>
              <a:pathLst>
                <a:path w="323850" h="267970">
                  <a:moveTo>
                    <a:pt x="236220" y="16471"/>
                  </a:moveTo>
                  <a:lnTo>
                    <a:pt x="235673" y="10934"/>
                  </a:lnTo>
                  <a:lnTo>
                    <a:pt x="231140" y="6959"/>
                  </a:lnTo>
                  <a:lnTo>
                    <a:pt x="210718" y="1866"/>
                  </a:lnTo>
                  <a:lnTo>
                    <a:pt x="190639" y="0"/>
                  </a:lnTo>
                  <a:lnTo>
                    <a:pt x="170370" y="431"/>
                  </a:lnTo>
                  <a:lnTo>
                    <a:pt x="129806" y="4356"/>
                  </a:lnTo>
                  <a:lnTo>
                    <a:pt x="92405" y="12611"/>
                  </a:lnTo>
                  <a:lnTo>
                    <a:pt x="71374" y="25946"/>
                  </a:lnTo>
                  <a:lnTo>
                    <a:pt x="72605" y="31178"/>
                  </a:lnTo>
                  <a:lnTo>
                    <a:pt x="76873" y="34544"/>
                  </a:lnTo>
                  <a:lnTo>
                    <a:pt x="82715" y="33667"/>
                  </a:lnTo>
                  <a:lnTo>
                    <a:pt x="115112" y="20421"/>
                  </a:lnTo>
                  <a:lnTo>
                    <a:pt x="153885" y="14097"/>
                  </a:lnTo>
                  <a:lnTo>
                    <a:pt x="193344" y="14490"/>
                  </a:lnTo>
                  <a:lnTo>
                    <a:pt x="227774" y="21424"/>
                  </a:lnTo>
                  <a:lnTo>
                    <a:pt x="233387" y="20878"/>
                  </a:lnTo>
                  <a:lnTo>
                    <a:pt x="236220" y="16471"/>
                  </a:lnTo>
                  <a:close/>
                </a:path>
                <a:path w="323850" h="267970">
                  <a:moveTo>
                    <a:pt x="323291" y="158775"/>
                  </a:moveTo>
                  <a:lnTo>
                    <a:pt x="320725" y="137236"/>
                  </a:lnTo>
                  <a:lnTo>
                    <a:pt x="314934" y="101193"/>
                  </a:lnTo>
                  <a:lnTo>
                    <a:pt x="290766" y="132207"/>
                  </a:lnTo>
                  <a:lnTo>
                    <a:pt x="262547" y="156959"/>
                  </a:lnTo>
                  <a:lnTo>
                    <a:pt x="226237" y="173240"/>
                  </a:lnTo>
                  <a:lnTo>
                    <a:pt x="177825" y="178866"/>
                  </a:lnTo>
                  <a:lnTo>
                    <a:pt x="103200" y="177546"/>
                  </a:lnTo>
                  <a:lnTo>
                    <a:pt x="59817" y="172034"/>
                  </a:lnTo>
                  <a:lnTo>
                    <a:pt x="31026" y="157759"/>
                  </a:lnTo>
                  <a:lnTo>
                    <a:pt x="177" y="130149"/>
                  </a:lnTo>
                  <a:lnTo>
                    <a:pt x="0" y="142481"/>
                  </a:lnTo>
                  <a:lnTo>
                    <a:pt x="1841" y="188404"/>
                  </a:lnTo>
                  <a:lnTo>
                    <a:pt x="20434" y="222923"/>
                  </a:lnTo>
                  <a:lnTo>
                    <a:pt x="63474" y="245973"/>
                  </a:lnTo>
                  <a:lnTo>
                    <a:pt x="123812" y="264274"/>
                  </a:lnTo>
                  <a:lnTo>
                    <a:pt x="192913" y="267436"/>
                  </a:lnTo>
                  <a:lnTo>
                    <a:pt x="251231" y="255612"/>
                  </a:lnTo>
                  <a:lnTo>
                    <a:pt x="289979" y="237388"/>
                  </a:lnTo>
                  <a:lnTo>
                    <a:pt x="312229" y="215480"/>
                  </a:lnTo>
                  <a:lnTo>
                    <a:pt x="320992" y="192620"/>
                  </a:lnTo>
                  <a:lnTo>
                    <a:pt x="323189" y="174371"/>
                  </a:lnTo>
                  <a:lnTo>
                    <a:pt x="323291" y="158775"/>
                  </a:lnTo>
                  <a:close/>
                </a:path>
              </a:pathLst>
            </a:custGeom>
            <a:solidFill>
              <a:srgbClr val="F1E6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76368" y="2949918"/>
              <a:ext cx="162200" cy="80587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9867151" y="2847295"/>
              <a:ext cx="153035" cy="83820"/>
            </a:xfrm>
            <a:custGeom>
              <a:avLst/>
              <a:gdLst/>
              <a:ahLst/>
              <a:cxnLst/>
              <a:rect l="l" t="t" r="r" b="b"/>
              <a:pathLst>
                <a:path w="153034" h="83819">
                  <a:moveTo>
                    <a:pt x="145376" y="16573"/>
                  </a:moveTo>
                  <a:lnTo>
                    <a:pt x="145110" y="11214"/>
                  </a:lnTo>
                  <a:lnTo>
                    <a:pt x="140995" y="7594"/>
                  </a:lnTo>
                  <a:lnTo>
                    <a:pt x="106108" y="546"/>
                  </a:lnTo>
                  <a:lnTo>
                    <a:pt x="71437" y="0"/>
                  </a:lnTo>
                  <a:lnTo>
                    <a:pt x="37172" y="5905"/>
                  </a:lnTo>
                  <a:lnTo>
                    <a:pt x="3454" y="18161"/>
                  </a:lnTo>
                  <a:lnTo>
                    <a:pt x="0" y="22250"/>
                  </a:lnTo>
                  <a:lnTo>
                    <a:pt x="787" y="27381"/>
                  </a:lnTo>
                  <a:lnTo>
                    <a:pt x="4559" y="31127"/>
                  </a:lnTo>
                  <a:lnTo>
                    <a:pt x="10071" y="31076"/>
                  </a:lnTo>
                  <a:lnTo>
                    <a:pt x="41224" y="19850"/>
                  </a:lnTo>
                  <a:lnTo>
                    <a:pt x="72961" y="14605"/>
                  </a:lnTo>
                  <a:lnTo>
                    <a:pt x="105029" y="15278"/>
                  </a:lnTo>
                  <a:lnTo>
                    <a:pt x="137210" y="21856"/>
                  </a:lnTo>
                  <a:lnTo>
                    <a:pt x="142506" y="21018"/>
                  </a:lnTo>
                  <a:lnTo>
                    <a:pt x="145376" y="16573"/>
                  </a:lnTo>
                  <a:close/>
                </a:path>
                <a:path w="153034" h="83819">
                  <a:moveTo>
                    <a:pt x="152539" y="68757"/>
                  </a:moveTo>
                  <a:lnTo>
                    <a:pt x="152273" y="63385"/>
                  </a:lnTo>
                  <a:lnTo>
                    <a:pt x="148158" y="59778"/>
                  </a:lnTo>
                  <a:lnTo>
                    <a:pt x="113271" y="52730"/>
                  </a:lnTo>
                  <a:lnTo>
                    <a:pt x="78600" y="52184"/>
                  </a:lnTo>
                  <a:lnTo>
                    <a:pt x="44335" y="58089"/>
                  </a:lnTo>
                  <a:lnTo>
                    <a:pt x="10604" y="70345"/>
                  </a:lnTo>
                  <a:lnTo>
                    <a:pt x="7162" y="74434"/>
                  </a:lnTo>
                  <a:lnTo>
                    <a:pt x="7950" y="79565"/>
                  </a:lnTo>
                  <a:lnTo>
                    <a:pt x="11722" y="83312"/>
                  </a:lnTo>
                  <a:lnTo>
                    <a:pt x="17221" y="83261"/>
                  </a:lnTo>
                  <a:lnTo>
                    <a:pt x="48387" y="72034"/>
                  </a:lnTo>
                  <a:lnTo>
                    <a:pt x="80111" y="66789"/>
                  </a:lnTo>
                  <a:lnTo>
                    <a:pt x="112191" y="67462"/>
                  </a:lnTo>
                  <a:lnTo>
                    <a:pt x="144373" y="74028"/>
                  </a:lnTo>
                  <a:lnTo>
                    <a:pt x="149669" y="73190"/>
                  </a:lnTo>
                  <a:lnTo>
                    <a:pt x="152539" y="68757"/>
                  </a:lnTo>
                  <a:close/>
                </a:path>
              </a:pathLst>
            </a:custGeom>
            <a:solidFill>
              <a:srgbClr val="F1E6E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8472839" y="2804231"/>
            <a:ext cx="822960" cy="375285"/>
            <a:chOff x="8472839" y="2804231"/>
            <a:chExt cx="822960" cy="375285"/>
          </a:xfrm>
        </p:grpSpPr>
        <p:sp>
          <p:nvSpPr>
            <p:cNvPr id="34" name="object 34" descr=""/>
            <p:cNvSpPr/>
            <p:nvPr/>
          </p:nvSpPr>
          <p:spPr>
            <a:xfrm>
              <a:off x="8474227" y="2804231"/>
              <a:ext cx="815340" cy="364490"/>
            </a:xfrm>
            <a:custGeom>
              <a:avLst/>
              <a:gdLst/>
              <a:ahLst/>
              <a:cxnLst/>
              <a:rect l="l" t="t" r="r" b="b"/>
              <a:pathLst>
                <a:path w="815340" h="364489">
                  <a:moveTo>
                    <a:pt x="573507" y="0"/>
                  </a:moveTo>
                  <a:lnTo>
                    <a:pt x="562270" y="450"/>
                  </a:lnTo>
                  <a:lnTo>
                    <a:pt x="547225" y="9999"/>
                  </a:lnTo>
                  <a:lnTo>
                    <a:pt x="475637" y="56961"/>
                  </a:lnTo>
                  <a:lnTo>
                    <a:pt x="426217" y="88821"/>
                  </a:lnTo>
                  <a:lnTo>
                    <a:pt x="372462" y="122569"/>
                  </a:lnTo>
                  <a:lnTo>
                    <a:pt x="317933" y="155427"/>
                  </a:lnTo>
                  <a:lnTo>
                    <a:pt x="266192" y="184621"/>
                  </a:lnTo>
                  <a:lnTo>
                    <a:pt x="220800" y="207375"/>
                  </a:lnTo>
                  <a:lnTo>
                    <a:pt x="124047" y="237051"/>
                  </a:lnTo>
                  <a:lnTo>
                    <a:pt x="73590" y="251574"/>
                  </a:lnTo>
                  <a:lnTo>
                    <a:pt x="35967" y="267702"/>
                  </a:lnTo>
                  <a:lnTo>
                    <a:pt x="13198" y="288651"/>
                  </a:lnTo>
                  <a:lnTo>
                    <a:pt x="3114" y="309157"/>
                  </a:lnTo>
                  <a:lnTo>
                    <a:pt x="0" y="322521"/>
                  </a:lnTo>
                  <a:lnTo>
                    <a:pt x="552" y="329780"/>
                  </a:lnTo>
                  <a:lnTo>
                    <a:pt x="119729" y="349667"/>
                  </a:lnTo>
                  <a:lnTo>
                    <a:pt x="194062" y="358942"/>
                  </a:lnTo>
                  <a:lnTo>
                    <a:pt x="255893" y="362829"/>
                  </a:lnTo>
                  <a:lnTo>
                    <a:pt x="336644" y="364366"/>
                  </a:lnTo>
                  <a:lnTo>
                    <a:pt x="382502" y="363545"/>
                  </a:lnTo>
                  <a:lnTo>
                    <a:pt x="437389" y="360300"/>
                  </a:lnTo>
                  <a:lnTo>
                    <a:pt x="498085" y="355103"/>
                  </a:lnTo>
                  <a:lnTo>
                    <a:pt x="561369" y="348428"/>
                  </a:lnTo>
                  <a:lnTo>
                    <a:pt x="624022" y="340748"/>
                  </a:lnTo>
                  <a:lnTo>
                    <a:pt x="682824" y="332537"/>
                  </a:lnTo>
                  <a:lnTo>
                    <a:pt x="734555" y="324268"/>
                  </a:lnTo>
                  <a:lnTo>
                    <a:pt x="775995" y="316414"/>
                  </a:lnTo>
                  <a:lnTo>
                    <a:pt x="815121" y="303844"/>
                  </a:lnTo>
                  <a:lnTo>
                    <a:pt x="814851" y="278151"/>
                  </a:lnTo>
                  <a:lnTo>
                    <a:pt x="809259" y="226039"/>
                  </a:lnTo>
                  <a:lnTo>
                    <a:pt x="799974" y="161144"/>
                  </a:lnTo>
                  <a:lnTo>
                    <a:pt x="788621" y="97102"/>
                  </a:lnTo>
                  <a:lnTo>
                    <a:pt x="776829" y="47550"/>
                  </a:lnTo>
                  <a:lnTo>
                    <a:pt x="766222" y="26125"/>
                  </a:lnTo>
                  <a:lnTo>
                    <a:pt x="742492" y="27499"/>
                  </a:lnTo>
                  <a:lnTo>
                    <a:pt x="705087" y="35136"/>
                  </a:lnTo>
                  <a:lnTo>
                    <a:pt x="662064" y="41628"/>
                  </a:lnTo>
                  <a:lnTo>
                    <a:pt x="621483" y="39569"/>
                  </a:lnTo>
                  <a:lnTo>
                    <a:pt x="594556" y="26867"/>
                  </a:lnTo>
                  <a:lnTo>
                    <a:pt x="581416" y="11241"/>
                  </a:lnTo>
                  <a:lnTo>
                    <a:pt x="573507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472839" y="3092881"/>
              <a:ext cx="822960" cy="86995"/>
            </a:xfrm>
            <a:custGeom>
              <a:avLst/>
              <a:gdLst/>
              <a:ahLst/>
              <a:cxnLst/>
              <a:rect l="l" t="t" r="r" b="b"/>
              <a:pathLst>
                <a:path w="822959" h="86994">
                  <a:moveTo>
                    <a:pt x="816910" y="0"/>
                  </a:moveTo>
                  <a:lnTo>
                    <a:pt x="803826" y="285"/>
                  </a:lnTo>
                  <a:lnTo>
                    <a:pt x="621651" y="7926"/>
                  </a:lnTo>
                  <a:lnTo>
                    <a:pt x="558924" y="10339"/>
                  </a:lnTo>
                  <a:lnTo>
                    <a:pt x="495434" y="12504"/>
                  </a:lnTo>
                  <a:lnTo>
                    <a:pt x="434237" y="14197"/>
                  </a:lnTo>
                  <a:lnTo>
                    <a:pt x="378389" y="15193"/>
                  </a:lnTo>
                  <a:lnTo>
                    <a:pt x="254779" y="14906"/>
                  </a:lnTo>
                  <a:lnTo>
                    <a:pt x="135402" y="12589"/>
                  </a:lnTo>
                  <a:lnTo>
                    <a:pt x="45364" y="9949"/>
                  </a:lnTo>
                  <a:lnTo>
                    <a:pt x="9772" y="8690"/>
                  </a:lnTo>
                  <a:lnTo>
                    <a:pt x="4400" y="16705"/>
                  </a:lnTo>
                  <a:lnTo>
                    <a:pt x="1085" y="35412"/>
                  </a:lnTo>
                  <a:lnTo>
                    <a:pt x="0" y="56263"/>
                  </a:lnTo>
                  <a:lnTo>
                    <a:pt x="1312" y="70709"/>
                  </a:lnTo>
                  <a:lnTo>
                    <a:pt x="41589" y="79537"/>
                  </a:lnTo>
                  <a:lnTo>
                    <a:pt x="83972" y="82422"/>
                  </a:lnTo>
                  <a:lnTo>
                    <a:pt x="136366" y="84436"/>
                  </a:lnTo>
                  <a:lnTo>
                    <a:pt x="195160" y="85692"/>
                  </a:lnTo>
                  <a:lnTo>
                    <a:pt x="256739" y="86302"/>
                  </a:lnTo>
                  <a:lnTo>
                    <a:pt x="317492" y="86378"/>
                  </a:lnTo>
                  <a:lnTo>
                    <a:pt x="373804" y="86033"/>
                  </a:lnTo>
                  <a:lnTo>
                    <a:pt x="475970" y="84703"/>
                  </a:lnTo>
                  <a:lnTo>
                    <a:pt x="666793" y="83390"/>
                  </a:lnTo>
                  <a:lnTo>
                    <a:pt x="724746" y="82512"/>
                  </a:lnTo>
                  <a:lnTo>
                    <a:pt x="772194" y="81077"/>
                  </a:lnTo>
                  <a:lnTo>
                    <a:pt x="817151" y="75714"/>
                  </a:lnTo>
                  <a:lnTo>
                    <a:pt x="822806" y="34402"/>
                  </a:lnTo>
                  <a:lnTo>
                    <a:pt x="822527" y="10726"/>
                  </a:lnTo>
                  <a:lnTo>
                    <a:pt x="816910" y="0"/>
                  </a:lnTo>
                  <a:close/>
                </a:path>
              </a:pathLst>
            </a:custGeom>
            <a:solidFill>
              <a:srgbClr val="F1E6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36338" y="2847204"/>
              <a:ext cx="273952" cy="165131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10659795" y="2793066"/>
            <a:ext cx="560070" cy="481965"/>
            <a:chOff x="10659795" y="2793066"/>
            <a:chExt cx="560070" cy="481965"/>
          </a:xfrm>
        </p:grpSpPr>
        <p:sp>
          <p:nvSpPr>
            <p:cNvPr id="38" name="object 38" descr=""/>
            <p:cNvSpPr/>
            <p:nvPr/>
          </p:nvSpPr>
          <p:spPr>
            <a:xfrm>
              <a:off x="10668116" y="2793066"/>
              <a:ext cx="550545" cy="434975"/>
            </a:xfrm>
            <a:custGeom>
              <a:avLst/>
              <a:gdLst/>
              <a:ahLst/>
              <a:cxnLst/>
              <a:rect l="l" t="t" r="r" b="b"/>
              <a:pathLst>
                <a:path w="550545" h="434975">
                  <a:moveTo>
                    <a:pt x="73080" y="0"/>
                  </a:moveTo>
                  <a:lnTo>
                    <a:pt x="20376" y="7105"/>
                  </a:lnTo>
                  <a:lnTo>
                    <a:pt x="14169" y="71885"/>
                  </a:lnTo>
                  <a:lnTo>
                    <a:pt x="10786" y="137390"/>
                  </a:lnTo>
                  <a:lnTo>
                    <a:pt x="7514" y="212525"/>
                  </a:lnTo>
                  <a:lnTo>
                    <a:pt x="4576" y="287953"/>
                  </a:lnTo>
                  <a:lnTo>
                    <a:pt x="0" y="422642"/>
                  </a:lnTo>
                  <a:lnTo>
                    <a:pt x="18906" y="426830"/>
                  </a:lnTo>
                  <a:lnTo>
                    <a:pt x="67538" y="430361"/>
                  </a:lnTo>
                  <a:lnTo>
                    <a:pt x="133670" y="432990"/>
                  </a:lnTo>
                  <a:lnTo>
                    <a:pt x="205074" y="434468"/>
                  </a:lnTo>
                  <a:lnTo>
                    <a:pt x="269525" y="434549"/>
                  </a:lnTo>
                  <a:lnTo>
                    <a:pt x="314796" y="432987"/>
                  </a:lnTo>
                  <a:lnTo>
                    <a:pt x="361901" y="430568"/>
                  </a:lnTo>
                  <a:lnTo>
                    <a:pt x="476995" y="427090"/>
                  </a:lnTo>
                  <a:lnTo>
                    <a:pt x="522177" y="424750"/>
                  </a:lnTo>
                  <a:lnTo>
                    <a:pt x="543910" y="421155"/>
                  </a:lnTo>
                  <a:lnTo>
                    <a:pt x="550031" y="407693"/>
                  </a:lnTo>
                  <a:lnTo>
                    <a:pt x="547423" y="379953"/>
                  </a:lnTo>
                  <a:lnTo>
                    <a:pt x="527907" y="340294"/>
                  </a:lnTo>
                  <a:lnTo>
                    <a:pt x="483304" y="291075"/>
                  </a:lnTo>
                  <a:lnTo>
                    <a:pt x="458586" y="263214"/>
                  </a:lnTo>
                  <a:lnTo>
                    <a:pt x="425626" y="218819"/>
                  </a:lnTo>
                  <a:lnTo>
                    <a:pt x="388394" y="165268"/>
                  </a:lnTo>
                  <a:lnTo>
                    <a:pt x="316990" y="60219"/>
                  </a:lnTo>
                  <a:lnTo>
                    <a:pt x="290756" y="23480"/>
                  </a:lnTo>
                  <a:lnTo>
                    <a:pt x="276127" y="7105"/>
                  </a:lnTo>
                  <a:lnTo>
                    <a:pt x="262130" y="6000"/>
                  </a:lnTo>
                  <a:lnTo>
                    <a:pt x="247108" y="11828"/>
                  </a:lnTo>
                  <a:lnTo>
                    <a:pt x="232128" y="18703"/>
                  </a:lnTo>
                  <a:lnTo>
                    <a:pt x="218255" y="20738"/>
                  </a:lnTo>
                  <a:lnTo>
                    <a:pt x="188115" y="14355"/>
                  </a:lnTo>
                  <a:lnTo>
                    <a:pt x="134358" y="4929"/>
                  </a:lnTo>
                  <a:lnTo>
                    <a:pt x="73080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0659795" y="3167042"/>
              <a:ext cx="560070" cy="107950"/>
            </a:xfrm>
            <a:custGeom>
              <a:avLst/>
              <a:gdLst/>
              <a:ahLst/>
              <a:cxnLst/>
              <a:rect l="l" t="t" r="r" b="b"/>
              <a:pathLst>
                <a:path w="560070" h="107950">
                  <a:moveTo>
                    <a:pt x="107327" y="0"/>
                  </a:moveTo>
                  <a:lnTo>
                    <a:pt x="36208" y="55"/>
                  </a:lnTo>
                  <a:lnTo>
                    <a:pt x="8316" y="434"/>
                  </a:lnTo>
                  <a:lnTo>
                    <a:pt x="2685" y="15611"/>
                  </a:lnTo>
                  <a:lnTo>
                    <a:pt x="0" y="46529"/>
                  </a:lnTo>
                  <a:lnTo>
                    <a:pt x="1472" y="79070"/>
                  </a:lnTo>
                  <a:lnTo>
                    <a:pt x="61966" y="104891"/>
                  </a:lnTo>
                  <a:lnTo>
                    <a:pt x="114274" y="106357"/>
                  </a:lnTo>
                  <a:lnTo>
                    <a:pt x="176342" y="107139"/>
                  </a:lnTo>
                  <a:lnTo>
                    <a:pt x="242747" y="107437"/>
                  </a:lnTo>
                  <a:lnTo>
                    <a:pt x="413777" y="107418"/>
                  </a:lnTo>
                  <a:lnTo>
                    <a:pt x="443318" y="107771"/>
                  </a:lnTo>
                  <a:lnTo>
                    <a:pt x="485181" y="106254"/>
                  </a:lnTo>
                  <a:lnTo>
                    <a:pt x="547906" y="94135"/>
                  </a:lnTo>
                  <a:lnTo>
                    <a:pt x="559654" y="76915"/>
                  </a:lnTo>
                  <a:lnTo>
                    <a:pt x="559243" y="55508"/>
                  </a:lnTo>
                  <a:lnTo>
                    <a:pt x="558504" y="33854"/>
                  </a:lnTo>
                  <a:lnTo>
                    <a:pt x="558310" y="21303"/>
                  </a:lnTo>
                  <a:lnTo>
                    <a:pt x="544532" y="18348"/>
                  </a:lnTo>
                  <a:lnTo>
                    <a:pt x="506437" y="16571"/>
                  </a:lnTo>
                  <a:lnTo>
                    <a:pt x="449791" y="14876"/>
                  </a:lnTo>
                  <a:lnTo>
                    <a:pt x="380356" y="12169"/>
                  </a:lnTo>
                  <a:lnTo>
                    <a:pt x="303899" y="7355"/>
                  </a:lnTo>
                  <a:lnTo>
                    <a:pt x="202836" y="1892"/>
                  </a:lnTo>
                  <a:lnTo>
                    <a:pt x="107327" y="0"/>
                  </a:lnTo>
                  <a:close/>
                </a:path>
              </a:pathLst>
            </a:custGeom>
            <a:solidFill>
              <a:srgbClr val="F1E6E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66679" y="2826679"/>
              <a:ext cx="152776" cy="226043"/>
            </a:xfrm>
            <a:prstGeom prst="rect">
              <a:avLst/>
            </a:prstGeom>
          </p:spPr>
        </p:pic>
      </p:grpSp>
      <p:sp>
        <p:nvSpPr>
          <p:cNvPr id="41" name="object 41" descr=""/>
          <p:cNvSpPr/>
          <p:nvPr/>
        </p:nvSpPr>
        <p:spPr>
          <a:xfrm>
            <a:off x="7209706" y="9758388"/>
            <a:ext cx="484505" cy="608965"/>
          </a:xfrm>
          <a:custGeom>
            <a:avLst/>
            <a:gdLst/>
            <a:ahLst/>
            <a:cxnLst/>
            <a:rect l="l" t="t" r="r" b="b"/>
            <a:pathLst>
              <a:path w="484504" h="608965">
                <a:moveTo>
                  <a:pt x="23747" y="0"/>
                </a:moveTo>
                <a:lnTo>
                  <a:pt x="18316" y="67819"/>
                </a:lnTo>
                <a:lnTo>
                  <a:pt x="10826" y="146068"/>
                </a:lnTo>
                <a:lnTo>
                  <a:pt x="7321" y="189881"/>
                </a:lnTo>
                <a:lnTo>
                  <a:pt x="4711" y="239164"/>
                </a:lnTo>
                <a:lnTo>
                  <a:pt x="3126" y="290701"/>
                </a:lnTo>
                <a:lnTo>
                  <a:pt x="2694" y="341274"/>
                </a:lnTo>
                <a:lnTo>
                  <a:pt x="3543" y="387665"/>
                </a:lnTo>
                <a:lnTo>
                  <a:pt x="5800" y="426657"/>
                </a:lnTo>
                <a:lnTo>
                  <a:pt x="2107" y="548239"/>
                </a:lnTo>
                <a:lnTo>
                  <a:pt x="1127" y="569339"/>
                </a:lnTo>
                <a:lnTo>
                  <a:pt x="0" y="583594"/>
                </a:lnTo>
                <a:lnTo>
                  <a:pt x="13545" y="591857"/>
                </a:lnTo>
                <a:lnTo>
                  <a:pt x="50468" y="598588"/>
                </a:lnTo>
                <a:lnTo>
                  <a:pt x="102844" y="603678"/>
                </a:lnTo>
                <a:lnTo>
                  <a:pt x="162748" y="607020"/>
                </a:lnTo>
                <a:lnTo>
                  <a:pt x="222257" y="608506"/>
                </a:lnTo>
                <a:lnTo>
                  <a:pt x="273445" y="608028"/>
                </a:lnTo>
                <a:lnTo>
                  <a:pt x="358242" y="599533"/>
                </a:lnTo>
                <a:lnTo>
                  <a:pt x="413569" y="590957"/>
                </a:lnTo>
                <a:lnTo>
                  <a:pt x="459954" y="574646"/>
                </a:lnTo>
                <a:lnTo>
                  <a:pt x="484221" y="527339"/>
                </a:lnTo>
                <a:lnTo>
                  <a:pt x="484245" y="502768"/>
                </a:lnTo>
                <a:lnTo>
                  <a:pt x="483430" y="471870"/>
                </a:lnTo>
                <a:lnTo>
                  <a:pt x="470744" y="473137"/>
                </a:lnTo>
                <a:lnTo>
                  <a:pt x="462323" y="473757"/>
                </a:lnTo>
                <a:lnTo>
                  <a:pt x="454393" y="473911"/>
                </a:lnTo>
                <a:lnTo>
                  <a:pt x="443180" y="473776"/>
                </a:lnTo>
                <a:lnTo>
                  <a:pt x="444191" y="464286"/>
                </a:lnTo>
                <a:lnTo>
                  <a:pt x="445796" y="453088"/>
                </a:lnTo>
                <a:lnTo>
                  <a:pt x="446064" y="442318"/>
                </a:lnTo>
                <a:lnTo>
                  <a:pt x="443065" y="434112"/>
                </a:lnTo>
                <a:lnTo>
                  <a:pt x="425485" y="411355"/>
                </a:lnTo>
                <a:lnTo>
                  <a:pt x="398562" y="375165"/>
                </a:lnTo>
                <a:lnTo>
                  <a:pt x="363098" y="326890"/>
                </a:lnTo>
                <a:lnTo>
                  <a:pt x="372964" y="364168"/>
                </a:lnTo>
                <a:lnTo>
                  <a:pt x="377002" y="391756"/>
                </a:lnTo>
                <a:lnTo>
                  <a:pt x="375887" y="423300"/>
                </a:lnTo>
                <a:lnTo>
                  <a:pt x="370292" y="472446"/>
                </a:lnTo>
                <a:lnTo>
                  <a:pt x="326314" y="471221"/>
                </a:lnTo>
                <a:lnTo>
                  <a:pt x="310227" y="470511"/>
                </a:lnTo>
                <a:lnTo>
                  <a:pt x="300336" y="469744"/>
                </a:lnTo>
                <a:lnTo>
                  <a:pt x="219092" y="457535"/>
                </a:lnTo>
                <a:lnTo>
                  <a:pt x="215759" y="419321"/>
                </a:lnTo>
                <a:lnTo>
                  <a:pt x="211021" y="372884"/>
                </a:lnTo>
                <a:lnTo>
                  <a:pt x="204834" y="322357"/>
                </a:lnTo>
                <a:lnTo>
                  <a:pt x="197155" y="271869"/>
                </a:lnTo>
                <a:lnTo>
                  <a:pt x="187941" y="225553"/>
                </a:lnTo>
                <a:lnTo>
                  <a:pt x="175300" y="164319"/>
                </a:lnTo>
                <a:lnTo>
                  <a:pt x="170133" y="126797"/>
                </a:lnTo>
                <a:lnTo>
                  <a:pt x="169321" y="107964"/>
                </a:lnTo>
                <a:lnTo>
                  <a:pt x="169743" y="102803"/>
                </a:lnTo>
                <a:lnTo>
                  <a:pt x="232275" y="95923"/>
                </a:lnTo>
                <a:lnTo>
                  <a:pt x="238443" y="3099"/>
                </a:lnTo>
                <a:lnTo>
                  <a:pt x="23747" y="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2" name="object 42" descr=""/>
          <p:cNvGrpSpPr/>
          <p:nvPr/>
        </p:nvGrpSpPr>
        <p:grpSpPr>
          <a:xfrm>
            <a:off x="8497597" y="3715670"/>
            <a:ext cx="777240" cy="384175"/>
            <a:chOff x="8497597" y="3715670"/>
            <a:chExt cx="777240" cy="384175"/>
          </a:xfrm>
        </p:grpSpPr>
        <p:sp>
          <p:nvSpPr>
            <p:cNvPr id="43" name="object 43" descr=""/>
            <p:cNvSpPr/>
            <p:nvPr/>
          </p:nvSpPr>
          <p:spPr>
            <a:xfrm>
              <a:off x="8513426" y="3715670"/>
              <a:ext cx="752475" cy="321310"/>
            </a:xfrm>
            <a:custGeom>
              <a:avLst/>
              <a:gdLst/>
              <a:ahLst/>
              <a:cxnLst/>
              <a:rect l="l" t="t" r="r" b="b"/>
              <a:pathLst>
                <a:path w="752475" h="321310">
                  <a:moveTo>
                    <a:pt x="596756" y="0"/>
                  </a:moveTo>
                  <a:lnTo>
                    <a:pt x="573237" y="1069"/>
                  </a:lnTo>
                  <a:lnTo>
                    <a:pt x="551585" y="13372"/>
                  </a:lnTo>
                  <a:lnTo>
                    <a:pt x="428026" y="96547"/>
                  </a:lnTo>
                  <a:lnTo>
                    <a:pt x="357621" y="141220"/>
                  </a:lnTo>
                  <a:lnTo>
                    <a:pt x="314071" y="162647"/>
                  </a:lnTo>
                  <a:lnTo>
                    <a:pt x="271080" y="176079"/>
                  </a:lnTo>
                  <a:lnTo>
                    <a:pt x="223061" y="186658"/>
                  </a:lnTo>
                  <a:lnTo>
                    <a:pt x="167015" y="196052"/>
                  </a:lnTo>
                  <a:lnTo>
                    <a:pt x="111391" y="205612"/>
                  </a:lnTo>
                  <a:lnTo>
                    <a:pt x="64641" y="216692"/>
                  </a:lnTo>
                  <a:lnTo>
                    <a:pt x="17086" y="251685"/>
                  </a:lnTo>
                  <a:lnTo>
                    <a:pt x="1293" y="287825"/>
                  </a:lnTo>
                  <a:lnTo>
                    <a:pt x="0" y="294013"/>
                  </a:lnTo>
                  <a:lnTo>
                    <a:pt x="51496" y="310522"/>
                  </a:lnTo>
                  <a:lnTo>
                    <a:pt x="86264" y="318732"/>
                  </a:lnTo>
                  <a:lnTo>
                    <a:pt x="120144" y="321080"/>
                  </a:lnTo>
                  <a:lnTo>
                    <a:pt x="168979" y="320002"/>
                  </a:lnTo>
                  <a:lnTo>
                    <a:pt x="210566" y="317700"/>
                  </a:lnTo>
                  <a:lnTo>
                    <a:pt x="262187" y="313449"/>
                  </a:lnTo>
                  <a:lnTo>
                    <a:pt x="319712" y="307833"/>
                  </a:lnTo>
                  <a:lnTo>
                    <a:pt x="379016" y="301439"/>
                  </a:lnTo>
                  <a:lnTo>
                    <a:pt x="435970" y="294853"/>
                  </a:lnTo>
                  <a:lnTo>
                    <a:pt x="486446" y="288661"/>
                  </a:lnTo>
                  <a:lnTo>
                    <a:pt x="526319" y="283448"/>
                  </a:lnTo>
                  <a:lnTo>
                    <a:pt x="591972" y="277837"/>
                  </a:lnTo>
                  <a:lnTo>
                    <a:pt x="717857" y="272981"/>
                  </a:lnTo>
                  <a:lnTo>
                    <a:pt x="744155" y="268726"/>
                  </a:lnTo>
                  <a:lnTo>
                    <a:pt x="749060" y="255430"/>
                  </a:lnTo>
                  <a:lnTo>
                    <a:pt x="752053" y="225662"/>
                  </a:lnTo>
                  <a:lnTo>
                    <a:pt x="748985" y="179916"/>
                  </a:lnTo>
                  <a:lnTo>
                    <a:pt x="735711" y="118687"/>
                  </a:lnTo>
                  <a:lnTo>
                    <a:pt x="708083" y="42471"/>
                  </a:lnTo>
                  <a:lnTo>
                    <a:pt x="636814" y="12891"/>
                  </a:lnTo>
                  <a:lnTo>
                    <a:pt x="596756" y="0"/>
                  </a:lnTo>
                  <a:close/>
                </a:path>
              </a:pathLst>
            </a:custGeom>
            <a:solidFill>
              <a:srgbClr val="2C2E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791384" y="3758405"/>
              <a:ext cx="289560" cy="164465"/>
            </a:xfrm>
            <a:custGeom>
              <a:avLst/>
              <a:gdLst/>
              <a:ahLst/>
              <a:cxnLst/>
              <a:rect l="l" t="t" r="r" b="b"/>
              <a:pathLst>
                <a:path w="289559" h="164464">
                  <a:moveTo>
                    <a:pt x="40551" y="140576"/>
                  </a:moveTo>
                  <a:lnTo>
                    <a:pt x="33858" y="126720"/>
                  </a:lnTo>
                  <a:lnTo>
                    <a:pt x="17907" y="121869"/>
                  </a:lnTo>
                  <a:lnTo>
                    <a:pt x="3454" y="130149"/>
                  </a:lnTo>
                  <a:lnTo>
                    <a:pt x="0" y="145148"/>
                  </a:lnTo>
                  <a:lnTo>
                    <a:pt x="6692" y="159016"/>
                  </a:lnTo>
                  <a:lnTo>
                    <a:pt x="22644" y="163855"/>
                  </a:lnTo>
                  <a:lnTo>
                    <a:pt x="37096" y="155587"/>
                  </a:lnTo>
                  <a:lnTo>
                    <a:pt x="40551" y="140576"/>
                  </a:lnTo>
                  <a:close/>
                </a:path>
                <a:path w="289559" h="164464">
                  <a:moveTo>
                    <a:pt x="131483" y="114388"/>
                  </a:moveTo>
                  <a:lnTo>
                    <a:pt x="124790" y="100533"/>
                  </a:lnTo>
                  <a:lnTo>
                    <a:pt x="108839" y="95681"/>
                  </a:lnTo>
                  <a:lnTo>
                    <a:pt x="94373" y="103962"/>
                  </a:lnTo>
                  <a:lnTo>
                    <a:pt x="90932" y="118960"/>
                  </a:lnTo>
                  <a:lnTo>
                    <a:pt x="97624" y="132829"/>
                  </a:lnTo>
                  <a:lnTo>
                    <a:pt x="113576" y="137668"/>
                  </a:lnTo>
                  <a:lnTo>
                    <a:pt x="128028" y="129400"/>
                  </a:lnTo>
                  <a:lnTo>
                    <a:pt x="131483" y="114388"/>
                  </a:lnTo>
                  <a:close/>
                </a:path>
                <a:path w="289559" h="164464">
                  <a:moveTo>
                    <a:pt x="211886" y="73456"/>
                  </a:moveTo>
                  <a:lnTo>
                    <a:pt x="205206" y="59588"/>
                  </a:lnTo>
                  <a:lnTo>
                    <a:pt x="189255" y="54749"/>
                  </a:lnTo>
                  <a:lnTo>
                    <a:pt x="174790" y="63017"/>
                  </a:lnTo>
                  <a:lnTo>
                    <a:pt x="171348" y="78016"/>
                  </a:lnTo>
                  <a:lnTo>
                    <a:pt x="178041" y="91871"/>
                  </a:lnTo>
                  <a:lnTo>
                    <a:pt x="193992" y="96710"/>
                  </a:lnTo>
                  <a:lnTo>
                    <a:pt x="208445" y="88455"/>
                  </a:lnTo>
                  <a:lnTo>
                    <a:pt x="211886" y="73456"/>
                  </a:lnTo>
                  <a:close/>
                </a:path>
                <a:path w="289559" h="164464">
                  <a:moveTo>
                    <a:pt x="288988" y="18707"/>
                  </a:moveTo>
                  <a:lnTo>
                    <a:pt x="282295" y="4851"/>
                  </a:lnTo>
                  <a:lnTo>
                    <a:pt x="266344" y="0"/>
                  </a:lnTo>
                  <a:lnTo>
                    <a:pt x="251891" y="8280"/>
                  </a:lnTo>
                  <a:lnTo>
                    <a:pt x="248437" y="23279"/>
                  </a:lnTo>
                  <a:lnTo>
                    <a:pt x="255117" y="37134"/>
                  </a:lnTo>
                  <a:lnTo>
                    <a:pt x="271056" y="41973"/>
                  </a:lnTo>
                  <a:lnTo>
                    <a:pt x="285534" y="33705"/>
                  </a:lnTo>
                  <a:lnTo>
                    <a:pt x="288988" y="18707"/>
                  </a:lnTo>
                  <a:close/>
                </a:path>
              </a:pathLst>
            </a:custGeom>
            <a:solidFill>
              <a:srgbClr val="9986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497597" y="3981310"/>
              <a:ext cx="777240" cy="118110"/>
            </a:xfrm>
            <a:custGeom>
              <a:avLst/>
              <a:gdLst/>
              <a:ahLst/>
              <a:cxnLst/>
              <a:rect l="l" t="t" r="r" b="b"/>
              <a:pathLst>
                <a:path w="777240" h="118110">
                  <a:moveTo>
                    <a:pt x="747768" y="0"/>
                  </a:moveTo>
                  <a:lnTo>
                    <a:pt x="704361" y="522"/>
                  </a:lnTo>
                  <a:lnTo>
                    <a:pt x="645844" y="2440"/>
                  </a:lnTo>
                  <a:lnTo>
                    <a:pt x="580370" y="5446"/>
                  </a:lnTo>
                  <a:lnTo>
                    <a:pt x="516094" y="9236"/>
                  </a:lnTo>
                  <a:lnTo>
                    <a:pt x="461169" y="13502"/>
                  </a:lnTo>
                  <a:lnTo>
                    <a:pt x="422050" y="16352"/>
                  </a:lnTo>
                  <a:lnTo>
                    <a:pt x="370704" y="18917"/>
                  </a:lnTo>
                  <a:lnTo>
                    <a:pt x="311089" y="21019"/>
                  </a:lnTo>
                  <a:lnTo>
                    <a:pt x="247165" y="22478"/>
                  </a:lnTo>
                  <a:lnTo>
                    <a:pt x="182891" y="23114"/>
                  </a:lnTo>
                  <a:lnTo>
                    <a:pt x="122227" y="22749"/>
                  </a:lnTo>
                  <a:lnTo>
                    <a:pt x="69132" y="21202"/>
                  </a:lnTo>
                  <a:lnTo>
                    <a:pt x="27565" y="18295"/>
                  </a:lnTo>
                  <a:lnTo>
                    <a:pt x="1486" y="13848"/>
                  </a:lnTo>
                  <a:lnTo>
                    <a:pt x="23" y="86671"/>
                  </a:lnTo>
                  <a:lnTo>
                    <a:pt x="71646" y="108523"/>
                  </a:lnTo>
                  <a:lnTo>
                    <a:pt x="139154" y="114594"/>
                  </a:lnTo>
                  <a:lnTo>
                    <a:pt x="208183" y="118010"/>
                  </a:lnTo>
                  <a:lnTo>
                    <a:pt x="264033" y="117352"/>
                  </a:lnTo>
                  <a:lnTo>
                    <a:pt x="295783" y="115365"/>
                  </a:lnTo>
                  <a:lnTo>
                    <a:pt x="667818" y="95634"/>
                  </a:lnTo>
                  <a:lnTo>
                    <a:pt x="718054" y="92761"/>
                  </a:lnTo>
                  <a:lnTo>
                    <a:pt x="767913" y="89029"/>
                  </a:lnTo>
                  <a:lnTo>
                    <a:pt x="776705" y="45437"/>
                  </a:lnTo>
                  <a:lnTo>
                    <a:pt x="774470" y="16225"/>
                  </a:lnTo>
                  <a:lnTo>
                    <a:pt x="767913" y="1178"/>
                  </a:lnTo>
                  <a:lnTo>
                    <a:pt x="747768" y="0"/>
                  </a:lnTo>
                  <a:close/>
                </a:path>
              </a:pathLst>
            </a:custGeom>
            <a:solidFill>
              <a:srgbClr val="9E6D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497595" y="3981316"/>
              <a:ext cx="777240" cy="118745"/>
            </a:xfrm>
            <a:custGeom>
              <a:avLst/>
              <a:gdLst/>
              <a:ahLst/>
              <a:cxnLst/>
              <a:rect l="l" t="t" r="r" b="b"/>
              <a:pathLst>
                <a:path w="777240" h="118745">
                  <a:moveTo>
                    <a:pt x="15824" y="100228"/>
                  </a:moveTo>
                  <a:lnTo>
                    <a:pt x="1485" y="13843"/>
                  </a:lnTo>
                  <a:lnTo>
                    <a:pt x="228" y="76936"/>
                  </a:lnTo>
                  <a:lnTo>
                    <a:pt x="0" y="95986"/>
                  </a:lnTo>
                  <a:lnTo>
                    <a:pt x="5981" y="98082"/>
                  </a:lnTo>
                  <a:lnTo>
                    <a:pt x="15824" y="100228"/>
                  </a:lnTo>
                  <a:close/>
                </a:path>
                <a:path w="777240" h="118745">
                  <a:moveTo>
                    <a:pt x="56311" y="20980"/>
                  </a:moveTo>
                  <a:lnTo>
                    <a:pt x="47612" y="20332"/>
                  </a:lnTo>
                  <a:lnTo>
                    <a:pt x="40017" y="19558"/>
                  </a:lnTo>
                  <a:lnTo>
                    <a:pt x="33426" y="18669"/>
                  </a:lnTo>
                  <a:lnTo>
                    <a:pt x="33426" y="103466"/>
                  </a:lnTo>
                  <a:lnTo>
                    <a:pt x="48006" y="105613"/>
                  </a:lnTo>
                  <a:lnTo>
                    <a:pt x="56311" y="106654"/>
                  </a:lnTo>
                  <a:lnTo>
                    <a:pt x="56311" y="20980"/>
                  </a:lnTo>
                  <a:close/>
                </a:path>
                <a:path w="777240" h="118745">
                  <a:moveTo>
                    <a:pt x="96799" y="22999"/>
                  </a:moveTo>
                  <a:lnTo>
                    <a:pt x="73914" y="22047"/>
                  </a:lnTo>
                  <a:lnTo>
                    <a:pt x="73914" y="108737"/>
                  </a:lnTo>
                  <a:lnTo>
                    <a:pt x="96799" y="111086"/>
                  </a:lnTo>
                  <a:lnTo>
                    <a:pt x="96799" y="22999"/>
                  </a:lnTo>
                  <a:close/>
                </a:path>
                <a:path w="777240" h="118745">
                  <a:moveTo>
                    <a:pt x="137287" y="23850"/>
                  </a:moveTo>
                  <a:lnTo>
                    <a:pt x="114401" y="23469"/>
                  </a:lnTo>
                  <a:lnTo>
                    <a:pt x="114401" y="112649"/>
                  </a:lnTo>
                  <a:lnTo>
                    <a:pt x="137287" y="114427"/>
                  </a:lnTo>
                  <a:lnTo>
                    <a:pt x="137287" y="23850"/>
                  </a:lnTo>
                  <a:close/>
                </a:path>
                <a:path w="777240" h="118745">
                  <a:moveTo>
                    <a:pt x="177761" y="24003"/>
                  </a:moveTo>
                  <a:lnTo>
                    <a:pt x="154889" y="23977"/>
                  </a:lnTo>
                  <a:lnTo>
                    <a:pt x="154889" y="115608"/>
                  </a:lnTo>
                  <a:lnTo>
                    <a:pt x="177761" y="116852"/>
                  </a:lnTo>
                  <a:lnTo>
                    <a:pt x="177761" y="24003"/>
                  </a:lnTo>
                  <a:close/>
                </a:path>
                <a:path w="777240" h="118745">
                  <a:moveTo>
                    <a:pt x="218249" y="23672"/>
                  </a:moveTo>
                  <a:lnTo>
                    <a:pt x="195364" y="23901"/>
                  </a:lnTo>
                  <a:lnTo>
                    <a:pt x="195364" y="117602"/>
                  </a:lnTo>
                  <a:lnTo>
                    <a:pt x="218249" y="118173"/>
                  </a:lnTo>
                  <a:lnTo>
                    <a:pt x="218249" y="23672"/>
                  </a:lnTo>
                  <a:close/>
                </a:path>
                <a:path w="777240" h="118745">
                  <a:moveTo>
                    <a:pt x="258737" y="22948"/>
                  </a:moveTo>
                  <a:lnTo>
                    <a:pt x="235864" y="23393"/>
                  </a:lnTo>
                  <a:lnTo>
                    <a:pt x="235864" y="118262"/>
                  </a:lnTo>
                  <a:lnTo>
                    <a:pt x="244221" y="118198"/>
                  </a:lnTo>
                  <a:lnTo>
                    <a:pt x="258737" y="117602"/>
                  </a:lnTo>
                  <a:lnTo>
                    <a:pt x="258737" y="22948"/>
                  </a:lnTo>
                  <a:close/>
                </a:path>
                <a:path w="777240" h="118745">
                  <a:moveTo>
                    <a:pt x="299212" y="21869"/>
                  </a:moveTo>
                  <a:lnTo>
                    <a:pt x="276339" y="22529"/>
                  </a:lnTo>
                  <a:lnTo>
                    <a:pt x="276339" y="116535"/>
                  </a:lnTo>
                  <a:lnTo>
                    <a:pt x="299212" y="115150"/>
                  </a:lnTo>
                  <a:lnTo>
                    <a:pt x="299212" y="21869"/>
                  </a:lnTo>
                  <a:close/>
                </a:path>
                <a:path w="777240" h="118745">
                  <a:moveTo>
                    <a:pt x="339712" y="20485"/>
                  </a:moveTo>
                  <a:lnTo>
                    <a:pt x="316826" y="21323"/>
                  </a:lnTo>
                  <a:lnTo>
                    <a:pt x="316826" y="114173"/>
                  </a:lnTo>
                  <a:lnTo>
                    <a:pt x="339712" y="112915"/>
                  </a:lnTo>
                  <a:lnTo>
                    <a:pt x="339712" y="20485"/>
                  </a:lnTo>
                  <a:close/>
                </a:path>
                <a:path w="777240" h="118745">
                  <a:moveTo>
                    <a:pt x="380187" y="18732"/>
                  </a:moveTo>
                  <a:lnTo>
                    <a:pt x="357314" y="19773"/>
                  </a:lnTo>
                  <a:lnTo>
                    <a:pt x="357314" y="111975"/>
                  </a:lnTo>
                  <a:lnTo>
                    <a:pt x="380187" y="110756"/>
                  </a:lnTo>
                  <a:lnTo>
                    <a:pt x="380187" y="18732"/>
                  </a:lnTo>
                  <a:close/>
                </a:path>
                <a:path w="777240" h="118745">
                  <a:moveTo>
                    <a:pt x="420674" y="16497"/>
                  </a:moveTo>
                  <a:lnTo>
                    <a:pt x="397789" y="17830"/>
                  </a:lnTo>
                  <a:lnTo>
                    <a:pt x="397789" y="109816"/>
                  </a:lnTo>
                  <a:lnTo>
                    <a:pt x="420674" y="108623"/>
                  </a:lnTo>
                  <a:lnTo>
                    <a:pt x="420674" y="16497"/>
                  </a:lnTo>
                  <a:close/>
                </a:path>
                <a:path w="777240" h="118745">
                  <a:moveTo>
                    <a:pt x="461162" y="13500"/>
                  </a:moveTo>
                  <a:lnTo>
                    <a:pt x="438277" y="15341"/>
                  </a:lnTo>
                  <a:lnTo>
                    <a:pt x="438277" y="107708"/>
                  </a:lnTo>
                  <a:lnTo>
                    <a:pt x="461162" y="106527"/>
                  </a:lnTo>
                  <a:lnTo>
                    <a:pt x="461162" y="13500"/>
                  </a:lnTo>
                  <a:close/>
                </a:path>
                <a:path w="777240" h="118745">
                  <a:moveTo>
                    <a:pt x="501650" y="10223"/>
                  </a:moveTo>
                  <a:lnTo>
                    <a:pt x="478777" y="11988"/>
                  </a:lnTo>
                  <a:lnTo>
                    <a:pt x="478777" y="105613"/>
                  </a:lnTo>
                  <a:lnTo>
                    <a:pt x="501650" y="104419"/>
                  </a:lnTo>
                  <a:lnTo>
                    <a:pt x="501650" y="10223"/>
                  </a:lnTo>
                  <a:close/>
                </a:path>
                <a:path w="777240" h="118745">
                  <a:moveTo>
                    <a:pt x="542137" y="7594"/>
                  </a:moveTo>
                  <a:lnTo>
                    <a:pt x="519252" y="9042"/>
                  </a:lnTo>
                  <a:lnTo>
                    <a:pt x="519252" y="103517"/>
                  </a:lnTo>
                  <a:lnTo>
                    <a:pt x="542137" y="102323"/>
                  </a:lnTo>
                  <a:lnTo>
                    <a:pt x="542137" y="7594"/>
                  </a:lnTo>
                  <a:close/>
                </a:path>
                <a:path w="777240" h="118745">
                  <a:moveTo>
                    <a:pt x="582625" y="5346"/>
                  </a:moveTo>
                  <a:lnTo>
                    <a:pt x="559739" y="6578"/>
                  </a:lnTo>
                  <a:lnTo>
                    <a:pt x="559739" y="101409"/>
                  </a:lnTo>
                  <a:lnTo>
                    <a:pt x="582625" y="100203"/>
                  </a:lnTo>
                  <a:lnTo>
                    <a:pt x="582625" y="5346"/>
                  </a:lnTo>
                  <a:close/>
                </a:path>
                <a:path w="777240" h="118745">
                  <a:moveTo>
                    <a:pt x="623100" y="3403"/>
                  </a:moveTo>
                  <a:lnTo>
                    <a:pt x="600227" y="4445"/>
                  </a:lnTo>
                  <a:lnTo>
                    <a:pt x="600227" y="99288"/>
                  </a:lnTo>
                  <a:lnTo>
                    <a:pt x="623100" y="98069"/>
                  </a:lnTo>
                  <a:lnTo>
                    <a:pt x="623100" y="3403"/>
                  </a:lnTo>
                  <a:close/>
                </a:path>
                <a:path w="777240" h="118745">
                  <a:moveTo>
                    <a:pt x="663600" y="1778"/>
                  </a:moveTo>
                  <a:lnTo>
                    <a:pt x="640715" y="2654"/>
                  </a:lnTo>
                  <a:lnTo>
                    <a:pt x="640715" y="97116"/>
                  </a:lnTo>
                  <a:lnTo>
                    <a:pt x="663600" y="95872"/>
                  </a:lnTo>
                  <a:lnTo>
                    <a:pt x="663600" y="1778"/>
                  </a:lnTo>
                  <a:close/>
                </a:path>
                <a:path w="777240" h="118745">
                  <a:moveTo>
                    <a:pt x="704075" y="546"/>
                  </a:moveTo>
                  <a:lnTo>
                    <a:pt x="681189" y="1193"/>
                  </a:lnTo>
                  <a:lnTo>
                    <a:pt x="681189" y="94894"/>
                  </a:lnTo>
                  <a:lnTo>
                    <a:pt x="704075" y="93573"/>
                  </a:lnTo>
                  <a:lnTo>
                    <a:pt x="704075" y="546"/>
                  </a:lnTo>
                  <a:close/>
                </a:path>
                <a:path w="777240" h="118745">
                  <a:moveTo>
                    <a:pt x="744562" y="0"/>
                  </a:moveTo>
                  <a:lnTo>
                    <a:pt x="721677" y="190"/>
                  </a:lnTo>
                  <a:lnTo>
                    <a:pt x="721677" y="92544"/>
                  </a:lnTo>
                  <a:lnTo>
                    <a:pt x="744562" y="91097"/>
                  </a:lnTo>
                  <a:lnTo>
                    <a:pt x="744562" y="0"/>
                  </a:lnTo>
                  <a:close/>
                </a:path>
                <a:path w="777240" h="118745">
                  <a:moveTo>
                    <a:pt x="776706" y="45440"/>
                  </a:moveTo>
                  <a:lnTo>
                    <a:pt x="774471" y="16230"/>
                  </a:lnTo>
                  <a:lnTo>
                    <a:pt x="767905" y="1168"/>
                  </a:lnTo>
                  <a:lnTo>
                    <a:pt x="767054" y="863"/>
                  </a:lnTo>
                  <a:lnTo>
                    <a:pt x="762165" y="457"/>
                  </a:lnTo>
                  <a:lnTo>
                    <a:pt x="762165" y="89725"/>
                  </a:lnTo>
                  <a:lnTo>
                    <a:pt x="767245" y="89217"/>
                  </a:lnTo>
                  <a:lnTo>
                    <a:pt x="767905" y="89027"/>
                  </a:lnTo>
                  <a:lnTo>
                    <a:pt x="774534" y="74485"/>
                  </a:lnTo>
                  <a:lnTo>
                    <a:pt x="776706" y="45440"/>
                  </a:lnTo>
                  <a:close/>
                </a:path>
              </a:pathLst>
            </a:custGeom>
            <a:solidFill>
              <a:srgbClr val="AC7E6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9857182" y="3672452"/>
            <a:ext cx="371475" cy="509905"/>
            <a:chOff x="9857182" y="3672452"/>
            <a:chExt cx="371475" cy="509905"/>
          </a:xfrm>
        </p:grpSpPr>
        <p:sp>
          <p:nvSpPr>
            <p:cNvPr id="48" name="object 48" descr=""/>
            <p:cNvSpPr/>
            <p:nvPr/>
          </p:nvSpPr>
          <p:spPr>
            <a:xfrm>
              <a:off x="9857182" y="3952237"/>
              <a:ext cx="371475" cy="229870"/>
            </a:xfrm>
            <a:custGeom>
              <a:avLst/>
              <a:gdLst/>
              <a:ahLst/>
              <a:cxnLst/>
              <a:rect l="l" t="t" r="r" b="b"/>
              <a:pathLst>
                <a:path w="371475" h="229870">
                  <a:moveTo>
                    <a:pt x="4761" y="0"/>
                  </a:moveTo>
                  <a:lnTo>
                    <a:pt x="725" y="78103"/>
                  </a:lnTo>
                  <a:lnTo>
                    <a:pt x="0" y="123206"/>
                  </a:lnTo>
                  <a:lnTo>
                    <a:pt x="3141" y="152472"/>
                  </a:lnTo>
                  <a:lnTo>
                    <a:pt x="28936" y="201318"/>
                  </a:lnTo>
                  <a:lnTo>
                    <a:pt x="67364" y="214340"/>
                  </a:lnTo>
                  <a:lnTo>
                    <a:pt x="118683" y="222881"/>
                  </a:lnTo>
                  <a:lnTo>
                    <a:pt x="175582" y="227693"/>
                  </a:lnTo>
                  <a:lnTo>
                    <a:pt x="230751" y="229527"/>
                  </a:lnTo>
                  <a:lnTo>
                    <a:pt x="276879" y="229135"/>
                  </a:lnTo>
                  <a:lnTo>
                    <a:pt x="334740" y="221335"/>
                  </a:lnTo>
                  <a:lnTo>
                    <a:pt x="367232" y="194967"/>
                  </a:lnTo>
                  <a:lnTo>
                    <a:pt x="371281" y="128581"/>
                  </a:lnTo>
                  <a:lnTo>
                    <a:pt x="367040" y="87555"/>
                  </a:lnTo>
                  <a:lnTo>
                    <a:pt x="352101" y="68469"/>
                  </a:lnTo>
                  <a:lnTo>
                    <a:pt x="285492" y="57028"/>
                  </a:lnTo>
                  <a:lnTo>
                    <a:pt x="167464" y="33574"/>
                  </a:lnTo>
                  <a:lnTo>
                    <a:pt x="4761" y="0"/>
                  </a:lnTo>
                  <a:close/>
                </a:path>
              </a:pathLst>
            </a:custGeom>
            <a:solidFill>
              <a:srgbClr val="9E6D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867785" y="3953896"/>
              <a:ext cx="342265" cy="227965"/>
            </a:xfrm>
            <a:custGeom>
              <a:avLst/>
              <a:gdLst/>
              <a:ahLst/>
              <a:cxnLst/>
              <a:rect l="l" t="t" r="r" b="b"/>
              <a:pathLst>
                <a:path w="342265" h="227964">
                  <a:moveTo>
                    <a:pt x="17602" y="4965"/>
                  </a:moveTo>
                  <a:lnTo>
                    <a:pt x="0" y="0"/>
                  </a:lnTo>
                  <a:lnTo>
                    <a:pt x="101" y="181406"/>
                  </a:lnTo>
                  <a:lnTo>
                    <a:pt x="1930" y="188252"/>
                  </a:lnTo>
                  <a:lnTo>
                    <a:pt x="8216" y="194106"/>
                  </a:lnTo>
                  <a:lnTo>
                    <a:pt x="17602" y="199186"/>
                  </a:lnTo>
                  <a:lnTo>
                    <a:pt x="17602" y="4965"/>
                  </a:lnTo>
                  <a:close/>
                </a:path>
                <a:path w="342265" h="227964">
                  <a:moveTo>
                    <a:pt x="58102" y="16306"/>
                  </a:moveTo>
                  <a:lnTo>
                    <a:pt x="40474" y="11379"/>
                  </a:lnTo>
                  <a:lnTo>
                    <a:pt x="40474" y="208330"/>
                  </a:lnTo>
                  <a:lnTo>
                    <a:pt x="45961" y="210007"/>
                  </a:lnTo>
                  <a:lnTo>
                    <a:pt x="58102" y="212966"/>
                  </a:lnTo>
                  <a:lnTo>
                    <a:pt x="58102" y="16306"/>
                  </a:lnTo>
                  <a:close/>
                </a:path>
                <a:path w="342265" h="227964">
                  <a:moveTo>
                    <a:pt x="98577" y="27571"/>
                  </a:moveTo>
                  <a:lnTo>
                    <a:pt x="80975" y="22694"/>
                  </a:lnTo>
                  <a:lnTo>
                    <a:pt x="80975" y="217398"/>
                  </a:lnTo>
                  <a:lnTo>
                    <a:pt x="92544" y="219240"/>
                  </a:lnTo>
                  <a:lnTo>
                    <a:pt x="98577" y="220014"/>
                  </a:lnTo>
                  <a:lnTo>
                    <a:pt x="98577" y="27571"/>
                  </a:lnTo>
                  <a:close/>
                </a:path>
                <a:path w="342265" h="227964">
                  <a:moveTo>
                    <a:pt x="139052" y="38760"/>
                  </a:moveTo>
                  <a:lnTo>
                    <a:pt x="121462" y="33909"/>
                  </a:lnTo>
                  <a:lnTo>
                    <a:pt x="121462" y="222669"/>
                  </a:lnTo>
                  <a:lnTo>
                    <a:pt x="139052" y="224256"/>
                  </a:lnTo>
                  <a:lnTo>
                    <a:pt x="139052" y="38760"/>
                  </a:lnTo>
                  <a:close/>
                </a:path>
                <a:path w="342265" h="227964">
                  <a:moveTo>
                    <a:pt x="179552" y="49834"/>
                  </a:moveTo>
                  <a:lnTo>
                    <a:pt x="161937" y="45034"/>
                  </a:lnTo>
                  <a:lnTo>
                    <a:pt x="161937" y="225869"/>
                  </a:lnTo>
                  <a:lnTo>
                    <a:pt x="179552" y="226745"/>
                  </a:lnTo>
                  <a:lnTo>
                    <a:pt x="179552" y="49834"/>
                  </a:lnTo>
                  <a:close/>
                </a:path>
                <a:path w="342265" h="227964">
                  <a:moveTo>
                    <a:pt x="220027" y="60744"/>
                  </a:moveTo>
                  <a:lnTo>
                    <a:pt x="202425" y="56019"/>
                  </a:lnTo>
                  <a:lnTo>
                    <a:pt x="202425" y="227545"/>
                  </a:lnTo>
                  <a:lnTo>
                    <a:pt x="220027" y="227863"/>
                  </a:lnTo>
                  <a:lnTo>
                    <a:pt x="220027" y="60744"/>
                  </a:lnTo>
                  <a:close/>
                </a:path>
                <a:path w="342265" h="227964">
                  <a:moveTo>
                    <a:pt x="260515" y="71424"/>
                  </a:moveTo>
                  <a:lnTo>
                    <a:pt x="242912" y="66814"/>
                  </a:lnTo>
                  <a:lnTo>
                    <a:pt x="242912" y="227926"/>
                  </a:lnTo>
                  <a:lnTo>
                    <a:pt x="260515" y="227634"/>
                  </a:lnTo>
                  <a:lnTo>
                    <a:pt x="260515" y="71424"/>
                  </a:lnTo>
                  <a:close/>
                </a:path>
                <a:path w="342265" h="227964">
                  <a:moveTo>
                    <a:pt x="301002" y="81686"/>
                  </a:moveTo>
                  <a:lnTo>
                    <a:pt x="293357" y="81686"/>
                  </a:lnTo>
                  <a:lnTo>
                    <a:pt x="293357" y="77876"/>
                  </a:lnTo>
                  <a:lnTo>
                    <a:pt x="283400" y="77876"/>
                  </a:lnTo>
                  <a:lnTo>
                    <a:pt x="283400" y="81686"/>
                  </a:lnTo>
                  <a:lnTo>
                    <a:pt x="283400" y="225196"/>
                  </a:lnTo>
                  <a:lnTo>
                    <a:pt x="283400" y="226466"/>
                  </a:lnTo>
                  <a:lnTo>
                    <a:pt x="294335" y="226466"/>
                  </a:lnTo>
                  <a:lnTo>
                    <a:pt x="294335" y="225196"/>
                  </a:lnTo>
                  <a:lnTo>
                    <a:pt x="301002" y="225196"/>
                  </a:lnTo>
                  <a:lnTo>
                    <a:pt x="301002" y="81686"/>
                  </a:lnTo>
                  <a:close/>
                </a:path>
                <a:path w="342265" h="227964">
                  <a:moveTo>
                    <a:pt x="341998" y="66840"/>
                  </a:moveTo>
                  <a:lnTo>
                    <a:pt x="341490" y="66814"/>
                  </a:lnTo>
                  <a:lnTo>
                    <a:pt x="338620" y="70129"/>
                  </a:lnTo>
                  <a:lnTo>
                    <a:pt x="334518" y="77482"/>
                  </a:lnTo>
                  <a:lnTo>
                    <a:pt x="329488" y="84543"/>
                  </a:lnTo>
                  <a:lnTo>
                    <a:pt x="323888" y="87007"/>
                  </a:lnTo>
                  <a:lnTo>
                    <a:pt x="323888" y="219760"/>
                  </a:lnTo>
                  <a:lnTo>
                    <a:pt x="331177" y="217398"/>
                  </a:lnTo>
                  <a:lnTo>
                    <a:pt x="336905" y="214630"/>
                  </a:lnTo>
                  <a:lnTo>
                    <a:pt x="341490" y="211747"/>
                  </a:lnTo>
                  <a:lnTo>
                    <a:pt x="341490" y="90246"/>
                  </a:lnTo>
                  <a:lnTo>
                    <a:pt x="340995" y="90170"/>
                  </a:lnTo>
                  <a:lnTo>
                    <a:pt x="341998" y="66840"/>
                  </a:lnTo>
                  <a:close/>
                </a:path>
              </a:pathLst>
            </a:custGeom>
            <a:solidFill>
              <a:srgbClr val="AC7E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861219" y="3672452"/>
              <a:ext cx="346710" cy="399415"/>
            </a:xfrm>
            <a:custGeom>
              <a:avLst/>
              <a:gdLst/>
              <a:ahLst/>
              <a:cxnLst/>
              <a:rect l="l" t="t" r="r" b="b"/>
              <a:pathLst>
                <a:path w="346709" h="399414">
                  <a:moveTo>
                    <a:pt x="85779" y="0"/>
                  </a:moveTo>
                  <a:lnTo>
                    <a:pt x="44864" y="2297"/>
                  </a:lnTo>
                  <a:lnTo>
                    <a:pt x="1790" y="30422"/>
                  </a:lnTo>
                  <a:lnTo>
                    <a:pt x="447" y="190020"/>
                  </a:lnTo>
                  <a:lnTo>
                    <a:pt x="0" y="273966"/>
                  </a:lnTo>
                  <a:lnTo>
                    <a:pt x="447" y="309931"/>
                  </a:lnTo>
                  <a:lnTo>
                    <a:pt x="41084" y="363179"/>
                  </a:lnTo>
                  <a:lnTo>
                    <a:pt x="80411" y="378234"/>
                  </a:lnTo>
                  <a:lnTo>
                    <a:pt x="127481" y="389731"/>
                  </a:lnTo>
                  <a:lnTo>
                    <a:pt x="178260" y="396873"/>
                  </a:lnTo>
                  <a:lnTo>
                    <a:pt x="228716" y="398862"/>
                  </a:lnTo>
                  <a:lnTo>
                    <a:pt x="274816" y="394902"/>
                  </a:lnTo>
                  <a:lnTo>
                    <a:pt x="312526" y="384193"/>
                  </a:lnTo>
                  <a:lnTo>
                    <a:pt x="337815" y="365940"/>
                  </a:lnTo>
                  <a:lnTo>
                    <a:pt x="346649" y="339345"/>
                  </a:lnTo>
                  <a:lnTo>
                    <a:pt x="243768" y="207230"/>
                  </a:lnTo>
                  <a:lnTo>
                    <a:pt x="190023" y="135003"/>
                  </a:lnTo>
                  <a:lnTo>
                    <a:pt x="167906" y="97295"/>
                  </a:lnTo>
                  <a:lnTo>
                    <a:pt x="159911" y="68735"/>
                  </a:lnTo>
                  <a:lnTo>
                    <a:pt x="146867" y="41151"/>
                  </a:lnTo>
                  <a:lnTo>
                    <a:pt x="120968" y="15595"/>
                  </a:lnTo>
                  <a:lnTo>
                    <a:pt x="85779" y="0"/>
                  </a:lnTo>
                  <a:close/>
                </a:path>
              </a:pathLst>
            </a:custGeom>
            <a:solidFill>
              <a:srgbClr val="2C2E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876586" y="3767118"/>
              <a:ext cx="62230" cy="165735"/>
            </a:xfrm>
            <a:custGeom>
              <a:avLst/>
              <a:gdLst/>
              <a:ahLst/>
              <a:cxnLst/>
              <a:rect l="l" t="t" r="r" b="b"/>
              <a:pathLst>
                <a:path w="62229" h="165735">
                  <a:moveTo>
                    <a:pt x="40805" y="21132"/>
                  </a:moveTo>
                  <a:lnTo>
                    <a:pt x="35712" y="6604"/>
                  </a:lnTo>
                  <a:lnTo>
                    <a:pt x="20408" y="0"/>
                  </a:lnTo>
                  <a:lnTo>
                    <a:pt x="5105" y="6604"/>
                  </a:lnTo>
                  <a:lnTo>
                    <a:pt x="0" y="21132"/>
                  </a:lnTo>
                  <a:lnTo>
                    <a:pt x="5092" y="35648"/>
                  </a:lnTo>
                  <a:lnTo>
                    <a:pt x="20408" y="42252"/>
                  </a:lnTo>
                  <a:lnTo>
                    <a:pt x="35712" y="35648"/>
                  </a:lnTo>
                  <a:lnTo>
                    <a:pt x="40805" y="21132"/>
                  </a:lnTo>
                  <a:close/>
                </a:path>
                <a:path w="62229" h="165735">
                  <a:moveTo>
                    <a:pt x="46088" y="82740"/>
                  </a:moveTo>
                  <a:lnTo>
                    <a:pt x="40995" y="68224"/>
                  </a:lnTo>
                  <a:lnTo>
                    <a:pt x="25679" y="61620"/>
                  </a:lnTo>
                  <a:lnTo>
                    <a:pt x="10388" y="68224"/>
                  </a:lnTo>
                  <a:lnTo>
                    <a:pt x="5283" y="82740"/>
                  </a:lnTo>
                  <a:lnTo>
                    <a:pt x="10375" y="97256"/>
                  </a:lnTo>
                  <a:lnTo>
                    <a:pt x="25679" y="103847"/>
                  </a:lnTo>
                  <a:lnTo>
                    <a:pt x="40982" y="97256"/>
                  </a:lnTo>
                  <a:lnTo>
                    <a:pt x="46088" y="82740"/>
                  </a:lnTo>
                  <a:close/>
                </a:path>
                <a:path w="62229" h="165735">
                  <a:moveTo>
                    <a:pt x="61937" y="144348"/>
                  </a:moveTo>
                  <a:lnTo>
                    <a:pt x="56832" y="129832"/>
                  </a:lnTo>
                  <a:lnTo>
                    <a:pt x="41529" y="123228"/>
                  </a:lnTo>
                  <a:lnTo>
                    <a:pt x="26225" y="129832"/>
                  </a:lnTo>
                  <a:lnTo>
                    <a:pt x="21120" y="144348"/>
                  </a:lnTo>
                  <a:lnTo>
                    <a:pt x="26225" y="158877"/>
                  </a:lnTo>
                  <a:lnTo>
                    <a:pt x="41529" y="165481"/>
                  </a:lnTo>
                  <a:lnTo>
                    <a:pt x="56832" y="158877"/>
                  </a:lnTo>
                  <a:lnTo>
                    <a:pt x="61937" y="144348"/>
                  </a:lnTo>
                  <a:close/>
                </a:path>
              </a:pathLst>
            </a:custGeom>
            <a:solidFill>
              <a:srgbClr val="99868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005093" y="3756555"/>
              <a:ext cx="70731" cy="98579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9915321" y="3876261"/>
              <a:ext cx="243840" cy="123825"/>
            </a:xfrm>
            <a:custGeom>
              <a:avLst/>
              <a:gdLst/>
              <a:ahLst/>
              <a:cxnLst/>
              <a:rect l="l" t="t" r="r" b="b"/>
              <a:pathLst>
                <a:path w="243840" h="123825">
                  <a:moveTo>
                    <a:pt x="40805" y="102095"/>
                  </a:moveTo>
                  <a:lnTo>
                    <a:pt x="35712" y="87579"/>
                  </a:lnTo>
                  <a:lnTo>
                    <a:pt x="20408" y="80975"/>
                  </a:lnTo>
                  <a:lnTo>
                    <a:pt x="5105" y="87579"/>
                  </a:lnTo>
                  <a:lnTo>
                    <a:pt x="0" y="102095"/>
                  </a:lnTo>
                  <a:lnTo>
                    <a:pt x="5092" y="116624"/>
                  </a:lnTo>
                  <a:lnTo>
                    <a:pt x="20408" y="123228"/>
                  </a:lnTo>
                  <a:lnTo>
                    <a:pt x="35699" y="116624"/>
                  </a:lnTo>
                  <a:lnTo>
                    <a:pt x="40805" y="102095"/>
                  </a:lnTo>
                  <a:close/>
                </a:path>
                <a:path w="243840" h="123825">
                  <a:moveTo>
                    <a:pt x="202742" y="21120"/>
                  </a:moveTo>
                  <a:lnTo>
                    <a:pt x="197650" y="6604"/>
                  </a:lnTo>
                  <a:lnTo>
                    <a:pt x="182346" y="0"/>
                  </a:lnTo>
                  <a:lnTo>
                    <a:pt x="167043" y="6604"/>
                  </a:lnTo>
                  <a:lnTo>
                    <a:pt x="161937" y="21120"/>
                  </a:lnTo>
                  <a:lnTo>
                    <a:pt x="167030" y="35648"/>
                  </a:lnTo>
                  <a:lnTo>
                    <a:pt x="182346" y="42252"/>
                  </a:lnTo>
                  <a:lnTo>
                    <a:pt x="197637" y="35648"/>
                  </a:lnTo>
                  <a:lnTo>
                    <a:pt x="202742" y="21120"/>
                  </a:lnTo>
                  <a:close/>
                </a:path>
                <a:path w="243840" h="123825">
                  <a:moveTo>
                    <a:pt x="243230" y="84493"/>
                  </a:moveTo>
                  <a:lnTo>
                    <a:pt x="238125" y="69977"/>
                  </a:lnTo>
                  <a:lnTo>
                    <a:pt x="222821" y="63373"/>
                  </a:lnTo>
                  <a:lnTo>
                    <a:pt x="221068" y="63373"/>
                  </a:lnTo>
                  <a:lnTo>
                    <a:pt x="205778" y="69977"/>
                  </a:lnTo>
                  <a:lnTo>
                    <a:pt x="200660" y="84493"/>
                  </a:lnTo>
                  <a:lnTo>
                    <a:pt x="205752" y="99021"/>
                  </a:lnTo>
                  <a:lnTo>
                    <a:pt x="221068" y="105625"/>
                  </a:lnTo>
                  <a:lnTo>
                    <a:pt x="222821" y="105625"/>
                  </a:lnTo>
                  <a:lnTo>
                    <a:pt x="238112" y="99021"/>
                  </a:lnTo>
                  <a:lnTo>
                    <a:pt x="243230" y="84493"/>
                  </a:lnTo>
                  <a:close/>
                </a:path>
              </a:pathLst>
            </a:custGeom>
            <a:solidFill>
              <a:srgbClr val="99868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10844440" y="3668901"/>
            <a:ext cx="372110" cy="498475"/>
            <a:chOff x="10844440" y="3668901"/>
            <a:chExt cx="372110" cy="498475"/>
          </a:xfrm>
        </p:grpSpPr>
        <p:sp>
          <p:nvSpPr>
            <p:cNvPr id="55" name="object 55" descr=""/>
            <p:cNvSpPr/>
            <p:nvPr/>
          </p:nvSpPr>
          <p:spPr>
            <a:xfrm>
              <a:off x="10845280" y="3948718"/>
              <a:ext cx="370840" cy="219075"/>
            </a:xfrm>
            <a:custGeom>
              <a:avLst/>
              <a:gdLst/>
              <a:ahLst/>
              <a:cxnLst/>
              <a:rect l="l" t="t" r="r" b="b"/>
              <a:pathLst>
                <a:path w="370840" h="219075">
                  <a:moveTo>
                    <a:pt x="4502" y="0"/>
                  </a:moveTo>
                  <a:lnTo>
                    <a:pt x="494" y="77403"/>
                  </a:lnTo>
                  <a:lnTo>
                    <a:pt x="0" y="122081"/>
                  </a:lnTo>
                  <a:lnTo>
                    <a:pt x="3778" y="151023"/>
                  </a:lnTo>
                  <a:lnTo>
                    <a:pt x="31603" y="198658"/>
                  </a:lnTo>
                  <a:lnTo>
                    <a:pt x="70570" y="209975"/>
                  </a:lnTo>
                  <a:lnTo>
                    <a:pt x="122218" y="216244"/>
                  </a:lnTo>
                  <a:lnTo>
                    <a:pt x="179276" y="218540"/>
                  </a:lnTo>
                  <a:lnTo>
                    <a:pt x="234474" y="217938"/>
                  </a:lnTo>
                  <a:lnTo>
                    <a:pt x="280542" y="215513"/>
                  </a:lnTo>
                  <a:lnTo>
                    <a:pt x="338000" y="205173"/>
                  </a:lnTo>
                  <a:lnTo>
                    <a:pt x="369297" y="177408"/>
                  </a:lnTo>
                  <a:lnTo>
                    <a:pt x="370732" y="153518"/>
                  </a:lnTo>
                  <a:lnTo>
                    <a:pt x="370416" y="110891"/>
                  </a:lnTo>
                  <a:lnTo>
                    <a:pt x="364366" y="70094"/>
                  </a:lnTo>
                  <a:lnTo>
                    <a:pt x="348596" y="51694"/>
                  </a:lnTo>
                  <a:lnTo>
                    <a:pt x="282472" y="43418"/>
                  </a:lnTo>
                  <a:lnTo>
                    <a:pt x="165563" y="25670"/>
                  </a:lnTo>
                  <a:lnTo>
                    <a:pt x="4502" y="0"/>
                  </a:lnTo>
                  <a:close/>
                </a:path>
              </a:pathLst>
            </a:custGeom>
            <a:solidFill>
              <a:srgbClr val="9E6D5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849780" y="3948720"/>
              <a:ext cx="350477" cy="218610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10844440" y="3668901"/>
              <a:ext cx="350520" cy="358775"/>
            </a:xfrm>
            <a:custGeom>
              <a:avLst/>
              <a:gdLst/>
              <a:ahLst/>
              <a:cxnLst/>
              <a:rect l="l" t="t" r="r" b="b"/>
              <a:pathLst>
                <a:path w="350520" h="358775">
                  <a:moveTo>
                    <a:pt x="89363" y="0"/>
                  </a:moveTo>
                  <a:lnTo>
                    <a:pt x="48448" y="2297"/>
                  </a:lnTo>
                  <a:lnTo>
                    <a:pt x="5373" y="30422"/>
                  </a:lnTo>
                  <a:lnTo>
                    <a:pt x="1663" y="193447"/>
                  </a:lnTo>
                  <a:lnTo>
                    <a:pt x="0" y="279152"/>
                  </a:lnTo>
                  <a:lnTo>
                    <a:pt x="0" y="315764"/>
                  </a:lnTo>
                  <a:lnTo>
                    <a:pt x="1278" y="331513"/>
                  </a:lnTo>
                  <a:lnTo>
                    <a:pt x="8075" y="351611"/>
                  </a:lnTo>
                  <a:lnTo>
                    <a:pt x="28617" y="358279"/>
                  </a:lnTo>
                  <a:lnTo>
                    <a:pt x="154143" y="357386"/>
                  </a:lnTo>
                  <a:lnTo>
                    <a:pt x="242270" y="357076"/>
                  </a:lnTo>
                  <a:lnTo>
                    <a:pt x="295387" y="353634"/>
                  </a:lnTo>
                  <a:lnTo>
                    <a:pt x="326905" y="347554"/>
                  </a:lnTo>
                  <a:lnTo>
                    <a:pt x="350231" y="339334"/>
                  </a:lnTo>
                  <a:lnTo>
                    <a:pt x="247338" y="207225"/>
                  </a:lnTo>
                  <a:lnTo>
                    <a:pt x="193587" y="135001"/>
                  </a:lnTo>
                  <a:lnTo>
                    <a:pt x="171468" y="97294"/>
                  </a:lnTo>
                  <a:lnTo>
                    <a:pt x="163472" y="68735"/>
                  </a:lnTo>
                  <a:lnTo>
                    <a:pt x="150443" y="41151"/>
                  </a:lnTo>
                  <a:lnTo>
                    <a:pt x="124550" y="15595"/>
                  </a:lnTo>
                  <a:lnTo>
                    <a:pt x="89363" y="0"/>
                  </a:lnTo>
                  <a:close/>
                </a:path>
              </a:pathLst>
            </a:custGeom>
            <a:solidFill>
              <a:srgbClr val="2C2E4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 descr=""/>
          <p:cNvSpPr/>
          <p:nvPr/>
        </p:nvSpPr>
        <p:spPr>
          <a:xfrm>
            <a:off x="4704906" y="8197214"/>
            <a:ext cx="804545" cy="180340"/>
          </a:xfrm>
          <a:custGeom>
            <a:avLst/>
            <a:gdLst/>
            <a:ahLst/>
            <a:cxnLst/>
            <a:rect l="l" t="t" r="r" b="b"/>
            <a:pathLst>
              <a:path w="804545" h="180340">
                <a:moveTo>
                  <a:pt x="776267" y="0"/>
                </a:moveTo>
                <a:lnTo>
                  <a:pt x="440783" y="87616"/>
                </a:lnTo>
                <a:lnTo>
                  <a:pt x="268238" y="123055"/>
                </a:lnTo>
                <a:lnTo>
                  <a:pt x="203983" y="111926"/>
                </a:lnTo>
                <a:lnTo>
                  <a:pt x="193373" y="59841"/>
                </a:lnTo>
                <a:lnTo>
                  <a:pt x="98738" y="66704"/>
                </a:lnTo>
                <a:lnTo>
                  <a:pt x="47819" y="73951"/>
                </a:lnTo>
                <a:lnTo>
                  <a:pt x="23178" y="86046"/>
                </a:lnTo>
                <a:lnTo>
                  <a:pt x="7379" y="107452"/>
                </a:lnTo>
                <a:lnTo>
                  <a:pt x="0" y="127866"/>
                </a:lnTo>
                <a:lnTo>
                  <a:pt x="5804" y="146440"/>
                </a:lnTo>
                <a:lnTo>
                  <a:pt x="27488" y="162044"/>
                </a:lnTo>
                <a:lnTo>
                  <a:pt x="67748" y="173549"/>
                </a:lnTo>
                <a:lnTo>
                  <a:pt x="129278" y="179825"/>
                </a:lnTo>
                <a:lnTo>
                  <a:pt x="214776" y="179743"/>
                </a:lnTo>
                <a:lnTo>
                  <a:pt x="342351" y="174730"/>
                </a:lnTo>
                <a:lnTo>
                  <a:pt x="459079" y="169606"/>
                </a:lnTo>
                <a:lnTo>
                  <a:pt x="559441" y="164711"/>
                </a:lnTo>
                <a:lnTo>
                  <a:pt x="637917" y="160384"/>
                </a:lnTo>
                <a:lnTo>
                  <a:pt x="725239" y="153713"/>
                </a:lnTo>
                <a:lnTo>
                  <a:pt x="767741" y="147920"/>
                </a:lnTo>
                <a:lnTo>
                  <a:pt x="804381" y="132959"/>
                </a:lnTo>
                <a:lnTo>
                  <a:pt x="802954" y="113885"/>
                </a:lnTo>
                <a:lnTo>
                  <a:pt x="796504" y="79716"/>
                </a:lnTo>
                <a:lnTo>
                  <a:pt x="786965" y="38928"/>
                </a:lnTo>
                <a:lnTo>
                  <a:pt x="776267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 descr=""/>
          <p:cNvSpPr/>
          <p:nvPr/>
        </p:nvSpPr>
        <p:spPr>
          <a:xfrm>
            <a:off x="6279160" y="8113384"/>
            <a:ext cx="407034" cy="328295"/>
          </a:xfrm>
          <a:custGeom>
            <a:avLst/>
            <a:gdLst/>
            <a:ahLst/>
            <a:cxnLst/>
            <a:rect l="l" t="t" r="r" b="b"/>
            <a:pathLst>
              <a:path w="407034" h="328295">
                <a:moveTo>
                  <a:pt x="10935" y="0"/>
                </a:moveTo>
                <a:lnTo>
                  <a:pt x="1258" y="96316"/>
                </a:lnTo>
                <a:lnTo>
                  <a:pt x="0" y="152295"/>
                </a:lnTo>
                <a:lnTo>
                  <a:pt x="8928" y="189419"/>
                </a:lnTo>
                <a:lnTo>
                  <a:pt x="29814" y="229176"/>
                </a:lnTo>
                <a:lnTo>
                  <a:pt x="77526" y="275430"/>
                </a:lnTo>
                <a:lnTo>
                  <a:pt x="114375" y="295298"/>
                </a:lnTo>
                <a:lnTo>
                  <a:pt x="157941" y="311432"/>
                </a:lnTo>
                <a:lnTo>
                  <a:pt x="206764" y="322661"/>
                </a:lnTo>
                <a:lnTo>
                  <a:pt x="259387" y="327813"/>
                </a:lnTo>
                <a:lnTo>
                  <a:pt x="314348" y="325718"/>
                </a:lnTo>
                <a:lnTo>
                  <a:pt x="370191" y="315205"/>
                </a:lnTo>
                <a:lnTo>
                  <a:pt x="397459" y="295893"/>
                </a:lnTo>
                <a:lnTo>
                  <a:pt x="406545" y="262967"/>
                </a:lnTo>
                <a:lnTo>
                  <a:pt x="403361" y="222794"/>
                </a:lnTo>
                <a:lnTo>
                  <a:pt x="393824" y="181743"/>
                </a:lnTo>
                <a:lnTo>
                  <a:pt x="377136" y="144299"/>
                </a:lnTo>
                <a:lnTo>
                  <a:pt x="354409" y="113102"/>
                </a:lnTo>
                <a:lnTo>
                  <a:pt x="325753" y="83829"/>
                </a:lnTo>
                <a:lnTo>
                  <a:pt x="356765" y="116664"/>
                </a:lnTo>
                <a:lnTo>
                  <a:pt x="360753" y="135646"/>
                </a:lnTo>
                <a:lnTo>
                  <a:pt x="332003" y="148010"/>
                </a:lnTo>
                <a:lnTo>
                  <a:pt x="264802" y="160989"/>
                </a:lnTo>
                <a:lnTo>
                  <a:pt x="220853" y="166224"/>
                </a:lnTo>
                <a:lnTo>
                  <a:pt x="178103" y="165720"/>
                </a:lnTo>
                <a:lnTo>
                  <a:pt x="137697" y="158724"/>
                </a:lnTo>
                <a:lnTo>
                  <a:pt x="100782" y="144482"/>
                </a:lnTo>
                <a:lnTo>
                  <a:pt x="68502" y="122242"/>
                </a:lnTo>
                <a:lnTo>
                  <a:pt x="42004" y="91250"/>
                </a:lnTo>
                <a:lnTo>
                  <a:pt x="22433" y="50754"/>
                </a:lnTo>
                <a:lnTo>
                  <a:pt x="10935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7417392" y="8143437"/>
            <a:ext cx="384175" cy="220345"/>
          </a:xfrm>
          <a:custGeom>
            <a:avLst/>
            <a:gdLst/>
            <a:ahLst/>
            <a:cxnLst/>
            <a:rect l="l" t="t" r="r" b="b"/>
            <a:pathLst>
              <a:path w="384175" h="220345">
                <a:moveTo>
                  <a:pt x="3172" y="0"/>
                </a:moveTo>
                <a:lnTo>
                  <a:pt x="793" y="99858"/>
                </a:lnTo>
                <a:lnTo>
                  <a:pt x="0" y="153886"/>
                </a:lnTo>
                <a:lnTo>
                  <a:pt x="793" y="180752"/>
                </a:lnTo>
                <a:lnTo>
                  <a:pt x="23971" y="211423"/>
                </a:lnTo>
                <a:lnTo>
                  <a:pt x="71634" y="217323"/>
                </a:lnTo>
                <a:lnTo>
                  <a:pt x="131635" y="219169"/>
                </a:lnTo>
                <a:lnTo>
                  <a:pt x="189448" y="219302"/>
                </a:lnTo>
                <a:lnTo>
                  <a:pt x="230547" y="220066"/>
                </a:lnTo>
                <a:lnTo>
                  <a:pt x="273804" y="217330"/>
                </a:lnTo>
                <a:lnTo>
                  <a:pt x="323785" y="205771"/>
                </a:lnTo>
                <a:lnTo>
                  <a:pt x="365411" y="187313"/>
                </a:lnTo>
                <a:lnTo>
                  <a:pt x="383600" y="163879"/>
                </a:lnTo>
                <a:lnTo>
                  <a:pt x="379773" y="141265"/>
                </a:lnTo>
                <a:lnTo>
                  <a:pt x="369505" y="124377"/>
                </a:lnTo>
                <a:lnTo>
                  <a:pt x="358882" y="113808"/>
                </a:lnTo>
                <a:lnTo>
                  <a:pt x="353989" y="110153"/>
                </a:lnTo>
                <a:lnTo>
                  <a:pt x="345822" y="127125"/>
                </a:lnTo>
                <a:lnTo>
                  <a:pt x="333145" y="134723"/>
                </a:lnTo>
                <a:lnTo>
                  <a:pt x="258421" y="128791"/>
                </a:lnTo>
                <a:lnTo>
                  <a:pt x="216839" y="115215"/>
                </a:lnTo>
                <a:lnTo>
                  <a:pt x="175469" y="89821"/>
                </a:lnTo>
                <a:lnTo>
                  <a:pt x="133863" y="59106"/>
                </a:lnTo>
                <a:lnTo>
                  <a:pt x="91576" y="29567"/>
                </a:lnTo>
                <a:lnTo>
                  <a:pt x="48161" y="7699"/>
                </a:lnTo>
                <a:lnTo>
                  <a:pt x="3172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4711092" y="9735438"/>
            <a:ext cx="783590" cy="533400"/>
          </a:xfrm>
          <a:custGeom>
            <a:avLst/>
            <a:gdLst/>
            <a:ahLst/>
            <a:cxnLst/>
            <a:rect l="l" t="t" r="r" b="b"/>
            <a:pathLst>
              <a:path w="783589" h="533400">
                <a:moveTo>
                  <a:pt x="5450" y="382909"/>
                </a:moveTo>
                <a:lnTo>
                  <a:pt x="1372" y="432244"/>
                </a:lnTo>
                <a:lnTo>
                  <a:pt x="0" y="459340"/>
                </a:lnTo>
                <a:lnTo>
                  <a:pt x="1321" y="473783"/>
                </a:lnTo>
                <a:lnTo>
                  <a:pt x="46432" y="513592"/>
                </a:lnTo>
                <a:lnTo>
                  <a:pt x="94253" y="523973"/>
                </a:lnTo>
                <a:lnTo>
                  <a:pt x="154255" y="531354"/>
                </a:lnTo>
                <a:lnTo>
                  <a:pt x="213705" y="533371"/>
                </a:lnTo>
                <a:lnTo>
                  <a:pt x="271802" y="530983"/>
                </a:lnTo>
                <a:lnTo>
                  <a:pt x="327746" y="525148"/>
                </a:lnTo>
                <a:lnTo>
                  <a:pt x="380737" y="516823"/>
                </a:lnTo>
                <a:lnTo>
                  <a:pt x="429973" y="506967"/>
                </a:lnTo>
                <a:lnTo>
                  <a:pt x="474653" y="496537"/>
                </a:lnTo>
                <a:lnTo>
                  <a:pt x="547147" y="477790"/>
                </a:lnTo>
                <a:lnTo>
                  <a:pt x="573359" y="471388"/>
                </a:lnTo>
                <a:lnTo>
                  <a:pt x="637659" y="462037"/>
                </a:lnTo>
                <a:lnTo>
                  <a:pt x="706134" y="456999"/>
                </a:lnTo>
                <a:lnTo>
                  <a:pt x="760573" y="453810"/>
                </a:lnTo>
                <a:lnTo>
                  <a:pt x="782766" y="450007"/>
                </a:lnTo>
                <a:lnTo>
                  <a:pt x="783006" y="432244"/>
                </a:lnTo>
                <a:lnTo>
                  <a:pt x="782994" y="399603"/>
                </a:lnTo>
                <a:lnTo>
                  <a:pt x="143935" y="399603"/>
                </a:lnTo>
                <a:lnTo>
                  <a:pt x="71914" y="394994"/>
                </a:lnTo>
                <a:lnTo>
                  <a:pt x="23294" y="387097"/>
                </a:lnTo>
                <a:lnTo>
                  <a:pt x="5450" y="382909"/>
                </a:lnTo>
                <a:close/>
              </a:path>
              <a:path w="783589" h="533400">
                <a:moveTo>
                  <a:pt x="381801" y="319266"/>
                </a:moveTo>
                <a:lnTo>
                  <a:pt x="188804" y="319266"/>
                </a:lnTo>
                <a:lnTo>
                  <a:pt x="205055" y="322139"/>
                </a:lnTo>
                <a:lnTo>
                  <a:pt x="215743" y="344193"/>
                </a:lnTo>
                <a:lnTo>
                  <a:pt x="227087" y="391181"/>
                </a:lnTo>
                <a:lnTo>
                  <a:pt x="228595" y="392469"/>
                </a:lnTo>
                <a:lnTo>
                  <a:pt x="231987" y="393925"/>
                </a:lnTo>
                <a:lnTo>
                  <a:pt x="143935" y="399603"/>
                </a:lnTo>
                <a:lnTo>
                  <a:pt x="782994" y="399603"/>
                </a:lnTo>
                <a:lnTo>
                  <a:pt x="782914" y="378614"/>
                </a:lnTo>
                <a:lnTo>
                  <a:pt x="782011" y="361046"/>
                </a:lnTo>
                <a:lnTo>
                  <a:pt x="383784" y="361046"/>
                </a:lnTo>
                <a:lnTo>
                  <a:pt x="383770" y="325003"/>
                </a:lnTo>
                <a:lnTo>
                  <a:pt x="381801" y="319266"/>
                </a:lnTo>
                <a:close/>
              </a:path>
              <a:path w="783589" h="533400">
                <a:moveTo>
                  <a:pt x="744889" y="100593"/>
                </a:moveTo>
                <a:lnTo>
                  <a:pt x="707208" y="100593"/>
                </a:lnTo>
                <a:lnTo>
                  <a:pt x="713568" y="102007"/>
                </a:lnTo>
                <a:lnTo>
                  <a:pt x="715048" y="107861"/>
                </a:lnTo>
                <a:lnTo>
                  <a:pt x="711075" y="123000"/>
                </a:lnTo>
                <a:lnTo>
                  <a:pt x="701072" y="152267"/>
                </a:lnTo>
                <a:lnTo>
                  <a:pt x="689825" y="191615"/>
                </a:lnTo>
                <a:lnTo>
                  <a:pt x="679026" y="239102"/>
                </a:lnTo>
                <a:lnTo>
                  <a:pt x="670009" y="284124"/>
                </a:lnTo>
                <a:lnTo>
                  <a:pt x="664110" y="316074"/>
                </a:lnTo>
                <a:lnTo>
                  <a:pt x="622132" y="321351"/>
                </a:lnTo>
                <a:lnTo>
                  <a:pt x="576539" y="327642"/>
                </a:lnTo>
                <a:lnTo>
                  <a:pt x="528620" y="334853"/>
                </a:lnTo>
                <a:lnTo>
                  <a:pt x="479662" y="342888"/>
                </a:lnTo>
                <a:lnTo>
                  <a:pt x="430954" y="351650"/>
                </a:lnTo>
                <a:lnTo>
                  <a:pt x="383784" y="361046"/>
                </a:lnTo>
                <a:lnTo>
                  <a:pt x="782011" y="361046"/>
                </a:lnTo>
                <a:lnTo>
                  <a:pt x="780491" y="331494"/>
                </a:lnTo>
                <a:lnTo>
                  <a:pt x="774086" y="307645"/>
                </a:lnTo>
                <a:lnTo>
                  <a:pt x="769140" y="245267"/>
                </a:lnTo>
                <a:lnTo>
                  <a:pt x="752326" y="141104"/>
                </a:lnTo>
                <a:lnTo>
                  <a:pt x="744889" y="100593"/>
                </a:lnTo>
                <a:close/>
              </a:path>
              <a:path w="783589" h="533400">
                <a:moveTo>
                  <a:pt x="313472" y="270389"/>
                </a:moveTo>
                <a:lnTo>
                  <a:pt x="232527" y="297922"/>
                </a:lnTo>
                <a:lnTo>
                  <a:pt x="189639" y="313291"/>
                </a:lnTo>
                <a:lnTo>
                  <a:pt x="170493" y="322067"/>
                </a:lnTo>
                <a:lnTo>
                  <a:pt x="160775" y="329822"/>
                </a:lnTo>
                <a:lnTo>
                  <a:pt x="188804" y="319266"/>
                </a:lnTo>
                <a:lnTo>
                  <a:pt x="381801" y="319266"/>
                </a:lnTo>
                <a:lnTo>
                  <a:pt x="376410" y="303564"/>
                </a:lnTo>
                <a:lnTo>
                  <a:pt x="355176" y="288191"/>
                </a:lnTo>
                <a:lnTo>
                  <a:pt x="313472" y="270389"/>
                </a:lnTo>
                <a:close/>
              </a:path>
              <a:path w="783589" h="533400">
                <a:moveTo>
                  <a:pt x="726004" y="0"/>
                </a:moveTo>
                <a:lnTo>
                  <a:pt x="668927" y="9607"/>
                </a:lnTo>
                <a:lnTo>
                  <a:pt x="608789" y="13644"/>
                </a:lnTo>
                <a:lnTo>
                  <a:pt x="561233" y="14393"/>
                </a:lnTo>
                <a:lnTo>
                  <a:pt x="541962" y="14393"/>
                </a:lnTo>
                <a:lnTo>
                  <a:pt x="562030" y="104886"/>
                </a:lnTo>
                <a:lnTo>
                  <a:pt x="707208" y="100593"/>
                </a:lnTo>
                <a:lnTo>
                  <a:pt x="744889" y="100593"/>
                </a:lnTo>
                <a:lnTo>
                  <a:pt x="734372" y="43300"/>
                </a:lnTo>
                <a:lnTo>
                  <a:pt x="728785" y="14393"/>
                </a:lnTo>
                <a:lnTo>
                  <a:pt x="561233" y="14393"/>
                </a:lnTo>
                <a:lnTo>
                  <a:pt x="541904" y="14135"/>
                </a:lnTo>
                <a:lnTo>
                  <a:pt x="728735" y="14135"/>
                </a:lnTo>
                <a:lnTo>
                  <a:pt x="726004" y="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6135630" y="9945129"/>
            <a:ext cx="390525" cy="363220"/>
          </a:xfrm>
          <a:custGeom>
            <a:avLst/>
            <a:gdLst/>
            <a:ahLst/>
            <a:cxnLst/>
            <a:rect l="l" t="t" r="r" b="b"/>
            <a:pathLst>
              <a:path w="390525" h="363220">
                <a:moveTo>
                  <a:pt x="125185" y="0"/>
                </a:moveTo>
                <a:lnTo>
                  <a:pt x="76714" y="7521"/>
                </a:lnTo>
                <a:lnTo>
                  <a:pt x="3021" y="26838"/>
                </a:lnTo>
                <a:lnTo>
                  <a:pt x="3095" y="138457"/>
                </a:lnTo>
                <a:lnTo>
                  <a:pt x="1449" y="171533"/>
                </a:lnTo>
                <a:lnTo>
                  <a:pt x="116" y="212172"/>
                </a:lnTo>
                <a:lnTo>
                  <a:pt x="0" y="252317"/>
                </a:lnTo>
                <a:lnTo>
                  <a:pt x="2006" y="283908"/>
                </a:lnTo>
                <a:lnTo>
                  <a:pt x="40899" y="321948"/>
                </a:lnTo>
                <a:lnTo>
                  <a:pt x="81150" y="339104"/>
                </a:lnTo>
                <a:lnTo>
                  <a:pt x="131240" y="352787"/>
                </a:lnTo>
                <a:lnTo>
                  <a:pt x="188144" y="361327"/>
                </a:lnTo>
                <a:lnTo>
                  <a:pt x="248838" y="363053"/>
                </a:lnTo>
                <a:lnTo>
                  <a:pt x="310300" y="356294"/>
                </a:lnTo>
                <a:lnTo>
                  <a:pt x="353835" y="345078"/>
                </a:lnTo>
                <a:lnTo>
                  <a:pt x="377855" y="333180"/>
                </a:lnTo>
                <a:lnTo>
                  <a:pt x="388105" y="321724"/>
                </a:lnTo>
                <a:lnTo>
                  <a:pt x="390329" y="311834"/>
                </a:lnTo>
                <a:lnTo>
                  <a:pt x="389825" y="289864"/>
                </a:lnTo>
                <a:lnTo>
                  <a:pt x="387807" y="253123"/>
                </a:lnTo>
                <a:lnTo>
                  <a:pt x="383843" y="219167"/>
                </a:lnTo>
                <a:lnTo>
                  <a:pt x="377502" y="205555"/>
                </a:lnTo>
                <a:lnTo>
                  <a:pt x="305017" y="223818"/>
                </a:lnTo>
                <a:lnTo>
                  <a:pt x="241633" y="231173"/>
                </a:lnTo>
                <a:lnTo>
                  <a:pt x="186894" y="229525"/>
                </a:lnTo>
                <a:lnTo>
                  <a:pt x="140345" y="220776"/>
                </a:lnTo>
                <a:lnTo>
                  <a:pt x="101530" y="206832"/>
                </a:lnTo>
                <a:lnTo>
                  <a:pt x="45277" y="170970"/>
                </a:lnTo>
                <a:lnTo>
                  <a:pt x="14487" y="137169"/>
                </a:lnTo>
                <a:lnTo>
                  <a:pt x="40126" y="134485"/>
                </a:lnTo>
                <a:lnTo>
                  <a:pt x="78151" y="130924"/>
                </a:lnTo>
                <a:lnTo>
                  <a:pt x="126374" y="127034"/>
                </a:lnTo>
                <a:lnTo>
                  <a:pt x="182607" y="123363"/>
                </a:lnTo>
                <a:lnTo>
                  <a:pt x="244662" y="120462"/>
                </a:lnTo>
                <a:lnTo>
                  <a:pt x="310352" y="118877"/>
                </a:lnTo>
                <a:lnTo>
                  <a:pt x="232522" y="16440"/>
                </a:lnTo>
                <a:lnTo>
                  <a:pt x="169949" y="3297"/>
                </a:lnTo>
                <a:lnTo>
                  <a:pt x="125185" y="0"/>
                </a:lnTo>
                <a:close/>
              </a:path>
            </a:pathLst>
          </a:custGeom>
          <a:solidFill>
            <a:srgbClr val="3838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3" name="object 6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129849" y="9731971"/>
            <a:ext cx="178036" cy="105288"/>
          </a:xfrm>
          <a:prstGeom prst="rect">
            <a:avLst/>
          </a:prstGeom>
        </p:spPr>
      </p:pic>
      <p:grpSp>
        <p:nvGrpSpPr>
          <p:cNvPr id="64" name="object 64" descr=""/>
          <p:cNvGrpSpPr/>
          <p:nvPr/>
        </p:nvGrpSpPr>
        <p:grpSpPr>
          <a:xfrm>
            <a:off x="6299879" y="8908440"/>
            <a:ext cx="388620" cy="504190"/>
            <a:chOff x="6299879" y="8908440"/>
            <a:chExt cx="388620" cy="504190"/>
          </a:xfrm>
        </p:grpSpPr>
        <p:sp>
          <p:nvSpPr>
            <p:cNvPr id="65" name="object 65" descr=""/>
            <p:cNvSpPr/>
            <p:nvPr/>
          </p:nvSpPr>
          <p:spPr>
            <a:xfrm>
              <a:off x="6306071" y="9102553"/>
              <a:ext cx="382270" cy="309880"/>
            </a:xfrm>
            <a:custGeom>
              <a:avLst/>
              <a:gdLst/>
              <a:ahLst/>
              <a:cxnLst/>
              <a:rect l="l" t="t" r="r" b="b"/>
              <a:pathLst>
                <a:path w="382270" h="309879">
                  <a:moveTo>
                    <a:pt x="382257" y="240017"/>
                  </a:moveTo>
                  <a:lnTo>
                    <a:pt x="378447" y="214845"/>
                  </a:lnTo>
                  <a:lnTo>
                    <a:pt x="368795" y="186524"/>
                  </a:lnTo>
                  <a:lnTo>
                    <a:pt x="364147" y="175666"/>
                  </a:lnTo>
                  <a:lnTo>
                    <a:pt x="366014" y="162496"/>
                  </a:lnTo>
                  <a:lnTo>
                    <a:pt x="365975" y="143675"/>
                  </a:lnTo>
                  <a:lnTo>
                    <a:pt x="361340" y="130721"/>
                  </a:lnTo>
                  <a:lnTo>
                    <a:pt x="361340" y="206019"/>
                  </a:lnTo>
                  <a:lnTo>
                    <a:pt x="352666" y="233197"/>
                  </a:lnTo>
                  <a:lnTo>
                    <a:pt x="318452" y="244233"/>
                  </a:lnTo>
                  <a:lnTo>
                    <a:pt x="248805" y="247942"/>
                  </a:lnTo>
                  <a:lnTo>
                    <a:pt x="197688" y="247091"/>
                  </a:lnTo>
                  <a:lnTo>
                    <a:pt x="149136" y="240931"/>
                  </a:lnTo>
                  <a:lnTo>
                    <a:pt x="104940" y="229196"/>
                  </a:lnTo>
                  <a:lnTo>
                    <a:pt x="66878" y="211582"/>
                  </a:lnTo>
                  <a:lnTo>
                    <a:pt x="43192" y="192900"/>
                  </a:lnTo>
                  <a:lnTo>
                    <a:pt x="53340" y="176949"/>
                  </a:lnTo>
                  <a:lnTo>
                    <a:pt x="77800" y="154203"/>
                  </a:lnTo>
                  <a:lnTo>
                    <a:pt x="116865" y="138366"/>
                  </a:lnTo>
                  <a:lnTo>
                    <a:pt x="185191" y="120497"/>
                  </a:lnTo>
                  <a:lnTo>
                    <a:pt x="259435" y="108000"/>
                  </a:lnTo>
                  <a:lnTo>
                    <a:pt x="309435" y="111798"/>
                  </a:lnTo>
                  <a:lnTo>
                    <a:pt x="339598" y="128282"/>
                  </a:lnTo>
                  <a:lnTo>
                    <a:pt x="354368" y="153873"/>
                  </a:lnTo>
                  <a:lnTo>
                    <a:pt x="361340" y="206019"/>
                  </a:lnTo>
                  <a:lnTo>
                    <a:pt x="361340" y="130721"/>
                  </a:lnTo>
                  <a:lnTo>
                    <a:pt x="360375" y="128016"/>
                  </a:lnTo>
                  <a:lnTo>
                    <a:pt x="327152" y="81114"/>
                  </a:lnTo>
                  <a:lnTo>
                    <a:pt x="282460" y="37503"/>
                  </a:lnTo>
                  <a:lnTo>
                    <a:pt x="170738" y="2146"/>
                  </a:lnTo>
                  <a:lnTo>
                    <a:pt x="108089" y="0"/>
                  </a:lnTo>
                  <a:lnTo>
                    <a:pt x="60629" y="30226"/>
                  </a:lnTo>
                  <a:lnTo>
                    <a:pt x="2946" y="99301"/>
                  </a:lnTo>
                  <a:lnTo>
                    <a:pt x="2832" y="134670"/>
                  </a:lnTo>
                  <a:lnTo>
                    <a:pt x="3771" y="143167"/>
                  </a:lnTo>
                  <a:lnTo>
                    <a:pt x="1816" y="155994"/>
                  </a:lnTo>
                  <a:lnTo>
                    <a:pt x="0" y="179247"/>
                  </a:lnTo>
                  <a:lnTo>
                    <a:pt x="1816" y="200520"/>
                  </a:lnTo>
                  <a:lnTo>
                    <a:pt x="7251" y="230098"/>
                  </a:lnTo>
                  <a:lnTo>
                    <a:pt x="61188" y="274434"/>
                  </a:lnTo>
                  <a:lnTo>
                    <a:pt x="110109" y="291287"/>
                  </a:lnTo>
                  <a:lnTo>
                    <a:pt x="163664" y="303352"/>
                  </a:lnTo>
                  <a:lnTo>
                    <a:pt x="214376" y="309689"/>
                  </a:lnTo>
                  <a:lnTo>
                    <a:pt x="254749" y="309372"/>
                  </a:lnTo>
                  <a:lnTo>
                    <a:pt x="302069" y="299097"/>
                  </a:lnTo>
                  <a:lnTo>
                    <a:pt x="342531" y="282117"/>
                  </a:lnTo>
                  <a:lnTo>
                    <a:pt x="370979" y="261442"/>
                  </a:lnTo>
                  <a:lnTo>
                    <a:pt x="382257" y="240017"/>
                  </a:lnTo>
                  <a:close/>
                </a:path>
              </a:pathLst>
            </a:custGeom>
            <a:solidFill>
              <a:srgbClr val="5B47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99879" y="8908440"/>
              <a:ext cx="218569" cy="158198"/>
            </a:xfrm>
            <a:prstGeom prst="rect">
              <a:avLst/>
            </a:prstGeom>
          </p:spPr>
        </p:pic>
      </p:grpSp>
      <p:grpSp>
        <p:nvGrpSpPr>
          <p:cNvPr id="67" name="object 67" descr=""/>
          <p:cNvGrpSpPr/>
          <p:nvPr/>
        </p:nvGrpSpPr>
        <p:grpSpPr>
          <a:xfrm>
            <a:off x="4771418" y="8909809"/>
            <a:ext cx="961390" cy="449580"/>
            <a:chOff x="4771418" y="8909809"/>
            <a:chExt cx="961390" cy="449580"/>
          </a:xfrm>
        </p:grpSpPr>
        <p:sp>
          <p:nvSpPr>
            <p:cNvPr id="68" name="object 68" descr=""/>
            <p:cNvSpPr/>
            <p:nvPr/>
          </p:nvSpPr>
          <p:spPr>
            <a:xfrm>
              <a:off x="4771418" y="9177842"/>
              <a:ext cx="961390" cy="181610"/>
            </a:xfrm>
            <a:custGeom>
              <a:avLst/>
              <a:gdLst/>
              <a:ahLst/>
              <a:cxnLst/>
              <a:rect l="l" t="t" r="r" b="b"/>
              <a:pathLst>
                <a:path w="961389" h="181609">
                  <a:moveTo>
                    <a:pt x="907156" y="0"/>
                  </a:moveTo>
                  <a:lnTo>
                    <a:pt x="865921" y="237"/>
                  </a:lnTo>
                  <a:lnTo>
                    <a:pt x="808502" y="3944"/>
                  </a:lnTo>
                  <a:lnTo>
                    <a:pt x="733744" y="12534"/>
                  </a:lnTo>
                  <a:lnTo>
                    <a:pt x="640493" y="27418"/>
                  </a:lnTo>
                  <a:lnTo>
                    <a:pt x="542546" y="45359"/>
                  </a:lnTo>
                  <a:lnTo>
                    <a:pt x="491921" y="54303"/>
                  </a:lnTo>
                  <a:lnTo>
                    <a:pt x="440705" y="62621"/>
                  </a:lnTo>
                  <a:lnTo>
                    <a:pt x="389280" y="69860"/>
                  </a:lnTo>
                  <a:lnTo>
                    <a:pt x="338027" y="75565"/>
                  </a:lnTo>
                  <a:lnTo>
                    <a:pt x="287328" y="79281"/>
                  </a:lnTo>
                  <a:lnTo>
                    <a:pt x="237566" y="80554"/>
                  </a:lnTo>
                  <a:lnTo>
                    <a:pt x="189122" y="78928"/>
                  </a:lnTo>
                  <a:lnTo>
                    <a:pt x="142378" y="73950"/>
                  </a:lnTo>
                  <a:lnTo>
                    <a:pt x="97716" y="65164"/>
                  </a:lnTo>
                  <a:lnTo>
                    <a:pt x="55518" y="52115"/>
                  </a:lnTo>
                  <a:lnTo>
                    <a:pt x="16167" y="34349"/>
                  </a:lnTo>
                  <a:lnTo>
                    <a:pt x="8110" y="54832"/>
                  </a:lnTo>
                  <a:lnTo>
                    <a:pt x="3740" y="68163"/>
                  </a:lnTo>
                  <a:lnTo>
                    <a:pt x="1542" y="80193"/>
                  </a:lnTo>
                  <a:lnTo>
                    <a:pt x="0" y="96777"/>
                  </a:lnTo>
                  <a:lnTo>
                    <a:pt x="9665" y="111906"/>
                  </a:lnTo>
                  <a:lnTo>
                    <a:pt x="84107" y="145158"/>
                  </a:lnTo>
                  <a:lnTo>
                    <a:pt x="142331" y="160252"/>
                  </a:lnTo>
                  <a:lnTo>
                    <a:pt x="210191" y="172308"/>
                  </a:lnTo>
                  <a:lnTo>
                    <a:pt x="284410" y="179811"/>
                  </a:lnTo>
                  <a:lnTo>
                    <a:pt x="336786" y="181281"/>
                  </a:lnTo>
                  <a:lnTo>
                    <a:pt x="391350" y="179882"/>
                  </a:lnTo>
                  <a:lnTo>
                    <a:pt x="446865" y="176359"/>
                  </a:lnTo>
                  <a:lnTo>
                    <a:pt x="502093" y="171455"/>
                  </a:lnTo>
                  <a:lnTo>
                    <a:pt x="606746" y="160482"/>
                  </a:lnTo>
                  <a:lnTo>
                    <a:pt x="653698" y="155899"/>
                  </a:lnTo>
                  <a:lnTo>
                    <a:pt x="695417" y="152911"/>
                  </a:lnTo>
                  <a:lnTo>
                    <a:pt x="730668" y="152262"/>
                  </a:lnTo>
                  <a:lnTo>
                    <a:pt x="789743" y="152337"/>
                  </a:lnTo>
                  <a:lnTo>
                    <a:pt x="848712" y="150082"/>
                  </a:lnTo>
                  <a:lnTo>
                    <a:pt x="900804" y="145940"/>
                  </a:lnTo>
                  <a:lnTo>
                    <a:pt x="939247" y="140355"/>
                  </a:lnTo>
                  <a:lnTo>
                    <a:pt x="957269" y="133770"/>
                  </a:lnTo>
                  <a:lnTo>
                    <a:pt x="960980" y="109313"/>
                  </a:lnTo>
                  <a:lnTo>
                    <a:pt x="959281" y="66430"/>
                  </a:lnTo>
                  <a:lnTo>
                    <a:pt x="953680" y="24846"/>
                  </a:lnTo>
                  <a:lnTo>
                    <a:pt x="945688" y="4288"/>
                  </a:lnTo>
                  <a:lnTo>
                    <a:pt x="933360" y="1821"/>
                  </a:lnTo>
                  <a:lnTo>
                    <a:pt x="907156" y="0"/>
                  </a:lnTo>
                  <a:close/>
                </a:path>
              </a:pathLst>
            </a:custGeom>
            <a:solidFill>
              <a:srgbClr val="5B474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91629" y="9126635"/>
              <a:ext cx="183842" cy="161858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5203809" y="8909809"/>
              <a:ext cx="349250" cy="362585"/>
            </a:xfrm>
            <a:custGeom>
              <a:avLst/>
              <a:gdLst/>
              <a:ahLst/>
              <a:cxnLst/>
              <a:rect l="l" t="t" r="r" b="b"/>
              <a:pathLst>
                <a:path w="349250" h="362584">
                  <a:moveTo>
                    <a:pt x="152864" y="0"/>
                  </a:moveTo>
                  <a:lnTo>
                    <a:pt x="118024" y="9733"/>
                  </a:lnTo>
                  <a:lnTo>
                    <a:pt x="66694" y="46867"/>
                  </a:lnTo>
                  <a:lnTo>
                    <a:pt x="20233" y="87025"/>
                  </a:lnTo>
                  <a:lnTo>
                    <a:pt x="0" y="105829"/>
                  </a:lnTo>
                  <a:lnTo>
                    <a:pt x="54114" y="125775"/>
                  </a:lnTo>
                  <a:lnTo>
                    <a:pt x="86121" y="139354"/>
                  </a:lnTo>
                  <a:lnTo>
                    <a:pt x="108593" y="152803"/>
                  </a:lnTo>
                  <a:lnTo>
                    <a:pt x="134100" y="172361"/>
                  </a:lnTo>
                  <a:lnTo>
                    <a:pt x="154365" y="212377"/>
                  </a:lnTo>
                  <a:lnTo>
                    <a:pt x="159242" y="269605"/>
                  </a:lnTo>
                  <a:lnTo>
                    <a:pt x="158483" y="323835"/>
                  </a:lnTo>
                  <a:lnTo>
                    <a:pt x="161838" y="354858"/>
                  </a:lnTo>
                  <a:lnTo>
                    <a:pt x="194689" y="362076"/>
                  </a:lnTo>
                  <a:lnTo>
                    <a:pt x="256366" y="359941"/>
                  </a:lnTo>
                  <a:lnTo>
                    <a:pt x="317607" y="350770"/>
                  </a:lnTo>
                  <a:lnTo>
                    <a:pt x="349151" y="336879"/>
                  </a:lnTo>
                  <a:lnTo>
                    <a:pt x="348142" y="319446"/>
                  </a:lnTo>
                  <a:lnTo>
                    <a:pt x="321805" y="240282"/>
                  </a:lnTo>
                  <a:lnTo>
                    <a:pt x="298138" y="187809"/>
                  </a:lnTo>
                  <a:lnTo>
                    <a:pt x="268580" y="132915"/>
                  </a:lnTo>
                  <a:lnTo>
                    <a:pt x="233961" y="80230"/>
                  </a:lnTo>
                  <a:lnTo>
                    <a:pt x="195112" y="34381"/>
                  </a:lnTo>
                  <a:lnTo>
                    <a:pt x="152864" y="0"/>
                  </a:lnTo>
                  <a:close/>
                </a:path>
              </a:pathLst>
            </a:custGeom>
            <a:solidFill>
              <a:srgbClr val="5B474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/>
          <p:nvPr/>
        </p:nvSpPr>
        <p:spPr>
          <a:xfrm>
            <a:off x="7169378" y="8903392"/>
            <a:ext cx="473709" cy="388620"/>
          </a:xfrm>
          <a:custGeom>
            <a:avLst/>
            <a:gdLst/>
            <a:ahLst/>
            <a:cxnLst/>
            <a:rect l="l" t="t" r="r" b="b"/>
            <a:pathLst>
              <a:path w="473709" h="388620">
                <a:moveTo>
                  <a:pt x="473405" y="322656"/>
                </a:moveTo>
                <a:lnTo>
                  <a:pt x="472846" y="309968"/>
                </a:lnTo>
                <a:lnTo>
                  <a:pt x="468071" y="287616"/>
                </a:lnTo>
                <a:lnTo>
                  <a:pt x="454075" y="289572"/>
                </a:lnTo>
                <a:lnTo>
                  <a:pt x="454977" y="285584"/>
                </a:lnTo>
                <a:lnTo>
                  <a:pt x="457441" y="265417"/>
                </a:lnTo>
                <a:lnTo>
                  <a:pt x="456323" y="241871"/>
                </a:lnTo>
                <a:lnTo>
                  <a:pt x="449300" y="215379"/>
                </a:lnTo>
                <a:lnTo>
                  <a:pt x="438480" y="191973"/>
                </a:lnTo>
                <a:lnTo>
                  <a:pt x="427393" y="173342"/>
                </a:lnTo>
                <a:lnTo>
                  <a:pt x="418757" y="161023"/>
                </a:lnTo>
                <a:lnTo>
                  <a:pt x="415277" y="156565"/>
                </a:lnTo>
                <a:lnTo>
                  <a:pt x="431368" y="203301"/>
                </a:lnTo>
                <a:lnTo>
                  <a:pt x="436740" y="232473"/>
                </a:lnTo>
                <a:lnTo>
                  <a:pt x="431368" y="256286"/>
                </a:lnTo>
                <a:lnTo>
                  <a:pt x="415290" y="286956"/>
                </a:lnTo>
                <a:lnTo>
                  <a:pt x="376847" y="281597"/>
                </a:lnTo>
                <a:lnTo>
                  <a:pt x="375640" y="281444"/>
                </a:lnTo>
                <a:lnTo>
                  <a:pt x="391121" y="220129"/>
                </a:lnTo>
                <a:lnTo>
                  <a:pt x="397395" y="174637"/>
                </a:lnTo>
                <a:lnTo>
                  <a:pt x="391121" y="139801"/>
                </a:lnTo>
                <a:lnTo>
                  <a:pt x="372275" y="97078"/>
                </a:lnTo>
                <a:lnTo>
                  <a:pt x="345236" y="52171"/>
                </a:lnTo>
                <a:lnTo>
                  <a:pt x="318452" y="22110"/>
                </a:lnTo>
                <a:lnTo>
                  <a:pt x="289763" y="0"/>
                </a:lnTo>
                <a:lnTo>
                  <a:pt x="317436" y="110070"/>
                </a:lnTo>
                <a:lnTo>
                  <a:pt x="324573" y="174777"/>
                </a:lnTo>
                <a:lnTo>
                  <a:pt x="309283" y="219367"/>
                </a:lnTo>
                <a:lnTo>
                  <a:pt x="269684" y="269036"/>
                </a:lnTo>
                <a:lnTo>
                  <a:pt x="269557" y="269392"/>
                </a:lnTo>
                <a:lnTo>
                  <a:pt x="234873" y="266077"/>
                </a:lnTo>
                <a:lnTo>
                  <a:pt x="144411" y="259346"/>
                </a:lnTo>
                <a:lnTo>
                  <a:pt x="90805" y="257098"/>
                </a:lnTo>
                <a:lnTo>
                  <a:pt x="52997" y="259346"/>
                </a:lnTo>
                <a:lnTo>
                  <a:pt x="9867" y="266077"/>
                </a:lnTo>
                <a:lnTo>
                  <a:pt x="0" y="285381"/>
                </a:lnTo>
                <a:lnTo>
                  <a:pt x="2387" y="325005"/>
                </a:lnTo>
                <a:lnTo>
                  <a:pt x="12306" y="364502"/>
                </a:lnTo>
                <a:lnTo>
                  <a:pt x="79717" y="387197"/>
                </a:lnTo>
                <a:lnTo>
                  <a:pt x="129171" y="388239"/>
                </a:lnTo>
                <a:lnTo>
                  <a:pt x="190017" y="387324"/>
                </a:lnTo>
                <a:lnTo>
                  <a:pt x="259715" y="383425"/>
                </a:lnTo>
                <a:lnTo>
                  <a:pt x="339598" y="373951"/>
                </a:lnTo>
                <a:lnTo>
                  <a:pt x="397675" y="361556"/>
                </a:lnTo>
                <a:lnTo>
                  <a:pt x="436346" y="348729"/>
                </a:lnTo>
                <a:lnTo>
                  <a:pt x="468795" y="330390"/>
                </a:lnTo>
                <a:lnTo>
                  <a:pt x="473405" y="322656"/>
                </a:lnTo>
                <a:close/>
              </a:path>
            </a:pathLst>
          </a:custGeom>
          <a:solidFill>
            <a:srgbClr val="5B474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2" name="object 72" descr=""/>
          <p:cNvGrpSpPr/>
          <p:nvPr/>
        </p:nvGrpSpPr>
        <p:grpSpPr>
          <a:xfrm>
            <a:off x="1120096" y="3388641"/>
            <a:ext cx="1087755" cy="459105"/>
            <a:chOff x="1120096" y="3388641"/>
            <a:chExt cx="1087755" cy="459105"/>
          </a:xfrm>
        </p:grpSpPr>
        <p:sp>
          <p:nvSpPr>
            <p:cNvPr id="73" name="object 73" descr=""/>
            <p:cNvSpPr/>
            <p:nvPr/>
          </p:nvSpPr>
          <p:spPr>
            <a:xfrm>
              <a:off x="1163433" y="3388641"/>
              <a:ext cx="1043940" cy="407034"/>
            </a:xfrm>
            <a:custGeom>
              <a:avLst/>
              <a:gdLst/>
              <a:ahLst/>
              <a:cxnLst/>
              <a:rect l="l" t="t" r="r" b="b"/>
              <a:pathLst>
                <a:path w="1043939" h="407035">
                  <a:moveTo>
                    <a:pt x="622304" y="0"/>
                  </a:moveTo>
                  <a:lnTo>
                    <a:pt x="595613" y="9741"/>
                  </a:lnTo>
                  <a:lnTo>
                    <a:pt x="563029" y="41367"/>
                  </a:lnTo>
                  <a:lnTo>
                    <a:pt x="491311" y="74433"/>
                  </a:lnTo>
                  <a:lnTo>
                    <a:pt x="429266" y="96800"/>
                  </a:lnTo>
                  <a:lnTo>
                    <a:pt x="375427" y="110433"/>
                  </a:lnTo>
                  <a:lnTo>
                    <a:pt x="328329" y="117298"/>
                  </a:lnTo>
                  <a:lnTo>
                    <a:pt x="286505" y="119362"/>
                  </a:lnTo>
                  <a:lnTo>
                    <a:pt x="248490" y="118591"/>
                  </a:lnTo>
                  <a:lnTo>
                    <a:pt x="212818" y="116951"/>
                  </a:lnTo>
                  <a:lnTo>
                    <a:pt x="178023" y="116407"/>
                  </a:lnTo>
                  <a:lnTo>
                    <a:pt x="105200" y="126475"/>
                  </a:lnTo>
                  <a:lnTo>
                    <a:pt x="66932" y="150711"/>
                  </a:lnTo>
                  <a:lnTo>
                    <a:pt x="35221" y="192942"/>
                  </a:lnTo>
                  <a:lnTo>
                    <a:pt x="12199" y="241169"/>
                  </a:lnTo>
                  <a:lnTo>
                    <a:pt x="0" y="283395"/>
                  </a:lnTo>
                  <a:lnTo>
                    <a:pt x="753" y="307621"/>
                  </a:lnTo>
                  <a:lnTo>
                    <a:pt x="33642" y="334278"/>
                  </a:lnTo>
                  <a:lnTo>
                    <a:pt x="109400" y="372520"/>
                  </a:lnTo>
                  <a:lnTo>
                    <a:pt x="161916" y="389574"/>
                  </a:lnTo>
                  <a:lnTo>
                    <a:pt x="223421" y="401832"/>
                  </a:lnTo>
                  <a:lnTo>
                    <a:pt x="293341" y="406730"/>
                  </a:lnTo>
                  <a:lnTo>
                    <a:pt x="371098" y="401702"/>
                  </a:lnTo>
                  <a:lnTo>
                    <a:pt x="503477" y="384410"/>
                  </a:lnTo>
                  <a:lnTo>
                    <a:pt x="615283" y="371817"/>
                  </a:lnTo>
                  <a:lnTo>
                    <a:pt x="767429" y="357777"/>
                  </a:lnTo>
                  <a:lnTo>
                    <a:pt x="1020827" y="336144"/>
                  </a:lnTo>
                  <a:lnTo>
                    <a:pt x="1039513" y="302372"/>
                  </a:lnTo>
                  <a:lnTo>
                    <a:pt x="1043801" y="264342"/>
                  </a:lnTo>
                  <a:lnTo>
                    <a:pt x="1031945" y="197958"/>
                  </a:lnTo>
                  <a:lnTo>
                    <a:pt x="1002199" y="79125"/>
                  </a:lnTo>
                  <a:lnTo>
                    <a:pt x="971141" y="83445"/>
                  </a:lnTo>
                  <a:lnTo>
                    <a:pt x="895443" y="88139"/>
                  </a:lnTo>
                  <a:lnTo>
                    <a:pt x="801322" y="80808"/>
                  </a:lnTo>
                  <a:lnTo>
                    <a:pt x="714993" y="49053"/>
                  </a:lnTo>
                  <a:lnTo>
                    <a:pt x="657348" y="12863"/>
                  </a:lnTo>
                  <a:lnTo>
                    <a:pt x="622304" y="0"/>
                  </a:lnTo>
                  <a:close/>
                </a:path>
              </a:pathLst>
            </a:custGeom>
            <a:solidFill>
              <a:srgbClr val="2D2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120089" y="3389547"/>
              <a:ext cx="1075690" cy="458470"/>
            </a:xfrm>
            <a:custGeom>
              <a:avLst/>
              <a:gdLst/>
              <a:ahLst/>
              <a:cxnLst/>
              <a:rect l="l" t="t" r="r" b="b"/>
              <a:pathLst>
                <a:path w="1075689" h="458470">
                  <a:moveTo>
                    <a:pt x="788314" y="63792"/>
                  </a:moveTo>
                  <a:lnTo>
                    <a:pt x="737870" y="28232"/>
                  </a:lnTo>
                  <a:lnTo>
                    <a:pt x="709726" y="9740"/>
                  </a:lnTo>
                  <a:lnTo>
                    <a:pt x="693699" y="2324"/>
                  </a:lnTo>
                  <a:lnTo>
                    <a:pt x="679602" y="0"/>
                  </a:lnTo>
                  <a:lnTo>
                    <a:pt x="663740" y="4622"/>
                  </a:lnTo>
                  <a:lnTo>
                    <a:pt x="635736" y="18478"/>
                  </a:lnTo>
                  <a:lnTo>
                    <a:pt x="596646" y="38442"/>
                  </a:lnTo>
                  <a:lnTo>
                    <a:pt x="547497" y="61455"/>
                  </a:lnTo>
                  <a:lnTo>
                    <a:pt x="489343" y="84429"/>
                  </a:lnTo>
                  <a:lnTo>
                    <a:pt x="423240" y="104267"/>
                  </a:lnTo>
                  <a:lnTo>
                    <a:pt x="350215" y="117881"/>
                  </a:lnTo>
                  <a:lnTo>
                    <a:pt x="376110" y="125069"/>
                  </a:lnTo>
                  <a:lnTo>
                    <a:pt x="392074" y="132422"/>
                  </a:lnTo>
                  <a:lnTo>
                    <a:pt x="404749" y="144424"/>
                  </a:lnTo>
                  <a:lnTo>
                    <a:pt x="420738" y="165531"/>
                  </a:lnTo>
                  <a:lnTo>
                    <a:pt x="489331" y="164896"/>
                  </a:lnTo>
                  <a:lnTo>
                    <a:pt x="614438" y="128231"/>
                  </a:lnTo>
                  <a:lnTo>
                    <a:pt x="734593" y="84772"/>
                  </a:lnTo>
                  <a:lnTo>
                    <a:pt x="788314" y="63792"/>
                  </a:lnTo>
                  <a:close/>
                </a:path>
                <a:path w="1075689" h="458470">
                  <a:moveTo>
                    <a:pt x="1075499" y="430987"/>
                  </a:moveTo>
                  <a:lnTo>
                    <a:pt x="1069238" y="331470"/>
                  </a:lnTo>
                  <a:lnTo>
                    <a:pt x="981557" y="321729"/>
                  </a:lnTo>
                  <a:lnTo>
                    <a:pt x="914819" y="319659"/>
                  </a:lnTo>
                  <a:lnTo>
                    <a:pt x="835291" y="326339"/>
                  </a:lnTo>
                  <a:lnTo>
                    <a:pt x="709206" y="342811"/>
                  </a:lnTo>
                  <a:lnTo>
                    <a:pt x="662076" y="349148"/>
                  </a:lnTo>
                  <a:lnTo>
                    <a:pt x="612800" y="355485"/>
                  </a:lnTo>
                  <a:lnTo>
                    <a:pt x="561898" y="361429"/>
                  </a:lnTo>
                  <a:lnTo>
                    <a:pt x="509879" y="366598"/>
                  </a:lnTo>
                  <a:lnTo>
                    <a:pt x="457276" y="370611"/>
                  </a:lnTo>
                  <a:lnTo>
                    <a:pt x="404583" y="373087"/>
                  </a:lnTo>
                  <a:lnTo>
                    <a:pt x="352336" y="373634"/>
                  </a:lnTo>
                  <a:lnTo>
                    <a:pt x="301040" y="371868"/>
                  </a:lnTo>
                  <a:lnTo>
                    <a:pt x="251218" y="367398"/>
                  </a:lnTo>
                  <a:lnTo>
                    <a:pt x="203377" y="359854"/>
                  </a:lnTo>
                  <a:lnTo>
                    <a:pt x="158051" y="348830"/>
                  </a:lnTo>
                  <a:lnTo>
                    <a:pt x="115735" y="333959"/>
                  </a:lnTo>
                  <a:lnTo>
                    <a:pt x="76949" y="314845"/>
                  </a:lnTo>
                  <a:lnTo>
                    <a:pt x="42214" y="291122"/>
                  </a:lnTo>
                  <a:lnTo>
                    <a:pt x="41452" y="290499"/>
                  </a:lnTo>
                  <a:lnTo>
                    <a:pt x="28968" y="283514"/>
                  </a:lnTo>
                  <a:lnTo>
                    <a:pt x="22669" y="291122"/>
                  </a:lnTo>
                  <a:lnTo>
                    <a:pt x="16471" y="302793"/>
                  </a:lnTo>
                  <a:lnTo>
                    <a:pt x="8978" y="321068"/>
                  </a:lnTo>
                  <a:lnTo>
                    <a:pt x="0" y="345325"/>
                  </a:lnTo>
                  <a:lnTo>
                    <a:pt x="7696" y="372999"/>
                  </a:lnTo>
                  <a:lnTo>
                    <a:pt x="78828" y="410870"/>
                  </a:lnTo>
                  <a:lnTo>
                    <a:pt x="175094" y="438543"/>
                  </a:lnTo>
                  <a:lnTo>
                    <a:pt x="227291" y="449757"/>
                  </a:lnTo>
                  <a:lnTo>
                    <a:pt x="282981" y="455955"/>
                  </a:lnTo>
                  <a:lnTo>
                    <a:pt x="340423" y="457885"/>
                  </a:lnTo>
                  <a:lnTo>
                    <a:pt x="397891" y="456336"/>
                  </a:lnTo>
                  <a:lnTo>
                    <a:pt x="453644" y="452069"/>
                  </a:lnTo>
                  <a:lnTo>
                    <a:pt x="505955" y="445846"/>
                  </a:lnTo>
                  <a:lnTo>
                    <a:pt x="553110" y="438442"/>
                  </a:lnTo>
                  <a:lnTo>
                    <a:pt x="593356" y="430606"/>
                  </a:lnTo>
                  <a:lnTo>
                    <a:pt x="646226" y="416750"/>
                  </a:lnTo>
                  <a:lnTo>
                    <a:pt x="680605" y="405650"/>
                  </a:lnTo>
                  <a:lnTo>
                    <a:pt x="705891" y="399288"/>
                  </a:lnTo>
                  <a:lnTo>
                    <a:pt x="721499" y="396392"/>
                  </a:lnTo>
                  <a:lnTo>
                    <a:pt x="726833" y="395706"/>
                  </a:lnTo>
                  <a:lnTo>
                    <a:pt x="726833" y="430987"/>
                  </a:lnTo>
                  <a:lnTo>
                    <a:pt x="1075499" y="430987"/>
                  </a:lnTo>
                  <a:close/>
                </a:path>
              </a:pathLst>
            </a:custGeom>
            <a:solidFill>
              <a:srgbClr val="211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155842" y="3674242"/>
              <a:ext cx="1040130" cy="97790"/>
            </a:xfrm>
            <a:custGeom>
              <a:avLst/>
              <a:gdLst/>
              <a:ahLst/>
              <a:cxnLst/>
              <a:rect l="l" t="t" r="r" b="b"/>
              <a:pathLst>
                <a:path w="1040130" h="97789">
                  <a:moveTo>
                    <a:pt x="40229" y="30637"/>
                  </a:moveTo>
                  <a:lnTo>
                    <a:pt x="36689" y="31266"/>
                  </a:lnTo>
                  <a:lnTo>
                    <a:pt x="33140" y="36438"/>
                  </a:lnTo>
                  <a:lnTo>
                    <a:pt x="33820" y="39967"/>
                  </a:lnTo>
                  <a:lnTo>
                    <a:pt x="64835" y="57935"/>
                  </a:lnTo>
                  <a:lnTo>
                    <a:pt x="67767" y="57935"/>
                  </a:lnTo>
                  <a:lnTo>
                    <a:pt x="69767" y="56783"/>
                  </a:lnTo>
                  <a:lnTo>
                    <a:pt x="72165" y="52019"/>
                  </a:lnTo>
                  <a:lnTo>
                    <a:pt x="71034" y="48605"/>
                  </a:lnTo>
                  <a:lnTo>
                    <a:pt x="68238" y="47202"/>
                  </a:lnTo>
                  <a:lnTo>
                    <a:pt x="61471" y="43678"/>
                  </a:lnTo>
                  <a:lnTo>
                    <a:pt x="54866" y="39967"/>
                  </a:lnTo>
                  <a:lnTo>
                    <a:pt x="48721" y="36244"/>
                  </a:lnTo>
                  <a:lnTo>
                    <a:pt x="42784" y="32355"/>
                  </a:lnTo>
                  <a:lnTo>
                    <a:pt x="40229" y="30637"/>
                  </a:lnTo>
                  <a:close/>
                </a:path>
                <a:path w="1040130" h="97789">
                  <a:moveTo>
                    <a:pt x="6083" y="0"/>
                  </a:moveTo>
                  <a:lnTo>
                    <a:pt x="816" y="3277"/>
                  </a:lnTo>
                  <a:lnTo>
                    <a:pt x="0" y="6753"/>
                  </a:lnTo>
                  <a:lnTo>
                    <a:pt x="1654" y="9402"/>
                  </a:lnTo>
                  <a:lnTo>
                    <a:pt x="26219" y="33726"/>
                  </a:lnTo>
                  <a:lnTo>
                    <a:pt x="29109" y="33726"/>
                  </a:lnTo>
                  <a:lnTo>
                    <a:pt x="30752" y="33004"/>
                  </a:lnTo>
                  <a:lnTo>
                    <a:pt x="33852" y="29192"/>
                  </a:lnTo>
                  <a:lnTo>
                    <a:pt x="33485" y="25622"/>
                  </a:lnTo>
                  <a:lnTo>
                    <a:pt x="31046" y="23664"/>
                  </a:lnTo>
                  <a:lnTo>
                    <a:pt x="21979" y="15652"/>
                  </a:lnTo>
                  <a:lnTo>
                    <a:pt x="15860" y="9249"/>
                  </a:lnTo>
                  <a:lnTo>
                    <a:pt x="12392" y="4988"/>
                  </a:lnTo>
                  <a:lnTo>
                    <a:pt x="11196" y="3277"/>
                  </a:lnTo>
                  <a:lnTo>
                    <a:pt x="9580" y="764"/>
                  </a:lnTo>
                  <a:lnTo>
                    <a:pt x="6083" y="0"/>
                  </a:lnTo>
                  <a:close/>
                </a:path>
                <a:path w="1040130" h="97789">
                  <a:moveTo>
                    <a:pt x="950467" y="36598"/>
                  </a:moveTo>
                  <a:lnTo>
                    <a:pt x="931814" y="36752"/>
                  </a:lnTo>
                  <a:lnTo>
                    <a:pt x="929311" y="39307"/>
                  </a:lnTo>
                  <a:lnTo>
                    <a:pt x="929395" y="45548"/>
                  </a:lnTo>
                  <a:lnTo>
                    <a:pt x="931919" y="48050"/>
                  </a:lnTo>
                  <a:lnTo>
                    <a:pt x="968428" y="47950"/>
                  </a:lnTo>
                  <a:lnTo>
                    <a:pt x="970860" y="45548"/>
                  </a:lnTo>
                  <a:lnTo>
                    <a:pt x="970965" y="39307"/>
                  </a:lnTo>
                  <a:lnTo>
                    <a:pt x="968452" y="36742"/>
                  </a:lnTo>
                  <a:lnTo>
                    <a:pt x="950467" y="36598"/>
                  </a:lnTo>
                  <a:close/>
                </a:path>
                <a:path w="1040130" h="97789">
                  <a:moveTo>
                    <a:pt x="968428" y="47950"/>
                  </a:moveTo>
                  <a:lnTo>
                    <a:pt x="950495" y="47950"/>
                  </a:lnTo>
                  <a:lnTo>
                    <a:pt x="965248" y="48029"/>
                  </a:lnTo>
                  <a:lnTo>
                    <a:pt x="968347" y="48029"/>
                  </a:lnTo>
                  <a:close/>
                </a:path>
                <a:path w="1040130" h="97789">
                  <a:moveTo>
                    <a:pt x="923238" y="36784"/>
                  </a:moveTo>
                  <a:lnTo>
                    <a:pt x="919762" y="37004"/>
                  </a:lnTo>
                  <a:lnTo>
                    <a:pt x="912369" y="37182"/>
                  </a:lnTo>
                  <a:lnTo>
                    <a:pt x="886318" y="38082"/>
                  </a:lnTo>
                  <a:lnTo>
                    <a:pt x="883878" y="40710"/>
                  </a:lnTo>
                  <a:lnTo>
                    <a:pt x="884130" y="46899"/>
                  </a:lnTo>
                  <a:lnTo>
                    <a:pt x="886643" y="49286"/>
                  </a:lnTo>
                  <a:lnTo>
                    <a:pt x="889889" y="49286"/>
                  </a:lnTo>
                  <a:lnTo>
                    <a:pt x="923134" y="48270"/>
                  </a:lnTo>
                  <a:lnTo>
                    <a:pt x="925615" y="45684"/>
                  </a:lnTo>
                  <a:lnTo>
                    <a:pt x="925479" y="39422"/>
                  </a:lnTo>
                  <a:lnTo>
                    <a:pt x="923238" y="36784"/>
                  </a:lnTo>
                  <a:close/>
                </a:path>
                <a:path w="1040130" h="97789">
                  <a:moveTo>
                    <a:pt x="980556" y="37014"/>
                  </a:moveTo>
                  <a:lnTo>
                    <a:pt x="977362" y="37464"/>
                  </a:lnTo>
                  <a:lnTo>
                    <a:pt x="974797" y="39391"/>
                  </a:lnTo>
                  <a:lnTo>
                    <a:pt x="974619" y="45642"/>
                  </a:lnTo>
                  <a:lnTo>
                    <a:pt x="977069" y="48249"/>
                  </a:lnTo>
                  <a:lnTo>
                    <a:pt x="988079" y="48635"/>
                  </a:lnTo>
                  <a:lnTo>
                    <a:pt x="995739" y="48995"/>
                  </a:lnTo>
                  <a:lnTo>
                    <a:pt x="1003218" y="49438"/>
                  </a:lnTo>
                  <a:lnTo>
                    <a:pt x="1010555" y="49967"/>
                  </a:lnTo>
                  <a:lnTo>
                    <a:pt x="1013476" y="49967"/>
                  </a:lnTo>
                  <a:lnTo>
                    <a:pt x="1015969" y="47715"/>
                  </a:lnTo>
                  <a:lnTo>
                    <a:pt x="1016461" y="41621"/>
                  </a:lnTo>
                  <a:lnTo>
                    <a:pt x="1014126" y="38888"/>
                  </a:lnTo>
                  <a:lnTo>
                    <a:pt x="1003802" y="38115"/>
                  </a:lnTo>
                  <a:lnTo>
                    <a:pt x="996319" y="37669"/>
                  </a:lnTo>
                  <a:lnTo>
                    <a:pt x="988566" y="37300"/>
                  </a:lnTo>
                  <a:lnTo>
                    <a:pt x="980556" y="37014"/>
                  </a:lnTo>
                  <a:close/>
                </a:path>
                <a:path w="1040130" h="97789">
                  <a:moveTo>
                    <a:pt x="874308" y="38574"/>
                  </a:moveTo>
                  <a:lnTo>
                    <a:pt x="840916" y="40323"/>
                  </a:lnTo>
                  <a:lnTo>
                    <a:pt x="838539" y="42993"/>
                  </a:lnTo>
                  <a:lnTo>
                    <a:pt x="838885" y="49139"/>
                  </a:lnTo>
                  <a:lnTo>
                    <a:pt x="841398" y="51474"/>
                  </a:lnTo>
                  <a:lnTo>
                    <a:pt x="844581" y="51474"/>
                  </a:lnTo>
                  <a:lnTo>
                    <a:pt x="877973" y="49757"/>
                  </a:lnTo>
                  <a:lnTo>
                    <a:pt x="880381" y="47098"/>
                  </a:lnTo>
                  <a:lnTo>
                    <a:pt x="880088" y="40846"/>
                  </a:lnTo>
                  <a:lnTo>
                    <a:pt x="877397" y="38731"/>
                  </a:lnTo>
                  <a:lnTo>
                    <a:pt x="874308" y="38574"/>
                  </a:lnTo>
                  <a:close/>
                </a:path>
                <a:path w="1040130" h="97789">
                  <a:moveTo>
                    <a:pt x="1022953" y="39632"/>
                  </a:moveTo>
                  <a:lnTo>
                    <a:pt x="1020335" y="41967"/>
                  </a:lnTo>
                  <a:lnTo>
                    <a:pt x="1019602" y="48197"/>
                  </a:lnTo>
                  <a:lnTo>
                    <a:pt x="1021811" y="51014"/>
                  </a:lnTo>
                  <a:lnTo>
                    <a:pt x="1027602" y="51705"/>
                  </a:lnTo>
                  <a:lnTo>
                    <a:pt x="1032973" y="52427"/>
                  </a:lnTo>
                  <a:lnTo>
                    <a:pt x="1033497" y="52448"/>
                  </a:lnTo>
                  <a:lnTo>
                    <a:pt x="1036282" y="52448"/>
                  </a:lnTo>
                  <a:lnTo>
                    <a:pt x="1038722" y="50396"/>
                  </a:lnTo>
                  <a:lnTo>
                    <a:pt x="1039528" y="44459"/>
                  </a:lnTo>
                  <a:lnTo>
                    <a:pt x="1037371" y="41590"/>
                  </a:lnTo>
                  <a:lnTo>
                    <a:pt x="1034272" y="41171"/>
                  </a:lnTo>
                  <a:lnTo>
                    <a:pt x="1031675" y="40794"/>
                  </a:lnTo>
                  <a:lnTo>
                    <a:pt x="1026272" y="40134"/>
                  </a:lnTo>
                  <a:lnTo>
                    <a:pt x="1022953" y="39632"/>
                  </a:lnTo>
                  <a:close/>
                </a:path>
                <a:path w="1040130" h="97789">
                  <a:moveTo>
                    <a:pt x="831932" y="40532"/>
                  </a:moveTo>
                  <a:lnTo>
                    <a:pt x="828906" y="41035"/>
                  </a:lnTo>
                  <a:lnTo>
                    <a:pt x="795567" y="43234"/>
                  </a:lnTo>
                  <a:lnTo>
                    <a:pt x="793211" y="45935"/>
                  </a:lnTo>
                  <a:lnTo>
                    <a:pt x="793640" y="52050"/>
                  </a:lnTo>
                  <a:lnTo>
                    <a:pt x="796132" y="54333"/>
                  </a:lnTo>
                  <a:lnTo>
                    <a:pt x="799336" y="54333"/>
                  </a:lnTo>
                  <a:lnTo>
                    <a:pt x="832728" y="52155"/>
                  </a:lnTo>
                  <a:lnTo>
                    <a:pt x="835105" y="49464"/>
                  </a:lnTo>
                  <a:lnTo>
                    <a:pt x="834718" y="43223"/>
                  </a:lnTo>
                  <a:lnTo>
                    <a:pt x="831932" y="40532"/>
                  </a:lnTo>
                  <a:close/>
                </a:path>
                <a:path w="1040130" h="97789">
                  <a:moveTo>
                    <a:pt x="786834" y="43883"/>
                  </a:moveTo>
                  <a:lnTo>
                    <a:pt x="783599" y="44092"/>
                  </a:lnTo>
                  <a:lnTo>
                    <a:pt x="750301" y="46595"/>
                  </a:lnTo>
                  <a:lnTo>
                    <a:pt x="747966" y="49317"/>
                  </a:lnTo>
                  <a:lnTo>
                    <a:pt x="748437" y="55411"/>
                  </a:lnTo>
                  <a:lnTo>
                    <a:pt x="750919" y="57673"/>
                  </a:lnTo>
                  <a:lnTo>
                    <a:pt x="754155" y="57673"/>
                  </a:lnTo>
                  <a:lnTo>
                    <a:pt x="787525" y="55171"/>
                  </a:lnTo>
                  <a:lnTo>
                    <a:pt x="789871" y="52459"/>
                  </a:lnTo>
                  <a:lnTo>
                    <a:pt x="789441" y="46218"/>
                  </a:lnTo>
                  <a:lnTo>
                    <a:pt x="786834" y="43883"/>
                  </a:lnTo>
                  <a:close/>
                </a:path>
                <a:path w="1040130" h="97789">
                  <a:moveTo>
                    <a:pt x="741663" y="47171"/>
                  </a:moveTo>
                  <a:lnTo>
                    <a:pt x="738312" y="47527"/>
                  </a:lnTo>
                  <a:lnTo>
                    <a:pt x="705036" y="50281"/>
                  </a:lnTo>
                  <a:lnTo>
                    <a:pt x="702732" y="53024"/>
                  </a:lnTo>
                  <a:lnTo>
                    <a:pt x="703235" y="59108"/>
                  </a:lnTo>
                  <a:lnTo>
                    <a:pt x="705716" y="61327"/>
                  </a:lnTo>
                  <a:lnTo>
                    <a:pt x="708952" y="61327"/>
                  </a:lnTo>
                  <a:lnTo>
                    <a:pt x="742343" y="58584"/>
                  </a:lnTo>
                  <a:lnTo>
                    <a:pt x="744668" y="55851"/>
                  </a:lnTo>
                  <a:lnTo>
                    <a:pt x="744176" y="49611"/>
                  </a:lnTo>
                  <a:lnTo>
                    <a:pt x="741663" y="47171"/>
                  </a:lnTo>
                  <a:close/>
                </a:path>
                <a:path w="1040130" h="97789">
                  <a:moveTo>
                    <a:pt x="696376" y="51118"/>
                  </a:moveTo>
                  <a:lnTo>
                    <a:pt x="693067" y="51275"/>
                  </a:lnTo>
                  <a:lnTo>
                    <a:pt x="659822" y="54197"/>
                  </a:lnTo>
                  <a:lnTo>
                    <a:pt x="657519" y="56961"/>
                  </a:lnTo>
                  <a:lnTo>
                    <a:pt x="658053" y="63034"/>
                  </a:lnTo>
                  <a:lnTo>
                    <a:pt x="660534" y="65244"/>
                  </a:lnTo>
                  <a:lnTo>
                    <a:pt x="663759" y="65244"/>
                  </a:lnTo>
                  <a:lnTo>
                    <a:pt x="663937" y="65212"/>
                  </a:lnTo>
                  <a:lnTo>
                    <a:pt x="697182" y="62301"/>
                  </a:lnTo>
                  <a:lnTo>
                    <a:pt x="699486" y="59558"/>
                  </a:lnTo>
                  <a:lnTo>
                    <a:pt x="698942" y="53328"/>
                  </a:lnTo>
                  <a:lnTo>
                    <a:pt x="696376" y="51118"/>
                  </a:lnTo>
                  <a:close/>
                </a:path>
                <a:path w="1040130" h="97789">
                  <a:moveTo>
                    <a:pt x="651152" y="54752"/>
                  </a:moveTo>
                  <a:lnTo>
                    <a:pt x="647875" y="55275"/>
                  </a:lnTo>
                  <a:lnTo>
                    <a:pt x="614630" y="58291"/>
                  </a:lnTo>
                  <a:lnTo>
                    <a:pt x="612337" y="61055"/>
                  </a:lnTo>
                  <a:lnTo>
                    <a:pt x="612892" y="67107"/>
                  </a:lnTo>
                  <a:lnTo>
                    <a:pt x="615363" y="69317"/>
                  </a:lnTo>
                  <a:lnTo>
                    <a:pt x="618431" y="69317"/>
                  </a:lnTo>
                  <a:lnTo>
                    <a:pt x="652001" y="66291"/>
                  </a:lnTo>
                  <a:lnTo>
                    <a:pt x="654304" y="63526"/>
                  </a:lnTo>
                  <a:lnTo>
                    <a:pt x="654021" y="60417"/>
                  </a:lnTo>
                  <a:lnTo>
                    <a:pt x="653770" y="57307"/>
                  </a:lnTo>
                  <a:lnTo>
                    <a:pt x="651152" y="54752"/>
                  </a:lnTo>
                  <a:close/>
                </a:path>
                <a:path w="1040130" h="97789">
                  <a:moveTo>
                    <a:pt x="606023" y="59254"/>
                  </a:moveTo>
                  <a:lnTo>
                    <a:pt x="602662" y="59380"/>
                  </a:lnTo>
                  <a:lnTo>
                    <a:pt x="569448" y="62469"/>
                  </a:lnTo>
                  <a:lnTo>
                    <a:pt x="567155" y="65244"/>
                  </a:lnTo>
                  <a:lnTo>
                    <a:pt x="567720" y="71296"/>
                  </a:lnTo>
                  <a:lnTo>
                    <a:pt x="570202" y="73495"/>
                  </a:lnTo>
                  <a:lnTo>
                    <a:pt x="573270" y="73495"/>
                  </a:lnTo>
                  <a:lnTo>
                    <a:pt x="606840" y="70385"/>
                  </a:lnTo>
                  <a:lnTo>
                    <a:pt x="609133" y="67610"/>
                  </a:lnTo>
                  <a:lnTo>
                    <a:pt x="608557" y="61390"/>
                  </a:lnTo>
                  <a:lnTo>
                    <a:pt x="606023" y="59254"/>
                  </a:lnTo>
                  <a:close/>
                </a:path>
                <a:path w="1040130" h="97789">
                  <a:moveTo>
                    <a:pt x="78793" y="52207"/>
                  </a:moveTo>
                  <a:lnTo>
                    <a:pt x="75453" y="53506"/>
                  </a:lnTo>
                  <a:lnTo>
                    <a:pt x="72940" y="59265"/>
                  </a:lnTo>
                  <a:lnTo>
                    <a:pt x="74269" y="62605"/>
                  </a:lnTo>
                  <a:lnTo>
                    <a:pt x="107085" y="74961"/>
                  </a:lnTo>
                  <a:lnTo>
                    <a:pt x="110059" y="74961"/>
                  </a:lnTo>
                  <a:lnTo>
                    <a:pt x="112289" y="73432"/>
                  </a:lnTo>
                  <a:lnTo>
                    <a:pt x="114027" y="68060"/>
                  </a:lnTo>
                  <a:lnTo>
                    <a:pt x="112384" y="64856"/>
                  </a:lnTo>
                  <a:lnTo>
                    <a:pt x="109420" y="63903"/>
                  </a:lnTo>
                  <a:lnTo>
                    <a:pt x="102207" y="61467"/>
                  </a:lnTo>
                  <a:lnTo>
                    <a:pt x="95159" y="58906"/>
                  </a:lnTo>
                  <a:lnTo>
                    <a:pt x="88299" y="56232"/>
                  </a:lnTo>
                  <a:lnTo>
                    <a:pt x="81651" y="53453"/>
                  </a:lnTo>
                  <a:lnTo>
                    <a:pt x="78793" y="52207"/>
                  </a:lnTo>
                  <a:close/>
                </a:path>
                <a:path w="1040130" h="97789">
                  <a:moveTo>
                    <a:pt x="560475" y="63359"/>
                  </a:moveTo>
                  <a:lnTo>
                    <a:pt x="557490" y="63600"/>
                  </a:lnTo>
                  <a:lnTo>
                    <a:pt x="524277" y="66720"/>
                  </a:lnTo>
                  <a:lnTo>
                    <a:pt x="521984" y="69495"/>
                  </a:lnTo>
                  <a:lnTo>
                    <a:pt x="522549" y="75547"/>
                  </a:lnTo>
                  <a:lnTo>
                    <a:pt x="525031" y="77746"/>
                  </a:lnTo>
                  <a:lnTo>
                    <a:pt x="528099" y="77746"/>
                  </a:lnTo>
                  <a:lnTo>
                    <a:pt x="561668" y="74584"/>
                  </a:lnTo>
                  <a:lnTo>
                    <a:pt x="563961" y="71830"/>
                  </a:lnTo>
                  <a:lnTo>
                    <a:pt x="563365" y="65600"/>
                  </a:lnTo>
                  <a:lnTo>
                    <a:pt x="560475" y="63359"/>
                  </a:lnTo>
                  <a:close/>
                </a:path>
                <a:path w="1040130" h="97789">
                  <a:moveTo>
                    <a:pt x="515701" y="67442"/>
                  </a:moveTo>
                  <a:lnTo>
                    <a:pt x="512329" y="67840"/>
                  </a:lnTo>
                  <a:lnTo>
                    <a:pt x="479137" y="70971"/>
                  </a:lnTo>
                  <a:lnTo>
                    <a:pt x="476844" y="73746"/>
                  </a:lnTo>
                  <a:lnTo>
                    <a:pt x="477409" y="79798"/>
                  </a:lnTo>
                  <a:lnTo>
                    <a:pt x="479891" y="81997"/>
                  </a:lnTo>
                  <a:lnTo>
                    <a:pt x="482959" y="81997"/>
                  </a:lnTo>
                  <a:lnTo>
                    <a:pt x="516539" y="78824"/>
                  </a:lnTo>
                  <a:lnTo>
                    <a:pt x="518832" y="76050"/>
                  </a:lnTo>
                  <a:lnTo>
                    <a:pt x="518225" y="69830"/>
                  </a:lnTo>
                  <a:lnTo>
                    <a:pt x="515701" y="67442"/>
                  </a:lnTo>
                  <a:close/>
                </a:path>
                <a:path w="1040130" h="97789">
                  <a:moveTo>
                    <a:pt x="470540" y="71767"/>
                  </a:moveTo>
                  <a:lnTo>
                    <a:pt x="433923" y="75191"/>
                  </a:lnTo>
                  <a:lnTo>
                    <a:pt x="431630" y="77966"/>
                  </a:lnTo>
                  <a:lnTo>
                    <a:pt x="432196" y="84018"/>
                  </a:lnTo>
                  <a:lnTo>
                    <a:pt x="434667" y="86217"/>
                  </a:lnTo>
                  <a:lnTo>
                    <a:pt x="437745" y="86217"/>
                  </a:lnTo>
                  <a:lnTo>
                    <a:pt x="471367" y="83086"/>
                  </a:lnTo>
                  <a:lnTo>
                    <a:pt x="473660" y="80332"/>
                  </a:lnTo>
                  <a:lnTo>
                    <a:pt x="473085" y="74112"/>
                  </a:lnTo>
                  <a:lnTo>
                    <a:pt x="470540" y="71767"/>
                  </a:lnTo>
                  <a:close/>
                </a:path>
                <a:path w="1040130" h="97789">
                  <a:moveTo>
                    <a:pt x="120593" y="67380"/>
                  </a:moveTo>
                  <a:lnTo>
                    <a:pt x="117514" y="69107"/>
                  </a:lnTo>
                  <a:lnTo>
                    <a:pt x="116656" y="72112"/>
                  </a:lnTo>
                  <a:lnTo>
                    <a:pt x="115818" y="75139"/>
                  </a:lnTo>
                  <a:lnTo>
                    <a:pt x="117567" y="78259"/>
                  </a:lnTo>
                  <a:lnTo>
                    <a:pt x="151126" y="86395"/>
                  </a:lnTo>
                  <a:lnTo>
                    <a:pt x="154131" y="86395"/>
                  </a:lnTo>
                  <a:lnTo>
                    <a:pt x="156497" y="84552"/>
                  </a:lnTo>
                  <a:lnTo>
                    <a:pt x="157681" y="78814"/>
                  </a:lnTo>
                  <a:lnTo>
                    <a:pt x="155702" y="75809"/>
                  </a:lnTo>
                  <a:lnTo>
                    <a:pt x="152623" y="75180"/>
                  </a:lnTo>
                  <a:lnTo>
                    <a:pt x="145161" y="73575"/>
                  </a:lnTo>
                  <a:lnTo>
                    <a:pt x="137826" y="71872"/>
                  </a:lnTo>
                  <a:lnTo>
                    <a:pt x="130647" y="70074"/>
                  </a:lnTo>
                  <a:lnTo>
                    <a:pt x="120593" y="67380"/>
                  </a:lnTo>
                  <a:close/>
                </a:path>
                <a:path w="1040130" h="97789">
                  <a:moveTo>
                    <a:pt x="425327" y="75955"/>
                  </a:moveTo>
                  <a:lnTo>
                    <a:pt x="421966" y="76311"/>
                  </a:lnTo>
                  <a:lnTo>
                    <a:pt x="388700" y="79369"/>
                  </a:lnTo>
                  <a:lnTo>
                    <a:pt x="386396" y="82133"/>
                  </a:lnTo>
                  <a:lnTo>
                    <a:pt x="386962" y="88185"/>
                  </a:lnTo>
                  <a:lnTo>
                    <a:pt x="389422" y="90395"/>
                  </a:lnTo>
                  <a:lnTo>
                    <a:pt x="392668" y="90395"/>
                  </a:lnTo>
                  <a:lnTo>
                    <a:pt x="392846" y="90363"/>
                  </a:lnTo>
                  <a:lnTo>
                    <a:pt x="426123" y="87316"/>
                  </a:lnTo>
                  <a:lnTo>
                    <a:pt x="428416" y="84552"/>
                  </a:lnTo>
                  <a:lnTo>
                    <a:pt x="428112" y="81442"/>
                  </a:lnTo>
                  <a:lnTo>
                    <a:pt x="427840" y="78322"/>
                  </a:lnTo>
                  <a:lnTo>
                    <a:pt x="425327" y="75955"/>
                  </a:lnTo>
                  <a:close/>
                </a:path>
                <a:path w="1040130" h="97789">
                  <a:moveTo>
                    <a:pt x="164099" y="77306"/>
                  </a:moveTo>
                  <a:lnTo>
                    <a:pt x="161262" y="79474"/>
                  </a:lnTo>
                  <a:lnTo>
                    <a:pt x="160215" y="85641"/>
                  </a:lnTo>
                  <a:lnTo>
                    <a:pt x="162277" y="88583"/>
                  </a:lnTo>
                  <a:lnTo>
                    <a:pt x="172637" y="90298"/>
                  </a:lnTo>
                  <a:lnTo>
                    <a:pt x="180167" y="91419"/>
                  </a:lnTo>
                  <a:lnTo>
                    <a:pt x="188019" y="92461"/>
                  </a:lnTo>
                  <a:lnTo>
                    <a:pt x="196255" y="93421"/>
                  </a:lnTo>
                  <a:lnTo>
                    <a:pt x="199103" y="93421"/>
                  </a:lnTo>
                  <a:lnTo>
                    <a:pt x="201564" y="91285"/>
                  </a:lnTo>
                  <a:lnTo>
                    <a:pt x="202224" y="85274"/>
                  </a:lnTo>
                  <a:lnTo>
                    <a:pt x="200004" y="82468"/>
                  </a:lnTo>
                  <a:lnTo>
                    <a:pt x="189191" y="81194"/>
                  </a:lnTo>
                  <a:lnTo>
                    <a:pt x="181694" y="80188"/>
                  </a:lnTo>
                  <a:lnTo>
                    <a:pt x="174392" y="79100"/>
                  </a:lnTo>
                  <a:lnTo>
                    <a:pt x="167282" y="77934"/>
                  </a:lnTo>
                  <a:lnTo>
                    <a:pt x="164099" y="77306"/>
                  </a:lnTo>
                  <a:close/>
                </a:path>
                <a:path w="1040130" h="97789">
                  <a:moveTo>
                    <a:pt x="380114" y="80133"/>
                  </a:moveTo>
                  <a:lnTo>
                    <a:pt x="343560" y="83369"/>
                  </a:lnTo>
                  <a:lnTo>
                    <a:pt x="341225" y="86102"/>
                  </a:lnTo>
                  <a:lnTo>
                    <a:pt x="341717" y="92196"/>
                  </a:lnTo>
                  <a:lnTo>
                    <a:pt x="344198" y="94447"/>
                  </a:lnTo>
                  <a:lnTo>
                    <a:pt x="347423" y="94447"/>
                  </a:lnTo>
                  <a:lnTo>
                    <a:pt x="380888" y="91463"/>
                  </a:lnTo>
                  <a:lnTo>
                    <a:pt x="383192" y="88698"/>
                  </a:lnTo>
                  <a:lnTo>
                    <a:pt x="382616" y="82500"/>
                  </a:lnTo>
                  <a:lnTo>
                    <a:pt x="380114" y="80133"/>
                  </a:lnTo>
                  <a:close/>
                </a:path>
                <a:path w="1040130" h="97789">
                  <a:moveTo>
                    <a:pt x="208443" y="83212"/>
                  </a:moveTo>
                  <a:lnTo>
                    <a:pt x="205998" y="85557"/>
                  </a:lnTo>
                  <a:lnTo>
                    <a:pt x="205344" y="91892"/>
                  </a:lnTo>
                  <a:lnTo>
                    <a:pt x="207648" y="94646"/>
                  </a:lnTo>
                  <a:lnTo>
                    <a:pt x="218126" y="95531"/>
                  </a:lnTo>
                  <a:lnTo>
                    <a:pt x="225675" y="96065"/>
                  </a:lnTo>
                  <a:lnTo>
                    <a:pt x="233429" y="96520"/>
                  </a:lnTo>
                  <a:lnTo>
                    <a:pt x="241416" y="96897"/>
                  </a:lnTo>
                  <a:lnTo>
                    <a:pt x="244442" y="96897"/>
                  </a:lnTo>
                  <a:lnTo>
                    <a:pt x="246955" y="94499"/>
                  </a:lnTo>
                  <a:lnTo>
                    <a:pt x="247207" y="88332"/>
                  </a:lnTo>
                  <a:lnTo>
                    <a:pt x="244788" y="85683"/>
                  </a:lnTo>
                  <a:lnTo>
                    <a:pt x="233937" y="85199"/>
                  </a:lnTo>
                  <a:lnTo>
                    <a:pt x="226384" y="84756"/>
                  </a:lnTo>
                  <a:lnTo>
                    <a:pt x="218994" y="84235"/>
                  </a:lnTo>
                  <a:lnTo>
                    <a:pt x="211763" y="83641"/>
                  </a:lnTo>
                  <a:lnTo>
                    <a:pt x="208443" y="83212"/>
                  </a:lnTo>
                  <a:close/>
                </a:path>
                <a:path w="1040130" h="97789">
                  <a:moveTo>
                    <a:pt x="334995" y="83725"/>
                  </a:moveTo>
                  <a:lnTo>
                    <a:pt x="331696" y="84217"/>
                  </a:lnTo>
                  <a:lnTo>
                    <a:pt x="316458" y="85103"/>
                  </a:lnTo>
                  <a:lnTo>
                    <a:pt x="298545" y="85819"/>
                  </a:lnTo>
                  <a:lnTo>
                    <a:pt x="296095" y="88447"/>
                  </a:lnTo>
                  <a:lnTo>
                    <a:pt x="296305" y="94635"/>
                  </a:lnTo>
                  <a:lnTo>
                    <a:pt x="298828" y="97054"/>
                  </a:lnTo>
                  <a:lnTo>
                    <a:pt x="302064" y="97054"/>
                  </a:lnTo>
                  <a:lnTo>
                    <a:pt x="317026" y="96426"/>
                  </a:lnTo>
                  <a:lnTo>
                    <a:pt x="335570" y="95316"/>
                  </a:lnTo>
                  <a:lnTo>
                    <a:pt x="337937" y="92614"/>
                  </a:lnTo>
                  <a:lnTo>
                    <a:pt x="337528" y="86363"/>
                  </a:lnTo>
                  <a:lnTo>
                    <a:pt x="334995" y="83725"/>
                  </a:lnTo>
                  <a:close/>
                </a:path>
                <a:path w="1040130" h="97789">
                  <a:moveTo>
                    <a:pt x="256641" y="86039"/>
                  </a:moveTo>
                  <a:lnTo>
                    <a:pt x="253447" y="86531"/>
                  </a:lnTo>
                  <a:lnTo>
                    <a:pt x="250924" y="88447"/>
                  </a:lnTo>
                  <a:lnTo>
                    <a:pt x="250868" y="94813"/>
                  </a:lnTo>
                  <a:lnTo>
                    <a:pt x="253280" y="97305"/>
                  </a:lnTo>
                  <a:lnTo>
                    <a:pt x="261887" y="97494"/>
                  </a:lnTo>
                  <a:lnTo>
                    <a:pt x="267478" y="97557"/>
                  </a:lnTo>
                  <a:lnTo>
                    <a:pt x="277666" y="97557"/>
                  </a:lnTo>
                  <a:lnTo>
                    <a:pt x="289959" y="97400"/>
                  </a:lnTo>
                  <a:lnTo>
                    <a:pt x="292451" y="94813"/>
                  </a:lnTo>
                  <a:lnTo>
                    <a:pt x="292368" y="88552"/>
                  </a:lnTo>
                  <a:lnTo>
                    <a:pt x="289886" y="86615"/>
                  </a:lnTo>
                  <a:lnTo>
                    <a:pt x="287393" y="86219"/>
                  </a:lnTo>
                  <a:lnTo>
                    <a:pt x="271390" y="86219"/>
                  </a:lnTo>
                  <a:lnTo>
                    <a:pt x="263958" y="86166"/>
                  </a:lnTo>
                  <a:lnTo>
                    <a:pt x="256641" y="86039"/>
                  </a:lnTo>
                  <a:close/>
                </a:path>
                <a:path w="1040130" h="97789">
                  <a:moveTo>
                    <a:pt x="286650" y="86102"/>
                  </a:moveTo>
                  <a:lnTo>
                    <a:pt x="271390" y="86219"/>
                  </a:lnTo>
                  <a:lnTo>
                    <a:pt x="287393" y="86219"/>
                  </a:lnTo>
                  <a:lnTo>
                    <a:pt x="286650" y="86102"/>
                  </a:lnTo>
                  <a:close/>
                </a:path>
              </a:pathLst>
            </a:custGeom>
            <a:solidFill>
              <a:srgbClr val="EC95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74508" y="3394305"/>
              <a:ext cx="363636" cy="150057"/>
            </a:xfrm>
            <a:prstGeom prst="rect">
              <a:avLst/>
            </a:prstGeom>
          </p:spPr>
        </p:pic>
      </p:grpSp>
      <p:grpSp>
        <p:nvGrpSpPr>
          <p:cNvPr id="77" name="object 77" descr=""/>
          <p:cNvGrpSpPr/>
          <p:nvPr/>
        </p:nvGrpSpPr>
        <p:grpSpPr>
          <a:xfrm>
            <a:off x="4090915" y="3405711"/>
            <a:ext cx="615315" cy="391160"/>
            <a:chOff x="4090915" y="3405711"/>
            <a:chExt cx="615315" cy="391160"/>
          </a:xfrm>
        </p:grpSpPr>
        <p:sp>
          <p:nvSpPr>
            <p:cNvPr id="78" name="object 78" descr=""/>
            <p:cNvSpPr/>
            <p:nvPr/>
          </p:nvSpPr>
          <p:spPr>
            <a:xfrm>
              <a:off x="4100898" y="3405711"/>
              <a:ext cx="600710" cy="347345"/>
            </a:xfrm>
            <a:custGeom>
              <a:avLst/>
              <a:gdLst/>
              <a:ahLst/>
              <a:cxnLst/>
              <a:rect l="l" t="t" r="r" b="b"/>
              <a:pathLst>
                <a:path w="600710" h="347345">
                  <a:moveTo>
                    <a:pt x="345961" y="0"/>
                  </a:moveTo>
                  <a:lnTo>
                    <a:pt x="338239" y="21277"/>
                  </a:lnTo>
                  <a:lnTo>
                    <a:pt x="327728" y="31180"/>
                  </a:lnTo>
                  <a:lnTo>
                    <a:pt x="307284" y="32239"/>
                  </a:lnTo>
                  <a:lnTo>
                    <a:pt x="269765" y="26983"/>
                  </a:lnTo>
                  <a:lnTo>
                    <a:pt x="222886" y="22117"/>
                  </a:lnTo>
                  <a:lnTo>
                    <a:pt x="165520" y="20458"/>
                  </a:lnTo>
                  <a:lnTo>
                    <a:pt x="106339" y="23246"/>
                  </a:lnTo>
                  <a:lnTo>
                    <a:pt x="54014" y="31719"/>
                  </a:lnTo>
                  <a:lnTo>
                    <a:pt x="17218" y="47118"/>
                  </a:lnTo>
                  <a:lnTo>
                    <a:pt x="5033" y="173455"/>
                  </a:lnTo>
                  <a:lnTo>
                    <a:pt x="0" y="242925"/>
                  </a:lnTo>
                  <a:lnTo>
                    <a:pt x="1243" y="280153"/>
                  </a:lnTo>
                  <a:lnTo>
                    <a:pt x="27350" y="326420"/>
                  </a:lnTo>
                  <a:lnTo>
                    <a:pt x="69699" y="337878"/>
                  </a:lnTo>
                  <a:lnTo>
                    <a:pt x="126388" y="344650"/>
                  </a:lnTo>
                  <a:lnTo>
                    <a:pt x="188868" y="347257"/>
                  </a:lnTo>
                  <a:lnTo>
                    <a:pt x="248593" y="346216"/>
                  </a:lnTo>
                  <a:lnTo>
                    <a:pt x="297014" y="342046"/>
                  </a:lnTo>
                  <a:lnTo>
                    <a:pt x="325585" y="335267"/>
                  </a:lnTo>
                  <a:lnTo>
                    <a:pt x="361246" y="322698"/>
                  </a:lnTo>
                  <a:lnTo>
                    <a:pt x="408700" y="312052"/>
                  </a:lnTo>
                  <a:lnTo>
                    <a:pt x="513538" y="292755"/>
                  </a:lnTo>
                  <a:lnTo>
                    <a:pt x="554497" y="281183"/>
                  </a:lnTo>
                  <a:lnTo>
                    <a:pt x="594358" y="256621"/>
                  </a:lnTo>
                  <a:lnTo>
                    <a:pt x="600145" y="229790"/>
                  </a:lnTo>
                  <a:lnTo>
                    <a:pt x="597048" y="190273"/>
                  </a:lnTo>
                  <a:lnTo>
                    <a:pt x="580931" y="146500"/>
                  </a:lnTo>
                  <a:lnTo>
                    <a:pt x="543202" y="114226"/>
                  </a:lnTo>
                  <a:lnTo>
                    <a:pt x="499645" y="100252"/>
                  </a:lnTo>
                  <a:lnTo>
                    <a:pt x="467731" y="93895"/>
                  </a:lnTo>
                  <a:lnTo>
                    <a:pt x="441376" y="84706"/>
                  </a:lnTo>
                  <a:lnTo>
                    <a:pt x="414493" y="62238"/>
                  </a:lnTo>
                  <a:lnTo>
                    <a:pt x="387375" y="34177"/>
                  </a:lnTo>
                  <a:lnTo>
                    <a:pt x="365640" y="14820"/>
                  </a:lnTo>
                  <a:lnTo>
                    <a:pt x="351199" y="3612"/>
                  </a:lnTo>
                  <a:lnTo>
                    <a:pt x="345961" y="0"/>
                  </a:lnTo>
                  <a:close/>
                </a:path>
              </a:pathLst>
            </a:custGeom>
            <a:solidFill>
              <a:srgbClr val="2D2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4096773" y="3644047"/>
              <a:ext cx="609600" cy="153035"/>
            </a:xfrm>
            <a:custGeom>
              <a:avLst/>
              <a:gdLst/>
              <a:ahLst/>
              <a:cxnLst/>
              <a:rect l="l" t="t" r="r" b="b"/>
              <a:pathLst>
                <a:path w="609600" h="153035">
                  <a:moveTo>
                    <a:pt x="602934" y="0"/>
                  </a:moveTo>
                  <a:lnTo>
                    <a:pt x="585068" y="43657"/>
                  </a:lnTo>
                  <a:lnTo>
                    <a:pt x="482938" y="53726"/>
                  </a:lnTo>
                  <a:lnTo>
                    <a:pt x="442633" y="54323"/>
                  </a:lnTo>
                  <a:lnTo>
                    <a:pt x="393254" y="53716"/>
                  </a:lnTo>
                  <a:lnTo>
                    <a:pt x="337538" y="52328"/>
                  </a:lnTo>
                  <a:lnTo>
                    <a:pt x="218043" y="48901"/>
                  </a:lnTo>
                  <a:lnTo>
                    <a:pt x="159738" y="47710"/>
                  </a:lnTo>
                  <a:lnTo>
                    <a:pt x="106044" y="47432"/>
                  </a:lnTo>
                  <a:lnTo>
                    <a:pt x="59698" y="48491"/>
                  </a:lnTo>
                  <a:lnTo>
                    <a:pt x="23438" y="51310"/>
                  </a:lnTo>
                  <a:lnTo>
                    <a:pt x="0" y="56312"/>
                  </a:lnTo>
                  <a:lnTo>
                    <a:pt x="0" y="152675"/>
                  </a:lnTo>
                  <a:lnTo>
                    <a:pt x="294514" y="152675"/>
                  </a:lnTo>
                  <a:lnTo>
                    <a:pt x="294514" y="114038"/>
                  </a:lnTo>
                  <a:lnTo>
                    <a:pt x="336045" y="117656"/>
                  </a:lnTo>
                  <a:lnTo>
                    <a:pt x="362816" y="118556"/>
                  </a:lnTo>
                  <a:lnTo>
                    <a:pt x="386461" y="116465"/>
                  </a:lnTo>
                  <a:lnTo>
                    <a:pt x="418615" y="111106"/>
                  </a:lnTo>
                  <a:lnTo>
                    <a:pt x="465564" y="105398"/>
                  </a:lnTo>
                  <a:lnTo>
                    <a:pt x="518992" y="97771"/>
                  </a:lnTo>
                  <a:lnTo>
                    <a:pt x="568654" y="81224"/>
                  </a:lnTo>
                  <a:lnTo>
                    <a:pt x="604306" y="48752"/>
                  </a:lnTo>
                  <a:lnTo>
                    <a:pt x="609370" y="32185"/>
                  </a:lnTo>
                  <a:lnTo>
                    <a:pt x="608312" y="16420"/>
                  </a:lnTo>
                  <a:lnTo>
                    <a:pt x="604908" y="4634"/>
                  </a:lnTo>
                  <a:lnTo>
                    <a:pt x="602934" y="0"/>
                  </a:lnTo>
                  <a:close/>
                </a:path>
              </a:pathLst>
            </a:custGeom>
            <a:solidFill>
              <a:srgbClr val="211C2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49447" y="3420446"/>
              <a:ext cx="136436" cy="161307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4090915" y="3638880"/>
              <a:ext cx="614680" cy="68580"/>
            </a:xfrm>
            <a:custGeom>
              <a:avLst/>
              <a:gdLst/>
              <a:ahLst/>
              <a:cxnLst/>
              <a:rect l="l" t="t" r="r" b="b"/>
              <a:pathLst>
                <a:path w="614679" h="68579">
                  <a:moveTo>
                    <a:pt x="576275" y="31632"/>
                  </a:moveTo>
                  <a:lnTo>
                    <a:pt x="544109" y="45663"/>
                  </a:lnTo>
                  <a:lnTo>
                    <a:pt x="542475" y="48846"/>
                  </a:lnTo>
                  <a:lnTo>
                    <a:pt x="544182" y="54249"/>
                  </a:lnTo>
                  <a:lnTo>
                    <a:pt x="546412" y="55788"/>
                  </a:lnTo>
                  <a:lnTo>
                    <a:pt x="549375" y="55788"/>
                  </a:lnTo>
                  <a:lnTo>
                    <a:pt x="582945" y="37894"/>
                  </a:lnTo>
                  <a:lnTo>
                    <a:pt x="579762" y="32491"/>
                  </a:lnTo>
                  <a:lnTo>
                    <a:pt x="576275" y="31632"/>
                  </a:lnTo>
                  <a:close/>
                </a:path>
                <a:path w="614679" h="68579">
                  <a:moveTo>
                    <a:pt x="608128" y="0"/>
                  </a:moveTo>
                  <a:lnTo>
                    <a:pt x="604662" y="973"/>
                  </a:lnTo>
                  <a:lnTo>
                    <a:pt x="603143" y="3738"/>
                  </a:lnTo>
                  <a:lnTo>
                    <a:pt x="599545" y="9617"/>
                  </a:lnTo>
                  <a:lnTo>
                    <a:pt x="595358" y="15148"/>
                  </a:lnTo>
                  <a:lnTo>
                    <a:pt x="590598" y="20315"/>
                  </a:lnTo>
                  <a:lnTo>
                    <a:pt x="585280" y="25098"/>
                  </a:lnTo>
                  <a:lnTo>
                    <a:pt x="582861" y="27088"/>
                  </a:lnTo>
                  <a:lnTo>
                    <a:pt x="582516" y="30658"/>
                  </a:lnTo>
                  <a:lnTo>
                    <a:pt x="585615" y="34438"/>
                  </a:lnTo>
                  <a:lnTo>
                    <a:pt x="587238" y="35150"/>
                  </a:lnTo>
                  <a:lnTo>
                    <a:pt x="590149" y="35150"/>
                  </a:lnTo>
                  <a:lnTo>
                    <a:pt x="614599" y="6418"/>
                  </a:lnTo>
                  <a:lnTo>
                    <a:pt x="613583" y="2984"/>
                  </a:lnTo>
                  <a:lnTo>
                    <a:pt x="608128" y="0"/>
                  </a:lnTo>
                  <a:close/>
                </a:path>
                <a:path w="614679" h="68579">
                  <a:moveTo>
                    <a:pt x="220673" y="49014"/>
                  </a:moveTo>
                  <a:lnTo>
                    <a:pt x="215846" y="49014"/>
                  </a:lnTo>
                  <a:lnTo>
                    <a:pt x="184099" y="49202"/>
                  </a:lnTo>
                  <a:lnTo>
                    <a:pt x="181586" y="51768"/>
                  </a:lnTo>
                  <a:lnTo>
                    <a:pt x="181638" y="58019"/>
                  </a:lnTo>
                  <a:lnTo>
                    <a:pt x="184182" y="60511"/>
                  </a:lnTo>
                  <a:lnTo>
                    <a:pt x="187345" y="60511"/>
                  </a:lnTo>
                  <a:lnTo>
                    <a:pt x="220673" y="60343"/>
                  </a:lnTo>
                  <a:lnTo>
                    <a:pt x="223218" y="57809"/>
                  </a:lnTo>
                  <a:lnTo>
                    <a:pt x="223218" y="51548"/>
                  </a:lnTo>
                  <a:lnTo>
                    <a:pt x="220673" y="49014"/>
                  </a:lnTo>
                  <a:close/>
                </a:path>
                <a:path w="614679" h="68579">
                  <a:moveTo>
                    <a:pt x="232704" y="49066"/>
                  </a:moveTo>
                  <a:lnTo>
                    <a:pt x="229909" y="49296"/>
                  </a:lnTo>
                  <a:lnTo>
                    <a:pt x="227019" y="51569"/>
                  </a:lnTo>
                  <a:lnTo>
                    <a:pt x="226966" y="57820"/>
                  </a:lnTo>
                  <a:lnTo>
                    <a:pt x="229490" y="60375"/>
                  </a:lnTo>
                  <a:lnTo>
                    <a:pt x="262892" y="60846"/>
                  </a:lnTo>
                  <a:lnTo>
                    <a:pt x="265960" y="60846"/>
                  </a:lnTo>
                  <a:lnTo>
                    <a:pt x="268483" y="58396"/>
                  </a:lnTo>
                  <a:lnTo>
                    <a:pt x="268630" y="52186"/>
                  </a:lnTo>
                  <a:lnTo>
                    <a:pt x="266159" y="49590"/>
                  </a:lnTo>
                  <a:lnTo>
                    <a:pt x="232704" y="49066"/>
                  </a:lnTo>
                  <a:close/>
                </a:path>
                <a:path w="614679" h="68579">
                  <a:moveTo>
                    <a:pt x="175251" y="49380"/>
                  </a:moveTo>
                  <a:lnTo>
                    <a:pt x="172078" y="49380"/>
                  </a:lnTo>
                  <a:lnTo>
                    <a:pt x="138655" y="50061"/>
                  </a:lnTo>
                  <a:lnTo>
                    <a:pt x="136173" y="52658"/>
                  </a:lnTo>
                  <a:lnTo>
                    <a:pt x="136320" y="58877"/>
                  </a:lnTo>
                  <a:lnTo>
                    <a:pt x="138843" y="61327"/>
                  </a:lnTo>
                  <a:lnTo>
                    <a:pt x="142048" y="61327"/>
                  </a:lnTo>
                  <a:lnTo>
                    <a:pt x="175387" y="60678"/>
                  </a:lnTo>
                  <a:lnTo>
                    <a:pt x="177879" y="58092"/>
                  </a:lnTo>
                  <a:lnTo>
                    <a:pt x="177785" y="51862"/>
                  </a:lnTo>
                  <a:lnTo>
                    <a:pt x="175251" y="49380"/>
                  </a:lnTo>
                  <a:close/>
                </a:path>
                <a:path w="614679" h="68579">
                  <a:moveTo>
                    <a:pt x="278169" y="49893"/>
                  </a:moveTo>
                  <a:lnTo>
                    <a:pt x="274860" y="50239"/>
                  </a:lnTo>
                  <a:lnTo>
                    <a:pt x="272431" y="52260"/>
                  </a:lnTo>
                  <a:lnTo>
                    <a:pt x="272222" y="58521"/>
                  </a:lnTo>
                  <a:lnTo>
                    <a:pt x="274682" y="61129"/>
                  </a:lnTo>
                  <a:lnTo>
                    <a:pt x="285204" y="61494"/>
                  </a:lnTo>
                  <a:lnTo>
                    <a:pt x="308200" y="62532"/>
                  </a:lnTo>
                  <a:lnTo>
                    <a:pt x="311194" y="62532"/>
                  </a:lnTo>
                  <a:lnTo>
                    <a:pt x="313707" y="60186"/>
                  </a:lnTo>
                  <a:lnTo>
                    <a:pt x="314011" y="54029"/>
                  </a:lnTo>
                  <a:lnTo>
                    <a:pt x="311624" y="51359"/>
                  </a:lnTo>
                  <a:lnTo>
                    <a:pt x="285615" y="50155"/>
                  </a:lnTo>
                  <a:lnTo>
                    <a:pt x="278169" y="49893"/>
                  </a:lnTo>
                  <a:close/>
                </a:path>
                <a:path w="614679" h="68579">
                  <a:moveTo>
                    <a:pt x="129336" y="50344"/>
                  </a:moveTo>
                  <a:lnTo>
                    <a:pt x="126624" y="50364"/>
                  </a:lnTo>
                  <a:lnTo>
                    <a:pt x="93222" y="51495"/>
                  </a:lnTo>
                  <a:lnTo>
                    <a:pt x="90761" y="54124"/>
                  </a:lnTo>
                  <a:lnTo>
                    <a:pt x="91002" y="60301"/>
                  </a:lnTo>
                  <a:lnTo>
                    <a:pt x="93515" y="62710"/>
                  </a:lnTo>
                  <a:lnTo>
                    <a:pt x="96761" y="62710"/>
                  </a:lnTo>
                  <a:lnTo>
                    <a:pt x="130079" y="61621"/>
                  </a:lnTo>
                  <a:lnTo>
                    <a:pt x="132540" y="59003"/>
                  </a:lnTo>
                  <a:lnTo>
                    <a:pt x="132372" y="52741"/>
                  </a:lnTo>
                  <a:lnTo>
                    <a:pt x="129336" y="50344"/>
                  </a:lnTo>
                  <a:close/>
                </a:path>
                <a:path w="614679" h="68579">
                  <a:moveTo>
                    <a:pt x="84301" y="51872"/>
                  </a:moveTo>
                  <a:lnTo>
                    <a:pt x="81233" y="51967"/>
                  </a:lnTo>
                  <a:lnTo>
                    <a:pt x="47810" y="53464"/>
                  </a:lnTo>
                  <a:lnTo>
                    <a:pt x="45401" y="56123"/>
                  </a:lnTo>
                  <a:lnTo>
                    <a:pt x="45715" y="62280"/>
                  </a:lnTo>
                  <a:lnTo>
                    <a:pt x="48207" y="64647"/>
                  </a:lnTo>
                  <a:lnTo>
                    <a:pt x="51495" y="64647"/>
                  </a:lnTo>
                  <a:lnTo>
                    <a:pt x="84803" y="63170"/>
                  </a:lnTo>
                  <a:lnTo>
                    <a:pt x="87243" y="60542"/>
                  </a:lnTo>
                  <a:lnTo>
                    <a:pt x="86992" y="54281"/>
                  </a:lnTo>
                  <a:lnTo>
                    <a:pt x="84301" y="51872"/>
                  </a:lnTo>
                  <a:close/>
                </a:path>
                <a:path w="614679" h="68579">
                  <a:moveTo>
                    <a:pt x="536088" y="47904"/>
                  </a:moveTo>
                  <a:lnTo>
                    <a:pt x="500696" y="54071"/>
                  </a:lnTo>
                  <a:lnTo>
                    <a:pt x="498476" y="56888"/>
                  </a:lnTo>
                  <a:lnTo>
                    <a:pt x="499220" y="62877"/>
                  </a:lnTo>
                  <a:lnTo>
                    <a:pt x="501649" y="64982"/>
                  </a:lnTo>
                  <a:lnTo>
                    <a:pt x="504947" y="64971"/>
                  </a:lnTo>
                  <a:lnTo>
                    <a:pt x="540496" y="55872"/>
                  </a:lnTo>
                  <a:lnTo>
                    <a:pt x="539062" y="49789"/>
                  </a:lnTo>
                  <a:lnTo>
                    <a:pt x="536088" y="47904"/>
                  </a:lnTo>
                  <a:close/>
                </a:path>
                <a:path w="614679" h="68579">
                  <a:moveTo>
                    <a:pt x="320210" y="51841"/>
                  </a:moveTo>
                  <a:lnTo>
                    <a:pt x="317822" y="54270"/>
                  </a:lnTo>
                  <a:lnTo>
                    <a:pt x="317466" y="60500"/>
                  </a:lnTo>
                  <a:lnTo>
                    <a:pt x="319854" y="63170"/>
                  </a:lnTo>
                  <a:lnTo>
                    <a:pt x="353486" y="65087"/>
                  </a:lnTo>
                  <a:lnTo>
                    <a:pt x="356470" y="65087"/>
                  </a:lnTo>
                  <a:lnTo>
                    <a:pt x="358973" y="62752"/>
                  </a:lnTo>
                  <a:lnTo>
                    <a:pt x="359318" y="56616"/>
                  </a:lnTo>
                  <a:lnTo>
                    <a:pt x="356931" y="53946"/>
                  </a:lnTo>
                  <a:lnTo>
                    <a:pt x="320210" y="51841"/>
                  </a:lnTo>
                  <a:close/>
                </a:path>
                <a:path w="614679" h="68579">
                  <a:moveTo>
                    <a:pt x="39024" y="53652"/>
                  </a:moveTo>
                  <a:lnTo>
                    <a:pt x="35810" y="54071"/>
                  </a:lnTo>
                  <a:lnTo>
                    <a:pt x="2355" y="56019"/>
                  </a:lnTo>
                  <a:lnTo>
                    <a:pt x="0" y="58710"/>
                  </a:lnTo>
                  <a:lnTo>
                    <a:pt x="397" y="64835"/>
                  </a:lnTo>
                  <a:lnTo>
                    <a:pt x="2889" y="67139"/>
                  </a:lnTo>
                  <a:lnTo>
                    <a:pt x="6104" y="67139"/>
                  </a:lnTo>
                  <a:lnTo>
                    <a:pt x="39527" y="65223"/>
                  </a:lnTo>
                  <a:lnTo>
                    <a:pt x="41935" y="62553"/>
                  </a:lnTo>
                  <a:lnTo>
                    <a:pt x="41611" y="56301"/>
                  </a:lnTo>
                  <a:lnTo>
                    <a:pt x="39024" y="53652"/>
                  </a:lnTo>
                  <a:close/>
                </a:path>
                <a:path w="614679" h="68579">
                  <a:moveTo>
                    <a:pt x="365831" y="54061"/>
                  </a:moveTo>
                  <a:lnTo>
                    <a:pt x="363098" y="56835"/>
                  </a:lnTo>
                  <a:lnTo>
                    <a:pt x="362742" y="63076"/>
                  </a:lnTo>
                  <a:lnTo>
                    <a:pt x="365130" y="65746"/>
                  </a:lnTo>
                  <a:lnTo>
                    <a:pt x="398773" y="67359"/>
                  </a:lnTo>
                  <a:lnTo>
                    <a:pt x="401820" y="67359"/>
                  </a:lnTo>
                  <a:lnTo>
                    <a:pt x="404333" y="64971"/>
                  </a:lnTo>
                  <a:lnTo>
                    <a:pt x="404563" y="58783"/>
                  </a:lnTo>
                  <a:lnTo>
                    <a:pt x="402123" y="56144"/>
                  </a:lnTo>
                  <a:lnTo>
                    <a:pt x="368889" y="54605"/>
                  </a:lnTo>
                  <a:lnTo>
                    <a:pt x="365831" y="54061"/>
                  </a:lnTo>
                  <a:close/>
                </a:path>
                <a:path w="614679" h="68579">
                  <a:moveTo>
                    <a:pt x="492320" y="54898"/>
                  </a:moveTo>
                  <a:lnTo>
                    <a:pt x="481651" y="55738"/>
                  </a:lnTo>
                  <a:lnTo>
                    <a:pt x="474232" y="56177"/>
                  </a:lnTo>
                  <a:lnTo>
                    <a:pt x="466714" y="56508"/>
                  </a:lnTo>
                  <a:lnTo>
                    <a:pt x="455975" y="56825"/>
                  </a:lnTo>
                  <a:lnTo>
                    <a:pt x="453504" y="59422"/>
                  </a:lnTo>
                  <a:lnTo>
                    <a:pt x="453651" y="65631"/>
                  </a:lnTo>
                  <a:lnTo>
                    <a:pt x="456174" y="68081"/>
                  </a:lnTo>
                  <a:lnTo>
                    <a:pt x="459378" y="68081"/>
                  </a:lnTo>
                  <a:lnTo>
                    <a:pt x="495346" y="63474"/>
                  </a:lnTo>
                  <a:lnTo>
                    <a:pt x="494822" y="57244"/>
                  </a:lnTo>
                  <a:lnTo>
                    <a:pt x="492320" y="54898"/>
                  </a:lnTo>
                  <a:close/>
                </a:path>
                <a:path w="614679" h="68579">
                  <a:moveTo>
                    <a:pt x="411128" y="56469"/>
                  </a:moveTo>
                  <a:lnTo>
                    <a:pt x="408333" y="58898"/>
                  </a:lnTo>
                  <a:lnTo>
                    <a:pt x="408134" y="65160"/>
                  </a:lnTo>
                  <a:lnTo>
                    <a:pt x="410605" y="67778"/>
                  </a:lnTo>
                  <a:lnTo>
                    <a:pt x="427743" y="68170"/>
                  </a:lnTo>
                  <a:lnTo>
                    <a:pt x="444122" y="68291"/>
                  </a:lnTo>
                  <a:lnTo>
                    <a:pt x="447253" y="68291"/>
                  </a:lnTo>
                  <a:lnTo>
                    <a:pt x="449797" y="65746"/>
                  </a:lnTo>
                  <a:lnTo>
                    <a:pt x="449797" y="59495"/>
                  </a:lnTo>
                  <a:lnTo>
                    <a:pt x="447253" y="56951"/>
                  </a:lnTo>
                  <a:lnTo>
                    <a:pt x="441630" y="56951"/>
                  </a:lnTo>
                  <a:lnTo>
                    <a:pt x="427912" y="56834"/>
                  </a:lnTo>
                  <a:lnTo>
                    <a:pt x="411128" y="56469"/>
                  </a:lnTo>
                  <a:close/>
                </a:path>
              </a:pathLst>
            </a:custGeom>
            <a:solidFill>
              <a:srgbClr val="EC95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 descr=""/>
          <p:cNvGrpSpPr/>
          <p:nvPr/>
        </p:nvGrpSpPr>
        <p:grpSpPr>
          <a:xfrm>
            <a:off x="2952728" y="2229970"/>
            <a:ext cx="445770" cy="727710"/>
            <a:chOff x="2952728" y="2229970"/>
            <a:chExt cx="445770" cy="727710"/>
          </a:xfrm>
        </p:grpSpPr>
        <p:sp>
          <p:nvSpPr>
            <p:cNvPr id="83" name="object 83" descr=""/>
            <p:cNvSpPr/>
            <p:nvPr/>
          </p:nvSpPr>
          <p:spPr>
            <a:xfrm>
              <a:off x="2952728" y="2680314"/>
              <a:ext cx="445770" cy="276860"/>
            </a:xfrm>
            <a:custGeom>
              <a:avLst/>
              <a:gdLst/>
              <a:ahLst/>
              <a:cxnLst/>
              <a:rect l="l" t="t" r="r" b="b"/>
              <a:pathLst>
                <a:path w="445770" h="276860">
                  <a:moveTo>
                    <a:pt x="214222" y="0"/>
                  </a:moveTo>
                  <a:lnTo>
                    <a:pt x="70022" y="10244"/>
                  </a:lnTo>
                  <a:lnTo>
                    <a:pt x="5232" y="17574"/>
                  </a:lnTo>
                  <a:lnTo>
                    <a:pt x="1609" y="32890"/>
                  </a:lnTo>
                  <a:lnTo>
                    <a:pt x="0" y="44299"/>
                  </a:lnTo>
                  <a:lnTo>
                    <a:pt x="43" y="57473"/>
                  </a:lnTo>
                  <a:lnTo>
                    <a:pt x="6820" y="106027"/>
                  </a:lnTo>
                  <a:lnTo>
                    <a:pt x="44731" y="171481"/>
                  </a:lnTo>
                  <a:lnTo>
                    <a:pt x="80905" y="208458"/>
                  </a:lnTo>
                  <a:lnTo>
                    <a:pt x="120555" y="236101"/>
                  </a:lnTo>
                  <a:lnTo>
                    <a:pt x="168710" y="257257"/>
                  </a:lnTo>
                  <a:lnTo>
                    <a:pt x="221975" y="271110"/>
                  </a:lnTo>
                  <a:lnTo>
                    <a:pt x="276953" y="276846"/>
                  </a:lnTo>
                  <a:lnTo>
                    <a:pt x="330249" y="273650"/>
                  </a:lnTo>
                  <a:lnTo>
                    <a:pt x="369603" y="257288"/>
                  </a:lnTo>
                  <a:lnTo>
                    <a:pt x="401600" y="224943"/>
                  </a:lnTo>
                  <a:lnTo>
                    <a:pt x="425432" y="181891"/>
                  </a:lnTo>
                  <a:lnTo>
                    <a:pt x="440288" y="133406"/>
                  </a:lnTo>
                  <a:lnTo>
                    <a:pt x="445359" y="84763"/>
                  </a:lnTo>
                  <a:lnTo>
                    <a:pt x="439837" y="41238"/>
                  </a:lnTo>
                  <a:lnTo>
                    <a:pt x="362578" y="4458"/>
                  </a:lnTo>
                  <a:lnTo>
                    <a:pt x="214222" y="0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2954109" y="2229970"/>
              <a:ext cx="438784" cy="669290"/>
            </a:xfrm>
            <a:custGeom>
              <a:avLst/>
              <a:gdLst/>
              <a:ahLst/>
              <a:cxnLst/>
              <a:rect l="l" t="t" r="r" b="b"/>
              <a:pathLst>
                <a:path w="438785" h="669289">
                  <a:moveTo>
                    <a:pt x="105619" y="0"/>
                  </a:moveTo>
                  <a:lnTo>
                    <a:pt x="54709" y="11467"/>
                  </a:lnTo>
                  <a:lnTo>
                    <a:pt x="0" y="47223"/>
                  </a:lnTo>
                  <a:lnTo>
                    <a:pt x="12223" y="154060"/>
                  </a:lnTo>
                  <a:lnTo>
                    <a:pt x="17605" y="216965"/>
                  </a:lnTo>
                  <a:lnTo>
                    <a:pt x="17323" y="260502"/>
                  </a:lnTo>
                  <a:lnTo>
                    <a:pt x="12554" y="309236"/>
                  </a:lnTo>
                  <a:lnTo>
                    <a:pt x="7116" y="357774"/>
                  </a:lnTo>
                  <a:lnTo>
                    <a:pt x="3053" y="407008"/>
                  </a:lnTo>
                  <a:lnTo>
                    <a:pt x="2875" y="455214"/>
                  </a:lnTo>
                  <a:lnTo>
                    <a:pt x="9090" y="500669"/>
                  </a:lnTo>
                  <a:lnTo>
                    <a:pt x="24208" y="541648"/>
                  </a:lnTo>
                  <a:lnTo>
                    <a:pt x="77471" y="596069"/>
                  </a:lnTo>
                  <a:lnTo>
                    <a:pt x="120832" y="624248"/>
                  </a:lnTo>
                  <a:lnTo>
                    <a:pt x="171065" y="648244"/>
                  </a:lnTo>
                  <a:lnTo>
                    <a:pt x="224958" y="664433"/>
                  </a:lnTo>
                  <a:lnTo>
                    <a:pt x="279300" y="669193"/>
                  </a:lnTo>
                  <a:lnTo>
                    <a:pt x="339500" y="656746"/>
                  </a:lnTo>
                  <a:lnTo>
                    <a:pt x="382004" y="629339"/>
                  </a:lnTo>
                  <a:lnTo>
                    <a:pt x="409975" y="593376"/>
                  </a:lnTo>
                  <a:lnTo>
                    <a:pt x="426578" y="555262"/>
                  </a:lnTo>
                  <a:lnTo>
                    <a:pt x="438332" y="498193"/>
                  </a:lnTo>
                  <a:lnTo>
                    <a:pt x="433602" y="475658"/>
                  </a:lnTo>
                  <a:lnTo>
                    <a:pt x="417710" y="441366"/>
                  </a:lnTo>
                  <a:lnTo>
                    <a:pt x="393770" y="398047"/>
                  </a:lnTo>
                  <a:lnTo>
                    <a:pt x="364897" y="348430"/>
                  </a:lnTo>
                  <a:lnTo>
                    <a:pt x="334204" y="295244"/>
                  </a:lnTo>
                  <a:lnTo>
                    <a:pt x="304807" y="241217"/>
                  </a:lnTo>
                  <a:lnTo>
                    <a:pt x="268535" y="168930"/>
                  </a:lnTo>
                  <a:lnTo>
                    <a:pt x="242526" y="113013"/>
                  </a:lnTo>
                  <a:lnTo>
                    <a:pt x="226263" y="73958"/>
                  </a:lnTo>
                  <a:lnTo>
                    <a:pt x="219228" y="52259"/>
                  </a:lnTo>
                  <a:lnTo>
                    <a:pt x="209535" y="38950"/>
                  </a:lnTo>
                  <a:lnTo>
                    <a:pt x="185634" y="20979"/>
                  </a:lnTo>
                  <a:lnTo>
                    <a:pt x="150128" y="5583"/>
                  </a:lnTo>
                  <a:lnTo>
                    <a:pt x="105619" y="0"/>
                  </a:lnTo>
                  <a:close/>
                </a:path>
              </a:pathLst>
            </a:custGeom>
            <a:solidFill>
              <a:srgbClr val="1071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2986822" y="2713991"/>
              <a:ext cx="394970" cy="168275"/>
            </a:xfrm>
            <a:custGeom>
              <a:avLst/>
              <a:gdLst/>
              <a:ahLst/>
              <a:cxnLst/>
              <a:rect l="l" t="t" r="r" b="b"/>
              <a:pathLst>
                <a:path w="394970" h="168275">
                  <a:moveTo>
                    <a:pt x="389621" y="0"/>
                  </a:moveTo>
                  <a:lnTo>
                    <a:pt x="224106" y="4253"/>
                  </a:lnTo>
                  <a:lnTo>
                    <a:pt x="128349" y="10427"/>
                  </a:lnTo>
                  <a:lnTo>
                    <a:pt x="65822" y="22804"/>
                  </a:lnTo>
                  <a:lnTo>
                    <a:pt x="0" y="45663"/>
                  </a:lnTo>
                  <a:lnTo>
                    <a:pt x="11514" y="60818"/>
                  </a:lnTo>
                  <a:lnTo>
                    <a:pt x="69314" y="110609"/>
                  </a:lnTo>
                  <a:lnTo>
                    <a:pt x="112162" y="136476"/>
                  </a:lnTo>
                  <a:lnTo>
                    <a:pt x="162018" y="157142"/>
                  </a:lnTo>
                  <a:lnTo>
                    <a:pt x="217162" y="168223"/>
                  </a:lnTo>
                  <a:lnTo>
                    <a:pt x="275876" y="165335"/>
                  </a:lnTo>
                  <a:lnTo>
                    <a:pt x="348137" y="149417"/>
                  </a:lnTo>
                  <a:lnTo>
                    <a:pt x="384073" y="126888"/>
                  </a:lnTo>
                  <a:lnTo>
                    <a:pt x="394346" y="82249"/>
                  </a:lnTo>
                  <a:lnTo>
                    <a:pt x="389621" y="0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4107272" y="2328588"/>
            <a:ext cx="628650" cy="495934"/>
            <a:chOff x="4107272" y="2328588"/>
            <a:chExt cx="628650" cy="495934"/>
          </a:xfrm>
        </p:grpSpPr>
        <p:sp>
          <p:nvSpPr>
            <p:cNvPr id="87" name="object 87" descr=""/>
            <p:cNvSpPr/>
            <p:nvPr/>
          </p:nvSpPr>
          <p:spPr>
            <a:xfrm>
              <a:off x="4114277" y="2328588"/>
              <a:ext cx="617855" cy="416559"/>
            </a:xfrm>
            <a:custGeom>
              <a:avLst/>
              <a:gdLst/>
              <a:ahLst/>
              <a:cxnLst/>
              <a:rect l="l" t="t" r="r" b="b"/>
              <a:pathLst>
                <a:path w="617854" h="416560">
                  <a:moveTo>
                    <a:pt x="229668" y="0"/>
                  </a:moveTo>
                  <a:lnTo>
                    <a:pt x="194226" y="1632"/>
                  </a:lnTo>
                  <a:lnTo>
                    <a:pt x="135915" y="10388"/>
                  </a:lnTo>
                  <a:lnTo>
                    <a:pt x="88381" y="14709"/>
                  </a:lnTo>
                  <a:lnTo>
                    <a:pt x="47903" y="12308"/>
                  </a:lnTo>
                  <a:lnTo>
                    <a:pt x="19403" y="8296"/>
                  </a:lnTo>
                  <a:lnTo>
                    <a:pt x="7803" y="7781"/>
                  </a:lnTo>
                  <a:lnTo>
                    <a:pt x="11074" y="102067"/>
                  </a:lnTo>
                  <a:lnTo>
                    <a:pt x="12623" y="172943"/>
                  </a:lnTo>
                  <a:lnTo>
                    <a:pt x="11855" y="217879"/>
                  </a:lnTo>
                  <a:lnTo>
                    <a:pt x="8299" y="252013"/>
                  </a:lnTo>
                  <a:lnTo>
                    <a:pt x="3896" y="301191"/>
                  </a:lnTo>
                  <a:lnTo>
                    <a:pt x="575" y="350124"/>
                  </a:lnTo>
                  <a:lnTo>
                    <a:pt x="0" y="400363"/>
                  </a:lnTo>
                  <a:lnTo>
                    <a:pt x="3094" y="410596"/>
                  </a:lnTo>
                  <a:lnTo>
                    <a:pt x="20893" y="415449"/>
                  </a:lnTo>
                  <a:lnTo>
                    <a:pt x="64744" y="416145"/>
                  </a:lnTo>
                  <a:lnTo>
                    <a:pt x="103188" y="415362"/>
                  </a:lnTo>
                  <a:lnTo>
                    <a:pt x="154885" y="414044"/>
                  </a:lnTo>
                  <a:lnTo>
                    <a:pt x="215356" y="412268"/>
                  </a:lnTo>
                  <a:lnTo>
                    <a:pt x="280122" y="410110"/>
                  </a:lnTo>
                  <a:lnTo>
                    <a:pt x="344705" y="407646"/>
                  </a:lnTo>
                  <a:lnTo>
                    <a:pt x="404625" y="404953"/>
                  </a:lnTo>
                  <a:lnTo>
                    <a:pt x="455404" y="402106"/>
                  </a:lnTo>
                  <a:lnTo>
                    <a:pt x="537811" y="394314"/>
                  </a:lnTo>
                  <a:lnTo>
                    <a:pt x="588682" y="382127"/>
                  </a:lnTo>
                  <a:lnTo>
                    <a:pt x="617785" y="369183"/>
                  </a:lnTo>
                  <a:lnTo>
                    <a:pt x="617295" y="364659"/>
                  </a:lnTo>
                  <a:lnTo>
                    <a:pt x="586477" y="314400"/>
                  </a:lnTo>
                  <a:lnTo>
                    <a:pt x="474223" y="242129"/>
                  </a:lnTo>
                  <a:lnTo>
                    <a:pt x="429958" y="211356"/>
                  </a:lnTo>
                  <a:lnTo>
                    <a:pt x="394895" y="183159"/>
                  </a:lnTo>
                  <a:lnTo>
                    <a:pt x="364671" y="152075"/>
                  </a:lnTo>
                  <a:lnTo>
                    <a:pt x="322602" y="98585"/>
                  </a:lnTo>
                  <a:lnTo>
                    <a:pt x="252005" y="3173"/>
                  </a:lnTo>
                  <a:lnTo>
                    <a:pt x="247257" y="1758"/>
                  </a:lnTo>
                  <a:lnTo>
                    <a:pt x="229668" y="0"/>
                  </a:lnTo>
                  <a:close/>
                </a:path>
              </a:pathLst>
            </a:custGeom>
            <a:solidFill>
              <a:srgbClr val="1071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4107272" y="2697767"/>
              <a:ext cx="628650" cy="127000"/>
            </a:xfrm>
            <a:custGeom>
              <a:avLst/>
              <a:gdLst/>
              <a:ahLst/>
              <a:cxnLst/>
              <a:rect l="l" t="t" r="r" b="b"/>
              <a:pathLst>
                <a:path w="628650" h="127000">
                  <a:moveTo>
                    <a:pt x="624787" y="0"/>
                  </a:moveTo>
                  <a:lnTo>
                    <a:pt x="582047" y="9413"/>
                  </a:lnTo>
                  <a:lnTo>
                    <a:pt x="506089" y="18261"/>
                  </a:lnTo>
                  <a:lnTo>
                    <a:pt x="467945" y="21277"/>
                  </a:lnTo>
                  <a:lnTo>
                    <a:pt x="426473" y="22758"/>
                  </a:lnTo>
                  <a:lnTo>
                    <a:pt x="381941" y="23096"/>
                  </a:lnTo>
                  <a:lnTo>
                    <a:pt x="334620" y="22684"/>
                  </a:lnTo>
                  <a:lnTo>
                    <a:pt x="232692" y="21177"/>
                  </a:lnTo>
                  <a:lnTo>
                    <a:pt x="178627" y="20866"/>
                  </a:lnTo>
                  <a:lnTo>
                    <a:pt x="122854" y="21372"/>
                  </a:lnTo>
                  <a:lnTo>
                    <a:pt x="65643" y="23089"/>
                  </a:lnTo>
                  <a:lnTo>
                    <a:pt x="7266" y="26407"/>
                  </a:lnTo>
                  <a:lnTo>
                    <a:pt x="0" y="76961"/>
                  </a:lnTo>
                  <a:lnTo>
                    <a:pt x="101" y="98258"/>
                  </a:lnTo>
                  <a:lnTo>
                    <a:pt x="815" y="112340"/>
                  </a:lnTo>
                  <a:lnTo>
                    <a:pt x="2752" y="120797"/>
                  </a:lnTo>
                  <a:lnTo>
                    <a:pt x="6523" y="125221"/>
                  </a:lnTo>
                  <a:lnTo>
                    <a:pt x="30775" y="126568"/>
                  </a:lnTo>
                  <a:lnTo>
                    <a:pt x="85016" y="126285"/>
                  </a:lnTo>
                  <a:lnTo>
                    <a:pt x="153219" y="124937"/>
                  </a:lnTo>
                  <a:lnTo>
                    <a:pt x="219355" y="123089"/>
                  </a:lnTo>
                  <a:lnTo>
                    <a:pt x="267394" y="121305"/>
                  </a:lnTo>
                  <a:lnTo>
                    <a:pt x="309874" y="116742"/>
                  </a:lnTo>
                  <a:lnTo>
                    <a:pt x="354802" y="109194"/>
                  </a:lnTo>
                  <a:lnTo>
                    <a:pt x="404615" y="102005"/>
                  </a:lnTo>
                  <a:lnTo>
                    <a:pt x="461755" y="98520"/>
                  </a:lnTo>
                  <a:lnTo>
                    <a:pt x="520792" y="93045"/>
                  </a:lnTo>
                  <a:lnTo>
                    <a:pt x="571150" y="80794"/>
                  </a:lnTo>
                  <a:lnTo>
                    <a:pt x="607568" y="66472"/>
                  </a:lnTo>
                  <a:lnTo>
                    <a:pt x="628091" y="41271"/>
                  </a:lnTo>
                  <a:lnTo>
                    <a:pt x="627724" y="22990"/>
                  </a:lnTo>
                  <a:lnTo>
                    <a:pt x="625888" y="6909"/>
                  </a:lnTo>
                  <a:lnTo>
                    <a:pt x="624787" y="0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07281" y="2730623"/>
              <a:ext cx="161527" cy="83121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4675913" y="2624166"/>
              <a:ext cx="54610" cy="73660"/>
            </a:xfrm>
            <a:custGeom>
              <a:avLst/>
              <a:gdLst/>
              <a:ahLst/>
              <a:cxnLst/>
              <a:rect l="l" t="t" r="r" b="b"/>
              <a:pathLst>
                <a:path w="54610" h="73660">
                  <a:moveTo>
                    <a:pt x="0" y="0"/>
                  </a:moveTo>
                  <a:lnTo>
                    <a:pt x="15769" y="25127"/>
                  </a:lnTo>
                  <a:lnTo>
                    <a:pt x="21983" y="41170"/>
                  </a:lnTo>
                  <a:lnTo>
                    <a:pt x="19504" y="55027"/>
                  </a:lnTo>
                  <a:lnTo>
                    <a:pt x="9193" y="73599"/>
                  </a:lnTo>
                  <a:lnTo>
                    <a:pt x="31263" y="72726"/>
                  </a:lnTo>
                  <a:lnTo>
                    <a:pt x="43299" y="71283"/>
                  </a:lnTo>
                  <a:lnTo>
                    <a:pt x="49512" y="68234"/>
                  </a:lnTo>
                  <a:lnTo>
                    <a:pt x="54113" y="62542"/>
                  </a:lnTo>
                  <a:lnTo>
                    <a:pt x="54438" y="50982"/>
                  </a:lnTo>
                  <a:lnTo>
                    <a:pt x="45280" y="33862"/>
                  </a:lnTo>
                  <a:lnTo>
                    <a:pt x="27009" y="15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" name="object 91" descr=""/>
          <p:cNvGrpSpPr/>
          <p:nvPr/>
        </p:nvGrpSpPr>
        <p:grpSpPr>
          <a:xfrm>
            <a:off x="1154807" y="2307237"/>
            <a:ext cx="1030605" cy="523240"/>
            <a:chOff x="1154807" y="2307237"/>
            <a:chExt cx="1030605" cy="523240"/>
          </a:xfrm>
        </p:grpSpPr>
        <p:sp>
          <p:nvSpPr>
            <p:cNvPr id="92" name="object 92" descr=""/>
            <p:cNvSpPr/>
            <p:nvPr/>
          </p:nvSpPr>
          <p:spPr>
            <a:xfrm>
              <a:off x="1174696" y="2307237"/>
              <a:ext cx="1003300" cy="447675"/>
            </a:xfrm>
            <a:custGeom>
              <a:avLst/>
              <a:gdLst/>
              <a:ahLst/>
              <a:cxnLst/>
              <a:rect l="l" t="t" r="r" b="b"/>
              <a:pathLst>
                <a:path w="1003300" h="447675">
                  <a:moveTo>
                    <a:pt x="950418" y="0"/>
                  </a:moveTo>
                  <a:lnTo>
                    <a:pt x="920306" y="18824"/>
                  </a:lnTo>
                  <a:lnTo>
                    <a:pt x="895520" y="29221"/>
                  </a:lnTo>
                  <a:lnTo>
                    <a:pt x="862790" y="34903"/>
                  </a:lnTo>
                  <a:lnTo>
                    <a:pt x="808841" y="39579"/>
                  </a:lnTo>
                  <a:lnTo>
                    <a:pt x="767769" y="38197"/>
                  </a:lnTo>
                  <a:lnTo>
                    <a:pt x="730825" y="29217"/>
                  </a:lnTo>
                  <a:lnTo>
                    <a:pt x="698173" y="15524"/>
                  </a:lnTo>
                  <a:lnTo>
                    <a:pt x="669976" y="0"/>
                  </a:lnTo>
                  <a:lnTo>
                    <a:pt x="655199" y="48159"/>
                  </a:lnTo>
                  <a:lnTo>
                    <a:pt x="612631" y="103539"/>
                  </a:lnTo>
                  <a:lnTo>
                    <a:pt x="565194" y="136320"/>
                  </a:lnTo>
                  <a:lnTo>
                    <a:pt x="531144" y="158370"/>
                  </a:lnTo>
                  <a:lnTo>
                    <a:pt x="491212" y="182693"/>
                  </a:lnTo>
                  <a:lnTo>
                    <a:pt x="447118" y="207852"/>
                  </a:lnTo>
                  <a:lnTo>
                    <a:pt x="400580" y="232411"/>
                  </a:lnTo>
                  <a:lnTo>
                    <a:pt x="353317" y="254932"/>
                  </a:lnTo>
                  <a:lnTo>
                    <a:pt x="307048" y="273978"/>
                  </a:lnTo>
                  <a:lnTo>
                    <a:pt x="263492" y="288112"/>
                  </a:lnTo>
                  <a:lnTo>
                    <a:pt x="224367" y="295896"/>
                  </a:lnTo>
                  <a:lnTo>
                    <a:pt x="166099" y="305182"/>
                  </a:lnTo>
                  <a:lnTo>
                    <a:pt x="110400" y="318916"/>
                  </a:lnTo>
                  <a:lnTo>
                    <a:pt x="61492" y="335759"/>
                  </a:lnTo>
                  <a:lnTo>
                    <a:pt x="23598" y="354371"/>
                  </a:lnTo>
                  <a:lnTo>
                    <a:pt x="939" y="373412"/>
                  </a:lnTo>
                  <a:lnTo>
                    <a:pt x="0" y="391769"/>
                  </a:lnTo>
                  <a:lnTo>
                    <a:pt x="22508" y="408786"/>
                  </a:lnTo>
                  <a:lnTo>
                    <a:pt x="65558" y="423831"/>
                  </a:lnTo>
                  <a:lnTo>
                    <a:pt x="126239" y="436274"/>
                  </a:lnTo>
                  <a:lnTo>
                    <a:pt x="201645" y="445483"/>
                  </a:lnTo>
                  <a:lnTo>
                    <a:pt x="242215" y="447478"/>
                  </a:lnTo>
                  <a:lnTo>
                    <a:pt x="288675" y="447036"/>
                  </a:lnTo>
                  <a:lnTo>
                    <a:pt x="339685" y="444585"/>
                  </a:lnTo>
                  <a:lnTo>
                    <a:pt x="393904" y="440550"/>
                  </a:lnTo>
                  <a:lnTo>
                    <a:pt x="449993" y="435359"/>
                  </a:lnTo>
                  <a:lnTo>
                    <a:pt x="506611" y="429438"/>
                  </a:lnTo>
                  <a:lnTo>
                    <a:pt x="666241" y="411567"/>
                  </a:lnTo>
                  <a:lnTo>
                    <a:pt x="711575" y="406996"/>
                  </a:lnTo>
                  <a:lnTo>
                    <a:pt x="750738" y="403830"/>
                  </a:lnTo>
                  <a:lnTo>
                    <a:pt x="827417" y="399800"/>
                  </a:lnTo>
                  <a:lnTo>
                    <a:pt x="953118" y="395239"/>
                  </a:lnTo>
                  <a:lnTo>
                    <a:pt x="990537" y="392709"/>
                  </a:lnTo>
                  <a:lnTo>
                    <a:pt x="1003265" y="388679"/>
                  </a:lnTo>
                  <a:lnTo>
                    <a:pt x="1001804" y="372422"/>
                  </a:lnTo>
                  <a:lnTo>
                    <a:pt x="995390" y="280542"/>
                  </a:lnTo>
                  <a:lnTo>
                    <a:pt x="990070" y="217581"/>
                  </a:lnTo>
                  <a:lnTo>
                    <a:pt x="983096" y="151714"/>
                  </a:lnTo>
                  <a:lnTo>
                    <a:pt x="974285" y="89274"/>
                  </a:lnTo>
                  <a:lnTo>
                    <a:pt x="963453" y="36592"/>
                  </a:lnTo>
                  <a:lnTo>
                    <a:pt x="950418" y="0"/>
                  </a:lnTo>
                  <a:close/>
                </a:path>
              </a:pathLst>
            </a:custGeom>
            <a:solidFill>
              <a:srgbClr val="1071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154807" y="2678260"/>
              <a:ext cx="1030605" cy="152400"/>
            </a:xfrm>
            <a:custGeom>
              <a:avLst/>
              <a:gdLst/>
              <a:ahLst/>
              <a:cxnLst/>
              <a:rect l="l" t="t" r="r" b="b"/>
              <a:pathLst>
                <a:path w="1030605" h="152400">
                  <a:moveTo>
                    <a:pt x="1005677" y="5"/>
                  </a:moveTo>
                  <a:lnTo>
                    <a:pt x="942492" y="2124"/>
                  </a:lnTo>
                  <a:lnTo>
                    <a:pt x="897808" y="6010"/>
                  </a:lnTo>
                  <a:lnTo>
                    <a:pt x="846427" y="11293"/>
                  </a:lnTo>
                  <a:lnTo>
                    <a:pt x="789872" y="17604"/>
                  </a:lnTo>
                  <a:lnTo>
                    <a:pt x="604404" y="39037"/>
                  </a:lnTo>
                  <a:lnTo>
                    <a:pt x="542392" y="45792"/>
                  </a:lnTo>
                  <a:lnTo>
                    <a:pt x="482822" y="51741"/>
                  </a:lnTo>
                  <a:lnTo>
                    <a:pt x="411687" y="56120"/>
                  </a:lnTo>
                  <a:lnTo>
                    <a:pt x="340957" y="56459"/>
                  </a:lnTo>
                  <a:lnTo>
                    <a:pt x="272580" y="53433"/>
                  </a:lnTo>
                  <a:lnTo>
                    <a:pt x="208504" y="47717"/>
                  </a:lnTo>
                  <a:lnTo>
                    <a:pt x="150678" y="39984"/>
                  </a:lnTo>
                  <a:lnTo>
                    <a:pt x="101049" y="30911"/>
                  </a:lnTo>
                  <a:lnTo>
                    <a:pt x="61565" y="21171"/>
                  </a:lnTo>
                  <a:lnTo>
                    <a:pt x="20826" y="2391"/>
                  </a:lnTo>
                  <a:lnTo>
                    <a:pt x="13044" y="8258"/>
                  </a:lnTo>
                  <a:lnTo>
                    <a:pt x="8281" y="16931"/>
                  </a:lnTo>
                  <a:lnTo>
                    <a:pt x="4583" y="34457"/>
                  </a:lnTo>
                  <a:lnTo>
                    <a:pt x="0" y="66882"/>
                  </a:lnTo>
                  <a:lnTo>
                    <a:pt x="6354" y="86698"/>
                  </a:lnTo>
                  <a:lnTo>
                    <a:pt x="65569" y="119140"/>
                  </a:lnTo>
                  <a:lnTo>
                    <a:pt x="112661" y="131500"/>
                  </a:lnTo>
                  <a:lnTo>
                    <a:pt x="167563" y="141108"/>
                  </a:lnTo>
                  <a:lnTo>
                    <a:pt x="227390" y="147832"/>
                  </a:lnTo>
                  <a:lnTo>
                    <a:pt x="289258" y="151538"/>
                  </a:lnTo>
                  <a:lnTo>
                    <a:pt x="350282" y="152094"/>
                  </a:lnTo>
                  <a:lnTo>
                    <a:pt x="414142" y="149483"/>
                  </a:lnTo>
                  <a:lnTo>
                    <a:pt x="470715" y="144663"/>
                  </a:lnTo>
                  <a:lnTo>
                    <a:pt x="521989" y="138487"/>
                  </a:lnTo>
                  <a:lnTo>
                    <a:pt x="616586" y="125488"/>
                  </a:lnTo>
                  <a:lnTo>
                    <a:pt x="663884" y="120372"/>
                  </a:lnTo>
                  <a:lnTo>
                    <a:pt x="713831" y="117320"/>
                  </a:lnTo>
                  <a:lnTo>
                    <a:pt x="778297" y="115708"/>
                  </a:lnTo>
                  <a:lnTo>
                    <a:pt x="911112" y="113425"/>
                  </a:lnTo>
                  <a:lnTo>
                    <a:pt x="966548" y="111740"/>
                  </a:lnTo>
                  <a:lnTo>
                    <a:pt x="1006061" y="109019"/>
                  </a:lnTo>
                  <a:lnTo>
                    <a:pt x="1023193" y="104755"/>
                  </a:lnTo>
                  <a:lnTo>
                    <a:pt x="1027985" y="85183"/>
                  </a:lnTo>
                  <a:lnTo>
                    <a:pt x="1030121" y="51856"/>
                  </a:lnTo>
                  <a:lnTo>
                    <a:pt x="1028278" y="19416"/>
                  </a:lnTo>
                  <a:lnTo>
                    <a:pt x="1021131" y="2507"/>
                  </a:lnTo>
                  <a:lnTo>
                    <a:pt x="1005677" y="5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84650" y="2611784"/>
              <a:ext cx="206841" cy="107797"/>
            </a:xfrm>
            <a:prstGeom prst="rect">
              <a:avLst/>
            </a:prstGeom>
          </p:spPr>
        </p:pic>
      </p:grpSp>
      <p:grpSp>
        <p:nvGrpSpPr>
          <p:cNvPr id="95" name="object 95" descr=""/>
          <p:cNvGrpSpPr/>
          <p:nvPr/>
        </p:nvGrpSpPr>
        <p:grpSpPr>
          <a:xfrm>
            <a:off x="5537135" y="2115229"/>
            <a:ext cx="1498600" cy="697865"/>
            <a:chOff x="5537135" y="2115229"/>
            <a:chExt cx="1498600" cy="697865"/>
          </a:xfrm>
        </p:grpSpPr>
        <p:sp>
          <p:nvSpPr>
            <p:cNvPr id="96" name="object 96" descr=""/>
            <p:cNvSpPr/>
            <p:nvPr/>
          </p:nvSpPr>
          <p:spPr>
            <a:xfrm>
              <a:off x="6259871" y="2265965"/>
              <a:ext cx="774065" cy="490855"/>
            </a:xfrm>
            <a:custGeom>
              <a:avLst/>
              <a:gdLst/>
              <a:ahLst/>
              <a:cxnLst/>
              <a:rect l="l" t="t" r="r" b="b"/>
              <a:pathLst>
                <a:path w="774065" h="490855">
                  <a:moveTo>
                    <a:pt x="490851" y="0"/>
                  </a:moveTo>
                  <a:lnTo>
                    <a:pt x="498850" y="41622"/>
                  </a:lnTo>
                  <a:lnTo>
                    <a:pt x="492924" y="70995"/>
                  </a:lnTo>
                  <a:lnTo>
                    <a:pt x="465339" y="102068"/>
                  </a:lnTo>
                  <a:lnTo>
                    <a:pt x="408361" y="148791"/>
                  </a:lnTo>
                  <a:lnTo>
                    <a:pt x="373281" y="175001"/>
                  </a:lnTo>
                  <a:lnTo>
                    <a:pt x="339198" y="197219"/>
                  </a:lnTo>
                  <a:lnTo>
                    <a:pt x="304305" y="217361"/>
                  </a:lnTo>
                  <a:lnTo>
                    <a:pt x="266790" y="237345"/>
                  </a:lnTo>
                  <a:lnTo>
                    <a:pt x="224844" y="259086"/>
                  </a:lnTo>
                  <a:lnTo>
                    <a:pt x="176658" y="284501"/>
                  </a:lnTo>
                  <a:lnTo>
                    <a:pt x="120422" y="315508"/>
                  </a:lnTo>
                  <a:lnTo>
                    <a:pt x="49869" y="358074"/>
                  </a:lnTo>
                  <a:lnTo>
                    <a:pt x="11642" y="389939"/>
                  </a:lnTo>
                  <a:lnTo>
                    <a:pt x="0" y="417781"/>
                  </a:lnTo>
                  <a:lnTo>
                    <a:pt x="9201" y="448279"/>
                  </a:lnTo>
                  <a:lnTo>
                    <a:pt x="56622" y="476127"/>
                  </a:lnTo>
                  <a:lnTo>
                    <a:pt x="98142" y="484567"/>
                  </a:lnTo>
                  <a:lnTo>
                    <a:pt x="147903" y="489288"/>
                  </a:lnTo>
                  <a:lnTo>
                    <a:pt x="203179" y="490241"/>
                  </a:lnTo>
                  <a:lnTo>
                    <a:pt x="261246" y="487378"/>
                  </a:lnTo>
                  <a:lnTo>
                    <a:pt x="319378" y="480651"/>
                  </a:lnTo>
                  <a:lnTo>
                    <a:pt x="374852" y="470011"/>
                  </a:lnTo>
                  <a:lnTo>
                    <a:pt x="424943" y="455411"/>
                  </a:lnTo>
                  <a:lnTo>
                    <a:pt x="466925" y="436803"/>
                  </a:lnTo>
                  <a:lnTo>
                    <a:pt x="519568" y="408099"/>
                  </a:lnTo>
                  <a:lnTo>
                    <a:pt x="619421" y="355472"/>
                  </a:lnTo>
                  <a:lnTo>
                    <a:pt x="663963" y="331691"/>
                  </a:lnTo>
                  <a:lnTo>
                    <a:pt x="703138" y="309694"/>
                  </a:lnTo>
                  <a:lnTo>
                    <a:pt x="735610" y="289550"/>
                  </a:lnTo>
                  <a:lnTo>
                    <a:pt x="773451" y="237261"/>
                  </a:lnTo>
                  <a:lnTo>
                    <a:pt x="772850" y="182687"/>
                  </a:lnTo>
                  <a:lnTo>
                    <a:pt x="764989" y="120447"/>
                  </a:lnTo>
                  <a:lnTo>
                    <a:pt x="756612" y="63379"/>
                  </a:lnTo>
                  <a:lnTo>
                    <a:pt x="754466" y="24323"/>
                  </a:lnTo>
                  <a:lnTo>
                    <a:pt x="652817" y="41595"/>
                  </a:lnTo>
                  <a:lnTo>
                    <a:pt x="591473" y="44819"/>
                  </a:lnTo>
                  <a:lnTo>
                    <a:pt x="545723" y="31714"/>
                  </a:lnTo>
                  <a:lnTo>
                    <a:pt x="490851" y="0"/>
                  </a:lnTo>
                  <a:close/>
                </a:path>
              </a:pathLst>
            </a:custGeom>
            <a:solidFill>
              <a:srgbClr val="1071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6258941" y="2493498"/>
              <a:ext cx="776605" cy="319405"/>
            </a:xfrm>
            <a:custGeom>
              <a:avLst/>
              <a:gdLst/>
              <a:ahLst/>
              <a:cxnLst/>
              <a:rect l="l" t="t" r="r" b="b"/>
              <a:pathLst>
                <a:path w="776604" h="319405">
                  <a:moveTo>
                    <a:pt x="776439" y="35674"/>
                  </a:moveTo>
                  <a:lnTo>
                    <a:pt x="776097" y="9664"/>
                  </a:lnTo>
                  <a:lnTo>
                    <a:pt x="775449" y="0"/>
                  </a:lnTo>
                  <a:lnTo>
                    <a:pt x="761809" y="10693"/>
                  </a:lnTo>
                  <a:lnTo>
                    <a:pt x="726528" y="35267"/>
                  </a:lnTo>
                  <a:lnTo>
                    <a:pt x="677316" y="69075"/>
                  </a:lnTo>
                  <a:lnTo>
                    <a:pt x="621893" y="107505"/>
                  </a:lnTo>
                  <a:lnTo>
                    <a:pt x="567982" y="145923"/>
                  </a:lnTo>
                  <a:lnTo>
                    <a:pt x="512876" y="181914"/>
                  </a:lnTo>
                  <a:lnTo>
                    <a:pt x="460552" y="208470"/>
                  </a:lnTo>
                  <a:lnTo>
                    <a:pt x="410883" y="227126"/>
                  </a:lnTo>
                  <a:lnTo>
                    <a:pt x="363728" y="239420"/>
                  </a:lnTo>
                  <a:lnTo>
                    <a:pt x="318960" y="246875"/>
                  </a:lnTo>
                  <a:lnTo>
                    <a:pt x="276466" y="251028"/>
                  </a:lnTo>
                  <a:lnTo>
                    <a:pt x="236105" y="253415"/>
                  </a:lnTo>
                  <a:lnTo>
                    <a:pt x="177850" y="252095"/>
                  </a:lnTo>
                  <a:lnTo>
                    <a:pt x="118059" y="243344"/>
                  </a:lnTo>
                  <a:lnTo>
                    <a:pt x="105206" y="239814"/>
                  </a:lnTo>
                  <a:lnTo>
                    <a:pt x="129336" y="242544"/>
                  </a:lnTo>
                  <a:lnTo>
                    <a:pt x="232079" y="241655"/>
                  </a:lnTo>
                  <a:lnTo>
                    <a:pt x="337273" y="233667"/>
                  </a:lnTo>
                  <a:lnTo>
                    <a:pt x="392379" y="219532"/>
                  </a:lnTo>
                  <a:lnTo>
                    <a:pt x="413575" y="206057"/>
                  </a:lnTo>
                  <a:lnTo>
                    <a:pt x="417042" y="200063"/>
                  </a:lnTo>
                  <a:lnTo>
                    <a:pt x="328904" y="141782"/>
                  </a:lnTo>
                  <a:lnTo>
                    <a:pt x="269405" y="110299"/>
                  </a:lnTo>
                  <a:lnTo>
                    <a:pt x="211455" y="94742"/>
                  </a:lnTo>
                  <a:lnTo>
                    <a:pt x="127939" y="84264"/>
                  </a:lnTo>
                  <a:lnTo>
                    <a:pt x="106730" y="93129"/>
                  </a:lnTo>
                  <a:lnTo>
                    <a:pt x="67995" y="116306"/>
                  </a:lnTo>
                  <a:lnTo>
                    <a:pt x="28270" y="146304"/>
                  </a:lnTo>
                  <a:lnTo>
                    <a:pt x="4102" y="175666"/>
                  </a:lnTo>
                  <a:lnTo>
                    <a:pt x="36258" y="215188"/>
                  </a:lnTo>
                  <a:lnTo>
                    <a:pt x="22593" y="208622"/>
                  </a:lnTo>
                  <a:lnTo>
                    <a:pt x="1320" y="185178"/>
                  </a:lnTo>
                  <a:lnTo>
                    <a:pt x="0" y="193802"/>
                  </a:lnTo>
                  <a:lnTo>
                    <a:pt x="596" y="220433"/>
                  </a:lnTo>
                  <a:lnTo>
                    <a:pt x="14846" y="276161"/>
                  </a:lnTo>
                  <a:lnTo>
                    <a:pt x="55676" y="295148"/>
                  </a:lnTo>
                  <a:lnTo>
                    <a:pt x="98361" y="306895"/>
                  </a:lnTo>
                  <a:lnTo>
                    <a:pt x="153949" y="316001"/>
                  </a:lnTo>
                  <a:lnTo>
                    <a:pt x="221005" y="319341"/>
                  </a:lnTo>
                  <a:lnTo>
                    <a:pt x="298081" y="313829"/>
                  </a:lnTo>
                  <a:lnTo>
                    <a:pt x="370776" y="301332"/>
                  </a:lnTo>
                  <a:lnTo>
                    <a:pt x="427774" y="286346"/>
                  </a:lnTo>
                  <a:lnTo>
                    <a:pt x="472160" y="269595"/>
                  </a:lnTo>
                  <a:lnTo>
                    <a:pt x="507072" y="251879"/>
                  </a:lnTo>
                  <a:lnTo>
                    <a:pt x="560908" y="216547"/>
                  </a:lnTo>
                  <a:lnTo>
                    <a:pt x="600748" y="191376"/>
                  </a:lnTo>
                  <a:lnTo>
                    <a:pt x="706628" y="128231"/>
                  </a:lnTo>
                  <a:lnTo>
                    <a:pt x="749477" y="101447"/>
                  </a:lnTo>
                  <a:lnTo>
                    <a:pt x="770102" y="85318"/>
                  </a:lnTo>
                  <a:lnTo>
                    <a:pt x="774954" y="65176"/>
                  </a:lnTo>
                  <a:lnTo>
                    <a:pt x="776439" y="35674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5540851" y="2115229"/>
              <a:ext cx="789305" cy="478155"/>
            </a:xfrm>
            <a:custGeom>
              <a:avLst/>
              <a:gdLst/>
              <a:ahLst/>
              <a:cxnLst/>
              <a:rect l="l" t="t" r="r" b="b"/>
              <a:pathLst>
                <a:path w="789304" h="478155">
                  <a:moveTo>
                    <a:pt x="531315" y="0"/>
                  </a:moveTo>
                  <a:lnTo>
                    <a:pt x="540053" y="28926"/>
                  </a:lnTo>
                  <a:lnTo>
                    <a:pt x="533521" y="50357"/>
                  </a:lnTo>
                  <a:lnTo>
                    <a:pt x="503219" y="74901"/>
                  </a:lnTo>
                  <a:lnTo>
                    <a:pt x="440648" y="113169"/>
                  </a:lnTo>
                  <a:lnTo>
                    <a:pt x="400817" y="135471"/>
                  </a:lnTo>
                  <a:lnTo>
                    <a:pt x="360230" y="155910"/>
                  </a:lnTo>
                  <a:lnTo>
                    <a:pt x="273382" y="196995"/>
                  </a:lnTo>
                  <a:lnTo>
                    <a:pt x="225417" y="220538"/>
                  </a:lnTo>
                  <a:lnTo>
                    <a:pt x="173288" y="248014"/>
                  </a:lnTo>
                  <a:lnTo>
                    <a:pt x="116145" y="280871"/>
                  </a:lnTo>
                  <a:lnTo>
                    <a:pt x="50682" y="320453"/>
                  </a:lnTo>
                  <a:lnTo>
                    <a:pt x="14735" y="345443"/>
                  </a:lnTo>
                  <a:lnTo>
                    <a:pt x="0" y="386629"/>
                  </a:lnTo>
                  <a:lnTo>
                    <a:pt x="5520" y="420322"/>
                  </a:lnTo>
                  <a:lnTo>
                    <a:pt x="43678" y="453650"/>
                  </a:lnTo>
                  <a:lnTo>
                    <a:pt x="82779" y="465490"/>
                  </a:lnTo>
                  <a:lnTo>
                    <a:pt x="131207" y="473704"/>
                  </a:lnTo>
                  <a:lnTo>
                    <a:pt x="185947" y="477984"/>
                  </a:lnTo>
                  <a:lnTo>
                    <a:pt x="243986" y="478023"/>
                  </a:lnTo>
                  <a:lnTo>
                    <a:pt x="302308" y="473513"/>
                  </a:lnTo>
                  <a:lnTo>
                    <a:pt x="357899" y="464148"/>
                  </a:lnTo>
                  <a:lnTo>
                    <a:pt x="407743" y="449619"/>
                  </a:lnTo>
                  <a:lnTo>
                    <a:pt x="448826" y="429620"/>
                  </a:lnTo>
                  <a:lnTo>
                    <a:pt x="519444" y="387265"/>
                  </a:lnTo>
                  <a:lnTo>
                    <a:pt x="581849" y="354586"/>
                  </a:lnTo>
                  <a:lnTo>
                    <a:pt x="636275" y="329565"/>
                  </a:lnTo>
                  <a:lnTo>
                    <a:pt x="682956" y="310188"/>
                  </a:lnTo>
                  <a:lnTo>
                    <a:pt x="722126" y="294439"/>
                  </a:lnTo>
                  <a:lnTo>
                    <a:pt x="754019" y="280302"/>
                  </a:lnTo>
                  <a:lnTo>
                    <a:pt x="778868" y="265761"/>
                  </a:lnTo>
                  <a:lnTo>
                    <a:pt x="789043" y="232149"/>
                  </a:lnTo>
                  <a:lnTo>
                    <a:pt x="788891" y="171890"/>
                  </a:lnTo>
                  <a:lnTo>
                    <a:pt x="786324" y="107020"/>
                  </a:lnTo>
                  <a:lnTo>
                    <a:pt x="789255" y="59579"/>
                  </a:lnTo>
                  <a:lnTo>
                    <a:pt x="686210" y="63012"/>
                  </a:lnTo>
                  <a:lnTo>
                    <a:pt x="624993" y="57951"/>
                  </a:lnTo>
                  <a:lnTo>
                    <a:pt x="581422" y="38808"/>
                  </a:lnTo>
                  <a:lnTo>
                    <a:pt x="531315" y="0"/>
                  </a:lnTo>
                  <a:close/>
                </a:path>
              </a:pathLst>
            </a:custGeom>
            <a:solidFill>
              <a:srgbClr val="1071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5537124" y="2378868"/>
              <a:ext cx="786130" cy="254000"/>
            </a:xfrm>
            <a:custGeom>
              <a:avLst/>
              <a:gdLst/>
              <a:ahLst/>
              <a:cxnLst/>
              <a:rect l="l" t="t" r="r" b="b"/>
              <a:pathLst>
                <a:path w="786129" h="254000">
                  <a:moveTo>
                    <a:pt x="785507" y="0"/>
                  </a:moveTo>
                  <a:lnTo>
                    <a:pt x="767638" y="7835"/>
                  </a:lnTo>
                  <a:lnTo>
                    <a:pt x="722439" y="25285"/>
                  </a:lnTo>
                  <a:lnTo>
                    <a:pt x="660908" y="49720"/>
                  </a:lnTo>
                  <a:lnTo>
                    <a:pt x="594067" y="78549"/>
                  </a:lnTo>
                  <a:lnTo>
                    <a:pt x="532942" y="109156"/>
                  </a:lnTo>
                  <a:lnTo>
                    <a:pt x="470712" y="140563"/>
                  </a:lnTo>
                  <a:lnTo>
                    <a:pt x="412788" y="163271"/>
                  </a:lnTo>
                  <a:lnTo>
                    <a:pt x="358876" y="178511"/>
                  </a:lnTo>
                  <a:lnTo>
                    <a:pt x="308724" y="187490"/>
                  </a:lnTo>
                  <a:lnTo>
                    <a:pt x="262026" y="191452"/>
                  </a:lnTo>
                  <a:lnTo>
                    <a:pt x="218503" y="191617"/>
                  </a:lnTo>
                  <a:lnTo>
                    <a:pt x="177888" y="189204"/>
                  </a:lnTo>
                  <a:lnTo>
                    <a:pt x="155803" y="185242"/>
                  </a:lnTo>
                  <a:lnTo>
                    <a:pt x="238696" y="181076"/>
                  </a:lnTo>
                  <a:lnTo>
                    <a:pt x="349618" y="168757"/>
                  </a:lnTo>
                  <a:lnTo>
                    <a:pt x="407847" y="153885"/>
                  </a:lnTo>
                  <a:lnTo>
                    <a:pt x="430352" y="141363"/>
                  </a:lnTo>
                  <a:lnTo>
                    <a:pt x="434086" y="136093"/>
                  </a:lnTo>
                  <a:lnTo>
                    <a:pt x="338658" y="81191"/>
                  </a:lnTo>
                  <a:lnTo>
                    <a:pt x="275767" y="49530"/>
                  </a:lnTo>
                  <a:lnTo>
                    <a:pt x="217411" y="29095"/>
                  </a:lnTo>
                  <a:lnTo>
                    <a:pt x="135636" y="7874"/>
                  </a:lnTo>
                  <a:lnTo>
                    <a:pt x="114668" y="15481"/>
                  </a:lnTo>
                  <a:lnTo>
                    <a:pt x="75869" y="36880"/>
                  </a:lnTo>
                  <a:lnTo>
                    <a:pt x="35166" y="64935"/>
                  </a:lnTo>
                  <a:lnTo>
                    <a:pt x="8483" y="92443"/>
                  </a:lnTo>
                  <a:lnTo>
                    <a:pt x="34963" y="137299"/>
                  </a:lnTo>
                  <a:lnTo>
                    <a:pt x="23355" y="128651"/>
                  </a:lnTo>
                  <a:lnTo>
                    <a:pt x="5473" y="97231"/>
                  </a:lnTo>
                  <a:lnTo>
                    <a:pt x="2997" y="105587"/>
                  </a:lnTo>
                  <a:lnTo>
                    <a:pt x="0" y="132067"/>
                  </a:lnTo>
                  <a:lnTo>
                    <a:pt x="6629" y="189204"/>
                  </a:lnTo>
                  <a:lnTo>
                    <a:pt x="42202" y="216560"/>
                  </a:lnTo>
                  <a:lnTo>
                    <a:pt x="84810" y="234124"/>
                  </a:lnTo>
                  <a:lnTo>
                    <a:pt x="147802" y="248107"/>
                  </a:lnTo>
                  <a:lnTo>
                    <a:pt x="234022" y="253873"/>
                  </a:lnTo>
                  <a:lnTo>
                    <a:pt x="310426" y="250748"/>
                  </a:lnTo>
                  <a:lnTo>
                    <a:pt x="375627" y="242239"/>
                  </a:lnTo>
                  <a:lnTo>
                    <a:pt x="430580" y="229895"/>
                  </a:lnTo>
                  <a:lnTo>
                    <a:pt x="476288" y="215315"/>
                  </a:lnTo>
                  <a:lnTo>
                    <a:pt x="513702" y="200063"/>
                  </a:lnTo>
                  <a:lnTo>
                    <a:pt x="543788" y="185699"/>
                  </a:lnTo>
                  <a:lnTo>
                    <a:pt x="586651" y="166116"/>
                  </a:lnTo>
                  <a:lnTo>
                    <a:pt x="700062" y="117805"/>
                  </a:lnTo>
                  <a:lnTo>
                    <a:pt x="746125" y="97028"/>
                  </a:lnTo>
                  <a:lnTo>
                    <a:pt x="776262" y="64516"/>
                  </a:lnTo>
                  <a:lnTo>
                    <a:pt x="784847" y="9664"/>
                  </a:lnTo>
                  <a:lnTo>
                    <a:pt x="785507" y="0"/>
                  </a:lnTo>
                  <a:close/>
                </a:path>
              </a:pathLst>
            </a:custGeom>
            <a:solidFill>
              <a:srgbClr val="F4EEE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0" name="object 10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499201" y="3250485"/>
            <a:ext cx="1527969" cy="692927"/>
          </a:xfrm>
          <a:prstGeom prst="rect">
            <a:avLst/>
          </a:prstGeom>
        </p:spPr>
      </p:pic>
      <p:grpSp>
        <p:nvGrpSpPr>
          <p:cNvPr id="101" name="object 101" descr=""/>
          <p:cNvGrpSpPr/>
          <p:nvPr/>
        </p:nvGrpSpPr>
        <p:grpSpPr>
          <a:xfrm>
            <a:off x="1012722" y="4620597"/>
            <a:ext cx="903605" cy="626110"/>
            <a:chOff x="1012722" y="4620597"/>
            <a:chExt cx="903605" cy="626110"/>
          </a:xfrm>
        </p:grpSpPr>
        <p:sp>
          <p:nvSpPr>
            <p:cNvPr id="102" name="object 102" descr=""/>
            <p:cNvSpPr/>
            <p:nvPr/>
          </p:nvSpPr>
          <p:spPr>
            <a:xfrm>
              <a:off x="1019327" y="4620597"/>
              <a:ext cx="896619" cy="602615"/>
            </a:xfrm>
            <a:custGeom>
              <a:avLst/>
              <a:gdLst/>
              <a:ahLst/>
              <a:cxnLst/>
              <a:rect l="l" t="t" r="r" b="b"/>
              <a:pathLst>
                <a:path w="896619" h="602614">
                  <a:moveTo>
                    <a:pt x="835649" y="0"/>
                  </a:moveTo>
                  <a:lnTo>
                    <a:pt x="819129" y="4417"/>
                  </a:lnTo>
                  <a:lnTo>
                    <a:pt x="805828" y="8889"/>
                  </a:lnTo>
                  <a:lnTo>
                    <a:pt x="769807" y="24906"/>
                  </a:lnTo>
                  <a:lnTo>
                    <a:pt x="747795" y="33285"/>
                  </a:lnTo>
                  <a:lnTo>
                    <a:pt x="730787" y="36762"/>
                  </a:lnTo>
                  <a:lnTo>
                    <a:pt x="709779" y="38072"/>
                  </a:lnTo>
                  <a:lnTo>
                    <a:pt x="680727" y="38995"/>
                  </a:lnTo>
                  <a:lnTo>
                    <a:pt x="648299" y="37657"/>
                  </a:lnTo>
                  <a:lnTo>
                    <a:pt x="617331" y="31267"/>
                  </a:lnTo>
                  <a:lnTo>
                    <a:pt x="592662" y="17036"/>
                  </a:lnTo>
                  <a:lnTo>
                    <a:pt x="571790" y="5316"/>
                  </a:lnTo>
                  <a:lnTo>
                    <a:pt x="551066" y="3676"/>
                  </a:lnTo>
                  <a:lnTo>
                    <a:pt x="535189" y="6680"/>
                  </a:lnTo>
                  <a:lnTo>
                    <a:pt x="528853" y="8889"/>
                  </a:lnTo>
                  <a:lnTo>
                    <a:pt x="545319" y="97809"/>
                  </a:lnTo>
                  <a:lnTo>
                    <a:pt x="549701" y="150266"/>
                  </a:lnTo>
                  <a:lnTo>
                    <a:pt x="518225" y="227930"/>
                  </a:lnTo>
                  <a:lnTo>
                    <a:pt x="460845" y="285532"/>
                  </a:lnTo>
                  <a:lnTo>
                    <a:pt x="417392" y="317232"/>
                  </a:lnTo>
                  <a:lnTo>
                    <a:pt x="369123" y="348563"/>
                  </a:lnTo>
                  <a:lnTo>
                    <a:pt x="319807" y="377799"/>
                  </a:lnTo>
                  <a:lnTo>
                    <a:pt x="273213" y="403214"/>
                  </a:lnTo>
                  <a:lnTo>
                    <a:pt x="233111" y="423080"/>
                  </a:lnTo>
                  <a:lnTo>
                    <a:pt x="159508" y="446303"/>
                  </a:lnTo>
                  <a:lnTo>
                    <a:pt x="108891" y="455327"/>
                  </a:lnTo>
                  <a:lnTo>
                    <a:pt x="59828" y="468639"/>
                  </a:lnTo>
                  <a:lnTo>
                    <a:pt x="20728" y="492135"/>
                  </a:lnTo>
                  <a:lnTo>
                    <a:pt x="0" y="531711"/>
                  </a:lnTo>
                  <a:lnTo>
                    <a:pt x="11020" y="549470"/>
                  </a:lnTo>
                  <a:lnTo>
                    <a:pt x="46527" y="567206"/>
                  </a:lnTo>
                  <a:lnTo>
                    <a:pt x="101211" y="582569"/>
                  </a:lnTo>
                  <a:lnTo>
                    <a:pt x="169764" y="593207"/>
                  </a:lnTo>
                  <a:lnTo>
                    <a:pt x="214988" y="597365"/>
                  </a:lnTo>
                  <a:lnTo>
                    <a:pt x="265289" y="600693"/>
                  </a:lnTo>
                  <a:lnTo>
                    <a:pt x="318975" y="602314"/>
                  </a:lnTo>
                  <a:lnTo>
                    <a:pt x="374350" y="601348"/>
                  </a:lnTo>
                  <a:lnTo>
                    <a:pt x="429720" y="596919"/>
                  </a:lnTo>
                  <a:lnTo>
                    <a:pt x="483391" y="588149"/>
                  </a:lnTo>
                  <a:lnTo>
                    <a:pt x="533669" y="574160"/>
                  </a:lnTo>
                  <a:lnTo>
                    <a:pt x="586602" y="558996"/>
                  </a:lnTo>
                  <a:lnTo>
                    <a:pt x="646207" y="546922"/>
                  </a:lnTo>
                  <a:lnTo>
                    <a:pt x="707758" y="537393"/>
                  </a:lnTo>
                  <a:lnTo>
                    <a:pt x="766527" y="529867"/>
                  </a:lnTo>
                  <a:lnTo>
                    <a:pt x="817788" y="523796"/>
                  </a:lnTo>
                  <a:lnTo>
                    <a:pt x="856812" y="518638"/>
                  </a:lnTo>
                  <a:lnTo>
                    <a:pt x="878873" y="513848"/>
                  </a:lnTo>
                  <a:lnTo>
                    <a:pt x="893348" y="488717"/>
                  </a:lnTo>
                  <a:lnTo>
                    <a:pt x="896464" y="440134"/>
                  </a:lnTo>
                  <a:lnTo>
                    <a:pt x="890786" y="383174"/>
                  </a:lnTo>
                  <a:lnTo>
                    <a:pt x="878873" y="332911"/>
                  </a:lnTo>
                  <a:lnTo>
                    <a:pt x="869099" y="302779"/>
                  </a:lnTo>
                  <a:lnTo>
                    <a:pt x="857277" y="262131"/>
                  </a:lnTo>
                  <a:lnTo>
                    <a:pt x="845354" y="213791"/>
                  </a:lnTo>
                  <a:lnTo>
                    <a:pt x="835281" y="160584"/>
                  </a:lnTo>
                  <a:lnTo>
                    <a:pt x="829007" y="105333"/>
                  </a:lnTo>
                  <a:lnTo>
                    <a:pt x="828480" y="50863"/>
                  </a:lnTo>
                  <a:lnTo>
                    <a:pt x="835649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012710" y="4629498"/>
              <a:ext cx="903605" cy="617220"/>
            </a:xfrm>
            <a:custGeom>
              <a:avLst/>
              <a:gdLst/>
              <a:ahLst/>
              <a:cxnLst/>
              <a:rect l="l" t="t" r="r" b="b"/>
              <a:pathLst>
                <a:path w="903605" h="617220">
                  <a:moveTo>
                    <a:pt x="812444" y="0"/>
                  </a:moveTo>
                  <a:lnTo>
                    <a:pt x="767181" y="20523"/>
                  </a:lnTo>
                  <a:lnTo>
                    <a:pt x="729894" y="28206"/>
                  </a:lnTo>
                  <a:lnTo>
                    <a:pt x="680580" y="23825"/>
                  </a:lnTo>
                  <a:lnTo>
                    <a:pt x="599274" y="8140"/>
                  </a:lnTo>
                  <a:lnTo>
                    <a:pt x="607529" y="91173"/>
                  </a:lnTo>
                  <a:lnTo>
                    <a:pt x="611428" y="141160"/>
                  </a:lnTo>
                  <a:lnTo>
                    <a:pt x="612013" y="178206"/>
                  </a:lnTo>
                  <a:lnTo>
                    <a:pt x="610298" y="222389"/>
                  </a:lnTo>
                  <a:lnTo>
                    <a:pt x="606361" y="275107"/>
                  </a:lnTo>
                  <a:lnTo>
                    <a:pt x="602361" y="320814"/>
                  </a:lnTo>
                  <a:lnTo>
                    <a:pt x="602449" y="354164"/>
                  </a:lnTo>
                  <a:lnTo>
                    <a:pt x="610793" y="369824"/>
                  </a:lnTo>
                  <a:lnTo>
                    <a:pt x="643890" y="372046"/>
                  </a:lnTo>
                  <a:lnTo>
                    <a:pt x="700684" y="369252"/>
                  </a:lnTo>
                  <a:lnTo>
                    <a:pt x="759028" y="362280"/>
                  </a:lnTo>
                  <a:lnTo>
                    <a:pt x="796810" y="351942"/>
                  </a:lnTo>
                  <a:lnTo>
                    <a:pt x="804760" y="337896"/>
                  </a:lnTo>
                  <a:lnTo>
                    <a:pt x="807135" y="309892"/>
                  </a:lnTo>
                  <a:lnTo>
                    <a:pt x="806119" y="269062"/>
                  </a:lnTo>
                  <a:lnTo>
                    <a:pt x="803948" y="216535"/>
                  </a:lnTo>
                  <a:lnTo>
                    <a:pt x="802805" y="153428"/>
                  </a:lnTo>
                  <a:lnTo>
                    <a:pt x="804900" y="80873"/>
                  </a:lnTo>
                  <a:lnTo>
                    <a:pt x="812444" y="0"/>
                  </a:lnTo>
                  <a:close/>
                </a:path>
                <a:path w="903605" h="617220">
                  <a:moveTo>
                    <a:pt x="903236" y="473684"/>
                  </a:moveTo>
                  <a:lnTo>
                    <a:pt x="843851" y="470916"/>
                  </a:lnTo>
                  <a:lnTo>
                    <a:pt x="796607" y="473862"/>
                  </a:lnTo>
                  <a:lnTo>
                    <a:pt x="736790" y="486029"/>
                  </a:lnTo>
                  <a:lnTo>
                    <a:pt x="639699" y="510908"/>
                  </a:lnTo>
                  <a:lnTo>
                    <a:pt x="577189" y="528332"/>
                  </a:lnTo>
                  <a:lnTo>
                    <a:pt x="487845" y="555917"/>
                  </a:lnTo>
                  <a:lnTo>
                    <a:pt x="451446" y="565569"/>
                  </a:lnTo>
                  <a:lnTo>
                    <a:pt x="414197" y="572122"/>
                  </a:lnTo>
                  <a:lnTo>
                    <a:pt x="371322" y="575335"/>
                  </a:lnTo>
                  <a:lnTo>
                    <a:pt x="318046" y="574941"/>
                  </a:lnTo>
                  <a:lnTo>
                    <a:pt x="153162" y="562406"/>
                  </a:lnTo>
                  <a:lnTo>
                    <a:pt x="59016" y="544969"/>
                  </a:lnTo>
                  <a:lnTo>
                    <a:pt x="16535" y="529501"/>
                  </a:lnTo>
                  <a:lnTo>
                    <a:pt x="6604" y="522820"/>
                  </a:lnTo>
                  <a:lnTo>
                    <a:pt x="0" y="531622"/>
                  </a:lnTo>
                  <a:lnTo>
                    <a:pt x="33629" y="576427"/>
                  </a:lnTo>
                  <a:lnTo>
                    <a:pt x="88531" y="593559"/>
                  </a:lnTo>
                  <a:lnTo>
                    <a:pt x="126250" y="601484"/>
                  </a:lnTo>
                  <a:lnTo>
                    <a:pt x="171665" y="608279"/>
                  </a:lnTo>
                  <a:lnTo>
                    <a:pt x="225450" y="613422"/>
                  </a:lnTo>
                  <a:lnTo>
                    <a:pt x="288239" y="616381"/>
                  </a:lnTo>
                  <a:lnTo>
                    <a:pt x="360667" y="616635"/>
                  </a:lnTo>
                  <a:lnTo>
                    <a:pt x="430707" y="612609"/>
                  </a:lnTo>
                  <a:lnTo>
                    <a:pt x="488048" y="604062"/>
                  </a:lnTo>
                  <a:lnTo>
                    <a:pt x="535940" y="592531"/>
                  </a:lnTo>
                  <a:lnTo>
                    <a:pt x="577621" y="579513"/>
                  </a:lnTo>
                  <a:lnTo>
                    <a:pt x="616331" y="566521"/>
                  </a:lnTo>
                  <a:lnTo>
                    <a:pt x="655307" y="555066"/>
                  </a:lnTo>
                  <a:lnTo>
                    <a:pt x="697788" y="546658"/>
                  </a:lnTo>
                  <a:lnTo>
                    <a:pt x="697788" y="584314"/>
                  </a:lnTo>
                  <a:lnTo>
                    <a:pt x="903236" y="569861"/>
                  </a:lnTo>
                  <a:lnTo>
                    <a:pt x="903236" y="473684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" name="object 104" descr=""/>
          <p:cNvGrpSpPr/>
          <p:nvPr/>
        </p:nvGrpSpPr>
        <p:grpSpPr>
          <a:xfrm>
            <a:off x="2989741" y="3240229"/>
            <a:ext cx="441959" cy="703580"/>
            <a:chOff x="2989741" y="3240229"/>
            <a:chExt cx="441959" cy="703580"/>
          </a:xfrm>
        </p:grpSpPr>
        <p:sp>
          <p:nvSpPr>
            <p:cNvPr id="105" name="object 105" descr=""/>
            <p:cNvSpPr/>
            <p:nvPr/>
          </p:nvSpPr>
          <p:spPr>
            <a:xfrm>
              <a:off x="2989741" y="3656080"/>
              <a:ext cx="441959" cy="287655"/>
            </a:xfrm>
            <a:custGeom>
              <a:avLst/>
              <a:gdLst/>
              <a:ahLst/>
              <a:cxnLst/>
              <a:rect l="l" t="t" r="r" b="b"/>
              <a:pathLst>
                <a:path w="441960" h="287654">
                  <a:moveTo>
                    <a:pt x="11252" y="0"/>
                  </a:moveTo>
                  <a:lnTo>
                    <a:pt x="4194" y="42274"/>
                  </a:lnTo>
                  <a:lnTo>
                    <a:pt x="766" y="72565"/>
                  </a:lnTo>
                  <a:lnTo>
                    <a:pt x="0" y="105452"/>
                  </a:lnTo>
                  <a:lnTo>
                    <a:pt x="928" y="155513"/>
                  </a:lnTo>
                  <a:lnTo>
                    <a:pt x="31291" y="221090"/>
                  </a:lnTo>
                  <a:lnTo>
                    <a:pt x="65258" y="247724"/>
                  </a:lnTo>
                  <a:lnTo>
                    <a:pt x="109293" y="268507"/>
                  </a:lnTo>
                  <a:lnTo>
                    <a:pt x="161554" y="282129"/>
                  </a:lnTo>
                  <a:lnTo>
                    <a:pt x="220199" y="287279"/>
                  </a:lnTo>
                  <a:lnTo>
                    <a:pt x="294245" y="284416"/>
                  </a:lnTo>
                  <a:lnTo>
                    <a:pt x="350511" y="274747"/>
                  </a:lnTo>
                  <a:lnTo>
                    <a:pt x="391194" y="258609"/>
                  </a:lnTo>
                  <a:lnTo>
                    <a:pt x="434611" y="208276"/>
                  </a:lnTo>
                  <a:lnTo>
                    <a:pt x="441607" y="160210"/>
                  </a:lnTo>
                  <a:lnTo>
                    <a:pt x="435979" y="112055"/>
                  </a:lnTo>
                  <a:lnTo>
                    <a:pt x="426308" y="74975"/>
                  </a:lnTo>
                  <a:lnTo>
                    <a:pt x="421177" y="60134"/>
                  </a:lnTo>
                  <a:lnTo>
                    <a:pt x="11252" y="0"/>
                  </a:lnTo>
                  <a:close/>
                </a:path>
              </a:pathLst>
            </a:custGeom>
            <a:solidFill>
              <a:srgbClr val="211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3000040" y="3240229"/>
              <a:ext cx="411480" cy="594995"/>
            </a:xfrm>
            <a:custGeom>
              <a:avLst/>
              <a:gdLst/>
              <a:ahLst/>
              <a:cxnLst/>
              <a:rect l="l" t="t" r="r" b="b"/>
              <a:pathLst>
                <a:path w="411479" h="594995">
                  <a:moveTo>
                    <a:pt x="73473" y="0"/>
                  </a:moveTo>
                  <a:lnTo>
                    <a:pt x="40403" y="14900"/>
                  </a:lnTo>
                  <a:lnTo>
                    <a:pt x="5915" y="56435"/>
                  </a:lnTo>
                  <a:lnTo>
                    <a:pt x="15517" y="186778"/>
                  </a:lnTo>
                  <a:lnTo>
                    <a:pt x="18217" y="267097"/>
                  </a:lnTo>
                  <a:lnTo>
                    <a:pt x="13565" y="330578"/>
                  </a:lnTo>
                  <a:lnTo>
                    <a:pt x="1109" y="410403"/>
                  </a:lnTo>
                  <a:lnTo>
                    <a:pt x="0" y="455862"/>
                  </a:lnTo>
                  <a:lnTo>
                    <a:pt x="11692" y="493603"/>
                  </a:lnTo>
                  <a:lnTo>
                    <a:pt x="64619" y="548534"/>
                  </a:lnTo>
                  <a:lnTo>
                    <a:pt x="101419" y="567024"/>
                  </a:lnTo>
                  <a:lnTo>
                    <a:pt x="142155" y="580398"/>
                  </a:lnTo>
                  <a:lnTo>
                    <a:pt x="184611" y="589306"/>
                  </a:lnTo>
                  <a:lnTo>
                    <a:pt x="226568" y="594398"/>
                  </a:lnTo>
                  <a:lnTo>
                    <a:pt x="288311" y="591264"/>
                  </a:lnTo>
                  <a:lnTo>
                    <a:pt x="340514" y="573724"/>
                  </a:lnTo>
                  <a:lnTo>
                    <a:pt x="380278" y="545909"/>
                  </a:lnTo>
                  <a:lnTo>
                    <a:pt x="404702" y="511951"/>
                  </a:lnTo>
                  <a:lnTo>
                    <a:pt x="410887" y="475982"/>
                  </a:lnTo>
                  <a:lnTo>
                    <a:pt x="402212" y="444502"/>
                  </a:lnTo>
                  <a:lnTo>
                    <a:pt x="383918" y="402906"/>
                  </a:lnTo>
                  <a:lnTo>
                    <a:pt x="359225" y="354199"/>
                  </a:lnTo>
                  <a:lnTo>
                    <a:pt x="331355" y="301385"/>
                  </a:lnTo>
                  <a:lnTo>
                    <a:pt x="303529" y="247468"/>
                  </a:lnTo>
                  <a:lnTo>
                    <a:pt x="278967" y="195451"/>
                  </a:lnTo>
                  <a:lnTo>
                    <a:pt x="260892" y="148338"/>
                  </a:lnTo>
                  <a:lnTo>
                    <a:pt x="239870" y="89417"/>
                  </a:lnTo>
                  <a:lnTo>
                    <a:pt x="224922" y="59117"/>
                  </a:lnTo>
                  <a:lnTo>
                    <a:pt x="215993" y="47917"/>
                  </a:lnTo>
                  <a:lnTo>
                    <a:pt x="213029" y="46299"/>
                  </a:lnTo>
                  <a:lnTo>
                    <a:pt x="124543" y="10783"/>
                  </a:lnTo>
                  <a:lnTo>
                    <a:pt x="73473" y="0"/>
                  </a:lnTo>
                  <a:close/>
                </a:path>
              </a:pathLst>
            </a:custGeom>
            <a:solidFill>
              <a:srgbClr val="2D2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3005950" y="3253174"/>
              <a:ext cx="347345" cy="337820"/>
            </a:xfrm>
            <a:custGeom>
              <a:avLst/>
              <a:gdLst/>
              <a:ahLst/>
              <a:cxnLst/>
              <a:rect l="l" t="t" r="r" b="b"/>
              <a:pathLst>
                <a:path w="347345" h="337820">
                  <a:moveTo>
                    <a:pt x="126263" y="283006"/>
                  </a:moveTo>
                  <a:lnTo>
                    <a:pt x="111518" y="171157"/>
                  </a:lnTo>
                  <a:lnTo>
                    <a:pt x="92125" y="59042"/>
                  </a:lnTo>
                  <a:lnTo>
                    <a:pt x="82473" y="8026"/>
                  </a:lnTo>
                  <a:lnTo>
                    <a:pt x="56908" y="0"/>
                  </a:lnTo>
                  <a:lnTo>
                    <a:pt x="39801" y="1016"/>
                  </a:lnTo>
                  <a:lnTo>
                    <a:pt x="23406" y="14401"/>
                  </a:lnTo>
                  <a:lnTo>
                    <a:pt x="0" y="43497"/>
                  </a:lnTo>
                  <a:lnTo>
                    <a:pt x="6502" y="132207"/>
                  </a:lnTo>
                  <a:lnTo>
                    <a:pt x="8991" y="191211"/>
                  </a:lnTo>
                  <a:lnTo>
                    <a:pt x="7772" y="247015"/>
                  </a:lnTo>
                  <a:lnTo>
                    <a:pt x="3136" y="326097"/>
                  </a:lnTo>
                  <a:lnTo>
                    <a:pt x="121996" y="333184"/>
                  </a:lnTo>
                  <a:lnTo>
                    <a:pt x="126263" y="283006"/>
                  </a:lnTo>
                  <a:close/>
                </a:path>
                <a:path w="347345" h="337820">
                  <a:moveTo>
                    <a:pt x="346760" y="328790"/>
                  </a:moveTo>
                  <a:lnTo>
                    <a:pt x="310896" y="260578"/>
                  </a:lnTo>
                  <a:lnTo>
                    <a:pt x="290868" y="219722"/>
                  </a:lnTo>
                  <a:lnTo>
                    <a:pt x="279400" y="189928"/>
                  </a:lnTo>
                  <a:lnTo>
                    <a:pt x="269240" y="154901"/>
                  </a:lnTo>
                  <a:lnTo>
                    <a:pt x="256514" y="112712"/>
                  </a:lnTo>
                  <a:lnTo>
                    <a:pt x="242658" y="75387"/>
                  </a:lnTo>
                  <a:lnTo>
                    <a:pt x="214503" y="33794"/>
                  </a:lnTo>
                  <a:lnTo>
                    <a:pt x="160997" y="18389"/>
                  </a:lnTo>
                  <a:lnTo>
                    <a:pt x="190195" y="114312"/>
                  </a:lnTo>
                  <a:lnTo>
                    <a:pt x="206095" y="171551"/>
                  </a:lnTo>
                  <a:lnTo>
                    <a:pt x="214249" y="212826"/>
                  </a:lnTo>
                  <a:lnTo>
                    <a:pt x="225920" y="306501"/>
                  </a:lnTo>
                  <a:lnTo>
                    <a:pt x="231394" y="329768"/>
                  </a:lnTo>
                  <a:lnTo>
                    <a:pt x="239445" y="337337"/>
                  </a:lnTo>
                  <a:lnTo>
                    <a:pt x="252869" y="335864"/>
                  </a:lnTo>
                  <a:lnTo>
                    <a:pt x="277139" y="332625"/>
                  </a:lnTo>
                  <a:lnTo>
                    <a:pt x="308343" y="330428"/>
                  </a:lnTo>
                  <a:lnTo>
                    <a:pt x="346760" y="328790"/>
                  </a:lnTo>
                  <a:close/>
                </a:path>
              </a:pathLst>
            </a:custGeom>
            <a:solidFill>
              <a:srgbClr val="211C2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2993270" y="3669067"/>
              <a:ext cx="424180" cy="170815"/>
            </a:xfrm>
            <a:custGeom>
              <a:avLst/>
              <a:gdLst/>
              <a:ahLst/>
              <a:cxnLst/>
              <a:rect l="l" t="t" r="r" b="b"/>
              <a:pathLst>
                <a:path w="424179" h="170814">
                  <a:moveTo>
                    <a:pt x="3170" y="0"/>
                  </a:moveTo>
                  <a:lnTo>
                    <a:pt x="709" y="2314"/>
                  </a:lnTo>
                  <a:lnTo>
                    <a:pt x="123" y="7633"/>
                  </a:lnTo>
                  <a:lnTo>
                    <a:pt x="0" y="16250"/>
                  </a:lnTo>
                  <a:lnTo>
                    <a:pt x="336" y="23856"/>
                  </a:lnTo>
                  <a:lnTo>
                    <a:pt x="7840" y="48689"/>
                  </a:lnTo>
                  <a:lnTo>
                    <a:pt x="8353" y="48605"/>
                  </a:lnTo>
                  <a:lnTo>
                    <a:pt x="11327" y="47391"/>
                  </a:lnTo>
                  <a:lnTo>
                    <a:pt x="12772" y="43715"/>
                  </a:lnTo>
                  <a:lnTo>
                    <a:pt x="12060" y="40187"/>
                  </a:lnTo>
                  <a:lnTo>
                    <a:pt x="10491" y="30801"/>
                  </a:lnTo>
                  <a:lnTo>
                    <a:pt x="9666" y="22672"/>
                  </a:lnTo>
                  <a:lnTo>
                    <a:pt x="9381" y="16250"/>
                  </a:lnTo>
                  <a:lnTo>
                    <a:pt x="9453" y="9224"/>
                  </a:lnTo>
                  <a:lnTo>
                    <a:pt x="9945" y="4272"/>
                  </a:lnTo>
                  <a:lnTo>
                    <a:pt x="8175" y="910"/>
                  </a:lnTo>
                  <a:lnTo>
                    <a:pt x="5641" y="376"/>
                  </a:lnTo>
                  <a:lnTo>
                    <a:pt x="3170" y="0"/>
                  </a:lnTo>
                  <a:close/>
                </a:path>
                <a:path w="424179" h="170814">
                  <a:moveTo>
                    <a:pt x="418414" y="39705"/>
                  </a:moveTo>
                  <a:lnTo>
                    <a:pt x="415995" y="40920"/>
                  </a:lnTo>
                  <a:lnTo>
                    <a:pt x="413576" y="42218"/>
                  </a:lnTo>
                  <a:lnTo>
                    <a:pt x="412351" y="46040"/>
                  </a:lnTo>
                  <a:lnTo>
                    <a:pt x="413943" y="52092"/>
                  </a:lnTo>
                  <a:lnTo>
                    <a:pt x="414728" y="56417"/>
                  </a:lnTo>
                  <a:lnTo>
                    <a:pt x="414466" y="65704"/>
                  </a:lnTo>
                  <a:lnTo>
                    <a:pt x="414037" y="69223"/>
                  </a:lnTo>
                  <a:lnTo>
                    <a:pt x="412508" y="76290"/>
                  </a:lnTo>
                  <a:lnTo>
                    <a:pt x="413901" y="80008"/>
                  </a:lnTo>
                  <a:lnTo>
                    <a:pt x="416760" y="81254"/>
                  </a:lnTo>
                  <a:lnTo>
                    <a:pt x="417157" y="81348"/>
                  </a:lnTo>
                  <a:lnTo>
                    <a:pt x="419629" y="81494"/>
                  </a:lnTo>
                  <a:lnTo>
                    <a:pt x="421587" y="79641"/>
                  </a:lnTo>
                  <a:lnTo>
                    <a:pt x="423241" y="72029"/>
                  </a:lnTo>
                  <a:lnTo>
                    <a:pt x="423806" y="67348"/>
                  </a:lnTo>
                  <a:lnTo>
                    <a:pt x="424162" y="54741"/>
                  </a:lnTo>
                  <a:lnTo>
                    <a:pt x="423032" y="48584"/>
                  </a:lnTo>
                  <a:lnTo>
                    <a:pt x="421126" y="41380"/>
                  </a:lnTo>
                  <a:lnTo>
                    <a:pt x="418414" y="39705"/>
                  </a:lnTo>
                  <a:close/>
                </a:path>
                <a:path w="424179" h="170814">
                  <a:moveTo>
                    <a:pt x="35651" y="93086"/>
                  </a:moveTo>
                  <a:lnTo>
                    <a:pt x="32687" y="93347"/>
                  </a:lnTo>
                  <a:lnTo>
                    <a:pt x="29243" y="98855"/>
                  </a:lnTo>
                  <a:lnTo>
                    <a:pt x="29431" y="103054"/>
                  </a:lnTo>
                  <a:lnTo>
                    <a:pt x="56257" y="127744"/>
                  </a:lnTo>
                  <a:lnTo>
                    <a:pt x="57933" y="126540"/>
                  </a:lnTo>
                  <a:lnTo>
                    <a:pt x="60132" y="121127"/>
                  </a:lnTo>
                  <a:lnTo>
                    <a:pt x="59357" y="117064"/>
                  </a:lnTo>
                  <a:lnTo>
                    <a:pt x="57106" y="115232"/>
                  </a:lnTo>
                  <a:lnTo>
                    <a:pt x="51790" y="110660"/>
                  </a:lnTo>
                  <a:lnTo>
                    <a:pt x="46752" y="105843"/>
                  </a:lnTo>
                  <a:lnTo>
                    <a:pt x="42010" y="100797"/>
                  </a:lnTo>
                  <a:lnTo>
                    <a:pt x="37577" y="95536"/>
                  </a:lnTo>
                  <a:lnTo>
                    <a:pt x="35651" y="93086"/>
                  </a:lnTo>
                  <a:close/>
                </a:path>
                <a:path w="424179" h="170814">
                  <a:moveTo>
                    <a:pt x="12322" y="51035"/>
                  </a:moveTo>
                  <a:lnTo>
                    <a:pt x="7610" y="54124"/>
                  </a:lnTo>
                  <a:lnTo>
                    <a:pt x="6594" y="58071"/>
                  </a:lnTo>
                  <a:lnTo>
                    <a:pt x="7683" y="61411"/>
                  </a:lnTo>
                  <a:lnTo>
                    <a:pt x="26625" y="94751"/>
                  </a:lnTo>
                  <a:lnTo>
                    <a:pt x="27819" y="94196"/>
                  </a:lnTo>
                  <a:lnTo>
                    <a:pt x="30698" y="90594"/>
                  </a:lnTo>
                  <a:lnTo>
                    <a:pt x="30886" y="86395"/>
                  </a:lnTo>
                  <a:lnTo>
                    <a:pt x="29169" y="83641"/>
                  </a:lnTo>
                  <a:lnTo>
                    <a:pt x="25329" y="77034"/>
                  </a:lnTo>
                  <a:lnTo>
                    <a:pt x="21876" y="70173"/>
                  </a:lnTo>
                  <a:lnTo>
                    <a:pt x="18824" y="63079"/>
                  </a:lnTo>
                  <a:lnTo>
                    <a:pt x="16185" y="55778"/>
                  </a:lnTo>
                  <a:lnTo>
                    <a:pt x="15107" y="52480"/>
                  </a:lnTo>
                  <a:lnTo>
                    <a:pt x="12322" y="51035"/>
                  </a:lnTo>
                  <a:close/>
                </a:path>
                <a:path w="424179" h="170814">
                  <a:moveTo>
                    <a:pt x="412781" y="83023"/>
                  </a:moveTo>
                  <a:lnTo>
                    <a:pt x="409859" y="83819"/>
                  </a:lnTo>
                  <a:lnTo>
                    <a:pt x="408404" y="86855"/>
                  </a:lnTo>
                  <a:lnTo>
                    <a:pt x="405183" y="92826"/>
                  </a:lnTo>
                  <a:lnTo>
                    <a:pt x="401328" y="98599"/>
                  </a:lnTo>
                  <a:lnTo>
                    <a:pt x="396857" y="104151"/>
                  </a:lnTo>
                  <a:lnTo>
                    <a:pt x="391786" y="109462"/>
                  </a:lnTo>
                  <a:lnTo>
                    <a:pt x="389650" y="111535"/>
                  </a:lnTo>
                  <a:lnTo>
                    <a:pt x="389085" y="115661"/>
                  </a:lnTo>
                  <a:lnTo>
                    <a:pt x="391410" y="120509"/>
                  </a:lnTo>
                  <a:lnTo>
                    <a:pt x="392792" y="121514"/>
                  </a:lnTo>
                  <a:lnTo>
                    <a:pt x="395200" y="121650"/>
                  </a:lnTo>
                  <a:lnTo>
                    <a:pt x="396184" y="121284"/>
                  </a:lnTo>
                  <a:lnTo>
                    <a:pt x="417618" y="91264"/>
                  </a:lnTo>
                  <a:lnTo>
                    <a:pt x="417053" y="87138"/>
                  </a:lnTo>
                  <a:lnTo>
                    <a:pt x="412781" y="83023"/>
                  </a:lnTo>
                  <a:close/>
                </a:path>
                <a:path w="424179" h="170814">
                  <a:moveTo>
                    <a:pt x="383797" y="116415"/>
                  </a:moveTo>
                  <a:lnTo>
                    <a:pt x="356761" y="132592"/>
                  </a:lnTo>
                  <a:lnTo>
                    <a:pt x="355442" y="136383"/>
                  </a:lnTo>
                  <a:lnTo>
                    <a:pt x="356918" y="142529"/>
                  </a:lnTo>
                  <a:lnTo>
                    <a:pt x="358636" y="144236"/>
                  </a:lnTo>
                  <a:lnTo>
                    <a:pt x="361075" y="144383"/>
                  </a:lnTo>
                  <a:lnTo>
                    <a:pt x="361651" y="144278"/>
                  </a:lnTo>
                  <a:lnTo>
                    <a:pt x="389075" y="124184"/>
                  </a:lnTo>
                  <a:lnTo>
                    <a:pt x="386656" y="117650"/>
                  </a:lnTo>
                  <a:lnTo>
                    <a:pt x="383797" y="116415"/>
                  </a:lnTo>
                  <a:close/>
                </a:path>
                <a:path w="424179" h="170814">
                  <a:moveTo>
                    <a:pt x="350039" y="135514"/>
                  </a:moveTo>
                  <a:lnTo>
                    <a:pt x="340113" y="139430"/>
                  </a:lnTo>
                  <a:lnTo>
                    <a:pt x="332050" y="142079"/>
                  </a:lnTo>
                  <a:lnTo>
                    <a:pt x="321024" y="145084"/>
                  </a:lnTo>
                  <a:lnTo>
                    <a:pt x="319484" y="148330"/>
                  </a:lnTo>
                  <a:lnTo>
                    <a:pt x="319469" y="149304"/>
                  </a:lnTo>
                  <a:lnTo>
                    <a:pt x="320270" y="155251"/>
                  </a:lnTo>
                  <a:lnTo>
                    <a:pt x="322134" y="157429"/>
                  </a:lnTo>
                  <a:lnTo>
                    <a:pt x="324616" y="157576"/>
                  </a:lnTo>
                  <a:lnTo>
                    <a:pt x="324972" y="157544"/>
                  </a:lnTo>
                  <a:lnTo>
                    <a:pt x="354008" y="144655"/>
                  </a:lnTo>
                  <a:lnTo>
                    <a:pt x="352625" y="137597"/>
                  </a:lnTo>
                  <a:lnTo>
                    <a:pt x="350039" y="135514"/>
                  </a:lnTo>
                  <a:close/>
                </a:path>
                <a:path w="424179" h="170814">
                  <a:moveTo>
                    <a:pt x="65514" y="121692"/>
                  </a:moveTo>
                  <a:lnTo>
                    <a:pt x="62708" y="123064"/>
                  </a:lnTo>
                  <a:lnTo>
                    <a:pt x="60488" y="129702"/>
                  </a:lnTo>
                  <a:lnTo>
                    <a:pt x="61493" y="133660"/>
                  </a:lnTo>
                  <a:lnTo>
                    <a:pt x="90916" y="148927"/>
                  </a:lnTo>
                  <a:lnTo>
                    <a:pt x="92864" y="147115"/>
                  </a:lnTo>
                  <a:lnTo>
                    <a:pt x="94319" y="140707"/>
                  </a:lnTo>
                  <a:lnTo>
                    <a:pt x="92968" y="136980"/>
                  </a:lnTo>
                  <a:lnTo>
                    <a:pt x="90508" y="135838"/>
                  </a:lnTo>
                  <a:lnTo>
                    <a:pt x="84552" y="132972"/>
                  </a:lnTo>
                  <a:lnTo>
                    <a:pt x="78778" y="129907"/>
                  </a:lnTo>
                  <a:lnTo>
                    <a:pt x="73203" y="126653"/>
                  </a:lnTo>
                  <a:lnTo>
                    <a:pt x="67849" y="123221"/>
                  </a:lnTo>
                  <a:lnTo>
                    <a:pt x="65514" y="121692"/>
                  </a:lnTo>
                  <a:close/>
                </a:path>
                <a:path w="424179" h="170814">
                  <a:moveTo>
                    <a:pt x="313956" y="146665"/>
                  </a:moveTo>
                  <a:lnTo>
                    <a:pt x="311422" y="147419"/>
                  </a:lnTo>
                  <a:lnTo>
                    <a:pt x="303779" y="149126"/>
                  </a:lnTo>
                  <a:lnTo>
                    <a:pt x="295622" y="150655"/>
                  </a:lnTo>
                  <a:lnTo>
                    <a:pt x="284324" y="152330"/>
                  </a:lnTo>
                  <a:lnTo>
                    <a:pt x="282450" y="155597"/>
                  </a:lnTo>
                  <a:lnTo>
                    <a:pt x="282963" y="162570"/>
                  </a:lnTo>
                  <a:lnTo>
                    <a:pt x="284889" y="165063"/>
                  </a:lnTo>
                  <a:lnTo>
                    <a:pt x="287182" y="165199"/>
                  </a:lnTo>
                  <a:lnTo>
                    <a:pt x="287709" y="165199"/>
                  </a:lnTo>
                  <a:lnTo>
                    <a:pt x="317192" y="156560"/>
                  </a:lnTo>
                  <a:lnTo>
                    <a:pt x="316375" y="149304"/>
                  </a:lnTo>
                  <a:lnTo>
                    <a:pt x="313956" y="146665"/>
                  </a:lnTo>
                  <a:close/>
                </a:path>
                <a:path w="424179" h="170814">
                  <a:moveTo>
                    <a:pt x="99649" y="139849"/>
                  </a:moveTo>
                  <a:lnTo>
                    <a:pt x="97167" y="141932"/>
                  </a:lnTo>
                  <a:lnTo>
                    <a:pt x="95827" y="148990"/>
                  </a:lnTo>
                  <a:lnTo>
                    <a:pt x="97303" y="152644"/>
                  </a:lnTo>
                  <a:lnTo>
                    <a:pt x="127533" y="161565"/>
                  </a:lnTo>
                  <a:lnTo>
                    <a:pt x="129616" y="159272"/>
                  </a:lnTo>
                  <a:lnTo>
                    <a:pt x="130475" y="152340"/>
                  </a:lnTo>
                  <a:lnTo>
                    <a:pt x="128768" y="148895"/>
                  </a:lnTo>
                  <a:lnTo>
                    <a:pt x="117879" y="146152"/>
                  </a:lnTo>
                  <a:lnTo>
                    <a:pt x="109806" y="143629"/>
                  </a:lnTo>
                  <a:lnTo>
                    <a:pt x="102235" y="140749"/>
                  </a:lnTo>
                  <a:lnTo>
                    <a:pt x="99649" y="139849"/>
                  </a:lnTo>
                  <a:close/>
                </a:path>
                <a:path w="424179" h="170814">
                  <a:moveTo>
                    <a:pt x="277162" y="153325"/>
                  </a:moveTo>
                  <a:lnTo>
                    <a:pt x="266722" y="154518"/>
                  </a:lnTo>
                  <a:lnTo>
                    <a:pt x="258461" y="155293"/>
                  </a:lnTo>
                  <a:lnTo>
                    <a:pt x="247194" y="156026"/>
                  </a:lnTo>
                  <a:lnTo>
                    <a:pt x="245194" y="159126"/>
                  </a:lnTo>
                  <a:lnTo>
                    <a:pt x="245424" y="166277"/>
                  </a:lnTo>
                  <a:lnTo>
                    <a:pt x="247393" y="168989"/>
                  </a:lnTo>
                  <a:lnTo>
                    <a:pt x="250063" y="169146"/>
                  </a:lnTo>
                  <a:lnTo>
                    <a:pt x="259016" y="168560"/>
                  </a:lnTo>
                  <a:lnTo>
                    <a:pt x="267371" y="167795"/>
                  </a:lnTo>
                  <a:lnTo>
                    <a:pt x="277895" y="166528"/>
                  </a:lnTo>
                  <a:lnTo>
                    <a:pt x="279811" y="163324"/>
                  </a:lnTo>
                  <a:lnTo>
                    <a:pt x="279392" y="156016"/>
                  </a:lnTo>
                  <a:lnTo>
                    <a:pt x="277162" y="153325"/>
                  </a:lnTo>
                  <a:close/>
                </a:path>
                <a:path w="424179" h="170814">
                  <a:moveTo>
                    <a:pt x="239833" y="156257"/>
                  </a:moveTo>
                  <a:lnTo>
                    <a:pt x="237362" y="156550"/>
                  </a:lnTo>
                  <a:lnTo>
                    <a:pt x="229425" y="156906"/>
                  </a:lnTo>
                  <a:lnTo>
                    <a:pt x="221142" y="157105"/>
                  </a:lnTo>
                  <a:lnTo>
                    <a:pt x="209928" y="157147"/>
                  </a:lnTo>
                  <a:lnTo>
                    <a:pt x="207834" y="160120"/>
                  </a:lnTo>
                  <a:lnTo>
                    <a:pt x="207855" y="167356"/>
                  </a:lnTo>
                  <a:lnTo>
                    <a:pt x="209844" y="170267"/>
                  </a:lnTo>
                  <a:lnTo>
                    <a:pt x="212326" y="170413"/>
                  </a:lnTo>
                  <a:lnTo>
                    <a:pt x="221268" y="170382"/>
                  </a:lnTo>
                  <a:lnTo>
                    <a:pt x="229645" y="170183"/>
                  </a:lnTo>
                  <a:lnTo>
                    <a:pt x="240252" y="169712"/>
                  </a:lnTo>
                  <a:lnTo>
                    <a:pt x="242283" y="166644"/>
                  </a:lnTo>
                  <a:lnTo>
                    <a:pt x="242105" y="159324"/>
                  </a:lnTo>
                  <a:lnTo>
                    <a:pt x="239833" y="156257"/>
                  </a:lnTo>
                  <a:close/>
                </a:path>
                <a:path w="424179" h="170814">
                  <a:moveTo>
                    <a:pt x="135930" y="150518"/>
                  </a:moveTo>
                  <a:lnTo>
                    <a:pt x="133470" y="153021"/>
                  </a:lnTo>
                  <a:lnTo>
                    <a:pt x="132747" y="160288"/>
                  </a:lnTo>
                  <a:lnTo>
                    <a:pt x="134527" y="163628"/>
                  </a:lnTo>
                  <a:lnTo>
                    <a:pt x="164882" y="168214"/>
                  </a:lnTo>
                  <a:lnTo>
                    <a:pt x="167050" y="165534"/>
                  </a:lnTo>
                  <a:lnTo>
                    <a:pt x="167458" y="158298"/>
                  </a:lnTo>
                  <a:lnTo>
                    <a:pt x="165542" y="155105"/>
                  </a:lnTo>
                  <a:lnTo>
                    <a:pt x="154317" y="153817"/>
                  </a:lnTo>
                  <a:lnTo>
                    <a:pt x="146129" y="152529"/>
                  </a:lnTo>
                  <a:lnTo>
                    <a:pt x="135930" y="150518"/>
                  </a:lnTo>
                  <a:close/>
                </a:path>
                <a:path w="424179" h="170814">
                  <a:moveTo>
                    <a:pt x="172683" y="155827"/>
                  </a:moveTo>
                  <a:lnTo>
                    <a:pt x="170495" y="158623"/>
                  </a:lnTo>
                  <a:lnTo>
                    <a:pt x="170233" y="165932"/>
                  </a:lnTo>
                  <a:lnTo>
                    <a:pt x="172212" y="169062"/>
                  </a:lnTo>
                  <a:lnTo>
                    <a:pt x="187353" y="170057"/>
                  </a:lnTo>
                  <a:lnTo>
                    <a:pt x="193562" y="170288"/>
                  </a:lnTo>
                  <a:lnTo>
                    <a:pt x="202567" y="170403"/>
                  </a:lnTo>
                  <a:lnTo>
                    <a:pt x="204693" y="167450"/>
                  </a:lnTo>
                  <a:lnTo>
                    <a:pt x="204735" y="160131"/>
                  </a:lnTo>
                  <a:lnTo>
                    <a:pt x="203122" y="157366"/>
                  </a:lnTo>
                  <a:lnTo>
                    <a:pt x="200065" y="157073"/>
                  </a:lnTo>
                  <a:lnTo>
                    <a:pt x="193761" y="157000"/>
                  </a:lnTo>
                  <a:lnTo>
                    <a:pt x="187646" y="156770"/>
                  </a:lnTo>
                  <a:lnTo>
                    <a:pt x="172683" y="155827"/>
                  </a:lnTo>
                  <a:close/>
                </a:path>
              </a:pathLst>
            </a:custGeom>
            <a:solidFill>
              <a:srgbClr val="EC95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070121" y="3299513"/>
              <a:ext cx="214576" cy="238326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2731991" y="5687062"/>
            <a:ext cx="387985" cy="731520"/>
            <a:chOff x="2731991" y="5687062"/>
            <a:chExt cx="387985" cy="731520"/>
          </a:xfrm>
        </p:grpSpPr>
        <p:sp>
          <p:nvSpPr>
            <p:cNvPr id="111" name="object 111" descr=""/>
            <p:cNvSpPr/>
            <p:nvPr/>
          </p:nvSpPr>
          <p:spPr>
            <a:xfrm>
              <a:off x="2731991" y="5687062"/>
              <a:ext cx="385445" cy="709295"/>
            </a:xfrm>
            <a:custGeom>
              <a:avLst/>
              <a:gdLst/>
              <a:ahLst/>
              <a:cxnLst/>
              <a:rect l="l" t="t" r="r" b="b"/>
              <a:pathLst>
                <a:path w="385444" h="709295">
                  <a:moveTo>
                    <a:pt x="148625" y="0"/>
                  </a:moveTo>
                  <a:lnTo>
                    <a:pt x="86545" y="8602"/>
                  </a:lnTo>
                  <a:lnTo>
                    <a:pt x="31756" y="27347"/>
                  </a:lnTo>
                  <a:lnTo>
                    <a:pt x="4055" y="82039"/>
                  </a:lnTo>
                  <a:lnTo>
                    <a:pt x="839" y="154489"/>
                  </a:lnTo>
                  <a:lnTo>
                    <a:pt x="0" y="237413"/>
                  </a:lnTo>
                  <a:lnTo>
                    <a:pt x="5238" y="299863"/>
                  </a:lnTo>
                  <a:lnTo>
                    <a:pt x="11348" y="336655"/>
                  </a:lnTo>
                  <a:lnTo>
                    <a:pt x="15098" y="379345"/>
                  </a:lnTo>
                  <a:lnTo>
                    <a:pt x="17460" y="426956"/>
                  </a:lnTo>
                  <a:lnTo>
                    <a:pt x="19406" y="478509"/>
                  </a:lnTo>
                  <a:lnTo>
                    <a:pt x="21907" y="533028"/>
                  </a:lnTo>
                  <a:lnTo>
                    <a:pt x="29172" y="573205"/>
                  </a:lnTo>
                  <a:lnTo>
                    <a:pt x="45643" y="612482"/>
                  </a:lnTo>
                  <a:lnTo>
                    <a:pt x="69974" y="648272"/>
                  </a:lnTo>
                  <a:lnTo>
                    <a:pt x="100818" y="677988"/>
                  </a:lnTo>
                  <a:lnTo>
                    <a:pt x="136828" y="699043"/>
                  </a:lnTo>
                  <a:lnTo>
                    <a:pt x="176657" y="708851"/>
                  </a:lnTo>
                  <a:lnTo>
                    <a:pt x="218959" y="704824"/>
                  </a:lnTo>
                  <a:lnTo>
                    <a:pt x="265783" y="684676"/>
                  </a:lnTo>
                  <a:lnTo>
                    <a:pt x="305467" y="654319"/>
                  </a:lnTo>
                  <a:lnTo>
                    <a:pt x="337641" y="617563"/>
                  </a:lnTo>
                  <a:lnTo>
                    <a:pt x="361934" y="578214"/>
                  </a:lnTo>
                  <a:lnTo>
                    <a:pt x="377975" y="540083"/>
                  </a:lnTo>
                  <a:lnTo>
                    <a:pt x="385394" y="506977"/>
                  </a:lnTo>
                  <a:lnTo>
                    <a:pt x="384593" y="473002"/>
                  </a:lnTo>
                  <a:lnTo>
                    <a:pt x="377055" y="431315"/>
                  </a:lnTo>
                  <a:lnTo>
                    <a:pt x="364029" y="384287"/>
                  </a:lnTo>
                  <a:lnTo>
                    <a:pt x="346763" y="334286"/>
                  </a:lnTo>
                  <a:lnTo>
                    <a:pt x="326506" y="283684"/>
                  </a:lnTo>
                  <a:lnTo>
                    <a:pt x="304506" y="234849"/>
                  </a:lnTo>
                  <a:lnTo>
                    <a:pt x="280258" y="176981"/>
                  </a:lnTo>
                  <a:lnTo>
                    <a:pt x="259777" y="120034"/>
                  </a:lnTo>
                  <a:lnTo>
                    <a:pt x="240599" y="69211"/>
                  </a:lnTo>
                  <a:lnTo>
                    <a:pt x="220261" y="29719"/>
                  </a:lnTo>
                  <a:lnTo>
                    <a:pt x="196300" y="6762"/>
                  </a:lnTo>
                  <a:lnTo>
                    <a:pt x="148625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2750030" y="6114864"/>
              <a:ext cx="370205" cy="282575"/>
            </a:xfrm>
            <a:custGeom>
              <a:avLst/>
              <a:gdLst/>
              <a:ahLst/>
              <a:cxnLst/>
              <a:rect l="l" t="t" r="r" b="b"/>
              <a:pathLst>
                <a:path w="370205" h="282575">
                  <a:moveTo>
                    <a:pt x="358145" y="0"/>
                  </a:moveTo>
                  <a:lnTo>
                    <a:pt x="366413" y="50534"/>
                  </a:lnTo>
                  <a:lnTo>
                    <a:pt x="364371" y="84692"/>
                  </a:lnTo>
                  <a:lnTo>
                    <a:pt x="347701" y="118055"/>
                  </a:lnTo>
                  <a:lnTo>
                    <a:pt x="312084" y="166204"/>
                  </a:lnTo>
                  <a:lnTo>
                    <a:pt x="265770" y="214777"/>
                  </a:lnTo>
                  <a:lnTo>
                    <a:pt x="220488" y="242412"/>
                  </a:lnTo>
                  <a:lnTo>
                    <a:pt x="177160" y="254171"/>
                  </a:lnTo>
                  <a:lnTo>
                    <a:pt x="136707" y="255112"/>
                  </a:lnTo>
                  <a:lnTo>
                    <a:pt x="95839" y="236150"/>
                  </a:lnTo>
                  <a:lnTo>
                    <a:pt x="55356" y="194836"/>
                  </a:lnTo>
                  <a:lnTo>
                    <a:pt x="22337" y="146188"/>
                  </a:lnTo>
                  <a:lnTo>
                    <a:pt x="3863" y="105221"/>
                  </a:lnTo>
                  <a:lnTo>
                    <a:pt x="0" y="123608"/>
                  </a:lnTo>
                  <a:lnTo>
                    <a:pt x="1228" y="138091"/>
                  </a:lnTo>
                  <a:lnTo>
                    <a:pt x="9813" y="156188"/>
                  </a:lnTo>
                  <a:lnTo>
                    <a:pt x="28019" y="185418"/>
                  </a:lnTo>
                  <a:lnTo>
                    <a:pt x="47988" y="220331"/>
                  </a:lnTo>
                  <a:lnTo>
                    <a:pt x="64646" y="249043"/>
                  </a:lnTo>
                  <a:lnTo>
                    <a:pt x="84438" y="269421"/>
                  </a:lnTo>
                  <a:lnTo>
                    <a:pt x="113807" y="279331"/>
                  </a:lnTo>
                  <a:lnTo>
                    <a:pt x="147683" y="282285"/>
                  </a:lnTo>
                  <a:lnTo>
                    <a:pt x="188274" y="282040"/>
                  </a:lnTo>
                  <a:lnTo>
                    <a:pt x="231158" y="274432"/>
                  </a:lnTo>
                  <a:lnTo>
                    <a:pt x="271913" y="255302"/>
                  </a:lnTo>
                  <a:lnTo>
                    <a:pt x="306115" y="220485"/>
                  </a:lnTo>
                  <a:lnTo>
                    <a:pt x="333482" y="176560"/>
                  </a:lnTo>
                  <a:lnTo>
                    <a:pt x="354954" y="132746"/>
                  </a:lnTo>
                  <a:lnTo>
                    <a:pt x="367945" y="88847"/>
                  </a:lnTo>
                  <a:lnTo>
                    <a:pt x="369871" y="44664"/>
                  </a:lnTo>
                  <a:lnTo>
                    <a:pt x="358145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2758930" y="6203090"/>
              <a:ext cx="361315" cy="215265"/>
            </a:xfrm>
            <a:custGeom>
              <a:avLst/>
              <a:gdLst/>
              <a:ahLst/>
              <a:cxnLst/>
              <a:rect l="l" t="t" r="r" b="b"/>
              <a:pathLst>
                <a:path w="361314" h="215264">
                  <a:moveTo>
                    <a:pt x="359099" y="0"/>
                  </a:moveTo>
                  <a:lnTo>
                    <a:pt x="340849" y="52006"/>
                  </a:lnTo>
                  <a:lnTo>
                    <a:pt x="312621" y="97309"/>
                  </a:lnTo>
                  <a:lnTo>
                    <a:pt x="283210" y="132229"/>
                  </a:lnTo>
                  <a:lnTo>
                    <a:pt x="247461" y="159567"/>
                  </a:lnTo>
                  <a:lnTo>
                    <a:pt x="235436" y="156524"/>
                  </a:lnTo>
                  <a:lnTo>
                    <a:pt x="224932" y="147983"/>
                  </a:lnTo>
                  <a:lnTo>
                    <a:pt x="215543" y="137974"/>
                  </a:lnTo>
                  <a:lnTo>
                    <a:pt x="202255" y="134864"/>
                  </a:lnTo>
                  <a:lnTo>
                    <a:pt x="153762" y="137780"/>
                  </a:lnTo>
                  <a:lnTo>
                    <a:pt x="129829" y="162938"/>
                  </a:lnTo>
                  <a:lnTo>
                    <a:pt x="121181" y="173041"/>
                  </a:lnTo>
                  <a:lnTo>
                    <a:pt x="74777" y="171059"/>
                  </a:lnTo>
                  <a:lnTo>
                    <a:pt x="34383" y="119648"/>
                  </a:lnTo>
                  <a:lnTo>
                    <a:pt x="0" y="48930"/>
                  </a:lnTo>
                  <a:lnTo>
                    <a:pt x="8631" y="100342"/>
                  </a:lnTo>
                  <a:lnTo>
                    <a:pt x="25413" y="141408"/>
                  </a:lnTo>
                  <a:lnTo>
                    <a:pt x="48839" y="172779"/>
                  </a:lnTo>
                  <a:lnTo>
                    <a:pt x="109582" y="209038"/>
                  </a:lnTo>
                  <a:lnTo>
                    <a:pt x="143883" y="215230"/>
                  </a:lnTo>
                  <a:lnTo>
                    <a:pt x="178790" y="214330"/>
                  </a:lnTo>
                  <a:lnTo>
                    <a:pt x="244392" y="193862"/>
                  </a:lnTo>
                  <a:lnTo>
                    <a:pt x="294315" y="152843"/>
                  </a:lnTo>
                  <a:lnTo>
                    <a:pt x="334731" y="99148"/>
                  </a:lnTo>
                  <a:lnTo>
                    <a:pt x="354951" y="65329"/>
                  </a:lnTo>
                  <a:lnTo>
                    <a:pt x="361049" y="37055"/>
                  </a:lnTo>
                  <a:lnTo>
                    <a:pt x="359099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" name="object 114" descr=""/>
          <p:cNvGrpSpPr/>
          <p:nvPr/>
        </p:nvGrpSpPr>
        <p:grpSpPr>
          <a:xfrm>
            <a:off x="980090" y="5753529"/>
            <a:ext cx="975994" cy="510540"/>
            <a:chOff x="980090" y="5753529"/>
            <a:chExt cx="975994" cy="510540"/>
          </a:xfrm>
        </p:grpSpPr>
        <p:sp>
          <p:nvSpPr>
            <p:cNvPr id="115" name="object 115" descr=""/>
            <p:cNvSpPr/>
            <p:nvPr/>
          </p:nvSpPr>
          <p:spPr>
            <a:xfrm>
              <a:off x="987509" y="5753529"/>
              <a:ext cx="965835" cy="495934"/>
            </a:xfrm>
            <a:custGeom>
              <a:avLst/>
              <a:gdLst/>
              <a:ahLst/>
              <a:cxnLst/>
              <a:rect l="l" t="t" r="r" b="b"/>
              <a:pathLst>
                <a:path w="965835" h="495935">
                  <a:moveTo>
                    <a:pt x="652564" y="0"/>
                  </a:moveTo>
                  <a:lnTo>
                    <a:pt x="632784" y="9451"/>
                  </a:lnTo>
                  <a:lnTo>
                    <a:pt x="602772" y="29712"/>
                  </a:lnTo>
                  <a:lnTo>
                    <a:pt x="564817" y="57848"/>
                  </a:lnTo>
                  <a:lnTo>
                    <a:pt x="521209" y="90920"/>
                  </a:lnTo>
                  <a:lnTo>
                    <a:pt x="474236" y="125990"/>
                  </a:lnTo>
                  <a:lnTo>
                    <a:pt x="426189" y="160123"/>
                  </a:lnTo>
                  <a:lnTo>
                    <a:pt x="379357" y="190381"/>
                  </a:lnTo>
                  <a:lnTo>
                    <a:pt x="336029" y="213825"/>
                  </a:lnTo>
                  <a:lnTo>
                    <a:pt x="279875" y="236815"/>
                  </a:lnTo>
                  <a:lnTo>
                    <a:pt x="222395" y="255899"/>
                  </a:lnTo>
                  <a:lnTo>
                    <a:pt x="166807" y="272489"/>
                  </a:lnTo>
                  <a:lnTo>
                    <a:pt x="116332" y="287997"/>
                  </a:lnTo>
                  <a:lnTo>
                    <a:pt x="74189" y="303834"/>
                  </a:lnTo>
                  <a:lnTo>
                    <a:pt x="15889" y="347824"/>
                  </a:lnTo>
                  <a:lnTo>
                    <a:pt x="0" y="390593"/>
                  </a:lnTo>
                  <a:lnTo>
                    <a:pt x="6552" y="408134"/>
                  </a:lnTo>
                  <a:lnTo>
                    <a:pt x="66731" y="438353"/>
                  </a:lnTo>
                  <a:lnTo>
                    <a:pt x="123120" y="455355"/>
                  </a:lnTo>
                  <a:lnTo>
                    <a:pt x="191032" y="472813"/>
                  </a:lnTo>
                  <a:lnTo>
                    <a:pt x="265958" y="490121"/>
                  </a:lnTo>
                  <a:lnTo>
                    <a:pt x="311876" y="495680"/>
                  </a:lnTo>
                  <a:lnTo>
                    <a:pt x="362790" y="494428"/>
                  </a:lnTo>
                  <a:lnTo>
                    <a:pt x="416650" y="487842"/>
                  </a:lnTo>
                  <a:lnTo>
                    <a:pt x="471408" y="477402"/>
                  </a:lnTo>
                  <a:lnTo>
                    <a:pt x="525015" y="464588"/>
                  </a:lnTo>
                  <a:lnTo>
                    <a:pt x="575422" y="450879"/>
                  </a:lnTo>
                  <a:lnTo>
                    <a:pt x="658443" y="426691"/>
                  </a:lnTo>
                  <a:lnTo>
                    <a:pt x="686960" y="419170"/>
                  </a:lnTo>
                  <a:lnTo>
                    <a:pt x="740083" y="410036"/>
                  </a:lnTo>
                  <a:lnTo>
                    <a:pt x="874302" y="392830"/>
                  </a:lnTo>
                  <a:lnTo>
                    <a:pt x="928321" y="384153"/>
                  </a:lnTo>
                  <a:lnTo>
                    <a:pt x="955560" y="375025"/>
                  </a:lnTo>
                  <a:lnTo>
                    <a:pt x="963978" y="348392"/>
                  </a:lnTo>
                  <a:lnTo>
                    <a:pt x="965639" y="297960"/>
                  </a:lnTo>
                  <a:lnTo>
                    <a:pt x="960188" y="232453"/>
                  </a:lnTo>
                  <a:lnTo>
                    <a:pt x="947267" y="160591"/>
                  </a:lnTo>
                  <a:lnTo>
                    <a:pt x="939053" y="107351"/>
                  </a:lnTo>
                  <a:lnTo>
                    <a:pt x="936276" y="63977"/>
                  </a:lnTo>
                  <a:lnTo>
                    <a:pt x="931494" y="31878"/>
                  </a:lnTo>
                  <a:lnTo>
                    <a:pt x="917266" y="12463"/>
                  </a:lnTo>
                  <a:lnTo>
                    <a:pt x="886148" y="7141"/>
                  </a:lnTo>
                  <a:lnTo>
                    <a:pt x="835826" y="7611"/>
                  </a:lnTo>
                  <a:lnTo>
                    <a:pt x="776288" y="5628"/>
                  </a:lnTo>
                  <a:lnTo>
                    <a:pt x="673640" y="318"/>
                  </a:lnTo>
                  <a:lnTo>
                    <a:pt x="652564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003660" y="6080211"/>
              <a:ext cx="951230" cy="173990"/>
            </a:xfrm>
            <a:custGeom>
              <a:avLst/>
              <a:gdLst/>
              <a:ahLst/>
              <a:cxnLst/>
              <a:rect l="l" t="t" r="r" b="b"/>
              <a:pathLst>
                <a:path w="951230" h="173989">
                  <a:moveTo>
                    <a:pt x="949478" y="0"/>
                  </a:moveTo>
                  <a:lnTo>
                    <a:pt x="837433" y="16680"/>
                  </a:lnTo>
                  <a:lnTo>
                    <a:pt x="736502" y="35462"/>
                  </a:lnTo>
                  <a:lnTo>
                    <a:pt x="640409" y="59369"/>
                  </a:lnTo>
                  <a:lnTo>
                    <a:pt x="599201" y="71244"/>
                  </a:lnTo>
                  <a:lnTo>
                    <a:pt x="552151" y="83353"/>
                  </a:lnTo>
                  <a:lnTo>
                    <a:pt x="500820" y="95110"/>
                  </a:lnTo>
                  <a:lnTo>
                    <a:pt x="446764" y="105934"/>
                  </a:lnTo>
                  <a:lnTo>
                    <a:pt x="391542" y="115239"/>
                  </a:lnTo>
                  <a:lnTo>
                    <a:pt x="336714" y="122442"/>
                  </a:lnTo>
                  <a:lnTo>
                    <a:pt x="283837" y="126959"/>
                  </a:lnTo>
                  <a:lnTo>
                    <a:pt x="234470" y="128205"/>
                  </a:lnTo>
                  <a:lnTo>
                    <a:pt x="190172" y="125598"/>
                  </a:lnTo>
                  <a:lnTo>
                    <a:pt x="117594" y="116434"/>
                  </a:lnTo>
                  <a:lnTo>
                    <a:pt x="73592" y="105496"/>
                  </a:lnTo>
                  <a:lnTo>
                    <a:pt x="40336" y="85688"/>
                  </a:lnTo>
                  <a:lnTo>
                    <a:pt x="0" y="49914"/>
                  </a:lnTo>
                  <a:lnTo>
                    <a:pt x="4020" y="59029"/>
                  </a:lnTo>
                  <a:lnTo>
                    <a:pt x="50393" y="109779"/>
                  </a:lnTo>
                  <a:lnTo>
                    <a:pt x="102216" y="136634"/>
                  </a:lnTo>
                  <a:lnTo>
                    <a:pt x="150806" y="150917"/>
                  </a:lnTo>
                  <a:lnTo>
                    <a:pt x="208211" y="162047"/>
                  </a:lnTo>
                  <a:lnTo>
                    <a:pt x="269345" y="169735"/>
                  </a:lnTo>
                  <a:lnTo>
                    <a:pt x="329119" y="173694"/>
                  </a:lnTo>
                  <a:lnTo>
                    <a:pt x="382446" y="173636"/>
                  </a:lnTo>
                  <a:lnTo>
                    <a:pt x="424238" y="169272"/>
                  </a:lnTo>
                  <a:lnTo>
                    <a:pt x="680839" y="120533"/>
                  </a:lnTo>
                  <a:lnTo>
                    <a:pt x="771599" y="103756"/>
                  </a:lnTo>
                  <a:lnTo>
                    <a:pt x="832371" y="95730"/>
                  </a:lnTo>
                  <a:lnTo>
                    <a:pt x="890441" y="90307"/>
                  </a:lnTo>
                  <a:lnTo>
                    <a:pt x="933877" y="84061"/>
                  </a:lnTo>
                  <a:lnTo>
                    <a:pt x="950745" y="73568"/>
                  </a:lnTo>
                  <a:lnTo>
                    <a:pt x="950431" y="62093"/>
                  </a:lnTo>
                  <a:lnTo>
                    <a:pt x="949478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980090" y="6103833"/>
              <a:ext cx="975994" cy="160020"/>
            </a:xfrm>
            <a:custGeom>
              <a:avLst/>
              <a:gdLst/>
              <a:ahLst/>
              <a:cxnLst/>
              <a:rect l="l" t="t" r="r" b="b"/>
              <a:pathLst>
                <a:path w="975994" h="160020">
                  <a:moveTo>
                    <a:pt x="24106" y="43"/>
                  </a:moveTo>
                  <a:lnTo>
                    <a:pt x="0" y="43632"/>
                  </a:lnTo>
                  <a:lnTo>
                    <a:pt x="5769" y="65042"/>
                  </a:lnTo>
                  <a:lnTo>
                    <a:pt x="73920" y="112589"/>
                  </a:lnTo>
                  <a:lnTo>
                    <a:pt x="148142" y="136655"/>
                  </a:lnTo>
                  <a:lnTo>
                    <a:pt x="200383" y="148241"/>
                  </a:lnTo>
                  <a:lnTo>
                    <a:pt x="253354" y="155964"/>
                  </a:lnTo>
                  <a:lnTo>
                    <a:pt x="306690" y="159826"/>
                  </a:lnTo>
                  <a:lnTo>
                    <a:pt x="360026" y="159826"/>
                  </a:lnTo>
                  <a:lnTo>
                    <a:pt x="412996" y="155964"/>
                  </a:lnTo>
                  <a:lnTo>
                    <a:pt x="465237" y="148241"/>
                  </a:lnTo>
                  <a:lnTo>
                    <a:pt x="516382" y="136655"/>
                  </a:lnTo>
                  <a:lnTo>
                    <a:pt x="562500" y="126734"/>
                  </a:lnTo>
                  <a:lnTo>
                    <a:pt x="619514" y="117929"/>
                  </a:lnTo>
                  <a:lnTo>
                    <a:pt x="683190" y="110154"/>
                  </a:lnTo>
                  <a:lnTo>
                    <a:pt x="749296" y="103318"/>
                  </a:lnTo>
                  <a:lnTo>
                    <a:pt x="813599" y="97335"/>
                  </a:lnTo>
                  <a:lnTo>
                    <a:pt x="871864" y="92115"/>
                  </a:lnTo>
                  <a:lnTo>
                    <a:pt x="919860" y="87571"/>
                  </a:lnTo>
                  <a:lnTo>
                    <a:pt x="953351" y="83613"/>
                  </a:lnTo>
                  <a:lnTo>
                    <a:pt x="968106" y="80154"/>
                  </a:lnTo>
                  <a:lnTo>
                    <a:pt x="974108" y="71335"/>
                  </a:lnTo>
                  <a:lnTo>
                    <a:pt x="975683" y="61406"/>
                  </a:lnTo>
                  <a:lnTo>
                    <a:pt x="975022" y="53299"/>
                  </a:lnTo>
                  <a:lnTo>
                    <a:pt x="974315" y="49946"/>
                  </a:lnTo>
                  <a:lnTo>
                    <a:pt x="800109" y="67135"/>
                  </a:lnTo>
                  <a:lnTo>
                    <a:pt x="699308" y="78612"/>
                  </a:lnTo>
                  <a:lnTo>
                    <a:pt x="633454" y="89552"/>
                  </a:lnTo>
                  <a:lnTo>
                    <a:pt x="564087" y="105127"/>
                  </a:lnTo>
                  <a:lnTo>
                    <a:pt x="512187" y="117137"/>
                  </a:lnTo>
                  <a:lnTo>
                    <a:pt x="464231" y="127370"/>
                  </a:lnTo>
                  <a:lnTo>
                    <a:pt x="418793" y="135224"/>
                  </a:lnTo>
                  <a:lnTo>
                    <a:pt x="374446" y="140096"/>
                  </a:lnTo>
                  <a:lnTo>
                    <a:pt x="329765" y="141386"/>
                  </a:lnTo>
                  <a:lnTo>
                    <a:pt x="283323" y="138492"/>
                  </a:lnTo>
                  <a:lnTo>
                    <a:pt x="233693" y="130812"/>
                  </a:lnTo>
                  <a:lnTo>
                    <a:pt x="179450" y="117745"/>
                  </a:lnTo>
                  <a:lnTo>
                    <a:pt x="92961" y="88081"/>
                  </a:lnTo>
                  <a:lnTo>
                    <a:pt x="51056" y="62556"/>
                  </a:lnTo>
                  <a:lnTo>
                    <a:pt x="37820" y="21559"/>
                  </a:lnTo>
                  <a:lnTo>
                    <a:pt x="35869" y="8216"/>
                  </a:lnTo>
                  <a:lnTo>
                    <a:pt x="30127" y="1913"/>
                  </a:lnTo>
                  <a:lnTo>
                    <a:pt x="24106" y="43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" name="object 118" descr=""/>
          <p:cNvGrpSpPr/>
          <p:nvPr/>
        </p:nvGrpSpPr>
        <p:grpSpPr>
          <a:xfrm>
            <a:off x="3809039" y="5771696"/>
            <a:ext cx="550545" cy="478790"/>
            <a:chOff x="3809039" y="5771696"/>
            <a:chExt cx="550545" cy="478790"/>
          </a:xfrm>
        </p:grpSpPr>
        <p:sp>
          <p:nvSpPr>
            <p:cNvPr id="119" name="object 119" descr=""/>
            <p:cNvSpPr/>
            <p:nvPr/>
          </p:nvSpPr>
          <p:spPr>
            <a:xfrm>
              <a:off x="3809039" y="5771696"/>
              <a:ext cx="542290" cy="430530"/>
            </a:xfrm>
            <a:custGeom>
              <a:avLst/>
              <a:gdLst/>
              <a:ahLst/>
              <a:cxnLst/>
              <a:rect l="l" t="t" r="r" b="b"/>
              <a:pathLst>
                <a:path w="542289" h="430529">
                  <a:moveTo>
                    <a:pt x="109209" y="0"/>
                  </a:moveTo>
                  <a:lnTo>
                    <a:pt x="66942" y="5060"/>
                  </a:lnTo>
                  <a:lnTo>
                    <a:pt x="31854" y="46188"/>
                  </a:lnTo>
                  <a:lnTo>
                    <a:pt x="22985" y="93263"/>
                  </a:lnTo>
                  <a:lnTo>
                    <a:pt x="14235" y="155326"/>
                  </a:lnTo>
                  <a:lnTo>
                    <a:pt x="6734" y="224519"/>
                  </a:lnTo>
                  <a:lnTo>
                    <a:pt x="1612" y="292984"/>
                  </a:lnTo>
                  <a:lnTo>
                    <a:pt x="0" y="352861"/>
                  </a:lnTo>
                  <a:lnTo>
                    <a:pt x="3025" y="396294"/>
                  </a:lnTo>
                  <a:lnTo>
                    <a:pt x="11819" y="415424"/>
                  </a:lnTo>
                  <a:lnTo>
                    <a:pt x="42385" y="420383"/>
                  </a:lnTo>
                  <a:lnTo>
                    <a:pt x="90544" y="422345"/>
                  </a:lnTo>
                  <a:lnTo>
                    <a:pt x="209850" y="423412"/>
                  </a:lnTo>
                  <a:lnTo>
                    <a:pt x="266104" y="425581"/>
                  </a:lnTo>
                  <a:lnTo>
                    <a:pt x="326153" y="428850"/>
                  </a:lnTo>
                  <a:lnTo>
                    <a:pt x="379532" y="429939"/>
                  </a:lnTo>
                  <a:lnTo>
                    <a:pt x="428828" y="428850"/>
                  </a:lnTo>
                  <a:lnTo>
                    <a:pt x="476632" y="425581"/>
                  </a:lnTo>
                  <a:lnTo>
                    <a:pt x="514558" y="412903"/>
                  </a:lnTo>
                  <a:lnTo>
                    <a:pt x="535065" y="388380"/>
                  </a:lnTo>
                  <a:lnTo>
                    <a:pt x="541963" y="359228"/>
                  </a:lnTo>
                  <a:lnTo>
                    <a:pt x="539059" y="332662"/>
                  </a:lnTo>
                  <a:lnTo>
                    <a:pt x="522449" y="310628"/>
                  </a:lnTo>
                  <a:lnTo>
                    <a:pt x="489113" y="282182"/>
                  </a:lnTo>
                  <a:lnTo>
                    <a:pt x="448111" y="248928"/>
                  </a:lnTo>
                  <a:lnTo>
                    <a:pt x="408502" y="212468"/>
                  </a:lnTo>
                  <a:lnTo>
                    <a:pt x="379347" y="174405"/>
                  </a:lnTo>
                  <a:lnTo>
                    <a:pt x="328718" y="75314"/>
                  </a:lnTo>
                  <a:lnTo>
                    <a:pt x="304013" y="38019"/>
                  </a:lnTo>
                  <a:lnTo>
                    <a:pt x="279172" y="21960"/>
                  </a:lnTo>
                  <a:lnTo>
                    <a:pt x="259549" y="20985"/>
                  </a:lnTo>
                  <a:lnTo>
                    <a:pt x="245233" y="20689"/>
                  </a:lnTo>
                  <a:lnTo>
                    <a:pt x="227921" y="18486"/>
                  </a:lnTo>
                  <a:lnTo>
                    <a:pt x="199311" y="11792"/>
                  </a:lnTo>
                  <a:lnTo>
                    <a:pt x="156627" y="3377"/>
                  </a:lnTo>
                  <a:lnTo>
                    <a:pt x="109209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812190" y="6104356"/>
              <a:ext cx="547370" cy="139700"/>
            </a:xfrm>
            <a:custGeom>
              <a:avLst/>
              <a:gdLst/>
              <a:ahLst/>
              <a:cxnLst/>
              <a:rect l="l" t="t" r="r" b="b"/>
              <a:pathLst>
                <a:path w="547370" h="139700">
                  <a:moveTo>
                    <a:pt x="535910" y="0"/>
                  </a:moveTo>
                  <a:lnTo>
                    <a:pt x="530261" y="39043"/>
                  </a:lnTo>
                  <a:lnTo>
                    <a:pt x="486294" y="85573"/>
                  </a:lnTo>
                  <a:lnTo>
                    <a:pt x="448792" y="94426"/>
                  </a:lnTo>
                  <a:lnTo>
                    <a:pt x="414921" y="95092"/>
                  </a:lnTo>
                  <a:lnTo>
                    <a:pt x="378890" y="91263"/>
                  </a:lnTo>
                  <a:lnTo>
                    <a:pt x="337146" y="84754"/>
                  </a:lnTo>
                  <a:lnTo>
                    <a:pt x="286133" y="77382"/>
                  </a:lnTo>
                  <a:lnTo>
                    <a:pt x="222296" y="70961"/>
                  </a:lnTo>
                  <a:lnTo>
                    <a:pt x="151855" y="65849"/>
                  </a:lnTo>
                  <a:lnTo>
                    <a:pt x="105219" y="63444"/>
                  </a:lnTo>
                  <a:lnTo>
                    <a:pt x="61547" y="63114"/>
                  </a:lnTo>
                  <a:lnTo>
                    <a:pt x="0" y="64228"/>
                  </a:lnTo>
                  <a:lnTo>
                    <a:pt x="5183" y="124865"/>
                  </a:lnTo>
                  <a:lnTo>
                    <a:pt x="18996" y="127473"/>
                  </a:lnTo>
                  <a:lnTo>
                    <a:pt x="60830" y="133029"/>
                  </a:lnTo>
                  <a:lnTo>
                    <a:pt x="131273" y="138135"/>
                  </a:lnTo>
                  <a:lnTo>
                    <a:pt x="230914" y="139388"/>
                  </a:lnTo>
                  <a:lnTo>
                    <a:pt x="301009" y="137952"/>
                  </a:lnTo>
                  <a:lnTo>
                    <a:pt x="359527" y="135462"/>
                  </a:lnTo>
                  <a:lnTo>
                    <a:pt x="407700" y="131035"/>
                  </a:lnTo>
                  <a:lnTo>
                    <a:pt x="446765" y="123786"/>
                  </a:lnTo>
                  <a:lnTo>
                    <a:pt x="502508" y="97284"/>
                  </a:lnTo>
                  <a:lnTo>
                    <a:pt x="533251" y="70444"/>
                  </a:lnTo>
                  <a:lnTo>
                    <a:pt x="546978" y="51363"/>
                  </a:lnTo>
                  <a:lnTo>
                    <a:pt x="546820" y="30922"/>
                  </a:lnTo>
                  <a:lnTo>
                    <a:pt x="535910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817373" y="6117428"/>
              <a:ext cx="538480" cy="133350"/>
            </a:xfrm>
            <a:custGeom>
              <a:avLst/>
              <a:gdLst/>
              <a:ahLst/>
              <a:cxnLst/>
              <a:rect l="l" t="t" r="r" b="b"/>
              <a:pathLst>
                <a:path w="538479" h="133350">
                  <a:moveTo>
                    <a:pt x="0" y="111797"/>
                  </a:moveTo>
                  <a:lnTo>
                    <a:pt x="0" y="121347"/>
                  </a:lnTo>
                  <a:lnTo>
                    <a:pt x="18690" y="125884"/>
                  </a:lnTo>
                  <a:lnTo>
                    <a:pt x="43150" y="128589"/>
                  </a:lnTo>
                  <a:lnTo>
                    <a:pt x="89788" y="130533"/>
                  </a:lnTo>
                  <a:lnTo>
                    <a:pt x="175010" y="132791"/>
                  </a:lnTo>
                  <a:lnTo>
                    <a:pt x="246429" y="132811"/>
                  </a:lnTo>
                  <a:lnTo>
                    <a:pt x="312604" y="129658"/>
                  </a:lnTo>
                  <a:lnTo>
                    <a:pt x="371378" y="124038"/>
                  </a:lnTo>
                  <a:lnTo>
                    <a:pt x="389326" y="121347"/>
                  </a:lnTo>
                  <a:lnTo>
                    <a:pt x="249060" y="121347"/>
                  </a:lnTo>
                  <a:lnTo>
                    <a:pt x="152568" y="120725"/>
                  </a:lnTo>
                  <a:lnTo>
                    <a:pt x="73351" y="117345"/>
                  </a:lnTo>
                  <a:lnTo>
                    <a:pt x="19723" y="113579"/>
                  </a:lnTo>
                  <a:lnTo>
                    <a:pt x="0" y="111797"/>
                  </a:lnTo>
                  <a:close/>
                </a:path>
                <a:path w="538479" h="133350">
                  <a:moveTo>
                    <a:pt x="526795" y="51701"/>
                  </a:moveTo>
                  <a:lnTo>
                    <a:pt x="471047" y="93446"/>
                  </a:lnTo>
                  <a:lnTo>
                    <a:pt x="432939" y="106094"/>
                  </a:lnTo>
                  <a:lnTo>
                    <a:pt x="384306" y="114352"/>
                  </a:lnTo>
                  <a:lnTo>
                    <a:pt x="323548" y="119131"/>
                  </a:lnTo>
                  <a:lnTo>
                    <a:pt x="249060" y="121347"/>
                  </a:lnTo>
                  <a:lnTo>
                    <a:pt x="389326" y="121347"/>
                  </a:lnTo>
                  <a:lnTo>
                    <a:pt x="458095" y="108227"/>
                  </a:lnTo>
                  <a:lnTo>
                    <a:pt x="504764" y="82891"/>
                  </a:lnTo>
                  <a:lnTo>
                    <a:pt x="523546" y="60068"/>
                  </a:lnTo>
                  <a:lnTo>
                    <a:pt x="526795" y="51701"/>
                  </a:lnTo>
                  <a:close/>
                </a:path>
                <a:path w="538479" h="133350">
                  <a:moveTo>
                    <a:pt x="533721" y="0"/>
                  </a:moveTo>
                  <a:lnTo>
                    <a:pt x="534417" y="32075"/>
                  </a:lnTo>
                  <a:lnTo>
                    <a:pt x="526795" y="51701"/>
                  </a:lnTo>
                  <a:lnTo>
                    <a:pt x="535999" y="39922"/>
                  </a:lnTo>
                  <a:lnTo>
                    <a:pt x="538046" y="24044"/>
                  </a:lnTo>
                  <a:lnTo>
                    <a:pt x="533721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" name="object 122" descr=""/>
          <p:cNvGrpSpPr/>
          <p:nvPr/>
        </p:nvGrpSpPr>
        <p:grpSpPr>
          <a:xfrm>
            <a:off x="2718202" y="4517347"/>
            <a:ext cx="350520" cy="735330"/>
            <a:chOff x="2718202" y="4517347"/>
            <a:chExt cx="350520" cy="735330"/>
          </a:xfrm>
        </p:grpSpPr>
        <p:sp>
          <p:nvSpPr>
            <p:cNvPr id="123" name="object 123" descr=""/>
            <p:cNvSpPr/>
            <p:nvPr/>
          </p:nvSpPr>
          <p:spPr>
            <a:xfrm>
              <a:off x="2720241" y="4556669"/>
              <a:ext cx="348615" cy="695960"/>
            </a:xfrm>
            <a:custGeom>
              <a:avLst/>
              <a:gdLst/>
              <a:ahLst/>
              <a:cxnLst/>
              <a:rect l="l" t="t" r="r" b="b"/>
              <a:pathLst>
                <a:path w="348614" h="695960">
                  <a:moveTo>
                    <a:pt x="77593" y="0"/>
                  </a:moveTo>
                  <a:lnTo>
                    <a:pt x="43232" y="15621"/>
                  </a:lnTo>
                  <a:lnTo>
                    <a:pt x="0" y="61427"/>
                  </a:lnTo>
                  <a:lnTo>
                    <a:pt x="7882" y="238552"/>
                  </a:lnTo>
                  <a:lnTo>
                    <a:pt x="11625" y="336458"/>
                  </a:lnTo>
                  <a:lnTo>
                    <a:pt x="12230" y="390123"/>
                  </a:lnTo>
                  <a:lnTo>
                    <a:pt x="10701" y="434526"/>
                  </a:lnTo>
                  <a:lnTo>
                    <a:pt x="7980" y="485749"/>
                  </a:lnTo>
                  <a:lnTo>
                    <a:pt x="6919" y="535940"/>
                  </a:lnTo>
                  <a:lnTo>
                    <a:pt x="11362" y="584174"/>
                  </a:lnTo>
                  <a:lnTo>
                    <a:pt x="25151" y="629525"/>
                  </a:lnTo>
                  <a:lnTo>
                    <a:pt x="52772" y="659985"/>
                  </a:lnTo>
                  <a:lnTo>
                    <a:pt x="98438" y="681371"/>
                  </a:lnTo>
                  <a:lnTo>
                    <a:pt x="153710" y="693313"/>
                  </a:lnTo>
                  <a:lnTo>
                    <a:pt x="210154" y="695441"/>
                  </a:lnTo>
                  <a:lnTo>
                    <a:pt x="259332" y="687387"/>
                  </a:lnTo>
                  <a:lnTo>
                    <a:pt x="297871" y="666821"/>
                  </a:lnTo>
                  <a:lnTo>
                    <a:pt x="326766" y="633242"/>
                  </a:lnTo>
                  <a:lnTo>
                    <a:pt x="344121" y="589021"/>
                  </a:lnTo>
                  <a:lnTo>
                    <a:pt x="348038" y="536528"/>
                  </a:lnTo>
                  <a:lnTo>
                    <a:pt x="336618" y="478137"/>
                  </a:lnTo>
                  <a:lnTo>
                    <a:pt x="318459" y="425075"/>
                  </a:lnTo>
                  <a:lnTo>
                    <a:pt x="298068" y="369131"/>
                  </a:lnTo>
                  <a:lnTo>
                    <a:pt x="257893" y="262548"/>
                  </a:lnTo>
                  <a:lnTo>
                    <a:pt x="241759" y="218882"/>
                  </a:lnTo>
                  <a:lnTo>
                    <a:pt x="230694" y="186282"/>
                  </a:lnTo>
                  <a:lnTo>
                    <a:pt x="191522" y="58034"/>
                  </a:lnTo>
                  <a:lnTo>
                    <a:pt x="121038" y="14243"/>
                  </a:lnTo>
                  <a:lnTo>
                    <a:pt x="77593" y="0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2718202" y="4517347"/>
              <a:ext cx="348615" cy="695960"/>
            </a:xfrm>
            <a:custGeom>
              <a:avLst/>
              <a:gdLst/>
              <a:ahLst/>
              <a:cxnLst/>
              <a:rect l="l" t="t" r="r" b="b"/>
              <a:pathLst>
                <a:path w="348614" h="695960">
                  <a:moveTo>
                    <a:pt x="77593" y="0"/>
                  </a:moveTo>
                  <a:lnTo>
                    <a:pt x="43232" y="15621"/>
                  </a:lnTo>
                  <a:lnTo>
                    <a:pt x="0" y="61427"/>
                  </a:lnTo>
                  <a:lnTo>
                    <a:pt x="7882" y="238552"/>
                  </a:lnTo>
                  <a:lnTo>
                    <a:pt x="11625" y="336458"/>
                  </a:lnTo>
                  <a:lnTo>
                    <a:pt x="12230" y="390123"/>
                  </a:lnTo>
                  <a:lnTo>
                    <a:pt x="10701" y="434526"/>
                  </a:lnTo>
                  <a:lnTo>
                    <a:pt x="7982" y="485749"/>
                  </a:lnTo>
                  <a:lnTo>
                    <a:pt x="6923" y="535940"/>
                  </a:lnTo>
                  <a:lnTo>
                    <a:pt x="11366" y="584174"/>
                  </a:lnTo>
                  <a:lnTo>
                    <a:pt x="25151" y="629525"/>
                  </a:lnTo>
                  <a:lnTo>
                    <a:pt x="52772" y="659990"/>
                  </a:lnTo>
                  <a:lnTo>
                    <a:pt x="98438" y="681378"/>
                  </a:lnTo>
                  <a:lnTo>
                    <a:pt x="153710" y="693320"/>
                  </a:lnTo>
                  <a:lnTo>
                    <a:pt x="210154" y="695446"/>
                  </a:lnTo>
                  <a:lnTo>
                    <a:pt x="259332" y="687387"/>
                  </a:lnTo>
                  <a:lnTo>
                    <a:pt x="297871" y="666821"/>
                  </a:lnTo>
                  <a:lnTo>
                    <a:pt x="326766" y="633242"/>
                  </a:lnTo>
                  <a:lnTo>
                    <a:pt x="344121" y="589021"/>
                  </a:lnTo>
                  <a:lnTo>
                    <a:pt x="348038" y="536528"/>
                  </a:lnTo>
                  <a:lnTo>
                    <a:pt x="336618" y="478137"/>
                  </a:lnTo>
                  <a:lnTo>
                    <a:pt x="318459" y="425075"/>
                  </a:lnTo>
                  <a:lnTo>
                    <a:pt x="298068" y="369131"/>
                  </a:lnTo>
                  <a:lnTo>
                    <a:pt x="257893" y="262548"/>
                  </a:lnTo>
                  <a:lnTo>
                    <a:pt x="241759" y="218882"/>
                  </a:lnTo>
                  <a:lnTo>
                    <a:pt x="230694" y="186282"/>
                  </a:lnTo>
                  <a:lnTo>
                    <a:pt x="191522" y="58034"/>
                  </a:lnTo>
                  <a:lnTo>
                    <a:pt x="121038" y="14243"/>
                  </a:lnTo>
                  <a:lnTo>
                    <a:pt x="77593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2718204" y="4562446"/>
              <a:ext cx="27940" cy="259715"/>
            </a:xfrm>
            <a:custGeom>
              <a:avLst/>
              <a:gdLst/>
              <a:ahLst/>
              <a:cxnLst/>
              <a:rect l="l" t="t" r="r" b="b"/>
              <a:pathLst>
                <a:path w="27939" h="259714">
                  <a:moveTo>
                    <a:pt x="17800" y="0"/>
                  </a:moveTo>
                  <a:lnTo>
                    <a:pt x="12083" y="4010"/>
                  </a:lnTo>
                  <a:lnTo>
                    <a:pt x="0" y="16324"/>
                  </a:lnTo>
                  <a:lnTo>
                    <a:pt x="10512" y="259185"/>
                  </a:lnTo>
                  <a:lnTo>
                    <a:pt x="13207" y="254934"/>
                  </a:lnTo>
                  <a:lnTo>
                    <a:pt x="19104" y="241636"/>
                  </a:lnTo>
                  <a:lnTo>
                    <a:pt x="24922" y="218475"/>
                  </a:lnTo>
                  <a:lnTo>
                    <a:pt x="27381" y="184633"/>
                  </a:lnTo>
                  <a:lnTo>
                    <a:pt x="26996" y="152157"/>
                  </a:lnTo>
                  <a:lnTo>
                    <a:pt x="25869" y="122099"/>
                  </a:lnTo>
                  <a:lnTo>
                    <a:pt x="23103" y="77150"/>
                  </a:lnTo>
                  <a:lnTo>
                    <a:pt x="17800" y="0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" name="object 12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83303" y="4561391"/>
              <a:ext cx="101358" cy="241186"/>
            </a:xfrm>
            <a:prstGeom prst="rect">
              <a:avLst/>
            </a:prstGeom>
          </p:spPr>
        </p:pic>
      </p:grpSp>
      <p:grpSp>
        <p:nvGrpSpPr>
          <p:cNvPr id="127" name="object 127" descr=""/>
          <p:cNvGrpSpPr/>
          <p:nvPr/>
        </p:nvGrpSpPr>
        <p:grpSpPr>
          <a:xfrm>
            <a:off x="1012722" y="4620597"/>
            <a:ext cx="903605" cy="626110"/>
            <a:chOff x="1012722" y="4620597"/>
            <a:chExt cx="903605" cy="626110"/>
          </a:xfrm>
        </p:grpSpPr>
        <p:sp>
          <p:nvSpPr>
            <p:cNvPr id="128" name="object 128" descr=""/>
            <p:cNvSpPr/>
            <p:nvPr/>
          </p:nvSpPr>
          <p:spPr>
            <a:xfrm>
              <a:off x="1019327" y="4620597"/>
              <a:ext cx="896619" cy="602615"/>
            </a:xfrm>
            <a:custGeom>
              <a:avLst/>
              <a:gdLst/>
              <a:ahLst/>
              <a:cxnLst/>
              <a:rect l="l" t="t" r="r" b="b"/>
              <a:pathLst>
                <a:path w="896619" h="602614">
                  <a:moveTo>
                    <a:pt x="835649" y="0"/>
                  </a:moveTo>
                  <a:lnTo>
                    <a:pt x="819129" y="4417"/>
                  </a:lnTo>
                  <a:lnTo>
                    <a:pt x="805828" y="8889"/>
                  </a:lnTo>
                  <a:lnTo>
                    <a:pt x="769807" y="24906"/>
                  </a:lnTo>
                  <a:lnTo>
                    <a:pt x="747795" y="33285"/>
                  </a:lnTo>
                  <a:lnTo>
                    <a:pt x="730787" y="36762"/>
                  </a:lnTo>
                  <a:lnTo>
                    <a:pt x="709779" y="38072"/>
                  </a:lnTo>
                  <a:lnTo>
                    <a:pt x="680727" y="38995"/>
                  </a:lnTo>
                  <a:lnTo>
                    <a:pt x="648299" y="37657"/>
                  </a:lnTo>
                  <a:lnTo>
                    <a:pt x="617331" y="31267"/>
                  </a:lnTo>
                  <a:lnTo>
                    <a:pt x="592662" y="17036"/>
                  </a:lnTo>
                  <a:lnTo>
                    <a:pt x="571790" y="5316"/>
                  </a:lnTo>
                  <a:lnTo>
                    <a:pt x="551066" y="3676"/>
                  </a:lnTo>
                  <a:lnTo>
                    <a:pt x="535189" y="6680"/>
                  </a:lnTo>
                  <a:lnTo>
                    <a:pt x="528853" y="8889"/>
                  </a:lnTo>
                  <a:lnTo>
                    <a:pt x="545319" y="97809"/>
                  </a:lnTo>
                  <a:lnTo>
                    <a:pt x="549701" y="150266"/>
                  </a:lnTo>
                  <a:lnTo>
                    <a:pt x="518225" y="227930"/>
                  </a:lnTo>
                  <a:lnTo>
                    <a:pt x="460845" y="285532"/>
                  </a:lnTo>
                  <a:lnTo>
                    <a:pt x="417392" y="317232"/>
                  </a:lnTo>
                  <a:lnTo>
                    <a:pt x="369123" y="348563"/>
                  </a:lnTo>
                  <a:lnTo>
                    <a:pt x="319807" y="377799"/>
                  </a:lnTo>
                  <a:lnTo>
                    <a:pt x="273213" y="403214"/>
                  </a:lnTo>
                  <a:lnTo>
                    <a:pt x="233111" y="423080"/>
                  </a:lnTo>
                  <a:lnTo>
                    <a:pt x="159508" y="446303"/>
                  </a:lnTo>
                  <a:lnTo>
                    <a:pt x="108891" y="455327"/>
                  </a:lnTo>
                  <a:lnTo>
                    <a:pt x="59828" y="468639"/>
                  </a:lnTo>
                  <a:lnTo>
                    <a:pt x="20728" y="492135"/>
                  </a:lnTo>
                  <a:lnTo>
                    <a:pt x="0" y="531711"/>
                  </a:lnTo>
                  <a:lnTo>
                    <a:pt x="11020" y="549470"/>
                  </a:lnTo>
                  <a:lnTo>
                    <a:pt x="46527" y="567206"/>
                  </a:lnTo>
                  <a:lnTo>
                    <a:pt x="101211" y="582569"/>
                  </a:lnTo>
                  <a:lnTo>
                    <a:pt x="169764" y="593207"/>
                  </a:lnTo>
                  <a:lnTo>
                    <a:pt x="214988" y="597365"/>
                  </a:lnTo>
                  <a:lnTo>
                    <a:pt x="265289" y="600693"/>
                  </a:lnTo>
                  <a:lnTo>
                    <a:pt x="318975" y="602314"/>
                  </a:lnTo>
                  <a:lnTo>
                    <a:pt x="374350" y="601348"/>
                  </a:lnTo>
                  <a:lnTo>
                    <a:pt x="429720" y="596919"/>
                  </a:lnTo>
                  <a:lnTo>
                    <a:pt x="483391" y="588149"/>
                  </a:lnTo>
                  <a:lnTo>
                    <a:pt x="533669" y="574160"/>
                  </a:lnTo>
                  <a:lnTo>
                    <a:pt x="586602" y="558996"/>
                  </a:lnTo>
                  <a:lnTo>
                    <a:pt x="646207" y="546922"/>
                  </a:lnTo>
                  <a:lnTo>
                    <a:pt x="707758" y="537393"/>
                  </a:lnTo>
                  <a:lnTo>
                    <a:pt x="766527" y="529867"/>
                  </a:lnTo>
                  <a:lnTo>
                    <a:pt x="817788" y="523796"/>
                  </a:lnTo>
                  <a:lnTo>
                    <a:pt x="856812" y="518638"/>
                  </a:lnTo>
                  <a:lnTo>
                    <a:pt x="878873" y="513848"/>
                  </a:lnTo>
                  <a:lnTo>
                    <a:pt x="893348" y="488717"/>
                  </a:lnTo>
                  <a:lnTo>
                    <a:pt x="896464" y="440134"/>
                  </a:lnTo>
                  <a:lnTo>
                    <a:pt x="890786" y="383174"/>
                  </a:lnTo>
                  <a:lnTo>
                    <a:pt x="878873" y="332911"/>
                  </a:lnTo>
                  <a:lnTo>
                    <a:pt x="869099" y="302779"/>
                  </a:lnTo>
                  <a:lnTo>
                    <a:pt x="857277" y="262131"/>
                  </a:lnTo>
                  <a:lnTo>
                    <a:pt x="845354" y="213791"/>
                  </a:lnTo>
                  <a:lnTo>
                    <a:pt x="835281" y="160584"/>
                  </a:lnTo>
                  <a:lnTo>
                    <a:pt x="829007" y="105333"/>
                  </a:lnTo>
                  <a:lnTo>
                    <a:pt x="828480" y="50863"/>
                  </a:lnTo>
                  <a:lnTo>
                    <a:pt x="835649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012710" y="4629498"/>
              <a:ext cx="903605" cy="617220"/>
            </a:xfrm>
            <a:custGeom>
              <a:avLst/>
              <a:gdLst/>
              <a:ahLst/>
              <a:cxnLst/>
              <a:rect l="l" t="t" r="r" b="b"/>
              <a:pathLst>
                <a:path w="903605" h="617220">
                  <a:moveTo>
                    <a:pt x="812444" y="0"/>
                  </a:moveTo>
                  <a:lnTo>
                    <a:pt x="767181" y="20523"/>
                  </a:lnTo>
                  <a:lnTo>
                    <a:pt x="729894" y="28206"/>
                  </a:lnTo>
                  <a:lnTo>
                    <a:pt x="680580" y="23825"/>
                  </a:lnTo>
                  <a:lnTo>
                    <a:pt x="599274" y="8140"/>
                  </a:lnTo>
                  <a:lnTo>
                    <a:pt x="607529" y="91173"/>
                  </a:lnTo>
                  <a:lnTo>
                    <a:pt x="611428" y="141160"/>
                  </a:lnTo>
                  <a:lnTo>
                    <a:pt x="612013" y="178206"/>
                  </a:lnTo>
                  <a:lnTo>
                    <a:pt x="610298" y="222389"/>
                  </a:lnTo>
                  <a:lnTo>
                    <a:pt x="606361" y="275107"/>
                  </a:lnTo>
                  <a:lnTo>
                    <a:pt x="602361" y="320814"/>
                  </a:lnTo>
                  <a:lnTo>
                    <a:pt x="602449" y="354164"/>
                  </a:lnTo>
                  <a:lnTo>
                    <a:pt x="610793" y="369824"/>
                  </a:lnTo>
                  <a:lnTo>
                    <a:pt x="643890" y="372046"/>
                  </a:lnTo>
                  <a:lnTo>
                    <a:pt x="700684" y="369252"/>
                  </a:lnTo>
                  <a:lnTo>
                    <a:pt x="759028" y="362280"/>
                  </a:lnTo>
                  <a:lnTo>
                    <a:pt x="796810" y="351942"/>
                  </a:lnTo>
                  <a:lnTo>
                    <a:pt x="804760" y="337896"/>
                  </a:lnTo>
                  <a:lnTo>
                    <a:pt x="807135" y="309892"/>
                  </a:lnTo>
                  <a:lnTo>
                    <a:pt x="806119" y="269062"/>
                  </a:lnTo>
                  <a:lnTo>
                    <a:pt x="803948" y="216535"/>
                  </a:lnTo>
                  <a:lnTo>
                    <a:pt x="802805" y="153428"/>
                  </a:lnTo>
                  <a:lnTo>
                    <a:pt x="804900" y="80873"/>
                  </a:lnTo>
                  <a:lnTo>
                    <a:pt x="812444" y="0"/>
                  </a:lnTo>
                  <a:close/>
                </a:path>
                <a:path w="903605" h="617220">
                  <a:moveTo>
                    <a:pt x="903236" y="473684"/>
                  </a:moveTo>
                  <a:lnTo>
                    <a:pt x="843851" y="470916"/>
                  </a:lnTo>
                  <a:lnTo>
                    <a:pt x="796607" y="473862"/>
                  </a:lnTo>
                  <a:lnTo>
                    <a:pt x="736790" y="486029"/>
                  </a:lnTo>
                  <a:lnTo>
                    <a:pt x="639699" y="510908"/>
                  </a:lnTo>
                  <a:lnTo>
                    <a:pt x="577189" y="528332"/>
                  </a:lnTo>
                  <a:lnTo>
                    <a:pt x="487845" y="555917"/>
                  </a:lnTo>
                  <a:lnTo>
                    <a:pt x="451446" y="565569"/>
                  </a:lnTo>
                  <a:lnTo>
                    <a:pt x="414197" y="572122"/>
                  </a:lnTo>
                  <a:lnTo>
                    <a:pt x="371322" y="575335"/>
                  </a:lnTo>
                  <a:lnTo>
                    <a:pt x="318046" y="574941"/>
                  </a:lnTo>
                  <a:lnTo>
                    <a:pt x="153162" y="562406"/>
                  </a:lnTo>
                  <a:lnTo>
                    <a:pt x="59016" y="544969"/>
                  </a:lnTo>
                  <a:lnTo>
                    <a:pt x="16535" y="529501"/>
                  </a:lnTo>
                  <a:lnTo>
                    <a:pt x="6604" y="522820"/>
                  </a:lnTo>
                  <a:lnTo>
                    <a:pt x="0" y="531622"/>
                  </a:lnTo>
                  <a:lnTo>
                    <a:pt x="33629" y="576427"/>
                  </a:lnTo>
                  <a:lnTo>
                    <a:pt x="88531" y="593559"/>
                  </a:lnTo>
                  <a:lnTo>
                    <a:pt x="126250" y="601484"/>
                  </a:lnTo>
                  <a:lnTo>
                    <a:pt x="171665" y="608279"/>
                  </a:lnTo>
                  <a:lnTo>
                    <a:pt x="225450" y="613422"/>
                  </a:lnTo>
                  <a:lnTo>
                    <a:pt x="288239" y="616381"/>
                  </a:lnTo>
                  <a:lnTo>
                    <a:pt x="360667" y="616635"/>
                  </a:lnTo>
                  <a:lnTo>
                    <a:pt x="430707" y="612609"/>
                  </a:lnTo>
                  <a:lnTo>
                    <a:pt x="488048" y="604062"/>
                  </a:lnTo>
                  <a:lnTo>
                    <a:pt x="535940" y="592531"/>
                  </a:lnTo>
                  <a:lnTo>
                    <a:pt x="577621" y="579513"/>
                  </a:lnTo>
                  <a:lnTo>
                    <a:pt x="616331" y="566521"/>
                  </a:lnTo>
                  <a:lnTo>
                    <a:pt x="655307" y="555066"/>
                  </a:lnTo>
                  <a:lnTo>
                    <a:pt x="697788" y="546658"/>
                  </a:lnTo>
                  <a:lnTo>
                    <a:pt x="697788" y="584314"/>
                  </a:lnTo>
                  <a:lnTo>
                    <a:pt x="903236" y="569861"/>
                  </a:lnTo>
                  <a:lnTo>
                    <a:pt x="903236" y="473684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0" name="object 130" descr=""/>
          <p:cNvGrpSpPr/>
          <p:nvPr/>
        </p:nvGrpSpPr>
        <p:grpSpPr>
          <a:xfrm>
            <a:off x="3794412" y="4653787"/>
            <a:ext cx="502284" cy="603885"/>
            <a:chOff x="3794412" y="4653787"/>
            <a:chExt cx="502284" cy="603885"/>
          </a:xfrm>
        </p:grpSpPr>
        <p:sp>
          <p:nvSpPr>
            <p:cNvPr id="131" name="object 131" descr=""/>
            <p:cNvSpPr/>
            <p:nvPr/>
          </p:nvSpPr>
          <p:spPr>
            <a:xfrm>
              <a:off x="3795982" y="4653787"/>
              <a:ext cx="499745" cy="583565"/>
            </a:xfrm>
            <a:custGeom>
              <a:avLst/>
              <a:gdLst/>
              <a:ahLst/>
              <a:cxnLst/>
              <a:rect l="l" t="t" r="r" b="b"/>
              <a:pathLst>
                <a:path w="499745" h="583564">
                  <a:moveTo>
                    <a:pt x="44708" y="0"/>
                  </a:moveTo>
                  <a:lnTo>
                    <a:pt x="21951" y="15279"/>
                  </a:lnTo>
                  <a:lnTo>
                    <a:pt x="13124" y="52537"/>
                  </a:lnTo>
                  <a:lnTo>
                    <a:pt x="11821" y="244600"/>
                  </a:lnTo>
                  <a:lnTo>
                    <a:pt x="10082" y="353502"/>
                  </a:lnTo>
                  <a:lnTo>
                    <a:pt x="6734" y="419635"/>
                  </a:lnTo>
                  <a:lnTo>
                    <a:pt x="601" y="483393"/>
                  </a:lnTo>
                  <a:lnTo>
                    <a:pt x="0" y="541671"/>
                  </a:lnTo>
                  <a:lnTo>
                    <a:pt x="14840" y="570952"/>
                  </a:lnTo>
                  <a:lnTo>
                    <a:pt x="46320" y="581010"/>
                  </a:lnTo>
                  <a:lnTo>
                    <a:pt x="95635" y="581621"/>
                  </a:lnTo>
                  <a:lnTo>
                    <a:pt x="143346" y="581518"/>
                  </a:lnTo>
                  <a:lnTo>
                    <a:pt x="268310" y="582707"/>
                  </a:lnTo>
                  <a:lnTo>
                    <a:pt x="330785" y="583079"/>
                  </a:lnTo>
                  <a:lnTo>
                    <a:pt x="383404" y="582688"/>
                  </a:lnTo>
                  <a:lnTo>
                    <a:pt x="454153" y="573444"/>
                  </a:lnTo>
                  <a:lnTo>
                    <a:pt x="499564" y="537192"/>
                  </a:lnTo>
                  <a:lnTo>
                    <a:pt x="496921" y="510848"/>
                  </a:lnTo>
                  <a:lnTo>
                    <a:pt x="478010" y="483371"/>
                  </a:lnTo>
                  <a:lnTo>
                    <a:pt x="451027" y="454797"/>
                  </a:lnTo>
                  <a:lnTo>
                    <a:pt x="417841" y="420365"/>
                  </a:lnTo>
                  <a:lnTo>
                    <a:pt x="380317" y="375313"/>
                  </a:lnTo>
                  <a:lnTo>
                    <a:pt x="350093" y="332635"/>
                  </a:lnTo>
                  <a:lnTo>
                    <a:pt x="321851" y="287467"/>
                  </a:lnTo>
                  <a:lnTo>
                    <a:pt x="296644" y="241013"/>
                  </a:lnTo>
                  <a:lnTo>
                    <a:pt x="275529" y="194479"/>
                  </a:lnTo>
                  <a:lnTo>
                    <a:pt x="259558" y="149070"/>
                  </a:lnTo>
                  <a:lnTo>
                    <a:pt x="249787" y="105991"/>
                  </a:lnTo>
                  <a:lnTo>
                    <a:pt x="240169" y="56838"/>
                  </a:lnTo>
                  <a:lnTo>
                    <a:pt x="229749" y="30441"/>
                  </a:lnTo>
                  <a:lnTo>
                    <a:pt x="217737" y="21592"/>
                  </a:lnTo>
                  <a:lnTo>
                    <a:pt x="203349" y="25083"/>
                  </a:lnTo>
                  <a:lnTo>
                    <a:pt x="99230" y="4125"/>
                  </a:lnTo>
                  <a:lnTo>
                    <a:pt x="44708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3794404" y="4671116"/>
              <a:ext cx="502284" cy="586740"/>
            </a:xfrm>
            <a:custGeom>
              <a:avLst/>
              <a:gdLst/>
              <a:ahLst/>
              <a:cxnLst/>
              <a:rect l="l" t="t" r="r" b="b"/>
              <a:pathLst>
                <a:path w="502285" h="586739">
                  <a:moveTo>
                    <a:pt x="288709" y="461137"/>
                  </a:moveTo>
                  <a:lnTo>
                    <a:pt x="287350" y="444614"/>
                  </a:lnTo>
                  <a:lnTo>
                    <a:pt x="281368" y="407428"/>
                  </a:lnTo>
                  <a:lnTo>
                    <a:pt x="260794" y="291833"/>
                  </a:lnTo>
                  <a:lnTo>
                    <a:pt x="248869" y="223812"/>
                  </a:lnTo>
                  <a:lnTo>
                    <a:pt x="237591" y="155892"/>
                  </a:lnTo>
                  <a:lnTo>
                    <a:pt x="228320" y="93256"/>
                  </a:lnTo>
                  <a:lnTo>
                    <a:pt x="222351" y="41122"/>
                  </a:lnTo>
                  <a:lnTo>
                    <a:pt x="221030" y="4660"/>
                  </a:lnTo>
                  <a:lnTo>
                    <a:pt x="174066" y="1676"/>
                  </a:lnTo>
                  <a:lnTo>
                    <a:pt x="155016" y="0"/>
                  </a:lnTo>
                  <a:lnTo>
                    <a:pt x="162826" y="85928"/>
                  </a:lnTo>
                  <a:lnTo>
                    <a:pt x="167627" y="140893"/>
                  </a:lnTo>
                  <a:lnTo>
                    <a:pt x="171373" y="188607"/>
                  </a:lnTo>
                  <a:lnTo>
                    <a:pt x="176060" y="252755"/>
                  </a:lnTo>
                  <a:lnTo>
                    <a:pt x="180365" y="323773"/>
                  </a:lnTo>
                  <a:lnTo>
                    <a:pt x="184797" y="391274"/>
                  </a:lnTo>
                  <a:lnTo>
                    <a:pt x="191643" y="443890"/>
                  </a:lnTo>
                  <a:lnTo>
                    <a:pt x="203174" y="470281"/>
                  </a:lnTo>
                  <a:lnTo>
                    <a:pt x="224180" y="476084"/>
                  </a:lnTo>
                  <a:lnTo>
                    <a:pt x="251675" y="475488"/>
                  </a:lnTo>
                  <a:lnTo>
                    <a:pt x="276301" y="469988"/>
                  </a:lnTo>
                  <a:lnTo>
                    <a:pt x="288709" y="461137"/>
                  </a:lnTo>
                  <a:close/>
                </a:path>
                <a:path w="502285" h="586739">
                  <a:moveTo>
                    <a:pt x="501662" y="551307"/>
                  </a:moveTo>
                  <a:lnTo>
                    <a:pt x="500951" y="546354"/>
                  </a:lnTo>
                  <a:lnTo>
                    <a:pt x="499110" y="533654"/>
                  </a:lnTo>
                  <a:lnTo>
                    <a:pt x="498500" y="529424"/>
                  </a:lnTo>
                  <a:lnTo>
                    <a:pt x="489585" y="529945"/>
                  </a:lnTo>
                  <a:lnTo>
                    <a:pt x="432562" y="532549"/>
                  </a:lnTo>
                  <a:lnTo>
                    <a:pt x="393941" y="533654"/>
                  </a:lnTo>
                  <a:lnTo>
                    <a:pt x="355625" y="533374"/>
                  </a:lnTo>
                  <a:lnTo>
                    <a:pt x="317017" y="531406"/>
                  </a:lnTo>
                  <a:lnTo>
                    <a:pt x="221945" y="525195"/>
                  </a:lnTo>
                  <a:lnTo>
                    <a:pt x="0" y="513588"/>
                  </a:lnTo>
                  <a:lnTo>
                    <a:pt x="0" y="586447"/>
                  </a:lnTo>
                  <a:lnTo>
                    <a:pt x="242938" y="586447"/>
                  </a:lnTo>
                  <a:lnTo>
                    <a:pt x="243281" y="573316"/>
                  </a:lnTo>
                  <a:lnTo>
                    <a:pt x="249720" y="574840"/>
                  </a:lnTo>
                  <a:lnTo>
                    <a:pt x="315302" y="581444"/>
                  </a:lnTo>
                  <a:lnTo>
                    <a:pt x="361315" y="581456"/>
                  </a:lnTo>
                  <a:lnTo>
                    <a:pt x="409498" y="572858"/>
                  </a:lnTo>
                  <a:lnTo>
                    <a:pt x="481596" y="553694"/>
                  </a:lnTo>
                  <a:lnTo>
                    <a:pt x="480987" y="553669"/>
                  </a:lnTo>
                  <a:lnTo>
                    <a:pt x="487045" y="552932"/>
                  </a:lnTo>
                  <a:lnTo>
                    <a:pt x="496379" y="551599"/>
                  </a:lnTo>
                  <a:lnTo>
                    <a:pt x="501662" y="551307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" name="object 133" descr=""/>
          <p:cNvGrpSpPr/>
          <p:nvPr/>
        </p:nvGrpSpPr>
        <p:grpSpPr>
          <a:xfrm>
            <a:off x="5985483" y="5870408"/>
            <a:ext cx="691515" cy="537210"/>
            <a:chOff x="5985483" y="5870408"/>
            <a:chExt cx="691515" cy="537210"/>
          </a:xfrm>
        </p:grpSpPr>
        <p:sp>
          <p:nvSpPr>
            <p:cNvPr id="134" name="object 134" descr=""/>
            <p:cNvSpPr/>
            <p:nvPr/>
          </p:nvSpPr>
          <p:spPr>
            <a:xfrm>
              <a:off x="5985483" y="5870408"/>
              <a:ext cx="691515" cy="527050"/>
            </a:xfrm>
            <a:custGeom>
              <a:avLst/>
              <a:gdLst/>
              <a:ahLst/>
              <a:cxnLst/>
              <a:rect l="l" t="t" r="r" b="b"/>
              <a:pathLst>
                <a:path w="691515" h="527050">
                  <a:moveTo>
                    <a:pt x="443817" y="0"/>
                  </a:moveTo>
                  <a:lnTo>
                    <a:pt x="419563" y="15871"/>
                  </a:lnTo>
                  <a:lnTo>
                    <a:pt x="389694" y="53256"/>
                  </a:lnTo>
                  <a:lnTo>
                    <a:pt x="355596" y="101656"/>
                  </a:lnTo>
                  <a:lnTo>
                    <a:pt x="318660" y="150571"/>
                  </a:lnTo>
                  <a:lnTo>
                    <a:pt x="280273" y="189502"/>
                  </a:lnTo>
                  <a:lnTo>
                    <a:pt x="238752" y="222020"/>
                  </a:lnTo>
                  <a:lnTo>
                    <a:pt x="193405" y="257164"/>
                  </a:lnTo>
                  <a:lnTo>
                    <a:pt x="147102" y="292636"/>
                  </a:lnTo>
                  <a:lnTo>
                    <a:pt x="102712" y="326134"/>
                  </a:lnTo>
                  <a:lnTo>
                    <a:pt x="63107" y="355360"/>
                  </a:lnTo>
                  <a:lnTo>
                    <a:pt x="23014" y="390781"/>
                  </a:lnTo>
                  <a:lnTo>
                    <a:pt x="4221" y="420754"/>
                  </a:lnTo>
                  <a:lnTo>
                    <a:pt x="0" y="446238"/>
                  </a:lnTo>
                  <a:lnTo>
                    <a:pt x="3621" y="468195"/>
                  </a:lnTo>
                  <a:lnTo>
                    <a:pt x="52951" y="497665"/>
                  </a:lnTo>
                  <a:lnTo>
                    <a:pt x="101790" y="511227"/>
                  </a:lnTo>
                  <a:lnTo>
                    <a:pt x="160059" y="521560"/>
                  </a:lnTo>
                  <a:lnTo>
                    <a:pt x="222743" y="526825"/>
                  </a:lnTo>
                  <a:lnTo>
                    <a:pt x="284828" y="525188"/>
                  </a:lnTo>
                  <a:lnTo>
                    <a:pt x="341248" y="512599"/>
                  </a:lnTo>
                  <a:lnTo>
                    <a:pt x="390902" y="489468"/>
                  </a:lnTo>
                  <a:lnTo>
                    <a:pt x="434731" y="460637"/>
                  </a:lnTo>
                  <a:lnTo>
                    <a:pt x="473680" y="430954"/>
                  </a:lnTo>
                  <a:lnTo>
                    <a:pt x="508690" y="405262"/>
                  </a:lnTo>
                  <a:lnTo>
                    <a:pt x="540705" y="388407"/>
                  </a:lnTo>
                  <a:lnTo>
                    <a:pt x="594588" y="368314"/>
                  </a:lnTo>
                  <a:lnTo>
                    <a:pt x="639505" y="348379"/>
                  </a:lnTo>
                  <a:lnTo>
                    <a:pt x="671351" y="329131"/>
                  </a:lnTo>
                  <a:lnTo>
                    <a:pt x="686020" y="311100"/>
                  </a:lnTo>
                  <a:lnTo>
                    <a:pt x="689563" y="277513"/>
                  </a:lnTo>
                  <a:lnTo>
                    <a:pt x="691474" y="216730"/>
                  </a:lnTo>
                  <a:lnTo>
                    <a:pt x="689965" y="147332"/>
                  </a:lnTo>
                  <a:lnTo>
                    <a:pt x="683250" y="87896"/>
                  </a:lnTo>
                  <a:lnTo>
                    <a:pt x="669538" y="57003"/>
                  </a:lnTo>
                  <a:lnTo>
                    <a:pt x="649013" y="50506"/>
                  </a:lnTo>
                  <a:lnTo>
                    <a:pt x="631211" y="52073"/>
                  </a:lnTo>
                  <a:lnTo>
                    <a:pt x="615029" y="54207"/>
                  </a:lnTo>
                  <a:lnTo>
                    <a:pt x="599362" y="49412"/>
                  </a:lnTo>
                  <a:lnTo>
                    <a:pt x="571950" y="35199"/>
                  </a:lnTo>
                  <a:lnTo>
                    <a:pt x="529086" y="18144"/>
                  </a:lnTo>
                  <a:lnTo>
                    <a:pt x="482474" y="4370"/>
                  </a:lnTo>
                  <a:lnTo>
                    <a:pt x="443817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6085142" y="6111201"/>
              <a:ext cx="592455" cy="274955"/>
            </a:xfrm>
            <a:custGeom>
              <a:avLst/>
              <a:gdLst/>
              <a:ahLst/>
              <a:cxnLst/>
              <a:rect l="l" t="t" r="r" b="b"/>
              <a:pathLst>
                <a:path w="592454" h="274954">
                  <a:moveTo>
                    <a:pt x="591416" y="0"/>
                  </a:moveTo>
                  <a:lnTo>
                    <a:pt x="516479" y="41808"/>
                  </a:lnTo>
                  <a:lnTo>
                    <a:pt x="472451" y="67262"/>
                  </a:lnTo>
                  <a:lnTo>
                    <a:pt x="408553" y="110572"/>
                  </a:lnTo>
                  <a:lnTo>
                    <a:pt x="338514" y="164589"/>
                  </a:lnTo>
                  <a:lnTo>
                    <a:pt x="294209" y="195098"/>
                  </a:lnTo>
                  <a:lnTo>
                    <a:pt x="245681" y="221262"/>
                  </a:lnTo>
                  <a:lnTo>
                    <a:pt x="194402" y="238072"/>
                  </a:lnTo>
                  <a:lnTo>
                    <a:pt x="141849" y="240516"/>
                  </a:lnTo>
                  <a:lnTo>
                    <a:pt x="75215" y="228802"/>
                  </a:lnTo>
                  <a:lnTo>
                    <a:pt x="31395" y="215539"/>
                  </a:lnTo>
                  <a:lnTo>
                    <a:pt x="7340" y="204680"/>
                  </a:lnTo>
                  <a:lnTo>
                    <a:pt x="0" y="200182"/>
                  </a:lnTo>
                  <a:lnTo>
                    <a:pt x="21976" y="241344"/>
                  </a:lnTo>
                  <a:lnTo>
                    <a:pt x="41405" y="262828"/>
                  </a:lnTo>
                  <a:lnTo>
                    <a:pt x="69180" y="271619"/>
                  </a:lnTo>
                  <a:lnTo>
                    <a:pt x="116195" y="274703"/>
                  </a:lnTo>
                  <a:lnTo>
                    <a:pt x="163415" y="272831"/>
                  </a:lnTo>
                  <a:lnTo>
                    <a:pt x="209504" y="263545"/>
                  </a:lnTo>
                  <a:lnTo>
                    <a:pt x="255755" y="247502"/>
                  </a:lnTo>
                  <a:lnTo>
                    <a:pt x="303464" y="225359"/>
                  </a:lnTo>
                  <a:lnTo>
                    <a:pt x="353926" y="197774"/>
                  </a:lnTo>
                  <a:lnTo>
                    <a:pt x="427855" y="154488"/>
                  </a:lnTo>
                  <a:lnTo>
                    <a:pt x="505560" y="108161"/>
                  </a:lnTo>
                  <a:lnTo>
                    <a:pt x="591856" y="56165"/>
                  </a:lnTo>
                  <a:lnTo>
                    <a:pt x="591416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5986160" y="6167369"/>
              <a:ext cx="690880" cy="240029"/>
            </a:xfrm>
            <a:custGeom>
              <a:avLst/>
              <a:gdLst/>
              <a:ahLst/>
              <a:cxnLst/>
              <a:rect l="l" t="t" r="r" b="b"/>
              <a:pathLst>
                <a:path w="690879" h="240029">
                  <a:moveTo>
                    <a:pt x="690832" y="0"/>
                  </a:moveTo>
                  <a:lnTo>
                    <a:pt x="598990" y="45231"/>
                  </a:lnTo>
                  <a:lnTo>
                    <a:pt x="520612" y="87040"/>
                  </a:lnTo>
                  <a:lnTo>
                    <a:pt x="452976" y="128551"/>
                  </a:lnTo>
                  <a:lnTo>
                    <a:pt x="403296" y="161021"/>
                  </a:lnTo>
                  <a:lnTo>
                    <a:pt x="358280" y="183465"/>
                  </a:lnTo>
                  <a:lnTo>
                    <a:pt x="311421" y="197671"/>
                  </a:lnTo>
                  <a:lnTo>
                    <a:pt x="256217" y="205428"/>
                  </a:lnTo>
                  <a:lnTo>
                    <a:pt x="201867" y="202329"/>
                  </a:lnTo>
                  <a:lnTo>
                    <a:pt x="158248" y="185769"/>
                  </a:lnTo>
                  <a:lnTo>
                    <a:pt x="119845" y="160232"/>
                  </a:lnTo>
                  <a:lnTo>
                    <a:pt x="81144" y="130205"/>
                  </a:lnTo>
                  <a:lnTo>
                    <a:pt x="49363" y="107544"/>
                  </a:lnTo>
                  <a:lnTo>
                    <a:pt x="30329" y="102799"/>
                  </a:lnTo>
                  <a:lnTo>
                    <a:pt x="16447" y="118497"/>
                  </a:lnTo>
                  <a:lnTo>
                    <a:pt x="120" y="157167"/>
                  </a:lnTo>
                  <a:lnTo>
                    <a:pt x="0" y="173587"/>
                  </a:lnTo>
                  <a:lnTo>
                    <a:pt x="13149" y="189009"/>
                  </a:lnTo>
                  <a:lnTo>
                    <a:pt x="87270" y="216642"/>
                  </a:lnTo>
                  <a:lnTo>
                    <a:pt x="152245" y="228743"/>
                  </a:lnTo>
                  <a:lnTo>
                    <a:pt x="238501" y="239626"/>
                  </a:lnTo>
                  <a:lnTo>
                    <a:pt x="300199" y="239868"/>
                  </a:lnTo>
                  <a:lnTo>
                    <a:pt x="348539" y="228433"/>
                  </a:lnTo>
                  <a:lnTo>
                    <a:pt x="386654" y="208968"/>
                  </a:lnTo>
                  <a:lnTo>
                    <a:pt x="417678" y="185124"/>
                  </a:lnTo>
                  <a:lnTo>
                    <a:pt x="444744" y="160550"/>
                  </a:lnTo>
                  <a:lnTo>
                    <a:pt x="470986" y="138896"/>
                  </a:lnTo>
                  <a:lnTo>
                    <a:pt x="510432" y="116734"/>
                  </a:lnTo>
                  <a:lnTo>
                    <a:pt x="558838" y="95916"/>
                  </a:lnTo>
                  <a:lnTo>
                    <a:pt x="608050" y="76626"/>
                  </a:lnTo>
                  <a:lnTo>
                    <a:pt x="649914" y="59043"/>
                  </a:lnTo>
                  <a:lnTo>
                    <a:pt x="676278" y="43349"/>
                  </a:lnTo>
                  <a:lnTo>
                    <a:pt x="684692" y="35109"/>
                  </a:lnTo>
                  <a:lnTo>
                    <a:pt x="689013" y="27847"/>
                  </a:lnTo>
                  <a:lnTo>
                    <a:pt x="690605" y="17498"/>
                  </a:lnTo>
                  <a:lnTo>
                    <a:pt x="690832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7" name="object 137" descr=""/>
          <p:cNvGrpSpPr/>
          <p:nvPr/>
        </p:nvGrpSpPr>
        <p:grpSpPr>
          <a:xfrm>
            <a:off x="5164950" y="5816896"/>
            <a:ext cx="691515" cy="537210"/>
            <a:chOff x="5164950" y="5816896"/>
            <a:chExt cx="691515" cy="537210"/>
          </a:xfrm>
        </p:grpSpPr>
        <p:sp>
          <p:nvSpPr>
            <p:cNvPr id="138" name="object 138" descr=""/>
            <p:cNvSpPr/>
            <p:nvPr/>
          </p:nvSpPr>
          <p:spPr>
            <a:xfrm>
              <a:off x="5164950" y="5816896"/>
              <a:ext cx="691515" cy="527050"/>
            </a:xfrm>
            <a:custGeom>
              <a:avLst/>
              <a:gdLst/>
              <a:ahLst/>
              <a:cxnLst/>
              <a:rect l="l" t="t" r="r" b="b"/>
              <a:pathLst>
                <a:path w="691514" h="527050">
                  <a:moveTo>
                    <a:pt x="443817" y="0"/>
                  </a:moveTo>
                  <a:lnTo>
                    <a:pt x="419563" y="15871"/>
                  </a:lnTo>
                  <a:lnTo>
                    <a:pt x="389694" y="53256"/>
                  </a:lnTo>
                  <a:lnTo>
                    <a:pt x="355596" y="101656"/>
                  </a:lnTo>
                  <a:lnTo>
                    <a:pt x="318660" y="150571"/>
                  </a:lnTo>
                  <a:lnTo>
                    <a:pt x="280273" y="189502"/>
                  </a:lnTo>
                  <a:lnTo>
                    <a:pt x="238752" y="222020"/>
                  </a:lnTo>
                  <a:lnTo>
                    <a:pt x="193405" y="257164"/>
                  </a:lnTo>
                  <a:lnTo>
                    <a:pt x="147102" y="292636"/>
                  </a:lnTo>
                  <a:lnTo>
                    <a:pt x="102712" y="326134"/>
                  </a:lnTo>
                  <a:lnTo>
                    <a:pt x="63107" y="355360"/>
                  </a:lnTo>
                  <a:lnTo>
                    <a:pt x="23014" y="390781"/>
                  </a:lnTo>
                  <a:lnTo>
                    <a:pt x="4221" y="420754"/>
                  </a:lnTo>
                  <a:lnTo>
                    <a:pt x="0" y="446238"/>
                  </a:lnTo>
                  <a:lnTo>
                    <a:pt x="3621" y="468195"/>
                  </a:lnTo>
                  <a:lnTo>
                    <a:pt x="52951" y="497665"/>
                  </a:lnTo>
                  <a:lnTo>
                    <a:pt x="101790" y="511227"/>
                  </a:lnTo>
                  <a:lnTo>
                    <a:pt x="160059" y="521560"/>
                  </a:lnTo>
                  <a:lnTo>
                    <a:pt x="222743" y="526825"/>
                  </a:lnTo>
                  <a:lnTo>
                    <a:pt x="284828" y="525188"/>
                  </a:lnTo>
                  <a:lnTo>
                    <a:pt x="341248" y="512599"/>
                  </a:lnTo>
                  <a:lnTo>
                    <a:pt x="390902" y="489468"/>
                  </a:lnTo>
                  <a:lnTo>
                    <a:pt x="434731" y="460637"/>
                  </a:lnTo>
                  <a:lnTo>
                    <a:pt x="473680" y="430954"/>
                  </a:lnTo>
                  <a:lnTo>
                    <a:pt x="508690" y="405262"/>
                  </a:lnTo>
                  <a:lnTo>
                    <a:pt x="540705" y="388407"/>
                  </a:lnTo>
                  <a:lnTo>
                    <a:pt x="594588" y="368314"/>
                  </a:lnTo>
                  <a:lnTo>
                    <a:pt x="639505" y="348379"/>
                  </a:lnTo>
                  <a:lnTo>
                    <a:pt x="671351" y="329131"/>
                  </a:lnTo>
                  <a:lnTo>
                    <a:pt x="686020" y="311100"/>
                  </a:lnTo>
                  <a:lnTo>
                    <a:pt x="689563" y="277513"/>
                  </a:lnTo>
                  <a:lnTo>
                    <a:pt x="691474" y="216730"/>
                  </a:lnTo>
                  <a:lnTo>
                    <a:pt x="689965" y="147332"/>
                  </a:lnTo>
                  <a:lnTo>
                    <a:pt x="683250" y="87896"/>
                  </a:lnTo>
                  <a:lnTo>
                    <a:pt x="669538" y="57003"/>
                  </a:lnTo>
                  <a:lnTo>
                    <a:pt x="649013" y="50506"/>
                  </a:lnTo>
                  <a:lnTo>
                    <a:pt x="631211" y="52073"/>
                  </a:lnTo>
                  <a:lnTo>
                    <a:pt x="615029" y="54207"/>
                  </a:lnTo>
                  <a:lnTo>
                    <a:pt x="599362" y="49412"/>
                  </a:lnTo>
                  <a:lnTo>
                    <a:pt x="571950" y="35199"/>
                  </a:lnTo>
                  <a:lnTo>
                    <a:pt x="529086" y="18144"/>
                  </a:lnTo>
                  <a:lnTo>
                    <a:pt x="482474" y="4370"/>
                  </a:lnTo>
                  <a:lnTo>
                    <a:pt x="443817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5264609" y="6057687"/>
              <a:ext cx="592455" cy="274955"/>
            </a:xfrm>
            <a:custGeom>
              <a:avLst/>
              <a:gdLst/>
              <a:ahLst/>
              <a:cxnLst/>
              <a:rect l="l" t="t" r="r" b="b"/>
              <a:pathLst>
                <a:path w="592454" h="274954">
                  <a:moveTo>
                    <a:pt x="591416" y="0"/>
                  </a:moveTo>
                  <a:lnTo>
                    <a:pt x="516479" y="41808"/>
                  </a:lnTo>
                  <a:lnTo>
                    <a:pt x="472451" y="67262"/>
                  </a:lnTo>
                  <a:lnTo>
                    <a:pt x="408553" y="110572"/>
                  </a:lnTo>
                  <a:lnTo>
                    <a:pt x="338514" y="164589"/>
                  </a:lnTo>
                  <a:lnTo>
                    <a:pt x="294209" y="195098"/>
                  </a:lnTo>
                  <a:lnTo>
                    <a:pt x="245681" y="221262"/>
                  </a:lnTo>
                  <a:lnTo>
                    <a:pt x="194402" y="238072"/>
                  </a:lnTo>
                  <a:lnTo>
                    <a:pt x="141849" y="240516"/>
                  </a:lnTo>
                  <a:lnTo>
                    <a:pt x="75215" y="228802"/>
                  </a:lnTo>
                  <a:lnTo>
                    <a:pt x="31395" y="215539"/>
                  </a:lnTo>
                  <a:lnTo>
                    <a:pt x="7340" y="204680"/>
                  </a:lnTo>
                  <a:lnTo>
                    <a:pt x="0" y="200182"/>
                  </a:lnTo>
                  <a:lnTo>
                    <a:pt x="21976" y="241344"/>
                  </a:lnTo>
                  <a:lnTo>
                    <a:pt x="41405" y="262828"/>
                  </a:lnTo>
                  <a:lnTo>
                    <a:pt x="69180" y="271619"/>
                  </a:lnTo>
                  <a:lnTo>
                    <a:pt x="116195" y="274703"/>
                  </a:lnTo>
                  <a:lnTo>
                    <a:pt x="163415" y="272831"/>
                  </a:lnTo>
                  <a:lnTo>
                    <a:pt x="209504" y="263545"/>
                  </a:lnTo>
                  <a:lnTo>
                    <a:pt x="255755" y="247502"/>
                  </a:lnTo>
                  <a:lnTo>
                    <a:pt x="303464" y="225359"/>
                  </a:lnTo>
                  <a:lnTo>
                    <a:pt x="353926" y="197774"/>
                  </a:lnTo>
                  <a:lnTo>
                    <a:pt x="427855" y="154488"/>
                  </a:lnTo>
                  <a:lnTo>
                    <a:pt x="505560" y="108161"/>
                  </a:lnTo>
                  <a:lnTo>
                    <a:pt x="591856" y="56165"/>
                  </a:lnTo>
                  <a:lnTo>
                    <a:pt x="591416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5165627" y="6113856"/>
              <a:ext cx="690880" cy="240029"/>
            </a:xfrm>
            <a:custGeom>
              <a:avLst/>
              <a:gdLst/>
              <a:ahLst/>
              <a:cxnLst/>
              <a:rect l="l" t="t" r="r" b="b"/>
              <a:pathLst>
                <a:path w="690879" h="240029">
                  <a:moveTo>
                    <a:pt x="690832" y="0"/>
                  </a:moveTo>
                  <a:lnTo>
                    <a:pt x="598990" y="45235"/>
                  </a:lnTo>
                  <a:lnTo>
                    <a:pt x="520612" y="87044"/>
                  </a:lnTo>
                  <a:lnTo>
                    <a:pt x="452976" y="128551"/>
                  </a:lnTo>
                  <a:lnTo>
                    <a:pt x="403296" y="161021"/>
                  </a:lnTo>
                  <a:lnTo>
                    <a:pt x="358278" y="183465"/>
                  </a:lnTo>
                  <a:lnTo>
                    <a:pt x="311417" y="197671"/>
                  </a:lnTo>
                  <a:lnTo>
                    <a:pt x="256207" y="205428"/>
                  </a:lnTo>
                  <a:lnTo>
                    <a:pt x="201863" y="202329"/>
                  </a:lnTo>
                  <a:lnTo>
                    <a:pt x="158246" y="185769"/>
                  </a:lnTo>
                  <a:lnTo>
                    <a:pt x="119845" y="160232"/>
                  </a:lnTo>
                  <a:lnTo>
                    <a:pt x="81144" y="130205"/>
                  </a:lnTo>
                  <a:lnTo>
                    <a:pt x="49363" y="107544"/>
                  </a:lnTo>
                  <a:lnTo>
                    <a:pt x="30329" y="102799"/>
                  </a:lnTo>
                  <a:lnTo>
                    <a:pt x="16447" y="118497"/>
                  </a:lnTo>
                  <a:lnTo>
                    <a:pt x="120" y="157167"/>
                  </a:lnTo>
                  <a:lnTo>
                    <a:pt x="0" y="173587"/>
                  </a:lnTo>
                  <a:lnTo>
                    <a:pt x="13149" y="189009"/>
                  </a:lnTo>
                  <a:lnTo>
                    <a:pt x="87270" y="216642"/>
                  </a:lnTo>
                  <a:lnTo>
                    <a:pt x="152245" y="228743"/>
                  </a:lnTo>
                  <a:lnTo>
                    <a:pt x="238501" y="239626"/>
                  </a:lnTo>
                  <a:lnTo>
                    <a:pt x="300199" y="239868"/>
                  </a:lnTo>
                  <a:lnTo>
                    <a:pt x="348539" y="228433"/>
                  </a:lnTo>
                  <a:lnTo>
                    <a:pt x="386654" y="208968"/>
                  </a:lnTo>
                  <a:lnTo>
                    <a:pt x="417678" y="185124"/>
                  </a:lnTo>
                  <a:lnTo>
                    <a:pt x="444744" y="160550"/>
                  </a:lnTo>
                  <a:lnTo>
                    <a:pt x="470986" y="138896"/>
                  </a:lnTo>
                  <a:lnTo>
                    <a:pt x="510432" y="116734"/>
                  </a:lnTo>
                  <a:lnTo>
                    <a:pt x="558838" y="95916"/>
                  </a:lnTo>
                  <a:lnTo>
                    <a:pt x="608050" y="76626"/>
                  </a:lnTo>
                  <a:lnTo>
                    <a:pt x="649914" y="59043"/>
                  </a:lnTo>
                  <a:lnTo>
                    <a:pt x="676278" y="43349"/>
                  </a:lnTo>
                  <a:lnTo>
                    <a:pt x="684692" y="35109"/>
                  </a:lnTo>
                  <a:lnTo>
                    <a:pt x="689013" y="27847"/>
                  </a:lnTo>
                  <a:lnTo>
                    <a:pt x="690605" y="17498"/>
                  </a:lnTo>
                  <a:lnTo>
                    <a:pt x="690832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141" descr=""/>
          <p:cNvGrpSpPr/>
          <p:nvPr/>
        </p:nvGrpSpPr>
        <p:grpSpPr>
          <a:xfrm>
            <a:off x="1920127" y="6141217"/>
            <a:ext cx="630555" cy="516255"/>
            <a:chOff x="1920127" y="6141217"/>
            <a:chExt cx="630555" cy="516255"/>
          </a:xfrm>
        </p:grpSpPr>
        <p:sp>
          <p:nvSpPr>
            <p:cNvPr id="142" name="object 142" descr=""/>
            <p:cNvSpPr/>
            <p:nvPr/>
          </p:nvSpPr>
          <p:spPr>
            <a:xfrm>
              <a:off x="1927027" y="6141217"/>
              <a:ext cx="623570" cy="509270"/>
            </a:xfrm>
            <a:custGeom>
              <a:avLst/>
              <a:gdLst/>
              <a:ahLst/>
              <a:cxnLst/>
              <a:rect l="l" t="t" r="r" b="b"/>
              <a:pathLst>
                <a:path w="623569" h="509270">
                  <a:moveTo>
                    <a:pt x="459308" y="0"/>
                  </a:moveTo>
                  <a:lnTo>
                    <a:pt x="427493" y="3110"/>
                  </a:lnTo>
                  <a:lnTo>
                    <a:pt x="396609" y="22844"/>
                  </a:lnTo>
                  <a:lnTo>
                    <a:pt x="363981" y="58124"/>
                  </a:lnTo>
                  <a:lnTo>
                    <a:pt x="326936" y="107871"/>
                  </a:lnTo>
                  <a:lnTo>
                    <a:pt x="301461" y="136379"/>
                  </a:lnTo>
                  <a:lnTo>
                    <a:pt x="262663" y="171687"/>
                  </a:lnTo>
                  <a:lnTo>
                    <a:pt x="215644" y="210866"/>
                  </a:lnTo>
                  <a:lnTo>
                    <a:pt x="165510" y="250992"/>
                  </a:lnTo>
                  <a:lnTo>
                    <a:pt x="117365" y="289137"/>
                  </a:lnTo>
                  <a:lnTo>
                    <a:pt x="76313" y="322375"/>
                  </a:lnTo>
                  <a:lnTo>
                    <a:pt x="47457" y="347779"/>
                  </a:lnTo>
                  <a:lnTo>
                    <a:pt x="17909" y="385313"/>
                  </a:lnTo>
                  <a:lnTo>
                    <a:pt x="2385" y="422193"/>
                  </a:lnTo>
                  <a:lnTo>
                    <a:pt x="0" y="452551"/>
                  </a:lnTo>
                  <a:lnTo>
                    <a:pt x="9867" y="470519"/>
                  </a:lnTo>
                  <a:lnTo>
                    <a:pt x="30567" y="479655"/>
                  </a:lnTo>
                  <a:lnTo>
                    <a:pt x="68686" y="491540"/>
                  </a:lnTo>
                  <a:lnTo>
                    <a:pt x="119643" y="502525"/>
                  </a:lnTo>
                  <a:lnTo>
                    <a:pt x="178863" y="508959"/>
                  </a:lnTo>
                  <a:lnTo>
                    <a:pt x="241766" y="507193"/>
                  </a:lnTo>
                  <a:lnTo>
                    <a:pt x="303774" y="493576"/>
                  </a:lnTo>
                  <a:lnTo>
                    <a:pt x="365076" y="464785"/>
                  </a:lnTo>
                  <a:lnTo>
                    <a:pt x="408474" y="430990"/>
                  </a:lnTo>
                  <a:lnTo>
                    <a:pt x="439333" y="396326"/>
                  </a:lnTo>
                  <a:lnTo>
                    <a:pt x="463016" y="364928"/>
                  </a:lnTo>
                  <a:lnTo>
                    <a:pt x="484889" y="340932"/>
                  </a:lnTo>
                  <a:lnTo>
                    <a:pt x="518665" y="318043"/>
                  </a:lnTo>
                  <a:lnTo>
                    <a:pt x="556565" y="297860"/>
                  </a:lnTo>
                  <a:lnTo>
                    <a:pt x="588774" y="282168"/>
                  </a:lnTo>
                  <a:lnTo>
                    <a:pt x="605482" y="272756"/>
                  </a:lnTo>
                  <a:lnTo>
                    <a:pt x="612154" y="241338"/>
                  </a:lnTo>
                  <a:lnTo>
                    <a:pt x="619037" y="178340"/>
                  </a:lnTo>
                  <a:lnTo>
                    <a:pt x="623484" y="113605"/>
                  </a:lnTo>
                  <a:lnTo>
                    <a:pt x="622853" y="76981"/>
                  </a:lnTo>
                  <a:lnTo>
                    <a:pt x="614586" y="69357"/>
                  </a:lnTo>
                  <a:lnTo>
                    <a:pt x="601677" y="68979"/>
                  </a:lnTo>
                  <a:lnTo>
                    <a:pt x="589783" y="71754"/>
                  </a:lnTo>
                  <a:lnTo>
                    <a:pt x="584561" y="73589"/>
                  </a:lnTo>
                  <a:lnTo>
                    <a:pt x="564328" y="61502"/>
                  </a:lnTo>
                  <a:lnTo>
                    <a:pt x="532403" y="38121"/>
                  </a:lnTo>
                  <a:lnTo>
                    <a:pt x="495244" y="14078"/>
                  </a:lnTo>
                  <a:lnTo>
                    <a:pt x="459308" y="0"/>
                  </a:lnTo>
                  <a:close/>
                </a:path>
              </a:pathLst>
            </a:custGeom>
            <a:solidFill>
              <a:srgbClr val="A29DA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987591" y="6368758"/>
              <a:ext cx="554355" cy="282575"/>
            </a:xfrm>
            <a:custGeom>
              <a:avLst/>
              <a:gdLst/>
              <a:ahLst/>
              <a:cxnLst/>
              <a:rect l="l" t="t" r="r" b="b"/>
              <a:pathLst>
                <a:path w="554355" h="282575">
                  <a:moveTo>
                    <a:pt x="554108" y="0"/>
                  </a:moveTo>
                  <a:lnTo>
                    <a:pt x="492734" y="19198"/>
                  </a:lnTo>
                  <a:lnTo>
                    <a:pt x="436239" y="54024"/>
                  </a:lnTo>
                  <a:lnTo>
                    <a:pt x="380511" y="115294"/>
                  </a:lnTo>
                  <a:lnTo>
                    <a:pt x="347241" y="160063"/>
                  </a:lnTo>
                  <a:lnTo>
                    <a:pt x="314206" y="193256"/>
                  </a:lnTo>
                  <a:lnTo>
                    <a:pt x="279873" y="216982"/>
                  </a:lnTo>
                  <a:lnTo>
                    <a:pt x="242708" y="233351"/>
                  </a:lnTo>
                  <a:lnTo>
                    <a:pt x="201176" y="244471"/>
                  </a:lnTo>
                  <a:lnTo>
                    <a:pt x="153744" y="252453"/>
                  </a:lnTo>
                  <a:lnTo>
                    <a:pt x="86769" y="253877"/>
                  </a:lnTo>
                  <a:lnTo>
                    <a:pt x="38666" y="243060"/>
                  </a:lnTo>
                  <a:lnTo>
                    <a:pt x="9665" y="229361"/>
                  </a:lnTo>
                  <a:lnTo>
                    <a:pt x="0" y="222139"/>
                  </a:lnTo>
                  <a:lnTo>
                    <a:pt x="10763" y="229938"/>
                  </a:lnTo>
                  <a:lnTo>
                    <a:pt x="38693" y="247889"/>
                  </a:lnTo>
                  <a:lnTo>
                    <a:pt x="77247" y="267820"/>
                  </a:lnTo>
                  <a:lnTo>
                    <a:pt x="119881" y="281562"/>
                  </a:lnTo>
                  <a:lnTo>
                    <a:pt x="160946" y="282273"/>
                  </a:lnTo>
                  <a:lnTo>
                    <a:pt x="210881" y="273435"/>
                  </a:lnTo>
                  <a:lnTo>
                    <a:pt x="261780" y="257604"/>
                  </a:lnTo>
                  <a:lnTo>
                    <a:pt x="305734" y="237339"/>
                  </a:lnTo>
                  <a:lnTo>
                    <a:pt x="334837" y="215197"/>
                  </a:lnTo>
                  <a:lnTo>
                    <a:pt x="362546" y="184588"/>
                  </a:lnTo>
                  <a:lnTo>
                    <a:pt x="395008" y="151888"/>
                  </a:lnTo>
                  <a:lnTo>
                    <a:pt x="427659" y="122435"/>
                  </a:lnTo>
                  <a:lnTo>
                    <a:pt x="455933" y="101567"/>
                  </a:lnTo>
                  <a:lnTo>
                    <a:pt x="511717" y="69503"/>
                  </a:lnTo>
                  <a:lnTo>
                    <a:pt x="534501" y="55193"/>
                  </a:lnTo>
                  <a:lnTo>
                    <a:pt x="544915" y="45213"/>
                  </a:lnTo>
                  <a:lnTo>
                    <a:pt x="546549" y="39241"/>
                  </a:lnTo>
                  <a:lnTo>
                    <a:pt x="548051" y="32540"/>
                  </a:lnTo>
                  <a:lnTo>
                    <a:pt x="554108" y="0"/>
                  </a:lnTo>
                  <a:close/>
                </a:path>
              </a:pathLst>
            </a:custGeom>
            <a:solidFill>
              <a:srgbClr val="F3E9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920127" y="6413976"/>
              <a:ext cx="612775" cy="243204"/>
            </a:xfrm>
            <a:custGeom>
              <a:avLst/>
              <a:gdLst/>
              <a:ahLst/>
              <a:cxnLst/>
              <a:rect l="l" t="t" r="r" b="b"/>
              <a:pathLst>
                <a:path w="612775" h="243204">
                  <a:moveTo>
                    <a:pt x="612376" y="0"/>
                  </a:moveTo>
                  <a:lnTo>
                    <a:pt x="523772" y="46333"/>
                  </a:lnTo>
                  <a:lnTo>
                    <a:pt x="484491" y="70628"/>
                  </a:lnTo>
                  <a:lnTo>
                    <a:pt x="453927" y="97078"/>
                  </a:lnTo>
                  <a:lnTo>
                    <a:pt x="410068" y="154529"/>
                  </a:lnTo>
                  <a:lnTo>
                    <a:pt x="385284" y="176897"/>
                  </a:lnTo>
                  <a:lnTo>
                    <a:pt x="345124" y="195876"/>
                  </a:lnTo>
                  <a:lnTo>
                    <a:pt x="296737" y="210704"/>
                  </a:lnTo>
                  <a:lnTo>
                    <a:pt x="247272" y="220622"/>
                  </a:lnTo>
                  <a:lnTo>
                    <a:pt x="203876" y="224872"/>
                  </a:lnTo>
                  <a:lnTo>
                    <a:pt x="158559" y="221889"/>
                  </a:lnTo>
                  <a:lnTo>
                    <a:pt x="119677" y="209953"/>
                  </a:lnTo>
                  <a:lnTo>
                    <a:pt x="90387" y="188940"/>
                  </a:lnTo>
                  <a:lnTo>
                    <a:pt x="73848" y="158728"/>
                  </a:lnTo>
                  <a:lnTo>
                    <a:pt x="59297" y="135333"/>
                  </a:lnTo>
                  <a:lnTo>
                    <a:pt x="20084" y="136083"/>
                  </a:lnTo>
                  <a:lnTo>
                    <a:pt x="0" y="176985"/>
                  </a:lnTo>
                  <a:lnTo>
                    <a:pt x="5337" y="192234"/>
                  </a:lnTo>
                  <a:lnTo>
                    <a:pt x="65408" y="220887"/>
                  </a:lnTo>
                  <a:lnTo>
                    <a:pt x="117674" y="233576"/>
                  </a:lnTo>
                  <a:lnTo>
                    <a:pt x="177619" y="241838"/>
                  </a:lnTo>
                  <a:lnTo>
                    <a:pt x="239886" y="243170"/>
                  </a:lnTo>
                  <a:lnTo>
                    <a:pt x="299119" y="235071"/>
                  </a:lnTo>
                  <a:lnTo>
                    <a:pt x="355682" y="215121"/>
                  </a:lnTo>
                  <a:lnTo>
                    <a:pt x="395746" y="189253"/>
                  </a:lnTo>
                  <a:lnTo>
                    <a:pt x="426239" y="159304"/>
                  </a:lnTo>
                  <a:lnTo>
                    <a:pt x="454092" y="127110"/>
                  </a:lnTo>
                  <a:lnTo>
                    <a:pt x="486234" y="94510"/>
                  </a:lnTo>
                  <a:lnTo>
                    <a:pt x="522380" y="63325"/>
                  </a:lnTo>
                  <a:lnTo>
                    <a:pt x="546678" y="46230"/>
                  </a:lnTo>
                  <a:lnTo>
                    <a:pt x="570154" y="37194"/>
                  </a:lnTo>
                  <a:lnTo>
                    <a:pt x="603832" y="30187"/>
                  </a:lnTo>
                  <a:lnTo>
                    <a:pt x="612376" y="0"/>
                  </a:lnTo>
                  <a:close/>
                </a:path>
              </a:pathLst>
            </a:custGeom>
            <a:solidFill>
              <a:srgbClr val="33303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5" name="object 145" descr=""/>
          <p:cNvGrpSpPr/>
          <p:nvPr/>
        </p:nvGrpSpPr>
        <p:grpSpPr>
          <a:xfrm>
            <a:off x="5397284" y="4579817"/>
            <a:ext cx="1285875" cy="765175"/>
            <a:chOff x="5397284" y="4579817"/>
            <a:chExt cx="1285875" cy="765175"/>
          </a:xfrm>
        </p:grpSpPr>
        <p:sp>
          <p:nvSpPr>
            <p:cNvPr id="146" name="object 146" descr=""/>
            <p:cNvSpPr/>
            <p:nvPr/>
          </p:nvSpPr>
          <p:spPr>
            <a:xfrm>
              <a:off x="5990039" y="4657854"/>
              <a:ext cx="692785" cy="654050"/>
            </a:xfrm>
            <a:custGeom>
              <a:avLst/>
              <a:gdLst/>
              <a:ahLst/>
              <a:cxnLst/>
              <a:rect l="l" t="t" r="r" b="b"/>
              <a:pathLst>
                <a:path w="692784" h="654050">
                  <a:moveTo>
                    <a:pt x="416567" y="0"/>
                  </a:moveTo>
                  <a:lnTo>
                    <a:pt x="414790" y="84948"/>
                  </a:lnTo>
                  <a:lnTo>
                    <a:pt x="412638" y="132811"/>
                  </a:lnTo>
                  <a:lnTo>
                    <a:pt x="401594" y="187648"/>
                  </a:lnTo>
                  <a:lnTo>
                    <a:pt x="354259" y="254194"/>
                  </a:lnTo>
                  <a:lnTo>
                    <a:pt x="312068" y="298534"/>
                  </a:lnTo>
                  <a:lnTo>
                    <a:pt x="264462" y="343619"/>
                  </a:lnTo>
                  <a:lnTo>
                    <a:pt x="216646" y="384477"/>
                  </a:lnTo>
                  <a:lnTo>
                    <a:pt x="173820" y="416133"/>
                  </a:lnTo>
                  <a:lnTo>
                    <a:pt x="137815" y="440945"/>
                  </a:lnTo>
                  <a:lnTo>
                    <a:pt x="98848" y="470510"/>
                  </a:lnTo>
                  <a:lnTo>
                    <a:pt x="61252" y="502849"/>
                  </a:lnTo>
                  <a:lnTo>
                    <a:pt x="29358" y="535977"/>
                  </a:lnTo>
                  <a:lnTo>
                    <a:pt x="7497" y="567914"/>
                  </a:lnTo>
                  <a:lnTo>
                    <a:pt x="0" y="596677"/>
                  </a:lnTo>
                  <a:lnTo>
                    <a:pt x="11197" y="620284"/>
                  </a:lnTo>
                  <a:lnTo>
                    <a:pt x="43870" y="640226"/>
                  </a:lnTo>
                  <a:lnTo>
                    <a:pt x="86204" y="650908"/>
                  </a:lnTo>
                  <a:lnTo>
                    <a:pt x="135680" y="653654"/>
                  </a:lnTo>
                  <a:lnTo>
                    <a:pt x="189779" y="649785"/>
                  </a:lnTo>
                  <a:lnTo>
                    <a:pt x="245984" y="640624"/>
                  </a:lnTo>
                  <a:lnTo>
                    <a:pt x="301776" y="627495"/>
                  </a:lnTo>
                  <a:lnTo>
                    <a:pt x="354635" y="611719"/>
                  </a:lnTo>
                  <a:lnTo>
                    <a:pt x="402044" y="594620"/>
                  </a:lnTo>
                  <a:lnTo>
                    <a:pt x="460497" y="564006"/>
                  </a:lnTo>
                  <a:lnTo>
                    <a:pt x="500561" y="529568"/>
                  </a:lnTo>
                  <a:lnTo>
                    <a:pt x="529747" y="494279"/>
                  </a:lnTo>
                  <a:lnTo>
                    <a:pt x="555565" y="461110"/>
                  </a:lnTo>
                  <a:lnTo>
                    <a:pt x="585525" y="433033"/>
                  </a:lnTo>
                  <a:lnTo>
                    <a:pt x="623539" y="405426"/>
                  </a:lnTo>
                  <a:lnTo>
                    <a:pt x="651243" y="383899"/>
                  </a:lnTo>
                  <a:lnTo>
                    <a:pt x="668640" y="368371"/>
                  </a:lnTo>
                  <a:lnTo>
                    <a:pt x="675732" y="358763"/>
                  </a:lnTo>
                  <a:lnTo>
                    <a:pt x="674489" y="337007"/>
                  </a:lnTo>
                  <a:lnTo>
                    <a:pt x="669833" y="293786"/>
                  </a:lnTo>
                  <a:lnTo>
                    <a:pt x="666192" y="242147"/>
                  </a:lnTo>
                  <a:lnTo>
                    <a:pt x="667994" y="195135"/>
                  </a:lnTo>
                  <a:lnTo>
                    <a:pt x="675204" y="149748"/>
                  </a:lnTo>
                  <a:lnTo>
                    <a:pt x="683277" y="102350"/>
                  </a:lnTo>
                  <a:lnTo>
                    <a:pt x="692569" y="49914"/>
                  </a:lnTo>
                  <a:lnTo>
                    <a:pt x="548826" y="46160"/>
                  </a:lnTo>
                  <a:lnTo>
                    <a:pt x="472161" y="39709"/>
                  </a:lnTo>
                  <a:lnTo>
                    <a:pt x="436700" y="25882"/>
                  </a:lnTo>
                  <a:lnTo>
                    <a:pt x="416567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986221" y="4698802"/>
              <a:ext cx="687070" cy="646430"/>
            </a:xfrm>
            <a:custGeom>
              <a:avLst/>
              <a:gdLst/>
              <a:ahLst/>
              <a:cxnLst/>
              <a:rect l="l" t="t" r="r" b="b"/>
              <a:pathLst>
                <a:path w="687070" h="646429">
                  <a:moveTo>
                    <a:pt x="674331" y="8216"/>
                  </a:moveTo>
                  <a:lnTo>
                    <a:pt x="562127" y="0"/>
                  </a:lnTo>
                  <a:lnTo>
                    <a:pt x="561632" y="75514"/>
                  </a:lnTo>
                  <a:lnTo>
                    <a:pt x="559854" y="122059"/>
                  </a:lnTo>
                  <a:lnTo>
                    <a:pt x="555358" y="158864"/>
                  </a:lnTo>
                  <a:lnTo>
                    <a:pt x="546709" y="205168"/>
                  </a:lnTo>
                  <a:lnTo>
                    <a:pt x="543801" y="252806"/>
                  </a:lnTo>
                  <a:lnTo>
                    <a:pt x="555675" y="281305"/>
                  </a:lnTo>
                  <a:lnTo>
                    <a:pt x="579450" y="291490"/>
                  </a:lnTo>
                  <a:lnTo>
                    <a:pt x="612292" y="284162"/>
                  </a:lnTo>
                  <a:lnTo>
                    <a:pt x="642975" y="250571"/>
                  </a:lnTo>
                  <a:lnTo>
                    <a:pt x="655078" y="169722"/>
                  </a:lnTo>
                  <a:lnTo>
                    <a:pt x="662203" y="101142"/>
                  </a:lnTo>
                  <a:lnTo>
                    <a:pt x="674331" y="8216"/>
                  </a:lnTo>
                  <a:close/>
                </a:path>
                <a:path w="687070" h="646429">
                  <a:moveTo>
                    <a:pt x="687031" y="353593"/>
                  </a:moveTo>
                  <a:lnTo>
                    <a:pt x="679538" y="317817"/>
                  </a:lnTo>
                  <a:lnTo>
                    <a:pt x="652932" y="325615"/>
                  </a:lnTo>
                  <a:lnTo>
                    <a:pt x="634809" y="333527"/>
                  </a:lnTo>
                  <a:lnTo>
                    <a:pt x="616851" y="346303"/>
                  </a:lnTo>
                  <a:lnTo>
                    <a:pt x="590702" y="368719"/>
                  </a:lnTo>
                  <a:lnTo>
                    <a:pt x="568121" y="390347"/>
                  </a:lnTo>
                  <a:lnTo>
                    <a:pt x="538835" y="420116"/>
                  </a:lnTo>
                  <a:lnTo>
                    <a:pt x="503948" y="454736"/>
                  </a:lnTo>
                  <a:lnTo>
                    <a:pt x="464553" y="490931"/>
                  </a:lnTo>
                  <a:lnTo>
                    <a:pt x="421741" y="525424"/>
                  </a:lnTo>
                  <a:lnTo>
                    <a:pt x="376605" y="554926"/>
                  </a:lnTo>
                  <a:lnTo>
                    <a:pt x="330276" y="576186"/>
                  </a:lnTo>
                  <a:lnTo>
                    <a:pt x="278460" y="588810"/>
                  </a:lnTo>
                  <a:lnTo>
                    <a:pt x="219697" y="594906"/>
                  </a:lnTo>
                  <a:lnTo>
                    <a:pt x="159219" y="594944"/>
                  </a:lnTo>
                  <a:lnTo>
                    <a:pt x="102298" y="589356"/>
                  </a:lnTo>
                  <a:lnTo>
                    <a:pt x="54190" y="578612"/>
                  </a:lnTo>
                  <a:lnTo>
                    <a:pt x="20116" y="563168"/>
                  </a:lnTo>
                  <a:lnTo>
                    <a:pt x="5359" y="543496"/>
                  </a:lnTo>
                  <a:lnTo>
                    <a:pt x="1346" y="576186"/>
                  </a:lnTo>
                  <a:lnTo>
                    <a:pt x="0" y="594309"/>
                  </a:lnTo>
                  <a:lnTo>
                    <a:pt x="1346" y="604329"/>
                  </a:lnTo>
                  <a:lnTo>
                    <a:pt x="5359" y="612749"/>
                  </a:lnTo>
                  <a:lnTo>
                    <a:pt x="49911" y="630301"/>
                  </a:lnTo>
                  <a:lnTo>
                    <a:pt x="94513" y="639140"/>
                  </a:lnTo>
                  <a:lnTo>
                    <a:pt x="148882" y="645134"/>
                  </a:lnTo>
                  <a:lnTo>
                    <a:pt x="209194" y="646087"/>
                  </a:lnTo>
                  <a:lnTo>
                    <a:pt x="271640" y="639813"/>
                  </a:lnTo>
                  <a:lnTo>
                    <a:pt x="344678" y="621969"/>
                  </a:lnTo>
                  <a:lnTo>
                    <a:pt x="402374" y="597789"/>
                  </a:lnTo>
                  <a:lnTo>
                    <a:pt x="447078" y="569531"/>
                  </a:lnTo>
                  <a:lnTo>
                    <a:pt x="481152" y="539496"/>
                  </a:lnTo>
                  <a:lnTo>
                    <a:pt x="506920" y="509930"/>
                  </a:lnTo>
                  <a:lnTo>
                    <a:pt x="542988" y="461416"/>
                  </a:lnTo>
                  <a:lnTo>
                    <a:pt x="566737" y="433463"/>
                  </a:lnTo>
                  <a:lnTo>
                    <a:pt x="584365" y="413931"/>
                  </a:lnTo>
                  <a:lnTo>
                    <a:pt x="599097" y="398716"/>
                  </a:lnTo>
                  <a:lnTo>
                    <a:pt x="621550" y="398716"/>
                  </a:lnTo>
                  <a:lnTo>
                    <a:pt x="687031" y="353593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 descr=""/>
            <p:cNvSpPr/>
            <p:nvPr/>
          </p:nvSpPr>
          <p:spPr>
            <a:xfrm>
              <a:off x="5397284" y="4579817"/>
              <a:ext cx="631190" cy="685165"/>
            </a:xfrm>
            <a:custGeom>
              <a:avLst/>
              <a:gdLst/>
              <a:ahLst/>
              <a:cxnLst/>
              <a:rect l="l" t="t" r="r" b="b"/>
              <a:pathLst>
                <a:path w="631189" h="685164">
                  <a:moveTo>
                    <a:pt x="367632" y="0"/>
                  </a:moveTo>
                  <a:lnTo>
                    <a:pt x="363434" y="116269"/>
                  </a:lnTo>
                  <a:lnTo>
                    <a:pt x="359609" y="179313"/>
                  </a:lnTo>
                  <a:lnTo>
                    <a:pt x="344345" y="233165"/>
                  </a:lnTo>
                  <a:lnTo>
                    <a:pt x="299630" y="289939"/>
                  </a:lnTo>
                  <a:lnTo>
                    <a:pt x="259553" y="335224"/>
                  </a:lnTo>
                  <a:lnTo>
                    <a:pt x="213486" y="385417"/>
                  </a:lnTo>
                  <a:lnTo>
                    <a:pt x="165799" y="435749"/>
                  </a:lnTo>
                  <a:lnTo>
                    <a:pt x="120858" y="481453"/>
                  </a:lnTo>
                  <a:lnTo>
                    <a:pt x="83032" y="517759"/>
                  </a:lnTo>
                  <a:lnTo>
                    <a:pt x="56689" y="539899"/>
                  </a:lnTo>
                  <a:lnTo>
                    <a:pt x="26416" y="566210"/>
                  </a:lnTo>
                  <a:lnTo>
                    <a:pt x="9528" y="590171"/>
                  </a:lnTo>
                  <a:lnTo>
                    <a:pt x="2049" y="610114"/>
                  </a:lnTo>
                  <a:lnTo>
                    <a:pt x="0" y="624368"/>
                  </a:lnTo>
                  <a:lnTo>
                    <a:pt x="9076" y="642627"/>
                  </a:lnTo>
                  <a:lnTo>
                    <a:pt x="35904" y="660973"/>
                  </a:lnTo>
                  <a:lnTo>
                    <a:pt x="76755" y="676213"/>
                  </a:lnTo>
                  <a:lnTo>
                    <a:pt x="127902" y="685156"/>
                  </a:lnTo>
                  <a:lnTo>
                    <a:pt x="185616" y="684610"/>
                  </a:lnTo>
                  <a:lnTo>
                    <a:pt x="246170" y="671382"/>
                  </a:lnTo>
                  <a:lnTo>
                    <a:pt x="307559" y="645762"/>
                  </a:lnTo>
                  <a:lnTo>
                    <a:pt x="352563" y="617341"/>
                  </a:lnTo>
                  <a:lnTo>
                    <a:pt x="385638" y="586344"/>
                  </a:lnTo>
                  <a:lnTo>
                    <a:pt x="411241" y="553000"/>
                  </a:lnTo>
                  <a:lnTo>
                    <a:pt x="433829" y="517533"/>
                  </a:lnTo>
                  <a:lnTo>
                    <a:pt x="477719" y="471996"/>
                  </a:lnTo>
                  <a:lnTo>
                    <a:pt x="533423" y="438135"/>
                  </a:lnTo>
                  <a:lnTo>
                    <a:pt x="583332" y="414449"/>
                  </a:lnTo>
                  <a:lnTo>
                    <a:pt x="609834" y="399432"/>
                  </a:lnTo>
                  <a:lnTo>
                    <a:pt x="613316" y="375844"/>
                  </a:lnTo>
                  <a:lnTo>
                    <a:pt x="611716" y="330132"/>
                  </a:lnTo>
                  <a:lnTo>
                    <a:pt x="608375" y="273054"/>
                  </a:lnTo>
                  <a:lnTo>
                    <a:pt x="606634" y="215370"/>
                  </a:lnTo>
                  <a:lnTo>
                    <a:pt x="609834" y="167837"/>
                  </a:lnTo>
                  <a:lnTo>
                    <a:pt x="615805" y="129241"/>
                  </a:lnTo>
                  <a:lnTo>
                    <a:pt x="622681" y="80204"/>
                  </a:lnTo>
                  <a:lnTo>
                    <a:pt x="630713" y="20166"/>
                  </a:lnTo>
                  <a:lnTo>
                    <a:pt x="494369" y="13054"/>
                  </a:lnTo>
                  <a:lnTo>
                    <a:pt x="421517" y="8583"/>
                  </a:lnTo>
                  <a:lnTo>
                    <a:pt x="387492" y="4862"/>
                  </a:lnTo>
                  <a:lnTo>
                    <a:pt x="367632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5397284" y="4596834"/>
              <a:ext cx="617220" cy="695325"/>
            </a:xfrm>
            <a:custGeom>
              <a:avLst/>
              <a:gdLst/>
              <a:ahLst/>
              <a:cxnLst/>
              <a:rect l="l" t="t" r="r" b="b"/>
              <a:pathLst>
                <a:path w="617220" h="695325">
                  <a:moveTo>
                    <a:pt x="612749" y="371144"/>
                  </a:moveTo>
                  <a:lnTo>
                    <a:pt x="542721" y="393725"/>
                  </a:lnTo>
                  <a:lnTo>
                    <a:pt x="502285" y="410502"/>
                  </a:lnTo>
                  <a:lnTo>
                    <a:pt x="448665" y="460044"/>
                  </a:lnTo>
                  <a:lnTo>
                    <a:pt x="407809" y="522554"/>
                  </a:lnTo>
                  <a:lnTo>
                    <a:pt x="382689" y="557834"/>
                  </a:lnTo>
                  <a:lnTo>
                    <a:pt x="348081" y="591858"/>
                  </a:lnTo>
                  <a:lnTo>
                    <a:pt x="299186" y="621677"/>
                  </a:lnTo>
                  <a:lnTo>
                    <a:pt x="231254" y="644359"/>
                  </a:lnTo>
                  <a:lnTo>
                    <a:pt x="157302" y="654989"/>
                  </a:lnTo>
                  <a:lnTo>
                    <a:pt x="93713" y="653351"/>
                  </a:lnTo>
                  <a:lnTo>
                    <a:pt x="43980" y="642683"/>
                  </a:lnTo>
                  <a:lnTo>
                    <a:pt x="11582" y="626262"/>
                  </a:lnTo>
                  <a:lnTo>
                    <a:pt x="0" y="607352"/>
                  </a:lnTo>
                  <a:lnTo>
                    <a:pt x="2108" y="632853"/>
                  </a:lnTo>
                  <a:lnTo>
                    <a:pt x="24980" y="669226"/>
                  </a:lnTo>
                  <a:lnTo>
                    <a:pt x="105346" y="691324"/>
                  </a:lnTo>
                  <a:lnTo>
                    <a:pt x="161709" y="694829"/>
                  </a:lnTo>
                  <a:lnTo>
                    <a:pt x="223837" y="688276"/>
                  </a:lnTo>
                  <a:lnTo>
                    <a:pt x="280809" y="673354"/>
                  </a:lnTo>
                  <a:lnTo>
                    <a:pt x="326097" y="653491"/>
                  </a:lnTo>
                  <a:lnTo>
                    <a:pt x="362407" y="627494"/>
                  </a:lnTo>
                  <a:lnTo>
                    <a:pt x="392455" y="594194"/>
                  </a:lnTo>
                  <a:lnTo>
                    <a:pt x="418998" y="552399"/>
                  </a:lnTo>
                  <a:lnTo>
                    <a:pt x="442620" y="511556"/>
                  </a:lnTo>
                  <a:lnTo>
                    <a:pt x="461797" y="480910"/>
                  </a:lnTo>
                  <a:lnTo>
                    <a:pt x="474687" y="461657"/>
                  </a:lnTo>
                  <a:lnTo>
                    <a:pt x="479399" y="454977"/>
                  </a:lnTo>
                  <a:lnTo>
                    <a:pt x="508508" y="465340"/>
                  </a:lnTo>
                  <a:lnTo>
                    <a:pt x="605650" y="410337"/>
                  </a:lnTo>
                  <a:lnTo>
                    <a:pt x="612749" y="371144"/>
                  </a:lnTo>
                  <a:close/>
                </a:path>
                <a:path w="617220" h="695325">
                  <a:moveTo>
                    <a:pt x="616966" y="2197"/>
                  </a:moveTo>
                  <a:lnTo>
                    <a:pt x="508800" y="0"/>
                  </a:lnTo>
                  <a:lnTo>
                    <a:pt x="514680" y="75247"/>
                  </a:lnTo>
                  <a:lnTo>
                    <a:pt x="516128" y="121932"/>
                  </a:lnTo>
                  <a:lnTo>
                    <a:pt x="512686" y="159486"/>
                  </a:lnTo>
                  <a:lnTo>
                    <a:pt x="503885" y="207352"/>
                  </a:lnTo>
                  <a:lnTo>
                    <a:pt x="498703" y="259791"/>
                  </a:lnTo>
                  <a:lnTo>
                    <a:pt x="506158" y="296164"/>
                  </a:lnTo>
                  <a:lnTo>
                    <a:pt x="525957" y="313563"/>
                  </a:lnTo>
                  <a:lnTo>
                    <a:pt x="557758" y="309105"/>
                  </a:lnTo>
                  <a:lnTo>
                    <a:pt x="585800" y="277279"/>
                  </a:lnTo>
                  <a:lnTo>
                    <a:pt x="595833" y="208686"/>
                  </a:lnTo>
                  <a:lnTo>
                    <a:pt x="599795" y="155651"/>
                  </a:lnTo>
                  <a:lnTo>
                    <a:pt x="606082" y="87477"/>
                  </a:lnTo>
                  <a:lnTo>
                    <a:pt x="616966" y="2197"/>
                  </a:lnTo>
                  <a:close/>
                </a:path>
              </a:pathLst>
            </a:custGeom>
            <a:solidFill>
              <a:srgbClr val="231D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0" name="object 150" descr=""/>
          <p:cNvGrpSpPr/>
          <p:nvPr/>
        </p:nvGrpSpPr>
        <p:grpSpPr>
          <a:xfrm>
            <a:off x="8965877" y="1800832"/>
            <a:ext cx="438784" cy="676275"/>
            <a:chOff x="8965877" y="1800832"/>
            <a:chExt cx="438784" cy="676275"/>
          </a:xfrm>
        </p:grpSpPr>
        <p:sp>
          <p:nvSpPr>
            <p:cNvPr id="151" name="object 151" descr=""/>
            <p:cNvSpPr/>
            <p:nvPr/>
          </p:nvSpPr>
          <p:spPr>
            <a:xfrm>
              <a:off x="8986852" y="1800832"/>
              <a:ext cx="417830" cy="669290"/>
            </a:xfrm>
            <a:custGeom>
              <a:avLst/>
              <a:gdLst/>
              <a:ahLst/>
              <a:cxnLst/>
              <a:rect l="l" t="t" r="r" b="b"/>
              <a:pathLst>
                <a:path w="417829" h="669289">
                  <a:moveTo>
                    <a:pt x="231653" y="0"/>
                  </a:moveTo>
                  <a:lnTo>
                    <a:pt x="218503" y="1961"/>
                  </a:lnTo>
                  <a:lnTo>
                    <a:pt x="207769" y="9408"/>
                  </a:lnTo>
                  <a:lnTo>
                    <a:pt x="201208" y="19068"/>
                  </a:lnTo>
                  <a:lnTo>
                    <a:pt x="192951" y="35398"/>
                  </a:lnTo>
                  <a:lnTo>
                    <a:pt x="146781" y="124091"/>
                  </a:lnTo>
                  <a:lnTo>
                    <a:pt x="115229" y="185673"/>
                  </a:lnTo>
                  <a:lnTo>
                    <a:pt x="82271" y="251560"/>
                  </a:lnTo>
                  <a:lnTo>
                    <a:pt x="51090" y="316361"/>
                  </a:lnTo>
                  <a:lnTo>
                    <a:pt x="24864" y="374687"/>
                  </a:lnTo>
                  <a:lnTo>
                    <a:pt x="6773" y="421148"/>
                  </a:lnTo>
                  <a:lnTo>
                    <a:pt x="0" y="450353"/>
                  </a:lnTo>
                  <a:lnTo>
                    <a:pt x="5616" y="481092"/>
                  </a:lnTo>
                  <a:lnTo>
                    <a:pt x="21537" y="521296"/>
                  </a:lnTo>
                  <a:lnTo>
                    <a:pt x="46137" y="565392"/>
                  </a:lnTo>
                  <a:lnTo>
                    <a:pt x="77791" y="607804"/>
                  </a:lnTo>
                  <a:lnTo>
                    <a:pt x="114876" y="642956"/>
                  </a:lnTo>
                  <a:lnTo>
                    <a:pt x="155768" y="665275"/>
                  </a:lnTo>
                  <a:lnTo>
                    <a:pt x="198842" y="669184"/>
                  </a:lnTo>
                  <a:lnTo>
                    <a:pt x="246753" y="660748"/>
                  </a:lnTo>
                  <a:lnTo>
                    <a:pt x="288218" y="650105"/>
                  </a:lnTo>
                  <a:lnTo>
                    <a:pt x="348903" y="610032"/>
                  </a:lnTo>
                  <a:lnTo>
                    <a:pt x="366675" y="574523"/>
                  </a:lnTo>
                  <a:lnTo>
                    <a:pt x="375098" y="524644"/>
                  </a:lnTo>
                  <a:lnTo>
                    <a:pt x="378689" y="478599"/>
                  </a:lnTo>
                  <a:lnTo>
                    <a:pt x="384283" y="420773"/>
                  </a:lnTo>
                  <a:lnTo>
                    <a:pt x="405562" y="219754"/>
                  </a:lnTo>
                  <a:lnTo>
                    <a:pt x="411645" y="157945"/>
                  </a:lnTo>
                  <a:lnTo>
                    <a:pt x="415970" y="105925"/>
                  </a:lnTo>
                  <a:lnTo>
                    <a:pt x="417783" y="68005"/>
                  </a:lnTo>
                  <a:lnTo>
                    <a:pt x="416332" y="48502"/>
                  </a:lnTo>
                  <a:lnTo>
                    <a:pt x="368832" y="25440"/>
                  </a:lnTo>
                  <a:lnTo>
                    <a:pt x="322525" y="22453"/>
                  </a:lnTo>
                  <a:lnTo>
                    <a:pt x="274799" y="16642"/>
                  </a:lnTo>
                  <a:lnTo>
                    <a:pt x="245458" y="6796"/>
                  </a:lnTo>
                  <a:lnTo>
                    <a:pt x="231653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8965877" y="2251187"/>
              <a:ext cx="396875" cy="226060"/>
            </a:xfrm>
            <a:custGeom>
              <a:avLst/>
              <a:gdLst/>
              <a:ahLst/>
              <a:cxnLst/>
              <a:rect l="l" t="t" r="r" b="b"/>
              <a:pathLst>
                <a:path w="396875" h="226060">
                  <a:moveTo>
                    <a:pt x="20973" y="0"/>
                  </a:moveTo>
                  <a:lnTo>
                    <a:pt x="8606" y="42590"/>
                  </a:lnTo>
                  <a:lnTo>
                    <a:pt x="2299" y="68177"/>
                  </a:lnTo>
                  <a:lnTo>
                    <a:pt x="86" y="87012"/>
                  </a:lnTo>
                  <a:lnTo>
                    <a:pt x="0" y="109347"/>
                  </a:lnTo>
                  <a:lnTo>
                    <a:pt x="7165" y="138230"/>
                  </a:lnTo>
                  <a:lnTo>
                    <a:pt x="30720" y="167973"/>
                  </a:lnTo>
                  <a:lnTo>
                    <a:pt x="74738" y="195746"/>
                  </a:lnTo>
                  <a:lnTo>
                    <a:pt x="143294" y="218715"/>
                  </a:lnTo>
                  <a:lnTo>
                    <a:pt x="210630" y="225852"/>
                  </a:lnTo>
                  <a:lnTo>
                    <a:pt x="274172" y="219017"/>
                  </a:lnTo>
                  <a:lnTo>
                    <a:pt x="327847" y="203983"/>
                  </a:lnTo>
                  <a:lnTo>
                    <a:pt x="365583" y="186521"/>
                  </a:lnTo>
                  <a:lnTo>
                    <a:pt x="385565" y="151940"/>
                  </a:lnTo>
                  <a:lnTo>
                    <a:pt x="394635" y="96831"/>
                  </a:lnTo>
                  <a:lnTo>
                    <a:pt x="396260" y="81934"/>
                  </a:lnTo>
                  <a:lnTo>
                    <a:pt x="354932" y="110621"/>
                  </a:lnTo>
                  <a:lnTo>
                    <a:pt x="318080" y="123539"/>
                  </a:lnTo>
                  <a:lnTo>
                    <a:pt x="264935" y="123710"/>
                  </a:lnTo>
                  <a:lnTo>
                    <a:pt x="174727" y="114153"/>
                  </a:lnTo>
                  <a:lnTo>
                    <a:pt x="117190" y="100135"/>
                  </a:lnTo>
                  <a:lnTo>
                    <a:pt x="75830" y="75064"/>
                  </a:lnTo>
                  <a:lnTo>
                    <a:pt x="45480" y="40999"/>
                  </a:lnTo>
                  <a:lnTo>
                    <a:pt x="20973" y="0"/>
                  </a:lnTo>
                  <a:close/>
                </a:path>
              </a:pathLst>
            </a:custGeom>
            <a:solidFill>
              <a:srgbClr val="3386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3" name="object 15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094439" y="1904641"/>
              <a:ext cx="252292" cy="301717"/>
            </a:xfrm>
            <a:prstGeom prst="rect">
              <a:avLst/>
            </a:prstGeom>
          </p:spPr>
        </p:pic>
      </p:grpSp>
      <p:grpSp>
        <p:nvGrpSpPr>
          <p:cNvPr id="154" name="object 154" descr=""/>
          <p:cNvGrpSpPr/>
          <p:nvPr/>
        </p:nvGrpSpPr>
        <p:grpSpPr>
          <a:xfrm>
            <a:off x="10062857" y="1734620"/>
            <a:ext cx="930910" cy="454025"/>
            <a:chOff x="10062857" y="1734620"/>
            <a:chExt cx="930910" cy="454025"/>
          </a:xfrm>
        </p:grpSpPr>
        <p:sp>
          <p:nvSpPr>
            <p:cNvPr id="155" name="object 155" descr=""/>
            <p:cNvSpPr/>
            <p:nvPr/>
          </p:nvSpPr>
          <p:spPr>
            <a:xfrm>
              <a:off x="10071305" y="1734620"/>
              <a:ext cx="922655" cy="433070"/>
            </a:xfrm>
            <a:custGeom>
              <a:avLst/>
              <a:gdLst/>
              <a:ahLst/>
              <a:cxnLst/>
              <a:rect l="l" t="t" r="r" b="b"/>
              <a:pathLst>
                <a:path w="922654" h="433069">
                  <a:moveTo>
                    <a:pt x="294472" y="0"/>
                  </a:moveTo>
                  <a:lnTo>
                    <a:pt x="284742" y="12194"/>
                  </a:lnTo>
                  <a:lnTo>
                    <a:pt x="268789" y="28999"/>
                  </a:lnTo>
                  <a:lnTo>
                    <a:pt x="237416" y="41550"/>
                  </a:lnTo>
                  <a:lnTo>
                    <a:pt x="191304" y="41110"/>
                  </a:lnTo>
                  <a:lnTo>
                    <a:pt x="143012" y="30816"/>
                  </a:lnTo>
                  <a:lnTo>
                    <a:pt x="101162" y="19608"/>
                  </a:lnTo>
                  <a:lnTo>
                    <a:pt x="74374" y="16430"/>
                  </a:lnTo>
                  <a:lnTo>
                    <a:pt x="49105" y="77150"/>
                  </a:lnTo>
                  <a:lnTo>
                    <a:pt x="34181" y="135292"/>
                  </a:lnTo>
                  <a:lnTo>
                    <a:pt x="20061" y="199077"/>
                  </a:lnTo>
                  <a:lnTo>
                    <a:pt x="8492" y="258847"/>
                  </a:lnTo>
                  <a:lnTo>
                    <a:pt x="1222" y="304943"/>
                  </a:lnTo>
                  <a:lnTo>
                    <a:pt x="0" y="327708"/>
                  </a:lnTo>
                  <a:lnTo>
                    <a:pt x="10353" y="334054"/>
                  </a:lnTo>
                  <a:lnTo>
                    <a:pt x="75918" y="353005"/>
                  </a:lnTo>
                  <a:lnTo>
                    <a:pt x="125697" y="364476"/>
                  </a:lnTo>
                  <a:lnTo>
                    <a:pt x="183185" y="376518"/>
                  </a:lnTo>
                  <a:lnTo>
                    <a:pt x="245668" y="388564"/>
                  </a:lnTo>
                  <a:lnTo>
                    <a:pt x="310427" y="400045"/>
                  </a:lnTo>
                  <a:lnTo>
                    <a:pt x="374749" y="410394"/>
                  </a:lnTo>
                  <a:lnTo>
                    <a:pt x="435915" y="419042"/>
                  </a:lnTo>
                  <a:lnTo>
                    <a:pt x="491211" y="425421"/>
                  </a:lnTo>
                  <a:lnTo>
                    <a:pt x="537920" y="428962"/>
                  </a:lnTo>
                  <a:lnTo>
                    <a:pt x="629503" y="432734"/>
                  </a:lnTo>
                  <a:lnTo>
                    <a:pt x="699815" y="432552"/>
                  </a:lnTo>
                  <a:lnTo>
                    <a:pt x="784660" y="427123"/>
                  </a:lnTo>
                  <a:lnTo>
                    <a:pt x="919846" y="415151"/>
                  </a:lnTo>
                  <a:lnTo>
                    <a:pt x="921033" y="412734"/>
                  </a:lnTo>
                  <a:lnTo>
                    <a:pt x="922151" y="404550"/>
                  </a:lnTo>
                  <a:lnTo>
                    <a:pt x="919532" y="389199"/>
                  </a:lnTo>
                  <a:lnTo>
                    <a:pt x="885146" y="339996"/>
                  </a:lnTo>
                  <a:lnTo>
                    <a:pt x="843627" y="319156"/>
                  </a:lnTo>
                  <a:lnTo>
                    <a:pt x="787460" y="299255"/>
                  </a:lnTo>
                  <a:lnTo>
                    <a:pt x="719150" y="276789"/>
                  </a:lnTo>
                  <a:lnTo>
                    <a:pt x="684347" y="261359"/>
                  </a:lnTo>
                  <a:lnTo>
                    <a:pt x="640648" y="236651"/>
                  </a:lnTo>
                  <a:lnTo>
                    <a:pt x="590857" y="205134"/>
                  </a:lnTo>
                  <a:lnTo>
                    <a:pt x="537775" y="169277"/>
                  </a:lnTo>
                  <a:lnTo>
                    <a:pt x="484207" y="131549"/>
                  </a:lnTo>
                  <a:lnTo>
                    <a:pt x="432956" y="94421"/>
                  </a:lnTo>
                  <a:lnTo>
                    <a:pt x="386824" y="60360"/>
                  </a:lnTo>
                  <a:lnTo>
                    <a:pt x="321129" y="11320"/>
                  </a:lnTo>
                  <a:lnTo>
                    <a:pt x="307173" y="1279"/>
                  </a:lnTo>
                  <a:lnTo>
                    <a:pt x="294472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0062857" y="2045093"/>
              <a:ext cx="930910" cy="144145"/>
            </a:xfrm>
            <a:custGeom>
              <a:avLst/>
              <a:gdLst/>
              <a:ahLst/>
              <a:cxnLst/>
              <a:rect l="l" t="t" r="r" b="b"/>
              <a:pathLst>
                <a:path w="930909" h="144144">
                  <a:moveTo>
                    <a:pt x="9027" y="0"/>
                  </a:moveTo>
                  <a:lnTo>
                    <a:pt x="1930" y="11765"/>
                  </a:lnTo>
                  <a:lnTo>
                    <a:pt x="0" y="38566"/>
                  </a:lnTo>
                  <a:lnTo>
                    <a:pt x="1224" y="67524"/>
                  </a:lnTo>
                  <a:lnTo>
                    <a:pt x="44380" y="93839"/>
                  </a:lnTo>
                  <a:lnTo>
                    <a:pt x="88340" y="98132"/>
                  </a:lnTo>
                  <a:lnTo>
                    <a:pt x="143111" y="102514"/>
                  </a:lnTo>
                  <a:lnTo>
                    <a:pt x="205017" y="106926"/>
                  </a:lnTo>
                  <a:lnTo>
                    <a:pt x="396800" y="119751"/>
                  </a:lnTo>
                  <a:lnTo>
                    <a:pt x="499188" y="127312"/>
                  </a:lnTo>
                  <a:lnTo>
                    <a:pt x="555613" y="131124"/>
                  </a:lnTo>
                  <a:lnTo>
                    <a:pt x="616797" y="134855"/>
                  </a:lnTo>
                  <a:lnTo>
                    <a:pt x="679761" y="138233"/>
                  </a:lnTo>
                  <a:lnTo>
                    <a:pt x="741528" y="140985"/>
                  </a:lnTo>
                  <a:lnTo>
                    <a:pt x="799120" y="142838"/>
                  </a:lnTo>
                  <a:lnTo>
                    <a:pt x="849558" y="143521"/>
                  </a:lnTo>
                  <a:lnTo>
                    <a:pt x="889865" y="142760"/>
                  </a:lnTo>
                  <a:lnTo>
                    <a:pt x="917062" y="140283"/>
                  </a:lnTo>
                  <a:lnTo>
                    <a:pt x="928172" y="135817"/>
                  </a:lnTo>
                  <a:lnTo>
                    <a:pt x="930643" y="119538"/>
                  </a:lnTo>
                  <a:lnTo>
                    <a:pt x="930836" y="95841"/>
                  </a:lnTo>
                  <a:lnTo>
                    <a:pt x="928360" y="74423"/>
                  </a:lnTo>
                  <a:lnTo>
                    <a:pt x="922821" y="64982"/>
                  </a:lnTo>
                  <a:lnTo>
                    <a:pt x="882413" y="63976"/>
                  </a:lnTo>
                  <a:lnTo>
                    <a:pt x="780231" y="60816"/>
                  </a:lnTo>
                  <a:lnTo>
                    <a:pt x="644834" y="55286"/>
                  </a:lnTo>
                  <a:lnTo>
                    <a:pt x="504781" y="47171"/>
                  </a:lnTo>
                  <a:lnTo>
                    <a:pt x="448226" y="42778"/>
                  </a:lnTo>
                  <a:lnTo>
                    <a:pt x="386523" y="37413"/>
                  </a:lnTo>
                  <a:lnTo>
                    <a:pt x="322185" y="31414"/>
                  </a:lnTo>
                  <a:lnTo>
                    <a:pt x="257723" y="25117"/>
                  </a:lnTo>
                  <a:lnTo>
                    <a:pt x="21478" y="992"/>
                  </a:lnTo>
                  <a:lnTo>
                    <a:pt x="9027" y="0"/>
                  </a:lnTo>
                  <a:close/>
                </a:path>
              </a:pathLst>
            </a:custGeom>
            <a:solidFill>
              <a:srgbClr val="3386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7" name="object 15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402995" y="1789626"/>
              <a:ext cx="303699" cy="198126"/>
            </a:xfrm>
            <a:prstGeom prst="rect">
              <a:avLst/>
            </a:prstGeom>
          </p:spPr>
        </p:pic>
      </p:grpSp>
      <p:sp>
        <p:nvSpPr>
          <p:cNvPr id="158" name="object 158" descr=""/>
          <p:cNvSpPr/>
          <p:nvPr/>
        </p:nvSpPr>
        <p:spPr>
          <a:xfrm>
            <a:off x="1058818" y="8908426"/>
            <a:ext cx="450850" cy="191135"/>
          </a:xfrm>
          <a:custGeom>
            <a:avLst/>
            <a:gdLst/>
            <a:ahLst/>
            <a:cxnLst/>
            <a:rect l="l" t="t" r="r" b="b"/>
            <a:pathLst>
              <a:path w="450850" h="191134">
                <a:moveTo>
                  <a:pt x="279101" y="0"/>
                </a:moveTo>
                <a:lnTo>
                  <a:pt x="251547" y="7224"/>
                </a:lnTo>
                <a:lnTo>
                  <a:pt x="196834" y="19008"/>
                </a:lnTo>
                <a:lnTo>
                  <a:pt x="132567" y="33453"/>
                </a:lnTo>
                <a:lnTo>
                  <a:pt x="76353" y="48658"/>
                </a:lnTo>
                <a:lnTo>
                  <a:pt x="20507" y="70437"/>
                </a:lnTo>
                <a:lnTo>
                  <a:pt x="0" y="103462"/>
                </a:lnTo>
                <a:lnTo>
                  <a:pt x="27346" y="122800"/>
                </a:lnTo>
                <a:lnTo>
                  <a:pt x="64556" y="139872"/>
                </a:lnTo>
                <a:lnTo>
                  <a:pt x="109109" y="154571"/>
                </a:lnTo>
                <a:lnTo>
                  <a:pt x="158483" y="166788"/>
                </a:lnTo>
                <a:lnTo>
                  <a:pt x="210158" y="176415"/>
                </a:lnTo>
                <a:lnTo>
                  <a:pt x="261615" y="183345"/>
                </a:lnTo>
                <a:lnTo>
                  <a:pt x="329553" y="190216"/>
                </a:lnTo>
                <a:lnTo>
                  <a:pt x="371906" y="190687"/>
                </a:lnTo>
                <a:lnTo>
                  <a:pt x="406407" y="183121"/>
                </a:lnTo>
                <a:lnTo>
                  <a:pt x="450792" y="165879"/>
                </a:lnTo>
                <a:lnTo>
                  <a:pt x="389001" y="134419"/>
                </a:lnTo>
                <a:lnTo>
                  <a:pt x="344906" y="97566"/>
                </a:lnTo>
                <a:lnTo>
                  <a:pt x="315189" y="60511"/>
                </a:lnTo>
                <a:lnTo>
                  <a:pt x="296529" y="28439"/>
                </a:lnTo>
                <a:lnTo>
                  <a:pt x="285606" y="6540"/>
                </a:lnTo>
                <a:lnTo>
                  <a:pt x="279101" y="0"/>
                </a:lnTo>
                <a:close/>
              </a:path>
            </a:pathLst>
          </a:custGeom>
          <a:solidFill>
            <a:srgbClr val="036F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9" name="object 159" descr=""/>
          <p:cNvGrpSpPr/>
          <p:nvPr/>
        </p:nvGrpSpPr>
        <p:grpSpPr>
          <a:xfrm>
            <a:off x="1051032" y="8729922"/>
            <a:ext cx="989965" cy="403225"/>
            <a:chOff x="1051032" y="8729922"/>
            <a:chExt cx="989965" cy="403225"/>
          </a:xfrm>
        </p:grpSpPr>
        <p:sp>
          <p:nvSpPr>
            <p:cNvPr id="160" name="object 160" descr=""/>
            <p:cNvSpPr/>
            <p:nvPr/>
          </p:nvSpPr>
          <p:spPr>
            <a:xfrm>
              <a:off x="1760360" y="8729922"/>
              <a:ext cx="280670" cy="281305"/>
            </a:xfrm>
            <a:custGeom>
              <a:avLst/>
              <a:gdLst/>
              <a:ahLst/>
              <a:cxnLst/>
              <a:rect l="l" t="t" r="r" b="b"/>
              <a:pathLst>
                <a:path w="280669" h="281304">
                  <a:moveTo>
                    <a:pt x="241605" y="0"/>
                  </a:moveTo>
                  <a:lnTo>
                    <a:pt x="191597" y="33059"/>
                  </a:lnTo>
                  <a:lnTo>
                    <a:pt x="158852" y="57503"/>
                  </a:lnTo>
                  <a:lnTo>
                    <a:pt x="128901" y="85414"/>
                  </a:lnTo>
                  <a:lnTo>
                    <a:pt x="87274" y="128875"/>
                  </a:lnTo>
                  <a:lnTo>
                    <a:pt x="44227" y="183710"/>
                  </a:lnTo>
                  <a:lnTo>
                    <a:pt x="17494" y="232474"/>
                  </a:lnTo>
                  <a:lnTo>
                    <a:pt x="0" y="280787"/>
                  </a:lnTo>
                  <a:lnTo>
                    <a:pt x="41319" y="273871"/>
                  </a:lnTo>
                  <a:lnTo>
                    <a:pt x="67988" y="269714"/>
                  </a:lnTo>
                  <a:lnTo>
                    <a:pt x="91612" y="266648"/>
                  </a:lnTo>
                  <a:lnTo>
                    <a:pt x="123797" y="263007"/>
                  </a:lnTo>
                  <a:lnTo>
                    <a:pt x="169317" y="256542"/>
                  </a:lnTo>
                  <a:lnTo>
                    <a:pt x="217018" y="248148"/>
                  </a:lnTo>
                  <a:lnTo>
                    <a:pt x="254633" y="240875"/>
                  </a:lnTo>
                  <a:lnTo>
                    <a:pt x="280116" y="165664"/>
                  </a:lnTo>
                  <a:lnTo>
                    <a:pt x="280575" y="116860"/>
                  </a:lnTo>
                  <a:lnTo>
                    <a:pt x="268622" y="69069"/>
                  </a:lnTo>
                  <a:lnTo>
                    <a:pt x="241605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 descr=""/>
            <p:cNvSpPr/>
            <p:nvPr/>
          </p:nvSpPr>
          <p:spPr>
            <a:xfrm>
              <a:off x="1051032" y="8967696"/>
              <a:ext cx="981075" cy="165735"/>
            </a:xfrm>
            <a:custGeom>
              <a:avLst/>
              <a:gdLst/>
              <a:ahLst/>
              <a:cxnLst/>
              <a:rect l="l" t="t" r="r" b="b"/>
              <a:pathLst>
                <a:path w="981075" h="165734">
                  <a:moveTo>
                    <a:pt x="7790" y="44197"/>
                  </a:moveTo>
                  <a:lnTo>
                    <a:pt x="16827" y="93113"/>
                  </a:lnTo>
                  <a:lnTo>
                    <a:pt x="69357" y="118304"/>
                  </a:lnTo>
                  <a:lnTo>
                    <a:pt x="129304" y="137702"/>
                  </a:lnTo>
                  <a:lnTo>
                    <a:pt x="184364" y="152088"/>
                  </a:lnTo>
                  <a:lnTo>
                    <a:pt x="240465" y="161087"/>
                  </a:lnTo>
                  <a:lnTo>
                    <a:pt x="296767" y="165230"/>
                  </a:lnTo>
                  <a:lnTo>
                    <a:pt x="352430" y="165047"/>
                  </a:lnTo>
                  <a:lnTo>
                    <a:pt x="406615" y="161067"/>
                  </a:lnTo>
                  <a:lnTo>
                    <a:pt x="458482" y="153819"/>
                  </a:lnTo>
                  <a:lnTo>
                    <a:pt x="507191" y="143834"/>
                  </a:lnTo>
                  <a:lnTo>
                    <a:pt x="551902" y="131641"/>
                  </a:lnTo>
                  <a:lnTo>
                    <a:pt x="575293" y="123504"/>
                  </a:lnTo>
                  <a:lnTo>
                    <a:pt x="347759" y="123504"/>
                  </a:lnTo>
                  <a:lnTo>
                    <a:pt x="306480" y="121482"/>
                  </a:lnTo>
                  <a:lnTo>
                    <a:pt x="255959" y="114428"/>
                  </a:lnTo>
                  <a:lnTo>
                    <a:pt x="200284" y="103500"/>
                  </a:lnTo>
                  <a:lnTo>
                    <a:pt x="143541" y="89856"/>
                  </a:lnTo>
                  <a:lnTo>
                    <a:pt x="89819" y="74652"/>
                  </a:lnTo>
                  <a:lnTo>
                    <a:pt x="43206" y="59047"/>
                  </a:lnTo>
                  <a:lnTo>
                    <a:pt x="7790" y="44197"/>
                  </a:lnTo>
                  <a:close/>
                </a:path>
                <a:path w="981075" h="165734">
                  <a:moveTo>
                    <a:pt x="979226" y="0"/>
                  </a:moveTo>
                  <a:lnTo>
                    <a:pt x="925587" y="3577"/>
                  </a:lnTo>
                  <a:lnTo>
                    <a:pt x="868982" y="8848"/>
                  </a:lnTo>
                  <a:lnTo>
                    <a:pt x="812205" y="15549"/>
                  </a:lnTo>
                  <a:lnTo>
                    <a:pt x="758049" y="23417"/>
                  </a:lnTo>
                  <a:lnTo>
                    <a:pt x="709309" y="32189"/>
                  </a:lnTo>
                  <a:lnTo>
                    <a:pt x="668777" y="41601"/>
                  </a:lnTo>
                  <a:lnTo>
                    <a:pt x="604666" y="64599"/>
                  </a:lnTo>
                  <a:lnTo>
                    <a:pt x="558024" y="79883"/>
                  </a:lnTo>
                  <a:lnTo>
                    <a:pt x="504167" y="95328"/>
                  </a:lnTo>
                  <a:lnTo>
                    <a:pt x="447941" y="109022"/>
                  </a:lnTo>
                  <a:lnTo>
                    <a:pt x="394190" y="119051"/>
                  </a:lnTo>
                  <a:lnTo>
                    <a:pt x="347759" y="123504"/>
                  </a:lnTo>
                  <a:lnTo>
                    <a:pt x="575293" y="123504"/>
                  </a:lnTo>
                  <a:lnTo>
                    <a:pt x="591775" y="117770"/>
                  </a:lnTo>
                  <a:lnTo>
                    <a:pt x="649077" y="92826"/>
                  </a:lnTo>
                  <a:lnTo>
                    <a:pt x="675525" y="84002"/>
                  </a:lnTo>
                  <a:lnTo>
                    <a:pt x="704542" y="76208"/>
                  </a:lnTo>
                  <a:lnTo>
                    <a:pt x="735359" y="69369"/>
                  </a:lnTo>
                  <a:lnTo>
                    <a:pt x="979401" y="69369"/>
                  </a:lnTo>
                  <a:lnTo>
                    <a:pt x="977896" y="41171"/>
                  </a:lnTo>
                  <a:lnTo>
                    <a:pt x="979226" y="41098"/>
                  </a:lnTo>
                  <a:lnTo>
                    <a:pt x="979226" y="0"/>
                  </a:lnTo>
                  <a:close/>
                </a:path>
                <a:path w="981075" h="165734">
                  <a:moveTo>
                    <a:pt x="979401" y="69369"/>
                  </a:moveTo>
                  <a:lnTo>
                    <a:pt x="735359" y="69369"/>
                  </a:lnTo>
                  <a:lnTo>
                    <a:pt x="737171" y="103379"/>
                  </a:lnTo>
                  <a:lnTo>
                    <a:pt x="980525" y="90416"/>
                  </a:lnTo>
                  <a:lnTo>
                    <a:pt x="979401" y="69369"/>
                  </a:lnTo>
                  <a:close/>
                </a:path>
              </a:pathLst>
            </a:custGeom>
            <a:solidFill>
              <a:srgbClr val="25000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2" name="object 162" descr=""/>
          <p:cNvGrpSpPr/>
          <p:nvPr/>
        </p:nvGrpSpPr>
        <p:grpSpPr>
          <a:xfrm>
            <a:off x="2676711" y="8830578"/>
            <a:ext cx="475615" cy="328930"/>
            <a:chOff x="2676711" y="8830578"/>
            <a:chExt cx="475615" cy="328930"/>
          </a:xfrm>
        </p:grpSpPr>
        <p:sp>
          <p:nvSpPr>
            <p:cNvPr id="163" name="object 163" descr=""/>
            <p:cNvSpPr/>
            <p:nvPr/>
          </p:nvSpPr>
          <p:spPr>
            <a:xfrm>
              <a:off x="2676711" y="8853751"/>
              <a:ext cx="463550" cy="306070"/>
            </a:xfrm>
            <a:custGeom>
              <a:avLst/>
              <a:gdLst/>
              <a:ahLst/>
              <a:cxnLst/>
              <a:rect l="l" t="t" r="r" b="b"/>
              <a:pathLst>
                <a:path w="463550" h="306070">
                  <a:moveTo>
                    <a:pt x="391272" y="0"/>
                  </a:moveTo>
                  <a:lnTo>
                    <a:pt x="8467" y="42543"/>
                  </a:lnTo>
                  <a:lnTo>
                    <a:pt x="0" y="77200"/>
                  </a:lnTo>
                  <a:lnTo>
                    <a:pt x="5045" y="105293"/>
                  </a:lnTo>
                  <a:lnTo>
                    <a:pt x="30686" y="141709"/>
                  </a:lnTo>
                  <a:lnTo>
                    <a:pt x="84004" y="201334"/>
                  </a:lnTo>
                  <a:lnTo>
                    <a:pt x="134351" y="246940"/>
                  </a:lnTo>
                  <a:lnTo>
                    <a:pt x="185898" y="277826"/>
                  </a:lnTo>
                  <a:lnTo>
                    <a:pt x="236532" y="296321"/>
                  </a:lnTo>
                  <a:lnTo>
                    <a:pt x="284142" y="304754"/>
                  </a:lnTo>
                  <a:lnTo>
                    <a:pt x="326616" y="305453"/>
                  </a:lnTo>
                  <a:lnTo>
                    <a:pt x="361843" y="300747"/>
                  </a:lnTo>
                  <a:lnTo>
                    <a:pt x="419709" y="270625"/>
                  </a:lnTo>
                  <a:lnTo>
                    <a:pt x="443488" y="236702"/>
                  </a:lnTo>
                  <a:lnTo>
                    <a:pt x="458302" y="196052"/>
                  </a:lnTo>
                  <a:lnTo>
                    <a:pt x="463406" y="153534"/>
                  </a:lnTo>
                  <a:lnTo>
                    <a:pt x="452135" y="106017"/>
                  </a:lnTo>
                  <a:lnTo>
                    <a:pt x="427339" y="55854"/>
                  </a:lnTo>
                  <a:lnTo>
                    <a:pt x="402543" y="16147"/>
                  </a:lnTo>
                  <a:lnTo>
                    <a:pt x="391272" y="0"/>
                  </a:lnTo>
                  <a:close/>
                </a:path>
              </a:pathLst>
            </a:custGeom>
            <a:solidFill>
              <a:srgbClr val="2500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2685178" y="8830578"/>
              <a:ext cx="467359" cy="278765"/>
            </a:xfrm>
            <a:custGeom>
              <a:avLst/>
              <a:gdLst/>
              <a:ahLst/>
              <a:cxnLst/>
              <a:rect l="l" t="t" r="r" b="b"/>
              <a:pathLst>
                <a:path w="467360" h="278765">
                  <a:moveTo>
                    <a:pt x="206146" y="0"/>
                  </a:moveTo>
                  <a:lnTo>
                    <a:pt x="124703" y="19752"/>
                  </a:lnTo>
                  <a:lnTo>
                    <a:pt x="0" y="65716"/>
                  </a:lnTo>
                  <a:lnTo>
                    <a:pt x="19335" y="110432"/>
                  </a:lnTo>
                  <a:lnTo>
                    <a:pt x="45852" y="150753"/>
                  </a:lnTo>
                  <a:lnTo>
                    <a:pt x="78241" y="186287"/>
                  </a:lnTo>
                  <a:lnTo>
                    <a:pt x="115191" y="216643"/>
                  </a:lnTo>
                  <a:lnTo>
                    <a:pt x="155394" y="241429"/>
                  </a:lnTo>
                  <a:lnTo>
                    <a:pt x="197538" y="260253"/>
                  </a:lnTo>
                  <a:lnTo>
                    <a:pt x="240314" y="272724"/>
                  </a:lnTo>
                  <a:lnTo>
                    <a:pt x="282411" y="278449"/>
                  </a:lnTo>
                  <a:lnTo>
                    <a:pt x="322519" y="277038"/>
                  </a:lnTo>
                  <a:lnTo>
                    <a:pt x="359329" y="268097"/>
                  </a:lnTo>
                  <a:lnTo>
                    <a:pt x="438131" y="235275"/>
                  </a:lnTo>
                  <a:lnTo>
                    <a:pt x="466844" y="198821"/>
                  </a:lnTo>
                  <a:lnTo>
                    <a:pt x="447668" y="135774"/>
                  </a:lnTo>
                  <a:lnTo>
                    <a:pt x="382805" y="23173"/>
                  </a:lnTo>
                  <a:lnTo>
                    <a:pt x="280218" y="2469"/>
                  </a:lnTo>
                  <a:lnTo>
                    <a:pt x="206146" y="0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5" name="object 165" descr=""/>
          <p:cNvGrpSpPr/>
          <p:nvPr/>
        </p:nvGrpSpPr>
        <p:grpSpPr>
          <a:xfrm>
            <a:off x="3723645" y="8711207"/>
            <a:ext cx="452120" cy="441325"/>
            <a:chOff x="3723645" y="8711207"/>
            <a:chExt cx="452120" cy="441325"/>
          </a:xfrm>
        </p:grpSpPr>
        <p:sp>
          <p:nvSpPr>
            <p:cNvPr id="166" name="object 166" descr=""/>
            <p:cNvSpPr/>
            <p:nvPr/>
          </p:nvSpPr>
          <p:spPr>
            <a:xfrm>
              <a:off x="3740794" y="9067062"/>
              <a:ext cx="434975" cy="85090"/>
            </a:xfrm>
            <a:custGeom>
              <a:avLst/>
              <a:gdLst/>
              <a:ahLst/>
              <a:cxnLst/>
              <a:rect l="l" t="t" r="r" b="b"/>
              <a:pathLst>
                <a:path w="434975" h="85090">
                  <a:moveTo>
                    <a:pt x="425034" y="0"/>
                  </a:moveTo>
                  <a:lnTo>
                    <a:pt x="392785" y="29487"/>
                  </a:lnTo>
                  <a:lnTo>
                    <a:pt x="362631" y="41534"/>
                  </a:lnTo>
                  <a:lnTo>
                    <a:pt x="317106" y="38135"/>
                  </a:lnTo>
                  <a:lnTo>
                    <a:pt x="238746" y="21287"/>
                  </a:lnTo>
                  <a:lnTo>
                    <a:pt x="144859" y="8406"/>
                  </a:lnTo>
                  <a:lnTo>
                    <a:pt x="69077" y="9837"/>
                  </a:lnTo>
                  <a:lnTo>
                    <a:pt x="18443" y="16993"/>
                  </a:lnTo>
                  <a:lnTo>
                    <a:pt x="0" y="21287"/>
                  </a:lnTo>
                  <a:lnTo>
                    <a:pt x="0" y="85023"/>
                  </a:lnTo>
                  <a:lnTo>
                    <a:pt x="238746" y="85023"/>
                  </a:lnTo>
                  <a:lnTo>
                    <a:pt x="238746" y="75453"/>
                  </a:lnTo>
                  <a:lnTo>
                    <a:pt x="263199" y="75922"/>
                  </a:lnTo>
                  <a:lnTo>
                    <a:pt x="314138" y="75849"/>
                  </a:lnTo>
                  <a:lnTo>
                    <a:pt x="355188" y="69920"/>
                  </a:lnTo>
                  <a:lnTo>
                    <a:pt x="409991" y="50511"/>
                  </a:lnTo>
                  <a:lnTo>
                    <a:pt x="434695" y="28050"/>
                  </a:lnTo>
                  <a:lnTo>
                    <a:pt x="432783" y="14962"/>
                  </a:lnTo>
                  <a:lnTo>
                    <a:pt x="427835" y="4364"/>
                  </a:lnTo>
                  <a:lnTo>
                    <a:pt x="425034" y="0"/>
                  </a:lnTo>
                  <a:close/>
                </a:path>
              </a:pathLst>
            </a:custGeom>
            <a:solidFill>
              <a:srgbClr val="25000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3723640" y="8711215"/>
              <a:ext cx="448945" cy="402590"/>
            </a:xfrm>
            <a:custGeom>
              <a:avLst/>
              <a:gdLst/>
              <a:ahLst/>
              <a:cxnLst/>
              <a:rect l="l" t="t" r="r" b="b"/>
              <a:pathLst>
                <a:path w="448945" h="402590">
                  <a:moveTo>
                    <a:pt x="303466" y="385102"/>
                  </a:moveTo>
                  <a:lnTo>
                    <a:pt x="293077" y="325005"/>
                  </a:lnTo>
                  <a:lnTo>
                    <a:pt x="275602" y="264680"/>
                  </a:lnTo>
                  <a:lnTo>
                    <a:pt x="252691" y="206070"/>
                  </a:lnTo>
                  <a:lnTo>
                    <a:pt x="226009" y="151130"/>
                  </a:lnTo>
                  <a:lnTo>
                    <a:pt x="197205" y="101828"/>
                  </a:lnTo>
                  <a:lnTo>
                    <a:pt x="167932" y="60109"/>
                  </a:lnTo>
                  <a:lnTo>
                    <a:pt x="139852" y="27927"/>
                  </a:lnTo>
                  <a:lnTo>
                    <a:pt x="93891" y="0"/>
                  </a:lnTo>
                  <a:lnTo>
                    <a:pt x="82372" y="787"/>
                  </a:lnTo>
                  <a:lnTo>
                    <a:pt x="38290" y="38646"/>
                  </a:lnTo>
                  <a:lnTo>
                    <a:pt x="17487" y="96901"/>
                  </a:lnTo>
                  <a:lnTo>
                    <a:pt x="4394" y="158788"/>
                  </a:lnTo>
                  <a:lnTo>
                    <a:pt x="0" y="208597"/>
                  </a:lnTo>
                  <a:lnTo>
                    <a:pt x="4254" y="272630"/>
                  </a:lnTo>
                  <a:lnTo>
                    <a:pt x="17145" y="377139"/>
                  </a:lnTo>
                  <a:lnTo>
                    <a:pt x="40449" y="395185"/>
                  </a:lnTo>
                  <a:lnTo>
                    <a:pt x="78028" y="402043"/>
                  </a:lnTo>
                  <a:lnTo>
                    <a:pt x="156756" y="398424"/>
                  </a:lnTo>
                  <a:lnTo>
                    <a:pt x="303466" y="385102"/>
                  </a:lnTo>
                  <a:close/>
                </a:path>
                <a:path w="448945" h="402590">
                  <a:moveTo>
                    <a:pt x="448513" y="333692"/>
                  </a:moveTo>
                  <a:lnTo>
                    <a:pt x="447509" y="299364"/>
                  </a:lnTo>
                  <a:lnTo>
                    <a:pt x="435267" y="256362"/>
                  </a:lnTo>
                  <a:lnTo>
                    <a:pt x="407860" y="208191"/>
                  </a:lnTo>
                  <a:lnTo>
                    <a:pt x="418706" y="290042"/>
                  </a:lnTo>
                  <a:lnTo>
                    <a:pt x="421043" y="335127"/>
                  </a:lnTo>
                  <a:lnTo>
                    <a:pt x="413689" y="359435"/>
                  </a:lnTo>
                  <a:lnTo>
                    <a:pt x="395490" y="378993"/>
                  </a:lnTo>
                  <a:lnTo>
                    <a:pt x="415963" y="376783"/>
                  </a:lnTo>
                  <a:lnTo>
                    <a:pt x="427659" y="373646"/>
                  </a:lnTo>
                  <a:lnTo>
                    <a:pt x="434936" y="367385"/>
                  </a:lnTo>
                  <a:lnTo>
                    <a:pt x="442188" y="355854"/>
                  </a:lnTo>
                  <a:lnTo>
                    <a:pt x="448513" y="333692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8" name="object 168" descr=""/>
          <p:cNvGrpSpPr/>
          <p:nvPr/>
        </p:nvGrpSpPr>
        <p:grpSpPr>
          <a:xfrm>
            <a:off x="1007331" y="7967373"/>
            <a:ext cx="958850" cy="500380"/>
            <a:chOff x="1007331" y="7967373"/>
            <a:chExt cx="958850" cy="500380"/>
          </a:xfrm>
        </p:grpSpPr>
        <p:sp>
          <p:nvSpPr>
            <p:cNvPr id="169" name="object 169" descr=""/>
            <p:cNvSpPr/>
            <p:nvPr/>
          </p:nvSpPr>
          <p:spPr>
            <a:xfrm>
              <a:off x="1015510" y="7967373"/>
              <a:ext cx="951230" cy="500380"/>
            </a:xfrm>
            <a:custGeom>
              <a:avLst/>
              <a:gdLst/>
              <a:ahLst/>
              <a:cxnLst/>
              <a:rect l="l" t="t" r="r" b="b"/>
              <a:pathLst>
                <a:path w="951230" h="500379">
                  <a:moveTo>
                    <a:pt x="907982" y="0"/>
                  </a:moveTo>
                  <a:lnTo>
                    <a:pt x="856167" y="40699"/>
                  </a:lnTo>
                  <a:lnTo>
                    <a:pt x="811828" y="78262"/>
                  </a:lnTo>
                  <a:lnTo>
                    <a:pt x="750605" y="134283"/>
                  </a:lnTo>
                  <a:lnTo>
                    <a:pt x="648137" y="230359"/>
                  </a:lnTo>
                  <a:lnTo>
                    <a:pt x="590039" y="277581"/>
                  </a:lnTo>
                  <a:lnTo>
                    <a:pt x="533482" y="310742"/>
                  </a:lnTo>
                  <a:lnTo>
                    <a:pt x="479503" y="332017"/>
                  </a:lnTo>
                  <a:lnTo>
                    <a:pt x="429140" y="343578"/>
                  </a:lnTo>
                  <a:lnTo>
                    <a:pt x="383430" y="347599"/>
                  </a:lnTo>
                  <a:lnTo>
                    <a:pt x="343411" y="346254"/>
                  </a:lnTo>
                  <a:lnTo>
                    <a:pt x="284598" y="336157"/>
                  </a:lnTo>
                  <a:lnTo>
                    <a:pt x="234784" y="319016"/>
                  </a:lnTo>
                  <a:lnTo>
                    <a:pt x="226223" y="312210"/>
                  </a:lnTo>
                  <a:lnTo>
                    <a:pt x="95002" y="336225"/>
                  </a:lnTo>
                  <a:lnTo>
                    <a:pt x="27696" y="352803"/>
                  </a:lnTo>
                  <a:lnTo>
                    <a:pt x="3098" y="369660"/>
                  </a:lnTo>
                  <a:lnTo>
                    <a:pt x="0" y="394511"/>
                  </a:lnTo>
                  <a:lnTo>
                    <a:pt x="8355" y="436757"/>
                  </a:lnTo>
                  <a:lnTo>
                    <a:pt x="62557" y="484159"/>
                  </a:lnTo>
                  <a:lnTo>
                    <a:pt x="103726" y="494278"/>
                  </a:lnTo>
                  <a:lnTo>
                    <a:pt x="151155" y="498652"/>
                  </a:lnTo>
                  <a:lnTo>
                    <a:pt x="202505" y="499762"/>
                  </a:lnTo>
                  <a:lnTo>
                    <a:pt x="255437" y="500089"/>
                  </a:lnTo>
                  <a:lnTo>
                    <a:pt x="344255" y="498556"/>
                  </a:lnTo>
                  <a:lnTo>
                    <a:pt x="410878" y="491538"/>
                  </a:lnTo>
                  <a:lnTo>
                    <a:pt x="460068" y="479812"/>
                  </a:lnTo>
                  <a:lnTo>
                    <a:pt x="496586" y="464151"/>
                  </a:lnTo>
                  <a:lnTo>
                    <a:pt x="577731" y="401317"/>
                  </a:lnTo>
                  <a:lnTo>
                    <a:pt x="630285" y="363889"/>
                  </a:lnTo>
                  <a:lnTo>
                    <a:pt x="683267" y="332921"/>
                  </a:lnTo>
                  <a:lnTo>
                    <a:pt x="733381" y="308591"/>
                  </a:lnTo>
                  <a:lnTo>
                    <a:pt x="777327" y="291080"/>
                  </a:lnTo>
                  <a:lnTo>
                    <a:pt x="811807" y="280567"/>
                  </a:lnTo>
                  <a:lnTo>
                    <a:pt x="851513" y="464624"/>
                  </a:lnTo>
                  <a:lnTo>
                    <a:pt x="895553" y="464718"/>
                  </a:lnTo>
                  <a:lnTo>
                    <a:pt x="912470" y="377442"/>
                  </a:lnTo>
                  <a:lnTo>
                    <a:pt x="923296" y="324478"/>
                  </a:lnTo>
                  <a:lnTo>
                    <a:pt x="932701" y="284340"/>
                  </a:lnTo>
                  <a:lnTo>
                    <a:pt x="945353" y="235542"/>
                  </a:lnTo>
                  <a:lnTo>
                    <a:pt x="950615" y="156539"/>
                  </a:lnTo>
                  <a:lnTo>
                    <a:pt x="936535" y="80260"/>
                  </a:lnTo>
                  <a:lnTo>
                    <a:pt x="917522" y="22737"/>
                  </a:lnTo>
                  <a:lnTo>
                    <a:pt x="907982" y="0"/>
                  </a:lnTo>
                  <a:close/>
                </a:path>
              </a:pathLst>
            </a:custGeom>
            <a:solidFill>
              <a:srgbClr val="53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 descr=""/>
            <p:cNvSpPr/>
            <p:nvPr/>
          </p:nvSpPr>
          <p:spPr>
            <a:xfrm>
              <a:off x="1007331" y="8198274"/>
              <a:ext cx="953769" cy="269240"/>
            </a:xfrm>
            <a:custGeom>
              <a:avLst/>
              <a:gdLst/>
              <a:ahLst/>
              <a:cxnLst/>
              <a:rect l="l" t="t" r="r" b="b"/>
              <a:pathLst>
                <a:path w="953769" h="269240">
                  <a:moveTo>
                    <a:pt x="874072" y="0"/>
                  </a:moveTo>
                  <a:lnTo>
                    <a:pt x="813167" y="10516"/>
                  </a:lnTo>
                  <a:lnTo>
                    <a:pt x="739847" y="47046"/>
                  </a:lnTo>
                  <a:lnTo>
                    <a:pt x="623137" y="120447"/>
                  </a:lnTo>
                  <a:lnTo>
                    <a:pt x="573915" y="151602"/>
                  </a:lnTo>
                  <a:lnTo>
                    <a:pt x="530274" y="177704"/>
                  </a:lnTo>
                  <a:lnTo>
                    <a:pt x="490380" y="198990"/>
                  </a:lnTo>
                  <a:lnTo>
                    <a:pt x="452397" y="215694"/>
                  </a:lnTo>
                  <a:lnTo>
                    <a:pt x="414492" y="228054"/>
                  </a:lnTo>
                  <a:lnTo>
                    <a:pt x="374832" y="236304"/>
                  </a:lnTo>
                  <a:lnTo>
                    <a:pt x="331583" y="240681"/>
                  </a:lnTo>
                  <a:lnTo>
                    <a:pt x="282910" y="241419"/>
                  </a:lnTo>
                  <a:lnTo>
                    <a:pt x="226979" y="238756"/>
                  </a:lnTo>
                  <a:lnTo>
                    <a:pt x="161957" y="232926"/>
                  </a:lnTo>
                  <a:lnTo>
                    <a:pt x="88834" y="216940"/>
                  </a:lnTo>
                  <a:lnTo>
                    <a:pt x="41429" y="193685"/>
                  </a:lnTo>
                  <a:lnTo>
                    <a:pt x="8181" y="163608"/>
                  </a:lnTo>
                  <a:lnTo>
                    <a:pt x="0" y="196974"/>
                  </a:lnTo>
                  <a:lnTo>
                    <a:pt x="34860" y="240784"/>
                  </a:lnTo>
                  <a:lnTo>
                    <a:pt x="71165" y="253481"/>
                  </a:lnTo>
                  <a:lnTo>
                    <a:pt x="115561" y="261544"/>
                  </a:lnTo>
                  <a:lnTo>
                    <a:pt x="164680" y="266100"/>
                  </a:lnTo>
                  <a:lnTo>
                    <a:pt x="215152" y="268275"/>
                  </a:lnTo>
                  <a:lnTo>
                    <a:pt x="263608" y="269197"/>
                  </a:lnTo>
                  <a:lnTo>
                    <a:pt x="352427" y="267663"/>
                  </a:lnTo>
                  <a:lnTo>
                    <a:pt x="419052" y="260644"/>
                  </a:lnTo>
                  <a:lnTo>
                    <a:pt x="468243" y="248916"/>
                  </a:lnTo>
                  <a:lnTo>
                    <a:pt x="504764" y="233255"/>
                  </a:lnTo>
                  <a:lnTo>
                    <a:pt x="585913" y="170425"/>
                  </a:lnTo>
                  <a:lnTo>
                    <a:pt x="638804" y="134571"/>
                  </a:lnTo>
                  <a:lnTo>
                    <a:pt x="692599" y="107365"/>
                  </a:lnTo>
                  <a:lnTo>
                    <a:pt x="743686" y="87528"/>
                  </a:lnTo>
                  <a:lnTo>
                    <a:pt x="788450" y="73782"/>
                  </a:lnTo>
                  <a:lnTo>
                    <a:pt x="823277" y="64847"/>
                  </a:lnTo>
                  <a:lnTo>
                    <a:pt x="859695" y="233721"/>
                  </a:lnTo>
                  <a:lnTo>
                    <a:pt x="903735" y="233816"/>
                  </a:lnTo>
                  <a:lnTo>
                    <a:pt x="920652" y="146540"/>
                  </a:lnTo>
                  <a:lnTo>
                    <a:pt x="931478" y="93575"/>
                  </a:lnTo>
                  <a:lnTo>
                    <a:pt x="940883" y="53437"/>
                  </a:lnTo>
                  <a:lnTo>
                    <a:pt x="953535" y="4639"/>
                  </a:lnTo>
                  <a:lnTo>
                    <a:pt x="874072" y="0"/>
                  </a:lnTo>
                  <a:close/>
                </a:path>
              </a:pathLst>
            </a:custGeom>
            <a:solidFill>
              <a:srgbClr val="332B2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1" name="object 171" descr=""/>
          <p:cNvGrpSpPr/>
          <p:nvPr/>
        </p:nvGrpSpPr>
        <p:grpSpPr>
          <a:xfrm>
            <a:off x="2508305" y="8091418"/>
            <a:ext cx="413384" cy="301625"/>
            <a:chOff x="2508305" y="8091418"/>
            <a:chExt cx="413384" cy="301625"/>
          </a:xfrm>
        </p:grpSpPr>
        <p:sp>
          <p:nvSpPr>
            <p:cNvPr id="172" name="object 172" descr=""/>
            <p:cNvSpPr/>
            <p:nvPr/>
          </p:nvSpPr>
          <p:spPr>
            <a:xfrm>
              <a:off x="2508305" y="8091418"/>
              <a:ext cx="403860" cy="279400"/>
            </a:xfrm>
            <a:custGeom>
              <a:avLst/>
              <a:gdLst/>
              <a:ahLst/>
              <a:cxnLst/>
              <a:rect l="l" t="t" r="r" b="b"/>
              <a:pathLst>
                <a:path w="403860" h="279400">
                  <a:moveTo>
                    <a:pt x="12290" y="0"/>
                  </a:moveTo>
                  <a:lnTo>
                    <a:pt x="0" y="102115"/>
                  </a:lnTo>
                  <a:lnTo>
                    <a:pt x="8633" y="161500"/>
                  </a:lnTo>
                  <a:lnTo>
                    <a:pt x="49650" y="200965"/>
                  </a:lnTo>
                  <a:lnTo>
                    <a:pt x="134507" y="243322"/>
                  </a:lnTo>
                  <a:lnTo>
                    <a:pt x="202943" y="268807"/>
                  </a:lnTo>
                  <a:lnTo>
                    <a:pt x="260747" y="278917"/>
                  </a:lnTo>
                  <a:lnTo>
                    <a:pt x="307852" y="276933"/>
                  </a:lnTo>
                  <a:lnTo>
                    <a:pt x="369705" y="249808"/>
                  </a:lnTo>
                  <a:lnTo>
                    <a:pt x="397622" y="204448"/>
                  </a:lnTo>
                  <a:lnTo>
                    <a:pt x="403704" y="173746"/>
                  </a:lnTo>
                  <a:lnTo>
                    <a:pt x="393013" y="129822"/>
                  </a:lnTo>
                  <a:lnTo>
                    <a:pt x="355997" y="63380"/>
                  </a:lnTo>
                  <a:lnTo>
                    <a:pt x="193455" y="128120"/>
                  </a:lnTo>
                  <a:lnTo>
                    <a:pt x="103472" y="143099"/>
                  </a:lnTo>
                  <a:lnTo>
                    <a:pt x="53825" y="102372"/>
                  </a:lnTo>
                  <a:lnTo>
                    <a:pt x="12290" y="0"/>
                  </a:lnTo>
                  <a:close/>
                </a:path>
              </a:pathLst>
            </a:custGeom>
            <a:solidFill>
              <a:srgbClr val="53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3" name="object 173" descr=""/>
            <p:cNvSpPr/>
            <p:nvPr/>
          </p:nvSpPr>
          <p:spPr>
            <a:xfrm>
              <a:off x="2512696" y="8151857"/>
              <a:ext cx="408940" cy="241300"/>
            </a:xfrm>
            <a:custGeom>
              <a:avLst/>
              <a:gdLst/>
              <a:ahLst/>
              <a:cxnLst/>
              <a:rect l="l" t="t" r="r" b="b"/>
              <a:pathLst>
                <a:path w="408939" h="241300">
                  <a:moveTo>
                    <a:pt x="7412" y="0"/>
                  </a:moveTo>
                  <a:lnTo>
                    <a:pt x="0" y="76549"/>
                  </a:lnTo>
                  <a:lnTo>
                    <a:pt x="10625" y="122983"/>
                  </a:lnTo>
                  <a:lnTo>
                    <a:pt x="51075" y="158128"/>
                  </a:lnTo>
                  <a:lnTo>
                    <a:pt x="133136" y="200810"/>
                  </a:lnTo>
                  <a:lnTo>
                    <a:pt x="211567" y="230957"/>
                  </a:lnTo>
                  <a:lnTo>
                    <a:pt x="275769" y="241134"/>
                  </a:lnTo>
                  <a:lnTo>
                    <a:pt x="325375" y="237559"/>
                  </a:lnTo>
                  <a:lnTo>
                    <a:pt x="379327" y="214035"/>
                  </a:lnTo>
                  <a:lnTo>
                    <a:pt x="405545" y="171503"/>
                  </a:lnTo>
                  <a:lnTo>
                    <a:pt x="408398" y="137966"/>
                  </a:lnTo>
                  <a:lnTo>
                    <a:pt x="396981" y="95368"/>
                  </a:lnTo>
                  <a:lnTo>
                    <a:pt x="399332" y="128717"/>
                  </a:lnTo>
                  <a:lnTo>
                    <a:pt x="395374" y="148750"/>
                  </a:lnTo>
                  <a:lnTo>
                    <a:pt x="380837" y="163492"/>
                  </a:lnTo>
                  <a:lnTo>
                    <a:pt x="351454" y="180968"/>
                  </a:lnTo>
                  <a:lnTo>
                    <a:pt x="314988" y="194866"/>
                  </a:lnTo>
                  <a:lnTo>
                    <a:pt x="269296" y="200760"/>
                  </a:lnTo>
                  <a:lnTo>
                    <a:pt x="218221" y="196682"/>
                  </a:lnTo>
                  <a:lnTo>
                    <a:pt x="165605" y="180667"/>
                  </a:lnTo>
                  <a:lnTo>
                    <a:pt x="115293" y="150749"/>
                  </a:lnTo>
                  <a:lnTo>
                    <a:pt x="64758" y="100809"/>
                  </a:lnTo>
                  <a:lnTo>
                    <a:pt x="31416" y="51921"/>
                  </a:lnTo>
                  <a:lnTo>
                    <a:pt x="13042" y="14759"/>
                  </a:lnTo>
                  <a:lnTo>
                    <a:pt x="7412" y="0"/>
                  </a:lnTo>
                  <a:close/>
                </a:path>
              </a:pathLst>
            </a:custGeom>
            <a:solidFill>
              <a:srgbClr val="332B2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4" name="object 174" descr=""/>
          <p:cNvGrpSpPr/>
          <p:nvPr/>
        </p:nvGrpSpPr>
        <p:grpSpPr>
          <a:xfrm>
            <a:off x="3616519" y="7917571"/>
            <a:ext cx="592455" cy="469900"/>
            <a:chOff x="3616519" y="7917571"/>
            <a:chExt cx="592455" cy="469900"/>
          </a:xfrm>
        </p:grpSpPr>
        <p:sp>
          <p:nvSpPr>
            <p:cNvPr id="175" name="object 175" descr=""/>
            <p:cNvSpPr/>
            <p:nvPr/>
          </p:nvSpPr>
          <p:spPr>
            <a:xfrm>
              <a:off x="3616519" y="7917571"/>
              <a:ext cx="592455" cy="455930"/>
            </a:xfrm>
            <a:custGeom>
              <a:avLst/>
              <a:gdLst/>
              <a:ahLst/>
              <a:cxnLst/>
              <a:rect l="l" t="t" r="r" b="b"/>
              <a:pathLst>
                <a:path w="592454" h="455929">
                  <a:moveTo>
                    <a:pt x="128839" y="0"/>
                  </a:moveTo>
                  <a:lnTo>
                    <a:pt x="33944" y="11088"/>
                  </a:lnTo>
                  <a:lnTo>
                    <a:pt x="14170" y="100220"/>
                  </a:lnTo>
                  <a:lnTo>
                    <a:pt x="3018" y="164766"/>
                  </a:lnTo>
                  <a:lnTo>
                    <a:pt x="0" y="208955"/>
                  </a:lnTo>
                  <a:lnTo>
                    <a:pt x="4630" y="237013"/>
                  </a:lnTo>
                  <a:lnTo>
                    <a:pt x="34888" y="261646"/>
                  </a:lnTo>
                  <a:lnTo>
                    <a:pt x="147286" y="283748"/>
                  </a:lnTo>
                  <a:lnTo>
                    <a:pt x="191422" y="290640"/>
                  </a:lnTo>
                  <a:lnTo>
                    <a:pt x="228579" y="298467"/>
                  </a:lnTo>
                  <a:lnTo>
                    <a:pt x="265026" y="312534"/>
                  </a:lnTo>
                  <a:lnTo>
                    <a:pt x="303741" y="334804"/>
                  </a:lnTo>
                  <a:lnTo>
                    <a:pt x="344782" y="362451"/>
                  </a:lnTo>
                  <a:lnTo>
                    <a:pt x="390014" y="393695"/>
                  </a:lnTo>
                  <a:lnTo>
                    <a:pt x="441303" y="426761"/>
                  </a:lnTo>
                  <a:lnTo>
                    <a:pt x="493888" y="450424"/>
                  </a:lnTo>
                  <a:lnTo>
                    <a:pt x="538845" y="455789"/>
                  </a:lnTo>
                  <a:lnTo>
                    <a:pt x="571802" y="444502"/>
                  </a:lnTo>
                  <a:lnTo>
                    <a:pt x="588388" y="418207"/>
                  </a:lnTo>
                  <a:lnTo>
                    <a:pt x="592124" y="391111"/>
                  </a:lnTo>
                  <a:lnTo>
                    <a:pt x="583604" y="367696"/>
                  </a:lnTo>
                  <a:lnTo>
                    <a:pt x="554040" y="335017"/>
                  </a:lnTo>
                  <a:lnTo>
                    <a:pt x="494642" y="280127"/>
                  </a:lnTo>
                  <a:lnTo>
                    <a:pt x="496042" y="288438"/>
                  </a:lnTo>
                  <a:lnTo>
                    <a:pt x="494732" y="303578"/>
                  </a:lnTo>
                  <a:lnTo>
                    <a:pt x="450916" y="295593"/>
                  </a:lnTo>
                  <a:lnTo>
                    <a:pt x="420949" y="271386"/>
                  </a:lnTo>
                  <a:lnTo>
                    <a:pt x="383318" y="237193"/>
                  </a:lnTo>
                  <a:lnTo>
                    <a:pt x="341163" y="196696"/>
                  </a:lnTo>
                  <a:lnTo>
                    <a:pt x="297620" y="153579"/>
                  </a:lnTo>
                  <a:lnTo>
                    <a:pt x="218923" y="74212"/>
                  </a:lnTo>
                  <a:lnTo>
                    <a:pt x="190044" y="45328"/>
                  </a:lnTo>
                  <a:lnTo>
                    <a:pt x="156336" y="14007"/>
                  </a:lnTo>
                  <a:lnTo>
                    <a:pt x="128839" y="0"/>
                  </a:lnTo>
                  <a:close/>
                </a:path>
              </a:pathLst>
            </a:custGeom>
            <a:solidFill>
              <a:srgbClr val="5348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3623546" y="8151115"/>
              <a:ext cx="581660" cy="236220"/>
            </a:xfrm>
            <a:custGeom>
              <a:avLst/>
              <a:gdLst/>
              <a:ahLst/>
              <a:cxnLst/>
              <a:rect l="l" t="t" r="r" b="b"/>
              <a:pathLst>
                <a:path w="581660" h="236220">
                  <a:moveTo>
                    <a:pt x="42198" y="0"/>
                  </a:moveTo>
                  <a:lnTo>
                    <a:pt x="10680" y="1179"/>
                  </a:lnTo>
                  <a:lnTo>
                    <a:pt x="0" y="2532"/>
                  </a:lnTo>
                  <a:lnTo>
                    <a:pt x="41988" y="233206"/>
                  </a:lnTo>
                  <a:lnTo>
                    <a:pt x="111808" y="236169"/>
                  </a:lnTo>
                  <a:lnTo>
                    <a:pt x="121053" y="139313"/>
                  </a:lnTo>
                  <a:lnTo>
                    <a:pt x="397828" y="139313"/>
                  </a:lnTo>
                  <a:lnTo>
                    <a:pt x="359631" y="112776"/>
                  </a:lnTo>
                  <a:lnTo>
                    <a:pt x="311468" y="81815"/>
                  </a:lnTo>
                  <a:lnTo>
                    <a:pt x="261662" y="53528"/>
                  </a:lnTo>
                  <a:lnTo>
                    <a:pt x="212083" y="30532"/>
                  </a:lnTo>
                  <a:lnTo>
                    <a:pt x="164602" y="15443"/>
                  </a:lnTo>
                  <a:lnTo>
                    <a:pt x="93768" y="3314"/>
                  </a:lnTo>
                  <a:lnTo>
                    <a:pt x="42198" y="0"/>
                  </a:lnTo>
                  <a:close/>
                </a:path>
                <a:path w="581660" h="236220">
                  <a:moveTo>
                    <a:pt x="397828" y="139313"/>
                  </a:moveTo>
                  <a:lnTo>
                    <a:pt x="121053" y="139313"/>
                  </a:lnTo>
                  <a:lnTo>
                    <a:pt x="160779" y="186090"/>
                  </a:lnTo>
                  <a:lnTo>
                    <a:pt x="191055" y="210042"/>
                  </a:lnTo>
                  <a:lnTo>
                    <a:pt x="227211" y="218691"/>
                  </a:lnTo>
                  <a:lnTo>
                    <a:pt x="284577" y="219562"/>
                  </a:lnTo>
                  <a:lnTo>
                    <a:pt x="318382" y="221925"/>
                  </a:lnTo>
                  <a:lnTo>
                    <a:pt x="365668" y="227202"/>
                  </a:lnTo>
                  <a:lnTo>
                    <a:pt x="420064" y="232174"/>
                  </a:lnTo>
                  <a:lnTo>
                    <a:pt x="475202" y="233624"/>
                  </a:lnTo>
                  <a:lnTo>
                    <a:pt x="524711" y="228334"/>
                  </a:lnTo>
                  <a:lnTo>
                    <a:pt x="529510" y="226383"/>
                  </a:lnTo>
                  <a:lnTo>
                    <a:pt x="513650" y="221382"/>
                  </a:lnTo>
                  <a:lnTo>
                    <a:pt x="475556" y="195542"/>
                  </a:lnTo>
                  <a:lnTo>
                    <a:pt x="404280" y="143796"/>
                  </a:lnTo>
                  <a:lnTo>
                    <a:pt x="397828" y="139313"/>
                  </a:lnTo>
                  <a:close/>
                </a:path>
                <a:path w="581660" h="236220">
                  <a:moveTo>
                    <a:pt x="558418" y="214633"/>
                  </a:moveTo>
                  <a:lnTo>
                    <a:pt x="529510" y="226383"/>
                  </a:lnTo>
                  <a:lnTo>
                    <a:pt x="537369" y="228862"/>
                  </a:lnTo>
                  <a:lnTo>
                    <a:pt x="556634" y="216962"/>
                  </a:lnTo>
                  <a:lnTo>
                    <a:pt x="558418" y="214633"/>
                  </a:lnTo>
                  <a:close/>
                </a:path>
                <a:path w="581660" h="236220">
                  <a:moveTo>
                    <a:pt x="581364" y="184663"/>
                  </a:moveTo>
                  <a:lnTo>
                    <a:pt x="558418" y="214633"/>
                  </a:lnTo>
                  <a:lnTo>
                    <a:pt x="562222" y="213086"/>
                  </a:lnTo>
                  <a:lnTo>
                    <a:pt x="581364" y="184663"/>
                  </a:lnTo>
                  <a:close/>
                </a:path>
              </a:pathLst>
            </a:custGeom>
            <a:solidFill>
              <a:srgbClr val="332B2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7" name="object 177" descr=""/>
          <p:cNvGrpSpPr/>
          <p:nvPr/>
        </p:nvGrpSpPr>
        <p:grpSpPr>
          <a:xfrm>
            <a:off x="1060597" y="7203654"/>
            <a:ext cx="861694" cy="467359"/>
            <a:chOff x="1060597" y="7203654"/>
            <a:chExt cx="861694" cy="467359"/>
          </a:xfrm>
        </p:grpSpPr>
        <p:sp>
          <p:nvSpPr>
            <p:cNvPr id="178" name="object 178" descr=""/>
            <p:cNvSpPr/>
            <p:nvPr/>
          </p:nvSpPr>
          <p:spPr>
            <a:xfrm>
              <a:off x="1157626" y="7203654"/>
              <a:ext cx="499109" cy="363855"/>
            </a:xfrm>
            <a:custGeom>
              <a:avLst/>
              <a:gdLst/>
              <a:ahLst/>
              <a:cxnLst/>
              <a:rect l="l" t="t" r="r" b="b"/>
              <a:pathLst>
                <a:path w="499110" h="363854">
                  <a:moveTo>
                    <a:pt x="271771" y="0"/>
                  </a:moveTo>
                  <a:lnTo>
                    <a:pt x="224058" y="72218"/>
                  </a:lnTo>
                  <a:lnTo>
                    <a:pt x="194727" y="113114"/>
                  </a:lnTo>
                  <a:lnTo>
                    <a:pt x="142875" y="161502"/>
                  </a:lnTo>
                  <a:lnTo>
                    <a:pt x="100456" y="188779"/>
                  </a:lnTo>
                  <a:lnTo>
                    <a:pt x="53575" y="212137"/>
                  </a:lnTo>
                  <a:lnTo>
                    <a:pt x="15625" y="228447"/>
                  </a:lnTo>
                  <a:lnTo>
                    <a:pt x="0" y="234579"/>
                  </a:lnTo>
                  <a:lnTo>
                    <a:pt x="39246" y="258965"/>
                  </a:lnTo>
                  <a:lnTo>
                    <a:pt x="61449" y="279475"/>
                  </a:lnTo>
                  <a:lnTo>
                    <a:pt x="74820" y="307254"/>
                  </a:lnTo>
                  <a:lnTo>
                    <a:pt x="87568" y="353444"/>
                  </a:lnTo>
                  <a:lnTo>
                    <a:pt x="176187" y="362284"/>
                  </a:lnTo>
                  <a:lnTo>
                    <a:pt x="229409" y="363775"/>
                  </a:lnTo>
                  <a:lnTo>
                    <a:pt x="268546" y="356606"/>
                  </a:lnTo>
                  <a:lnTo>
                    <a:pt x="314911" y="339466"/>
                  </a:lnTo>
                  <a:lnTo>
                    <a:pt x="360080" y="314507"/>
                  </a:lnTo>
                  <a:lnTo>
                    <a:pt x="402957" y="279123"/>
                  </a:lnTo>
                  <a:lnTo>
                    <a:pt x="441641" y="238423"/>
                  </a:lnTo>
                  <a:lnTo>
                    <a:pt x="474230" y="197513"/>
                  </a:lnTo>
                  <a:lnTo>
                    <a:pt x="498822" y="161502"/>
                  </a:lnTo>
                  <a:lnTo>
                    <a:pt x="477384" y="113867"/>
                  </a:lnTo>
                  <a:lnTo>
                    <a:pt x="397775" y="60839"/>
                  </a:lnTo>
                  <a:lnTo>
                    <a:pt x="311928" y="17767"/>
                  </a:lnTo>
                  <a:lnTo>
                    <a:pt x="271771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060597" y="7224780"/>
              <a:ext cx="861694" cy="446405"/>
            </a:xfrm>
            <a:custGeom>
              <a:avLst/>
              <a:gdLst/>
              <a:ahLst/>
              <a:cxnLst/>
              <a:rect l="l" t="t" r="r" b="b"/>
              <a:pathLst>
                <a:path w="861694" h="446404">
                  <a:moveTo>
                    <a:pt x="842849" y="0"/>
                  </a:moveTo>
                  <a:lnTo>
                    <a:pt x="765479" y="9010"/>
                  </a:lnTo>
                  <a:lnTo>
                    <a:pt x="717616" y="20369"/>
                  </a:lnTo>
                  <a:lnTo>
                    <a:pt x="679395" y="41598"/>
                  </a:lnTo>
                  <a:lnTo>
                    <a:pt x="630950" y="80217"/>
                  </a:lnTo>
                  <a:lnTo>
                    <a:pt x="573053" y="148025"/>
                  </a:lnTo>
                  <a:lnTo>
                    <a:pt x="536069" y="195639"/>
                  </a:lnTo>
                  <a:lnTo>
                    <a:pt x="497338" y="242430"/>
                  </a:lnTo>
                  <a:lnTo>
                    <a:pt x="459565" y="280926"/>
                  </a:lnTo>
                  <a:lnTo>
                    <a:pt x="425459" y="303655"/>
                  </a:lnTo>
                  <a:lnTo>
                    <a:pt x="337538" y="313182"/>
                  </a:lnTo>
                  <a:lnTo>
                    <a:pt x="205276" y="310048"/>
                  </a:lnTo>
                  <a:lnTo>
                    <a:pt x="84775" y="302280"/>
                  </a:lnTo>
                  <a:lnTo>
                    <a:pt x="32141" y="297907"/>
                  </a:lnTo>
                  <a:lnTo>
                    <a:pt x="17401" y="289237"/>
                  </a:lnTo>
                  <a:lnTo>
                    <a:pt x="9324" y="286347"/>
                  </a:lnTo>
                  <a:lnTo>
                    <a:pt x="5061" y="289237"/>
                  </a:lnTo>
                  <a:lnTo>
                    <a:pt x="1765" y="297907"/>
                  </a:lnTo>
                  <a:lnTo>
                    <a:pt x="0" y="321047"/>
                  </a:lnTo>
                  <a:lnTo>
                    <a:pt x="827" y="357472"/>
                  </a:lnTo>
                  <a:lnTo>
                    <a:pt x="2123" y="392414"/>
                  </a:lnTo>
                  <a:lnTo>
                    <a:pt x="1765" y="411107"/>
                  </a:lnTo>
                  <a:lnTo>
                    <a:pt x="13751" y="419756"/>
                  </a:lnTo>
                  <a:lnTo>
                    <a:pt x="50647" y="431461"/>
                  </a:lnTo>
                  <a:lnTo>
                    <a:pt x="108226" y="441760"/>
                  </a:lnTo>
                  <a:lnTo>
                    <a:pt x="182262" y="446185"/>
                  </a:lnTo>
                  <a:lnTo>
                    <a:pt x="230959" y="445549"/>
                  </a:lnTo>
                  <a:lnTo>
                    <a:pt x="283033" y="443555"/>
                  </a:lnTo>
                  <a:lnTo>
                    <a:pt x="336030" y="440071"/>
                  </a:lnTo>
                  <a:lnTo>
                    <a:pt x="387492" y="434966"/>
                  </a:lnTo>
                  <a:lnTo>
                    <a:pt x="434966" y="428107"/>
                  </a:lnTo>
                  <a:lnTo>
                    <a:pt x="475996" y="419364"/>
                  </a:lnTo>
                  <a:lnTo>
                    <a:pt x="553561" y="367983"/>
                  </a:lnTo>
                  <a:lnTo>
                    <a:pt x="592416" y="305506"/>
                  </a:lnTo>
                  <a:lnTo>
                    <a:pt x="619520" y="248200"/>
                  </a:lnTo>
                  <a:lnTo>
                    <a:pt x="629704" y="223092"/>
                  </a:lnTo>
                  <a:lnTo>
                    <a:pt x="618699" y="401181"/>
                  </a:lnTo>
                  <a:lnTo>
                    <a:pt x="861550" y="391056"/>
                  </a:lnTo>
                  <a:lnTo>
                    <a:pt x="842849" y="0"/>
                  </a:lnTo>
                  <a:close/>
                </a:path>
              </a:pathLst>
            </a:custGeom>
            <a:solidFill>
              <a:srgbClr val="42373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0" name="object 180" descr=""/>
          <p:cNvGrpSpPr/>
          <p:nvPr/>
        </p:nvGrpSpPr>
        <p:grpSpPr>
          <a:xfrm>
            <a:off x="3646110" y="7171435"/>
            <a:ext cx="508000" cy="443230"/>
            <a:chOff x="3646110" y="7171435"/>
            <a:chExt cx="508000" cy="443230"/>
          </a:xfrm>
        </p:grpSpPr>
        <p:sp>
          <p:nvSpPr>
            <p:cNvPr id="181" name="object 181" descr=""/>
            <p:cNvSpPr/>
            <p:nvPr/>
          </p:nvSpPr>
          <p:spPr>
            <a:xfrm>
              <a:off x="3646110" y="7201527"/>
              <a:ext cx="508000" cy="413384"/>
            </a:xfrm>
            <a:custGeom>
              <a:avLst/>
              <a:gdLst/>
              <a:ahLst/>
              <a:cxnLst/>
              <a:rect l="l" t="t" r="r" b="b"/>
              <a:pathLst>
                <a:path w="508000" h="413384">
                  <a:moveTo>
                    <a:pt x="56521" y="0"/>
                  </a:moveTo>
                  <a:lnTo>
                    <a:pt x="790" y="3483"/>
                  </a:lnTo>
                  <a:lnTo>
                    <a:pt x="1827" y="132836"/>
                  </a:lnTo>
                  <a:lnTo>
                    <a:pt x="2172" y="207958"/>
                  </a:lnTo>
                  <a:lnTo>
                    <a:pt x="1827" y="257651"/>
                  </a:lnTo>
                  <a:lnTo>
                    <a:pt x="790" y="310719"/>
                  </a:lnTo>
                  <a:lnTo>
                    <a:pt x="0" y="362922"/>
                  </a:lnTo>
                  <a:lnTo>
                    <a:pt x="87" y="394105"/>
                  </a:lnTo>
                  <a:lnTo>
                    <a:pt x="527" y="409199"/>
                  </a:lnTo>
                  <a:lnTo>
                    <a:pt x="790" y="413135"/>
                  </a:lnTo>
                  <a:lnTo>
                    <a:pt x="234741" y="413135"/>
                  </a:lnTo>
                  <a:lnTo>
                    <a:pt x="223119" y="355828"/>
                  </a:lnTo>
                  <a:lnTo>
                    <a:pt x="238391" y="379271"/>
                  </a:lnTo>
                  <a:lnTo>
                    <a:pt x="251844" y="390750"/>
                  </a:lnTo>
                  <a:lnTo>
                    <a:pt x="271005" y="393560"/>
                  </a:lnTo>
                  <a:lnTo>
                    <a:pt x="303399" y="391000"/>
                  </a:lnTo>
                  <a:lnTo>
                    <a:pt x="353450" y="386009"/>
                  </a:lnTo>
                  <a:lnTo>
                    <a:pt x="411485" y="378915"/>
                  </a:lnTo>
                  <a:lnTo>
                    <a:pt x="463857" y="369070"/>
                  </a:lnTo>
                  <a:lnTo>
                    <a:pt x="507519" y="332478"/>
                  </a:lnTo>
                  <a:lnTo>
                    <a:pt x="506342" y="300793"/>
                  </a:lnTo>
                  <a:lnTo>
                    <a:pt x="500454" y="272893"/>
                  </a:lnTo>
                  <a:lnTo>
                    <a:pt x="496922" y="260899"/>
                  </a:lnTo>
                  <a:lnTo>
                    <a:pt x="449821" y="273491"/>
                  </a:lnTo>
                  <a:lnTo>
                    <a:pt x="420305" y="278554"/>
                  </a:lnTo>
                  <a:lnTo>
                    <a:pt x="364287" y="269202"/>
                  </a:lnTo>
                  <a:lnTo>
                    <a:pt x="330849" y="237624"/>
                  </a:lnTo>
                  <a:lnTo>
                    <a:pt x="286080" y="172753"/>
                  </a:lnTo>
                  <a:lnTo>
                    <a:pt x="258595" y="134758"/>
                  </a:lnTo>
                  <a:lnTo>
                    <a:pt x="227255" y="96750"/>
                  </a:lnTo>
                  <a:lnTo>
                    <a:pt x="191718" y="61501"/>
                  </a:lnTo>
                  <a:lnTo>
                    <a:pt x="151644" y="31779"/>
                  </a:lnTo>
                  <a:lnTo>
                    <a:pt x="106692" y="10355"/>
                  </a:lnTo>
                  <a:lnTo>
                    <a:pt x="56521" y="0"/>
                  </a:lnTo>
                  <a:close/>
                </a:path>
              </a:pathLst>
            </a:custGeom>
            <a:solidFill>
              <a:srgbClr val="4237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 descr=""/>
            <p:cNvSpPr/>
            <p:nvPr/>
          </p:nvSpPr>
          <p:spPr>
            <a:xfrm>
              <a:off x="3977421" y="7171435"/>
              <a:ext cx="167005" cy="349885"/>
            </a:xfrm>
            <a:custGeom>
              <a:avLst/>
              <a:gdLst/>
              <a:ahLst/>
              <a:cxnLst/>
              <a:rect l="l" t="t" r="r" b="b"/>
              <a:pathLst>
                <a:path w="167004" h="349884">
                  <a:moveTo>
                    <a:pt x="0" y="0"/>
                  </a:moveTo>
                  <a:lnTo>
                    <a:pt x="17760" y="107679"/>
                  </a:lnTo>
                  <a:lnTo>
                    <a:pt x="26173" y="174248"/>
                  </a:lnTo>
                  <a:lnTo>
                    <a:pt x="27480" y="227313"/>
                  </a:lnTo>
                  <a:lnTo>
                    <a:pt x="23925" y="294483"/>
                  </a:lnTo>
                  <a:lnTo>
                    <a:pt x="80685" y="336069"/>
                  </a:lnTo>
                  <a:lnTo>
                    <a:pt x="114364" y="349567"/>
                  </a:lnTo>
                  <a:lnTo>
                    <a:pt x="138243" y="334649"/>
                  </a:lnTo>
                  <a:lnTo>
                    <a:pt x="165607" y="290985"/>
                  </a:lnTo>
                  <a:lnTo>
                    <a:pt x="166810" y="274600"/>
                  </a:lnTo>
                  <a:lnTo>
                    <a:pt x="160511" y="244269"/>
                  </a:lnTo>
                  <a:lnTo>
                    <a:pt x="146239" y="203322"/>
                  </a:lnTo>
                  <a:lnTo>
                    <a:pt x="123522" y="155091"/>
                  </a:lnTo>
                  <a:lnTo>
                    <a:pt x="91891" y="102906"/>
                  </a:lnTo>
                  <a:lnTo>
                    <a:pt x="50874" y="50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3" name="object 183" descr=""/>
          <p:cNvGrpSpPr/>
          <p:nvPr/>
        </p:nvGrpSpPr>
        <p:grpSpPr>
          <a:xfrm>
            <a:off x="2520578" y="7143525"/>
            <a:ext cx="409575" cy="528955"/>
            <a:chOff x="2520578" y="7143525"/>
            <a:chExt cx="409575" cy="528955"/>
          </a:xfrm>
        </p:grpSpPr>
        <p:sp>
          <p:nvSpPr>
            <p:cNvPr id="184" name="object 184" descr=""/>
            <p:cNvSpPr/>
            <p:nvPr/>
          </p:nvSpPr>
          <p:spPr>
            <a:xfrm>
              <a:off x="2526504" y="7350720"/>
              <a:ext cx="401955" cy="321945"/>
            </a:xfrm>
            <a:custGeom>
              <a:avLst/>
              <a:gdLst/>
              <a:ahLst/>
              <a:cxnLst/>
              <a:rect l="l" t="t" r="r" b="b"/>
              <a:pathLst>
                <a:path w="401955" h="321945">
                  <a:moveTo>
                    <a:pt x="0" y="0"/>
                  </a:moveTo>
                  <a:lnTo>
                    <a:pt x="3862" y="60524"/>
                  </a:lnTo>
                  <a:lnTo>
                    <a:pt x="7888" y="99512"/>
                  </a:lnTo>
                  <a:lnTo>
                    <a:pt x="26292" y="180601"/>
                  </a:lnTo>
                  <a:lnTo>
                    <a:pt x="46930" y="223708"/>
                  </a:lnTo>
                  <a:lnTo>
                    <a:pt x="80859" y="259259"/>
                  </a:lnTo>
                  <a:lnTo>
                    <a:pt x="122384" y="287049"/>
                  </a:lnTo>
                  <a:lnTo>
                    <a:pt x="165813" y="306875"/>
                  </a:lnTo>
                  <a:lnTo>
                    <a:pt x="205449" y="318534"/>
                  </a:lnTo>
                  <a:lnTo>
                    <a:pt x="239195" y="321401"/>
                  </a:lnTo>
                  <a:lnTo>
                    <a:pt x="282338" y="316492"/>
                  </a:lnTo>
                  <a:lnTo>
                    <a:pt x="327589" y="300238"/>
                  </a:lnTo>
                  <a:lnTo>
                    <a:pt x="367660" y="269072"/>
                  </a:lnTo>
                  <a:lnTo>
                    <a:pt x="395265" y="219427"/>
                  </a:lnTo>
                  <a:lnTo>
                    <a:pt x="401570" y="174025"/>
                  </a:lnTo>
                  <a:lnTo>
                    <a:pt x="399414" y="124890"/>
                  </a:lnTo>
                  <a:lnTo>
                    <a:pt x="394175" y="85514"/>
                  </a:lnTo>
                  <a:lnTo>
                    <a:pt x="391234" y="69390"/>
                  </a:lnTo>
                  <a:lnTo>
                    <a:pt x="375755" y="125198"/>
                  </a:lnTo>
                  <a:lnTo>
                    <a:pt x="359407" y="154762"/>
                  </a:lnTo>
                  <a:lnTo>
                    <a:pt x="332120" y="167948"/>
                  </a:lnTo>
                  <a:lnTo>
                    <a:pt x="283823" y="174622"/>
                  </a:lnTo>
                  <a:lnTo>
                    <a:pt x="250063" y="176311"/>
                  </a:lnTo>
                  <a:lnTo>
                    <a:pt x="212153" y="173804"/>
                  </a:lnTo>
                  <a:lnTo>
                    <a:pt x="171922" y="165840"/>
                  </a:lnTo>
                  <a:lnTo>
                    <a:pt x="131200" y="151157"/>
                  </a:lnTo>
                  <a:lnTo>
                    <a:pt x="91817" y="128494"/>
                  </a:lnTo>
                  <a:lnTo>
                    <a:pt x="55603" y="96588"/>
                  </a:lnTo>
                  <a:lnTo>
                    <a:pt x="24387" y="54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37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42133" y="7143526"/>
              <a:ext cx="92520" cy="193005"/>
            </a:xfrm>
            <a:prstGeom prst="rect">
              <a:avLst/>
            </a:prstGeom>
          </p:spPr>
        </p:pic>
        <p:sp>
          <p:nvSpPr>
            <p:cNvPr id="186" name="object 186" descr=""/>
            <p:cNvSpPr/>
            <p:nvPr/>
          </p:nvSpPr>
          <p:spPr>
            <a:xfrm>
              <a:off x="2520578" y="7143525"/>
              <a:ext cx="409575" cy="360045"/>
            </a:xfrm>
            <a:custGeom>
              <a:avLst/>
              <a:gdLst/>
              <a:ahLst/>
              <a:cxnLst/>
              <a:rect l="l" t="t" r="r" b="b"/>
              <a:pathLst>
                <a:path w="409575" h="360045">
                  <a:moveTo>
                    <a:pt x="172437" y="0"/>
                  </a:moveTo>
                  <a:lnTo>
                    <a:pt x="206760" y="182884"/>
                  </a:lnTo>
                  <a:lnTo>
                    <a:pt x="121559" y="4711"/>
                  </a:lnTo>
                  <a:lnTo>
                    <a:pt x="96087" y="11253"/>
                  </a:lnTo>
                  <a:lnTo>
                    <a:pt x="41953" y="35289"/>
                  </a:lnTo>
                  <a:lnTo>
                    <a:pt x="3453" y="147253"/>
                  </a:lnTo>
                  <a:lnTo>
                    <a:pt x="0" y="200869"/>
                  </a:lnTo>
                  <a:lnTo>
                    <a:pt x="3453" y="234988"/>
                  </a:lnTo>
                  <a:lnTo>
                    <a:pt x="41423" y="307524"/>
                  </a:lnTo>
                  <a:lnTo>
                    <a:pt x="84217" y="335819"/>
                  </a:lnTo>
                  <a:lnTo>
                    <a:pt x="123559" y="353618"/>
                  </a:lnTo>
                  <a:lnTo>
                    <a:pt x="140815" y="359800"/>
                  </a:lnTo>
                  <a:lnTo>
                    <a:pt x="170760" y="325645"/>
                  </a:lnTo>
                  <a:lnTo>
                    <a:pt x="191356" y="306290"/>
                  </a:lnTo>
                  <a:lnTo>
                    <a:pt x="212154" y="294562"/>
                  </a:lnTo>
                  <a:lnTo>
                    <a:pt x="242707" y="283289"/>
                  </a:lnTo>
                  <a:lnTo>
                    <a:pt x="288463" y="282637"/>
                  </a:lnTo>
                  <a:lnTo>
                    <a:pt x="338898" y="298670"/>
                  </a:lnTo>
                  <a:lnTo>
                    <a:pt x="379673" y="318062"/>
                  </a:lnTo>
                  <a:lnTo>
                    <a:pt x="396451" y="327487"/>
                  </a:lnTo>
                  <a:lnTo>
                    <a:pt x="408434" y="312242"/>
                  </a:lnTo>
                  <a:lnTo>
                    <a:pt x="396714" y="259823"/>
                  </a:lnTo>
                  <a:lnTo>
                    <a:pt x="367603" y="198454"/>
                  </a:lnTo>
                  <a:lnTo>
                    <a:pt x="328291" y="125413"/>
                  </a:lnTo>
                  <a:lnTo>
                    <a:pt x="291501" y="67601"/>
                  </a:lnTo>
                  <a:lnTo>
                    <a:pt x="264269" y="29572"/>
                  </a:lnTo>
                  <a:lnTo>
                    <a:pt x="219197" y="2511"/>
                  </a:lnTo>
                  <a:lnTo>
                    <a:pt x="201164" y="642"/>
                  </a:lnTo>
                  <a:lnTo>
                    <a:pt x="172437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7" name="object 187" descr=""/>
          <p:cNvGrpSpPr/>
          <p:nvPr/>
        </p:nvGrpSpPr>
        <p:grpSpPr>
          <a:xfrm>
            <a:off x="1124648" y="9488485"/>
            <a:ext cx="841375" cy="781685"/>
            <a:chOff x="1124648" y="9488485"/>
            <a:chExt cx="841375" cy="781685"/>
          </a:xfrm>
        </p:grpSpPr>
        <p:sp>
          <p:nvSpPr>
            <p:cNvPr id="188" name="object 188" descr=""/>
            <p:cNvSpPr/>
            <p:nvPr/>
          </p:nvSpPr>
          <p:spPr>
            <a:xfrm>
              <a:off x="1124648" y="9872783"/>
              <a:ext cx="835025" cy="396875"/>
            </a:xfrm>
            <a:custGeom>
              <a:avLst/>
              <a:gdLst/>
              <a:ahLst/>
              <a:cxnLst/>
              <a:rect l="l" t="t" r="r" b="b"/>
              <a:pathLst>
                <a:path w="835025" h="396875">
                  <a:moveTo>
                    <a:pt x="834767" y="0"/>
                  </a:moveTo>
                  <a:lnTo>
                    <a:pt x="752151" y="8041"/>
                  </a:lnTo>
                  <a:lnTo>
                    <a:pt x="700743" y="17687"/>
                  </a:lnTo>
                  <a:lnTo>
                    <a:pt x="659061" y="35206"/>
                  </a:lnTo>
                  <a:lnTo>
                    <a:pt x="605622" y="66867"/>
                  </a:lnTo>
                  <a:lnTo>
                    <a:pt x="569766" y="92845"/>
                  </a:lnTo>
                  <a:lnTo>
                    <a:pt x="536793" y="122549"/>
                  </a:lnTo>
                  <a:lnTo>
                    <a:pt x="504636" y="153613"/>
                  </a:lnTo>
                  <a:lnTo>
                    <a:pt x="471228" y="183671"/>
                  </a:lnTo>
                  <a:lnTo>
                    <a:pt x="434501" y="210355"/>
                  </a:lnTo>
                  <a:lnTo>
                    <a:pt x="392389" y="231300"/>
                  </a:lnTo>
                  <a:lnTo>
                    <a:pt x="342824" y="244139"/>
                  </a:lnTo>
                  <a:lnTo>
                    <a:pt x="284846" y="249542"/>
                  </a:lnTo>
                  <a:lnTo>
                    <a:pt x="222112" y="250430"/>
                  </a:lnTo>
                  <a:lnTo>
                    <a:pt x="159487" y="247809"/>
                  </a:lnTo>
                  <a:lnTo>
                    <a:pt x="101833" y="242686"/>
                  </a:lnTo>
                  <a:lnTo>
                    <a:pt x="54013" y="236067"/>
                  </a:lnTo>
                  <a:lnTo>
                    <a:pt x="20890" y="228959"/>
                  </a:lnTo>
                  <a:lnTo>
                    <a:pt x="7327" y="222370"/>
                  </a:lnTo>
                  <a:lnTo>
                    <a:pt x="2912" y="235693"/>
                  </a:lnTo>
                  <a:lnTo>
                    <a:pt x="0" y="282675"/>
                  </a:lnTo>
                  <a:lnTo>
                    <a:pt x="750" y="336826"/>
                  </a:lnTo>
                  <a:lnTo>
                    <a:pt x="7327" y="371653"/>
                  </a:lnTo>
                  <a:lnTo>
                    <a:pt x="61214" y="384578"/>
                  </a:lnTo>
                  <a:lnTo>
                    <a:pt x="113545" y="389596"/>
                  </a:lnTo>
                  <a:lnTo>
                    <a:pt x="175495" y="393426"/>
                  </a:lnTo>
                  <a:lnTo>
                    <a:pt x="241581" y="395898"/>
                  </a:lnTo>
                  <a:lnTo>
                    <a:pt x="306324" y="396843"/>
                  </a:lnTo>
                  <a:lnTo>
                    <a:pt x="364242" y="396092"/>
                  </a:lnTo>
                  <a:lnTo>
                    <a:pt x="409854" y="393476"/>
                  </a:lnTo>
                  <a:lnTo>
                    <a:pt x="463749" y="367703"/>
                  </a:lnTo>
                  <a:lnTo>
                    <a:pt x="490207" y="327325"/>
                  </a:lnTo>
                  <a:lnTo>
                    <a:pt x="516405" y="276415"/>
                  </a:lnTo>
                  <a:lnTo>
                    <a:pt x="541696" y="223697"/>
                  </a:lnTo>
                  <a:lnTo>
                    <a:pt x="565431" y="177895"/>
                  </a:lnTo>
                  <a:lnTo>
                    <a:pt x="616411" y="122606"/>
                  </a:lnTo>
                  <a:lnTo>
                    <a:pt x="659563" y="95150"/>
                  </a:lnTo>
                  <a:lnTo>
                    <a:pt x="666270" y="91892"/>
                  </a:lnTo>
                  <a:lnTo>
                    <a:pt x="680269" y="388825"/>
                  </a:lnTo>
                  <a:lnTo>
                    <a:pt x="834767" y="388825"/>
                  </a:lnTo>
                  <a:lnTo>
                    <a:pt x="834767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9" name="object 189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18755" y="9973697"/>
              <a:ext cx="225401" cy="166166"/>
            </a:xfrm>
            <a:prstGeom prst="rect">
              <a:avLst/>
            </a:prstGeom>
          </p:spPr>
        </p:pic>
        <p:sp>
          <p:nvSpPr>
            <p:cNvPr id="190" name="object 190" descr=""/>
            <p:cNvSpPr/>
            <p:nvPr/>
          </p:nvSpPr>
          <p:spPr>
            <a:xfrm>
              <a:off x="1654128" y="9488485"/>
              <a:ext cx="312420" cy="429895"/>
            </a:xfrm>
            <a:custGeom>
              <a:avLst/>
              <a:gdLst/>
              <a:ahLst/>
              <a:cxnLst/>
              <a:rect l="l" t="t" r="r" b="b"/>
              <a:pathLst>
                <a:path w="312419" h="429895">
                  <a:moveTo>
                    <a:pt x="216058" y="0"/>
                  </a:moveTo>
                  <a:lnTo>
                    <a:pt x="142753" y="2722"/>
                  </a:lnTo>
                  <a:lnTo>
                    <a:pt x="0" y="8944"/>
                  </a:lnTo>
                  <a:lnTo>
                    <a:pt x="937" y="20022"/>
                  </a:lnTo>
                  <a:lnTo>
                    <a:pt x="8737" y="75064"/>
                  </a:lnTo>
                  <a:lnTo>
                    <a:pt x="50570" y="111458"/>
                  </a:lnTo>
                  <a:lnTo>
                    <a:pt x="111709" y="109900"/>
                  </a:lnTo>
                  <a:lnTo>
                    <a:pt x="228621" y="103182"/>
                  </a:lnTo>
                  <a:lnTo>
                    <a:pt x="202335" y="261625"/>
                  </a:lnTo>
                  <a:lnTo>
                    <a:pt x="184593" y="371866"/>
                  </a:lnTo>
                  <a:lnTo>
                    <a:pt x="177219" y="424733"/>
                  </a:lnTo>
                  <a:lnTo>
                    <a:pt x="192779" y="427503"/>
                  </a:lnTo>
                  <a:lnTo>
                    <a:pt x="229384" y="429399"/>
                  </a:lnTo>
                  <a:lnTo>
                    <a:pt x="271924" y="420797"/>
                  </a:lnTo>
                  <a:lnTo>
                    <a:pt x="305289" y="392074"/>
                  </a:lnTo>
                  <a:lnTo>
                    <a:pt x="311875" y="359464"/>
                  </a:lnTo>
                  <a:lnTo>
                    <a:pt x="309532" y="308278"/>
                  </a:lnTo>
                  <a:lnTo>
                    <a:pt x="300741" y="245511"/>
                  </a:lnTo>
                  <a:lnTo>
                    <a:pt x="287984" y="178155"/>
                  </a:lnTo>
                  <a:lnTo>
                    <a:pt x="273743" y="113205"/>
                  </a:lnTo>
                  <a:lnTo>
                    <a:pt x="260498" y="57654"/>
                  </a:lnTo>
                  <a:lnTo>
                    <a:pt x="246924" y="2725"/>
                  </a:lnTo>
                  <a:lnTo>
                    <a:pt x="243066" y="195"/>
                  </a:lnTo>
                  <a:lnTo>
                    <a:pt x="216058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1" name="object 191" descr=""/>
          <p:cNvSpPr/>
          <p:nvPr/>
        </p:nvSpPr>
        <p:spPr>
          <a:xfrm>
            <a:off x="2495334" y="9882828"/>
            <a:ext cx="345440" cy="382905"/>
          </a:xfrm>
          <a:custGeom>
            <a:avLst/>
            <a:gdLst/>
            <a:ahLst/>
            <a:cxnLst/>
            <a:rect l="l" t="t" r="r" b="b"/>
            <a:pathLst>
              <a:path w="345439" h="382904">
                <a:moveTo>
                  <a:pt x="345224" y="137731"/>
                </a:moveTo>
                <a:lnTo>
                  <a:pt x="337375" y="96786"/>
                </a:lnTo>
                <a:lnTo>
                  <a:pt x="331673" y="72250"/>
                </a:lnTo>
                <a:lnTo>
                  <a:pt x="328930" y="64477"/>
                </a:lnTo>
                <a:lnTo>
                  <a:pt x="328930" y="137553"/>
                </a:lnTo>
                <a:lnTo>
                  <a:pt x="327329" y="166636"/>
                </a:lnTo>
                <a:lnTo>
                  <a:pt x="287642" y="208813"/>
                </a:lnTo>
                <a:lnTo>
                  <a:pt x="239090" y="222135"/>
                </a:lnTo>
                <a:lnTo>
                  <a:pt x="169621" y="230035"/>
                </a:lnTo>
                <a:lnTo>
                  <a:pt x="104559" y="232778"/>
                </a:lnTo>
                <a:lnTo>
                  <a:pt x="69189" y="230644"/>
                </a:lnTo>
                <a:lnTo>
                  <a:pt x="53365" y="223608"/>
                </a:lnTo>
                <a:lnTo>
                  <a:pt x="34493" y="209270"/>
                </a:lnTo>
                <a:lnTo>
                  <a:pt x="19227" y="184340"/>
                </a:lnTo>
                <a:lnTo>
                  <a:pt x="14185" y="145567"/>
                </a:lnTo>
                <a:lnTo>
                  <a:pt x="109143" y="102196"/>
                </a:lnTo>
                <a:lnTo>
                  <a:pt x="173583" y="86906"/>
                </a:lnTo>
                <a:lnTo>
                  <a:pt x="237007" y="98945"/>
                </a:lnTo>
                <a:lnTo>
                  <a:pt x="328930" y="137553"/>
                </a:lnTo>
                <a:lnTo>
                  <a:pt x="328930" y="64477"/>
                </a:lnTo>
                <a:lnTo>
                  <a:pt x="325348" y="54305"/>
                </a:lnTo>
                <a:lnTo>
                  <a:pt x="315620" y="33159"/>
                </a:lnTo>
                <a:lnTo>
                  <a:pt x="221399" y="6908"/>
                </a:lnTo>
                <a:lnTo>
                  <a:pt x="159067" y="0"/>
                </a:lnTo>
                <a:lnTo>
                  <a:pt x="100749" y="14084"/>
                </a:lnTo>
                <a:lnTo>
                  <a:pt x="18630" y="50825"/>
                </a:lnTo>
                <a:lnTo>
                  <a:pt x="6807" y="107657"/>
                </a:lnTo>
                <a:lnTo>
                  <a:pt x="1117" y="137896"/>
                </a:lnTo>
                <a:lnTo>
                  <a:pt x="0" y="151726"/>
                </a:lnTo>
                <a:lnTo>
                  <a:pt x="1892" y="159296"/>
                </a:lnTo>
                <a:lnTo>
                  <a:pt x="5715" y="200380"/>
                </a:lnTo>
                <a:lnTo>
                  <a:pt x="8801" y="225666"/>
                </a:lnTo>
                <a:lnTo>
                  <a:pt x="12814" y="245643"/>
                </a:lnTo>
                <a:lnTo>
                  <a:pt x="19380" y="270764"/>
                </a:lnTo>
                <a:lnTo>
                  <a:pt x="27076" y="301371"/>
                </a:lnTo>
                <a:lnTo>
                  <a:pt x="40043" y="349262"/>
                </a:lnTo>
                <a:lnTo>
                  <a:pt x="83121" y="374408"/>
                </a:lnTo>
                <a:lnTo>
                  <a:pt x="134683" y="382028"/>
                </a:lnTo>
                <a:lnTo>
                  <a:pt x="193040" y="382676"/>
                </a:lnTo>
                <a:lnTo>
                  <a:pt x="250024" y="376288"/>
                </a:lnTo>
                <a:lnTo>
                  <a:pt x="297484" y="362750"/>
                </a:lnTo>
                <a:lnTo>
                  <a:pt x="318579" y="332841"/>
                </a:lnTo>
                <a:lnTo>
                  <a:pt x="332600" y="276910"/>
                </a:lnTo>
                <a:lnTo>
                  <a:pt x="338328" y="232778"/>
                </a:lnTo>
                <a:lnTo>
                  <a:pt x="340842" y="213436"/>
                </a:lnTo>
                <a:lnTo>
                  <a:pt x="344614" y="160883"/>
                </a:lnTo>
                <a:lnTo>
                  <a:pt x="345211" y="137744"/>
                </a:lnTo>
                <a:close/>
              </a:path>
            </a:pathLst>
          </a:custGeom>
          <a:solidFill>
            <a:srgbClr val="382D3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2" name="object 192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517570" y="9453973"/>
            <a:ext cx="217709" cy="102602"/>
          </a:xfrm>
          <a:prstGeom prst="rect">
            <a:avLst/>
          </a:prstGeom>
        </p:spPr>
      </p:pic>
      <p:grpSp>
        <p:nvGrpSpPr>
          <p:cNvPr id="193" name="object 193" descr=""/>
          <p:cNvGrpSpPr/>
          <p:nvPr/>
        </p:nvGrpSpPr>
        <p:grpSpPr>
          <a:xfrm>
            <a:off x="3334939" y="9528166"/>
            <a:ext cx="458470" cy="757555"/>
            <a:chOff x="3334939" y="9528166"/>
            <a:chExt cx="458470" cy="757555"/>
          </a:xfrm>
        </p:grpSpPr>
        <p:sp>
          <p:nvSpPr>
            <p:cNvPr id="194" name="object 194" descr=""/>
            <p:cNvSpPr/>
            <p:nvPr/>
          </p:nvSpPr>
          <p:spPr>
            <a:xfrm>
              <a:off x="3507212" y="10012887"/>
              <a:ext cx="93980" cy="266065"/>
            </a:xfrm>
            <a:custGeom>
              <a:avLst/>
              <a:gdLst/>
              <a:ahLst/>
              <a:cxnLst/>
              <a:rect l="l" t="t" r="r" b="b"/>
              <a:pathLst>
                <a:path w="93979" h="266065">
                  <a:moveTo>
                    <a:pt x="10847" y="0"/>
                  </a:moveTo>
                  <a:lnTo>
                    <a:pt x="0" y="265866"/>
                  </a:lnTo>
                  <a:lnTo>
                    <a:pt x="77065" y="261967"/>
                  </a:lnTo>
                  <a:lnTo>
                    <a:pt x="88480" y="260973"/>
                  </a:lnTo>
                  <a:lnTo>
                    <a:pt x="93505" y="259866"/>
                  </a:lnTo>
                  <a:lnTo>
                    <a:pt x="83257" y="218498"/>
                  </a:lnTo>
                  <a:lnTo>
                    <a:pt x="54548" y="129253"/>
                  </a:lnTo>
                  <a:lnTo>
                    <a:pt x="24652" y="40349"/>
                  </a:lnTo>
                  <a:lnTo>
                    <a:pt x="10847" y="0"/>
                  </a:lnTo>
                  <a:close/>
                </a:path>
              </a:pathLst>
            </a:custGeom>
            <a:solidFill>
              <a:srgbClr val="2D25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5" name="object 195" descr=""/>
            <p:cNvSpPr/>
            <p:nvPr/>
          </p:nvSpPr>
          <p:spPr>
            <a:xfrm>
              <a:off x="3340626" y="9923501"/>
              <a:ext cx="452755" cy="362585"/>
            </a:xfrm>
            <a:custGeom>
              <a:avLst/>
              <a:gdLst/>
              <a:ahLst/>
              <a:cxnLst/>
              <a:rect l="l" t="t" r="r" b="b"/>
              <a:pathLst>
                <a:path w="452754" h="362584">
                  <a:moveTo>
                    <a:pt x="115671" y="0"/>
                  </a:moveTo>
                  <a:lnTo>
                    <a:pt x="73156" y="4045"/>
                  </a:lnTo>
                  <a:lnTo>
                    <a:pt x="0" y="21025"/>
                  </a:lnTo>
                  <a:lnTo>
                    <a:pt x="21894" y="362062"/>
                  </a:lnTo>
                  <a:lnTo>
                    <a:pt x="179251" y="362062"/>
                  </a:lnTo>
                  <a:lnTo>
                    <a:pt x="179251" y="113797"/>
                  </a:lnTo>
                  <a:lnTo>
                    <a:pt x="189826" y="145612"/>
                  </a:lnTo>
                  <a:lnTo>
                    <a:pt x="215845" y="263695"/>
                  </a:lnTo>
                  <a:lnTo>
                    <a:pt x="231283" y="317608"/>
                  </a:lnTo>
                  <a:lnTo>
                    <a:pt x="287885" y="355059"/>
                  </a:lnTo>
                  <a:lnTo>
                    <a:pt x="347256" y="355470"/>
                  </a:lnTo>
                  <a:lnTo>
                    <a:pt x="404499" y="351413"/>
                  </a:lnTo>
                  <a:lnTo>
                    <a:pt x="437662" y="346533"/>
                  </a:lnTo>
                  <a:lnTo>
                    <a:pt x="448149" y="341745"/>
                  </a:lnTo>
                  <a:lnTo>
                    <a:pt x="452496" y="328568"/>
                  </a:lnTo>
                  <a:lnTo>
                    <a:pt x="451467" y="296578"/>
                  </a:lnTo>
                  <a:lnTo>
                    <a:pt x="445829" y="235354"/>
                  </a:lnTo>
                  <a:lnTo>
                    <a:pt x="424890" y="235134"/>
                  </a:lnTo>
                  <a:lnTo>
                    <a:pt x="375568" y="233632"/>
                  </a:lnTo>
                  <a:lnTo>
                    <a:pt x="318108" y="229589"/>
                  </a:lnTo>
                  <a:lnTo>
                    <a:pt x="272756" y="221741"/>
                  </a:lnTo>
                  <a:lnTo>
                    <a:pt x="233321" y="163966"/>
                  </a:lnTo>
                  <a:lnTo>
                    <a:pt x="217387" y="117737"/>
                  </a:lnTo>
                  <a:lnTo>
                    <a:pt x="198898" y="72194"/>
                  </a:lnTo>
                  <a:lnTo>
                    <a:pt x="174047" y="36522"/>
                  </a:lnTo>
                  <a:lnTo>
                    <a:pt x="143863" y="10341"/>
                  </a:lnTo>
                  <a:lnTo>
                    <a:pt x="115671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62796" y="9970813"/>
              <a:ext cx="117633" cy="194852"/>
            </a:xfrm>
            <a:prstGeom prst="rect">
              <a:avLst/>
            </a:prstGeom>
          </p:spPr>
        </p:pic>
        <p:sp>
          <p:nvSpPr>
            <p:cNvPr id="197" name="object 197" descr=""/>
            <p:cNvSpPr/>
            <p:nvPr/>
          </p:nvSpPr>
          <p:spPr>
            <a:xfrm>
              <a:off x="3334939" y="9528166"/>
              <a:ext cx="275590" cy="463550"/>
            </a:xfrm>
            <a:custGeom>
              <a:avLst/>
              <a:gdLst/>
              <a:ahLst/>
              <a:cxnLst/>
              <a:rect l="l" t="t" r="r" b="b"/>
              <a:pathLst>
                <a:path w="275589" h="463550">
                  <a:moveTo>
                    <a:pt x="18250" y="0"/>
                  </a:moveTo>
                  <a:lnTo>
                    <a:pt x="22155" y="41117"/>
                  </a:lnTo>
                  <a:lnTo>
                    <a:pt x="23457" y="67823"/>
                  </a:lnTo>
                  <a:lnTo>
                    <a:pt x="22155" y="91818"/>
                  </a:lnTo>
                  <a:lnTo>
                    <a:pt x="13738" y="162475"/>
                  </a:lnTo>
                  <a:lnTo>
                    <a:pt x="8173" y="215156"/>
                  </a:lnTo>
                  <a:lnTo>
                    <a:pt x="3084" y="275074"/>
                  </a:lnTo>
                  <a:lnTo>
                    <a:pt x="0" y="334460"/>
                  </a:lnTo>
                  <a:lnTo>
                    <a:pt x="448" y="385546"/>
                  </a:lnTo>
                  <a:lnTo>
                    <a:pt x="5957" y="420563"/>
                  </a:lnTo>
                  <a:lnTo>
                    <a:pt x="43279" y="447760"/>
                  </a:lnTo>
                  <a:lnTo>
                    <a:pt x="108717" y="460029"/>
                  </a:lnTo>
                  <a:lnTo>
                    <a:pt x="170949" y="463151"/>
                  </a:lnTo>
                  <a:lnTo>
                    <a:pt x="198653" y="462907"/>
                  </a:lnTo>
                  <a:lnTo>
                    <a:pt x="190862" y="363575"/>
                  </a:lnTo>
                  <a:lnTo>
                    <a:pt x="184386" y="305418"/>
                  </a:lnTo>
                  <a:lnTo>
                    <a:pt x="175735" y="265895"/>
                  </a:lnTo>
                  <a:lnTo>
                    <a:pt x="161418" y="222464"/>
                  </a:lnTo>
                  <a:lnTo>
                    <a:pt x="146878" y="175465"/>
                  </a:lnTo>
                  <a:lnTo>
                    <a:pt x="138696" y="140845"/>
                  </a:lnTo>
                  <a:lnTo>
                    <a:pt x="135093" y="119452"/>
                  </a:lnTo>
                  <a:lnTo>
                    <a:pt x="134288" y="112132"/>
                  </a:lnTo>
                  <a:lnTo>
                    <a:pt x="201099" y="104211"/>
                  </a:lnTo>
                  <a:lnTo>
                    <a:pt x="238064" y="98943"/>
                  </a:lnTo>
                  <a:lnTo>
                    <a:pt x="258410" y="93963"/>
                  </a:lnTo>
                  <a:lnTo>
                    <a:pt x="275362" y="86908"/>
                  </a:lnTo>
                  <a:lnTo>
                    <a:pt x="259342" y="3622"/>
                  </a:lnTo>
                  <a:lnTo>
                    <a:pt x="140652" y="4072"/>
                  </a:lnTo>
                  <a:lnTo>
                    <a:pt x="75975" y="3845"/>
                  </a:lnTo>
                  <a:lnTo>
                    <a:pt x="42708" y="2601"/>
                  </a:lnTo>
                  <a:lnTo>
                    <a:pt x="18250" y="0"/>
                  </a:lnTo>
                  <a:close/>
                </a:path>
              </a:pathLst>
            </a:custGeom>
            <a:solidFill>
              <a:srgbClr val="382D3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8" name="object 198" descr=""/>
          <p:cNvGrpSpPr/>
          <p:nvPr/>
        </p:nvGrpSpPr>
        <p:grpSpPr>
          <a:xfrm>
            <a:off x="8384006" y="7885491"/>
            <a:ext cx="1011555" cy="443865"/>
            <a:chOff x="8384006" y="7885491"/>
            <a:chExt cx="1011555" cy="443865"/>
          </a:xfrm>
        </p:grpSpPr>
        <p:sp>
          <p:nvSpPr>
            <p:cNvPr id="199" name="object 199" descr=""/>
            <p:cNvSpPr/>
            <p:nvPr/>
          </p:nvSpPr>
          <p:spPr>
            <a:xfrm>
              <a:off x="8388723" y="7885491"/>
              <a:ext cx="1002030" cy="426720"/>
            </a:xfrm>
            <a:custGeom>
              <a:avLst/>
              <a:gdLst/>
              <a:ahLst/>
              <a:cxnLst/>
              <a:rect l="l" t="t" r="r" b="b"/>
              <a:pathLst>
                <a:path w="1002029" h="426720">
                  <a:moveTo>
                    <a:pt x="646400" y="0"/>
                  </a:moveTo>
                  <a:lnTo>
                    <a:pt x="620422" y="12247"/>
                  </a:lnTo>
                  <a:lnTo>
                    <a:pt x="543254" y="61077"/>
                  </a:lnTo>
                  <a:lnTo>
                    <a:pt x="506423" y="83044"/>
                  </a:lnTo>
                  <a:lnTo>
                    <a:pt x="464280" y="106799"/>
                  </a:lnTo>
                  <a:lnTo>
                    <a:pt x="417952" y="131306"/>
                  </a:lnTo>
                  <a:lnTo>
                    <a:pt x="368565" y="155527"/>
                  </a:lnTo>
                  <a:lnTo>
                    <a:pt x="317245" y="178426"/>
                  </a:lnTo>
                  <a:lnTo>
                    <a:pt x="265120" y="198964"/>
                  </a:lnTo>
                  <a:lnTo>
                    <a:pt x="213315" y="216105"/>
                  </a:lnTo>
                  <a:lnTo>
                    <a:pt x="162958" y="228811"/>
                  </a:lnTo>
                  <a:lnTo>
                    <a:pt x="75465" y="249524"/>
                  </a:lnTo>
                  <a:lnTo>
                    <a:pt x="26880" y="269012"/>
                  </a:lnTo>
                  <a:lnTo>
                    <a:pt x="5594" y="291757"/>
                  </a:lnTo>
                  <a:lnTo>
                    <a:pt x="0" y="322242"/>
                  </a:lnTo>
                  <a:lnTo>
                    <a:pt x="13839" y="351245"/>
                  </a:lnTo>
                  <a:lnTo>
                    <a:pt x="51771" y="378990"/>
                  </a:lnTo>
                  <a:lnTo>
                    <a:pt x="104511" y="402665"/>
                  </a:lnTo>
                  <a:lnTo>
                    <a:pt x="162775" y="419454"/>
                  </a:lnTo>
                  <a:lnTo>
                    <a:pt x="217281" y="426543"/>
                  </a:lnTo>
                  <a:lnTo>
                    <a:pt x="254115" y="425855"/>
                  </a:lnTo>
                  <a:lnTo>
                    <a:pt x="300866" y="422526"/>
                  </a:lnTo>
                  <a:lnTo>
                    <a:pt x="354803" y="417121"/>
                  </a:lnTo>
                  <a:lnTo>
                    <a:pt x="413194" y="410206"/>
                  </a:lnTo>
                  <a:lnTo>
                    <a:pt x="473307" y="402345"/>
                  </a:lnTo>
                  <a:lnTo>
                    <a:pt x="532413" y="394104"/>
                  </a:lnTo>
                  <a:lnTo>
                    <a:pt x="636671" y="378743"/>
                  </a:lnTo>
                  <a:lnTo>
                    <a:pt x="693320" y="372538"/>
                  </a:lnTo>
                  <a:lnTo>
                    <a:pt x="757373" y="368653"/>
                  </a:lnTo>
                  <a:lnTo>
                    <a:pt x="885960" y="363760"/>
                  </a:lnTo>
                  <a:lnTo>
                    <a:pt x="939626" y="360713"/>
                  </a:lnTo>
                  <a:lnTo>
                    <a:pt x="978962" y="355905"/>
                  </a:lnTo>
                  <a:lnTo>
                    <a:pt x="998535" y="348315"/>
                  </a:lnTo>
                  <a:lnTo>
                    <a:pt x="1001696" y="294822"/>
                  </a:lnTo>
                  <a:lnTo>
                    <a:pt x="990723" y="198312"/>
                  </a:lnTo>
                  <a:lnTo>
                    <a:pt x="976303" y="105873"/>
                  </a:lnTo>
                  <a:lnTo>
                    <a:pt x="969122" y="64596"/>
                  </a:lnTo>
                  <a:lnTo>
                    <a:pt x="927868" y="69597"/>
                  </a:lnTo>
                  <a:lnTo>
                    <a:pt x="899857" y="75467"/>
                  </a:lnTo>
                  <a:lnTo>
                    <a:pt x="872254" y="85991"/>
                  </a:lnTo>
                  <a:lnTo>
                    <a:pt x="832225" y="104950"/>
                  </a:lnTo>
                  <a:lnTo>
                    <a:pt x="789808" y="114329"/>
                  </a:lnTo>
                  <a:lnTo>
                    <a:pt x="747126" y="106194"/>
                  </a:lnTo>
                  <a:lnTo>
                    <a:pt x="709766" y="84811"/>
                  </a:lnTo>
                  <a:lnTo>
                    <a:pt x="683315" y="54449"/>
                  </a:lnTo>
                  <a:lnTo>
                    <a:pt x="673361" y="19372"/>
                  </a:lnTo>
                  <a:lnTo>
                    <a:pt x="660930" y="3080"/>
                  </a:lnTo>
                  <a:lnTo>
                    <a:pt x="646400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 descr=""/>
            <p:cNvSpPr/>
            <p:nvPr/>
          </p:nvSpPr>
          <p:spPr>
            <a:xfrm>
              <a:off x="8383994" y="8188204"/>
              <a:ext cx="1011555" cy="140970"/>
            </a:xfrm>
            <a:custGeom>
              <a:avLst/>
              <a:gdLst/>
              <a:ahLst/>
              <a:cxnLst/>
              <a:rect l="l" t="t" r="r" b="b"/>
              <a:pathLst>
                <a:path w="1011554" h="140970">
                  <a:moveTo>
                    <a:pt x="1011516" y="101523"/>
                  </a:moveTo>
                  <a:lnTo>
                    <a:pt x="1009726" y="50990"/>
                  </a:lnTo>
                  <a:lnTo>
                    <a:pt x="1010348" y="42291"/>
                  </a:lnTo>
                  <a:lnTo>
                    <a:pt x="1009370" y="25361"/>
                  </a:lnTo>
                  <a:lnTo>
                    <a:pt x="837222" y="28346"/>
                  </a:lnTo>
                  <a:lnTo>
                    <a:pt x="737793" y="34937"/>
                  </a:lnTo>
                  <a:lnTo>
                    <a:pt x="672185" y="40424"/>
                  </a:lnTo>
                  <a:lnTo>
                    <a:pt x="602284" y="47586"/>
                  </a:lnTo>
                  <a:lnTo>
                    <a:pt x="540791" y="57442"/>
                  </a:lnTo>
                  <a:lnTo>
                    <a:pt x="501726" y="64731"/>
                  </a:lnTo>
                  <a:lnTo>
                    <a:pt x="458419" y="72504"/>
                  </a:lnTo>
                  <a:lnTo>
                    <a:pt x="411835" y="79971"/>
                  </a:lnTo>
                  <a:lnTo>
                    <a:pt x="362966" y="86321"/>
                  </a:lnTo>
                  <a:lnTo>
                    <a:pt x="312788" y="90741"/>
                  </a:lnTo>
                  <a:lnTo>
                    <a:pt x="262280" y="92430"/>
                  </a:lnTo>
                  <a:lnTo>
                    <a:pt x="212407" y="90576"/>
                  </a:lnTo>
                  <a:lnTo>
                    <a:pt x="164160" y="84378"/>
                  </a:lnTo>
                  <a:lnTo>
                    <a:pt x="118516" y="73037"/>
                  </a:lnTo>
                  <a:lnTo>
                    <a:pt x="76454" y="55727"/>
                  </a:lnTo>
                  <a:lnTo>
                    <a:pt x="38938" y="31648"/>
                  </a:lnTo>
                  <a:lnTo>
                    <a:pt x="6959" y="0"/>
                  </a:lnTo>
                  <a:lnTo>
                    <a:pt x="1054" y="15252"/>
                  </a:lnTo>
                  <a:lnTo>
                    <a:pt x="15798" y="61112"/>
                  </a:lnTo>
                  <a:lnTo>
                    <a:pt x="67170" y="102857"/>
                  </a:lnTo>
                  <a:lnTo>
                    <a:pt x="112369" y="120446"/>
                  </a:lnTo>
                  <a:lnTo>
                    <a:pt x="169354" y="133642"/>
                  </a:lnTo>
                  <a:lnTo>
                    <a:pt x="237236" y="140792"/>
                  </a:lnTo>
                  <a:lnTo>
                    <a:pt x="281520" y="140589"/>
                  </a:lnTo>
                  <a:lnTo>
                    <a:pt x="331800" y="136639"/>
                  </a:lnTo>
                  <a:lnTo>
                    <a:pt x="385864" y="129921"/>
                  </a:lnTo>
                  <a:lnTo>
                    <a:pt x="441477" y="121386"/>
                  </a:lnTo>
                  <a:lnTo>
                    <a:pt x="496430" y="112014"/>
                  </a:lnTo>
                  <a:lnTo>
                    <a:pt x="595477" y="94551"/>
                  </a:lnTo>
                  <a:lnTo>
                    <a:pt x="635139" y="88404"/>
                  </a:lnTo>
                  <a:lnTo>
                    <a:pt x="665276" y="85255"/>
                  </a:lnTo>
                  <a:lnTo>
                    <a:pt x="706640" y="83477"/>
                  </a:lnTo>
                  <a:lnTo>
                    <a:pt x="719924" y="83032"/>
                  </a:lnTo>
                  <a:lnTo>
                    <a:pt x="720940" y="111683"/>
                  </a:lnTo>
                  <a:lnTo>
                    <a:pt x="1011516" y="101523"/>
                  </a:lnTo>
                  <a:close/>
                </a:path>
              </a:pathLst>
            </a:custGeom>
            <a:solidFill>
              <a:srgbClr val="754D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1" name="object 201" descr=""/>
            <p:cNvSpPr/>
            <p:nvPr/>
          </p:nvSpPr>
          <p:spPr>
            <a:xfrm>
              <a:off x="9103512" y="8246843"/>
              <a:ext cx="291465" cy="33655"/>
            </a:xfrm>
            <a:custGeom>
              <a:avLst/>
              <a:gdLst/>
              <a:ahLst/>
              <a:cxnLst/>
              <a:rect l="l" t="t" r="r" b="b"/>
              <a:pathLst>
                <a:path w="291465" h="33654">
                  <a:moveTo>
                    <a:pt x="290493" y="0"/>
                  </a:moveTo>
                  <a:lnTo>
                    <a:pt x="0" y="12784"/>
                  </a:lnTo>
                  <a:lnTo>
                    <a:pt x="743" y="33464"/>
                  </a:lnTo>
                  <a:lnTo>
                    <a:pt x="290849" y="19559"/>
                  </a:lnTo>
                  <a:lnTo>
                    <a:pt x="290493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712056" y="7929766"/>
              <a:ext cx="353795" cy="182956"/>
            </a:xfrm>
            <a:prstGeom prst="rect">
              <a:avLst/>
            </a:prstGeom>
          </p:spPr>
        </p:pic>
      </p:grpSp>
      <p:grpSp>
        <p:nvGrpSpPr>
          <p:cNvPr id="203" name="object 203" descr=""/>
          <p:cNvGrpSpPr/>
          <p:nvPr/>
        </p:nvGrpSpPr>
        <p:grpSpPr>
          <a:xfrm>
            <a:off x="9912567" y="7809318"/>
            <a:ext cx="436880" cy="600710"/>
            <a:chOff x="9912567" y="7809318"/>
            <a:chExt cx="436880" cy="600710"/>
          </a:xfrm>
        </p:grpSpPr>
        <p:sp>
          <p:nvSpPr>
            <p:cNvPr id="204" name="object 204" descr=""/>
            <p:cNvSpPr/>
            <p:nvPr/>
          </p:nvSpPr>
          <p:spPr>
            <a:xfrm>
              <a:off x="9912567" y="8058929"/>
              <a:ext cx="436880" cy="350520"/>
            </a:xfrm>
            <a:custGeom>
              <a:avLst/>
              <a:gdLst/>
              <a:ahLst/>
              <a:cxnLst/>
              <a:rect l="l" t="t" r="r" b="b"/>
              <a:pathLst>
                <a:path w="436879" h="350520">
                  <a:moveTo>
                    <a:pt x="168449" y="0"/>
                  </a:moveTo>
                  <a:lnTo>
                    <a:pt x="67851" y="3167"/>
                  </a:lnTo>
                  <a:lnTo>
                    <a:pt x="23872" y="7067"/>
                  </a:lnTo>
                  <a:lnTo>
                    <a:pt x="4862" y="78569"/>
                  </a:lnTo>
                  <a:lnTo>
                    <a:pt x="0" y="123006"/>
                  </a:lnTo>
                  <a:lnTo>
                    <a:pt x="10609" y="158923"/>
                  </a:lnTo>
                  <a:lnTo>
                    <a:pt x="38018" y="204862"/>
                  </a:lnTo>
                  <a:lnTo>
                    <a:pt x="65285" y="240728"/>
                  </a:lnTo>
                  <a:lnTo>
                    <a:pt x="98452" y="272077"/>
                  </a:lnTo>
                  <a:lnTo>
                    <a:pt x="137073" y="298788"/>
                  </a:lnTo>
                  <a:lnTo>
                    <a:pt x="180698" y="320739"/>
                  </a:lnTo>
                  <a:lnTo>
                    <a:pt x="228881" y="337808"/>
                  </a:lnTo>
                  <a:lnTo>
                    <a:pt x="281173" y="349874"/>
                  </a:lnTo>
                  <a:lnTo>
                    <a:pt x="338241" y="350480"/>
                  </a:lnTo>
                  <a:lnTo>
                    <a:pt x="380544" y="334002"/>
                  </a:lnTo>
                  <a:lnTo>
                    <a:pt x="409839" y="307261"/>
                  </a:lnTo>
                  <a:lnTo>
                    <a:pt x="427883" y="277075"/>
                  </a:lnTo>
                  <a:lnTo>
                    <a:pt x="436435" y="250264"/>
                  </a:lnTo>
                  <a:lnTo>
                    <a:pt x="435336" y="221432"/>
                  </a:lnTo>
                  <a:lnTo>
                    <a:pt x="424463" y="183058"/>
                  </a:lnTo>
                  <a:lnTo>
                    <a:pt x="405643" y="138779"/>
                  </a:lnTo>
                  <a:lnTo>
                    <a:pt x="380704" y="92233"/>
                  </a:lnTo>
                  <a:lnTo>
                    <a:pt x="351474" y="47056"/>
                  </a:lnTo>
                  <a:lnTo>
                    <a:pt x="278659" y="10363"/>
                  </a:lnTo>
                  <a:lnTo>
                    <a:pt x="168449" y="0"/>
                  </a:lnTo>
                  <a:close/>
                </a:path>
              </a:pathLst>
            </a:custGeom>
            <a:solidFill>
              <a:srgbClr val="754D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9930837" y="7809318"/>
              <a:ext cx="389890" cy="562610"/>
            </a:xfrm>
            <a:custGeom>
              <a:avLst/>
              <a:gdLst/>
              <a:ahLst/>
              <a:cxnLst/>
              <a:rect l="l" t="t" r="r" b="b"/>
              <a:pathLst>
                <a:path w="389890" h="562609">
                  <a:moveTo>
                    <a:pt x="132078" y="0"/>
                  </a:moveTo>
                  <a:lnTo>
                    <a:pt x="82729" y="6705"/>
                  </a:lnTo>
                  <a:lnTo>
                    <a:pt x="39303" y="21592"/>
                  </a:lnTo>
                  <a:lnTo>
                    <a:pt x="4765" y="46093"/>
                  </a:lnTo>
                  <a:lnTo>
                    <a:pt x="2533" y="50191"/>
                  </a:lnTo>
                  <a:lnTo>
                    <a:pt x="7669" y="154164"/>
                  </a:lnTo>
                  <a:lnTo>
                    <a:pt x="9381" y="214496"/>
                  </a:lnTo>
                  <a:lnTo>
                    <a:pt x="7669" y="254294"/>
                  </a:lnTo>
                  <a:lnTo>
                    <a:pt x="2533" y="296665"/>
                  </a:lnTo>
                  <a:lnTo>
                    <a:pt x="0" y="332871"/>
                  </a:lnTo>
                  <a:lnTo>
                    <a:pt x="3742" y="372019"/>
                  </a:lnTo>
                  <a:lnTo>
                    <a:pt x="17046" y="412593"/>
                  </a:lnTo>
                  <a:lnTo>
                    <a:pt x="43197" y="453076"/>
                  </a:lnTo>
                  <a:lnTo>
                    <a:pt x="85483" y="491953"/>
                  </a:lnTo>
                  <a:lnTo>
                    <a:pt x="147188" y="527705"/>
                  </a:lnTo>
                  <a:lnTo>
                    <a:pt x="214520" y="552786"/>
                  </a:lnTo>
                  <a:lnTo>
                    <a:pt x="271314" y="562014"/>
                  </a:lnTo>
                  <a:lnTo>
                    <a:pt x="317285" y="557437"/>
                  </a:lnTo>
                  <a:lnTo>
                    <a:pt x="352148" y="541101"/>
                  </a:lnTo>
                  <a:lnTo>
                    <a:pt x="375619" y="515052"/>
                  </a:lnTo>
                  <a:lnTo>
                    <a:pt x="387411" y="481340"/>
                  </a:lnTo>
                  <a:lnTo>
                    <a:pt x="389652" y="433370"/>
                  </a:lnTo>
                  <a:lnTo>
                    <a:pt x="380083" y="393341"/>
                  </a:lnTo>
                  <a:lnTo>
                    <a:pt x="360628" y="351143"/>
                  </a:lnTo>
                  <a:lnTo>
                    <a:pt x="333214" y="296665"/>
                  </a:lnTo>
                  <a:lnTo>
                    <a:pt x="310803" y="248811"/>
                  </a:lnTo>
                  <a:lnTo>
                    <a:pt x="286139" y="194570"/>
                  </a:lnTo>
                  <a:lnTo>
                    <a:pt x="239389" y="90741"/>
                  </a:lnTo>
                  <a:lnTo>
                    <a:pt x="221971" y="53064"/>
                  </a:lnTo>
                  <a:lnTo>
                    <a:pt x="211636" y="32819"/>
                  </a:lnTo>
                  <a:lnTo>
                    <a:pt x="196715" y="17986"/>
                  </a:lnTo>
                  <a:lnTo>
                    <a:pt x="170134" y="5403"/>
                  </a:lnTo>
                  <a:lnTo>
                    <a:pt x="132078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9969900" y="8040790"/>
              <a:ext cx="260350" cy="60325"/>
            </a:xfrm>
            <a:custGeom>
              <a:avLst/>
              <a:gdLst/>
              <a:ahLst/>
              <a:cxnLst/>
              <a:rect l="l" t="t" r="r" b="b"/>
              <a:pathLst>
                <a:path w="260350" h="60325">
                  <a:moveTo>
                    <a:pt x="123935" y="0"/>
                  </a:moveTo>
                  <a:lnTo>
                    <a:pt x="72849" y="8493"/>
                  </a:lnTo>
                  <a:lnTo>
                    <a:pt x="34460" y="21866"/>
                  </a:lnTo>
                  <a:lnTo>
                    <a:pt x="9825" y="34585"/>
                  </a:lnTo>
                  <a:lnTo>
                    <a:pt x="0" y="41115"/>
                  </a:lnTo>
                  <a:lnTo>
                    <a:pt x="14188" y="59743"/>
                  </a:lnTo>
                  <a:lnTo>
                    <a:pt x="25392" y="52691"/>
                  </a:lnTo>
                  <a:lnTo>
                    <a:pt x="56665" y="38387"/>
                  </a:lnTo>
                  <a:lnTo>
                    <a:pt x="106131" y="25822"/>
                  </a:lnTo>
                  <a:lnTo>
                    <a:pt x="171917" y="23992"/>
                  </a:lnTo>
                  <a:lnTo>
                    <a:pt x="252149" y="41890"/>
                  </a:lnTo>
                  <a:lnTo>
                    <a:pt x="259971" y="19786"/>
                  </a:lnTo>
                  <a:lnTo>
                    <a:pt x="186661" y="1919"/>
                  </a:lnTo>
                  <a:lnTo>
                    <a:pt x="123935" y="0"/>
                  </a:lnTo>
                  <a:close/>
                </a:path>
              </a:pathLst>
            </a:custGeom>
            <a:solidFill>
              <a:srgbClr val="3835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7" name="object 207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947924" y="7869036"/>
              <a:ext cx="242885" cy="151687"/>
            </a:xfrm>
            <a:prstGeom prst="rect">
              <a:avLst/>
            </a:prstGeom>
          </p:spPr>
        </p:pic>
      </p:grpSp>
      <p:grpSp>
        <p:nvGrpSpPr>
          <p:cNvPr id="208" name="object 208" descr=""/>
          <p:cNvGrpSpPr/>
          <p:nvPr/>
        </p:nvGrpSpPr>
        <p:grpSpPr>
          <a:xfrm>
            <a:off x="10886758" y="7926015"/>
            <a:ext cx="455295" cy="429259"/>
            <a:chOff x="10886758" y="7926015"/>
            <a:chExt cx="455295" cy="429259"/>
          </a:xfrm>
        </p:grpSpPr>
        <p:sp>
          <p:nvSpPr>
            <p:cNvPr id="209" name="object 209" descr=""/>
            <p:cNvSpPr/>
            <p:nvPr/>
          </p:nvSpPr>
          <p:spPr>
            <a:xfrm>
              <a:off x="10886758" y="7926015"/>
              <a:ext cx="452755" cy="377190"/>
            </a:xfrm>
            <a:custGeom>
              <a:avLst/>
              <a:gdLst/>
              <a:ahLst/>
              <a:cxnLst/>
              <a:rect l="l" t="t" r="r" b="b"/>
              <a:pathLst>
                <a:path w="452754" h="377190">
                  <a:moveTo>
                    <a:pt x="10607" y="0"/>
                  </a:moveTo>
                  <a:lnTo>
                    <a:pt x="3930" y="99363"/>
                  </a:lnTo>
                  <a:lnTo>
                    <a:pt x="696" y="158054"/>
                  </a:lnTo>
                  <a:lnTo>
                    <a:pt x="0" y="199085"/>
                  </a:lnTo>
                  <a:lnTo>
                    <a:pt x="932" y="245468"/>
                  </a:lnTo>
                  <a:lnTo>
                    <a:pt x="3053" y="290845"/>
                  </a:lnTo>
                  <a:lnTo>
                    <a:pt x="13930" y="338174"/>
                  </a:lnTo>
                  <a:lnTo>
                    <a:pt x="47035" y="366409"/>
                  </a:lnTo>
                  <a:lnTo>
                    <a:pt x="93793" y="372491"/>
                  </a:lnTo>
                  <a:lnTo>
                    <a:pt x="155350" y="375710"/>
                  </a:lnTo>
                  <a:lnTo>
                    <a:pt x="222281" y="376904"/>
                  </a:lnTo>
                  <a:lnTo>
                    <a:pt x="285161" y="376909"/>
                  </a:lnTo>
                  <a:lnTo>
                    <a:pt x="334565" y="376562"/>
                  </a:lnTo>
                  <a:lnTo>
                    <a:pt x="361068" y="376700"/>
                  </a:lnTo>
                  <a:lnTo>
                    <a:pt x="412787" y="366856"/>
                  </a:lnTo>
                  <a:lnTo>
                    <a:pt x="450615" y="335015"/>
                  </a:lnTo>
                  <a:lnTo>
                    <a:pt x="452145" y="323728"/>
                  </a:lnTo>
                  <a:lnTo>
                    <a:pt x="449938" y="314176"/>
                  </a:lnTo>
                  <a:lnTo>
                    <a:pt x="441549" y="301149"/>
                  </a:lnTo>
                  <a:lnTo>
                    <a:pt x="424532" y="279436"/>
                  </a:lnTo>
                  <a:lnTo>
                    <a:pt x="402852" y="246948"/>
                  </a:lnTo>
                  <a:lnTo>
                    <a:pt x="371147" y="194210"/>
                  </a:lnTo>
                  <a:lnTo>
                    <a:pt x="300680" y="73990"/>
                  </a:lnTo>
                  <a:lnTo>
                    <a:pt x="273430" y="29513"/>
                  </a:lnTo>
                  <a:lnTo>
                    <a:pt x="259176" y="10795"/>
                  </a:lnTo>
                  <a:lnTo>
                    <a:pt x="236826" y="12801"/>
                  </a:lnTo>
                  <a:lnTo>
                    <a:pt x="189918" y="19640"/>
                  </a:lnTo>
                  <a:lnTo>
                    <a:pt x="131145" y="26546"/>
                  </a:lnTo>
                  <a:lnTo>
                    <a:pt x="73206" y="28752"/>
                  </a:lnTo>
                  <a:lnTo>
                    <a:pt x="28794" y="21492"/>
                  </a:lnTo>
                  <a:lnTo>
                    <a:pt x="10607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0911259" y="8282648"/>
              <a:ext cx="324485" cy="73025"/>
            </a:xfrm>
            <a:custGeom>
              <a:avLst/>
              <a:gdLst/>
              <a:ahLst/>
              <a:cxnLst/>
              <a:rect l="l" t="t" r="r" b="b"/>
              <a:pathLst>
                <a:path w="324484" h="73025">
                  <a:moveTo>
                    <a:pt x="324220" y="0"/>
                  </a:moveTo>
                  <a:lnTo>
                    <a:pt x="0" y="0"/>
                  </a:lnTo>
                  <a:lnTo>
                    <a:pt x="0" y="72563"/>
                  </a:lnTo>
                  <a:lnTo>
                    <a:pt x="324220" y="72563"/>
                  </a:lnTo>
                  <a:lnTo>
                    <a:pt x="324220" y="0"/>
                  </a:lnTo>
                  <a:close/>
                </a:path>
              </a:pathLst>
            </a:custGeom>
            <a:solidFill>
              <a:srgbClr val="754D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1" name="object 211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1221584" y="8261026"/>
              <a:ext cx="120013" cy="66437"/>
            </a:xfrm>
            <a:prstGeom prst="rect">
              <a:avLst/>
            </a:prstGeom>
          </p:spPr>
        </p:pic>
        <p:sp>
          <p:nvSpPr>
            <p:cNvPr id="212" name="object 212" descr=""/>
            <p:cNvSpPr/>
            <p:nvPr/>
          </p:nvSpPr>
          <p:spPr>
            <a:xfrm>
              <a:off x="10911259" y="8310438"/>
              <a:ext cx="324485" cy="22860"/>
            </a:xfrm>
            <a:custGeom>
              <a:avLst/>
              <a:gdLst/>
              <a:ahLst/>
              <a:cxnLst/>
              <a:rect l="l" t="t" r="r" b="b"/>
              <a:pathLst>
                <a:path w="324484" h="22859">
                  <a:moveTo>
                    <a:pt x="324220" y="0"/>
                  </a:moveTo>
                  <a:lnTo>
                    <a:pt x="0" y="0"/>
                  </a:lnTo>
                  <a:lnTo>
                    <a:pt x="0" y="22648"/>
                  </a:lnTo>
                  <a:lnTo>
                    <a:pt x="324220" y="22648"/>
                  </a:lnTo>
                  <a:lnTo>
                    <a:pt x="324220" y="0"/>
                  </a:lnTo>
                  <a:close/>
                </a:path>
              </a:pathLst>
            </a:custGeom>
            <a:solidFill>
              <a:srgbClr val="23212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3" name="object 213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161924" y="7958262"/>
              <a:ext cx="93857" cy="156242"/>
            </a:xfrm>
            <a:prstGeom prst="rect">
              <a:avLst/>
            </a:prstGeom>
          </p:spPr>
        </p:pic>
      </p:grpSp>
      <p:grpSp>
        <p:nvGrpSpPr>
          <p:cNvPr id="214" name="object 214" descr=""/>
          <p:cNvGrpSpPr/>
          <p:nvPr/>
        </p:nvGrpSpPr>
        <p:grpSpPr>
          <a:xfrm>
            <a:off x="8354550" y="8946922"/>
            <a:ext cx="1043305" cy="398780"/>
            <a:chOff x="8354550" y="8946922"/>
            <a:chExt cx="1043305" cy="398780"/>
          </a:xfrm>
        </p:grpSpPr>
        <p:sp>
          <p:nvSpPr>
            <p:cNvPr id="215" name="object 215" descr=""/>
            <p:cNvSpPr/>
            <p:nvPr/>
          </p:nvSpPr>
          <p:spPr>
            <a:xfrm>
              <a:off x="8354550" y="9211572"/>
              <a:ext cx="1036955" cy="133985"/>
            </a:xfrm>
            <a:custGeom>
              <a:avLst/>
              <a:gdLst/>
              <a:ahLst/>
              <a:cxnLst/>
              <a:rect l="l" t="t" r="r" b="b"/>
              <a:pathLst>
                <a:path w="1036954" h="133984">
                  <a:moveTo>
                    <a:pt x="12523" y="0"/>
                  </a:moveTo>
                  <a:lnTo>
                    <a:pt x="4690" y="0"/>
                  </a:lnTo>
                  <a:lnTo>
                    <a:pt x="0" y="21926"/>
                  </a:lnTo>
                  <a:lnTo>
                    <a:pt x="27793" y="65381"/>
                  </a:lnTo>
                  <a:lnTo>
                    <a:pt x="70026" y="91071"/>
                  </a:lnTo>
                  <a:lnTo>
                    <a:pt x="133105" y="115881"/>
                  </a:lnTo>
                  <a:lnTo>
                    <a:pt x="178647" y="126564"/>
                  </a:lnTo>
                  <a:lnTo>
                    <a:pt x="229215" y="132318"/>
                  </a:lnTo>
                  <a:lnTo>
                    <a:pt x="282384" y="133961"/>
                  </a:lnTo>
                  <a:lnTo>
                    <a:pt x="335994" y="132317"/>
                  </a:lnTo>
                  <a:lnTo>
                    <a:pt x="387654" y="128210"/>
                  </a:lnTo>
                  <a:lnTo>
                    <a:pt x="435111" y="122457"/>
                  </a:lnTo>
                  <a:lnTo>
                    <a:pt x="476048" y="115881"/>
                  </a:lnTo>
                  <a:lnTo>
                    <a:pt x="523290" y="107775"/>
                  </a:lnTo>
                  <a:lnTo>
                    <a:pt x="576274" y="99626"/>
                  </a:lnTo>
                  <a:lnTo>
                    <a:pt x="631084" y="92211"/>
                  </a:lnTo>
                  <a:lnTo>
                    <a:pt x="683806" y="86304"/>
                  </a:lnTo>
                  <a:lnTo>
                    <a:pt x="730525" y="82679"/>
                  </a:lnTo>
                  <a:lnTo>
                    <a:pt x="767327" y="82112"/>
                  </a:lnTo>
                  <a:lnTo>
                    <a:pt x="863433" y="82112"/>
                  </a:lnTo>
                  <a:lnTo>
                    <a:pt x="884240" y="81802"/>
                  </a:lnTo>
                  <a:lnTo>
                    <a:pt x="952570" y="78950"/>
                  </a:lnTo>
                  <a:lnTo>
                    <a:pt x="1007170" y="74071"/>
                  </a:lnTo>
                  <a:lnTo>
                    <a:pt x="1032806" y="66992"/>
                  </a:lnTo>
                  <a:lnTo>
                    <a:pt x="1036534" y="54685"/>
                  </a:lnTo>
                  <a:lnTo>
                    <a:pt x="1034865" y="41015"/>
                  </a:lnTo>
                  <a:lnTo>
                    <a:pt x="1031296" y="29923"/>
                  </a:lnTo>
                  <a:lnTo>
                    <a:pt x="1029329" y="25350"/>
                  </a:lnTo>
                  <a:lnTo>
                    <a:pt x="12523" y="0"/>
                  </a:lnTo>
                  <a:close/>
                </a:path>
                <a:path w="1036954" h="133984">
                  <a:moveTo>
                    <a:pt x="863433" y="82112"/>
                  </a:moveTo>
                  <a:lnTo>
                    <a:pt x="767327" y="82112"/>
                  </a:lnTo>
                  <a:lnTo>
                    <a:pt x="817414" y="82798"/>
                  </a:lnTo>
                  <a:lnTo>
                    <a:pt x="863433" y="82112"/>
                  </a:lnTo>
                  <a:close/>
                </a:path>
              </a:pathLst>
            </a:custGeom>
            <a:solidFill>
              <a:srgbClr val="382C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6" name="object 216" descr=""/>
            <p:cNvSpPr/>
            <p:nvPr/>
          </p:nvSpPr>
          <p:spPr>
            <a:xfrm>
              <a:off x="8367072" y="8946922"/>
              <a:ext cx="1021715" cy="365125"/>
            </a:xfrm>
            <a:custGeom>
              <a:avLst/>
              <a:gdLst/>
              <a:ahLst/>
              <a:cxnLst/>
              <a:rect l="l" t="t" r="r" b="b"/>
              <a:pathLst>
                <a:path w="1021715" h="365125">
                  <a:moveTo>
                    <a:pt x="620127" y="0"/>
                  </a:moveTo>
                  <a:lnTo>
                    <a:pt x="445532" y="79358"/>
                  </a:lnTo>
                  <a:lnTo>
                    <a:pt x="347858" y="123428"/>
                  </a:lnTo>
                  <a:lnTo>
                    <a:pt x="291578" y="148065"/>
                  </a:lnTo>
                  <a:lnTo>
                    <a:pt x="241165" y="169125"/>
                  </a:lnTo>
                  <a:lnTo>
                    <a:pt x="196159" y="185178"/>
                  </a:lnTo>
                  <a:lnTo>
                    <a:pt x="92680" y="216248"/>
                  </a:lnTo>
                  <a:lnTo>
                    <a:pt x="47034" y="231850"/>
                  </a:lnTo>
                  <a:lnTo>
                    <a:pt x="14002" y="247887"/>
                  </a:lnTo>
                  <a:lnTo>
                    <a:pt x="0" y="264651"/>
                  </a:lnTo>
                  <a:lnTo>
                    <a:pt x="9568" y="283050"/>
                  </a:lnTo>
                  <a:lnTo>
                    <a:pt x="82213" y="322198"/>
                  </a:lnTo>
                  <a:lnTo>
                    <a:pt x="133281" y="339815"/>
                  </a:lnTo>
                  <a:lnTo>
                    <a:pt x="186176" y="354040"/>
                  </a:lnTo>
                  <a:lnTo>
                    <a:pt x="234893" y="363308"/>
                  </a:lnTo>
                  <a:lnTo>
                    <a:pt x="271749" y="364995"/>
                  </a:lnTo>
                  <a:lnTo>
                    <a:pt x="320360" y="362429"/>
                  </a:lnTo>
                  <a:lnTo>
                    <a:pt x="377053" y="356693"/>
                  </a:lnTo>
                  <a:lnTo>
                    <a:pt x="438153" y="348869"/>
                  </a:lnTo>
                  <a:lnTo>
                    <a:pt x="499987" y="340040"/>
                  </a:lnTo>
                  <a:lnTo>
                    <a:pt x="611167" y="323697"/>
                  </a:lnTo>
                  <a:lnTo>
                    <a:pt x="653165" y="318348"/>
                  </a:lnTo>
                  <a:lnTo>
                    <a:pt x="681204" y="316325"/>
                  </a:lnTo>
                  <a:lnTo>
                    <a:pt x="718051" y="316069"/>
                  </a:lnTo>
                  <a:lnTo>
                    <a:pt x="772143" y="315226"/>
                  </a:lnTo>
                  <a:lnTo>
                    <a:pt x="835318" y="313687"/>
                  </a:lnTo>
                  <a:lnTo>
                    <a:pt x="899411" y="311339"/>
                  </a:lnTo>
                  <a:lnTo>
                    <a:pt x="956258" y="308074"/>
                  </a:lnTo>
                  <a:lnTo>
                    <a:pt x="997696" y="303780"/>
                  </a:lnTo>
                  <a:lnTo>
                    <a:pt x="1020035" y="271059"/>
                  </a:lnTo>
                  <a:lnTo>
                    <a:pt x="1021420" y="220423"/>
                  </a:lnTo>
                  <a:lnTo>
                    <a:pt x="1019281" y="161567"/>
                  </a:lnTo>
                  <a:lnTo>
                    <a:pt x="1013183" y="109619"/>
                  </a:lnTo>
                  <a:lnTo>
                    <a:pt x="998118" y="54100"/>
                  </a:lnTo>
                  <a:lnTo>
                    <a:pt x="991268" y="42040"/>
                  </a:lnTo>
                  <a:lnTo>
                    <a:pt x="899016" y="66574"/>
                  </a:lnTo>
                  <a:lnTo>
                    <a:pt x="846407" y="78856"/>
                  </a:lnTo>
                  <a:lnTo>
                    <a:pt x="813766" y="82577"/>
                  </a:lnTo>
                  <a:lnTo>
                    <a:pt x="781421" y="81432"/>
                  </a:lnTo>
                  <a:lnTo>
                    <a:pt x="734419" y="67387"/>
                  </a:lnTo>
                  <a:lnTo>
                    <a:pt x="681396" y="39541"/>
                  </a:lnTo>
                  <a:lnTo>
                    <a:pt x="638063" y="12283"/>
                  </a:lnTo>
                  <a:lnTo>
                    <a:pt x="620127" y="0"/>
                  </a:lnTo>
                  <a:close/>
                </a:path>
              </a:pathLst>
            </a:custGeom>
            <a:solidFill>
              <a:srgbClr val="8F7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9084754" y="9259607"/>
              <a:ext cx="313055" cy="68580"/>
            </a:xfrm>
            <a:custGeom>
              <a:avLst/>
              <a:gdLst/>
              <a:ahLst/>
              <a:cxnLst/>
              <a:rect l="l" t="t" r="r" b="b"/>
              <a:pathLst>
                <a:path w="313054" h="68579">
                  <a:moveTo>
                    <a:pt x="308985" y="0"/>
                  </a:moveTo>
                  <a:lnTo>
                    <a:pt x="0" y="14627"/>
                  </a:lnTo>
                  <a:lnTo>
                    <a:pt x="2523" y="68165"/>
                  </a:lnTo>
                  <a:lnTo>
                    <a:pt x="312660" y="53485"/>
                  </a:lnTo>
                  <a:lnTo>
                    <a:pt x="308985" y="0"/>
                  </a:lnTo>
                  <a:close/>
                </a:path>
              </a:pathLst>
            </a:custGeom>
            <a:solidFill>
              <a:srgbClr val="382C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536911" y="9132223"/>
              <a:ext cx="203187" cy="175240"/>
            </a:xfrm>
            <a:prstGeom prst="rect">
              <a:avLst/>
            </a:prstGeom>
          </p:spPr>
        </p:pic>
        <p:sp>
          <p:nvSpPr>
            <p:cNvPr id="219" name="object 219" descr=""/>
            <p:cNvSpPr/>
            <p:nvPr/>
          </p:nvSpPr>
          <p:spPr>
            <a:xfrm>
              <a:off x="8668450" y="9077436"/>
              <a:ext cx="514984" cy="184785"/>
            </a:xfrm>
            <a:custGeom>
              <a:avLst/>
              <a:gdLst/>
              <a:ahLst/>
              <a:cxnLst/>
              <a:rect l="l" t="t" r="r" b="b"/>
              <a:pathLst>
                <a:path w="514984" h="184784">
                  <a:moveTo>
                    <a:pt x="300692" y="0"/>
                  </a:moveTo>
                  <a:lnTo>
                    <a:pt x="265983" y="3339"/>
                  </a:lnTo>
                  <a:lnTo>
                    <a:pt x="228568" y="8440"/>
                  </a:lnTo>
                  <a:lnTo>
                    <a:pt x="190746" y="14478"/>
                  </a:lnTo>
                  <a:lnTo>
                    <a:pt x="130441" y="24731"/>
                  </a:lnTo>
                  <a:lnTo>
                    <a:pt x="108212" y="28241"/>
                  </a:lnTo>
                  <a:lnTo>
                    <a:pt x="90681" y="30630"/>
                  </a:lnTo>
                  <a:lnTo>
                    <a:pt x="80405" y="31370"/>
                  </a:lnTo>
                  <a:lnTo>
                    <a:pt x="69681" y="27939"/>
                  </a:lnTo>
                  <a:lnTo>
                    <a:pt x="56256" y="20492"/>
                  </a:lnTo>
                  <a:lnTo>
                    <a:pt x="41937" y="10660"/>
                  </a:lnTo>
                  <a:lnTo>
                    <a:pt x="28533" y="73"/>
                  </a:lnTo>
                  <a:lnTo>
                    <a:pt x="0" y="12680"/>
                  </a:lnTo>
                  <a:lnTo>
                    <a:pt x="12073" y="21878"/>
                  </a:lnTo>
                  <a:lnTo>
                    <a:pt x="32980" y="36019"/>
                  </a:lnTo>
                  <a:lnTo>
                    <a:pt x="56875" y="49391"/>
                  </a:lnTo>
                  <a:lnTo>
                    <a:pt x="77913" y="56281"/>
                  </a:lnTo>
                  <a:lnTo>
                    <a:pt x="88643" y="56202"/>
                  </a:lnTo>
                  <a:lnTo>
                    <a:pt x="105255" y="54239"/>
                  </a:lnTo>
                  <a:lnTo>
                    <a:pt x="128484" y="50556"/>
                  </a:lnTo>
                  <a:lnTo>
                    <a:pt x="194544" y="39244"/>
                  </a:lnTo>
                  <a:lnTo>
                    <a:pt x="231813" y="33288"/>
                  </a:lnTo>
                  <a:lnTo>
                    <a:pt x="268530" y="28268"/>
                  </a:lnTo>
                  <a:lnTo>
                    <a:pt x="302357" y="25004"/>
                  </a:lnTo>
                  <a:lnTo>
                    <a:pt x="340215" y="35078"/>
                  </a:lnTo>
                  <a:lnTo>
                    <a:pt x="381282" y="65269"/>
                  </a:lnTo>
                  <a:lnTo>
                    <a:pt x="421266" y="106376"/>
                  </a:lnTo>
                  <a:lnTo>
                    <a:pt x="455876" y="149193"/>
                  </a:lnTo>
                  <a:lnTo>
                    <a:pt x="480823" y="184517"/>
                  </a:lnTo>
                  <a:lnTo>
                    <a:pt x="514445" y="183711"/>
                  </a:lnTo>
                  <a:lnTo>
                    <a:pt x="472037" y="126256"/>
                  </a:lnTo>
                  <a:lnTo>
                    <a:pt x="434116" y="82294"/>
                  </a:lnTo>
                  <a:lnTo>
                    <a:pt x="390296" y="40457"/>
                  </a:lnTo>
                  <a:lnTo>
                    <a:pt x="344510" y="9955"/>
                  </a:lnTo>
                  <a:lnTo>
                    <a:pt x="300692" y="0"/>
                  </a:lnTo>
                  <a:close/>
                </a:path>
              </a:pathLst>
            </a:custGeom>
            <a:solidFill>
              <a:srgbClr val="6955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0" name="object 22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749907" y="8965458"/>
              <a:ext cx="256470" cy="117904"/>
            </a:xfrm>
            <a:prstGeom prst="rect">
              <a:avLst/>
            </a:prstGeom>
          </p:spPr>
        </p:pic>
      </p:grpSp>
      <p:grpSp>
        <p:nvGrpSpPr>
          <p:cNvPr id="221" name="object 221" descr=""/>
          <p:cNvGrpSpPr/>
          <p:nvPr/>
        </p:nvGrpSpPr>
        <p:grpSpPr>
          <a:xfrm>
            <a:off x="9923233" y="8786485"/>
            <a:ext cx="476884" cy="686435"/>
            <a:chOff x="9923233" y="8786485"/>
            <a:chExt cx="476884" cy="686435"/>
          </a:xfrm>
        </p:grpSpPr>
        <p:sp>
          <p:nvSpPr>
            <p:cNvPr id="222" name="object 222" descr=""/>
            <p:cNvSpPr/>
            <p:nvPr/>
          </p:nvSpPr>
          <p:spPr>
            <a:xfrm>
              <a:off x="9923233" y="9082669"/>
              <a:ext cx="476884" cy="389890"/>
            </a:xfrm>
            <a:custGeom>
              <a:avLst/>
              <a:gdLst/>
              <a:ahLst/>
              <a:cxnLst/>
              <a:rect l="l" t="t" r="r" b="b"/>
              <a:pathLst>
                <a:path w="476884" h="389890">
                  <a:moveTo>
                    <a:pt x="33077" y="0"/>
                  </a:moveTo>
                  <a:lnTo>
                    <a:pt x="9064" y="68904"/>
                  </a:lnTo>
                  <a:lnTo>
                    <a:pt x="0" y="110795"/>
                  </a:lnTo>
                  <a:lnTo>
                    <a:pt x="4929" y="142699"/>
                  </a:lnTo>
                  <a:lnTo>
                    <a:pt x="22899" y="181648"/>
                  </a:lnTo>
                  <a:lnTo>
                    <a:pt x="64035" y="248931"/>
                  </a:lnTo>
                  <a:lnTo>
                    <a:pt x="92840" y="282463"/>
                  </a:lnTo>
                  <a:lnTo>
                    <a:pt x="128534" y="313777"/>
                  </a:lnTo>
                  <a:lnTo>
                    <a:pt x="172168" y="341262"/>
                  </a:lnTo>
                  <a:lnTo>
                    <a:pt x="224788" y="363308"/>
                  </a:lnTo>
                  <a:lnTo>
                    <a:pt x="286290" y="381135"/>
                  </a:lnTo>
                  <a:lnTo>
                    <a:pt x="335220" y="389668"/>
                  </a:lnTo>
                  <a:lnTo>
                    <a:pt x="375087" y="389131"/>
                  </a:lnTo>
                  <a:lnTo>
                    <a:pt x="441672" y="361737"/>
                  </a:lnTo>
                  <a:lnTo>
                    <a:pt x="473638" y="297213"/>
                  </a:lnTo>
                  <a:lnTo>
                    <a:pt x="476300" y="250189"/>
                  </a:lnTo>
                  <a:lnTo>
                    <a:pt x="470132" y="200444"/>
                  </a:lnTo>
                  <a:lnTo>
                    <a:pt x="450184" y="145645"/>
                  </a:lnTo>
                  <a:lnTo>
                    <a:pt x="420042" y="89213"/>
                  </a:lnTo>
                  <a:lnTo>
                    <a:pt x="392542" y="45112"/>
                  </a:lnTo>
                  <a:lnTo>
                    <a:pt x="33077" y="0"/>
                  </a:lnTo>
                  <a:close/>
                </a:path>
              </a:pathLst>
            </a:custGeom>
            <a:solidFill>
              <a:srgbClr val="382C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9945604" y="8786485"/>
              <a:ext cx="419734" cy="636905"/>
            </a:xfrm>
            <a:custGeom>
              <a:avLst/>
              <a:gdLst/>
              <a:ahLst/>
              <a:cxnLst/>
              <a:rect l="l" t="t" r="r" b="b"/>
              <a:pathLst>
                <a:path w="419734" h="636904">
                  <a:moveTo>
                    <a:pt x="105425" y="0"/>
                  </a:moveTo>
                  <a:lnTo>
                    <a:pt x="63846" y="16159"/>
                  </a:lnTo>
                  <a:lnTo>
                    <a:pt x="6524" y="56347"/>
                  </a:lnTo>
                  <a:lnTo>
                    <a:pt x="15553" y="166717"/>
                  </a:lnTo>
                  <a:lnTo>
                    <a:pt x="18563" y="231699"/>
                  </a:lnTo>
                  <a:lnTo>
                    <a:pt x="15553" y="276665"/>
                  </a:lnTo>
                  <a:lnTo>
                    <a:pt x="6524" y="326988"/>
                  </a:lnTo>
                  <a:lnTo>
                    <a:pt x="0" y="372816"/>
                  </a:lnTo>
                  <a:lnTo>
                    <a:pt x="1798" y="414073"/>
                  </a:lnTo>
                  <a:lnTo>
                    <a:pt x="15122" y="453922"/>
                  </a:lnTo>
                  <a:lnTo>
                    <a:pt x="43172" y="495523"/>
                  </a:lnTo>
                  <a:lnTo>
                    <a:pt x="89149" y="542039"/>
                  </a:lnTo>
                  <a:lnTo>
                    <a:pt x="134943" y="576823"/>
                  </a:lnTo>
                  <a:lnTo>
                    <a:pt x="183254" y="603189"/>
                  </a:lnTo>
                  <a:lnTo>
                    <a:pt x="231915" y="621601"/>
                  </a:lnTo>
                  <a:lnTo>
                    <a:pt x="278758" y="632526"/>
                  </a:lnTo>
                  <a:lnTo>
                    <a:pt x="321613" y="636430"/>
                  </a:lnTo>
                  <a:lnTo>
                    <a:pt x="358313" y="633780"/>
                  </a:lnTo>
                  <a:lnTo>
                    <a:pt x="386690" y="625042"/>
                  </a:lnTo>
                  <a:lnTo>
                    <a:pt x="400832" y="608435"/>
                  </a:lnTo>
                  <a:lnTo>
                    <a:pt x="413353" y="573958"/>
                  </a:lnTo>
                  <a:lnTo>
                    <a:pt x="419589" y="524701"/>
                  </a:lnTo>
                  <a:lnTo>
                    <a:pt x="414878" y="463748"/>
                  </a:lnTo>
                  <a:lnTo>
                    <a:pt x="400506" y="412121"/>
                  </a:lnTo>
                  <a:lnTo>
                    <a:pt x="378845" y="362673"/>
                  </a:lnTo>
                  <a:lnTo>
                    <a:pt x="353876" y="315704"/>
                  </a:lnTo>
                  <a:lnTo>
                    <a:pt x="329583" y="271518"/>
                  </a:lnTo>
                  <a:lnTo>
                    <a:pt x="309949" y="230415"/>
                  </a:lnTo>
                  <a:lnTo>
                    <a:pt x="285018" y="171327"/>
                  </a:lnTo>
                  <a:lnTo>
                    <a:pt x="256121" y="105457"/>
                  </a:lnTo>
                  <a:lnTo>
                    <a:pt x="222255" y="29825"/>
                  </a:lnTo>
                  <a:lnTo>
                    <a:pt x="151487" y="5384"/>
                  </a:lnTo>
                  <a:lnTo>
                    <a:pt x="105425" y="0"/>
                  </a:lnTo>
                  <a:close/>
                </a:path>
              </a:pathLst>
            </a:custGeom>
            <a:solidFill>
              <a:srgbClr val="8F766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9973019" y="9173937"/>
              <a:ext cx="379095" cy="105410"/>
            </a:xfrm>
            <a:custGeom>
              <a:avLst/>
              <a:gdLst/>
              <a:ahLst/>
              <a:cxnLst/>
              <a:rect l="l" t="t" r="r" b="b"/>
              <a:pathLst>
                <a:path w="379095" h="105409">
                  <a:moveTo>
                    <a:pt x="292093" y="0"/>
                  </a:moveTo>
                  <a:lnTo>
                    <a:pt x="223179" y="1858"/>
                  </a:lnTo>
                  <a:lnTo>
                    <a:pt x="161607" y="12395"/>
                  </a:lnTo>
                  <a:lnTo>
                    <a:pt x="108410" y="28447"/>
                  </a:lnTo>
                  <a:lnTo>
                    <a:pt x="64619" y="46855"/>
                  </a:lnTo>
                  <a:lnTo>
                    <a:pt x="9382" y="78086"/>
                  </a:lnTo>
                  <a:lnTo>
                    <a:pt x="0" y="84586"/>
                  </a:lnTo>
                  <a:lnTo>
                    <a:pt x="15172" y="104847"/>
                  </a:lnTo>
                  <a:lnTo>
                    <a:pt x="23191" y="99868"/>
                  </a:lnTo>
                  <a:lnTo>
                    <a:pt x="44932" y="87836"/>
                  </a:lnTo>
                  <a:lnTo>
                    <a:pt x="123505" y="54770"/>
                  </a:lnTo>
                  <a:lnTo>
                    <a:pt x="177298" y="39812"/>
                  </a:lnTo>
                  <a:lnTo>
                    <a:pt x="238738" y="29957"/>
                  </a:lnTo>
                  <a:lnTo>
                    <a:pt x="306305" y="28243"/>
                  </a:lnTo>
                  <a:lnTo>
                    <a:pt x="378480" y="37708"/>
                  </a:lnTo>
                  <a:lnTo>
                    <a:pt x="367318" y="9981"/>
                  </a:lnTo>
                  <a:lnTo>
                    <a:pt x="292093" y="0"/>
                  </a:lnTo>
                  <a:close/>
                </a:path>
              </a:pathLst>
            </a:custGeom>
            <a:solidFill>
              <a:srgbClr val="6955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0012121" y="8868987"/>
              <a:ext cx="189230" cy="195580"/>
            </a:xfrm>
            <a:custGeom>
              <a:avLst/>
              <a:gdLst/>
              <a:ahLst/>
              <a:cxnLst/>
              <a:rect l="l" t="t" r="r" b="b"/>
              <a:pathLst>
                <a:path w="189229" h="195579">
                  <a:moveTo>
                    <a:pt x="152793" y="13284"/>
                  </a:moveTo>
                  <a:lnTo>
                    <a:pt x="102628" y="0"/>
                  </a:lnTo>
                  <a:lnTo>
                    <a:pt x="53924" y="3543"/>
                  </a:lnTo>
                  <a:lnTo>
                    <a:pt x="16459" y="13703"/>
                  </a:lnTo>
                  <a:lnTo>
                    <a:pt x="0" y="20243"/>
                  </a:lnTo>
                  <a:lnTo>
                    <a:pt x="10629" y="42760"/>
                  </a:lnTo>
                  <a:lnTo>
                    <a:pt x="23761" y="37617"/>
                  </a:lnTo>
                  <a:lnTo>
                    <a:pt x="55867" y="28689"/>
                  </a:lnTo>
                  <a:lnTo>
                    <a:pt x="97586" y="24942"/>
                  </a:lnTo>
                  <a:lnTo>
                    <a:pt x="139522" y="35344"/>
                  </a:lnTo>
                  <a:lnTo>
                    <a:pt x="152793" y="13284"/>
                  </a:lnTo>
                  <a:close/>
                </a:path>
                <a:path w="189229" h="195579">
                  <a:moveTo>
                    <a:pt x="168452" y="81851"/>
                  </a:moveTo>
                  <a:lnTo>
                    <a:pt x="118287" y="68554"/>
                  </a:lnTo>
                  <a:lnTo>
                    <a:pt x="69583" y="72097"/>
                  </a:lnTo>
                  <a:lnTo>
                    <a:pt x="32118" y="82257"/>
                  </a:lnTo>
                  <a:lnTo>
                    <a:pt x="15659" y="88798"/>
                  </a:lnTo>
                  <a:lnTo>
                    <a:pt x="26289" y="111315"/>
                  </a:lnTo>
                  <a:lnTo>
                    <a:pt x="39420" y="106172"/>
                  </a:lnTo>
                  <a:lnTo>
                    <a:pt x="71526" y="97243"/>
                  </a:lnTo>
                  <a:lnTo>
                    <a:pt x="113245" y="93497"/>
                  </a:lnTo>
                  <a:lnTo>
                    <a:pt x="155181" y="103898"/>
                  </a:lnTo>
                  <a:lnTo>
                    <a:pt x="168452" y="81851"/>
                  </a:lnTo>
                  <a:close/>
                </a:path>
                <a:path w="189229" h="195579">
                  <a:moveTo>
                    <a:pt x="188810" y="165658"/>
                  </a:moveTo>
                  <a:lnTo>
                    <a:pt x="138645" y="152361"/>
                  </a:lnTo>
                  <a:lnTo>
                    <a:pt x="89941" y="155905"/>
                  </a:lnTo>
                  <a:lnTo>
                    <a:pt x="52476" y="166065"/>
                  </a:lnTo>
                  <a:lnTo>
                    <a:pt x="36017" y="172605"/>
                  </a:lnTo>
                  <a:lnTo>
                    <a:pt x="46659" y="195122"/>
                  </a:lnTo>
                  <a:lnTo>
                    <a:pt x="59778" y="189966"/>
                  </a:lnTo>
                  <a:lnTo>
                    <a:pt x="91884" y="181038"/>
                  </a:lnTo>
                  <a:lnTo>
                    <a:pt x="133604" y="177304"/>
                  </a:lnTo>
                  <a:lnTo>
                    <a:pt x="175539" y="187706"/>
                  </a:lnTo>
                  <a:lnTo>
                    <a:pt x="188810" y="165658"/>
                  </a:lnTo>
                  <a:close/>
                </a:path>
              </a:pathLst>
            </a:custGeom>
            <a:solidFill>
              <a:srgbClr val="382C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9957751" y="8985486"/>
              <a:ext cx="299085" cy="150495"/>
            </a:xfrm>
            <a:custGeom>
              <a:avLst/>
              <a:gdLst/>
              <a:ahLst/>
              <a:cxnLst/>
              <a:rect l="l" t="t" r="r" b="b"/>
              <a:pathLst>
                <a:path w="299084" h="150495">
                  <a:moveTo>
                    <a:pt x="1172" y="50207"/>
                  </a:moveTo>
                  <a:lnTo>
                    <a:pt x="0" y="78615"/>
                  </a:lnTo>
                  <a:lnTo>
                    <a:pt x="21320" y="90084"/>
                  </a:lnTo>
                  <a:lnTo>
                    <a:pt x="42238" y="103756"/>
                  </a:lnTo>
                  <a:lnTo>
                    <a:pt x="59085" y="118142"/>
                  </a:lnTo>
                  <a:lnTo>
                    <a:pt x="68196" y="131755"/>
                  </a:lnTo>
                  <a:lnTo>
                    <a:pt x="73678" y="140304"/>
                  </a:lnTo>
                  <a:lnTo>
                    <a:pt x="83377" y="146036"/>
                  </a:lnTo>
                  <a:lnTo>
                    <a:pt x="96692" y="149252"/>
                  </a:lnTo>
                  <a:lnTo>
                    <a:pt x="113022" y="150257"/>
                  </a:lnTo>
                  <a:lnTo>
                    <a:pt x="150459" y="147114"/>
                  </a:lnTo>
                  <a:lnTo>
                    <a:pt x="192486" y="139104"/>
                  </a:lnTo>
                  <a:lnTo>
                    <a:pt x="234866" y="128351"/>
                  </a:lnTo>
                  <a:lnTo>
                    <a:pt x="241870" y="126282"/>
                  </a:lnTo>
                  <a:lnTo>
                    <a:pt x="114054" y="126282"/>
                  </a:lnTo>
                  <a:lnTo>
                    <a:pt x="92080" y="124226"/>
                  </a:lnTo>
                  <a:lnTo>
                    <a:pt x="75218" y="99501"/>
                  </a:lnTo>
                  <a:lnTo>
                    <a:pt x="47392" y="77035"/>
                  </a:lnTo>
                  <a:lnTo>
                    <a:pt x="19183" y="59660"/>
                  </a:lnTo>
                  <a:lnTo>
                    <a:pt x="1172" y="50207"/>
                  </a:lnTo>
                  <a:close/>
                </a:path>
                <a:path w="299084" h="150495">
                  <a:moveTo>
                    <a:pt x="284713" y="0"/>
                  </a:moveTo>
                  <a:lnTo>
                    <a:pt x="278529" y="25612"/>
                  </a:lnTo>
                  <a:lnTo>
                    <a:pt x="273796" y="48651"/>
                  </a:lnTo>
                  <a:lnTo>
                    <a:pt x="270821" y="67581"/>
                  </a:lnTo>
                  <a:lnTo>
                    <a:pt x="269908" y="80866"/>
                  </a:lnTo>
                  <a:lnTo>
                    <a:pt x="270138" y="90499"/>
                  </a:lnTo>
                  <a:lnTo>
                    <a:pt x="269991" y="91337"/>
                  </a:lnTo>
                  <a:lnTo>
                    <a:pt x="209971" y="108692"/>
                  </a:lnTo>
                  <a:lnTo>
                    <a:pt x="156357" y="120436"/>
                  </a:lnTo>
                  <a:lnTo>
                    <a:pt x="114054" y="126282"/>
                  </a:lnTo>
                  <a:lnTo>
                    <a:pt x="241870" y="126282"/>
                  </a:lnTo>
                  <a:lnTo>
                    <a:pt x="286166" y="110459"/>
                  </a:lnTo>
                  <a:lnTo>
                    <a:pt x="294964" y="80322"/>
                  </a:lnTo>
                  <a:lnTo>
                    <a:pt x="293610" y="64067"/>
                  </a:lnTo>
                  <a:lnTo>
                    <a:pt x="294548" y="52449"/>
                  </a:lnTo>
                  <a:lnTo>
                    <a:pt x="298640" y="33496"/>
                  </a:lnTo>
                  <a:lnTo>
                    <a:pt x="284713" y="0"/>
                  </a:lnTo>
                  <a:close/>
                </a:path>
              </a:pathLst>
            </a:custGeom>
            <a:solidFill>
              <a:srgbClr val="69555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7" name="object 227" descr=""/>
          <p:cNvGrpSpPr/>
          <p:nvPr/>
        </p:nvGrpSpPr>
        <p:grpSpPr>
          <a:xfrm>
            <a:off x="10896626" y="8956364"/>
            <a:ext cx="564515" cy="396240"/>
            <a:chOff x="10896626" y="8956364"/>
            <a:chExt cx="564515" cy="396240"/>
          </a:xfrm>
        </p:grpSpPr>
        <p:sp>
          <p:nvSpPr>
            <p:cNvPr id="228" name="object 228" descr=""/>
            <p:cNvSpPr/>
            <p:nvPr/>
          </p:nvSpPr>
          <p:spPr>
            <a:xfrm>
              <a:off x="10897149" y="8956364"/>
              <a:ext cx="563880" cy="347980"/>
            </a:xfrm>
            <a:custGeom>
              <a:avLst/>
              <a:gdLst/>
              <a:ahLst/>
              <a:cxnLst/>
              <a:rect l="l" t="t" r="r" b="b"/>
              <a:pathLst>
                <a:path w="563879" h="347979">
                  <a:moveTo>
                    <a:pt x="365011" y="0"/>
                  </a:moveTo>
                  <a:lnTo>
                    <a:pt x="345169" y="28810"/>
                  </a:lnTo>
                  <a:lnTo>
                    <a:pt x="303892" y="54555"/>
                  </a:lnTo>
                  <a:lnTo>
                    <a:pt x="259764" y="70386"/>
                  </a:lnTo>
                  <a:lnTo>
                    <a:pt x="231371" y="69453"/>
                  </a:lnTo>
                  <a:lnTo>
                    <a:pt x="214462" y="59916"/>
                  </a:lnTo>
                  <a:lnTo>
                    <a:pt x="183775" y="47667"/>
                  </a:lnTo>
                  <a:lnTo>
                    <a:pt x="144803" y="37392"/>
                  </a:lnTo>
                  <a:lnTo>
                    <a:pt x="103038" y="33777"/>
                  </a:lnTo>
                  <a:lnTo>
                    <a:pt x="63971" y="41509"/>
                  </a:lnTo>
                  <a:lnTo>
                    <a:pt x="33095" y="65273"/>
                  </a:lnTo>
                  <a:lnTo>
                    <a:pt x="15901" y="109755"/>
                  </a:lnTo>
                  <a:lnTo>
                    <a:pt x="4607" y="187315"/>
                  </a:lnTo>
                  <a:lnTo>
                    <a:pt x="0" y="236699"/>
                  </a:lnTo>
                  <a:lnTo>
                    <a:pt x="1319" y="279086"/>
                  </a:lnTo>
                  <a:lnTo>
                    <a:pt x="7807" y="335654"/>
                  </a:lnTo>
                  <a:lnTo>
                    <a:pt x="178230" y="342023"/>
                  </a:lnTo>
                  <a:lnTo>
                    <a:pt x="307285" y="346221"/>
                  </a:lnTo>
                  <a:lnTo>
                    <a:pt x="390926" y="347748"/>
                  </a:lnTo>
                  <a:lnTo>
                    <a:pt x="439153" y="347910"/>
                  </a:lnTo>
                  <a:lnTo>
                    <a:pt x="491660" y="346683"/>
                  </a:lnTo>
                  <a:lnTo>
                    <a:pt x="537035" y="339538"/>
                  </a:lnTo>
                  <a:lnTo>
                    <a:pt x="563863" y="321948"/>
                  </a:lnTo>
                  <a:lnTo>
                    <a:pt x="558342" y="286592"/>
                  </a:lnTo>
                  <a:lnTo>
                    <a:pt x="526312" y="238263"/>
                  </a:lnTo>
                  <a:lnTo>
                    <a:pt x="485828" y="190561"/>
                  </a:lnTo>
                  <a:lnTo>
                    <a:pt x="454945" y="157084"/>
                  </a:lnTo>
                  <a:lnTo>
                    <a:pt x="438491" y="138267"/>
                  </a:lnTo>
                  <a:lnTo>
                    <a:pt x="423638" y="115632"/>
                  </a:lnTo>
                  <a:lnTo>
                    <a:pt x="401955" y="74452"/>
                  </a:lnTo>
                  <a:lnTo>
                    <a:pt x="365011" y="0"/>
                  </a:lnTo>
                  <a:close/>
                </a:path>
              </a:pathLst>
            </a:custGeom>
            <a:solidFill>
              <a:srgbClr val="8F766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9" name="object 229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247082" y="9102552"/>
              <a:ext cx="117612" cy="193229"/>
            </a:xfrm>
            <a:prstGeom prst="rect">
              <a:avLst/>
            </a:prstGeom>
          </p:spPr>
        </p:pic>
        <p:sp>
          <p:nvSpPr>
            <p:cNvPr id="230" name="object 230" descr=""/>
            <p:cNvSpPr/>
            <p:nvPr/>
          </p:nvSpPr>
          <p:spPr>
            <a:xfrm>
              <a:off x="10896625" y="9278321"/>
              <a:ext cx="564515" cy="74295"/>
            </a:xfrm>
            <a:custGeom>
              <a:avLst/>
              <a:gdLst/>
              <a:ahLst/>
              <a:cxnLst/>
              <a:rect l="l" t="t" r="r" b="b"/>
              <a:pathLst>
                <a:path w="564515" h="74295">
                  <a:moveTo>
                    <a:pt x="564375" y="0"/>
                  </a:moveTo>
                  <a:lnTo>
                    <a:pt x="514007" y="25374"/>
                  </a:lnTo>
                  <a:lnTo>
                    <a:pt x="476719" y="35255"/>
                  </a:lnTo>
                  <a:lnTo>
                    <a:pt x="434047" y="30937"/>
                  </a:lnTo>
                  <a:lnTo>
                    <a:pt x="378053" y="16433"/>
                  </a:lnTo>
                  <a:lnTo>
                    <a:pt x="377329" y="0"/>
                  </a:lnTo>
                  <a:lnTo>
                    <a:pt x="0" y="8661"/>
                  </a:lnTo>
                  <a:lnTo>
                    <a:pt x="1485" y="74041"/>
                  </a:lnTo>
                  <a:lnTo>
                    <a:pt x="380250" y="65354"/>
                  </a:lnTo>
                  <a:lnTo>
                    <a:pt x="379603" y="50952"/>
                  </a:lnTo>
                  <a:lnTo>
                    <a:pt x="404380" y="50419"/>
                  </a:lnTo>
                  <a:lnTo>
                    <a:pt x="433247" y="50063"/>
                  </a:lnTo>
                  <a:lnTo>
                    <a:pt x="451726" y="50419"/>
                  </a:lnTo>
                  <a:lnTo>
                    <a:pt x="470750" y="51498"/>
                  </a:lnTo>
                  <a:lnTo>
                    <a:pt x="498271" y="48120"/>
                  </a:lnTo>
                  <a:lnTo>
                    <a:pt x="529031" y="38836"/>
                  </a:lnTo>
                  <a:lnTo>
                    <a:pt x="554050" y="29197"/>
                  </a:lnTo>
                  <a:lnTo>
                    <a:pt x="564375" y="24752"/>
                  </a:lnTo>
                  <a:lnTo>
                    <a:pt x="564375" y="0"/>
                  </a:lnTo>
                  <a:close/>
                </a:path>
              </a:pathLst>
            </a:custGeom>
            <a:solidFill>
              <a:srgbClr val="382C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11409510" y="9183163"/>
              <a:ext cx="29209" cy="113030"/>
            </a:xfrm>
            <a:custGeom>
              <a:avLst/>
              <a:gdLst/>
              <a:ahLst/>
              <a:cxnLst/>
              <a:rect l="l" t="t" r="r" b="b"/>
              <a:pathLst>
                <a:path w="29209" h="113029">
                  <a:moveTo>
                    <a:pt x="4774" y="0"/>
                  </a:moveTo>
                  <a:lnTo>
                    <a:pt x="12810" y="45439"/>
                  </a:lnTo>
                  <a:lnTo>
                    <a:pt x="14991" y="72317"/>
                  </a:lnTo>
                  <a:lnTo>
                    <a:pt x="10870" y="91192"/>
                  </a:lnTo>
                  <a:lnTo>
                    <a:pt x="0" y="112624"/>
                  </a:lnTo>
                  <a:lnTo>
                    <a:pt x="18334" y="107839"/>
                  </a:lnTo>
                  <a:lnTo>
                    <a:pt x="25652" y="82834"/>
                  </a:lnTo>
                  <a:lnTo>
                    <a:pt x="28623" y="65766"/>
                  </a:lnTo>
                  <a:lnTo>
                    <a:pt x="27724" y="48774"/>
                  </a:lnTo>
                  <a:lnTo>
                    <a:pt x="23433" y="23999"/>
                  </a:lnTo>
                  <a:lnTo>
                    <a:pt x="4774" y="0"/>
                  </a:lnTo>
                  <a:close/>
                </a:path>
              </a:pathLst>
            </a:custGeom>
            <a:solidFill>
              <a:srgbClr val="6955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11273714" y="8978944"/>
              <a:ext cx="56515" cy="122555"/>
            </a:xfrm>
            <a:custGeom>
              <a:avLst/>
              <a:gdLst/>
              <a:ahLst/>
              <a:cxnLst/>
              <a:rect l="l" t="t" r="r" b="b"/>
              <a:pathLst>
                <a:path w="56515" h="122554">
                  <a:moveTo>
                    <a:pt x="15100" y="24003"/>
                  </a:moveTo>
                  <a:lnTo>
                    <a:pt x="13677" y="13525"/>
                  </a:lnTo>
                  <a:lnTo>
                    <a:pt x="9283" y="6032"/>
                  </a:lnTo>
                  <a:lnTo>
                    <a:pt x="4660" y="1511"/>
                  </a:lnTo>
                  <a:lnTo>
                    <a:pt x="2514" y="0"/>
                  </a:lnTo>
                  <a:lnTo>
                    <a:pt x="5689" y="14935"/>
                  </a:lnTo>
                  <a:lnTo>
                    <a:pt x="6489" y="23647"/>
                  </a:lnTo>
                  <a:lnTo>
                    <a:pt x="4673" y="29489"/>
                  </a:lnTo>
                  <a:lnTo>
                    <a:pt x="0" y="35801"/>
                  </a:lnTo>
                  <a:lnTo>
                    <a:pt x="7518" y="45326"/>
                  </a:lnTo>
                  <a:lnTo>
                    <a:pt x="13830" y="39979"/>
                  </a:lnTo>
                  <a:lnTo>
                    <a:pt x="15100" y="24003"/>
                  </a:lnTo>
                  <a:close/>
                </a:path>
                <a:path w="56515" h="122554">
                  <a:moveTo>
                    <a:pt x="36550" y="64249"/>
                  </a:moveTo>
                  <a:lnTo>
                    <a:pt x="35115" y="53771"/>
                  </a:lnTo>
                  <a:lnTo>
                    <a:pt x="30734" y="46278"/>
                  </a:lnTo>
                  <a:lnTo>
                    <a:pt x="26098" y="41757"/>
                  </a:lnTo>
                  <a:lnTo>
                    <a:pt x="23952" y="40246"/>
                  </a:lnTo>
                  <a:lnTo>
                    <a:pt x="27127" y="55181"/>
                  </a:lnTo>
                  <a:lnTo>
                    <a:pt x="27927" y="63893"/>
                  </a:lnTo>
                  <a:lnTo>
                    <a:pt x="26111" y="69735"/>
                  </a:lnTo>
                  <a:lnTo>
                    <a:pt x="21437" y="76047"/>
                  </a:lnTo>
                  <a:lnTo>
                    <a:pt x="28968" y="85572"/>
                  </a:lnTo>
                  <a:lnTo>
                    <a:pt x="35255" y="80225"/>
                  </a:lnTo>
                  <a:lnTo>
                    <a:pt x="36550" y="64249"/>
                  </a:lnTo>
                  <a:close/>
                </a:path>
                <a:path w="56515" h="122554">
                  <a:moveTo>
                    <a:pt x="55981" y="101193"/>
                  </a:moveTo>
                  <a:lnTo>
                    <a:pt x="54546" y="90703"/>
                  </a:lnTo>
                  <a:lnTo>
                    <a:pt x="50165" y="83197"/>
                  </a:lnTo>
                  <a:lnTo>
                    <a:pt x="45529" y="78689"/>
                  </a:lnTo>
                  <a:lnTo>
                    <a:pt x="43383" y="77177"/>
                  </a:lnTo>
                  <a:lnTo>
                    <a:pt x="46570" y="92125"/>
                  </a:lnTo>
                  <a:lnTo>
                    <a:pt x="47371" y="100825"/>
                  </a:lnTo>
                  <a:lnTo>
                    <a:pt x="45554" y="106667"/>
                  </a:lnTo>
                  <a:lnTo>
                    <a:pt x="40881" y="112979"/>
                  </a:lnTo>
                  <a:lnTo>
                    <a:pt x="48425" y="122466"/>
                  </a:lnTo>
                  <a:lnTo>
                    <a:pt x="54698" y="117157"/>
                  </a:lnTo>
                  <a:lnTo>
                    <a:pt x="55981" y="101193"/>
                  </a:lnTo>
                  <a:close/>
                </a:path>
              </a:pathLst>
            </a:custGeom>
            <a:solidFill>
              <a:srgbClr val="382C2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3" name="object 233" descr=""/>
          <p:cNvGrpSpPr/>
          <p:nvPr/>
        </p:nvGrpSpPr>
        <p:grpSpPr>
          <a:xfrm>
            <a:off x="9955113" y="9841932"/>
            <a:ext cx="457834" cy="663575"/>
            <a:chOff x="9955113" y="9841932"/>
            <a:chExt cx="457834" cy="663575"/>
          </a:xfrm>
        </p:grpSpPr>
        <p:sp>
          <p:nvSpPr>
            <p:cNvPr id="234" name="object 234" descr=""/>
            <p:cNvSpPr/>
            <p:nvPr/>
          </p:nvSpPr>
          <p:spPr>
            <a:xfrm>
              <a:off x="9955636" y="10180078"/>
              <a:ext cx="457200" cy="325120"/>
            </a:xfrm>
            <a:custGeom>
              <a:avLst/>
              <a:gdLst/>
              <a:ahLst/>
              <a:cxnLst/>
              <a:rect l="l" t="t" r="r" b="b"/>
              <a:pathLst>
                <a:path w="457200" h="325120">
                  <a:moveTo>
                    <a:pt x="1471" y="0"/>
                  </a:moveTo>
                  <a:lnTo>
                    <a:pt x="0" y="40947"/>
                  </a:lnTo>
                  <a:lnTo>
                    <a:pt x="849" y="67047"/>
                  </a:lnTo>
                  <a:lnTo>
                    <a:pt x="5227" y="89508"/>
                  </a:lnTo>
                  <a:lnTo>
                    <a:pt x="33838" y="159029"/>
                  </a:lnTo>
                  <a:lnTo>
                    <a:pt x="66350" y="199893"/>
                  </a:lnTo>
                  <a:lnTo>
                    <a:pt x="108570" y="238335"/>
                  </a:lnTo>
                  <a:lnTo>
                    <a:pt x="157194" y="270567"/>
                  </a:lnTo>
                  <a:lnTo>
                    <a:pt x="199982" y="289717"/>
                  </a:lnTo>
                  <a:lnTo>
                    <a:pt x="251055" y="306148"/>
                  </a:lnTo>
                  <a:lnTo>
                    <a:pt x="303847" y="318401"/>
                  </a:lnTo>
                  <a:lnTo>
                    <a:pt x="351793" y="325016"/>
                  </a:lnTo>
                  <a:lnTo>
                    <a:pt x="388328" y="324534"/>
                  </a:lnTo>
                  <a:lnTo>
                    <a:pt x="423688" y="313747"/>
                  </a:lnTo>
                  <a:lnTo>
                    <a:pt x="444522" y="294416"/>
                  </a:lnTo>
                  <a:lnTo>
                    <a:pt x="454403" y="265381"/>
                  </a:lnTo>
                  <a:lnTo>
                    <a:pt x="456902" y="225480"/>
                  </a:lnTo>
                  <a:lnTo>
                    <a:pt x="453311" y="181877"/>
                  </a:lnTo>
                  <a:lnTo>
                    <a:pt x="445411" y="145390"/>
                  </a:lnTo>
                  <a:lnTo>
                    <a:pt x="437510" y="120334"/>
                  </a:lnTo>
                  <a:lnTo>
                    <a:pt x="433919" y="111022"/>
                  </a:lnTo>
                  <a:lnTo>
                    <a:pt x="1471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9955113" y="9841932"/>
              <a:ext cx="441959" cy="612140"/>
            </a:xfrm>
            <a:custGeom>
              <a:avLst/>
              <a:gdLst/>
              <a:ahLst/>
              <a:cxnLst/>
              <a:rect l="l" t="t" r="r" b="b"/>
              <a:pathLst>
                <a:path w="441959" h="612140">
                  <a:moveTo>
                    <a:pt x="8172" y="0"/>
                  </a:moveTo>
                  <a:lnTo>
                    <a:pt x="3224" y="97656"/>
                  </a:lnTo>
                  <a:lnTo>
                    <a:pt x="748" y="162462"/>
                  </a:lnTo>
                  <a:lnTo>
                    <a:pt x="0" y="223445"/>
                  </a:lnTo>
                  <a:lnTo>
                    <a:pt x="235" y="309634"/>
                  </a:lnTo>
                  <a:lnTo>
                    <a:pt x="6227" y="363177"/>
                  </a:lnTo>
                  <a:lnTo>
                    <a:pt x="22467" y="411752"/>
                  </a:lnTo>
                  <a:lnTo>
                    <a:pt x="47092" y="455088"/>
                  </a:lnTo>
                  <a:lnTo>
                    <a:pt x="78237" y="492910"/>
                  </a:lnTo>
                  <a:lnTo>
                    <a:pt x="114037" y="524947"/>
                  </a:lnTo>
                  <a:lnTo>
                    <a:pt x="152628" y="550925"/>
                  </a:lnTo>
                  <a:lnTo>
                    <a:pt x="201909" y="575308"/>
                  </a:lnTo>
                  <a:lnTo>
                    <a:pt x="252754" y="593595"/>
                  </a:lnTo>
                  <a:lnTo>
                    <a:pt x="301405" y="605788"/>
                  </a:lnTo>
                  <a:lnTo>
                    <a:pt x="344101" y="611885"/>
                  </a:lnTo>
                  <a:lnTo>
                    <a:pt x="377082" y="611887"/>
                  </a:lnTo>
                  <a:lnTo>
                    <a:pt x="405231" y="604743"/>
                  </a:lnTo>
                  <a:lnTo>
                    <a:pt x="423827" y="590929"/>
                  </a:lnTo>
                  <a:lnTo>
                    <a:pt x="434856" y="570448"/>
                  </a:lnTo>
                  <a:lnTo>
                    <a:pt x="440305" y="543302"/>
                  </a:lnTo>
                  <a:lnTo>
                    <a:pt x="441496" y="512644"/>
                  </a:lnTo>
                  <a:lnTo>
                    <a:pt x="438168" y="471152"/>
                  </a:lnTo>
                  <a:lnTo>
                    <a:pt x="427922" y="421406"/>
                  </a:lnTo>
                  <a:lnTo>
                    <a:pt x="408359" y="365985"/>
                  </a:lnTo>
                  <a:lnTo>
                    <a:pt x="377082" y="307467"/>
                  </a:lnTo>
                  <a:lnTo>
                    <a:pt x="356128" y="271769"/>
                  </a:lnTo>
                  <a:lnTo>
                    <a:pt x="330758" y="224377"/>
                  </a:lnTo>
                  <a:lnTo>
                    <a:pt x="303921" y="171658"/>
                  </a:lnTo>
                  <a:lnTo>
                    <a:pt x="278562" y="119982"/>
                  </a:lnTo>
                  <a:lnTo>
                    <a:pt x="257629" y="75718"/>
                  </a:lnTo>
                  <a:lnTo>
                    <a:pt x="226291" y="2293"/>
                  </a:lnTo>
                  <a:lnTo>
                    <a:pt x="178950" y="29344"/>
                  </a:lnTo>
                  <a:lnTo>
                    <a:pt x="140449" y="38123"/>
                  </a:lnTo>
                  <a:lnTo>
                    <a:pt x="90339" y="28413"/>
                  </a:lnTo>
                  <a:lnTo>
                    <a:pt x="8172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9955238" y="9856895"/>
              <a:ext cx="332740" cy="288290"/>
            </a:xfrm>
            <a:custGeom>
              <a:avLst/>
              <a:gdLst/>
              <a:ahLst/>
              <a:cxnLst/>
              <a:rect l="l" t="t" r="r" b="b"/>
              <a:pathLst>
                <a:path w="332740" h="288290">
                  <a:moveTo>
                    <a:pt x="138468" y="287667"/>
                  </a:moveTo>
                  <a:lnTo>
                    <a:pt x="118440" y="209448"/>
                  </a:lnTo>
                  <a:lnTo>
                    <a:pt x="102717" y="145656"/>
                  </a:lnTo>
                  <a:lnTo>
                    <a:pt x="85585" y="73126"/>
                  </a:lnTo>
                  <a:lnTo>
                    <a:pt x="69799" y="1358"/>
                  </a:lnTo>
                  <a:lnTo>
                    <a:pt x="54889" y="4457"/>
                  </a:lnTo>
                  <a:lnTo>
                    <a:pt x="67779" y="63576"/>
                  </a:lnTo>
                  <a:lnTo>
                    <a:pt x="81915" y="124320"/>
                  </a:lnTo>
                  <a:lnTo>
                    <a:pt x="95758" y="181356"/>
                  </a:lnTo>
                  <a:lnTo>
                    <a:pt x="116281" y="262915"/>
                  </a:lnTo>
                  <a:lnTo>
                    <a:pt x="74460" y="254584"/>
                  </a:lnTo>
                  <a:lnTo>
                    <a:pt x="37757" y="253606"/>
                  </a:lnTo>
                  <a:lnTo>
                    <a:pt x="11239" y="256057"/>
                  </a:lnTo>
                  <a:lnTo>
                    <a:pt x="0" y="258025"/>
                  </a:lnTo>
                  <a:lnTo>
                    <a:pt x="3289" y="272910"/>
                  </a:lnTo>
                  <a:lnTo>
                    <a:pt x="14503" y="271043"/>
                  </a:lnTo>
                  <a:lnTo>
                    <a:pt x="42786" y="268795"/>
                  </a:lnTo>
                  <a:lnTo>
                    <a:pt x="81597" y="270865"/>
                  </a:lnTo>
                  <a:lnTo>
                    <a:pt x="124396" y="281978"/>
                  </a:lnTo>
                  <a:lnTo>
                    <a:pt x="138468" y="287667"/>
                  </a:lnTo>
                  <a:close/>
                </a:path>
                <a:path w="332740" h="288290">
                  <a:moveTo>
                    <a:pt x="332193" y="211391"/>
                  </a:moveTo>
                  <a:lnTo>
                    <a:pt x="324319" y="198348"/>
                  </a:lnTo>
                  <a:lnTo>
                    <a:pt x="314947" y="204635"/>
                  </a:lnTo>
                  <a:lnTo>
                    <a:pt x="306908" y="211086"/>
                  </a:lnTo>
                  <a:lnTo>
                    <a:pt x="300202" y="217373"/>
                  </a:lnTo>
                  <a:lnTo>
                    <a:pt x="294817" y="223151"/>
                  </a:lnTo>
                  <a:lnTo>
                    <a:pt x="202882" y="0"/>
                  </a:lnTo>
                  <a:lnTo>
                    <a:pt x="188810" y="5816"/>
                  </a:lnTo>
                  <a:lnTo>
                    <a:pt x="291426" y="254914"/>
                  </a:lnTo>
                  <a:lnTo>
                    <a:pt x="299262" y="242265"/>
                  </a:lnTo>
                  <a:lnTo>
                    <a:pt x="301396" y="239217"/>
                  </a:lnTo>
                  <a:lnTo>
                    <a:pt x="307594" y="231711"/>
                  </a:lnTo>
                  <a:lnTo>
                    <a:pt x="317868" y="221754"/>
                  </a:lnTo>
                  <a:lnTo>
                    <a:pt x="332193" y="211391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7" name="object 23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986348" y="9868549"/>
              <a:ext cx="268954" cy="208083"/>
            </a:xfrm>
            <a:prstGeom prst="rect">
              <a:avLst/>
            </a:prstGeom>
          </p:spPr>
        </p:pic>
        <p:pic>
          <p:nvPicPr>
            <p:cNvPr id="238" name="object 23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956325" y="10222446"/>
              <a:ext cx="290734" cy="232226"/>
            </a:xfrm>
            <a:prstGeom prst="rect">
              <a:avLst/>
            </a:prstGeom>
          </p:spPr>
        </p:pic>
        <p:sp>
          <p:nvSpPr>
            <p:cNvPr id="239" name="object 239" descr=""/>
            <p:cNvSpPr/>
            <p:nvPr/>
          </p:nvSpPr>
          <p:spPr>
            <a:xfrm>
              <a:off x="10273157" y="10356386"/>
              <a:ext cx="130810" cy="105410"/>
            </a:xfrm>
            <a:custGeom>
              <a:avLst/>
              <a:gdLst/>
              <a:ahLst/>
              <a:cxnLst/>
              <a:rect l="l" t="t" r="r" b="b"/>
              <a:pathLst>
                <a:path w="130809" h="105409">
                  <a:moveTo>
                    <a:pt x="51447" y="96888"/>
                  </a:moveTo>
                  <a:lnTo>
                    <a:pt x="49631" y="91757"/>
                  </a:lnTo>
                  <a:lnTo>
                    <a:pt x="44119" y="89700"/>
                  </a:lnTo>
                  <a:lnTo>
                    <a:pt x="35369" y="89992"/>
                  </a:lnTo>
                  <a:lnTo>
                    <a:pt x="26631" y="89827"/>
                  </a:lnTo>
                  <a:lnTo>
                    <a:pt x="17932" y="89179"/>
                  </a:lnTo>
                  <a:lnTo>
                    <a:pt x="9245" y="87998"/>
                  </a:lnTo>
                  <a:lnTo>
                    <a:pt x="3200" y="89395"/>
                  </a:lnTo>
                  <a:lnTo>
                    <a:pt x="0" y="94145"/>
                  </a:lnTo>
                  <a:lnTo>
                    <a:pt x="393" y="99504"/>
                  </a:lnTo>
                  <a:lnTo>
                    <a:pt x="5194" y="102704"/>
                  </a:lnTo>
                  <a:lnTo>
                    <a:pt x="14897" y="104063"/>
                  </a:lnTo>
                  <a:lnTo>
                    <a:pt x="24599" y="104914"/>
                  </a:lnTo>
                  <a:lnTo>
                    <a:pt x="34328" y="105206"/>
                  </a:lnTo>
                  <a:lnTo>
                    <a:pt x="44119" y="104927"/>
                  </a:lnTo>
                  <a:lnTo>
                    <a:pt x="49606" y="102235"/>
                  </a:lnTo>
                  <a:lnTo>
                    <a:pt x="51447" y="96888"/>
                  </a:lnTo>
                  <a:close/>
                </a:path>
                <a:path w="130809" h="105409">
                  <a:moveTo>
                    <a:pt x="117830" y="71882"/>
                  </a:moveTo>
                  <a:lnTo>
                    <a:pt x="115379" y="66827"/>
                  </a:lnTo>
                  <a:lnTo>
                    <a:pt x="110426" y="64465"/>
                  </a:lnTo>
                  <a:lnTo>
                    <a:pt x="104952" y="66802"/>
                  </a:lnTo>
                  <a:lnTo>
                    <a:pt x="100241" y="71386"/>
                  </a:lnTo>
                  <a:lnTo>
                    <a:pt x="95161" y="75463"/>
                  </a:lnTo>
                  <a:lnTo>
                    <a:pt x="89674" y="78968"/>
                  </a:lnTo>
                  <a:lnTo>
                    <a:pt x="83756" y="81838"/>
                  </a:lnTo>
                  <a:lnTo>
                    <a:pt x="79362" y="86233"/>
                  </a:lnTo>
                  <a:lnTo>
                    <a:pt x="79044" y="91998"/>
                  </a:lnTo>
                  <a:lnTo>
                    <a:pt x="82105" y="96354"/>
                  </a:lnTo>
                  <a:lnTo>
                    <a:pt x="87820" y="96545"/>
                  </a:lnTo>
                  <a:lnTo>
                    <a:pt x="95567" y="92887"/>
                  </a:lnTo>
                  <a:lnTo>
                    <a:pt x="102793" y="88569"/>
                  </a:lnTo>
                  <a:lnTo>
                    <a:pt x="109512" y="83489"/>
                  </a:lnTo>
                  <a:lnTo>
                    <a:pt x="115735" y="77584"/>
                  </a:lnTo>
                  <a:lnTo>
                    <a:pt x="117830" y="71882"/>
                  </a:lnTo>
                  <a:close/>
                </a:path>
                <a:path w="130809" h="105409">
                  <a:moveTo>
                    <a:pt x="130670" y="0"/>
                  </a:moveTo>
                  <a:lnTo>
                    <a:pt x="115430" y="0"/>
                  </a:lnTo>
                  <a:lnTo>
                    <a:pt x="115328" y="9804"/>
                  </a:lnTo>
                  <a:lnTo>
                    <a:pt x="115252" y="17462"/>
                  </a:lnTo>
                  <a:lnTo>
                    <a:pt x="114719" y="25044"/>
                  </a:lnTo>
                  <a:lnTo>
                    <a:pt x="113741" y="32639"/>
                  </a:lnTo>
                  <a:lnTo>
                    <a:pt x="115417" y="38087"/>
                  </a:lnTo>
                  <a:lnTo>
                    <a:pt x="120434" y="39878"/>
                  </a:lnTo>
                  <a:lnTo>
                    <a:pt x="125907" y="38049"/>
                  </a:lnTo>
                  <a:lnTo>
                    <a:pt x="128981" y="32639"/>
                  </a:lnTo>
                  <a:lnTo>
                    <a:pt x="129971" y="25044"/>
                  </a:lnTo>
                  <a:lnTo>
                    <a:pt x="130492" y="17462"/>
                  </a:lnTo>
                  <a:lnTo>
                    <a:pt x="130670" y="0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0" name="object 240" descr=""/>
          <p:cNvGrpSpPr/>
          <p:nvPr/>
        </p:nvGrpSpPr>
        <p:grpSpPr>
          <a:xfrm>
            <a:off x="10948308" y="9889851"/>
            <a:ext cx="571500" cy="411480"/>
            <a:chOff x="10948308" y="9889851"/>
            <a:chExt cx="571500" cy="411480"/>
          </a:xfrm>
        </p:grpSpPr>
        <p:sp>
          <p:nvSpPr>
            <p:cNvPr id="241" name="object 241" descr=""/>
            <p:cNvSpPr/>
            <p:nvPr/>
          </p:nvSpPr>
          <p:spPr>
            <a:xfrm>
              <a:off x="10948308" y="9889851"/>
              <a:ext cx="571500" cy="379730"/>
            </a:xfrm>
            <a:custGeom>
              <a:avLst/>
              <a:gdLst/>
              <a:ahLst/>
              <a:cxnLst/>
              <a:rect l="l" t="t" r="r" b="b"/>
              <a:pathLst>
                <a:path w="571500" h="379729">
                  <a:moveTo>
                    <a:pt x="144041" y="0"/>
                  </a:moveTo>
                  <a:lnTo>
                    <a:pt x="49323" y="27698"/>
                  </a:lnTo>
                  <a:lnTo>
                    <a:pt x="27673" y="85111"/>
                  </a:lnTo>
                  <a:lnTo>
                    <a:pt x="13575" y="156374"/>
                  </a:lnTo>
                  <a:lnTo>
                    <a:pt x="2425" y="227756"/>
                  </a:lnTo>
                  <a:lnTo>
                    <a:pt x="0" y="272648"/>
                  </a:lnTo>
                  <a:lnTo>
                    <a:pt x="7461" y="310041"/>
                  </a:lnTo>
                  <a:lnTo>
                    <a:pt x="25973" y="358923"/>
                  </a:lnTo>
                  <a:lnTo>
                    <a:pt x="121129" y="367830"/>
                  </a:lnTo>
                  <a:lnTo>
                    <a:pt x="196741" y="373903"/>
                  </a:lnTo>
                  <a:lnTo>
                    <a:pt x="252521" y="376556"/>
                  </a:lnTo>
                  <a:lnTo>
                    <a:pt x="290851" y="376899"/>
                  </a:lnTo>
                  <a:lnTo>
                    <a:pt x="417612" y="378786"/>
                  </a:lnTo>
                  <a:lnTo>
                    <a:pt x="482730" y="379255"/>
                  </a:lnTo>
                  <a:lnTo>
                    <a:pt x="533464" y="378691"/>
                  </a:lnTo>
                  <a:lnTo>
                    <a:pt x="571396" y="343222"/>
                  </a:lnTo>
                  <a:lnTo>
                    <a:pt x="570327" y="321097"/>
                  </a:lnTo>
                  <a:lnTo>
                    <a:pt x="564029" y="306495"/>
                  </a:lnTo>
                  <a:lnTo>
                    <a:pt x="547019" y="294227"/>
                  </a:lnTo>
                  <a:lnTo>
                    <a:pt x="519060" y="274475"/>
                  </a:lnTo>
                  <a:lnTo>
                    <a:pt x="487971" y="248692"/>
                  </a:lnTo>
                  <a:lnTo>
                    <a:pt x="461572" y="218331"/>
                  </a:lnTo>
                  <a:lnTo>
                    <a:pt x="426721" y="164048"/>
                  </a:lnTo>
                  <a:lnTo>
                    <a:pt x="400248" y="119565"/>
                  </a:lnTo>
                  <a:lnTo>
                    <a:pt x="354339" y="41404"/>
                  </a:lnTo>
                  <a:lnTo>
                    <a:pt x="341587" y="44456"/>
                  </a:lnTo>
                  <a:lnTo>
                    <a:pt x="308616" y="48400"/>
                  </a:lnTo>
                  <a:lnTo>
                    <a:pt x="263359" y="45419"/>
                  </a:lnTo>
                  <a:lnTo>
                    <a:pt x="213747" y="27698"/>
                  </a:lnTo>
                  <a:lnTo>
                    <a:pt x="174313" y="6924"/>
                  </a:lnTo>
                  <a:lnTo>
                    <a:pt x="144041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0961878" y="9987337"/>
              <a:ext cx="558165" cy="313690"/>
            </a:xfrm>
            <a:custGeom>
              <a:avLst/>
              <a:gdLst/>
              <a:ahLst/>
              <a:cxnLst/>
              <a:rect l="l" t="t" r="r" b="b"/>
              <a:pathLst>
                <a:path w="558165" h="313690">
                  <a:moveTo>
                    <a:pt x="557606" y="267398"/>
                  </a:moveTo>
                  <a:lnTo>
                    <a:pt x="553059" y="268833"/>
                  </a:lnTo>
                  <a:lnTo>
                    <a:pt x="540029" y="271716"/>
                  </a:lnTo>
                  <a:lnTo>
                    <a:pt x="519404" y="273939"/>
                  </a:lnTo>
                  <a:lnTo>
                    <a:pt x="492086" y="273354"/>
                  </a:lnTo>
                  <a:lnTo>
                    <a:pt x="456209" y="270014"/>
                  </a:lnTo>
                  <a:lnTo>
                    <a:pt x="456095" y="263893"/>
                  </a:lnTo>
                  <a:lnTo>
                    <a:pt x="451472" y="228892"/>
                  </a:lnTo>
                  <a:lnTo>
                    <a:pt x="437324" y="183794"/>
                  </a:lnTo>
                  <a:lnTo>
                    <a:pt x="408406" y="138061"/>
                  </a:lnTo>
                  <a:lnTo>
                    <a:pt x="389394" y="115684"/>
                  </a:lnTo>
                  <a:lnTo>
                    <a:pt x="376542" y="98971"/>
                  </a:lnTo>
                  <a:lnTo>
                    <a:pt x="368642" y="87261"/>
                  </a:lnTo>
                  <a:lnTo>
                    <a:pt x="364490" y="79921"/>
                  </a:lnTo>
                  <a:lnTo>
                    <a:pt x="371906" y="76301"/>
                  </a:lnTo>
                  <a:lnTo>
                    <a:pt x="379704" y="70345"/>
                  </a:lnTo>
                  <a:lnTo>
                    <a:pt x="386549" y="61531"/>
                  </a:lnTo>
                  <a:lnTo>
                    <a:pt x="391096" y="49352"/>
                  </a:lnTo>
                  <a:lnTo>
                    <a:pt x="392188" y="30848"/>
                  </a:lnTo>
                  <a:lnTo>
                    <a:pt x="389216" y="15316"/>
                  </a:lnTo>
                  <a:lnTo>
                    <a:pt x="385114" y="4470"/>
                  </a:lnTo>
                  <a:lnTo>
                    <a:pt x="382816" y="0"/>
                  </a:lnTo>
                  <a:lnTo>
                    <a:pt x="369722" y="7797"/>
                  </a:lnTo>
                  <a:lnTo>
                    <a:pt x="371360" y="11074"/>
                  </a:lnTo>
                  <a:lnTo>
                    <a:pt x="374573" y="19596"/>
                  </a:lnTo>
                  <a:lnTo>
                    <a:pt x="376974" y="31826"/>
                  </a:lnTo>
                  <a:lnTo>
                    <a:pt x="376186" y="46215"/>
                  </a:lnTo>
                  <a:lnTo>
                    <a:pt x="371233" y="56946"/>
                  </a:lnTo>
                  <a:lnTo>
                    <a:pt x="363905" y="63322"/>
                  </a:lnTo>
                  <a:lnTo>
                    <a:pt x="357136" y="66408"/>
                  </a:lnTo>
                  <a:lnTo>
                    <a:pt x="353860" y="67259"/>
                  </a:lnTo>
                  <a:lnTo>
                    <a:pt x="348208" y="68160"/>
                  </a:lnTo>
                  <a:lnTo>
                    <a:pt x="347497" y="73837"/>
                  </a:lnTo>
                  <a:lnTo>
                    <a:pt x="350088" y="84569"/>
                  </a:lnTo>
                  <a:lnTo>
                    <a:pt x="359498" y="100965"/>
                  </a:lnTo>
                  <a:lnTo>
                    <a:pt x="375272" y="122364"/>
                  </a:lnTo>
                  <a:lnTo>
                    <a:pt x="397014" y="148145"/>
                  </a:lnTo>
                  <a:lnTo>
                    <a:pt x="423557" y="190614"/>
                  </a:lnTo>
                  <a:lnTo>
                    <a:pt x="436562" y="232879"/>
                  </a:lnTo>
                  <a:lnTo>
                    <a:pt x="440829" y="265417"/>
                  </a:lnTo>
                  <a:lnTo>
                    <a:pt x="440905" y="268478"/>
                  </a:lnTo>
                  <a:lnTo>
                    <a:pt x="388416" y="262636"/>
                  </a:lnTo>
                  <a:lnTo>
                    <a:pt x="388416" y="245960"/>
                  </a:lnTo>
                  <a:lnTo>
                    <a:pt x="0" y="245960"/>
                  </a:lnTo>
                  <a:lnTo>
                    <a:pt x="0" y="312191"/>
                  </a:lnTo>
                  <a:lnTo>
                    <a:pt x="388416" y="312191"/>
                  </a:lnTo>
                  <a:lnTo>
                    <a:pt x="388416" y="301282"/>
                  </a:lnTo>
                  <a:lnTo>
                    <a:pt x="470141" y="311442"/>
                  </a:lnTo>
                  <a:lnTo>
                    <a:pt x="515010" y="313524"/>
                  </a:lnTo>
                  <a:lnTo>
                    <a:pt x="538873" y="306387"/>
                  </a:lnTo>
                  <a:lnTo>
                    <a:pt x="557606" y="288848"/>
                  </a:lnTo>
                  <a:lnTo>
                    <a:pt x="557606" y="267398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1305332" y="9955520"/>
              <a:ext cx="102093" cy="157278"/>
            </a:xfrm>
            <a:prstGeom prst="rect">
              <a:avLst/>
            </a:prstGeom>
          </p:spPr>
        </p:pic>
        <p:sp>
          <p:nvSpPr>
            <p:cNvPr id="244" name="object 244" descr=""/>
            <p:cNvSpPr/>
            <p:nvPr/>
          </p:nvSpPr>
          <p:spPr>
            <a:xfrm>
              <a:off x="10963796" y="10220013"/>
              <a:ext cx="555625" cy="47625"/>
            </a:xfrm>
            <a:custGeom>
              <a:avLst/>
              <a:gdLst/>
              <a:ahLst/>
              <a:cxnLst/>
              <a:rect l="l" t="t" r="r" b="b"/>
              <a:pathLst>
                <a:path w="555625" h="47625">
                  <a:moveTo>
                    <a:pt x="27940" y="12090"/>
                  </a:moveTo>
                  <a:lnTo>
                    <a:pt x="25641" y="5537"/>
                  </a:lnTo>
                  <a:lnTo>
                    <a:pt x="18732" y="2552"/>
                  </a:lnTo>
                  <a:lnTo>
                    <a:pt x="9207" y="2552"/>
                  </a:lnTo>
                  <a:lnTo>
                    <a:pt x="2298" y="5537"/>
                  </a:lnTo>
                  <a:lnTo>
                    <a:pt x="0" y="12090"/>
                  </a:lnTo>
                  <a:lnTo>
                    <a:pt x="2298" y="18643"/>
                  </a:lnTo>
                  <a:lnTo>
                    <a:pt x="9207" y="21628"/>
                  </a:lnTo>
                  <a:lnTo>
                    <a:pt x="18732" y="21628"/>
                  </a:lnTo>
                  <a:lnTo>
                    <a:pt x="25641" y="18643"/>
                  </a:lnTo>
                  <a:lnTo>
                    <a:pt x="27940" y="12090"/>
                  </a:lnTo>
                  <a:close/>
                </a:path>
                <a:path w="555625" h="47625">
                  <a:moveTo>
                    <a:pt x="82753" y="11290"/>
                  </a:moveTo>
                  <a:lnTo>
                    <a:pt x="80454" y="4737"/>
                  </a:lnTo>
                  <a:lnTo>
                    <a:pt x="73545" y="1765"/>
                  </a:lnTo>
                  <a:lnTo>
                    <a:pt x="52895" y="1765"/>
                  </a:lnTo>
                  <a:lnTo>
                    <a:pt x="45986" y="4737"/>
                  </a:lnTo>
                  <a:lnTo>
                    <a:pt x="43688" y="11290"/>
                  </a:lnTo>
                  <a:lnTo>
                    <a:pt x="45986" y="17843"/>
                  </a:lnTo>
                  <a:lnTo>
                    <a:pt x="52895" y="20828"/>
                  </a:lnTo>
                  <a:lnTo>
                    <a:pt x="73545" y="20828"/>
                  </a:lnTo>
                  <a:lnTo>
                    <a:pt x="80441" y="17843"/>
                  </a:lnTo>
                  <a:lnTo>
                    <a:pt x="82753" y="11290"/>
                  </a:lnTo>
                  <a:close/>
                </a:path>
                <a:path w="555625" h="47625">
                  <a:moveTo>
                    <a:pt x="150253" y="12433"/>
                  </a:moveTo>
                  <a:lnTo>
                    <a:pt x="147955" y="5803"/>
                  </a:lnTo>
                  <a:lnTo>
                    <a:pt x="141058" y="2590"/>
                  </a:lnTo>
                  <a:lnTo>
                    <a:pt x="132651" y="2298"/>
                  </a:lnTo>
                  <a:lnTo>
                    <a:pt x="124561" y="3009"/>
                  </a:lnTo>
                  <a:lnTo>
                    <a:pt x="116281" y="4406"/>
                  </a:lnTo>
                  <a:lnTo>
                    <a:pt x="110286" y="8432"/>
                  </a:lnTo>
                  <a:lnTo>
                    <a:pt x="109778" y="15125"/>
                  </a:lnTo>
                  <a:lnTo>
                    <a:pt x="113779" y="21069"/>
                  </a:lnTo>
                  <a:lnTo>
                    <a:pt x="121348" y="22796"/>
                  </a:lnTo>
                  <a:lnTo>
                    <a:pt x="127914" y="21678"/>
                  </a:lnTo>
                  <a:lnTo>
                    <a:pt x="134404" y="21424"/>
                  </a:lnTo>
                  <a:lnTo>
                    <a:pt x="141058" y="21653"/>
                  </a:lnTo>
                  <a:lnTo>
                    <a:pt x="147955" y="18910"/>
                  </a:lnTo>
                  <a:lnTo>
                    <a:pt x="150253" y="12433"/>
                  </a:lnTo>
                  <a:close/>
                </a:path>
                <a:path w="555625" h="47625">
                  <a:moveTo>
                    <a:pt x="225628" y="8661"/>
                  </a:moveTo>
                  <a:lnTo>
                    <a:pt x="223354" y="2324"/>
                  </a:lnTo>
                  <a:lnTo>
                    <a:pt x="216509" y="0"/>
                  </a:lnTo>
                  <a:lnTo>
                    <a:pt x="196684" y="1905"/>
                  </a:lnTo>
                  <a:lnTo>
                    <a:pt x="189852" y="5537"/>
                  </a:lnTo>
                  <a:lnTo>
                    <a:pt x="187553" y="12306"/>
                  </a:lnTo>
                  <a:lnTo>
                    <a:pt x="189814" y="18643"/>
                  </a:lnTo>
                  <a:lnTo>
                    <a:pt x="196684" y="20967"/>
                  </a:lnTo>
                  <a:lnTo>
                    <a:pt x="216509" y="19062"/>
                  </a:lnTo>
                  <a:lnTo>
                    <a:pt x="223329" y="15430"/>
                  </a:lnTo>
                  <a:lnTo>
                    <a:pt x="225628" y="8661"/>
                  </a:lnTo>
                  <a:close/>
                </a:path>
                <a:path w="555625" h="47625">
                  <a:moveTo>
                    <a:pt x="292277" y="11595"/>
                  </a:moveTo>
                  <a:lnTo>
                    <a:pt x="290029" y="5334"/>
                  </a:lnTo>
                  <a:lnTo>
                    <a:pt x="283235" y="3263"/>
                  </a:lnTo>
                  <a:lnTo>
                    <a:pt x="277380" y="4051"/>
                  </a:lnTo>
                  <a:lnTo>
                    <a:pt x="271665" y="4330"/>
                  </a:lnTo>
                  <a:lnTo>
                    <a:pt x="265760" y="4114"/>
                  </a:lnTo>
                  <a:lnTo>
                    <a:pt x="258876" y="6858"/>
                  </a:lnTo>
                  <a:lnTo>
                    <a:pt x="256578" y="13322"/>
                  </a:lnTo>
                  <a:lnTo>
                    <a:pt x="258876" y="19964"/>
                  </a:lnTo>
                  <a:lnTo>
                    <a:pt x="265760" y="23190"/>
                  </a:lnTo>
                  <a:lnTo>
                    <a:pt x="271665" y="23393"/>
                  </a:lnTo>
                  <a:lnTo>
                    <a:pt x="277393" y="23114"/>
                  </a:lnTo>
                  <a:lnTo>
                    <a:pt x="283235" y="22339"/>
                  </a:lnTo>
                  <a:lnTo>
                    <a:pt x="289991" y="18453"/>
                  </a:lnTo>
                  <a:lnTo>
                    <a:pt x="292277" y="11595"/>
                  </a:lnTo>
                  <a:close/>
                </a:path>
                <a:path w="555625" h="47625">
                  <a:moveTo>
                    <a:pt x="357416" y="17284"/>
                  </a:moveTo>
                  <a:lnTo>
                    <a:pt x="356920" y="10655"/>
                  </a:lnTo>
                  <a:lnTo>
                    <a:pt x="350913" y="6845"/>
                  </a:lnTo>
                  <a:lnTo>
                    <a:pt x="344462" y="5956"/>
                  </a:lnTo>
                  <a:lnTo>
                    <a:pt x="338226" y="5448"/>
                  </a:lnTo>
                  <a:lnTo>
                    <a:pt x="331698" y="5778"/>
                  </a:lnTo>
                  <a:lnTo>
                    <a:pt x="324827" y="9118"/>
                  </a:lnTo>
                  <a:lnTo>
                    <a:pt x="322516" y="15798"/>
                  </a:lnTo>
                  <a:lnTo>
                    <a:pt x="324802" y="22225"/>
                  </a:lnTo>
                  <a:lnTo>
                    <a:pt x="331698" y="24853"/>
                  </a:lnTo>
                  <a:lnTo>
                    <a:pt x="336448" y="24599"/>
                  </a:lnTo>
                  <a:lnTo>
                    <a:pt x="341122" y="24574"/>
                  </a:lnTo>
                  <a:lnTo>
                    <a:pt x="345846" y="25222"/>
                  </a:lnTo>
                  <a:lnTo>
                    <a:pt x="353402" y="23279"/>
                  </a:lnTo>
                  <a:lnTo>
                    <a:pt x="357416" y="17284"/>
                  </a:lnTo>
                  <a:close/>
                </a:path>
                <a:path w="555625" h="47625">
                  <a:moveTo>
                    <a:pt x="416801" y="31280"/>
                  </a:moveTo>
                  <a:lnTo>
                    <a:pt x="416331" y="24333"/>
                  </a:lnTo>
                  <a:lnTo>
                    <a:pt x="410476" y="19608"/>
                  </a:lnTo>
                  <a:lnTo>
                    <a:pt x="403580" y="17678"/>
                  </a:lnTo>
                  <a:lnTo>
                    <a:pt x="396824" y="17018"/>
                  </a:lnTo>
                  <a:lnTo>
                    <a:pt x="389712" y="17805"/>
                  </a:lnTo>
                  <a:lnTo>
                    <a:pt x="382905" y="21564"/>
                  </a:lnTo>
                  <a:lnTo>
                    <a:pt x="380619" y="28371"/>
                  </a:lnTo>
                  <a:lnTo>
                    <a:pt x="382866" y="34671"/>
                  </a:lnTo>
                  <a:lnTo>
                    <a:pt x="389712" y="36880"/>
                  </a:lnTo>
                  <a:lnTo>
                    <a:pt x="395249" y="36245"/>
                  </a:lnTo>
                  <a:lnTo>
                    <a:pt x="400037" y="36499"/>
                  </a:lnTo>
                  <a:lnTo>
                    <a:pt x="405396" y="37998"/>
                  </a:lnTo>
                  <a:lnTo>
                    <a:pt x="412851" y="36982"/>
                  </a:lnTo>
                  <a:lnTo>
                    <a:pt x="416801" y="31280"/>
                  </a:lnTo>
                  <a:close/>
                </a:path>
                <a:path w="555625" h="47625">
                  <a:moveTo>
                    <a:pt x="468769" y="33985"/>
                  </a:moveTo>
                  <a:lnTo>
                    <a:pt x="466458" y="27343"/>
                  </a:lnTo>
                  <a:lnTo>
                    <a:pt x="459574" y="24079"/>
                  </a:lnTo>
                  <a:lnTo>
                    <a:pt x="452653" y="23799"/>
                  </a:lnTo>
                  <a:lnTo>
                    <a:pt x="445808" y="23901"/>
                  </a:lnTo>
                  <a:lnTo>
                    <a:pt x="438899" y="24396"/>
                  </a:lnTo>
                  <a:lnTo>
                    <a:pt x="432041" y="27863"/>
                  </a:lnTo>
                  <a:lnTo>
                    <a:pt x="429729" y="34582"/>
                  </a:lnTo>
                  <a:lnTo>
                    <a:pt x="432015" y="40970"/>
                  </a:lnTo>
                  <a:lnTo>
                    <a:pt x="438899" y="43459"/>
                  </a:lnTo>
                  <a:lnTo>
                    <a:pt x="445808" y="42964"/>
                  </a:lnTo>
                  <a:lnTo>
                    <a:pt x="452653" y="42862"/>
                  </a:lnTo>
                  <a:lnTo>
                    <a:pt x="459574" y="43141"/>
                  </a:lnTo>
                  <a:lnTo>
                    <a:pt x="466471" y="40449"/>
                  </a:lnTo>
                  <a:lnTo>
                    <a:pt x="468769" y="33985"/>
                  </a:lnTo>
                  <a:close/>
                </a:path>
                <a:path w="555625" h="47625">
                  <a:moveTo>
                    <a:pt x="521919" y="35928"/>
                  </a:moveTo>
                  <a:lnTo>
                    <a:pt x="519671" y="29641"/>
                  </a:lnTo>
                  <a:lnTo>
                    <a:pt x="512838" y="27457"/>
                  </a:lnTo>
                  <a:lnTo>
                    <a:pt x="507758" y="28054"/>
                  </a:lnTo>
                  <a:lnTo>
                    <a:pt x="502818" y="28194"/>
                  </a:lnTo>
                  <a:lnTo>
                    <a:pt x="497713" y="27901"/>
                  </a:lnTo>
                  <a:lnTo>
                    <a:pt x="490816" y="30480"/>
                  </a:lnTo>
                  <a:lnTo>
                    <a:pt x="488530" y="36893"/>
                  </a:lnTo>
                  <a:lnTo>
                    <a:pt x="490829" y="43573"/>
                  </a:lnTo>
                  <a:lnTo>
                    <a:pt x="497713" y="46964"/>
                  </a:lnTo>
                  <a:lnTo>
                    <a:pt x="502818" y="47269"/>
                  </a:lnTo>
                  <a:lnTo>
                    <a:pt x="507771" y="47117"/>
                  </a:lnTo>
                  <a:lnTo>
                    <a:pt x="512838" y="46532"/>
                  </a:lnTo>
                  <a:lnTo>
                    <a:pt x="519633" y="42748"/>
                  </a:lnTo>
                  <a:lnTo>
                    <a:pt x="521919" y="35928"/>
                  </a:lnTo>
                  <a:close/>
                </a:path>
                <a:path w="555625" h="47625">
                  <a:moveTo>
                    <a:pt x="555510" y="33261"/>
                  </a:moveTo>
                  <a:lnTo>
                    <a:pt x="552665" y="27228"/>
                  </a:lnTo>
                  <a:lnTo>
                    <a:pt x="546214" y="24015"/>
                  </a:lnTo>
                  <a:lnTo>
                    <a:pt x="538721" y="26111"/>
                  </a:lnTo>
                  <a:lnTo>
                    <a:pt x="534708" y="29248"/>
                  </a:lnTo>
                  <a:lnTo>
                    <a:pt x="531393" y="35585"/>
                  </a:lnTo>
                  <a:lnTo>
                    <a:pt x="534238" y="41605"/>
                  </a:lnTo>
                  <a:lnTo>
                    <a:pt x="540689" y="44831"/>
                  </a:lnTo>
                  <a:lnTo>
                    <a:pt x="548195" y="42722"/>
                  </a:lnTo>
                  <a:lnTo>
                    <a:pt x="552196" y="39585"/>
                  </a:lnTo>
                  <a:lnTo>
                    <a:pt x="555510" y="33261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5" name="object 245" descr=""/>
          <p:cNvGrpSpPr/>
          <p:nvPr/>
        </p:nvGrpSpPr>
        <p:grpSpPr>
          <a:xfrm>
            <a:off x="8435633" y="9959270"/>
            <a:ext cx="1049020" cy="443865"/>
            <a:chOff x="8435633" y="9959270"/>
            <a:chExt cx="1049020" cy="443865"/>
          </a:xfrm>
        </p:grpSpPr>
        <p:sp>
          <p:nvSpPr>
            <p:cNvPr id="246" name="object 246" descr=""/>
            <p:cNvSpPr/>
            <p:nvPr/>
          </p:nvSpPr>
          <p:spPr>
            <a:xfrm>
              <a:off x="8452525" y="9959270"/>
              <a:ext cx="1020444" cy="400050"/>
            </a:xfrm>
            <a:custGeom>
              <a:avLst/>
              <a:gdLst/>
              <a:ahLst/>
              <a:cxnLst/>
              <a:rect l="l" t="t" r="r" b="b"/>
              <a:pathLst>
                <a:path w="1020445" h="400050">
                  <a:moveTo>
                    <a:pt x="593654" y="0"/>
                  </a:moveTo>
                  <a:lnTo>
                    <a:pt x="581768" y="8863"/>
                  </a:lnTo>
                  <a:lnTo>
                    <a:pt x="554905" y="30081"/>
                  </a:lnTo>
                  <a:lnTo>
                    <a:pt x="516025" y="59850"/>
                  </a:lnTo>
                  <a:lnTo>
                    <a:pt x="468088" y="94366"/>
                  </a:lnTo>
                  <a:lnTo>
                    <a:pt x="414054" y="129824"/>
                  </a:lnTo>
                  <a:lnTo>
                    <a:pt x="356884" y="162420"/>
                  </a:lnTo>
                  <a:lnTo>
                    <a:pt x="299537" y="188350"/>
                  </a:lnTo>
                  <a:lnTo>
                    <a:pt x="235576" y="211735"/>
                  </a:lnTo>
                  <a:lnTo>
                    <a:pt x="176335" y="232329"/>
                  </a:lnTo>
                  <a:lnTo>
                    <a:pt x="123210" y="250424"/>
                  </a:lnTo>
                  <a:lnTo>
                    <a:pt x="77594" y="266311"/>
                  </a:lnTo>
                  <a:lnTo>
                    <a:pt x="40881" y="280282"/>
                  </a:lnTo>
                  <a:lnTo>
                    <a:pt x="14467" y="292629"/>
                  </a:lnTo>
                  <a:lnTo>
                    <a:pt x="0" y="311117"/>
                  </a:lnTo>
                  <a:lnTo>
                    <a:pt x="5388" y="335487"/>
                  </a:lnTo>
                  <a:lnTo>
                    <a:pt x="69034" y="382896"/>
                  </a:lnTo>
                  <a:lnTo>
                    <a:pt x="123940" y="396448"/>
                  </a:lnTo>
                  <a:lnTo>
                    <a:pt x="195507" y="399480"/>
                  </a:lnTo>
                  <a:lnTo>
                    <a:pt x="237900" y="397875"/>
                  </a:lnTo>
                  <a:lnTo>
                    <a:pt x="284035" y="394590"/>
                  </a:lnTo>
                  <a:lnTo>
                    <a:pt x="333416" y="389929"/>
                  </a:lnTo>
                  <a:lnTo>
                    <a:pt x="385543" y="384191"/>
                  </a:lnTo>
                  <a:lnTo>
                    <a:pt x="439918" y="377679"/>
                  </a:lnTo>
                  <a:lnTo>
                    <a:pt x="553425" y="363538"/>
                  </a:lnTo>
                  <a:lnTo>
                    <a:pt x="611559" y="356512"/>
                  </a:lnTo>
                  <a:lnTo>
                    <a:pt x="684164" y="348965"/>
                  </a:lnTo>
                  <a:lnTo>
                    <a:pt x="754690" y="343107"/>
                  </a:lnTo>
                  <a:lnTo>
                    <a:pt x="880960" y="334196"/>
                  </a:lnTo>
                  <a:lnTo>
                    <a:pt x="932434" y="330013"/>
                  </a:lnTo>
                  <a:lnTo>
                    <a:pt x="973284" y="325258"/>
                  </a:lnTo>
                  <a:lnTo>
                    <a:pt x="1014573" y="311770"/>
                  </a:lnTo>
                  <a:lnTo>
                    <a:pt x="1020124" y="243055"/>
                  </a:lnTo>
                  <a:lnTo>
                    <a:pt x="1016684" y="187970"/>
                  </a:lnTo>
                  <a:lnTo>
                    <a:pt x="1008836" y="131097"/>
                  </a:lnTo>
                  <a:lnTo>
                    <a:pt x="996384" y="81457"/>
                  </a:lnTo>
                  <a:lnTo>
                    <a:pt x="979129" y="48071"/>
                  </a:lnTo>
                  <a:lnTo>
                    <a:pt x="920743" y="58472"/>
                  </a:lnTo>
                  <a:lnTo>
                    <a:pt x="879764" y="64210"/>
                  </a:lnTo>
                  <a:lnTo>
                    <a:pt x="836828" y="67328"/>
                  </a:lnTo>
                  <a:lnTo>
                    <a:pt x="772570" y="69872"/>
                  </a:lnTo>
                  <a:lnTo>
                    <a:pt x="698841" y="60606"/>
                  </a:lnTo>
                  <a:lnTo>
                    <a:pt x="642424" y="36404"/>
                  </a:lnTo>
                  <a:lnTo>
                    <a:pt x="606352" y="11468"/>
                  </a:lnTo>
                  <a:lnTo>
                    <a:pt x="593654" y="0"/>
                  </a:lnTo>
                  <a:close/>
                </a:path>
              </a:pathLst>
            </a:custGeom>
            <a:solidFill>
              <a:srgbClr val="2E2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8435632" y="9991845"/>
              <a:ext cx="1049020" cy="410845"/>
            </a:xfrm>
            <a:custGeom>
              <a:avLst/>
              <a:gdLst/>
              <a:ahLst/>
              <a:cxnLst/>
              <a:rect l="l" t="t" r="r" b="b"/>
              <a:pathLst>
                <a:path w="1049020" h="410845">
                  <a:moveTo>
                    <a:pt x="1048562" y="375843"/>
                  </a:moveTo>
                  <a:lnTo>
                    <a:pt x="1041742" y="271348"/>
                  </a:lnTo>
                  <a:lnTo>
                    <a:pt x="1040142" y="269748"/>
                  </a:lnTo>
                  <a:lnTo>
                    <a:pt x="1022070" y="269748"/>
                  </a:lnTo>
                  <a:lnTo>
                    <a:pt x="945654" y="273024"/>
                  </a:lnTo>
                  <a:lnTo>
                    <a:pt x="882345" y="277774"/>
                  </a:lnTo>
                  <a:lnTo>
                    <a:pt x="800354" y="285597"/>
                  </a:lnTo>
                  <a:lnTo>
                    <a:pt x="798106" y="285877"/>
                  </a:lnTo>
                  <a:lnTo>
                    <a:pt x="798474" y="285788"/>
                  </a:lnTo>
                  <a:lnTo>
                    <a:pt x="756793" y="227698"/>
                  </a:lnTo>
                  <a:lnTo>
                    <a:pt x="682409" y="198043"/>
                  </a:lnTo>
                  <a:lnTo>
                    <a:pt x="633183" y="194056"/>
                  </a:lnTo>
                  <a:lnTo>
                    <a:pt x="576046" y="197370"/>
                  </a:lnTo>
                  <a:lnTo>
                    <a:pt x="511111" y="208089"/>
                  </a:lnTo>
                  <a:lnTo>
                    <a:pt x="501764" y="210070"/>
                  </a:lnTo>
                  <a:lnTo>
                    <a:pt x="500011" y="210261"/>
                  </a:lnTo>
                  <a:lnTo>
                    <a:pt x="481304" y="204558"/>
                  </a:lnTo>
                  <a:lnTo>
                    <a:pt x="452132" y="189865"/>
                  </a:lnTo>
                  <a:lnTo>
                    <a:pt x="423913" y="172148"/>
                  </a:lnTo>
                  <a:lnTo>
                    <a:pt x="408063" y="157378"/>
                  </a:lnTo>
                  <a:lnTo>
                    <a:pt x="427545" y="144932"/>
                  </a:lnTo>
                  <a:lnTo>
                    <a:pt x="463537" y="124371"/>
                  </a:lnTo>
                  <a:lnTo>
                    <a:pt x="510870" y="98361"/>
                  </a:lnTo>
                  <a:lnTo>
                    <a:pt x="564362" y="69557"/>
                  </a:lnTo>
                  <a:lnTo>
                    <a:pt x="618820" y="40640"/>
                  </a:lnTo>
                  <a:lnTo>
                    <a:pt x="669074" y="14262"/>
                  </a:lnTo>
                  <a:lnTo>
                    <a:pt x="661631" y="0"/>
                  </a:lnTo>
                  <a:lnTo>
                    <a:pt x="576110" y="45034"/>
                  </a:lnTo>
                  <a:lnTo>
                    <a:pt x="516547" y="76949"/>
                  </a:lnTo>
                  <a:lnTo>
                    <a:pt x="459511" y="108254"/>
                  </a:lnTo>
                  <a:lnTo>
                    <a:pt x="415315" y="133781"/>
                  </a:lnTo>
                  <a:lnTo>
                    <a:pt x="389204" y="156006"/>
                  </a:lnTo>
                  <a:lnTo>
                    <a:pt x="393649" y="164274"/>
                  </a:lnTo>
                  <a:lnTo>
                    <a:pt x="412915" y="183705"/>
                  </a:lnTo>
                  <a:lnTo>
                    <a:pt x="444944" y="204381"/>
                  </a:lnTo>
                  <a:lnTo>
                    <a:pt x="478320" y="220497"/>
                  </a:lnTo>
                  <a:lnTo>
                    <a:pt x="501637" y="226250"/>
                  </a:lnTo>
                  <a:lnTo>
                    <a:pt x="503656" y="226047"/>
                  </a:lnTo>
                  <a:lnTo>
                    <a:pt x="514388" y="223824"/>
                  </a:lnTo>
                  <a:lnTo>
                    <a:pt x="584974" y="212445"/>
                  </a:lnTo>
                  <a:lnTo>
                    <a:pt x="645248" y="210019"/>
                  </a:lnTo>
                  <a:lnTo>
                    <a:pt x="695159" y="216509"/>
                  </a:lnTo>
                  <a:lnTo>
                    <a:pt x="734644" y="231927"/>
                  </a:lnTo>
                  <a:lnTo>
                    <a:pt x="781164" y="287909"/>
                  </a:lnTo>
                  <a:lnTo>
                    <a:pt x="748220" y="291871"/>
                  </a:lnTo>
                  <a:lnTo>
                    <a:pt x="697471" y="299351"/>
                  </a:lnTo>
                  <a:lnTo>
                    <a:pt x="647725" y="307644"/>
                  </a:lnTo>
                  <a:lnTo>
                    <a:pt x="549846" y="324954"/>
                  </a:lnTo>
                  <a:lnTo>
                    <a:pt x="500976" y="333159"/>
                  </a:lnTo>
                  <a:lnTo>
                    <a:pt x="451662" y="340512"/>
                  </a:lnTo>
                  <a:lnTo>
                    <a:pt x="401535" y="346583"/>
                  </a:lnTo>
                  <a:lnTo>
                    <a:pt x="350240" y="350977"/>
                  </a:lnTo>
                  <a:lnTo>
                    <a:pt x="297408" y="353263"/>
                  </a:lnTo>
                  <a:lnTo>
                    <a:pt x="202539" y="351205"/>
                  </a:lnTo>
                  <a:lnTo>
                    <a:pt x="131508" y="342353"/>
                  </a:lnTo>
                  <a:lnTo>
                    <a:pt x="80975" y="329387"/>
                  </a:lnTo>
                  <a:lnTo>
                    <a:pt x="28028" y="301625"/>
                  </a:lnTo>
                  <a:lnTo>
                    <a:pt x="17653" y="290423"/>
                  </a:lnTo>
                  <a:lnTo>
                    <a:pt x="15138" y="290106"/>
                  </a:lnTo>
                  <a:lnTo>
                    <a:pt x="0" y="322834"/>
                  </a:lnTo>
                  <a:lnTo>
                    <a:pt x="8064" y="344601"/>
                  </a:lnTo>
                  <a:lnTo>
                    <a:pt x="73583" y="388810"/>
                  </a:lnTo>
                  <a:lnTo>
                    <a:pt x="127825" y="403136"/>
                  </a:lnTo>
                  <a:lnTo>
                    <a:pt x="168783" y="407670"/>
                  </a:lnTo>
                  <a:lnTo>
                    <a:pt x="219760" y="410197"/>
                  </a:lnTo>
                  <a:lnTo>
                    <a:pt x="276758" y="410743"/>
                  </a:lnTo>
                  <a:lnTo>
                    <a:pt x="335813" y="409295"/>
                  </a:lnTo>
                  <a:lnTo>
                    <a:pt x="392938" y="405892"/>
                  </a:lnTo>
                  <a:lnTo>
                    <a:pt x="444182" y="400545"/>
                  </a:lnTo>
                  <a:lnTo>
                    <a:pt x="485546" y="393242"/>
                  </a:lnTo>
                  <a:lnTo>
                    <a:pt x="530529" y="383971"/>
                  </a:lnTo>
                  <a:lnTo>
                    <a:pt x="585851" y="374307"/>
                  </a:lnTo>
                  <a:lnTo>
                    <a:pt x="644448" y="365010"/>
                  </a:lnTo>
                  <a:lnTo>
                    <a:pt x="699287" y="356844"/>
                  </a:lnTo>
                  <a:lnTo>
                    <a:pt x="771893" y="346633"/>
                  </a:lnTo>
                  <a:lnTo>
                    <a:pt x="773925" y="348386"/>
                  </a:lnTo>
                  <a:lnTo>
                    <a:pt x="774903" y="383501"/>
                  </a:lnTo>
                  <a:lnTo>
                    <a:pt x="776693" y="385191"/>
                  </a:lnTo>
                  <a:lnTo>
                    <a:pt x="1046848" y="377723"/>
                  </a:lnTo>
                  <a:lnTo>
                    <a:pt x="1048562" y="375843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8" name="object 248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822165" y="10002367"/>
              <a:ext cx="242595" cy="144864"/>
            </a:xfrm>
            <a:prstGeom prst="rect">
              <a:avLst/>
            </a:prstGeom>
          </p:spPr>
        </p:pic>
        <p:sp>
          <p:nvSpPr>
            <p:cNvPr id="249" name="object 249" descr=""/>
            <p:cNvSpPr/>
            <p:nvPr/>
          </p:nvSpPr>
          <p:spPr>
            <a:xfrm>
              <a:off x="8458885" y="10258494"/>
              <a:ext cx="1012190" cy="95250"/>
            </a:xfrm>
            <a:custGeom>
              <a:avLst/>
              <a:gdLst/>
              <a:ahLst/>
              <a:cxnLst/>
              <a:rect l="l" t="t" r="r" b="b"/>
              <a:pathLst>
                <a:path w="1012190" h="95250">
                  <a:moveTo>
                    <a:pt x="37261" y="51142"/>
                  </a:moveTo>
                  <a:lnTo>
                    <a:pt x="36703" y="45275"/>
                  </a:lnTo>
                  <a:lnTo>
                    <a:pt x="31673" y="41338"/>
                  </a:lnTo>
                  <a:lnTo>
                    <a:pt x="24625" y="39458"/>
                  </a:lnTo>
                  <a:lnTo>
                    <a:pt x="18834" y="36169"/>
                  </a:lnTo>
                  <a:lnTo>
                    <a:pt x="13563" y="31140"/>
                  </a:lnTo>
                  <a:lnTo>
                    <a:pt x="7607" y="28943"/>
                  </a:lnTo>
                  <a:lnTo>
                    <a:pt x="2387" y="31623"/>
                  </a:lnTo>
                  <a:lnTo>
                    <a:pt x="0" y="36982"/>
                  </a:lnTo>
                  <a:lnTo>
                    <a:pt x="2489" y="42824"/>
                  </a:lnTo>
                  <a:lnTo>
                    <a:pt x="8153" y="47586"/>
                  </a:lnTo>
                  <a:lnTo>
                    <a:pt x="14262" y="51511"/>
                  </a:lnTo>
                  <a:lnTo>
                    <a:pt x="20815" y="54635"/>
                  </a:lnTo>
                  <a:lnTo>
                    <a:pt x="27825" y="56959"/>
                  </a:lnTo>
                  <a:lnTo>
                    <a:pt x="34061" y="56019"/>
                  </a:lnTo>
                  <a:lnTo>
                    <a:pt x="37261" y="51142"/>
                  </a:lnTo>
                  <a:close/>
                </a:path>
                <a:path w="1012190" h="95250">
                  <a:moveTo>
                    <a:pt x="130441" y="81165"/>
                  </a:moveTo>
                  <a:lnTo>
                    <a:pt x="87198" y="62128"/>
                  </a:lnTo>
                  <a:lnTo>
                    <a:pt x="74256" y="60782"/>
                  </a:lnTo>
                  <a:lnTo>
                    <a:pt x="68529" y="62852"/>
                  </a:lnTo>
                  <a:lnTo>
                    <a:pt x="66763" y="68237"/>
                  </a:lnTo>
                  <a:lnTo>
                    <a:pt x="68859" y="73901"/>
                  </a:lnTo>
                  <a:lnTo>
                    <a:pt x="74688" y="76847"/>
                  </a:lnTo>
                  <a:lnTo>
                    <a:pt x="86550" y="78155"/>
                  </a:lnTo>
                  <a:lnTo>
                    <a:pt x="98234" y="80213"/>
                  </a:lnTo>
                  <a:lnTo>
                    <a:pt x="109778" y="83019"/>
                  </a:lnTo>
                  <a:lnTo>
                    <a:pt x="121183" y="86499"/>
                  </a:lnTo>
                  <a:lnTo>
                    <a:pt x="127292" y="85928"/>
                  </a:lnTo>
                  <a:lnTo>
                    <a:pt x="130441" y="81165"/>
                  </a:lnTo>
                  <a:close/>
                </a:path>
                <a:path w="1012190" h="95250">
                  <a:moveTo>
                    <a:pt x="221449" y="83439"/>
                  </a:moveTo>
                  <a:lnTo>
                    <a:pt x="219379" y="78092"/>
                  </a:lnTo>
                  <a:lnTo>
                    <a:pt x="213512" y="76136"/>
                  </a:lnTo>
                  <a:lnTo>
                    <a:pt x="205473" y="76669"/>
                  </a:lnTo>
                  <a:lnTo>
                    <a:pt x="197472" y="76695"/>
                  </a:lnTo>
                  <a:lnTo>
                    <a:pt x="189484" y="76200"/>
                  </a:lnTo>
                  <a:lnTo>
                    <a:pt x="181495" y="75145"/>
                  </a:lnTo>
                  <a:lnTo>
                    <a:pt x="175171" y="76631"/>
                  </a:lnTo>
                  <a:lnTo>
                    <a:pt x="171932" y="81673"/>
                  </a:lnTo>
                  <a:lnTo>
                    <a:pt x="172516" y="87363"/>
                  </a:lnTo>
                  <a:lnTo>
                    <a:pt x="177647" y="90766"/>
                  </a:lnTo>
                  <a:lnTo>
                    <a:pt x="186702" y="92011"/>
                  </a:lnTo>
                  <a:lnTo>
                    <a:pt x="195757" y="92684"/>
                  </a:lnTo>
                  <a:lnTo>
                    <a:pt x="204838" y="92760"/>
                  </a:lnTo>
                  <a:lnTo>
                    <a:pt x="213969" y="92202"/>
                  </a:lnTo>
                  <a:lnTo>
                    <a:pt x="219671" y="89141"/>
                  </a:lnTo>
                  <a:lnTo>
                    <a:pt x="221449" y="83439"/>
                  </a:lnTo>
                  <a:close/>
                </a:path>
                <a:path w="1012190" h="95250">
                  <a:moveTo>
                    <a:pt x="320103" y="85344"/>
                  </a:moveTo>
                  <a:lnTo>
                    <a:pt x="318008" y="79883"/>
                  </a:lnTo>
                  <a:lnTo>
                    <a:pt x="312115" y="77520"/>
                  </a:lnTo>
                  <a:lnTo>
                    <a:pt x="271919" y="78638"/>
                  </a:lnTo>
                  <a:lnTo>
                    <a:pt x="266166" y="81305"/>
                  </a:lnTo>
                  <a:lnTo>
                    <a:pt x="264375" y="86893"/>
                  </a:lnTo>
                  <a:lnTo>
                    <a:pt x="266471" y="92367"/>
                  </a:lnTo>
                  <a:lnTo>
                    <a:pt x="272364" y="94716"/>
                  </a:lnTo>
                  <a:lnTo>
                    <a:pt x="312559" y="93611"/>
                  </a:lnTo>
                  <a:lnTo>
                    <a:pt x="318312" y="90932"/>
                  </a:lnTo>
                  <a:lnTo>
                    <a:pt x="320103" y="85344"/>
                  </a:lnTo>
                  <a:close/>
                </a:path>
                <a:path w="1012190" h="95250">
                  <a:moveTo>
                    <a:pt x="408355" y="76936"/>
                  </a:moveTo>
                  <a:lnTo>
                    <a:pt x="406260" y="71437"/>
                  </a:lnTo>
                  <a:lnTo>
                    <a:pt x="400367" y="69011"/>
                  </a:lnTo>
                  <a:lnTo>
                    <a:pt x="391198" y="69443"/>
                  </a:lnTo>
                  <a:lnTo>
                    <a:pt x="359067" y="84188"/>
                  </a:lnTo>
                  <a:lnTo>
                    <a:pt x="362546" y="88938"/>
                  </a:lnTo>
                  <a:lnTo>
                    <a:pt x="368896" y="89750"/>
                  </a:lnTo>
                  <a:lnTo>
                    <a:pt x="376770" y="87769"/>
                  </a:lnTo>
                  <a:lnTo>
                    <a:pt x="384695" y="86347"/>
                  </a:lnTo>
                  <a:lnTo>
                    <a:pt x="392696" y="85458"/>
                  </a:lnTo>
                  <a:lnTo>
                    <a:pt x="400812" y="85077"/>
                  </a:lnTo>
                  <a:lnTo>
                    <a:pt x="406565" y="82486"/>
                  </a:lnTo>
                  <a:lnTo>
                    <a:pt x="408355" y="76936"/>
                  </a:lnTo>
                  <a:close/>
                </a:path>
                <a:path w="1012190" h="95250">
                  <a:moveTo>
                    <a:pt x="500380" y="65659"/>
                  </a:moveTo>
                  <a:lnTo>
                    <a:pt x="499808" y="60071"/>
                  </a:lnTo>
                  <a:lnTo>
                    <a:pt x="494652" y="56959"/>
                  </a:lnTo>
                  <a:lnTo>
                    <a:pt x="484301" y="56286"/>
                  </a:lnTo>
                  <a:lnTo>
                    <a:pt x="474141" y="56756"/>
                  </a:lnTo>
                  <a:lnTo>
                    <a:pt x="464121" y="58432"/>
                  </a:lnTo>
                  <a:lnTo>
                    <a:pt x="454190" y="61417"/>
                  </a:lnTo>
                  <a:lnTo>
                    <a:pt x="449478" y="65836"/>
                  </a:lnTo>
                  <a:lnTo>
                    <a:pt x="449262" y="71805"/>
                  </a:lnTo>
                  <a:lnTo>
                    <a:pt x="452691" y="76415"/>
                  </a:lnTo>
                  <a:lnTo>
                    <a:pt x="458901" y="76796"/>
                  </a:lnTo>
                  <a:lnTo>
                    <a:pt x="466686" y="74345"/>
                  </a:lnTo>
                  <a:lnTo>
                    <a:pt x="474599" y="72783"/>
                  </a:lnTo>
                  <a:lnTo>
                    <a:pt x="482638" y="72161"/>
                  </a:lnTo>
                  <a:lnTo>
                    <a:pt x="490804" y="72580"/>
                  </a:lnTo>
                  <a:lnTo>
                    <a:pt x="497128" y="70802"/>
                  </a:lnTo>
                  <a:lnTo>
                    <a:pt x="500380" y="65659"/>
                  </a:lnTo>
                  <a:close/>
                </a:path>
                <a:path w="1012190" h="95250">
                  <a:moveTo>
                    <a:pt x="580301" y="48145"/>
                  </a:moveTo>
                  <a:lnTo>
                    <a:pt x="576795" y="43307"/>
                  </a:lnTo>
                  <a:lnTo>
                    <a:pt x="570395" y="42227"/>
                  </a:lnTo>
                  <a:lnTo>
                    <a:pt x="563473" y="43611"/>
                  </a:lnTo>
                  <a:lnTo>
                    <a:pt x="556539" y="44513"/>
                  </a:lnTo>
                  <a:lnTo>
                    <a:pt x="549554" y="44958"/>
                  </a:lnTo>
                  <a:lnTo>
                    <a:pt x="542505" y="44983"/>
                  </a:lnTo>
                  <a:lnTo>
                    <a:pt x="536752" y="47358"/>
                  </a:lnTo>
                  <a:lnTo>
                    <a:pt x="534974" y="52832"/>
                  </a:lnTo>
                  <a:lnTo>
                    <a:pt x="537070" y="58407"/>
                  </a:lnTo>
                  <a:lnTo>
                    <a:pt x="542950" y="61074"/>
                  </a:lnTo>
                  <a:lnTo>
                    <a:pt x="551078" y="60985"/>
                  </a:lnTo>
                  <a:lnTo>
                    <a:pt x="559130" y="60375"/>
                  </a:lnTo>
                  <a:lnTo>
                    <a:pt x="567131" y="59245"/>
                  </a:lnTo>
                  <a:lnTo>
                    <a:pt x="575094" y="57619"/>
                  </a:lnTo>
                  <a:lnTo>
                    <a:pt x="580021" y="53873"/>
                  </a:lnTo>
                  <a:lnTo>
                    <a:pt x="580301" y="48145"/>
                  </a:lnTo>
                  <a:close/>
                </a:path>
                <a:path w="1012190" h="95250">
                  <a:moveTo>
                    <a:pt x="662406" y="34112"/>
                  </a:moveTo>
                  <a:lnTo>
                    <a:pt x="660361" y="28892"/>
                  </a:lnTo>
                  <a:lnTo>
                    <a:pt x="654570" y="27292"/>
                  </a:lnTo>
                  <a:lnTo>
                    <a:pt x="626503" y="31762"/>
                  </a:lnTo>
                  <a:lnTo>
                    <a:pt x="620877" y="35179"/>
                  </a:lnTo>
                  <a:lnTo>
                    <a:pt x="619112" y="41008"/>
                  </a:lnTo>
                  <a:lnTo>
                    <a:pt x="621144" y="46228"/>
                  </a:lnTo>
                  <a:lnTo>
                    <a:pt x="626935" y="47828"/>
                  </a:lnTo>
                  <a:lnTo>
                    <a:pt x="655015" y="43357"/>
                  </a:lnTo>
                  <a:lnTo>
                    <a:pt x="660628" y="39941"/>
                  </a:lnTo>
                  <a:lnTo>
                    <a:pt x="662406" y="34112"/>
                  </a:lnTo>
                  <a:close/>
                </a:path>
                <a:path w="1012190" h="95250">
                  <a:moveTo>
                    <a:pt x="752779" y="22936"/>
                  </a:moveTo>
                  <a:lnTo>
                    <a:pt x="750722" y="17627"/>
                  </a:lnTo>
                  <a:lnTo>
                    <a:pt x="744867" y="15786"/>
                  </a:lnTo>
                  <a:lnTo>
                    <a:pt x="708698" y="19913"/>
                  </a:lnTo>
                  <a:lnTo>
                    <a:pt x="703021" y="23088"/>
                  </a:lnTo>
                  <a:lnTo>
                    <a:pt x="701243" y="28841"/>
                  </a:lnTo>
                  <a:lnTo>
                    <a:pt x="703300" y="34137"/>
                  </a:lnTo>
                  <a:lnTo>
                    <a:pt x="709155" y="35991"/>
                  </a:lnTo>
                  <a:lnTo>
                    <a:pt x="745324" y="31851"/>
                  </a:lnTo>
                  <a:lnTo>
                    <a:pt x="751001" y="28689"/>
                  </a:lnTo>
                  <a:lnTo>
                    <a:pt x="752779" y="22936"/>
                  </a:lnTo>
                  <a:close/>
                </a:path>
                <a:path w="1012190" h="95250">
                  <a:moveTo>
                    <a:pt x="843000" y="13030"/>
                  </a:moveTo>
                  <a:lnTo>
                    <a:pt x="840905" y="7454"/>
                  </a:lnTo>
                  <a:lnTo>
                    <a:pt x="835025" y="4787"/>
                  </a:lnTo>
                  <a:lnTo>
                    <a:pt x="824382" y="4838"/>
                  </a:lnTo>
                  <a:lnTo>
                    <a:pt x="787590" y="17691"/>
                  </a:lnTo>
                  <a:lnTo>
                    <a:pt x="791108" y="22606"/>
                  </a:lnTo>
                  <a:lnTo>
                    <a:pt x="797534" y="23901"/>
                  </a:lnTo>
                  <a:lnTo>
                    <a:pt x="806958" y="22352"/>
                  </a:lnTo>
                  <a:lnTo>
                    <a:pt x="816419" y="21348"/>
                  </a:lnTo>
                  <a:lnTo>
                    <a:pt x="825919" y="20866"/>
                  </a:lnTo>
                  <a:lnTo>
                    <a:pt x="835469" y="20878"/>
                  </a:lnTo>
                  <a:lnTo>
                    <a:pt x="841222" y="18503"/>
                  </a:lnTo>
                  <a:lnTo>
                    <a:pt x="843000" y="13030"/>
                  </a:lnTo>
                  <a:close/>
                </a:path>
                <a:path w="1012190" h="95250">
                  <a:moveTo>
                    <a:pt x="941438" y="7835"/>
                  </a:moveTo>
                  <a:lnTo>
                    <a:pt x="939342" y="2362"/>
                  </a:lnTo>
                  <a:lnTo>
                    <a:pt x="933450" y="0"/>
                  </a:lnTo>
                  <a:lnTo>
                    <a:pt x="899274" y="952"/>
                  </a:lnTo>
                  <a:lnTo>
                    <a:pt x="893533" y="3619"/>
                  </a:lnTo>
                  <a:lnTo>
                    <a:pt x="891743" y="9207"/>
                  </a:lnTo>
                  <a:lnTo>
                    <a:pt x="893826" y="14681"/>
                  </a:lnTo>
                  <a:lnTo>
                    <a:pt x="899731" y="17030"/>
                  </a:lnTo>
                  <a:lnTo>
                    <a:pt x="933881" y="16090"/>
                  </a:lnTo>
                  <a:lnTo>
                    <a:pt x="939647" y="13411"/>
                  </a:lnTo>
                  <a:lnTo>
                    <a:pt x="941438" y="7835"/>
                  </a:lnTo>
                  <a:close/>
                </a:path>
                <a:path w="1012190" h="95250">
                  <a:moveTo>
                    <a:pt x="1011834" y="7886"/>
                  </a:moveTo>
                  <a:lnTo>
                    <a:pt x="1009738" y="2425"/>
                  </a:lnTo>
                  <a:lnTo>
                    <a:pt x="1003846" y="76"/>
                  </a:lnTo>
                  <a:lnTo>
                    <a:pt x="977722" y="800"/>
                  </a:lnTo>
                  <a:lnTo>
                    <a:pt x="971969" y="3467"/>
                  </a:lnTo>
                  <a:lnTo>
                    <a:pt x="970178" y="9042"/>
                  </a:lnTo>
                  <a:lnTo>
                    <a:pt x="972261" y="14516"/>
                  </a:lnTo>
                  <a:lnTo>
                    <a:pt x="978154" y="16865"/>
                  </a:lnTo>
                  <a:lnTo>
                    <a:pt x="1004277" y="16141"/>
                  </a:lnTo>
                  <a:lnTo>
                    <a:pt x="1010043" y="13474"/>
                  </a:lnTo>
                  <a:lnTo>
                    <a:pt x="1011834" y="7886"/>
                  </a:lnTo>
                  <a:close/>
                </a:path>
              </a:pathLst>
            </a:custGeom>
            <a:solidFill>
              <a:srgbClr val="42424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0" name="object 250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9889199" y="6572770"/>
            <a:ext cx="250053" cy="152673"/>
          </a:xfrm>
          <a:prstGeom prst="rect">
            <a:avLst/>
          </a:prstGeom>
        </p:spPr>
      </p:pic>
      <p:grpSp>
        <p:nvGrpSpPr>
          <p:cNvPr id="251" name="object 251" descr=""/>
          <p:cNvGrpSpPr/>
          <p:nvPr/>
        </p:nvGrpSpPr>
        <p:grpSpPr>
          <a:xfrm>
            <a:off x="9898039" y="6688449"/>
            <a:ext cx="476250" cy="640080"/>
            <a:chOff x="9898039" y="6688449"/>
            <a:chExt cx="476250" cy="640080"/>
          </a:xfrm>
        </p:grpSpPr>
        <p:sp>
          <p:nvSpPr>
            <p:cNvPr id="252" name="object 252" descr=""/>
            <p:cNvSpPr/>
            <p:nvPr/>
          </p:nvSpPr>
          <p:spPr>
            <a:xfrm>
              <a:off x="9898039" y="6853559"/>
              <a:ext cx="476250" cy="474980"/>
            </a:xfrm>
            <a:custGeom>
              <a:avLst/>
              <a:gdLst/>
              <a:ahLst/>
              <a:cxnLst/>
              <a:rect l="l" t="t" r="r" b="b"/>
              <a:pathLst>
                <a:path w="476250" h="474979">
                  <a:moveTo>
                    <a:pt x="4784" y="0"/>
                  </a:moveTo>
                  <a:lnTo>
                    <a:pt x="2966" y="8076"/>
                  </a:lnTo>
                  <a:lnTo>
                    <a:pt x="86" y="28018"/>
                  </a:lnTo>
                  <a:lnTo>
                    <a:pt x="0" y="53393"/>
                  </a:lnTo>
                  <a:lnTo>
                    <a:pt x="6564" y="77767"/>
                  </a:lnTo>
                  <a:lnTo>
                    <a:pt x="18241" y="99778"/>
                  </a:lnTo>
                  <a:lnTo>
                    <a:pt x="29217" y="123695"/>
                  </a:lnTo>
                  <a:lnTo>
                    <a:pt x="36935" y="151558"/>
                  </a:lnTo>
                  <a:lnTo>
                    <a:pt x="38835" y="185407"/>
                  </a:lnTo>
                  <a:lnTo>
                    <a:pt x="35943" y="222544"/>
                  </a:lnTo>
                  <a:lnTo>
                    <a:pt x="32608" y="269568"/>
                  </a:lnTo>
                  <a:lnTo>
                    <a:pt x="32371" y="319954"/>
                  </a:lnTo>
                  <a:lnTo>
                    <a:pt x="38774" y="367176"/>
                  </a:lnTo>
                  <a:lnTo>
                    <a:pt x="55358" y="404710"/>
                  </a:lnTo>
                  <a:lnTo>
                    <a:pt x="111218" y="444908"/>
                  </a:lnTo>
                  <a:lnTo>
                    <a:pt x="153715" y="460289"/>
                  </a:lnTo>
                  <a:lnTo>
                    <a:pt x="203406" y="470593"/>
                  </a:lnTo>
                  <a:lnTo>
                    <a:pt x="258404" y="474370"/>
                  </a:lnTo>
                  <a:lnTo>
                    <a:pt x="316818" y="470172"/>
                  </a:lnTo>
                  <a:lnTo>
                    <a:pt x="376762" y="456551"/>
                  </a:lnTo>
                  <a:lnTo>
                    <a:pt x="417554" y="435295"/>
                  </a:lnTo>
                  <a:lnTo>
                    <a:pt x="447621" y="403475"/>
                  </a:lnTo>
                  <a:lnTo>
                    <a:pt x="467045" y="365608"/>
                  </a:lnTo>
                  <a:lnTo>
                    <a:pt x="475910" y="326212"/>
                  </a:lnTo>
                  <a:lnTo>
                    <a:pt x="474298" y="289802"/>
                  </a:lnTo>
                  <a:lnTo>
                    <a:pt x="467381" y="257498"/>
                  </a:lnTo>
                  <a:lnTo>
                    <a:pt x="461565" y="240224"/>
                  </a:lnTo>
                  <a:lnTo>
                    <a:pt x="453692" y="232124"/>
                  </a:lnTo>
                  <a:lnTo>
                    <a:pt x="440603" y="227343"/>
                  </a:lnTo>
                  <a:lnTo>
                    <a:pt x="4784" y="0"/>
                  </a:lnTo>
                  <a:close/>
                </a:path>
              </a:pathLst>
            </a:custGeom>
            <a:solidFill>
              <a:srgbClr val="4635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9902139" y="6696468"/>
              <a:ext cx="443230" cy="561340"/>
            </a:xfrm>
            <a:custGeom>
              <a:avLst/>
              <a:gdLst/>
              <a:ahLst/>
              <a:cxnLst/>
              <a:rect l="l" t="t" r="r" b="b"/>
              <a:pathLst>
                <a:path w="443229" h="561340">
                  <a:moveTo>
                    <a:pt x="152690" y="0"/>
                  </a:moveTo>
                  <a:lnTo>
                    <a:pt x="110948" y="10059"/>
                  </a:lnTo>
                  <a:lnTo>
                    <a:pt x="80038" y="22331"/>
                  </a:lnTo>
                  <a:lnTo>
                    <a:pt x="57420" y="25746"/>
                  </a:lnTo>
                  <a:lnTo>
                    <a:pt x="42217" y="22039"/>
                  </a:lnTo>
                  <a:lnTo>
                    <a:pt x="12112" y="14332"/>
                  </a:lnTo>
                  <a:lnTo>
                    <a:pt x="9355" y="35624"/>
                  </a:lnTo>
                  <a:lnTo>
                    <a:pt x="3905" y="84750"/>
                  </a:lnTo>
                  <a:lnTo>
                    <a:pt x="0" y="139588"/>
                  </a:lnTo>
                  <a:lnTo>
                    <a:pt x="1871" y="178013"/>
                  </a:lnTo>
                  <a:lnTo>
                    <a:pt x="10957" y="202149"/>
                  </a:lnTo>
                  <a:lnTo>
                    <a:pt x="22871" y="229069"/>
                  </a:lnTo>
                  <a:lnTo>
                    <a:pt x="33120" y="259076"/>
                  </a:lnTo>
                  <a:lnTo>
                    <a:pt x="37211" y="292470"/>
                  </a:lnTo>
                  <a:lnTo>
                    <a:pt x="35376" y="328465"/>
                  </a:lnTo>
                  <a:lnTo>
                    <a:pt x="34493" y="375621"/>
                  </a:lnTo>
                  <a:lnTo>
                    <a:pt x="40326" y="427157"/>
                  </a:lnTo>
                  <a:lnTo>
                    <a:pt x="58640" y="476289"/>
                  </a:lnTo>
                  <a:lnTo>
                    <a:pt x="95198" y="516233"/>
                  </a:lnTo>
                  <a:lnTo>
                    <a:pt x="138801" y="539459"/>
                  </a:lnTo>
                  <a:lnTo>
                    <a:pt x="188381" y="554217"/>
                  </a:lnTo>
                  <a:lnTo>
                    <a:pt x="241118" y="560820"/>
                  </a:lnTo>
                  <a:lnTo>
                    <a:pt x="294192" y="559580"/>
                  </a:lnTo>
                  <a:lnTo>
                    <a:pt x="344782" y="550813"/>
                  </a:lnTo>
                  <a:lnTo>
                    <a:pt x="390069" y="534830"/>
                  </a:lnTo>
                  <a:lnTo>
                    <a:pt x="433845" y="486793"/>
                  </a:lnTo>
                  <a:lnTo>
                    <a:pt x="442643" y="410352"/>
                  </a:lnTo>
                  <a:lnTo>
                    <a:pt x="429182" y="367208"/>
                  </a:lnTo>
                  <a:lnTo>
                    <a:pt x="402762" y="325628"/>
                  </a:lnTo>
                  <a:lnTo>
                    <a:pt x="372059" y="288848"/>
                  </a:lnTo>
                  <a:lnTo>
                    <a:pt x="345746" y="260105"/>
                  </a:lnTo>
                  <a:lnTo>
                    <a:pt x="327676" y="238357"/>
                  </a:lnTo>
                  <a:lnTo>
                    <a:pt x="307284" y="204349"/>
                  </a:lnTo>
                  <a:lnTo>
                    <a:pt x="271637" y="133998"/>
                  </a:lnTo>
                  <a:lnTo>
                    <a:pt x="207802" y="3223"/>
                  </a:lnTo>
                  <a:lnTo>
                    <a:pt x="152690" y="0"/>
                  </a:lnTo>
                  <a:close/>
                </a:path>
              </a:pathLst>
            </a:custGeom>
            <a:solidFill>
              <a:srgbClr val="694D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9901517" y="6688460"/>
              <a:ext cx="338455" cy="300990"/>
            </a:xfrm>
            <a:custGeom>
              <a:avLst/>
              <a:gdLst/>
              <a:ahLst/>
              <a:cxnLst/>
              <a:rect l="l" t="t" r="r" b="b"/>
              <a:pathLst>
                <a:path w="338454" h="300990">
                  <a:moveTo>
                    <a:pt x="204546" y="221145"/>
                  </a:moveTo>
                  <a:lnTo>
                    <a:pt x="199555" y="193675"/>
                  </a:lnTo>
                  <a:lnTo>
                    <a:pt x="181965" y="129717"/>
                  </a:lnTo>
                  <a:lnTo>
                    <a:pt x="146570" y="8178"/>
                  </a:lnTo>
                  <a:lnTo>
                    <a:pt x="140931" y="8724"/>
                  </a:lnTo>
                  <a:lnTo>
                    <a:pt x="125450" y="10934"/>
                  </a:lnTo>
                  <a:lnTo>
                    <a:pt x="102298" y="15595"/>
                  </a:lnTo>
                  <a:lnTo>
                    <a:pt x="73634" y="23533"/>
                  </a:lnTo>
                  <a:lnTo>
                    <a:pt x="53365" y="29705"/>
                  </a:lnTo>
                  <a:lnTo>
                    <a:pt x="40271" y="31635"/>
                  </a:lnTo>
                  <a:lnTo>
                    <a:pt x="28625" y="29222"/>
                  </a:lnTo>
                  <a:lnTo>
                    <a:pt x="12725" y="22339"/>
                  </a:lnTo>
                  <a:lnTo>
                    <a:pt x="4406" y="72644"/>
                  </a:lnTo>
                  <a:lnTo>
                    <a:pt x="0" y="124434"/>
                  </a:lnTo>
                  <a:lnTo>
                    <a:pt x="584" y="169570"/>
                  </a:lnTo>
                  <a:lnTo>
                    <a:pt x="7239" y="199859"/>
                  </a:lnTo>
                  <a:lnTo>
                    <a:pt x="25425" y="236943"/>
                  </a:lnTo>
                  <a:lnTo>
                    <a:pt x="34671" y="259778"/>
                  </a:lnTo>
                  <a:lnTo>
                    <a:pt x="37858" y="277825"/>
                  </a:lnTo>
                  <a:lnTo>
                    <a:pt x="37833" y="300494"/>
                  </a:lnTo>
                  <a:lnTo>
                    <a:pt x="40665" y="296418"/>
                  </a:lnTo>
                  <a:lnTo>
                    <a:pt x="90360" y="262775"/>
                  </a:lnTo>
                  <a:lnTo>
                    <a:pt x="158432" y="248869"/>
                  </a:lnTo>
                  <a:lnTo>
                    <a:pt x="187642" y="242455"/>
                  </a:lnTo>
                  <a:lnTo>
                    <a:pt x="202171" y="233222"/>
                  </a:lnTo>
                  <a:lnTo>
                    <a:pt x="204546" y="221145"/>
                  </a:lnTo>
                  <a:close/>
                </a:path>
                <a:path w="338454" h="300990">
                  <a:moveTo>
                    <a:pt x="338124" y="257073"/>
                  </a:moveTo>
                  <a:lnTo>
                    <a:pt x="209080" y="4724"/>
                  </a:lnTo>
                  <a:lnTo>
                    <a:pt x="182410" y="952"/>
                  </a:lnTo>
                  <a:lnTo>
                    <a:pt x="168109" y="0"/>
                  </a:lnTo>
                  <a:lnTo>
                    <a:pt x="161277" y="2146"/>
                  </a:lnTo>
                  <a:lnTo>
                    <a:pt x="157048" y="7683"/>
                  </a:lnTo>
                  <a:lnTo>
                    <a:pt x="192189" y="124879"/>
                  </a:lnTo>
                  <a:lnTo>
                    <a:pt x="211493" y="186575"/>
                  </a:lnTo>
                  <a:lnTo>
                    <a:pt x="229908" y="225031"/>
                  </a:lnTo>
                  <a:lnTo>
                    <a:pt x="288671" y="246684"/>
                  </a:lnTo>
                  <a:lnTo>
                    <a:pt x="338124" y="257073"/>
                  </a:lnTo>
                  <a:close/>
                </a:path>
              </a:pathLst>
            </a:custGeom>
            <a:solidFill>
              <a:srgbClr val="6046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5" name="object 255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918635" y="6725551"/>
              <a:ext cx="310900" cy="197705"/>
            </a:xfrm>
            <a:prstGeom prst="rect">
              <a:avLst/>
            </a:prstGeom>
          </p:spPr>
        </p:pic>
      </p:grpSp>
      <p:grpSp>
        <p:nvGrpSpPr>
          <p:cNvPr id="256" name="object 256" descr=""/>
          <p:cNvGrpSpPr/>
          <p:nvPr/>
        </p:nvGrpSpPr>
        <p:grpSpPr>
          <a:xfrm>
            <a:off x="8306102" y="6611416"/>
            <a:ext cx="943610" cy="491490"/>
            <a:chOff x="8306102" y="6611416"/>
            <a:chExt cx="943610" cy="491490"/>
          </a:xfrm>
        </p:grpSpPr>
        <p:sp>
          <p:nvSpPr>
            <p:cNvPr id="257" name="object 257" descr=""/>
            <p:cNvSpPr/>
            <p:nvPr/>
          </p:nvSpPr>
          <p:spPr>
            <a:xfrm>
              <a:off x="8918441" y="6611416"/>
              <a:ext cx="276860" cy="153035"/>
            </a:xfrm>
            <a:custGeom>
              <a:avLst/>
              <a:gdLst/>
              <a:ahLst/>
              <a:cxnLst/>
              <a:rect l="l" t="t" r="r" b="b"/>
              <a:pathLst>
                <a:path w="276859" h="153034">
                  <a:moveTo>
                    <a:pt x="219916" y="0"/>
                  </a:moveTo>
                  <a:lnTo>
                    <a:pt x="164500" y="2748"/>
                  </a:lnTo>
                  <a:lnTo>
                    <a:pt x="103037" y="8626"/>
                  </a:lnTo>
                  <a:lnTo>
                    <a:pt x="48991" y="14087"/>
                  </a:lnTo>
                  <a:lnTo>
                    <a:pt x="15828" y="15580"/>
                  </a:lnTo>
                  <a:lnTo>
                    <a:pt x="3316" y="18539"/>
                  </a:lnTo>
                  <a:lnTo>
                    <a:pt x="0" y="29217"/>
                  </a:lnTo>
                  <a:lnTo>
                    <a:pt x="2500" y="45320"/>
                  </a:lnTo>
                  <a:lnTo>
                    <a:pt x="7440" y="64553"/>
                  </a:lnTo>
                  <a:lnTo>
                    <a:pt x="11102" y="81317"/>
                  </a:lnTo>
                  <a:lnTo>
                    <a:pt x="12201" y="93490"/>
                  </a:lnTo>
                  <a:lnTo>
                    <a:pt x="11032" y="103993"/>
                  </a:lnTo>
                  <a:lnTo>
                    <a:pt x="7891" y="115745"/>
                  </a:lnTo>
                  <a:lnTo>
                    <a:pt x="13014" y="128719"/>
                  </a:lnTo>
                  <a:lnTo>
                    <a:pt x="36780" y="139396"/>
                  </a:lnTo>
                  <a:lnTo>
                    <a:pt x="79691" y="145483"/>
                  </a:lnTo>
                  <a:lnTo>
                    <a:pt x="142253" y="144686"/>
                  </a:lnTo>
                  <a:lnTo>
                    <a:pt x="203299" y="144822"/>
                  </a:lnTo>
                  <a:lnTo>
                    <a:pt x="243670" y="150132"/>
                  </a:lnTo>
                  <a:lnTo>
                    <a:pt x="266908" y="152939"/>
                  </a:lnTo>
                  <a:lnTo>
                    <a:pt x="276553" y="145566"/>
                  </a:lnTo>
                  <a:lnTo>
                    <a:pt x="275975" y="122650"/>
                  </a:lnTo>
                  <a:lnTo>
                    <a:pt x="270541" y="89795"/>
                  </a:lnTo>
                  <a:lnTo>
                    <a:pt x="266786" y="55751"/>
                  </a:lnTo>
                  <a:lnTo>
                    <a:pt x="271244" y="29266"/>
                  </a:lnTo>
                  <a:lnTo>
                    <a:pt x="271967" y="13565"/>
                  </a:lnTo>
                  <a:lnTo>
                    <a:pt x="258145" y="4742"/>
                  </a:lnTo>
                  <a:lnTo>
                    <a:pt x="238040" y="863"/>
                  </a:lnTo>
                  <a:lnTo>
                    <a:pt x="219916" y="0"/>
                  </a:lnTo>
                  <a:close/>
                </a:path>
              </a:pathLst>
            </a:custGeom>
            <a:solidFill>
              <a:srgbClr val="F5E6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8329560" y="6684493"/>
              <a:ext cx="908050" cy="372745"/>
            </a:xfrm>
            <a:custGeom>
              <a:avLst/>
              <a:gdLst/>
              <a:ahLst/>
              <a:cxnLst/>
              <a:rect l="l" t="t" r="r" b="b"/>
              <a:pathLst>
                <a:path w="908050" h="372745">
                  <a:moveTo>
                    <a:pt x="621076" y="0"/>
                  </a:moveTo>
                  <a:lnTo>
                    <a:pt x="580055" y="11289"/>
                  </a:lnTo>
                  <a:lnTo>
                    <a:pt x="549146" y="29368"/>
                  </a:lnTo>
                  <a:lnTo>
                    <a:pt x="506891" y="53288"/>
                  </a:lnTo>
                  <a:lnTo>
                    <a:pt x="457039" y="80706"/>
                  </a:lnTo>
                  <a:lnTo>
                    <a:pt x="403335" y="109283"/>
                  </a:lnTo>
                  <a:lnTo>
                    <a:pt x="349529" y="136677"/>
                  </a:lnTo>
                  <a:lnTo>
                    <a:pt x="299367" y="160547"/>
                  </a:lnTo>
                  <a:lnTo>
                    <a:pt x="256597" y="178552"/>
                  </a:lnTo>
                  <a:lnTo>
                    <a:pt x="192105" y="191440"/>
                  </a:lnTo>
                  <a:lnTo>
                    <a:pt x="152878" y="192064"/>
                  </a:lnTo>
                  <a:lnTo>
                    <a:pt x="111249" y="194116"/>
                  </a:lnTo>
                  <a:lnTo>
                    <a:pt x="71183" y="201489"/>
                  </a:lnTo>
                  <a:lnTo>
                    <a:pt x="36643" y="218074"/>
                  </a:lnTo>
                  <a:lnTo>
                    <a:pt x="11594" y="247765"/>
                  </a:lnTo>
                  <a:lnTo>
                    <a:pt x="0" y="294453"/>
                  </a:lnTo>
                  <a:lnTo>
                    <a:pt x="36735" y="329819"/>
                  </a:lnTo>
                  <a:lnTo>
                    <a:pt x="70576" y="349483"/>
                  </a:lnTo>
                  <a:lnTo>
                    <a:pt x="120960" y="360531"/>
                  </a:lnTo>
                  <a:lnTo>
                    <a:pt x="207323" y="370053"/>
                  </a:lnTo>
                  <a:lnTo>
                    <a:pt x="257951" y="372481"/>
                  </a:lnTo>
                  <a:lnTo>
                    <a:pt x="310651" y="370578"/>
                  </a:lnTo>
                  <a:lnTo>
                    <a:pt x="364412" y="365392"/>
                  </a:lnTo>
                  <a:lnTo>
                    <a:pt x="418221" y="357972"/>
                  </a:lnTo>
                  <a:lnTo>
                    <a:pt x="471069" y="349364"/>
                  </a:lnTo>
                  <a:lnTo>
                    <a:pt x="521944" y="340616"/>
                  </a:lnTo>
                  <a:lnTo>
                    <a:pt x="569835" y="332777"/>
                  </a:lnTo>
                  <a:lnTo>
                    <a:pt x="613730" y="326893"/>
                  </a:lnTo>
                  <a:lnTo>
                    <a:pt x="652618" y="324012"/>
                  </a:lnTo>
                  <a:lnTo>
                    <a:pt x="719150" y="323359"/>
                  </a:lnTo>
                  <a:lnTo>
                    <a:pt x="784444" y="323901"/>
                  </a:lnTo>
                  <a:lnTo>
                    <a:pt x="841691" y="323828"/>
                  </a:lnTo>
                  <a:lnTo>
                    <a:pt x="884080" y="321334"/>
                  </a:lnTo>
                  <a:lnTo>
                    <a:pt x="904799" y="314609"/>
                  </a:lnTo>
                  <a:lnTo>
                    <a:pt x="907963" y="286309"/>
                  </a:lnTo>
                  <a:lnTo>
                    <a:pt x="904242" y="231381"/>
                  </a:lnTo>
                  <a:lnTo>
                    <a:pt x="896680" y="166442"/>
                  </a:lnTo>
                  <a:lnTo>
                    <a:pt x="888323" y="108104"/>
                  </a:lnTo>
                  <a:lnTo>
                    <a:pt x="864259" y="58381"/>
                  </a:lnTo>
                  <a:lnTo>
                    <a:pt x="831210" y="55473"/>
                  </a:lnTo>
                  <a:lnTo>
                    <a:pt x="799402" y="58185"/>
                  </a:lnTo>
                  <a:lnTo>
                    <a:pt x="785169" y="60439"/>
                  </a:lnTo>
                  <a:lnTo>
                    <a:pt x="750496" y="44955"/>
                  </a:lnTo>
                  <a:lnTo>
                    <a:pt x="709473" y="24565"/>
                  </a:lnTo>
                  <a:lnTo>
                    <a:pt x="665274" y="7002"/>
                  </a:lnTo>
                  <a:lnTo>
                    <a:pt x="621076" y="0"/>
                  </a:lnTo>
                  <a:close/>
                </a:path>
              </a:pathLst>
            </a:custGeom>
            <a:solidFill>
              <a:srgbClr val="694D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9" name="object 259" descr=""/>
            <p:cNvSpPr/>
            <p:nvPr/>
          </p:nvSpPr>
          <p:spPr>
            <a:xfrm>
              <a:off x="8306102" y="6958723"/>
              <a:ext cx="943610" cy="144145"/>
            </a:xfrm>
            <a:custGeom>
              <a:avLst/>
              <a:gdLst/>
              <a:ahLst/>
              <a:cxnLst/>
              <a:rect l="l" t="t" r="r" b="b"/>
              <a:pathLst>
                <a:path w="943609" h="144145">
                  <a:moveTo>
                    <a:pt x="863034" y="0"/>
                  </a:moveTo>
                  <a:lnTo>
                    <a:pt x="798802" y="309"/>
                  </a:lnTo>
                  <a:lnTo>
                    <a:pt x="716524" y="15420"/>
                  </a:lnTo>
                  <a:lnTo>
                    <a:pt x="582390" y="48890"/>
                  </a:lnTo>
                  <a:lnTo>
                    <a:pt x="533306" y="60908"/>
                  </a:lnTo>
                  <a:lnTo>
                    <a:pt x="483880" y="71695"/>
                  </a:lnTo>
                  <a:lnTo>
                    <a:pt x="434351" y="80835"/>
                  </a:lnTo>
                  <a:lnTo>
                    <a:pt x="384959" y="87911"/>
                  </a:lnTo>
                  <a:lnTo>
                    <a:pt x="335943" y="92506"/>
                  </a:lnTo>
                  <a:lnTo>
                    <a:pt x="287542" y="94204"/>
                  </a:lnTo>
                  <a:lnTo>
                    <a:pt x="239995" y="92588"/>
                  </a:lnTo>
                  <a:lnTo>
                    <a:pt x="193543" y="87242"/>
                  </a:lnTo>
                  <a:lnTo>
                    <a:pt x="148423" y="77749"/>
                  </a:lnTo>
                  <a:lnTo>
                    <a:pt x="104875" y="63692"/>
                  </a:lnTo>
                  <a:lnTo>
                    <a:pt x="63139" y="44655"/>
                  </a:lnTo>
                  <a:lnTo>
                    <a:pt x="23454" y="20221"/>
                  </a:lnTo>
                  <a:lnTo>
                    <a:pt x="17816" y="16423"/>
                  </a:lnTo>
                  <a:lnTo>
                    <a:pt x="13494" y="18776"/>
                  </a:lnTo>
                  <a:lnTo>
                    <a:pt x="8288" y="30537"/>
                  </a:lnTo>
                  <a:lnTo>
                    <a:pt x="0" y="54963"/>
                  </a:lnTo>
                  <a:lnTo>
                    <a:pt x="7984" y="67176"/>
                  </a:lnTo>
                  <a:lnTo>
                    <a:pt x="79689" y="110124"/>
                  </a:lnTo>
                  <a:lnTo>
                    <a:pt x="140111" y="129986"/>
                  </a:lnTo>
                  <a:lnTo>
                    <a:pt x="214715" y="141526"/>
                  </a:lnTo>
                  <a:lnTo>
                    <a:pt x="291049" y="143972"/>
                  </a:lnTo>
                  <a:lnTo>
                    <a:pt x="359361" y="141101"/>
                  </a:lnTo>
                  <a:lnTo>
                    <a:pt x="419882" y="134140"/>
                  </a:lnTo>
                  <a:lnTo>
                    <a:pt x="472839" y="124318"/>
                  </a:lnTo>
                  <a:lnTo>
                    <a:pt x="518461" y="112863"/>
                  </a:lnTo>
                  <a:lnTo>
                    <a:pt x="556978" y="101004"/>
                  </a:lnTo>
                  <a:lnTo>
                    <a:pt x="613608" y="80988"/>
                  </a:lnTo>
                  <a:lnTo>
                    <a:pt x="632179" y="75287"/>
                  </a:lnTo>
                  <a:lnTo>
                    <a:pt x="678502" y="64334"/>
                  </a:lnTo>
                  <a:lnTo>
                    <a:pt x="678502" y="110647"/>
                  </a:lnTo>
                  <a:lnTo>
                    <a:pt x="943028" y="110647"/>
                  </a:lnTo>
                  <a:lnTo>
                    <a:pt x="943028" y="10933"/>
                  </a:lnTo>
                  <a:lnTo>
                    <a:pt x="863034" y="0"/>
                  </a:lnTo>
                  <a:close/>
                </a:path>
              </a:pathLst>
            </a:custGeom>
            <a:solidFill>
              <a:srgbClr val="4635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0" name="object 260" descr=""/>
            <p:cNvSpPr/>
            <p:nvPr/>
          </p:nvSpPr>
          <p:spPr>
            <a:xfrm>
              <a:off x="8700934" y="6654454"/>
              <a:ext cx="414020" cy="220345"/>
            </a:xfrm>
            <a:custGeom>
              <a:avLst/>
              <a:gdLst/>
              <a:ahLst/>
              <a:cxnLst/>
              <a:rect l="l" t="t" r="r" b="b"/>
              <a:pathLst>
                <a:path w="414020" h="220345">
                  <a:moveTo>
                    <a:pt x="305214" y="14"/>
                  </a:moveTo>
                  <a:lnTo>
                    <a:pt x="224956" y="21509"/>
                  </a:lnTo>
                  <a:lnTo>
                    <a:pt x="135084" y="71585"/>
                  </a:lnTo>
                  <a:lnTo>
                    <a:pt x="63835" y="114503"/>
                  </a:lnTo>
                  <a:lnTo>
                    <a:pt x="16908" y="144489"/>
                  </a:lnTo>
                  <a:lnTo>
                    <a:pt x="0" y="155767"/>
                  </a:lnTo>
                  <a:lnTo>
                    <a:pt x="33434" y="159646"/>
                  </a:lnTo>
                  <a:lnTo>
                    <a:pt x="54500" y="167241"/>
                  </a:lnTo>
                  <a:lnTo>
                    <a:pt x="72127" y="184224"/>
                  </a:lnTo>
                  <a:lnTo>
                    <a:pt x="95243" y="216268"/>
                  </a:lnTo>
                  <a:lnTo>
                    <a:pt x="161238" y="219938"/>
                  </a:lnTo>
                  <a:lnTo>
                    <a:pt x="268939" y="174107"/>
                  </a:lnTo>
                  <a:lnTo>
                    <a:pt x="369431" y="117910"/>
                  </a:lnTo>
                  <a:lnTo>
                    <a:pt x="413798" y="90481"/>
                  </a:lnTo>
                  <a:lnTo>
                    <a:pt x="347113" y="28019"/>
                  </a:lnTo>
                  <a:lnTo>
                    <a:pt x="305214" y="14"/>
                  </a:lnTo>
                  <a:close/>
                </a:path>
              </a:pathLst>
            </a:custGeom>
            <a:solidFill>
              <a:srgbClr val="6046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713651" y="6685404"/>
              <a:ext cx="327604" cy="151514"/>
            </a:xfrm>
            <a:prstGeom prst="rect">
              <a:avLst/>
            </a:prstGeom>
          </p:spPr>
        </p:pic>
      </p:grpSp>
      <p:grpSp>
        <p:nvGrpSpPr>
          <p:cNvPr id="262" name="object 262" descr=""/>
          <p:cNvGrpSpPr/>
          <p:nvPr/>
        </p:nvGrpSpPr>
        <p:grpSpPr>
          <a:xfrm>
            <a:off x="11014602" y="6607357"/>
            <a:ext cx="520065" cy="576580"/>
            <a:chOff x="11014602" y="6607357"/>
            <a:chExt cx="520065" cy="576580"/>
          </a:xfrm>
        </p:grpSpPr>
        <p:pic>
          <p:nvPicPr>
            <p:cNvPr id="263" name="object 263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1051599" y="6607357"/>
              <a:ext cx="237772" cy="162856"/>
            </a:xfrm>
            <a:prstGeom prst="rect">
              <a:avLst/>
            </a:prstGeom>
          </p:spPr>
        </p:pic>
        <p:sp>
          <p:nvSpPr>
            <p:cNvPr id="264" name="object 264" descr=""/>
            <p:cNvSpPr/>
            <p:nvPr/>
          </p:nvSpPr>
          <p:spPr>
            <a:xfrm>
              <a:off x="11014602" y="6698426"/>
              <a:ext cx="520065" cy="422909"/>
            </a:xfrm>
            <a:custGeom>
              <a:avLst/>
              <a:gdLst/>
              <a:ahLst/>
              <a:cxnLst/>
              <a:rect l="l" t="t" r="r" b="b"/>
              <a:pathLst>
                <a:path w="520065" h="422909">
                  <a:moveTo>
                    <a:pt x="122168" y="0"/>
                  </a:moveTo>
                  <a:lnTo>
                    <a:pt x="41423" y="20884"/>
                  </a:lnTo>
                  <a:lnTo>
                    <a:pt x="28377" y="86820"/>
                  </a:lnTo>
                  <a:lnTo>
                    <a:pt x="18539" y="152196"/>
                  </a:lnTo>
                  <a:lnTo>
                    <a:pt x="9184" y="225350"/>
                  </a:lnTo>
                  <a:lnTo>
                    <a:pt x="2331" y="295912"/>
                  </a:lnTo>
                  <a:lnTo>
                    <a:pt x="0" y="353510"/>
                  </a:lnTo>
                  <a:lnTo>
                    <a:pt x="4209" y="387773"/>
                  </a:lnTo>
                  <a:lnTo>
                    <a:pt x="29448" y="406098"/>
                  </a:lnTo>
                  <a:lnTo>
                    <a:pt x="78285" y="417185"/>
                  </a:lnTo>
                  <a:lnTo>
                    <a:pt x="138927" y="422205"/>
                  </a:lnTo>
                  <a:lnTo>
                    <a:pt x="199578" y="422332"/>
                  </a:lnTo>
                  <a:lnTo>
                    <a:pt x="248444" y="418736"/>
                  </a:lnTo>
                  <a:lnTo>
                    <a:pt x="273730" y="412589"/>
                  </a:lnTo>
                  <a:lnTo>
                    <a:pt x="290953" y="403503"/>
                  </a:lnTo>
                  <a:lnTo>
                    <a:pt x="314348" y="397596"/>
                  </a:lnTo>
                  <a:lnTo>
                    <a:pt x="344545" y="395257"/>
                  </a:lnTo>
                  <a:lnTo>
                    <a:pt x="382177" y="396872"/>
                  </a:lnTo>
                  <a:lnTo>
                    <a:pt x="424751" y="394012"/>
                  </a:lnTo>
                  <a:lnTo>
                    <a:pt x="464377" y="382881"/>
                  </a:lnTo>
                  <a:lnTo>
                    <a:pt x="505011" y="365166"/>
                  </a:lnTo>
                  <a:lnTo>
                    <a:pt x="519539" y="325052"/>
                  </a:lnTo>
                  <a:lnTo>
                    <a:pt x="510795" y="310838"/>
                  </a:lnTo>
                  <a:lnTo>
                    <a:pt x="489430" y="291284"/>
                  </a:lnTo>
                  <a:lnTo>
                    <a:pt x="422269" y="234433"/>
                  </a:lnTo>
                  <a:lnTo>
                    <a:pt x="386468" y="201633"/>
                  </a:lnTo>
                  <a:lnTo>
                    <a:pt x="357801" y="170146"/>
                  </a:lnTo>
                  <a:lnTo>
                    <a:pt x="334649" y="134574"/>
                  </a:lnTo>
                  <a:lnTo>
                    <a:pt x="312012" y="94384"/>
                  </a:lnTo>
                  <a:lnTo>
                    <a:pt x="291251" y="60053"/>
                  </a:lnTo>
                  <a:lnTo>
                    <a:pt x="273730" y="42056"/>
                  </a:lnTo>
                  <a:lnTo>
                    <a:pt x="256783" y="40563"/>
                  </a:lnTo>
                  <a:lnTo>
                    <a:pt x="239590" y="45509"/>
                  </a:lnTo>
                  <a:lnTo>
                    <a:pt x="226261" y="52036"/>
                  </a:lnTo>
                  <a:lnTo>
                    <a:pt x="220904" y="55291"/>
                  </a:lnTo>
                  <a:lnTo>
                    <a:pt x="160874" y="16510"/>
                  </a:lnTo>
                  <a:lnTo>
                    <a:pt x="122168" y="0"/>
                  </a:lnTo>
                  <a:close/>
                </a:path>
              </a:pathLst>
            </a:custGeom>
            <a:solidFill>
              <a:srgbClr val="694D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5" name="object 265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265070" y="6743925"/>
              <a:ext cx="152424" cy="94991"/>
            </a:xfrm>
            <a:prstGeom prst="rect">
              <a:avLst/>
            </a:prstGeom>
          </p:spPr>
        </p:pic>
        <p:sp>
          <p:nvSpPr>
            <p:cNvPr id="266" name="object 266" descr=""/>
            <p:cNvSpPr/>
            <p:nvPr/>
          </p:nvSpPr>
          <p:spPr>
            <a:xfrm>
              <a:off x="11018807" y="7045180"/>
              <a:ext cx="511175" cy="139065"/>
            </a:xfrm>
            <a:custGeom>
              <a:avLst/>
              <a:gdLst/>
              <a:ahLst/>
              <a:cxnLst/>
              <a:rect l="l" t="t" r="r" b="b"/>
              <a:pathLst>
                <a:path w="511175" h="139065">
                  <a:moveTo>
                    <a:pt x="506403" y="0"/>
                  </a:moveTo>
                  <a:lnTo>
                    <a:pt x="465699" y="35265"/>
                  </a:lnTo>
                  <a:lnTo>
                    <a:pt x="396993" y="37716"/>
                  </a:lnTo>
                  <a:lnTo>
                    <a:pt x="350626" y="38333"/>
                  </a:lnTo>
                  <a:lnTo>
                    <a:pt x="301467" y="38000"/>
                  </a:lnTo>
                  <a:lnTo>
                    <a:pt x="198496" y="36268"/>
                  </a:lnTo>
                  <a:lnTo>
                    <a:pt x="146545" y="35761"/>
                  </a:lnTo>
                  <a:lnTo>
                    <a:pt x="95525" y="36087"/>
                  </a:lnTo>
                  <a:lnTo>
                    <a:pt x="46367" y="37693"/>
                  </a:lnTo>
                  <a:lnTo>
                    <a:pt x="0" y="41024"/>
                  </a:lnTo>
                  <a:lnTo>
                    <a:pt x="0" y="138624"/>
                  </a:lnTo>
                  <a:lnTo>
                    <a:pt x="269520" y="138624"/>
                  </a:lnTo>
                  <a:lnTo>
                    <a:pt x="269520" y="92667"/>
                  </a:lnTo>
                  <a:lnTo>
                    <a:pt x="291227" y="88659"/>
                  </a:lnTo>
                  <a:lnTo>
                    <a:pt x="308809" y="86989"/>
                  </a:lnTo>
                  <a:lnTo>
                    <a:pt x="331579" y="87357"/>
                  </a:lnTo>
                  <a:lnTo>
                    <a:pt x="368847" y="89463"/>
                  </a:lnTo>
                  <a:lnTo>
                    <a:pt x="428299" y="86347"/>
                  </a:lnTo>
                  <a:lnTo>
                    <a:pt x="469422" y="72924"/>
                  </a:lnTo>
                  <a:lnTo>
                    <a:pt x="494843" y="55661"/>
                  </a:lnTo>
                  <a:lnTo>
                    <a:pt x="507188" y="41024"/>
                  </a:lnTo>
                  <a:lnTo>
                    <a:pt x="510825" y="28333"/>
                  </a:lnTo>
                  <a:lnTo>
                    <a:pt x="510137" y="14928"/>
                  </a:lnTo>
                  <a:lnTo>
                    <a:pt x="507779" y="4316"/>
                  </a:lnTo>
                  <a:lnTo>
                    <a:pt x="506403" y="0"/>
                  </a:lnTo>
                  <a:close/>
                </a:path>
              </a:pathLst>
            </a:custGeom>
            <a:solidFill>
              <a:srgbClr val="4635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7" name="object 267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235503" y="6734927"/>
              <a:ext cx="169607" cy="183935"/>
            </a:xfrm>
            <a:prstGeom prst="rect">
              <a:avLst/>
            </a:prstGeom>
          </p:spPr>
        </p:pic>
      </p:grpSp>
      <p:grpSp>
        <p:nvGrpSpPr>
          <p:cNvPr id="268" name="object 268" descr=""/>
          <p:cNvGrpSpPr/>
          <p:nvPr/>
        </p:nvGrpSpPr>
        <p:grpSpPr>
          <a:xfrm>
            <a:off x="9945853" y="4602962"/>
            <a:ext cx="424180" cy="712470"/>
            <a:chOff x="9945853" y="4602962"/>
            <a:chExt cx="424180" cy="712470"/>
          </a:xfrm>
        </p:grpSpPr>
        <p:sp>
          <p:nvSpPr>
            <p:cNvPr id="269" name="object 269" descr=""/>
            <p:cNvSpPr/>
            <p:nvPr/>
          </p:nvSpPr>
          <p:spPr>
            <a:xfrm>
              <a:off x="9954691" y="4920958"/>
              <a:ext cx="415290" cy="394335"/>
            </a:xfrm>
            <a:custGeom>
              <a:avLst/>
              <a:gdLst/>
              <a:ahLst/>
              <a:cxnLst/>
              <a:rect l="l" t="t" r="r" b="b"/>
              <a:pathLst>
                <a:path w="415290" h="394335">
                  <a:moveTo>
                    <a:pt x="18502" y="0"/>
                  </a:moveTo>
                  <a:lnTo>
                    <a:pt x="16266" y="6772"/>
                  </a:lnTo>
                  <a:lnTo>
                    <a:pt x="10998" y="26895"/>
                  </a:lnTo>
                  <a:lnTo>
                    <a:pt x="4856" y="60081"/>
                  </a:lnTo>
                  <a:lnTo>
                    <a:pt x="0" y="106038"/>
                  </a:lnTo>
                  <a:lnTo>
                    <a:pt x="2387" y="141826"/>
                  </a:lnTo>
                  <a:lnTo>
                    <a:pt x="13935" y="178961"/>
                  </a:lnTo>
                  <a:lnTo>
                    <a:pt x="34188" y="216579"/>
                  </a:lnTo>
                  <a:lnTo>
                    <a:pt x="62690" y="253817"/>
                  </a:lnTo>
                  <a:lnTo>
                    <a:pt x="98984" y="289811"/>
                  </a:lnTo>
                  <a:lnTo>
                    <a:pt x="142613" y="323696"/>
                  </a:lnTo>
                  <a:lnTo>
                    <a:pt x="200109" y="356713"/>
                  </a:lnTo>
                  <a:lnTo>
                    <a:pt x="256609" y="378536"/>
                  </a:lnTo>
                  <a:lnTo>
                    <a:pt x="307888" y="390504"/>
                  </a:lnTo>
                  <a:lnTo>
                    <a:pt x="349724" y="393952"/>
                  </a:lnTo>
                  <a:lnTo>
                    <a:pt x="377894" y="390218"/>
                  </a:lnTo>
                  <a:lnTo>
                    <a:pt x="397616" y="373433"/>
                  </a:lnTo>
                  <a:lnTo>
                    <a:pt x="408665" y="342164"/>
                  </a:lnTo>
                  <a:lnTo>
                    <a:pt x="413592" y="299270"/>
                  </a:lnTo>
                  <a:lnTo>
                    <a:pt x="414950" y="247605"/>
                  </a:lnTo>
                  <a:lnTo>
                    <a:pt x="409681" y="200112"/>
                  </a:lnTo>
                  <a:lnTo>
                    <a:pt x="397086" y="166463"/>
                  </a:lnTo>
                  <a:lnTo>
                    <a:pt x="383326" y="144605"/>
                  </a:lnTo>
                  <a:lnTo>
                    <a:pt x="374564" y="132488"/>
                  </a:lnTo>
                  <a:lnTo>
                    <a:pt x="18502" y="0"/>
                  </a:lnTo>
                  <a:close/>
                </a:path>
              </a:pathLst>
            </a:custGeom>
            <a:solidFill>
              <a:srgbClr val="4940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9945853" y="4602962"/>
              <a:ext cx="411480" cy="681355"/>
            </a:xfrm>
            <a:custGeom>
              <a:avLst/>
              <a:gdLst/>
              <a:ahLst/>
              <a:cxnLst/>
              <a:rect l="l" t="t" r="r" b="b"/>
              <a:pathLst>
                <a:path w="411479" h="681354">
                  <a:moveTo>
                    <a:pt x="209103" y="0"/>
                  </a:moveTo>
                  <a:lnTo>
                    <a:pt x="178218" y="30721"/>
                  </a:lnTo>
                  <a:lnTo>
                    <a:pt x="146142" y="43828"/>
                  </a:lnTo>
                  <a:lnTo>
                    <a:pt x="93270" y="41900"/>
                  </a:lnTo>
                  <a:lnTo>
                    <a:pt x="0" y="27517"/>
                  </a:lnTo>
                  <a:lnTo>
                    <a:pt x="6930" y="209538"/>
                  </a:lnTo>
                  <a:lnTo>
                    <a:pt x="13053" y="345915"/>
                  </a:lnTo>
                  <a:lnTo>
                    <a:pt x="18690" y="431515"/>
                  </a:lnTo>
                  <a:lnTo>
                    <a:pt x="43929" y="504619"/>
                  </a:lnTo>
                  <a:lnTo>
                    <a:pt x="72685" y="545187"/>
                  </a:lnTo>
                  <a:lnTo>
                    <a:pt x="114875" y="585898"/>
                  </a:lnTo>
                  <a:lnTo>
                    <a:pt x="172507" y="624850"/>
                  </a:lnTo>
                  <a:lnTo>
                    <a:pt x="237017" y="655461"/>
                  </a:lnTo>
                  <a:lnTo>
                    <a:pt x="295649" y="673580"/>
                  </a:lnTo>
                  <a:lnTo>
                    <a:pt x="344131" y="680929"/>
                  </a:lnTo>
                  <a:lnTo>
                    <a:pt x="378188" y="679228"/>
                  </a:lnTo>
                  <a:lnTo>
                    <a:pt x="393548" y="670199"/>
                  </a:lnTo>
                  <a:lnTo>
                    <a:pt x="400854" y="642913"/>
                  </a:lnTo>
                  <a:lnTo>
                    <a:pt x="408265" y="598319"/>
                  </a:lnTo>
                  <a:lnTo>
                    <a:pt x="411167" y="546865"/>
                  </a:lnTo>
                  <a:lnTo>
                    <a:pt x="404951" y="499000"/>
                  </a:lnTo>
                  <a:lnTo>
                    <a:pt x="388833" y="460640"/>
                  </a:lnTo>
                  <a:lnTo>
                    <a:pt x="362828" y="416259"/>
                  </a:lnTo>
                  <a:lnTo>
                    <a:pt x="330922" y="369673"/>
                  </a:lnTo>
                  <a:lnTo>
                    <a:pt x="297101" y="324699"/>
                  </a:lnTo>
                  <a:lnTo>
                    <a:pt x="265353" y="285153"/>
                  </a:lnTo>
                  <a:lnTo>
                    <a:pt x="236909" y="247373"/>
                  </a:lnTo>
                  <a:lnTo>
                    <a:pt x="221569" y="205076"/>
                  </a:lnTo>
                  <a:lnTo>
                    <a:pt x="214058" y="131529"/>
                  </a:lnTo>
                  <a:lnTo>
                    <a:pt x="209103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10067087" y="4627035"/>
              <a:ext cx="266065" cy="630555"/>
            </a:xfrm>
            <a:custGeom>
              <a:avLst/>
              <a:gdLst/>
              <a:ahLst/>
              <a:cxnLst/>
              <a:rect l="l" t="t" r="r" b="b"/>
              <a:pathLst>
                <a:path w="266065" h="630554">
                  <a:moveTo>
                    <a:pt x="174650" y="436308"/>
                  </a:moveTo>
                  <a:lnTo>
                    <a:pt x="171742" y="429006"/>
                  </a:lnTo>
                  <a:lnTo>
                    <a:pt x="161569" y="405663"/>
                  </a:lnTo>
                  <a:lnTo>
                    <a:pt x="142011" y="364147"/>
                  </a:lnTo>
                  <a:lnTo>
                    <a:pt x="110909" y="302323"/>
                  </a:lnTo>
                  <a:lnTo>
                    <a:pt x="81686" y="243090"/>
                  </a:lnTo>
                  <a:lnTo>
                    <a:pt x="65125" y="191846"/>
                  </a:lnTo>
                  <a:lnTo>
                    <a:pt x="55079" y="120269"/>
                  </a:lnTo>
                  <a:lnTo>
                    <a:pt x="45402" y="0"/>
                  </a:lnTo>
                  <a:lnTo>
                    <a:pt x="36652" y="3022"/>
                  </a:lnTo>
                  <a:lnTo>
                    <a:pt x="29006" y="4902"/>
                  </a:lnTo>
                  <a:lnTo>
                    <a:pt x="18199" y="6400"/>
                  </a:lnTo>
                  <a:lnTo>
                    <a:pt x="0" y="8318"/>
                  </a:lnTo>
                  <a:lnTo>
                    <a:pt x="3479" y="31737"/>
                  </a:lnTo>
                  <a:lnTo>
                    <a:pt x="14033" y="91008"/>
                  </a:lnTo>
                  <a:lnTo>
                    <a:pt x="31826" y="169672"/>
                  </a:lnTo>
                  <a:lnTo>
                    <a:pt x="57010" y="251282"/>
                  </a:lnTo>
                  <a:lnTo>
                    <a:pt x="80568" y="312369"/>
                  </a:lnTo>
                  <a:lnTo>
                    <a:pt x="100672" y="352005"/>
                  </a:lnTo>
                  <a:lnTo>
                    <a:pt x="128358" y="387527"/>
                  </a:lnTo>
                  <a:lnTo>
                    <a:pt x="174650" y="436308"/>
                  </a:lnTo>
                  <a:close/>
                </a:path>
                <a:path w="266065" h="630554">
                  <a:moveTo>
                    <a:pt x="265557" y="621385"/>
                  </a:moveTo>
                  <a:lnTo>
                    <a:pt x="242011" y="561327"/>
                  </a:lnTo>
                  <a:lnTo>
                    <a:pt x="213906" y="530123"/>
                  </a:lnTo>
                  <a:lnTo>
                    <a:pt x="208559" y="526034"/>
                  </a:lnTo>
                  <a:lnTo>
                    <a:pt x="212394" y="589826"/>
                  </a:lnTo>
                  <a:lnTo>
                    <a:pt x="218694" y="621398"/>
                  </a:lnTo>
                  <a:lnTo>
                    <a:pt x="231990" y="630034"/>
                  </a:lnTo>
                  <a:lnTo>
                    <a:pt x="256806" y="625017"/>
                  </a:lnTo>
                  <a:lnTo>
                    <a:pt x="263512" y="625233"/>
                  </a:lnTo>
                  <a:lnTo>
                    <a:pt x="265557" y="621385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2" name="object 272" descr=""/>
          <p:cNvGrpSpPr/>
          <p:nvPr/>
        </p:nvGrpSpPr>
        <p:grpSpPr>
          <a:xfrm>
            <a:off x="8437902" y="4623253"/>
            <a:ext cx="892810" cy="588645"/>
            <a:chOff x="8437902" y="4623253"/>
            <a:chExt cx="892810" cy="588645"/>
          </a:xfrm>
        </p:grpSpPr>
        <p:sp>
          <p:nvSpPr>
            <p:cNvPr id="273" name="object 273" descr=""/>
            <p:cNvSpPr/>
            <p:nvPr/>
          </p:nvSpPr>
          <p:spPr>
            <a:xfrm>
              <a:off x="8447265" y="4623253"/>
              <a:ext cx="869950" cy="561340"/>
            </a:xfrm>
            <a:custGeom>
              <a:avLst/>
              <a:gdLst/>
              <a:ahLst/>
              <a:cxnLst/>
              <a:rect l="l" t="t" r="r" b="b"/>
              <a:pathLst>
                <a:path w="869950" h="561339">
                  <a:moveTo>
                    <a:pt x="565647" y="0"/>
                  </a:moveTo>
                  <a:lnTo>
                    <a:pt x="575642" y="61107"/>
                  </a:lnTo>
                  <a:lnTo>
                    <a:pt x="576221" y="97579"/>
                  </a:lnTo>
                  <a:lnTo>
                    <a:pt x="564909" y="123906"/>
                  </a:lnTo>
                  <a:lnTo>
                    <a:pt x="539229" y="154581"/>
                  </a:lnTo>
                  <a:lnTo>
                    <a:pt x="478318" y="209523"/>
                  </a:lnTo>
                  <a:lnTo>
                    <a:pt x="433502" y="245409"/>
                  </a:lnTo>
                  <a:lnTo>
                    <a:pt x="384497" y="282867"/>
                  </a:lnTo>
                  <a:lnTo>
                    <a:pt x="335339" y="318865"/>
                  </a:lnTo>
                  <a:lnTo>
                    <a:pt x="290065" y="350377"/>
                  </a:lnTo>
                  <a:lnTo>
                    <a:pt x="252714" y="374371"/>
                  </a:lnTo>
                  <a:lnTo>
                    <a:pt x="191930" y="399208"/>
                  </a:lnTo>
                  <a:lnTo>
                    <a:pt x="141118" y="414183"/>
                  </a:lnTo>
                  <a:lnTo>
                    <a:pt x="85704" y="432624"/>
                  </a:lnTo>
                  <a:lnTo>
                    <a:pt x="36502" y="454411"/>
                  </a:lnTo>
                  <a:lnTo>
                    <a:pt x="4328" y="479425"/>
                  </a:lnTo>
                  <a:lnTo>
                    <a:pt x="0" y="507544"/>
                  </a:lnTo>
                  <a:lnTo>
                    <a:pt x="15248" y="526797"/>
                  </a:lnTo>
                  <a:lnTo>
                    <a:pt x="43310" y="541827"/>
                  </a:lnTo>
                  <a:lnTo>
                    <a:pt x="86218" y="552602"/>
                  </a:lnTo>
                  <a:lnTo>
                    <a:pt x="146003" y="559090"/>
                  </a:lnTo>
                  <a:lnTo>
                    <a:pt x="224694" y="561260"/>
                  </a:lnTo>
                  <a:lnTo>
                    <a:pt x="277425" y="559608"/>
                  </a:lnTo>
                  <a:lnTo>
                    <a:pt x="330366" y="555023"/>
                  </a:lnTo>
                  <a:lnTo>
                    <a:pt x="383343" y="548061"/>
                  </a:lnTo>
                  <a:lnTo>
                    <a:pt x="436181" y="539276"/>
                  </a:lnTo>
                  <a:lnTo>
                    <a:pt x="488704" y="529224"/>
                  </a:lnTo>
                  <a:lnTo>
                    <a:pt x="540738" y="518462"/>
                  </a:lnTo>
                  <a:lnTo>
                    <a:pt x="592107" y="507544"/>
                  </a:lnTo>
                  <a:lnTo>
                    <a:pt x="652854" y="497037"/>
                  </a:lnTo>
                  <a:lnTo>
                    <a:pt x="713308" y="489810"/>
                  </a:lnTo>
                  <a:lnTo>
                    <a:pt x="769209" y="484503"/>
                  </a:lnTo>
                  <a:lnTo>
                    <a:pt x="816299" y="479755"/>
                  </a:lnTo>
                  <a:lnTo>
                    <a:pt x="850319" y="474203"/>
                  </a:lnTo>
                  <a:lnTo>
                    <a:pt x="867010" y="466488"/>
                  </a:lnTo>
                  <a:lnTo>
                    <a:pt x="869425" y="441642"/>
                  </a:lnTo>
                  <a:lnTo>
                    <a:pt x="865045" y="392861"/>
                  </a:lnTo>
                  <a:lnTo>
                    <a:pt x="856269" y="331010"/>
                  </a:lnTo>
                  <a:lnTo>
                    <a:pt x="845495" y="266958"/>
                  </a:lnTo>
                  <a:lnTo>
                    <a:pt x="835121" y="211569"/>
                  </a:lnTo>
                  <a:lnTo>
                    <a:pt x="827545" y="175711"/>
                  </a:lnTo>
                  <a:lnTo>
                    <a:pt x="820343" y="131621"/>
                  </a:lnTo>
                  <a:lnTo>
                    <a:pt x="814984" y="78430"/>
                  </a:lnTo>
                  <a:lnTo>
                    <a:pt x="811641" y="33664"/>
                  </a:lnTo>
                  <a:lnTo>
                    <a:pt x="810488" y="14847"/>
                  </a:lnTo>
                  <a:lnTo>
                    <a:pt x="709097" y="33804"/>
                  </a:lnTo>
                  <a:lnTo>
                    <a:pt x="649795" y="38577"/>
                  </a:lnTo>
                  <a:lnTo>
                    <a:pt x="609630" y="27773"/>
                  </a:lnTo>
                  <a:lnTo>
                    <a:pt x="565647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8437902" y="5081769"/>
              <a:ext cx="892810" cy="129539"/>
            </a:xfrm>
            <a:custGeom>
              <a:avLst/>
              <a:gdLst/>
              <a:ahLst/>
              <a:cxnLst/>
              <a:rect l="l" t="t" r="r" b="b"/>
              <a:pathLst>
                <a:path w="892809" h="129539">
                  <a:moveTo>
                    <a:pt x="859182" y="0"/>
                  </a:moveTo>
                  <a:lnTo>
                    <a:pt x="773276" y="7520"/>
                  </a:lnTo>
                  <a:lnTo>
                    <a:pt x="680764" y="21197"/>
                  </a:lnTo>
                  <a:lnTo>
                    <a:pt x="604545" y="34487"/>
                  </a:lnTo>
                  <a:lnTo>
                    <a:pt x="508463" y="52401"/>
                  </a:lnTo>
                  <a:lnTo>
                    <a:pt x="455645" y="61718"/>
                  </a:lnTo>
                  <a:lnTo>
                    <a:pt x="401067" y="70541"/>
                  </a:lnTo>
                  <a:lnTo>
                    <a:pt x="345799" y="78322"/>
                  </a:lnTo>
                  <a:lnTo>
                    <a:pt x="290909" y="84510"/>
                  </a:lnTo>
                  <a:lnTo>
                    <a:pt x="237465" y="88555"/>
                  </a:lnTo>
                  <a:lnTo>
                    <a:pt x="186537" y="89909"/>
                  </a:lnTo>
                  <a:lnTo>
                    <a:pt x="139193" y="88020"/>
                  </a:lnTo>
                  <a:lnTo>
                    <a:pt x="96502" y="82339"/>
                  </a:lnTo>
                  <a:lnTo>
                    <a:pt x="59533" y="72317"/>
                  </a:lnTo>
                  <a:lnTo>
                    <a:pt x="29355" y="57404"/>
                  </a:lnTo>
                  <a:lnTo>
                    <a:pt x="7036" y="37050"/>
                  </a:lnTo>
                  <a:lnTo>
                    <a:pt x="0" y="55487"/>
                  </a:lnTo>
                  <a:lnTo>
                    <a:pt x="43726" y="102744"/>
                  </a:lnTo>
                  <a:lnTo>
                    <a:pt x="106843" y="122130"/>
                  </a:lnTo>
                  <a:lnTo>
                    <a:pt x="153205" y="127197"/>
                  </a:lnTo>
                  <a:lnTo>
                    <a:pt x="205636" y="129516"/>
                  </a:lnTo>
                  <a:lnTo>
                    <a:pt x="261286" y="129338"/>
                  </a:lnTo>
                  <a:lnTo>
                    <a:pt x="317306" y="126916"/>
                  </a:lnTo>
                  <a:lnTo>
                    <a:pt x="370846" y="122502"/>
                  </a:lnTo>
                  <a:lnTo>
                    <a:pt x="419055" y="116346"/>
                  </a:lnTo>
                  <a:lnTo>
                    <a:pt x="490228" y="103745"/>
                  </a:lnTo>
                  <a:lnTo>
                    <a:pt x="557590" y="89852"/>
                  </a:lnTo>
                  <a:lnTo>
                    <a:pt x="616065" y="77228"/>
                  </a:lnTo>
                  <a:lnTo>
                    <a:pt x="660580" y="68431"/>
                  </a:lnTo>
                  <a:lnTo>
                    <a:pt x="686062" y="66023"/>
                  </a:lnTo>
                  <a:lnTo>
                    <a:pt x="686062" y="102744"/>
                  </a:lnTo>
                  <a:lnTo>
                    <a:pt x="892224" y="102744"/>
                  </a:lnTo>
                  <a:lnTo>
                    <a:pt x="892224" y="2685"/>
                  </a:lnTo>
                  <a:lnTo>
                    <a:pt x="859182" y="0"/>
                  </a:lnTo>
                  <a:close/>
                </a:path>
              </a:pathLst>
            </a:custGeom>
            <a:solidFill>
              <a:srgbClr val="4940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9156375" y="4649795"/>
              <a:ext cx="20320" cy="447675"/>
            </a:xfrm>
            <a:custGeom>
              <a:avLst/>
              <a:gdLst/>
              <a:ahLst/>
              <a:cxnLst/>
              <a:rect l="l" t="t" r="r" b="b"/>
              <a:pathLst>
                <a:path w="20320" h="447675">
                  <a:moveTo>
                    <a:pt x="19831" y="0"/>
                  </a:moveTo>
                  <a:lnTo>
                    <a:pt x="0" y="753"/>
                  </a:lnTo>
                  <a:lnTo>
                    <a:pt x="0" y="447504"/>
                  </a:lnTo>
                  <a:lnTo>
                    <a:pt x="19831" y="443452"/>
                  </a:lnTo>
                  <a:lnTo>
                    <a:pt x="19831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9138057" y="4670426"/>
              <a:ext cx="55880" cy="127635"/>
            </a:xfrm>
            <a:custGeom>
              <a:avLst/>
              <a:gdLst/>
              <a:ahLst/>
              <a:cxnLst/>
              <a:rect l="l" t="t" r="r" b="b"/>
              <a:pathLst>
                <a:path w="55879" h="127635">
                  <a:moveTo>
                    <a:pt x="38149" y="0"/>
                  </a:moveTo>
                  <a:lnTo>
                    <a:pt x="18317" y="0"/>
                  </a:lnTo>
                  <a:lnTo>
                    <a:pt x="5460" y="65271"/>
                  </a:lnTo>
                  <a:lnTo>
                    <a:pt x="0" y="99592"/>
                  </a:lnTo>
                  <a:lnTo>
                    <a:pt x="879" y="114270"/>
                  </a:lnTo>
                  <a:lnTo>
                    <a:pt x="7040" y="120614"/>
                  </a:lnTo>
                  <a:lnTo>
                    <a:pt x="18117" y="125445"/>
                  </a:lnTo>
                  <a:lnTo>
                    <a:pt x="32085" y="127552"/>
                  </a:lnTo>
                  <a:lnTo>
                    <a:pt x="45423" y="126190"/>
                  </a:lnTo>
                  <a:lnTo>
                    <a:pt x="54609" y="120614"/>
                  </a:lnTo>
                  <a:lnTo>
                    <a:pt x="55390" y="97306"/>
                  </a:lnTo>
                  <a:lnTo>
                    <a:pt x="49359" y="56341"/>
                  </a:lnTo>
                  <a:lnTo>
                    <a:pt x="41838" y="17358"/>
                  </a:lnTo>
                  <a:lnTo>
                    <a:pt x="38149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8463124" y="5069257"/>
              <a:ext cx="125095" cy="58419"/>
            </a:xfrm>
            <a:custGeom>
              <a:avLst/>
              <a:gdLst/>
              <a:ahLst/>
              <a:cxnLst/>
              <a:rect l="l" t="t" r="r" b="b"/>
              <a:pathLst>
                <a:path w="125095" h="58420">
                  <a:moveTo>
                    <a:pt x="124907" y="0"/>
                  </a:moveTo>
                  <a:lnTo>
                    <a:pt x="57992" y="7871"/>
                  </a:lnTo>
                  <a:lnTo>
                    <a:pt x="19803" y="21086"/>
                  </a:lnTo>
                  <a:lnTo>
                    <a:pt x="0" y="37663"/>
                  </a:lnTo>
                  <a:lnTo>
                    <a:pt x="6404" y="56034"/>
                  </a:lnTo>
                  <a:lnTo>
                    <a:pt x="21550" y="58235"/>
                  </a:lnTo>
                  <a:lnTo>
                    <a:pt x="57147" y="40733"/>
                  </a:lnTo>
                  <a:lnTo>
                    <a:pt x="124907" y="0"/>
                  </a:lnTo>
                  <a:close/>
                </a:path>
              </a:pathLst>
            </a:custGeom>
            <a:solidFill>
              <a:srgbClr val="D1D1D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8" name="object 278" descr=""/>
          <p:cNvGrpSpPr/>
          <p:nvPr/>
        </p:nvGrpSpPr>
        <p:grpSpPr>
          <a:xfrm>
            <a:off x="10940616" y="4658782"/>
            <a:ext cx="454659" cy="550545"/>
            <a:chOff x="10940616" y="4658782"/>
            <a:chExt cx="454659" cy="550545"/>
          </a:xfrm>
        </p:grpSpPr>
        <p:sp>
          <p:nvSpPr>
            <p:cNvPr id="279" name="object 279" descr=""/>
            <p:cNvSpPr/>
            <p:nvPr/>
          </p:nvSpPr>
          <p:spPr>
            <a:xfrm>
              <a:off x="10940616" y="4658782"/>
              <a:ext cx="454659" cy="512445"/>
            </a:xfrm>
            <a:custGeom>
              <a:avLst/>
              <a:gdLst/>
              <a:ahLst/>
              <a:cxnLst/>
              <a:rect l="l" t="t" r="r" b="b"/>
              <a:pathLst>
                <a:path w="454659" h="512445">
                  <a:moveTo>
                    <a:pt x="212223" y="0"/>
                  </a:moveTo>
                  <a:lnTo>
                    <a:pt x="163593" y="24613"/>
                  </a:lnTo>
                  <a:lnTo>
                    <a:pt x="127684" y="33368"/>
                  </a:lnTo>
                  <a:lnTo>
                    <a:pt x="86769" y="26757"/>
                  </a:lnTo>
                  <a:lnTo>
                    <a:pt x="23119" y="5277"/>
                  </a:lnTo>
                  <a:lnTo>
                    <a:pt x="19134" y="67953"/>
                  </a:lnTo>
                  <a:lnTo>
                    <a:pt x="10566" y="208318"/>
                  </a:lnTo>
                  <a:lnTo>
                    <a:pt x="2494" y="354879"/>
                  </a:lnTo>
                  <a:lnTo>
                    <a:pt x="0" y="436143"/>
                  </a:lnTo>
                  <a:lnTo>
                    <a:pt x="1851" y="455614"/>
                  </a:lnTo>
                  <a:lnTo>
                    <a:pt x="4876" y="468025"/>
                  </a:lnTo>
                  <a:lnTo>
                    <a:pt x="11243" y="478704"/>
                  </a:lnTo>
                  <a:lnTo>
                    <a:pt x="23119" y="492979"/>
                  </a:lnTo>
                  <a:lnTo>
                    <a:pt x="103999" y="499622"/>
                  </a:lnTo>
                  <a:lnTo>
                    <a:pt x="167294" y="505370"/>
                  </a:lnTo>
                  <a:lnTo>
                    <a:pt x="212223" y="510466"/>
                  </a:lnTo>
                  <a:lnTo>
                    <a:pt x="247909" y="512156"/>
                  </a:lnTo>
                  <a:lnTo>
                    <a:pt x="302398" y="510820"/>
                  </a:lnTo>
                  <a:lnTo>
                    <a:pt x="362390" y="506889"/>
                  </a:lnTo>
                  <a:lnTo>
                    <a:pt x="414585" y="500798"/>
                  </a:lnTo>
                  <a:lnTo>
                    <a:pt x="445682" y="492979"/>
                  </a:lnTo>
                  <a:lnTo>
                    <a:pt x="454055" y="478582"/>
                  </a:lnTo>
                  <a:lnTo>
                    <a:pt x="444160" y="457234"/>
                  </a:lnTo>
                  <a:lnTo>
                    <a:pt x="423932" y="429640"/>
                  </a:lnTo>
                  <a:lnTo>
                    <a:pt x="401307" y="396501"/>
                  </a:lnTo>
                  <a:lnTo>
                    <a:pt x="377708" y="359469"/>
                  </a:lnTo>
                  <a:lnTo>
                    <a:pt x="309858" y="258896"/>
                  </a:lnTo>
                  <a:lnTo>
                    <a:pt x="278585" y="211593"/>
                  </a:lnTo>
                  <a:lnTo>
                    <a:pt x="257730" y="177104"/>
                  </a:lnTo>
                  <a:lnTo>
                    <a:pt x="244367" y="150536"/>
                  </a:lnTo>
                  <a:lnTo>
                    <a:pt x="235173" y="123231"/>
                  </a:lnTo>
                  <a:lnTo>
                    <a:pt x="225880" y="78587"/>
                  </a:lnTo>
                  <a:lnTo>
                    <a:pt x="212223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0963736" y="5142462"/>
              <a:ext cx="431800" cy="67310"/>
            </a:xfrm>
            <a:custGeom>
              <a:avLst/>
              <a:gdLst/>
              <a:ahLst/>
              <a:cxnLst/>
              <a:rect l="l" t="t" r="r" b="b"/>
              <a:pathLst>
                <a:path w="431800" h="67310">
                  <a:moveTo>
                    <a:pt x="418443" y="0"/>
                  </a:moveTo>
                  <a:lnTo>
                    <a:pt x="398511" y="3343"/>
                  </a:lnTo>
                  <a:lnTo>
                    <a:pt x="366928" y="7963"/>
                  </a:lnTo>
                  <a:lnTo>
                    <a:pt x="328781" y="10536"/>
                  </a:lnTo>
                  <a:lnTo>
                    <a:pt x="234985" y="14218"/>
                  </a:lnTo>
                  <a:lnTo>
                    <a:pt x="221630" y="13504"/>
                  </a:lnTo>
                  <a:lnTo>
                    <a:pt x="211627" y="10189"/>
                  </a:lnTo>
                  <a:lnTo>
                    <a:pt x="199585" y="3343"/>
                  </a:lnTo>
                  <a:lnTo>
                    <a:pt x="0" y="3343"/>
                  </a:lnTo>
                  <a:lnTo>
                    <a:pt x="0" y="44986"/>
                  </a:lnTo>
                  <a:lnTo>
                    <a:pt x="0" y="66776"/>
                  </a:lnTo>
                  <a:lnTo>
                    <a:pt x="201564" y="66776"/>
                  </a:lnTo>
                  <a:lnTo>
                    <a:pt x="203533" y="44986"/>
                  </a:lnTo>
                  <a:lnTo>
                    <a:pt x="300692" y="44986"/>
                  </a:lnTo>
                  <a:lnTo>
                    <a:pt x="345114" y="44336"/>
                  </a:lnTo>
                  <a:lnTo>
                    <a:pt x="373551" y="39781"/>
                  </a:lnTo>
                  <a:lnTo>
                    <a:pt x="398269" y="27418"/>
                  </a:lnTo>
                  <a:lnTo>
                    <a:pt x="431536" y="3343"/>
                  </a:lnTo>
                  <a:lnTo>
                    <a:pt x="431300" y="2229"/>
                  </a:lnTo>
                  <a:lnTo>
                    <a:pt x="428154" y="371"/>
                  </a:lnTo>
                  <a:lnTo>
                    <a:pt x="418443" y="0"/>
                  </a:lnTo>
                  <a:close/>
                </a:path>
              </a:pathLst>
            </a:custGeom>
            <a:solidFill>
              <a:srgbClr val="4940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1132484" y="4667842"/>
              <a:ext cx="47625" cy="484505"/>
            </a:xfrm>
            <a:custGeom>
              <a:avLst/>
              <a:gdLst/>
              <a:ahLst/>
              <a:cxnLst/>
              <a:rect l="l" t="t" r="r" b="b"/>
              <a:pathLst>
                <a:path w="47625" h="484504">
                  <a:moveTo>
                    <a:pt x="20355" y="0"/>
                  </a:moveTo>
                  <a:lnTo>
                    <a:pt x="0" y="0"/>
                  </a:lnTo>
                  <a:lnTo>
                    <a:pt x="30836" y="477974"/>
                  </a:lnTo>
                  <a:lnTo>
                    <a:pt x="47024" y="484069"/>
                  </a:lnTo>
                  <a:lnTo>
                    <a:pt x="20355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1111392" y="4670426"/>
              <a:ext cx="55880" cy="127635"/>
            </a:xfrm>
            <a:custGeom>
              <a:avLst/>
              <a:gdLst/>
              <a:ahLst/>
              <a:cxnLst/>
              <a:rect l="l" t="t" r="r" b="b"/>
              <a:pathLst>
                <a:path w="55879" h="127635">
                  <a:moveTo>
                    <a:pt x="38163" y="0"/>
                  </a:moveTo>
                  <a:lnTo>
                    <a:pt x="18300" y="0"/>
                  </a:lnTo>
                  <a:lnTo>
                    <a:pt x="5455" y="65271"/>
                  </a:lnTo>
                  <a:lnTo>
                    <a:pt x="0" y="99592"/>
                  </a:lnTo>
                  <a:lnTo>
                    <a:pt x="878" y="114270"/>
                  </a:lnTo>
                  <a:lnTo>
                    <a:pt x="7033" y="120614"/>
                  </a:lnTo>
                  <a:lnTo>
                    <a:pt x="18108" y="125445"/>
                  </a:lnTo>
                  <a:lnTo>
                    <a:pt x="32084" y="127552"/>
                  </a:lnTo>
                  <a:lnTo>
                    <a:pt x="45437" y="126190"/>
                  </a:lnTo>
                  <a:lnTo>
                    <a:pt x="54644" y="120614"/>
                  </a:lnTo>
                  <a:lnTo>
                    <a:pt x="55404" y="97306"/>
                  </a:lnTo>
                  <a:lnTo>
                    <a:pt x="49368" y="56341"/>
                  </a:lnTo>
                  <a:lnTo>
                    <a:pt x="41850" y="17358"/>
                  </a:lnTo>
                  <a:lnTo>
                    <a:pt x="38163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3" name="object 283" descr=""/>
          <p:cNvSpPr txBox="1"/>
          <p:nvPr/>
        </p:nvSpPr>
        <p:spPr>
          <a:xfrm>
            <a:off x="732793" y="781072"/>
            <a:ext cx="2698115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Extras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for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adaptation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spc="-10" b="0">
                <a:latin typeface="Open Sans Light"/>
                <a:cs typeface="Open Sans Light"/>
              </a:rPr>
              <a:t>Shoes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284" name="object 284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7570" y="3365798"/>
            <a:ext cx="155325" cy="16494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4942581" y="3175580"/>
            <a:ext cx="59690" cy="122555"/>
          </a:xfrm>
          <a:custGeom>
            <a:avLst/>
            <a:gdLst/>
            <a:ahLst/>
            <a:cxnLst/>
            <a:rect l="l" t="t" r="r" b="b"/>
            <a:pathLst>
              <a:path w="59689" h="122554">
                <a:moveTo>
                  <a:pt x="43113" y="0"/>
                </a:moveTo>
                <a:lnTo>
                  <a:pt x="31295" y="4177"/>
                </a:lnTo>
                <a:lnTo>
                  <a:pt x="9968" y="13592"/>
                </a:lnTo>
                <a:lnTo>
                  <a:pt x="11538" y="48268"/>
                </a:lnTo>
                <a:lnTo>
                  <a:pt x="11023" y="71154"/>
                </a:lnTo>
                <a:lnTo>
                  <a:pt x="7488" y="92444"/>
                </a:lnTo>
                <a:lnTo>
                  <a:pt x="0" y="122332"/>
                </a:lnTo>
                <a:lnTo>
                  <a:pt x="6999" y="121348"/>
                </a:lnTo>
                <a:lnTo>
                  <a:pt x="51485" y="105265"/>
                </a:lnTo>
                <a:lnTo>
                  <a:pt x="59313" y="52377"/>
                </a:lnTo>
                <a:lnTo>
                  <a:pt x="59246" y="20543"/>
                </a:lnTo>
                <a:lnTo>
                  <a:pt x="55181" y="3613"/>
                </a:lnTo>
                <a:lnTo>
                  <a:pt x="49663" y="123"/>
                </a:lnTo>
                <a:lnTo>
                  <a:pt x="43113" y="0"/>
                </a:lnTo>
                <a:close/>
              </a:path>
            </a:pathLst>
          </a:custGeom>
          <a:solidFill>
            <a:srgbClr val="F5D5B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563495" y="2885340"/>
            <a:ext cx="528320" cy="638175"/>
            <a:chOff x="4563495" y="2885340"/>
            <a:chExt cx="528320" cy="638175"/>
          </a:xfrm>
        </p:grpSpPr>
        <p:sp>
          <p:nvSpPr>
            <p:cNvPr id="5" name="object 5" descr=""/>
            <p:cNvSpPr/>
            <p:nvPr/>
          </p:nvSpPr>
          <p:spPr>
            <a:xfrm>
              <a:off x="4648189" y="3175580"/>
              <a:ext cx="59690" cy="122555"/>
            </a:xfrm>
            <a:custGeom>
              <a:avLst/>
              <a:gdLst/>
              <a:ahLst/>
              <a:cxnLst/>
              <a:rect l="l" t="t" r="r" b="b"/>
              <a:pathLst>
                <a:path w="59689" h="122554">
                  <a:moveTo>
                    <a:pt x="16199" y="0"/>
                  </a:moveTo>
                  <a:lnTo>
                    <a:pt x="9653" y="123"/>
                  </a:lnTo>
                  <a:lnTo>
                    <a:pt x="4141" y="3613"/>
                  </a:lnTo>
                  <a:lnTo>
                    <a:pt x="70" y="20543"/>
                  </a:lnTo>
                  <a:lnTo>
                    <a:pt x="0" y="52377"/>
                  </a:lnTo>
                  <a:lnTo>
                    <a:pt x="2922" y="85242"/>
                  </a:lnTo>
                  <a:lnTo>
                    <a:pt x="36357" y="118286"/>
                  </a:lnTo>
                  <a:lnTo>
                    <a:pt x="59312" y="122332"/>
                  </a:lnTo>
                  <a:lnTo>
                    <a:pt x="51823" y="92444"/>
                  </a:lnTo>
                  <a:lnTo>
                    <a:pt x="48289" y="71154"/>
                  </a:lnTo>
                  <a:lnTo>
                    <a:pt x="47774" y="48268"/>
                  </a:lnTo>
                  <a:lnTo>
                    <a:pt x="49344" y="13592"/>
                  </a:lnTo>
                  <a:lnTo>
                    <a:pt x="28017" y="4177"/>
                  </a:lnTo>
                  <a:lnTo>
                    <a:pt x="16199" y="0"/>
                  </a:lnTo>
                  <a:close/>
                </a:path>
              </a:pathLst>
            </a:custGeom>
            <a:solidFill>
              <a:srgbClr val="F5D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675852" y="3029919"/>
              <a:ext cx="297180" cy="397510"/>
            </a:xfrm>
            <a:custGeom>
              <a:avLst/>
              <a:gdLst/>
              <a:ahLst/>
              <a:cxnLst/>
              <a:rect l="l" t="t" r="r" b="b"/>
              <a:pathLst>
                <a:path w="297179" h="397510">
                  <a:moveTo>
                    <a:pt x="287415" y="0"/>
                  </a:moveTo>
                  <a:lnTo>
                    <a:pt x="190371" y="2040"/>
                  </a:lnTo>
                  <a:lnTo>
                    <a:pt x="109175" y="4132"/>
                  </a:lnTo>
                  <a:lnTo>
                    <a:pt x="40609" y="6531"/>
                  </a:lnTo>
                  <a:lnTo>
                    <a:pt x="7119" y="34865"/>
                  </a:lnTo>
                  <a:lnTo>
                    <a:pt x="3516" y="89526"/>
                  </a:lnTo>
                  <a:lnTo>
                    <a:pt x="776" y="146848"/>
                  </a:lnTo>
                  <a:lnTo>
                    <a:pt x="0" y="180769"/>
                  </a:lnTo>
                  <a:lnTo>
                    <a:pt x="3101" y="205210"/>
                  </a:lnTo>
                  <a:lnTo>
                    <a:pt x="18458" y="279066"/>
                  </a:lnTo>
                  <a:lnTo>
                    <a:pt x="45357" y="321039"/>
                  </a:lnTo>
                  <a:lnTo>
                    <a:pt x="78425" y="352177"/>
                  </a:lnTo>
                  <a:lnTo>
                    <a:pt x="110902" y="381431"/>
                  </a:lnTo>
                  <a:lnTo>
                    <a:pt x="151615" y="397218"/>
                  </a:lnTo>
                  <a:lnTo>
                    <a:pt x="166828" y="396412"/>
                  </a:lnTo>
                  <a:lnTo>
                    <a:pt x="227663" y="348333"/>
                  </a:lnTo>
                  <a:lnTo>
                    <a:pt x="260809" y="314802"/>
                  </a:lnTo>
                  <a:lnTo>
                    <a:pt x="282936" y="269816"/>
                  </a:lnTo>
                  <a:lnTo>
                    <a:pt x="289235" y="231354"/>
                  </a:lnTo>
                  <a:lnTo>
                    <a:pt x="294858" y="188792"/>
                  </a:lnTo>
                  <a:lnTo>
                    <a:pt x="297059" y="155953"/>
                  </a:lnTo>
                  <a:lnTo>
                    <a:pt x="295251" y="114786"/>
                  </a:lnTo>
                  <a:lnTo>
                    <a:pt x="291970" y="63043"/>
                  </a:lnTo>
                  <a:lnTo>
                    <a:pt x="287415" y="0"/>
                  </a:lnTo>
                  <a:close/>
                </a:path>
              </a:pathLst>
            </a:custGeom>
            <a:solidFill>
              <a:srgbClr val="F7E1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563491" y="2885344"/>
              <a:ext cx="528320" cy="638175"/>
            </a:xfrm>
            <a:custGeom>
              <a:avLst/>
              <a:gdLst/>
              <a:ahLst/>
              <a:cxnLst/>
              <a:rect l="l" t="t" r="r" b="b"/>
              <a:pathLst>
                <a:path w="528320" h="638175">
                  <a:moveTo>
                    <a:pt x="528002" y="461721"/>
                  </a:moveTo>
                  <a:lnTo>
                    <a:pt x="518375" y="330631"/>
                  </a:lnTo>
                  <a:lnTo>
                    <a:pt x="483031" y="162839"/>
                  </a:lnTo>
                  <a:lnTo>
                    <a:pt x="468223" y="125818"/>
                  </a:lnTo>
                  <a:lnTo>
                    <a:pt x="445465" y="89814"/>
                  </a:lnTo>
                  <a:lnTo>
                    <a:pt x="415658" y="57010"/>
                  </a:lnTo>
                  <a:lnTo>
                    <a:pt x="379742" y="29641"/>
                  </a:lnTo>
                  <a:lnTo>
                    <a:pt x="338632" y="9906"/>
                  </a:lnTo>
                  <a:lnTo>
                    <a:pt x="293243" y="0"/>
                  </a:lnTo>
                  <a:lnTo>
                    <a:pt x="252539" y="393"/>
                  </a:lnTo>
                  <a:lnTo>
                    <a:pt x="212064" y="8839"/>
                  </a:lnTo>
                  <a:lnTo>
                    <a:pt x="172859" y="25273"/>
                  </a:lnTo>
                  <a:lnTo>
                    <a:pt x="135966" y="49657"/>
                  </a:lnTo>
                  <a:lnTo>
                    <a:pt x="102425" y="81940"/>
                  </a:lnTo>
                  <a:lnTo>
                    <a:pt x="73279" y="122059"/>
                  </a:lnTo>
                  <a:lnTo>
                    <a:pt x="49580" y="169989"/>
                  </a:lnTo>
                  <a:lnTo>
                    <a:pt x="27152" y="230530"/>
                  </a:lnTo>
                  <a:lnTo>
                    <a:pt x="14516" y="292188"/>
                  </a:lnTo>
                  <a:lnTo>
                    <a:pt x="7010" y="392328"/>
                  </a:lnTo>
                  <a:lnTo>
                    <a:pt x="0" y="568261"/>
                  </a:lnTo>
                  <a:lnTo>
                    <a:pt x="39839" y="595553"/>
                  </a:lnTo>
                  <a:lnTo>
                    <a:pt x="64681" y="611936"/>
                  </a:lnTo>
                  <a:lnTo>
                    <a:pt x="86309" y="624890"/>
                  </a:lnTo>
                  <a:lnTo>
                    <a:pt x="106591" y="630478"/>
                  </a:lnTo>
                  <a:lnTo>
                    <a:pt x="137325" y="629869"/>
                  </a:lnTo>
                  <a:lnTo>
                    <a:pt x="190284" y="624217"/>
                  </a:lnTo>
                  <a:lnTo>
                    <a:pt x="191287" y="577075"/>
                  </a:lnTo>
                  <a:lnTo>
                    <a:pt x="190614" y="538226"/>
                  </a:lnTo>
                  <a:lnTo>
                    <a:pt x="177838" y="477748"/>
                  </a:lnTo>
                  <a:lnTo>
                    <a:pt x="163220" y="439712"/>
                  </a:lnTo>
                  <a:lnTo>
                    <a:pt x="150355" y="399249"/>
                  </a:lnTo>
                  <a:lnTo>
                    <a:pt x="146062" y="362635"/>
                  </a:lnTo>
                  <a:lnTo>
                    <a:pt x="145783" y="273329"/>
                  </a:lnTo>
                  <a:lnTo>
                    <a:pt x="151968" y="226580"/>
                  </a:lnTo>
                  <a:lnTo>
                    <a:pt x="171132" y="192646"/>
                  </a:lnTo>
                  <a:lnTo>
                    <a:pt x="203593" y="166585"/>
                  </a:lnTo>
                  <a:lnTo>
                    <a:pt x="233273" y="154101"/>
                  </a:lnTo>
                  <a:lnTo>
                    <a:pt x="277164" y="151815"/>
                  </a:lnTo>
                  <a:lnTo>
                    <a:pt x="352234" y="156286"/>
                  </a:lnTo>
                  <a:lnTo>
                    <a:pt x="356463" y="176364"/>
                  </a:lnTo>
                  <a:lnTo>
                    <a:pt x="363715" y="237324"/>
                  </a:lnTo>
                  <a:lnTo>
                    <a:pt x="365823" y="340283"/>
                  </a:lnTo>
                  <a:lnTo>
                    <a:pt x="354647" y="486346"/>
                  </a:lnTo>
                  <a:lnTo>
                    <a:pt x="349961" y="526072"/>
                  </a:lnTo>
                  <a:lnTo>
                    <a:pt x="347853" y="553453"/>
                  </a:lnTo>
                  <a:lnTo>
                    <a:pt x="347840" y="581190"/>
                  </a:lnTo>
                  <a:lnTo>
                    <a:pt x="349402" y="622033"/>
                  </a:lnTo>
                  <a:lnTo>
                    <a:pt x="392887" y="637273"/>
                  </a:lnTo>
                  <a:lnTo>
                    <a:pt x="425221" y="637717"/>
                  </a:lnTo>
                  <a:lnTo>
                    <a:pt x="462432" y="619175"/>
                  </a:lnTo>
                  <a:lnTo>
                    <a:pt x="520573" y="577469"/>
                  </a:lnTo>
                  <a:lnTo>
                    <a:pt x="524535" y="547027"/>
                  </a:lnTo>
                  <a:lnTo>
                    <a:pt x="528002" y="461721"/>
                  </a:lnTo>
                  <a:close/>
                </a:path>
              </a:pathLst>
            </a:custGeom>
            <a:solidFill>
              <a:srgbClr val="3C232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6986507" y="2885335"/>
            <a:ext cx="528320" cy="645795"/>
            <a:chOff x="6986507" y="2885335"/>
            <a:chExt cx="528320" cy="64579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78458" y="3365797"/>
              <a:ext cx="155325" cy="164944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986498" y="2885344"/>
              <a:ext cx="528320" cy="619760"/>
            </a:xfrm>
            <a:custGeom>
              <a:avLst/>
              <a:gdLst/>
              <a:ahLst/>
              <a:cxnLst/>
              <a:rect l="l" t="t" r="r" b="b"/>
              <a:pathLst>
                <a:path w="528320" h="619760">
                  <a:moveTo>
                    <a:pt x="528015" y="461721"/>
                  </a:moveTo>
                  <a:lnTo>
                    <a:pt x="518388" y="330631"/>
                  </a:lnTo>
                  <a:lnTo>
                    <a:pt x="483031" y="162826"/>
                  </a:lnTo>
                  <a:lnTo>
                    <a:pt x="468223" y="125818"/>
                  </a:lnTo>
                  <a:lnTo>
                    <a:pt x="445465" y="89814"/>
                  </a:lnTo>
                  <a:lnTo>
                    <a:pt x="415671" y="57023"/>
                  </a:lnTo>
                  <a:lnTo>
                    <a:pt x="379755" y="29641"/>
                  </a:lnTo>
                  <a:lnTo>
                    <a:pt x="338645" y="9906"/>
                  </a:lnTo>
                  <a:lnTo>
                    <a:pt x="293255" y="0"/>
                  </a:lnTo>
                  <a:lnTo>
                    <a:pt x="252552" y="393"/>
                  </a:lnTo>
                  <a:lnTo>
                    <a:pt x="212077" y="8839"/>
                  </a:lnTo>
                  <a:lnTo>
                    <a:pt x="172872" y="25273"/>
                  </a:lnTo>
                  <a:lnTo>
                    <a:pt x="135966" y="49657"/>
                  </a:lnTo>
                  <a:lnTo>
                    <a:pt x="102425" y="81940"/>
                  </a:lnTo>
                  <a:lnTo>
                    <a:pt x="73291" y="122059"/>
                  </a:lnTo>
                  <a:lnTo>
                    <a:pt x="49580" y="169976"/>
                  </a:lnTo>
                  <a:lnTo>
                    <a:pt x="27165" y="230517"/>
                  </a:lnTo>
                  <a:lnTo>
                    <a:pt x="14528" y="292188"/>
                  </a:lnTo>
                  <a:lnTo>
                    <a:pt x="7023" y="392328"/>
                  </a:lnTo>
                  <a:lnTo>
                    <a:pt x="0" y="568261"/>
                  </a:lnTo>
                  <a:lnTo>
                    <a:pt x="15379" y="576275"/>
                  </a:lnTo>
                  <a:lnTo>
                    <a:pt x="63004" y="593902"/>
                  </a:lnTo>
                  <a:lnTo>
                    <a:pt x="145135" y="611517"/>
                  </a:lnTo>
                  <a:lnTo>
                    <a:pt x="264020" y="619493"/>
                  </a:lnTo>
                  <a:lnTo>
                    <a:pt x="361137" y="618807"/>
                  </a:lnTo>
                  <a:lnTo>
                    <a:pt x="420230" y="614210"/>
                  </a:lnTo>
                  <a:lnTo>
                    <a:pt x="465353" y="601738"/>
                  </a:lnTo>
                  <a:lnTo>
                    <a:pt x="520573" y="577481"/>
                  </a:lnTo>
                  <a:lnTo>
                    <a:pt x="528015" y="461721"/>
                  </a:lnTo>
                  <a:close/>
                </a:path>
              </a:pathLst>
            </a:custGeom>
            <a:solidFill>
              <a:srgbClr val="3C232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7795211" y="2885335"/>
            <a:ext cx="474980" cy="645795"/>
            <a:chOff x="7795211" y="2885335"/>
            <a:chExt cx="474980" cy="645795"/>
          </a:xfrm>
        </p:grpSpPr>
        <p:sp>
          <p:nvSpPr>
            <p:cNvPr id="12" name="object 12" descr=""/>
            <p:cNvSpPr/>
            <p:nvPr/>
          </p:nvSpPr>
          <p:spPr>
            <a:xfrm>
              <a:off x="7995404" y="2999214"/>
              <a:ext cx="274320" cy="436880"/>
            </a:xfrm>
            <a:custGeom>
              <a:avLst/>
              <a:gdLst/>
              <a:ahLst/>
              <a:cxnLst/>
              <a:rect l="l" t="t" r="r" b="b"/>
              <a:pathLst>
                <a:path w="274320" h="436879">
                  <a:moveTo>
                    <a:pt x="153570" y="0"/>
                  </a:moveTo>
                  <a:lnTo>
                    <a:pt x="88798" y="5885"/>
                  </a:lnTo>
                  <a:lnTo>
                    <a:pt x="36198" y="15950"/>
                  </a:lnTo>
                  <a:lnTo>
                    <a:pt x="9127" y="52054"/>
                  </a:lnTo>
                  <a:lnTo>
                    <a:pt x="4694" y="113798"/>
                  </a:lnTo>
                  <a:lnTo>
                    <a:pt x="1139" y="178254"/>
                  </a:lnTo>
                  <a:lnTo>
                    <a:pt x="0" y="215558"/>
                  </a:lnTo>
                  <a:lnTo>
                    <a:pt x="3973" y="242303"/>
                  </a:lnTo>
                  <a:lnTo>
                    <a:pt x="12710" y="284340"/>
                  </a:lnTo>
                  <a:lnTo>
                    <a:pt x="23204" y="325691"/>
                  </a:lnTo>
                  <a:lnTo>
                    <a:pt x="49619" y="368568"/>
                  </a:lnTo>
                  <a:lnTo>
                    <a:pt x="79352" y="396493"/>
                  </a:lnTo>
                  <a:lnTo>
                    <a:pt x="108486" y="422501"/>
                  </a:lnTo>
                  <a:lnTo>
                    <a:pt x="147301" y="436495"/>
                  </a:lnTo>
                  <a:lnTo>
                    <a:pt x="162212" y="435430"/>
                  </a:lnTo>
                  <a:lnTo>
                    <a:pt x="215471" y="413462"/>
                  </a:lnTo>
                  <a:lnTo>
                    <a:pt x="259028" y="381532"/>
                  </a:lnTo>
                  <a:lnTo>
                    <a:pt x="266172" y="334477"/>
                  </a:lnTo>
                  <a:lnTo>
                    <a:pt x="270461" y="287475"/>
                  </a:lnTo>
                  <a:lnTo>
                    <a:pt x="274211" y="225861"/>
                  </a:lnTo>
                  <a:lnTo>
                    <a:pt x="266315" y="157185"/>
                  </a:lnTo>
                  <a:lnTo>
                    <a:pt x="245228" y="85279"/>
                  </a:lnTo>
                  <a:lnTo>
                    <a:pt x="223426" y="28601"/>
                  </a:lnTo>
                  <a:lnTo>
                    <a:pt x="213386" y="5606"/>
                  </a:lnTo>
                  <a:lnTo>
                    <a:pt x="153570" y="0"/>
                  </a:lnTo>
                  <a:close/>
                </a:path>
              </a:pathLst>
            </a:custGeom>
            <a:solidFill>
              <a:srgbClr val="F7E1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1601" y="3365797"/>
              <a:ext cx="155325" cy="164944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7795211" y="2885335"/>
              <a:ext cx="464184" cy="624840"/>
            </a:xfrm>
            <a:custGeom>
              <a:avLst/>
              <a:gdLst/>
              <a:ahLst/>
              <a:cxnLst/>
              <a:rect l="l" t="t" r="r" b="b"/>
              <a:pathLst>
                <a:path w="464184" h="624839">
                  <a:moveTo>
                    <a:pt x="293279" y="0"/>
                  </a:moveTo>
                  <a:lnTo>
                    <a:pt x="252230" y="271"/>
                  </a:lnTo>
                  <a:lnTo>
                    <a:pt x="210947" y="8418"/>
                  </a:lnTo>
                  <a:lnTo>
                    <a:pt x="170817" y="24516"/>
                  </a:lnTo>
                  <a:lnTo>
                    <a:pt x="133230" y="48644"/>
                  </a:lnTo>
                  <a:lnTo>
                    <a:pt x="99575" y="80880"/>
                  </a:lnTo>
                  <a:lnTo>
                    <a:pt x="71238" y="121301"/>
                  </a:lnTo>
                  <a:lnTo>
                    <a:pt x="49611" y="169984"/>
                  </a:lnTo>
                  <a:lnTo>
                    <a:pt x="9243" y="298031"/>
                  </a:lnTo>
                  <a:lnTo>
                    <a:pt x="0" y="383603"/>
                  </a:lnTo>
                  <a:lnTo>
                    <a:pt x="25671" y="465299"/>
                  </a:lnTo>
                  <a:lnTo>
                    <a:pt x="90049" y="581720"/>
                  </a:lnTo>
                  <a:lnTo>
                    <a:pt x="137868" y="598422"/>
                  </a:lnTo>
                  <a:lnTo>
                    <a:pt x="192785" y="611136"/>
                  </a:lnTo>
                  <a:lnTo>
                    <a:pt x="264054" y="619499"/>
                  </a:lnTo>
                  <a:lnTo>
                    <a:pt x="360139" y="624328"/>
                  </a:lnTo>
                  <a:lnTo>
                    <a:pt x="412996" y="623576"/>
                  </a:lnTo>
                  <a:lnTo>
                    <a:pt x="441373" y="615118"/>
                  </a:lnTo>
                  <a:lnTo>
                    <a:pt x="464017" y="596829"/>
                  </a:lnTo>
                  <a:lnTo>
                    <a:pt x="464155" y="583604"/>
                  </a:lnTo>
                  <a:lnTo>
                    <a:pt x="463646" y="529301"/>
                  </a:lnTo>
                  <a:lnTo>
                    <a:pt x="461106" y="411983"/>
                  </a:lnTo>
                  <a:lnTo>
                    <a:pt x="455148" y="209710"/>
                  </a:lnTo>
                  <a:lnTo>
                    <a:pt x="448530" y="158020"/>
                  </a:lnTo>
                  <a:lnTo>
                    <a:pt x="432651" y="110195"/>
                  </a:lnTo>
                  <a:lnTo>
                    <a:pt x="408347" y="68357"/>
                  </a:lnTo>
                  <a:lnTo>
                    <a:pt x="376458" y="34630"/>
                  </a:lnTo>
                  <a:lnTo>
                    <a:pt x="337822" y="11137"/>
                  </a:lnTo>
                  <a:lnTo>
                    <a:pt x="293279" y="0"/>
                  </a:lnTo>
                  <a:close/>
                </a:path>
              </a:pathLst>
            </a:custGeom>
            <a:solidFill>
              <a:srgbClr val="3C232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6187485" y="2885340"/>
            <a:ext cx="487045" cy="645795"/>
            <a:chOff x="6187485" y="2885340"/>
            <a:chExt cx="487045" cy="645795"/>
          </a:xfrm>
        </p:grpSpPr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2755" y="3365797"/>
              <a:ext cx="155325" cy="16494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6256564" y="3019391"/>
              <a:ext cx="306070" cy="416559"/>
            </a:xfrm>
            <a:custGeom>
              <a:avLst/>
              <a:gdLst/>
              <a:ahLst/>
              <a:cxnLst/>
              <a:rect l="l" t="t" r="r" b="b"/>
              <a:pathLst>
                <a:path w="306070" h="416560">
                  <a:moveTo>
                    <a:pt x="174648" y="0"/>
                  </a:moveTo>
                  <a:lnTo>
                    <a:pt x="101754" y="159"/>
                  </a:lnTo>
                  <a:lnTo>
                    <a:pt x="40131" y="952"/>
                  </a:lnTo>
                  <a:lnTo>
                    <a:pt x="9123" y="31880"/>
                  </a:lnTo>
                  <a:lnTo>
                    <a:pt x="4693" y="93624"/>
                  </a:lnTo>
                  <a:lnTo>
                    <a:pt x="1139" y="158077"/>
                  </a:lnTo>
                  <a:lnTo>
                    <a:pt x="0" y="195380"/>
                  </a:lnTo>
                  <a:lnTo>
                    <a:pt x="3973" y="222125"/>
                  </a:lnTo>
                  <a:lnTo>
                    <a:pt x="12709" y="264162"/>
                  </a:lnTo>
                  <a:lnTo>
                    <a:pt x="23200" y="305513"/>
                  </a:lnTo>
                  <a:lnTo>
                    <a:pt x="49613" y="348390"/>
                  </a:lnTo>
                  <a:lnTo>
                    <a:pt x="79345" y="376316"/>
                  </a:lnTo>
                  <a:lnTo>
                    <a:pt x="108477" y="402323"/>
                  </a:lnTo>
                  <a:lnTo>
                    <a:pt x="147295" y="416321"/>
                  </a:lnTo>
                  <a:lnTo>
                    <a:pt x="162203" y="415253"/>
                  </a:lnTo>
                  <a:lnTo>
                    <a:pt x="229579" y="368525"/>
                  </a:lnTo>
                  <a:lnTo>
                    <a:pt x="267247" y="335992"/>
                  </a:lnTo>
                  <a:lnTo>
                    <a:pt x="292626" y="289824"/>
                  </a:lnTo>
                  <a:lnTo>
                    <a:pt x="300528" y="248426"/>
                  </a:lnTo>
                  <a:lnTo>
                    <a:pt x="305578" y="203305"/>
                  </a:lnTo>
                  <a:lnTo>
                    <a:pt x="302399" y="170124"/>
                  </a:lnTo>
                  <a:lnTo>
                    <a:pt x="290948" y="131224"/>
                  </a:lnTo>
                  <a:lnTo>
                    <a:pt x="277568" y="74208"/>
                  </a:lnTo>
                  <a:lnTo>
                    <a:pt x="266460" y="22686"/>
                  </a:lnTo>
                  <a:lnTo>
                    <a:pt x="261824" y="266"/>
                  </a:lnTo>
                  <a:lnTo>
                    <a:pt x="174648" y="0"/>
                  </a:lnTo>
                  <a:close/>
                </a:path>
              </a:pathLst>
            </a:custGeom>
            <a:solidFill>
              <a:srgbClr val="F7E1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549212" y="3179401"/>
              <a:ext cx="60960" cy="125095"/>
            </a:xfrm>
            <a:custGeom>
              <a:avLst/>
              <a:gdLst/>
              <a:ahLst/>
              <a:cxnLst/>
              <a:rect l="l" t="t" r="r" b="b"/>
              <a:pathLst>
                <a:path w="60959" h="125095">
                  <a:moveTo>
                    <a:pt x="43887" y="0"/>
                  </a:moveTo>
                  <a:lnTo>
                    <a:pt x="31856" y="4253"/>
                  </a:lnTo>
                  <a:lnTo>
                    <a:pt x="10146" y="13835"/>
                  </a:lnTo>
                  <a:lnTo>
                    <a:pt x="11742" y="49132"/>
                  </a:lnTo>
                  <a:lnTo>
                    <a:pt x="11218" y="72428"/>
                  </a:lnTo>
                  <a:lnTo>
                    <a:pt x="7621" y="94103"/>
                  </a:lnTo>
                  <a:lnTo>
                    <a:pt x="0" y="124534"/>
                  </a:lnTo>
                  <a:lnTo>
                    <a:pt x="7123" y="123532"/>
                  </a:lnTo>
                  <a:lnTo>
                    <a:pt x="52406" y="107152"/>
                  </a:lnTo>
                  <a:lnTo>
                    <a:pt x="60376" y="53317"/>
                  </a:lnTo>
                  <a:lnTo>
                    <a:pt x="60306" y="20908"/>
                  </a:lnTo>
                  <a:lnTo>
                    <a:pt x="56165" y="3668"/>
                  </a:lnTo>
                  <a:lnTo>
                    <a:pt x="50552" y="122"/>
                  </a:lnTo>
                  <a:lnTo>
                    <a:pt x="43887" y="0"/>
                  </a:lnTo>
                  <a:close/>
                </a:path>
              </a:pathLst>
            </a:custGeom>
            <a:solidFill>
              <a:srgbClr val="F5D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187478" y="2885344"/>
              <a:ext cx="487045" cy="638175"/>
            </a:xfrm>
            <a:custGeom>
              <a:avLst/>
              <a:gdLst/>
              <a:ahLst/>
              <a:cxnLst/>
              <a:rect l="l" t="t" r="r" b="b"/>
              <a:pathLst>
                <a:path w="487045" h="638175">
                  <a:moveTo>
                    <a:pt x="486994" y="455383"/>
                  </a:moveTo>
                  <a:lnTo>
                    <a:pt x="484987" y="319938"/>
                  </a:lnTo>
                  <a:lnTo>
                    <a:pt x="453110" y="150152"/>
                  </a:lnTo>
                  <a:lnTo>
                    <a:pt x="439394" y="113753"/>
                  </a:lnTo>
                  <a:lnTo>
                    <a:pt x="418515" y="79375"/>
                  </a:lnTo>
                  <a:lnTo>
                    <a:pt x="389382" y="48907"/>
                  </a:lnTo>
                  <a:lnTo>
                    <a:pt x="350850" y="24257"/>
                  </a:lnTo>
                  <a:lnTo>
                    <a:pt x="301802" y="7327"/>
                  </a:lnTo>
                  <a:lnTo>
                    <a:pt x="241134" y="0"/>
                  </a:lnTo>
                  <a:lnTo>
                    <a:pt x="196037" y="3263"/>
                  </a:lnTo>
                  <a:lnTo>
                    <a:pt x="155346" y="16014"/>
                  </a:lnTo>
                  <a:lnTo>
                    <a:pt x="118808" y="38658"/>
                  </a:lnTo>
                  <a:lnTo>
                    <a:pt x="86156" y="71602"/>
                  </a:lnTo>
                  <a:lnTo>
                    <a:pt x="57124" y="115239"/>
                  </a:lnTo>
                  <a:lnTo>
                    <a:pt x="31445" y="169989"/>
                  </a:lnTo>
                  <a:lnTo>
                    <a:pt x="9486" y="230619"/>
                  </a:lnTo>
                  <a:lnTo>
                    <a:pt x="0" y="292912"/>
                  </a:lnTo>
                  <a:lnTo>
                    <a:pt x="1041" y="394754"/>
                  </a:lnTo>
                  <a:lnTo>
                    <a:pt x="10680" y="574001"/>
                  </a:lnTo>
                  <a:lnTo>
                    <a:pt x="58356" y="606933"/>
                  </a:lnTo>
                  <a:lnTo>
                    <a:pt x="95999" y="630529"/>
                  </a:lnTo>
                  <a:lnTo>
                    <a:pt x="109423" y="635495"/>
                  </a:lnTo>
                  <a:lnTo>
                    <a:pt x="121513" y="633183"/>
                  </a:lnTo>
                  <a:lnTo>
                    <a:pt x="139179" y="577075"/>
                  </a:lnTo>
                  <a:lnTo>
                    <a:pt x="138506" y="538226"/>
                  </a:lnTo>
                  <a:lnTo>
                    <a:pt x="125717" y="477748"/>
                  </a:lnTo>
                  <a:lnTo>
                    <a:pt x="111099" y="439712"/>
                  </a:lnTo>
                  <a:lnTo>
                    <a:pt x="98247" y="399249"/>
                  </a:lnTo>
                  <a:lnTo>
                    <a:pt x="93941" y="362635"/>
                  </a:lnTo>
                  <a:lnTo>
                    <a:pt x="93662" y="273329"/>
                  </a:lnTo>
                  <a:lnTo>
                    <a:pt x="99847" y="226580"/>
                  </a:lnTo>
                  <a:lnTo>
                    <a:pt x="119024" y="192646"/>
                  </a:lnTo>
                  <a:lnTo>
                    <a:pt x="151472" y="166585"/>
                  </a:lnTo>
                  <a:lnTo>
                    <a:pt x="181152" y="154101"/>
                  </a:lnTo>
                  <a:lnTo>
                    <a:pt x="225044" y="151815"/>
                  </a:lnTo>
                  <a:lnTo>
                    <a:pt x="300126" y="156286"/>
                  </a:lnTo>
                  <a:lnTo>
                    <a:pt x="304355" y="176364"/>
                  </a:lnTo>
                  <a:lnTo>
                    <a:pt x="311594" y="237324"/>
                  </a:lnTo>
                  <a:lnTo>
                    <a:pt x="313702" y="340283"/>
                  </a:lnTo>
                  <a:lnTo>
                    <a:pt x="302526" y="486346"/>
                  </a:lnTo>
                  <a:lnTo>
                    <a:pt x="297853" y="526072"/>
                  </a:lnTo>
                  <a:lnTo>
                    <a:pt x="295744" y="553453"/>
                  </a:lnTo>
                  <a:lnTo>
                    <a:pt x="295719" y="581190"/>
                  </a:lnTo>
                  <a:lnTo>
                    <a:pt x="297281" y="622033"/>
                  </a:lnTo>
                  <a:lnTo>
                    <a:pt x="340779" y="637273"/>
                  </a:lnTo>
                  <a:lnTo>
                    <a:pt x="373100" y="637717"/>
                  </a:lnTo>
                  <a:lnTo>
                    <a:pt x="410311" y="619175"/>
                  </a:lnTo>
                  <a:lnTo>
                    <a:pt x="468452" y="577469"/>
                  </a:lnTo>
                  <a:lnTo>
                    <a:pt x="475881" y="545045"/>
                  </a:lnTo>
                  <a:lnTo>
                    <a:pt x="486994" y="455383"/>
                  </a:lnTo>
                  <a:close/>
                </a:path>
              </a:pathLst>
            </a:custGeom>
            <a:solidFill>
              <a:srgbClr val="3C232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5419244" y="2905181"/>
            <a:ext cx="466725" cy="648335"/>
            <a:chOff x="5419244" y="2905181"/>
            <a:chExt cx="466725" cy="648335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3132" y="3345677"/>
              <a:ext cx="167795" cy="20739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419242" y="3020777"/>
              <a:ext cx="296545" cy="429895"/>
            </a:xfrm>
            <a:custGeom>
              <a:avLst/>
              <a:gdLst/>
              <a:ahLst/>
              <a:cxnLst/>
              <a:rect l="l" t="t" r="r" b="b"/>
              <a:pathLst>
                <a:path w="296545" h="429895">
                  <a:moveTo>
                    <a:pt x="296151" y="168211"/>
                  </a:moveTo>
                  <a:lnTo>
                    <a:pt x="289394" y="129057"/>
                  </a:lnTo>
                  <a:lnTo>
                    <a:pt x="275767" y="84912"/>
                  </a:lnTo>
                  <a:lnTo>
                    <a:pt x="262369" y="48869"/>
                  </a:lnTo>
                  <a:lnTo>
                    <a:pt x="201942" y="19812"/>
                  </a:lnTo>
                  <a:lnTo>
                    <a:pt x="139395" y="8026"/>
                  </a:lnTo>
                  <a:lnTo>
                    <a:pt x="87096" y="723"/>
                  </a:lnTo>
                  <a:lnTo>
                    <a:pt x="63385" y="0"/>
                  </a:lnTo>
                  <a:lnTo>
                    <a:pt x="57378" y="18034"/>
                  </a:lnTo>
                  <a:lnTo>
                    <a:pt x="48412" y="59842"/>
                  </a:lnTo>
                  <a:lnTo>
                    <a:pt x="40284" y="116840"/>
                  </a:lnTo>
                  <a:lnTo>
                    <a:pt x="36741" y="180479"/>
                  </a:lnTo>
                  <a:lnTo>
                    <a:pt x="33705" y="204076"/>
                  </a:lnTo>
                  <a:lnTo>
                    <a:pt x="30873" y="218236"/>
                  </a:lnTo>
                  <a:lnTo>
                    <a:pt x="29222" y="218935"/>
                  </a:lnTo>
                  <a:lnTo>
                    <a:pt x="17056" y="229577"/>
                  </a:lnTo>
                  <a:lnTo>
                    <a:pt x="5969" y="242379"/>
                  </a:lnTo>
                  <a:lnTo>
                    <a:pt x="0" y="252742"/>
                  </a:lnTo>
                  <a:lnTo>
                    <a:pt x="1193" y="262229"/>
                  </a:lnTo>
                  <a:lnTo>
                    <a:pt x="6858" y="273240"/>
                  </a:lnTo>
                  <a:lnTo>
                    <a:pt x="13843" y="282435"/>
                  </a:lnTo>
                  <a:lnTo>
                    <a:pt x="19011" y="286486"/>
                  </a:lnTo>
                  <a:lnTo>
                    <a:pt x="22364" y="304622"/>
                  </a:lnTo>
                  <a:lnTo>
                    <a:pt x="26441" y="323659"/>
                  </a:lnTo>
                  <a:lnTo>
                    <a:pt x="31343" y="344779"/>
                  </a:lnTo>
                  <a:lnTo>
                    <a:pt x="34112" y="387629"/>
                  </a:lnTo>
                  <a:lnTo>
                    <a:pt x="36055" y="410083"/>
                  </a:lnTo>
                  <a:lnTo>
                    <a:pt x="38061" y="419455"/>
                  </a:lnTo>
                  <a:lnTo>
                    <a:pt x="41071" y="423100"/>
                  </a:lnTo>
                  <a:lnTo>
                    <a:pt x="73558" y="429615"/>
                  </a:lnTo>
                  <a:lnTo>
                    <a:pt x="122643" y="424218"/>
                  </a:lnTo>
                  <a:lnTo>
                    <a:pt x="168960" y="414439"/>
                  </a:lnTo>
                  <a:lnTo>
                    <a:pt x="236588" y="378802"/>
                  </a:lnTo>
                  <a:lnTo>
                    <a:pt x="265849" y="336003"/>
                  </a:lnTo>
                  <a:lnTo>
                    <a:pt x="283654" y="286486"/>
                  </a:lnTo>
                  <a:lnTo>
                    <a:pt x="292785" y="237312"/>
                  </a:lnTo>
                  <a:lnTo>
                    <a:pt x="296024" y="195529"/>
                  </a:lnTo>
                  <a:lnTo>
                    <a:pt x="296151" y="168211"/>
                  </a:lnTo>
                  <a:close/>
                </a:path>
              </a:pathLst>
            </a:custGeom>
            <a:solidFill>
              <a:srgbClr val="F7E1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639691" y="3158952"/>
              <a:ext cx="61594" cy="127000"/>
            </a:xfrm>
            <a:custGeom>
              <a:avLst/>
              <a:gdLst/>
              <a:ahLst/>
              <a:cxnLst/>
              <a:rect l="l" t="t" r="r" b="b"/>
              <a:pathLst>
                <a:path w="61595" h="127000">
                  <a:moveTo>
                    <a:pt x="44710" y="0"/>
                  </a:moveTo>
                  <a:lnTo>
                    <a:pt x="32453" y="4332"/>
                  </a:lnTo>
                  <a:lnTo>
                    <a:pt x="10334" y="14095"/>
                  </a:lnTo>
                  <a:lnTo>
                    <a:pt x="11957" y="50059"/>
                  </a:lnTo>
                  <a:lnTo>
                    <a:pt x="11422" y="73796"/>
                  </a:lnTo>
                  <a:lnTo>
                    <a:pt x="7759" y="95877"/>
                  </a:lnTo>
                  <a:lnTo>
                    <a:pt x="0" y="126877"/>
                  </a:lnTo>
                  <a:lnTo>
                    <a:pt x="7258" y="125856"/>
                  </a:lnTo>
                  <a:lnTo>
                    <a:pt x="53391" y="109170"/>
                  </a:lnTo>
                  <a:lnTo>
                    <a:pt x="61511" y="54322"/>
                  </a:lnTo>
                  <a:lnTo>
                    <a:pt x="61439" y="21304"/>
                  </a:lnTo>
                  <a:lnTo>
                    <a:pt x="57223" y="3739"/>
                  </a:lnTo>
                  <a:lnTo>
                    <a:pt x="51502" y="125"/>
                  </a:lnTo>
                  <a:lnTo>
                    <a:pt x="44710" y="0"/>
                  </a:lnTo>
                  <a:close/>
                </a:path>
              </a:pathLst>
            </a:custGeom>
            <a:solidFill>
              <a:srgbClr val="F5D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67589" y="2905181"/>
              <a:ext cx="418465" cy="598170"/>
            </a:xfrm>
            <a:custGeom>
              <a:avLst/>
              <a:gdLst/>
              <a:ahLst/>
              <a:cxnLst/>
              <a:rect l="l" t="t" r="r" b="b"/>
              <a:pathLst>
                <a:path w="418464" h="598170">
                  <a:moveTo>
                    <a:pt x="229822" y="0"/>
                  </a:moveTo>
                  <a:lnTo>
                    <a:pt x="172099" y="1875"/>
                  </a:lnTo>
                  <a:lnTo>
                    <a:pt x="109472" y="17075"/>
                  </a:lnTo>
                  <a:lnTo>
                    <a:pt x="66770" y="40596"/>
                  </a:lnTo>
                  <a:lnTo>
                    <a:pt x="38891" y="69072"/>
                  </a:lnTo>
                  <a:lnTo>
                    <a:pt x="9164" y="122649"/>
                  </a:lnTo>
                  <a:lnTo>
                    <a:pt x="0" y="175869"/>
                  </a:lnTo>
                  <a:lnTo>
                    <a:pt x="38671" y="176867"/>
                  </a:lnTo>
                  <a:lnTo>
                    <a:pt x="62943" y="174109"/>
                  </a:lnTo>
                  <a:lnTo>
                    <a:pt x="83056" y="164816"/>
                  </a:lnTo>
                  <a:lnTo>
                    <a:pt x="109253" y="146205"/>
                  </a:lnTo>
                  <a:lnTo>
                    <a:pt x="110425" y="159229"/>
                  </a:lnTo>
                  <a:lnTo>
                    <a:pt x="110524" y="199281"/>
                  </a:lnTo>
                  <a:lnTo>
                    <a:pt x="104424" y="267830"/>
                  </a:lnTo>
                  <a:lnTo>
                    <a:pt x="87002" y="366345"/>
                  </a:lnTo>
                  <a:lnTo>
                    <a:pt x="77831" y="409980"/>
                  </a:lnTo>
                  <a:lnTo>
                    <a:pt x="71707" y="448298"/>
                  </a:lnTo>
                  <a:lnTo>
                    <a:pt x="65869" y="502696"/>
                  </a:lnTo>
                  <a:lnTo>
                    <a:pt x="57558" y="594569"/>
                  </a:lnTo>
                  <a:lnTo>
                    <a:pt x="107027" y="597738"/>
                  </a:lnTo>
                  <a:lnTo>
                    <a:pt x="161153" y="592434"/>
                  </a:lnTo>
                  <a:lnTo>
                    <a:pt x="216815" y="580221"/>
                  </a:lnTo>
                  <a:lnTo>
                    <a:pt x="270896" y="562663"/>
                  </a:lnTo>
                  <a:lnTo>
                    <a:pt x="320276" y="541325"/>
                  </a:lnTo>
                  <a:lnTo>
                    <a:pt x="361836" y="517772"/>
                  </a:lnTo>
                  <a:lnTo>
                    <a:pt x="392458" y="493569"/>
                  </a:lnTo>
                  <a:lnTo>
                    <a:pt x="415405" y="438966"/>
                  </a:lnTo>
                  <a:lnTo>
                    <a:pt x="417921" y="392945"/>
                  </a:lnTo>
                  <a:lnTo>
                    <a:pt x="417135" y="337163"/>
                  </a:lnTo>
                  <a:lnTo>
                    <a:pt x="413609" y="276567"/>
                  </a:lnTo>
                  <a:lnTo>
                    <a:pt x="407905" y="216104"/>
                  </a:lnTo>
                  <a:lnTo>
                    <a:pt x="400585" y="160721"/>
                  </a:lnTo>
                  <a:lnTo>
                    <a:pt x="392212" y="115365"/>
                  </a:lnTo>
                  <a:lnTo>
                    <a:pt x="361753" y="53309"/>
                  </a:lnTo>
                  <a:lnTo>
                    <a:pt x="327240" y="27439"/>
                  </a:lnTo>
                  <a:lnTo>
                    <a:pt x="282399" y="9095"/>
                  </a:lnTo>
                  <a:lnTo>
                    <a:pt x="229822" y="0"/>
                  </a:lnTo>
                  <a:close/>
                </a:path>
              </a:pathLst>
            </a:custGeom>
            <a:solidFill>
              <a:srgbClr val="3C232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" name="object 25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57570" y="4344684"/>
            <a:ext cx="155325" cy="164944"/>
          </a:xfrm>
          <a:prstGeom prst="rect">
            <a:avLst/>
          </a:prstGeom>
        </p:spPr>
      </p:pic>
      <p:sp>
        <p:nvSpPr>
          <p:cNvPr id="26" name="object 26" descr=""/>
          <p:cNvSpPr/>
          <p:nvPr/>
        </p:nvSpPr>
        <p:spPr>
          <a:xfrm>
            <a:off x="4942581" y="4154466"/>
            <a:ext cx="59690" cy="122555"/>
          </a:xfrm>
          <a:custGeom>
            <a:avLst/>
            <a:gdLst/>
            <a:ahLst/>
            <a:cxnLst/>
            <a:rect l="l" t="t" r="r" b="b"/>
            <a:pathLst>
              <a:path w="59689" h="122554">
                <a:moveTo>
                  <a:pt x="43113" y="0"/>
                </a:moveTo>
                <a:lnTo>
                  <a:pt x="31295" y="4177"/>
                </a:lnTo>
                <a:lnTo>
                  <a:pt x="9968" y="13592"/>
                </a:lnTo>
                <a:lnTo>
                  <a:pt x="11538" y="48268"/>
                </a:lnTo>
                <a:lnTo>
                  <a:pt x="11023" y="71154"/>
                </a:lnTo>
                <a:lnTo>
                  <a:pt x="7488" y="92444"/>
                </a:lnTo>
                <a:lnTo>
                  <a:pt x="0" y="122332"/>
                </a:lnTo>
                <a:lnTo>
                  <a:pt x="6999" y="121348"/>
                </a:lnTo>
                <a:lnTo>
                  <a:pt x="51485" y="105265"/>
                </a:lnTo>
                <a:lnTo>
                  <a:pt x="59313" y="52377"/>
                </a:lnTo>
                <a:lnTo>
                  <a:pt x="59246" y="20543"/>
                </a:lnTo>
                <a:lnTo>
                  <a:pt x="55181" y="3613"/>
                </a:lnTo>
                <a:lnTo>
                  <a:pt x="49663" y="123"/>
                </a:lnTo>
                <a:lnTo>
                  <a:pt x="43113" y="0"/>
                </a:lnTo>
                <a:close/>
              </a:path>
            </a:pathLst>
          </a:custGeom>
          <a:solidFill>
            <a:srgbClr val="F5D7B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" name="object 27" descr=""/>
          <p:cNvGrpSpPr/>
          <p:nvPr/>
        </p:nvGrpSpPr>
        <p:grpSpPr>
          <a:xfrm>
            <a:off x="4648189" y="3984623"/>
            <a:ext cx="325120" cy="421640"/>
            <a:chOff x="4648189" y="3984623"/>
            <a:chExt cx="325120" cy="421640"/>
          </a:xfrm>
        </p:grpSpPr>
        <p:sp>
          <p:nvSpPr>
            <p:cNvPr id="28" name="object 28" descr=""/>
            <p:cNvSpPr/>
            <p:nvPr/>
          </p:nvSpPr>
          <p:spPr>
            <a:xfrm>
              <a:off x="4648189" y="4154467"/>
              <a:ext cx="59690" cy="122555"/>
            </a:xfrm>
            <a:custGeom>
              <a:avLst/>
              <a:gdLst/>
              <a:ahLst/>
              <a:cxnLst/>
              <a:rect l="l" t="t" r="r" b="b"/>
              <a:pathLst>
                <a:path w="59689" h="122554">
                  <a:moveTo>
                    <a:pt x="16199" y="0"/>
                  </a:moveTo>
                  <a:lnTo>
                    <a:pt x="9653" y="123"/>
                  </a:lnTo>
                  <a:lnTo>
                    <a:pt x="4141" y="3613"/>
                  </a:lnTo>
                  <a:lnTo>
                    <a:pt x="70" y="20543"/>
                  </a:lnTo>
                  <a:lnTo>
                    <a:pt x="0" y="52377"/>
                  </a:lnTo>
                  <a:lnTo>
                    <a:pt x="2922" y="85242"/>
                  </a:lnTo>
                  <a:lnTo>
                    <a:pt x="36357" y="118286"/>
                  </a:lnTo>
                  <a:lnTo>
                    <a:pt x="59312" y="122332"/>
                  </a:lnTo>
                  <a:lnTo>
                    <a:pt x="51823" y="92444"/>
                  </a:lnTo>
                  <a:lnTo>
                    <a:pt x="48289" y="71154"/>
                  </a:lnTo>
                  <a:lnTo>
                    <a:pt x="47774" y="48268"/>
                  </a:lnTo>
                  <a:lnTo>
                    <a:pt x="49344" y="13592"/>
                  </a:lnTo>
                  <a:lnTo>
                    <a:pt x="28017" y="4177"/>
                  </a:lnTo>
                  <a:lnTo>
                    <a:pt x="16199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675852" y="3984623"/>
              <a:ext cx="297180" cy="421640"/>
            </a:xfrm>
            <a:custGeom>
              <a:avLst/>
              <a:gdLst/>
              <a:ahLst/>
              <a:cxnLst/>
              <a:rect l="l" t="t" r="r" b="b"/>
              <a:pathLst>
                <a:path w="297179" h="421639">
                  <a:moveTo>
                    <a:pt x="125049" y="0"/>
                  </a:moveTo>
                  <a:lnTo>
                    <a:pt x="73251" y="5572"/>
                  </a:lnTo>
                  <a:lnTo>
                    <a:pt x="18044" y="27114"/>
                  </a:lnTo>
                  <a:lnTo>
                    <a:pt x="3516" y="113708"/>
                  </a:lnTo>
                  <a:lnTo>
                    <a:pt x="776" y="171031"/>
                  </a:lnTo>
                  <a:lnTo>
                    <a:pt x="0" y="204952"/>
                  </a:lnTo>
                  <a:lnTo>
                    <a:pt x="3101" y="229393"/>
                  </a:lnTo>
                  <a:lnTo>
                    <a:pt x="18458" y="303249"/>
                  </a:lnTo>
                  <a:lnTo>
                    <a:pt x="45357" y="345222"/>
                  </a:lnTo>
                  <a:lnTo>
                    <a:pt x="78425" y="376360"/>
                  </a:lnTo>
                  <a:lnTo>
                    <a:pt x="110902" y="405614"/>
                  </a:lnTo>
                  <a:lnTo>
                    <a:pt x="151615" y="421400"/>
                  </a:lnTo>
                  <a:lnTo>
                    <a:pt x="166828" y="420594"/>
                  </a:lnTo>
                  <a:lnTo>
                    <a:pt x="227663" y="372516"/>
                  </a:lnTo>
                  <a:lnTo>
                    <a:pt x="260809" y="338984"/>
                  </a:lnTo>
                  <a:lnTo>
                    <a:pt x="282936" y="293999"/>
                  </a:lnTo>
                  <a:lnTo>
                    <a:pt x="289235" y="255536"/>
                  </a:lnTo>
                  <a:lnTo>
                    <a:pt x="294858" y="212975"/>
                  </a:lnTo>
                  <a:lnTo>
                    <a:pt x="297059" y="180136"/>
                  </a:lnTo>
                  <a:lnTo>
                    <a:pt x="295251" y="138968"/>
                  </a:lnTo>
                  <a:lnTo>
                    <a:pt x="291970" y="87226"/>
                  </a:lnTo>
                  <a:lnTo>
                    <a:pt x="287415" y="24182"/>
                  </a:lnTo>
                  <a:lnTo>
                    <a:pt x="195744" y="4541"/>
                  </a:lnTo>
                  <a:lnTo>
                    <a:pt x="125049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 descr=""/>
          <p:cNvGrpSpPr/>
          <p:nvPr/>
        </p:nvGrpSpPr>
        <p:grpSpPr>
          <a:xfrm>
            <a:off x="4598525" y="3738653"/>
            <a:ext cx="445770" cy="643255"/>
            <a:chOff x="4598525" y="3738653"/>
            <a:chExt cx="445770" cy="643255"/>
          </a:xfrm>
        </p:grpSpPr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34628" y="3738653"/>
              <a:ext cx="221273" cy="182013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4598517" y="3845337"/>
              <a:ext cx="445770" cy="536575"/>
            </a:xfrm>
            <a:custGeom>
              <a:avLst/>
              <a:gdLst/>
              <a:ahLst/>
              <a:cxnLst/>
              <a:rect l="l" t="t" r="r" b="b"/>
              <a:pathLst>
                <a:path w="445770" h="536575">
                  <a:moveTo>
                    <a:pt x="445198" y="281051"/>
                  </a:moveTo>
                  <a:lnTo>
                    <a:pt x="437108" y="219633"/>
                  </a:lnTo>
                  <a:lnTo>
                    <a:pt x="428244" y="186042"/>
                  </a:lnTo>
                  <a:lnTo>
                    <a:pt x="426008" y="177546"/>
                  </a:lnTo>
                  <a:lnTo>
                    <a:pt x="415899" y="139204"/>
                  </a:lnTo>
                  <a:lnTo>
                    <a:pt x="394779" y="91681"/>
                  </a:lnTo>
                  <a:lnTo>
                    <a:pt x="366395" y="55359"/>
                  </a:lnTo>
                  <a:lnTo>
                    <a:pt x="332232" y="29133"/>
                  </a:lnTo>
                  <a:lnTo>
                    <a:pt x="293801" y="11899"/>
                  </a:lnTo>
                  <a:lnTo>
                    <a:pt x="252564" y="2552"/>
                  </a:lnTo>
                  <a:lnTo>
                    <a:pt x="210032" y="0"/>
                  </a:lnTo>
                  <a:lnTo>
                    <a:pt x="173291" y="6223"/>
                  </a:lnTo>
                  <a:lnTo>
                    <a:pt x="137096" y="23114"/>
                  </a:lnTo>
                  <a:lnTo>
                    <a:pt x="102743" y="49250"/>
                  </a:lnTo>
                  <a:lnTo>
                    <a:pt x="71462" y="83210"/>
                  </a:lnTo>
                  <a:lnTo>
                    <a:pt x="44551" y="123571"/>
                  </a:lnTo>
                  <a:lnTo>
                    <a:pt x="23266" y="168910"/>
                  </a:lnTo>
                  <a:lnTo>
                    <a:pt x="8877" y="217792"/>
                  </a:lnTo>
                  <a:lnTo>
                    <a:pt x="0" y="285242"/>
                  </a:lnTo>
                  <a:lnTo>
                    <a:pt x="6134" y="322059"/>
                  </a:lnTo>
                  <a:lnTo>
                    <a:pt x="21196" y="343458"/>
                  </a:lnTo>
                  <a:lnTo>
                    <a:pt x="39103" y="364655"/>
                  </a:lnTo>
                  <a:lnTo>
                    <a:pt x="49644" y="392049"/>
                  </a:lnTo>
                  <a:lnTo>
                    <a:pt x="54914" y="450316"/>
                  </a:lnTo>
                  <a:lnTo>
                    <a:pt x="81368" y="498030"/>
                  </a:lnTo>
                  <a:lnTo>
                    <a:pt x="110324" y="525614"/>
                  </a:lnTo>
                  <a:lnTo>
                    <a:pt x="115595" y="529907"/>
                  </a:lnTo>
                  <a:lnTo>
                    <a:pt x="98729" y="493153"/>
                  </a:lnTo>
                  <a:lnTo>
                    <a:pt x="91440" y="470573"/>
                  </a:lnTo>
                  <a:lnTo>
                    <a:pt x="92214" y="452869"/>
                  </a:lnTo>
                  <a:lnTo>
                    <a:pt x="99542" y="430745"/>
                  </a:lnTo>
                  <a:lnTo>
                    <a:pt x="102273" y="398754"/>
                  </a:lnTo>
                  <a:lnTo>
                    <a:pt x="102273" y="397268"/>
                  </a:lnTo>
                  <a:lnTo>
                    <a:pt x="97370" y="354672"/>
                  </a:lnTo>
                  <a:lnTo>
                    <a:pt x="90436" y="313626"/>
                  </a:lnTo>
                  <a:lnTo>
                    <a:pt x="87299" y="287489"/>
                  </a:lnTo>
                  <a:lnTo>
                    <a:pt x="133540" y="277139"/>
                  </a:lnTo>
                  <a:lnTo>
                    <a:pt x="188010" y="276199"/>
                  </a:lnTo>
                  <a:lnTo>
                    <a:pt x="205320" y="276237"/>
                  </a:lnTo>
                  <a:lnTo>
                    <a:pt x="214160" y="276415"/>
                  </a:lnTo>
                  <a:lnTo>
                    <a:pt x="216636" y="276529"/>
                  </a:lnTo>
                  <a:lnTo>
                    <a:pt x="216636" y="276199"/>
                  </a:lnTo>
                  <a:lnTo>
                    <a:pt x="216636" y="177546"/>
                  </a:lnTo>
                  <a:lnTo>
                    <a:pt x="223723" y="215988"/>
                  </a:lnTo>
                  <a:lnTo>
                    <a:pt x="227215" y="239052"/>
                  </a:lnTo>
                  <a:lnTo>
                    <a:pt x="228142" y="255981"/>
                  </a:lnTo>
                  <a:lnTo>
                    <a:pt x="227507" y="275983"/>
                  </a:lnTo>
                  <a:lnTo>
                    <a:pt x="277964" y="276110"/>
                  </a:lnTo>
                  <a:lnTo>
                    <a:pt x="299745" y="275983"/>
                  </a:lnTo>
                  <a:lnTo>
                    <a:pt x="300583" y="231952"/>
                  </a:lnTo>
                  <a:lnTo>
                    <a:pt x="300469" y="219633"/>
                  </a:lnTo>
                  <a:lnTo>
                    <a:pt x="300456" y="217932"/>
                  </a:lnTo>
                  <a:lnTo>
                    <a:pt x="301485" y="223824"/>
                  </a:lnTo>
                  <a:lnTo>
                    <a:pt x="304965" y="245795"/>
                  </a:lnTo>
                  <a:lnTo>
                    <a:pt x="306501" y="260362"/>
                  </a:lnTo>
                  <a:lnTo>
                    <a:pt x="307251" y="275983"/>
                  </a:lnTo>
                  <a:lnTo>
                    <a:pt x="331000" y="279666"/>
                  </a:lnTo>
                  <a:lnTo>
                    <a:pt x="343992" y="282105"/>
                  </a:lnTo>
                  <a:lnTo>
                    <a:pt x="350812" y="284353"/>
                  </a:lnTo>
                  <a:lnTo>
                    <a:pt x="356031" y="287489"/>
                  </a:lnTo>
                  <a:lnTo>
                    <a:pt x="357111" y="308381"/>
                  </a:lnTo>
                  <a:lnTo>
                    <a:pt x="352374" y="351040"/>
                  </a:lnTo>
                  <a:lnTo>
                    <a:pt x="347675" y="397268"/>
                  </a:lnTo>
                  <a:lnTo>
                    <a:pt x="348843" y="428853"/>
                  </a:lnTo>
                  <a:lnTo>
                    <a:pt x="354304" y="469582"/>
                  </a:lnTo>
                  <a:lnTo>
                    <a:pt x="347903" y="503936"/>
                  </a:lnTo>
                  <a:lnTo>
                    <a:pt x="337959" y="527659"/>
                  </a:lnTo>
                  <a:lnTo>
                    <a:pt x="332790" y="536524"/>
                  </a:lnTo>
                  <a:lnTo>
                    <a:pt x="363258" y="516305"/>
                  </a:lnTo>
                  <a:lnTo>
                    <a:pt x="378333" y="502183"/>
                  </a:lnTo>
                  <a:lnTo>
                    <a:pt x="382447" y="487502"/>
                  </a:lnTo>
                  <a:lnTo>
                    <a:pt x="380009" y="465594"/>
                  </a:lnTo>
                  <a:lnTo>
                    <a:pt x="382892" y="438708"/>
                  </a:lnTo>
                  <a:lnTo>
                    <a:pt x="396049" y="416941"/>
                  </a:lnTo>
                  <a:lnTo>
                    <a:pt x="412508" y="398754"/>
                  </a:lnTo>
                  <a:lnTo>
                    <a:pt x="425348" y="382587"/>
                  </a:lnTo>
                  <a:lnTo>
                    <a:pt x="435876" y="359410"/>
                  </a:lnTo>
                  <a:lnTo>
                    <a:pt x="443649" y="326605"/>
                  </a:lnTo>
                  <a:lnTo>
                    <a:pt x="445198" y="281051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6256564" y="3998278"/>
            <a:ext cx="353060" cy="511809"/>
            <a:chOff x="6256564" y="3998278"/>
            <a:chExt cx="353060" cy="511809"/>
          </a:xfrm>
        </p:grpSpPr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42755" y="4344684"/>
              <a:ext cx="155325" cy="164944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6256564" y="3998278"/>
              <a:ext cx="306070" cy="416559"/>
            </a:xfrm>
            <a:custGeom>
              <a:avLst/>
              <a:gdLst/>
              <a:ahLst/>
              <a:cxnLst/>
              <a:rect l="l" t="t" r="r" b="b"/>
              <a:pathLst>
                <a:path w="306070" h="416560">
                  <a:moveTo>
                    <a:pt x="174648" y="0"/>
                  </a:moveTo>
                  <a:lnTo>
                    <a:pt x="101754" y="159"/>
                  </a:lnTo>
                  <a:lnTo>
                    <a:pt x="40131" y="952"/>
                  </a:lnTo>
                  <a:lnTo>
                    <a:pt x="9123" y="31880"/>
                  </a:lnTo>
                  <a:lnTo>
                    <a:pt x="4693" y="93624"/>
                  </a:lnTo>
                  <a:lnTo>
                    <a:pt x="1139" y="158077"/>
                  </a:lnTo>
                  <a:lnTo>
                    <a:pt x="0" y="195380"/>
                  </a:lnTo>
                  <a:lnTo>
                    <a:pt x="3973" y="222125"/>
                  </a:lnTo>
                  <a:lnTo>
                    <a:pt x="12709" y="264162"/>
                  </a:lnTo>
                  <a:lnTo>
                    <a:pt x="23200" y="305513"/>
                  </a:lnTo>
                  <a:lnTo>
                    <a:pt x="49613" y="348390"/>
                  </a:lnTo>
                  <a:lnTo>
                    <a:pt x="79345" y="376316"/>
                  </a:lnTo>
                  <a:lnTo>
                    <a:pt x="108477" y="402323"/>
                  </a:lnTo>
                  <a:lnTo>
                    <a:pt x="147295" y="416321"/>
                  </a:lnTo>
                  <a:lnTo>
                    <a:pt x="162203" y="415253"/>
                  </a:lnTo>
                  <a:lnTo>
                    <a:pt x="229579" y="368525"/>
                  </a:lnTo>
                  <a:lnTo>
                    <a:pt x="267247" y="335992"/>
                  </a:lnTo>
                  <a:lnTo>
                    <a:pt x="292626" y="289824"/>
                  </a:lnTo>
                  <a:lnTo>
                    <a:pt x="300528" y="248426"/>
                  </a:lnTo>
                  <a:lnTo>
                    <a:pt x="305578" y="203305"/>
                  </a:lnTo>
                  <a:lnTo>
                    <a:pt x="302399" y="170124"/>
                  </a:lnTo>
                  <a:lnTo>
                    <a:pt x="290948" y="131224"/>
                  </a:lnTo>
                  <a:lnTo>
                    <a:pt x="277568" y="74208"/>
                  </a:lnTo>
                  <a:lnTo>
                    <a:pt x="266460" y="22686"/>
                  </a:lnTo>
                  <a:lnTo>
                    <a:pt x="261824" y="266"/>
                  </a:lnTo>
                  <a:lnTo>
                    <a:pt x="174648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549212" y="4158288"/>
              <a:ext cx="60960" cy="125095"/>
            </a:xfrm>
            <a:custGeom>
              <a:avLst/>
              <a:gdLst/>
              <a:ahLst/>
              <a:cxnLst/>
              <a:rect l="l" t="t" r="r" b="b"/>
              <a:pathLst>
                <a:path w="60959" h="125095">
                  <a:moveTo>
                    <a:pt x="43887" y="0"/>
                  </a:moveTo>
                  <a:lnTo>
                    <a:pt x="31856" y="4253"/>
                  </a:lnTo>
                  <a:lnTo>
                    <a:pt x="10146" y="13835"/>
                  </a:lnTo>
                  <a:lnTo>
                    <a:pt x="11742" y="49132"/>
                  </a:lnTo>
                  <a:lnTo>
                    <a:pt x="11218" y="72428"/>
                  </a:lnTo>
                  <a:lnTo>
                    <a:pt x="7621" y="94103"/>
                  </a:lnTo>
                  <a:lnTo>
                    <a:pt x="0" y="124534"/>
                  </a:lnTo>
                  <a:lnTo>
                    <a:pt x="7123" y="123532"/>
                  </a:lnTo>
                  <a:lnTo>
                    <a:pt x="52406" y="107152"/>
                  </a:lnTo>
                  <a:lnTo>
                    <a:pt x="60376" y="53317"/>
                  </a:lnTo>
                  <a:lnTo>
                    <a:pt x="60306" y="20908"/>
                  </a:lnTo>
                  <a:lnTo>
                    <a:pt x="56165" y="3668"/>
                  </a:lnTo>
                  <a:lnTo>
                    <a:pt x="50552" y="122"/>
                  </a:lnTo>
                  <a:lnTo>
                    <a:pt x="43887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6181928" y="3740425"/>
            <a:ext cx="452755" cy="641985"/>
            <a:chOff x="6181928" y="3740425"/>
            <a:chExt cx="452755" cy="641985"/>
          </a:xfrm>
        </p:grpSpPr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45925" y="3740425"/>
              <a:ext cx="233395" cy="178413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181928" y="3845337"/>
              <a:ext cx="452755" cy="536575"/>
            </a:xfrm>
            <a:custGeom>
              <a:avLst/>
              <a:gdLst/>
              <a:ahLst/>
              <a:cxnLst/>
              <a:rect l="l" t="t" r="r" b="b"/>
              <a:pathLst>
                <a:path w="452754" h="536575">
                  <a:moveTo>
                    <a:pt x="452462" y="281051"/>
                  </a:moveTo>
                  <a:lnTo>
                    <a:pt x="444360" y="219633"/>
                  </a:lnTo>
                  <a:lnTo>
                    <a:pt x="435508" y="186042"/>
                  </a:lnTo>
                  <a:lnTo>
                    <a:pt x="433260" y="177546"/>
                  </a:lnTo>
                  <a:lnTo>
                    <a:pt x="423151" y="139204"/>
                  </a:lnTo>
                  <a:lnTo>
                    <a:pt x="402031" y="91681"/>
                  </a:lnTo>
                  <a:lnTo>
                    <a:pt x="373646" y="55359"/>
                  </a:lnTo>
                  <a:lnTo>
                    <a:pt x="339496" y="29133"/>
                  </a:lnTo>
                  <a:lnTo>
                    <a:pt x="301053" y="11899"/>
                  </a:lnTo>
                  <a:lnTo>
                    <a:pt x="259829" y="2552"/>
                  </a:lnTo>
                  <a:lnTo>
                    <a:pt x="217284" y="0"/>
                  </a:lnTo>
                  <a:lnTo>
                    <a:pt x="180543" y="6223"/>
                  </a:lnTo>
                  <a:lnTo>
                    <a:pt x="144360" y="23114"/>
                  </a:lnTo>
                  <a:lnTo>
                    <a:pt x="109994" y="49250"/>
                  </a:lnTo>
                  <a:lnTo>
                    <a:pt x="78727" y="83210"/>
                  </a:lnTo>
                  <a:lnTo>
                    <a:pt x="51816" y="123571"/>
                  </a:lnTo>
                  <a:lnTo>
                    <a:pt x="30530" y="168910"/>
                  </a:lnTo>
                  <a:lnTo>
                    <a:pt x="16129" y="217792"/>
                  </a:lnTo>
                  <a:lnTo>
                    <a:pt x="3073" y="285648"/>
                  </a:lnTo>
                  <a:lnTo>
                    <a:pt x="0" y="323354"/>
                  </a:lnTo>
                  <a:lnTo>
                    <a:pt x="5842" y="345643"/>
                  </a:lnTo>
                  <a:lnTo>
                    <a:pt x="19545" y="367245"/>
                  </a:lnTo>
                  <a:lnTo>
                    <a:pt x="27825" y="388759"/>
                  </a:lnTo>
                  <a:lnTo>
                    <a:pt x="30429" y="398627"/>
                  </a:lnTo>
                  <a:lnTo>
                    <a:pt x="32562" y="423519"/>
                  </a:lnTo>
                  <a:lnTo>
                    <a:pt x="33248" y="430733"/>
                  </a:lnTo>
                  <a:lnTo>
                    <a:pt x="46939" y="481825"/>
                  </a:lnTo>
                  <a:lnTo>
                    <a:pt x="74815" y="514248"/>
                  </a:lnTo>
                  <a:lnTo>
                    <a:pt x="89903" y="527316"/>
                  </a:lnTo>
                  <a:lnTo>
                    <a:pt x="73469" y="493420"/>
                  </a:lnTo>
                  <a:lnTo>
                    <a:pt x="66395" y="472313"/>
                  </a:lnTo>
                  <a:lnTo>
                    <a:pt x="67246" y="455142"/>
                  </a:lnTo>
                  <a:lnTo>
                    <a:pt x="74587" y="433108"/>
                  </a:lnTo>
                  <a:lnTo>
                    <a:pt x="82423" y="399923"/>
                  </a:lnTo>
                  <a:lnTo>
                    <a:pt x="88519" y="355841"/>
                  </a:lnTo>
                  <a:lnTo>
                    <a:pt x="92659" y="313994"/>
                  </a:lnTo>
                  <a:lnTo>
                    <a:pt x="94564" y="287489"/>
                  </a:lnTo>
                  <a:lnTo>
                    <a:pt x="111226" y="281584"/>
                  </a:lnTo>
                  <a:lnTo>
                    <a:pt x="124358" y="278472"/>
                  </a:lnTo>
                  <a:lnTo>
                    <a:pt x="140804" y="277139"/>
                  </a:lnTo>
                  <a:lnTo>
                    <a:pt x="167360" y="276529"/>
                  </a:lnTo>
                  <a:lnTo>
                    <a:pt x="195262" y="276199"/>
                  </a:lnTo>
                  <a:lnTo>
                    <a:pt x="212585" y="276237"/>
                  </a:lnTo>
                  <a:lnTo>
                    <a:pt x="221424" y="276415"/>
                  </a:lnTo>
                  <a:lnTo>
                    <a:pt x="223901" y="276529"/>
                  </a:lnTo>
                  <a:lnTo>
                    <a:pt x="223901" y="276199"/>
                  </a:lnTo>
                  <a:lnTo>
                    <a:pt x="223901" y="177546"/>
                  </a:lnTo>
                  <a:lnTo>
                    <a:pt x="230974" y="215988"/>
                  </a:lnTo>
                  <a:lnTo>
                    <a:pt x="234391" y="238544"/>
                  </a:lnTo>
                  <a:lnTo>
                    <a:pt x="234492" y="239496"/>
                  </a:lnTo>
                  <a:lnTo>
                    <a:pt x="235394" y="255981"/>
                  </a:lnTo>
                  <a:lnTo>
                    <a:pt x="234759" y="275983"/>
                  </a:lnTo>
                  <a:lnTo>
                    <a:pt x="285229" y="276110"/>
                  </a:lnTo>
                  <a:lnTo>
                    <a:pt x="307009" y="275983"/>
                  </a:lnTo>
                  <a:lnTo>
                    <a:pt x="307721" y="238544"/>
                  </a:lnTo>
                  <a:lnTo>
                    <a:pt x="307848" y="231952"/>
                  </a:lnTo>
                  <a:lnTo>
                    <a:pt x="307733" y="219633"/>
                  </a:lnTo>
                  <a:lnTo>
                    <a:pt x="307721" y="219024"/>
                  </a:lnTo>
                  <a:lnTo>
                    <a:pt x="307721" y="217932"/>
                  </a:lnTo>
                  <a:lnTo>
                    <a:pt x="308749" y="223824"/>
                  </a:lnTo>
                  <a:lnTo>
                    <a:pt x="312229" y="245795"/>
                  </a:lnTo>
                  <a:lnTo>
                    <a:pt x="313766" y="260362"/>
                  </a:lnTo>
                  <a:lnTo>
                    <a:pt x="314515" y="275983"/>
                  </a:lnTo>
                  <a:lnTo>
                    <a:pt x="338251" y="279666"/>
                  </a:lnTo>
                  <a:lnTo>
                    <a:pt x="351256" y="282105"/>
                  </a:lnTo>
                  <a:lnTo>
                    <a:pt x="358076" y="284353"/>
                  </a:lnTo>
                  <a:lnTo>
                    <a:pt x="363296" y="287489"/>
                  </a:lnTo>
                  <a:lnTo>
                    <a:pt x="364375" y="308381"/>
                  </a:lnTo>
                  <a:lnTo>
                    <a:pt x="359638" y="351040"/>
                  </a:lnTo>
                  <a:lnTo>
                    <a:pt x="354926" y="397268"/>
                  </a:lnTo>
                  <a:lnTo>
                    <a:pt x="356108" y="428853"/>
                  </a:lnTo>
                  <a:lnTo>
                    <a:pt x="361569" y="469582"/>
                  </a:lnTo>
                  <a:lnTo>
                    <a:pt x="355155" y="503936"/>
                  </a:lnTo>
                  <a:lnTo>
                    <a:pt x="345211" y="527659"/>
                  </a:lnTo>
                  <a:lnTo>
                    <a:pt x="340055" y="536524"/>
                  </a:lnTo>
                  <a:lnTo>
                    <a:pt x="370522" y="516305"/>
                  </a:lnTo>
                  <a:lnTo>
                    <a:pt x="385597" y="502183"/>
                  </a:lnTo>
                  <a:lnTo>
                    <a:pt x="389699" y="487502"/>
                  </a:lnTo>
                  <a:lnTo>
                    <a:pt x="387273" y="465594"/>
                  </a:lnTo>
                  <a:lnTo>
                    <a:pt x="390156" y="438708"/>
                  </a:lnTo>
                  <a:lnTo>
                    <a:pt x="403301" y="416941"/>
                  </a:lnTo>
                  <a:lnTo>
                    <a:pt x="419773" y="398754"/>
                  </a:lnTo>
                  <a:lnTo>
                    <a:pt x="432600" y="382587"/>
                  </a:lnTo>
                  <a:lnTo>
                    <a:pt x="443128" y="359410"/>
                  </a:lnTo>
                  <a:lnTo>
                    <a:pt x="450900" y="326605"/>
                  </a:lnTo>
                  <a:lnTo>
                    <a:pt x="452462" y="281051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29060" y="1918273"/>
            <a:ext cx="323763" cy="106162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44768" y="2104813"/>
            <a:ext cx="279724" cy="119606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34214" y="2313866"/>
            <a:ext cx="399005" cy="115408"/>
          </a:xfrm>
          <a:prstGeom prst="rect">
            <a:avLst/>
          </a:prstGeom>
        </p:spPr>
      </p:pic>
      <p:sp>
        <p:nvSpPr>
          <p:cNvPr id="43" name="object 43" descr=""/>
          <p:cNvSpPr/>
          <p:nvPr/>
        </p:nvSpPr>
        <p:spPr>
          <a:xfrm>
            <a:off x="9597595" y="1921028"/>
            <a:ext cx="320040" cy="98425"/>
          </a:xfrm>
          <a:custGeom>
            <a:avLst/>
            <a:gdLst/>
            <a:ahLst/>
            <a:cxnLst/>
            <a:rect l="l" t="t" r="r" b="b"/>
            <a:pathLst>
              <a:path w="320040" h="98425">
                <a:moveTo>
                  <a:pt x="63327" y="0"/>
                </a:moveTo>
                <a:lnTo>
                  <a:pt x="8219" y="1999"/>
                </a:lnTo>
                <a:lnTo>
                  <a:pt x="0" y="23203"/>
                </a:lnTo>
                <a:lnTo>
                  <a:pt x="10470" y="26302"/>
                </a:lnTo>
                <a:lnTo>
                  <a:pt x="11057" y="26742"/>
                </a:lnTo>
                <a:lnTo>
                  <a:pt x="21957" y="68332"/>
                </a:lnTo>
                <a:lnTo>
                  <a:pt x="58540" y="93998"/>
                </a:lnTo>
                <a:lnTo>
                  <a:pt x="83725" y="96196"/>
                </a:lnTo>
                <a:lnTo>
                  <a:pt x="89253" y="95787"/>
                </a:lnTo>
                <a:lnTo>
                  <a:pt x="127049" y="76574"/>
                </a:lnTo>
                <a:lnTo>
                  <a:pt x="144927" y="33119"/>
                </a:lnTo>
                <a:lnTo>
                  <a:pt x="147377" y="33998"/>
                </a:lnTo>
                <a:lnTo>
                  <a:pt x="154529" y="34909"/>
                </a:lnTo>
                <a:lnTo>
                  <a:pt x="164644" y="35150"/>
                </a:lnTo>
                <a:lnTo>
                  <a:pt x="169680" y="34470"/>
                </a:lnTo>
                <a:lnTo>
                  <a:pt x="174120" y="33067"/>
                </a:lnTo>
                <a:lnTo>
                  <a:pt x="185711" y="67976"/>
                </a:lnTo>
                <a:lnTo>
                  <a:pt x="223134" y="96436"/>
                </a:lnTo>
                <a:lnTo>
                  <a:pt x="239322" y="98237"/>
                </a:lnTo>
                <a:lnTo>
                  <a:pt x="249379" y="97865"/>
                </a:lnTo>
                <a:lnTo>
                  <a:pt x="287111" y="87924"/>
                </a:lnTo>
                <a:lnTo>
                  <a:pt x="304321" y="47762"/>
                </a:lnTo>
                <a:lnTo>
                  <a:pt x="308283" y="30648"/>
                </a:lnTo>
                <a:lnTo>
                  <a:pt x="308870" y="30218"/>
                </a:lnTo>
                <a:lnTo>
                  <a:pt x="319424" y="27391"/>
                </a:lnTo>
                <a:lnTo>
                  <a:pt x="318649" y="18303"/>
                </a:lnTo>
                <a:lnTo>
                  <a:pt x="318377" y="15287"/>
                </a:lnTo>
                <a:lnTo>
                  <a:pt x="276728" y="3590"/>
                </a:lnTo>
                <a:lnTo>
                  <a:pt x="235150" y="2362"/>
                </a:lnTo>
                <a:lnTo>
                  <a:pt x="217138" y="3753"/>
                </a:lnTo>
                <a:lnTo>
                  <a:pt x="178973" y="14562"/>
                </a:lnTo>
                <a:lnTo>
                  <a:pt x="170570" y="23213"/>
                </a:lnTo>
                <a:lnTo>
                  <a:pt x="166047" y="24763"/>
                </a:lnTo>
                <a:lnTo>
                  <a:pt x="160361" y="25172"/>
                </a:lnTo>
                <a:lnTo>
                  <a:pt x="150435" y="24072"/>
                </a:lnTo>
                <a:lnTo>
                  <a:pt x="148927" y="23412"/>
                </a:lnTo>
                <a:lnTo>
                  <a:pt x="148854" y="22250"/>
                </a:lnTo>
                <a:lnTo>
                  <a:pt x="148655" y="21674"/>
                </a:lnTo>
                <a:lnTo>
                  <a:pt x="102875" y="2253"/>
                </a:lnTo>
                <a:lnTo>
                  <a:pt x="84909" y="389"/>
                </a:lnTo>
                <a:lnTo>
                  <a:pt x="63327" y="0"/>
                </a:lnTo>
                <a:close/>
              </a:path>
            </a:pathLst>
          </a:custGeom>
          <a:solidFill>
            <a:srgbClr val="283E7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4" name="object 4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620737" y="2112560"/>
            <a:ext cx="298271" cy="101546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9610179" y="2293816"/>
            <a:ext cx="398145" cy="120014"/>
          </a:xfrm>
          <a:custGeom>
            <a:avLst/>
            <a:gdLst/>
            <a:ahLst/>
            <a:cxnLst/>
            <a:rect l="l" t="t" r="r" b="b"/>
            <a:pathLst>
              <a:path w="398145" h="120014">
                <a:moveTo>
                  <a:pt x="397814" y="25895"/>
                </a:moveTo>
                <a:lnTo>
                  <a:pt x="382282" y="3797"/>
                </a:lnTo>
                <a:lnTo>
                  <a:pt x="374980" y="5041"/>
                </a:lnTo>
                <a:lnTo>
                  <a:pt x="366064" y="8039"/>
                </a:lnTo>
                <a:lnTo>
                  <a:pt x="349669" y="15125"/>
                </a:lnTo>
                <a:lnTo>
                  <a:pt x="321602" y="27876"/>
                </a:lnTo>
                <a:lnTo>
                  <a:pt x="321551" y="27673"/>
                </a:lnTo>
                <a:lnTo>
                  <a:pt x="317309" y="26873"/>
                </a:lnTo>
                <a:lnTo>
                  <a:pt x="281711" y="24028"/>
                </a:lnTo>
                <a:lnTo>
                  <a:pt x="260311" y="22631"/>
                </a:lnTo>
                <a:lnTo>
                  <a:pt x="239433" y="22263"/>
                </a:lnTo>
                <a:lnTo>
                  <a:pt x="221094" y="23444"/>
                </a:lnTo>
                <a:lnTo>
                  <a:pt x="182143" y="33959"/>
                </a:lnTo>
                <a:lnTo>
                  <a:pt x="173482" y="42659"/>
                </a:lnTo>
                <a:lnTo>
                  <a:pt x="168884" y="44170"/>
                </a:lnTo>
                <a:lnTo>
                  <a:pt x="163080" y="44526"/>
                </a:lnTo>
                <a:lnTo>
                  <a:pt x="152996" y="43281"/>
                </a:lnTo>
                <a:lnTo>
                  <a:pt x="151485" y="42595"/>
                </a:lnTo>
                <a:lnTo>
                  <a:pt x="151422" y="41402"/>
                </a:lnTo>
                <a:lnTo>
                  <a:pt x="151218" y="40817"/>
                </a:lnTo>
                <a:lnTo>
                  <a:pt x="104902" y="20497"/>
                </a:lnTo>
                <a:lnTo>
                  <a:pt x="88049" y="18542"/>
                </a:lnTo>
                <a:lnTo>
                  <a:pt x="86499" y="13893"/>
                </a:lnTo>
                <a:lnTo>
                  <a:pt x="85331" y="10477"/>
                </a:lnTo>
                <a:lnTo>
                  <a:pt x="80530" y="2806"/>
                </a:lnTo>
                <a:lnTo>
                  <a:pt x="75869" y="990"/>
                </a:lnTo>
                <a:lnTo>
                  <a:pt x="75869" y="18046"/>
                </a:lnTo>
                <a:lnTo>
                  <a:pt x="67056" y="17780"/>
                </a:lnTo>
                <a:lnTo>
                  <a:pt x="70789" y="16154"/>
                </a:lnTo>
                <a:lnTo>
                  <a:pt x="75450" y="13893"/>
                </a:lnTo>
                <a:lnTo>
                  <a:pt x="75869" y="18046"/>
                </a:lnTo>
                <a:lnTo>
                  <a:pt x="75869" y="990"/>
                </a:lnTo>
                <a:lnTo>
                  <a:pt x="73342" y="0"/>
                </a:lnTo>
                <a:lnTo>
                  <a:pt x="66040" y="1257"/>
                </a:lnTo>
                <a:lnTo>
                  <a:pt x="57111" y="4254"/>
                </a:lnTo>
                <a:lnTo>
                  <a:pt x="40728" y="11328"/>
                </a:lnTo>
                <a:lnTo>
                  <a:pt x="24968" y="18491"/>
                </a:lnTo>
                <a:lnTo>
                  <a:pt x="8623" y="19050"/>
                </a:lnTo>
                <a:lnTo>
                  <a:pt x="4343" y="19634"/>
                </a:lnTo>
                <a:lnTo>
                  <a:pt x="2387" y="25158"/>
                </a:lnTo>
                <a:lnTo>
                  <a:pt x="1549" y="28244"/>
                </a:lnTo>
                <a:lnTo>
                  <a:pt x="0" y="40525"/>
                </a:lnTo>
                <a:lnTo>
                  <a:pt x="10617" y="43802"/>
                </a:lnTo>
                <a:lnTo>
                  <a:pt x="11214" y="44246"/>
                </a:lnTo>
                <a:lnTo>
                  <a:pt x="21767" y="86690"/>
                </a:lnTo>
                <a:lnTo>
                  <a:pt x="58661" y="113258"/>
                </a:lnTo>
                <a:lnTo>
                  <a:pt x="84264" y="115811"/>
                </a:lnTo>
                <a:lnTo>
                  <a:pt x="89877" y="115455"/>
                </a:lnTo>
                <a:lnTo>
                  <a:pt x="128562" y="96380"/>
                </a:lnTo>
                <a:lnTo>
                  <a:pt x="145173" y="57772"/>
                </a:lnTo>
                <a:lnTo>
                  <a:pt x="147294" y="52412"/>
                </a:lnTo>
                <a:lnTo>
                  <a:pt x="149758" y="53327"/>
                </a:lnTo>
                <a:lnTo>
                  <a:pt x="157035" y="54356"/>
                </a:lnTo>
                <a:lnTo>
                  <a:pt x="167309" y="54724"/>
                </a:lnTo>
                <a:lnTo>
                  <a:pt x="172440" y="54089"/>
                </a:lnTo>
                <a:lnTo>
                  <a:pt x="176974" y="52705"/>
                </a:lnTo>
                <a:lnTo>
                  <a:pt x="178866" y="58204"/>
                </a:lnTo>
                <a:lnTo>
                  <a:pt x="193611" y="98031"/>
                </a:lnTo>
                <a:lnTo>
                  <a:pt x="231279" y="119037"/>
                </a:lnTo>
                <a:lnTo>
                  <a:pt x="242481" y="119811"/>
                </a:lnTo>
                <a:lnTo>
                  <a:pt x="252717" y="119570"/>
                </a:lnTo>
                <a:lnTo>
                  <a:pt x="291211" y="109918"/>
                </a:lnTo>
                <a:lnTo>
                  <a:pt x="309219" y="69303"/>
                </a:lnTo>
                <a:lnTo>
                  <a:pt x="313461" y="51930"/>
                </a:lnTo>
                <a:lnTo>
                  <a:pt x="314058" y="51498"/>
                </a:lnTo>
                <a:lnTo>
                  <a:pt x="318516" y="50380"/>
                </a:lnTo>
                <a:lnTo>
                  <a:pt x="318757" y="50317"/>
                </a:lnTo>
                <a:lnTo>
                  <a:pt x="324853" y="48768"/>
                </a:lnTo>
                <a:lnTo>
                  <a:pt x="324739" y="47332"/>
                </a:lnTo>
                <a:lnTo>
                  <a:pt x="379717" y="19951"/>
                </a:lnTo>
                <a:lnTo>
                  <a:pt x="384378" y="17678"/>
                </a:lnTo>
                <a:lnTo>
                  <a:pt x="385826" y="31559"/>
                </a:lnTo>
                <a:lnTo>
                  <a:pt x="397814" y="25895"/>
                </a:lnTo>
                <a:close/>
              </a:path>
            </a:pathLst>
          </a:custGeom>
          <a:solidFill>
            <a:srgbClr val="283E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 descr=""/>
          <p:cNvSpPr/>
          <p:nvPr/>
        </p:nvSpPr>
        <p:spPr>
          <a:xfrm>
            <a:off x="9129550" y="1911311"/>
            <a:ext cx="293370" cy="127635"/>
          </a:xfrm>
          <a:custGeom>
            <a:avLst/>
            <a:gdLst/>
            <a:ahLst/>
            <a:cxnLst/>
            <a:rect l="l" t="t" r="r" b="b"/>
            <a:pathLst>
              <a:path w="293370" h="127635">
                <a:moveTo>
                  <a:pt x="229239" y="0"/>
                </a:moveTo>
                <a:lnTo>
                  <a:pt x="211899" y="2397"/>
                </a:lnTo>
                <a:lnTo>
                  <a:pt x="196382" y="9150"/>
                </a:lnTo>
                <a:lnTo>
                  <a:pt x="183349" y="19600"/>
                </a:lnTo>
                <a:lnTo>
                  <a:pt x="173460" y="33087"/>
                </a:lnTo>
                <a:lnTo>
                  <a:pt x="161733" y="28072"/>
                </a:lnTo>
                <a:lnTo>
                  <a:pt x="119462" y="33360"/>
                </a:lnTo>
                <a:lnTo>
                  <a:pt x="109591" y="19767"/>
                </a:lnTo>
                <a:lnTo>
                  <a:pt x="96538" y="9231"/>
                </a:lnTo>
                <a:lnTo>
                  <a:pt x="80969" y="2419"/>
                </a:lnTo>
                <a:lnTo>
                  <a:pt x="63547" y="0"/>
                </a:lnTo>
                <a:lnTo>
                  <a:pt x="38811" y="4993"/>
                </a:lnTo>
                <a:lnTo>
                  <a:pt x="18611" y="18610"/>
                </a:lnTo>
                <a:lnTo>
                  <a:pt x="4993" y="38806"/>
                </a:lnTo>
                <a:lnTo>
                  <a:pt x="0" y="63537"/>
                </a:lnTo>
                <a:lnTo>
                  <a:pt x="4993" y="88273"/>
                </a:lnTo>
                <a:lnTo>
                  <a:pt x="18611" y="108473"/>
                </a:lnTo>
                <a:lnTo>
                  <a:pt x="38811" y="122091"/>
                </a:lnTo>
                <a:lnTo>
                  <a:pt x="63547" y="127085"/>
                </a:lnTo>
                <a:lnTo>
                  <a:pt x="88273" y="122091"/>
                </a:lnTo>
                <a:lnTo>
                  <a:pt x="108470" y="108473"/>
                </a:lnTo>
                <a:lnTo>
                  <a:pt x="122090" y="88273"/>
                </a:lnTo>
                <a:lnTo>
                  <a:pt x="127085" y="63537"/>
                </a:lnTo>
                <a:lnTo>
                  <a:pt x="127085" y="56092"/>
                </a:lnTo>
                <a:lnTo>
                  <a:pt x="125744" y="48982"/>
                </a:lnTo>
                <a:lnTo>
                  <a:pt x="123388" y="42333"/>
                </a:lnTo>
                <a:lnTo>
                  <a:pt x="131097" y="40259"/>
                </a:lnTo>
                <a:lnTo>
                  <a:pt x="138955" y="38645"/>
                </a:lnTo>
                <a:lnTo>
                  <a:pt x="146885" y="37686"/>
                </a:lnTo>
                <a:lnTo>
                  <a:pt x="154812" y="37580"/>
                </a:lnTo>
                <a:lnTo>
                  <a:pt x="160152" y="37831"/>
                </a:lnTo>
                <a:lnTo>
                  <a:pt x="164926" y="39663"/>
                </a:lnTo>
                <a:lnTo>
                  <a:pt x="169617" y="41716"/>
                </a:lnTo>
                <a:lnTo>
                  <a:pt x="167146" y="48532"/>
                </a:lnTo>
                <a:lnTo>
                  <a:pt x="165712" y="55862"/>
                </a:lnTo>
                <a:lnTo>
                  <a:pt x="165712" y="63537"/>
                </a:lnTo>
                <a:lnTo>
                  <a:pt x="170702" y="88273"/>
                </a:lnTo>
                <a:lnTo>
                  <a:pt x="184313" y="108473"/>
                </a:lnTo>
                <a:lnTo>
                  <a:pt x="204505" y="122091"/>
                </a:lnTo>
                <a:lnTo>
                  <a:pt x="229239" y="127085"/>
                </a:lnTo>
                <a:lnTo>
                  <a:pt x="253975" y="122091"/>
                </a:lnTo>
                <a:lnTo>
                  <a:pt x="274174" y="108473"/>
                </a:lnTo>
                <a:lnTo>
                  <a:pt x="287793" y="88273"/>
                </a:lnTo>
                <a:lnTo>
                  <a:pt x="292786" y="63537"/>
                </a:lnTo>
                <a:lnTo>
                  <a:pt x="287793" y="38806"/>
                </a:lnTo>
                <a:lnTo>
                  <a:pt x="274174" y="18610"/>
                </a:lnTo>
                <a:lnTo>
                  <a:pt x="253975" y="4993"/>
                </a:lnTo>
                <a:lnTo>
                  <a:pt x="229239" y="0"/>
                </a:lnTo>
                <a:close/>
              </a:path>
            </a:pathLst>
          </a:custGeom>
          <a:solidFill>
            <a:srgbClr val="703B1A">
              <a:alpha val="50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 descr=""/>
          <p:cNvSpPr/>
          <p:nvPr/>
        </p:nvSpPr>
        <p:spPr>
          <a:xfrm>
            <a:off x="9164282" y="2593599"/>
            <a:ext cx="293370" cy="127635"/>
          </a:xfrm>
          <a:custGeom>
            <a:avLst/>
            <a:gdLst/>
            <a:ahLst/>
            <a:cxnLst/>
            <a:rect l="l" t="t" r="r" b="b"/>
            <a:pathLst>
              <a:path w="293370" h="127635">
                <a:moveTo>
                  <a:pt x="229239" y="0"/>
                </a:moveTo>
                <a:lnTo>
                  <a:pt x="211899" y="2397"/>
                </a:lnTo>
                <a:lnTo>
                  <a:pt x="196382" y="9150"/>
                </a:lnTo>
                <a:lnTo>
                  <a:pt x="183349" y="19600"/>
                </a:lnTo>
                <a:lnTo>
                  <a:pt x="173460" y="33087"/>
                </a:lnTo>
                <a:lnTo>
                  <a:pt x="161733" y="28072"/>
                </a:lnTo>
                <a:lnTo>
                  <a:pt x="119462" y="33360"/>
                </a:lnTo>
                <a:lnTo>
                  <a:pt x="109591" y="19767"/>
                </a:lnTo>
                <a:lnTo>
                  <a:pt x="96538" y="9231"/>
                </a:lnTo>
                <a:lnTo>
                  <a:pt x="80969" y="2419"/>
                </a:lnTo>
                <a:lnTo>
                  <a:pt x="63547" y="0"/>
                </a:lnTo>
                <a:lnTo>
                  <a:pt x="38811" y="4993"/>
                </a:lnTo>
                <a:lnTo>
                  <a:pt x="18611" y="18610"/>
                </a:lnTo>
                <a:lnTo>
                  <a:pt x="4993" y="38806"/>
                </a:lnTo>
                <a:lnTo>
                  <a:pt x="0" y="63537"/>
                </a:lnTo>
                <a:lnTo>
                  <a:pt x="4993" y="88269"/>
                </a:lnTo>
                <a:lnTo>
                  <a:pt x="18611" y="108469"/>
                </a:lnTo>
                <a:lnTo>
                  <a:pt x="38811" y="122090"/>
                </a:lnTo>
                <a:lnTo>
                  <a:pt x="63547" y="127085"/>
                </a:lnTo>
                <a:lnTo>
                  <a:pt x="88273" y="122090"/>
                </a:lnTo>
                <a:lnTo>
                  <a:pt x="108470" y="108469"/>
                </a:lnTo>
                <a:lnTo>
                  <a:pt x="122090" y="88269"/>
                </a:lnTo>
                <a:lnTo>
                  <a:pt x="127085" y="63537"/>
                </a:lnTo>
                <a:lnTo>
                  <a:pt x="127085" y="56092"/>
                </a:lnTo>
                <a:lnTo>
                  <a:pt x="125744" y="48972"/>
                </a:lnTo>
                <a:lnTo>
                  <a:pt x="123388" y="42333"/>
                </a:lnTo>
                <a:lnTo>
                  <a:pt x="131097" y="40259"/>
                </a:lnTo>
                <a:lnTo>
                  <a:pt x="138955" y="38645"/>
                </a:lnTo>
                <a:lnTo>
                  <a:pt x="146885" y="37686"/>
                </a:lnTo>
                <a:lnTo>
                  <a:pt x="154812" y="37580"/>
                </a:lnTo>
                <a:lnTo>
                  <a:pt x="160152" y="37831"/>
                </a:lnTo>
                <a:lnTo>
                  <a:pt x="164926" y="39663"/>
                </a:lnTo>
                <a:lnTo>
                  <a:pt x="169617" y="41716"/>
                </a:lnTo>
                <a:lnTo>
                  <a:pt x="167146" y="48532"/>
                </a:lnTo>
                <a:lnTo>
                  <a:pt x="165712" y="55862"/>
                </a:lnTo>
                <a:lnTo>
                  <a:pt x="165712" y="63537"/>
                </a:lnTo>
                <a:lnTo>
                  <a:pt x="170702" y="88269"/>
                </a:lnTo>
                <a:lnTo>
                  <a:pt x="184313" y="108469"/>
                </a:lnTo>
                <a:lnTo>
                  <a:pt x="204505" y="122090"/>
                </a:lnTo>
                <a:lnTo>
                  <a:pt x="229239" y="127085"/>
                </a:lnTo>
                <a:lnTo>
                  <a:pt x="253975" y="122090"/>
                </a:lnTo>
                <a:lnTo>
                  <a:pt x="274174" y="108469"/>
                </a:lnTo>
                <a:lnTo>
                  <a:pt x="287793" y="88269"/>
                </a:lnTo>
                <a:lnTo>
                  <a:pt x="292786" y="63537"/>
                </a:lnTo>
                <a:lnTo>
                  <a:pt x="287793" y="38806"/>
                </a:lnTo>
                <a:lnTo>
                  <a:pt x="274174" y="18610"/>
                </a:lnTo>
                <a:lnTo>
                  <a:pt x="253975" y="4993"/>
                </a:lnTo>
                <a:lnTo>
                  <a:pt x="229239" y="0"/>
                </a:lnTo>
                <a:close/>
              </a:path>
            </a:pathLst>
          </a:custGeom>
          <a:solidFill>
            <a:srgbClr val="8EBBA4">
              <a:alpha val="50999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" name="object 48" descr=""/>
          <p:cNvGrpSpPr/>
          <p:nvPr/>
        </p:nvGrpSpPr>
        <p:grpSpPr>
          <a:xfrm>
            <a:off x="9149723" y="2110514"/>
            <a:ext cx="285115" cy="130810"/>
            <a:chOff x="9149723" y="2110514"/>
            <a:chExt cx="285115" cy="130810"/>
          </a:xfrm>
        </p:grpSpPr>
        <p:sp>
          <p:nvSpPr>
            <p:cNvPr id="49" name="object 49" descr=""/>
            <p:cNvSpPr/>
            <p:nvPr/>
          </p:nvSpPr>
          <p:spPr>
            <a:xfrm>
              <a:off x="9149723" y="2110514"/>
              <a:ext cx="36830" cy="130810"/>
            </a:xfrm>
            <a:custGeom>
              <a:avLst/>
              <a:gdLst/>
              <a:ahLst/>
              <a:cxnLst/>
              <a:rect l="l" t="t" r="r" b="b"/>
              <a:pathLst>
                <a:path w="36829" h="130810">
                  <a:moveTo>
                    <a:pt x="18386" y="0"/>
                  </a:moveTo>
                  <a:lnTo>
                    <a:pt x="11229" y="5127"/>
                  </a:lnTo>
                  <a:lnTo>
                    <a:pt x="5384" y="19110"/>
                  </a:lnTo>
                  <a:lnTo>
                    <a:pt x="1444" y="39849"/>
                  </a:lnTo>
                  <a:lnTo>
                    <a:pt x="0" y="65244"/>
                  </a:lnTo>
                  <a:lnTo>
                    <a:pt x="1444" y="90643"/>
                  </a:lnTo>
                  <a:lnTo>
                    <a:pt x="5384" y="111381"/>
                  </a:lnTo>
                  <a:lnTo>
                    <a:pt x="11229" y="125362"/>
                  </a:lnTo>
                  <a:lnTo>
                    <a:pt x="18386" y="130488"/>
                  </a:lnTo>
                  <a:lnTo>
                    <a:pt x="25556" y="125362"/>
                  </a:lnTo>
                  <a:lnTo>
                    <a:pt x="31407" y="111381"/>
                  </a:lnTo>
                  <a:lnTo>
                    <a:pt x="35349" y="90643"/>
                  </a:lnTo>
                  <a:lnTo>
                    <a:pt x="36794" y="65244"/>
                  </a:lnTo>
                  <a:lnTo>
                    <a:pt x="35349" y="39849"/>
                  </a:lnTo>
                  <a:lnTo>
                    <a:pt x="31407" y="19110"/>
                  </a:lnTo>
                  <a:lnTo>
                    <a:pt x="25556" y="5127"/>
                  </a:lnTo>
                  <a:lnTo>
                    <a:pt x="18386" y="0"/>
                  </a:lnTo>
                  <a:close/>
                </a:path>
              </a:pathLst>
            </a:custGeom>
            <a:solidFill>
              <a:srgbClr val="703B1A">
                <a:alpha val="5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178051" y="2147534"/>
              <a:ext cx="257175" cy="81280"/>
            </a:xfrm>
            <a:custGeom>
              <a:avLst/>
              <a:gdLst/>
              <a:ahLst/>
              <a:cxnLst/>
              <a:rect l="l" t="t" r="r" b="b"/>
              <a:pathLst>
                <a:path w="257175" h="81280">
                  <a:moveTo>
                    <a:pt x="0" y="0"/>
                  </a:moveTo>
                  <a:lnTo>
                    <a:pt x="575" y="27182"/>
                  </a:lnTo>
                  <a:lnTo>
                    <a:pt x="34548" y="26705"/>
                  </a:lnTo>
                  <a:lnTo>
                    <a:pt x="109919" y="26420"/>
                  </a:lnTo>
                  <a:lnTo>
                    <a:pt x="186871" y="28048"/>
                  </a:lnTo>
                  <a:lnTo>
                    <a:pt x="225584" y="33307"/>
                  </a:lnTo>
                  <a:lnTo>
                    <a:pt x="235312" y="80824"/>
                  </a:lnTo>
                  <a:lnTo>
                    <a:pt x="256547" y="78625"/>
                  </a:lnTo>
                  <a:lnTo>
                    <a:pt x="248591" y="32755"/>
                  </a:lnTo>
                  <a:lnTo>
                    <a:pt x="193244" y="4251"/>
                  </a:lnTo>
                  <a:lnTo>
                    <a:pt x="126384" y="1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9185026" y="2799396"/>
            <a:ext cx="285115" cy="130810"/>
            <a:chOff x="9185026" y="2799396"/>
            <a:chExt cx="285115" cy="130810"/>
          </a:xfrm>
        </p:grpSpPr>
        <p:sp>
          <p:nvSpPr>
            <p:cNvPr id="52" name="object 52" descr=""/>
            <p:cNvSpPr/>
            <p:nvPr/>
          </p:nvSpPr>
          <p:spPr>
            <a:xfrm>
              <a:off x="9185026" y="2799396"/>
              <a:ext cx="36830" cy="130810"/>
            </a:xfrm>
            <a:custGeom>
              <a:avLst/>
              <a:gdLst/>
              <a:ahLst/>
              <a:cxnLst/>
              <a:rect l="l" t="t" r="r" b="b"/>
              <a:pathLst>
                <a:path w="36829" h="130810">
                  <a:moveTo>
                    <a:pt x="18386" y="0"/>
                  </a:moveTo>
                  <a:lnTo>
                    <a:pt x="11229" y="5127"/>
                  </a:lnTo>
                  <a:lnTo>
                    <a:pt x="5384" y="19110"/>
                  </a:lnTo>
                  <a:lnTo>
                    <a:pt x="1444" y="39849"/>
                  </a:lnTo>
                  <a:lnTo>
                    <a:pt x="0" y="65244"/>
                  </a:lnTo>
                  <a:lnTo>
                    <a:pt x="1444" y="90643"/>
                  </a:lnTo>
                  <a:lnTo>
                    <a:pt x="5384" y="111381"/>
                  </a:lnTo>
                  <a:lnTo>
                    <a:pt x="11229" y="125362"/>
                  </a:lnTo>
                  <a:lnTo>
                    <a:pt x="18386" y="130488"/>
                  </a:lnTo>
                  <a:lnTo>
                    <a:pt x="25556" y="125362"/>
                  </a:lnTo>
                  <a:lnTo>
                    <a:pt x="31407" y="111381"/>
                  </a:lnTo>
                  <a:lnTo>
                    <a:pt x="35349" y="90643"/>
                  </a:lnTo>
                  <a:lnTo>
                    <a:pt x="36794" y="65244"/>
                  </a:lnTo>
                  <a:lnTo>
                    <a:pt x="35349" y="39849"/>
                  </a:lnTo>
                  <a:lnTo>
                    <a:pt x="31407" y="19110"/>
                  </a:lnTo>
                  <a:lnTo>
                    <a:pt x="25556" y="5127"/>
                  </a:lnTo>
                  <a:lnTo>
                    <a:pt x="18386" y="0"/>
                  </a:lnTo>
                  <a:close/>
                </a:path>
              </a:pathLst>
            </a:custGeom>
            <a:solidFill>
              <a:srgbClr val="8EBBA4">
                <a:alpha val="50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213355" y="2836418"/>
              <a:ext cx="257175" cy="81280"/>
            </a:xfrm>
            <a:custGeom>
              <a:avLst/>
              <a:gdLst/>
              <a:ahLst/>
              <a:cxnLst/>
              <a:rect l="l" t="t" r="r" b="b"/>
              <a:pathLst>
                <a:path w="257175" h="81280">
                  <a:moveTo>
                    <a:pt x="0" y="0"/>
                  </a:moveTo>
                  <a:lnTo>
                    <a:pt x="575" y="27182"/>
                  </a:lnTo>
                  <a:lnTo>
                    <a:pt x="34546" y="26705"/>
                  </a:lnTo>
                  <a:lnTo>
                    <a:pt x="109915" y="26420"/>
                  </a:lnTo>
                  <a:lnTo>
                    <a:pt x="186866" y="28048"/>
                  </a:lnTo>
                  <a:lnTo>
                    <a:pt x="225584" y="33307"/>
                  </a:lnTo>
                  <a:lnTo>
                    <a:pt x="235312" y="80824"/>
                  </a:lnTo>
                  <a:lnTo>
                    <a:pt x="256547" y="78625"/>
                  </a:lnTo>
                  <a:lnTo>
                    <a:pt x="248591" y="32755"/>
                  </a:lnTo>
                  <a:lnTo>
                    <a:pt x="193244" y="4251"/>
                  </a:lnTo>
                  <a:lnTo>
                    <a:pt x="126384" y="1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" name="object 54" descr=""/>
          <p:cNvGrpSpPr/>
          <p:nvPr/>
        </p:nvGrpSpPr>
        <p:grpSpPr>
          <a:xfrm>
            <a:off x="9149719" y="2307636"/>
            <a:ext cx="344170" cy="118110"/>
            <a:chOff x="9149719" y="2307636"/>
            <a:chExt cx="344170" cy="118110"/>
          </a:xfrm>
        </p:grpSpPr>
        <p:sp>
          <p:nvSpPr>
            <p:cNvPr id="55" name="object 55" descr=""/>
            <p:cNvSpPr/>
            <p:nvPr/>
          </p:nvSpPr>
          <p:spPr>
            <a:xfrm>
              <a:off x="9420011" y="2307993"/>
              <a:ext cx="74295" cy="60325"/>
            </a:xfrm>
            <a:custGeom>
              <a:avLst/>
              <a:gdLst/>
              <a:ahLst/>
              <a:cxnLst/>
              <a:rect l="l" t="t" r="r" b="b"/>
              <a:pathLst>
                <a:path w="74295" h="60325">
                  <a:moveTo>
                    <a:pt x="58668" y="0"/>
                  </a:moveTo>
                  <a:lnTo>
                    <a:pt x="51431" y="1762"/>
                  </a:lnTo>
                  <a:lnTo>
                    <a:pt x="42908" y="5697"/>
                  </a:lnTo>
                  <a:lnTo>
                    <a:pt x="27597" y="14817"/>
                  </a:lnTo>
                  <a:lnTo>
                    <a:pt x="0" y="32135"/>
                  </a:lnTo>
                  <a:lnTo>
                    <a:pt x="7790" y="60071"/>
                  </a:lnTo>
                  <a:lnTo>
                    <a:pt x="46380" y="29154"/>
                  </a:lnTo>
                  <a:lnTo>
                    <a:pt x="55872" y="21863"/>
                  </a:lnTo>
                  <a:lnTo>
                    <a:pt x="60542" y="18721"/>
                  </a:lnTo>
                  <a:lnTo>
                    <a:pt x="71593" y="18721"/>
                  </a:lnTo>
                  <a:lnTo>
                    <a:pt x="70454" y="13965"/>
                  </a:lnTo>
                  <a:lnTo>
                    <a:pt x="65781" y="3681"/>
                  </a:lnTo>
                  <a:lnTo>
                    <a:pt x="58668" y="0"/>
                  </a:lnTo>
                  <a:close/>
                </a:path>
                <a:path w="74295" h="60325">
                  <a:moveTo>
                    <a:pt x="71593" y="18721"/>
                  </a:moveTo>
                  <a:lnTo>
                    <a:pt x="60542" y="18721"/>
                  </a:lnTo>
                  <a:lnTo>
                    <a:pt x="61757" y="37443"/>
                  </a:lnTo>
                  <a:lnTo>
                    <a:pt x="73798" y="29611"/>
                  </a:lnTo>
                  <a:lnTo>
                    <a:pt x="73017" y="24669"/>
                  </a:lnTo>
                  <a:lnTo>
                    <a:pt x="71593" y="18721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149719" y="2307636"/>
              <a:ext cx="278130" cy="118110"/>
            </a:xfrm>
            <a:custGeom>
              <a:avLst/>
              <a:gdLst/>
              <a:ahLst/>
              <a:cxnLst/>
              <a:rect l="l" t="t" r="r" b="b"/>
              <a:pathLst>
                <a:path w="278129" h="118110">
                  <a:moveTo>
                    <a:pt x="57171" y="0"/>
                  </a:moveTo>
                  <a:lnTo>
                    <a:pt x="34915" y="4526"/>
                  </a:lnTo>
                  <a:lnTo>
                    <a:pt x="16742" y="16871"/>
                  </a:lnTo>
                  <a:lnTo>
                    <a:pt x="4492" y="35180"/>
                  </a:lnTo>
                  <a:lnTo>
                    <a:pt x="0" y="57600"/>
                  </a:lnTo>
                  <a:lnTo>
                    <a:pt x="4492" y="80026"/>
                  </a:lnTo>
                  <a:lnTo>
                    <a:pt x="16742" y="98338"/>
                  </a:lnTo>
                  <a:lnTo>
                    <a:pt x="34915" y="110684"/>
                  </a:lnTo>
                  <a:lnTo>
                    <a:pt x="57171" y="115211"/>
                  </a:lnTo>
                  <a:lnTo>
                    <a:pt x="79420" y="110684"/>
                  </a:lnTo>
                  <a:lnTo>
                    <a:pt x="97589" y="98338"/>
                  </a:lnTo>
                  <a:lnTo>
                    <a:pt x="109839" y="80026"/>
                  </a:lnTo>
                  <a:lnTo>
                    <a:pt x="114331" y="57600"/>
                  </a:lnTo>
                  <a:lnTo>
                    <a:pt x="114331" y="50239"/>
                  </a:lnTo>
                  <a:lnTo>
                    <a:pt x="112907" y="43234"/>
                  </a:lnTo>
                  <a:lnTo>
                    <a:pt x="110405" y="36763"/>
                  </a:lnTo>
                  <a:lnTo>
                    <a:pt x="122738" y="34055"/>
                  </a:lnTo>
                  <a:lnTo>
                    <a:pt x="135082" y="33094"/>
                  </a:lnTo>
                  <a:lnTo>
                    <a:pt x="147390" y="33878"/>
                  </a:lnTo>
                  <a:lnTo>
                    <a:pt x="159618" y="36407"/>
                  </a:lnTo>
                  <a:lnTo>
                    <a:pt x="155995" y="43715"/>
                  </a:lnTo>
                  <a:lnTo>
                    <a:pt x="153922" y="51841"/>
                  </a:lnTo>
                  <a:lnTo>
                    <a:pt x="153922" y="60427"/>
                  </a:lnTo>
                  <a:lnTo>
                    <a:pt x="158798" y="82849"/>
                  </a:lnTo>
                  <a:lnTo>
                    <a:pt x="172099" y="101161"/>
                  </a:lnTo>
                  <a:lnTo>
                    <a:pt x="191832" y="113509"/>
                  </a:lnTo>
                  <a:lnTo>
                    <a:pt x="216003" y="118038"/>
                  </a:lnTo>
                  <a:lnTo>
                    <a:pt x="240165" y="113509"/>
                  </a:lnTo>
                  <a:lnTo>
                    <a:pt x="259895" y="101161"/>
                  </a:lnTo>
                  <a:lnTo>
                    <a:pt x="273197" y="82849"/>
                  </a:lnTo>
                  <a:lnTo>
                    <a:pt x="278075" y="60427"/>
                  </a:lnTo>
                  <a:lnTo>
                    <a:pt x="273197" y="38005"/>
                  </a:lnTo>
                  <a:lnTo>
                    <a:pt x="259895" y="19693"/>
                  </a:lnTo>
                  <a:lnTo>
                    <a:pt x="240165" y="7344"/>
                  </a:lnTo>
                  <a:lnTo>
                    <a:pt x="216003" y="2816"/>
                  </a:lnTo>
                  <a:lnTo>
                    <a:pt x="200397" y="4655"/>
                  </a:lnTo>
                  <a:lnTo>
                    <a:pt x="186249" y="9863"/>
                  </a:lnTo>
                  <a:lnTo>
                    <a:pt x="174054" y="17977"/>
                  </a:lnTo>
                  <a:lnTo>
                    <a:pt x="164309" y="28533"/>
                  </a:lnTo>
                  <a:lnTo>
                    <a:pt x="149991" y="25276"/>
                  </a:lnTo>
                  <a:lnTo>
                    <a:pt x="135481" y="24217"/>
                  </a:lnTo>
                  <a:lnTo>
                    <a:pt x="120946" y="25348"/>
                  </a:lnTo>
                  <a:lnTo>
                    <a:pt x="106551" y="28658"/>
                  </a:lnTo>
                  <a:lnTo>
                    <a:pt x="97613" y="16958"/>
                  </a:lnTo>
                  <a:lnTo>
                    <a:pt x="86047" y="7909"/>
                  </a:lnTo>
                  <a:lnTo>
                    <a:pt x="72387" y="2070"/>
                  </a:lnTo>
                  <a:lnTo>
                    <a:pt x="57171" y="0"/>
                  </a:lnTo>
                  <a:close/>
                </a:path>
              </a:pathLst>
            </a:custGeom>
            <a:solidFill>
              <a:srgbClr val="703B1A">
                <a:alpha val="50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9178939" y="3040854"/>
            <a:ext cx="344170" cy="118110"/>
            <a:chOff x="9178939" y="3040854"/>
            <a:chExt cx="344170" cy="118110"/>
          </a:xfrm>
        </p:grpSpPr>
        <p:sp>
          <p:nvSpPr>
            <p:cNvPr id="58" name="object 58" descr=""/>
            <p:cNvSpPr/>
            <p:nvPr/>
          </p:nvSpPr>
          <p:spPr>
            <a:xfrm>
              <a:off x="9449232" y="3041211"/>
              <a:ext cx="74295" cy="60325"/>
            </a:xfrm>
            <a:custGeom>
              <a:avLst/>
              <a:gdLst/>
              <a:ahLst/>
              <a:cxnLst/>
              <a:rect l="l" t="t" r="r" b="b"/>
              <a:pathLst>
                <a:path w="74295" h="60325">
                  <a:moveTo>
                    <a:pt x="58668" y="0"/>
                  </a:moveTo>
                  <a:lnTo>
                    <a:pt x="51431" y="1762"/>
                  </a:lnTo>
                  <a:lnTo>
                    <a:pt x="42908" y="5697"/>
                  </a:lnTo>
                  <a:lnTo>
                    <a:pt x="27597" y="14817"/>
                  </a:lnTo>
                  <a:lnTo>
                    <a:pt x="0" y="32135"/>
                  </a:lnTo>
                  <a:lnTo>
                    <a:pt x="7790" y="60071"/>
                  </a:lnTo>
                  <a:lnTo>
                    <a:pt x="46380" y="29154"/>
                  </a:lnTo>
                  <a:lnTo>
                    <a:pt x="55872" y="21863"/>
                  </a:lnTo>
                  <a:lnTo>
                    <a:pt x="60542" y="18721"/>
                  </a:lnTo>
                  <a:lnTo>
                    <a:pt x="71593" y="18721"/>
                  </a:lnTo>
                  <a:lnTo>
                    <a:pt x="70454" y="13965"/>
                  </a:lnTo>
                  <a:lnTo>
                    <a:pt x="65781" y="3681"/>
                  </a:lnTo>
                  <a:lnTo>
                    <a:pt x="58668" y="0"/>
                  </a:lnTo>
                  <a:close/>
                </a:path>
                <a:path w="74295" h="60325">
                  <a:moveTo>
                    <a:pt x="71593" y="18721"/>
                  </a:moveTo>
                  <a:lnTo>
                    <a:pt x="60542" y="18721"/>
                  </a:lnTo>
                  <a:lnTo>
                    <a:pt x="61757" y="37443"/>
                  </a:lnTo>
                  <a:lnTo>
                    <a:pt x="73798" y="29611"/>
                  </a:lnTo>
                  <a:lnTo>
                    <a:pt x="73017" y="24669"/>
                  </a:lnTo>
                  <a:lnTo>
                    <a:pt x="71593" y="18721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9178939" y="3040854"/>
              <a:ext cx="278130" cy="118110"/>
            </a:xfrm>
            <a:custGeom>
              <a:avLst/>
              <a:gdLst/>
              <a:ahLst/>
              <a:cxnLst/>
              <a:rect l="l" t="t" r="r" b="b"/>
              <a:pathLst>
                <a:path w="278129" h="118110">
                  <a:moveTo>
                    <a:pt x="57171" y="0"/>
                  </a:moveTo>
                  <a:lnTo>
                    <a:pt x="34915" y="4526"/>
                  </a:lnTo>
                  <a:lnTo>
                    <a:pt x="16742" y="16871"/>
                  </a:lnTo>
                  <a:lnTo>
                    <a:pt x="4492" y="35180"/>
                  </a:lnTo>
                  <a:lnTo>
                    <a:pt x="0" y="57600"/>
                  </a:lnTo>
                  <a:lnTo>
                    <a:pt x="4492" y="80026"/>
                  </a:lnTo>
                  <a:lnTo>
                    <a:pt x="16742" y="98338"/>
                  </a:lnTo>
                  <a:lnTo>
                    <a:pt x="34915" y="110684"/>
                  </a:lnTo>
                  <a:lnTo>
                    <a:pt x="57171" y="115211"/>
                  </a:lnTo>
                  <a:lnTo>
                    <a:pt x="79420" y="110684"/>
                  </a:lnTo>
                  <a:lnTo>
                    <a:pt x="97589" y="98338"/>
                  </a:lnTo>
                  <a:lnTo>
                    <a:pt x="109839" y="80026"/>
                  </a:lnTo>
                  <a:lnTo>
                    <a:pt x="114331" y="57600"/>
                  </a:lnTo>
                  <a:lnTo>
                    <a:pt x="114331" y="50239"/>
                  </a:lnTo>
                  <a:lnTo>
                    <a:pt x="112907" y="43234"/>
                  </a:lnTo>
                  <a:lnTo>
                    <a:pt x="110405" y="36763"/>
                  </a:lnTo>
                  <a:lnTo>
                    <a:pt x="122738" y="34055"/>
                  </a:lnTo>
                  <a:lnTo>
                    <a:pt x="135082" y="33094"/>
                  </a:lnTo>
                  <a:lnTo>
                    <a:pt x="147390" y="33878"/>
                  </a:lnTo>
                  <a:lnTo>
                    <a:pt x="159618" y="36407"/>
                  </a:lnTo>
                  <a:lnTo>
                    <a:pt x="156005" y="43715"/>
                  </a:lnTo>
                  <a:lnTo>
                    <a:pt x="153922" y="51841"/>
                  </a:lnTo>
                  <a:lnTo>
                    <a:pt x="153922" y="60427"/>
                  </a:lnTo>
                  <a:lnTo>
                    <a:pt x="158798" y="82847"/>
                  </a:lnTo>
                  <a:lnTo>
                    <a:pt x="172099" y="101156"/>
                  </a:lnTo>
                  <a:lnTo>
                    <a:pt x="191832" y="113501"/>
                  </a:lnTo>
                  <a:lnTo>
                    <a:pt x="216003" y="118027"/>
                  </a:lnTo>
                  <a:lnTo>
                    <a:pt x="240165" y="113501"/>
                  </a:lnTo>
                  <a:lnTo>
                    <a:pt x="259895" y="101156"/>
                  </a:lnTo>
                  <a:lnTo>
                    <a:pt x="273197" y="82847"/>
                  </a:lnTo>
                  <a:lnTo>
                    <a:pt x="278075" y="60427"/>
                  </a:lnTo>
                  <a:lnTo>
                    <a:pt x="273197" y="38005"/>
                  </a:lnTo>
                  <a:lnTo>
                    <a:pt x="259895" y="19693"/>
                  </a:lnTo>
                  <a:lnTo>
                    <a:pt x="240165" y="7344"/>
                  </a:lnTo>
                  <a:lnTo>
                    <a:pt x="216003" y="2816"/>
                  </a:lnTo>
                  <a:lnTo>
                    <a:pt x="200397" y="4655"/>
                  </a:lnTo>
                  <a:lnTo>
                    <a:pt x="186249" y="9863"/>
                  </a:lnTo>
                  <a:lnTo>
                    <a:pt x="174054" y="17977"/>
                  </a:lnTo>
                  <a:lnTo>
                    <a:pt x="164309" y="28533"/>
                  </a:lnTo>
                  <a:lnTo>
                    <a:pt x="149991" y="25276"/>
                  </a:lnTo>
                  <a:lnTo>
                    <a:pt x="135481" y="24217"/>
                  </a:lnTo>
                  <a:lnTo>
                    <a:pt x="120946" y="25348"/>
                  </a:lnTo>
                  <a:lnTo>
                    <a:pt x="106551" y="28658"/>
                  </a:lnTo>
                  <a:lnTo>
                    <a:pt x="97613" y="16958"/>
                  </a:lnTo>
                  <a:lnTo>
                    <a:pt x="86047" y="7909"/>
                  </a:lnTo>
                  <a:lnTo>
                    <a:pt x="72387" y="2070"/>
                  </a:lnTo>
                  <a:lnTo>
                    <a:pt x="57171" y="0"/>
                  </a:lnTo>
                  <a:close/>
                </a:path>
              </a:pathLst>
            </a:custGeom>
            <a:solidFill>
              <a:srgbClr val="8EBBA4">
                <a:alpha val="50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/>
          <p:nvPr/>
        </p:nvSpPr>
        <p:spPr>
          <a:xfrm>
            <a:off x="10138153" y="1921845"/>
            <a:ext cx="313055" cy="96520"/>
          </a:xfrm>
          <a:custGeom>
            <a:avLst/>
            <a:gdLst/>
            <a:ahLst/>
            <a:cxnLst/>
            <a:rect l="l" t="t" r="r" b="b"/>
            <a:pathLst>
              <a:path w="313054" h="96519">
                <a:moveTo>
                  <a:pt x="34784" y="0"/>
                </a:moveTo>
                <a:lnTo>
                  <a:pt x="0" y="22522"/>
                </a:lnTo>
                <a:lnTo>
                  <a:pt x="4010" y="24658"/>
                </a:lnTo>
                <a:lnTo>
                  <a:pt x="6935" y="26011"/>
                </a:lnTo>
                <a:lnTo>
                  <a:pt x="9863" y="28423"/>
                </a:lnTo>
                <a:lnTo>
                  <a:pt x="13042" y="34203"/>
                </a:lnTo>
                <a:lnTo>
                  <a:pt x="16722" y="45663"/>
                </a:lnTo>
                <a:lnTo>
                  <a:pt x="20008" y="59804"/>
                </a:lnTo>
                <a:lnTo>
                  <a:pt x="23953" y="72033"/>
                </a:lnTo>
                <a:lnTo>
                  <a:pt x="31724" y="82264"/>
                </a:lnTo>
                <a:lnTo>
                  <a:pt x="46490" y="90416"/>
                </a:lnTo>
                <a:lnTo>
                  <a:pt x="66587" y="95464"/>
                </a:lnTo>
                <a:lnTo>
                  <a:pt x="86874" y="96346"/>
                </a:lnTo>
                <a:lnTo>
                  <a:pt x="105280" y="92891"/>
                </a:lnTo>
                <a:lnTo>
                  <a:pt x="110147" y="90210"/>
                </a:lnTo>
                <a:lnTo>
                  <a:pt x="74675" y="90210"/>
                </a:lnTo>
                <a:lnTo>
                  <a:pt x="59066" y="87976"/>
                </a:lnTo>
                <a:lnTo>
                  <a:pt x="27287" y="59359"/>
                </a:lnTo>
                <a:lnTo>
                  <a:pt x="23110" y="26011"/>
                </a:lnTo>
                <a:lnTo>
                  <a:pt x="23196" y="24658"/>
                </a:lnTo>
                <a:lnTo>
                  <a:pt x="24941" y="16439"/>
                </a:lnTo>
                <a:lnTo>
                  <a:pt x="31264" y="10898"/>
                </a:lnTo>
                <a:lnTo>
                  <a:pt x="42633" y="7723"/>
                </a:lnTo>
                <a:lnTo>
                  <a:pt x="56698" y="6545"/>
                </a:lnTo>
                <a:lnTo>
                  <a:pt x="119253" y="6545"/>
                </a:lnTo>
                <a:lnTo>
                  <a:pt x="107022" y="4565"/>
                </a:lnTo>
                <a:lnTo>
                  <a:pt x="89859" y="2096"/>
                </a:lnTo>
                <a:lnTo>
                  <a:pt x="70027" y="798"/>
                </a:lnTo>
                <a:lnTo>
                  <a:pt x="50634" y="242"/>
                </a:lnTo>
                <a:lnTo>
                  <a:pt x="34784" y="0"/>
                </a:lnTo>
                <a:close/>
              </a:path>
              <a:path w="313054" h="96519">
                <a:moveTo>
                  <a:pt x="178007" y="34784"/>
                </a:moveTo>
                <a:lnTo>
                  <a:pt x="156309" y="34784"/>
                </a:lnTo>
                <a:lnTo>
                  <a:pt x="157513" y="34847"/>
                </a:lnTo>
                <a:lnTo>
                  <a:pt x="158602" y="34951"/>
                </a:lnTo>
                <a:lnTo>
                  <a:pt x="163796" y="35307"/>
                </a:lnTo>
                <a:lnTo>
                  <a:pt x="164790" y="35307"/>
                </a:lnTo>
                <a:lnTo>
                  <a:pt x="168476" y="42009"/>
                </a:lnTo>
                <a:lnTo>
                  <a:pt x="171645" y="49649"/>
                </a:lnTo>
                <a:lnTo>
                  <a:pt x="176166" y="60842"/>
                </a:lnTo>
                <a:lnTo>
                  <a:pt x="182961" y="73386"/>
                </a:lnTo>
                <a:lnTo>
                  <a:pt x="192894" y="84929"/>
                </a:lnTo>
                <a:lnTo>
                  <a:pt x="207348" y="92891"/>
                </a:lnTo>
                <a:lnTo>
                  <a:pt x="225754" y="96346"/>
                </a:lnTo>
                <a:lnTo>
                  <a:pt x="246041" y="95464"/>
                </a:lnTo>
                <a:lnTo>
                  <a:pt x="266138" y="90416"/>
                </a:lnTo>
                <a:lnTo>
                  <a:pt x="266511" y="90210"/>
                </a:lnTo>
                <a:lnTo>
                  <a:pt x="237818" y="90210"/>
                </a:lnTo>
                <a:lnTo>
                  <a:pt x="223368" y="89420"/>
                </a:lnTo>
                <a:lnTo>
                  <a:pt x="184824" y="61394"/>
                </a:lnTo>
                <a:lnTo>
                  <a:pt x="177837" y="38208"/>
                </a:lnTo>
                <a:lnTo>
                  <a:pt x="178007" y="34784"/>
                </a:lnTo>
                <a:close/>
              </a:path>
              <a:path w="313054" h="96519">
                <a:moveTo>
                  <a:pt x="119253" y="6545"/>
                </a:moveTo>
                <a:lnTo>
                  <a:pt x="56698" y="6545"/>
                </a:lnTo>
                <a:lnTo>
                  <a:pt x="71107" y="6994"/>
                </a:lnTo>
                <a:lnTo>
                  <a:pt x="85333" y="8300"/>
                </a:lnTo>
                <a:lnTo>
                  <a:pt x="123619" y="16439"/>
                </a:lnTo>
                <a:lnTo>
                  <a:pt x="134655" y="38208"/>
                </a:lnTo>
                <a:lnTo>
                  <a:pt x="131961" y="49649"/>
                </a:lnTo>
                <a:lnTo>
                  <a:pt x="102009" y="86004"/>
                </a:lnTo>
                <a:lnTo>
                  <a:pt x="74675" y="90210"/>
                </a:lnTo>
                <a:lnTo>
                  <a:pt x="110147" y="90210"/>
                </a:lnTo>
                <a:lnTo>
                  <a:pt x="119734" y="84929"/>
                </a:lnTo>
                <a:lnTo>
                  <a:pt x="129663" y="73386"/>
                </a:lnTo>
                <a:lnTo>
                  <a:pt x="136459" y="60842"/>
                </a:lnTo>
                <a:lnTo>
                  <a:pt x="140997" y="49612"/>
                </a:lnTo>
                <a:lnTo>
                  <a:pt x="144152" y="42009"/>
                </a:lnTo>
                <a:lnTo>
                  <a:pt x="147827" y="35307"/>
                </a:lnTo>
                <a:lnTo>
                  <a:pt x="148833" y="35307"/>
                </a:lnTo>
                <a:lnTo>
                  <a:pt x="154026" y="34951"/>
                </a:lnTo>
                <a:lnTo>
                  <a:pt x="155115" y="34847"/>
                </a:lnTo>
                <a:lnTo>
                  <a:pt x="156309" y="34784"/>
                </a:lnTo>
                <a:lnTo>
                  <a:pt x="178007" y="34784"/>
                </a:lnTo>
                <a:lnTo>
                  <a:pt x="178304" y="28777"/>
                </a:lnTo>
                <a:lnTo>
                  <a:pt x="212875" y="10118"/>
                </a:lnTo>
                <a:lnTo>
                  <a:pt x="214799" y="9874"/>
                </a:lnTo>
                <a:lnTo>
                  <a:pt x="156314" y="9874"/>
                </a:lnTo>
                <a:lnTo>
                  <a:pt x="131756" y="8570"/>
                </a:lnTo>
                <a:lnTo>
                  <a:pt x="119253" y="6545"/>
                </a:lnTo>
                <a:close/>
              </a:path>
              <a:path w="313054" h="96519">
                <a:moveTo>
                  <a:pt x="310596" y="6545"/>
                </a:moveTo>
                <a:lnTo>
                  <a:pt x="255794" y="6545"/>
                </a:lnTo>
                <a:lnTo>
                  <a:pt x="269859" y="7723"/>
                </a:lnTo>
                <a:lnTo>
                  <a:pt x="281228" y="10898"/>
                </a:lnTo>
                <a:lnTo>
                  <a:pt x="287551" y="16439"/>
                </a:lnTo>
                <a:lnTo>
                  <a:pt x="289296" y="24658"/>
                </a:lnTo>
                <a:lnTo>
                  <a:pt x="289383" y="26011"/>
                </a:lnTo>
                <a:lnTo>
                  <a:pt x="289260" y="36301"/>
                </a:lnTo>
                <a:lnTo>
                  <a:pt x="275968" y="76750"/>
                </a:lnTo>
                <a:lnTo>
                  <a:pt x="237818" y="90210"/>
                </a:lnTo>
                <a:lnTo>
                  <a:pt x="266511" y="90210"/>
                </a:lnTo>
                <a:lnTo>
                  <a:pt x="280904" y="82264"/>
                </a:lnTo>
                <a:lnTo>
                  <a:pt x="288675" y="72033"/>
                </a:lnTo>
                <a:lnTo>
                  <a:pt x="292620" y="59804"/>
                </a:lnTo>
                <a:lnTo>
                  <a:pt x="295907" y="45663"/>
                </a:lnTo>
                <a:lnTo>
                  <a:pt x="299586" y="34203"/>
                </a:lnTo>
                <a:lnTo>
                  <a:pt x="302765" y="28423"/>
                </a:lnTo>
                <a:lnTo>
                  <a:pt x="305693" y="26011"/>
                </a:lnTo>
                <a:lnTo>
                  <a:pt x="308618" y="24658"/>
                </a:lnTo>
                <a:lnTo>
                  <a:pt x="312629" y="22522"/>
                </a:lnTo>
                <a:lnTo>
                  <a:pt x="311989" y="10898"/>
                </a:lnTo>
                <a:lnTo>
                  <a:pt x="311894" y="10118"/>
                </a:lnTo>
                <a:lnTo>
                  <a:pt x="310964" y="6847"/>
                </a:lnTo>
                <a:lnTo>
                  <a:pt x="310596" y="6545"/>
                </a:lnTo>
                <a:close/>
              </a:path>
              <a:path w="313054" h="96519">
                <a:moveTo>
                  <a:pt x="277844" y="0"/>
                </a:moveTo>
                <a:lnTo>
                  <a:pt x="222770" y="2096"/>
                </a:lnTo>
                <a:lnTo>
                  <a:pt x="180872" y="8570"/>
                </a:lnTo>
                <a:lnTo>
                  <a:pt x="156314" y="9874"/>
                </a:lnTo>
                <a:lnTo>
                  <a:pt x="214799" y="9874"/>
                </a:lnTo>
                <a:lnTo>
                  <a:pt x="227163" y="8300"/>
                </a:lnTo>
                <a:lnTo>
                  <a:pt x="241385" y="6994"/>
                </a:lnTo>
                <a:lnTo>
                  <a:pt x="255794" y="6545"/>
                </a:lnTo>
                <a:lnTo>
                  <a:pt x="310596" y="6545"/>
                </a:lnTo>
                <a:lnTo>
                  <a:pt x="307811" y="4259"/>
                </a:lnTo>
                <a:lnTo>
                  <a:pt x="300549" y="1998"/>
                </a:lnTo>
                <a:lnTo>
                  <a:pt x="290215" y="450"/>
                </a:lnTo>
                <a:lnTo>
                  <a:pt x="277844" y="0"/>
                </a:lnTo>
                <a:close/>
              </a:path>
            </a:pathLst>
          </a:custGeom>
          <a:solidFill>
            <a:srgbClr val="17764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1" name="object 6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160486" y="2110970"/>
            <a:ext cx="282558" cy="104115"/>
          </a:xfrm>
          <a:prstGeom prst="rect">
            <a:avLst/>
          </a:prstGeom>
        </p:spPr>
      </p:pic>
      <p:sp>
        <p:nvSpPr>
          <p:cNvPr id="62" name="object 62" descr=""/>
          <p:cNvSpPr/>
          <p:nvPr/>
        </p:nvSpPr>
        <p:spPr>
          <a:xfrm>
            <a:off x="10138194" y="2305335"/>
            <a:ext cx="374650" cy="105410"/>
          </a:xfrm>
          <a:custGeom>
            <a:avLst/>
            <a:gdLst/>
            <a:ahLst/>
            <a:cxnLst/>
            <a:rect l="l" t="t" r="r" b="b"/>
            <a:pathLst>
              <a:path w="374650" h="105410">
                <a:moveTo>
                  <a:pt x="374294" y="10756"/>
                </a:moveTo>
                <a:lnTo>
                  <a:pt x="373494" y="7531"/>
                </a:lnTo>
                <a:lnTo>
                  <a:pt x="369150" y="2552"/>
                </a:lnTo>
                <a:lnTo>
                  <a:pt x="365366" y="0"/>
                </a:lnTo>
                <a:lnTo>
                  <a:pt x="351599" y="965"/>
                </a:lnTo>
                <a:lnTo>
                  <a:pt x="342201" y="2616"/>
                </a:lnTo>
                <a:lnTo>
                  <a:pt x="324967" y="6591"/>
                </a:lnTo>
                <a:lnTo>
                  <a:pt x="306539" y="11099"/>
                </a:lnTo>
                <a:lnTo>
                  <a:pt x="304190" y="9626"/>
                </a:lnTo>
                <a:lnTo>
                  <a:pt x="295148" y="7721"/>
                </a:lnTo>
                <a:lnTo>
                  <a:pt x="282943" y="6540"/>
                </a:lnTo>
                <a:lnTo>
                  <a:pt x="281355" y="6515"/>
                </a:lnTo>
                <a:lnTo>
                  <a:pt x="281355" y="32956"/>
                </a:lnTo>
                <a:lnTo>
                  <a:pt x="281241" y="43510"/>
                </a:lnTo>
                <a:lnTo>
                  <a:pt x="267589" y="85013"/>
                </a:lnTo>
                <a:lnTo>
                  <a:pt x="227660" y="98818"/>
                </a:lnTo>
                <a:lnTo>
                  <a:pt x="211061" y="98005"/>
                </a:lnTo>
                <a:lnTo>
                  <a:pt x="175323" y="80225"/>
                </a:lnTo>
                <a:lnTo>
                  <a:pt x="161759" y="45466"/>
                </a:lnTo>
                <a:lnTo>
                  <a:pt x="161937" y="41948"/>
                </a:lnTo>
                <a:lnTo>
                  <a:pt x="162229" y="35788"/>
                </a:lnTo>
                <a:lnTo>
                  <a:pt x="196126" y="18211"/>
                </a:lnTo>
                <a:lnTo>
                  <a:pt x="208051" y="16649"/>
                </a:lnTo>
                <a:lnTo>
                  <a:pt x="229831" y="14782"/>
                </a:lnTo>
                <a:lnTo>
                  <a:pt x="247650" y="13449"/>
                </a:lnTo>
                <a:lnTo>
                  <a:pt x="260007" y="12992"/>
                </a:lnTo>
                <a:lnTo>
                  <a:pt x="269100" y="14198"/>
                </a:lnTo>
                <a:lnTo>
                  <a:pt x="275424" y="17449"/>
                </a:lnTo>
                <a:lnTo>
                  <a:pt x="279476" y="23139"/>
                </a:lnTo>
                <a:lnTo>
                  <a:pt x="281266" y="31572"/>
                </a:lnTo>
                <a:lnTo>
                  <a:pt x="281355" y="32956"/>
                </a:lnTo>
                <a:lnTo>
                  <a:pt x="281355" y="6515"/>
                </a:lnTo>
                <a:lnTo>
                  <a:pt x="269532" y="6273"/>
                </a:lnTo>
                <a:lnTo>
                  <a:pt x="246595" y="6057"/>
                </a:lnTo>
                <a:lnTo>
                  <a:pt x="232765" y="6515"/>
                </a:lnTo>
                <a:lnTo>
                  <a:pt x="212699" y="8318"/>
                </a:lnTo>
                <a:lnTo>
                  <a:pt x="198170" y="10337"/>
                </a:lnTo>
                <a:lnTo>
                  <a:pt x="185775" y="12217"/>
                </a:lnTo>
                <a:lnTo>
                  <a:pt x="175044" y="14135"/>
                </a:lnTo>
                <a:lnTo>
                  <a:pt x="150266" y="17957"/>
                </a:lnTo>
                <a:lnTo>
                  <a:pt x="130378" y="18211"/>
                </a:lnTo>
                <a:lnTo>
                  <a:pt x="117449" y="16459"/>
                </a:lnTo>
                <a:lnTo>
                  <a:pt x="117449" y="45466"/>
                </a:lnTo>
                <a:lnTo>
                  <a:pt x="95148" y="88722"/>
                </a:lnTo>
                <a:lnTo>
                  <a:pt x="70535" y="97269"/>
                </a:lnTo>
                <a:lnTo>
                  <a:pt x="60604" y="96532"/>
                </a:lnTo>
                <a:lnTo>
                  <a:pt x="28003" y="67170"/>
                </a:lnTo>
                <a:lnTo>
                  <a:pt x="23723" y="32956"/>
                </a:lnTo>
                <a:lnTo>
                  <a:pt x="23812" y="31572"/>
                </a:lnTo>
                <a:lnTo>
                  <a:pt x="25603" y="23139"/>
                </a:lnTo>
                <a:lnTo>
                  <a:pt x="32092" y="17449"/>
                </a:lnTo>
                <a:lnTo>
                  <a:pt x="43751" y="14198"/>
                </a:lnTo>
                <a:lnTo>
                  <a:pt x="58178" y="12992"/>
                </a:lnTo>
                <a:lnTo>
                  <a:pt x="72961" y="13449"/>
                </a:lnTo>
                <a:lnTo>
                  <a:pt x="113182" y="28917"/>
                </a:lnTo>
                <a:lnTo>
                  <a:pt x="117449" y="45466"/>
                </a:lnTo>
                <a:lnTo>
                  <a:pt x="117449" y="16459"/>
                </a:lnTo>
                <a:lnTo>
                  <a:pt x="111455" y="15646"/>
                </a:lnTo>
                <a:lnTo>
                  <a:pt x="98831" y="12992"/>
                </a:lnTo>
                <a:lnTo>
                  <a:pt x="89115" y="10947"/>
                </a:lnTo>
                <a:lnTo>
                  <a:pt x="74726" y="8420"/>
                </a:lnTo>
                <a:lnTo>
                  <a:pt x="61506" y="7086"/>
                </a:lnTo>
                <a:lnTo>
                  <a:pt x="48717" y="6515"/>
                </a:lnTo>
                <a:lnTo>
                  <a:pt x="35699" y="6273"/>
                </a:lnTo>
                <a:lnTo>
                  <a:pt x="23012" y="6731"/>
                </a:lnTo>
                <a:lnTo>
                  <a:pt x="0" y="29375"/>
                </a:lnTo>
                <a:lnTo>
                  <a:pt x="4127" y="31572"/>
                </a:lnTo>
                <a:lnTo>
                  <a:pt x="7137" y="32956"/>
                </a:lnTo>
                <a:lnTo>
                  <a:pt x="10134" y="35433"/>
                </a:lnTo>
                <a:lnTo>
                  <a:pt x="13398" y="41363"/>
                </a:lnTo>
                <a:lnTo>
                  <a:pt x="17170" y="53111"/>
                </a:lnTo>
                <a:lnTo>
                  <a:pt x="20510" y="67703"/>
                </a:lnTo>
                <a:lnTo>
                  <a:pt x="24511" y="80391"/>
                </a:lnTo>
                <a:lnTo>
                  <a:pt x="32473" y="90919"/>
                </a:lnTo>
                <a:lnTo>
                  <a:pt x="47701" y="99021"/>
                </a:lnTo>
                <a:lnTo>
                  <a:pt x="63982" y="103073"/>
                </a:lnTo>
                <a:lnTo>
                  <a:pt x="78003" y="103073"/>
                </a:lnTo>
                <a:lnTo>
                  <a:pt x="90563" y="98945"/>
                </a:lnTo>
                <a:lnTo>
                  <a:pt x="92976" y="97269"/>
                </a:lnTo>
                <a:lnTo>
                  <a:pt x="102628" y="90563"/>
                </a:lnTo>
                <a:lnTo>
                  <a:pt x="112737" y="79171"/>
                </a:lnTo>
                <a:lnTo>
                  <a:pt x="119545" y="67271"/>
                </a:lnTo>
                <a:lnTo>
                  <a:pt x="124040" y="56730"/>
                </a:lnTo>
                <a:lnTo>
                  <a:pt x="127190" y="49364"/>
                </a:lnTo>
                <a:lnTo>
                  <a:pt x="130975" y="42494"/>
                </a:lnTo>
                <a:lnTo>
                  <a:pt x="132003" y="42494"/>
                </a:lnTo>
                <a:lnTo>
                  <a:pt x="137337" y="42125"/>
                </a:lnTo>
                <a:lnTo>
                  <a:pt x="138442" y="42011"/>
                </a:lnTo>
                <a:lnTo>
                  <a:pt x="139674" y="41948"/>
                </a:lnTo>
                <a:lnTo>
                  <a:pt x="140906" y="42011"/>
                </a:lnTo>
                <a:lnTo>
                  <a:pt x="142875" y="42189"/>
                </a:lnTo>
                <a:lnTo>
                  <a:pt x="147345" y="42494"/>
                </a:lnTo>
                <a:lnTo>
                  <a:pt x="148374" y="42494"/>
                </a:lnTo>
                <a:lnTo>
                  <a:pt x="152146" y="49364"/>
                </a:lnTo>
                <a:lnTo>
                  <a:pt x="155409" y="57213"/>
                </a:lnTo>
                <a:lnTo>
                  <a:pt x="160045" y="68681"/>
                </a:lnTo>
                <a:lnTo>
                  <a:pt x="167005" y="81559"/>
                </a:lnTo>
                <a:lnTo>
                  <a:pt x="177190" y="93395"/>
                </a:lnTo>
                <a:lnTo>
                  <a:pt x="192836" y="101574"/>
                </a:lnTo>
                <a:lnTo>
                  <a:pt x="213499" y="105117"/>
                </a:lnTo>
                <a:lnTo>
                  <a:pt x="236093" y="104203"/>
                </a:lnTo>
                <a:lnTo>
                  <a:pt x="257517" y="99021"/>
                </a:lnTo>
                <a:lnTo>
                  <a:pt x="257886" y="98818"/>
                </a:lnTo>
                <a:lnTo>
                  <a:pt x="273392" y="90474"/>
                </a:lnTo>
                <a:lnTo>
                  <a:pt x="282956" y="79565"/>
                </a:lnTo>
                <a:lnTo>
                  <a:pt x="288607" y="66598"/>
                </a:lnTo>
                <a:lnTo>
                  <a:pt x="292709" y="51904"/>
                </a:lnTo>
                <a:lnTo>
                  <a:pt x="296481" y="40157"/>
                </a:lnTo>
                <a:lnTo>
                  <a:pt x="299745" y="34226"/>
                </a:lnTo>
                <a:lnTo>
                  <a:pt x="302755" y="31750"/>
                </a:lnTo>
                <a:lnTo>
                  <a:pt x="305752" y="30365"/>
                </a:lnTo>
                <a:lnTo>
                  <a:pt x="309867" y="28168"/>
                </a:lnTo>
                <a:lnTo>
                  <a:pt x="309562" y="22910"/>
                </a:lnTo>
                <a:lnTo>
                  <a:pt x="358317" y="9779"/>
                </a:lnTo>
                <a:lnTo>
                  <a:pt x="359473" y="10210"/>
                </a:lnTo>
                <a:lnTo>
                  <a:pt x="364147" y="14262"/>
                </a:lnTo>
                <a:lnTo>
                  <a:pt x="368985" y="15989"/>
                </a:lnTo>
                <a:lnTo>
                  <a:pt x="373799" y="14757"/>
                </a:lnTo>
                <a:lnTo>
                  <a:pt x="374294" y="10756"/>
                </a:lnTo>
                <a:close/>
              </a:path>
            </a:pathLst>
          </a:custGeom>
          <a:solidFill>
            <a:srgbClr val="17764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3" name="object 63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618665" y="1909377"/>
            <a:ext cx="250459" cy="96807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623382" y="2105415"/>
            <a:ext cx="241181" cy="98855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626156" y="2305311"/>
            <a:ext cx="295952" cy="99488"/>
          </a:xfrm>
          <a:prstGeom prst="rect">
            <a:avLst/>
          </a:prstGeom>
        </p:spPr>
      </p:pic>
      <p:grpSp>
        <p:nvGrpSpPr>
          <p:cNvPr id="66" name="object 66" descr=""/>
          <p:cNvGrpSpPr/>
          <p:nvPr/>
        </p:nvGrpSpPr>
        <p:grpSpPr>
          <a:xfrm>
            <a:off x="5419244" y="3754304"/>
            <a:ext cx="550545" cy="777875"/>
            <a:chOff x="5419244" y="3754304"/>
            <a:chExt cx="550545" cy="777875"/>
          </a:xfrm>
        </p:grpSpPr>
        <p:pic>
          <p:nvPicPr>
            <p:cNvPr id="67" name="object 6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23132" y="4324563"/>
              <a:ext cx="167795" cy="207399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5419242" y="3999667"/>
              <a:ext cx="296545" cy="429895"/>
            </a:xfrm>
            <a:custGeom>
              <a:avLst/>
              <a:gdLst/>
              <a:ahLst/>
              <a:cxnLst/>
              <a:rect l="l" t="t" r="r" b="b"/>
              <a:pathLst>
                <a:path w="296545" h="429895">
                  <a:moveTo>
                    <a:pt x="296151" y="168211"/>
                  </a:moveTo>
                  <a:lnTo>
                    <a:pt x="289394" y="129044"/>
                  </a:lnTo>
                  <a:lnTo>
                    <a:pt x="275767" y="84912"/>
                  </a:lnTo>
                  <a:lnTo>
                    <a:pt x="262369" y="48856"/>
                  </a:lnTo>
                  <a:lnTo>
                    <a:pt x="201942" y="19799"/>
                  </a:lnTo>
                  <a:lnTo>
                    <a:pt x="139395" y="8026"/>
                  </a:lnTo>
                  <a:lnTo>
                    <a:pt x="87096" y="711"/>
                  </a:lnTo>
                  <a:lnTo>
                    <a:pt x="63385" y="0"/>
                  </a:lnTo>
                  <a:lnTo>
                    <a:pt x="57378" y="18021"/>
                  </a:lnTo>
                  <a:lnTo>
                    <a:pt x="48412" y="59829"/>
                  </a:lnTo>
                  <a:lnTo>
                    <a:pt x="40284" y="116840"/>
                  </a:lnTo>
                  <a:lnTo>
                    <a:pt x="36741" y="180467"/>
                  </a:lnTo>
                  <a:lnTo>
                    <a:pt x="33705" y="204063"/>
                  </a:lnTo>
                  <a:lnTo>
                    <a:pt x="30873" y="218224"/>
                  </a:lnTo>
                  <a:lnTo>
                    <a:pt x="29222" y="218922"/>
                  </a:lnTo>
                  <a:lnTo>
                    <a:pt x="17056" y="229577"/>
                  </a:lnTo>
                  <a:lnTo>
                    <a:pt x="5969" y="242379"/>
                  </a:lnTo>
                  <a:lnTo>
                    <a:pt x="0" y="252742"/>
                  </a:lnTo>
                  <a:lnTo>
                    <a:pt x="1193" y="262216"/>
                  </a:lnTo>
                  <a:lnTo>
                    <a:pt x="6858" y="273240"/>
                  </a:lnTo>
                  <a:lnTo>
                    <a:pt x="13843" y="282435"/>
                  </a:lnTo>
                  <a:lnTo>
                    <a:pt x="19011" y="286486"/>
                  </a:lnTo>
                  <a:lnTo>
                    <a:pt x="22364" y="304622"/>
                  </a:lnTo>
                  <a:lnTo>
                    <a:pt x="26441" y="323646"/>
                  </a:lnTo>
                  <a:lnTo>
                    <a:pt x="31343" y="344766"/>
                  </a:lnTo>
                  <a:lnTo>
                    <a:pt x="34112" y="387629"/>
                  </a:lnTo>
                  <a:lnTo>
                    <a:pt x="36055" y="410070"/>
                  </a:lnTo>
                  <a:lnTo>
                    <a:pt x="38061" y="419442"/>
                  </a:lnTo>
                  <a:lnTo>
                    <a:pt x="41071" y="423087"/>
                  </a:lnTo>
                  <a:lnTo>
                    <a:pt x="73558" y="429615"/>
                  </a:lnTo>
                  <a:lnTo>
                    <a:pt x="122643" y="424218"/>
                  </a:lnTo>
                  <a:lnTo>
                    <a:pt x="168960" y="414439"/>
                  </a:lnTo>
                  <a:lnTo>
                    <a:pt x="236588" y="378802"/>
                  </a:lnTo>
                  <a:lnTo>
                    <a:pt x="265849" y="336003"/>
                  </a:lnTo>
                  <a:lnTo>
                    <a:pt x="283654" y="286486"/>
                  </a:lnTo>
                  <a:lnTo>
                    <a:pt x="292785" y="237312"/>
                  </a:lnTo>
                  <a:lnTo>
                    <a:pt x="296024" y="195529"/>
                  </a:lnTo>
                  <a:lnTo>
                    <a:pt x="296151" y="168211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5450535" y="3884072"/>
              <a:ext cx="436880" cy="556260"/>
            </a:xfrm>
            <a:custGeom>
              <a:avLst/>
              <a:gdLst/>
              <a:ahLst/>
              <a:cxnLst/>
              <a:rect l="l" t="t" r="r" b="b"/>
              <a:pathLst>
                <a:path w="436879" h="556260">
                  <a:moveTo>
                    <a:pt x="190" y="200202"/>
                  </a:moveTo>
                  <a:lnTo>
                    <a:pt x="50" y="200190"/>
                  </a:lnTo>
                  <a:lnTo>
                    <a:pt x="0" y="200990"/>
                  </a:lnTo>
                  <a:lnTo>
                    <a:pt x="190" y="200202"/>
                  </a:lnTo>
                  <a:close/>
                </a:path>
                <a:path w="436879" h="556260">
                  <a:moveTo>
                    <a:pt x="436283" y="335000"/>
                  </a:moveTo>
                  <a:lnTo>
                    <a:pt x="435063" y="313105"/>
                  </a:lnTo>
                  <a:lnTo>
                    <a:pt x="429374" y="265264"/>
                  </a:lnTo>
                  <a:lnTo>
                    <a:pt x="424802" y="215874"/>
                  </a:lnTo>
                  <a:lnTo>
                    <a:pt x="419608" y="167589"/>
                  </a:lnTo>
                  <a:lnTo>
                    <a:pt x="412051" y="123075"/>
                  </a:lnTo>
                  <a:lnTo>
                    <a:pt x="400405" y="84975"/>
                  </a:lnTo>
                  <a:lnTo>
                    <a:pt x="378802" y="53314"/>
                  </a:lnTo>
                  <a:lnTo>
                    <a:pt x="344284" y="27444"/>
                  </a:lnTo>
                  <a:lnTo>
                    <a:pt x="299453" y="9105"/>
                  </a:lnTo>
                  <a:lnTo>
                    <a:pt x="246875" y="0"/>
                  </a:lnTo>
                  <a:lnTo>
                    <a:pt x="189153" y="1879"/>
                  </a:lnTo>
                  <a:lnTo>
                    <a:pt x="124752" y="17246"/>
                  </a:lnTo>
                  <a:lnTo>
                    <a:pt x="78219" y="41160"/>
                  </a:lnTo>
                  <a:lnTo>
                    <a:pt x="46583" y="70091"/>
                  </a:lnTo>
                  <a:lnTo>
                    <a:pt x="15354" y="130695"/>
                  </a:lnTo>
                  <a:lnTo>
                    <a:pt x="2324" y="187198"/>
                  </a:lnTo>
                  <a:lnTo>
                    <a:pt x="190" y="200202"/>
                  </a:lnTo>
                  <a:lnTo>
                    <a:pt x="12814" y="200926"/>
                  </a:lnTo>
                  <a:lnTo>
                    <a:pt x="25031" y="202031"/>
                  </a:lnTo>
                  <a:lnTo>
                    <a:pt x="36766" y="203466"/>
                  </a:lnTo>
                  <a:lnTo>
                    <a:pt x="47967" y="205143"/>
                  </a:lnTo>
                  <a:lnTo>
                    <a:pt x="50774" y="190322"/>
                  </a:lnTo>
                  <a:lnTo>
                    <a:pt x="64147" y="139280"/>
                  </a:lnTo>
                  <a:lnTo>
                    <a:pt x="79971" y="114960"/>
                  </a:lnTo>
                  <a:lnTo>
                    <a:pt x="66827" y="140004"/>
                  </a:lnTo>
                  <a:lnTo>
                    <a:pt x="59575" y="157822"/>
                  </a:lnTo>
                  <a:lnTo>
                    <a:pt x="55626" y="176949"/>
                  </a:lnTo>
                  <a:lnTo>
                    <a:pt x="52412" y="205905"/>
                  </a:lnTo>
                  <a:lnTo>
                    <a:pt x="79032" y="211429"/>
                  </a:lnTo>
                  <a:lnTo>
                    <a:pt x="99669" y="216928"/>
                  </a:lnTo>
                  <a:lnTo>
                    <a:pt x="127215" y="278117"/>
                  </a:lnTo>
                  <a:lnTo>
                    <a:pt x="131864" y="342226"/>
                  </a:lnTo>
                  <a:lnTo>
                    <a:pt x="129197" y="380644"/>
                  </a:lnTo>
                  <a:lnTo>
                    <a:pt x="120142" y="451231"/>
                  </a:lnTo>
                  <a:lnTo>
                    <a:pt x="108153" y="506653"/>
                  </a:lnTo>
                  <a:lnTo>
                    <a:pt x="97675" y="542886"/>
                  </a:lnTo>
                  <a:lnTo>
                    <a:pt x="93192" y="555853"/>
                  </a:lnTo>
                  <a:lnTo>
                    <a:pt x="133286" y="514184"/>
                  </a:lnTo>
                  <a:lnTo>
                    <a:pt x="163487" y="455536"/>
                  </a:lnTo>
                  <a:lnTo>
                    <a:pt x="182524" y="403263"/>
                  </a:lnTo>
                  <a:lnTo>
                    <a:pt x="189153" y="380644"/>
                  </a:lnTo>
                  <a:lnTo>
                    <a:pt x="205409" y="390944"/>
                  </a:lnTo>
                  <a:lnTo>
                    <a:pt x="214655" y="427329"/>
                  </a:lnTo>
                  <a:lnTo>
                    <a:pt x="223964" y="466471"/>
                  </a:lnTo>
                  <a:lnTo>
                    <a:pt x="240385" y="485025"/>
                  </a:lnTo>
                  <a:lnTo>
                    <a:pt x="312762" y="478878"/>
                  </a:lnTo>
                  <a:lnTo>
                    <a:pt x="365112" y="459562"/>
                  </a:lnTo>
                  <a:lnTo>
                    <a:pt x="400532" y="431304"/>
                  </a:lnTo>
                  <a:lnTo>
                    <a:pt x="422135" y="398322"/>
                  </a:lnTo>
                  <a:lnTo>
                    <a:pt x="433019" y="364807"/>
                  </a:lnTo>
                  <a:lnTo>
                    <a:pt x="436283" y="335000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5674543" y="3754304"/>
              <a:ext cx="295275" cy="243204"/>
            </a:xfrm>
            <a:custGeom>
              <a:avLst/>
              <a:gdLst/>
              <a:ahLst/>
              <a:cxnLst/>
              <a:rect l="l" t="t" r="r" b="b"/>
              <a:pathLst>
                <a:path w="295275" h="243204">
                  <a:moveTo>
                    <a:pt x="109618" y="0"/>
                  </a:moveTo>
                  <a:lnTo>
                    <a:pt x="70808" y="11825"/>
                  </a:lnTo>
                  <a:lnTo>
                    <a:pt x="28810" y="36718"/>
                  </a:lnTo>
                  <a:lnTo>
                    <a:pt x="2056" y="75048"/>
                  </a:lnTo>
                  <a:lnTo>
                    <a:pt x="0" y="100335"/>
                  </a:lnTo>
                  <a:lnTo>
                    <a:pt x="8976" y="123485"/>
                  </a:lnTo>
                  <a:lnTo>
                    <a:pt x="30028" y="142023"/>
                  </a:lnTo>
                  <a:lnTo>
                    <a:pt x="99673" y="165236"/>
                  </a:lnTo>
                  <a:lnTo>
                    <a:pt x="126290" y="183816"/>
                  </a:lnTo>
                  <a:lnTo>
                    <a:pt x="147595" y="205404"/>
                  </a:lnTo>
                  <a:lnTo>
                    <a:pt x="167129" y="226195"/>
                  </a:lnTo>
                  <a:lnTo>
                    <a:pt x="186664" y="239770"/>
                  </a:lnTo>
                  <a:lnTo>
                    <a:pt x="228216" y="235757"/>
                  </a:lnTo>
                  <a:lnTo>
                    <a:pt x="275293" y="199595"/>
                  </a:lnTo>
                  <a:lnTo>
                    <a:pt x="294794" y="159494"/>
                  </a:lnTo>
                  <a:lnTo>
                    <a:pt x="294194" y="137109"/>
                  </a:lnTo>
                  <a:lnTo>
                    <a:pt x="259756" y="69211"/>
                  </a:lnTo>
                  <a:lnTo>
                    <a:pt x="228354" y="39662"/>
                  </a:lnTo>
                  <a:lnTo>
                    <a:pt x="191075" y="16534"/>
                  </a:lnTo>
                  <a:lnTo>
                    <a:pt x="150601" y="2441"/>
                  </a:lnTo>
                  <a:lnTo>
                    <a:pt x="109618" y="0"/>
                  </a:lnTo>
                  <a:close/>
                </a:path>
              </a:pathLst>
            </a:custGeom>
            <a:solidFill>
              <a:srgbClr val="C573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5639691" y="4137838"/>
              <a:ext cx="61594" cy="127000"/>
            </a:xfrm>
            <a:custGeom>
              <a:avLst/>
              <a:gdLst/>
              <a:ahLst/>
              <a:cxnLst/>
              <a:rect l="l" t="t" r="r" b="b"/>
              <a:pathLst>
                <a:path w="61595" h="127000">
                  <a:moveTo>
                    <a:pt x="44710" y="0"/>
                  </a:moveTo>
                  <a:lnTo>
                    <a:pt x="32453" y="4332"/>
                  </a:lnTo>
                  <a:lnTo>
                    <a:pt x="10334" y="14095"/>
                  </a:lnTo>
                  <a:lnTo>
                    <a:pt x="11957" y="50059"/>
                  </a:lnTo>
                  <a:lnTo>
                    <a:pt x="11422" y="73796"/>
                  </a:lnTo>
                  <a:lnTo>
                    <a:pt x="7759" y="95877"/>
                  </a:lnTo>
                  <a:lnTo>
                    <a:pt x="0" y="126877"/>
                  </a:lnTo>
                  <a:lnTo>
                    <a:pt x="7258" y="125856"/>
                  </a:lnTo>
                  <a:lnTo>
                    <a:pt x="53391" y="109181"/>
                  </a:lnTo>
                  <a:lnTo>
                    <a:pt x="61511" y="54324"/>
                  </a:lnTo>
                  <a:lnTo>
                    <a:pt x="61439" y="21304"/>
                  </a:lnTo>
                  <a:lnTo>
                    <a:pt x="57223" y="3739"/>
                  </a:lnTo>
                  <a:lnTo>
                    <a:pt x="51502" y="125"/>
                  </a:lnTo>
                  <a:lnTo>
                    <a:pt x="44710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" name="object 72" descr=""/>
          <p:cNvGrpSpPr/>
          <p:nvPr/>
        </p:nvGrpSpPr>
        <p:grpSpPr>
          <a:xfrm>
            <a:off x="7028122" y="3792690"/>
            <a:ext cx="445770" cy="717550"/>
            <a:chOff x="7028122" y="3792690"/>
            <a:chExt cx="445770" cy="717550"/>
          </a:xfrm>
        </p:grpSpPr>
        <p:sp>
          <p:nvSpPr>
            <p:cNvPr id="73" name="object 73" descr=""/>
            <p:cNvSpPr/>
            <p:nvPr/>
          </p:nvSpPr>
          <p:spPr>
            <a:xfrm>
              <a:off x="7100019" y="3984623"/>
              <a:ext cx="297180" cy="421640"/>
            </a:xfrm>
            <a:custGeom>
              <a:avLst/>
              <a:gdLst/>
              <a:ahLst/>
              <a:cxnLst/>
              <a:rect l="l" t="t" r="r" b="b"/>
              <a:pathLst>
                <a:path w="297179" h="421639">
                  <a:moveTo>
                    <a:pt x="125049" y="0"/>
                  </a:moveTo>
                  <a:lnTo>
                    <a:pt x="73251" y="5572"/>
                  </a:lnTo>
                  <a:lnTo>
                    <a:pt x="18044" y="27114"/>
                  </a:lnTo>
                  <a:lnTo>
                    <a:pt x="3516" y="113708"/>
                  </a:lnTo>
                  <a:lnTo>
                    <a:pt x="776" y="171031"/>
                  </a:lnTo>
                  <a:lnTo>
                    <a:pt x="0" y="204952"/>
                  </a:lnTo>
                  <a:lnTo>
                    <a:pt x="3101" y="229393"/>
                  </a:lnTo>
                  <a:lnTo>
                    <a:pt x="18458" y="303249"/>
                  </a:lnTo>
                  <a:lnTo>
                    <a:pt x="45357" y="345222"/>
                  </a:lnTo>
                  <a:lnTo>
                    <a:pt x="78426" y="376360"/>
                  </a:lnTo>
                  <a:lnTo>
                    <a:pt x="110907" y="405614"/>
                  </a:lnTo>
                  <a:lnTo>
                    <a:pt x="151617" y="421400"/>
                  </a:lnTo>
                  <a:lnTo>
                    <a:pt x="166828" y="420594"/>
                  </a:lnTo>
                  <a:lnTo>
                    <a:pt x="227663" y="372516"/>
                  </a:lnTo>
                  <a:lnTo>
                    <a:pt x="260809" y="338984"/>
                  </a:lnTo>
                  <a:lnTo>
                    <a:pt x="282936" y="293999"/>
                  </a:lnTo>
                  <a:lnTo>
                    <a:pt x="289237" y="255536"/>
                  </a:lnTo>
                  <a:lnTo>
                    <a:pt x="294862" y="212975"/>
                  </a:lnTo>
                  <a:lnTo>
                    <a:pt x="297069" y="180136"/>
                  </a:lnTo>
                  <a:lnTo>
                    <a:pt x="295256" y="138968"/>
                  </a:lnTo>
                  <a:lnTo>
                    <a:pt x="291971" y="87226"/>
                  </a:lnTo>
                  <a:lnTo>
                    <a:pt x="287415" y="24182"/>
                  </a:lnTo>
                  <a:lnTo>
                    <a:pt x="195744" y="4541"/>
                  </a:lnTo>
                  <a:lnTo>
                    <a:pt x="125049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78458" y="4326196"/>
              <a:ext cx="155325" cy="183435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7028116" y="3863384"/>
              <a:ext cx="445770" cy="555625"/>
            </a:xfrm>
            <a:custGeom>
              <a:avLst/>
              <a:gdLst/>
              <a:ahLst/>
              <a:cxnLst/>
              <a:rect l="l" t="t" r="r" b="b"/>
              <a:pathLst>
                <a:path w="445770" h="555625">
                  <a:moveTo>
                    <a:pt x="445198" y="295224"/>
                  </a:moveTo>
                  <a:lnTo>
                    <a:pt x="436321" y="225425"/>
                  </a:lnTo>
                  <a:lnTo>
                    <a:pt x="425196" y="174307"/>
                  </a:lnTo>
                  <a:lnTo>
                    <a:pt x="405180" y="127177"/>
                  </a:lnTo>
                  <a:lnTo>
                    <a:pt x="378091" y="85432"/>
                  </a:lnTo>
                  <a:lnTo>
                    <a:pt x="345732" y="50457"/>
                  </a:lnTo>
                  <a:lnTo>
                    <a:pt x="309918" y="23622"/>
                  </a:lnTo>
                  <a:lnTo>
                    <a:pt x="272465" y="6350"/>
                  </a:lnTo>
                  <a:lnTo>
                    <a:pt x="235178" y="0"/>
                  </a:lnTo>
                  <a:lnTo>
                    <a:pt x="192633" y="2641"/>
                  </a:lnTo>
                  <a:lnTo>
                    <a:pt x="151396" y="12306"/>
                  </a:lnTo>
                  <a:lnTo>
                    <a:pt x="112966" y="30149"/>
                  </a:lnTo>
                  <a:lnTo>
                    <a:pt x="78816" y="57289"/>
                  </a:lnTo>
                  <a:lnTo>
                    <a:pt x="50431" y="94881"/>
                  </a:lnTo>
                  <a:lnTo>
                    <a:pt x="29311" y="144068"/>
                  </a:lnTo>
                  <a:lnTo>
                    <a:pt x="8102" y="227317"/>
                  </a:lnTo>
                  <a:lnTo>
                    <a:pt x="0" y="290893"/>
                  </a:lnTo>
                  <a:lnTo>
                    <a:pt x="1562" y="338035"/>
                  </a:lnTo>
                  <a:lnTo>
                    <a:pt x="9334" y="371995"/>
                  </a:lnTo>
                  <a:lnTo>
                    <a:pt x="19862" y="395973"/>
                  </a:lnTo>
                  <a:lnTo>
                    <a:pt x="32689" y="412711"/>
                  </a:lnTo>
                  <a:lnTo>
                    <a:pt x="49161" y="431546"/>
                  </a:lnTo>
                  <a:lnTo>
                    <a:pt x="62306" y="454063"/>
                  </a:lnTo>
                  <a:lnTo>
                    <a:pt x="70192" y="509511"/>
                  </a:lnTo>
                  <a:lnTo>
                    <a:pt x="104241" y="549211"/>
                  </a:lnTo>
                  <a:lnTo>
                    <a:pt x="112407" y="555307"/>
                  </a:lnTo>
                  <a:lnTo>
                    <a:pt x="93103" y="524738"/>
                  </a:lnTo>
                  <a:lnTo>
                    <a:pt x="84937" y="503212"/>
                  </a:lnTo>
                  <a:lnTo>
                    <a:pt x="86321" y="480479"/>
                  </a:lnTo>
                  <a:lnTo>
                    <a:pt x="95681" y="446366"/>
                  </a:lnTo>
                  <a:lnTo>
                    <a:pt x="99275" y="452564"/>
                  </a:lnTo>
                  <a:lnTo>
                    <a:pt x="103797" y="458368"/>
                  </a:lnTo>
                  <a:lnTo>
                    <a:pt x="140017" y="479755"/>
                  </a:lnTo>
                  <a:lnTo>
                    <a:pt x="151739" y="482739"/>
                  </a:lnTo>
                  <a:lnTo>
                    <a:pt x="165277" y="487095"/>
                  </a:lnTo>
                  <a:lnTo>
                    <a:pt x="179158" y="490143"/>
                  </a:lnTo>
                  <a:lnTo>
                    <a:pt x="193217" y="491883"/>
                  </a:lnTo>
                  <a:lnTo>
                    <a:pt x="207302" y="492302"/>
                  </a:lnTo>
                  <a:lnTo>
                    <a:pt x="213245" y="492201"/>
                  </a:lnTo>
                  <a:lnTo>
                    <a:pt x="219824" y="491578"/>
                  </a:lnTo>
                  <a:lnTo>
                    <a:pt x="226809" y="490537"/>
                  </a:lnTo>
                  <a:lnTo>
                    <a:pt x="261137" y="487908"/>
                  </a:lnTo>
                  <a:lnTo>
                    <a:pt x="293725" y="478091"/>
                  </a:lnTo>
                  <a:lnTo>
                    <a:pt x="322084" y="461238"/>
                  </a:lnTo>
                  <a:lnTo>
                    <a:pt x="343687" y="437515"/>
                  </a:lnTo>
                  <a:lnTo>
                    <a:pt x="344805" y="443407"/>
                  </a:lnTo>
                  <a:lnTo>
                    <a:pt x="345668" y="445833"/>
                  </a:lnTo>
                  <a:lnTo>
                    <a:pt x="348843" y="477824"/>
                  </a:lnTo>
                  <a:lnTo>
                    <a:pt x="342696" y="511340"/>
                  </a:lnTo>
                  <a:lnTo>
                    <a:pt x="334022" y="537743"/>
                  </a:lnTo>
                  <a:lnTo>
                    <a:pt x="329615" y="548462"/>
                  </a:lnTo>
                  <a:lnTo>
                    <a:pt x="348399" y="533158"/>
                  </a:lnTo>
                  <a:lnTo>
                    <a:pt x="378714" y="496011"/>
                  </a:lnTo>
                  <a:lnTo>
                    <a:pt x="393090" y="435660"/>
                  </a:lnTo>
                  <a:lnTo>
                    <a:pt x="395554" y="405765"/>
                  </a:lnTo>
                  <a:lnTo>
                    <a:pt x="406107" y="377418"/>
                  </a:lnTo>
                  <a:lnTo>
                    <a:pt x="424002" y="355485"/>
                  </a:lnTo>
                  <a:lnTo>
                    <a:pt x="439064" y="333336"/>
                  </a:lnTo>
                  <a:lnTo>
                    <a:pt x="445198" y="295224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1055" y="3792690"/>
              <a:ext cx="221273" cy="182013"/>
            </a:xfrm>
            <a:prstGeom prst="rect">
              <a:avLst/>
            </a:prstGeom>
          </p:spPr>
        </p:pic>
      </p:grpSp>
      <p:grpSp>
        <p:nvGrpSpPr>
          <p:cNvPr id="77" name="object 77" descr=""/>
          <p:cNvGrpSpPr/>
          <p:nvPr/>
        </p:nvGrpSpPr>
        <p:grpSpPr>
          <a:xfrm>
            <a:off x="7827634" y="3784413"/>
            <a:ext cx="445770" cy="725805"/>
            <a:chOff x="7827634" y="3784413"/>
            <a:chExt cx="445770" cy="725805"/>
          </a:xfrm>
        </p:grpSpPr>
        <p:sp>
          <p:nvSpPr>
            <p:cNvPr id="78" name="object 78" descr=""/>
            <p:cNvSpPr/>
            <p:nvPr/>
          </p:nvSpPr>
          <p:spPr>
            <a:xfrm>
              <a:off x="7995404" y="3978101"/>
              <a:ext cx="274320" cy="429259"/>
            </a:xfrm>
            <a:custGeom>
              <a:avLst/>
              <a:gdLst/>
              <a:ahLst/>
              <a:cxnLst/>
              <a:rect l="l" t="t" r="r" b="b"/>
              <a:pathLst>
                <a:path w="274320" h="429260">
                  <a:moveTo>
                    <a:pt x="153570" y="0"/>
                  </a:moveTo>
                  <a:lnTo>
                    <a:pt x="88798" y="5885"/>
                  </a:lnTo>
                  <a:lnTo>
                    <a:pt x="36198" y="15950"/>
                  </a:lnTo>
                  <a:lnTo>
                    <a:pt x="9127" y="52054"/>
                  </a:lnTo>
                  <a:lnTo>
                    <a:pt x="4694" y="113798"/>
                  </a:lnTo>
                  <a:lnTo>
                    <a:pt x="1139" y="178254"/>
                  </a:lnTo>
                  <a:lnTo>
                    <a:pt x="0" y="215558"/>
                  </a:lnTo>
                  <a:lnTo>
                    <a:pt x="3973" y="242303"/>
                  </a:lnTo>
                  <a:lnTo>
                    <a:pt x="12710" y="284340"/>
                  </a:lnTo>
                  <a:lnTo>
                    <a:pt x="23204" y="325691"/>
                  </a:lnTo>
                  <a:lnTo>
                    <a:pt x="44485" y="365742"/>
                  </a:lnTo>
                  <a:lnTo>
                    <a:pt x="80762" y="407243"/>
                  </a:lnTo>
                  <a:lnTo>
                    <a:pt x="116598" y="426735"/>
                  </a:lnTo>
                  <a:lnTo>
                    <a:pt x="123943" y="425824"/>
                  </a:lnTo>
                  <a:lnTo>
                    <a:pt x="142418" y="425868"/>
                  </a:lnTo>
                  <a:lnTo>
                    <a:pt x="176762" y="428923"/>
                  </a:lnTo>
                  <a:lnTo>
                    <a:pt x="211168" y="428845"/>
                  </a:lnTo>
                  <a:lnTo>
                    <a:pt x="229825" y="419489"/>
                  </a:lnTo>
                  <a:lnTo>
                    <a:pt x="239402" y="392676"/>
                  </a:lnTo>
                  <a:lnTo>
                    <a:pt x="253518" y="347982"/>
                  </a:lnTo>
                  <a:lnTo>
                    <a:pt x="266884" y="290635"/>
                  </a:lnTo>
                  <a:lnTo>
                    <a:pt x="274211" y="225861"/>
                  </a:lnTo>
                  <a:lnTo>
                    <a:pt x="266010" y="157172"/>
                  </a:lnTo>
                  <a:lnTo>
                    <a:pt x="244957" y="85267"/>
                  </a:lnTo>
                  <a:lnTo>
                    <a:pt x="223324" y="28596"/>
                  </a:lnTo>
                  <a:lnTo>
                    <a:pt x="213386" y="5606"/>
                  </a:lnTo>
                  <a:lnTo>
                    <a:pt x="153570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981601" y="4326193"/>
              <a:ext cx="155325" cy="183436"/>
            </a:xfrm>
            <a:prstGeom prst="rect">
              <a:avLst/>
            </a:prstGeom>
          </p:spPr>
        </p:pic>
        <p:sp>
          <p:nvSpPr>
            <p:cNvPr id="80" name="object 80" descr=""/>
            <p:cNvSpPr/>
            <p:nvPr/>
          </p:nvSpPr>
          <p:spPr>
            <a:xfrm>
              <a:off x="7827634" y="3863379"/>
              <a:ext cx="445770" cy="560705"/>
            </a:xfrm>
            <a:custGeom>
              <a:avLst/>
              <a:gdLst/>
              <a:ahLst/>
              <a:cxnLst/>
              <a:rect l="l" t="t" r="r" b="b"/>
              <a:pathLst>
                <a:path w="445770" h="560704">
                  <a:moveTo>
                    <a:pt x="235178" y="0"/>
                  </a:moveTo>
                  <a:lnTo>
                    <a:pt x="192636" y="2641"/>
                  </a:lnTo>
                  <a:lnTo>
                    <a:pt x="151402" y="12309"/>
                  </a:lnTo>
                  <a:lnTo>
                    <a:pt x="112964" y="30145"/>
                  </a:lnTo>
                  <a:lnTo>
                    <a:pt x="78811" y="57290"/>
                  </a:lnTo>
                  <a:lnTo>
                    <a:pt x="50430" y="94884"/>
                  </a:lnTo>
                  <a:lnTo>
                    <a:pt x="29310" y="144068"/>
                  </a:lnTo>
                  <a:lnTo>
                    <a:pt x="8101" y="227309"/>
                  </a:lnTo>
                  <a:lnTo>
                    <a:pt x="0" y="290887"/>
                  </a:lnTo>
                  <a:lnTo>
                    <a:pt x="1558" y="338036"/>
                  </a:lnTo>
                  <a:lnTo>
                    <a:pt x="9329" y="371988"/>
                  </a:lnTo>
                  <a:lnTo>
                    <a:pt x="19865" y="395977"/>
                  </a:lnTo>
                  <a:lnTo>
                    <a:pt x="37917" y="413485"/>
                  </a:lnTo>
                  <a:lnTo>
                    <a:pt x="65873" y="434011"/>
                  </a:lnTo>
                  <a:lnTo>
                    <a:pt x="90512" y="458234"/>
                  </a:lnTo>
                  <a:lnTo>
                    <a:pt x="98616" y="486833"/>
                  </a:lnTo>
                  <a:lnTo>
                    <a:pt x="103612" y="514449"/>
                  </a:lnTo>
                  <a:lnTo>
                    <a:pt x="120107" y="537890"/>
                  </a:lnTo>
                  <a:lnTo>
                    <a:pt x="137659" y="554156"/>
                  </a:lnTo>
                  <a:lnTo>
                    <a:pt x="145830" y="560244"/>
                  </a:lnTo>
                  <a:lnTo>
                    <a:pt x="126532" y="529688"/>
                  </a:lnTo>
                  <a:lnTo>
                    <a:pt x="118358" y="508154"/>
                  </a:lnTo>
                  <a:lnTo>
                    <a:pt x="119739" y="485431"/>
                  </a:lnTo>
                  <a:lnTo>
                    <a:pt x="129108" y="451305"/>
                  </a:lnTo>
                  <a:lnTo>
                    <a:pt x="135785" y="468086"/>
                  </a:lnTo>
                  <a:lnTo>
                    <a:pt x="141980" y="477281"/>
                  </a:lnTo>
                  <a:lnTo>
                    <a:pt x="179156" y="490138"/>
                  </a:lnTo>
                  <a:lnTo>
                    <a:pt x="207304" y="492299"/>
                  </a:lnTo>
                  <a:lnTo>
                    <a:pt x="213241" y="492194"/>
                  </a:lnTo>
                  <a:lnTo>
                    <a:pt x="219827" y="491576"/>
                  </a:lnTo>
                  <a:lnTo>
                    <a:pt x="226811" y="490529"/>
                  </a:lnTo>
                  <a:lnTo>
                    <a:pt x="261132" y="487903"/>
                  </a:lnTo>
                  <a:lnTo>
                    <a:pt x="293731" y="478087"/>
                  </a:lnTo>
                  <a:lnTo>
                    <a:pt x="322089" y="461239"/>
                  </a:lnTo>
                  <a:lnTo>
                    <a:pt x="343687" y="437515"/>
                  </a:lnTo>
                  <a:lnTo>
                    <a:pt x="344808" y="443410"/>
                  </a:lnTo>
                  <a:lnTo>
                    <a:pt x="345666" y="445829"/>
                  </a:lnTo>
                  <a:lnTo>
                    <a:pt x="348844" y="477829"/>
                  </a:lnTo>
                  <a:lnTo>
                    <a:pt x="342694" y="511332"/>
                  </a:lnTo>
                  <a:lnTo>
                    <a:pt x="334018" y="537740"/>
                  </a:lnTo>
                  <a:lnTo>
                    <a:pt x="329615" y="548454"/>
                  </a:lnTo>
                  <a:lnTo>
                    <a:pt x="348399" y="533151"/>
                  </a:lnTo>
                  <a:lnTo>
                    <a:pt x="378713" y="496005"/>
                  </a:lnTo>
                  <a:lnTo>
                    <a:pt x="393096" y="435656"/>
                  </a:lnTo>
                  <a:lnTo>
                    <a:pt x="395556" y="405764"/>
                  </a:lnTo>
                  <a:lnTo>
                    <a:pt x="406104" y="377412"/>
                  </a:lnTo>
                  <a:lnTo>
                    <a:pt x="424002" y="355480"/>
                  </a:lnTo>
                  <a:lnTo>
                    <a:pt x="439064" y="333330"/>
                  </a:lnTo>
                  <a:lnTo>
                    <a:pt x="445201" y="295222"/>
                  </a:lnTo>
                  <a:lnTo>
                    <a:pt x="436323" y="225417"/>
                  </a:lnTo>
                  <a:lnTo>
                    <a:pt x="421931" y="174819"/>
                  </a:lnTo>
                  <a:lnTo>
                    <a:pt x="400645" y="127895"/>
                  </a:lnTo>
                  <a:lnTo>
                    <a:pt x="373733" y="86119"/>
                  </a:lnTo>
                  <a:lnTo>
                    <a:pt x="342463" y="50967"/>
                  </a:lnTo>
                  <a:lnTo>
                    <a:pt x="308102" y="23913"/>
                  </a:lnTo>
                  <a:lnTo>
                    <a:pt x="271918" y="6432"/>
                  </a:lnTo>
                  <a:lnTo>
                    <a:pt x="235178" y="0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35920" y="3784413"/>
              <a:ext cx="214739" cy="189233"/>
            </a:xfrm>
            <a:prstGeom prst="rect">
              <a:avLst/>
            </a:prstGeom>
          </p:spPr>
        </p:pic>
        <p:sp>
          <p:nvSpPr>
            <p:cNvPr id="82" name="object 82" descr=""/>
            <p:cNvSpPr/>
            <p:nvPr/>
          </p:nvSpPr>
          <p:spPr>
            <a:xfrm>
              <a:off x="8136895" y="4132546"/>
              <a:ext cx="41275" cy="128270"/>
            </a:xfrm>
            <a:custGeom>
              <a:avLst/>
              <a:gdLst/>
              <a:ahLst/>
              <a:cxnLst/>
              <a:rect l="l" t="t" r="r" b="b"/>
              <a:pathLst>
                <a:path w="41275" h="128270">
                  <a:moveTo>
                    <a:pt x="10819" y="0"/>
                  </a:moveTo>
                  <a:lnTo>
                    <a:pt x="5464" y="3533"/>
                  </a:lnTo>
                  <a:lnTo>
                    <a:pt x="877" y="20337"/>
                  </a:lnTo>
                  <a:lnTo>
                    <a:pt x="0" y="51683"/>
                  </a:lnTo>
                  <a:lnTo>
                    <a:pt x="2226" y="84098"/>
                  </a:lnTo>
                  <a:lnTo>
                    <a:pt x="22202" y="120804"/>
                  </a:lnTo>
                  <a:lnTo>
                    <a:pt x="31673" y="128189"/>
                  </a:lnTo>
                  <a:lnTo>
                    <a:pt x="38797" y="83063"/>
                  </a:lnTo>
                  <a:lnTo>
                    <a:pt x="40883" y="56687"/>
                  </a:lnTo>
                  <a:lnTo>
                    <a:pt x="37670" y="38862"/>
                  </a:lnTo>
                  <a:lnTo>
                    <a:pt x="28898" y="19386"/>
                  </a:lnTo>
                  <a:lnTo>
                    <a:pt x="20339" y="6440"/>
                  </a:lnTo>
                  <a:lnTo>
                    <a:pt x="15045" y="473"/>
                  </a:lnTo>
                  <a:lnTo>
                    <a:pt x="10819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3" name="object 83" descr=""/>
          <p:cNvGrpSpPr/>
          <p:nvPr/>
        </p:nvGrpSpPr>
        <p:grpSpPr>
          <a:xfrm>
            <a:off x="7031131" y="5978704"/>
            <a:ext cx="448945" cy="690880"/>
            <a:chOff x="7031131" y="5978704"/>
            <a:chExt cx="448945" cy="690880"/>
          </a:xfrm>
        </p:grpSpPr>
        <p:pic>
          <p:nvPicPr>
            <p:cNvPr id="84" name="object 8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44350" y="6264495"/>
              <a:ext cx="66520" cy="137198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7093198" y="6080669"/>
              <a:ext cx="337185" cy="466090"/>
            </a:xfrm>
            <a:custGeom>
              <a:avLst/>
              <a:gdLst/>
              <a:ahLst/>
              <a:cxnLst/>
              <a:rect l="l" t="t" r="r" b="b"/>
              <a:pathLst>
                <a:path w="337184" h="466090">
                  <a:moveTo>
                    <a:pt x="319163" y="0"/>
                  </a:moveTo>
                  <a:lnTo>
                    <a:pt x="240289" y="1877"/>
                  </a:lnTo>
                  <a:lnTo>
                    <a:pt x="167651" y="3851"/>
                  </a:lnTo>
                  <a:lnTo>
                    <a:pt x="94799" y="6184"/>
                  </a:lnTo>
                  <a:lnTo>
                    <a:pt x="38172" y="8627"/>
                  </a:lnTo>
                  <a:lnTo>
                    <a:pt x="10054" y="43067"/>
                  </a:lnTo>
                  <a:lnTo>
                    <a:pt x="5172" y="111088"/>
                  </a:lnTo>
                  <a:lnTo>
                    <a:pt x="1257" y="182097"/>
                  </a:lnTo>
                  <a:lnTo>
                    <a:pt x="0" y="223197"/>
                  </a:lnTo>
                  <a:lnTo>
                    <a:pt x="3149" y="252246"/>
                  </a:lnTo>
                  <a:lnTo>
                    <a:pt x="10069" y="297645"/>
                  </a:lnTo>
                  <a:lnTo>
                    <a:pt x="18922" y="342290"/>
                  </a:lnTo>
                  <a:lnTo>
                    <a:pt x="49091" y="389362"/>
                  </a:lnTo>
                  <a:lnTo>
                    <a:pt x="86900" y="420676"/>
                  </a:lnTo>
                  <a:lnTo>
                    <a:pt x="124046" y="449876"/>
                  </a:lnTo>
                  <a:lnTo>
                    <a:pt x="170027" y="465937"/>
                  </a:lnTo>
                  <a:lnTo>
                    <a:pt x="187089" y="465030"/>
                  </a:lnTo>
                  <a:lnTo>
                    <a:pt x="258490" y="417362"/>
                  </a:lnTo>
                  <a:lnTo>
                    <a:pt x="297847" y="384056"/>
                  </a:lnTo>
                  <a:lnTo>
                    <a:pt x="324452" y="333234"/>
                  </a:lnTo>
                  <a:lnTo>
                    <a:pt x="332313" y="285185"/>
                  </a:lnTo>
                  <a:lnTo>
                    <a:pt x="337030" y="233036"/>
                  </a:lnTo>
                  <a:lnTo>
                    <a:pt x="333141" y="195376"/>
                  </a:lnTo>
                  <a:lnTo>
                    <a:pt x="325329" y="151225"/>
                  </a:lnTo>
                  <a:lnTo>
                    <a:pt x="321149" y="85578"/>
                  </a:lnTo>
                  <a:lnTo>
                    <a:pt x="319471" y="25986"/>
                  </a:lnTo>
                  <a:lnTo>
                    <a:pt x="319163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412359" y="6264495"/>
              <a:ext cx="66520" cy="137198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77593" y="6480764"/>
              <a:ext cx="177345" cy="188324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7031126" y="5978708"/>
              <a:ext cx="448945" cy="548640"/>
            </a:xfrm>
            <a:custGeom>
              <a:avLst/>
              <a:gdLst/>
              <a:ahLst/>
              <a:cxnLst/>
              <a:rect l="l" t="t" r="r" b="b"/>
              <a:pathLst>
                <a:path w="448945" h="548640">
                  <a:moveTo>
                    <a:pt x="448627" y="230873"/>
                  </a:moveTo>
                  <a:lnTo>
                    <a:pt x="445858" y="158559"/>
                  </a:lnTo>
                  <a:lnTo>
                    <a:pt x="421690" y="104521"/>
                  </a:lnTo>
                  <a:lnTo>
                    <a:pt x="381190" y="54724"/>
                  </a:lnTo>
                  <a:lnTo>
                    <a:pt x="339928" y="17526"/>
                  </a:lnTo>
                  <a:lnTo>
                    <a:pt x="282308" y="0"/>
                  </a:lnTo>
                  <a:lnTo>
                    <a:pt x="229857" y="1638"/>
                  </a:lnTo>
                  <a:lnTo>
                    <a:pt x="175831" y="5727"/>
                  </a:lnTo>
                  <a:lnTo>
                    <a:pt x="110286" y="30086"/>
                  </a:lnTo>
                  <a:lnTo>
                    <a:pt x="69342" y="65989"/>
                  </a:lnTo>
                  <a:lnTo>
                    <a:pt x="28994" y="111620"/>
                  </a:lnTo>
                  <a:lnTo>
                    <a:pt x="1016" y="159156"/>
                  </a:lnTo>
                  <a:lnTo>
                    <a:pt x="0" y="183299"/>
                  </a:lnTo>
                  <a:lnTo>
                    <a:pt x="5105" y="223189"/>
                  </a:lnTo>
                  <a:lnTo>
                    <a:pt x="14109" y="267195"/>
                  </a:lnTo>
                  <a:lnTo>
                    <a:pt x="24815" y="303682"/>
                  </a:lnTo>
                  <a:lnTo>
                    <a:pt x="34277" y="325602"/>
                  </a:lnTo>
                  <a:lnTo>
                    <a:pt x="46507" y="334733"/>
                  </a:lnTo>
                  <a:lnTo>
                    <a:pt x="55168" y="333984"/>
                  </a:lnTo>
                  <a:lnTo>
                    <a:pt x="62090" y="378650"/>
                  </a:lnTo>
                  <a:lnTo>
                    <a:pt x="69646" y="420090"/>
                  </a:lnTo>
                  <a:lnTo>
                    <a:pt x="85813" y="461657"/>
                  </a:lnTo>
                  <a:lnTo>
                    <a:pt x="122008" y="509295"/>
                  </a:lnTo>
                  <a:lnTo>
                    <a:pt x="146456" y="535127"/>
                  </a:lnTo>
                  <a:lnTo>
                    <a:pt x="173685" y="523062"/>
                  </a:lnTo>
                  <a:lnTo>
                    <a:pt x="190944" y="516585"/>
                  </a:lnTo>
                  <a:lnTo>
                    <a:pt x="205587" y="513473"/>
                  </a:lnTo>
                  <a:lnTo>
                    <a:pt x="224993" y="511505"/>
                  </a:lnTo>
                  <a:lnTo>
                    <a:pt x="254050" y="516077"/>
                  </a:lnTo>
                  <a:lnTo>
                    <a:pt x="286512" y="528866"/>
                  </a:lnTo>
                  <a:lnTo>
                    <a:pt x="312902" y="542188"/>
                  </a:lnTo>
                  <a:lnTo>
                    <a:pt x="323799" y="548335"/>
                  </a:lnTo>
                  <a:lnTo>
                    <a:pt x="351599" y="514197"/>
                  </a:lnTo>
                  <a:lnTo>
                    <a:pt x="375996" y="473671"/>
                  </a:lnTo>
                  <a:lnTo>
                    <a:pt x="392303" y="412635"/>
                  </a:lnTo>
                  <a:lnTo>
                    <a:pt x="398945" y="374408"/>
                  </a:lnTo>
                  <a:lnTo>
                    <a:pt x="404850" y="331660"/>
                  </a:lnTo>
                  <a:lnTo>
                    <a:pt x="414312" y="319697"/>
                  </a:lnTo>
                  <a:lnTo>
                    <a:pt x="433501" y="285343"/>
                  </a:lnTo>
                  <a:lnTo>
                    <a:pt x="448627" y="230873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7849038" y="5978704"/>
            <a:ext cx="451484" cy="690880"/>
            <a:chOff x="7849038" y="5978704"/>
            <a:chExt cx="451484" cy="690880"/>
          </a:xfrm>
        </p:grpSpPr>
        <p:pic>
          <p:nvPicPr>
            <p:cNvPr id="90" name="object 90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98592" y="6264495"/>
              <a:ext cx="66520" cy="137198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7949247" y="6085703"/>
              <a:ext cx="344170" cy="466090"/>
            </a:xfrm>
            <a:custGeom>
              <a:avLst/>
              <a:gdLst/>
              <a:ahLst/>
              <a:cxnLst/>
              <a:rect l="l" t="t" r="r" b="b"/>
              <a:pathLst>
                <a:path w="344170" h="466090">
                  <a:moveTo>
                    <a:pt x="319163" y="0"/>
                  </a:moveTo>
                  <a:lnTo>
                    <a:pt x="240289" y="1877"/>
                  </a:lnTo>
                  <a:lnTo>
                    <a:pt x="167651" y="3851"/>
                  </a:lnTo>
                  <a:lnTo>
                    <a:pt x="94799" y="6184"/>
                  </a:lnTo>
                  <a:lnTo>
                    <a:pt x="38172" y="8627"/>
                  </a:lnTo>
                  <a:lnTo>
                    <a:pt x="10054" y="43067"/>
                  </a:lnTo>
                  <a:lnTo>
                    <a:pt x="5172" y="111088"/>
                  </a:lnTo>
                  <a:lnTo>
                    <a:pt x="1257" y="182097"/>
                  </a:lnTo>
                  <a:lnTo>
                    <a:pt x="0" y="223197"/>
                  </a:lnTo>
                  <a:lnTo>
                    <a:pt x="3149" y="252246"/>
                  </a:lnTo>
                  <a:lnTo>
                    <a:pt x="10069" y="297645"/>
                  </a:lnTo>
                  <a:lnTo>
                    <a:pt x="18922" y="342290"/>
                  </a:lnTo>
                  <a:lnTo>
                    <a:pt x="49091" y="389362"/>
                  </a:lnTo>
                  <a:lnTo>
                    <a:pt x="86900" y="420676"/>
                  </a:lnTo>
                  <a:lnTo>
                    <a:pt x="124046" y="449876"/>
                  </a:lnTo>
                  <a:lnTo>
                    <a:pt x="170027" y="465937"/>
                  </a:lnTo>
                  <a:lnTo>
                    <a:pt x="187089" y="465030"/>
                  </a:lnTo>
                  <a:lnTo>
                    <a:pt x="198077" y="462237"/>
                  </a:lnTo>
                  <a:lnTo>
                    <a:pt x="217372" y="456435"/>
                  </a:lnTo>
                  <a:lnTo>
                    <a:pt x="252847" y="446928"/>
                  </a:lnTo>
                  <a:lnTo>
                    <a:pt x="307624" y="417735"/>
                  </a:lnTo>
                  <a:lnTo>
                    <a:pt x="325153" y="332608"/>
                  </a:lnTo>
                  <a:lnTo>
                    <a:pt x="336851" y="263149"/>
                  </a:lnTo>
                  <a:lnTo>
                    <a:pt x="344155" y="200252"/>
                  </a:lnTo>
                  <a:lnTo>
                    <a:pt x="342303" y="162288"/>
                  </a:lnTo>
                  <a:lnTo>
                    <a:pt x="333060" y="123311"/>
                  </a:lnTo>
                  <a:lnTo>
                    <a:pt x="325730" y="69038"/>
                  </a:lnTo>
                  <a:lnTo>
                    <a:pt x="320902" y="20817"/>
                  </a:lnTo>
                  <a:lnTo>
                    <a:pt x="319163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998349" y="6480764"/>
              <a:ext cx="177345" cy="188324"/>
            </a:xfrm>
            <a:prstGeom prst="rect">
              <a:avLst/>
            </a:prstGeom>
          </p:spPr>
        </p:pic>
        <p:pic>
          <p:nvPicPr>
            <p:cNvPr id="93" name="object 93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33116" y="6264495"/>
              <a:ext cx="66520" cy="137198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7849031" y="5978708"/>
              <a:ext cx="451484" cy="548640"/>
            </a:xfrm>
            <a:custGeom>
              <a:avLst/>
              <a:gdLst/>
              <a:ahLst/>
              <a:cxnLst/>
              <a:rect l="l" t="t" r="r" b="b"/>
              <a:pathLst>
                <a:path w="451484" h="548640">
                  <a:moveTo>
                    <a:pt x="451472" y="230873"/>
                  </a:moveTo>
                  <a:lnTo>
                    <a:pt x="448703" y="158559"/>
                  </a:lnTo>
                  <a:lnTo>
                    <a:pt x="424535" y="104521"/>
                  </a:lnTo>
                  <a:lnTo>
                    <a:pt x="384048" y="54724"/>
                  </a:lnTo>
                  <a:lnTo>
                    <a:pt x="342773" y="17526"/>
                  </a:lnTo>
                  <a:lnTo>
                    <a:pt x="285165" y="0"/>
                  </a:lnTo>
                  <a:lnTo>
                    <a:pt x="232702" y="1638"/>
                  </a:lnTo>
                  <a:lnTo>
                    <a:pt x="178689" y="5727"/>
                  </a:lnTo>
                  <a:lnTo>
                    <a:pt x="113131" y="30086"/>
                  </a:lnTo>
                  <a:lnTo>
                    <a:pt x="72199" y="65989"/>
                  </a:lnTo>
                  <a:lnTo>
                    <a:pt x="31838" y="111620"/>
                  </a:lnTo>
                  <a:lnTo>
                    <a:pt x="3873" y="159156"/>
                  </a:lnTo>
                  <a:lnTo>
                    <a:pt x="0" y="223189"/>
                  </a:lnTo>
                  <a:lnTo>
                    <a:pt x="3543" y="267195"/>
                  </a:lnTo>
                  <a:lnTo>
                    <a:pt x="11760" y="303682"/>
                  </a:lnTo>
                  <a:lnTo>
                    <a:pt x="21475" y="325602"/>
                  </a:lnTo>
                  <a:lnTo>
                    <a:pt x="26797" y="329082"/>
                  </a:lnTo>
                  <a:lnTo>
                    <a:pt x="28816" y="355447"/>
                  </a:lnTo>
                  <a:lnTo>
                    <a:pt x="34315" y="386435"/>
                  </a:lnTo>
                  <a:lnTo>
                    <a:pt x="45072" y="409003"/>
                  </a:lnTo>
                  <a:lnTo>
                    <a:pt x="64871" y="435508"/>
                  </a:lnTo>
                  <a:lnTo>
                    <a:pt x="149313" y="543623"/>
                  </a:lnTo>
                  <a:lnTo>
                    <a:pt x="166725" y="526656"/>
                  </a:lnTo>
                  <a:lnTo>
                    <a:pt x="179197" y="517652"/>
                  </a:lnTo>
                  <a:lnTo>
                    <a:pt x="192747" y="513613"/>
                  </a:lnTo>
                  <a:lnTo>
                    <a:pt x="213372" y="511505"/>
                  </a:lnTo>
                  <a:lnTo>
                    <a:pt x="244779" y="516077"/>
                  </a:lnTo>
                  <a:lnTo>
                    <a:pt x="279844" y="528866"/>
                  </a:lnTo>
                  <a:lnTo>
                    <a:pt x="308356" y="542188"/>
                  </a:lnTo>
                  <a:lnTo>
                    <a:pt x="320128" y="548335"/>
                  </a:lnTo>
                  <a:lnTo>
                    <a:pt x="350164" y="514197"/>
                  </a:lnTo>
                  <a:lnTo>
                    <a:pt x="376516" y="473671"/>
                  </a:lnTo>
                  <a:lnTo>
                    <a:pt x="394131" y="412635"/>
                  </a:lnTo>
                  <a:lnTo>
                    <a:pt x="401307" y="374408"/>
                  </a:lnTo>
                  <a:lnTo>
                    <a:pt x="407682" y="331660"/>
                  </a:lnTo>
                  <a:lnTo>
                    <a:pt x="407682" y="331470"/>
                  </a:lnTo>
                  <a:lnTo>
                    <a:pt x="407708" y="331660"/>
                  </a:lnTo>
                  <a:lnTo>
                    <a:pt x="417169" y="319697"/>
                  </a:lnTo>
                  <a:lnTo>
                    <a:pt x="436359" y="285343"/>
                  </a:lnTo>
                  <a:lnTo>
                    <a:pt x="451472" y="230873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5" name="object 9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618670" y="6264495"/>
            <a:ext cx="66520" cy="137198"/>
          </a:xfrm>
          <a:prstGeom prst="rect">
            <a:avLst/>
          </a:prstGeom>
        </p:spPr>
      </p:pic>
      <p:grpSp>
        <p:nvGrpSpPr>
          <p:cNvPr id="96" name="object 96" descr=""/>
          <p:cNvGrpSpPr/>
          <p:nvPr/>
        </p:nvGrpSpPr>
        <p:grpSpPr>
          <a:xfrm>
            <a:off x="4629842" y="5978700"/>
            <a:ext cx="452755" cy="690880"/>
            <a:chOff x="4629842" y="5978700"/>
            <a:chExt cx="452755" cy="690880"/>
          </a:xfrm>
        </p:grpSpPr>
        <p:pic>
          <p:nvPicPr>
            <p:cNvPr id="97" name="object 9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51913" y="6480764"/>
              <a:ext cx="177334" cy="188324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4667517" y="6080669"/>
              <a:ext cx="337185" cy="466090"/>
            </a:xfrm>
            <a:custGeom>
              <a:avLst/>
              <a:gdLst/>
              <a:ahLst/>
              <a:cxnLst/>
              <a:rect l="l" t="t" r="r" b="b"/>
              <a:pathLst>
                <a:path w="337185" h="466090">
                  <a:moveTo>
                    <a:pt x="319163" y="0"/>
                  </a:moveTo>
                  <a:lnTo>
                    <a:pt x="240289" y="1877"/>
                  </a:lnTo>
                  <a:lnTo>
                    <a:pt x="167651" y="3851"/>
                  </a:lnTo>
                  <a:lnTo>
                    <a:pt x="94799" y="6184"/>
                  </a:lnTo>
                  <a:lnTo>
                    <a:pt x="38172" y="8627"/>
                  </a:lnTo>
                  <a:lnTo>
                    <a:pt x="10054" y="43067"/>
                  </a:lnTo>
                  <a:lnTo>
                    <a:pt x="5172" y="111088"/>
                  </a:lnTo>
                  <a:lnTo>
                    <a:pt x="1257" y="182097"/>
                  </a:lnTo>
                  <a:lnTo>
                    <a:pt x="0" y="223197"/>
                  </a:lnTo>
                  <a:lnTo>
                    <a:pt x="3144" y="252246"/>
                  </a:lnTo>
                  <a:lnTo>
                    <a:pt x="10065" y="297645"/>
                  </a:lnTo>
                  <a:lnTo>
                    <a:pt x="18921" y="342290"/>
                  </a:lnTo>
                  <a:lnTo>
                    <a:pt x="49091" y="389362"/>
                  </a:lnTo>
                  <a:lnTo>
                    <a:pt x="86900" y="420676"/>
                  </a:lnTo>
                  <a:lnTo>
                    <a:pt x="124046" y="449876"/>
                  </a:lnTo>
                  <a:lnTo>
                    <a:pt x="170027" y="465937"/>
                  </a:lnTo>
                  <a:lnTo>
                    <a:pt x="187089" y="465030"/>
                  </a:lnTo>
                  <a:lnTo>
                    <a:pt x="258490" y="417362"/>
                  </a:lnTo>
                  <a:lnTo>
                    <a:pt x="297847" y="384056"/>
                  </a:lnTo>
                  <a:lnTo>
                    <a:pt x="324452" y="333234"/>
                  </a:lnTo>
                  <a:lnTo>
                    <a:pt x="332313" y="285185"/>
                  </a:lnTo>
                  <a:lnTo>
                    <a:pt x="337030" y="233036"/>
                  </a:lnTo>
                  <a:lnTo>
                    <a:pt x="333141" y="195376"/>
                  </a:lnTo>
                  <a:lnTo>
                    <a:pt x="325329" y="151225"/>
                  </a:lnTo>
                  <a:lnTo>
                    <a:pt x="321149" y="85578"/>
                  </a:lnTo>
                  <a:lnTo>
                    <a:pt x="319471" y="25986"/>
                  </a:lnTo>
                  <a:lnTo>
                    <a:pt x="319163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9" name="object 99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986679" y="6264495"/>
              <a:ext cx="66520" cy="137198"/>
            </a:xfrm>
            <a:prstGeom prst="rect">
              <a:avLst/>
            </a:prstGeom>
          </p:spPr>
        </p:pic>
        <p:sp>
          <p:nvSpPr>
            <p:cNvPr id="100" name="object 100" descr=""/>
            <p:cNvSpPr/>
            <p:nvPr/>
          </p:nvSpPr>
          <p:spPr>
            <a:xfrm>
              <a:off x="4629836" y="5978708"/>
              <a:ext cx="452755" cy="445134"/>
            </a:xfrm>
            <a:custGeom>
              <a:avLst/>
              <a:gdLst/>
              <a:ahLst/>
              <a:cxnLst/>
              <a:rect l="l" t="t" r="r" b="b"/>
              <a:pathLst>
                <a:path w="452754" h="445135">
                  <a:moveTo>
                    <a:pt x="348107" y="443661"/>
                  </a:moveTo>
                  <a:lnTo>
                    <a:pt x="345859" y="444766"/>
                  </a:lnTo>
                  <a:lnTo>
                    <a:pt x="346913" y="444703"/>
                  </a:lnTo>
                  <a:lnTo>
                    <a:pt x="348107" y="443661"/>
                  </a:lnTo>
                  <a:close/>
                </a:path>
                <a:path w="452754" h="445135">
                  <a:moveTo>
                    <a:pt x="452742" y="200812"/>
                  </a:moveTo>
                  <a:lnTo>
                    <a:pt x="448856" y="165823"/>
                  </a:lnTo>
                  <a:lnTo>
                    <a:pt x="448627" y="163004"/>
                  </a:lnTo>
                  <a:lnTo>
                    <a:pt x="448221" y="160743"/>
                  </a:lnTo>
                  <a:lnTo>
                    <a:pt x="419633" y="111620"/>
                  </a:lnTo>
                  <a:lnTo>
                    <a:pt x="379272" y="65989"/>
                  </a:lnTo>
                  <a:lnTo>
                    <a:pt x="338340" y="30086"/>
                  </a:lnTo>
                  <a:lnTo>
                    <a:pt x="272796" y="5727"/>
                  </a:lnTo>
                  <a:lnTo>
                    <a:pt x="218770" y="1638"/>
                  </a:lnTo>
                  <a:lnTo>
                    <a:pt x="166319" y="0"/>
                  </a:lnTo>
                  <a:lnTo>
                    <a:pt x="135178" y="1308"/>
                  </a:lnTo>
                  <a:lnTo>
                    <a:pt x="67437" y="54724"/>
                  </a:lnTo>
                  <a:lnTo>
                    <a:pt x="26936" y="104521"/>
                  </a:lnTo>
                  <a:lnTo>
                    <a:pt x="2768" y="158572"/>
                  </a:lnTo>
                  <a:lnTo>
                    <a:pt x="0" y="230886"/>
                  </a:lnTo>
                  <a:lnTo>
                    <a:pt x="15113" y="285356"/>
                  </a:lnTo>
                  <a:lnTo>
                    <a:pt x="34315" y="319709"/>
                  </a:lnTo>
                  <a:lnTo>
                    <a:pt x="43776" y="331660"/>
                  </a:lnTo>
                  <a:lnTo>
                    <a:pt x="53111" y="242455"/>
                  </a:lnTo>
                  <a:lnTo>
                    <a:pt x="59524" y="195211"/>
                  </a:lnTo>
                  <a:lnTo>
                    <a:pt x="61493" y="188747"/>
                  </a:lnTo>
                  <a:lnTo>
                    <a:pt x="65976" y="174155"/>
                  </a:lnTo>
                  <a:lnTo>
                    <a:pt x="75463" y="163525"/>
                  </a:lnTo>
                  <a:lnTo>
                    <a:pt x="129324" y="178803"/>
                  </a:lnTo>
                  <a:lnTo>
                    <a:pt x="158127" y="191909"/>
                  </a:lnTo>
                  <a:lnTo>
                    <a:pt x="171653" y="210070"/>
                  </a:lnTo>
                  <a:lnTo>
                    <a:pt x="179654" y="240487"/>
                  </a:lnTo>
                  <a:lnTo>
                    <a:pt x="191211" y="269798"/>
                  </a:lnTo>
                  <a:lnTo>
                    <a:pt x="208610" y="284010"/>
                  </a:lnTo>
                  <a:lnTo>
                    <a:pt x="231482" y="289369"/>
                  </a:lnTo>
                  <a:lnTo>
                    <a:pt x="259448" y="292125"/>
                  </a:lnTo>
                  <a:lnTo>
                    <a:pt x="279387" y="300647"/>
                  </a:lnTo>
                  <a:lnTo>
                    <a:pt x="285242" y="316153"/>
                  </a:lnTo>
                  <a:lnTo>
                    <a:pt x="287223" y="334175"/>
                  </a:lnTo>
                  <a:lnTo>
                    <a:pt x="295529" y="350253"/>
                  </a:lnTo>
                  <a:lnTo>
                    <a:pt x="309676" y="359143"/>
                  </a:lnTo>
                  <a:lnTo>
                    <a:pt x="322529" y="364426"/>
                  </a:lnTo>
                  <a:lnTo>
                    <a:pt x="334289" y="374815"/>
                  </a:lnTo>
                  <a:lnTo>
                    <a:pt x="345147" y="399059"/>
                  </a:lnTo>
                  <a:lnTo>
                    <a:pt x="350291" y="419442"/>
                  </a:lnTo>
                  <a:lnTo>
                    <a:pt x="351548" y="432625"/>
                  </a:lnTo>
                  <a:lnTo>
                    <a:pt x="350354" y="440169"/>
                  </a:lnTo>
                  <a:lnTo>
                    <a:pt x="348107" y="443661"/>
                  </a:lnTo>
                  <a:lnTo>
                    <a:pt x="362356" y="435762"/>
                  </a:lnTo>
                  <a:lnTo>
                    <a:pt x="382371" y="421576"/>
                  </a:lnTo>
                  <a:lnTo>
                    <a:pt x="399326" y="402793"/>
                  </a:lnTo>
                  <a:lnTo>
                    <a:pt x="404418" y="381101"/>
                  </a:lnTo>
                  <a:lnTo>
                    <a:pt x="402336" y="362064"/>
                  </a:lnTo>
                  <a:lnTo>
                    <a:pt x="404736" y="351650"/>
                  </a:lnTo>
                  <a:lnTo>
                    <a:pt x="411822" y="343598"/>
                  </a:lnTo>
                  <a:lnTo>
                    <a:pt x="423811" y="331660"/>
                  </a:lnTo>
                  <a:lnTo>
                    <a:pt x="437565" y="300786"/>
                  </a:lnTo>
                  <a:lnTo>
                    <a:pt x="448094" y="251485"/>
                  </a:lnTo>
                  <a:lnTo>
                    <a:pt x="452742" y="200812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1" name="object 101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6191967" y="6264495"/>
            <a:ext cx="73179" cy="137198"/>
          </a:xfrm>
          <a:prstGeom prst="rect">
            <a:avLst/>
          </a:prstGeom>
        </p:spPr>
      </p:pic>
      <p:grpSp>
        <p:nvGrpSpPr>
          <p:cNvPr id="102" name="object 102" descr=""/>
          <p:cNvGrpSpPr/>
          <p:nvPr/>
        </p:nvGrpSpPr>
        <p:grpSpPr>
          <a:xfrm>
            <a:off x="6183948" y="5978700"/>
            <a:ext cx="452755" cy="690880"/>
            <a:chOff x="6183948" y="5978700"/>
            <a:chExt cx="452755" cy="690880"/>
          </a:xfrm>
        </p:grpSpPr>
        <p:pic>
          <p:nvPicPr>
            <p:cNvPr id="103" name="object 10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325664" y="6480764"/>
              <a:ext cx="177345" cy="188324"/>
            </a:xfrm>
            <a:prstGeom prst="rect">
              <a:avLst/>
            </a:prstGeom>
          </p:spPr>
        </p:pic>
        <p:sp>
          <p:nvSpPr>
            <p:cNvPr id="104" name="object 104" descr=""/>
            <p:cNvSpPr/>
            <p:nvPr/>
          </p:nvSpPr>
          <p:spPr>
            <a:xfrm>
              <a:off x="6228379" y="6080669"/>
              <a:ext cx="336550" cy="467995"/>
            </a:xfrm>
            <a:custGeom>
              <a:avLst/>
              <a:gdLst/>
              <a:ahLst/>
              <a:cxnLst/>
              <a:rect l="l" t="t" r="r" b="b"/>
              <a:pathLst>
                <a:path w="336550" h="467995">
                  <a:moveTo>
                    <a:pt x="319163" y="0"/>
                  </a:moveTo>
                  <a:lnTo>
                    <a:pt x="240289" y="1877"/>
                  </a:lnTo>
                  <a:lnTo>
                    <a:pt x="167651" y="3851"/>
                  </a:lnTo>
                  <a:lnTo>
                    <a:pt x="94799" y="6184"/>
                  </a:lnTo>
                  <a:lnTo>
                    <a:pt x="38172" y="8627"/>
                  </a:lnTo>
                  <a:lnTo>
                    <a:pt x="10054" y="43067"/>
                  </a:lnTo>
                  <a:lnTo>
                    <a:pt x="5172" y="111088"/>
                  </a:lnTo>
                  <a:lnTo>
                    <a:pt x="1257" y="182097"/>
                  </a:lnTo>
                  <a:lnTo>
                    <a:pt x="0" y="223197"/>
                  </a:lnTo>
                  <a:lnTo>
                    <a:pt x="4698" y="252519"/>
                  </a:lnTo>
                  <a:lnTo>
                    <a:pt x="15027" y="298519"/>
                  </a:lnTo>
                  <a:lnTo>
                    <a:pt x="27289" y="343766"/>
                  </a:lnTo>
                  <a:lnTo>
                    <a:pt x="55664" y="391008"/>
                  </a:lnTo>
                  <a:lnTo>
                    <a:pt x="86121" y="422097"/>
                  </a:lnTo>
                  <a:lnTo>
                    <a:pt x="115917" y="451072"/>
                  </a:lnTo>
                  <a:lnTo>
                    <a:pt x="162413" y="467963"/>
                  </a:lnTo>
                  <a:lnTo>
                    <a:pt x="182121" y="467693"/>
                  </a:lnTo>
                  <a:lnTo>
                    <a:pt x="254155" y="418317"/>
                  </a:lnTo>
                  <a:lnTo>
                    <a:pt x="293124" y="383638"/>
                  </a:lnTo>
                  <a:lnTo>
                    <a:pt x="320317" y="332355"/>
                  </a:lnTo>
                  <a:lnTo>
                    <a:pt x="329862" y="284662"/>
                  </a:lnTo>
                  <a:lnTo>
                    <a:pt x="336264" y="232872"/>
                  </a:lnTo>
                  <a:lnTo>
                    <a:pt x="333141" y="195376"/>
                  </a:lnTo>
                  <a:lnTo>
                    <a:pt x="325329" y="151225"/>
                  </a:lnTo>
                  <a:lnTo>
                    <a:pt x="321149" y="85578"/>
                  </a:lnTo>
                  <a:lnTo>
                    <a:pt x="319471" y="25986"/>
                  </a:lnTo>
                  <a:lnTo>
                    <a:pt x="319163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" name="object 105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547540" y="6264495"/>
              <a:ext cx="66520" cy="137198"/>
            </a:xfrm>
            <a:prstGeom prst="rect">
              <a:avLst/>
            </a:prstGeom>
          </p:spPr>
        </p:pic>
        <p:sp>
          <p:nvSpPr>
            <p:cNvPr id="106" name="object 106" descr=""/>
            <p:cNvSpPr/>
            <p:nvPr/>
          </p:nvSpPr>
          <p:spPr>
            <a:xfrm>
              <a:off x="6183947" y="5978708"/>
              <a:ext cx="452755" cy="445134"/>
            </a:xfrm>
            <a:custGeom>
              <a:avLst/>
              <a:gdLst/>
              <a:ahLst/>
              <a:cxnLst/>
              <a:rect l="l" t="t" r="r" b="b"/>
              <a:pathLst>
                <a:path w="452754" h="445135">
                  <a:moveTo>
                    <a:pt x="348081" y="443687"/>
                  </a:moveTo>
                  <a:lnTo>
                    <a:pt x="345846" y="444766"/>
                  </a:lnTo>
                  <a:lnTo>
                    <a:pt x="346913" y="444703"/>
                  </a:lnTo>
                  <a:lnTo>
                    <a:pt x="348081" y="443687"/>
                  </a:lnTo>
                  <a:close/>
                </a:path>
                <a:path w="452754" h="445135">
                  <a:moveTo>
                    <a:pt x="452729" y="200812"/>
                  </a:moveTo>
                  <a:lnTo>
                    <a:pt x="448843" y="165823"/>
                  </a:lnTo>
                  <a:lnTo>
                    <a:pt x="448614" y="163004"/>
                  </a:lnTo>
                  <a:lnTo>
                    <a:pt x="448208" y="160743"/>
                  </a:lnTo>
                  <a:lnTo>
                    <a:pt x="419620" y="111620"/>
                  </a:lnTo>
                  <a:lnTo>
                    <a:pt x="379272" y="65989"/>
                  </a:lnTo>
                  <a:lnTo>
                    <a:pt x="338328" y="30086"/>
                  </a:lnTo>
                  <a:lnTo>
                    <a:pt x="308622" y="11798"/>
                  </a:lnTo>
                  <a:lnTo>
                    <a:pt x="272783" y="5727"/>
                  </a:lnTo>
                  <a:lnTo>
                    <a:pt x="218757" y="1638"/>
                  </a:lnTo>
                  <a:lnTo>
                    <a:pt x="166306" y="0"/>
                  </a:lnTo>
                  <a:lnTo>
                    <a:pt x="135166" y="1308"/>
                  </a:lnTo>
                  <a:lnTo>
                    <a:pt x="67424" y="54724"/>
                  </a:lnTo>
                  <a:lnTo>
                    <a:pt x="26924" y="104521"/>
                  </a:lnTo>
                  <a:lnTo>
                    <a:pt x="2755" y="158572"/>
                  </a:lnTo>
                  <a:lnTo>
                    <a:pt x="0" y="230886"/>
                  </a:lnTo>
                  <a:lnTo>
                    <a:pt x="15113" y="285356"/>
                  </a:lnTo>
                  <a:lnTo>
                    <a:pt x="34302" y="319709"/>
                  </a:lnTo>
                  <a:lnTo>
                    <a:pt x="43776" y="331660"/>
                  </a:lnTo>
                  <a:lnTo>
                    <a:pt x="53111" y="242455"/>
                  </a:lnTo>
                  <a:lnTo>
                    <a:pt x="59524" y="195211"/>
                  </a:lnTo>
                  <a:lnTo>
                    <a:pt x="65976" y="174155"/>
                  </a:lnTo>
                  <a:lnTo>
                    <a:pt x="129311" y="178803"/>
                  </a:lnTo>
                  <a:lnTo>
                    <a:pt x="171640" y="210070"/>
                  </a:lnTo>
                  <a:lnTo>
                    <a:pt x="179654" y="240487"/>
                  </a:lnTo>
                  <a:lnTo>
                    <a:pt x="191198" y="269798"/>
                  </a:lnTo>
                  <a:lnTo>
                    <a:pt x="208597" y="284010"/>
                  </a:lnTo>
                  <a:lnTo>
                    <a:pt x="231482" y="289369"/>
                  </a:lnTo>
                  <a:lnTo>
                    <a:pt x="259435" y="292125"/>
                  </a:lnTo>
                  <a:lnTo>
                    <a:pt x="279387" y="300647"/>
                  </a:lnTo>
                  <a:lnTo>
                    <a:pt x="285242" y="316153"/>
                  </a:lnTo>
                  <a:lnTo>
                    <a:pt x="287210" y="334175"/>
                  </a:lnTo>
                  <a:lnTo>
                    <a:pt x="295516" y="350253"/>
                  </a:lnTo>
                  <a:lnTo>
                    <a:pt x="309676" y="359143"/>
                  </a:lnTo>
                  <a:lnTo>
                    <a:pt x="322529" y="364426"/>
                  </a:lnTo>
                  <a:lnTo>
                    <a:pt x="334276" y="374815"/>
                  </a:lnTo>
                  <a:lnTo>
                    <a:pt x="345147" y="399059"/>
                  </a:lnTo>
                  <a:lnTo>
                    <a:pt x="350278" y="419442"/>
                  </a:lnTo>
                  <a:lnTo>
                    <a:pt x="351548" y="432625"/>
                  </a:lnTo>
                  <a:lnTo>
                    <a:pt x="350342" y="440169"/>
                  </a:lnTo>
                  <a:lnTo>
                    <a:pt x="348094" y="443661"/>
                  </a:lnTo>
                  <a:lnTo>
                    <a:pt x="362343" y="435762"/>
                  </a:lnTo>
                  <a:lnTo>
                    <a:pt x="382358" y="421576"/>
                  </a:lnTo>
                  <a:lnTo>
                    <a:pt x="399313" y="402793"/>
                  </a:lnTo>
                  <a:lnTo>
                    <a:pt x="404406" y="381101"/>
                  </a:lnTo>
                  <a:lnTo>
                    <a:pt x="402323" y="362064"/>
                  </a:lnTo>
                  <a:lnTo>
                    <a:pt x="404736" y="351650"/>
                  </a:lnTo>
                  <a:lnTo>
                    <a:pt x="411822" y="343598"/>
                  </a:lnTo>
                  <a:lnTo>
                    <a:pt x="423799" y="331660"/>
                  </a:lnTo>
                  <a:lnTo>
                    <a:pt x="437553" y="300786"/>
                  </a:lnTo>
                  <a:lnTo>
                    <a:pt x="448081" y="251485"/>
                  </a:lnTo>
                  <a:lnTo>
                    <a:pt x="452729" y="200812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" name="object 107" descr=""/>
          <p:cNvGrpSpPr/>
          <p:nvPr/>
        </p:nvGrpSpPr>
        <p:grpSpPr>
          <a:xfrm>
            <a:off x="5394373" y="6006199"/>
            <a:ext cx="483870" cy="660400"/>
            <a:chOff x="5394373" y="6006199"/>
            <a:chExt cx="483870" cy="660400"/>
          </a:xfrm>
        </p:grpSpPr>
        <p:sp>
          <p:nvSpPr>
            <p:cNvPr id="108" name="object 108" descr=""/>
            <p:cNvSpPr/>
            <p:nvPr/>
          </p:nvSpPr>
          <p:spPr>
            <a:xfrm>
              <a:off x="5643577" y="6166540"/>
              <a:ext cx="234315" cy="329565"/>
            </a:xfrm>
            <a:custGeom>
              <a:avLst/>
              <a:gdLst/>
              <a:ahLst/>
              <a:cxnLst/>
              <a:rect l="l" t="t" r="r" b="b"/>
              <a:pathLst>
                <a:path w="234314" h="329564">
                  <a:moveTo>
                    <a:pt x="33598" y="0"/>
                  </a:moveTo>
                  <a:lnTo>
                    <a:pt x="0" y="1200"/>
                  </a:lnTo>
                  <a:lnTo>
                    <a:pt x="2019" y="8921"/>
                  </a:lnTo>
                  <a:lnTo>
                    <a:pt x="5433" y="45687"/>
                  </a:lnTo>
                  <a:lnTo>
                    <a:pt x="12708" y="142273"/>
                  </a:lnTo>
                  <a:lnTo>
                    <a:pt x="26313" y="329452"/>
                  </a:lnTo>
                  <a:lnTo>
                    <a:pt x="28419" y="323351"/>
                  </a:lnTo>
                  <a:lnTo>
                    <a:pt x="53946" y="276731"/>
                  </a:lnTo>
                  <a:lnTo>
                    <a:pt x="118923" y="239027"/>
                  </a:lnTo>
                  <a:lnTo>
                    <a:pt x="160752" y="213316"/>
                  </a:lnTo>
                  <a:lnTo>
                    <a:pt x="189523" y="186881"/>
                  </a:lnTo>
                  <a:lnTo>
                    <a:pt x="220363" y="139073"/>
                  </a:lnTo>
                  <a:lnTo>
                    <a:pt x="234104" y="104290"/>
                  </a:lnTo>
                  <a:lnTo>
                    <a:pt x="233860" y="65571"/>
                  </a:lnTo>
                  <a:lnTo>
                    <a:pt x="222747" y="5954"/>
                  </a:lnTo>
                  <a:lnTo>
                    <a:pt x="187540" y="4563"/>
                  </a:lnTo>
                  <a:lnTo>
                    <a:pt x="110301" y="1850"/>
                  </a:lnTo>
                  <a:lnTo>
                    <a:pt x="33598" y="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5507859" y="6402947"/>
              <a:ext cx="194945" cy="263525"/>
            </a:xfrm>
            <a:custGeom>
              <a:avLst/>
              <a:gdLst/>
              <a:ahLst/>
              <a:cxnLst/>
              <a:rect l="l" t="t" r="r" b="b"/>
              <a:pathLst>
                <a:path w="194945" h="263525">
                  <a:moveTo>
                    <a:pt x="194475" y="0"/>
                  </a:moveTo>
                  <a:lnTo>
                    <a:pt x="0" y="78112"/>
                  </a:lnTo>
                  <a:lnTo>
                    <a:pt x="0" y="201637"/>
                  </a:lnTo>
                  <a:lnTo>
                    <a:pt x="5193" y="212420"/>
                  </a:lnTo>
                  <a:lnTo>
                    <a:pt x="19786" y="230928"/>
                  </a:lnTo>
                  <a:lnTo>
                    <a:pt x="42296" y="250198"/>
                  </a:lnTo>
                  <a:lnTo>
                    <a:pt x="71241" y="263268"/>
                  </a:lnTo>
                  <a:lnTo>
                    <a:pt x="105137" y="263177"/>
                  </a:lnTo>
                  <a:lnTo>
                    <a:pt x="142504" y="242961"/>
                  </a:lnTo>
                  <a:lnTo>
                    <a:pt x="181858" y="195658"/>
                  </a:lnTo>
                  <a:lnTo>
                    <a:pt x="194475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5415868" y="6091146"/>
              <a:ext cx="300990" cy="466090"/>
            </a:xfrm>
            <a:custGeom>
              <a:avLst/>
              <a:gdLst/>
              <a:ahLst/>
              <a:cxnLst/>
              <a:rect l="l" t="t" r="r" b="b"/>
              <a:pathLst>
                <a:path w="300989" h="466090">
                  <a:moveTo>
                    <a:pt x="48103" y="0"/>
                  </a:moveTo>
                  <a:lnTo>
                    <a:pt x="41586" y="19534"/>
                  </a:lnTo>
                  <a:lnTo>
                    <a:pt x="31877" y="64840"/>
                  </a:lnTo>
                  <a:lnTo>
                    <a:pt x="23060" y="126623"/>
                  </a:lnTo>
                  <a:lnTo>
                    <a:pt x="19224" y="195585"/>
                  </a:lnTo>
                  <a:lnTo>
                    <a:pt x="15937" y="221162"/>
                  </a:lnTo>
                  <a:lnTo>
                    <a:pt x="2155" y="290328"/>
                  </a:lnTo>
                  <a:lnTo>
                    <a:pt x="0" y="310493"/>
                  </a:lnTo>
                  <a:lnTo>
                    <a:pt x="3639" y="330142"/>
                  </a:lnTo>
                  <a:lnTo>
                    <a:pt x="8063" y="350766"/>
                  </a:lnTo>
                  <a:lnTo>
                    <a:pt x="13371" y="373653"/>
                  </a:lnTo>
                  <a:lnTo>
                    <a:pt x="16374" y="420108"/>
                  </a:lnTo>
                  <a:lnTo>
                    <a:pt x="18474" y="444435"/>
                  </a:lnTo>
                  <a:lnTo>
                    <a:pt x="20658" y="454593"/>
                  </a:lnTo>
                  <a:lnTo>
                    <a:pt x="23915" y="458541"/>
                  </a:lnTo>
                  <a:lnTo>
                    <a:pt x="59117" y="465604"/>
                  </a:lnTo>
                  <a:lnTo>
                    <a:pt x="112317" y="459756"/>
                  </a:lnTo>
                  <a:lnTo>
                    <a:pt x="162511" y="449159"/>
                  </a:lnTo>
                  <a:lnTo>
                    <a:pt x="230098" y="416118"/>
                  </a:lnTo>
                  <a:lnTo>
                    <a:pt x="259860" y="378483"/>
                  </a:lnTo>
                  <a:lnTo>
                    <a:pt x="279875" y="333889"/>
                  </a:lnTo>
                  <a:lnTo>
                    <a:pt x="292038" y="287156"/>
                  </a:lnTo>
                  <a:lnTo>
                    <a:pt x="298242" y="243102"/>
                  </a:lnTo>
                  <a:lnTo>
                    <a:pt x="300384" y="206547"/>
                  </a:lnTo>
                  <a:lnTo>
                    <a:pt x="300357" y="182308"/>
                  </a:lnTo>
                  <a:lnTo>
                    <a:pt x="293045" y="139859"/>
                  </a:lnTo>
                  <a:lnTo>
                    <a:pt x="278275" y="92025"/>
                  </a:lnTo>
                  <a:lnTo>
                    <a:pt x="263759" y="52952"/>
                  </a:lnTo>
                  <a:lnTo>
                    <a:pt x="198262" y="21459"/>
                  </a:lnTo>
                  <a:lnTo>
                    <a:pt x="130485" y="8693"/>
                  </a:lnTo>
                  <a:lnTo>
                    <a:pt x="73793" y="776"/>
                  </a:lnTo>
                  <a:lnTo>
                    <a:pt x="48103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5590457" y="6252985"/>
              <a:ext cx="162560" cy="93345"/>
            </a:xfrm>
            <a:custGeom>
              <a:avLst/>
              <a:gdLst/>
              <a:ahLst/>
              <a:cxnLst/>
              <a:rect l="l" t="t" r="r" b="b"/>
              <a:pathLst>
                <a:path w="162560" h="93345">
                  <a:moveTo>
                    <a:pt x="79034" y="0"/>
                  </a:moveTo>
                  <a:lnTo>
                    <a:pt x="24571" y="1079"/>
                  </a:lnTo>
                  <a:lnTo>
                    <a:pt x="0" y="2619"/>
                  </a:lnTo>
                  <a:lnTo>
                    <a:pt x="20350" y="27300"/>
                  </a:lnTo>
                  <a:lnTo>
                    <a:pt x="31889" y="42257"/>
                  </a:lnTo>
                  <a:lnTo>
                    <a:pt x="38896" y="53550"/>
                  </a:lnTo>
                  <a:lnTo>
                    <a:pt x="45653" y="67234"/>
                  </a:lnTo>
                  <a:lnTo>
                    <a:pt x="54013" y="81174"/>
                  </a:lnTo>
                  <a:lnTo>
                    <a:pt x="64348" y="89641"/>
                  </a:lnTo>
                  <a:lnTo>
                    <a:pt x="78736" y="93307"/>
                  </a:lnTo>
                  <a:lnTo>
                    <a:pt x="99253" y="92846"/>
                  </a:lnTo>
                  <a:lnTo>
                    <a:pt x="123496" y="84566"/>
                  </a:lnTo>
                  <a:lnTo>
                    <a:pt x="144858" y="67043"/>
                  </a:lnTo>
                  <a:lnTo>
                    <a:pt x="159134" y="44325"/>
                  </a:lnTo>
                  <a:lnTo>
                    <a:pt x="162120" y="20461"/>
                  </a:lnTo>
                  <a:lnTo>
                    <a:pt x="134509" y="4690"/>
                  </a:lnTo>
                  <a:lnTo>
                    <a:pt x="79034" y="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94373" y="6334119"/>
              <a:ext cx="73338" cy="68793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5680114" y="6238287"/>
              <a:ext cx="72390" cy="149225"/>
            </a:xfrm>
            <a:custGeom>
              <a:avLst/>
              <a:gdLst/>
              <a:ahLst/>
              <a:cxnLst/>
              <a:rect l="l" t="t" r="r" b="b"/>
              <a:pathLst>
                <a:path w="72389" h="149225">
                  <a:moveTo>
                    <a:pt x="52397" y="0"/>
                  </a:moveTo>
                  <a:lnTo>
                    <a:pt x="38034" y="5079"/>
                  </a:lnTo>
                  <a:lnTo>
                    <a:pt x="12114" y="16524"/>
                  </a:lnTo>
                  <a:lnTo>
                    <a:pt x="14022" y="58670"/>
                  </a:lnTo>
                  <a:lnTo>
                    <a:pt x="13396" y="86486"/>
                  </a:lnTo>
                  <a:lnTo>
                    <a:pt x="9100" y="112365"/>
                  </a:lnTo>
                  <a:lnTo>
                    <a:pt x="0" y="148698"/>
                  </a:lnTo>
                  <a:lnTo>
                    <a:pt x="8506" y="147502"/>
                  </a:lnTo>
                  <a:lnTo>
                    <a:pt x="48980" y="137327"/>
                  </a:lnTo>
                  <a:lnTo>
                    <a:pt x="68532" y="103610"/>
                  </a:lnTo>
                  <a:lnTo>
                    <a:pt x="72085" y="63665"/>
                  </a:lnTo>
                  <a:lnTo>
                    <a:pt x="72000" y="24970"/>
                  </a:lnTo>
                  <a:lnTo>
                    <a:pt x="67055" y="4388"/>
                  </a:lnTo>
                  <a:lnTo>
                    <a:pt x="60354" y="149"/>
                  </a:lnTo>
                  <a:lnTo>
                    <a:pt x="5239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5449150" y="6006204"/>
              <a:ext cx="421640" cy="472440"/>
            </a:xfrm>
            <a:custGeom>
              <a:avLst/>
              <a:gdLst/>
              <a:ahLst/>
              <a:cxnLst/>
              <a:rect l="l" t="t" r="r" b="b"/>
              <a:pathLst>
                <a:path w="421639" h="472439">
                  <a:moveTo>
                    <a:pt x="421068" y="231902"/>
                  </a:moveTo>
                  <a:lnTo>
                    <a:pt x="419430" y="184416"/>
                  </a:lnTo>
                  <a:lnTo>
                    <a:pt x="410565" y="129882"/>
                  </a:lnTo>
                  <a:lnTo>
                    <a:pt x="408000" y="120954"/>
                  </a:lnTo>
                  <a:lnTo>
                    <a:pt x="396024" y="79222"/>
                  </a:lnTo>
                  <a:lnTo>
                    <a:pt x="377329" y="43332"/>
                  </a:lnTo>
                  <a:lnTo>
                    <a:pt x="299745" y="12712"/>
                  </a:lnTo>
                  <a:lnTo>
                    <a:pt x="241630" y="5105"/>
                  </a:lnTo>
                  <a:lnTo>
                    <a:pt x="237426" y="4902"/>
                  </a:lnTo>
                  <a:lnTo>
                    <a:pt x="227342" y="3606"/>
                  </a:lnTo>
                  <a:lnTo>
                    <a:pt x="161505" y="0"/>
                  </a:lnTo>
                  <a:lnTo>
                    <a:pt x="105422" y="1003"/>
                  </a:lnTo>
                  <a:lnTo>
                    <a:pt x="69723" y="6477"/>
                  </a:lnTo>
                  <a:lnTo>
                    <a:pt x="40144" y="25565"/>
                  </a:lnTo>
                  <a:lnTo>
                    <a:pt x="18008" y="54559"/>
                  </a:lnTo>
                  <a:lnTo>
                    <a:pt x="4305" y="85610"/>
                  </a:lnTo>
                  <a:lnTo>
                    <a:pt x="0" y="110871"/>
                  </a:lnTo>
                  <a:lnTo>
                    <a:pt x="9296" y="112356"/>
                  </a:lnTo>
                  <a:lnTo>
                    <a:pt x="11264" y="114579"/>
                  </a:lnTo>
                  <a:lnTo>
                    <a:pt x="6400" y="132245"/>
                  </a:lnTo>
                  <a:lnTo>
                    <a:pt x="12001" y="121373"/>
                  </a:lnTo>
                  <a:lnTo>
                    <a:pt x="15138" y="120992"/>
                  </a:lnTo>
                  <a:lnTo>
                    <a:pt x="17818" y="133565"/>
                  </a:lnTo>
                  <a:lnTo>
                    <a:pt x="20980" y="163080"/>
                  </a:lnTo>
                  <a:lnTo>
                    <a:pt x="23482" y="176809"/>
                  </a:lnTo>
                  <a:lnTo>
                    <a:pt x="42252" y="213728"/>
                  </a:lnTo>
                  <a:lnTo>
                    <a:pt x="57429" y="230047"/>
                  </a:lnTo>
                  <a:lnTo>
                    <a:pt x="62268" y="239179"/>
                  </a:lnTo>
                  <a:lnTo>
                    <a:pt x="64960" y="249758"/>
                  </a:lnTo>
                  <a:lnTo>
                    <a:pt x="64198" y="261518"/>
                  </a:lnTo>
                  <a:lnTo>
                    <a:pt x="58699" y="274180"/>
                  </a:lnTo>
                  <a:lnTo>
                    <a:pt x="50584" y="297865"/>
                  </a:lnTo>
                  <a:lnTo>
                    <a:pt x="54762" y="318516"/>
                  </a:lnTo>
                  <a:lnTo>
                    <a:pt x="66357" y="335254"/>
                  </a:lnTo>
                  <a:lnTo>
                    <a:pt x="80518" y="347218"/>
                  </a:lnTo>
                  <a:lnTo>
                    <a:pt x="96939" y="358152"/>
                  </a:lnTo>
                  <a:lnTo>
                    <a:pt x="113512" y="373011"/>
                  </a:lnTo>
                  <a:lnTo>
                    <a:pt x="122694" y="392633"/>
                  </a:lnTo>
                  <a:lnTo>
                    <a:pt x="116916" y="417931"/>
                  </a:lnTo>
                  <a:lnTo>
                    <a:pt x="106032" y="442379"/>
                  </a:lnTo>
                  <a:lnTo>
                    <a:pt x="102590" y="459244"/>
                  </a:lnTo>
                  <a:lnTo>
                    <a:pt x="103111" y="469011"/>
                  </a:lnTo>
                  <a:lnTo>
                    <a:pt x="104063" y="472160"/>
                  </a:lnTo>
                  <a:lnTo>
                    <a:pt x="112052" y="446366"/>
                  </a:lnTo>
                  <a:lnTo>
                    <a:pt x="121970" y="432612"/>
                  </a:lnTo>
                  <a:lnTo>
                    <a:pt x="140335" y="426300"/>
                  </a:lnTo>
                  <a:lnTo>
                    <a:pt x="173659" y="422795"/>
                  </a:lnTo>
                  <a:lnTo>
                    <a:pt x="206438" y="412508"/>
                  </a:lnTo>
                  <a:lnTo>
                    <a:pt x="224053" y="393331"/>
                  </a:lnTo>
                  <a:lnTo>
                    <a:pt x="234391" y="371805"/>
                  </a:lnTo>
                  <a:lnTo>
                    <a:pt x="245300" y="354469"/>
                  </a:lnTo>
                  <a:lnTo>
                    <a:pt x="255168" y="343128"/>
                  </a:lnTo>
                  <a:lnTo>
                    <a:pt x="263893" y="328510"/>
                  </a:lnTo>
                  <a:lnTo>
                    <a:pt x="270192" y="311327"/>
                  </a:lnTo>
                  <a:lnTo>
                    <a:pt x="272770" y="292290"/>
                  </a:lnTo>
                  <a:lnTo>
                    <a:pt x="317601" y="293344"/>
                  </a:lnTo>
                  <a:lnTo>
                    <a:pt x="325983" y="292290"/>
                  </a:lnTo>
                  <a:lnTo>
                    <a:pt x="359397" y="288036"/>
                  </a:lnTo>
                  <a:lnTo>
                    <a:pt x="393192" y="277139"/>
                  </a:lnTo>
                  <a:lnTo>
                    <a:pt x="413969" y="261429"/>
                  </a:lnTo>
                  <a:lnTo>
                    <a:pt x="421068" y="231902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 descr=""/>
          <p:cNvGrpSpPr/>
          <p:nvPr/>
        </p:nvGrpSpPr>
        <p:grpSpPr>
          <a:xfrm>
            <a:off x="16197291" y="9542280"/>
            <a:ext cx="1260475" cy="376555"/>
            <a:chOff x="16197291" y="9542280"/>
            <a:chExt cx="1260475" cy="376555"/>
          </a:xfrm>
        </p:grpSpPr>
        <p:sp>
          <p:nvSpPr>
            <p:cNvPr id="116" name="object 116" descr=""/>
            <p:cNvSpPr/>
            <p:nvPr/>
          </p:nvSpPr>
          <p:spPr>
            <a:xfrm>
              <a:off x="16309955" y="9666393"/>
              <a:ext cx="1012825" cy="153035"/>
            </a:xfrm>
            <a:custGeom>
              <a:avLst/>
              <a:gdLst/>
              <a:ahLst/>
              <a:cxnLst/>
              <a:rect l="l" t="t" r="r" b="b"/>
              <a:pathLst>
                <a:path w="1012825" h="153034">
                  <a:moveTo>
                    <a:pt x="0" y="0"/>
                  </a:moveTo>
                  <a:lnTo>
                    <a:pt x="0" y="137608"/>
                  </a:lnTo>
                  <a:lnTo>
                    <a:pt x="233762" y="152372"/>
                  </a:lnTo>
                  <a:lnTo>
                    <a:pt x="286382" y="152986"/>
                  </a:lnTo>
                  <a:lnTo>
                    <a:pt x="338654" y="148238"/>
                  </a:lnTo>
                  <a:lnTo>
                    <a:pt x="390188" y="138233"/>
                  </a:lnTo>
                  <a:lnTo>
                    <a:pt x="440593" y="123074"/>
                  </a:lnTo>
                  <a:lnTo>
                    <a:pt x="481672" y="109806"/>
                  </a:lnTo>
                  <a:lnTo>
                    <a:pt x="498282" y="107016"/>
                  </a:lnTo>
                  <a:lnTo>
                    <a:pt x="286019" y="107016"/>
                  </a:lnTo>
                  <a:lnTo>
                    <a:pt x="237331" y="102604"/>
                  </a:lnTo>
                  <a:lnTo>
                    <a:pt x="199746" y="95478"/>
                  </a:lnTo>
                  <a:lnTo>
                    <a:pt x="184675" y="91745"/>
                  </a:lnTo>
                  <a:lnTo>
                    <a:pt x="202369" y="70737"/>
                  </a:lnTo>
                  <a:lnTo>
                    <a:pt x="222097" y="59457"/>
                  </a:lnTo>
                  <a:lnTo>
                    <a:pt x="256307" y="54058"/>
                  </a:lnTo>
                  <a:lnTo>
                    <a:pt x="317445" y="50689"/>
                  </a:lnTo>
                  <a:lnTo>
                    <a:pt x="378352" y="49601"/>
                  </a:lnTo>
                  <a:lnTo>
                    <a:pt x="617979" y="49601"/>
                  </a:lnTo>
                  <a:lnTo>
                    <a:pt x="625751" y="47832"/>
                  </a:lnTo>
                  <a:lnTo>
                    <a:pt x="1012199" y="47832"/>
                  </a:lnTo>
                  <a:lnTo>
                    <a:pt x="1012199" y="16842"/>
                  </a:lnTo>
                  <a:lnTo>
                    <a:pt x="506099" y="16842"/>
                  </a:lnTo>
                  <a:lnTo>
                    <a:pt x="486652" y="16673"/>
                  </a:lnTo>
                  <a:lnTo>
                    <a:pt x="0" y="0"/>
                  </a:lnTo>
                  <a:close/>
                </a:path>
                <a:path w="1012825" h="153034">
                  <a:moveTo>
                    <a:pt x="709857" y="104610"/>
                  </a:moveTo>
                  <a:lnTo>
                    <a:pt x="512608" y="104610"/>
                  </a:lnTo>
                  <a:lnTo>
                    <a:pt x="540790" y="107450"/>
                  </a:lnTo>
                  <a:lnTo>
                    <a:pt x="626346" y="135643"/>
                  </a:lnTo>
                  <a:lnTo>
                    <a:pt x="680576" y="146897"/>
                  </a:lnTo>
                  <a:lnTo>
                    <a:pt x="735747" y="152160"/>
                  </a:lnTo>
                  <a:lnTo>
                    <a:pt x="791316" y="151545"/>
                  </a:lnTo>
                  <a:lnTo>
                    <a:pt x="1012199" y="137608"/>
                  </a:lnTo>
                  <a:lnTo>
                    <a:pt x="1012199" y="112107"/>
                  </a:lnTo>
                  <a:lnTo>
                    <a:pt x="763964" y="112107"/>
                  </a:lnTo>
                  <a:lnTo>
                    <a:pt x="736504" y="110580"/>
                  </a:lnTo>
                  <a:lnTo>
                    <a:pt x="709857" y="104610"/>
                  </a:lnTo>
                  <a:close/>
                </a:path>
                <a:path w="1012825" h="153034">
                  <a:moveTo>
                    <a:pt x="1012199" y="47832"/>
                  </a:moveTo>
                  <a:lnTo>
                    <a:pt x="625751" y="47832"/>
                  </a:lnTo>
                  <a:lnTo>
                    <a:pt x="657060" y="48074"/>
                  </a:lnTo>
                  <a:lnTo>
                    <a:pt x="717789" y="50689"/>
                  </a:lnTo>
                  <a:lnTo>
                    <a:pt x="782844" y="59149"/>
                  </a:lnTo>
                  <a:lnTo>
                    <a:pt x="823569" y="73035"/>
                  </a:lnTo>
                  <a:lnTo>
                    <a:pt x="844601" y="86012"/>
                  </a:lnTo>
                  <a:lnTo>
                    <a:pt x="850581" y="91745"/>
                  </a:lnTo>
                  <a:lnTo>
                    <a:pt x="797312" y="106169"/>
                  </a:lnTo>
                  <a:lnTo>
                    <a:pt x="763964" y="112107"/>
                  </a:lnTo>
                  <a:lnTo>
                    <a:pt x="1012199" y="112107"/>
                  </a:lnTo>
                  <a:lnTo>
                    <a:pt x="1012199" y="47832"/>
                  </a:lnTo>
                  <a:close/>
                </a:path>
                <a:path w="1012825" h="153034">
                  <a:moveTo>
                    <a:pt x="617979" y="49601"/>
                  </a:moveTo>
                  <a:lnTo>
                    <a:pt x="378352" y="49601"/>
                  </a:lnTo>
                  <a:lnTo>
                    <a:pt x="409948" y="51904"/>
                  </a:lnTo>
                  <a:lnTo>
                    <a:pt x="421852" y="55109"/>
                  </a:lnTo>
                  <a:lnTo>
                    <a:pt x="389875" y="86012"/>
                  </a:lnTo>
                  <a:lnTo>
                    <a:pt x="334341" y="102605"/>
                  </a:lnTo>
                  <a:lnTo>
                    <a:pt x="286019" y="107016"/>
                  </a:lnTo>
                  <a:lnTo>
                    <a:pt x="498282" y="107016"/>
                  </a:lnTo>
                  <a:lnTo>
                    <a:pt x="512608" y="104610"/>
                  </a:lnTo>
                  <a:lnTo>
                    <a:pt x="709857" y="104610"/>
                  </a:lnTo>
                  <a:lnTo>
                    <a:pt x="700900" y="102604"/>
                  </a:lnTo>
                  <a:lnTo>
                    <a:pt x="661982" y="89327"/>
                  </a:lnTo>
                  <a:lnTo>
                    <a:pt x="634046" y="74237"/>
                  </a:lnTo>
                  <a:lnTo>
                    <a:pt x="617202" y="61862"/>
                  </a:lnTo>
                  <a:lnTo>
                    <a:pt x="611562" y="56731"/>
                  </a:lnTo>
                  <a:lnTo>
                    <a:pt x="613905" y="50529"/>
                  </a:lnTo>
                  <a:lnTo>
                    <a:pt x="617979" y="49601"/>
                  </a:lnTo>
                  <a:close/>
                </a:path>
                <a:path w="1012825" h="153034">
                  <a:moveTo>
                    <a:pt x="1012199" y="0"/>
                  </a:moveTo>
                  <a:lnTo>
                    <a:pt x="525547" y="16673"/>
                  </a:lnTo>
                  <a:lnTo>
                    <a:pt x="506099" y="16842"/>
                  </a:lnTo>
                  <a:lnTo>
                    <a:pt x="1012199" y="16842"/>
                  </a:lnTo>
                  <a:lnTo>
                    <a:pt x="1012199" y="0"/>
                  </a:lnTo>
                  <a:close/>
                </a:path>
              </a:pathLst>
            </a:custGeom>
            <a:solidFill>
              <a:srgbClr val="E2DA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6197288" y="9551943"/>
              <a:ext cx="1260475" cy="367030"/>
            </a:xfrm>
            <a:custGeom>
              <a:avLst/>
              <a:gdLst/>
              <a:ahLst/>
              <a:cxnLst/>
              <a:rect l="l" t="t" r="r" b="b"/>
              <a:pathLst>
                <a:path w="1260475" h="367029">
                  <a:moveTo>
                    <a:pt x="219087" y="76454"/>
                  </a:moveTo>
                  <a:lnTo>
                    <a:pt x="213055" y="46761"/>
                  </a:lnTo>
                  <a:lnTo>
                    <a:pt x="196634" y="22453"/>
                  </a:lnTo>
                  <a:lnTo>
                    <a:pt x="172326" y="6032"/>
                  </a:lnTo>
                  <a:lnTo>
                    <a:pt x="142646" y="0"/>
                  </a:lnTo>
                  <a:lnTo>
                    <a:pt x="76441" y="0"/>
                  </a:lnTo>
                  <a:lnTo>
                    <a:pt x="46761" y="6032"/>
                  </a:lnTo>
                  <a:lnTo>
                    <a:pt x="22453" y="22453"/>
                  </a:lnTo>
                  <a:lnTo>
                    <a:pt x="6032" y="46761"/>
                  </a:lnTo>
                  <a:lnTo>
                    <a:pt x="0" y="76454"/>
                  </a:lnTo>
                  <a:lnTo>
                    <a:pt x="0" y="290080"/>
                  </a:lnTo>
                  <a:lnTo>
                    <a:pt x="6032" y="319760"/>
                  </a:lnTo>
                  <a:lnTo>
                    <a:pt x="22453" y="344068"/>
                  </a:lnTo>
                  <a:lnTo>
                    <a:pt x="46761" y="360502"/>
                  </a:lnTo>
                  <a:lnTo>
                    <a:pt x="76441" y="366522"/>
                  </a:lnTo>
                  <a:lnTo>
                    <a:pt x="142646" y="366522"/>
                  </a:lnTo>
                  <a:lnTo>
                    <a:pt x="172326" y="360502"/>
                  </a:lnTo>
                  <a:lnTo>
                    <a:pt x="196634" y="344068"/>
                  </a:lnTo>
                  <a:lnTo>
                    <a:pt x="213055" y="319773"/>
                  </a:lnTo>
                  <a:lnTo>
                    <a:pt x="219087" y="290093"/>
                  </a:lnTo>
                  <a:lnTo>
                    <a:pt x="219087" y="76454"/>
                  </a:lnTo>
                  <a:close/>
                </a:path>
                <a:path w="1260475" h="367029">
                  <a:moveTo>
                    <a:pt x="1259865" y="76441"/>
                  </a:moveTo>
                  <a:lnTo>
                    <a:pt x="1253832" y="46761"/>
                  </a:lnTo>
                  <a:lnTo>
                    <a:pt x="1237411" y="22453"/>
                  </a:lnTo>
                  <a:lnTo>
                    <a:pt x="1213104" y="6032"/>
                  </a:lnTo>
                  <a:lnTo>
                    <a:pt x="1183424" y="0"/>
                  </a:lnTo>
                  <a:lnTo>
                    <a:pt x="1117231" y="0"/>
                  </a:lnTo>
                  <a:lnTo>
                    <a:pt x="1087551" y="6032"/>
                  </a:lnTo>
                  <a:lnTo>
                    <a:pt x="1063244" y="22453"/>
                  </a:lnTo>
                  <a:lnTo>
                    <a:pt x="1046822" y="46761"/>
                  </a:lnTo>
                  <a:lnTo>
                    <a:pt x="1040790" y="76441"/>
                  </a:lnTo>
                  <a:lnTo>
                    <a:pt x="1040790" y="290093"/>
                  </a:lnTo>
                  <a:lnTo>
                    <a:pt x="1046822" y="319773"/>
                  </a:lnTo>
                  <a:lnTo>
                    <a:pt x="1063244" y="344068"/>
                  </a:lnTo>
                  <a:lnTo>
                    <a:pt x="1087551" y="360502"/>
                  </a:lnTo>
                  <a:lnTo>
                    <a:pt x="1117231" y="366522"/>
                  </a:lnTo>
                  <a:lnTo>
                    <a:pt x="1183436" y="366522"/>
                  </a:lnTo>
                  <a:lnTo>
                    <a:pt x="1213116" y="360502"/>
                  </a:lnTo>
                  <a:lnTo>
                    <a:pt x="1237411" y="344081"/>
                  </a:lnTo>
                  <a:lnTo>
                    <a:pt x="1253832" y="319773"/>
                  </a:lnTo>
                  <a:lnTo>
                    <a:pt x="1259865" y="290106"/>
                  </a:lnTo>
                  <a:lnTo>
                    <a:pt x="1259865" y="76441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8" name="object 118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7216469" y="9542280"/>
              <a:ext cx="203574" cy="192915"/>
            </a:xfrm>
            <a:prstGeom prst="rect">
              <a:avLst/>
            </a:prstGeom>
          </p:spPr>
        </p:pic>
        <p:pic>
          <p:nvPicPr>
            <p:cNvPr id="119" name="object 119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235636" y="9542280"/>
              <a:ext cx="203585" cy="192915"/>
            </a:xfrm>
            <a:prstGeom prst="rect">
              <a:avLst/>
            </a:prstGeom>
          </p:spPr>
        </p:pic>
        <p:sp>
          <p:nvSpPr>
            <p:cNvPr id="120" name="object 120" descr=""/>
            <p:cNvSpPr/>
            <p:nvPr/>
          </p:nvSpPr>
          <p:spPr>
            <a:xfrm>
              <a:off x="16467811" y="9671031"/>
              <a:ext cx="696595" cy="19050"/>
            </a:xfrm>
            <a:custGeom>
              <a:avLst/>
              <a:gdLst/>
              <a:ahLst/>
              <a:cxnLst/>
              <a:rect l="l" t="t" r="r" b="b"/>
              <a:pathLst>
                <a:path w="696594" h="19050">
                  <a:moveTo>
                    <a:pt x="252653" y="0"/>
                  </a:moveTo>
                  <a:lnTo>
                    <a:pt x="0" y="0"/>
                  </a:lnTo>
                  <a:lnTo>
                    <a:pt x="0" y="18529"/>
                  </a:lnTo>
                  <a:lnTo>
                    <a:pt x="252653" y="18529"/>
                  </a:lnTo>
                  <a:lnTo>
                    <a:pt x="252653" y="0"/>
                  </a:lnTo>
                  <a:close/>
                </a:path>
                <a:path w="696594" h="19050">
                  <a:moveTo>
                    <a:pt x="696480" y="0"/>
                  </a:moveTo>
                  <a:lnTo>
                    <a:pt x="443788" y="0"/>
                  </a:lnTo>
                  <a:lnTo>
                    <a:pt x="443788" y="18529"/>
                  </a:lnTo>
                  <a:lnTo>
                    <a:pt x="696480" y="18529"/>
                  </a:lnTo>
                  <a:lnTo>
                    <a:pt x="696480" y="0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1" name="object 121" descr=""/>
          <p:cNvGrpSpPr/>
          <p:nvPr/>
        </p:nvGrpSpPr>
        <p:grpSpPr>
          <a:xfrm>
            <a:off x="16539044" y="10098564"/>
            <a:ext cx="571500" cy="344170"/>
            <a:chOff x="16539044" y="10098564"/>
            <a:chExt cx="571500" cy="344170"/>
          </a:xfrm>
        </p:grpSpPr>
        <p:sp>
          <p:nvSpPr>
            <p:cNvPr id="122" name="object 122" descr=""/>
            <p:cNvSpPr/>
            <p:nvPr/>
          </p:nvSpPr>
          <p:spPr>
            <a:xfrm>
              <a:off x="16539044" y="10174931"/>
              <a:ext cx="571500" cy="133350"/>
            </a:xfrm>
            <a:custGeom>
              <a:avLst/>
              <a:gdLst/>
              <a:ahLst/>
              <a:cxnLst/>
              <a:rect l="l" t="t" r="r" b="b"/>
              <a:pathLst>
                <a:path w="571500" h="133350">
                  <a:moveTo>
                    <a:pt x="505042" y="0"/>
                  </a:moveTo>
                  <a:lnTo>
                    <a:pt x="66416" y="0"/>
                  </a:lnTo>
                  <a:lnTo>
                    <a:pt x="40626" y="5241"/>
                  </a:lnTo>
                  <a:lnTo>
                    <a:pt x="19508" y="19513"/>
                  </a:lnTo>
                  <a:lnTo>
                    <a:pt x="5240" y="40635"/>
                  </a:lnTo>
                  <a:lnTo>
                    <a:pt x="0" y="66427"/>
                  </a:lnTo>
                  <a:lnTo>
                    <a:pt x="5240" y="92211"/>
                  </a:lnTo>
                  <a:lnTo>
                    <a:pt x="19508" y="113326"/>
                  </a:lnTo>
                  <a:lnTo>
                    <a:pt x="40626" y="127593"/>
                  </a:lnTo>
                  <a:lnTo>
                    <a:pt x="66416" y="132833"/>
                  </a:lnTo>
                  <a:lnTo>
                    <a:pt x="505042" y="132833"/>
                  </a:lnTo>
                  <a:lnTo>
                    <a:pt x="530826" y="127593"/>
                  </a:lnTo>
                  <a:lnTo>
                    <a:pt x="551941" y="113326"/>
                  </a:lnTo>
                  <a:lnTo>
                    <a:pt x="566208" y="92211"/>
                  </a:lnTo>
                  <a:lnTo>
                    <a:pt x="571448" y="66427"/>
                  </a:lnTo>
                  <a:lnTo>
                    <a:pt x="566208" y="40635"/>
                  </a:lnTo>
                  <a:lnTo>
                    <a:pt x="551941" y="19513"/>
                  </a:lnTo>
                  <a:lnTo>
                    <a:pt x="530826" y="5241"/>
                  </a:lnTo>
                  <a:lnTo>
                    <a:pt x="505042" y="0"/>
                  </a:lnTo>
                  <a:close/>
                </a:path>
              </a:pathLst>
            </a:custGeom>
            <a:solidFill>
              <a:srgbClr val="E2DA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6650404" y="10098564"/>
              <a:ext cx="361315" cy="182880"/>
            </a:xfrm>
            <a:custGeom>
              <a:avLst/>
              <a:gdLst/>
              <a:ahLst/>
              <a:cxnLst/>
              <a:rect l="l" t="t" r="r" b="b"/>
              <a:pathLst>
                <a:path w="361315" h="182879">
                  <a:moveTo>
                    <a:pt x="180559" y="0"/>
                  </a:moveTo>
                  <a:lnTo>
                    <a:pt x="132558" y="6450"/>
                  </a:lnTo>
                  <a:lnTo>
                    <a:pt x="89426" y="24653"/>
                  </a:lnTo>
                  <a:lnTo>
                    <a:pt x="52883" y="52888"/>
                  </a:lnTo>
                  <a:lnTo>
                    <a:pt x="24650" y="89433"/>
                  </a:lnTo>
                  <a:lnTo>
                    <a:pt x="6449" y="132568"/>
                  </a:lnTo>
                  <a:lnTo>
                    <a:pt x="0" y="180570"/>
                  </a:lnTo>
                  <a:lnTo>
                    <a:pt x="0" y="182727"/>
                  </a:lnTo>
                  <a:lnTo>
                    <a:pt x="361140" y="182727"/>
                  </a:lnTo>
                  <a:lnTo>
                    <a:pt x="361140" y="180570"/>
                  </a:lnTo>
                  <a:lnTo>
                    <a:pt x="354690" y="132568"/>
                  </a:lnTo>
                  <a:lnTo>
                    <a:pt x="336486" y="89433"/>
                  </a:lnTo>
                  <a:lnTo>
                    <a:pt x="308251" y="52888"/>
                  </a:lnTo>
                  <a:lnTo>
                    <a:pt x="271703" y="24653"/>
                  </a:lnTo>
                  <a:lnTo>
                    <a:pt x="228566" y="6450"/>
                  </a:lnTo>
                  <a:lnTo>
                    <a:pt x="180559" y="0"/>
                  </a:lnTo>
                  <a:close/>
                </a:path>
              </a:pathLst>
            </a:custGeom>
            <a:solidFill>
              <a:srgbClr val="E6D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6670012" y="10120326"/>
              <a:ext cx="321945" cy="321945"/>
            </a:xfrm>
            <a:custGeom>
              <a:avLst/>
              <a:gdLst/>
              <a:ahLst/>
              <a:cxnLst/>
              <a:rect l="l" t="t" r="r" b="b"/>
              <a:pathLst>
                <a:path w="321944" h="321945">
                  <a:moveTo>
                    <a:pt x="160968" y="0"/>
                  </a:moveTo>
                  <a:lnTo>
                    <a:pt x="118174" y="5750"/>
                  </a:lnTo>
                  <a:lnTo>
                    <a:pt x="79721" y="21977"/>
                  </a:lnTo>
                  <a:lnTo>
                    <a:pt x="47143" y="47147"/>
                  </a:lnTo>
                  <a:lnTo>
                    <a:pt x="21975" y="79726"/>
                  </a:lnTo>
                  <a:lnTo>
                    <a:pt x="5749" y="118177"/>
                  </a:lnTo>
                  <a:lnTo>
                    <a:pt x="0" y="160968"/>
                  </a:lnTo>
                  <a:lnTo>
                    <a:pt x="5749" y="203759"/>
                  </a:lnTo>
                  <a:lnTo>
                    <a:pt x="21975" y="242211"/>
                  </a:lnTo>
                  <a:lnTo>
                    <a:pt x="47143" y="274790"/>
                  </a:lnTo>
                  <a:lnTo>
                    <a:pt x="79721" y="299960"/>
                  </a:lnTo>
                  <a:lnTo>
                    <a:pt x="118174" y="316187"/>
                  </a:lnTo>
                  <a:lnTo>
                    <a:pt x="160968" y="321937"/>
                  </a:lnTo>
                  <a:lnTo>
                    <a:pt x="203758" y="316187"/>
                  </a:lnTo>
                  <a:lnTo>
                    <a:pt x="242206" y="299960"/>
                  </a:lnTo>
                  <a:lnTo>
                    <a:pt x="274779" y="274790"/>
                  </a:lnTo>
                  <a:lnTo>
                    <a:pt x="299944" y="242211"/>
                  </a:lnTo>
                  <a:lnTo>
                    <a:pt x="316168" y="203759"/>
                  </a:lnTo>
                  <a:lnTo>
                    <a:pt x="321916" y="160968"/>
                  </a:lnTo>
                  <a:lnTo>
                    <a:pt x="316168" y="118177"/>
                  </a:lnTo>
                  <a:lnTo>
                    <a:pt x="299944" y="79726"/>
                  </a:lnTo>
                  <a:lnTo>
                    <a:pt x="274779" y="47147"/>
                  </a:lnTo>
                  <a:lnTo>
                    <a:pt x="242206" y="21977"/>
                  </a:lnTo>
                  <a:lnTo>
                    <a:pt x="203758" y="5750"/>
                  </a:lnTo>
                  <a:lnTo>
                    <a:pt x="160968" y="0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" name="object 125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736324" y="10186659"/>
              <a:ext cx="189292" cy="189292"/>
            </a:xfrm>
            <a:prstGeom prst="rect">
              <a:avLst/>
            </a:prstGeom>
          </p:spPr>
        </p:pic>
      </p:grpSp>
      <p:grpSp>
        <p:nvGrpSpPr>
          <p:cNvPr id="126" name="object 126" descr=""/>
          <p:cNvGrpSpPr/>
          <p:nvPr/>
        </p:nvGrpSpPr>
        <p:grpSpPr>
          <a:xfrm>
            <a:off x="17655860" y="8733373"/>
            <a:ext cx="766445" cy="1722120"/>
            <a:chOff x="17655860" y="8733373"/>
            <a:chExt cx="766445" cy="1722120"/>
          </a:xfrm>
        </p:grpSpPr>
        <p:sp>
          <p:nvSpPr>
            <p:cNvPr id="127" name="object 127" descr=""/>
            <p:cNvSpPr/>
            <p:nvPr/>
          </p:nvSpPr>
          <p:spPr>
            <a:xfrm>
              <a:off x="17655858" y="10064413"/>
              <a:ext cx="709295" cy="390525"/>
            </a:xfrm>
            <a:custGeom>
              <a:avLst/>
              <a:gdLst/>
              <a:ahLst/>
              <a:cxnLst/>
              <a:rect l="l" t="t" r="r" b="b"/>
              <a:pathLst>
                <a:path w="709294" h="390525">
                  <a:moveTo>
                    <a:pt x="709053" y="166128"/>
                  </a:moveTo>
                  <a:lnTo>
                    <a:pt x="703961" y="161048"/>
                  </a:lnTo>
                  <a:lnTo>
                    <a:pt x="697750" y="161048"/>
                  </a:lnTo>
                  <a:lnTo>
                    <a:pt x="73837" y="161048"/>
                  </a:lnTo>
                  <a:lnTo>
                    <a:pt x="73837" y="25768"/>
                  </a:lnTo>
                  <a:lnTo>
                    <a:pt x="71805" y="15760"/>
                  </a:lnTo>
                  <a:lnTo>
                    <a:pt x="66268" y="7569"/>
                  </a:lnTo>
                  <a:lnTo>
                    <a:pt x="58077" y="2032"/>
                  </a:lnTo>
                  <a:lnTo>
                    <a:pt x="48069" y="0"/>
                  </a:lnTo>
                  <a:lnTo>
                    <a:pt x="25755" y="0"/>
                  </a:lnTo>
                  <a:lnTo>
                    <a:pt x="15748" y="2032"/>
                  </a:lnTo>
                  <a:lnTo>
                    <a:pt x="7569" y="7569"/>
                  </a:lnTo>
                  <a:lnTo>
                    <a:pt x="2032" y="15760"/>
                  </a:lnTo>
                  <a:lnTo>
                    <a:pt x="0" y="25768"/>
                  </a:lnTo>
                  <a:lnTo>
                    <a:pt x="0" y="364744"/>
                  </a:lnTo>
                  <a:lnTo>
                    <a:pt x="2032" y="374751"/>
                  </a:lnTo>
                  <a:lnTo>
                    <a:pt x="7569" y="382943"/>
                  </a:lnTo>
                  <a:lnTo>
                    <a:pt x="15748" y="388480"/>
                  </a:lnTo>
                  <a:lnTo>
                    <a:pt x="25755" y="390512"/>
                  </a:lnTo>
                  <a:lnTo>
                    <a:pt x="48069" y="390512"/>
                  </a:lnTo>
                  <a:lnTo>
                    <a:pt x="58077" y="388480"/>
                  </a:lnTo>
                  <a:lnTo>
                    <a:pt x="66268" y="382943"/>
                  </a:lnTo>
                  <a:lnTo>
                    <a:pt x="71805" y="374751"/>
                  </a:lnTo>
                  <a:lnTo>
                    <a:pt x="73837" y="364744"/>
                  </a:lnTo>
                  <a:lnTo>
                    <a:pt x="73837" y="229463"/>
                  </a:lnTo>
                  <a:lnTo>
                    <a:pt x="703961" y="229463"/>
                  </a:lnTo>
                  <a:lnTo>
                    <a:pt x="709053" y="224383"/>
                  </a:lnTo>
                  <a:lnTo>
                    <a:pt x="709053" y="166128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7747260" y="10225462"/>
              <a:ext cx="583565" cy="27305"/>
            </a:xfrm>
            <a:custGeom>
              <a:avLst/>
              <a:gdLst/>
              <a:ahLst/>
              <a:cxnLst/>
              <a:rect l="l" t="t" r="r" b="b"/>
              <a:pathLst>
                <a:path w="583565" h="27304">
                  <a:moveTo>
                    <a:pt x="270751" y="4025"/>
                  </a:moveTo>
                  <a:lnTo>
                    <a:pt x="266712" y="0"/>
                  </a:lnTo>
                  <a:lnTo>
                    <a:pt x="261759" y="0"/>
                  </a:lnTo>
                  <a:lnTo>
                    <a:pt x="4038" y="0"/>
                  </a:lnTo>
                  <a:lnTo>
                    <a:pt x="0" y="4025"/>
                  </a:lnTo>
                  <a:lnTo>
                    <a:pt x="0" y="22669"/>
                  </a:lnTo>
                  <a:lnTo>
                    <a:pt x="4038" y="26695"/>
                  </a:lnTo>
                  <a:lnTo>
                    <a:pt x="266712" y="26695"/>
                  </a:lnTo>
                  <a:lnTo>
                    <a:pt x="270751" y="22669"/>
                  </a:lnTo>
                  <a:lnTo>
                    <a:pt x="270751" y="4025"/>
                  </a:lnTo>
                  <a:close/>
                </a:path>
                <a:path w="583565" h="27304">
                  <a:moveTo>
                    <a:pt x="583095" y="4025"/>
                  </a:moveTo>
                  <a:lnTo>
                    <a:pt x="579069" y="0"/>
                  </a:lnTo>
                  <a:lnTo>
                    <a:pt x="574103" y="0"/>
                  </a:lnTo>
                  <a:lnTo>
                    <a:pt x="316382" y="0"/>
                  </a:lnTo>
                  <a:lnTo>
                    <a:pt x="312356" y="4025"/>
                  </a:lnTo>
                  <a:lnTo>
                    <a:pt x="312356" y="22669"/>
                  </a:lnTo>
                  <a:lnTo>
                    <a:pt x="316382" y="26695"/>
                  </a:lnTo>
                  <a:lnTo>
                    <a:pt x="579069" y="26695"/>
                  </a:lnTo>
                  <a:lnTo>
                    <a:pt x="583095" y="22669"/>
                  </a:lnTo>
                  <a:lnTo>
                    <a:pt x="583095" y="4025"/>
                  </a:lnTo>
                  <a:close/>
                </a:path>
              </a:pathLst>
            </a:custGeom>
            <a:solidFill>
              <a:srgbClr val="2F2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17776673" y="10238670"/>
              <a:ext cx="525145" cy="29845"/>
            </a:xfrm>
            <a:custGeom>
              <a:avLst/>
              <a:gdLst/>
              <a:ahLst/>
              <a:cxnLst/>
              <a:rect l="l" t="t" r="r" b="b"/>
              <a:pathLst>
                <a:path w="525144" h="29845">
                  <a:moveTo>
                    <a:pt x="180632" y="20993"/>
                  </a:moveTo>
                  <a:lnTo>
                    <a:pt x="46050" y="2120"/>
                  </a:lnTo>
                  <a:lnTo>
                    <a:pt x="27825" y="0"/>
                  </a:lnTo>
                  <a:lnTo>
                    <a:pt x="22542" y="139"/>
                  </a:lnTo>
                  <a:lnTo>
                    <a:pt x="16725" y="4178"/>
                  </a:lnTo>
                  <a:lnTo>
                    <a:pt x="8915" y="12446"/>
                  </a:lnTo>
                  <a:lnTo>
                    <a:pt x="2298" y="21018"/>
                  </a:lnTo>
                  <a:lnTo>
                    <a:pt x="0" y="26009"/>
                  </a:lnTo>
                  <a:lnTo>
                    <a:pt x="27724" y="27647"/>
                  </a:lnTo>
                  <a:lnTo>
                    <a:pt x="87477" y="28816"/>
                  </a:lnTo>
                  <a:lnTo>
                    <a:pt x="174015" y="29768"/>
                  </a:lnTo>
                  <a:lnTo>
                    <a:pt x="180416" y="24752"/>
                  </a:lnTo>
                  <a:lnTo>
                    <a:pt x="180632" y="20993"/>
                  </a:lnTo>
                  <a:close/>
                </a:path>
                <a:path w="525144" h="29845">
                  <a:moveTo>
                    <a:pt x="524586" y="26009"/>
                  </a:moveTo>
                  <a:lnTo>
                    <a:pt x="496773" y="0"/>
                  </a:lnTo>
                  <a:lnTo>
                    <a:pt x="478536" y="2120"/>
                  </a:lnTo>
                  <a:lnTo>
                    <a:pt x="343954" y="20993"/>
                  </a:lnTo>
                  <a:lnTo>
                    <a:pt x="344182" y="24752"/>
                  </a:lnTo>
                  <a:lnTo>
                    <a:pt x="350583" y="29768"/>
                  </a:lnTo>
                  <a:lnTo>
                    <a:pt x="437121" y="28816"/>
                  </a:lnTo>
                  <a:lnTo>
                    <a:pt x="496874" y="27647"/>
                  </a:lnTo>
                  <a:lnTo>
                    <a:pt x="524586" y="26009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17761661" y="10063715"/>
              <a:ext cx="660400" cy="390525"/>
            </a:xfrm>
            <a:custGeom>
              <a:avLst/>
              <a:gdLst/>
              <a:ahLst/>
              <a:cxnLst/>
              <a:rect l="l" t="t" r="r" b="b"/>
              <a:pathLst>
                <a:path w="660400" h="390525">
                  <a:moveTo>
                    <a:pt x="17767" y="215112"/>
                  </a:moveTo>
                  <a:lnTo>
                    <a:pt x="14287" y="211810"/>
                  </a:lnTo>
                  <a:lnTo>
                    <a:pt x="10033" y="211810"/>
                  </a:lnTo>
                  <a:lnTo>
                    <a:pt x="3479" y="211810"/>
                  </a:lnTo>
                  <a:lnTo>
                    <a:pt x="0" y="215112"/>
                  </a:lnTo>
                  <a:lnTo>
                    <a:pt x="0" y="232067"/>
                  </a:lnTo>
                  <a:lnTo>
                    <a:pt x="3479" y="235381"/>
                  </a:lnTo>
                  <a:lnTo>
                    <a:pt x="14287" y="235381"/>
                  </a:lnTo>
                  <a:lnTo>
                    <a:pt x="17767" y="232067"/>
                  </a:lnTo>
                  <a:lnTo>
                    <a:pt x="17767" y="215112"/>
                  </a:lnTo>
                  <a:close/>
                </a:path>
                <a:path w="660400" h="390525">
                  <a:moveTo>
                    <a:pt x="62852" y="215112"/>
                  </a:moveTo>
                  <a:lnTo>
                    <a:pt x="59372" y="211810"/>
                  </a:lnTo>
                  <a:lnTo>
                    <a:pt x="55118" y="211810"/>
                  </a:lnTo>
                  <a:lnTo>
                    <a:pt x="48564" y="211810"/>
                  </a:lnTo>
                  <a:lnTo>
                    <a:pt x="45085" y="215112"/>
                  </a:lnTo>
                  <a:lnTo>
                    <a:pt x="45085" y="232067"/>
                  </a:lnTo>
                  <a:lnTo>
                    <a:pt x="48564" y="235381"/>
                  </a:lnTo>
                  <a:lnTo>
                    <a:pt x="59372" y="235381"/>
                  </a:lnTo>
                  <a:lnTo>
                    <a:pt x="62852" y="232067"/>
                  </a:lnTo>
                  <a:lnTo>
                    <a:pt x="62852" y="215112"/>
                  </a:lnTo>
                  <a:close/>
                </a:path>
                <a:path w="660400" h="390525">
                  <a:moveTo>
                    <a:pt x="107937" y="215112"/>
                  </a:moveTo>
                  <a:lnTo>
                    <a:pt x="104457" y="211810"/>
                  </a:lnTo>
                  <a:lnTo>
                    <a:pt x="100203" y="211810"/>
                  </a:lnTo>
                  <a:lnTo>
                    <a:pt x="93649" y="211810"/>
                  </a:lnTo>
                  <a:lnTo>
                    <a:pt x="90170" y="215112"/>
                  </a:lnTo>
                  <a:lnTo>
                    <a:pt x="90170" y="232067"/>
                  </a:lnTo>
                  <a:lnTo>
                    <a:pt x="93649" y="235381"/>
                  </a:lnTo>
                  <a:lnTo>
                    <a:pt x="104457" y="235381"/>
                  </a:lnTo>
                  <a:lnTo>
                    <a:pt x="107937" y="232067"/>
                  </a:lnTo>
                  <a:lnTo>
                    <a:pt x="107937" y="215112"/>
                  </a:lnTo>
                  <a:close/>
                </a:path>
                <a:path w="660400" h="390525">
                  <a:moveTo>
                    <a:pt x="153035" y="215112"/>
                  </a:moveTo>
                  <a:lnTo>
                    <a:pt x="149542" y="211810"/>
                  </a:lnTo>
                  <a:lnTo>
                    <a:pt x="145288" y="211810"/>
                  </a:lnTo>
                  <a:lnTo>
                    <a:pt x="138734" y="211810"/>
                  </a:lnTo>
                  <a:lnTo>
                    <a:pt x="135255" y="215112"/>
                  </a:lnTo>
                  <a:lnTo>
                    <a:pt x="135255" y="232067"/>
                  </a:lnTo>
                  <a:lnTo>
                    <a:pt x="138734" y="235381"/>
                  </a:lnTo>
                  <a:lnTo>
                    <a:pt x="149542" y="235381"/>
                  </a:lnTo>
                  <a:lnTo>
                    <a:pt x="153035" y="232067"/>
                  </a:lnTo>
                  <a:lnTo>
                    <a:pt x="153035" y="215112"/>
                  </a:lnTo>
                  <a:close/>
                </a:path>
                <a:path w="660400" h="390525">
                  <a:moveTo>
                    <a:pt x="198120" y="215112"/>
                  </a:moveTo>
                  <a:lnTo>
                    <a:pt x="194627" y="211810"/>
                  </a:lnTo>
                  <a:lnTo>
                    <a:pt x="190385" y="211810"/>
                  </a:lnTo>
                  <a:lnTo>
                    <a:pt x="183819" y="211810"/>
                  </a:lnTo>
                  <a:lnTo>
                    <a:pt x="180352" y="215112"/>
                  </a:lnTo>
                  <a:lnTo>
                    <a:pt x="180352" y="232067"/>
                  </a:lnTo>
                  <a:lnTo>
                    <a:pt x="183819" y="235381"/>
                  </a:lnTo>
                  <a:lnTo>
                    <a:pt x="194627" y="235381"/>
                  </a:lnTo>
                  <a:lnTo>
                    <a:pt x="198120" y="232067"/>
                  </a:lnTo>
                  <a:lnTo>
                    <a:pt x="198120" y="215112"/>
                  </a:lnTo>
                  <a:close/>
                </a:path>
                <a:path w="660400" h="390525">
                  <a:moveTo>
                    <a:pt x="243205" y="215112"/>
                  </a:moveTo>
                  <a:lnTo>
                    <a:pt x="239712" y="211810"/>
                  </a:lnTo>
                  <a:lnTo>
                    <a:pt x="235470" y="211810"/>
                  </a:lnTo>
                  <a:lnTo>
                    <a:pt x="228917" y="211810"/>
                  </a:lnTo>
                  <a:lnTo>
                    <a:pt x="225437" y="215112"/>
                  </a:lnTo>
                  <a:lnTo>
                    <a:pt x="225437" y="232067"/>
                  </a:lnTo>
                  <a:lnTo>
                    <a:pt x="228917" y="235381"/>
                  </a:lnTo>
                  <a:lnTo>
                    <a:pt x="239712" y="235381"/>
                  </a:lnTo>
                  <a:lnTo>
                    <a:pt x="243205" y="232067"/>
                  </a:lnTo>
                  <a:lnTo>
                    <a:pt x="243205" y="215112"/>
                  </a:lnTo>
                  <a:close/>
                </a:path>
                <a:path w="660400" h="390525">
                  <a:moveTo>
                    <a:pt x="288290" y="215112"/>
                  </a:moveTo>
                  <a:lnTo>
                    <a:pt x="284810" y="211810"/>
                  </a:lnTo>
                  <a:lnTo>
                    <a:pt x="280555" y="211810"/>
                  </a:lnTo>
                  <a:lnTo>
                    <a:pt x="274002" y="211810"/>
                  </a:lnTo>
                  <a:lnTo>
                    <a:pt x="270522" y="215112"/>
                  </a:lnTo>
                  <a:lnTo>
                    <a:pt x="270522" y="232067"/>
                  </a:lnTo>
                  <a:lnTo>
                    <a:pt x="274002" y="235381"/>
                  </a:lnTo>
                  <a:lnTo>
                    <a:pt x="284810" y="235381"/>
                  </a:lnTo>
                  <a:lnTo>
                    <a:pt x="288290" y="232067"/>
                  </a:lnTo>
                  <a:lnTo>
                    <a:pt x="288290" y="215112"/>
                  </a:lnTo>
                  <a:close/>
                </a:path>
                <a:path w="660400" h="390525">
                  <a:moveTo>
                    <a:pt x="333375" y="215112"/>
                  </a:moveTo>
                  <a:lnTo>
                    <a:pt x="329895" y="211810"/>
                  </a:lnTo>
                  <a:lnTo>
                    <a:pt x="325640" y="211810"/>
                  </a:lnTo>
                  <a:lnTo>
                    <a:pt x="319087" y="211810"/>
                  </a:lnTo>
                  <a:lnTo>
                    <a:pt x="315607" y="215112"/>
                  </a:lnTo>
                  <a:lnTo>
                    <a:pt x="315607" y="232067"/>
                  </a:lnTo>
                  <a:lnTo>
                    <a:pt x="319087" y="235381"/>
                  </a:lnTo>
                  <a:lnTo>
                    <a:pt x="329895" y="235381"/>
                  </a:lnTo>
                  <a:lnTo>
                    <a:pt x="333375" y="232067"/>
                  </a:lnTo>
                  <a:lnTo>
                    <a:pt x="333375" y="215112"/>
                  </a:lnTo>
                  <a:close/>
                </a:path>
                <a:path w="660400" h="390525">
                  <a:moveTo>
                    <a:pt x="378460" y="215112"/>
                  </a:moveTo>
                  <a:lnTo>
                    <a:pt x="374980" y="211810"/>
                  </a:lnTo>
                  <a:lnTo>
                    <a:pt x="370725" y="211810"/>
                  </a:lnTo>
                  <a:lnTo>
                    <a:pt x="364172" y="211810"/>
                  </a:lnTo>
                  <a:lnTo>
                    <a:pt x="360692" y="215112"/>
                  </a:lnTo>
                  <a:lnTo>
                    <a:pt x="360692" y="232067"/>
                  </a:lnTo>
                  <a:lnTo>
                    <a:pt x="364172" y="235381"/>
                  </a:lnTo>
                  <a:lnTo>
                    <a:pt x="374980" y="235381"/>
                  </a:lnTo>
                  <a:lnTo>
                    <a:pt x="378460" y="232067"/>
                  </a:lnTo>
                  <a:lnTo>
                    <a:pt x="378460" y="215112"/>
                  </a:lnTo>
                  <a:close/>
                </a:path>
                <a:path w="660400" h="390525">
                  <a:moveTo>
                    <a:pt x="423557" y="215112"/>
                  </a:moveTo>
                  <a:lnTo>
                    <a:pt x="420065" y="211810"/>
                  </a:lnTo>
                  <a:lnTo>
                    <a:pt x="415810" y="211810"/>
                  </a:lnTo>
                  <a:lnTo>
                    <a:pt x="409257" y="211810"/>
                  </a:lnTo>
                  <a:lnTo>
                    <a:pt x="405790" y="215112"/>
                  </a:lnTo>
                  <a:lnTo>
                    <a:pt x="405790" y="232067"/>
                  </a:lnTo>
                  <a:lnTo>
                    <a:pt x="409257" y="235381"/>
                  </a:lnTo>
                  <a:lnTo>
                    <a:pt x="420065" y="235381"/>
                  </a:lnTo>
                  <a:lnTo>
                    <a:pt x="423557" y="232067"/>
                  </a:lnTo>
                  <a:lnTo>
                    <a:pt x="423557" y="215112"/>
                  </a:lnTo>
                  <a:close/>
                </a:path>
                <a:path w="660400" h="390525">
                  <a:moveTo>
                    <a:pt x="468642" y="215112"/>
                  </a:moveTo>
                  <a:lnTo>
                    <a:pt x="465150" y="211810"/>
                  </a:lnTo>
                  <a:lnTo>
                    <a:pt x="460895" y="211810"/>
                  </a:lnTo>
                  <a:lnTo>
                    <a:pt x="454342" y="211810"/>
                  </a:lnTo>
                  <a:lnTo>
                    <a:pt x="450875" y="215112"/>
                  </a:lnTo>
                  <a:lnTo>
                    <a:pt x="450875" y="232067"/>
                  </a:lnTo>
                  <a:lnTo>
                    <a:pt x="454342" y="235381"/>
                  </a:lnTo>
                  <a:lnTo>
                    <a:pt x="465150" y="235381"/>
                  </a:lnTo>
                  <a:lnTo>
                    <a:pt x="468642" y="232067"/>
                  </a:lnTo>
                  <a:lnTo>
                    <a:pt x="468642" y="215112"/>
                  </a:lnTo>
                  <a:close/>
                </a:path>
                <a:path w="660400" h="390525">
                  <a:moveTo>
                    <a:pt x="513727" y="215112"/>
                  </a:moveTo>
                  <a:lnTo>
                    <a:pt x="510235" y="211810"/>
                  </a:lnTo>
                  <a:lnTo>
                    <a:pt x="505993" y="211810"/>
                  </a:lnTo>
                  <a:lnTo>
                    <a:pt x="499440" y="211810"/>
                  </a:lnTo>
                  <a:lnTo>
                    <a:pt x="495960" y="215112"/>
                  </a:lnTo>
                  <a:lnTo>
                    <a:pt x="495960" y="232067"/>
                  </a:lnTo>
                  <a:lnTo>
                    <a:pt x="499440" y="235381"/>
                  </a:lnTo>
                  <a:lnTo>
                    <a:pt x="510235" y="235381"/>
                  </a:lnTo>
                  <a:lnTo>
                    <a:pt x="513727" y="232067"/>
                  </a:lnTo>
                  <a:lnTo>
                    <a:pt x="513727" y="215112"/>
                  </a:lnTo>
                  <a:close/>
                </a:path>
                <a:path w="660400" h="390525">
                  <a:moveTo>
                    <a:pt x="558812" y="215112"/>
                  </a:moveTo>
                  <a:lnTo>
                    <a:pt x="555332" y="211810"/>
                  </a:lnTo>
                  <a:lnTo>
                    <a:pt x="551078" y="211810"/>
                  </a:lnTo>
                  <a:lnTo>
                    <a:pt x="544525" y="211810"/>
                  </a:lnTo>
                  <a:lnTo>
                    <a:pt x="541045" y="215112"/>
                  </a:lnTo>
                  <a:lnTo>
                    <a:pt x="541045" y="232067"/>
                  </a:lnTo>
                  <a:lnTo>
                    <a:pt x="544525" y="235381"/>
                  </a:lnTo>
                  <a:lnTo>
                    <a:pt x="555332" y="235381"/>
                  </a:lnTo>
                  <a:lnTo>
                    <a:pt x="558812" y="232067"/>
                  </a:lnTo>
                  <a:lnTo>
                    <a:pt x="558812" y="215112"/>
                  </a:lnTo>
                  <a:close/>
                </a:path>
                <a:path w="660400" h="390525">
                  <a:moveTo>
                    <a:pt x="660323" y="25768"/>
                  </a:moveTo>
                  <a:lnTo>
                    <a:pt x="658291" y="15760"/>
                  </a:lnTo>
                  <a:lnTo>
                    <a:pt x="652754" y="7569"/>
                  </a:lnTo>
                  <a:lnTo>
                    <a:pt x="644563" y="2032"/>
                  </a:lnTo>
                  <a:lnTo>
                    <a:pt x="634555" y="0"/>
                  </a:lnTo>
                  <a:lnTo>
                    <a:pt x="612241" y="0"/>
                  </a:lnTo>
                  <a:lnTo>
                    <a:pt x="602234" y="2032"/>
                  </a:lnTo>
                  <a:lnTo>
                    <a:pt x="594042" y="7569"/>
                  </a:lnTo>
                  <a:lnTo>
                    <a:pt x="588505" y="15760"/>
                  </a:lnTo>
                  <a:lnTo>
                    <a:pt x="586473" y="25768"/>
                  </a:lnTo>
                  <a:lnTo>
                    <a:pt x="586473" y="364744"/>
                  </a:lnTo>
                  <a:lnTo>
                    <a:pt x="588505" y="374751"/>
                  </a:lnTo>
                  <a:lnTo>
                    <a:pt x="594042" y="382943"/>
                  </a:lnTo>
                  <a:lnTo>
                    <a:pt x="602234" y="388480"/>
                  </a:lnTo>
                  <a:lnTo>
                    <a:pt x="612241" y="390512"/>
                  </a:lnTo>
                  <a:lnTo>
                    <a:pt x="634555" y="390512"/>
                  </a:lnTo>
                  <a:lnTo>
                    <a:pt x="644563" y="388480"/>
                  </a:lnTo>
                  <a:lnTo>
                    <a:pt x="652754" y="382943"/>
                  </a:lnTo>
                  <a:lnTo>
                    <a:pt x="658291" y="374751"/>
                  </a:lnTo>
                  <a:lnTo>
                    <a:pt x="660323" y="364744"/>
                  </a:lnTo>
                  <a:lnTo>
                    <a:pt x="660323" y="25768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17993253" y="9042845"/>
              <a:ext cx="87630" cy="1162685"/>
            </a:xfrm>
            <a:custGeom>
              <a:avLst/>
              <a:gdLst/>
              <a:ahLst/>
              <a:cxnLst/>
              <a:rect l="l" t="t" r="r" b="b"/>
              <a:pathLst>
                <a:path w="87630" h="1162684">
                  <a:moveTo>
                    <a:pt x="0" y="1162257"/>
                  </a:moveTo>
                  <a:lnTo>
                    <a:pt x="87630" y="1162257"/>
                  </a:lnTo>
                  <a:lnTo>
                    <a:pt x="87630" y="0"/>
                  </a:lnTo>
                  <a:lnTo>
                    <a:pt x="0" y="0"/>
                  </a:lnTo>
                  <a:lnTo>
                    <a:pt x="0" y="1162257"/>
                  </a:lnTo>
                  <a:close/>
                </a:path>
              </a:pathLst>
            </a:custGeom>
            <a:solidFill>
              <a:srgbClr val="A6A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18022079" y="9042845"/>
              <a:ext cx="29845" cy="1141730"/>
            </a:xfrm>
            <a:custGeom>
              <a:avLst/>
              <a:gdLst/>
              <a:ahLst/>
              <a:cxnLst/>
              <a:rect l="l" t="t" r="r" b="b"/>
              <a:pathLst>
                <a:path w="29844" h="1141729">
                  <a:moveTo>
                    <a:pt x="0" y="1141169"/>
                  </a:moveTo>
                  <a:lnTo>
                    <a:pt x="29454" y="1141169"/>
                  </a:lnTo>
                  <a:lnTo>
                    <a:pt x="29454" y="0"/>
                  </a:lnTo>
                  <a:lnTo>
                    <a:pt x="0" y="0"/>
                  </a:lnTo>
                  <a:lnTo>
                    <a:pt x="0" y="1141169"/>
                  </a:lnTo>
                  <a:close/>
                </a:path>
              </a:pathLst>
            </a:custGeom>
            <a:solidFill>
              <a:srgbClr val="BDBD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3" name="object 133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7971826" y="10160223"/>
              <a:ext cx="130467" cy="130467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17692777" y="10053491"/>
              <a:ext cx="692785" cy="215265"/>
            </a:xfrm>
            <a:custGeom>
              <a:avLst/>
              <a:gdLst/>
              <a:ahLst/>
              <a:cxnLst/>
              <a:rect l="l" t="t" r="r" b="b"/>
              <a:pathLst>
                <a:path w="692784" h="215265">
                  <a:moveTo>
                    <a:pt x="58877" y="49682"/>
                  </a:moveTo>
                  <a:lnTo>
                    <a:pt x="54965" y="30353"/>
                  </a:lnTo>
                  <a:lnTo>
                    <a:pt x="44323" y="14554"/>
                  </a:lnTo>
                  <a:lnTo>
                    <a:pt x="28524" y="3911"/>
                  </a:lnTo>
                  <a:lnTo>
                    <a:pt x="9182" y="0"/>
                  </a:lnTo>
                  <a:lnTo>
                    <a:pt x="0" y="0"/>
                  </a:lnTo>
                  <a:lnTo>
                    <a:pt x="0" y="171577"/>
                  </a:lnTo>
                  <a:lnTo>
                    <a:pt x="3149" y="187198"/>
                  </a:lnTo>
                  <a:lnTo>
                    <a:pt x="11747" y="199961"/>
                  </a:lnTo>
                  <a:lnTo>
                    <a:pt x="24511" y="208559"/>
                  </a:lnTo>
                  <a:lnTo>
                    <a:pt x="40132" y="211709"/>
                  </a:lnTo>
                  <a:lnTo>
                    <a:pt x="58877" y="211709"/>
                  </a:lnTo>
                  <a:lnTo>
                    <a:pt x="58877" y="49682"/>
                  </a:lnTo>
                  <a:close/>
                </a:path>
                <a:path w="692784" h="215265">
                  <a:moveTo>
                    <a:pt x="692378" y="3035"/>
                  </a:moveTo>
                  <a:lnTo>
                    <a:pt x="683183" y="3035"/>
                  </a:lnTo>
                  <a:lnTo>
                    <a:pt x="663841" y="6946"/>
                  </a:lnTo>
                  <a:lnTo>
                    <a:pt x="648055" y="17589"/>
                  </a:lnTo>
                  <a:lnTo>
                    <a:pt x="637400" y="33388"/>
                  </a:lnTo>
                  <a:lnTo>
                    <a:pt x="633488" y="52717"/>
                  </a:lnTo>
                  <a:lnTo>
                    <a:pt x="633488" y="214744"/>
                  </a:lnTo>
                  <a:lnTo>
                    <a:pt x="652233" y="214744"/>
                  </a:lnTo>
                  <a:lnTo>
                    <a:pt x="667854" y="211594"/>
                  </a:lnTo>
                  <a:lnTo>
                    <a:pt x="680618" y="202996"/>
                  </a:lnTo>
                  <a:lnTo>
                    <a:pt x="689216" y="190233"/>
                  </a:lnTo>
                  <a:lnTo>
                    <a:pt x="692378" y="174612"/>
                  </a:lnTo>
                  <a:lnTo>
                    <a:pt x="692378" y="3035"/>
                  </a:lnTo>
                  <a:close/>
                </a:path>
              </a:pathLst>
            </a:custGeom>
            <a:solidFill>
              <a:srgbClr val="3737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7705756" y="8733377"/>
              <a:ext cx="662940" cy="309880"/>
            </a:xfrm>
            <a:custGeom>
              <a:avLst/>
              <a:gdLst/>
              <a:ahLst/>
              <a:cxnLst/>
              <a:rect l="l" t="t" r="r" b="b"/>
              <a:pathLst>
                <a:path w="662940" h="309879">
                  <a:moveTo>
                    <a:pt x="662622" y="51003"/>
                  </a:moveTo>
                  <a:lnTo>
                    <a:pt x="649033" y="41059"/>
                  </a:lnTo>
                  <a:lnTo>
                    <a:pt x="635292" y="35623"/>
                  </a:lnTo>
                  <a:lnTo>
                    <a:pt x="613105" y="32766"/>
                  </a:lnTo>
                  <a:lnTo>
                    <a:pt x="574167" y="30568"/>
                  </a:lnTo>
                  <a:lnTo>
                    <a:pt x="529107" y="26365"/>
                  </a:lnTo>
                  <a:lnTo>
                    <a:pt x="493750" y="19812"/>
                  </a:lnTo>
                  <a:lnTo>
                    <a:pt x="467626" y="12484"/>
                  </a:lnTo>
                  <a:lnTo>
                    <a:pt x="450265" y="5943"/>
                  </a:lnTo>
                  <a:lnTo>
                    <a:pt x="424294" y="2387"/>
                  </a:lnTo>
                  <a:lnTo>
                    <a:pt x="384213" y="1879"/>
                  </a:lnTo>
                  <a:lnTo>
                    <a:pt x="347433" y="2781"/>
                  </a:lnTo>
                  <a:lnTo>
                    <a:pt x="331304" y="3441"/>
                  </a:lnTo>
                  <a:lnTo>
                    <a:pt x="272389" y="673"/>
                  </a:lnTo>
                  <a:lnTo>
                    <a:pt x="240360" y="0"/>
                  </a:lnTo>
                  <a:lnTo>
                    <a:pt x="224066" y="1689"/>
                  </a:lnTo>
                  <a:lnTo>
                    <a:pt x="194983" y="12484"/>
                  </a:lnTo>
                  <a:lnTo>
                    <a:pt x="168846" y="19812"/>
                  </a:lnTo>
                  <a:lnTo>
                    <a:pt x="133502" y="26365"/>
                  </a:lnTo>
                  <a:lnTo>
                    <a:pt x="88442" y="30568"/>
                  </a:lnTo>
                  <a:lnTo>
                    <a:pt x="46469" y="35166"/>
                  </a:lnTo>
                  <a:lnTo>
                    <a:pt x="19189" y="42037"/>
                  </a:lnTo>
                  <a:lnTo>
                    <a:pt x="4432" y="48272"/>
                  </a:lnTo>
                  <a:lnTo>
                    <a:pt x="0" y="51003"/>
                  </a:lnTo>
                  <a:lnTo>
                    <a:pt x="8102" y="59728"/>
                  </a:lnTo>
                  <a:lnTo>
                    <a:pt x="12839" y="64414"/>
                  </a:lnTo>
                  <a:lnTo>
                    <a:pt x="16014" y="66675"/>
                  </a:lnTo>
                  <a:lnTo>
                    <a:pt x="19456" y="68110"/>
                  </a:lnTo>
                  <a:lnTo>
                    <a:pt x="48260" y="68224"/>
                  </a:lnTo>
                  <a:lnTo>
                    <a:pt x="173659" y="64528"/>
                  </a:lnTo>
                  <a:lnTo>
                    <a:pt x="216928" y="63931"/>
                  </a:lnTo>
                  <a:lnTo>
                    <a:pt x="239699" y="67233"/>
                  </a:lnTo>
                  <a:lnTo>
                    <a:pt x="260057" y="76034"/>
                  </a:lnTo>
                  <a:lnTo>
                    <a:pt x="276479" y="90551"/>
                  </a:lnTo>
                  <a:lnTo>
                    <a:pt x="284886" y="106184"/>
                  </a:lnTo>
                  <a:lnTo>
                    <a:pt x="276098" y="106184"/>
                  </a:lnTo>
                  <a:lnTo>
                    <a:pt x="276098" y="309473"/>
                  </a:lnTo>
                  <a:lnTo>
                    <a:pt x="386410" y="309473"/>
                  </a:lnTo>
                  <a:lnTo>
                    <a:pt x="386410" y="106184"/>
                  </a:lnTo>
                  <a:lnTo>
                    <a:pt x="377723" y="106184"/>
                  </a:lnTo>
                  <a:lnTo>
                    <a:pt x="386130" y="90551"/>
                  </a:lnTo>
                  <a:lnTo>
                    <a:pt x="402564" y="76034"/>
                  </a:lnTo>
                  <a:lnTo>
                    <a:pt x="422910" y="67233"/>
                  </a:lnTo>
                  <a:lnTo>
                    <a:pt x="445681" y="63931"/>
                  </a:lnTo>
                  <a:lnTo>
                    <a:pt x="488950" y="64528"/>
                  </a:lnTo>
                  <a:lnTo>
                    <a:pt x="614349" y="68224"/>
                  </a:lnTo>
                  <a:lnTo>
                    <a:pt x="643166" y="68110"/>
                  </a:lnTo>
                  <a:lnTo>
                    <a:pt x="648550" y="64554"/>
                  </a:lnTo>
                  <a:lnTo>
                    <a:pt x="654977" y="58775"/>
                  </a:lnTo>
                  <a:lnTo>
                    <a:pt x="662622" y="51003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7827295" y="8766143"/>
              <a:ext cx="415290" cy="5080"/>
            </a:xfrm>
            <a:custGeom>
              <a:avLst/>
              <a:gdLst/>
              <a:ahLst/>
              <a:cxnLst/>
              <a:rect l="l" t="t" r="r" b="b"/>
              <a:pathLst>
                <a:path w="415290" h="5079">
                  <a:moveTo>
                    <a:pt x="414959" y="1270"/>
                  </a:moveTo>
                  <a:lnTo>
                    <a:pt x="414439" y="1270"/>
                  </a:lnTo>
                  <a:lnTo>
                    <a:pt x="414439" y="0"/>
                  </a:lnTo>
                  <a:lnTo>
                    <a:pt x="520" y="0"/>
                  </a:lnTo>
                  <a:lnTo>
                    <a:pt x="520" y="1270"/>
                  </a:lnTo>
                  <a:lnTo>
                    <a:pt x="0" y="1270"/>
                  </a:lnTo>
                  <a:lnTo>
                    <a:pt x="0" y="3810"/>
                  </a:lnTo>
                  <a:lnTo>
                    <a:pt x="457" y="3810"/>
                  </a:lnTo>
                  <a:lnTo>
                    <a:pt x="457" y="5080"/>
                  </a:lnTo>
                  <a:lnTo>
                    <a:pt x="414502" y="5080"/>
                  </a:lnTo>
                  <a:lnTo>
                    <a:pt x="414502" y="3810"/>
                  </a:lnTo>
                  <a:lnTo>
                    <a:pt x="414959" y="3810"/>
                  </a:lnTo>
                  <a:lnTo>
                    <a:pt x="414959" y="1270"/>
                  </a:lnTo>
                  <a:close/>
                </a:path>
              </a:pathLst>
            </a:custGeom>
            <a:solidFill>
              <a:srgbClr val="3939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17790021" y="10245160"/>
              <a:ext cx="497205" cy="16510"/>
            </a:xfrm>
            <a:custGeom>
              <a:avLst/>
              <a:gdLst/>
              <a:ahLst/>
              <a:cxnLst/>
              <a:rect l="l" t="t" r="r" b="b"/>
              <a:pathLst>
                <a:path w="497205" h="16509">
                  <a:moveTo>
                    <a:pt x="81711" y="9309"/>
                  </a:moveTo>
                  <a:lnTo>
                    <a:pt x="76936" y="8153"/>
                  </a:lnTo>
                  <a:lnTo>
                    <a:pt x="65125" y="6388"/>
                  </a:lnTo>
                  <a:lnTo>
                    <a:pt x="14185" y="0"/>
                  </a:lnTo>
                  <a:lnTo>
                    <a:pt x="7924" y="330"/>
                  </a:lnTo>
                  <a:lnTo>
                    <a:pt x="0" y="9779"/>
                  </a:lnTo>
                  <a:lnTo>
                    <a:pt x="1676" y="13817"/>
                  </a:lnTo>
                  <a:lnTo>
                    <a:pt x="12903" y="15836"/>
                  </a:lnTo>
                  <a:lnTo>
                    <a:pt x="36296" y="16306"/>
                  </a:lnTo>
                  <a:lnTo>
                    <a:pt x="60121" y="15887"/>
                  </a:lnTo>
                  <a:lnTo>
                    <a:pt x="72707" y="15240"/>
                  </a:lnTo>
                  <a:lnTo>
                    <a:pt x="76758" y="14503"/>
                  </a:lnTo>
                  <a:lnTo>
                    <a:pt x="81711" y="9309"/>
                  </a:lnTo>
                  <a:close/>
                </a:path>
                <a:path w="497205" h="16509">
                  <a:moveTo>
                    <a:pt x="496836" y="9779"/>
                  </a:moveTo>
                  <a:lnTo>
                    <a:pt x="488911" y="330"/>
                  </a:lnTo>
                  <a:lnTo>
                    <a:pt x="482650" y="0"/>
                  </a:lnTo>
                  <a:lnTo>
                    <a:pt x="431723" y="6388"/>
                  </a:lnTo>
                  <a:lnTo>
                    <a:pt x="419900" y="8153"/>
                  </a:lnTo>
                  <a:lnTo>
                    <a:pt x="415137" y="9309"/>
                  </a:lnTo>
                  <a:lnTo>
                    <a:pt x="420077" y="14503"/>
                  </a:lnTo>
                  <a:lnTo>
                    <a:pt x="424141" y="15240"/>
                  </a:lnTo>
                  <a:lnTo>
                    <a:pt x="436714" y="15887"/>
                  </a:lnTo>
                  <a:lnTo>
                    <a:pt x="460552" y="16306"/>
                  </a:lnTo>
                  <a:lnTo>
                    <a:pt x="483933" y="15836"/>
                  </a:lnTo>
                  <a:lnTo>
                    <a:pt x="495173" y="13817"/>
                  </a:lnTo>
                  <a:lnTo>
                    <a:pt x="496836" y="9779"/>
                  </a:lnTo>
                  <a:close/>
                </a:path>
              </a:pathLst>
            </a:custGeom>
            <a:solidFill>
              <a:srgbClr val="90CA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18648475" y="8752410"/>
            <a:ext cx="551815" cy="1720214"/>
            <a:chOff x="18648475" y="8752410"/>
            <a:chExt cx="551815" cy="1720214"/>
          </a:xfrm>
        </p:grpSpPr>
        <p:sp>
          <p:nvSpPr>
            <p:cNvPr id="139" name="object 139" descr=""/>
            <p:cNvSpPr/>
            <p:nvPr/>
          </p:nvSpPr>
          <p:spPr>
            <a:xfrm>
              <a:off x="18670174" y="9060079"/>
              <a:ext cx="87630" cy="1183640"/>
            </a:xfrm>
            <a:custGeom>
              <a:avLst/>
              <a:gdLst/>
              <a:ahLst/>
              <a:cxnLst/>
              <a:rect l="l" t="t" r="r" b="b"/>
              <a:pathLst>
                <a:path w="87630" h="1183640">
                  <a:moveTo>
                    <a:pt x="0" y="1183618"/>
                  </a:moveTo>
                  <a:lnTo>
                    <a:pt x="87630" y="1183618"/>
                  </a:lnTo>
                  <a:lnTo>
                    <a:pt x="87630" y="0"/>
                  </a:lnTo>
                  <a:lnTo>
                    <a:pt x="0" y="0"/>
                  </a:lnTo>
                  <a:lnTo>
                    <a:pt x="0" y="1183618"/>
                  </a:lnTo>
                  <a:close/>
                </a:path>
              </a:pathLst>
            </a:custGeom>
            <a:solidFill>
              <a:srgbClr val="A6A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8699000" y="9060079"/>
              <a:ext cx="29845" cy="1183640"/>
            </a:xfrm>
            <a:custGeom>
              <a:avLst/>
              <a:gdLst/>
              <a:ahLst/>
              <a:cxnLst/>
              <a:rect l="l" t="t" r="r" b="b"/>
              <a:pathLst>
                <a:path w="29844" h="1183640">
                  <a:moveTo>
                    <a:pt x="0" y="1183178"/>
                  </a:moveTo>
                  <a:lnTo>
                    <a:pt x="29454" y="1183178"/>
                  </a:lnTo>
                  <a:lnTo>
                    <a:pt x="29454" y="0"/>
                  </a:lnTo>
                  <a:lnTo>
                    <a:pt x="0" y="0"/>
                  </a:lnTo>
                  <a:lnTo>
                    <a:pt x="0" y="1183178"/>
                  </a:lnTo>
                  <a:close/>
                </a:path>
              </a:pathLst>
            </a:custGeom>
            <a:solidFill>
              <a:srgbClr val="BDBD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18648480" y="10242676"/>
              <a:ext cx="551815" cy="68580"/>
            </a:xfrm>
            <a:custGeom>
              <a:avLst/>
              <a:gdLst/>
              <a:ahLst/>
              <a:cxnLst/>
              <a:rect l="l" t="t" r="r" b="b"/>
              <a:pathLst>
                <a:path w="551815" h="68579">
                  <a:moveTo>
                    <a:pt x="527544" y="0"/>
                  </a:moveTo>
                  <a:lnTo>
                    <a:pt x="23873" y="0"/>
                  </a:lnTo>
                  <a:lnTo>
                    <a:pt x="14603" y="1883"/>
                  </a:lnTo>
                  <a:lnTo>
                    <a:pt x="7012" y="7012"/>
                  </a:lnTo>
                  <a:lnTo>
                    <a:pt x="1883" y="14603"/>
                  </a:lnTo>
                  <a:lnTo>
                    <a:pt x="0" y="23873"/>
                  </a:lnTo>
                  <a:lnTo>
                    <a:pt x="0" y="44553"/>
                  </a:lnTo>
                  <a:lnTo>
                    <a:pt x="1883" y="53817"/>
                  </a:lnTo>
                  <a:lnTo>
                    <a:pt x="7012" y="61405"/>
                  </a:lnTo>
                  <a:lnTo>
                    <a:pt x="14603" y="66533"/>
                  </a:lnTo>
                  <a:lnTo>
                    <a:pt x="23873" y="68416"/>
                  </a:lnTo>
                  <a:lnTo>
                    <a:pt x="527544" y="68416"/>
                  </a:lnTo>
                  <a:lnTo>
                    <a:pt x="536813" y="66532"/>
                  </a:lnTo>
                  <a:lnTo>
                    <a:pt x="544404" y="61403"/>
                  </a:lnTo>
                  <a:lnTo>
                    <a:pt x="549533" y="53812"/>
                  </a:lnTo>
                  <a:lnTo>
                    <a:pt x="551417" y="44543"/>
                  </a:lnTo>
                  <a:lnTo>
                    <a:pt x="551417" y="23873"/>
                  </a:lnTo>
                  <a:lnTo>
                    <a:pt x="549533" y="14603"/>
                  </a:lnTo>
                  <a:lnTo>
                    <a:pt x="544404" y="7012"/>
                  </a:lnTo>
                  <a:lnTo>
                    <a:pt x="536813" y="1883"/>
                  </a:lnTo>
                  <a:lnTo>
                    <a:pt x="527544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8678211" y="10255881"/>
              <a:ext cx="41910" cy="29845"/>
            </a:xfrm>
            <a:custGeom>
              <a:avLst/>
              <a:gdLst/>
              <a:ahLst/>
              <a:cxnLst/>
              <a:rect l="l" t="t" r="r" b="b"/>
              <a:pathLst>
                <a:path w="41909" h="29845">
                  <a:moveTo>
                    <a:pt x="35180" y="0"/>
                  </a:moveTo>
                  <a:lnTo>
                    <a:pt x="30983" y="2124"/>
                  </a:lnTo>
                  <a:lnTo>
                    <a:pt x="20394" y="8473"/>
                  </a:lnTo>
                  <a:lnTo>
                    <a:pt x="0" y="21003"/>
                  </a:lnTo>
                  <a:lnTo>
                    <a:pt x="52" y="24762"/>
                  </a:lnTo>
                  <a:lnTo>
                    <a:pt x="1518" y="29767"/>
                  </a:lnTo>
                  <a:lnTo>
                    <a:pt x="7738" y="29531"/>
                  </a:lnTo>
                  <a:lnTo>
                    <a:pt x="21443" y="28826"/>
                  </a:lnTo>
                  <a:lnTo>
                    <a:pt x="35200" y="27651"/>
                  </a:lnTo>
                  <a:lnTo>
                    <a:pt x="41579" y="26008"/>
                  </a:lnTo>
                  <a:lnTo>
                    <a:pt x="41055" y="21029"/>
                  </a:lnTo>
                  <a:lnTo>
                    <a:pt x="39530" y="12452"/>
                  </a:lnTo>
                  <a:lnTo>
                    <a:pt x="37733" y="4187"/>
                  </a:lnTo>
                  <a:lnTo>
                    <a:pt x="36396" y="145"/>
                  </a:lnTo>
                  <a:lnTo>
                    <a:pt x="35180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8697675" y="10262371"/>
              <a:ext cx="19050" cy="18415"/>
            </a:xfrm>
            <a:custGeom>
              <a:avLst/>
              <a:gdLst/>
              <a:ahLst/>
              <a:cxnLst/>
              <a:rect l="l" t="t" r="r" b="b"/>
              <a:pathLst>
                <a:path w="19050" h="18415">
                  <a:moveTo>
                    <a:pt x="15538" y="0"/>
                  </a:moveTo>
                  <a:lnTo>
                    <a:pt x="2188" y="7005"/>
                  </a:lnTo>
                  <a:lnTo>
                    <a:pt x="0" y="9319"/>
                  </a:lnTo>
                  <a:lnTo>
                    <a:pt x="1130" y="14512"/>
                  </a:lnTo>
                  <a:lnTo>
                    <a:pt x="3005" y="15968"/>
                  </a:lnTo>
                  <a:lnTo>
                    <a:pt x="18041" y="17852"/>
                  </a:lnTo>
                  <a:lnTo>
                    <a:pt x="18805" y="9779"/>
                  </a:lnTo>
                  <a:lnTo>
                    <a:pt x="16983" y="335"/>
                  </a:lnTo>
                  <a:lnTo>
                    <a:pt x="15538" y="0"/>
                  </a:lnTo>
                  <a:close/>
                </a:path>
              </a:pathLst>
            </a:custGeom>
            <a:solidFill>
              <a:srgbClr val="90C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18773698" y="10081101"/>
              <a:ext cx="391160" cy="391160"/>
            </a:xfrm>
            <a:custGeom>
              <a:avLst/>
              <a:gdLst/>
              <a:ahLst/>
              <a:cxnLst/>
              <a:rect l="l" t="t" r="r" b="b"/>
              <a:pathLst>
                <a:path w="391159" h="391159">
                  <a:moveTo>
                    <a:pt x="195522" y="0"/>
                  </a:moveTo>
                  <a:lnTo>
                    <a:pt x="150693" y="5163"/>
                  </a:lnTo>
                  <a:lnTo>
                    <a:pt x="109540" y="19872"/>
                  </a:lnTo>
                  <a:lnTo>
                    <a:pt x="73236" y="42953"/>
                  </a:lnTo>
                  <a:lnTo>
                    <a:pt x="42956" y="73232"/>
                  </a:lnTo>
                  <a:lnTo>
                    <a:pt x="19874" y="109535"/>
                  </a:lnTo>
                  <a:lnTo>
                    <a:pt x="5164" y="150690"/>
                  </a:lnTo>
                  <a:lnTo>
                    <a:pt x="0" y="195522"/>
                  </a:lnTo>
                  <a:lnTo>
                    <a:pt x="5164" y="240355"/>
                  </a:lnTo>
                  <a:lnTo>
                    <a:pt x="19874" y="281509"/>
                  </a:lnTo>
                  <a:lnTo>
                    <a:pt x="42956" y="317813"/>
                  </a:lnTo>
                  <a:lnTo>
                    <a:pt x="73236" y="348092"/>
                  </a:lnTo>
                  <a:lnTo>
                    <a:pt x="109540" y="371172"/>
                  </a:lnTo>
                  <a:lnTo>
                    <a:pt x="150693" y="385881"/>
                  </a:lnTo>
                  <a:lnTo>
                    <a:pt x="195522" y="391045"/>
                  </a:lnTo>
                  <a:lnTo>
                    <a:pt x="240355" y="385881"/>
                  </a:lnTo>
                  <a:lnTo>
                    <a:pt x="281509" y="371172"/>
                  </a:lnTo>
                  <a:lnTo>
                    <a:pt x="317813" y="348092"/>
                  </a:lnTo>
                  <a:lnTo>
                    <a:pt x="348092" y="317813"/>
                  </a:lnTo>
                  <a:lnTo>
                    <a:pt x="371172" y="281509"/>
                  </a:lnTo>
                  <a:lnTo>
                    <a:pt x="385881" y="240355"/>
                  </a:lnTo>
                  <a:lnTo>
                    <a:pt x="391045" y="195522"/>
                  </a:lnTo>
                  <a:lnTo>
                    <a:pt x="385881" y="150690"/>
                  </a:lnTo>
                  <a:lnTo>
                    <a:pt x="371172" y="109535"/>
                  </a:lnTo>
                  <a:lnTo>
                    <a:pt x="348092" y="73232"/>
                  </a:lnTo>
                  <a:lnTo>
                    <a:pt x="317813" y="42953"/>
                  </a:lnTo>
                  <a:lnTo>
                    <a:pt x="281509" y="19872"/>
                  </a:lnTo>
                  <a:lnTo>
                    <a:pt x="240355" y="5163"/>
                  </a:lnTo>
                  <a:lnTo>
                    <a:pt x="195522" y="0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18809969" y="10119443"/>
              <a:ext cx="318770" cy="318770"/>
            </a:xfrm>
            <a:custGeom>
              <a:avLst/>
              <a:gdLst/>
              <a:ahLst/>
              <a:cxnLst/>
              <a:rect l="l" t="t" r="r" b="b"/>
              <a:pathLst>
                <a:path w="318769" h="318770">
                  <a:moveTo>
                    <a:pt x="159251" y="0"/>
                  </a:moveTo>
                  <a:lnTo>
                    <a:pt x="108918" y="8119"/>
                  </a:lnTo>
                  <a:lnTo>
                    <a:pt x="65202" y="30728"/>
                  </a:lnTo>
                  <a:lnTo>
                    <a:pt x="30728" y="65202"/>
                  </a:lnTo>
                  <a:lnTo>
                    <a:pt x="8119" y="108918"/>
                  </a:lnTo>
                  <a:lnTo>
                    <a:pt x="0" y="159251"/>
                  </a:lnTo>
                  <a:lnTo>
                    <a:pt x="8119" y="209588"/>
                  </a:lnTo>
                  <a:lnTo>
                    <a:pt x="30728" y="253305"/>
                  </a:lnTo>
                  <a:lnTo>
                    <a:pt x="65202" y="287777"/>
                  </a:lnTo>
                  <a:lnTo>
                    <a:pt x="108918" y="310384"/>
                  </a:lnTo>
                  <a:lnTo>
                    <a:pt x="159251" y="318503"/>
                  </a:lnTo>
                  <a:lnTo>
                    <a:pt x="209588" y="310384"/>
                  </a:lnTo>
                  <a:lnTo>
                    <a:pt x="253305" y="287777"/>
                  </a:lnTo>
                  <a:lnTo>
                    <a:pt x="287777" y="253305"/>
                  </a:lnTo>
                  <a:lnTo>
                    <a:pt x="310384" y="209588"/>
                  </a:lnTo>
                  <a:lnTo>
                    <a:pt x="318503" y="159251"/>
                  </a:lnTo>
                  <a:lnTo>
                    <a:pt x="310384" y="108918"/>
                  </a:lnTo>
                  <a:lnTo>
                    <a:pt x="287777" y="65202"/>
                  </a:lnTo>
                  <a:lnTo>
                    <a:pt x="253305" y="30728"/>
                  </a:lnTo>
                  <a:lnTo>
                    <a:pt x="209588" y="8119"/>
                  </a:lnTo>
                  <a:lnTo>
                    <a:pt x="159251" y="0"/>
                  </a:lnTo>
                  <a:close/>
                </a:path>
              </a:pathLst>
            </a:custGeom>
            <a:solidFill>
              <a:srgbClr val="3737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18814102" y="10123572"/>
              <a:ext cx="310515" cy="310515"/>
            </a:xfrm>
            <a:custGeom>
              <a:avLst/>
              <a:gdLst/>
              <a:ahLst/>
              <a:cxnLst/>
              <a:rect l="l" t="t" r="r" b="b"/>
              <a:pathLst>
                <a:path w="310515" h="310515">
                  <a:moveTo>
                    <a:pt x="121973" y="214506"/>
                  </a:moveTo>
                  <a:lnTo>
                    <a:pt x="106520" y="214506"/>
                  </a:lnTo>
                  <a:lnTo>
                    <a:pt x="115409" y="221194"/>
                  </a:lnTo>
                  <a:lnTo>
                    <a:pt x="125226" y="226474"/>
                  </a:lnTo>
                  <a:lnTo>
                    <a:pt x="135837" y="230200"/>
                  </a:lnTo>
                  <a:lnTo>
                    <a:pt x="147105" y="232223"/>
                  </a:lnTo>
                  <a:lnTo>
                    <a:pt x="146449" y="236505"/>
                  </a:lnTo>
                  <a:lnTo>
                    <a:pt x="146332" y="243133"/>
                  </a:lnTo>
                  <a:lnTo>
                    <a:pt x="148236" y="252358"/>
                  </a:lnTo>
                  <a:lnTo>
                    <a:pt x="148338" y="265244"/>
                  </a:lnTo>
                  <a:lnTo>
                    <a:pt x="144160" y="274962"/>
                  </a:lnTo>
                  <a:lnTo>
                    <a:pt x="138376" y="283860"/>
                  </a:lnTo>
                  <a:lnTo>
                    <a:pt x="133660" y="294284"/>
                  </a:lnTo>
                  <a:lnTo>
                    <a:pt x="129263" y="310241"/>
                  </a:lnTo>
                  <a:lnTo>
                    <a:pt x="131451" y="302734"/>
                  </a:lnTo>
                  <a:lnTo>
                    <a:pt x="178909" y="302734"/>
                  </a:lnTo>
                  <a:lnTo>
                    <a:pt x="176581" y="294284"/>
                  </a:lnTo>
                  <a:lnTo>
                    <a:pt x="171865" y="283860"/>
                  </a:lnTo>
                  <a:lnTo>
                    <a:pt x="166081" y="274962"/>
                  </a:lnTo>
                  <a:lnTo>
                    <a:pt x="161903" y="265244"/>
                  </a:lnTo>
                  <a:lnTo>
                    <a:pt x="162005" y="252358"/>
                  </a:lnTo>
                  <a:lnTo>
                    <a:pt x="163911" y="243133"/>
                  </a:lnTo>
                  <a:lnTo>
                    <a:pt x="163670" y="236505"/>
                  </a:lnTo>
                  <a:lnTo>
                    <a:pt x="162843" y="231992"/>
                  </a:lnTo>
                  <a:lnTo>
                    <a:pt x="174025" y="229682"/>
                  </a:lnTo>
                  <a:lnTo>
                    <a:pt x="184521" y="225693"/>
                  </a:lnTo>
                  <a:lnTo>
                    <a:pt x="186785" y="224401"/>
                  </a:lnTo>
                  <a:lnTo>
                    <a:pt x="154058" y="224401"/>
                  </a:lnTo>
                  <a:lnTo>
                    <a:pt x="128544" y="219077"/>
                  </a:lnTo>
                  <a:lnTo>
                    <a:pt x="121973" y="214506"/>
                  </a:lnTo>
                  <a:close/>
                </a:path>
                <a:path w="310515" h="310515">
                  <a:moveTo>
                    <a:pt x="178909" y="302734"/>
                  </a:moveTo>
                  <a:lnTo>
                    <a:pt x="180978" y="310241"/>
                  </a:lnTo>
                  <a:lnTo>
                    <a:pt x="178909" y="302734"/>
                  </a:lnTo>
                  <a:close/>
                </a:path>
                <a:path w="310515" h="310515">
                  <a:moveTo>
                    <a:pt x="178790" y="302734"/>
                  </a:moveTo>
                  <a:lnTo>
                    <a:pt x="131451" y="302734"/>
                  </a:lnTo>
                  <a:lnTo>
                    <a:pt x="154382" y="304388"/>
                  </a:lnTo>
                  <a:lnTo>
                    <a:pt x="155115" y="304440"/>
                  </a:lnTo>
                  <a:lnTo>
                    <a:pt x="155859" y="304440"/>
                  </a:lnTo>
                  <a:lnTo>
                    <a:pt x="178790" y="302734"/>
                  </a:lnTo>
                  <a:close/>
                </a:path>
                <a:path w="310515" h="310515">
                  <a:moveTo>
                    <a:pt x="155859" y="304440"/>
                  </a:moveTo>
                  <a:lnTo>
                    <a:pt x="155115" y="304440"/>
                  </a:lnTo>
                  <a:lnTo>
                    <a:pt x="155859" y="304503"/>
                  </a:lnTo>
                  <a:close/>
                </a:path>
                <a:path w="310515" h="310515">
                  <a:moveTo>
                    <a:pt x="74721" y="261196"/>
                  </a:moveTo>
                  <a:lnTo>
                    <a:pt x="50092" y="261196"/>
                  </a:lnTo>
                  <a:lnTo>
                    <a:pt x="67484" y="276232"/>
                  </a:lnTo>
                  <a:lnTo>
                    <a:pt x="63715" y="283090"/>
                  </a:lnTo>
                  <a:lnTo>
                    <a:pt x="71893" y="268703"/>
                  </a:lnTo>
                  <a:lnTo>
                    <a:pt x="74721" y="261196"/>
                  </a:lnTo>
                  <a:close/>
                </a:path>
                <a:path w="310515" h="310515">
                  <a:moveTo>
                    <a:pt x="224960" y="213260"/>
                  </a:moveTo>
                  <a:lnTo>
                    <a:pt x="202925" y="213260"/>
                  </a:lnTo>
                  <a:lnTo>
                    <a:pt x="205292" y="217208"/>
                  </a:lnTo>
                  <a:lnTo>
                    <a:pt x="209909" y="222757"/>
                  </a:lnTo>
                  <a:lnTo>
                    <a:pt x="219009" y="228746"/>
                  </a:lnTo>
                  <a:lnTo>
                    <a:pt x="228196" y="237786"/>
                  </a:lnTo>
                  <a:lnTo>
                    <a:pt x="232114" y="247614"/>
                  </a:lnTo>
                  <a:lnTo>
                    <a:pt x="234315" y="257997"/>
                  </a:lnTo>
                  <a:lnTo>
                    <a:pt x="238348" y="268703"/>
                  </a:lnTo>
                  <a:lnTo>
                    <a:pt x="246526" y="283090"/>
                  </a:lnTo>
                  <a:lnTo>
                    <a:pt x="242757" y="276232"/>
                  </a:lnTo>
                  <a:lnTo>
                    <a:pt x="260149" y="261196"/>
                  </a:lnTo>
                  <a:lnTo>
                    <a:pt x="260286" y="261196"/>
                  </a:lnTo>
                  <a:lnTo>
                    <a:pt x="260704" y="260714"/>
                  </a:lnTo>
                  <a:lnTo>
                    <a:pt x="261269" y="260232"/>
                  </a:lnTo>
                  <a:lnTo>
                    <a:pt x="276232" y="242757"/>
                  </a:lnTo>
                  <a:lnTo>
                    <a:pt x="276459" y="242757"/>
                  </a:lnTo>
                  <a:lnTo>
                    <a:pt x="268703" y="238348"/>
                  </a:lnTo>
                  <a:lnTo>
                    <a:pt x="257993" y="234315"/>
                  </a:lnTo>
                  <a:lnTo>
                    <a:pt x="247610" y="232114"/>
                  </a:lnTo>
                  <a:lnTo>
                    <a:pt x="237784" y="228196"/>
                  </a:lnTo>
                  <a:lnTo>
                    <a:pt x="228746" y="219009"/>
                  </a:lnTo>
                  <a:lnTo>
                    <a:pt x="224960" y="213260"/>
                  </a:lnTo>
                  <a:close/>
                </a:path>
                <a:path w="310515" h="310515">
                  <a:moveTo>
                    <a:pt x="80063" y="242757"/>
                  </a:moveTo>
                  <a:lnTo>
                    <a:pt x="34009" y="242757"/>
                  </a:lnTo>
                  <a:lnTo>
                    <a:pt x="49045" y="260149"/>
                  </a:lnTo>
                  <a:lnTo>
                    <a:pt x="49537" y="260714"/>
                  </a:lnTo>
                  <a:lnTo>
                    <a:pt x="50019" y="261269"/>
                  </a:lnTo>
                  <a:lnTo>
                    <a:pt x="74721" y="261196"/>
                  </a:lnTo>
                  <a:lnTo>
                    <a:pt x="75926" y="257997"/>
                  </a:lnTo>
                  <a:lnTo>
                    <a:pt x="78127" y="247614"/>
                  </a:lnTo>
                  <a:lnTo>
                    <a:pt x="80063" y="242757"/>
                  </a:lnTo>
                  <a:close/>
                </a:path>
                <a:path w="310515" h="310515">
                  <a:moveTo>
                    <a:pt x="260286" y="261196"/>
                  </a:moveTo>
                  <a:lnTo>
                    <a:pt x="260149" y="261196"/>
                  </a:lnTo>
                  <a:lnTo>
                    <a:pt x="260286" y="261196"/>
                  </a:lnTo>
                  <a:close/>
                </a:path>
                <a:path w="310515" h="310515">
                  <a:moveTo>
                    <a:pt x="89530" y="162277"/>
                  </a:moveTo>
                  <a:lnTo>
                    <a:pt x="80782" y="162277"/>
                  </a:lnTo>
                  <a:lnTo>
                    <a:pt x="82421" y="173604"/>
                  </a:lnTo>
                  <a:lnTo>
                    <a:pt x="85619" y="184318"/>
                  </a:lnTo>
                  <a:lnTo>
                    <a:pt x="90252" y="194295"/>
                  </a:lnTo>
                  <a:lnTo>
                    <a:pt x="96196" y="203407"/>
                  </a:lnTo>
                  <a:lnTo>
                    <a:pt x="92321" y="205899"/>
                  </a:lnTo>
                  <a:lnTo>
                    <a:pt x="87096" y="210506"/>
                  </a:lnTo>
                  <a:lnTo>
                    <a:pt x="81494" y="219009"/>
                  </a:lnTo>
                  <a:lnTo>
                    <a:pt x="72456" y="228196"/>
                  </a:lnTo>
                  <a:lnTo>
                    <a:pt x="62631" y="232114"/>
                  </a:lnTo>
                  <a:lnTo>
                    <a:pt x="52248" y="234315"/>
                  </a:lnTo>
                  <a:lnTo>
                    <a:pt x="41538" y="238348"/>
                  </a:lnTo>
                  <a:lnTo>
                    <a:pt x="27151" y="246526"/>
                  </a:lnTo>
                  <a:lnTo>
                    <a:pt x="34009" y="242757"/>
                  </a:lnTo>
                  <a:lnTo>
                    <a:pt x="80063" y="242757"/>
                  </a:lnTo>
                  <a:lnTo>
                    <a:pt x="82045" y="237786"/>
                  </a:lnTo>
                  <a:lnTo>
                    <a:pt x="91232" y="228746"/>
                  </a:lnTo>
                  <a:lnTo>
                    <a:pt x="99410" y="223364"/>
                  </a:lnTo>
                  <a:lnTo>
                    <a:pt x="103954" y="218338"/>
                  </a:lnTo>
                  <a:lnTo>
                    <a:pt x="106520" y="214506"/>
                  </a:lnTo>
                  <a:lnTo>
                    <a:pt x="121973" y="214506"/>
                  </a:lnTo>
                  <a:lnTo>
                    <a:pt x="107686" y="204567"/>
                  </a:lnTo>
                  <a:lnTo>
                    <a:pt x="93611" y="183063"/>
                  </a:lnTo>
                  <a:lnTo>
                    <a:pt x="89530" y="162277"/>
                  </a:lnTo>
                  <a:close/>
                </a:path>
                <a:path w="310515" h="310515">
                  <a:moveTo>
                    <a:pt x="276459" y="242757"/>
                  </a:moveTo>
                  <a:lnTo>
                    <a:pt x="276232" y="242757"/>
                  </a:lnTo>
                  <a:lnTo>
                    <a:pt x="283090" y="246526"/>
                  </a:lnTo>
                  <a:lnTo>
                    <a:pt x="276459" y="242757"/>
                  </a:lnTo>
                  <a:close/>
                </a:path>
                <a:path w="310515" h="310515">
                  <a:moveTo>
                    <a:pt x="186785" y="89117"/>
                  </a:moveTo>
                  <a:lnTo>
                    <a:pt x="154058" y="89117"/>
                  </a:lnTo>
                  <a:lnTo>
                    <a:pt x="179571" y="94441"/>
                  </a:lnTo>
                  <a:lnTo>
                    <a:pt x="200429" y="108952"/>
                  </a:lnTo>
                  <a:lnTo>
                    <a:pt x="214504" y="130455"/>
                  </a:lnTo>
                  <a:lnTo>
                    <a:pt x="219668" y="156759"/>
                  </a:lnTo>
                  <a:lnTo>
                    <a:pt x="214504" y="183063"/>
                  </a:lnTo>
                  <a:lnTo>
                    <a:pt x="200429" y="204567"/>
                  </a:lnTo>
                  <a:lnTo>
                    <a:pt x="179571" y="219077"/>
                  </a:lnTo>
                  <a:lnTo>
                    <a:pt x="154058" y="224401"/>
                  </a:lnTo>
                  <a:lnTo>
                    <a:pt x="186785" y="224401"/>
                  </a:lnTo>
                  <a:lnTo>
                    <a:pt x="194199" y="220170"/>
                  </a:lnTo>
                  <a:lnTo>
                    <a:pt x="202925" y="213260"/>
                  </a:lnTo>
                  <a:lnTo>
                    <a:pt x="224960" y="213260"/>
                  </a:lnTo>
                  <a:lnTo>
                    <a:pt x="222401" y="209375"/>
                  </a:lnTo>
                  <a:lnTo>
                    <a:pt x="216527" y="204737"/>
                  </a:lnTo>
                  <a:lnTo>
                    <a:pt x="212558" y="202517"/>
                  </a:lnTo>
                  <a:lnTo>
                    <a:pt x="218325" y="193420"/>
                  </a:lnTo>
                  <a:lnTo>
                    <a:pt x="222792" y="183487"/>
                  </a:lnTo>
                  <a:lnTo>
                    <a:pt x="225845" y="172842"/>
                  </a:lnTo>
                  <a:lnTo>
                    <a:pt x="227364" y="161607"/>
                  </a:lnTo>
                  <a:lnTo>
                    <a:pt x="303973" y="161607"/>
                  </a:lnTo>
                  <a:lnTo>
                    <a:pt x="304388" y="155859"/>
                  </a:lnTo>
                  <a:lnTo>
                    <a:pt x="303979" y="148707"/>
                  </a:lnTo>
                  <a:lnTo>
                    <a:pt x="227176" y="148707"/>
                  </a:lnTo>
                  <a:lnTo>
                    <a:pt x="225217" y="137628"/>
                  </a:lnTo>
                  <a:lnTo>
                    <a:pt x="221760" y="127168"/>
                  </a:lnTo>
                  <a:lnTo>
                    <a:pt x="216925" y="117455"/>
                  </a:lnTo>
                  <a:lnTo>
                    <a:pt x="210831" y="108614"/>
                  </a:lnTo>
                  <a:lnTo>
                    <a:pt x="214684" y="106855"/>
                  </a:lnTo>
                  <a:lnTo>
                    <a:pt x="221385" y="102405"/>
                  </a:lnTo>
                  <a:lnTo>
                    <a:pt x="223531" y="99148"/>
                  </a:lnTo>
                  <a:lnTo>
                    <a:pt x="201753" y="99148"/>
                  </a:lnTo>
                  <a:lnTo>
                    <a:pt x="193061" y="92551"/>
                  </a:lnTo>
                  <a:lnTo>
                    <a:pt x="186785" y="89117"/>
                  </a:lnTo>
                  <a:close/>
                </a:path>
                <a:path w="310515" h="310515">
                  <a:moveTo>
                    <a:pt x="0" y="129263"/>
                  </a:moveTo>
                  <a:lnTo>
                    <a:pt x="7507" y="131451"/>
                  </a:lnTo>
                  <a:lnTo>
                    <a:pt x="5748" y="155859"/>
                  </a:lnTo>
                  <a:lnTo>
                    <a:pt x="7507" y="178790"/>
                  </a:lnTo>
                  <a:lnTo>
                    <a:pt x="0" y="180978"/>
                  </a:lnTo>
                  <a:lnTo>
                    <a:pt x="15957" y="176591"/>
                  </a:lnTo>
                  <a:lnTo>
                    <a:pt x="26381" y="171869"/>
                  </a:lnTo>
                  <a:lnTo>
                    <a:pt x="35279" y="166083"/>
                  </a:lnTo>
                  <a:lnTo>
                    <a:pt x="44997" y="161908"/>
                  </a:lnTo>
                  <a:lnTo>
                    <a:pt x="89458" y="161908"/>
                  </a:lnTo>
                  <a:lnTo>
                    <a:pt x="88447" y="156759"/>
                  </a:lnTo>
                  <a:lnTo>
                    <a:pt x="90100" y="148339"/>
                  </a:lnTo>
                  <a:lnTo>
                    <a:pt x="44997" y="148339"/>
                  </a:lnTo>
                  <a:lnTo>
                    <a:pt x="35279" y="144164"/>
                  </a:lnTo>
                  <a:lnTo>
                    <a:pt x="26381" y="138381"/>
                  </a:lnTo>
                  <a:lnTo>
                    <a:pt x="15957" y="133660"/>
                  </a:lnTo>
                  <a:lnTo>
                    <a:pt x="0" y="129263"/>
                  </a:lnTo>
                  <a:close/>
                </a:path>
                <a:path w="310515" h="310515">
                  <a:moveTo>
                    <a:pt x="303952" y="161908"/>
                  </a:moveTo>
                  <a:lnTo>
                    <a:pt x="265244" y="161908"/>
                  </a:lnTo>
                  <a:lnTo>
                    <a:pt x="274962" y="166083"/>
                  </a:lnTo>
                  <a:lnTo>
                    <a:pt x="283860" y="171869"/>
                  </a:lnTo>
                  <a:lnTo>
                    <a:pt x="294284" y="176591"/>
                  </a:lnTo>
                  <a:lnTo>
                    <a:pt x="310241" y="180978"/>
                  </a:lnTo>
                  <a:lnTo>
                    <a:pt x="302734" y="178790"/>
                  </a:lnTo>
                  <a:lnTo>
                    <a:pt x="303952" y="161908"/>
                  </a:lnTo>
                  <a:close/>
                </a:path>
                <a:path w="310515" h="310515">
                  <a:moveTo>
                    <a:pt x="89458" y="161908"/>
                  </a:moveTo>
                  <a:lnTo>
                    <a:pt x="44997" y="161908"/>
                  </a:lnTo>
                  <a:lnTo>
                    <a:pt x="57883" y="162016"/>
                  </a:lnTo>
                  <a:lnTo>
                    <a:pt x="69024" y="164298"/>
                  </a:lnTo>
                  <a:lnTo>
                    <a:pt x="76385" y="163481"/>
                  </a:lnTo>
                  <a:lnTo>
                    <a:pt x="80782" y="162277"/>
                  </a:lnTo>
                  <a:lnTo>
                    <a:pt x="89530" y="162277"/>
                  </a:lnTo>
                  <a:lnTo>
                    <a:pt x="89458" y="161908"/>
                  </a:lnTo>
                  <a:close/>
                </a:path>
                <a:path w="310515" h="310515">
                  <a:moveTo>
                    <a:pt x="303973" y="161607"/>
                  </a:moveTo>
                  <a:lnTo>
                    <a:pt x="227364" y="161607"/>
                  </a:lnTo>
                  <a:lnTo>
                    <a:pt x="231090" y="162678"/>
                  </a:lnTo>
                  <a:lnTo>
                    <a:pt x="236414" y="163382"/>
                  </a:lnTo>
                  <a:lnTo>
                    <a:pt x="243461" y="163300"/>
                  </a:lnTo>
                  <a:lnTo>
                    <a:pt x="252358" y="162016"/>
                  </a:lnTo>
                  <a:lnTo>
                    <a:pt x="303952" y="161908"/>
                  </a:lnTo>
                  <a:lnTo>
                    <a:pt x="303973" y="161607"/>
                  </a:lnTo>
                  <a:close/>
                </a:path>
                <a:path w="310515" h="310515">
                  <a:moveTo>
                    <a:pt x="236214" y="146881"/>
                  </a:moveTo>
                  <a:lnTo>
                    <a:pt x="230871" y="147616"/>
                  </a:lnTo>
                  <a:lnTo>
                    <a:pt x="227176" y="148707"/>
                  </a:lnTo>
                  <a:lnTo>
                    <a:pt x="303979" y="148707"/>
                  </a:lnTo>
                  <a:lnTo>
                    <a:pt x="303952" y="148339"/>
                  </a:lnTo>
                  <a:lnTo>
                    <a:pt x="265244" y="148339"/>
                  </a:lnTo>
                  <a:lnTo>
                    <a:pt x="252358" y="148236"/>
                  </a:lnTo>
                  <a:lnTo>
                    <a:pt x="243333" y="146942"/>
                  </a:lnTo>
                  <a:lnTo>
                    <a:pt x="236214" y="146881"/>
                  </a:lnTo>
                  <a:close/>
                </a:path>
                <a:path w="310515" h="310515">
                  <a:moveTo>
                    <a:pt x="69233" y="145901"/>
                  </a:moveTo>
                  <a:lnTo>
                    <a:pt x="57883" y="148236"/>
                  </a:lnTo>
                  <a:lnTo>
                    <a:pt x="44997" y="148339"/>
                  </a:lnTo>
                  <a:lnTo>
                    <a:pt x="90100" y="148339"/>
                  </a:lnTo>
                  <a:lnTo>
                    <a:pt x="90162" y="148026"/>
                  </a:lnTo>
                  <a:lnTo>
                    <a:pt x="81044" y="148026"/>
                  </a:lnTo>
                  <a:lnTo>
                    <a:pt x="76667" y="146791"/>
                  </a:lnTo>
                  <a:lnTo>
                    <a:pt x="69233" y="145901"/>
                  </a:lnTo>
                  <a:close/>
                </a:path>
                <a:path w="310515" h="310515">
                  <a:moveTo>
                    <a:pt x="310241" y="129263"/>
                  </a:moveTo>
                  <a:lnTo>
                    <a:pt x="294284" y="133660"/>
                  </a:lnTo>
                  <a:lnTo>
                    <a:pt x="283860" y="138381"/>
                  </a:lnTo>
                  <a:lnTo>
                    <a:pt x="274962" y="144164"/>
                  </a:lnTo>
                  <a:lnTo>
                    <a:pt x="265244" y="148339"/>
                  </a:lnTo>
                  <a:lnTo>
                    <a:pt x="303952" y="148339"/>
                  </a:lnTo>
                  <a:lnTo>
                    <a:pt x="302734" y="131451"/>
                  </a:lnTo>
                  <a:lnTo>
                    <a:pt x="310241" y="129263"/>
                  </a:lnTo>
                  <a:close/>
                </a:path>
                <a:path w="310515" h="310515">
                  <a:moveTo>
                    <a:pt x="27151" y="63725"/>
                  </a:moveTo>
                  <a:lnTo>
                    <a:pt x="41538" y="71893"/>
                  </a:lnTo>
                  <a:lnTo>
                    <a:pt x="52248" y="75927"/>
                  </a:lnTo>
                  <a:lnTo>
                    <a:pt x="62631" y="78131"/>
                  </a:lnTo>
                  <a:lnTo>
                    <a:pt x="72456" y="82050"/>
                  </a:lnTo>
                  <a:lnTo>
                    <a:pt x="81494" y="91232"/>
                  </a:lnTo>
                  <a:lnTo>
                    <a:pt x="87976" y="101075"/>
                  </a:lnTo>
                  <a:lnTo>
                    <a:pt x="93965" y="105703"/>
                  </a:lnTo>
                  <a:lnTo>
                    <a:pt x="97934" y="107871"/>
                  </a:lnTo>
                  <a:lnTo>
                    <a:pt x="91686" y="116698"/>
                  </a:lnTo>
                  <a:lnTo>
                    <a:pt x="86705" y="126417"/>
                  </a:lnTo>
                  <a:lnTo>
                    <a:pt x="83116" y="136902"/>
                  </a:lnTo>
                  <a:lnTo>
                    <a:pt x="81044" y="148026"/>
                  </a:lnTo>
                  <a:lnTo>
                    <a:pt x="90162" y="148026"/>
                  </a:lnTo>
                  <a:lnTo>
                    <a:pt x="93611" y="130455"/>
                  </a:lnTo>
                  <a:lnTo>
                    <a:pt x="107686" y="108952"/>
                  </a:lnTo>
                  <a:lnTo>
                    <a:pt x="123629" y="97860"/>
                  </a:lnTo>
                  <a:lnTo>
                    <a:pt x="107829" y="97860"/>
                  </a:lnTo>
                  <a:lnTo>
                    <a:pt x="105651" y="93892"/>
                  </a:lnTo>
                  <a:lnTo>
                    <a:pt x="101012" y="87944"/>
                  </a:lnTo>
                  <a:lnTo>
                    <a:pt x="91232" y="81494"/>
                  </a:lnTo>
                  <a:lnTo>
                    <a:pt x="82045" y="72457"/>
                  </a:lnTo>
                  <a:lnTo>
                    <a:pt x="80062" y="67484"/>
                  </a:lnTo>
                  <a:lnTo>
                    <a:pt x="34009" y="67484"/>
                  </a:lnTo>
                  <a:lnTo>
                    <a:pt x="27151" y="63725"/>
                  </a:lnTo>
                  <a:close/>
                </a:path>
                <a:path w="310515" h="310515">
                  <a:moveTo>
                    <a:pt x="246526" y="27151"/>
                  </a:moveTo>
                  <a:lnTo>
                    <a:pt x="238348" y="41548"/>
                  </a:lnTo>
                  <a:lnTo>
                    <a:pt x="234315" y="52253"/>
                  </a:lnTo>
                  <a:lnTo>
                    <a:pt x="232114" y="62632"/>
                  </a:lnTo>
                  <a:lnTo>
                    <a:pt x="228196" y="72457"/>
                  </a:lnTo>
                  <a:lnTo>
                    <a:pt x="219009" y="81494"/>
                  </a:lnTo>
                  <a:lnTo>
                    <a:pt x="208098" y="88677"/>
                  </a:lnTo>
                  <a:lnTo>
                    <a:pt x="203595" y="95253"/>
                  </a:lnTo>
                  <a:lnTo>
                    <a:pt x="201753" y="99148"/>
                  </a:lnTo>
                  <a:lnTo>
                    <a:pt x="223531" y="99148"/>
                  </a:lnTo>
                  <a:lnTo>
                    <a:pt x="228746" y="91232"/>
                  </a:lnTo>
                  <a:lnTo>
                    <a:pt x="237784" y="82050"/>
                  </a:lnTo>
                  <a:lnTo>
                    <a:pt x="247610" y="78131"/>
                  </a:lnTo>
                  <a:lnTo>
                    <a:pt x="257993" y="75927"/>
                  </a:lnTo>
                  <a:lnTo>
                    <a:pt x="268703" y="71893"/>
                  </a:lnTo>
                  <a:lnTo>
                    <a:pt x="276469" y="67484"/>
                  </a:lnTo>
                  <a:lnTo>
                    <a:pt x="276232" y="67484"/>
                  </a:lnTo>
                  <a:lnTo>
                    <a:pt x="261185" y="50092"/>
                  </a:lnTo>
                  <a:lnTo>
                    <a:pt x="260704" y="49537"/>
                  </a:lnTo>
                  <a:lnTo>
                    <a:pt x="260293" y="49056"/>
                  </a:lnTo>
                  <a:lnTo>
                    <a:pt x="260149" y="49056"/>
                  </a:lnTo>
                  <a:lnTo>
                    <a:pt x="242757" y="34009"/>
                  </a:lnTo>
                  <a:lnTo>
                    <a:pt x="246526" y="27151"/>
                  </a:lnTo>
                  <a:close/>
                </a:path>
                <a:path w="310515" h="310515">
                  <a:moveTo>
                    <a:pt x="178909" y="7507"/>
                  </a:moveTo>
                  <a:lnTo>
                    <a:pt x="131332" y="7507"/>
                  </a:lnTo>
                  <a:lnTo>
                    <a:pt x="133660" y="15957"/>
                  </a:lnTo>
                  <a:lnTo>
                    <a:pt x="138376" y="26381"/>
                  </a:lnTo>
                  <a:lnTo>
                    <a:pt x="144160" y="35279"/>
                  </a:lnTo>
                  <a:lnTo>
                    <a:pt x="148338" y="44997"/>
                  </a:lnTo>
                  <a:lnTo>
                    <a:pt x="148236" y="57883"/>
                  </a:lnTo>
                  <a:lnTo>
                    <a:pt x="145859" y="69411"/>
                  </a:lnTo>
                  <a:lnTo>
                    <a:pt x="146812" y="76908"/>
                  </a:lnTo>
                  <a:lnTo>
                    <a:pt x="148089" y="81243"/>
                  </a:lnTo>
                  <a:lnTo>
                    <a:pt x="136967" y="83059"/>
                  </a:lnTo>
                  <a:lnTo>
                    <a:pt x="126463" y="86520"/>
                  </a:lnTo>
                  <a:lnTo>
                    <a:pt x="116707" y="91497"/>
                  </a:lnTo>
                  <a:lnTo>
                    <a:pt x="107829" y="97860"/>
                  </a:lnTo>
                  <a:lnTo>
                    <a:pt x="123629" y="97860"/>
                  </a:lnTo>
                  <a:lnTo>
                    <a:pt x="128544" y="94441"/>
                  </a:lnTo>
                  <a:lnTo>
                    <a:pt x="154058" y="89117"/>
                  </a:lnTo>
                  <a:lnTo>
                    <a:pt x="186785" y="89117"/>
                  </a:lnTo>
                  <a:lnTo>
                    <a:pt x="183469" y="87303"/>
                  </a:lnTo>
                  <a:lnTo>
                    <a:pt x="173106" y="83543"/>
                  </a:lnTo>
                  <a:lnTo>
                    <a:pt x="162099" y="81411"/>
                  </a:lnTo>
                  <a:lnTo>
                    <a:pt x="163398" y="77097"/>
                  </a:lnTo>
                  <a:lnTo>
                    <a:pt x="164413" y="69568"/>
                  </a:lnTo>
                  <a:lnTo>
                    <a:pt x="162005" y="57883"/>
                  </a:lnTo>
                  <a:lnTo>
                    <a:pt x="161903" y="44997"/>
                  </a:lnTo>
                  <a:lnTo>
                    <a:pt x="166081" y="35279"/>
                  </a:lnTo>
                  <a:lnTo>
                    <a:pt x="171865" y="26381"/>
                  </a:lnTo>
                  <a:lnTo>
                    <a:pt x="176581" y="15957"/>
                  </a:lnTo>
                  <a:lnTo>
                    <a:pt x="178909" y="7507"/>
                  </a:lnTo>
                  <a:close/>
                </a:path>
                <a:path w="310515" h="310515">
                  <a:moveTo>
                    <a:pt x="63715" y="27151"/>
                  </a:moveTo>
                  <a:lnTo>
                    <a:pt x="67484" y="34009"/>
                  </a:lnTo>
                  <a:lnTo>
                    <a:pt x="50092" y="49056"/>
                  </a:lnTo>
                  <a:lnTo>
                    <a:pt x="49948" y="49056"/>
                  </a:lnTo>
                  <a:lnTo>
                    <a:pt x="49537" y="49537"/>
                  </a:lnTo>
                  <a:lnTo>
                    <a:pt x="48972" y="50019"/>
                  </a:lnTo>
                  <a:lnTo>
                    <a:pt x="34009" y="67484"/>
                  </a:lnTo>
                  <a:lnTo>
                    <a:pt x="80062" y="67484"/>
                  </a:lnTo>
                  <a:lnTo>
                    <a:pt x="78127" y="62632"/>
                  </a:lnTo>
                  <a:lnTo>
                    <a:pt x="75926" y="52253"/>
                  </a:lnTo>
                  <a:lnTo>
                    <a:pt x="74721" y="49056"/>
                  </a:lnTo>
                  <a:lnTo>
                    <a:pt x="50092" y="49056"/>
                  </a:lnTo>
                  <a:lnTo>
                    <a:pt x="74690" y="48972"/>
                  </a:lnTo>
                  <a:lnTo>
                    <a:pt x="71893" y="41548"/>
                  </a:lnTo>
                  <a:lnTo>
                    <a:pt x="63715" y="27151"/>
                  </a:lnTo>
                  <a:close/>
                </a:path>
                <a:path w="310515" h="310515">
                  <a:moveTo>
                    <a:pt x="283090" y="63725"/>
                  </a:moveTo>
                  <a:lnTo>
                    <a:pt x="276232" y="67484"/>
                  </a:lnTo>
                  <a:lnTo>
                    <a:pt x="276469" y="67484"/>
                  </a:lnTo>
                  <a:lnTo>
                    <a:pt x="283090" y="63725"/>
                  </a:lnTo>
                  <a:close/>
                </a:path>
                <a:path w="310515" h="310515">
                  <a:moveTo>
                    <a:pt x="260222" y="48972"/>
                  </a:moveTo>
                  <a:close/>
                </a:path>
                <a:path w="310515" h="310515">
                  <a:moveTo>
                    <a:pt x="129263" y="0"/>
                  </a:moveTo>
                  <a:lnTo>
                    <a:pt x="131332" y="7507"/>
                  </a:lnTo>
                  <a:lnTo>
                    <a:pt x="129263" y="0"/>
                  </a:lnTo>
                  <a:close/>
                </a:path>
                <a:path w="310515" h="310515">
                  <a:moveTo>
                    <a:pt x="154382" y="5748"/>
                  </a:moveTo>
                  <a:lnTo>
                    <a:pt x="131451" y="7507"/>
                  </a:lnTo>
                  <a:lnTo>
                    <a:pt x="178790" y="7507"/>
                  </a:lnTo>
                  <a:lnTo>
                    <a:pt x="155859" y="5853"/>
                  </a:lnTo>
                  <a:lnTo>
                    <a:pt x="155115" y="5800"/>
                  </a:lnTo>
                  <a:lnTo>
                    <a:pt x="154382" y="5748"/>
                  </a:lnTo>
                  <a:close/>
                </a:path>
                <a:path w="310515" h="310515">
                  <a:moveTo>
                    <a:pt x="180978" y="0"/>
                  </a:moveTo>
                  <a:lnTo>
                    <a:pt x="178790" y="7507"/>
                  </a:lnTo>
                  <a:lnTo>
                    <a:pt x="180978" y="0"/>
                  </a:lnTo>
                  <a:close/>
                </a:path>
                <a:path w="310515" h="310515">
                  <a:moveTo>
                    <a:pt x="155859" y="5748"/>
                  </a:moveTo>
                  <a:lnTo>
                    <a:pt x="155115" y="5800"/>
                  </a:lnTo>
                  <a:lnTo>
                    <a:pt x="155859" y="5800"/>
                  </a:lnTo>
                  <a:close/>
                </a:path>
              </a:pathLst>
            </a:custGeom>
            <a:solidFill>
              <a:srgbClr val="A6A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18809971" y="10119105"/>
              <a:ext cx="318770" cy="319405"/>
            </a:xfrm>
            <a:custGeom>
              <a:avLst/>
              <a:gdLst/>
              <a:ahLst/>
              <a:cxnLst/>
              <a:rect l="l" t="t" r="r" b="b"/>
              <a:pathLst>
                <a:path w="318769" h="319404">
                  <a:moveTo>
                    <a:pt x="159251" y="0"/>
                  </a:moveTo>
                  <a:lnTo>
                    <a:pt x="108970" y="8140"/>
                  </a:lnTo>
                  <a:lnTo>
                    <a:pt x="65261" y="30799"/>
                  </a:lnTo>
                  <a:lnTo>
                    <a:pt x="30767" y="65329"/>
                  </a:lnTo>
                  <a:lnTo>
                    <a:pt x="8132" y="109084"/>
                  </a:lnTo>
                  <a:lnTo>
                    <a:pt x="0" y="159419"/>
                  </a:lnTo>
                  <a:lnTo>
                    <a:pt x="8132" y="209753"/>
                  </a:lnTo>
                  <a:lnTo>
                    <a:pt x="30767" y="253508"/>
                  </a:lnTo>
                  <a:lnTo>
                    <a:pt x="65261" y="288038"/>
                  </a:lnTo>
                  <a:lnTo>
                    <a:pt x="108970" y="310697"/>
                  </a:lnTo>
                  <a:lnTo>
                    <a:pt x="159251" y="318838"/>
                  </a:lnTo>
                  <a:lnTo>
                    <a:pt x="209532" y="310697"/>
                  </a:lnTo>
                  <a:lnTo>
                    <a:pt x="227014" y="301634"/>
                  </a:lnTo>
                  <a:lnTo>
                    <a:pt x="159251" y="301634"/>
                  </a:lnTo>
                  <a:lnTo>
                    <a:pt x="114396" y="294372"/>
                  </a:lnTo>
                  <a:lnTo>
                    <a:pt x="75403" y="274158"/>
                  </a:lnTo>
                  <a:lnTo>
                    <a:pt x="44631" y="243355"/>
                  </a:lnTo>
                  <a:lnTo>
                    <a:pt x="24437" y="204321"/>
                  </a:lnTo>
                  <a:lnTo>
                    <a:pt x="17182" y="159419"/>
                  </a:lnTo>
                  <a:lnTo>
                    <a:pt x="24437" y="114516"/>
                  </a:lnTo>
                  <a:lnTo>
                    <a:pt x="44631" y="75483"/>
                  </a:lnTo>
                  <a:lnTo>
                    <a:pt x="75403" y="44679"/>
                  </a:lnTo>
                  <a:lnTo>
                    <a:pt x="114396" y="24466"/>
                  </a:lnTo>
                  <a:lnTo>
                    <a:pt x="159251" y="17203"/>
                  </a:lnTo>
                  <a:lnTo>
                    <a:pt x="227014" y="17203"/>
                  </a:lnTo>
                  <a:lnTo>
                    <a:pt x="209532" y="8140"/>
                  </a:lnTo>
                  <a:lnTo>
                    <a:pt x="159251" y="0"/>
                  </a:lnTo>
                  <a:close/>
                </a:path>
                <a:path w="318769" h="319404">
                  <a:moveTo>
                    <a:pt x="227014" y="17203"/>
                  </a:moveTo>
                  <a:lnTo>
                    <a:pt x="159251" y="17203"/>
                  </a:lnTo>
                  <a:lnTo>
                    <a:pt x="204106" y="24466"/>
                  </a:lnTo>
                  <a:lnTo>
                    <a:pt x="243099" y="44679"/>
                  </a:lnTo>
                  <a:lnTo>
                    <a:pt x="273872" y="75483"/>
                  </a:lnTo>
                  <a:lnTo>
                    <a:pt x="294065" y="114516"/>
                  </a:lnTo>
                  <a:lnTo>
                    <a:pt x="301320" y="159419"/>
                  </a:lnTo>
                  <a:lnTo>
                    <a:pt x="294065" y="204321"/>
                  </a:lnTo>
                  <a:lnTo>
                    <a:pt x="273872" y="243355"/>
                  </a:lnTo>
                  <a:lnTo>
                    <a:pt x="243099" y="274158"/>
                  </a:lnTo>
                  <a:lnTo>
                    <a:pt x="204106" y="294372"/>
                  </a:lnTo>
                  <a:lnTo>
                    <a:pt x="159251" y="301634"/>
                  </a:lnTo>
                  <a:lnTo>
                    <a:pt x="227014" y="301634"/>
                  </a:lnTo>
                  <a:lnTo>
                    <a:pt x="253241" y="288038"/>
                  </a:lnTo>
                  <a:lnTo>
                    <a:pt x="287735" y="253508"/>
                  </a:lnTo>
                  <a:lnTo>
                    <a:pt x="310370" y="209753"/>
                  </a:lnTo>
                  <a:lnTo>
                    <a:pt x="318503" y="159419"/>
                  </a:lnTo>
                  <a:lnTo>
                    <a:pt x="310370" y="109084"/>
                  </a:lnTo>
                  <a:lnTo>
                    <a:pt x="287735" y="65329"/>
                  </a:lnTo>
                  <a:lnTo>
                    <a:pt x="253241" y="30799"/>
                  </a:lnTo>
                  <a:lnTo>
                    <a:pt x="227014" y="17203"/>
                  </a:lnTo>
                  <a:close/>
                </a:path>
              </a:pathLst>
            </a:custGeom>
            <a:solidFill>
              <a:srgbClr val="6F6F7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8918795" y="10232008"/>
              <a:ext cx="98729" cy="96646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18758654" y="10056451"/>
              <a:ext cx="422909" cy="214629"/>
            </a:xfrm>
            <a:custGeom>
              <a:avLst/>
              <a:gdLst/>
              <a:ahLst/>
              <a:cxnLst/>
              <a:rect l="l" t="t" r="r" b="b"/>
              <a:pathLst>
                <a:path w="422909" h="214629">
                  <a:moveTo>
                    <a:pt x="211291" y="0"/>
                  </a:moveTo>
                  <a:lnTo>
                    <a:pt x="162846" y="5533"/>
                  </a:lnTo>
                  <a:lnTo>
                    <a:pt x="118373" y="21294"/>
                  </a:lnTo>
                  <a:lnTo>
                    <a:pt x="79142" y="46025"/>
                  </a:lnTo>
                  <a:lnTo>
                    <a:pt x="46420" y="78469"/>
                  </a:lnTo>
                  <a:lnTo>
                    <a:pt x="21476" y="117368"/>
                  </a:lnTo>
                  <a:lnTo>
                    <a:pt x="5580" y="161465"/>
                  </a:lnTo>
                  <a:lnTo>
                    <a:pt x="0" y="209501"/>
                  </a:lnTo>
                  <a:lnTo>
                    <a:pt x="125" y="214077"/>
                  </a:lnTo>
                  <a:lnTo>
                    <a:pt x="35988" y="214077"/>
                  </a:lnTo>
                  <a:lnTo>
                    <a:pt x="42203" y="168212"/>
                  </a:lnTo>
                  <a:lnTo>
                    <a:pt x="59744" y="126998"/>
                  </a:lnTo>
                  <a:lnTo>
                    <a:pt x="86951" y="92080"/>
                  </a:lnTo>
                  <a:lnTo>
                    <a:pt x="122166" y="65103"/>
                  </a:lnTo>
                  <a:lnTo>
                    <a:pt x="163729" y="47711"/>
                  </a:lnTo>
                  <a:lnTo>
                    <a:pt x="209983" y="41548"/>
                  </a:lnTo>
                  <a:lnTo>
                    <a:pt x="256240" y="47711"/>
                  </a:lnTo>
                  <a:lnTo>
                    <a:pt x="297804" y="65103"/>
                  </a:lnTo>
                  <a:lnTo>
                    <a:pt x="333018" y="92080"/>
                  </a:lnTo>
                  <a:lnTo>
                    <a:pt x="360224" y="126998"/>
                  </a:lnTo>
                  <a:lnTo>
                    <a:pt x="377763" y="168212"/>
                  </a:lnTo>
                  <a:lnTo>
                    <a:pt x="383977" y="214077"/>
                  </a:lnTo>
                  <a:lnTo>
                    <a:pt x="422447" y="214077"/>
                  </a:lnTo>
                  <a:lnTo>
                    <a:pt x="416982" y="161465"/>
                  </a:lnTo>
                  <a:lnTo>
                    <a:pt x="401088" y="117368"/>
                  </a:lnTo>
                  <a:lnTo>
                    <a:pt x="376147" y="78469"/>
                  </a:lnTo>
                  <a:lnTo>
                    <a:pt x="343429" y="46025"/>
                  </a:lnTo>
                  <a:lnTo>
                    <a:pt x="304201" y="21294"/>
                  </a:lnTo>
                  <a:lnTo>
                    <a:pt x="259733" y="5533"/>
                  </a:lnTo>
                  <a:lnTo>
                    <a:pt x="211291" y="0"/>
                  </a:lnTo>
                  <a:close/>
                </a:path>
              </a:pathLst>
            </a:custGeom>
            <a:solidFill>
              <a:srgbClr val="3737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18658834" y="8856787"/>
              <a:ext cx="110489" cy="203835"/>
            </a:xfrm>
            <a:custGeom>
              <a:avLst/>
              <a:gdLst/>
              <a:ahLst/>
              <a:cxnLst/>
              <a:rect l="l" t="t" r="r" b="b"/>
              <a:pathLst>
                <a:path w="110490" h="203834">
                  <a:moveTo>
                    <a:pt x="110310" y="0"/>
                  </a:moveTo>
                  <a:lnTo>
                    <a:pt x="0" y="0"/>
                  </a:lnTo>
                  <a:lnTo>
                    <a:pt x="0" y="203292"/>
                  </a:lnTo>
                  <a:lnTo>
                    <a:pt x="110310" y="203292"/>
                  </a:lnTo>
                  <a:lnTo>
                    <a:pt x="110310" y="0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8648475" y="10179468"/>
              <a:ext cx="29845" cy="128905"/>
            </a:xfrm>
            <a:custGeom>
              <a:avLst/>
              <a:gdLst/>
              <a:ahLst/>
              <a:cxnLst/>
              <a:rect l="l" t="t" r="r" b="b"/>
              <a:pathLst>
                <a:path w="29844" h="128904">
                  <a:moveTo>
                    <a:pt x="23046" y="0"/>
                  </a:moveTo>
                  <a:lnTo>
                    <a:pt x="14868" y="0"/>
                  </a:lnTo>
                  <a:lnTo>
                    <a:pt x="6690" y="0"/>
                  </a:lnTo>
                  <a:lnTo>
                    <a:pt x="0" y="6690"/>
                  </a:lnTo>
                  <a:lnTo>
                    <a:pt x="0" y="121755"/>
                  </a:lnTo>
                  <a:lnTo>
                    <a:pt x="6690" y="128446"/>
                  </a:lnTo>
                  <a:lnTo>
                    <a:pt x="23046" y="128446"/>
                  </a:lnTo>
                  <a:lnTo>
                    <a:pt x="29737" y="121755"/>
                  </a:lnTo>
                  <a:lnTo>
                    <a:pt x="29737" y="6690"/>
                  </a:lnTo>
                  <a:lnTo>
                    <a:pt x="23046" y="0"/>
                  </a:lnTo>
                  <a:close/>
                </a:path>
              </a:pathLst>
            </a:custGeom>
            <a:solidFill>
              <a:srgbClr val="5C5C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8653900" y="8752414"/>
              <a:ext cx="104139" cy="1555750"/>
            </a:xfrm>
            <a:custGeom>
              <a:avLst/>
              <a:gdLst/>
              <a:ahLst/>
              <a:cxnLst/>
              <a:rect l="l" t="t" r="r" b="b"/>
              <a:pathLst>
                <a:path w="104140" h="1555750">
                  <a:moveTo>
                    <a:pt x="10845" y="1429499"/>
                  </a:moveTo>
                  <a:lnTo>
                    <a:pt x="8407" y="1427060"/>
                  </a:lnTo>
                  <a:lnTo>
                    <a:pt x="5422" y="1427060"/>
                  </a:lnTo>
                  <a:lnTo>
                    <a:pt x="2438" y="1427060"/>
                  </a:lnTo>
                  <a:lnTo>
                    <a:pt x="0" y="1429499"/>
                  </a:lnTo>
                  <a:lnTo>
                    <a:pt x="0" y="1553070"/>
                  </a:lnTo>
                  <a:lnTo>
                    <a:pt x="2438" y="1555508"/>
                  </a:lnTo>
                  <a:lnTo>
                    <a:pt x="8407" y="1555508"/>
                  </a:lnTo>
                  <a:lnTo>
                    <a:pt x="10845" y="1553070"/>
                  </a:lnTo>
                  <a:lnTo>
                    <a:pt x="10845" y="1429499"/>
                  </a:lnTo>
                  <a:close/>
                </a:path>
                <a:path w="104140" h="1555750">
                  <a:moveTo>
                    <a:pt x="103898" y="34531"/>
                  </a:moveTo>
                  <a:lnTo>
                    <a:pt x="101180" y="21132"/>
                  </a:lnTo>
                  <a:lnTo>
                    <a:pt x="93751" y="10147"/>
                  </a:lnTo>
                  <a:lnTo>
                    <a:pt x="82778" y="2730"/>
                  </a:lnTo>
                  <a:lnTo>
                    <a:pt x="69367" y="0"/>
                  </a:lnTo>
                  <a:lnTo>
                    <a:pt x="39458" y="0"/>
                  </a:lnTo>
                  <a:lnTo>
                    <a:pt x="26060" y="2730"/>
                  </a:lnTo>
                  <a:lnTo>
                    <a:pt x="15074" y="10147"/>
                  </a:lnTo>
                  <a:lnTo>
                    <a:pt x="7658" y="21132"/>
                  </a:lnTo>
                  <a:lnTo>
                    <a:pt x="4927" y="34531"/>
                  </a:lnTo>
                  <a:lnTo>
                    <a:pt x="4927" y="86334"/>
                  </a:lnTo>
                  <a:lnTo>
                    <a:pt x="7658" y="99745"/>
                  </a:lnTo>
                  <a:lnTo>
                    <a:pt x="15074" y="110718"/>
                  </a:lnTo>
                  <a:lnTo>
                    <a:pt x="26060" y="118148"/>
                  </a:lnTo>
                  <a:lnTo>
                    <a:pt x="39458" y="120865"/>
                  </a:lnTo>
                  <a:lnTo>
                    <a:pt x="69367" y="120865"/>
                  </a:lnTo>
                  <a:lnTo>
                    <a:pt x="82778" y="118148"/>
                  </a:lnTo>
                  <a:lnTo>
                    <a:pt x="93751" y="110718"/>
                  </a:lnTo>
                  <a:lnTo>
                    <a:pt x="101180" y="99745"/>
                  </a:lnTo>
                  <a:lnTo>
                    <a:pt x="103898" y="86334"/>
                  </a:lnTo>
                  <a:lnTo>
                    <a:pt x="103898" y="34531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18670172" y="8772150"/>
              <a:ext cx="77470" cy="53340"/>
            </a:xfrm>
            <a:custGeom>
              <a:avLst/>
              <a:gdLst/>
              <a:ahLst/>
              <a:cxnLst/>
              <a:rect l="l" t="t" r="r" b="b"/>
              <a:pathLst>
                <a:path w="77469" h="53340">
                  <a:moveTo>
                    <a:pt x="42299" y="0"/>
                  </a:moveTo>
                  <a:lnTo>
                    <a:pt x="16652" y="2324"/>
                  </a:lnTo>
                  <a:lnTo>
                    <a:pt x="0" y="17830"/>
                  </a:lnTo>
                  <a:lnTo>
                    <a:pt x="3025" y="28223"/>
                  </a:lnTo>
                  <a:lnTo>
                    <a:pt x="14945" y="38013"/>
                  </a:lnTo>
                  <a:lnTo>
                    <a:pt x="28929" y="45816"/>
                  </a:lnTo>
                  <a:lnTo>
                    <a:pt x="38145" y="50248"/>
                  </a:lnTo>
                  <a:lnTo>
                    <a:pt x="44218" y="53285"/>
                  </a:lnTo>
                  <a:lnTo>
                    <a:pt x="59862" y="50248"/>
                  </a:lnTo>
                  <a:lnTo>
                    <a:pt x="70174" y="41319"/>
                  </a:lnTo>
                  <a:lnTo>
                    <a:pt x="75372" y="34966"/>
                  </a:lnTo>
                  <a:lnTo>
                    <a:pt x="77039" y="28149"/>
                  </a:lnTo>
                  <a:lnTo>
                    <a:pt x="76762" y="17830"/>
                  </a:lnTo>
                  <a:lnTo>
                    <a:pt x="65987" y="6591"/>
                  </a:lnTo>
                  <a:lnTo>
                    <a:pt x="42299" y="0"/>
                  </a:lnTo>
                  <a:close/>
                </a:path>
              </a:pathLst>
            </a:custGeom>
            <a:solidFill>
              <a:srgbClr val="39394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4" name="object 154" descr=""/>
          <p:cNvGrpSpPr/>
          <p:nvPr/>
        </p:nvGrpSpPr>
        <p:grpSpPr>
          <a:xfrm>
            <a:off x="11214675" y="1891417"/>
            <a:ext cx="300990" cy="249554"/>
            <a:chOff x="11214675" y="1891417"/>
            <a:chExt cx="300990" cy="249554"/>
          </a:xfrm>
        </p:grpSpPr>
        <p:sp>
          <p:nvSpPr>
            <p:cNvPr id="155" name="object 155" descr=""/>
            <p:cNvSpPr/>
            <p:nvPr/>
          </p:nvSpPr>
          <p:spPr>
            <a:xfrm>
              <a:off x="11235531" y="1891417"/>
              <a:ext cx="280035" cy="177800"/>
            </a:xfrm>
            <a:custGeom>
              <a:avLst/>
              <a:gdLst/>
              <a:ahLst/>
              <a:cxnLst/>
              <a:rect l="l" t="t" r="r" b="b"/>
              <a:pathLst>
                <a:path w="280034" h="177800">
                  <a:moveTo>
                    <a:pt x="161584" y="0"/>
                  </a:moveTo>
                  <a:lnTo>
                    <a:pt x="85550" y="5128"/>
                  </a:lnTo>
                  <a:lnTo>
                    <a:pt x="44185" y="15862"/>
                  </a:lnTo>
                  <a:lnTo>
                    <a:pt x="18514" y="50931"/>
                  </a:lnTo>
                  <a:lnTo>
                    <a:pt x="720" y="94906"/>
                  </a:lnTo>
                  <a:lnTo>
                    <a:pt x="0" y="109156"/>
                  </a:lnTo>
                  <a:lnTo>
                    <a:pt x="3281" y="117978"/>
                  </a:lnTo>
                  <a:lnTo>
                    <a:pt x="6785" y="124457"/>
                  </a:lnTo>
                  <a:lnTo>
                    <a:pt x="6730" y="131680"/>
                  </a:lnTo>
                  <a:lnTo>
                    <a:pt x="4316" y="138636"/>
                  </a:lnTo>
                  <a:lnTo>
                    <a:pt x="2885" y="144212"/>
                  </a:lnTo>
                  <a:lnTo>
                    <a:pt x="1874" y="151342"/>
                  </a:lnTo>
                  <a:lnTo>
                    <a:pt x="720" y="162957"/>
                  </a:lnTo>
                  <a:lnTo>
                    <a:pt x="42669" y="166737"/>
                  </a:lnTo>
                  <a:lnTo>
                    <a:pt x="135279" y="173780"/>
                  </a:lnTo>
                  <a:lnTo>
                    <a:pt x="228693" y="177636"/>
                  </a:lnTo>
                  <a:lnTo>
                    <a:pt x="273057" y="171857"/>
                  </a:lnTo>
                  <a:lnTo>
                    <a:pt x="275849" y="147497"/>
                  </a:lnTo>
                  <a:lnTo>
                    <a:pt x="273903" y="129455"/>
                  </a:lnTo>
                  <a:lnTo>
                    <a:pt x="273201" y="115308"/>
                  </a:lnTo>
                  <a:lnTo>
                    <a:pt x="279727" y="102634"/>
                  </a:lnTo>
                  <a:lnTo>
                    <a:pt x="279508" y="85342"/>
                  </a:lnTo>
                  <a:lnTo>
                    <a:pt x="266833" y="57613"/>
                  </a:lnTo>
                  <a:lnTo>
                    <a:pt x="248483" y="29607"/>
                  </a:lnTo>
                  <a:lnTo>
                    <a:pt x="231236" y="11485"/>
                  </a:lnTo>
                  <a:lnTo>
                    <a:pt x="212562" y="4014"/>
                  </a:lnTo>
                  <a:lnTo>
                    <a:pt x="188032" y="524"/>
                  </a:lnTo>
                  <a:lnTo>
                    <a:pt x="161584" y="0"/>
                  </a:lnTo>
                  <a:close/>
                </a:path>
              </a:pathLst>
            </a:custGeom>
            <a:solidFill>
              <a:srgbClr val="9C79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 descr=""/>
            <p:cNvSpPr/>
            <p:nvPr/>
          </p:nvSpPr>
          <p:spPr>
            <a:xfrm>
              <a:off x="11214675" y="2005629"/>
              <a:ext cx="300990" cy="135255"/>
            </a:xfrm>
            <a:custGeom>
              <a:avLst/>
              <a:gdLst/>
              <a:ahLst/>
              <a:cxnLst/>
              <a:rect l="l" t="t" r="r" b="b"/>
              <a:pathLst>
                <a:path w="300990" h="135255">
                  <a:moveTo>
                    <a:pt x="171849" y="0"/>
                  </a:moveTo>
                  <a:lnTo>
                    <a:pt x="115618" y="2466"/>
                  </a:lnTo>
                  <a:lnTo>
                    <a:pt x="66978" y="12517"/>
                  </a:lnTo>
                  <a:lnTo>
                    <a:pt x="31829" y="27461"/>
                  </a:lnTo>
                  <a:lnTo>
                    <a:pt x="4312" y="95676"/>
                  </a:lnTo>
                  <a:lnTo>
                    <a:pt x="0" y="122083"/>
                  </a:lnTo>
                  <a:lnTo>
                    <a:pt x="2785" y="132272"/>
                  </a:lnTo>
                  <a:lnTo>
                    <a:pt x="12315" y="134686"/>
                  </a:lnTo>
                  <a:lnTo>
                    <a:pt x="21082" y="124565"/>
                  </a:lnTo>
                  <a:lnTo>
                    <a:pt x="47596" y="111627"/>
                  </a:lnTo>
                  <a:lnTo>
                    <a:pt x="93138" y="99344"/>
                  </a:lnTo>
                  <a:lnTo>
                    <a:pt x="158991" y="91190"/>
                  </a:lnTo>
                  <a:lnTo>
                    <a:pt x="218465" y="88175"/>
                  </a:lnTo>
                  <a:lnTo>
                    <a:pt x="252574" y="91724"/>
                  </a:lnTo>
                  <a:lnTo>
                    <a:pt x="274173" y="105939"/>
                  </a:lnTo>
                  <a:lnTo>
                    <a:pt x="296117" y="134917"/>
                  </a:lnTo>
                  <a:lnTo>
                    <a:pt x="299297" y="121628"/>
                  </a:lnTo>
                  <a:lnTo>
                    <a:pt x="300527" y="98241"/>
                  </a:lnTo>
                  <a:lnTo>
                    <a:pt x="300283" y="74091"/>
                  </a:lnTo>
                  <a:lnTo>
                    <a:pt x="299039" y="58511"/>
                  </a:lnTo>
                  <a:lnTo>
                    <a:pt x="289161" y="45176"/>
                  </a:lnTo>
                  <a:lnTo>
                    <a:pt x="263684" y="26267"/>
                  </a:lnTo>
                  <a:lnTo>
                    <a:pt x="224087" y="8852"/>
                  </a:lnTo>
                  <a:lnTo>
                    <a:pt x="171849" y="0"/>
                  </a:lnTo>
                  <a:close/>
                </a:path>
              </a:pathLst>
            </a:custGeom>
            <a:solidFill>
              <a:srgbClr val="AC8D7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7" name="object 157" descr=""/>
          <p:cNvGrpSpPr/>
          <p:nvPr/>
        </p:nvGrpSpPr>
        <p:grpSpPr>
          <a:xfrm>
            <a:off x="12245761" y="1891417"/>
            <a:ext cx="300990" cy="249554"/>
            <a:chOff x="12245761" y="1891417"/>
            <a:chExt cx="300990" cy="249554"/>
          </a:xfrm>
        </p:grpSpPr>
        <p:sp>
          <p:nvSpPr>
            <p:cNvPr id="158" name="object 158" descr=""/>
            <p:cNvSpPr/>
            <p:nvPr/>
          </p:nvSpPr>
          <p:spPr>
            <a:xfrm>
              <a:off x="12266620" y="1891417"/>
              <a:ext cx="280035" cy="177800"/>
            </a:xfrm>
            <a:custGeom>
              <a:avLst/>
              <a:gdLst/>
              <a:ahLst/>
              <a:cxnLst/>
              <a:rect l="l" t="t" r="r" b="b"/>
              <a:pathLst>
                <a:path w="280034" h="177800">
                  <a:moveTo>
                    <a:pt x="161584" y="0"/>
                  </a:moveTo>
                  <a:lnTo>
                    <a:pt x="85550" y="5128"/>
                  </a:lnTo>
                  <a:lnTo>
                    <a:pt x="44185" y="15862"/>
                  </a:lnTo>
                  <a:lnTo>
                    <a:pt x="18514" y="50931"/>
                  </a:lnTo>
                  <a:lnTo>
                    <a:pt x="720" y="94906"/>
                  </a:lnTo>
                  <a:lnTo>
                    <a:pt x="0" y="109156"/>
                  </a:lnTo>
                  <a:lnTo>
                    <a:pt x="3281" y="117978"/>
                  </a:lnTo>
                  <a:lnTo>
                    <a:pt x="6785" y="124457"/>
                  </a:lnTo>
                  <a:lnTo>
                    <a:pt x="6730" y="131680"/>
                  </a:lnTo>
                  <a:lnTo>
                    <a:pt x="4316" y="138636"/>
                  </a:lnTo>
                  <a:lnTo>
                    <a:pt x="2885" y="144212"/>
                  </a:lnTo>
                  <a:lnTo>
                    <a:pt x="1874" y="151342"/>
                  </a:lnTo>
                  <a:lnTo>
                    <a:pt x="720" y="162957"/>
                  </a:lnTo>
                  <a:lnTo>
                    <a:pt x="42669" y="166737"/>
                  </a:lnTo>
                  <a:lnTo>
                    <a:pt x="135279" y="173780"/>
                  </a:lnTo>
                  <a:lnTo>
                    <a:pt x="228693" y="177636"/>
                  </a:lnTo>
                  <a:lnTo>
                    <a:pt x="273057" y="171857"/>
                  </a:lnTo>
                  <a:lnTo>
                    <a:pt x="275849" y="147497"/>
                  </a:lnTo>
                  <a:lnTo>
                    <a:pt x="273903" y="129455"/>
                  </a:lnTo>
                  <a:lnTo>
                    <a:pt x="273201" y="115308"/>
                  </a:lnTo>
                  <a:lnTo>
                    <a:pt x="279727" y="102634"/>
                  </a:lnTo>
                  <a:lnTo>
                    <a:pt x="279508" y="85342"/>
                  </a:lnTo>
                  <a:lnTo>
                    <a:pt x="266833" y="57613"/>
                  </a:lnTo>
                  <a:lnTo>
                    <a:pt x="248483" y="29607"/>
                  </a:lnTo>
                  <a:lnTo>
                    <a:pt x="231236" y="11485"/>
                  </a:lnTo>
                  <a:lnTo>
                    <a:pt x="212562" y="4014"/>
                  </a:lnTo>
                  <a:lnTo>
                    <a:pt x="188032" y="524"/>
                  </a:lnTo>
                  <a:lnTo>
                    <a:pt x="161584" y="0"/>
                  </a:lnTo>
                  <a:close/>
                </a:path>
              </a:pathLst>
            </a:custGeom>
            <a:solidFill>
              <a:srgbClr val="9C79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12245761" y="2005629"/>
              <a:ext cx="300990" cy="135255"/>
            </a:xfrm>
            <a:custGeom>
              <a:avLst/>
              <a:gdLst/>
              <a:ahLst/>
              <a:cxnLst/>
              <a:rect l="l" t="t" r="r" b="b"/>
              <a:pathLst>
                <a:path w="300990" h="135255">
                  <a:moveTo>
                    <a:pt x="171849" y="0"/>
                  </a:moveTo>
                  <a:lnTo>
                    <a:pt x="115618" y="2466"/>
                  </a:lnTo>
                  <a:lnTo>
                    <a:pt x="66978" y="12517"/>
                  </a:lnTo>
                  <a:lnTo>
                    <a:pt x="31829" y="27461"/>
                  </a:lnTo>
                  <a:lnTo>
                    <a:pt x="4312" y="95676"/>
                  </a:lnTo>
                  <a:lnTo>
                    <a:pt x="0" y="122083"/>
                  </a:lnTo>
                  <a:lnTo>
                    <a:pt x="2785" y="132272"/>
                  </a:lnTo>
                  <a:lnTo>
                    <a:pt x="12315" y="134686"/>
                  </a:lnTo>
                  <a:lnTo>
                    <a:pt x="21082" y="124565"/>
                  </a:lnTo>
                  <a:lnTo>
                    <a:pt x="47598" y="111627"/>
                  </a:lnTo>
                  <a:lnTo>
                    <a:pt x="93143" y="99344"/>
                  </a:lnTo>
                  <a:lnTo>
                    <a:pt x="159001" y="91190"/>
                  </a:lnTo>
                  <a:lnTo>
                    <a:pt x="218470" y="88175"/>
                  </a:lnTo>
                  <a:lnTo>
                    <a:pt x="252576" y="91724"/>
                  </a:lnTo>
                  <a:lnTo>
                    <a:pt x="274173" y="105939"/>
                  </a:lnTo>
                  <a:lnTo>
                    <a:pt x="296117" y="134917"/>
                  </a:lnTo>
                  <a:lnTo>
                    <a:pt x="299297" y="121628"/>
                  </a:lnTo>
                  <a:lnTo>
                    <a:pt x="300527" y="98241"/>
                  </a:lnTo>
                  <a:lnTo>
                    <a:pt x="300283" y="74091"/>
                  </a:lnTo>
                  <a:lnTo>
                    <a:pt x="299039" y="58511"/>
                  </a:lnTo>
                  <a:lnTo>
                    <a:pt x="289161" y="45176"/>
                  </a:lnTo>
                  <a:lnTo>
                    <a:pt x="263684" y="26267"/>
                  </a:lnTo>
                  <a:lnTo>
                    <a:pt x="224087" y="8852"/>
                  </a:lnTo>
                  <a:lnTo>
                    <a:pt x="171849" y="0"/>
                  </a:lnTo>
                  <a:close/>
                </a:path>
              </a:pathLst>
            </a:custGeom>
            <a:solidFill>
              <a:srgbClr val="AC8D7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0" name="object 160" descr=""/>
          <p:cNvGrpSpPr/>
          <p:nvPr/>
        </p:nvGrpSpPr>
        <p:grpSpPr>
          <a:xfrm>
            <a:off x="12756348" y="1882455"/>
            <a:ext cx="266700" cy="285750"/>
            <a:chOff x="12756348" y="1882455"/>
            <a:chExt cx="266700" cy="285750"/>
          </a:xfrm>
        </p:grpSpPr>
        <p:sp>
          <p:nvSpPr>
            <p:cNvPr id="161" name="object 161" descr=""/>
            <p:cNvSpPr/>
            <p:nvPr/>
          </p:nvSpPr>
          <p:spPr>
            <a:xfrm>
              <a:off x="12758812" y="1882455"/>
              <a:ext cx="256540" cy="226060"/>
            </a:xfrm>
            <a:custGeom>
              <a:avLst/>
              <a:gdLst/>
              <a:ahLst/>
              <a:cxnLst/>
              <a:rect l="l" t="t" r="r" b="b"/>
              <a:pathLst>
                <a:path w="256540" h="226060">
                  <a:moveTo>
                    <a:pt x="111142" y="0"/>
                  </a:moveTo>
                  <a:lnTo>
                    <a:pt x="66048" y="4484"/>
                  </a:lnTo>
                  <a:lnTo>
                    <a:pt x="34691" y="27804"/>
                  </a:lnTo>
                  <a:lnTo>
                    <a:pt x="8219" y="77744"/>
                  </a:lnTo>
                  <a:lnTo>
                    <a:pt x="8340" y="93069"/>
                  </a:lnTo>
                  <a:lnTo>
                    <a:pt x="11020" y="110456"/>
                  </a:lnTo>
                  <a:lnTo>
                    <a:pt x="4528" y="136088"/>
                  </a:lnTo>
                  <a:lnTo>
                    <a:pt x="0" y="163394"/>
                  </a:lnTo>
                  <a:lnTo>
                    <a:pt x="8570" y="185799"/>
                  </a:lnTo>
                  <a:lnTo>
                    <a:pt x="91274" y="225736"/>
                  </a:lnTo>
                  <a:lnTo>
                    <a:pt x="170397" y="216621"/>
                  </a:lnTo>
                  <a:lnTo>
                    <a:pt x="229746" y="188857"/>
                  </a:lnTo>
                  <a:lnTo>
                    <a:pt x="253128" y="172846"/>
                  </a:lnTo>
                  <a:lnTo>
                    <a:pt x="253903" y="144431"/>
                  </a:lnTo>
                  <a:lnTo>
                    <a:pt x="253911" y="128814"/>
                  </a:lnTo>
                  <a:lnTo>
                    <a:pt x="252925" y="120465"/>
                  </a:lnTo>
                  <a:lnTo>
                    <a:pt x="250720" y="113853"/>
                  </a:lnTo>
                  <a:lnTo>
                    <a:pt x="250539" y="107454"/>
                  </a:lnTo>
                  <a:lnTo>
                    <a:pt x="253523" y="101651"/>
                  </a:lnTo>
                  <a:lnTo>
                    <a:pt x="256268" y="93776"/>
                  </a:lnTo>
                  <a:lnTo>
                    <a:pt x="255369" y="81163"/>
                  </a:lnTo>
                  <a:lnTo>
                    <a:pt x="238813" y="42524"/>
                  </a:lnTo>
                  <a:lnTo>
                    <a:pt x="215433" y="11919"/>
                  </a:lnTo>
                  <a:lnTo>
                    <a:pt x="132807" y="820"/>
                  </a:lnTo>
                  <a:lnTo>
                    <a:pt x="111142" y="0"/>
                  </a:lnTo>
                  <a:close/>
                </a:path>
              </a:pathLst>
            </a:custGeom>
            <a:solidFill>
              <a:srgbClr val="9C79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2756348" y="2045503"/>
              <a:ext cx="266700" cy="122555"/>
            </a:xfrm>
            <a:custGeom>
              <a:avLst/>
              <a:gdLst/>
              <a:ahLst/>
              <a:cxnLst/>
              <a:rect l="l" t="t" r="r" b="b"/>
              <a:pathLst>
                <a:path w="266700" h="122555">
                  <a:moveTo>
                    <a:pt x="255384" y="0"/>
                  </a:moveTo>
                  <a:lnTo>
                    <a:pt x="197003" y="38265"/>
                  </a:lnTo>
                  <a:lnTo>
                    <a:pt x="141199" y="44783"/>
                  </a:lnTo>
                  <a:lnTo>
                    <a:pt x="80252" y="45341"/>
                  </a:lnTo>
                  <a:lnTo>
                    <a:pt x="45490" y="41197"/>
                  </a:lnTo>
                  <a:lnTo>
                    <a:pt x="23914" y="28454"/>
                  </a:lnTo>
                  <a:lnTo>
                    <a:pt x="2523" y="3214"/>
                  </a:lnTo>
                  <a:lnTo>
                    <a:pt x="171" y="15312"/>
                  </a:lnTo>
                  <a:lnTo>
                    <a:pt x="1148" y="58635"/>
                  </a:lnTo>
                  <a:lnTo>
                    <a:pt x="34659" y="100609"/>
                  </a:lnTo>
                  <a:lnTo>
                    <a:pt x="70053" y="115319"/>
                  </a:lnTo>
                  <a:lnTo>
                    <a:pt x="116488" y="122216"/>
                  </a:lnTo>
                  <a:lnTo>
                    <a:pt x="166266" y="119007"/>
                  </a:lnTo>
                  <a:lnTo>
                    <a:pt x="209178" y="109219"/>
                  </a:lnTo>
                  <a:lnTo>
                    <a:pt x="253688" y="79871"/>
                  </a:lnTo>
                  <a:lnTo>
                    <a:pt x="263180" y="34414"/>
                  </a:lnTo>
                  <a:lnTo>
                    <a:pt x="266520" y="10942"/>
                  </a:lnTo>
                  <a:lnTo>
                    <a:pt x="263869" y="1966"/>
                  </a:lnTo>
                  <a:lnTo>
                    <a:pt x="255384" y="0"/>
                  </a:lnTo>
                  <a:close/>
                </a:path>
              </a:pathLst>
            </a:custGeom>
            <a:solidFill>
              <a:srgbClr val="AC8D7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3" name="object 163" descr=""/>
          <p:cNvGrpSpPr/>
          <p:nvPr/>
        </p:nvGrpSpPr>
        <p:grpSpPr>
          <a:xfrm>
            <a:off x="13207965" y="1899233"/>
            <a:ext cx="289560" cy="249554"/>
            <a:chOff x="13207965" y="1899233"/>
            <a:chExt cx="289560" cy="249554"/>
          </a:xfrm>
        </p:grpSpPr>
        <p:sp>
          <p:nvSpPr>
            <p:cNvPr id="164" name="object 164" descr=""/>
            <p:cNvSpPr/>
            <p:nvPr/>
          </p:nvSpPr>
          <p:spPr>
            <a:xfrm>
              <a:off x="13207965" y="1899233"/>
              <a:ext cx="275590" cy="199390"/>
            </a:xfrm>
            <a:custGeom>
              <a:avLst/>
              <a:gdLst/>
              <a:ahLst/>
              <a:cxnLst/>
              <a:rect l="l" t="t" r="r" b="b"/>
              <a:pathLst>
                <a:path w="275590" h="199389">
                  <a:moveTo>
                    <a:pt x="165720" y="0"/>
                  </a:moveTo>
                  <a:lnTo>
                    <a:pt x="125776" y="891"/>
                  </a:lnTo>
                  <a:lnTo>
                    <a:pt x="86784" y="4122"/>
                  </a:lnTo>
                  <a:lnTo>
                    <a:pt x="25864" y="42545"/>
                  </a:lnTo>
                  <a:lnTo>
                    <a:pt x="0" y="92631"/>
                  </a:lnTo>
                  <a:lnTo>
                    <a:pt x="2073" y="105369"/>
                  </a:lnTo>
                  <a:lnTo>
                    <a:pt x="8866" y="117755"/>
                  </a:lnTo>
                  <a:lnTo>
                    <a:pt x="12228" y="134829"/>
                  </a:lnTo>
                  <a:lnTo>
                    <a:pt x="17403" y="153230"/>
                  </a:lnTo>
                  <a:lnTo>
                    <a:pt x="29632" y="169598"/>
                  </a:lnTo>
                  <a:lnTo>
                    <a:pt x="104065" y="199026"/>
                  </a:lnTo>
                  <a:lnTo>
                    <a:pt x="172250" y="186046"/>
                  </a:lnTo>
                  <a:lnTo>
                    <a:pt x="222056" y="158120"/>
                  </a:lnTo>
                  <a:lnTo>
                    <a:pt x="262139" y="113458"/>
                  </a:lnTo>
                  <a:lnTo>
                    <a:pt x="275164" y="89526"/>
                  </a:lnTo>
                  <a:lnTo>
                    <a:pt x="273415" y="83799"/>
                  </a:lnTo>
                  <a:lnTo>
                    <a:pt x="257034" y="48323"/>
                  </a:lnTo>
                  <a:lnTo>
                    <a:pt x="220231" y="17060"/>
                  </a:lnTo>
                  <a:lnTo>
                    <a:pt x="208646" y="10996"/>
                  </a:lnTo>
                  <a:lnTo>
                    <a:pt x="198297" y="5257"/>
                  </a:lnTo>
                  <a:lnTo>
                    <a:pt x="184684" y="1122"/>
                  </a:lnTo>
                  <a:lnTo>
                    <a:pt x="165720" y="0"/>
                  </a:lnTo>
                  <a:close/>
                </a:path>
              </a:pathLst>
            </a:custGeom>
            <a:solidFill>
              <a:srgbClr val="9C79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3227676" y="1981482"/>
              <a:ext cx="269875" cy="167640"/>
            </a:xfrm>
            <a:custGeom>
              <a:avLst/>
              <a:gdLst/>
              <a:ahLst/>
              <a:cxnLst/>
              <a:rect l="l" t="t" r="r" b="b"/>
              <a:pathLst>
                <a:path w="269875" h="167639">
                  <a:moveTo>
                    <a:pt x="263344" y="0"/>
                  </a:moveTo>
                  <a:lnTo>
                    <a:pt x="253706" y="1552"/>
                  </a:lnTo>
                  <a:lnTo>
                    <a:pt x="244669" y="18894"/>
                  </a:lnTo>
                  <a:lnTo>
                    <a:pt x="218539" y="50023"/>
                  </a:lnTo>
                  <a:lnTo>
                    <a:pt x="177681" y="81076"/>
                  </a:lnTo>
                  <a:lnTo>
                    <a:pt x="124464" y="98188"/>
                  </a:lnTo>
                  <a:lnTo>
                    <a:pt x="71527" y="102568"/>
                  </a:lnTo>
                  <a:lnTo>
                    <a:pt x="41048" y="101188"/>
                  </a:lnTo>
                  <a:lnTo>
                    <a:pt x="21477" y="91491"/>
                  </a:lnTo>
                  <a:lnTo>
                    <a:pt x="1264" y="70922"/>
                  </a:lnTo>
                  <a:lnTo>
                    <a:pt x="0" y="81585"/>
                  </a:lnTo>
                  <a:lnTo>
                    <a:pt x="5913" y="131286"/>
                  </a:lnTo>
                  <a:lnTo>
                    <a:pt x="67196" y="164838"/>
                  </a:lnTo>
                  <a:lnTo>
                    <a:pt x="107941" y="167065"/>
                  </a:lnTo>
                  <a:lnTo>
                    <a:pt x="185754" y="150032"/>
                  </a:lnTo>
                  <a:lnTo>
                    <a:pt x="235467" y="121842"/>
                  </a:lnTo>
                  <a:lnTo>
                    <a:pt x="261851" y="92261"/>
                  </a:lnTo>
                  <a:lnTo>
                    <a:pt x="269675" y="71058"/>
                  </a:lnTo>
                  <a:lnTo>
                    <a:pt x="269831" y="28236"/>
                  </a:lnTo>
                  <a:lnTo>
                    <a:pt x="268220" y="6722"/>
                  </a:lnTo>
                  <a:lnTo>
                    <a:pt x="263344" y="0"/>
                  </a:lnTo>
                  <a:close/>
                </a:path>
              </a:pathLst>
            </a:custGeom>
            <a:solidFill>
              <a:srgbClr val="AC8D7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6" name="object 166" descr=""/>
          <p:cNvGrpSpPr/>
          <p:nvPr/>
        </p:nvGrpSpPr>
        <p:grpSpPr>
          <a:xfrm>
            <a:off x="11214675" y="2247368"/>
            <a:ext cx="300990" cy="249554"/>
            <a:chOff x="11214675" y="2247368"/>
            <a:chExt cx="300990" cy="249554"/>
          </a:xfrm>
        </p:grpSpPr>
        <p:sp>
          <p:nvSpPr>
            <p:cNvPr id="167" name="object 167" descr=""/>
            <p:cNvSpPr/>
            <p:nvPr/>
          </p:nvSpPr>
          <p:spPr>
            <a:xfrm>
              <a:off x="11235531" y="2247368"/>
              <a:ext cx="280035" cy="177800"/>
            </a:xfrm>
            <a:custGeom>
              <a:avLst/>
              <a:gdLst/>
              <a:ahLst/>
              <a:cxnLst/>
              <a:rect l="l" t="t" r="r" b="b"/>
              <a:pathLst>
                <a:path w="280034" h="177800">
                  <a:moveTo>
                    <a:pt x="161584" y="0"/>
                  </a:moveTo>
                  <a:lnTo>
                    <a:pt x="85550" y="5128"/>
                  </a:lnTo>
                  <a:lnTo>
                    <a:pt x="44185" y="15862"/>
                  </a:lnTo>
                  <a:lnTo>
                    <a:pt x="18514" y="50931"/>
                  </a:lnTo>
                  <a:lnTo>
                    <a:pt x="720" y="94906"/>
                  </a:lnTo>
                  <a:lnTo>
                    <a:pt x="0" y="109156"/>
                  </a:lnTo>
                  <a:lnTo>
                    <a:pt x="3281" y="117978"/>
                  </a:lnTo>
                  <a:lnTo>
                    <a:pt x="6785" y="124457"/>
                  </a:lnTo>
                  <a:lnTo>
                    <a:pt x="6730" y="131680"/>
                  </a:lnTo>
                  <a:lnTo>
                    <a:pt x="4316" y="138642"/>
                  </a:lnTo>
                  <a:lnTo>
                    <a:pt x="2885" y="144220"/>
                  </a:lnTo>
                  <a:lnTo>
                    <a:pt x="1874" y="151348"/>
                  </a:lnTo>
                  <a:lnTo>
                    <a:pt x="720" y="162957"/>
                  </a:lnTo>
                  <a:lnTo>
                    <a:pt x="42669" y="166739"/>
                  </a:lnTo>
                  <a:lnTo>
                    <a:pt x="135279" y="173783"/>
                  </a:lnTo>
                  <a:lnTo>
                    <a:pt x="228693" y="177640"/>
                  </a:lnTo>
                  <a:lnTo>
                    <a:pt x="273057" y="171857"/>
                  </a:lnTo>
                  <a:lnTo>
                    <a:pt x="275849" y="147497"/>
                  </a:lnTo>
                  <a:lnTo>
                    <a:pt x="273903" y="129455"/>
                  </a:lnTo>
                  <a:lnTo>
                    <a:pt x="273201" y="115308"/>
                  </a:lnTo>
                  <a:lnTo>
                    <a:pt x="279727" y="102634"/>
                  </a:lnTo>
                  <a:lnTo>
                    <a:pt x="279508" y="85342"/>
                  </a:lnTo>
                  <a:lnTo>
                    <a:pt x="266833" y="57613"/>
                  </a:lnTo>
                  <a:lnTo>
                    <a:pt x="248483" y="29607"/>
                  </a:lnTo>
                  <a:lnTo>
                    <a:pt x="231236" y="11485"/>
                  </a:lnTo>
                  <a:lnTo>
                    <a:pt x="212562" y="4014"/>
                  </a:lnTo>
                  <a:lnTo>
                    <a:pt x="188032" y="524"/>
                  </a:lnTo>
                  <a:lnTo>
                    <a:pt x="161584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1214675" y="2361581"/>
              <a:ext cx="300990" cy="135255"/>
            </a:xfrm>
            <a:custGeom>
              <a:avLst/>
              <a:gdLst/>
              <a:ahLst/>
              <a:cxnLst/>
              <a:rect l="l" t="t" r="r" b="b"/>
              <a:pathLst>
                <a:path w="300990" h="135255">
                  <a:moveTo>
                    <a:pt x="171849" y="0"/>
                  </a:moveTo>
                  <a:lnTo>
                    <a:pt x="115618" y="2466"/>
                  </a:lnTo>
                  <a:lnTo>
                    <a:pt x="66978" y="12517"/>
                  </a:lnTo>
                  <a:lnTo>
                    <a:pt x="31829" y="27461"/>
                  </a:lnTo>
                  <a:lnTo>
                    <a:pt x="4312" y="95676"/>
                  </a:lnTo>
                  <a:lnTo>
                    <a:pt x="0" y="122083"/>
                  </a:lnTo>
                  <a:lnTo>
                    <a:pt x="2785" y="132272"/>
                  </a:lnTo>
                  <a:lnTo>
                    <a:pt x="12315" y="134686"/>
                  </a:lnTo>
                  <a:lnTo>
                    <a:pt x="21082" y="124565"/>
                  </a:lnTo>
                  <a:lnTo>
                    <a:pt x="47596" y="111627"/>
                  </a:lnTo>
                  <a:lnTo>
                    <a:pt x="93138" y="99344"/>
                  </a:lnTo>
                  <a:lnTo>
                    <a:pt x="158991" y="91190"/>
                  </a:lnTo>
                  <a:lnTo>
                    <a:pt x="218465" y="88175"/>
                  </a:lnTo>
                  <a:lnTo>
                    <a:pt x="252574" y="91724"/>
                  </a:lnTo>
                  <a:lnTo>
                    <a:pt x="274173" y="105939"/>
                  </a:lnTo>
                  <a:lnTo>
                    <a:pt x="296117" y="134917"/>
                  </a:lnTo>
                  <a:lnTo>
                    <a:pt x="299297" y="121628"/>
                  </a:lnTo>
                  <a:lnTo>
                    <a:pt x="300527" y="98241"/>
                  </a:lnTo>
                  <a:lnTo>
                    <a:pt x="300283" y="74091"/>
                  </a:lnTo>
                  <a:lnTo>
                    <a:pt x="299039" y="58511"/>
                  </a:lnTo>
                  <a:lnTo>
                    <a:pt x="289161" y="45176"/>
                  </a:lnTo>
                  <a:lnTo>
                    <a:pt x="263684" y="26267"/>
                  </a:lnTo>
                  <a:lnTo>
                    <a:pt x="224087" y="8852"/>
                  </a:lnTo>
                  <a:lnTo>
                    <a:pt x="171849" y="0"/>
                  </a:lnTo>
                  <a:close/>
                </a:path>
              </a:pathLst>
            </a:custGeom>
            <a:solidFill>
              <a:srgbClr val="3A2C2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9" name="object 169" descr=""/>
          <p:cNvGrpSpPr/>
          <p:nvPr/>
        </p:nvGrpSpPr>
        <p:grpSpPr>
          <a:xfrm>
            <a:off x="12245761" y="2247368"/>
            <a:ext cx="300990" cy="249554"/>
            <a:chOff x="12245761" y="2247368"/>
            <a:chExt cx="300990" cy="249554"/>
          </a:xfrm>
        </p:grpSpPr>
        <p:sp>
          <p:nvSpPr>
            <p:cNvPr id="170" name="object 170" descr=""/>
            <p:cNvSpPr/>
            <p:nvPr/>
          </p:nvSpPr>
          <p:spPr>
            <a:xfrm>
              <a:off x="12266620" y="2247368"/>
              <a:ext cx="280035" cy="177800"/>
            </a:xfrm>
            <a:custGeom>
              <a:avLst/>
              <a:gdLst/>
              <a:ahLst/>
              <a:cxnLst/>
              <a:rect l="l" t="t" r="r" b="b"/>
              <a:pathLst>
                <a:path w="280034" h="177800">
                  <a:moveTo>
                    <a:pt x="161584" y="0"/>
                  </a:moveTo>
                  <a:lnTo>
                    <a:pt x="85550" y="5128"/>
                  </a:lnTo>
                  <a:lnTo>
                    <a:pt x="44185" y="15862"/>
                  </a:lnTo>
                  <a:lnTo>
                    <a:pt x="18514" y="50931"/>
                  </a:lnTo>
                  <a:lnTo>
                    <a:pt x="720" y="94906"/>
                  </a:lnTo>
                  <a:lnTo>
                    <a:pt x="0" y="109156"/>
                  </a:lnTo>
                  <a:lnTo>
                    <a:pt x="3281" y="117978"/>
                  </a:lnTo>
                  <a:lnTo>
                    <a:pt x="6785" y="124457"/>
                  </a:lnTo>
                  <a:lnTo>
                    <a:pt x="6730" y="131680"/>
                  </a:lnTo>
                  <a:lnTo>
                    <a:pt x="4316" y="138642"/>
                  </a:lnTo>
                  <a:lnTo>
                    <a:pt x="2885" y="144220"/>
                  </a:lnTo>
                  <a:lnTo>
                    <a:pt x="1874" y="151348"/>
                  </a:lnTo>
                  <a:lnTo>
                    <a:pt x="720" y="162957"/>
                  </a:lnTo>
                  <a:lnTo>
                    <a:pt x="42669" y="166739"/>
                  </a:lnTo>
                  <a:lnTo>
                    <a:pt x="135279" y="173783"/>
                  </a:lnTo>
                  <a:lnTo>
                    <a:pt x="228693" y="177640"/>
                  </a:lnTo>
                  <a:lnTo>
                    <a:pt x="273057" y="171857"/>
                  </a:lnTo>
                  <a:lnTo>
                    <a:pt x="275849" y="147497"/>
                  </a:lnTo>
                  <a:lnTo>
                    <a:pt x="273903" y="129455"/>
                  </a:lnTo>
                  <a:lnTo>
                    <a:pt x="273201" y="115308"/>
                  </a:lnTo>
                  <a:lnTo>
                    <a:pt x="279727" y="102634"/>
                  </a:lnTo>
                  <a:lnTo>
                    <a:pt x="279508" y="85342"/>
                  </a:lnTo>
                  <a:lnTo>
                    <a:pt x="266833" y="57613"/>
                  </a:lnTo>
                  <a:lnTo>
                    <a:pt x="248483" y="29607"/>
                  </a:lnTo>
                  <a:lnTo>
                    <a:pt x="231236" y="11485"/>
                  </a:lnTo>
                  <a:lnTo>
                    <a:pt x="212562" y="4014"/>
                  </a:lnTo>
                  <a:lnTo>
                    <a:pt x="188032" y="524"/>
                  </a:lnTo>
                  <a:lnTo>
                    <a:pt x="161584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1" name="object 171" descr=""/>
            <p:cNvSpPr/>
            <p:nvPr/>
          </p:nvSpPr>
          <p:spPr>
            <a:xfrm>
              <a:off x="12245761" y="2361581"/>
              <a:ext cx="300990" cy="135255"/>
            </a:xfrm>
            <a:custGeom>
              <a:avLst/>
              <a:gdLst/>
              <a:ahLst/>
              <a:cxnLst/>
              <a:rect l="l" t="t" r="r" b="b"/>
              <a:pathLst>
                <a:path w="300990" h="135255">
                  <a:moveTo>
                    <a:pt x="171849" y="0"/>
                  </a:moveTo>
                  <a:lnTo>
                    <a:pt x="115618" y="2466"/>
                  </a:lnTo>
                  <a:lnTo>
                    <a:pt x="66978" y="12517"/>
                  </a:lnTo>
                  <a:lnTo>
                    <a:pt x="31829" y="27461"/>
                  </a:lnTo>
                  <a:lnTo>
                    <a:pt x="4312" y="95676"/>
                  </a:lnTo>
                  <a:lnTo>
                    <a:pt x="0" y="122083"/>
                  </a:lnTo>
                  <a:lnTo>
                    <a:pt x="2785" y="132272"/>
                  </a:lnTo>
                  <a:lnTo>
                    <a:pt x="12315" y="134686"/>
                  </a:lnTo>
                  <a:lnTo>
                    <a:pt x="21082" y="124565"/>
                  </a:lnTo>
                  <a:lnTo>
                    <a:pt x="47598" y="111627"/>
                  </a:lnTo>
                  <a:lnTo>
                    <a:pt x="93143" y="99344"/>
                  </a:lnTo>
                  <a:lnTo>
                    <a:pt x="159001" y="91190"/>
                  </a:lnTo>
                  <a:lnTo>
                    <a:pt x="218470" y="88175"/>
                  </a:lnTo>
                  <a:lnTo>
                    <a:pt x="252576" y="91724"/>
                  </a:lnTo>
                  <a:lnTo>
                    <a:pt x="274173" y="105939"/>
                  </a:lnTo>
                  <a:lnTo>
                    <a:pt x="296117" y="134917"/>
                  </a:lnTo>
                  <a:lnTo>
                    <a:pt x="299297" y="121628"/>
                  </a:lnTo>
                  <a:lnTo>
                    <a:pt x="300527" y="98241"/>
                  </a:lnTo>
                  <a:lnTo>
                    <a:pt x="300283" y="74091"/>
                  </a:lnTo>
                  <a:lnTo>
                    <a:pt x="299039" y="58511"/>
                  </a:lnTo>
                  <a:lnTo>
                    <a:pt x="289161" y="45176"/>
                  </a:lnTo>
                  <a:lnTo>
                    <a:pt x="263684" y="26267"/>
                  </a:lnTo>
                  <a:lnTo>
                    <a:pt x="224087" y="8852"/>
                  </a:lnTo>
                  <a:lnTo>
                    <a:pt x="171849" y="0"/>
                  </a:lnTo>
                  <a:close/>
                </a:path>
              </a:pathLst>
            </a:custGeom>
            <a:solidFill>
              <a:srgbClr val="3A2C2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2" name="object 172" descr=""/>
          <p:cNvGrpSpPr/>
          <p:nvPr/>
        </p:nvGrpSpPr>
        <p:grpSpPr>
          <a:xfrm>
            <a:off x="12756348" y="2238406"/>
            <a:ext cx="266700" cy="285750"/>
            <a:chOff x="12756348" y="2238406"/>
            <a:chExt cx="266700" cy="285750"/>
          </a:xfrm>
        </p:grpSpPr>
        <p:sp>
          <p:nvSpPr>
            <p:cNvPr id="173" name="object 173" descr=""/>
            <p:cNvSpPr/>
            <p:nvPr/>
          </p:nvSpPr>
          <p:spPr>
            <a:xfrm>
              <a:off x="12758812" y="2238406"/>
              <a:ext cx="256540" cy="226060"/>
            </a:xfrm>
            <a:custGeom>
              <a:avLst/>
              <a:gdLst/>
              <a:ahLst/>
              <a:cxnLst/>
              <a:rect l="l" t="t" r="r" b="b"/>
              <a:pathLst>
                <a:path w="256540" h="226060">
                  <a:moveTo>
                    <a:pt x="111142" y="0"/>
                  </a:moveTo>
                  <a:lnTo>
                    <a:pt x="66048" y="4484"/>
                  </a:lnTo>
                  <a:lnTo>
                    <a:pt x="34691" y="27804"/>
                  </a:lnTo>
                  <a:lnTo>
                    <a:pt x="8219" y="77744"/>
                  </a:lnTo>
                  <a:lnTo>
                    <a:pt x="8340" y="93069"/>
                  </a:lnTo>
                  <a:lnTo>
                    <a:pt x="11020" y="110456"/>
                  </a:lnTo>
                  <a:lnTo>
                    <a:pt x="4528" y="136088"/>
                  </a:lnTo>
                  <a:lnTo>
                    <a:pt x="0" y="163394"/>
                  </a:lnTo>
                  <a:lnTo>
                    <a:pt x="8570" y="185799"/>
                  </a:lnTo>
                  <a:lnTo>
                    <a:pt x="91274" y="225736"/>
                  </a:lnTo>
                  <a:lnTo>
                    <a:pt x="170397" y="216621"/>
                  </a:lnTo>
                  <a:lnTo>
                    <a:pt x="229746" y="188857"/>
                  </a:lnTo>
                  <a:lnTo>
                    <a:pt x="253128" y="172846"/>
                  </a:lnTo>
                  <a:lnTo>
                    <a:pt x="253903" y="144431"/>
                  </a:lnTo>
                  <a:lnTo>
                    <a:pt x="253911" y="128814"/>
                  </a:lnTo>
                  <a:lnTo>
                    <a:pt x="252925" y="120465"/>
                  </a:lnTo>
                  <a:lnTo>
                    <a:pt x="250720" y="113853"/>
                  </a:lnTo>
                  <a:lnTo>
                    <a:pt x="250539" y="107454"/>
                  </a:lnTo>
                  <a:lnTo>
                    <a:pt x="253523" y="101651"/>
                  </a:lnTo>
                  <a:lnTo>
                    <a:pt x="256268" y="93776"/>
                  </a:lnTo>
                  <a:lnTo>
                    <a:pt x="255369" y="81163"/>
                  </a:lnTo>
                  <a:lnTo>
                    <a:pt x="238813" y="42524"/>
                  </a:lnTo>
                  <a:lnTo>
                    <a:pt x="215433" y="11919"/>
                  </a:lnTo>
                  <a:lnTo>
                    <a:pt x="132807" y="820"/>
                  </a:lnTo>
                  <a:lnTo>
                    <a:pt x="111142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 descr=""/>
            <p:cNvSpPr/>
            <p:nvPr/>
          </p:nvSpPr>
          <p:spPr>
            <a:xfrm>
              <a:off x="12756348" y="2401454"/>
              <a:ext cx="266700" cy="122555"/>
            </a:xfrm>
            <a:custGeom>
              <a:avLst/>
              <a:gdLst/>
              <a:ahLst/>
              <a:cxnLst/>
              <a:rect l="l" t="t" r="r" b="b"/>
              <a:pathLst>
                <a:path w="266700" h="122555">
                  <a:moveTo>
                    <a:pt x="255384" y="0"/>
                  </a:moveTo>
                  <a:lnTo>
                    <a:pt x="197003" y="38265"/>
                  </a:lnTo>
                  <a:lnTo>
                    <a:pt x="141199" y="44783"/>
                  </a:lnTo>
                  <a:lnTo>
                    <a:pt x="80252" y="45341"/>
                  </a:lnTo>
                  <a:lnTo>
                    <a:pt x="45490" y="41197"/>
                  </a:lnTo>
                  <a:lnTo>
                    <a:pt x="23914" y="28454"/>
                  </a:lnTo>
                  <a:lnTo>
                    <a:pt x="2523" y="3214"/>
                  </a:lnTo>
                  <a:lnTo>
                    <a:pt x="171" y="15312"/>
                  </a:lnTo>
                  <a:lnTo>
                    <a:pt x="1148" y="58635"/>
                  </a:lnTo>
                  <a:lnTo>
                    <a:pt x="34659" y="100609"/>
                  </a:lnTo>
                  <a:lnTo>
                    <a:pt x="70053" y="115319"/>
                  </a:lnTo>
                  <a:lnTo>
                    <a:pt x="116488" y="122216"/>
                  </a:lnTo>
                  <a:lnTo>
                    <a:pt x="166266" y="119007"/>
                  </a:lnTo>
                  <a:lnTo>
                    <a:pt x="209178" y="109219"/>
                  </a:lnTo>
                  <a:lnTo>
                    <a:pt x="253688" y="79871"/>
                  </a:lnTo>
                  <a:lnTo>
                    <a:pt x="263180" y="34414"/>
                  </a:lnTo>
                  <a:lnTo>
                    <a:pt x="266520" y="10942"/>
                  </a:lnTo>
                  <a:lnTo>
                    <a:pt x="263869" y="1966"/>
                  </a:lnTo>
                  <a:lnTo>
                    <a:pt x="255384" y="0"/>
                  </a:lnTo>
                  <a:close/>
                </a:path>
              </a:pathLst>
            </a:custGeom>
            <a:solidFill>
              <a:srgbClr val="3A2C2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5" name="object 175" descr=""/>
          <p:cNvGrpSpPr/>
          <p:nvPr/>
        </p:nvGrpSpPr>
        <p:grpSpPr>
          <a:xfrm>
            <a:off x="13207965" y="2255185"/>
            <a:ext cx="289560" cy="249554"/>
            <a:chOff x="13207965" y="2255185"/>
            <a:chExt cx="289560" cy="249554"/>
          </a:xfrm>
        </p:grpSpPr>
        <p:sp>
          <p:nvSpPr>
            <p:cNvPr id="176" name="object 176" descr=""/>
            <p:cNvSpPr/>
            <p:nvPr/>
          </p:nvSpPr>
          <p:spPr>
            <a:xfrm>
              <a:off x="13207965" y="2255185"/>
              <a:ext cx="275590" cy="199390"/>
            </a:xfrm>
            <a:custGeom>
              <a:avLst/>
              <a:gdLst/>
              <a:ahLst/>
              <a:cxnLst/>
              <a:rect l="l" t="t" r="r" b="b"/>
              <a:pathLst>
                <a:path w="275590" h="199389">
                  <a:moveTo>
                    <a:pt x="165720" y="0"/>
                  </a:moveTo>
                  <a:lnTo>
                    <a:pt x="125776" y="891"/>
                  </a:lnTo>
                  <a:lnTo>
                    <a:pt x="86784" y="4122"/>
                  </a:lnTo>
                  <a:lnTo>
                    <a:pt x="25864" y="42545"/>
                  </a:lnTo>
                  <a:lnTo>
                    <a:pt x="0" y="92631"/>
                  </a:lnTo>
                  <a:lnTo>
                    <a:pt x="2073" y="105369"/>
                  </a:lnTo>
                  <a:lnTo>
                    <a:pt x="8866" y="117755"/>
                  </a:lnTo>
                  <a:lnTo>
                    <a:pt x="12228" y="134829"/>
                  </a:lnTo>
                  <a:lnTo>
                    <a:pt x="17403" y="153230"/>
                  </a:lnTo>
                  <a:lnTo>
                    <a:pt x="29632" y="169598"/>
                  </a:lnTo>
                  <a:lnTo>
                    <a:pt x="104065" y="199026"/>
                  </a:lnTo>
                  <a:lnTo>
                    <a:pt x="172250" y="186046"/>
                  </a:lnTo>
                  <a:lnTo>
                    <a:pt x="222056" y="158120"/>
                  </a:lnTo>
                  <a:lnTo>
                    <a:pt x="262139" y="113458"/>
                  </a:lnTo>
                  <a:lnTo>
                    <a:pt x="275164" y="89526"/>
                  </a:lnTo>
                  <a:lnTo>
                    <a:pt x="273415" y="83799"/>
                  </a:lnTo>
                  <a:lnTo>
                    <a:pt x="257034" y="48323"/>
                  </a:lnTo>
                  <a:lnTo>
                    <a:pt x="220231" y="17060"/>
                  </a:lnTo>
                  <a:lnTo>
                    <a:pt x="208646" y="10996"/>
                  </a:lnTo>
                  <a:lnTo>
                    <a:pt x="198297" y="5257"/>
                  </a:lnTo>
                  <a:lnTo>
                    <a:pt x="184684" y="1122"/>
                  </a:lnTo>
                  <a:lnTo>
                    <a:pt x="165720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3227676" y="2337433"/>
              <a:ext cx="269875" cy="167640"/>
            </a:xfrm>
            <a:custGeom>
              <a:avLst/>
              <a:gdLst/>
              <a:ahLst/>
              <a:cxnLst/>
              <a:rect l="l" t="t" r="r" b="b"/>
              <a:pathLst>
                <a:path w="269875" h="167639">
                  <a:moveTo>
                    <a:pt x="263344" y="0"/>
                  </a:moveTo>
                  <a:lnTo>
                    <a:pt x="253706" y="1552"/>
                  </a:lnTo>
                  <a:lnTo>
                    <a:pt x="244669" y="18894"/>
                  </a:lnTo>
                  <a:lnTo>
                    <a:pt x="218539" y="50023"/>
                  </a:lnTo>
                  <a:lnTo>
                    <a:pt x="177681" y="81076"/>
                  </a:lnTo>
                  <a:lnTo>
                    <a:pt x="124464" y="98188"/>
                  </a:lnTo>
                  <a:lnTo>
                    <a:pt x="71527" y="102562"/>
                  </a:lnTo>
                  <a:lnTo>
                    <a:pt x="41048" y="101180"/>
                  </a:lnTo>
                  <a:lnTo>
                    <a:pt x="21477" y="91485"/>
                  </a:lnTo>
                  <a:lnTo>
                    <a:pt x="1264" y="70922"/>
                  </a:lnTo>
                  <a:lnTo>
                    <a:pt x="0" y="81585"/>
                  </a:lnTo>
                  <a:lnTo>
                    <a:pt x="5913" y="131286"/>
                  </a:lnTo>
                  <a:lnTo>
                    <a:pt x="67196" y="164838"/>
                  </a:lnTo>
                  <a:lnTo>
                    <a:pt x="107941" y="167065"/>
                  </a:lnTo>
                  <a:lnTo>
                    <a:pt x="185754" y="150032"/>
                  </a:lnTo>
                  <a:lnTo>
                    <a:pt x="235467" y="121842"/>
                  </a:lnTo>
                  <a:lnTo>
                    <a:pt x="261851" y="92261"/>
                  </a:lnTo>
                  <a:lnTo>
                    <a:pt x="269675" y="71058"/>
                  </a:lnTo>
                  <a:lnTo>
                    <a:pt x="269831" y="28236"/>
                  </a:lnTo>
                  <a:lnTo>
                    <a:pt x="268220" y="6722"/>
                  </a:lnTo>
                  <a:lnTo>
                    <a:pt x="263344" y="0"/>
                  </a:lnTo>
                  <a:close/>
                </a:path>
              </a:pathLst>
            </a:custGeom>
            <a:solidFill>
              <a:srgbClr val="3A2C2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8" name="object 178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662695" y="3032260"/>
            <a:ext cx="397820" cy="127891"/>
          </a:xfrm>
          <a:prstGeom prst="rect">
            <a:avLst/>
          </a:prstGeom>
        </p:spPr>
      </p:pic>
      <p:pic>
        <p:nvPicPr>
          <p:cNvPr id="179" name="object 179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8652564" y="2593194"/>
            <a:ext cx="314636" cy="127891"/>
          </a:xfrm>
          <a:prstGeom prst="rect">
            <a:avLst/>
          </a:prstGeom>
        </p:spPr>
      </p:pic>
      <p:pic>
        <p:nvPicPr>
          <p:cNvPr id="180" name="object 180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8673153" y="2817296"/>
            <a:ext cx="269135" cy="139953"/>
          </a:xfrm>
          <a:prstGeom prst="rect">
            <a:avLst/>
          </a:prstGeom>
        </p:spPr>
      </p:pic>
      <p:sp>
        <p:nvSpPr>
          <p:cNvPr id="181" name="object 181" descr=""/>
          <p:cNvSpPr/>
          <p:nvPr/>
        </p:nvSpPr>
        <p:spPr>
          <a:xfrm>
            <a:off x="9646476" y="2602782"/>
            <a:ext cx="309880" cy="59055"/>
          </a:xfrm>
          <a:custGeom>
            <a:avLst/>
            <a:gdLst/>
            <a:ahLst/>
            <a:cxnLst/>
            <a:rect l="l" t="t" r="r" b="b"/>
            <a:pathLst>
              <a:path w="309879" h="59055">
                <a:moveTo>
                  <a:pt x="309816" y="8763"/>
                </a:moveTo>
                <a:lnTo>
                  <a:pt x="309029" y="4051"/>
                </a:lnTo>
                <a:lnTo>
                  <a:pt x="294614" y="2298"/>
                </a:lnTo>
                <a:lnTo>
                  <a:pt x="263613" y="177"/>
                </a:lnTo>
                <a:lnTo>
                  <a:pt x="227647" y="0"/>
                </a:lnTo>
                <a:lnTo>
                  <a:pt x="198310" y="4051"/>
                </a:lnTo>
                <a:lnTo>
                  <a:pt x="181381" y="9969"/>
                </a:lnTo>
                <a:lnTo>
                  <a:pt x="174510" y="15963"/>
                </a:lnTo>
                <a:lnTo>
                  <a:pt x="167944" y="11658"/>
                </a:lnTo>
                <a:lnTo>
                  <a:pt x="154863" y="9232"/>
                </a:lnTo>
                <a:lnTo>
                  <a:pt x="142976" y="9486"/>
                </a:lnTo>
                <a:lnTo>
                  <a:pt x="136398" y="10947"/>
                </a:lnTo>
                <a:lnTo>
                  <a:pt x="133324" y="14236"/>
                </a:lnTo>
                <a:lnTo>
                  <a:pt x="130746" y="11976"/>
                </a:lnTo>
                <a:lnTo>
                  <a:pt x="128447" y="9969"/>
                </a:lnTo>
                <a:lnTo>
                  <a:pt x="111506" y="4051"/>
                </a:lnTo>
                <a:lnTo>
                  <a:pt x="82169" y="0"/>
                </a:lnTo>
                <a:lnTo>
                  <a:pt x="46202" y="177"/>
                </a:lnTo>
                <a:lnTo>
                  <a:pt x="15201" y="2298"/>
                </a:lnTo>
                <a:lnTo>
                  <a:pt x="800" y="4051"/>
                </a:lnTo>
                <a:lnTo>
                  <a:pt x="0" y="8763"/>
                </a:lnTo>
                <a:lnTo>
                  <a:pt x="1333" y="18389"/>
                </a:lnTo>
                <a:lnTo>
                  <a:pt x="3632" y="28625"/>
                </a:lnTo>
                <a:lnTo>
                  <a:pt x="5740" y="35166"/>
                </a:lnTo>
                <a:lnTo>
                  <a:pt x="7899" y="39497"/>
                </a:lnTo>
                <a:lnTo>
                  <a:pt x="7531" y="49618"/>
                </a:lnTo>
                <a:lnTo>
                  <a:pt x="12382" y="56502"/>
                </a:lnTo>
                <a:lnTo>
                  <a:pt x="16497" y="58674"/>
                </a:lnTo>
                <a:lnTo>
                  <a:pt x="22110" y="58674"/>
                </a:lnTo>
                <a:lnTo>
                  <a:pt x="22110" y="55410"/>
                </a:lnTo>
                <a:lnTo>
                  <a:pt x="20243" y="43840"/>
                </a:lnTo>
                <a:lnTo>
                  <a:pt x="20764" y="34632"/>
                </a:lnTo>
                <a:lnTo>
                  <a:pt x="25298" y="25488"/>
                </a:lnTo>
                <a:lnTo>
                  <a:pt x="34023" y="18097"/>
                </a:lnTo>
                <a:lnTo>
                  <a:pt x="47167" y="14185"/>
                </a:lnTo>
                <a:lnTo>
                  <a:pt x="67741" y="11976"/>
                </a:lnTo>
                <a:lnTo>
                  <a:pt x="93091" y="12649"/>
                </a:lnTo>
                <a:lnTo>
                  <a:pt x="114922" y="22225"/>
                </a:lnTo>
                <a:lnTo>
                  <a:pt x="124968" y="46736"/>
                </a:lnTo>
                <a:lnTo>
                  <a:pt x="129311" y="51206"/>
                </a:lnTo>
                <a:lnTo>
                  <a:pt x="132308" y="50482"/>
                </a:lnTo>
                <a:lnTo>
                  <a:pt x="136893" y="28841"/>
                </a:lnTo>
                <a:lnTo>
                  <a:pt x="136880" y="28613"/>
                </a:lnTo>
                <a:lnTo>
                  <a:pt x="144335" y="23761"/>
                </a:lnTo>
                <a:lnTo>
                  <a:pt x="153339" y="21043"/>
                </a:lnTo>
                <a:lnTo>
                  <a:pt x="163144" y="23761"/>
                </a:lnTo>
                <a:lnTo>
                  <a:pt x="172974" y="29121"/>
                </a:lnTo>
                <a:lnTo>
                  <a:pt x="177507" y="50482"/>
                </a:lnTo>
                <a:lnTo>
                  <a:pt x="180505" y="51206"/>
                </a:lnTo>
                <a:lnTo>
                  <a:pt x="184848" y="46736"/>
                </a:lnTo>
                <a:lnTo>
                  <a:pt x="194894" y="22225"/>
                </a:lnTo>
                <a:lnTo>
                  <a:pt x="216738" y="12649"/>
                </a:lnTo>
                <a:lnTo>
                  <a:pt x="262648" y="14185"/>
                </a:lnTo>
                <a:lnTo>
                  <a:pt x="289585" y="43840"/>
                </a:lnTo>
                <a:lnTo>
                  <a:pt x="287705" y="55410"/>
                </a:lnTo>
                <a:lnTo>
                  <a:pt x="287705" y="58674"/>
                </a:lnTo>
                <a:lnTo>
                  <a:pt x="293319" y="58674"/>
                </a:lnTo>
                <a:lnTo>
                  <a:pt x="297434" y="56502"/>
                </a:lnTo>
                <a:lnTo>
                  <a:pt x="302285" y="49618"/>
                </a:lnTo>
                <a:lnTo>
                  <a:pt x="301917" y="39497"/>
                </a:lnTo>
                <a:lnTo>
                  <a:pt x="304076" y="35166"/>
                </a:lnTo>
                <a:lnTo>
                  <a:pt x="306184" y="28625"/>
                </a:lnTo>
                <a:lnTo>
                  <a:pt x="308483" y="18389"/>
                </a:lnTo>
                <a:lnTo>
                  <a:pt x="309372" y="11976"/>
                </a:lnTo>
                <a:lnTo>
                  <a:pt x="309816" y="8763"/>
                </a:lnTo>
                <a:close/>
              </a:path>
            </a:pathLst>
          </a:custGeom>
          <a:solidFill>
            <a:srgbClr val="CE57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9680905" y="2833172"/>
            <a:ext cx="293370" cy="75565"/>
          </a:xfrm>
          <a:custGeom>
            <a:avLst/>
            <a:gdLst/>
            <a:ahLst/>
            <a:cxnLst/>
            <a:rect l="l" t="t" r="r" b="b"/>
            <a:pathLst>
              <a:path w="293370" h="75564">
                <a:moveTo>
                  <a:pt x="293204" y="70192"/>
                </a:moveTo>
                <a:lnTo>
                  <a:pt x="275805" y="30454"/>
                </a:lnTo>
                <a:lnTo>
                  <a:pt x="221970" y="16967"/>
                </a:lnTo>
                <a:lnTo>
                  <a:pt x="157772" y="19329"/>
                </a:lnTo>
                <a:lnTo>
                  <a:pt x="41109" y="24777"/>
                </a:lnTo>
                <a:lnTo>
                  <a:pt x="41554" y="18389"/>
                </a:lnTo>
                <a:lnTo>
                  <a:pt x="41783" y="13233"/>
                </a:lnTo>
                <a:lnTo>
                  <a:pt x="41973" y="8763"/>
                </a:lnTo>
                <a:lnTo>
                  <a:pt x="41719" y="4064"/>
                </a:lnTo>
                <a:lnTo>
                  <a:pt x="37312" y="2298"/>
                </a:lnTo>
                <a:lnTo>
                  <a:pt x="27813" y="190"/>
                </a:lnTo>
                <a:lnTo>
                  <a:pt x="16776" y="0"/>
                </a:lnTo>
                <a:lnTo>
                  <a:pt x="7785" y="4064"/>
                </a:lnTo>
                <a:lnTo>
                  <a:pt x="2590" y="9982"/>
                </a:lnTo>
                <a:lnTo>
                  <a:pt x="190" y="16789"/>
                </a:lnTo>
                <a:lnTo>
                  <a:pt x="0" y="28841"/>
                </a:lnTo>
                <a:lnTo>
                  <a:pt x="1409" y="50482"/>
                </a:lnTo>
                <a:lnTo>
                  <a:pt x="2324" y="51206"/>
                </a:lnTo>
                <a:lnTo>
                  <a:pt x="3657" y="46736"/>
                </a:lnTo>
                <a:lnTo>
                  <a:pt x="5727" y="25996"/>
                </a:lnTo>
                <a:lnTo>
                  <a:pt x="10109" y="16002"/>
                </a:lnTo>
                <a:lnTo>
                  <a:pt x="15557" y="13233"/>
                </a:lnTo>
                <a:lnTo>
                  <a:pt x="20802" y="14185"/>
                </a:lnTo>
                <a:lnTo>
                  <a:pt x="24828" y="18110"/>
                </a:lnTo>
                <a:lnTo>
                  <a:pt x="27508" y="25488"/>
                </a:lnTo>
                <a:lnTo>
                  <a:pt x="28892" y="34632"/>
                </a:lnTo>
                <a:lnTo>
                  <a:pt x="29057" y="43853"/>
                </a:lnTo>
                <a:lnTo>
                  <a:pt x="28486" y="55422"/>
                </a:lnTo>
                <a:lnTo>
                  <a:pt x="28486" y="58674"/>
                </a:lnTo>
                <a:lnTo>
                  <a:pt x="30200" y="58674"/>
                </a:lnTo>
                <a:lnTo>
                  <a:pt x="38176" y="56502"/>
                </a:lnTo>
                <a:lnTo>
                  <a:pt x="39662" y="49631"/>
                </a:lnTo>
                <a:lnTo>
                  <a:pt x="39547" y="39509"/>
                </a:lnTo>
                <a:lnTo>
                  <a:pt x="39624" y="38938"/>
                </a:lnTo>
                <a:lnTo>
                  <a:pt x="130149" y="36474"/>
                </a:lnTo>
                <a:lnTo>
                  <a:pt x="203212" y="35013"/>
                </a:lnTo>
                <a:lnTo>
                  <a:pt x="248920" y="35166"/>
                </a:lnTo>
                <a:lnTo>
                  <a:pt x="264337" y="40627"/>
                </a:lnTo>
                <a:lnTo>
                  <a:pt x="270865" y="51473"/>
                </a:lnTo>
                <a:lnTo>
                  <a:pt x="272313" y="63423"/>
                </a:lnTo>
                <a:lnTo>
                  <a:pt x="272554" y="72263"/>
                </a:lnTo>
                <a:lnTo>
                  <a:pt x="275856" y="75438"/>
                </a:lnTo>
                <a:lnTo>
                  <a:pt x="282181" y="74714"/>
                </a:lnTo>
                <a:lnTo>
                  <a:pt x="288861" y="72250"/>
                </a:lnTo>
                <a:lnTo>
                  <a:pt x="293204" y="70192"/>
                </a:lnTo>
                <a:close/>
              </a:path>
            </a:pathLst>
          </a:custGeom>
          <a:solidFill>
            <a:srgbClr val="CE57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 descr=""/>
          <p:cNvSpPr/>
          <p:nvPr/>
        </p:nvSpPr>
        <p:spPr>
          <a:xfrm>
            <a:off x="9666694" y="3067093"/>
            <a:ext cx="363220" cy="59055"/>
          </a:xfrm>
          <a:custGeom>
            <a:avLst/>
            <a:gdLst/>
            <a:ahLst/>
            <a:cxnLst/>
            <a:rect l="l" t="t" r="r" b="b"/>
            <a:pathLst>
              <a:path w="363220" h="59055">
                <a:moveTo>
                  <a:pt x="363080" y="39217"/>
                </a:moveTo>
                <a:lnTo>
                  <a:pt x="360273" y="25717"/>
                </a:lnTo>
                <a:lnTo>
                  <a:pt x="354330" y="11912"/>
                </a:lnTo>
                <a:lnTo>
                  <a:pt x="345147" y="4229"/>
                </a:lnTo>
                <a:lnTo>
                  <a:pt x="336042" y="2692"/>
                </a:lnTo>
                <a:lnTo>
                  <a:pt x="326313" y="4381"/>
                </a:lnTo>
                <a:lnTo>
                  <a:pt x="309943" y="11290"/>
                </a:lnTo>
                <a:lnTo>
                  <a:pt x="287388" y="22250"/>
                </a:lnTo>
                <a:lnTo>
                  <a:pt x="288264" y="18376"/>
                </a:lnTo>
                <a:lnTo>
                  <a:pt x="289153" y="11976"/>
                </a:lnTo>
                <a:lnTo>
                  <a:pt x="289598" y="8750"/>
                </a:lnTo>
                <a:lnTo>
                  <a:pt x="288810" y="4051"/>
                </a:lnTo>
                <a:lnTo>
                  <a:pt x="274396" y="2286"/>
                </a:lnTo>
                <a:lnTo>
                  <a:pt x="243395" y="177"/>
                </a:lnTo>
                <a:lnTo>
                  <a:pt x="207429" y="0"/>
                </a:lnTo>
                <a:lnTo>
                  <a:pt x="178092" y="4051"/>
                </a:lnTo>
                <a:lnTo>
                  <a:pt x="161163" y="9969"/>
                </a:lnTo>
                <a:lnTo>
                  <a:pt x="155092" y="15252"/>
                </a:lnTo>
                <a:lnTo>
                  <a:pt x="149618" y="11658"/>
                </a:lnTo>
                <a:lnTo>
                  <a:pt x="136525" y="9220"/>
                </a:lnTo>
                <a:lnTo>
                  <a:pt x="124650" y="9474"/>
                </a:lnTo>
                <a:lnTo>
                  <a:pt x="118059" y="10947"/>
                </a:lnTo>
                <a:lnTo>
                  <a:pt x="117106" y="11976"/>
                </a:lnTo>
                <a:lnTo>
                  <a:pt x="115049" y="9969"/>
                </a:lnTo>
                <a:lnTo>
                  <a:pt x="99885" y="4051"/>
                </a:lnTo>
                <a:lnTo>
                  <a:pt x="73609" y="0"/>
                </a:lnTo>
                <a:lnTo>
                  <a:pt x="41389" y="177"/>
                </a:lnTo>
                <a:lnTo>
                  <a:pt x="13614" y="2286"/>
                </a:lnTo>
                <a:lnTo>
                  <a:pt x="711" y="4051"/>
                </a:lnTo>
                <a:lnTo>
                  <a:pt x="0" y="8750"/>
                </a:lnTo>
                <a:lnTo>
                  <a:pt x="1193" y="18376"/>
                </a:lnTo>
                <a:lnTo>
                  <a:pt x="3263" y="28613"/>
                </a:lnTo>
                <a:lnTo>
                  <a:pt x="5143" y="35153"/>
                </a:lnTo>
                <a:lnTo>
                  <a:pt x="7086" y="39497"/>
                </a:lnTo>
                <a:lnTo>
                  <a:pt x="6743" y="49618"/>
                </a:lnTo>
                <a:lnTo>
                  <a:pt x="11099" y="56502"/>
                </a:lnTo>
                <a:lnTo>
                  <a:pt x="14782" y="58661"/>
                </a:lnTo>
                <a:lnTo>
                  <a:pt x="19812" y="58661"/>
                </a:lnTo>
                <a:lnTo>
                  <a:pt x="19812" y="55410"/>
                </a:lnTo>
                <a:lnTo>
                  <a:pt x="18135" y="43840"/>
                </a:lnTo>
                <a:lnTo>
                  <a:pt x="18605" y="34620"/>
                </a:lnTo>
                <a:lnTo>
                  <a:pt x="22656" y="25476"/>
                </a:lnTo>
                <a:lnTo>
                  <a:pt x="30480" y="18097"/>
                </a:lnTo>
                <a:lnTo>
                  <a:pt x="42265" y="14173"/>
                </a:lnTo>
                <a:lnTo>
                  <a:pt x="60680" y="11976"/>
                </a:lnTo>
                <a:lnTo>
                  <a:pt x="83375" y="12649"/>
                </a:lnTo>
                <a:lnTo>
                  <a:pt x="102933" y="22212"/>
                </a:lnTo>
                <a:lnTo>
                  <a:pt x="111937" y="46723"/>
                </a:lnTo>
                <a:lnTo>
                  <a:pt x="115836" y="51193"/>
                </a:lnTo>
                <a:lnTo>
                  <a:pt x="118516" y="50482"/>
                </a:lnTo>
                <a:lnTo>
                  <a:pt x="122618" y="28829"/>
                </a:lnTo>
                <a:lnTo>
                  <a:pt x="122478" y="26047"/>
                </a:lnTo>
                <a:lnTo>
                  <a:pt x="126009" y="23749"/>
                </a:lnTo>
                <a:lnTo>
                  <a:pt x="135001" y="21043"/>
                </a:lnTo>
                <a:lnTo>
                  <a:pt x="144818" y="23749"/>
                </a:lnTo>
                <a:lnTo>
                  <a:pt x="152742" y="28067"/>
                </a:lnTo>
                <a:lnTo>
                  <a:pt x="152704" y="28829"/>
                </a:lnTo>
                <a:lnTo>
                  <a:pt x="157289" y="50482"/>
                </a:lnTo>
                <a:lnTo>
                  <a:pt x="160286" y="51193"/>
                </a:lnTo>
                <a:lnTo>
                  <a:pt x="164630" y="46723"/>
                </a:lnTo>
                <a:lnTo>
                  <a:pt x="174675" y="22212"/>
                </a:lnTo>
                <a:lnTo>
                  <a:pt x="196519" y="12649"/>
                </a:lnTo>
                <a:lnTo>
                  <a:pt x="242430" y="14173"/>
                </a:lnTo>
                <a:lnTo>
                  <a:pt x="269367" y="43840"/>
                </a:lnTo>
                <a:lnTo>
                  <a:pt x="267487" y="55410"/>
                </a:lnTo>
                <a:lnTo>
                  <a:pt x="267487" y="58661"/>
                </a:lnTo>
                <a:lnTo>
                  <a:pt x="273100" y="58661"/>
                </a:lnTo>
                <a:lnTo>
                  <a:pt x="277215" y="56502"/>
                </a:lnTo>
                <a:lnTo>
                  <a:pt x="282067" y="49618"/>
                </a:lnTo>
                <a:lnTo>
                  <a:pt x="281838" y="43472"/>
                </a:lnTo>
                <a:lnTo>
                  <a:pt x="310603" y="31369"/>
                </a:lnTo>
                <a:lnTo>
                  <a:pt x="332295" y="22783"/>
                </a:lnTo>
                <a:lnTo>
                  <a:pt x="344817" y="18884"/>
                </a:lnTo>
                <a:lnTo>
                  <a:pt x="348005" y="22580"/>
                </a:lnTo>
                <a:lnTo>
                  <a:pt x="349123" y="31102"/>
                </a:lnTo>
                <a:lnTo>
                  <a:pt x="349123" y="40601"/>
                </a:lnTo>
                <a:lnTo>
                  <a:pt x="348907" y="47205"/>
                </a:lnTo>
                <a:lnTo>
                  <a:pt x="348907" y="52387"/>
                </a:lnTo>
                <a:lnTo>
                  <a:pt x="360489" y="47815"/>
                </a:lnTo>
                <a:lnTo>
                  <a:pt x="362826" y="46037"/>
                </a:lnTo>
                <a:lnTo>
                  <a:pt x="363080" y="39217"/>
                </a:lnTo>
                <a:close/>
              </a:path>
            </a:pathLst>
          </a:custGeom>
          <a:solidFill>
            <a:srgbClr val="CE574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4" name="object 184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0166292" y="2777948"/>
            <a:ext cx="279908" cy="147913"/>
          </a:xfrm>
          <a:prstGeom prst="rect">
            <a:avLst/>
          </a:prstGeom>
        </p:spPr>
      </p:pic>
      <p:pic>
        <p:nvPicPr>
          <p:cNvPr id="185" name="object 185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149137" y="2552831"/>
            <a:ext cx="316394" cy="138852"/>
          </a:xfrm>
          <a:prstGeom prst="rect">
            <a:avLst/>
          </a:prstGeom>
        </p:spPr>
      </p:pic>
      <p:pic>
        <p:nvPicPr>
          <p:cNvPr id="186" name="object 186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10154040" y="3011992"/>
            <a:ext cx="372022" cy="138851"/>
          </a:xfrm>
          <a:prstGeom prst="rect">
            <a:avLst/>
          </a:prstGeom>
        </p:spPr>
      </p:pic>
      <p:pic>
        <p:nvPicPr>
          <p:cNvPr id="187" name="object 187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0615121" y="2560729"/>
            <a:ext cx="317620" cy="124655"/>
          </a:xfrm>
          <a:prstGeom prst="rect">
            <a:avLst/>
          </a:prstGeom>
        </p:spPr>
      </p:pic>
      <p:sp>
        <p:nvSpPr>
          <p:cNvPr id="188" name="object 188" descr=""/>
          <p:cNvSpPr/>
          <p:nvPr/>
        </p:nvSpPr>
        <p:spPr>
          <a:xfrm>
            <a:off x="10633430" y="2770790"/>
            <a:ext cx="305435" cy="149860"/>
          </a:xfrm>
          <a:custGeom>
            <a:avLst/>
            <a:gdLst/>
            <a:ahLst/>
            <a:cxnLst/>
            <a:rect l="l" t="t" r="r" b="b"/>
            <a:pathLst>
              <a:path w="305434" h="149860">
                <a:moveTo>
                  <a:pt x="305257" y="101320"/>
                </a:moveTo>
                <a:lnTo>
                  <a:pt x="288150" y="62280"/>
                </a:lnTo>
                <a:lnTo>
                  <a:pt x="235267" y="49034"/>
                </a:lnTo>
                <a:lnTo>
                  <a:pt x="172199" y="51358"/>
                </a:lnTo>
                <a:lnTo>
                  <a:pt x="59232" y="56642"/>
                </a:lnTo>
                <a:lnTo>
                  <a:pt x="59905" y="40424"/>
                </a:lnTo>
                <a:lnTo>
                  <a:pt x="52806" y="1549"/>
                </a:lnTo>
                <a:lnTo>
                  <a:pt x="47167" y="508"/>
                </a:lnTo>
                <a:lnTo>
                  <a:pt x="47167" y="58864"/>
                </a:lnTo>
                <a:lnTo>
                  <a:pt x="46520" y="72377"/>
                </a:lnTo>
                <a:lnTo>
                  <a:pt x="37363" y="127076"/>
                </a:lnTo>
                <a:lnTo>
                  <a:pt x="25209" y="142913"/>
                </a:lnTo>
                <a:lnTo>
                  <a:pt x="20853" y="140157"/>
                </a:lnTo>
                <a:lnTo>
                  <a:pt x="5080" y="93014"/>
                </a:lnTo>
                <a:lnTo>
                  <a:pt x="3111" y="68973"/>
                </a:lnTo>
                <a:lnTo>
                  <a:pt x="3200" y="58369"/>
                </a:lnTo>
                <a:lnTo>
                  <a:pt x="3416" y="56921"/>
                </a:lnTo>
                <a:lnTo>
                  <a:pt x="3441" y="56045"/>
                </a:lnTo>
                <a:lnTo>
                  <a:pt x="24333" y="23837"/>
                </a:lnTo>
                <a:lnTo>
                  <a:pt x="31610" y="17881"/>
                </a:lnTo>
                <a:lnTo>
                  <a:pt x="33401" y="18542"/>
                </a:lnTo>
                <a:lnTo>
                  <a:pt x="47167" y="58864"/>
                </a:lnTo>
                <a:lnTo>
                  <a:pt x="47167" y="508"/>
                </a:lnTo>
                <a:lnTo>
                  <a:pt x="10668" y="28892"/>
                </a:lnTo>
                <a:lnTo>
                  <a:pt x="0" y="71882"/>
                </a:lnTo>
                <a:lnTo>
                  <a:pt x="114" y="76327"/>
                </a:lnTo>
                <a:lnTo>
                  <a:pt x="9918" y="127876"/>
                </a:lnTo>
                <a:lnTo>
                  <a:pt x="29146" y="149809"/>
                </a:lnTo>
                <a:lnTo>
                  <a:pt x="34366" y="149809"/>
                </a:lnTo>
                <a:lnTo>
                  <a:pt x="43002" y="145034"/>
                </a:lnTo>
                <a:lnTo>
                  <a:pt x="43840" y="142913"/>
                </a:lnTo>
                <a:lnTo>
                  <a:pt x="46672" y="135763"/>
                </a:lnTo>
                <a:lnTo>
                  <a:pt x="53124" y="112153"/>
                </a:lnTo>
                <a:lnTo>
                  <a:pt x="57086" y="84670"/>
                </a:lnTo>
                <a:lnTo>
                  <a:pt x="58204" y="70573"/>
                </a:lnTo>
                <a:lnTo>
                  <a:pt x="145072" y="68199"/>
                </a:lnTo>
                <a:lnTo>
                  <a:pt x="216839" y="66776"/>
                </a:lnTo>
                <a:lnTo>
                  <a:pt x="261747" y="66916"/>
                </a:lnTo>
                <a:lnTo>
                  <a:pt x="276898" y="72275"/>
                </a:lnTo>
                <a:lnTo>
                  <a:pt x="283298" y="82931"/>
                </a:lnTo>
                <a:lnTo>
                  <a:pt x="284734" y="94678"/>
                </a:lnTo>
                <a:lnTo>
                  <a:pt x="284949" y="103352"/>
                </a:lnTo>
                <a:lnTo>
                  <a:pt x="288201" y="106476"/>
                </a:lnTo>
                <a:lnTo>
                  <a:pt x="294424" y="105765"/>
                </a:lnTo>
                <a:lnTo>
                  <a:pt x="300990" y="103339"/>
                </a:lnTo>
                <a:lnTo>
                  <a:pt x="305257" y="101320"/>
                </a:lnTo>
                <a:close/>
              </a:path>
            </a:pathLst>
          </a:custGeom>
          <a:solidFill>
            <a:srgbClr val="490F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9" name="object 189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0641185" y="3016949"/>
            <a:ext cx="342007" cy="112161"/>
          </a:xfrm>
          <a:prstGeom prst="rect">
            <a:avLst/>
          </a:prstGeom>
        </p:spPr>
      </p:pic>
      <p:grpSp>
        <p:nvGrpSpPr>
          <p:cNvPr id="190" name="object 190" descr=""/>
          <p:cNvGrpSpPr/>
          <p:nvPr/>
        </p:nvGrpSpPr>
        <p:grpSpPr>
          <a:xfrm>
            <a:off x="11253406" y="2894292"/>
            <a:ext cx="426720" cy="277495"/>
            <a:chOff x="11253406" y="2894292"/>
            <a:chExt cx="426720" cy="277495"/>
          </a:xfrm>
        </p:grpSpPr>
        <p:sp>
          <p:nvSpPr>
            <p:cNvPr id="191" name="object 191" descr=""/>
            <p:cNvSpPr/>
            <p:nvPr/>
          </p:nvSpPr>
          <p:spPr>
            <a:xfrm>
              <a:off x="11253406" y="2938628"/>
              <a:ext cx="426720" cy="233045"/>
            </a:xfrm>
            <a:custGeom>
              <a:avLst/>
              <a:gdLst/>
              <a:ahLst/>
              <a:cxnLst/>
              <a:rect l="l" t="t" r="r" b="b"/>
              <a:pathLst>
                <a:path w="426720" h="233044">
                  <a:moveTo>
                    <a:pt x="217672" y="0"/>
                  </a:moveTo>
                  <a:lnTo>
                    <a:pt x="147795" y="4116"/>
                  </a:lnTo>
                  <a:lnTo>
                    <a:pt x="99292" y="15669"/>
                  </a:lnTo>
                  <a:lnTo>
                    <a:pt x="44354" y="56314"/>
                  </a:lnTo>
                  <a:lnTo>
                    <a:pt x="8757" y="112394"/>
                  </a:lnTo>
                  <a:lnTo>
                    <a:pt x="0" y="142117"/>
                  </a:lnTo>
                  <a:lnTo>
                    <a:pt x="10693" y="170799"/>
                  </a:lnTo>
                  <a:lnTo>
                    <a:pt x="36887" y="196331"/>
                  </a:lnTo>
                  <a:lnTo>
                    <a:pt x="74632" y="216604"/>
                  </a:lnTo>
                  <a:lnTo>
                    <a:pt x="119978" y="229510"/>
                  </a:lnTo>
                  <a:lnTo>
                    <a:pt x="168974" y="232941"/>
                  </a:lnTo>
                  <a:lnTo>
                    <a:pt x="217672" y="224788"/>
                  </a:lnTo>
                  <a:lnTo>
                    <a:pt x="284527" y="206768"/>
                  </a:lnTo>
                  <a:lnTo>
                    <a:pt x="337601" y="195214"/>
                  </a:lnTo>
                  <a:lnTo>
                    <a:pt x="377620" y="185063"/>
                  </a:lnTo>
                  <a:lnTo>
                    <a:pt x="405307" y="171252"/>
                  </a:lnTo>
                  <a:lnTo>
                    <a:pt x="421388" y="148717"/>
                  </a:lnTo>
                  <a:lnTo>
                    <a:pt x="426587" y="112394"/>
                  </a:lnTo>
                  <a:lnTo>
                    <a:pt x="419124" y="82516"/>
                  </a:lnTo>
                  <a:lnTo>
                    <a:pt x="398063" y="55667"/>
                  </a:lnTo>
                  <a:lnTo>
                    <a:pt x="365396" y="32920"/>
                  </a:lnTo>
                  <a:lnTo>
                    <a:pt x="323114" y="15345"/>
                  </a:lnTo>
                  <a:lnTo>
                    <a:pt x="273209" y="4015"/>
                  </a:lnTo>
                  <a:lnTo>
                    <a:pt x="217672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11360886" y="2894292"/>
              <a:ext cx="205302" cy="71462"/>
            </a:xfrm>
            <a:prstGeom prst="rect">
              <a:avLst/>
            </a:prstGeom>
          </p:spPr>
        </p:pic>
        <p:sp>
          <p:nvSpPr>
            <p:cNvPr id="193" name="object 193" descr=""/>
            <p:cNvSpPr/>
            <p:nvPr/>
          </p:nvSpPr>
          <p:spPr>
            <a:xfrm>
              <a:off x="11264385" y="2937643"/>
              <a:ext cx="414655" cy="123825"/>
            </a:xfrm>
            <a:custGeom>
              <a:avLst/>
              <a:gdLst/>
              <a:ahLst/>
              <a:cxnLst/>
              <a:rect l="l" t="t" r="r" b="b"/>
              <a:pathLst>
                <a:path w="414654" h="123825">
                  <a:moveTo>
                    <a:pt x="160161" y="0"/>
                  </a:moveTo>
                  <a:lnTo>
                    <a:pt x="105599" y="7698"/>
                  </a:lnTo>
                  <a:lnTo>
                    <a:pt x="65796" y="23415"/>
                  </a:lnTo>
                  <a:lnTo>
                    <a:pt x="16491" y="75436"/>
                  </a:lnTo>
                  <a:lnTo>
                    <a:pt x="0" y="110009"/>
                  </a:lnTo>
                  <a:lnTo>
                    <a:pt x="9528" y="120116"/>
                  </a:lnTo>
                  <a:lnTo>
                    <a:pt x="19602" y="123485"/>
                  </a:lnTo>
                  <a:lnTo>
                    <a:pt x="36433" y="120116"/>
                  </a:lnTo>
                  <a:lnTo>
                    <a:pt x="66228" y="110009"/>
                  </a:lnTo>
                  <a:lnTo>
                    <a:pt x="100703" y="100661"/>
                  </a:lnTo>
                  <a:lnTo>
                    <a:pt x="141458" y="94677"/>
                  </a:lnTo>
                  <a:lnTo>
                    <a:pt x="187659" y="92384"/>
                  </a:lnTo>
                  <a:lnTo>
                    <a:pt x="238470" y="94105"/>
                  </a:lnTo>
                  <a:lnTo>
                    <a:pt x="293057" y="100169"/>
                  </a:lnTo>
                  <a:lnTo>
                    <a:pt x="350586" y="110899"/>
                  </a:lnTo>
                  <a:lnTo>
                    <a:pt x="368360" y="110932"/>
                  </a:lnTo>
                  <a:lnTo>
                    <a:pt x="389321" y="106943"/>
                  </a:lnTo>
                  <a:lnTo>
                    <a:pt x="406794" y="102173"/>
                  </a:lnTo>
                  <a:lnTo>
                    <a:pt x="414102" y="99862"/>
                  </a:lnTo>
                  <a:lnTo>
                    <a:pt x="403863" y="49547"/>
                  </a:lnTo>
                  <a:lnTo>
                    <a:pt x="381582" y="22496"/>
                  </a:lnTo>
                  <a:lnTo>
                    <a:pt x="330280" y="9459"/>
                  </a:lnTo>
                  <a:lnTo>
                    <a:pt x="232977" y="1185"/>
                  </a:lnTo>
                  <a:lnTo>
                    <a:pt x="160161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4" name="object 194" descr=""/>
          <p:cNvGrpSpPr/>
          <p:nvPr/>
        </p:nvGrpSpPr>
        <p:grpSpPr>
          <a:xfrm>
            <a:off x="12196750" y="2894292"/>
            <a:ext cx="419734" cy="288290"/>
            <a:chOff x="12196750" y="2894292"/>
            <a:chExt cx="419734" cy="288290"/>
          </a:xfrm>
        </p:grpSpPr>
        <p:sp>
          <p:nvSpPr>
            <p:cNvPr id="195" name="object 195" descr=""/>
            <p:cNvSpPr/>
            <p:nvPr/>
          </p:nvSpPr>
          <p:spPr>
            <a:xfrm>
              <a:off x="12196750" y="2938628"/>
              <a:ext cx="419734" cy="243840"/>
            </a:xfrm>
            <a:custGeom>
              <a:avLst/>
              <a:gdLst/>
              <a:ahLst/>
              <a:cxnLst/>
              <a:rect l="l" t="t" r="r" b="b"/>
              <a:pathLst>
                <a:path w="419734" h="243839">
                  <a:moveTo>
                    <a:pt x="208915" y="0"/>
                  </a:moveTo>
                  <a:lnTo>
                    <a:pt x="153377" y="4015"/>
                  </a:lnTo>
                  <a:lnTo>
                    <a:pt x="103472" y="15345"/>
                  </a:lnTo>
                  <a:lnTo>
                    <a:pt x="61190" y="32920"/>
                  </a:lnTo>
                  <a:lnTo>
                    <a:pt x="28523" y="55667"/>
                  </a:lnTo>
                  <a:lnTo>
                    <a:pt x="0" y="112394"/>
                  </a:lnTo>
                  <a:lnTo>
                    <a:pt x="3154" y="149464"/>
                  </a:lnTo>
                  <a:lnTo>
                    <a:pt x="14123" y="173866"/>
                  </a:lnTo>
                  <a:lnTo>
                    <a:pt x="35165" y="190105"/>
                  </a:lnTo>
                  <a:lnTo>
                    <a:pt x="68536" y="202683"/>
                  </a:lnTo>
                  <a:lnTo>
                    <a:pt x="116497" y="216104"/>
                  </a:lnTo>
                  <a:lnTo>
                    <a:pt x="181303" y="234872"/>
                  </a:lnTo>
                  <a:lnTo>
                    <a:pt x="230542" y="243522"/>
                  </a:lnTo>
                  <a:lnTo>
                    <a:pt x="281179" y="241113"/>
                  </a:lnTo>
                  <a:lnTo>
                    <a:pt x="329285" y="229052"/>
                  </a:lnTo>
                  <a:lnTo>
                    <a:pt x="370932" y="208744"/>
                  </a:lnTo>
                  <a:lnTo>
                    <a:pt x="402190" y="181595"/>
                  </a:lnTo>
                  <a:lnTo>
                    <a:pt x="419133" y="149009"/>
                  </a:lnTo>
                  <a:lnTo>
                    <a:pt x="417830" y="112394"/>
                  </a:lnTo>
                  <a:lnTo>
                    <a:pt x="396473" y="70839"/>
                  </a:lnTo>
                  <a:lnTo>
                    <a:pt x="334415" y="22931"/>
                  </a:lnTo>
                  <a:lnTo>
                    <a:pt x="281016" y="6385"/>
                  </a:lnTo>
                  <a:lnTo>
                    <a:pt x="20891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2304301" y="2894292"/>
              <a:ext cx="205302" cy="71462"/>
            </a:xfrm>
            <a:prstGeom prst="rect">
              <a:avLst/>
            </a:prstGeom>
          </p:spPr>
        </p:pic>
        <p:sp>
          <p:nvSpPr>
            <p:cNvPr id="197" name="object 197" descr=""/>
            <p:cNvSpPr/>
            <p:nvPr/>
          </p:nvSpPr>
          <p:spPr>
            <a:xfrm>
              <a:off x="12198537" y="2933880"/>
              <a:ext cx="416559" cy="129539"/>
            </a:xfrm>
            <a:custGeom>
              <a:avLst/>
              <a:gdLst/>
              <a:ahLst/>
              <a:cxnLst/>
              <a:rect l="l" t="t" r="r" b="b"/>
              <a:pathLst>
                <a:path w="416559" h="129539">
                  <a:moveTo>
                    <a:pt x="159870" y="0"/>
                  </a:moveTo>
                  <a:lnTo>
                    <a:pt x="105366" y="8873"/>
                  </a:lnTo>
                  <a:lnTo>
                    <a:pt x="65639" y="26117"/>
                  </a:lnTo>
                  <a:lnTo>
                    <a:pt x="16467" y="80841"/>
                  </a:lnTo>
                  <a:lnTo>
                    <a:pt x="0" y="115884"/>
                  </a:lnTo>
                  <a:lnTo>
                    <a:pt x="9528" y="125991"/>
                  </a:lnTo>
                  <a:lnTo>
                    <a:pt x="19602" y="129360"/>
                  </a:lnTo>
                  <a:lnTo>
                    <a:pt x="36433" y="125991"/>
                  </a:lnTo>
                  <a:lnTo>
                    <a:pt x="66228" y="115884"/>
                  </a:lnTo>
                  <a:lnTo>
                    <a:pt x="100703" y="106540"/>
                  </a:lnTo>
                  <a:lnTo>
                    <a:pt x="141458" y="100557"/>
                  </a:lnTo>
                  <a:lnTo>
                    <a:pt x="187659" y="98263"/>
                  </a:lnTo>
                  <a:lnTo>
                    <a:pt x="238470" y="99983"/>
                  </a:lnTo>
                  <a:lnTo>
                    <a:pt x="293057" y="106045"/>
                  </a:lnTo>
                  <a:lnTo>
                    <a:pt x="350586" y="116774"/>
                  </a:lnTo>
                  <a:lnTo>
                    <a:pt x="368664" y="118589"/>
                  </a:lnTo>
                  <a:lnTo>
                    <a:pt x="390295" y="118520"/>
                  </a:lnTo>
                  <a:lnTo>
                    <a:pt x="408437" y="117669"/>
                  </a:lnTo>
                  <a:lnTo>
                    <a:pt x="416050" y="117141"/>
                  </a:lnTo>
                  <a:lnTo>
                    <a:pt x="404497" y="56558"/>
                  </a:lnTo>
                  <a:lnTo>
                    <a:pt x="381543" y="24236"/>
                  </a:lnTo>
                  <a:lnTo>
                    <a:pt x="329996" y="9260"/>
                  </a:lnTo>
                  <a:lnTo>
                    <a:pt x="232663" y="715"/>
                  </a:lnTo>
                  <a:lnTo>
                    <a:pt x="159870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8" name="object 198" descr=""/>
          <p:cNvGrpSpPr/>
          <p:nvPr/>
        </p:nvGrpSpPr>
        <p:grpSpPr>
          <a:xfrm>
            <a:off x="11706426" y="2907937"/>
            <a:ext cx="438784" cy="274955"/>
            <a:chOff x="11706426" y="2907937"/>
            <a:chExt cx="438784" cy="274955"/>
          </a:xfrm>
        </p:grpSpPr>
        <p:sp>
          <p:nvSpPr>
            <p:cNvPr id="199" name="object 199" descr=""/>
            <p:cNvSpPr/>
            <p:nvPr/>
          </p:nvSpPr>
          <p:spPr>
            <a:xfrm>
              <a:off x="11706426" y="2968265"/>
              <a:ext cx="438784" cy="214629"/>
            </a:xfrm>
            <a:custGeom>
              <a:avLst/>
              <a:gdLst/>
              <a:ahLst/>
              <a:cxnLst/>
              <a:rect l="l" t="t" r="r" b="b"/>
              <a:pathLst>
                <a:path w="438784" h="214630">
                  <a:moveTo>
                    <a:pt x="13108" y="0"/>
                  </a:moveTo>
                  <a:lnTo>
                    <a:pt x="0" y="3515"/>
                  </a:lnTo>
                  <a:lnTo>
                    <a:pt x="104" y="14938"/>
                  </a:lnTo>
                  <a:lnTo>
                    <a:pt x="19714" y="36420"/>
                  </a:lnTo>
                  <a:lnTo>
                    <a:pt x="79918" y="77106"/>
                  </a:lnTo>
                  <a:lnTo>
                    <a:pt x="121429" y="98675"/>
                  </a:lnTo>
                  <a:lnTo>
                    <a:pt x="168515" y="119230"/>
                  </a:lnTo>
                  <a:lnTo>
                    <a:pt x="219652" y="137396"/>
                  </a:lnTo>
                  <a:lnTo>
                    <a:pt x="342345" y="170522"/>
                  </a:lnTo>
                  <a:lnTo>
                    <a:pt x="389014" y="188840"/>
                  </a:lnTo>
                  <a:lnTo>
                    <a:pt x="417632" y="204255"/>
                  </a:lnTo>
                  <a:lnTo>
                    <a:pt x="432507" y="214268"/>
                  </a:lnTo>
                  <a:lnTo>
                    <a:pt x="436760" y="210839"/>
                  </a:lnTo>
                  <a:lnTo>
                    <a:pt x="438177" y="206077"/>
                  </a:lnTo>
                  <a:lnTo>
                    <a:pt x="436760" y="196725"/>
                  </a:lnTo>
                  <a:lnTo>
                    <a:pt x="432507" y="179525"/>
                  </a:lnTo>
                  <a:lnTo>
                    <a:pt x="394719" y="128584"/>
                  </a:lnTo>
                  <a:lnTo>
                    <a:pt x="362593" y="99852"/>
                  </a:lnTo>
                  <a:lnTo>
                    <a:pt x="276052" y="78440"/>
                  </a:lnTo>
                  <a:lnTo>
                    <a:pt x="224145" y="61747"/>
                  </a:lnTo>
                  <a:lnTo>
                    <a:pt x="186118" y="41173"/>
                  </a:lnTo>
                  <a:lnTo>
                    <a:pt x="141218" y="8117"/>
                  </a:lnTo>
                  <a:lnTo>
                    <a:pt x="94778" y="8025"/>
                  </a:lnTo>
                  <a:lnTo>
                    <a:pt x="68039" y="7382"/>
                  </a:lnTo>
                  <a:lnTo>
                    <a:pt x="50870" y="5639"/>
                  </a:lnTo>
                  <a:lnTo>
                    <a:pt x="33137" y="2243"/>
                  </a:lnTo>
                  <a:lnTo>
                    <a:pt x="13108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1847644" y="2907937"/>
              <a:ext cx="227586" cy="160180"/>
            </a:xfrm>
            <a:prstGeom prst="rect">
              <a:avLst/>
            </a:prstGeom>
          </p:spPr>
        </p:pic>
      </p:grpSp>
      <p:grpSp>
        <p:nvGrpSpPr>
          <p:cNvPr id="201" name="object 201" descr=""/>
          <p:cNvGrpSpPr/>
          <p:nvPr/>
        </p:nvGrpSpPr>
        <p:grpSpPr>
          <a:xfrm>
            <a:off x="12685096" y="2893740"/>
            <a:ext cx="419734" cy="288925"/>
            <a:chOff x="12685096" y="2893740"/>
            <a:chExt cx="419734" cy="288925"/>
          </a:xfrm>
        </p:grpSpPr>
        <p:sp>
          <p:nvSpPr>
            <p:cNvPr id="202" name="object 202" descr=""/>
            <p:cNvSpPr/>
            <p:nvPr/>
          </p:nvSpPr>
          <p:spPr>
            <a:xfrm>
              <a:off x="12685096" y="2938628"/>
              <a:ext cx="419734" cy="243840"/>
            </a:xfrm>
            <a:custGeom>
              <a:avLst/>
              <a:gdLst/>
              <a:ahLst/>
              <a:cxnLst/>
              <a:rect l="l" t="t" r="r" b="b"/>
              <a:pathLst>
                <a:path w="419734" h="243839">
                  <a:moveTo>
                    <a:pt x="208915" y="0"/>
                  </a:moveTo>
                  <a:lnTo>
                    <a:pt x="153377" y="4015"/>
                  </a:lnTo>
                  <a:lnTo>
                    <a:pt x="103472" y="15345"/>
                  </a:lnTo>
                  <a:lnTo>
                    <a:pt x="61190" y="32920"/>
                  </a:lnTo>
                  <a:lnTo>
                    <a:pt x="28523" y="55667"/>
                  </a:lnTo>
                  <a:lnTo>
                    <a:pt x="0" y="112394"/>
                  </a:lnTo>
                  <a:lnTo>
                    <a:pt x="3154" y="149464"/>
                  </a:lnTo>
                  <a:lnTo>
                    <a:pt x="14123" y="173866"/>
                  </a:lnTo>
                  <a:lnTo>
                    <a:pt x="35165" y="190105"/>
                  </a:lnTo>
                  <a:lnTo>
                    <a:pt x="68536" y="202683"/>
                  </a:lnTo>
                  <a:lnTo>
                    <a:pt x="116497" y="216104"/>
                  </a:lnTo>
                  <a:lnTo>
                    <a:pt x="181303" y="234872"/>
                  </a:lnTo>
                  <a:lnTo>
                    <a:pt x="230542" y="243522"/>
                  </a:lnTo>
                  <a:lnTo>
                    <a:pt x="281179" y="241113"/>
                  </a:lnTo>
                  <a:lnTo>
                    <a:pt x="329285" y="229052"/>
                  </a:lnTo>
                  <a:lnTo>
                    <a:pt x="370932" y="208744"/>
                  </a:lnTo>
                  <a:lnTo>
                    <a:pt x="402190" y="181595"/>
                  </a:lnTo>
                  <a:lnTo>
                    <a:pt x="419133" y="149009"/>
                  </a:lnTo>
                  <a:lnTo>
                    <a:pt x="417830" y="112394"/>
                  </a:lnTo>
                  <a:lnTo>
                    <a:pt x="396473" y="70839"/>
                  </a:lnTo>
                  <a:lnTo>
                    <a:pt x="334415" y="22931"/>
                  </a:lnTo>
                  <a:lnTo>
                    <a:pt x="281016" y="6385"/>
                  </a:lnTo>
                  <a:lnTo>
                    <a:pt x="208915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2774076" y="2893740"/>
              <a:ext cx="241636" cy="177477"/>
            </a:xfrm>
            <a:prstGeom prst="rect">
              <a:avLst/>
            </a:prstGeom>
          </p:spPr>
        </p:pic>
      </p:grpSp>
      <p:grpSp>
        <p:nvGrpSpPr>
          <p:cNvPr id="204" name="object 204" descr=""/>
          <p:cNvGrpSpPr/>
          <p:nvPr/>
        </p:nvGrpSpPr>
        <p:grpSpPr>
          <a:xfrm>
            <a:off x="13161908" y="2875280"/>
            <a:ext cx="389890" cy="299720"/>
            <a:chOff x="13161908" y="2875280"/>
            <a:chExt cx="389890" cy="299720"/>
          </a:xfrm>
        </p:grpSpPr>
        <p:sp>
          <p:nvSpPr>
            <p:cNvPr id="205" name="object 205" descr=""/>
            <p:cNvSpPr/>
            <p:nvPr/>
          </p:nvSpPr>
          <p:spPr>
            <a:xfrm>
              <a:off x="13161908" y="2914063"/>
              <a:ext cx="389890" cy="260985"/>
            </a:xfrm>
            <a:custGeom>
              <a:avLst/>
              <a:gdLst/>
              <a:ahLst/>
              <a:cxnLst/>
              <a:rect l="l" t="t" r="r" b="b"/>
              <a:pathLst>
                <a:path w="389890" h="260985">
                  <a:moveTo>
                    <a:pt x="285976" y="0"/>
                  </a:moveTo>
                  <a:lnTo>
                    <a:pt x="213572" y="2406"/>
                  </a:lnTo>
                  <a:lnTo>
                    <a:pt x="147270" y="16044"/>
                  </a:lnTo>
                  <a:lnTo>
                    <a:pt x="96323" y="33335"/>
                  </a:lnTo>
                  <a:lnTo>
                    <a:pt x="58442" y="54919"/>
                  </a:lnTo>
                  <a:lnTo>
                    <a:pt x="12709" y="113523"/>
                  </a:lnTo>
                  <a:lnTo>
                    <a:pt x="1049" y="150772"/>
                  </a:lnTo>
                  <a:lnTo>
                    <a:pt x="0" y="184465"/>
                  </a:lnTo>
                  <a:lnTo>
                    <a:pt x="10403" y="213451"/>
                  </a:lnTo>
                  <a:lnTo>
                    <a:pt x="33101" y="236577"/>
                  </a:lnTo>
                  <a:lnTo>
                    <a:pt x="68936" y="252689"/>
                  </a:lnTo>
                  <a:lnTo>
                    <a:pt x="118750" y="260637"/>
                  </a:lnTo>
                  <a:lnTo>
                    <a:pt x="183384" y="259268"/>
                  </a:lnTo>
                  <a:lnTo>
                    <a:pt x="238552" y="250211"/>
                  </a:lnTo>
                  <a:lnTo>
                    <a:pt x="281328" y="233690"/>
                  </a:lnTo>
                  <a:lnTo>
                    <a:pt x="314778" y="209077"/>
                  </a:lnTo>
                  <a:lnTo>
                    <a:pt x="341966" y="175742"/>
                  </a:lnTo>
                  <a:lnTo>
                    <a:pt x="365958" y="133057"/>
                  </a:lnTo>
                  <a:lnTo>
                    <a:pt x="389818" y="80393"/>
                  </a:lnTo>
                  <a:lnTo>
                    <a:pt x="388154" y="62314"/>
                  </a:lnTo>
                  <a:lnTo>
                    <a:pt x="371483" y="37715"/>
                  </a:lnTo>
                  <a:lnTo>
                    <a:pt x="338018" y="14356"/>
                  </a:lnTo>
                  <a:lnTo>
                    <a:pt x="285976" y="0"/>
                  </a:lnTo>
                  <a:close/>
                </a:path>
              </a:pathLst>
            </a:custGeom>
            <a:solidFill>
              <a:srgbClr val="046A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6" name="object 206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3226777" y="2875280"/>
              <a:ext cx="227692" cy="204327"/>
            </a:xfrm>
            <a:prstGeom prst="rect">
              <a:avLst/>
            </a:prstGeom>
          </p:spPr>
        </p:pic>
      </p:grpSp>
      <p:grpSp>
        <p:nvGrpSpPr>
          <p:cNvPr id="207" name="object 207" descr=""/>
          <p:cNvGrpSpPr/>
          <p:nvPr/>
        </p:nvGrpSpPr>
        <p:grpSpPr>
          <a:xfrm>
            <a:off x="11697599" y="2600792"/>
            <a:ext cx="381000" cy="185420"/>
            <a:chOff x="11697599" y="2600792"/>
            <a:chExt cx="381000" cy="185420"/>
          </a:xfrm>
        </p:grpSpPr>
        <p:sp>
          <p:nvSpPr>
            <p:cNvPr id="208" name="object 208" descr=""/>
            <p:cNvSpPr/>
            <p:nvPr/>
          </p:nvSpPr>
          <p:spPr>
            <a:xfrm>
              <a:off x="11697599" y="2629251"/>
              <a:ext cx="381000" cy="156845"/>
            </a:xfrm>
            <a:custGeom>
              <a:avLst/>
              <a:gdLst/>
              <a:ahLst/>
              <a:cxnLst/>
              <a:rect l="l" t="t" r="r" b="b"/>
              <a:pathLst>
                <a:path w="381000" h="156844">
                  <a:moveTo>
                    <a:pt x="100585" y="0"/>
                  </a:moveTo>
                  <a:lnTo>
                    <a:pt x="45883" y="8001"/>
                  </a:lnTo>
                  <a:lnTo>
                    <a:pt x="8997" y="62386"/>
                  </a:lnTo>
                  <a:lnTo>
                    <a:pt x="0" y="82776"/>
                  </a:lnTo>
                  <a:lnTo>
                    <a:pt x="3973" y="90422"/>
                  </a:lnTo>
                  <a:lnTo>
                    <a:pt x="19759" y="91795"/>
                  </a:lnTo>
                  <a:lnTo>
                    <a:pt x="26609" y="81059"/>
                  </a:lnTo>
                  <a:lnTo>
                    <a:pt x="49189" y="67997"/>
                  </a:lnTo>
                  <a:lnTo>
                    <a:pt x="91396" y="61992"/>
                  </a:lnTo>
                  <a:lnTo>
                    <a:pt x="157127" y="72424"/>
                  </a:lnTo>
                  <a:lnTo>
                    <a:pt x="228069" y="92389"/>
                  </a:lnTo>
                  <a:lnTo>
                    <a:pt x="274834" y="107789"/>
                  </a:lnTo>
                  <a:lnTo>
                    <a:pt x="318228" y="126496"/>
                  </a:lnTo>
                  <a:lnTo>
                    <a:pt x="379057" y="156380"/>
                  </a:lnTo>
                  <a:lnTo>
                    <a:pt x="380517" y="140948"/>
                  </a:lnTo>
                  <a:lnTo>
                    <a:pt x="373045" y="82272"/>
                  </a:lnTo>
                  <a:lnTo>
                    <a:pt x="330702" y="38081"/>
                  </a:lnTo>
                  <a:lnTo>
                    <a:pt x="285943" y="20305"/>
                  </a:lnTo>
                  <a:lnTo>
                    <a:pt x="226045" y="6073"/>
                  </a:lnTo>
                  <a:lnTo>
                    <a:pt x="152279" y="238"/>
                  </a:lnTo>
                  <a:lnTo>
                    <a:pt x="100585" y="0"/>
                  </a:lnTo>
                  <a:close/>
                </a:path>
              </a:pathLst>
            </a:custGeom>
            <a:solidFill>
              <a:srgbClr val="94CC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9" name="object 209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706897" y="2600792"/>
              <a:ext cx="147035" cy="100801"/>
            </a:xfrm>
            <a:prstGeom prst="rect">
              <a:avLst/>
            </a:prstGeom>
          </p:spPr>
        </p:pic>
      </p:grpSp>
      <p:grpSp>
        <p:nvGrpSpPr>
          <p:cNvPr id="210" name="object 210" descr=""/>
          <p:cNvGrpSpPr/>
          <p:nvPr/>
        </p:nvGrpSpPr>
        <p:grpSpPr>
          <a:xfrm>
            <a:off x="11235439" y="2590669"/>
            <a:ext cx="322580" cy="195580"/>
            <a:chOff x="11235439" y="2590669"/>
            <a:chExt cx="322580" cy="195580"/>
          </a:xfrm>
        </p:grpSpPr>
        <p:sp>
          <p:nvSpPr>
            <p:cNvPr id="211" name="object 211" descr=""/>
            <p:cNvSpPr/>
            <p:nvPr/>
          </p:nvSpPr>
          <p:spPr>
            <a:xfrm>
              <a:off x="11235439" y="2611600"/>
              <a:ext cx="322580" cy="174625"/>
            </a:xfrm>
            <a:custGeom>
              <a:avLst/>
              <a:gdLst/>
              <a:ahLst/>
              <a:cxnLst/>
              <a:rect l="l" t="t" r="r" b="b"/>
              <a:pathLst>
                <a:path w="322579" h="174625">
                  <a:moveTo>
                    <a:pt x="135056" y="0"/>
                  </a:moveTo>
                  <a:lnTo>
                    <a:pt x="82287" y="10529"/>
                  </a:lnTo>
                  <a:lnTo>
                    <a:pt x="46857" y="34996"/>
                  </a:lnTo>
                  <a:lnTo>
                    <a:pt x="16724" y="86311"/>
                  </a:lnTo>
                  <a:lnTo>
                    <a:pt x="4346" y="135151"/>
                  </a:lnTo>
                  <a:lnTo>
                    <a:pt x="0" y="160355"/>
                  </a:lnTo>
                  <a:lnTo>
                    <a:pt x="3487" y="169952"/>
                  </a:lnTo>
                  <a:lnTo>
                    <a:pt x="14609" y="171973"/>
                  </a:lnTo>
                  <a:lnTo>
                    <a:pt x="17706" y="155727"/>
                  </a:lnTo>
                  <a:lnTo>
                    <a:pt x="28605" y="126527"/>
                  </a:lnTo>
                  <a:lnTo>
                    <a:pt x="50450" y="96347"/>
                  </a:lnTo>
                  <a:lnTo>
                    <a:pt x="86386" y="77157"/>
                  </a:lnTo>
                  <a:lnTo>
                    <a:pt x="139558" y="80929"/>
                  </a:lnTo>
                  <a:lnTo>
                    <a:pt x="209605" y="102980"/>
                  </a:lnTo>
                  <a:lnTo>
                    <a:pt x="251514" y="120029"/>
                  </a:lnTo>
                  <a:lnTo>
                    <a:pt x="281991" y="140801"/>
                  </a:lnTo>
                  <a:lnTo>
                    <a:pt x="317741" y="174026"/>
                  </a:lnTo>
                  <a:lnTo>
                    <a:pt x="321092" y="161315"/>
                  </a:lnTo>
                  <a:lnTo>
                    <a:pt x="322308" y="138929"/>
                  </a:lnTo>
                  <a:lnTo>
                    <a:pt x="321939" y="115806"/>
                  </a:lnTo>
                  <a:lnTo>
                    <a:pt x="320537" y="100886"/>
                  </a:lnTo>
                  <a:lnTo>
                    <a:pt x="313176" y="86316"/>
                  </a:lnTo>
                  <a:lnTo>
                    <a:pt x="292707" y="60679"/>
                  </a:lnTo>
                  <a:lnTo>
                    <a:pt x="257372" y="32238"/>
                  </a:lnTo>
                  <a:lnTo>
                    <a:pt x="205408" y="9257"/>
                  </a:lnTo>
                  <a:lnTo>
                    <a:pt x="135056" y="0"/>
                  </a:lnTo>
                  <a:close/>
                </a:path>
              </a:pathLst>
            </a:custGeom>
            <a:solidFill>
              <a:srgbClr val="94CC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2" name="object 21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257027" y="2590669"/>
              <a:ext cx="164925" cy="113061"/>
            </a:xfrm>
            <a:prstGeom prst="rect">
              <a:avLst/>
            </a:prstGeom>
          </p:spPr>
        </p:pic>
      </p:grpSp>
      <p:sp>
        <p:nvSpPr>
          <p:cNvPr id="213" name="object 213" descr=""/>
          <p:cNvSpPr/>
          <p:nvPr/>
        </p:nvSpPr>
        <p:spPr>
          <a:xfrm>
            <a:off x="12736010" y="2625151"/>
            <a:ext cx="330200" cy="177165"/>
          </a:xfrm>
          <a:custGeom>
            <a:avLst/>
            <a:gdLst/>
            <a:ahLst/>
            <a:cxnLst/>
            <a:rect l="l" t="t" r="r" b="b"/>
            <a:pathLst>
              <a:path w="330200" h="177164">
                <a:moveTo>
                  <a:pt x="313290" y="0"/>
                </a:moveTo>
                <a:lnTo>
                  <a:pt x="306027" y="20871"/>
                </a:lnTo>
                <a:lnTo>
                  <a:pt x="283615" y="56574"/>
                </a:lnTo>
                <a:lnTo>
                  <a:pt x="245541" y="88224"/>
                </a:lnTo>
                <a:lnTo>
                  <a:pt x="191294" y="96939"/>
                </a:lnTo>
                <a:lnTo>
                  <a:pt x="119542" y="85692"/>
                </a:lnTo>
                <a:lnTo>
                  <a:pt x="76686" y="73516"/>
                </a:lnTo>
                <a:lnTo>
                  <a:pt x="45683" y="52827"/>
                </a:lnTo>
                <a:lnTo>
                  <a:pt x="9488" y="16041"/>
                </a:lnTo>
                <a:lnTo>
                  <a:pt x="5310" y="30718"/>
                </a:lnTo>
                <a:lnTo>
                  <a:pt x="1850" y="57114"/>
                </a:lnTo>
                <a:lnTo>
                  <a:pt x="0" y="84141"/>
                </a:lnTo>
                <a:lnTo>
                  <a:pt x="651" y="100708"/>
                </a:lnTo>
                <a:lnTo>
                  <a:pt x="34375" y="134384"/>
                </a:lnTo>
                <a:lnTo>
                  <a:pt x="74192" y="156662"/>
                </a:lnTo>
                <a:lnTo>
                  <a:pt x="129585" y="173100"/>
                </a:lnTo>
                <a:lnTo>
                  <a:pt x="200760" y="176601"/>
                </a:lnTo>
                <a:lnTo>
                  <a:pt x="254261" y="163902"/>
                </a:lnTo>
                <a:lnTo>
                  <a:pt x="292113" y="139684"/>
                </a:lnTo>
                <a:lnTo>
                  <a:pt x="324253" y="90122"/>
                </a:lnTo>
                <a:lnTo>
                  <a:pt x="329495" y="50725"/>
                </a:lnTo>
                <a:lnTo>
                  <a:pt x="330100" y="28204"/>
                </a:lnTo>
                <a:lnTo>
                  <a:pt x="325041" y="14112"/>
                </a:lnTo>
                <a:lnTo>
                  <a:pt x="313290" y="0"/>
                </a:lnTo>
                <a:close/>
              </a:path>
            </a:pathLst>
          </a:custGeom>
          <a:solidFill>
            <a:srgbClr val="94CC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4" name="object 214" descr=""/>
          <p:cNvGrpSpPr/>
          <p:nvPr/>
        </p:nvGrpSpPr>
        <p:grpSpPr>
          <a:xfrm>
            <a:off x="13210571" y="2536810"/>
            <a:ext cx="357505" cy="257810"/>
            <a:chOff x="13210571" y="2536810"/>
            <a:chExt cx="357505" cy="257810"/>
          </a:xfrm>
        </p:grpSpPr>
        <p:pic>
          <p:nvPicPr>
            <p:cNvPr id="215" name="object 215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3445312" y="2536810"/>
              <a:ext cx="122288" cy="88247"/>
            </a:xfrm>
            <a:prstGeom prst="rect">
              <a:avLst/>
            </a:prstGeom>
          </p:spPr>
        </p:pic>
        <p:sp>
          <p:nvSpPr>
            <p:cNvPr id="216" name="object 216" descr=""/>
            <p:cNvSpPr/>
            <p:nvPr/>
          </p:nvSpPr>
          <p:spPr>
            <a:xfrm>
              <a:off x="13210571" y="2579333"/>
              <a:ext cx="348615" cy="215265"/>
            </a:xfrm>
            <a:custGeom>
              <a:avLst/>
              <a:gdLst/>
              <a:ahLst/>
              <a:cxnLst/>
              <a:rect l="l" t="t" r="r" b="b"/>
              <a:pathLst>
                <a:path w="348615" h="215264">
                  <a:moveTo>
                    <a:pt x="318627" y="0"/>
                  </a:moveTo>
                  <a:lnTo>
                    <a:pt x="295251" y="71957"/>
                  </a:lnTo>
                  <a:lnTo>
                    <a:pt x="269909" y="110559"/>
                  </a:lnTo>
                  <a:lnTo>
                    <a:pt x="226807" y="128958"/>
                  </a:lnTo>
                  <a:lnTo>
                    <a:pt x="150151" y="140309"/>
                  </a:lnTo>
                  <a:lnTo>
                    <a:pt x="91419" y="131753"/>
                  </a:lnTo>
                  <a:lnTo>
                    <a:pt x="49532" y="101453"/>
                  </a:lnTo>
                  <a:lnTo>
                    <a:pt x="24468" y="67394"/>
                  </a:lnTo>
                  <a:lnTo>
                    <a:pt x="16207" y="47558"/>
                  </a:lnTo>
                  <a:lnTo>
                    <a:pt x="4998" y="46939"/>
                  </a:lnTo>
                  <a:lnTo>
                    <a:pt x="0" y="55330"/>
                  </a:lnTo>
                  <a:lnTo>
                    <a:pt x="76" y="80468"/>
                  </a:lnTo>
                  <a:lnTo>
                    <a:pt x="4092" y="130090"/>
                  </a:lnTo>
                  <a:lnTo>
                    <a:pt x="13729" y="151600"/>
                  </a:lnTo>
                  <a:lnTo>
                    <a:pt x="39746" y="178578"/>
                  </a:lnTo>
                  <a:lnTo>
                    <a:pt x="81971" y="202591"/>
                  </a:lnTo>
                  <a:lnTo>
                    <a:pt x="140235" y="215208"/>
                  </a:lnTo>
                  <a:lnTo>
                    <a:pt x="204667" y="209372"/>
                  </a:lnTo>
                  <a:lnTo>
                    <a:pt x="256526" y="187804"/>
                  </a:lnTo>
                  <a:lnTo>
                    <a:pt x="296322" y="157605"/>
                  </a:lnTo>
                  <a:lnTo>
                    <a:pt x="324563" y="125875"/>
                  </a:lnTo>
                  <a:lnTo>
                    <a:pt x="348417" y="86227"/>
                  </a:lnTo>
                  <a:lnTo>
                    <a:pt x="348537" y="68712"/>
                  </a:lnTo>
                  <a:lnTo>
                    <a:pt x="343908" y="39521"/>
                  </a:lnTo>
                  <a:lnTo>
                    <a:pt x="334085" y="12125"/>
                  </a:lnTo>
                  <a:lnTo>
                    <a:pt x="318627" y="0"/>
                  </a:lnTo>
                  <a:close/>
                </a:path>
              </a:pathLst>
            </a:custGeom>
            <a:solidFill>
              <a:srgbClr val="94CC5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7" name="object 217" descr=""/>
          <p:cNvGrpSpPr/>
          <p:nvPr/>
        </p:nvGrpSpPr>
        <p:grpSpPr>
          <a:xfrm>
            <a:off x="12233773" y="2582593"/>
            <a:ext cx="340995" cy="205740"/>
            <a:chOff x="12233773" y="2582593"/>
            <a:chExt cx="340995" cy="205740"/>
          </a:xfrm>
        </p:grpSpPr>
        <p:sp>
          <p:nvSpPr>
            <p:cNvPr id="218" name="object 218" descr=""/>
            <p:cNvSpPr/>
            <p:nvPr/>
          </p:nvSpPr>
          <p:spPr>
            <a:xfrm>
              <a:off x="12233773" y="2604666"/>
              <a:ext cx="340995" cy="184150"/>
            </a:xfrm>
            <a:custGeom>
              <a:avLst/>
              <a:gdLst/>
              <a:ahLst/>
              <a:cxnLst/>
              <a:rect l="l" t="t" r="r" b="b"/>
              <a:pathLst>
                <a:path w="340995" h="184150">
                  <a:moveTo>
                    <a:pt x="143032" y="0"/>
                  </a:moveTo>
                  <a:lnTo>
                    <a:pt x="87363" y="11114"/>
                  </a:lnTo>
                  <a:lnTo>
                    <a:pt x="49988" y="36929"/>
                  </a:lnTo>
                  <a:lnTo>
                    <a:pt x="18198" y="91065"/>
                  </a:lnTo>
                  <a:lnTo>
                    <a:pt x="5071" y="142565"/>
                  </a:lnTo>
                  <a:lnTo>
                    <a:pt x="0" y="169030"/>
                  </a:lnTo>
                  <a:lnTo>
                    <a:pt x="2357" y="178828"/>
                  </a:lnTo>
                  <a:lnTo>
                    <a:pt x="11517" y="180329"/>
                  </a:lnTo>
                  <a:lnTo>
                    <a:pt x="15251" y="163302"/>
                  </a:lnTo>
                  <a:lnTo>
                    <a:pt x="27852" y="132771"/>
                  </a:lnTo>
                  <a:lnTo>
                    <a:pt x="52212" y="101258"/>
                  </a:lnTo>
                  <a:lnTo>
                    <a:pt x="91223" y="81287"/>
                  </a:lnTo>
                  <a:lnTo>
                    <a:pt x="147775" y="85379"/>
                  </a:lnTo>
                  <a:lnTo>
                    <a:pt x="221673" y="108647"/>
                  </a:lnTo>
                  <a:lnTo>
                    <a:pt x="265887" y="126634"/>
                  </a:lnTo>
                  <a:lnTo>
                    <a:pt x="298038" y="148548"/>
                  </a:lnTo>
                  <a:lnTo>
                    <a:pt x="335748" y="183596"/>
                  </a:lnTo>
                  <a:lnTo>
                    <a:pt x="339283" y="170188"/>
                  </a:lnTo>
                  <a:lnTo>
                    <a:pt x="340566" y="146570"/>
                  </a:lnTo>
                  <a:lnTo>
                    <a:pt x="340179" y="122172"/>
                  </a:lnTo>
                  <a:lnTo>
                    <a:pt x="338701" y="106426"/>
                  </a:lnTo>
                  <a:lnTo>
                    <a:pt x="330937" y="91063"/>
                  </a:lnTo>
                  <a:lnTo>
                    <a:pt x="309345" y="64019"/>
                  </a:lnTo>
                  <a:lnTo>
                    <a:pt x="272069" y="34015"/>
                  </a:lnTo>
                  <a:lnTo>
                    <a:pt x="217250" y="9768"/>
                  </a:lnTo>
                  <a:lnTo>
                    <a:pt x="143032" y="0"/>
                  </a:lnTo>
                  <a:close/>
                </a:path>
              </a:pathLst>
            </a:custGeom>
            <a:solidFill>
              <a:srgbClr val="94CC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9" name="object 219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12257104" y="2582593"/>
              <a:ext cx="173985" cy="119267"/>
            </a:xfrm>
            <a:prstGeom prst="rect">
              <a:avLst/>
            </a:prstGeom>
          </p:spPr>
        </p:pic>
      </p:grpSp>
      <p:grpSp>
        <p:nvGrpSpPr>
          <p:cNvPr id="220" name="object 220" descr=""/>
          <p:cNvGrpSpPr/>
          <p:nvPr/>
        </p:nvGrpSpPr>
        <p:grpSpPr>
          <a:xfrm>
            <a:off x="11714620" y="2243094"/>
            <a:ext cx="333375" cy="243840"/>
            <a:chOff x="11714620" y="2243094"/>
            <a:chExt cx="333375" cy="243840"/>
          </a:xfrm>
        </p:grpSpPr>
        <p:sp>
          <p:nvSpPr>
            <p:cNvPr id="221" name="object 221" descr=""/>
            <p:cNvSpPr/>
            <p:nvPr/>
          </p:nvSpPr>
          <p:spPr>
            <a:xfrm>
              <a:off x="11739951" y="2243094"/>
              <a:ext cx="307975" cy="214629"/>
            </a:xfrm>
            <a:custGeom>
              <a:avLst/>
              <a:gdLst/>
              <a:ahLst/>
              <a:cxnLst/>
              <a:rect l="l" t="t" r="r" b="b"/>
              <a:pathLst>
                <a:path w="307975" h="214630">
                  <a:moveTo>
                    <a:pt x="188842" y="0"/>
                  </a:moveTo>
                  <a:lnTo>
                    <a:pt x="135005" y="10065"/>
                  </a:lnTo>
                  <a:lnTo>
                    <a:pt x="88698" y="27967"/>
                  </a:lnTo>
                  <a:lnTo>
                    <a:pt x="54096" y="50518"/>
                  </a:lnTo>
                  <a:lnTo>
                    <a:pt x="24669" y="82091"/>
                  </a:lnTo>
                  <a:lnTo>
                    <a:pt x="17883" y="97146"/>
                  </a:lnTo>
                  <a:lnTo>
                    <a:pt x="11121" y="111819"/>
                  </a:lnTo>
                  <a:lnTo>
                    <a:pt x="4966" y="124523"/>
                  </a:lnTo>
                  <a:lnTo>
                    <a:pt x="0" y="133671"/>
                  </a:lnTo>
                  <a:lnTo>
                    <a:pt x="39136" y="148219"/>
                  </a:lnTo>
                  <a:lnTo>
                    <a:pt x="125739" y="179189"/>
                  </a:lnTo>
                  <a:lnTo>
                    <a:pt x="213599" y="207570"/>
                  </a:lnTo>
                  <a:lnTo>
                    <a:pt x="256505" y="214349"/>
                  </a:lnTo>
                  <a:lnTo>
                    <a:pt x="266782" y="191969"/>
                  </a:lnTo>
                  <a:lnTo>
                    <a:pt x="276293" y="171989"/>
                  </a:lnTo>
                  <a:lnTo>
                    <a:pt x="286509" y="156139"/>
                  </a:lnTo>
                  <a:lnTo>
                    <a:pt x="298901" y="146152"/>
                  </a:lnTo>
                  <a:lnTo>
                    <a:pt x="307730" y="130644"/>
                  </a:lnTo>
                  <a:lnTo>
                    <a:pt x="304982" y="102282"/>
                  </a:lnTo>
                  <a:lnTo>
                    <a:pt x="288370" y="69015"/>
                  </a:lnTo>
                  <a:lnTo>
                    <a:pt x="255604" y="38794"/>
                  </a:lnTo>
                  <a:lnTo>
                    <a:pt x="241511" y="28577"/>
                  </a:lnTo>
                  <a:lnTo>
                    <a:pt x="225400" y="16420"/>
                  </a:lnTo>
                  <a:lnTo>
                    <a:pt x="207700" y="5752"/>
                  </a:lnTo>
                  <a:lnTo>
                    <a:pt x="188842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1714620" y="2331654"/>
              <a:ext cx="306070" cy="154940"/>
            </a:xfrm>
            <a:custGeom>
              <a:avLst/>
              <a:gdLst/>
              <a:ahLst/>
              <a:cxnLst/>
              <a:rect l="l" t="t" r="r" b="b"/>
              <a:pathLst>
                <a:path w="306070" h="154939">
                  <a:moveTo>
                    <a:pt x="84894" y="0"/>
                  </a:moveTo>
                  <a:lnTo>
                    <a:pt x="47682" y="5472"/>
                  </a:lnTo>
                  <a:lnTo>
                    <a:pt x="29208" y="16890"/>
                  </a:lnTo>
                  <a:lnTo>
                    <a:pt x="8805" y="58249"/>
                  </a:lnTo>
                  <a:lnTo>
                    <a:pt x="0" y="80004"/>
                  </a:lnTo>
                  <a:lnTo>
                    <a:pt x="987" y="89327"/>
                  </a:lnTo>
                  <a:lnTo>
                    <a:pt x="9963" y="93391"/>
                  </a:lnTo>
                  <a:lnTo>
                    <a:pt x="20429" y="86162"/>
                  </a:lnTo>
                  <a:lnTo>
                    <a:pt x="48417" y="81670"/>
                  </a:lnTo>
                  <a:lnTo>
                    <a:pt x="93666" y="86477"/>
                  </a:lnTo>
                  <a:lnTo>
                    <a:pt x="155916" y="107149"/>
                  </a:lnTo>
                  <a:lnTo>
                    <a:pt x="223259" y="136301"/>
                  </a:lnTo>
                  <a:lnTo>
                    <a:pt x="259634" y="150788"/>
                  </a:lnTo>
                  <a:lnTo>
                    <a:pt x="277576" y="154903"/>
                  </a:lnTo>
                  <a:lnTo>
                    <a:pt x="289619" y="152939"/>
                  </a:lnTo>
                  <a:lnTo>
                    <a:pt x="295040" y="142204"/>
                  </a:lnTo>
                  <a:lnTo>
                    <a:pt x="300284" y="122395"/>
                  </a:lnTo>
                  <a:lnTo>
                    <a:pt x="304208" y="101620"/>
                  </a:lnTo>
                  <a:lnTo>
                    <a:pt x="305671" y="87988"/>
                  </a:lnTo>
                  <a:lnTo>
                    <a:pt x="298230" y="74482"/>
                  </a:lnTo>
                  <a:lnTo>
                    <a:pt x="276381" y="52931"/>
                  </a:lnTo>
                  <a:lnTo>
                    <a:pt x="240361" y="29707"/>
                  </a:lnTo>
                  <a:lnTo>
                    <a:pt x="190407" y="11184"/>
                  </a:lnTo>
                  <a:lnTo>
                    <a:pt x="134562" y="1546"/>
                  </a:lnTo>
                  <a:lnTo>
                    <a:pt x="84894" y="0"/>
                  </a:lnTo>
                  <a:close/>
                </a:path>
              </a:pathLst>
            </a:custGeom>
            <a:solidFill>
              <a:srgbClr val="3A2C2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3" name="object 223" descr=""/>
          <p:cNvGrpSpPr/>
          <p:nvPr/>
        </p:nvGrpSpPr>
        <p:grpSpPr>
          <a:xfrm>
            <a:off x="11717350" y="1901459"/>
            <a:ext cx="333375" cy="243840"/>
            <a:chOff x="11717350" y="1901459"/>
            <a:chExt cx="333375" cy="243840"/>
          </a:xfrm>
        </p:grpSpPr>
        <p:sp>
          <p:nvSpPr>
            <p:cNvPr id="224" name="object 224" descr=""/>
            <p:cNvSpPr/>
            <p:nvPr/>
          </p:nvSpPr>
          <p:spPr>
            <a:xfrm>
              <a:off x="11742680" y="1901459"/>
              <a:ext cx="307975" cy="214629"/>
            </a:xfrm>
            <a:custGeom>
              <a:avLst/>
              <a:gdLst/>
              <a:ahLst/>
              <a:cxnLst/>
              <a:rect l="l" t="t" r="r" b="b"/>
              <a:pathLst>
                <a:path w="307975" h="214630">
                  <a:moveTo>
                    <a:pt x="188842" y="0"/>
                  </a:moveTo>
                  <a:lnTo>
                    <a:pt x="135005" y="10061"/>
                  </a:lnTo>
                  <a:lnTo>
                    <a:pt x="88698" y="27967"/>
                  </a:lnTo>
                  <a:lnTo>
                    <a:pt x="54100" y="50518"/>
                  </a:lnTo>
                  <a:lnTo>
                    <a:pt x="24669" y="82091"/>
                  </a:lnTo>
                  <a:lnTo>
                    <a:pt x="17883" y="97146"/>
                  </a:lnTo>
                  <a:lnTo>
                    <a:pt x="11121" y="111819"/>
                  </a:lnTo>
                  <a:lnTo>
                    <a:pt x="4966" y="124523"/>
                  </a:lnTo>
                  <a:lnTo>
                    <a:pt x="0" y="133671"/>
                  </a:lnTo>
                  <a:lnTo>
                    <a:pt x="39138" y="148219"/>
                  </a:lnTo>
                  <a:lnTo>
                    <a:pt x="125743" y="179189"/>
                  </a:lnTo>
                  <a:lnTo>
                    <a:pt x="213603" y="207570"/>
                  </a:lnTo>
                  <a:lnTo>
                    <a:pt x="256505" y="214349"/>
                  </a:lnTo>
                  <a:lnTo>
                    <a:pt x="266784" y="191969"/>
                  </a:lnTo>
                  <a:lnTo>
                    <a:pt x="276297" y="171989"/>
                  </a:lnTo>
                  <a:lnTo>
                    <a:pt x="286514" y="156139"/>
                  </a:lnTo>
                  <a:lnTo>
                    <a:pt x="298901" y="146152"/>
                  </a:lnTo>
                  <a:lnTo>
                    <a:pt x="307731" y="130644"/>
                  </a:lnTo>
                  <a:lnTo>
                    <a:pt x="304986" y="102282"/>
                  </a:lnTo>
                  <a:lnTo>
                    <a:pt x="288375" y="69015"/>
                  </a:lnTo>
                  <a:lnTo>
                    <a:pt x="255604" y="38794"/>
                  </a:lnTo>
                  <a:lnTo>
                    <a:pt x="241512" y="28577"/>
                  </a:lnTo>
                  <a:lnTo>
                    <a:pt x="225404" y="16420"/>
                  </a:lnTo>
                  <a:lnTo>
                    <a:pt x="207705" y="5752"/>
                  </a:lnTo>
                  <a:lnTo>
                    <a:pt x="188842" y="0"/>
                  </a:lnTo>
                  <a:close/>
                </a:path>
              </a:pathLst>
            </a:custGeom>
            <a:solidFill>
              <a:srgbClr val="9C79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1717350" y="1990018"/>
              <a:ext cx="306070" cy="154940"/>
            </a:xfrm>
            <a:custGeom>
              <a:avLst/>
              <a:gdLst/>
              <a:ahLst/>
              <a:cxnLst/>
              <a:rect l="l" t="t" r="r" b="b"/>
              <a:pathLst>
                <a:path w="306070" h="154939">
                  <a:moveTo>
                    <a:pt x="84894" y="0"/>
                  </a:moveTo>
                  <a:lnTo>
                    <a:pt x="47679" y="5472"/>
                  </a:lnTo>
                  <a:lnTo>
                    <a:pt x="29199" y="16890"/>
                  </a:lnTo>
                  <a:lnTo>
                    <a:pt x="8802" y="58249"/>
                  </a:lnTo>
                  <a:lnTo>
                    <a:pt x="0" y="80004"/>
                  </a:lnTo>
                  <a:lnTo>
                    <a:pt x="988" y="89327"/>
                  </a:lnTo>
                  <a:lnTo>
                    <a:pt x="9964" y="93391"/>
                  </a:lnTo>
                  <a:lnTo>
                    <a:pt x="20430" y="86158"/>
                  </a:lnTo>
                  <a:lnTo>
                    <a:pt x="48418" y="81666"/>
                  </a:lnTo>
                  <a:lnTo>
                    <a:pt x="93668" y="86476"/>
                  </a:lnTo>
                  <a:lnTo>
                    <a:pt x="155918" y="107149"/>
                  </a:lnTo>
                  <a:lnTo>
                    <a:pt x="223261" y="136301"/>
                  </a:lnTo>
                  <a:lnTo>
                    <a:pt x="259636" y="150788"/>
                  </a:lnTo>
                  <a:lnTo>
                    <a:pt x="277577" y="154903"/>
                  </a:lnTo>
                  <a:lnTo>
                    <a:pt x="289620" y="152939"/>
                  </a:lnTo>
                  <a:lnTo>
                    <a:pt x="295041" y="142204"/>
                  </a:lnTo>
                  <a:lnTo>
                    <a:pt x="300285" y="122395"/>
                  </a:lnTo>
                  <a:lnTo>
                    <a:pt x="304209" y="101620"/>
                  </a:lnTo>
                  <a:lnTo>
                    <a:pt x="305672" y="87988"/>
                  </a:lnTo>
                  <a:lnTo>
                    <a:pt x="298232" y="74481"/>
                  </a:lnTo>
                  <a:lnTo>
                    <a:pt x="276382" y="52927"/>
                  </a:lnTo>
                  <a:lnTo>
                    <a:pt x="240362" y="29703"/>
                  </a:lnTo>
                  <a:lnTo>
                    <a:pt x="190409" y="11184"/>
                  </a:lnTo>
                  <a:lnTo>
                    <a:pt x="134563" y="1546"/>
                  </a:lnTo>
                  <a:lnTo>
                    <a:pt x="84894" y="0"/>
                  </a:lnTo>
                  <a:close/>
                </a:path>
              </a:pathLst>
            </a:custGeom>
            <a:solidFill>
              <a:srgbClr val="AC8D7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6" name="object 226" descr=""/>
          <p:cNvGrpSpPr/>
          <p:nvPr/>
        </p:nvGrpSpPr>
        <p:grpSpPr>
          <a:xfrm>
            <a:off x="13781256" y="1906743"/>
            <a:ext cx="359410" cy="237490"/>
            <a:chOff x="13781256" y="1906743"/>
            <a:chExt cx="359410" cy="237490"/>
          </a:xfrm>
        </p:grpSpPr>
        <p:sp>
          <p:nvSpPr>
            <p:cNvPr id="227" name="object 227" descr=""/>
            <p:cNvSpPr/>
            <p:nvPr/>
          </p:nvSpPr>
          <p:spPr>
            <a:xfrm>
              <a:off x="13827781" y="1906743"/>
              <a:ext cx="279400" cy="135890"/>
            </a:xfrm>
            <a:custGeom>
              <a:avLst/>
              <a:gdLst/>
              <a:ahLst/>
              <a:cxnLst/>
              <a:rect l="l" t="t" r="r" b="b"/>
              <a:pathLst>
                <a:path w="279400" h="135889">
                  <a:moveTo>
                    <a:pt x="161609" y="0"/>
                  </a:moveTo>
                  <a:lnTo>
                    <a:pt x="111483" y="2280"/>
                  </a:lnTo>
                  <a:lnTo>
                    <a:pt x="65552" y="14137"/>
                  </a:lnTo>
                  <a:lnTo>
                    <a:pt x="28575" y="34825"/>
                  </a:lnTo>
                  <a:lnTo>
                    <a:pt x="4227" y="87218"/>
                  </a:lnTo>
                  <a:lnTo>
                    <a:pt x="0" y="135575"/>
                  </a:lnTo>
                  <a:lnTo>
                    <a:pt x="65212" y="112593"/>
                  </a:lnTo>
                  <a:lnTo>
                    <a:pt x="116044" y="104932"/>
                  </a:lnTo>
                  <a:lnTo>
                    <a:pt x="178682" y="112593"/>
                  </a:lnTo>
                  <a:lnTo>
                    <a:pt x="279310" y="135575"/>
                  </a:lnTo>
                  <a:lnTo>
                    <a:pt x="278937" y="120723"/>
                  </a:lnTo>
                  <a:lnTo>
                    <a:pt x="276325" y="86934"/>
                  </a:lnTo>
                  <a:lnTo>
                    <a:pt x="269234" y="50359"/>
                  </a:lnTo>
                  <a:lnTo>
                    <a:pt x="255426" y="27149"/>
                  </a:lnTo>
                  <a:lnTo>
                    <a:pt x="211176" y="8041"/>
                  </a:lnTo>
                  <a:lnTo>
                    <a:pt x="161609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8" name="object 228" descr=""/>
            <p:cNvSpPr/>
            <p:nvPr/>
          </p:nvSpPr>
          <p:spPr>
            <a:xfrm>
              <a:off x="13781256" y="1979346"/>
              <a:ext cx="359410" cy="165100"/>
            </a:xfrm>
            <a:custGeom>
              <a:avLst/>
              <a:gdLst/>
              <a:ahLst/>
              <a:cxnLst/>
              <a:rect l="l" t="t" r="r" b="b"/>
              <a:pathLst>
                <a:path w="359409" h="165100">
                  <a:moveTo>
                    <a:pt x="209212" y="0"/>
                  </a:moveTo>
                  <a:lnTo>
                    <a:pt x="152127" y="821"/>
                  </a:lnTo>
                  <a:lnTo>
                    <a:pt x="98570" y="8280"/>
                  </a:lnTo>
                  <a:lnTo>
                    <a:pt x="54445" y="22032"/>
                  </a:lnTo>
                  <a:lnTo>
                    <a:pt x="4747" y="68606"/>
                  </a:lnTo>
                  <a:lnTo>
                    <a:pt x="0" y="90005"/>
                  </a:lnTo>
                  <a:lnTo>
                    <a:pt x="13408" y="117125"/>
                  </a:lnTo>
                  <a:lnTo>
                    <a:pt x="46972" y="161163"/>
                  </a:lnTo>
                  <a:lnTo>
                    <a:pt x="74972" y="138549"/>
                  </a:lnTo>
                  <a:lnTo>
                    <a:pt x="117876" y="124283"/>
                  </a:lnTo>
                  <a:lnTo>
                    <a:pt x="169113" y="117982"/>
                  </a:lnTo>
                  <a:lnTo>
                    <a:pt x="222114" y="119261"/>
                  </a:lnTo>
                  <a:lnTo>
                    <a:pt x="270309" y="127735"/>
                  </a:lnTo>
                  <a:lnTo>
                    <a:pt x="307127" y="143021"/>
                  </a:lnTo>
                  <a:lnTo>
                    <a:pt x="326000" y="164733"/>
                  </a:lnTo>
                  <a:lnTo>
                    <a:pt x="334850" y="152139"/>
                  </a:lnTo>
                  <a:lnTo>
                    <a:pt x="350985" y="120822"/>
                  </a:lnTo>
                  <a:lnTo>
                    <a:pt x="358782" y="80480"/>
                  </a:lnTo>
                  <a:lnTo>
                    <a:pt x="342617" y="40810"/>
                  </a:lnTo>
                  <a:lnTo>
                    <a:pt x="310360" y="19649"/>
                  </a:lnTo>
                  <a:lnTo>
                    <a:pt x="263924" y="6161"/>
                  </a:lnTo>
                  <a:lnTo>
                    <a:pt x="209212" y="0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9" name="object 229" descr=""/>
          <p:cNvGrpSpPr/>
          <p:nvPr/>
        </p:nvGrpSpPr>
        <p:grpSpPr>
          <a:xfrm>
            <a:off x="14251331" y="1900931"/>
            <a:ext cx="428625" cy="280035"/>
            <a:chOff x="14251331" y="1900931"/>
            <a:chExt cx="428625" cy="280035"/>
          </a:xfrm>
        </p:grpSpPr>
        <p:sp>
          <p:nvSpPr>
            <p:cNvPr id="230" name="object 230" descr=""/>
            <p:cNvSpPr/>
            <p:nvPr/>
          </p:nvSpPr>
          <p:spPr>
            <a:xfrm>
              <a:off x="14394729" y="1900931"/>
              <a:ext cx="285115" cy="280035"/>
            </a:xfrm>
            <a:custGeom>
              <a:avLst/>
              <a:gdLst/>
              <a:ahLst/>
              <a:cxnLst/>
              <a:rect l="l" t="t" r="r" b="b"/>
              <a:pathLst>
                <a:path w="285115" h="280035">
                  <a:moveTo>
                    <a:pt x="89002" y="0"/>
                  </a:moveTo>
                  <a:lnTo>
                    <a:pt x="59877" y="17219"/>
                  </a:lnTo>
                  <a:lnTo>
                    <a:pt x="30974" y="48293"/>
                  </a:lnTo>
                  <a:lnTo>
                    <a:pt x="8833" y="78057"/>
                  </a:lnTo>
                  <a:lnTo>
                    <a:pt x="0" y="91348"/>
                  </a:lnTo>
                  <a:lnTo>
                    <a:pt x="16940" y="128614"/>
                  </a:lnTo>
                  <a:lnTo>
                    <a:pt x="48664" y="166587"/>
                  </a:lnTo>
                  <a:lnTo>
                    <a:pt x="79323" y="196097"/>
                  </a:lnTo>
                  <a:lnTo>
                    <a:pt x="93065" y="207972"/>
                  </a:lnTo>
                  <a:lnTo>
                    <a:pt x="263049" y="279687"/>
                  </a:lnTo>
                  <a:lnTo>
                    <a:pt x="265963" y="270518"/>
                  </a:lnTo>
                  <a:lnTo>
                    <a:pt x="267986" y="263545"/>
                  </a:lnTo>
                  <a:lnTo>
                    <a:pt x="270064" y="255243"/>
                  </a:lnTo>
                  <a:lnTo>
                    <a:pt x="273143" y="242086"/>
                  </a:lnTo>
                  <a:lnTo>
                    <a:pt x="232820" y="224024"/>
                  </a:lnTo>
                  <a:lnTo>
                    <a:pt x="240956" y="190716"/>
                  </a:lnTo>
                  <a:lnTo>
                    <a:pt x="282128" y="190716"/>
                  </a:lnTo>
                  <a:lnTo>
                    <a:pt x="284789" y="166571"/>
                  </a:lnTo>
                  <a:lnTo>
                    <a:pt x="276980" y="98954"/>
                  </a:lnTo>
                  <a:lnTo>
                    <a:pt x="216148" y="44658"/>
                  </a:lnTo>
                  <a:lnTo>
                    <a:pt x="168124" y="18969"/>
                  </a:lnTo>
                  <a:lnTo>
                    <a:pt x="123451" y="2776"/>
                  </a:lnTo>
                  <a:lnTo>
                    <a:pt x="89002" y="0"/>
                  </a:lnTo>
                  <a:close/>
                </a:path>
                <a:path w="285115" h="280035">
                  <a:moveTo>
                    <a:pt x="282128" y="190716"/>
                  </a:moveTo>
                  <a:lnTo>
                    <a:pt x="240956" y="190716"/>
                  </a:lnTo>
                  <a:lnTo>
                    <a:pt x="280745" y="203271"/>
                  </a:lnTo>
                  <a:lnTo>
                    <a:pt x="282128" y="190716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1" name="object 231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14251331" y="1943600"/>
              <a:ext cx="236468" cy="165303"/>
            </a:xfrm>
            <a:prstGeom prst="rect">
              <a:avLst/>
            </a:prstGeom>
          </p:spPr>
        </p:pic>
      </p:grpSp>
      <p:sp>
        <p:nvSpPr>
          <p:cNvPr id="232" name="object 232" descr=""/>
          <p:cNvSpPr/>
          <p:nvPr/>
        </p:nvSpPr>
        <p:spPr>
          <a:xfrm>
            <a:off x="15422985" y="1945145"/>
            <a:ext cx="306070" cy="194945"/>
          </a:xfrm>
          <a:custGeom>
            <a:avLst/>
            <a:gdLst/>
            <a:ahLst/>
            <a:cxnLst/>
            <a:rect l="l" t="t" r="r" b="b"/>
            <a:pathLst>
              <a:path w="306069" h="194944">
                <a:moveTo>
                  <a:pt x="193522" y="0"/>
                </a:moveTo>
                <a:lnTo>
                  <a:pt x="112122" y="0"/>
                </a:lnTo>
                <a:lnTo>
                  <a:pt x="68478" y="8810"/>
                </a:lnTo>
                <a:lnTo>
                  <a:pt x="32839" y="32839"/>
                </a:lnTo>
                <a:lnTo>
                  <a:pt x="8810" y="68478"/>
                </a:lnTo>
                <a:lnTo>
                  <a:pt x="0" y="112122"/>
                </a:lnTo>
                <a:lnTo>
                  <a:pt x="0" y="194350"/>
                </a:lnTo>
                <a:lnTo>
                  <a:pt x="305645" y="194350"/>
                </a:lnTo>
                <a:lnTo>
                  <a:pt x="305645" y="168968"/>
                </a:lnTo>
                <a:lnTo>
                  <a:pt x="96939" y="168968"/>
                </a:lnTo>
                <a:lnTo>
                  <a:pt x="96939" y="141786"/>
                </a:lnTo>
                <a:lnTo>
                  <a:pt x="305645" y="141786"/>
                </a:lnTo>
                <a:lnTo>
                  <a:pt x="305645" y="112122"/>
                </a:lnTo>
                <a:lnTo>
                  <a:pt x="296835" y="68478"/>
                </a:lnTo>
                <a:lnTo>
                  <a:pt x="272809" y="32839"/>
                </a:lnTo>
                <a:lnTo>
                  <a:pt x="237170" y="8810"/>
                </a:lnTo>
                <a:lnTo>
                  <a:pt x="193522" y="0"/>
                </a:lnTo>
                <a:close/>
              </a:path>
              <a:path w="306069" h="194944">
                <a:moveTo>
                  <a:pt x="305645" y="141786"/>
                </a:moveTo>
                <a:lnTo>
                  <a:pt x="202999" y="141786"/>
                </a:lnTo>
                <a:lnTo>
                  <a:pt x="202999" y="168968"/>
                </a:lnTo>
                <a:lnTo>
                  <a:pt x="305645" y="168968"/>
                </a:lnTo>
                <a:lnTo>
                  <a:pt x="305645" y="141786"/>
                </a:lnTo>
                <a:close/>
              </a:path>
            </a:pathLst>
          </a:custGeom>
          <a:solidFill>
            <a:srgbClr val="CECFD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3" name="object 233" descr=""/>
          <p:cNvGrpSpPr/>
          <p:nvPr/>
        </p:nvGrpSpPr>
        <p:grpSpPr>
          <a:xfrm>
            <a:off x="15920409" y="1929122"/>
            <a:ext cx="355600" cy="257175"/>
            <a:chOff x="15920409" y="1929122"/>
            <a:chExt cx="355600" cy="257175"/>
          </a:xfrm>
        </p:grpSpPr>
        <p:pic>
          <p:nvPicPr>
            <p:cNvPr id="234" name="object 234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16072458" y="1959047"/>
              <a:ext cx="203250" cy="150882"/>
            </a:xfrm>
            <a:prstGeom prst="rect">
              <a:avLst/>
            </a:prstGeom>
          </p:spPr>
        </p:pic>
        <p:sp>
          <p:nvSpPr>
            <p:cNvPr id="235" name="object 235" descr=""/>
            <p:cNvSpPr/>
            <p:nvPr/>
          </p:nvSpPr>
          <p:spPr>
            <a:xfrm>
              <a:off x="15920409" y="1929122"/>
              <a:ext cx="290195" cy="257175"/>
            </a:xfrm>
            <a:custGeom>
              <a:avLst/>
              <a:gdLst/>
              <a:ahLst/>
              <a:cxnLst/>
              <a:rect l="l" t="t" r="r" b="b"/>
              <a:pathLst>
                <a:path w="290194" h="257175">
                  <a:moveTo>
                    <a:pt x="176434" y="0"/>
                  </a:moveTo>
                  <a:lnTo>
                    <a:pt x="75536" y="13643"/>
                  </a:lnTo>
                  <a:lnTo>
                    <a:pt x="17232" y="47560"/>
                  </a:lnTo>
                  <a:lnTo>
                    <a:pt x="0" y="112771"/>
                  </a:lnTo>
                  <a:lnTo>
                    <a:pt x="14229" y="218035"/>
                  </a:lnTo>
                  <a:lnTo>
                    <a:pt x="52661" y="250295"/>
                  </a:lnTo>
                  <a:lnTo>
                    <a:pt x="94176" y="257171"/>
                  </a:lnTo>
                  <a:lnTo>
                    <a:pt x="164608" y="235173"/>
                  </a:lnTo>
                  <a:lnTo>
                    <a:pt x="198690" y="220372"/>
                  </a:lnTo>
                  <a:lnTo>
                    <a:pt x="86731" y="220372"/>
                  </a:lnTo>
                  <a:lnTo>
                    <a:pt x="67931" y="217209"/>
                  </a:lnTo>
                  <a:lnTo>
                    <a:pt x="42606" y="206632"/>
                  </a:lnTo>
                  <a:lnTo>
                    <a:pt x="37642" y="180811"/>
                  </a:lnTo>
                  <a:lnTo>
                    <a:pt x="134502" y="180811"/>
                  </a:lnTo>
                  <a:lnTo>
                    <a:pt x="139074" y="180120"/>
                  </a:lnTo>
                  <a:lnTo>
                    <a:pt x="289698" y="180120"/>
                  </a:lnTo>
                  <a:lnTo>
                    <a:pt x="275562" y="75526"/>
                  </a:lnTo>
                  <a:lnTo>
                    <a:pt x="264108" y="42467"/>
                  </a:lnTo>
                  <a:lnTo>
                    <a:pt x="241641" y="17239"/>
                  </a:lnTo>
                  <a:lnTo>
                    <a:pt x="211353" y="2272"/>
                  </a:lnTo>
                  <a:lnTo>
                    <a:pt x="176434" y="0"/>
                  </a:lnTo>
                  <a:close/>
                </a:path>
                <a:path w="290194" h="257175">
                  <a:moveTo>
                    <a:pt x="289698" y="180120"/>
                  </a:moveTo>
                  <a:lnTo>
                    <a:pt x="139074" y="180120"/>
                  </a:lnTo>
                  <a:lnTo>
                    <a:pt x="142048" y="203156"/>
                  </a:lnTo>
                  <a:lnTo>
                    <a:pt x="108329" y="215797"/>
                  </a:lnTo>
                  <a:lnTo>
                    <a:pt x="86731" y="220372"/>
                  </a:lnTo>
                  <a:lnTo>
                    <a:pt x="198690" y="220372"/>
                  </a:lnTo>
                  <a:lnTo>
                    <a:pt x="289792" y="180811"/>
                  </a:lnTo>
                  <a:lnTo>
                    <a:pt x="289698" y="180120"/>
                  </a:lnTo>
                  <a:close/>
                </a:path>
                <a:path w="290194" h="257175">
                  <a:moveTo>
                    <a:pt x="134502" y="180811"/>
                  </a:moveTo>
                  <a:lnTo>
                    <a:pt x="37642" y="180811"/>
                  </a:lnTo>
                  <a:lnTo>
                    <a:pt x="63276" y="185630"/>
                  </a:lnTo>
                  <a:lnTo>
                    <a:pt x="82386" y="187164"/>
                  </a:lnTo>
                  <a:lnTo>
                    <a:pt x="104482" y="185349"/>
                  </a:lnTo>
                  <a:lnTo>
                    <a:pt x="134502" y="180811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6" name="object 236" descr=""/>
          <p:cNvGrpSpPr/>
          <p:nvPr/>
        </p:nvGrpSpPr>
        <p:grpSpPr>
          <a:xfrm>
            <a:off x="14822861" y="1936422"/>
            <a:ext cx="409575" cy="226060"/>
            <a:chOff x="14822861" y="1936422"/>
            <a:chExt cx="409575" cy="226060"/>
          </a:xfrm>
        </p:grpSpPr>
        <p:sp>
          <p:nvSpPr>
            <p:cNvPr id="237" name="object 237" descr=""/>
            <p:cNvSpPr/>
            <p:nvPr/>
          </p:nvSpPr>
          <p:spPr>
            <a:xfrm>
              <a:off x="14900632" y="1936422"/>
              <a:ext cx="331470" cy="226060"/>
            </a:xfrm>
            <a:custGeom>
              <a:avLst/>
              <a:gdLst/>
              <a:ahLst/>
              <a:cxnLst/>
              <a:rect l="l" t="t" r="r" b="b"/>
              <a:pathLst>
                <a:path w="331469" h="226060">
                  <a:moveTo>
                    <a:pt x="137537" y="0"/>
                  </a:moveTo>
                  <a:lnTo>
                    <a:pt x="83239" y="5412"/>
                  </a:lnTo>
                  <a:lnTo>
                    <a:pt x="43726" y="22363"/>
                  </a:lnTo>
                  <a:lnTo>
                    <a:pt x="11420" y="68978"/>
                  </a:lnTo>
                  <a:lnTo>
                    <a:pt x="0" y="106444"/>
                  </a:lnTo>
                  <a:lnTo>
                    <a:pt x="73674" y="82413"/>
                  </a:lnTo>
                  <a:lnTo>
                    <a:pt x="132306" y="86808"/>
                  </a:lnTo>
                  <a:lnTo>
                    <a:pt x="206559" y="130795"/>
                  </a:lnTo>
                  <a:lnTo>
                    <a:pt x="327099" y="225540"/>
                  </a:lnTo>
                  <a:lnTo>
                    <a:pt x="329003" y="212526"/>
                  </a:lnTo>
                  <a:lnTo>
                    <a:pt x="328946" y="123246"/>
                  </a:lnTo>
                  <a:lnTo>
                    <a:pt x="316796" y="56864"/>
                  </a:lnTo>
                  <a:lnTo>
                    <a:pt x="253330" y="16416"/>
                  </a:lnTo>
                  <a:lnTo>
                    <a:pt x="197330" y="4282"/>
                  </a:lnTo>
                  <a:lnTo>
                    <a:pt x="137537" y="0"/>
                  </a:lnTo>
                  <a:close/>
                </a:path>
              </a:pathLst>
            </a:custGeom>
            <a:solidFill>
              <a:srgbClr val="CEC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14822861" y="1983152"/>
              <a:ext cx="374650" cy="161925"/>
            </a:xfrm>
            <a:custGeom>
              <a:avLst/>
              <a:gdLst/>
              <a:ahLst/>
              <a:cxnLst/>
              <a:rect l="l" t="t" r="r" b="b"/>
              <a:pathLst>
                <a:path w="374650" h="161925">
                  <a:moveTo>
                    <a:pt x="177651" y="0"/>
                  </a:moveTo>
                  <a:lnTo>
                    <a:pt x="124883" y="1606"/>
                  </a:lnTo>
                  <a:lnTo>
                    <a:pt x="77098" y="9353"/>
                  </a:lnTo>
                  <a:lnTo>
                    <a:pt x="39712" y="22374"/>
                  </a:lnTo>
                  <a:lnTo>
                    <a:pt x="0" y="73224"/>
                  </a:lnTo>
                  <a:lnTo>
                    <a:pt x="1928" y="97053"/>
                  </a:lnTo>
                  <a:lnTo>
                    <a:pt x="31103" y="122709"/>
                  </a:lnTo>
                  <a:lnTo>
                    <a:pt x="94703" y="161612"/>
                  </a:lnTo>
                  <a:lnTo>
                    <a:pt x="102817" y="141450"/>
                  </a:lnTo>
                  <a:lnTo>
                    <a:pt x="135920" y="129914"/>
                  </a:lnTo>
                  <a:lnTo>
                    <a:pt x="185377" y="125701"/>
                  </a:lnTo>
                  <a:lnTo>
                    <a:pt x="242559" y="127506"/>
                  </a:lnTo>
                  <a:lnTo>
                    <a:pt x="298833" y="134027"/>
                  </a:lnTo>
                  <a:lnTo>
                    <a:pt x="345566" y="143960"/>
                  </a:lnTo>
                  <a:lnTo>
                    <a:pt x="374129" y="156000"/>
                  </a:lnTo>
                  <a:lnTo>
                    <a:pt x="369084" y="142496"/>
                  </a:lnTo>
                  <a:lnTo>
                    <a:pt x="335587" y="72246"/>
                  </a:lnTo>
                  <a:lnTo>
                    <a:pt x="311712" y="40684"/>
                  </a:lnTo>
                  <a:lnTo>
                    <a:pt x="276481" y="18673"/>
                  </a:lnTo>
                  <a:lnTo>
                    <a:pt x="229989" y="5400"/>
                  </a:lnTo>
                  <a:lnTo>
                    <a:pt x="177651" y="0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9" name="object 239" descr=""/>
          <p:cNvGrpSpPr/>
          <p:nvPr/>
        </p:nvGrpSpPr>
        <p:grpSpPr>
          <a:xfrm>
            <a:off x="14722065" y="7381001"/>
            <a:ext cx="284480" cy="177165"/>
            <a:chOff x="14722065" y="7381001"/>
            <a:chExt cx="284480" cy="177165"/>
          </a:xfrm>
        </p:grpSpPr>
        <p:sp>
          <p:nvSpPr>
            <p:cNvPr id="240" name="object 240" descr=""/>
            <p:cNvSpPr/>
            <p:nvPr/>
          </p:nvSpPr>
          <p:spPr>
            <a:xfrm>
              <a:off x="14739143" y="7381003"/>
              <a:ext cx="267335" cy="160020"/>
            </a:xfrm>
            <a:custGeom>
              <a:avLst/>
              <a:gdLst/>
              <a:ahLst/>
              <a:cxnLst/>
              <a:rect l="l" t="t" r="r" b="b"/>
              <a:pathLst>
                <a:path w="267334" h="160020">
                  <a:moveTo>
                    <a:pt x="200998" y="0"/>
                  </a:moveTo>
                  <a:lnTo>
                    <a:pt x="201827" y="28206"/>
                  </a:lnTo>
                  <a:lnTo>
                    <a:pt x="201719" y="43062"/>
                  </a:lnTo>
                  <a:lnTo>
                    <a:pt x="200325" y="49479"/>
                  </a:lnTo>
                  <a:lnTo>
                    <a:pt x="139467" y="78163"/>
                  </a:lnTo>
                  <a:lnTo>
                    <a:pt x="99475" y="94340"/>
                  </a:lnTo>
                  <a:lnTo>
                    <a:pt x="37328" y="103848"/>
                  </a:lnTo>
                  <a:lnTo>
                    <a:pt x="16023" y="106156"/>
                  </a:lnTo>
                  <a:lnTo>
                    <a:pt x="3417" y="110672"/>
                  </a:lnTo>
                  <a:lnTo>
                    <a:pt x="0" y="116911"/>
                  </a:lnTo>
                  <a:lnTo>
                    <a:pt x="2509" y="123911"/>
                  </a:lnTo>
                  <a:lnTo>
                    <a:pt x="59772" y="149687"/>
                  </a:lnTo>
                  <a:lnTo>
                    <a:pt x="110237" y="159285"/>
                  </a:lnTo>
                  <a:lnTo>
                    <a:pt x="130139" y="159785"/>
                  </a:lnTo>
                  <a:lnTo>
                    <a:pt x="170060" y="156503"/>
                  </a:lnTo>
                  <a:lnTo>
                    <a:pt x="190591" y="155665"/>
                  </a:lnTo>
                  <a:lnTo>
                    <a:pt x="246326" y="155665"/>
                  </a:lnTo>
                  <a:lnTo>
                    <a:pt x="251486" y="149283"/>
                  </a:lnTo>
                  <a:lnTo>
                    <a:pt x="253994" y="133577"/>
                  </a:lnTo>
                  <a:lnTo>
                    <a:pt x="255530" y="110256"/>
                  </a:lnTo>
                  <a:lnTo>
                    <a:pt x="256925" y="86294"/>
                  </a:lnTo>
                  <a:lnTo>
                    <a:pt x="259007" y="68654"/>
                  </a:lnTo>
                  <a:lnTo>
                    <a:pt x="261795" y="53087"/>
                  </a:lnTo>
                  <a:lnTo>
                    <a:pt x="264408" y="34645"/>
                  </a:lnTo>
                  <a:lnTo>
                    <a:pt x="266344" y="19241"/>
                  </a:lnTo>
                  <a:lnTo>
                    <a:pt x="267098" y="12795"/>
                  </a:lnTo>
                  <a:lnTo>
                    <a:pt x="240857" y="5390"/>
                  </a:lnTo>
                  <a:lnTo>
                    <a:pt x="225322" y="1596"/>
                  </a:lnTo>
                  <a:lnTo>
                    <a:pt x="214307" y="196"/>
                  </a:lnTo>
                  <a:lnTo>
                    <a:pt x="202054" y="2"/>
                  </a:lnTo>
                  <a:lnTo>
                    <a:pt x="200998" y="0"/>
                  </a:lnTo>
                  <a:close/>
                </a:path>
                <a:path w="267334" h="160020">
                  <a:moveTo>
                    <a:pt x="246326" y="155665"/>
                  </a:moveTo>
                  <a:lnTo>
                    <a:pt x="190591" y="155665"/>
                  </a:lnTo>
                  <a:lnTo>
                    <a:pt x="208212" y="156882"/>
                  </a:lnTo>
                  <a:lnTo>
                    <a:pt x="222993" y="158963"/>
                  </a:lnTo>
                  <a:lnTo>
                    <a:pt x="235890" y="159184"/>
                  </a:lnTo>
                  <a:lnTo>
                    <a:pt x="245767" y="156356"/>
                  </a:lnTo>
                  <a:lnTo>
                    <a:pt x="246326" y="155665"/>
                  </a:lnTo>
                  <a:close/>
                </a:path>
              </a:pathLst>
            </a:custGeom>
            <a:solidFill>
              <a:srgbClr val="3A2C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4891550" y="7448924"/>
              <a:ext cx="32384" cy="29209"/>
            </a:xfrm>
            <a:custGeom>
              <a:avLst/>
              <a:gdLst/>
              <a:ahLst/>
              <a:cxnLst/>
              <a:rect l="l" t="t" r="r" b="b"/>
              <a:pathLst>
                <a:path w="32384" h="29209">
                  <a:moveTo>
                    <a:pt x="1409" y="13754"/>
                  </a:moveTo>
                  <a:close/>
                </a:path>
                <a:path w="32384" h="29209">
                  <a:moveTo>
                    <a:pt x="4025" y="20701"/>
                  </a:moveTo>
                  <a:lnTo>
                    <a:pt x="3390" y="19151"/>
                  </a:lnTo>
                  <a:lnTo>
                    <a:pt x="2857" y="17576"/>
                  </a:lnTo>
                  <a:lnTo>
                    <a:pt x="2260" y="16014"/>
                  </a:lnTo>
                  <a:lnTo>
                    <a:pt x="1676" y="16014"/>
                  </a:lnTo>
                  <a:lnTo>
                    <a:pt x="1079" y="15938"/>
                  </a:lnTo>
                  <a:lnTo>
                    <a:pt x="482" y="15900"/>
                  </a:lnTo>
                  <a:lnTo>
                    <a:pt x="25" y="17513"/>
                  </a:lnTo>
                  <a:lnTo>
                    <a:pt x="0" y="19253"/>
                  </a:lnTo>
                  <a:lnTo>
                    <a:pt x="457" y="21082"/>
                  </a:lnTo>
                  <a:lnTo>
                    <a:pt x="1638" y="20955"/>
                  </a:lnTo>
                  <a:lnTo>
                    <a:pt x="2832" y="20789"/>
                  </a:lnTo>
                  <a:lnTo>
                    <a:pt x="4025" y="20701"/>
                  </a:lnTo>
                  <a:close/>
                </a:path>
                <a:path w="32384" h="29209">
                  <a:moveTo>
                    <a:pt x="7277" y="13627"/>
                  </a:moveTo>
                  <a:lnTo>
                    <a:pt x="6553" y="11899"/>
                  </a:lnTo>
                  <a:lnTo>
                    <a:pt x="5918" y="10134"/>
                  </a:lnTo>
                  <a:lnTo>
                    <a:pt x="5549" y="8394"/>
                  </a:lnTo>
                  <a:lnTo>
                    <a:pt x="4241" y="9652"/>
                  </a:lnTo>
                  <a:lnTo>
                    <a:pt x="3035" y="11010"/>
                  </a:lnTo>
                  <a:lnTo>
                    <a:pt x="2095" y="12471"/>
                  </a:lnTo>
                  <a:lnTo>
                    <a:pt x="2794" y="13741"/>
                  </a:lnTo>
                  <a:lnTo>
                    <a:pt x="4279" y="13703"/>
                  </a:lnTo>
                  <a:lnTo>
                    <a:pt x="5791" y="13716"/>
                  </a:lnTo>
                  <a:lnTo>
                    <a:pt x="7277" y="13627"/>
                  </a:lnTo>
                  <a:close/>
                </a:path>
                <a:path w="32384" h="29209">
                  <a:moveTo>
                    <a:pt x="7543" y="28295"/>
                  </a:moveTo>
                  <a:lnTo>
                    <a:pt x="6565" y="26314"/>
                  </a:lnTo>
                  <a:lnTo>
                    <a:pt x="5549" y="24345"/>
                  </a:lnTo>
                  <a:lnTo>
                    <a:pt x="4660" y="22288"/>
                  </a:lnTo>
                  <a:lnTo>
                    <a:pt x="3390" y="22415"/>
                  </a:lnTo>
                  <a:lnTo>
                    <a:pt x="2133" y="22479"/>
                  </a:lnTo>
                  <a:lnTo>
                    <a:pt x="901" y="22453"/>
                  </a:lnTo>
                  <a:lnTo>
                    <a:pt x="2082" y="25361"/>
                  </a:lnTo>
                  <a:lnTo>
                    <a:pt x="4597" y="27444"/>
                  </a:lnTo>
                  <a:lnTo>
                    <a:pt x="7543" y="28295"/>
                  </a:lnTo>
                  <a:close/>
                </a:path>
                <a:path w="32384" h="29209">
                  <a:moveTo>
                    <a:pt x="9906" y="20205"/>
                  </a:moveTo>
                  <a:lnTo>
                    <a:pt x="9652" y="19494"/>
                  </a:lnTo>
                  <a:lnTo>
                    <a:pt x="9372" y="18783"/>
                  </a:lnTo>
                  <a:lnTo>
                    <a:pt x="8826" y="17335"/>
                  </a:lnTo>
                  <a:lnTo>
                    <a:pt x="8140" y="15748"/>
                  </a:lnTo>
                  <a:lnTo>
                    <a:pt x="6756" y="15875"/>
                  </a:lnTo>
                  <a:lnTo>
                    <a:pt x="5372" y="15951"/>
                  </a:lnTo>
                  <a:lnTo>
                    <a:pt x="3975" y="15976"/>
                  </a:lnTo>
                  <a:lnTo>
                    <a:pt x="4699" y="17462"/>
                  </a:lnTo>
                  <a:lnTo>
                    <a:pt x="5397" y="18948"/>
                  </a:lnTo>
                  <a:lnTo>
                    <a:pt x="6045" y="20485"/>
                  </a:lnTo>
                  <a:lnTo>
                    <a:pt x="9906" y="20205"/>
                  </a:lnTo>
                  <a:close/>
                </a:path>
                <a:path w="32384" h="29209">
                  <a:moveTo>
                    <a:pt x="10147" y="4356"/>
                  </a:moveTo>
                  <a:close/>
                </a:path>
                <a:path w="32384" h="29209">
                  <a:moveTo>
                    <a:pt x="13157" y="12992"/>
                  </a:moveTo>
                  <a:lnTo>
                    <a:pt x="12268" y="10744"/>
                  </a:lnTo>
                  <a:lnTo>
                    <a:pt x="11277" y="8369"/>
                  </a:lnTo>
                  <a:lnTo>
                    <a:pt x="10604" y="6032"/>
                  </a:lnTo>
                  <a:lnTo>
                    <a:pt x="9791" y="6057"/>
                  </a:lnTo>
                  <a:lnTo>
                    <a:pt x="8991" y="5981"/>
                  </a:lnTo>
                  <a:lnTo>
                    <a:pt x="8204" y="5969"/>
                  </a:lnTo>
                  <a:lnTo>
                    <a:pt x="7658" y="6438"/>
                  </a:lnTo>
                  <a:lnTo>
                    <a:pt x="6667" y="7340"/>
                  </a:lnTo>
                  <a:lnTo>
                    <a:pt x="7734" y="9169"/>
                  </a:lnTo>
                  <a:lnTo>
                    <a:pt x="8445" y="11341"/>
                  </a:lnTo>
                  <a:lnTo>
                    <a:pt x="9105" y="13423"/>
                  </a:lnTo>
                  <a:lnTo>
                    <a:pt x="10452" y="13309"/>
                  </a:lnTo>
                  <a:lnTo>
                    <a:pt x="13157" y="12992"/>
                  </a:lnTo>
                  <a:close/>
                </a:path>
                <a:path w="32384" h="29209">
                  <a:moveTo>
                    <a:pt x="13233" y="28308"/>
                  </a:moveTo>
                  <a:lnTo>
                    <a:pt x="12204" y="26111"/>
                  </a:lnTo>
                  <a:lnTo>
                    <a:pt x="11277" y="23850"/>
                  </a:lnTo>
                  <a:lnTo>
                    <a:pt x="10414" y="21551"/>
                  </a:lnTo>
                  <a:lnTo>
                    <a:pt x="9194" y="21729"/>
                  </a:lnTo>
                  <a:lnTo>
                    <a:pt x="6680" y="22072"/>
                  </a:lnTo>
                  <a:lnTo>
                    <a:pt x="7531" y="24231"/>
                  </a:lnTo>
                  <a:lnTo>
                    <a:pt x="8267" y="26428"/>
                  </a:lnTo>
                  <a:lnTo>
                    <a:pt x="8928" y="28625"/>
                  </a:lnTo>
                  <a:lnTo>
                    <a:pt x="9906" y="28765"/>
                  </a:lnTo>
                  <a:lnTo>
                    <a:pt x="10896" y="28841"/>
                  </a:lnTo>
                  <a:lnTo>
                    <a:pt x="12331" y="28600"/>
                  </a:lnTo>
                  <a:lnTo>
                    <a:pt x="12788" y="28448"/>
                  </a:lnTo>
                  <a:lnTo>
                    <a:pt x="13233" y="28308"/>
                  </a:lnTo>
                  <a:close/>
                </a:path>
                <a:path w="32384" h="29209">
                  <a:moveTo>
                    <a:pt x="15341" y="19748"/>
                  </a:moveTo>
                  <a:lnTo>
                    <a:pt x="14566" y="17005"/>
                  </a:lnTo>
                  <a:lnTo>
                    <a:pt x="14071" y="15455"/>
                  </a:lnTo>
                  <a:lnTo>
                    <a:pt x="13970" y="15240"/>
                  </a:lnTo>
                  <a:lnTo>
                    <a:pt x="13906" y="15036"/>
                  </a:lnTo>
                  <a:lnTo>
                    <a:pt x="12547" y="15252"/>
                  </a:lnTo>
                  <a:lnTo>
                    <a:pt x="11188" y="15443"/>
                  </a:lnTo>
                  <a:lnTo>
                    <a:pt x="9829" y="15595"/>
                  </a:lnTo>
                  <a:lnTo>
                    <a:pt x="9918" y="15811"/>
                  </a:lnTo>
                  <a:lnTo>
                    <a:pt x="9969" y="16052"/>
                  </a:lnTo>
                  <a:lnTo>
                    <a:pt x="11468" y="20091"/>
                  </a:lnTo>
                  <a:lnTo>
                    <a:pt x="13398" y="19964"/>
                  </a:lnTo>
                  <a:lnTo>
                    <a:pt x="14681" y="19850"/>
                  </a:lnTo>
                  <a:lnTo>
                    <a:pt x="15341" y="19748"/>
                  </a:lnTo>
                  <a:close/>
                </a:path>
                <a:path w="32384" h="29209">
                  <a:moveTo>
                    <a:pt x="17373" y="26390"/>
                  </a:moveTo>
                  <a:lnTo>
                    <a:pt x="16725" y="24574"/>
                  </a:lnTo>
                  <a:lnTo>
                    <a:pt x="16141" y="22707"/>
                  </a:lnTo>
                  <a:lnTo>
                    <a:pt x="15633" y="20815"/>
                  </a:lnTo>
                  <a:lnTo>
                    <a:pt x="14884" y="20929"/>
                  </a:lnTo>
                  <a:lnTo>
                    <a:pt x="14135" y="21069"/>
                  </a:lnTo>
                  <a:lnTo>
                    <a:pt x="13398" y="21145"/>
                  </a:lnTo>
                  <a:lnTo>
                    <a:pt x="12928" y="21196"/>
                  </a:lnTo>
                  <a:lnTo>
                    <a:pt x="12407" y="21285"/>
                  </a:lnTo>
                  <a:lnTo>
                    <a:pt x="11925" y="21348"/>
                  </a:lnTo>
                  <a:lnTo>
                    <a:pt x="12738" y="23571"/>
                  </a:lnTo>
                  <a:lnTo>
                    <a:pt x="13474" y="25793"/>
                  </a:lnTo>
                  <a:lnTo>
                    <a:pt x="14109" y="28041"/>
                  </a:lnTo>
                  <a:lnTo>
                    <a:pt x="15201" y="27635"/>
                  </a:lnTo>
                  <a:lnTo>
                    <a:pt x="16281" y="27051"/>
                  </a:lnTo>
                  <a:lnTo>
                    <a:pt x="17373" y="26390"/>
                  </a:lnTo>
                  <a:close/>
                </a:path>
                <a:path w="32384" h="29209">
                  <a:moveTo>
                    <a:pt x="17449" y="4356"/>
                  </a:moveTo>
                  <a:lnTo>
                    <a:pt x="17081" y="3136"/>
                  </a:lnTo>
                  <a:lnTo>
                    <a:pt x="16383" y="711"/>
                  </a:lnTo>
                  <a:lnTo>
                    <a:pt x="14643" y="1333"/>
                  </a:lnTo>
                  <a:lnTo>
                    <a:pt x="12954" y="2286"/>
                  </a:lnTo>
                  <a:lnTo>
                    <a:pt x="11391" y="3403"/>
                  </a:lnTo>
                  <a:lnTo>
                    <a:pt x="11569" y="3721"/>
                  </a:lnTo>
                  <a:lnTo>
                    <a:pt x="11798" y="3975"/>
                  </a:lnTo>
                  <a:lnTo>
                    <a:pt x="11950" y="4318"/>
                  </a:lnTo>
                  <a:lnTo>
                    <a:pt x="13804" y="4292"/>
                  </a:lnTo>
                  <a:lnTo>
                    <a:pt x="15671" y="4356"/>
                  </a:lnTo>
                  <a:lnTo>
                    <a:pt x="17449" y="4356"/>
                  </a:lnTo>
                  <a:close/>
                </a:path>
                <a:path w="32384" h="29209">
                  <a:moveTo>
                    <a:pt x="19735" y="12077"/>
                  </a:moveTo>
                  <a:lnTo>
                    <a:pt x="19151" y="9880"/>
                  </a:lnTo>
                  <a:lnTo>
                    <a:pt x="18453" y="7759"/>
                  </a:lnTo>
                  <a:lnTo>
                    <a:pt x="17818" y="5588"/>
                  </a:lnTo>
                  <a:lnTo>
                    <a:pt x="16090" y="5727"/>
                  </a:lnTo>
                  <a:lnTo>
                    <a:pt x="12649" y="5943"/>
                  </a:lnTo>
                  <a:lnTo>
                    <a:pt x="13512" y="8178"/>
                  </a:lnTo>
                  <a:lnTo>
                    <a:pt x="14135" y="10579"/>
                  </a:lnTo>
                  <a:lnTo>
                    <a:pt x="14757" y="12814"/>
                  </a:lnTo>
                  <a:lnTo>
                    <a:pt x="15354" y="12738"/>
                  </a:lnTo>
                  <a:lnTo>
                    <a:pt x="15925" y="12712"/>
                  </a:lnTo>
                  <a:lnTo>
                    <a:pt x="17551" y="12471"/>
                  </a:lnTo>
                  <a:lnTo>
                    <a:pt x="19735" y="12077"/>
                  </a:lnTo>
                  <a:close/>
                </a:path>
                <a:path w="32384" h="29209">
                  <a:moveTo>
                    <a:pt x="21424" y="18910"/>
                  </a:moveTo>
                  <a:lnTo>
                    <a:pt x="21082" y="17259"/>
                  </a:lnTo>
                  <a:lnTo>
                    <a:pt x="20612" y="15621"/>
                  </a:lnTo>
                  <a:lnTo>
                    <a:pt x="20193" y="13982"/>
                  </a:lnTo>
                  <a:lnTo>
                    <a:pt x="16967" y="14541"/>
                  </a:lnTo>
                  <a:lnTo>
                    <a:pt x="15341" y="14808"/>
                  </a:lnTo>
                  <a:lnTo>
                    <a:pt x="15836" y="16370"/>
                  </a:lnTo>
                  <a:lnTo>
                    <a:pt x="16357" y="17957"/>
                  </a:lnTo>
                  <a:lnTo>
                    <a:pt x="16865" y="19558"/>
                  </a:lnTo>
                  <a:lnTo>
                    <a:pt x="21424" y="18910"/>
                  </a:lnTo>
                  <a:close/>
                </a:path>
                <a:path w="32384" h="29209">
                  <a:moveTo>
                    <a:pt x="21958" y="4292"/>
                  </a:moveTo>
                  <a:lnTo>
                    <a:pt x="21412" y="2895"/>
                  </a:lnTo>
                  <a:lnTo>
                    <a:pt x="20955" y="1485"/>
                  </a:lnTo>
                  <a:lnTo>
                    <a:pt x="20637" y="88"/>
                  </a:lnTo>
                  <a:lnTo>
                    <a:pt x="19431" y="0"/>
                  </a:lnTo>
                  <a:lnTo>
                    <a:pt x="18237" y="127"/>
                  </a:lnTo>
                  <a:lnTo>
                    <a:pt x="17056" y="482"/>
                  </a:lnTo>
                  <a:lnTo>
                    <a:pt x="17462" y="1778"/>
                  </a:lnTo>
                  <a:lnTo>
                    <a:pt x="17856" y="3060"/>
                  </a:lnTo>
                  <a:lnTo>
                    <a:pt x="18262" y="4356"/>
                  </a:lnTo>
                  <a:lnTo>
                    <a:pt x="19456" y="4330"/>
                  </a:lnTo>
                  <a:lnTo>
                    <a:pt x="20701" y="4279"/>
                  </a:lnTo>
                  <a:lnTo>
                    <a:pt x="21958" y="4292"/>
                  </a:lnTo>
                  <a:close/>
                </a:path>
                <a:path w="32384" h="29209">
                  <a:moveTo>
                    <a:pt x="22174" y="22910"/>
                  </a:moveTo>
                  <a:lnTo>
                    <a:pt x="21983" y="21869"/>
                  </a:lnTo>
                  <a:lnTo>
                    <a:pt x="21844" y="20828"/>
                  </a:lnTo>
                  <a:lnTo>
                    <a:pt x="21628" y="19761"/>
                  </a:lnTo>
                  <a:lnTo>
                    <a:pt x="20142" y="20040"/>
                  </a:lnTo>
                  <a:lnTo>
                    <a:pt x="18656" y="20320"/>
                  </a:lnTo>
                  <a:lnTo>
                    <a:pt x="17183" y="20586"/>
                  </a:lnTo>
                  <a:lnTo>
                    <a:pt x="17703" y="22275"/>
                  </a:lnTo>
                  <a:lnTo>
                    <a:pt x="18135" y="23990"/>
                  </a:lnTo>
                  <a:lnTo>
                    <a:pt x="18478" y="25717"/>
                  </a:lnTo>
                  <a:lnTo>
                    <a:pt x="19748" y="24866"/>
                  </a:lnTo>
                  <a:lnTo>
                    <a:pt x="20993" y="23914"/>
                  </a:lnTo>
                  <a:lnTo>
                    <a:pt x="22174" y="22910"/>
                  </a:lnTo>
                  <a:close/>
                </a:path>
                <a:path w="32384" h="29209">
                  <a:moveTo>
                    <a:pt x="24422" y="11493"/>
                  </a:moveTo>
                  <a:lnTo>
                    <a:pt x="24231" y="10769"/>
                  </a:lnTo>
                  <a:lnTo>
                    <a:pt x="24079" y="10045"/>
                  </a:lnTo>
                  <a:lnTo>
                    <a:pt x="23863" y="9321"/>
                  </a:lnTo>
                  <a:lnTo>
                    <a:pt x="23482" y="8013"/>
                  </a:lnTo>
                  <a:lnTo>
                    <a:pt x="22402" y="5359"/>
                  </a:lnTo>
                  <a:lnTo>
                    <a:pt x="21145" y="5372"/>
                  </a:lnTo>
                  <a:lnTo>
                    <a:pt x="19900" y="5448"/>
                  </a:lnTo>
                  <a:lnTo>
                    <a:pt x="18643" y="5537"/>
                  </a:lnTo>
                  <a:lnTo>
                    <a:pt x="20002" y="9804"/>
                  </a:lnTo>
                  <a:lnTo>
                    <a:pt x="20650" y="11938"/>
                  </a:lnTo>
                  <a:lnTo>
                    <a:pt x="21907" y="11734"/>
                  </a:lnTo>
                  <a:lnTo>
                    <a:pt x="23164" y="11582"/>
                  </a:lnTo>
                  <a:lnTo>
                    <a:pt x="24422" y="11493"/>
                  </a:lnTo>
                  <a:close/>
                </a:path>
                <a:path w="32384" h="29209">
                  <a:moveTo>
                    <a:pt x="25984" y="18440"/>
                  </a:moveTo>
                  <a:lnTo>
                    <a:pt x="25628" y="16687"/>
                  </a:lnTo>
                  <a:lnTo>
                    <a:pt x="25260" y="14947"/>
                  </a:lnTo>
                  <a:lnTo>
                    <a:pt x="24853" y="13208"/>
                  </a:lnTo>
                  <a:lnTo>
                    <a:pt x="22453" y="13589"/>
                  </a:lnTo>
                  <a:lnTo>
                    <a:pt x="21247" y="13792"/>
                  </a:lnTo>
                  <a:lnTo>
                    <a:pt x="21742" y="15468"/>
                  </a:lnTo>
                  <a:lnTo>
                    <a:pt x="22288" y="17094"/>
                  </a:lnTo>
                  <a:lnTo>
                    <a:pt x="22783" y="18745"/>
                  </a:lnTo>
                  <a:lnTo>
                    <a:pt x="23850" y="18605"/>
                  </a:lnTo>
                  <a:lnTo>
                    <a:pt x="24930" y="18491"/>
                  </a:lnTo>
                  <a:lnTo>
                    <a:pt x="25984" y="18440"/>
                  </a:lnTo>
                  <a:close/>
                </a:path>
                <a:path w="32384" h="29209">
                  <a:moveTo>
                    <a:pt x="26162" y="19202"/>
                  </a:moveTo>
                  <a:lnTo>
                    <a:pt x="26123" y="19075"/>
                  </a:lnTo>
                  <a:lnTo>
                    <a:pt x="25095" y="19202"/>
                  </a:lnTo>
                  <a:lnTo>
                    <a:pt x="24066" y="19367"/>
                  </a:lnTo>
                  <a:lnTo>
                    <a:pt x="23025" y="19545"/>
                  </a:lnTo>
                  <a:lnTo>
                    <a:pt x="23241" y="20269"/>
                  </a:lnTo>
                  <a:lnTo>
                    <a:pt x="23380" y="20993"/>
                  </a:lnTo>
                  <a:lnTo>
                    <a:pt x="23558" y="21704"/>
                  </a:lnTo>
                  <a:lnTo>
                    <a:pt x="24498" y="20866"/>
                  </a:lnTo>
                  <a:lnTo>
                    <a:pt x="25374" y="20040"/>
                  </a:lnTo>
                  <a:lnTo>
                    <a:pt x="26162" y="19265"/>
                  </a:lnTo>
                  <a:close/>
                </a:path>
                <a:path w="32384" h="29209">
                  <a:moveTo>
                    <a:pt x="31927" y="9817"/>
                  </a:moveTo>
                  <a:lnTo>
                    <a:pt x="28575" y="6223"/>
                  </a:lnTo>
                  <a:lnTo>
                    <a:pt x="28333" y="5994"/>
                  </a:lnTo>
                  <a:lnTo>
                    <a:pt x="27787" y="3314"/>
                  </a:lnTo>
                  <a:lnTo>
                    <a:pt x="25869" y="1104"/>
                  </a:lnTo>
                  <a:lnTo>
                    <a:pt x="21920" y="215"/>
                  </a:lnTo>
                  <a:lnTo>
                    <a:pt x="22504" y="1587"/>
                  </a:lnTo>
                  <a:lnTo>
                    <a:pt x="23126" y="2921"/>
                  </a:lnTo>
                  <a:lnTo>
                    <a:pt x="23634" y="4394"/>
                  </a:lnTo>
                  <a:lnTo>
                    <a:pt x="24942" y="4508"/>
                  </a:lnTo>
                  <a:lnTo>
                    <a:pt x="26225" y="4762"/>
                  </a:lnTo>
                  <a:lnTo>
                    <a:pt x="27457" y="5473"/>
                  </a:lnTo>
                  <a:lnTo>
                    <a:pt x="27368" y="5626"/>
                  </a:lnTo>
                  <a:lnTo>
                    <a:pt x="26149" y="5448"/>
                  </a:lnTo>
                  <a:lnTo>
                    <a:pt x="25031" y="5461"/>
                  </a:lnTo>
                  <a:lnTo>
                    <a:pt x="23926" y="5435"/>
                  </a:lnTo>
                  <a:lnTo>
                    <a:pt x="24561" y="7404"/>
                  </a:lnTo>
                  <a:lnTo>
                    <a:pt x="25158" y="9398"/>
                  </a:lnTo>
                  <a:lnTo>
                    <a:pt x="25628" y="11442"/>
                  </a:lnTo>
                  <a:lnTo>
                    <a:pt x="27178" y="11417"/>
                  </a:lnTo>
                  <a:lnTo>
                    <a:pt x="28702" y="11506"/>
                  </a:lnTo>
                  <a:lnTo>
                    <a:pt x="30403" y="12090"/>
                  </a:lnTo>
                  <a:lnTo>
                    <a:pt x="30340" y="12484"/>
                  </a:lnTo>
                  <a:lnTo>
                    <a:pt x="28714" y="12649"/>
                  </a:lnTo>
                  <a:lnTo>
                    <a:pt x="26022" y="13030"/>
                  </a:lnTo>
                  <a:lnTo>
                    <a:pt x="26377" y="14846"/>
                  </a:lnTo>
                  <a:lnTo>
                    <a:pt x="26670" y="16675"/>
                  </a:lnTo>
                  <a:lnTo>
                    <a:pt x="26860" y="18465"/>
                  </a:lnTo>
                  <a:lnTo>
                    <a:pt x="30505" y="14833"/>
                  </a:lnTo>
                  <a:lnTo>
                    <a:pt x="31927" y="9817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2" name="object 242" descr=""/>
            <p:cNvSpPr/>
            <p:nvPr/>
          </p:nvSpPr>
          <p:spPr>
            <a:xfrm>
              <a:off x="14913838" y="7440100"/>
              <a:ext cx="20320" cy="24765"/>
            </a:xfrm>
            <a:custGeom>
              <a:avLst/>
              <a:gdLst/>
              <a:ahLst/>
              <a:cxnLst/>
              <a:rect l="l" t="t" r="r" b="b"/>
              <a:pathLst>
                <a:path w="20319" h="24765">
                  <a:moveTo>
                    <a:pt x="4416" y="1864"/>
                  </a:moveTo>
                  <a:lnTo>
                    <a:pt x="3241" y="2420"/>
                  </a:lnTo>
                  <a:lnTo>
                    <a:pt x="44" y="3803"/>
                  </a:lnTo>
                  <a:lnTo>
                    <a:pt x="3204" y="12837"/>
                  </a:lnTo>
                  <a:lnTo>
                    <a:pt x="5183" y="13685"/>
                  </a:lnTo>
                  <a:lnTo>
                    <a:pt x="8114" y="22501"/>
                  </a:lnTo>
                  <a:lnTo>
                    <a:pt x="15402" y="24721"/>
                  </a:lnTo>
                  <a:lnTo>
                    <a:pt x="14523" y="19601"/>
                  </a:lnTo>
                  <a:lnTo>
                    <a:pt x="10774" y="16386"/>
                  </a:lnTo>
                  <a:lnTo>
                    <a:pt x="10502" y="16187"/>
                  </a:lnTo>
                  <a:lnTo>
                    <a:pt x="19987" y="16187"/>
                  </a:lnTo>
                  <a:lnTo>
                    <a:pt x="16187" y="12680"/>
                  </a:lnTo>
                  <a:lnTo>
                    <a:pt x="11455" y="12428"/>
                  </a:lnTo>
                  <a:lnTo>
                    <a:pt x="10921" y="12428"/>
                  </a:lnTo>
                  <a:lnTo>
                    <a:pt x="16125" y="10387"/>
                  </a:lnTo>
                  <a:lnTo>
                    <a:pt x="16872" y="9193"/>
                  </a:lnTo>
                  <a:lnTo>
                    <a:pt x="8963" y="9193"/>
                  </a:lnTo>
                  <a:lnTo>
                    <a:pt x="9783" y="7821"/>
                  </a:lnTo>
                  <a:lnTo>
                    <a:pt x="5434" y="7821"/>
                  </a:lnTo>
                  <a:lnTo>
                    <a:pt x="4795" y="2272"/>
                  </a:lnTo>
                  <a:lnTo>
                    <a:pt x="4416" y="1864"/>
                  </a:lnTo>
                  <a:close/>
                </a:path>
                <a:path w="20319" h="24765">
                  <a:moveTo>
                    <a:pt x="19987" y="16187"/>
                  </a:moveTo>
                  <a:lnTo>
                    <a:pt x="10502" y="16187"/>
                  </a:lnTo>
                  <a:lnTo>
                    <a:pt x="15863" y="17737"/>
                  </a:lnTo>
                  <a:lnTo>
                    <a:pt x="20009" y="16208"/>
                  </a:lnTo>
                  <a:close/>
                </a:path>
                <a:path w="20319" h="24765">
                  <a:moveTo>
                    <a:pt x="13287" y="6177"/>
                  </a:moveTo>
                  <a:lnTo>
                    <a:pt x="9224" y="8973"/>
                  </a:lnTo>
                  <a:lnTo>
                    <a:pt x="8963" y="9193"/>
                  </a:lnTo>
                  <a:lnTo>
                    <a:pt x="16872" y="9193"/>
                  </a:lnTo>
                  <a:lnTo>
                    <a:pt x="18470" y="6638"/>
                  </a:lnTo>
                  <a:lnTo>
                    <a:pt x="13287" y="6177"/>
                  </a:lnTo>
                  <a:close/>
                </a:path>
                <a:path w="20319" h="24765">
                  <a:moveTo>
                    <a:pt x="11423" y="0"/>
                  </a:moveTo>
                  <a:lnTo>
                    <a:pt x="7025" y="2795"/>
                  </a:lnTo>
                  <a:lnTo>
                    <a:pt x="5580" y="7298"/>
                  </a:lnTo>
                  <a:lnTo>
                    <a:pt x="5434" y="7821"/>
                  </a:lnTo>
                  <a:lnTo>
                    <a:pt x="9783" y="7821"/>
                  </a:lnTo>
                  <a:lnTo>
                    <a:pt x="11832" y="4397"/>
                  </a:lnTo>
                  <a:lnTo>
                    <a:pt x="11423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3" name="object 243" descr=""/>
            <p:cNvSpPr/>
            <p:nvPr/>
          </p:nvSpPr>
          <p:spPr>
            <a:xfrm>
              <a:off x="14974252" y="7411014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09">
                  <a:moveTo>
                    <a:pt x="1409" y="13766"/>
                  </a:moveTo>
                  <a:close/>
                </a:path>
                <a:path w="29209" h="29209">
                  <a:moveTo>
                    <a:pt x="4025" y="20688"/>
                  </a:moveTo>
                  <a:lnTo>
                    <a:pt x="3390" y="19138"/>
                  </a:lnTo>
                  <a:lnTo>
                    <a:pt x="2857" y="17576"/>
                  </a:lnTo>
                  <a:lnTo>
                    <a:pt x="2260" y="16014"/>
                  </a:lnTo>
                  <a:lnTo>
                    <a:pt x="1663" y="16002"/>
                  </a:lnTo>
                  <a:lnTo>
                    <a:pt x="1066" y="15925"/>
                  </a:lnTo>
                  <a:lnTo>
                    <a:pt x="469" y="15900"/>
                  </a:lnTo>
                  <a:lnTo>
                    <a:pt x="12" y="17513"/>
                  </a:lnTo>
                  <a:lnTo>
                    <a:pt x="0" y="19253"/>
                  </a:lnTo>
                  <a:lnTo>
                    <a:pt x="444" y="21082"/>
                  </a:lnTo>
                  <a:lnTo>
                    <a:pt x="1638" y="20955"/>
                  </a:lnTo>
                  <a:lnTo>
                    <a:pt x="2819" y="20789"/>
                  </a:lnTo>
                  <a:lnTo>
                    <a:pt x="4025" y="20688"/>
                  </a:lnTo>
                  <a:close/>
                </a:path>
                <a:path w="29209" h="29209">
                  <a:moveTo>
                    <a:pt x="7277" y="13614"/>
                  </a:moveTo>
                  <a:lnTo>
                    <a:pt x="6553" y="11887"/>
                  </a:lnTo>
                  <a:lnTo>
                    <a:pt x="5918" y="10134"/>
                  </a:lnTo>
                  <a:lnTo>
                    <a:pt x="5549" y="8382"/>
                  </a:lnTo>
                  <a:lnTo>
                    <a:pt x="4241" y="9652"/>
                  </a:lnTo>
                  <a:lnTo>
                    <a:pt x="3035" y="10998"/>
                  </a:lnTo>
                  <a:lnTo>
                    <a:pt x="2095" y="12471"/>
                  </a:lnTo>
                  <a:lnTo>
                    <a:pt x="2781" y="13728"/>
                  </a:lnTo>
                  <a:lnTo>
                    <a:pt x="4279" y="13690"/>
                  </a:lnTo>
                  <a:lnTo>
                    <a:pt x="5791" y="13728"/>
                  </a:lnTo>
                  <a:lnTo>
                    <a:pt x="7277" y="13614"/>
                  </a:lnTo>
                  <a:close/>
                </a:path>
                <a:path w="29209" h="29209">
                  <a:moveTo>
                    <a:pt x="7531" y="28295"/>
                  </a:moveTo>
                  <a:lnTo>
                    <a:pt x="6565" y="26301"/>
                  </a:lnTo>
                  <a:lnTo>
                    <a:pt x="5549" y="24333"/>
                  </a:lnTo>
                  <a:lnTo>
                    <a:pt x="4660" y="22275"/>
                  </a:lnTo>
                  <a:lnTo>
                    <a:pt x="3390" y="22402"/>
                  </a:lnTo>
                  <a:lnTo>
                    <a:pt x="2133" y="22466"/>
                  </a:lnTo>
                  <a:lnTo>
                    <a:pt x="901" y="22453"/>
                  </a:lnTo>
                  <a:lnTo>
                    <a:pt x="2057" y="25349"/>
                  </a:lnTo>
                  <a:lnTo>
                    <a:pt x="4597" y="27444"/>
                  </a:lnTo>
                  <a:lnTo>
                    <a:pt x="7531" y="28295"/>
                  </a:lnTo>
                  <a:close/>
                </a:path>
                <a:path w="29209" h="29209">
                  <a:moveTo>
                    <a:pt x="9893" y="20193"/>
                  </a:moveTo>
                  <a:lnTo>
                    <a:pt x="8826" y="17335"/>
                  </a:lnTo>
                  <a:lnTo>
                    <a:pt x="8140" y="15735"/>
                  </a:lnTo>
                  <a:lnTo>
                    <a:pt x="6743" y="15862"/>
                  </a:lnTo>
                  <a:lnTo>
                    <a:pt x="5359" y="15938"/>
                  </a:lnTo>
                  <a:lnTo>
                    <a:pt x="3975" y="15976"/>
                  </a:lnTo>
                  <a:lnTo>
                    <a:pt x="4699" y="17449"/>
                  </a:lnTo>
                  <a:lnTo>
                    <a:pt x="5384" y="18948"/>
                  </a:lnTo>
                  <a:lnTo>
                    <a:pt x="6019" y="20472"/>
                  </a:lnTo>
                  <a:lnTo>
                    <a:pt x="9893" y="20193"/>
                  </a:lnTo>
                  <a:close/>
                </a:path>
                <a:path w="29209" h="29209">
                  <a:moveTo>
                    <a:pt x="10134" y="4343"/>
                  </a:moveTo>
                  <a:close/>
                </a:path>
                <a:path w="29209" h="29209">
                  <a:moveTo>
                    <a:pt x="13144" y="12979"/>
                  </a:moveTo>
                  <a:lnTo>
                    <a:pt x="12255" y="10731"/>
                  </a:lnTo>
                  <a:lnTo>
                    <a:pt x="11277" y="8369"/>
                  </a:lnTo>
                  <a:lnTo>
                    <a:pt x="10591" y="6032"/>
                  </a:lnTo>
                  <a:lnTo>
                    <a:pt x="9791" y="6045"/>
                  </a:lnTo>
                  <a:lnTo>
                    <a:pt x="8991" y="5981"/>
                  </a:lnTo>
                  <a:lnTo>
                    <a:pt x="8191" y="5956"/>
                  </a:lnTo>
                  <a:lnTo>
                    <a:pt x="7645" y="6426"/>
                  </a:lnTo>
                  <a:lnTo>
                    <a:pt x="6654" y="7327"/>
                  </a:lnTo>
                  <a:lnTo>
                    <a:pt x="7721" y="9156"/>
                  </a:lnTo>
                  <a:lnTo>
                    <a:pt x="8445" y="11341"/>
                  </a:lnTo>
                  <a:lnTo>
                    <a:pt x="9105" y="13423"/>
                  </a:lnTo>
                  <a:lnTo>
                    <a:pt x="10439" y="13309"/>
                  </a:lnTo>
                  <a:lnTo>
                    <a:pt x="13144" y="12979"/>
                  </a:lnTo>
                  <a:close/>
                </a:path>
                <a:path w="29209" h="29209">
                  <a:moveTo>
                    <a:pt x="13233" y="28308"/>
                  </a:moveTo>
                  <a:lnTo>
                    <a:pt x="12192" y="26098"/>
                  </a:lnTo>
                  <a:lnTo>
                    <a:pt x="11277" y="23837"/>
                  </a:lnTo>
                  <a:lnTo>
                    <a:pt x="10414" y="21551"/>
                  </a:lnTo>
                  <a:lnTo>
                    <a:pt x="9194" y="21729"/>
                  </a:lnTo>
                  <a:lnTo>
                    <a:pt x="6680" y="22059"/>
                  </a:lnTo>
                  <a:lnTo>
                    <a:pt x="7518" y="24218"/>
                  </a:lnTo>
                  <a:lnTo>
                    <a:pt x="8255" y="26416"/>
                  </a:lnTo>
                  <a:lnTo>
                    <a:pt x="8915" y="28613"/>
                  </a:lnTo>
                  <a:lnTo>
                    <a:pt x="9906" y="28765"/>
                  </a:lnTo>
                  <a:lnTo>
                    <a:pt x="10896" y="28841"/>
                  </a:lnTo>
                  <a:lnTo>
                    <a:pt x="12331" y="28600"/>
                  </a:lnTo>
                  <a:lnTo>
                    <a:pt x="12776" y="28435"/>
                  </a:lnTo>
                  <a:lnTo>
                    <a:pt x="13233" y="28308"/>
                  </a:lnTo>
                  <a:close/>
                </a:path>
                <a:path w="29209" h="29209">
                  <a:moveTo>
                    <a:pt x="15328" y="19748"/>
                  </a:moveTo>
                  <a:lnTo>
                    <a:pt x="14566" y="16979"/>
                  </a:lnTo>
                  <a:lnTo>
                    <a:pt x="14122" y="15646"/>
                  </a:lnTo>
                  <a:lnTo>
                    <a:pt x="14071" y="15443"/>
                  </a:lnTo>
                  <a:lnTo>
                    <a:pt x="13970" y="15240"/>
                  </a:lnTo>
                  <a:lnTo>
                    <a:pt x="13906" y="15036"/>
                  </a:lnTo>
                  <a:lnTo>
                    <a:pt x="12547" y="15240"/>
                  </a:lnTo>
                  <a:lnTo>
                    <a:pt x="11176" y="15430"/>
                  </a:lnTo>
                  <a:lnTo>
                    <a:pt x="9817" y="15595"/>
                  </a:lnTo>
                  <a:lnTo>
                    <a:pt x="9906" y="15811"/>
                  </a:lnTo>
                  <a:lnTo>
                    <a:pt x="10045" y="16268"/>
                  </a:lnTo>
                  <a:lnTo>
                    <a:pt x="11455" y="20078"/>
                  </a:lnTo>
                  <a:lnTo>
                    <a:pt x="12420" y="20015"/>
                  </a:lnTo>
                  <a:lnTo>
                    <a:pt x="13385" y="19951"/>
                  </a:lnTo>
                  <a:lnTo>
                    <a:pt x="14668" y="19837"/>
                  </a:lnTo>
                  <a:lnTo>
                    <a:pt x="15328" y="19748"/>
                  </a:lnTo>
                  <a:close/>
                </a:path>
                <a:path w="29209" h="29209">
                  <a:moveTo>
                    <a:pt x="17373" y="26390"/>
                  </a:moveTo>
                  <a:lnTo>
                    <a:pt x="16725" y="24561"/>
                  </a:lnTo>
                  <a:lnTo>
                    <a:pt x="16129" y="22694"/>
                  </a:lnTo>
                  <a:lnTo>
                    <a:pt x="15621" y="20802"/>
                  </a:lnTo>
                  <a:lnTo>
                    <a:pt x="14871" y="20916"/>
                  </a:lnTo>
                  <a:lnTo>
                    <a:pt x="14122" y="21056"/>
                  </a:lnTo>
                  <a:lnTo>
                    <a:pt x="13385" y="21145"/>
                  </a:lnTo>
                  <a:lnTo>
                    <a:pt x="12915" y="21196"/>
                  </a:lnTo>
                  <a:lnTo>
                    <a:pt x="12407" y="21272"/>
                  </a:lnTo>
                  <a:lnTo>
                    <a:pt x="11912" y="21336"/>
                  </a:lnTo>
                  <a:lnTo>
                    <a:pt x="12725" y="23558"/>
                  </a:lnTo>
                  <a:lnTo>
                    <a:pt x="13474" y="25793"/>
                  </a:lnTo>
                  <a:lnTo>
                    <a:pt x="14097" y="28041"/>
                  </a:lnTo>
                  <a:lnTo>
                    <a:pt x="15189" y="27635"/>
                  </a:lnTo>
                  <a:lnTo>
                    <a:pt x="16281" y="27051"/>
                  </a:lnTo>
                  <a:lnTo>
                    <a:pt x="17373" y="26390"/>
                  </a:lnTo>
                  <a:close/>
                </a:path>
                <a:path w="29209" h="29209">
                  <a:moveTo>
                    <a:pt x="17449" y="4343"/>
                  </a:moveTo>
                  <a:lnTo>
                    <a:pt x="17081" y="3136"/>
                  </a:lnTo>
                  <a:lnTo>
                    <a:pt x="16370" y="698"/>
                  </a:lnTo>
                  <a:lnTo>
                    <a:pt x="14643" y="1320"/>
                  </a:lnTo>
                  <a:lnTo>
                    <a:pt x="12954" y="2273"/>
                  </a:lnTo>
                  <a:lnTo>
                    <a:pt x="11379" y="3390"/>
                  </a:lnTo>
                  <a:lnTo>
                    <a:pt x="11557" y="3708"/>
                  </a:lnTo>
                  <a:lnTo>
                    <a:pt x="11785" y="3987"/>
                  </a:lnTo>
                  <a:lnTo>
                    <a:pt x="11950" y="4305"/>
                  </a:lnTo>
                  <a:lnTo>
                    <a:pt x="13804" y="4279"/>
                  </a:lnTo>
                  <a:lnTo>
                    <a:pt x="15659" y="4343"/>
                  </a:lnTo>
                  <a:lnTo>
                    <a:pt x="17449" y="4343"/>
                  </a:lnTo>
                  <a:close/>
                </a:path>
                <a:path w="29209" h="29209">
                  <a:moveTo>
                    <a:pt x="19723" y="12077"/>
                  </a:moveTo>
                  <a:lnTo>
                    <a:pt x="19151" y="9880"/>
                  </a:lnTo>
                  <a:lnTo>
                    <a:pt x="18453" y="7747"/>
                  </a:lnTo>
                  <a:lnTo>
                    <a:pt x="17805" y="5588"/>
                  </a:lnTo>
                  <a:lnTo>
                    <a:pt x="16078" y="5727"/>
                  </a:lnTo>
                  <a:lnTo>
                    <a:pt x="12636" y="5943"/>
                  </a:lnTo>
                  <a:lnTo>
                    <a:pt x="13500" y="8166"/>
                  </a:lnTo>
                  <a:lnTo>
                    <a:pt x="14135" y="10579"/>
                  </a:lnTo>
                  <a:lnTo>
                    <a:pt x="14744" y="12801"/>
                  </a:lnTo>
                  <a:lnTo>
                    <a:pt x="15341" y="12738"/>
                  </a:lnTo>
                  <a:lnTo>
                    <a:pt x="15925" y="12700"/>
                  </a:lnTo>
                  <a:lnTo>
                    <a:pt x="17551" y="12458"/>
                  </a:lnTo>
                  <a:lnTo>
                    <a:pt x="19723" y="12077"/>
                  </a:lnTo>
                  <a:close/>
                </a:path>
                <a:path w="29209" h="29209">
                  <a:moveTo>
                    <a:pt x="21412" y="18910"/>
                  </a:moveTo>
                  <a:lnTo>
                    <a:pt x="21069" y="17259"/>
                  </a:lnTo>
                  <a:lnTo>
                    <a:pt x="20599" y="15621"/>
                  </a:lnTo>
                  <a:lnTo>
                    <a:pt x="20193" y="13970"/>
                  </a:lnTo>
                  <a:lnTo>
                    <a:pt x="18580" y="14262"/>
                  </a:lnTo>
                  <a:lnTo>
                    <a:pt x="15328" y="14808"/>
                  </a:lnTo>
                  <a:lnTo>
                    <a:pt x="15824" y="16357"/>
                  </a:lnTo>
                  <a:lnTo>
                    <a:pt x="16344" y="17957"/>
                  </a:lnTo>
                  <a:lnTo>
                    <a:pt x="16865" y="19558"/>
                  </a:lnTo>
                  <a:lnTo>
                    <a:pt x="21412" y="18910"/>
                  </a:lnTo>
                  <a:close/>
                </a:path>
                <a:path w="29209" h="29209">
                  <a:moveTo>
                    <a:pt x="21958" y="4279"/>
                  </a:moveTo>
                  <a:lnTo>
                    <a:pt x="21399" y="2882"/>
                  </a:lnTo>
                  <a:lnTo>
                    <a:pt x="20955" y="1485"/>
                  </a:lnTo>
                  <a:lnTo>
                    <a:pt x="20624" y="76"/>
                  </a:lnTo>
                  <a:lnTo>
                    <a:pt x="19418" y="0"/>
                  </a:lnTo>
                  <a:lnTo>
                    <a:pt x="18224" y="127"/>
                  </a:lnTo>
                  <a:lnTo>
                    <a:pt x="17043" y="482"/>
                  </a:lnTo>
                  <a:lnTo>
                    <a:pt x="17449" y="1765"/>
                  </a:lnTo>
                  <a:lnTo>
                    <a:pt x="17856" y="3060"/>
                  </a:lnTo>
                  <a:lnTo>
                    <a:pt x="18262" y="4343"/>
                  </a:lnTo>
                  <a:lnTo>
                    <a:pt x="19456" y="4318"/>
                  </a:lnTo>
                  <a:lnTo>
                    <a:pt x="20701" y="4267"/>
                  </a:lnTo>
                  <a:lnTo>
                    <a:pt x="21958" y="4279"/>
                  </a:lnTo>
                  <a:close/>
                </a:path>
                <a:path w="29209" h="29209">
                  <a:moveTo>
                    <a:pt x="22174" y="22910"/>
                  </a:moveTo>
                  <a:lnTo>
                    <a:pt x="21983" y="21856"/>
                  </a:lnTo>
                  <a:lnTo>
                    <a:pt x="21831" y="20815"/>
                  </a:lnTo>
                  <a:lnTo>
                    <a:pt x="21615" y="19761"/>
                  </a:lnTo>
                  <a:lnTo>
                    <a:pt x="20129" y="20027"/>
                  </a:lnTo>
                  <a:lnTo>
                    <a:pt x="18656" y="20307"/>
                  </a:lnTo>
                  <a:lnTo>
                    <a:pt x="17170" y="20574"/>
                  </a:lnTo>
                  <a:lnTo>
                    <a:pt x="17703" y="22275"/>
                  </a:lnTo>
                  <a:lnTo>
                    <a:pt x="18122" y="23990"/>
                  </a:lnTo>
                  <a:lnTo>
                    <a:pt x="18478" y="25704"/>
                  </a:lnTo>
                  <a:lnTo>
                    <a:pt x="19735" y="24853"/>
                  </a:lnTo>
                  <a:lnTo>
                    <a:pt x="20993" y="23901"/>
                  </a:lnTo>
                  <a:lnTo>
                    <a:pt x="22174" y="22910"/>
                  </a:lnTo>
                  <a:close/>
                </a:path>
                <a:path w="29209" h="29209">
                  <a:moveTo>
                    <a:pt x="24409" y="11480"/>
                  </a:moveTo>
                  <a:lnTo>
                    <a:pt x="24231" y="10756"/>
                  </a:lnTo>
                  <a:lnTo>
                    <a:pt x="24066" y="10033"/>
                  </a:lnTo>
                  <a:lnTo>
                    <a:pt x="23863" y="9321"/>
                  </a:lnTo>
                  <a:lnTo>
                    <a:pt x="23469" y="8001"/>
                  </a:lnTo>
                  <a:lnTo>
                    <a:pt x="22390" y="5346"/>
                  </a:lnTo>
                  <a:lnTo>
                    <a:pt x="21132" y="5359"/>
                  </a:lnTo>
                  <a:lnTo>
                    <a:pt x="18630" y="5537"/>
                  </a:lnTo>
                  <a:lnTo>
                    <a:pt x="19989" y="9791"/>
                  </a:lnTo>
                  <a:lnTo>
                    <a:pt x="20650" y="11938"/>
                  </a:lnTo>
                  <a:lnTo>
                    <a:pt x="21907" y="11722"/>
                  </a:lnTo>
                  <a:lnTo>
                    <a:pt x="23152" y="11582"/>
                  </a:lnTo>
                  <a:lnTo>
                    <a:pt x="24409" y="11480"/>
                  </a:lnTo>
                  <a:close/>
                </a:path>
                <a:path w="29209" h="29209">
                  <a:moveTo>
                    <a:pt x="25984" y="18427"/>
                  </a:moveTo>
                  <a:lnTo>
                    <a:pt x="25628" y="16675"/>
                  </a:lnTo>
                  <a:lnTo>
                    <a:pt x="25247" y="14947"/>
                  </a:lnTo>
                  <a:lnTo>
                    <a:pt x="24853" y="13208"/>
                  </a:lnTo>
                  <a:lnTo>
                    <a:pt x="22440" y="13576"/>
                  </a:lnTo>
                  <a:lnTo>
                    <a:pt x="21234" y="13792"/>
                  </a:lnTo>
                  <a:lnTo>
                    <a:pt x="21729" y="15468"/>
                  </a:lnTo>
                  <a:lnTo>
                    <a:pt x="22275" y="17094"/>
                  </a:lnTo>
                  <a:lnTo>
                    <a:pt x="22783" y="18732"/>
                  </a:lnTo>
                  <a:lnTo>
                    <a:pt x="23850" y="18592"/>
                  </a:lnTo>
                  <a:lnTo>
                    <a:pt x="24917" y="18478"/>
                  </a:lnTo>
                  <a:lnTo>
                    <a:pt x="25984" y="18427"/>
                  </a:lnTo>
                  <a:close/>
                </a:path>
                <a:path w="29209" h="29209">
                  <a:moveTo>
                    <a:pt x="26162" y="19253"/>
                  </a:moveTo>
                  <a:lnTo>
                    <a:pt x="26123" y="19126"/>
                  </a:lnTo>
                  <a:lnTo>
                    <a:pt x="25095" y="19189"/>
                  </a:lnTo>
                  <a:lnTo>
                    <a:pt x="24053" y="19354"/>
                  </a:lnTo>
                  <a:lnTo>
                    <a:pt x="23012" y="19532"/>
                  </a:lnTo>
                  <a:lnTo>
                    <a:pt x="23228" y="20256"/>
                  </a:lnTo>
                  <a:lnTo>
                    <a:pt x="23380" y="20980"/>
                  </a:lnTo>
                  <a:lnTo>
                    <a:pt x="23558" y="21704"/>
                  </a:lnTo>
                  <a:lnTo>
                    <a:pt x="24485" y="20866"/>
                  </a:lnTo>
                  <a:lnTo>
                    <a:pt x="25361" y="20040"/>
                  </a:lnTo>
                  <a:lnTo>
                    <a:pt x="26162" y="19253"/>
                  </a:lnTo>
                  <a:close/>
                </a:path>
                <a:path w="29209" h="29209">
                  <a:moveTo>
                    <a:pt x="28143" y="12712"/>
                  </a:moveTo>
                  <a:lnTo>
                    <a:pt x="27355" y="12814"/>
                  </a:lnTo>
                  <a:lnTo>
                    <a:pt x="26009" y="13017"/>
                  </a:lnTo>
                  <a:lnTo>
                    <a:pt x="26377" y="14846"/>
                  </a:lnTo>
                  <a:lnTo>
                    <a:pt x="26657" y="16662"/>
                  </a:lnTo>
                  <a:lnTo>
                    <a:pt x="26847" y="18453"/>
                  </a:lnTo>
                  <a:lnTo>
                    <a:pt x="27393" y="18008"/>
                  </a:lnTo>
                  <a:lnTo>
                    <a:pt x="28143" y="12712"/>
                  </a:lnTo>
                  <a:close/>
                </a:path>
                <a:path w="29209" h="29209">
                  <a:moveTo>
                    <a:pt x="29006" y="6680"/>
                  </a:moveTo>
                  <a:lnTo>
                    <a:pt x="28562" y="6210"/>
                  </a:lnTo>
                  <a:lnTo>
                    <a:pt x="28321" y="5994"/>
                  </a:lnTo>
                  <a:lnTo>
                    <a:pt x="28244" y="5613"/>
                  </a:lnTo>
                  <a:lnTo>
                    <a:pt x="27774" y="3289"/>
                  </a:lnTo>
                  <a:lnTo>
                    <a:pt x="25869" y="1092"/>
                  </a:lnTo>
                  <a:lnTo>
                    <a:pt x="21920" y="203"/>
                  </a:lnTo>
                  <a:lnTo>
                    <a:pt x="22491" y="1574"/>
                  </a:lnTo>
                  <a:lnTo>
                    <a:pt x="23126" y="2921"/>
                  </a:lnTo>
                  <a:lnTo>
                    <a:pt x="23622" y="4394"/>
                  </a:lnTo>
                  <a:lnTo>
                    <a:pt x="24930" y="4508"/>
                  </a:lnTo>
                  <a:lnTo>
                    <a:pt x="26225" y="4762"/>
                  </a:lnTo>
                  <a:lnTo>
                    <a:pt x="27368" y="5422"/>
                  </a:lnTo>
                  <a:lnTo>
                    <a:pt x="27355" y="5613"/>
                  </a:lnTo>
                  <a:lnTo>
                    <a:pt x="26289" y="5461"/>
                  </a:lnTo>
                  <a:lnTo>
                    <a:pt x="26149" y="5435"/>
                  </a:lnTo>
                  <a:lnTo>
                    <a:pt x="25031" y="5461"/>
                  </a:lnTo>
                  <a:lnTo>
                    <a:pt x="23914" y="5422"/>
                  </a:lnTo>
                  <a:lnTo>
                    <a:pt x="24561" y="7391"/>
                  </a:lnTo>
                  <a:lnTo>
                    <a:pt x="25158" y="9398"/>
                  </a:lnTo>
                  <a:lnTo>
                    <a:pt x="25628" y="11442"/>
                  </a:lnTo>
                  <a:lnTo>
                    <a:pt x="27178" y="11404"/>
                  </a:lnTo>
                  <a:lnTo>
                    <a:pt x="28321" y="11480"/>
                  </a:lnTo>
                  <a:lnTo>
                    <a:pt x="29006" y="6680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4996534" y="7401219"/>
              <a:ext cx="8890" cy="19050"/>
            </a:xfrm>
            <a:custGeom>
              <a:avLst/>
              <a:gdLst/>
              <a:ahLst/>
              <a:cxnLst/>
              <a:rect l="l" t="t" r="r" b="b"/>
              <a:pathLst>
                <a:path w="8890" h="19050">
                  <a:moveTo>
                    <a:pt x="1780" y="0"/>
                  </a:moveTo>
                  <a:lnTo>
                    <a:pt x="0" y="4889"/>
                  </a:lnTo>
                  <a:lnTo>
                    <a:pt x="3204" y="13800"/>
                  </a:lnTo>
                  <a:lnTo>
                    <a:pt x="5183" y="14648"/>
                  </a:lnTo>
                  <a:lnTo>
                    <a:pt x="6445" y="18458"/>
                  </a:lnTo>
                  <a:lnTo>
                    <a:pt x="7095" y="13800"/>
                  </a:lnTo>
                  <a:lnTo>
                    <a:pt x="7725" y="8785"/>
                  </a:lnTo>
                  <a:lnTo>
                    <a:pt x="5434" y="8785"/>
                  </a:lnTo>
                  <a:lnTo>
                    <a:pt x="4795" y="3235"/>
                  </a:lnTo>
                  <a:lnTo>
                    <a:pt x="1780" y="0"/>
                  </a:lnTo>
                  <a:close/>
                </a:path>
                <a:path w="8890" h="19050">
                  <a:moveTo>
                    <a:pt x="8472" y="2839"/>
                  </a:moveTo>
                  <a:lnTo>
                    <a:pt x="7025" y="3759"/>
                  </a:lnTo>
                  <a:lnTo>
                    <a:pt x="5580" y="8261"/>
                  </a:lnTo>
                  <a:lnTo>
                    <a:pt x="5434" y="8785"/>
                  </a:lnTo>
                  <a:lnTo>
                    <a:pt x="7725" y="8785"/>
                  </a:lnTo>
                  <a:lnTo>
                    <a:pt x="8472" y="2839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5" name="object 245" descr=""/>
            <p:cNvSpPr/>
            <p:nvPr/>
          </p:nvSpPr>
          <p:spPr>
            <a:xfrm>
              <a:off x="14954885" y="7491482"/>
              <a:ext cx="27940" cy="32384"/>
            </a:xfrm>
            <a:custGeom>
              <a:avLst/>
              <a:gdLst/>
              <a:ahLst/>
              <a:cxnLst/>
              <a:rect l="l" t="t" r="r" b="b"/>
              <a:pathLst>
                <a:path w="27940" h="32384">
                  <a:moveTo>
                    <a:pt x="5168" y="18173"/>
                  </a:moveTo>
                  <a:lnTo>
                    <a:pt x="3378" y="17068"/>
                  </a:lnTo>
                  <a:lnTo>
                    <a:pt x="2463" y="16573"/>
                  </a:lnTo>
                  <a:lnTo>
                    <a:pt x="2362" y="16738"/>
                  </a:lnTo>
                  <a:lnTo>
                    <a:pt x="2806" y="17767"/>
                  </a:lnTo>
                  <a:lnTo>
                    <a:pt x="3302" y="18846"/>
                  </a:lnTo>
                  <a:lnTo>
                    <a:pt x="3873" y="19977"/>
                  </a:lnTo>
                  <a:lnTo>
                    <a:pt x="4305" y="19380"/>
                  </a:lnTo>
                  <a:lnTo>
                    <a:pt x="4711" y="18757"/>
                  </a:lnTo>
                  <a:lnTo>
                    <a:pt x="5168" y="18173"/>
                  </a:lnTo>
                  <a:close/>
                </a:path>
                <a:path w="27940" h="32384">
                  <a:moveTo>
                    <a:pt x="8966" y="13500"/>
                  </a:moveTo>
                  <a:lnTo>
                    <a:pt x="5829" y="11607"/>
                  </a:lnTo>
                  <a:lnTo>
                    <a:pt x="4813" y="13081"/>
                  </a:lnTo>
                  <a:lnTo>
                    <a:pt x="3810" y="14554"/>
                  </a:lnTo>
                  <a:lnTo>
                    <a:pt x="2832" y="16040"/>
                  </a:lnTo>
                  <a:lnTo>
                    <a:pt x="3797" y="16484"/>
                  </a:lnTo>
                  <a:lnTo>
                    <a:pt x="4749" y="16992"/>
                  </a:lnTo>
                  <a:lnTo>
                    <a:pt x="5689" y="17526"/>
                  </a:lnTo>
                  <a:lnTo>
                    <a:pt x="6769" y="16179"/>
                  </a:lnTo>
                  <a:lnTo>
                    <a:pt x="7874" y="14871"/>
                  </a:lnTo>
                  <a:lnTo>
                    <a:pt x="8966" y="13500"/>
                  </a:lnTo>
                  <a:close/>
                </a:path>
                <a:path w="27940" h="32384">
                  <a:moveTo>
                    <a:pt x="10198" y="21310"/>
                  </a:moveTo>
                  <a:lnTo>
                    <a:pt x="8940" y="20535"/>
                  </a:lnTo>
                  <a:lnTo>
                    <a:pt x="6388" y="18910"/>
                  </a:lnTo>
                  <a:lnTo>
                    <a:pt x="5791" y="19799"/>
                  </a:lnTo>
                  <a:lnTo>
                    <a:pt x="5270" y="20713"/>
                  </a:lnTo>
                  <a:lnTo>
                    <a:pt x="4699" y="21615"/>
                  </a:lnTo>
                  <a:lnTo>
                    <a:pt x="5422" y="22987"/>
                  </a:lnTo>
                  <a:lnTo>
                    <a:pt x="6223" y="24320"/>
                  </a:lnTo>
                  <a:lnTo>
                    <a:pt x="7086" y="25590"/>
                  </a:lnTo>
                  <a:lnTo>
                    <a:pt x="8051" y="24117"/>
                  </a:lnTo>
                  <a:lnTo>
                    <a:pt x="9080" y="22694"/>
                  </a:lnTo>
                  <a:lnTo>
                    <a:pt x="10198" y="21310"/>
                  </a:lnTo>
                  <a:close/>
                </a:path>
                <a:path w="27940" h="32384">
                  <a:moveTo>
                    <a:pt x="13411" y="647"/>
                  </a:moveTo>
                  <a:lnTo>
                    <a:pt x="9410" y="0"/>
                  </a:lnTo>
                  <a:lnTo>
                    <a:pt x="6807" y="1333"/>
                  </a:lnTo>
                  <a:lnTo>
                    <a:pt x="5295" y="3632"/>
                  </a:lnTo>
                  <a:lnTo>
                    <a:pt x="4991" y="3746"/>
                  </a:lnTo>
                  <a:lnTo>
                    <a:pt x="546" y="5842"/>
                  </a:lnTo>
                  <a:lnTo>
                    <a:pt x="0" y="11010"/>
                  </a:lnTo>
                  <a:lnTo>
                    <a:pt x="1917" y="15697"/>
                  </a:lnTo>
                  <a:lnTo>
                    <a:pt x="2857" y="14135"/>
                  </a:lnTo>
                  <a:lnTo>
                    <a:pt x="3810" y="12560"/>
                  </a:lnTo>
                  <a:lnTo>
                    <a:pt x="4826" y="11010"/>
                  </a:lnTo>
                  <a:lnTo>
                    <a:pt x="3644" y="10312"/>
                  </a:lnTo>
                  <a:lnTo>
                    <a:pt x="1028" y="8877"/>
                  </a:lnTo>
                  <a:lnTo>
                    <a:pt x="1104" y="8509"/>
                  </a:lnTo>
                  <a:lnTo>
                    <a:pt x="2895" y="8597"/>
                  </a:lnTo>
                  <a:lnTo>
                    <a:pt x="4356" y="9080"/>
                  </a:lnTo>
                  <a:lnTo>
                    <a:pt x="5778" y="9690"/>
                  </a:lnTo>
                  <a:lnTo>
                    <a:pt x="6972" y="7975"/>
                  </a:lnTo>
                  <a:lnTo>
                    <a:pt x="8280" y="6337"/>
                  </a:lnTo>
                  <a:lnTo>
                    <a:pt x="9601" y="4749"/>
                  </a:lnTo>
                  <a:lnTo>
                    <a:pt x="8547" y="4356"/>
                  </a:lnTo>
                  <a:lnTo>
                    <a:pt x="7531" y="3924"/>
                  </a:lnTo>
                  <a:lnTo>
                    <a:pt x="6337" y="3632"/>
                  </a:lnTo>
                  <a:lnTo>
                    <a:pt x="6311" y="3467"/>
                  </a:lnTo>
                  <a:lnTo>
                    <a:pt x="7708" y="3276"/>
                  </a:lnTo>
                  <a:lnTo>
                    <a:pt x="9004" y="3505"/>
                  </a:lnTo>
                  <a:lnTo>
                    <a:pt x="10274" y="3886"/>
                  </a:lnTo>
                  <a:lnTo>
                    <a:pt x="11277" y="2717"/>
                  </a:lnTo>
                  <a:lnTo>
                    <a:pt x="12357" y="1714"/>
                  </a:lnTo>
                  <a:lnTo>
                    <a:pt x="13411" y="647"/>
                  </a:lnTo>
                  <a:close/>
                </a:path>
                <a:path w="27940" h="32384">
                  <a:moveTo>
                    <a:pt x="14071" y="16649"/>
                  </a:moveTo>
                  <a:lnTo>
                    <a:pt x="12661" y="15798"/>
                  </a:lnTo>
                  <a:lnTo>
                    <a:pt x="9855" y="14071"/>
                  </a:lnTo>
                  <a:lnTo>
                    <a:pt x="8864" y="15443"/>
                  </a:lnTo>
                  <a:lnTo>
                    <a:pt x="7835" y="16776"/>
                  </a:lnTo>
                  <a:lnTo>
                    <a:pt x="6883" y="18186"/>
                  </a:lnTo>
                  <a:lnTo>
                    <a:pt x="10871" y="20485"/>
                  </a:lnTo>
                  <a:lnTo>
                    <a:pt x="11950" y="19189"/>
                  </a:lnTo>
                  <a:lnTo>
                    <a:pt x="13017" y="17907"/>
                  </a:lnTo>
                  <a:lnTo>
                    <a:pt x="14071" y="16649"/>
                  </a:lnTo>
                  <a:close/>
                </a:path>
                <a:path w="27940" h="32384">
                  <a:moveTo>
                    <a:pt x="14465" y="6819"/>
                  </a:moveTo>
                  <a:lnTo>
                    <a:pt x="13335" y="6261"/>
                  </a:lnTo>
                  <a:lnTo>
                    <a:pt x="12204" y="5727"/>
                  </a:lnTo>
                  <a:lnTo>
                    <a:pt x="11049" y="5245"/>
                  </a:lnTo>
                  <a:lnTo>
                    <a:pt x="9055" y="7302"/>
                  </a:lnTo>
                  <a:lnTo>
                    <a:pt x="8204" y="8382"/>
                  </a:lnTo>
                  <a:lnTo>
                    <a:pt x="7734" y="8966"/>
                  </a:lnTo>
                  <a:lnTo>
                    <a:pt x="7327" y="9575"/>
                  </a:lnTo>
                  <a:lnTo>
                    <a:pt x="6883" y="10172"/>
                  </a:lnTo>
                  <a:lnTo>
                    <a:pt x="8013" y="10731"/>
                  </a:lnTo>
                  <a:lnTo>
                    <a:pt x="9118" y="11341"/>
                  </a:lnTo>
                  <a:lnTo>
                    <a:pt x="10198" y="12001"/>
                  </a:lnTo>
                  <a:lnTo>
                    <a:pt x="11607" y="10261"/>
                  </a:lnTo>
                  <a:lnTo>
                    <a:pt x="14465" y="6819"/>
                  </a:lnTo>
                  <a:close/>
                </a:path>
                <a:path w="27940" h="32384">
                  <a:moveTo>
                    <a:pt x="14795" y="23990"/>
                  </a:moveTo>
                  <a:lnTo>
                    <a:pt x="13919" y="23469"/>
                  </a:lnTo>
                  <a:lnTo>
                    <a:pt x="13500" y="23253"/>
                  </a:lnTo>
                  <a:lnTo>
                    <a:pt x="12852" y="22910"/>
                  </a:lnTo>
                  <a:lnTo>
                    <a:pt x="12204" y="22504"/>
                  </a:lnTo>
                  <a:lnTo>
                    <a:pt x="11557" y="22110"/>
                  </a:lnTo>
                  <a:lnTo>
                    <a:pt x="10375" y="23672"/>
                  </a:lnTo>
                  <a:lnTo>
                    <a:pt x="9131" y="25184"/>
                  </a:lnTo>
                  <a:lnTo>
                    <a:pt x="7848" y="26631"/>
                  </a:lnTo>
                  <a:lnTo>
                    <a:pt x="8610" y="27647"/>
                  </a:lnTo>
                  <a:lnTo>
                    <a:pt x="9423" y="28600"/>
                  </a:lnTo>
                  <a:lnTo>
                    <a:pt x="10261" y="29387"/>
                  </a:lnTo>
                  <a:lnTo>
                    <a:pt x="11696" y="27533"/>
                  </a:lnTo>
                  <a:lnTo>
                    <a:pt x="13208" y="25742"/>
                  </a:lnTo>
                  <a:lnTo>
                    <a:pt x="14795" y="23990"/>
                  </a:lnTo>
                  <a:close/>
                </a:path>
                <a:path w="27940" h="32384">
                  <a:moveTo>
                    <a:pt x="17818" y="2717"/>
                  </a:moveTo>
                  <a:lnTo>
                    <a:pt x="16865" y="1955"/>
                  </a:lnTo>
                  <a:lnTo>
                    <a:pt x="15798" y="1384"/>
                  </a:lnTo>
                  <a:lnTo>
                    <a:pt x="14655" y="1016"/>
                  </a:lnTo>
                  <a:lnTo>
                    <a:pt x="13817" y="2197"/>
                  </a:lnTo>
                  <a:lnTo>
                    <a:pt x="12877" y="3340"/>
                  </a:lnTo>
                  <a:lnTo>
                    <a:pt x="11849" y="4406"/>
                  </a:lnTo>
                  <a:lnTo>
                    <a:pt x="13017" y="4876"/>
                  </a:lnTo>
                  <a:lnTo>
                    <a:pt x="14160" y="5384"/>
                  </a:lnTo>
                  <a:lnTo>
                    <a:pt x="15252" y="5842"/>
                  </a:lnTo>
                  <a:lnTo>
                    <a:pt x="17818" y="2717"/>
                  </a:lnTo>
                  <a:close/>
                </a:path>
                <a:path w="27940" h="32384">
                  <a:moveTo>
                    <a:pt x="18884" y="19431"/>
                  </a:moveTo>
                  <a:lnTo>
                    <a:pt x="17678" y="18770"/>
                  </a:lnTo>
                  <a:lnTo>
                    <a:pt x="16484" y="18097"/>
                  </a:lnTo>
                  <a:lnTo>
                    <a:pt x="15303" y="17399"/>
                  </a:lnTo>
                  <a:lnTo>
                    <a:pt x="15176" y="17564"/>
                  </a:lnTo>
                  <a:lnTo>
                    <a:pt x="14998" y="17716"/>
                  </a:lnTo>
                  <a:lnTo>
                    <a:pt x="13970" y="18961"/>
                  </a:lnTo>
                  <a:lnTo>
                    <a:pt x="12230" y="21247"/>
                  </a:lnTo>
                  <a:lnTo>
                    <a:pt x="12522" y="21386"/>
                  </a:lnTo>
                  <a:lnTo>
                    <a:pt x="12801" y="21577"/>
                  </a:lnTo>
                  <a:lnTo>
                    <a:pt x="13944" y="22148"/>
                  </a:lnTo>
                  <a:lnTo>
                    <a:pt x="15697" y="22987"/>
                  </a:lnTo>
                  <a:lnTo>
                    <a:pt x="17526" y="20980"/>
                  </a:lnTo>
                  <a:lnTo>
                    <a:pt x="18567" y="19812"/>
                  </a:lnTo>
                  <a:lnTo>
                    <a:pt x="18732" y="19608"/>
                  </a:lnTo>
                  <a:lnTo>
                    <a:pt x="18884" y="19431"/>
                  </a:lnTo>
                  <a:close/>
                </a:path>
                <a:path w="27940" h="32384">
                  <a:moveTo>
                    <a:pt x="19392" y="26619"/>
                  </a:moveTo>
                  <a:lnTo>
                    <a:pt x="17183" y="25374"/>
                  </a:lnTo>
                  <a:lnTo>
                    <a:pt x="16116" y="24739"/>
                  </a:lnTo>
                  <a:lnTo>
                    <a:pt x="14452" y="26543"/>
                  </a:lnTo>
                  <a:lnTo>
                    <a:pt x="12763" y="28295"/>
                  </a:lnTo>
                  <a:lnTo>
                    <a:pt x="10985" y="29972"/>
                  </a:lnTo>
                  <a:lnTo>
                    <a:pt x="11709" y="30568"/>
                  </a:lnTo>
                  <a:lnTo>
                    <a:pt x="12954" y="31330"/>
                  </a:lnTo>
                  <a:lnTo>
                    <a:pt x="13906" y="31623"/>
                  </a:lnTo>
                  <a:lnTo>
                    <a:pt x="14859" y="31864"/>
                  </a:lnTo>
                  <a:lnTo>
                    <a:pt x="16306" y="30060"/>
                  </a:lnTo>
                  <a:lnTo>
                    <a:pt x="17792" y="28295"/>
                  </a:lnTo>
                  <a:lnTo>
                    <a:pt x="19392" y="26619"/>
                  </a:lnTo>
                  <a:close/>
                </a:path>
                <a:path w="27940" h="32384">
                  <a:moveTo>
                    <a:pt x="19862" y="9436"/>
                  </a:moveTo>
                  <a:lnTo>
                    <a:pt x="16751" y="7950"/>
                  </a:lnTo>
                  <a:lnTo>
                    <a:pt x="15201" y="7162"/>
                  </a:lnTo>
                  <a:lnTo>
                    <a:pt x="13804" y="8940"/>
                  </a:lnTo>
                  <a:lnTo>
                    <a:pt x="12357" y="10655"/>
                  </a:lnTo>
                  <a:lnTo>
                    <a:pt x="11010" y="12484"/>
                  </a:lnTo>
                  <a:lnTo>
                    <a:pt x="12877" y="13652"/>
                  </a:lnTo>
                  <a:lnTo>
                    <a:pt x="14312" y="14478"/>
                  </a:lnTo>
                  <a:lnTo>
                    <a:pt x="14833" y="14719"/>
                  </a:lnTo>
                  <a:lnTo>
                    <a:pt x="15341" y="15011"/>
                  </a:lnTo>
                  <a:lnTo>
                    <a:pt x="16751" y="13182"/>
                  </a:lnTo>
                  <a:lnTo>
                    <a:pt x="18237" y="11176"/>
                  </a:lnTo>
                  <a:lnTo>
                    <a:pt x="19862" y="9436"/>
                  </a:lnTo>
                  <a:close/>
                </a:path>
                <a:path w="27940" h="32384">
                  <a:moveTo>
                    <a:pt x="21996" y="7543"/>
                  </a:moveTo>
                  <a:lnTo>
                    <a:pt x="20955" y="5905"/>
                  </a:lnTo>
                  <a:lnTo>
                    <a:pt x="19748" y="4406"/>
                  </a:lnTo>
                  <a:lnTo>
                    <a:pt x="18364" y="3175"/>
                  </a:lnTo>
                  <a:lnTo>
                    <a:pt x="17576" y="4178"/>
                  </a:lnTo>
                  <a:lnTo>
                    <a:pt x="16802" y="5181"/>
                  </a:lnTo>
                  <a:lnTo>
                    <a:pt x="16002" y="6159"/>
                  </a:lnTo>
                  <a:lnTo>
                    <a:pt x="17665" y="6819"/>
                  </a:lnTo>
                  <a:lnTo>
                    <a:pt x="19405" y="7454"/>
                  </a:lnTo>
                  <a:lnTo>
                    <a:pt x="21120" y="8178"/>
                  </a:lnTo>
                  <a:lnTo>
                    <a:pt x="21399" y="7924"/>
                  </a:lnTo>
                  <a:lnTo>
                    <a:pt x="21717" y="7759"/>
                  </a:lnTo>
                  <a:lnTo>
                    <a:pt x="21996" y="7543"/>
                  </a:lnTo>
                  <a:close/>
                </a:path>
                <a:path w="27940" h="32384">
                  <a:moveTo>
                    <a:pt x="22796" y="8890"/>
                  </a:moveTo>
                  <a:close/>
                </a:path>
                <a:path w="27940" h="32384">
                  <a:moveTo>
                    <a:pt x="24168" y="21971"/>
                  </a:moveTo>
                  <a:lnTo>
                    <a:pt x="22885" y="21424"/>
                  </a:lnTo>
                  <a:lnTo>
                    <a:pt x="21628" y="20840"/>
                  </a:lnTo>
                  <a:lnTo>
                    <a:pt x="20383" y="20205"/>
                  </a:lnTo>
                  <a:lnTo>
                    <a:pt x="19773" y="20802"/>
                  </a:lnTo>
                  <a:lnTo>
                    <a:pt x="19164" y="21424"/>
                  </a:lnTo>
                  <a:lnTo>
                    <a:pt x="18122" y="22567"/>
                  </a:lnTo>
                  <a:lnTo>
                    <a:pt x="17589" y="23126"/>
                  </a:lnTo>
                  <a:lnTo>
                    <a:pt x="17094" y="23672"/>
                  </a:lnTo>
                  <a:lnTo>
                    <a:pt x="20574" y="25387"/>
                  </a:lnTo>
                  <a:lnTo>
                    <a:pt x="21742" y="24206"/>
                  </a:lnTo>
                  <a:lnTo>
                    <a:pt x="22948" y="23075"/>
                  </a:lnTo>
                  <a:lnTo>
                    <a:pt x="24168" y="21971"/>
                  </a:lnTo>
                  <a:close/>
                </a:path>
                <a:path w="27940" h="32384">
                  <a:moveTo>
                    <a:pt x="24599" y="29121"/>
                  </a:moveTo>
                  <a:lnTo>
                    <a:pt x="23456" y="28689"/>
                  </a:lnTo>
                  <a:lnTo>
                    <a:pt x="22313" y="28155"/>
                  </a:lnTo>
                  <a:lnTo>
                    <a:pt x="21183" y="27571"/>
                  </a:lnTo>
                  <a:lnTo>
                    <a:pt x="19583" y="29133"/>
                  </a:lnTo>
                  <a:lnTo>
                    <a:pt x="17919" y="30581"/>
                  </a:lnTo>
                  <a:lnTo>
                    <a:pt x="16256" y="32067"/>
                  </a:lnTo>
                  <a:lnTo>
                    <a:pt x="19316" y="32385"/>
                  </a:lnTo>
                  <a:lnTo>
                    <a:pt x="22440" y="31381"/>
                  </a:lnTo>
                  <a:lnTo>
                    <a:pt x="24599" y="29121"/>
                  </a:lnTo>
                  <a:close/>
                </a:path>
                <a:path w="27940" h="32384">
                  <a:moveTo>
                    <a:pt x="24904" y="12954"/>
                  </a:moveTo>
                  <a:lnTo>
                    <a:pt x="24625" y="12357"/>
                  </a:lnTo>
                  <a:lnTo>
                    <a:pt x="23990" y="11112"/>
                  </a:lnTo>
                  <a:lnTo>
                    <a:pt x="23241" y="10820"/>
                  </a:lnTo>
                  <a:lnTo>
                    <a:pt x="22479" y="10591"/>
                  </a:lnTo>
                  <a:lnTo>
                    <a:pt x="21742" y="10274"/>
                  </a:lnTo>
                  <a:lnTo>
                    <a:pt x="20231" y="12192"/>
                  </a:lnTo>
                  <a:lnTo>
                    <a:pt x="18440" y="14020"/>
                  </a:lnTo>
                  <a:lnTo>
                    <a:pt x="16776" y="15773"/>
                  </a:lnTo>
                  <a:lnTo>
                    <a:pt x="19164" y="17081"/>
                  </a:lnTo>
                  <a:lnTo>
                    <a:pt x="20358" y="17691"/>
                  </a:lnTo>
                  <a:lnTo>
                    <a:pt x="21755" y="16002"/>
                  </a:lnTo>
                  <a:lnTo>
                    <a:pt x="23228" y="14249"/>
                  </a:lnTo>
                  <a:lnTo>
                    <a:pt x="24904" y="12954"/>
                  </a:lnTo>
                  <a:close/>
                </a:path>
                <a:path w="27940" h="32384">
                  <a:moveTo>
                    <a:pt x="27216" y="19418"/>
                  </a:moveTo>
                  <a:lnTo>
                    <a:pt x="26898" y="17703"/>
                  </a:lnTo>
                  <a:lnTo>
                    <a:pt x="26276" y="16002"/>
                  </a:lnTo>
                  <a:lnTo>
                    <a:pt x="25539" y="14338"/>
                  </a:lnTo>
                  <a:lnTo>
                    <a:pt x="24549" y="15824"/>
                  </a:lnTo>
                  <a:lnTo>
                    <a:pt x="23291" y="17221"/>
                  </a:lnTo>
                  <a:lnTo>
                    <a:pt x="21983" y="18554"/>
                  </a:lnTo>
                  <a:lnTo>
                    <a:pt x="23329" y="19202"/>
                  </a:lnTo>
                  <a:lnTo>
                    <a:pt x="24739" y="19748"/>
                  </a:lnTo>
                  <a:lnTo>
                    <a:pt x="26111" y="20332"/>
                  </a:lnTo>
                  <a:lnTo>
                    <a:pt x="27216" y="19418"/>
                  </a:lnTo>
                  <a:close/>
                </a:path>
                <a:path w="27940" h="32384">
                  <a:moveTo>
                    <a:pt x="27432" y="23202"/>
                  </a:moveTo>
                  <a:lnTo>
                    <a:pt x="26873" y="23012"/>
                  </a:lnTo>
                  <a:lnTo>
                    <a:pt x="26301" y="22860"/>
                  </a:lnTo>
                  <a:lnTo>
                    <a:pt x="25742" y="22644"/>
                  </a:lnTo>
                  <a:lnTo>
                    <a:pt x="24612" y="23876"/>
                  </a:lnTo>
                  <a:lnTo>
                    <a:pt x="23533" y="25133"/>
                  </a:lnTo>
                  <a:lnTo>
                    <a:pt x="22352" y="26327"/>
                  </a:lnTo>
                  <a:lnTo>
                    <a:pt x="23431" y="26873"/>
                  </a:lnTo>
                  <a:lnTo>
                    <a:pt x="24485" y="27470"/>
                  </a:lnTo>
                  <a:lnTo>
                    <a:pt x="25539" y="28016"/>
                  </a:lnTo>
                  <a:lnTo>
                    <a:pt x="26644" y="26492"/>
                  </a:lnTo>
                  <a:lnTo>
                    <a:pt x="27266" y="24879"/>
                  </a:lnTo>
                  <a:lnTo>
                    <a:pt x="27432" y="23202"/>
                  </a:lnTo>
                  <a:close/>
                </a:path>
                <a:path w="27940" h="32384">
                  <a:moveTo>
                    <a:pt x="27432" y="20904"/>
                  </a:move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4946711" y="7479354"/>
              <a:ext cx="23495" cy="22225"/>
            </a:xfrm>
            <a:custGeom>
              <a:avLst/>
              <a:gdLst/>
              <a:ahLst/>
              <a:cxnLst/>
              <a:rect l="l" t="t" r="r" b="b"/>
              <a:pathLst>
                <a:path w="23494" h="22225">
                  <a:moveTo>
                    <a:pt x="14020" y="0"/>
                  </a:moveTo>
                  <a:lnTo>
                    <a:pt x="11999" y="3926"/>
                  </a:lnTo>
                  <a:lnTo>
                    <a:pt x="12879" y="9444"/>
                  </a:lnTo>
                  <a:lnTo>
                    <a:pt x="9989" y="5026"/>
                  </a:lnTo>
                  <a:lnTo>
                    <a:pt x="5005" y="3528"/>
                  </a:lnTo>
                  <a:lnTo>
                    <a:pt x="5790" y="7874"/>
                  </a:lnTo>
                  <a:lnTo>
                    <a:pt x="9853" y="11716"/>
                  </a:lnTo>
                  <a:lnTo>
                    <a:pt x="4868" y="9978"/>
                  </a:lnTo>
                  <a:lnTo>
                    <a:pt x="0" y="11821"/>
                  </a:lnTo>
                  <a:lnTo>
                    <a:pt x="3277" y="14795"/>
                  </a:lnTo>
                  <a:lnTo>
                    <a:pt x="8837" y="15360"/>
                  </a:lnTo>
                  <a:lnTo>
                    <a:pt x="3832" y="17025"/>
                  </a:lnTo>
                  <a:lnTo>
                    <a:pt x="1099" y="21454"/>
                  </a:lnTo>
                  <a:lnTo>
                    <a:pt x="8701" y="22104"/>
                  </a:lnTo>
                  <a:lnTo>
                    <a:pt x="14701" y="15025"/>
                  </a:lnTo>
                  <a:lnTo>
                    <a:pt x="16858" y="14973"/>
                  </a:lnTo>
                  <a:lnTo>
                    <a:pt x="23151" y="7895"/>
                  </a:lnTo>
                  <a:lnTo>
                    <a:pt x="23329" y="2691"/>
                  </a:lnTo>
                  <a:lnTo>
                    <a:pt x="19329" y="4575"/>
                  </a:lnTo>
                  <a:lnTo>
                    <a:pt x="16659" y="9486"/>
                  </a:lnTo>
                  <a:lnTo>
                    <a:pt x="17057" y="4219"/>
                  </a:lnTo>
                  <a:lnTo>
                    <a:pt x="14020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7" name="object 247" descr=""/>
            <p:cNvSpPr/>
            <p:nvPr/>
          </p:nvSpPr>
          <p:spPr>
            <a:xfrm>
              <a:off x="14836115" y="7381004"/>
              <a:ext cx="115570" cy="128270"/>
            </a:xfrm>
            <a:custGeom>
              <a:avLst/>
              <a:gdLst/>
              <a:ahLst/>
              <a:cxnLst/>
              <a:rect l="l" t="t" r="r" b="b"/>
              <a:pathLst>
                <a:path w="115569" h="128270">
                  <a:moveTo>
                    <a:pt x="5181" y="113931"/>
                  </a:moveTo>
                  <a:lnTo>
                    <a:pt x="3390" y="112839"/>
                  </a:lnTo>
                  <a:lnTo>
                    <a:pt x="2476" y="112344"/>
                  </a:lnTo>
                  <a:lnTo>
                    <a:pt x="2374" y="112496"/>
                  </a:lnTo>
                  <a:lnTo>
                    <a:pt x="2806" y="113525"/>
                  </a:lnTo>
                  <a:lnTo>
                    <a:pt x="3327" y="114617"/>
                  </a:lnTo>
                  <a:lnTo>
                    <a:pt x="3873" y="115747"/>
                  </a:lnTo>
                  <a:lnTo>
                    <a:pt x="4305" y="115138"/>
                  </a:lnTo>
                  <a:lnTo>
                    <a:pt x="4711" y="114515"/>
                  </a:lnTo>
                  <a:lnTo>
                    <a:pt x="5181" y="113931"/>
                  </a:lnTo>
                  <a:close/>
                </a:path>
                <a:path w="115569" h="128270">
                  <a:moveTo>
                    <a:pt x="8978" y="109270"/>
                  </a:moveTo>
                  <a:lnTo>
                    <a:pt x="5829" y="107378"/>
                  </a:lnTo>
                  <a:lnTo>
                    <a:pt x="4813" y="108839"/>
                  </a:lnTo>
                  <a:lnTo>
                    <a:pt x="3822" y="110312"/>
                  </a:lnTo>
                  <a:lnTo>
                    <a:pt x="2832" y="111810"/>
                  </a:lnTo>
                  <a:lnTo>
                    <a:pt x="3797" y="112242"/>
                  </a:lnTo>
                  <a:lnTo>
                    <a:pt x="4749" y="112763"/>
                  </a:lnTo>
                  <a:lnTo>
                    <a:pt x="5702" y="113284"/>
                  </a:lnTo>
                  <a:lnTo>
                    <a:pt x="6769" y="111950"/>
                  </a:lnTo>
                  <a:lnTo>
                    <a:pt x="7886" y="110642"/>
                  </a:lnTo>
                  <a:lnTo>
                    <a:pt x="8978" y="109270"/>
                  </a:lnTo>
                  <a:close/>
                </a:path>
                <a:path w="115569" h="128270">
                  <a:moveTo>
                    <a:pt x="10210" y="117081"/>
                  </a:moveTo>
                  <a:lnTo>
                    <a:pt x="8940" y="116293"/>
                  </a:lnTo>
                  <a:lnTo>
                    <a:pt x="6400" y="114668"/>
                  </a:lnTo>
                  <a:lnTo>
                    <a:pt x="5803" y="115570"/>
                  </a:lnTo>
                  <a:lnTo>
                    <a:pt x="5283" y="116484"/>
                  </a:lnTo>
                  <a:lnTo>
                    <a:pt x="4699" y="117386"/>
                  </a:lnTo>
                  <a:lnTo>
                    <a:pt x="5422" y="118745"/>
                  </a:lnTo>
                  <a:lnTo>
                    <a:pt x="6235" y="120091"/>
                  </a:lnTo>
                  <a:lnTo>
                    <a:pt x="7086" y="121348"/>
                  </a:lnTo>
                  <a:lnTo>
                    <a:pt x="8051" y="119888"/>
                  </a:lnTo>
                  <a:lnTo>
                    <a:pt x="9093" y="118465"/>
                  </a:lnTo>
                  <a:lnTo>
                    <a:pt x="10210" y="117081"/>
                  </a:lnTo>
                  <a:close/>
                </a:path>
                <a:path w="115569" h="128270">
                  <a:moveTo>
                    <a:pt x="13411" y="96418"/>
                  </a:moveTo>
                  <a:lnTo>
                    <a:pt x="9410" y="95770"/>
                  </a:lnTo>
                  <a:lnTo>
                    <a:pt x="6819" y="97104"/>
                  </a:lnTo>
                  <a:lnTo>
                    <a:pt x="5295" y="99390"/>
                  </a:lnTo>
                  <a:lnTo>
                    <a:pt x="4991" y="99504"/>
                  </a:lnTo>
                  <a:lnTo>
                    <a:pt x="546" y="101600"/>
                  </a:lnTo>
                  <a:lnTo>
                    <a:pt x="0" y="106768"/>
                  </a:lnTo>
                  <a:lnTo>
                    <a:pt x="1930" y="111467"/>
                  </a:lnTo>
                  <a:lnTo>
                    <a:pt x="2857" y="109905"/>
                  </a:lnTo>
                  <a:lnTo>
                    <a:pt x="3810" y="108318"/>
                  </a:lnTo>
                  <a:lnTo>
                    <a:pt x="4838" y="106768"/>
                  </a:lnTo>
                  <a:lnTo>
                    <a:pt x="2476" y="105422"/>
                  </a:lnTo>
                  <a:lnTo>
                    <a:pt x="1028" y="104660"/>
                  </a:lnTo>
                  <a:lnTo>
                    <a:pt x="1117" y="104279"/>
                  </a:lnTo>
                  <a:lnTo>
                    <a:pt x="2908" y="104368"/>
                  </a:lnTo>
                  <a:lnTo>
                    <a:pt x="4356" y="104851"/>
                  </a:lnTo>
                  <a:lnTo>
                    <a:pt x="5778" y="105448"/>
                  </a:lnTo>
                  <a:lnTo>
                    <a:pt x="6972" y="103733"/>
                  </a:lnTo>
                  <a:lnTo>
                    <a:pt x="8280" y="102108"/>
                  </a:lnTo>
                  <a:lnTo>
                    <a:pt x="9601" y="100507"/>
                  </a:lnTo>
                  <a:lnTo>
                    <a:pt x="8559" y="100126"/>
                  </a:lnTo>
                  <a:lnTo>
                    <a:pt x="7531" y="99695"/>
                  </a:lnTo>
                  <a:lnTo>
                    <a:pt x="6337" y="99402"/>
                  </a:lnTo>
                  <a:lnTo>
                    <a:pt x="6311" y="99237"/>
                  </a:lnTo>
                  <a:lnTo>
                    <a:pt x="7721" y="99034"/>
                  </a:lnTo>
                  <a:lnTo>
                    <a:pt x="9004" y="99275"/>
                  </a:lnTo>
                  <a:lnTo>
                    <a:pt x="10274" y="99656"/>
                  </a:lnTo>
                  <a:lnTo>
                    <a:pt x="11277" y="98475"/>
                  </a:lnTo>
                  <a:lnTo>
                    <a:pt x="12357" y="97472"/>
                  </a:lnTo>
                  <a:lnTo>
                    <a:pt x="13411" y="96418"/>
                  </a:lnTo>
                  <a:close/>
                </a:path>
                <a:path w="115569" h="128270">
                  <a:moveTo>
                    <a:pt x="14071" y="112407"/>
                  </a:moveTo>
                  <a:lnTo>
                    <a:pt x="12661" y="111569"/>
                  </a:lnTo>
                  <a:lnTo>
                    <a:pt x="9867" y="109842"/>
                  </a:lnTo>
                  <a:lnTo>
                    <a:pt x="8877" y="111213"/>
                  </a:lnTo>
                  <a:lnTo>
                    <a:pt x="7835" y="112547"/>
                  </a:lnTo>
                  <a:lnTo>
                    <a:pt x="6896" y="113957"/>
                  </a:lnTo>
                  <a:lnTo>
                    <a:pt x="10883" y="116255"/>
                  </a:lnTo>
                  <a:lnTo>
                    <a:pt x="11950" y="114960"/>
                  </a:lnTo>
                  <a:lnTo>
                    <a:pt x="13030" y="113677"/>
                  </a:lnTo>
                  <a:lnTo>
                    <a:pt x="14071" y="112407"/>
                  </a:lnTo>
                  <a:close/>
                </a:path>
                <a:path w="115569" h="128270">
                  <a:moveTo>
                    <a:pt x="14465" y="102577"/>
                  </a:moveTo>
                  <a:lnTo>
                    <a:pt x="13335" y="102031"/>
                  </a:lnTo>
                  <a:lnTo>
                    <a:pt x="12204" y="101498"/>
                  </a:lnTo>
                  <a:lnTo>
                    <a:pt x="11049" y="101015"/>
                  </a:lnTo>
                  <a:lnTo>
                    <a:pt x="9055" y="103073"/>
                  </a:lnTo>
                  <a:lnTo>
                    <a:pt x="8204" y="104140"/>
                  </a:lnTo>
                  <a:lnTo>
                    <a:pt x="7747" y="104724"/>
                  </a:lnTo>
                  <a:lnTo>
                    <a:pt x="7327" y="105346"/>
                  </a:lnTo>
                  <a:lnTo>
                    <a:pt x="6883" y="105943"/>
                  </a:lnTo>
                  <a:lnTo>
                    <a:pt x="8013" y="106502"/>
                  </a:lnTo>
                  <a:lnTo>
                    <a:pt x="9131" y="107099"/>
                  </a:lnTo>
                  <a:lnTo>
                    <a:pt x="10210" y="107759"/>
                  </a:lnTo>
                  <a:lnTo>
                    <a:pt x="11607" y="106032"/>
                  </a:lnTo>
                  <a:lnTo>
                    <a:pt x="14465" y="102577"/>
                  </a:lnTo>
                  <a:close/>
                </a:path>
                <a:path w="115569" h="128270">
                  <a:moveTo>
                    <a:pt x="14795" y="119748"/>
                  </a:moveTo>
                  <a:lnTo>
                    <a:pt x="13931" y="119240"/>
                  </a:lnTo>
                  <a:lnTo>
                    <a:pt x="13512" y="119011"/>
                  </a:lnTo>
                  <a:lnTo>
                    <a:pt x="12865" y="118668"/>
                  </a:lnTo>
                  <a:lnTo>
                    <a:pt x="12217" y="118262"/>
                  </a:lnTo>
                  <a:lnTo>
                    <a:pt x="11557" y="117881"/>
                  </a:lnTo>
                  <a:lnTo>
                    <a:pt x="10375" y="119430"/>
                  </a:lnTo>
                  <a:lnTo>
                    <a:pt x="9144" y="120942"/>
                  </a:lnTo>
                  <a:lnTo>
                    <a:pt x="7861" y="122402"/>
                  </a:lnTo>
                  <a:lnTo>
                    <a:pt x="8623" y="123418"/>
                  </a:lnTo>
                  <a:lnTo>
                    <a:pt x="9423" y="124371"/>
                  </a:lnTo>
                  <a:lnTo>
                    <a:pt x="10274" y="125158"/>
                  </a:lnTo>
                  <a:lnTo>
                    <a:pt x="11696" y="123304"/>
                  </a:lnTo>
                  <a:lnTo>
                    <a:pt x="13220" y="121500"/>
                  </a:lnTo>
                  <a:lnTo>
                    <a:pt x="14795" y="119748"/>
                  </a:lnTo>
                  <a:close/>
                </a:path>
                <a:path w="115569" h="128270">
                  <a:moveTo>
                    <a:pt x="17830" y="98488"/>
                  </a:moveTo>
                  <a:lnTo>
                    <a:pt x="16865" y="97713"/>
                  </a:lnTo>
                  <a:lnTo>
                    <a:pt x="15811" y="97155"/>
                  </a:lnTo>
                  <a:lnTo>
                    <a:pt x="14655" y="96774"/>
                  </a:lnTo>
                  <a:lnTo>
                    <a:pt x="13817" y="97955"/>
                  </a:lnTo>
                  <a:lnTo>
                    <a:pt x="12890" y="99098"/>
                  </a:lnTo>
                  <a:lnTo>
                    <a:pt x="11849" y="100177"/>
                  </a:lnTo>
                  <a:lnTo>
                    <a:pt x="13017" y="100634"/>
                  </a:lnTo>
                  <a:lnTo>
                    <a:pt x="14160" y="101155"/>
                  </a:lnTo>
                  <a:lnTo>
                    <a:pt x="15252" y="101612"/>
                  </a:lnTo>
                  <a:lnTo>
                    <a:pt x="17830" y="98488"/>
                  </a:lnTo>
                  <a:close/>
                </a:path>
                <a:path w="115569" h="128270">
                  <a:moveTo>
                    <a:pt x="18897" y="115201"/>
                  </a:moveTo>
                  <a:lnTo>
                    <a:pt x="17691" y="114554"/>
                  </a:lnTo>
                  <a:lnTo>
                    <a:pt x="16497" y="113868"/>
                  </a:lnTo>
                  <a:lnTo>
                    <a:pt x="15316" y="113169"/>
                  </a:lnTo>
                  <a:lnTo>
                    <a:pt x="15176" y="113322"/>
                  </a:lnTo>
                  <a:lnTo>
                    <a:pt x="15011" y="113487"/>
                  </a:lnTo>
                  <a:lnTo>
                    <a:pt x="13970" y="114731"/>
                  </a:lnTo>
                  <a:lnTo>
                    <a:pt x="12230" y="117005"/>
                  </a:lnTo>
                  <a:lnTo>
                    <a:pt x="12522" y="117157"/>
                  </a:lnTo>
                  <a:lnTo>
                    <a:pt x="12814" y="117348"/>
                  </a:lnTo>
                  <a:lnTo>
                    <a:pt x="13957" y="117919"/>
                  </a:lnTo>
                  <a:lnTo>
                    <a:pt x="15697" y="118757"/>
                  </a:lnTo>
                  <a:lnTo>
                    <a:pt x="17538" y="116751"/>
                  </a:lnTo>
                  <a:lnTo>
                    <a:pt x="18580" y="115570"/>
                  </a:lnTo>
                  <a:lnTo>
                    <a:pt x="18732" y="115379"/>
                  </a:lnTo>
                  <a:lnTo>
                    <a:pt x="18897" y="115201"/>
                  </a:lnTo>
                  <a:close/>
                </a:path>
                <a:path w="115569" h="128270">
                  <a:moveTo>
                    <a:pt x="19392" y="122377"/>
                  </a:moveTo>
                  <a:lnTo>
                    <a:pt x="17183" y="121132"/>
                  </a:lnTo>
                  <a:lnTo>
                    <a:pt x="16116" y="120510"/>
                  </a:lnTo>
                  <a:lnTo>
                    <a:pt x="14465" y="122313"/>
                  </a:lnTo>
                  <a:lnTo>
                    <a:pt x="12763" y="124066"/>
                  </a:lnTo>
                  <a:lnTo>
                    <a:pt x="10985" y="125730"/>
                  </a:lnTo>
                  <a:lnTo>
                    <a:pt x="11709" y="126326"/>
                  </a:lnTo>
                  <a:lnTo>
                    <a:pt x="12954" y="127088"/>
                  </a:lnTo>
                  <a:lnTo>
                    <a:pt x="13906" y="127381"/>
                  </a:lnTo>
                  <a:lnTo>
                    <a:pt x="14859" y="127622"/>
                  </a:lnTo>
                  <a:lnTo>
                    <a:pt x="16306" y="125831"/>
                  </a:lnTo>
                  <a:lnTo>
                    <a:pt x="17805" y="124066"/>
                  </a:lnTo>
                  <a:lnTo>
                    <a:pt x="19392" y="122377"/>
                  </a:lnTo>
                  <a:close/>
                </a:path>
                <a:path w="115569" h="128270">
                  <a:moveTo>
                    <a:pt x="19875" y="105194"/>
                  </a:moveTo>
                  <a:lnTo>
                    <a:pt x="16764" y="103708"/>
                  </a:lnTo>
                  <a:lnTo>
                    <a:pt x="15214" y="102933"/>
                  </a:lnTo>
                  <a:lnTo>
                    <a:pt x="13804" y="104711"/>
                  </a:lnTo>
                  <a:lnTo>
                    <a:pt x="12369" y="106426"/>
                  </a:lnTo>
                  <a:lnTo>
                    <a:pt x="11010" y="108242"/>
                  </a:lnTo>
                  <a:lnTo>
                    <a:pt x="12890" y="109410"/>
                  </a:lnTo>
                  <a:lnTo>
                    <a:pt x="14312" y="110236"/>
                  </a:lnTo>
                  <a:lnTo>
                    <a:pt x="14833" y="110477"/>
                  </a:lnTo>
                  <a:lnTo>
                    <a:pt x="15354" y="110782"/>
                  </a:lnTo>
                  <a:lnTo>
                    <a:pt x="16764" y="108940"/>
                  </a:lnTo>
                  <a:lnTo>
                    <a:pt x="18237" y="106946"/>
                  </a:lnTo>
                  <a:lnTo>
                    <a:pt x="19875" y="105194"/>
                  </a:lnTo>
                  <a:close/>
                </a:path>
                <a:path w="115569" h="128270">
                  <a:moveTo>
                    <a:pt x="21996" y="103314"/>
                  </a:moveTo>
                  <a:lnTo>
                    <a:pt x="20967" y="101676"/>
                  </a:lnTo>
                  <a:lnTo>
                    <a:pt x="19748" y="100164"/>
                  </a:lnTo>
                  <a:lnTo>
                    <a:pt x="18364" y="98945"/>
                  </a:lnTo>
                  <a:lnTo>
                    <a:pt x="16802" y="100939"/>
                  </a:lnTo>
                  <a:lnTo>
                    <a:pt x="16014" y="101930"/>
                  </a:lnTo>
                  <a:lnTo>
                    <a:pt x="17678" y="102590"/>
                  </a:lnTo>
                  <a:lnTo>
                    <a:pt x="19418" y="103225"/>
                  </a:lnTo>
                  <a:lnTo>
                    <a:pt x="21132" y="103936"/>
                  </a:lnTo>
                  <a:lnTo>
                    <a:pt x="21399" y="103682"/>
                  </a:lnTo>
                  <a:lnTo>
                    <a:pt x="21717" y="103530"/>
                  </a:lnTo>
                  <a:lnTo>
                    <a:pt x="21996" y="103314"/>
                  </a:lnTo>
                  <a:close/>
                </a:path>
                <a:path w="115569" h="128270">
                  <a:moveTo>
                    <a:pt x="22796" y="104660"/>
                  </a:moveTo>
                  <a:close/>
                </a:path>
                <a:path w="115569" h="128270">
                  <a:moveTo>
                    <a:pt x="24180" y="117741"/>
                  </a:moveTo>
                  <a:lnTo>
                    <a:pt x="22898" y="117195"/>
                  </a:lnTo>
                  <a:lnTo>
                    <a:pt x="21628" y="116611"/>
                  </a:lnTo>
                  <a:lnTo>
                    <a:pt x="20396" y="115963"/>
                  </a:lnTo>
                  <a:lnTo>
                    <a:pt x="19164" y="117182"/>
                  </a:lnTo>
                  <a:lnTo>
                    <a:pt x="18122" y="118338"/>
                  </a:lnTo>
                  <a:lnTo>
                    <a:pt x="17602" y="118884"/>
                  </a:lnTo>
                  <a:lnTo>
                    <a:pt x="17094" y="119443"/>
                  </a:lnTo>
                  <a:lnTo>
                    <a:pt x="20586" y="121145"/>
                  </a:lnTo>
                  <a:lnTo>
                    <a:pt x="21742" y="119964"/>
                  </a:lnTo>
                  <a:lnTo>
                    <a:pt x="22948" y="118833"/>
                  </a:lnTo>
                  <a:lnTo>
                    <a:pt x="24180" y="117741"/>
                  </a:lnTo>
                  <a:close/>
                </a:path>
                <a:path w="115569" h="128270">
                  <a:moveTo>
                    <a:pt x="24612" y="124879"/>
                  </a:moveTo>
                  <a:lnTo>
                    <a:pt x="23456" y="124460"/>
                  </a:lnTo>
                  <a:lnTo>
                    <a:pt x="22313" y="123926"/>
                  </a:lnTo>
                  <a:lnTo>
                    <a:pt x="21183" y="123329"/>
                  </a:lnTo>
                  <a:lnTo>
                    <a:pt x="19596" y="124904"/>
                  </a:lnTo>
                  <a:lnTo>
                    <a:pt x="17919" y="126352"/>
                  </a:lnTo>
                  <a:lnTo>
                    <a:pt x="16268" y="127838"/>
                  </a:lnTo>
                  <a:lnTo>
                    <a:pt x="19329" y="128155"/>
                  </a:lnTo>
                  <a:lnTo>
                    <a:pt x="22440" y="127139"/>
                  </a:lnTo>
                  <a:lnTo>
                    <a:pt x="24612" y="124879"/>
                  </a:lnTo>
                  <a:close/>
                </a:path>
                <a:path w="115569" h="128270">
                  <a:moveTo>
                    <a:pt x="24917" y="108712"/>
                  </a:moveTo>
                  <a:lnTo>
                    <a:pt x="24320" y="107505"/>
                  </a:lnTo>
                  <a:lnTo>
                    <a:pt x="24003" y="106870"/>
                  </a:lnTo>
                  <a:lnTo>
                    <a:pt x="23253" y="106591"/>
                  </a:lnTo>
                  <a:lnTo>
                    <a:pt x="22479" y="106362"/>
                  </a:lnTo>
                  <a:lnTo>
                    <a:pt x="21755" y="106045"/>
                  </a:lnTo>
                  <a:lnTo>
                    <a:pt x="20243" y="107962"/>
                  </a:lnTo>
                  <a:lnTo>
                    <a:pt x="18453" y="109778"/>
                  </a:lnTo>
                  <a:lnTo>
                    <a:pt x="16789" y="111544"/>
                  </a:lnTo>
                  <a:lnTo>
                    <a:pt x="19164" y="112852"/>
                  </a:lnTo>
                  <a:lnTo>
                    <a:pt x="20370" y="113461"/>
                  </a:lnTo>
                  <a:lnTo>
                    <a:pt x="21755" y="111772"/>
                  </a:lnTo>
                  <a:lnTo>
                    <a:pt x="23241" y="110020"/>
                  </a:lnTo>
                  <a:lnTo>
                    <a:pt x="24917" y="108712"/>
                  </a:lnTo>
                  <a:close/>
                </a:path>
                <a:path w="115569" h="128270">
                  <a:moveTo>
                    <a:pt x="27228" y="115189"/>
                  </a:moveTo>
                  <a:lnTo>
                    <a:pt x="26911" y="113474"/>
                  </a:lnTo>
                  <a:lnTo>
                    <a:pt x="26289" y="111772"/>
                  </a:lnTo>
                  <a:lnTo>
                    <a:pt x="25539" y="110109"/>
                  </a:lnTo>
                  <a:lnTo>
                    <a:pt x="24561" y="111594"/>
                  </a:lnTo>
                  <a:lnTo>
                    <a:pt x="23304" y="112991"/>
                  </a:lnTo>
                  <a:lnTo>
                    <a:pt x="21996" y="114312"/>
                  </a:lnTo>
                  <a:lnTo>
                    <a:pt x="23329" y="114973"/>
                  </a:lnTo>
                  <a:lnTo>
                    <a:pt x="24752" y="115506"/>
                  </a:lnTo>
                  <a:lnTo>
                    <a:pt x="26123" y="116103"/>
                  </a:lnTo>
                  <a:lnTo>
                    <a:pt x="26492" y="115798"/>
                  </a:lnTo>
                  <a:lnTo>
                    <a:pt x="26860" y="115506"/>
                  </a:lnTo>
                  <a:lnTo>
                    <a:pt x="27228" y="115189"/>
                  </a:lnTo>
                  <a:close/>
                </a:path>
                <a:path w="115569" h="128270">
                  <a:moveTo>
                    <a:pt x="27432" y="116649"/>
                  </a:moveTo>
                  <a:close/>
                </a:path>
                <a:path w="115569" h="128270">
                  <a:moveTo>
                    <a:pt x="27444" y="118973"/>
                  </a:moveTo>
                  <a:lnTo>
                    <a:pt x="26885" y="118783"/>
                  </a:lnTo>
                  <a:lnTo>
                    <a:pt x="26314" y="118618"/>
                  </a:lnTo>
                  <a:lnTo>
                    <a:pt x="25755" y="118414"/>
                  </a:lnTo>
                  <a:lnTo>
                    <a:pt x="24612" y="119634"/>
                  </a:lnTo>
                  <a:lnTo>
                    <a:pt x="23545" y="120891"/>
                  </a:lnTo>
                  <a:lnTo>
                    <a:pt x="22364" y="122085"/>
                  </a:lnTo>
                  <a:lnTo>
                    <a:pt x="23444" y="122631"/>
                  </a:lnTo>
                  <a:lnTo>
                    <a:pt x="24485" y="123215"/>
                  </a:lnTo>
                  <a:lnTo>
                    <a:pt x="25539" y="123786"/>
                  </a:lnTo>
                  <a:lnTo>
                    <a:pt x="26657" y="122262"/>
                  </a:lnTo>
                  <a:lnTo>
                    <a:pt x="27266" y="120650"/>
                  </a:lnTo>
                  <a:lnTo>
                    <a:pt x="27444" y="118973"/>
                  </a:lnTo>
                  <a:close/>
                </a:path>
                <a:path w="115569" h="128270">
                  <a:moveTo>
                    <a:pt x="106451" y="12788"/>
                  </a:moveTo>
                  <a:lnTo>
                    <a:pt x="105244" y="12128"/>
                  </a:lnTo>
                  <a:lnTo>
                    <a:pt x="104355" y="11633"/>
                  </a:lnTo>
                  <a:lnTo>
                    <a:pt x="104457" y="15011"/>
                  </a:lnTo>
                  <a:lnTo>
                    <a:pt x="105079" y="14338"/>
                  </a:lnTo>
                  <a:lnTo>
                    <a:pt x="105968" y="13335"/>
                  </a:lnTo>
                  <a:lnTo>
                    <a:pt x="106133" y="13157"/>
                  </a:lnTo>
                  <a:lnTo>
                    <a:pt x="106286" y="12966"/>
                  </a:lnTo>
                  <a:lnTo>
                    <a:pt x="106451" y="12788"/>
                  </a:lnTo>
                  <a:close/>
                </a:path>
                <a:path w="115569" h="128270">
                  <a:moveTo>
                    <a:pt x="106946" y="19964"/>
                  </a:moveTo>
                  <a:lnTo>
                    <a:pt x="104571" y="18618"/>
                  </a:lnTo>
                  <a:lnTo>
                    <a:pt x="104673" y="22440"/>
                  </a:lnTo>
                  <a:lnTo>
                    <a:pt x="105346" y="21653"/>
                  </a:lnTo>
                  <a:lnTo>
                    <a:pt x="106946" y="19964"/>
                  </a:lnTo>
                  <a:close/>
                </a:path>
                <a:path w="115569" h="128270">
                  <a:moveTo>
                    <a:pt x="107429" y="2781"/>
                  </a:moveTo>
                  <a:lnTo>
                    <a:pt x="104051" y="1168"/>
                  </a:lnTo>
                  <a:lnTo>
                    <a:pt x="104216" y="6654"/>
                  </a:lnTo>
                  <a:lnTo>
                    <a:pt x="105791" y="4533"/>
                  </a:lnTo>
                  <a:lnTo>
                    <a:pt x="107429" y="2781"/>
                  </a:lnTo>
                  <a:close/>
                </a:path>
                <a:path w="115569" h="128270">
                  <a:moveTo>
                    <a:pt x="109550" y="901"/>
                  </a:moveTo>
                  <a:lnTo>
                    <a:pt x="109029" y="76"/>
                  </a:lnTo>
                  <a:lnTo>
                    <a:pt x="104787" y="0"/>
                  </a:lnTo>
                  <a:lnTo>
                    <a:pt x="106972" y="812"/>
                  </a:lnTo>
                  <a:lnTo>
                    <a:pt x="108686" y="1524"/>
                  </a:lnTo>
                  <a:lnTo>
                    <a:pt x="108953" y="1270"/>
                  </a:lnTo>
                  <a:lnTo>
                    <a:pt x="109270" y="1117"/>
                  </a:lnTo>
                  <a:lnTo>
                    <a:pt x="109550" y="901"/>
                  </a:lnTo>
                  <a:close/>
                </a:path>
                <a:path w="115569" h="128270">
                  <a:moveTo>
                    <a:pt x="110350" y="2247"/>
                  </a:moveTo>
                  <a:close/>
                </a:path>
                <a:path w="115569" h="128270">
                  <a:moveTo>
                    <a:pt x="111734" y="15328"/>
                  </a:moveTo>
                  <a:lnTo>
                    <a:pt x="110451" y="14782"/>
                  </a:lnTo>
                  <a:lnTo>
                    <a:pt x="109181" y="14185"/>
                  </a:lnTo>
                  <a:lnTo>
                    <a:pt x="107950" y="13550"/>
                  </a:lnTo>
                  <a:lnTo>
                    <a:pt x="107327" y="14160"/>
                  </a:lnTo>
                  <a:lnTo>
                    <a:pt x="106718" y="14782"/>
                  </a:lnTo>
                  <a:lnTo>
                    <a:pt x="105676" y="15925"/>
                  </a:lnTo>
                  <a:lnTo>
                    <a:pt x="105156" y="16471"/>
                  </a:lnTo>
                  <a:lnTo>
                    <a:pt x="104648" y="17030"/>
                  </a:lnTo>
                  <a:lnTo>
                    <a:pt x="108140" y="18732"/>
                  </a:lnTo>
                  <a:lnTo>
                    <a:pt x="109296" y="17551"/>
                  </a:lnTo>
                  <a:lnTo>
                    <a:pt x="110502" y="16421"/>
                  </a:lnTo>
                  <a:lnTo>
                    <a:pt x="111734" y="15328"/>
                  </a:lnTo>
                  <a:close/>
                </a:path>
                <a:path w="115569" h="128270">
                  <a:moveTo>
                    <a:pt x="112166" y="22466"/>
                  </a:moveTo>
                  <a:lnTo>
                    <a:pt x="111010" y="22034"/>
                  </a:lnTo>
                  <a:lnTo>
                    <a:pt x="109867" y="21501"/>
                  </a:lnTo>
                  <a:lnTo>
                    <a:pt x="108737" y="20916"/>
                  </a:lnTo>
                  <a:lnTo>
                    <a:pt x="107149" y="22491"/>
                  </a:lnTo>
                  <a:lnTo>
                    <a:pt x="105473" y="23939"/>
                  </a:lnTo>
                  <a:lnTo>
                    <a:pt x="104736" y="24587"/>
                  </a:lnTo>
                  <a:lnTo>
                    <a:pt x="104762" y="25514"/>
                  </a:lnTo>
                  <a:lnTo>
                    <a:pt x="106870" y="25742"/>
                  </a:lnTo>
                  <a:lnTo>
                    <a:pt x="109994" y="24726"/>
                  </a:lnTo>
                  <a:lnTo>
                    <a:pt x="112166" y="22466"/>
                  </a:lnTo>
                  <a:close/>
                </a:path>
                <a:path w="115569" h="128270">
                  <a:moveTo>
                    <a:pt x="112458" y="6299"/>
                  </a:moveTo>
                  <a:lnTo>
                    <a:pt x="111874" y="5092"/>
                  </a:lnTo>
                  <a:lnTo>
                    <a:pt x="111556" y="4457"/>
                  </a:lnTo>
                  <a:lnTo>
                    <a:pt x="110794" y="4178"/>
                  </a:lnTo>
                  <a:lnTo>
                    <a:pt x="110032" y="3949"/>
                  </a:lnTo>
                  <a:lnTo>
                    <a:pt x="109296" y="3632"/>
                  </a:lnTo>
                  <a:lnTo>
                    <a:pt x="107797" y="5549"/>
                  </a:lnTo>
                  <a:lnTo>
                    <a:pt x="106006" y="7366"/>
                  </a:lnTo>
                  <a:lnTo>
                    <a:pt x="104343" y="9131"/>
                  </a:lnTo>
                  <a:lnTo>
                    <a:pt x="106718" y="10439"/>
                  </a:lnTo>
                  <a:lnTo>
                    <a:pt x="107924" y="11049"/>
                  </a:lnTo>
                  <a:lnTo>
                    <a:pt x="109308" y="9359"/>
                  </a:lnTo>
                  <a:lnTo>
                    <a:pt x="110782" y="7594"/>
                  </a:lnTo>
                  <a:lnTo>
                    <a:pt x="112458" y="6299"/>
                  </a:lnTo>
                  <a:close/>
                </a:path>
                <a:path w="115569" h="128270">
                  <a:moveTo>
                    <a:pt x="114782" y="12776"/>
                  </a:moveTo>
                  <a:lnTo>
                    <a:pt x="114452" y="11061"/>
                  </a:lnTo>
                  <a:lnTo>
                    <a:pt x="113842" y="9359"/>
                  </a:lnTo>
                  <a:lnTo>
                    <a:pt x="113093" y="7696"/>
                  </a:lnTo>
                  <a:lnTo>
                    <a:pt x="112115" y="9182"/>
                  </a:lnTo>
                  <a:lnTo>
                    <a:pt x="110858" y="10579"/>
                  </a:lnTo>
                  <a:lnTo>
                    <a:pt x="109550" y="11899"/>
                  </a:lnTo>
                  <a:lnTo>
                    <a:pt x="110883" y="12547"/>
                  </a:lnTo>
                  <a:lnTo>
                    <a:pt x="112293" y="13093"/>
                  </a:lnTo>
                  <a:lnTo>
                    <a:pt x="113665" y="13677"/>
                  </a:lnTo>
                  <a:lnTo>
                    <a:pt x="114033" y="13385"/>
                  </a:lnTo>
                  <a:lnTo>
                    <a:pt x="114414" y="13081"/>
                  </a:lnTo>
                  <a:lnTo>
                    <a:pt x="114782" y="12776"/>
                  </a:lnTo>
                  <a:close/>
                </a:path>
                <a:path w="115569" h="128270">
                  <a:moveTo>
                    <a:pt x="114985" y="16560"/>
                  </a:moveTo>
                  <a:lnTo>
                    <a:pt x="114439" y="16370"/>
                  </a:lnTo>
                  <a:lnTo>
                    <a:pt x="113855" y="16205"/>
                  </a:lnTo>
                  <a:lnTo>
                    <a:pt x="113309" y="16002"/>
                  </a:lnTo>
                  <a:lnTo>
                    <a:pt x="112179" y="17221"/>
                  </a:lnTo>
                  <a:lnTo>
                    <a:pt x="111099" y="18478"/>
                  </a:lnTo>
                  <a:lnTo>
                    <a:pt x="109918" y="19672"/>
                  </a:lnTo>
                  <a:lnTo>
                    <a:pt x="110985" y="20218"/>
                  </a:lnTo>
                  <a:lnTo>
                    <a:pt x="112039" y="20802"/>
                  </a:lnTo>
                  <a:lnTo>
                    <a:pt x="113093" y="21374"/>
                  </a:lnTo>
                  <a:lnTo>
                    <a:pt x="114211" y="19837"/>
                  </a:lnTo>
                  <a:lnTo>
                    <a:pt x="114820" y="18224"/>
                  </a:lnTo>
                  <a:lnTo>
                    <a:pt x="114985" y="16560"/>
                  </a:lnTo>
                  <a:close/>
                </a:path>
                <a:path w="115569" h="128270">
                  <a:moveTo>
                    <a:pt x="114985" y="14236"/>
                  </a:move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4829046" y="7470264"/>
              <a:ext cx="22225" cy="16510"/>
            </a:xfrm>
            <a:custGeom>
              <a:avLst/>
              <a:gdLst/>
              <a:ahLst/>
              <a:cxnLst/>
              <a:rect l="l" t="t" r="r" b="b"/>
              <a:pathLst>
                <a:path w="22225" h="16509">
                  <a:moveTo>
                    <a:pt x="7669" y="5695"/>
                  </a:moveTo>
                  <a:lnTo>
                    <a:pt x="797" y="7920"/>
                  </a:lnTo>
                  <a:lnTo>
                    <a:pt x="2177" y="9173"/>
                  </a:lnTo>
                  <a:lnTo>
                    <a:pt x="7737" y="9738"/>
                  </a:lnTo>
                  <a:lnTo>
                    <a:pt x="7224" y="9885"/>
                  </a:lnTo>
                  <a:lnTo>
                    <a:pt x="2732" y="11392"/>
                  </a:lnTo>
                  <a:lnTo>
                    <a:pt x="0" y="15832"/>
                  </a:lnTo>
                  <a:lnTo>
                    <a:pt x="7601" y="16481"/>
                  </a:lnTo>
                  <a:lnTo>
                    <a:pt x="13601" y="9403"/>
                  </a:lnTo>
                  <a:lnTo>
                    <a:pt x="15758" y="9351"/>
                  </a:lnTo>
                  <a:lnTo>
                    <a:pt x="18653" y="6094"/>
                  </a:lnTo>
                  <a:lnTo>
                    <a:pt x="8753" y="6094"/>
                  </a:lnTo>
                  <a:lnTo>
                    <a:pt x="8575" y="6031"/>
                  </a:lnTo>
                  <a:lnTo>
                    <a:pt x="8439" y="5958"/>
                  </a:lnTo>
                  <a:lnTo>
                    <a:pt x="7669" y="5695"/>
                  </a:lnTo>
                  <a:close/>
                </a:path>
                <a:path w="22225" h="16509">
                  <a:moveTo>
                    <a:pt x="15673" y="2611"/>
                  </a:moveTo>
                  <a:lnTo>
                    <a:pt x="9571" y="5079"/>
                  </a:lnTo>
                  <a:lnTo>
                    <a:pt x="8162" y="5535"/>
                  </a:lnTo>
                  <a:lnTo>
                    <a:pt x="8753" y="6094"/>
                  </a:lnTo>
                  <a:lnTo>
                    <a:pt x="18653" y="6094"/>
                  </a:lnTo>
                  <a:lnTo>
                    <a:pt x="20636" y="3864"/>
                  </a:lnTo>
                  <a:lnTo>
                    <a:pt x="15559" y="3864"/>
                  </a:lnTo>
                  <a:lnTo>
                    <a:pt x="15673" y="2611"/>
                  </a:lnTo>
                  <a:close/>
                </a:path>
                <a:path w="22225" h="16509">
                  <a:moveTo>
                    <a:pt x="22129" y="0"/>
                  </a:moveTo>
                  <a:lnTo>
                    <a:pt x="16400" y="2317"/>
                  </a:lnTo>
                  <a:lnTo>
                    <a:pt x="15559" y="3864"/>
                  </a:lnTo>
                  <a:lnTo>
                    <a:pt x="20636" y="3864"/>
                  </a:lnTo>
                  <a:lnTo>
                    <a:pt x="22012" y="2317"/>
                  </a:lnTo>
                  <a:lnTo>
                    <a:pt x="2212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4765782" y="7488713"/>
              <a:ext cx="26034" cy="33655"/>
            </a:xfrm>
            <a:custGeom>
              <a:avLst/>
              <a:gdLst/>
              <a:ahLst/>
              <a:cxnLst/>
              <a:rect l="l" t="t" r="r" b="b"/>
              <a:pathLst>
                <a:path w="26034" h="33654">
                  <a:moveTo>
                    <a:pt x="76" y="10083"/>
                  </a:moveTo>
                  <a:close/>
                </a:path>
                <a:path w="26034" h="33654">
                  <a:moveTo>
                    <a:pt x="2755" y="22618"/>
                  </a:moveTo>
                  <a:close/>
                </a:path>
                <a:path w="26034" h="33654">
                  <a:moveTo>
                    <a:pt x="5041" y="13233"/>
                  </a:moveTo>
                  <a:lnTo>
                    <a:pt x="3810" y="12382"/>
                  </a:lnTo>
                  <a:lnTo>
                    <a:pt x="2501" y="11633"/>
                  </a:lnTo>
                  <a:lnTo>
                    <a:pt x="1244" y="10820"/>
                  </a:lnTo>
                  <a:lnTo>
                    <a:pt x="825" y="11074"/>
                  </a:lnTo>
                  <a:lnTo>
                    <a:pt x="406" y="11303"/>
                  </a:lnTo>
                  <a:lnTo>
                    <a:pt x="0" y="11557"/>
                  </a:lnTo>
                  <a:lnTo>
                    <a:pt x="50" y="13296"/>
                  </a:lnTo>
                  <a:lnTo>
                    <a:pt x="406" y="15087"/>
                  </a:lnTo>
                  <a:lnTo>
                    <a:pt x="863" y="16827"/>
                  </a:lnTo>
                  <a:lnTo>
                    <a:pt x="2082" y="15519"/>
                  </a:lnTo>
                  <a:lnTo>
                    <a:pt x="3530" y="14338"/>
                  </a:lnTo>
                  <a:lnTo>
                    <a:pt x="5041" y="13233"/>
                  </a:lnTo>
                  <a:close/>
                </a:path>
                <a:path w="26034" h="33654">
                  <a:moveTo>
                    <a:pt x="5892" y="5499"/>
                  </a:moveTo>
                  <a:lnTo>
                    <a:pt x="4914" y="4800"/>
                  </a:lnTo>
                  <a:lnTo>
                    <a:pt x="3975" y="4038"/>
                  </a:lnTo>
                  <a:lnTo>
                    <a:pt x="3009" y="3327"/>
                  </a:lnTo>
                  <a:lnTo>
                    <a:pt x="1689" y="4660"/>
                  </a:lnTo>
                  <a:lnTo>
                    <a:pt x="812" y="6159"/>
                  </a:lnTo>
                  <a:lnTo>
                    <a:pt x="381" y="7785"/>
                  </a:lnTo>
                  <a:lnTo>
                    <a:pt x="914" y="8051"/>
                  </a:lnTo>
                  <a:lnTo>
                    <a:pt x="1447" y="8305"/>
                  </a:lnTo>
                  <a:lnTo>
                    <a:pt x="1968" y="8597"/>
                  </a:lnTo>
                  <a:lnTo>
                    <a:pt x="3276" y="7569"/>
                  </a:lnTo>
                  <a:lnTo>
                    <a:pt x="4546" y="6489"/>
                  </a:lnTo>
                  <a:lnTo>
                    <a:pt x="5892" y="5499"/>
                  </a:lnTo>
                  <a:close/>
                </a:path>
                <a:path w="26034" h="33654">
                  <a:moveTo>
                    <a:pt x="9004" y="26403"/>
                  </a:moveTo>
                  <a:lnTo>
                    <a:pt x="7467" y="25501"/>
                  </a:lnTo>
                  <a:lnTo>
                    <a:pt x="5842" y="24599"/>
                  </a:lnTo>
                  <a:lnTo>
                    <a:pt x="4267" y="23622"/>
                  </a:lnTo>
                  <a:lnTo>
                    <a:pt x="3962" y="23825"/>
                  </a:lnTo>
                  <a:lnTo>
                    <a:pt x="3619" y="23926"/>
                  </a:lnTo>
                  <a:lnTo>
                    <a:pt x="3314" y="24117"/>
                  </a:lnTo>
                  <a:lnTo>
                    <a:pt x="4076" y="25882"/>
                  </a:lnTo>
                  <a:lnTo>
                    <a:pt x="5041" y="27559"/>
                  </a:lnTo>
                  <a:lnTo>
                    <a:pt x="6210" y="28981"/>
                  </a:lnTo>
                  <a:lnTo>
                    <a:pt x="7137" y="28130"/>
                  </a:lnTo>
                  <a:lnTo>
                    <a:pt x="8064" y="27266"/>
                  </a:lnTo>
                  <a:lnTo>
                    <a:pt x="9004" y="26403"/>
                  </a:lnTo>
                  <a:close/>
                </a:path>
                <a:path w="26034" h="33654">
                  <a:moveTo>
                    <a:pt x="9753" y="16789"/>
                  </a:moveTo>
                  <a:lnTo>
                    <a:pt x="7607" y="15125"/>
                  </a:lnTo>
                  <a:lnTo>
                    <a:pt x="6515" y="14338"/>
                  </a:lnTo>
                  <a:lnTo>
                    <a:pt x="3136" y="17297"/>
                  </a:lnTo>
                  <a:lnTo>
                    <a:pt x="1282" y="18313"/>
                  </a:lnTo>
                  <a:lnTo>
                    <a:pt x="1663" y="19596"/>
                  </a:lnTo>
                  <a:lnTo>
                    <a:pt x="1879" y="20281"/>
                  </a:lnTo>
                  <a:lnTo>
                    <a:pt x="2590" y="20675"/>
                  </a:lnTo>
                  <a:lnTo>
                    <a:pt x="3314" y="21005"/>
                  </a:lnTo>
                  <a:lnTo>
                    <a:pt x="3975" y="21450"/>
                  </a:lnTo>
                  <a:lnTo>
                    <a:pt x="5765" y="19786"/>
                  </a:lnTo>
                  <a:lnTo>
                    <a:pt x="7823" y="18262"/>
                  </a:lnTo>
                  <a:lnTo>
                    <a:pt x="9753" y="16789"/>
                  </a:lnTo>
                  <a:close/>
                </a:path>
                <a:path w="26034" h="33654">
                  <a:moveTo>
                    <a:pt x="10680" y="8940"/>
                  </a:moveTo>
                  <a:lnTo>
                    <a:pt x="8559" y="7467"/>
                  </a:lnTo>
                  <a:lnTo>
                    <a:pt x="7505" y="6705"/>
                  </a:lnTo>
                  <a:lnTo>
                    <a:pt x="6159" y="7696"/>
                  </a:lnTo>
                  <a:lnTo>
                    <a:pt x="4800" y="8623"/>
                  </a:lnTo>
                  <a:lnTo>
                    <a:pt x="3416" y="9512"/>
                  </a:lnTo>
                  <a:lnTo>
                    <a:pt x="4597" y="10261"/>
                  </a:lnTo>
                  <a:lnTo>
                    <a:pt x="5753" y="11036"/>
                  </a:lnTo>
                  <a:lnTo>
                    <a:pt x="6870" y="11861"/>
                  </a:lnTo>
                  <a:lnTo>
                    <a:pt x="8280" y="10845"/>
                  </a:lnTo>
                  <a:lnTo>
                    <a:pt x="10680" y="8940"/>
                  </a:lnTo>
                  <a:close/>
                </a:path>
                <a:path w="26034" h="33654">
                  <a:moveTo>
                    <a:pt x="12814" y="774"/>
                  </a:moveTo>
                  <a:lnTo>
                    <a:pt x="9842" y="0"/>
                  </a:lnTo>
                  <a:lnTo>
                    <a:pt x="6604" y="482"/>
                  </a:lnTo>
                  <a:lnTo>
                    <a:pt x="4102" y="2387"/>
                  </a:lnTo>
                  <a:lnTo>
                    <a:pt x="5181" y="2997"/>
                  </a:lnTo>
                  <a:lnTo>
                    <a:pt x="6223" y="3708"/>
                  </a:lnTo>
                  <a:lnTo>
                    <a:pt x="7251" y="4457"/>
                  </a:lnTo>
                  <a:lnTo>
                    <a:pt x="9055" y="3162"/>
                  </a:lnTo>
                  <a:lnTo>
                    <a:pt x="10947" y="1993"/>
                  </a:lnTo>
                  <a:lnTo>
                    <a:pt x="12814" y="774"/>
                  </a:lnTo>
                  <a:close/>
                </a:path>
                <a:path w="26034" h="33654">
                  <a:moveTo>
                    <a:pt x="12839" y="28790"/>
                  </a:moveTo>
                  <a:lnTo>
                    <a:pt x="11760" y="28155"/>
                  </a:lnTo>
                  <a:lnTo>
                    <a:pt x="10706" y="27470"/>
                  </a:lnTo>
                  <a:lnTo>
                    <a:pt x="9690" y="26847"/>
                  </a:lnTo>
                  <a:lnTo>
                    <a:pt x="6667" y="29527"/>
                  </a:lnTo>
                  <a:lnTo>
                    <a:pt x="7493" y="30429"/>
                  </a:lnTo>
                  <a:lnTo>
                    <a:pt x="8458" y="31165"/>
                  </a:lnTo>
                  <a:lnTo>
                    <a:pt x="9525" y="31711"/>
                  </a:lnTo>
                  <a:lnTo>
                    <a:pt x="10541" y="30670"/>
                  </a:lnTo>
                  <a:lnTo>
                    <a:pt x="11645" y="29692"/>
                  </a:lnTo>
                  <a:lnTo>
                    <a:pt x="12839" y="28790"/>
                  </a:lnTo>
                  <a:close/>
                </a:path>
                <a:path w="26034" h="33654">
                  <a:moveTo>
                    <a:pt x="14922" y="20955"/>
                  </a:moveTo>
                  <a:lnTo>
                    <a:pt x="13258" y="19507"/>
                  </a:lnTo>
                  <a:lnTo>
                    <a:pt x="11988" y="18465"/>
                  </a:lnTo>
                  <a:lnTo>
                    <a:pt x="11506" y="18135"/>
                  </a:lnTo>
                  <a:lnTo>
                    <a:pt x="11036" y="17780"/>
                  </a:lnTo>
                  <a:lnTo>
                    <a:pt x="9372" y="19367"/>
                  </a:lnTo>
                  <a:lnTo>
                    <a:pt x="7581" y="21107"/>
                  </a:lnTo>
                  <a:lnTo>
                    <a:pt x="5702" y="22567"/>
                  </a:lnTo>
                  <a:lnTo>
                    <a:pt x="8534" y="24523"/>
                  </a:lnTo>
                  <a:lnTo>
                    <a:pt x="9956" y="25539"/>
                  </a:lnTo>
                  <a:lnTo>
                    <a:pt x="11607" y="24003"/>
                  </a:lnTo>
                  <a:lnTo>
                    <a:pt x="13309" y="22542"/>
                  </a:lnTo>
                  <a:lnTo>
                    <a:pt x="14922" y="20955"/>
                  </a:lnTo>
                  <a:close/>
                </a:path>
                <a:path w="26034" h="33654">
                  <a:moveTo>
                    <a:pt x="15100" y="12103"/>
                  </a:moveTo>
                  <a:lnTo>
                    <a:pt x="14846" y="11912"/>
                  </a:lnTo>
                  <a:lnTo>
                    <a:pt x="14579" y="11684"/>
                  </a:lnTo>
                  <a:lnTo>
                    <a:pt x="13538" y="10947"/>
                  </a:lnTo>
                  <a:lnTo>
                    <a:pt x="11950" y="9829"/>
                  </a:lnTo>
                  <a:lnTo>
                    <a:pt x="9829" y="11531"/>
                  </a:lnTo>
                  <a:lnTo>
                    <a:pt x="8610" y="12522"/>
                  </a:lnTo>
                  <a:lnTo>
                    <a:pt x="8420" y="12700"/>
                  </a:lnTo>
                  <a:lnTo>
                    <a:pt x="8242" y="12852"/>
                  </a:lnTo>
                  <a:lnTo>
                    <a:pt x="9321" y="13690"/>
                  </a:lnTo>
                  <a:lnTo>
                    <a:pt x="10401" y="14554"/>
                  </a:lnTo>
                  <a:lnTo>
                    <a:pt x="11455" y="15430"/>
                  </a:lnTo>
                  <a:lnTo>
                    <a:pt x="11620" y="15290"/>
                  </a:lnTo>
                  <a:lnTo>
                    <a:pt x="11798" y="15151"/>
                  </a:lnTo>
                  <a:lnTo>
                    <a:pt x="13017" y="14084"/>
                  </a:lnTo>
                  <a:lnTo>
                    <a:pt x="14071" y="13106"/>
                  </a:lnTo>
                  <a:lnTo>
                    <a:pt x="15100" y="12103"/>
                  </a:lnTo>
                  <a:close/>
                </a:path>
                <a:path w="26034" h="33654">
                  <a:moveTo>
                    <a:pt x="17691" y="3695"/>
                  </a:moveTo>
                  <a:lnTo>
                    <a:pt x="17081" y="2971"/>
                  </a:lnTo>
                  <a:lnTo>
                    <a:pt x="15963" y="2032"/>
                  </a:lnTo>
                  <a:lnTo>
                    <a:pt x="15074" y="1587"/>
                  </a:lnTo>
                  <a:lnTo>
                    <a:pt x="14173" y="1206"/>
                  </a:lnTo>
                  <a:lnTo>
                    <a:pt x="12458" y="2755"/>
                  </a:lnTo>
                  <a:lnTo>
                    <a:pt x="10706" y="4267"/>
                  </a:lnTo>
                  <a:lnTo>
                    <a:pt x="8864" y="5676"/>
                  </a:lnTo>
                  <a:lnTo>
                    <a:pt x="11811" y="8039"/>
                  </a:lnTo>
                  <a:lnTo>
                    <a:pt x="13728" y="6527"/>
                  </a:lnTo>
                  <a:lnTo>
                    <a:pt x="15684" y="5054"/>
                  </a:lnTo>
                  <a:lnTo>
                    <a:pt x="17691" y="3695"/>
                  </a:lnTo>
                  <a:close/>
                </a:path>
                <a:path w="26034" h="33654">
                  <a:moveTo>
                    <a:pt x="18643" y="23876"/>
                  </a:moveTo>
                  <a:lnTo>
                    <a:pt x="17614" y="23152"/>
                  </a:lnTo>
                  <a:lnTo>
                    <a:pt x="16611" y="22377"/>
                  </a:lnTo>
                  <a:lnTo>
                    <a:pt x="15659" y="21551"/>
                  </a:lnTo>
                  <a:lnTo>
                    <a:pt x="13982" y="23050"/>
                  </a:lnTo>
                  <a:lnTo>
                    <a:pt x="10629" y="26009"/>
                  </a:lnTo>
                  <a:lnTo>
                    <a:pt x="12687" y="27432"/>
                  </a:lnTo>
                  <a:lnTo>
                    <a:pt x="13754" y="28092"/>
                  </a:lnTo>
                  <a:lnTo>
                    <a:pt x="16052" y="26365"/>
                  </a:lnTo>
                  <a:lnTo>
                    <a:pt x="17056" y="25450"/>
                  </a:lnTo>
                  <a:lnTo>
                    <a:pt x="17614" y="24942"/>
                  </a:lnTo>
                  <a:lnTo>
                    <a:pt x="18110" y="24396"/>
                  </a:lnTo>
                  <a:lnTo>
                    <a:pt x="18643" y="23876"/>
                  </a:lnTo>
                  <a:close/>
                </a:path>
                <a:path w="26034" h="33654">
                  <a:moveTo>
                    <a:pt x="19888" y="15963"/>
                  </a:moveTo>
                  <a:lnTo>
                    <a:pt x="16319" y="13068"/>
                  </a:lnTo>
                  <a:lnTo>
                    <a:pt x="13792" y="15278"/>
                  </a:lnTo>
                  <a:lnTo>
                    <a:pt x="12560" y="16357"/>
                  </a:lnTo>
                  <a:lnTo>
                    <a:pt x="13817" y="17424"/>
                  </a:lnTo>
                  <a:lnTo>
                    <a:pt x="16306" y="19570"/>
                  </a:lnTo>
                  <a:lnTo>
                    <a:pt x="17500" y="18364"/>
                  </a:lnTo>
                  <a:lnTo>
                    <a:pt x="18745" y="17195"/>
                  </a:lnTo>
                  <a:lnTo>
                    <a:pt x="19888" y="15963"/>
                  </a:lnTo>
                  <a:close/>
                </a:path>
                <a:path w="26034" h="33654">
                  <a:moveTo>
                    <a:pt x="20269" y="7467"/>
                  </a:moveTo>
                  <a:lnTo>
                    <a:pt x="19672" y="6337"/>
                  </a:lnTo>
                  <a:lnTo>
                    <a:pt x="19037" y="5283"/>
                  </a:lnTo>
                  <a:lnTo>
                    <a:pt x="18313" y="4368"/>
                  </a:lnTo>
                  <a:lnTo>
                    <a:pt x="16611" y="5981"/>
                  </a:lnTo>
                  <a:lnTo>
                    <a:pt x="14833" y="7518"/>
                  </a:lnTo>
                  <a:lnTo>
                    <a:pt x="12992" y="8991"/>
                  </a:lnTo>
                  <a:lnTo>
                    <a:pt x="13385" y="9296"/>
                  </a:lnTo>
                  <a:lnTo>
                    <a:pt x="13779" y="9639"/>
                  </a:lnTo>
                  <a:lnTo>
                    <a:pt x="14160" y="9918"/>
                  </a:lnTo>
                  <a:lnTo>
                    <a:pt x="14744" y="10375"/>
                  </a:lnTo>
                  <a:lnTo>
                    <a:pt x="15316" y="10871"/>
                  </a:lnTo>
                  <a:lnTo>
                    <a:pt x="15887" y="11353"/>
                  </a:lnTo>
                  <a:lnTo>
                    <a:pt x="17322" y="10007"/>
                  </a:lnTo>
                  <a:lnTo>
                    <a:pt x="18770" y="8699"/>
                  </a:lnTo>
                  <a:lnTo>
                    <a:pt x="20269" y="7467"/>
                  </a:lnTo>
                  <a:close/>
                </a:path>
                <a:path w="26034" h="33654">
                  <a:moveTo>
                    <a:pt x="22593" y="12903"/>
                  </a:moveTo>
                  <a:lnTo>
                    <a:pt x="22098" y="11468"/>
                  </a:lnTo>
                  <a:lnTo>
                    <a:pt x="21513" y="10007"/>
                  </a:lnTo>
                  <a:lnTo>
                    <a:pt x="20853" y="8623"/>
                  </a:lnTo>
                  <a:lnTo>
                    <a:pt x="19685" y="9918"/>
                  </a:lnTo>
                  <a:lnTo>
                    <a:pt x="18427" y="11176"/>
                  </a:lnTo>
                  <a:lnTo>
                    <a:pt x="17106" y="12357"/>
                  </a:lnTo>
                  <a:lnTo>
                    <a:pt x="18237" y="13322"/>
                  </a:lnTo>
                  <a:lnTo>
                    <a:pt x="19367" y="14338"/>
                  </a:lnTo>
                  <a:lnTo>
                    <a:pt x="20497" y="15341"/>
                  </a:lnTo>
                  <a:lnTo>
                    <a:pt x="21221" y="14541"/>
                  </a:lnTo>
                  <a:lnTo>
                    <a:pt x="21894" y="13716"/>
                  </a:lnTo>
                  <a:lnTo>
                    <a:pt x="22593" y="12903"/>
                  </a:lnTo>
                  <a:close/>
                </a:path>
                <a:path w="26034" h="33654">
                  <a:moveTo>
                    <a:pt x="23558" y="18719"/>
                  </a:moveTo>
                  <a:lnTo>
                    <a:pt x="22669" y="18135"/>
                  </a:lnTo>
                  <a:lnTo>
                    <a:pt x="20967" y="16814"/>
                  </a:lnTo>
                  <a:lnTo>
                    <a:pt x="19685" y="17957"/>
                  </a:lnTo>
                  <a:lnTo>
                    <a:pt x="18402" y="19075"/>
                  </a:lnTo>
                  <a:lnTo>
                    <a:pt x="17132" y="20231"/>
                  </a:lnTo>
                  <a:lnTo>
                    <a:pt x="18034" y="21056"/>
                  </a:lnTo>
                  <a:lnTo>
                    <a:pt x="19913" y="22631"/>
                  </a:lnTo>
                  <a:lnTo>
                    <a:pt x="21145" y="21336"/>
                  </a:lnTo>
                  <a:lnTo>
                    <a:pt x="22352" y="20040"/>
                  </a:lnTo>
                  <a:lnTo>
                    <a:pt x="23558" y="18719"/>
                  </a:lnTo>
                  <a:close/>
                </a:path>
                <a:path w="26034" h="33654">
                  <a:moveTo>
                    <a:pt x="24142" y="18110"/>
                  </a:moveTo>
                  <a:lnTo>
                    <a:pt x="23863" y="17018"/>
                  </a:lnTo>
                  <a:lnTo>
                    <a:pt x="23533" y="15875"/>
                  </a:lnTo>
                  <a:lnTo>
                    <a:pt x="23152" y="14668"/>
                  </a:lnTo>
                  <a:lnTo>
                    <a:pt x="22644" y="15201"/>
                  </a:lnTo>
                  <a:lnTo>
                    <a:pt x="22136" y="15748"/>
                  </a:lnTo>
                  <a:lnTo>
                    <a:pt x="21590" y="16243"/>
                  </a:lnTo>
                  <a:lnTo>
                    <a:pt x="22377" y="16941"/>
                  </a:lnTo>
                  <a:lnTo>
                    <a:pt x="23190" y="17614"/>
                  </a:lnTo>
                  <a:lnTo>
                    <a:pt x="24003" y="18249"/>
                  </a:lnTo>
                  <a:lnTo>
                    <a:pt x="24142" y="18110"/>
                  </a:lnTo>
                  <a:close/>
                </a:path>
                <a:path w="26034" h="33654">
                  <a:moveTo>
                    <a:pt x="25577" y="24130"/>
                  </a:moveTo>
                  <a:lnTo>
                    <a:pt x="24409" y="19202"/>
                  </a:lnTo>
                  <a:lnTo>
                    <a:pt x="23241" y="20586"/>
                  </a:lnTo>
                  <a:lnTo>
                    <a:pt x="22047" y="22009"/>
                  </a:lnTo>
                  <a:lnTo>
                    <a:pt x="20802" y="23380"/>
                  </a:lnTo>
                  <a:lnTo>
                    <a:pt x="21856" y="24244"/>
                  </a:lnTo>
                  <a:lnTo>
                    <a:pt x="22923" y="25082"/>
                  </a:lnTo>
                  <a:lnTo>
                    <a:pt x="24231" y="26073"/>
                  </a:lnTo>
                  <a:lnTo>
                    <a:pt x="24079" y="26428"/>
                  </a:lnTo>
                  <a:lnTo>
                    <a:pt x="22339" y="26060"/>
                  </a:lnTo>
                  <a:lnTo>
                    <a:pt x="20967" y="25361"/>
                  </a:lnTo>
                  <a:lnTo>
                    <a:pt x="19659" y="24523"/>
                  </a:lnTo>
                  <a:lnTo>
                    <a:pt x="18211" y="26035"/>
                  </a:lnTo>
                  <a:lnTo>
                    <a:pt x="16662" y="27444"/>
                  </a:lnTo>
                  <a:lnTo>
                    <a:pt x="15113" y="28816"/>
                  </a:lnTo>
                  <a:lnTo>
                    <a:pt x="16078" y="29349"/>
                  </a:lnTo>
                  <a:lnTo>
                    <a:pt x="17030" y="29946"/>
                  </a:lnTo>
                  <a:lnTo>
                    <a:pt x="18161" y="30429"/>
                  </a:lnTo>
                  <a:lnTo>
                    <a:pt x="18161" y="30594"/>
                  </a:lnTo>
                  <a:lnTo>
                    <a:pt x="16738" y="30568"/>
                  </a:lnTo>
                  <a:lnTo>
                    <a:pt x="15506" y="30124"/>
                  </a:lnTo>
                  <a:lnTo>
                    <a:pt x="14312" y="29552"/>
                  </a:lnTo>
                  <a:lnTo>
                    <a:pt x="13131" y="30543"/>
                  </a:lnTo>
                  <a:lnTo>
                    <a:pt x="11912" y="31381"/>
                  </a:lnTo>
                  <a:lnTo>
                    <a:pt x="10706" y="32270"/>
                  </a:lnTo>
                  <a:lnTo>
                    <a:pt x="14541" y="33528"/>
                  </a:lnTo>
                  <a:lnTo>
                    <a:pt x="17322" y="32626"/>
                  </a:lnTo>
                  <a:lnTo>
                    <a:pt x="19177" y="30607"/>
                  </a:lnTo>
                  <a:lnTo>
                    <a:pt x="19494" y="30530"/>
                  </a:lnTo>
                  <a:lnTo>
                    <a:pt x="24231" y="29159"/>
                  </a:lnTo>
                  <a:lnTo>
                    <a:pt x="25577" y="24130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4776727" y="7513772"/>
              <a:ext cx="21590" cy="14604"/>
            </a:xfrm>
            <a:custGeom>
              <a:avLst/>
              <a:gdLst/>
              <a:ahLst/>
              <a:cxnLst/>
              <a:rect l="l" t="t" r="r" b="b"/>
              <a:pathLst>
                <a:path w="21590" h="14604">
                  <a:moveTo>
                    <a:pt x="12546" y="11853"/>
                  </a:moveTo>
                  <a:lnTo>
                    <a:pt x="7842" y="11853"/>
                  </a:lnTo>
                  <a:lnTo>
                    <a:pt x="8022" y="12299"/>
                  </a:lnTo>
                  <a:lnTo>
                    <a:pt x="14524" y="14419"/>
                  </a:lnTo>
                  <a:lnTo>
                    <a:pt x="12546" y="11853"/>
                  </a:lnTo>
                  <a:close/>
                </a:path>
                <a:path w="21590" h="14604">
                  <a:moveTo>
                    <a:pt x="19780" y="10083"/>
                  </a:moveTo>
                  <a:lnTo>
                    <a:pt x="11182" y="10083"/>
                  </a:lnTo>
                  <a:lnTo>
                    <a:pt x="11476" y="10261"/>
                  </a:lnTo>
                  <a:lnTo>
                    <a:pt x="15831" y="12575"/>
                  </a:lnTo>
                  <a:lnTo>
                    <a:pt x="20931" y="11517"/>
                  </a:lnTo>
                  <a:lnTo>
                    <a:pt x="19780" y="10083"/>
                  </a:lnTo>
                  <a:close/>
                </a:path>
                <a:path w="21590" h="14604">
                  <a:moveTo>
                    <a:pt x="7842" y="11853"/>
                  </a:moveTo>
                  <a:lnTo>
                    <a:pt x="7843" y="12240"/>
                  </a:lnTo>
                  <a:lnTo>
                    <a:pt x="8022" y="12299"/>
                  </a:lnTo>
                  <a:lnTo>
                    <a:pt x="7842" y="11853"/>
                  </a:lnTo>
                  <a:close/>
                </a:path>
                <a:path w="21590" h="14604">
                  <a:moveTo>
                    <a:pt x="4774" y="5758"/>
                  </a:moveTo>
                  <a:lnTo>
                    <a:pt x="0" y="9682"/>
                  </a:lnTo>
                  <a:lnTo>
                    <a:pt x="7843" y="12240"/>
                  </a:lnTo>
                  <a:lnTo>
                    <a:pt x="7842" y="11853"/>
                  </a:lnTo>
                  <a:lnTo>
                    <a:pt x="12546" y="11853"/>
                  </a:lnTo>
                  <a:lnTo>
                    <a:pt x="11182" y="10083"/>
                  </a:lnTo>
                  <a:lnTo>
                    <a:pt x="19780" y="10083"/>
                  </a:lnTo>
                  <a:lnTo>
                    <a:pt x="18166" y="8073"/>
                  </a:lnTo>
                  <a:lnTo>
                    <a:pt x="12753" y="6638"/>
                  </a:lnTo>
                  <a:lnTo>
                    <a:pt x="13099" y="6607"/>
                  </a:lnTo>
                  <a:lnTo>
                    <a:pt x="16407" y="6052"/>
                  </a:lnTo>
                  <a:lnTo>
                    <a:pt x="6910" y="6052"/>
                  </a:lnTo>
                  <a:lnTo>
                    <a:pt x="4774" y="5758"/>
                  </a:lnTo>
                  <a:close/>
                </a:path>
                <a:path w="21590" h="14604">
                  <a:moveTo>
                    <a:pt x="13957" y="0"/>
                  </a:moveTo>
                  <a:lnTo>
                    <a:pt x="6910" y="6052"/>
                  </a:lnTo>
                  <a:lnTo>
                    <a:pt x="16407" y="6052"/>
                  </a:lnTo>
                  <a:lnTo>
                    <a:pt x="17968" y="5790"/>
                  </a:lnTo>
                  <a:lnTo>
                    <a:pt x="21350" y="1832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4826107" y="7508792"/>
              <a:ext cx="95250" cy="31750"/>
            </a:xfrm>
            <a:custGeom>
              <a:avLst/>
              <a:gdLst/>
              <a:ahLst/>
              <a:cxnLst/>
              <a:rect l="l" t="t" r="r" b="b"/>
              <a:pathLst>
                <a:path w="95250" h="31750">
                  <a:moveTo>
                    <a:pt x="5499" y="24180"/>
                  </a:moveTo>
                  <a:lnTo>
                    <a:pt x="4521" y="23482"/>
                  </a:lnTo>
                  <a:lnTo>
                    <a:pt x="3594" y="22720"/>
                  </a:lnTo>
                  <a:lnTo>
                    <a:pt x="2628" y="21996"/>
                  </a:lnTo>
                  <a:lnTo>
                    <a:pt x="1295" y="23342"/>
                  </a:lnTo>
                  <a:lnTo>
                    <a:pt x="431" y="24841"/>
                  </a:lnTo>
                  <a:lnTo>
                    <a:pt x="0" y="26466"/>
                  </a:lnTo>
                  <a:lnTo>
                    <a:pt x="520" y="26733"/>
                  </a:lnTo>
                  <a:lnTo>
                    <a:pt x="1066" y="26987"/>
                  </a:lnTo>
                  <a:lnTo>
                    <a:pt x="1574" y="27279"/>
                  </a:lnTo>
                  <a:lnTo>
                    <a:pt x="2882" y="26250"/>
                  </a:lnTo>
                  <a:lnTo>
                    <a:pt x="4152" y="25171"/>
                  </a:lnTo>
                  <a:lnTo>
                    <a:pt x="5499" y="24180"/>
                  </a:lnTo>
                  <a:close/>
                </a:path>
                <a:path w="95250" h="31750">
                  <a:moveTo>
                    <a:pt x="10287" y="27622"/>
                  </a:moveTo>
                  <a:lnTo>
                    <a:pt x="7112" y="25387"/>
                  </a:lnTo>
                  <a:lnTo>
                    <a:pt x="5778" y="26377"/>
                  </a:lnTo>
                  <a:lnTo>
                    <a:pt x="4406" y="27305"/>
                  </a:lnTo>
                  <a:lnTo>
                    <a:pt x="3035" y="28194"/>
                  </a:lnTo>
                  <a:lnTo>
                    <a:pt x="3911" y="28740"/>
                  </a:lnTo>
                  <a:lnTo>
                    <a:pt x="8115" y="29349"/>
                  </a:lnTo>
                  <a:lnTo>
                    <a:pt x="10287" y="27622"/>
                  </a:lnTo>
                  <a:close/>
                </a:path>
                <a:path w="95250" h="31750">
                  <a:moveTo>
                    <a:pt x="12420" y="19456"/>
                  </a:moveTo>
                  <a:lnTo>
                    <a:pt x="9461" y="18681"/>
                  </a:lnTo>
                  <a:lnTo>
                    <a:pt x="6210" y="19177"/>
                  </a:lnTo>
                  <a:lnTo>
                    <a:pt x="3721" y="21069"/>
                  </a:lnTo>
                  <a:lnTo>
                    <a:pt x="4787" y="21678"/>
                  </a:lnTo>
                  <a:lnTo>
                    <a:pt x="5829" y="22377"/>
                  </a:lnTo>
                  <a:lnTo>
                    <a:pt x="6858" y="23139"/>
                  </a:lnTo>
                  <a:lnTo>
                    <a:pt x="8674" y="21844"/>
                  </a:lnTo>
                  <a:lnTo>
                    <a:pt x="10553" y="20675"/>
                  </a:lnTo>
                  <a:lnTo>
                    <a:pt x="12420" y="19456"/>
                  </a:lnTo>
                  <a:close/>
                </a:path>
                <a:path w="95250" h="31750">
                  <a:moveTo>
                    <a:pt x="13931" y="30175"/>
                  </a:moveTo>
                  <a:lnTo>
                    <a:pt x="11557" y="28511"/>
                  </a:lnTo>
                  <a:lnTo>
                    <a:pt x="10160" y="29641"/>
                  </a:lnTo>
                  <a:lnTo>
                    <a:pt x="13931" y="30175"/>
                  </a:lnTo>
                  <a:close/>
                </a:path>
                <a:path w="95250" h="31750">
                  <a:moveTo>
                    <a:pt x="17310" y="22364"/>
                  </a:moveTo>
                  <a:lnTo>
                    <a:pt x="16992" y="22021"/>
                  </a:lnTo>
                  <a:lnTo>
                    <a:pt x="16687" y="21653"/>
                  </a:lnTo>
                  <a:lnTo>
                    <a:pt x="15582" y="20713"/>
                  </a:lnTo>
                  <a:lnTo>
                    <a:pt x="14693" y="20269"/>
                  </a:lnTo>
                  <a:lnTo>
                    <a:pt x="13779" y="19888"/>
                  </a:lnTo>
                  <a:lnTo>
                    <a:pt x="12065" y="21437"/>
                  </a:lnTo>
                  <a:lnTo>
                    <a:pt x="10325" y="22948"/>
                  </a:lnTo>
                  <a:lnTo>
                    <a:pt x="8483" y="24358"/>
                  </a:lnTo>
                  <a:lnTo>
                    <a:pt x="11417" y="26720"/>
                  </a:lnTo>
                  <a:lnTo>
                    <a:pt x="13335" y="25196"/>
                  </a:lnTo>
                  <a:lnTo>
                    <a:pt x="15290" y="23723"/>
                  </a:lnTo>
                  <a:lnTo>
                    <a:pt x="17310" y="22364"/>
                  </a:lnTo>
                  <a:close/>
                </a:path>
                <a:path w="95250" h="31750">
                  <a:moveTo>
                    <a:pt x="19875" y="26149"/>
                  </a:moveTo>
                  <a:lnTo>
                    <a:pt x="19278" y="25019"/>
                  </a:lnTo>
                  <a:lnTo>
                    <a:pt x="18643" y="23964"/>
                  </a:lnTo>
                  <a:lnTo>
                    <a:pt x="17919" y="23050"/>
                  </a:lnTo>
                  <a:lnTo>
                    <a:pt x="16230" y="24650"/>
                  </a:lnTo>
                  <a:lnTo>
                    <a:pt x="14452" y="26200"/>
                  </a:lnTo>
                  <a:lnTo>
                    <a:pt x="12598" y="27673"/>
                  </a:lnTo>
                  <a:lnTo>
                    <a:pt x="12992" y="27978"/>
                  </a:lnTo>
                  <a:lnTo>
                    <a:pt x="13385" y="28321"/>
                  </a:lnTo>
                  <a:lnTo>
                    <a:pt x="13766" y="28600"/>
                  </a:lnTo>
                  <a:lnTo>
                    <a:pt x="14351" y="29044"/>
                  </a:lnTo>
                  <a:lnTo>
                    <a:pt x="14922" y="29552"/>
                  </a:lnTo>
                  <a:lnTo>
                    <a:pt x="15506" y="30035"/>
                  </a:lnTo>
                  <a:lnTo>
                    <a:pt x="16916" y="28676"/>
                  </a:lnTo>
                  <a:lnTo>
                    <a:pt x="18389" y="27381"/>
                  </a:lnTo>
                  <a:lnTo>
                    <a:pt x="19875" y="26149"/>
                  </a:lnTo>
                  <a:close/>
                </a:path>
                <a:path w="95250" h="31750">
                  <a:moveTo>
                    <a:pt x="22123" y="31343"/>
                  </a:moveTo>
                  <a:lnTo>
                    <a:pt x="21704" y="30149"/>
                  </a:lnTo>
                  <a:lnTo>
                    <a:pt x="21132" y="28689"/>
                  </a:lnTo>
                  <a:lnTo>
                    <a:pt x="20472" y="27305"/>
                  </a:lnTo>
                  <a:lnTo>
                    <a:pt x="19291" y="28600"/>
                  </a:lnTo>
                  <a:lnTo>
                    <a:pt x="18046" y="29845"/>
                  </a:lnTo>
                  <a:lnTo>
                    <a:pt x="17170" y="30632"/>
                  </a:lnTo>
                  <a:lnTo>
                    <a:pt x="22123" y="31343"/>
                  </a:lnTo>
                  <a:close/>
                </a:path>
                <a:path w="95250" h="31750">
                  <a:moveTo>
                    <a:pt x="69189" y="10083"/>
                  </a:moveTo>
                  <a:close/>
                </a:path>
                <a:path w="95250" h="31750">
                  <a:moveTo>
                    <a:pt x="71869" y="22618"/>
                  </a:moveTo>
                  <a:close/>
                </a:path>
                <a:path w="95250" h="31750">
                  <a:moveTo>
                    <a:pt x="74155" y="13233"/>
                  </a:moveTo>
                  <a:lnTo>
                    <a:pt x="72923" y="12382"/>
                  </a:lnTo>
                  <a:lnTo>
                    <a:pt x="71615" y="11633"/>
                  </a:lnTo>
                  <a:lnTo>
                    <a:pt x="70358" y="10833"/>
                  </a:lnTo>
                  <a:lnTo>
                    <a:pt x="69532" y="11303"/>
                  </a:lnTo>
                  <a:lnTo>
                    <a:pt x="69113" y="11557"/>
                  </a:lnTo>
                  <a:lnTo>
                    <a:pt x="69164" y="13296"/>
                  </a:lnTo>
                  <a:lnTo>
                    <a:pt x="69519" y="15087"/>
                  </a:lnTo>
                  <a:lnTo>
                    <a:pt x="69977" y="16840"/>
                  </a:lnTo>
                  <a:lnTo>
                    <a:pt x="71183" y="15532"/>
                  </a:lnTo>
                  <a:lnTo>
                    <a:pt x="72644" y="14338"/>
                  </a:lnTo>
                  <a:lnTo>
                    <a:pt x="74155" y="13233"/>
                  </a:lnTo>
                  <a:close/>
                </a:path>
                <a:path w="95250" h="31750">
                  <a:moveTo>
                    <a:pt x="75006" y="5499"/>
                  </a:moveTo>
                  <a:lnTo>
                    <a:pt x="74028" y="4800"/>
                  </a:lnTo>
                  <a:lnTo>
                    <a:pt x="73088" y="4051"/>
                  </a:lnTo>
                  <a:lnTo>
                    <a:pt x="72123" y="3327"/>
                  </a:lnTo>
                  <a:lnTo>
                    <a:pt x="70802" y="4660"/>
                  </a:lnTo>
                  <a:lnTo>
                    <a:pt x="69926" y="6159"/>
                  </a:lnTo>
                  <a:lnTo>
                    <a:pt x="69494" y="7785"/>
                  </a:lnTo>
                  <a:lnTo>
                    <a:pt x="70027" y="8064"/>
                  </a:lnTo>
                  <a:lnTo>
                    <a:pt x="70561" y="8305"/>
                  </a:lnTo>
                  <a:lnTo>
                    <a:pt x="71081" y="8597"/>
                  </a:lnTo>
                  <a:lnTo>
                    <a:pt x="72390" y="7581"/>
                  </a:lnTo>
                  <a:lnTo>
                    <a:pt x="73660" y="6502"/>
                  </a:lnTo>
                  <a:lnTo>
                    <a:pt x="75006" y="5499"/>
                  </a:lnTo>
                  <a:close/>
                </a:path>
                <a:path w="95250" h="31750">
                  <a:moveTo>
                    <a:pt x="78105" y="26416"/>
                  </a:moveTo>
                  <a:lnTo>
                    <a:pt x="76581" y="25501"/>
                  </a:lnTo>
                  <a:lnTo>
                    <a:pt x="74955" y="24599"/>
                  </a:lnTo>
                  <a:lnTo>
                    <a:pt x="73380" y="23622"/>
                  </a:lnTo>
                  <a:lnTo>
                    <a:pt x="73075" y="23825"/>
                  </a:lnTo>
                  <a:lnTo>
                    <a:pt x="72732" y="23926"/>
                  </a:lnTo>
                  <a:lnTo>
                    <a:pt x="72428" y="24117"/>
                  </a:lnTo>
                  <a:lnTo>
                    <a:pt x="73190" y="25882"/>
                  </a:lnTo>
                  <a:lnTo>
                    <a:pt x="74155" y="27559"/>
                  </a:lnTo>
                  <a:lnTo>
                    <a:pt x="75323" y="28981"/>
                  </a:lnTo>
                  <a:lnTo>
                    <a:pt x="76250" y="28130"/>
                  </a:lnTo>
                  <a:lnTo>
                    <a:pt x="77177" y="27266"/>
                  </a:lnTo>
                  <a:lnTo>
                    <a:pt x="78105" y="26416"/>
                  </a:lnTo>
                  <a:close/>
                </a:path>
                <a:path w="95250" h="31750">
                  <a:moveTo>
                    <a:pt x="78854" y="16789"/>
                  </a:moveTo>
                  <a:lnTo>
                    <a:pt x="76708" y="15125"/>
                  </a:lnTo>
                  <a:lnTo>
                    <a:pt x="75628" y="14338"/>
                  </a:lnTo>
                  <a:lnTo>
                    <a:pt x="72250" y="17297"/>
                  </a:lnTo>
                  <a:lnTo>
                    <a:pt x="70383" y="18313"/>
                  </a:lnTo>
                  <a:lnTo>
                    <a:pt x="71005" y="20281"/>
                  </a:lnTo>
                  <a:lnTo>
                    <a:pt x="71704" y="20675"/>
                  </a:lnTo>
                  <a:lnTo>
                    <a:pt x="72415" y="21018"/>
                  </a:lnTo>
                  <a:lnTo>
                    <a:pt x="73101" y="21450"/>
                  </a:lnTo>
                  <a:lnTo>
                    <a:pt x="74879" y="19786"/>
                  </a:lnTo>
                  <a:lnTo>
                    <a:pt x="76936" y="18275"/>
                  </a:lnTo>
                  <a:lnTo>
                    <a:pt x="78854" y="16789"/>
                  </a:lnTo>
                  <a:close/>
                </a:path>
                <a:path w="95250" h="31750">
                  <a:moveTo>
                    <a:pt x="79794" y="8940"/>
                  </a:moveTo>
                  <a:lnTo>
                    <a:pt x="76606" y="6718"/>
                  </a:lnTo>
                  <a:lnTo>
                    <a:pt x="75272" y="7696"/>
                  </a:lnTo>
                  <a:lnTo>
                    <a:pt x="73914" y="8623"/>
                  </a:lnTo>
                  <a:lnTo>
                    <a:pt x="72529" y="9525"/>
                  </a:lnTo>
                  <a:lnTo>
                    <a:pt x="73710" y="10261"/>
                  </a:lnTo>
                  <a:lnTo>
                    <a:pt x="74866" y="11036"/>
                  </a:lnTo>
                  <a:lnTo>
                    <a:pt x="75984" y="11861"/>
                  </a:lnTo>
                  <a:lnTo>
                    <a:pt x="77393" y="10845"/>
                  </a:lnTo>
                  <a:lnTo>
                    <a:pt x="79794" y="8940"/>
                  </a:lnTo>
                  <a:close/>
                </a:path>
                <a:path w="95250" h="31750">
                  <a:moveTo>
                    <a:pt x="81927" y="787"/>
                  </a:moveTo>
                  <a:lnTo>
                    <a:pt x="78955" y="0"/>
                  </a:lnTo>
                  <a:lnTo>
                    <a:pt x="75717" y="495"/>
                  </a:lnTo>
                  <a:lnTo>
                    <a:pt x="73215" y="2387"/>
                  </a:lnTo>
                  <a:lnTo>
                    <a:pt x="74282" y="2997"/>
                  </a:lnTo>
                  <a:lnTo>
                    <a:pt x="75336" y="3708"/>
                  </a:lnTo>
                  <a:lnTo>
                    <a:pt x="76365" y="4457"/>
                  </a:lnTo>
                  <a:lnTo>
                    <a:pt x="78168" y="3162"/>
                  </a:lnTo>
                  <a:lnTo>
                    <a:pt x="80060" y="1993"/>
                  </a:lnTo>
                  <a:lnTo>
                    <a:pt x="81927" y="787"/>
                  </a:lnTo>
                  <a:close/>
                </a:path>
                <a:path w="95250" h="31750">
                  <a:moveTo>
                    <a:pt x="81953" y="28790"/>
                  </a:moveTo>
                  <a:lnTo>
                    <a:pt x="80873" y="28155"/>
                  </a:lnTo>
                  <a:lnTo>
                    <a:pt x="79819" y="27470"/>
                  </a:lnTo>
                  <a:lnTo>
                    <a:pt x="78803" y="26847"/>
                  </a:lnTo>
                  <a:lnTo>
                    <a:pt x="76047" y="29298"/>
                  </a:lnTo>
                  <a:lnTo>
                    <a:pt x="81915" y="28816"/>
                  </a:lnTo>
                  <a:close/>
                </a:path>
                <a:path w="95250" h="31750">
                  <a:moveTo>
                    <a:pt x="84035" y="20955"/>
                  </a:moveTo>
                  <a:lnTo>
                    <a:pt x="82372" y="19507"/>
                  </a:lnTo>
                  <a:lnTo>
                    <a:pt x="81102" y="18465"/>
                  </a:lnTo>
                  <a:lnTo>
                    <a:pt x="80619" y="18148"/>
                  </a:lnTo>
                  <a:lnTo>
                    <a:pt x="80162" y="17780"/>
                  </a:lnTo>
                  <a:lnTo>
                    <a:pt x="78473" y="19367"/>
                  </a:lnTo>
                  <a:lnTo>
                    <a:pt x="76695" y="21107"/>
                  </a:lnTo>
                  <a:lnTo>
                    <a:pt x="74803" y="22567"/>
                  </a:lnTo>
                  <a:lnTo>
                    <a:pt x="77647" y="24536"/>
                  </a:lnTo>
                  <a:lnTo>
                    <a:pt x="79057" y="25539"/>
                  </a:lnTo>
                  <a:lnTo>
                    <a:pt x="80721" y="24003"/>
                  </a:lnTo>
                  <a:lnTo>
                    <a:pt x="82423" y="22555"/>
                  </a:lnTo>
                  <a:lnTo>
                    <a:pt x="84035" y="20955"/>
                  </a:lnTo>
                  <a:close/>
                </a:path>
                <a:path w="95250" h="31750">
                  <a:moveTo>
                    <a:pt x="84213" y="12115"/>
                  </a:moveTo>
                  <a:lnTo>
                    <a:pt x="83947" y="11912"/>
                  </a:lnTo>
                  <a:lnTo>
                    <a:pt x="83705" y="11696"/>
                  </a:lnTo>
                  <a:lnTo>
                    <a:pt x="82651" y="10934"/>
                  </a:lnTo>
                  <a:lnTo>
                    <a:pt x="81064" y="9842"/>
                  </a:lnTo>
                  <a:lnTo>
                    <a:pt x="78930" y="11531"/>
                  </a:lnTo>
                  <a:lnTo>
                    <a:pt x="77724" y="12534"/>
                  </a:lnTo>
                  <a:lnTo>
                    <a:pt x="77533" y="12712"/>
                  </a:lnTo>
                  <a:lnTo>
                    <a:pt x="77355" y="12852"/>
                  </a:lnTo>
                  <a:lnTo>
                    <a:pt x="78447" y="13690"/>
                  </a:lnTo>
                  <a:lnTo>
                    <a:pt x="79514" y="14554"/>
                  </a:lnTo>
                  <a:lnTo>
                    <a:pt x="80568" y="15430"/>
                  </a:lnTo>
                  <a:lnTo>
                    <a:pt x="80721" y="15290"/>
                  </a:lnTo>
                  <a:lnTo>
                    <a:pt x="80911" y="15163"/>
                  </a:lnTo>
                  <a:lnTo>
                    <a:pt x="82143" y="14084"/>
                  </a:lnTo>
                  <a:lnTo>
                    <a:pt x="84213" y="12115"/>
                  </a:lnTo>
                  <a:close/>
                </a:path>
                <a:path w="95250" h="31750">
                  <a:moveTo>
                    <a:pt x="86804" y="3695"/>
                  </a:moveTo>
                  <a:lnTo>
                    <a:pt x="86194" y="2984"/>
                  </a:lnTo>
                  <a:lnTo>
                    <a:pt x="85077" y="2044"/>
                  </a:lnTo>
                  <a:lnTo>
                    <a:pt x="84188" y="1600"/>
                  </a:lnTo>
                  <a:lnTo>
                    <a:pt x="83273" y="1206"/>
                  </a:lnTo>
                  <a:lnTo>
                    <a:pt x="81572" y="2755"/>
                  </a:lnTo>
                  <a:lnTo>
                    <a:pt x="79819" y="4267"/>
                  </a:lnTo>
                  <a:lnTo>
                    <a:pt x="77978" y="5676"/>
                  </a:lnTo>
                  <a:lnTo>
                    <a:pt x="80924" y="8051"/>
                  </a:lnTo>
                  <a:lnTo>
                    <a:pt x="82842" y="6527"/>
                  </a:lnTo>
                  <a:lnTo>
                    <a:pt x="84797" y="5054"/>
                  </a:lnTo>
                  <a:lnTo>
                    <a:pt x="86804" y="3695"/>
                  </a:lnTo>
                  <a:close/>
                </a:path>
                <a:path w="95250" h="31750">
                  <a:moveTo>
                    <a:pt x="87757" y="23876"/>
                  </a:moveTo>
                  <a:lnTo>
                    <a:pt x="86728" y="23152"/>
                  </a:lnTo>
                  <a:lnTo>
                    <a:pt x="85725" y="22377"/>
                  </a:lnTo>
                  <a:lnTo>
                    <a:pt x="84759" y="21551"/>
                  </a:lnTo>
                  <a:lnTo>
                    <a:pt x="83108" y="23050"/>
                  </a:lnTo>
                  <a:lnTo>
                    <a:pt x="79743" y="26009"/>
                  </a:lnTo>
                  <a:lnTo>
                    <a:pt x="80772" y="26733"/>
                  </a:lnTo>
                  <a:lnTo>
                    <a:pt x="81800" y="27444"/>
                  </a:lnTo>
                  <a:lnTo>
                    <a:pt x="82867" y="28092"/>
                  </a:lnTo>
                  <a:lnTo>
                    <a:pt x="85166" y="26365"/>
                  </a:lnTo>
                  <a:lnTo>
                    <a:pt x="86169" y="25450"/>
                  </a:lnTo>
                  <a:lnTo>
                    <a:pt x="86728" y="24942"/>
                  </a:lnTo>
                  <a:lnTo>
                    <a:pt x="87223" y="24396"/>
                  </a:lnTo>
                  <a:lnTo>
                    <a:pt x="87757" y="23876"/>
                  </a:lnTo>
                  <a:close/>
                </a:path>
                <a:path w="95250" h="31750">
                  <a:moveTo>
                    <a:pt x="89001" y="15963"/>
                  </a:moveTo>
                  <a:lnTo>
                    <a:pt x="85432" y="13068"/>
                  </a:lnTo>
                  <a:lnTo>
                    <a:pt x="82905" y="15278"/>
                  </a:lnTo>
                  <a:lnTo>
                    <a:pt x="81673" y="16370"/>
                  </a:lnTo>
                  <a:lnTo>
                    <a:pt x="82931" y="17424"/>
                  </a:lnTo>
                  <a:lnTo>
                    <a:pt x="85420" y="19570"/>
                  </a:lnTo>
                  <a:lnTo>
                    <a:pt x="86614" y="18364"/>
                  </a:lnTo>
                  <a:lnTo>
                    <a:pt x="87858" y="17208"/>
                  </a:lnTo>
                  <a:lnTo>
                    <a:pt x="89001" y="15963"/>
                  </a:lnTo>
                  <a:close/>
                </a:path>
                <a:path w="95250" h="31750">
                  <a:moveTo>
                    <a:pt x="89382" y="7480"/>
                  </a:moveTo>
                  <a:lnTo>
                    <a:pt x="88785" y="6350"/>
                  </a:lnTo>
                  <a:lnTo>
                    <a:pt x="88150" y="5283"/>
                  </a:lnTo>
                  <a:lnTo>
                    <a:pt x="87426" y="4381"/>
                  </a:lnTo>
                  <a:lnTo>
                    <a:pt x="85725" y="5981"/>
                  </a:lnTo>
                  <a:lnTo>
                    <a:pt x="83947" y="7518"/>
                  </a:lnTo>
                  <a:lnTo>
                    <a:pt x="82105" y="8991"/>
                  </a:lnTo>
                  <a:lnTo>
                    <a:pt x="82486" y="9296"/>
                  </a:lnTo>
                  <a:lnTo>
                    <a:pt x="82892" y="9639"/>
                  </a:lnTo>
                  <a:lnTo>
                    <a:pt x="83261" y="9931"/>
                  </a:lnTo>
                  <a:lnTo>
                    <a:pt x="83858" y="10363"/>
                  </a:lnTo>
                  <a:lnTo>
                    <a:pt x="84429" y="10883"/>
                  </a:lnTo>
                  <a:lnTo>
                    <a:pt x="85001" y="11366"/>
                  </a:lnTo>
                  <a:lnTo>
                    <a:pt x="86423" y="10007"/>
                  </a:lnTo>
                  <a:lnTo>
                    <a:pt x="87884" y="8699"/>
                  </a:lnTo>
                  <a:lnTo>
                    <a:pt x="89382" y="7480"/>
                  </a:lnTo>
                  <a:close/>
                </a:path>
                <a:path w="95250" h="31750">
                  <a:moveTo>
                    <a:pt x="91706" y="12915"/>
                  </a:moveTo>
                  <a:lnTo>
                    <a:pt x="91211" y="11468"/>
                  </a:lnTo>
                  <a:lnTo>
                    <a:pt x="90627" y="10007"/>
                  </a:lnTo>
                  <a:lnTo>
                    <a:pt x="89966" y="8623"/>
                  </a:lnTo>
                  <a:lnTo>
                    <a:pt x="88798" y="9931"/>
                  </a:lnTo>
                  <a:lnTo>
                    <a:pt x="87541" y="11176"/>
                  </a:lnTo>
                  <a:lnTo>
                    <a:pt x="86220" y="12357"/>
                  </a:lnTo>
                  <a:lnTo>
                    <a:pt x="87350" y="13335"/>
                  </a:lnTo>
                  <a:lnTo>
                    <a:pt x="88468" y="14338"/>
                  </a:lnTo>
                  <a:lnTo>
                    <a:pt x="89611" y="15341"/>
                  </a:lnTo>
                  <a:lnTo>
                    <a:pt x="90335" y="14541"/>
                  </a:lnTo>
                  <a:lnTo>
                    <a:pt x="91008" y="13716"/>
                  </a:lnTo>
                  <a:lnTo>
                    <a:pt x="91706" y="12915"/>
                  </a:lnTo>
                  <a:close/>
                </a:path>
                <a:path w="95250" h="31750">
                  <a:moveTo>
                    <a:pt x="92671" y="18719"/>
                  </a:moveTo>
                  <a:lnTo>
                    <a:pt x="91782" y="18135"/>
                  </a:lnTo>
                  <a:lnTo>
                    <a:pt x="90081" y="16814"/>
                  </a:lnTo>
                  <a:lnTo>
                    <a:pt x="88798" y="17957"/>
                  </a:lnTo>
                  <a:lnTo>
                    <a:pt x="87515" y="19075"/>
                  </a:lnTo>
                  <a:lnTo>
                    <a:pt x="86245" y="20231"/>
                  </a:lnTo>
                  <a:lnTo>
                    <a:pt x="87147" y="21056"/>
                  </a:lnTo>
                  <a:lnTo>
                    <a:pt x="89027" y="22631"/>
                  </a:lnTo>
                  <a:lnTo>
                    <a:pt x="90258" y="21336"/>
                  </a:lnTo>
                  <a:lnTo>
                    <a:pt x="91465" y="20040"/>
                  </a:lnTo>
                  <a:lnTo>
                    <a:pt x="92671" y="18719"/>
                  </a:lnTo>
                  <a:close/>
                </a:path>
                <a:path w="95250" h="31750">
                  <a:moveTo>
                    <a:pt x="93243" y="18110"/>
                  </a:moveTo>
                  <a:lnTo>
                    <a:pt x="92976" y="17030"/>
                  </a:lnTo>
                  <a:lnTo>
                    <a:pt x="92646" y="15875"/>
                  </a:lnTo>
                  <a:lnTo>
                    <a:pt x="92265" y="14668"/>
                  </a:lnTo>
                  <a:lnTo>
                    <a:pt x="91757" y="15201"/>
                  </a:lnTo>
                  <a:lnTo>
                    <a:pt x="91249" y="15748"/>
                  </a:lnTo>
                  <a:lnTo>
                    <a:pt x="90703" y="16256"/>
                  </a:lnTo>
                  <a:lnTo>
                    <a:pt x="91490" y="16941"/>
                  </a:lnTo>
                  <a:lnTo>
                    <a:pt x="92303" y="17627"/>
                  </a:lnTo>
                  <a:lnTo>
                    <a:pt x="93116" y="18249"/>
                  </a:lnTo>
                  <a:lnTo>
                    <a:pt x="93243" y="18110"/>
                  </a:lnTo>
                  <a:close/>
                </a:path>
                <a:path w="95250" h="31750">
                  <a:moveTo>
                    <a:pt x="94691" y="24130"/>
                  </a:moveTo>
                  <a:lnTo>
                    <a:pt x="93522" y="19202"/>
                  </a:lnTo>
                  <a:lnTo>
                    <a:pt x="92341" y="20599"/>
                  </a:lnTo>
                  <a:lnTo>
                    <a:pt x="91160" y="22009"/>
                  </a:lnTo>
                  <a:lnTo>
                    <a:pt x="89916" y="23380"/>
                  </a:lnTo>
                  <a:lnTo>
                    <a:pt x="90970" y="24244"/>
                  </a:lnTo>
                  <a:lnTo>
                    <a:pt x="92036" y="25082"/>
                  </a:lnTo>
                  <a:lnTo>
                    <a:pt x="93345" y="26073"/>
                  </a:lnTo>
                  <a:lnTo>
                    <a:pt x="93192" y="26428"/>
                  </a:lnTo>
                  <a:lnTo>
                    <a:pt x="91401" y="26035"/>
                  </a:lnTo>
                  <a:lnTo>
                    <a:pt x="90081" y="25361"/>
                  </a:lnTo>
                  <a:lnTo>
                    <a:pt x="88760" y="24536"/>
                  </a:lnTo>
                  <a:lnTo>
                    <a:pt x="87287" y="26073"/>
                  </a:lnTo>
                  <a:lnTo>
                    <a:pt x="85775" y="27457"/>
                  </a:lnTo>
                  <a:lnTo>
                    <a:pt x="84391" y="28663"/>
                  </a:lnTo>
                  <a:lnTo>
                    <a:pt x="93573" y="28295"/>
                  </a:lnTo>
                  <a:lnTo>
                    <a:pt x="94081" y="26428"/>
                  </a:lnTo>
                  <a:lnTo>
                    <a:pt x="94691" y="24130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14916202" y="7533853"/>
              <a:ext cx="11430" cy="3810"/>
            </a:xfrm>
            <a:custGeom>
              <a:avLst/>
              <a:gdLst/>
              <a:ahLst/>
              <a:cxnLst/>
              <a:rect l="l" t="t" r="r" b="b"/>
              <a:pathLst>
                <a:path w="11430" h="3809">
                  <a:moveTo>
                    <a:pt x="3921" y="0"/>
                  </a:moveTo>
                  <a:lnTo>
                    <a:pt x="0" y="3368"/>
                  </a:lnTo>
                  <a:lnTo>
                    <a:pt x="10360" y="2945"/>
                  </a:lnTo>
                  <a:lnTo>
                    <a:pt x="11314" y="1832"/>
                  </a:lnTo>
                  <a:lnTo>
                    <a:pt x="392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14729925" y="7439580"/>
              <a:ext cx="268605" cy="95885"/>
            </a:xfrm>
            <a:custGeom>
              <a:avLst/>
              <a:gdLst/>
              <a:ahLst/>
              <a:cxnLst/>
              <a:rect l="l" t="t" r="r" b="b"/>
              <a:pathLst>
                <a:path w="268605" h="95884">
                  <a:moveTo>
                    <a:pt x="185248" y="0"/>
                  </a:moveTo>
                  <a:lnTo>
                    <a:pt x="181617" y="873"/>
                  </a:lnTo>
                  <a:lnTo>
                    <a:pt x="174154" y="4147"/>
                  </a:lnTo>
                  <a:lnTo>
                    <a:pt x="160298" y="10779"/>
                  </a:lnTo>
                  <a:lnTo>
                    <a:pt x="138721" y="20386"/>
                  </a:lnTo>
                  <a:lnTo>
                    <a:pt x="112559" y="30255"/>
                  </a:lnTo>
                  <a:lnTo>
                    <a:pt x="85930" y="37832"/>
                  </a:lnTo>
                  <a:lnTo>
                    <a:pt x="62950" y="40559"/>
                  </a:lnTo>
                  <a:lnTo>
                    <a:pt x="43041" y="41105"/>
                  </a:lnTo>
                  <a:lnTo>
                    <a:pt x="24400" y="43587"/>
                  </a:lnTo>
                  <a:lnTo>
                    <a:pt x="9339" y="47621"/>
                  </a:lnTo>
                  <a:lnTo>
                    <a:pt x="167" y="52820"/>
                  </a:lnTo>
                  <a:lnTo>
                    <a:pt x="0" y="59011"/>
                  </a:lnTo>
                  <a:lnTo>
                    <a:pt x="9430" y="65928"/>
                  </a:lnTo>
                  <a:lnTo>
                    <a:pt x="51181" y="79751"/>
                  </a:lnTo>
                  <a:lnTo>
                    <a:pt x="125773" y="86785"/>
                  </a:lnTo>
                  <a:lnTo>
                    <a:pt x="166764" y="88012"/>
                  </a:lnTo>
                  <a:lnTo>
                    <a:pt x="199815" y="89468"/>
                  </a:lnTo>
                  <a:lnTo>
                    <a:pt x="225424" y="91800"/>
                  </a:lnTo>
                  <a:lnTo>
                    <a:pt x="247301" y="94139"/>
                  </a:lnTo>
                  <a:lnTo>
                    <a:pt x="262486" y="95530"/>
                  </a:lnTo>
                  <a:lnTo>
                    <a:pt x="268023" y="95018"/>
                  </a:lnTo>
                  <a:lnTo>
                    <a:pt x="268428" y="64106"/>
                  </a:lnTo>
                  <a:lnTo>
                    <a:pt x="267313" y="39743"/>
                  </a:lnTo>
                  <a:lnTo>
                    <a:pt x="263510" y="19743"/>
                  </a:lnTo>
                  <a:lnTo>
                    <a:pt x="248691" y="20056"/>
                  </a:lnTo>
                  <a:lnTo>
                    <a:pt x="239548" y="20602"/>
                  </a:lnTo>
                  <a:lnTo>
                    <a:pt x="232301" y="21779"/>
                  </a:lnTo>
                  <a:lnTo>
                    <a:pt x="223165" y="23983"/>
                  </a:lnTo>
                  <a:lnTo>
                    <a:pt x="215025" y="22903"/>
                  </a:lnTo>
                  <a:lnTo>
                    <a:pt x="209827" y="16302"/>
                  </a:lnTo>
                  <a:lnTo>
                    <a:pt x="202408" y="7687"/>
                  </a:lnTo>
                  <a:lnTo>
                    <a:pt x="187606" y="570"/>
                  </a:lnTo>
                  <a:lnTo>
                    <a:pt x="185248" y="0"/>
                  </a:lnTo>
                  <a:close/>
                </a:path>
              </a:pathLst>
            </a:custGeom>
            <a:solidFill>
              <a:srgbClr val="422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4" name="object 254" descr=""/>
            <p:cNvSpPr/>
            <p:nvPr/>
          </p:nvSpPr>
          <p:spPr>
            <a:xfrm>
              <a:off x="14722056" y="7480356"/>
              <a:ext cx="277495" cy="78105"/>
            </a:xfrm>
            <a:custGeom>
              <a:avLst/>
              <a:gdLst/>
              <a:ahLst/>
              <a:cxnLst/>
              <a:rect l="l" t="t" r="r" b="b"/>
              <a:pathLst>
                <a:path w="277494" h="78104">
                  <a:moveTo>
                    <a:pt x="64363" y="30683"/>
                  </a:moveTo>
                  <a:lnTo>
                    <a:pt x="61099" y="16992"/>
                  </a:lnTo>
                  <a:lnTo>
                    <a:pt x="59118" y="9232"/>
                  </a:lnTo>
                  <a:lnTo>
                    <a:pt x="57594" y="4533"/>
                  </a:lnTo>
                  <a:lnTo>
                    <a:pt x="55740" y="0"/>
                  </a:lnTo>
                  <a:lnTo>
                    <a:pt x="31026" y="711"/>
                  </a:lnTo>
                  <a:lnTo>
                    <a:pt x="18110" y="1968"/>
                  </a:lnTo>
                  <a:lnTo>
                    <a:pt x="12776" y="4724"/>
                  </a:lnTo>
                  <a:lnTo>
                    <a:pt x="10807" y="9893"/>
                  </a:lnTo>
                  <a:lnTo>
                    <a:pt x="20853" y="17183"/>
                  </a:lnTo>
                  <a:lnTo>
                    <a:pt x="29768" y="21767"/>
                  </a:lnTo>
                  <a:lnTo>
                    <a:pt x="42608" y="25628"/>
                  </a:lnTo>
                  <a:lnTo>
                    <a:pt x="64363" y="30683"/>
                  </a:lnTo>
                  <a:close/>
                </a:path>
                <a:path w="277494" h="78104">
                  <a:moveTo>
                    <a:pt x="277190" y="54914"/>
                  </a:moveTo>
                  <a:lnTo>
                    <a:pt x="275920" y="50114"/>
                  </a:lnTo>
                  <a:lnTo>
                    <a:pt x="257568" y="47205"/>
                  </a:lnTo>
                  <a:lnTo>
                    <a:pt x="221259" y="45580"/>
                  </a:lnTo>
                  <a:lnTo>
                    <a:pt x="129882" y="42837"/>
                  </a:lnTo>
                  <a:lnTo>
                    <a:pt x="87071" y="37922"/>
                  </a:lnTo>
                  <a:lnTo>
                    <a:pt x="48729" y="29210"/>
                  </a:lnTo>
                  <a:lnTo>
                    <a:pt x="20497" y="19621"/>
                  </a:lnTo>
                  <a:lnTo>
                    <a:pt x="8039" y="12052"/>
                  </a:lnTo>
                  <a:lnTo>
                    <a:pt x="4165" y="13855"/>
                  </a:lnTo>
                  <a:lnTo>
                    <a:pt x="27724" y="50114"/>
                  </a:lnTo>
                  <a:lnTo>
                    <a:pt x="90576" y="64668"/>
                  </a:lnTo>
                  <a:lnTo>
                    <a:pt x="143700" y="67576"/>
                  </a:lnTo>
                  <a:lnTo>
                    <a:pt x="166090" y="67729"/>
                  </a:lnTo>
                  <a:lnTo>
                    <a:pt x="189255" y="69176"/>
                  </a:lnTo>
                  <a:lnTo>
                    <a:pt x="242239" y="75628"/>
                  </a:lnTo>
                  <a:lnTo>
                    <a:pt x="263131" y="77800"/>
                  </a:lnTo>
                  <a:lnTo>
                    <a:pt x="272580" y="77571"/>
                  </a:lnTo>
                  <a:lnTo>
                    <a:pt x="274612" y="72517"/>
                  </a:lnTo>
                  <a:lnTo>
                    <a:pt x="276453" y="63665"/>
                  </a:lnTo>
                  <a:lnTo>
                    <a:pt x="277190" y="54914"/>
                  </a:lnTo>
                  <a:close/>
                </a:path>
              </a:pathLst>
            </a:custGeom>
            <a:solidFill>
              <a:srgbClr val="F5E6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5" name="object 255" descr=""/>
            <p:cNvSpPr/>
            <p:nvPr/>
          </p:nvSpPr>
          <p:spPr>
            <a:xfrm>
              <a:off x="14824812" y="7521085"/>
              <a:ext cx="173990" cy="26670"/>
            </a:xfrm>
            <a:custGeom>
              <a:avLst/>
              <a:gdLst/>
              <a:ahLst/>
              <a:cxnLst/>
              <a:rect l="l" t="t" r="r" b="b"/>
              <a:pathLst>
                <a:path w="173990" h="26670">
                  <a:moveTo>
                    <a:pt x="173736" y="22072"/>
                  </a:moveTo>
                  <a:lnTo>
                    <a:pt x="134023" y="18135"/>
                  </a:lnTo>
                  <a:lnTo>
                    <a:pt x="99377" y="15532"/>
                  </a:lnTo>
                  <a:lnTo>
                    <a:pt x="67487" y="14490"/>
                  </a:lnTo>
                  <a:lnTo>
                    <a:pt x="42329" y="14249"/>
                  </a:lnTo>
                  <a:lnTo>
                    <a:pt x="22288" y="13462"/>
                  </a:lnTo>
                  <a:lnTo>
                    <a:pt x="6858" y="12395"/>
                  </a:lnTo>
                  <a:lnTo>
                    <a:pt x="7162" y="482"/>
                  </a:lnTo>
                  <a:lnTo>
                    <a:pt x="3035" y="0"/>
                  </a:lnTo>
                  <a:lnTo>
                    <a:pt x="2616" y="7454"/>
                  </a:lnTo>
                  <a:lnTo>
                    <a:pt x="1816" y="15405"/>
                  </a:lnTo>
                  <a:lnTo>
                    <a:pt x="863" y="21958"/>
                  </a:lnTo>
                  <a:lnTo>
                    <a:pt x="0" y="25247"/>
                  </a:lnTo>
                  <a:lnTo>
                    <a:pt x="3695" y="25565"/>
                  </a:lnTo>
                  <a:lnTo>
                    <a:pt x="6057" y="24015"/>
                  </a:lnTo>
                  <a:lnTo>
                    <a:pt x="6667" y="16484"/>
                  </a:lnTo>
                  <a:lnTo>
                    <a:pt x="22021" y="17551"/>
                  </a:lnTo>
                  <a:lnTo>
                    <a:pt x="42202" y="18351"/>
                  </a:lnTo>
                  <a:lnTo>
                    <a:pt x="77825" y="18656"/>
                  </a:lnTo>
                  <a:lnTo>
                    <a:pt x="114820" y="20688"/>
                  </a:lnTo>
                  <a:lnTo>
                    <a:pt x="136461" y="22466"/>
                  </a:lnTo>
                  <a:lnTo>
                    <a:pt x="173278" y="26136"/>
                  </a:lnTo>
                  <a:lnTo>
                    <a:pt x="173736" y="22072"/>
                  </a:lnTo>
                  <a:close/>
                </a:path>
              </a:pathLst>
            </a:custGeom>
            <a:solidFill>
              <a:srgbClr val="D9CA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14802580" y="7441168"/>
              <a:ext cx="111125" cy="53340"/>
            </a:xfrm>
            <a:custGeom>
              <a:avLst/>
              <a:gdLst/>
              <a:ahLst/>
              <a:cxnLst/>
              <a:rect l="l" t="t" r="r" b="b"/>
              <a:pathLst>
                <a:path w="111125" h="53340">
                  <a:moveTo>
                    <a:pt x="92112" y="0"/>
                  </a:moveTo>
                  <a:lnTo>
                    <a:pt x="88866" y="7528"/>
                  </a:lnTo>
                  <a:lnTo>
                    <a:pt x="93599" y="9821"/>
                  </a:lnTo>
                  <a:lnTo>
                    <a:pt x="89243" y="9162"/>
                  </a:lnTo>
                  <a:lnTo>
                    <a:pt x="84636" y="8785"/>
                  </a:lnTo>
                  <a:lnTo>
                    <a:pt x="77254" y="7570"/>
                  </a:lnTo>
                  <a:lnTo>
                    <a:pt x="75589" y="10575"/>
                  </a:lnTo>
                  <a:lnTo>
                    <a:pt x="76102" y="13099"/>
                  </a:lnTo>
                  <a:lnTo>
                    <a:pt x="75851" y="14638"/>
                  </a:lnTo>
                  <a:lnTo>
                    <a:pt x="77149" y="18742"/>
                  </a:lnTo>
                  <a:lnTo>
                    <a:pt x="77442" y="20386"/>
                  </a:lnTo>
                  <a:lnTo>
                    <a:pt x="71359" y="18491"/>
                  </a:lnTo>
                  <a:lnTo>
                    <a:pt x="56123" y="17957"/>
                  </a:lnTo>
                  <a:lnTo>
                    <a:pt x="54658" y="19517"/>
                  </a:lnTo>
                  <a:lnTo>
                    <a:pt x="54134" y="21276"/>
                  </a:lnTo>
                  <a:lnTo>
                    <a:pt x="53474" y="22753"/>
                  </a:lnTo>
                  <a:lnTo>
                    <a:pt x="54176" y="29465"/>
                  </a:lnTo>
                  <a:lnTo>
                    <a:pt x="50794" y="27685"/>
                  </a:lnTo>
                  <a:lnTo>
                    <a:pt x="45056" y="25611"/>
                  </a:lnTo>
                  <a:lnTo>
                    <a:pt x="41003" y="24784"/>
                  </a:lnTo>
                  <a:lnTo>
                    <a:pt x="34616" y="24292"/>
                  </a:lnTo>
                  <a:lnTo>
                    <a:pt x="33171" y="25685"/>
                  </a:lnTo>
                  <a:lnTo>
                    <a:pt x="32606" y="27349"/>
                  </a:lnTo>
                  <a:lnTo>
                    <a:pt x="31255" y="28187"/>
                  </a:lnTo>
                  <a:lnTo>
                    <a:pt x="30260" y="29758"/>
                  </a:lnTo>
                  <a:lnTo>
                    <a:pt x="31465" y="35538"/>
                  </a:lnTo>
                  <a:lnTo>
                    <a:pt x="24899" y="33067"/>
                  </a:lnTo>
                  <a:lnTo>
                    <a:pt x="8732" y="31370"/>
                  </a:lnTo>
                  <a:lnTo>
                    <a:pt x="7361" y="32334"/>
                  </a:lnTo>
                  <a:lnTo>
                    <a:pt x="6659" y="33674"/>
                  </a:lnTo>
                  <a:lnTo>
                    <a:pt x="5204" y="33559"/>
                  </a:lnTo>
                  <a:lnTo>
                    <a:pt x="3800" y="33978"/>
                  </a:lnTo>
                  <a:lnTo>
                    <a:pt x="0" y="38417"/>
                  </a:lnTo>
                  <a:lnTo>
                    <a:pt x="3047" y="42051"/>
                  </a:lnTo>
                  <a:lnTo>
                    <a:pt x="6177" y="41914"/>
                  </a:lnTo>
                  <a:lnTo>
                    <a:pt x="7371" y="42344"/>
                  </a:lnTo>
                  <a:lnTo>
                    <a:pt x="10638" y="45150"/>
                  </a:lnTo>
                  <a:lnTo>
                    <a:pt x="11633" y="46333"/>
                  </a:lnTo>
                  <a:lnTo>
                    <a:pt x="12418" y="47600"/>
                  </a:lnTo>
                  <a:lnTo>
                    <a:pt x="11811" y="49778"/>
                  </a:lnTo>
                  <a:lnTo>
                    <a:pt x="12690" y="52406"/>
                  </a:lnTo>
                  <a:lnTo>
                    <a:pt x="18543" y="53233"/>
                  </a:lnTo>
                  <a:lnTo>
                    <a:pt x="20145" y="50794"/>
                  </a:lnTo>
                  <a:lnTo>
                    <a:pt x="20051" y="48469"/>
                  </a:lnTo>
                  <a:lnTo>
                    <a:pt x="20690" y="47380"/>
                  </a:lnTo>
                  <a:lnTo>
                    <a:pt x="20952" y="46082"/>
                  </a:lnTo>
                  <a:lnTo>
                    <a:pt x="18470" y="41925"/>
                  </a:lnTo>
                  <a:lnTo>
                    <a:pt x="17339" y="40564"/>
                  </a:lnTo>
                  <a:lnTo>
                    <a:pt x="23287" y="41286"/>
                  </a:lnTo>
                  <a:lnTo>
                    <a:pt x="29182" y="42459"/>
                  </a:lnTo>
                  <a:lnTo>
                    <a:pt x="34606" y="46386"/>
                  </a:lnTo>
                  <a:lnTo>
                    <a:pt x="35705" y="46731"/>
                  </a:lnTo>
                  <a:lnTo>
                    <a:pt x="36176" y="47862"/>
                  </a:lnTo>
                  <a:lnTo>
                    <a:pt x="37108" y="48804"/>
                  </a:lnTo>
                  <a:lnTo>
                    <a:pt x="43537" y="49715"/>
                  </a:lnTo>
                  <a:lnTo>
                    <a:pt x="44783" y="42920"/>
                  </a:lnTo>
                  <a:lnTo>
                    <a:pt x="40784" y="41307"/>
                  </a:lnTo>
                  <a:lnTo>
                    <a:pt x="40815" y="40522"/>
                  </a:lnTo>
                  <a:lnTo>
                    <a:pt x="39297" y="33004"/>
                  </a:lnTo>
                  <a:lnTo>
                    <a:pt x="42009" y="33423"/>
                  </a:lnTo>
                  <a:lnTo>
                    <a:pt x="44647" y="34072"/>
                  </a:lnTo>
                  <a:lnTo>
                    <a:pt x="50605" y="36511"/>
                  </a:lnTo>
                  <a:lnTo>
                    <a:pt x="53579" y="38658"/>
                  </a:lnTo>
                  <a:lnTo>
                    <a:pt x="57003" y="39915"/>
                  </a:lnTo>
                  <a:lnTo>
                    <a:pt x="57527" y="41150"/>
                  </a:lnTo>
                  <a:lnTo>
                    <a:pt x="58479" y="42176"/>
                  </a:lnTo>
                  <a:lnTo>
                    <a:pt x="65128" y="43119"/>
                  </a:lnTo>
                  <a:lnTo>
                    <a:pt x="66427" y="36386"/>
                  </a:lnTo>
                  <a:lnTo>
                    <a:pt x="62375" y="34386"/>
                  </a:lnTo>
                  <a:lnTo>
                    <a:pt x="62280" y="28983"/>
                  </a:lnTo>
                  <a:lnTo>
                    <a:pt x="62071" y="26281"/>
                  </a:lnTo>
                  <a:lnTo>
                    <a:pt x="67840" y="26543"/>
                  </a:lnTo>
                  <a:lnTo>
                    <a:pt x="73463" y="27349"/>
                  </a:lnTo>
                  <a:lnTo>
                    <a:pt x="78730" y="29810"/>
                  </a:lnTo>
                  <a:lnTo>
                    <a:pt x="79212" y="30428"/>
                  </a:lnTo>
                  <a:lnTo>
                    <a:pt x="80542" y="31150"/>
                  </a:lnTo>
                  <a:lnTo>
                    <a:pt x="80824" y="32637"/>
                  </a:lnTo>
                  <a:lnTo>
                    <a:pt x="81798" y="33936"/>
                  </a:lnTo>
                  <a:lnTo>
                    <a:pt x="88541" y="34888"/>
                  </a:lnTo>
                  <a:lnTo>
                    <a:pt x="89955" y="28616"/>
                  </a:lnTo>
                  <a:lnTo>
                    <a:pt x="86583" y="26658"/>
                  </a:lnTo>
                  <a:lnTo>
                    <a:pt x="86301" y="25528"/>
                  </a:lnTo>
                  <a:lnTo>
                    <a:pt x="85997" y="25004"/>
                  </a:lnTo>
                  <a:lnTo>
                    <a:pt x="85965" y="22355"/>
                  </a:lnTo>
                  <a:lnTo>
                    <a:pt x="85651" y="19748"/>
                  </a:lnTo>
                  <a:lnTo>
                    <a:pt x="85086" y="17172"/>
                  </a:lnTo>
                  <a:lnTo>
                    <a:pt x="94384" y="18701"/>
                  </a:lnTo>
                  <a:lnTo>
                    <a:pt x="97881" y="19015"/>
                  </a:lnTo>
                  <a:lnTo>
                    <a:pt x="100813" y="20323"/>
                  </a:lnTo>
                  <a:lnTo>
                    <a:pt x="101326" y="21810"/>
                  </a:lnTo>
                  <a:lnTo>
                    <a:pt x="102248" y="22732"/>
                  </a:lnTo>
                  <a:lnTo>
                    <a:pt x="102708" y="23863"/>
                  </a:lnTo>
                  <a:lnTo>
                    <a:pt x="103630" y="24795"/>
                  </a:lnTo>
                  <a:lnTo>
                    <a:pt x="109357" y="25601"/>
                  </a:lnTo>
                  <a:lnTo>
                    <a:pt x="110959" y="21067"/>
                  </a:lnTo>
                  <a:lnTo>
                    <a:pt x="109211" y="18522"/>
                  </a:lnTo>
                  <a:lnTo>
                    <a:pt x="109535" y="17203"/>
                  </a:lnTo>
                  <a:lnTo>
                    <a:pt x="109211" y="15779"/>
                  </a:lnTo>
                  <a:lnTo>
                    <a:pt x="107357" y="14533"/>
                  </a:lnTo>
                  <a:lnTo>
                    <a:pt x="106457" y="12282"/>
                  </a:lnTo>
                  <a:lnTo>
                    <a:pt x="105368" y="10230"/>
                  </a:lnTo>
                  <a:lnTo>
                    <a:pt x="102227" y="7559"/>
                  </a:lnTo>
                  <a:lnTo>
                    <a:pt x="101955" y="6450"/>
                  </a:lnTo>
                  <a:lnTo>
                    <a:pt x="99996" y="3832"/>
                  </a:lnTo>
                  <a:lnTo>
                    <a:pt x="92112" y="0"/>
                  </a:lnTo>
                  <a:close/>
                </a:path>
              </a:pathLst>
            </a:custGeom>
            <a:solidFill>
              <a:srgbClr val="F5E6D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7" name="object 257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14318789" y="6655347"/>
            <a:ext cx="153464" cy="81850"/>
          </a:xfrm>
          <a:prstGeom prst="rect">
            <a:avLst/>
          </a:prstGeom>
        </p:spPr>
      </p:pic>
      <p:sp>
        <p:nvSpPr>
          <p:cNvPr id="258" name="object 258" descr=""/>
          <p:cNvSpPr/>
          <p:nvPr/>
        </p:nvSpPr>
        <p:spPr>
          <a:xfrm>
            <a:off x="14939010" y="6450043"/>
            <a:ext cx="280035" cy="920750"/>
          </a:xfrm>
          <a:custGeom>
            <a:avLst/>
            <a:gdLst/>
            <a:ahLst/>
            <a:cxnLst/>
            <a:rect l="l" t="t" r="r" b="b"/>
            <a:pathLst>
              <a:path w="280034" h="920750">
                <a:moveTo>
                  <a:pt x="279742" y="97751"/>
                </a:moveTo>
                <a:lnTo>
                  <a:pt x="273443" y="59677"/>
                </a:lnTo>
                <a:lnTo>
                  <a:pt x="211086" y="15989"/>
                </a:lnTo>
                <a:lnTo>
                  <a:pt x="143014" y="342"/>
                </a:lnTo>
                <a:lnTo>
                  <a:pt x="105727" y="0"/>
                </a:lnTo>
                <a:lnTo>
                  <a:pt x="73672" y="12966"/>
                </a:lnTo>
                <a:lnTo>
                  <a:pt x="55346" y="46824"/>
                </a:lnTo>
                <a:lnTo>
                  <a:pt x="49428" y="94234"/>
                </a:lnTo>
                <a:lnTo>
                  <a:pt x="45008" y="132778"/>
                </a:lnTo>
                <a:lnTo>
                  <a:pt x="39890" y="182918"/>
                </a:lnTo>
                <a:lnTo>
                  <a:pt x="31889" y="265137"/>
                </a:lnTo>
                <a:lnTo>
                  <a:pt x="26924" y="334797"/>
                </a:lnTo>
                <a:lnTo>
                  <a:pt x="25019" y="401523"/>
                </a:lnTo>
                <a:lnTo>
                  <a:pt x="25234" y="462076"/>
                </a:lnTo>
                <a:lnTo>
                  <a:pt x="26644" y="513207"/>
                </a:lnTo>
                <a:lnTo>
                  <a:pt x="27838" y="539965"/>
                </a:lnTo>
                <a:lnTo>
                  <a:pt x="23964" y="550024"/>
                </a:lnTo>
                <a:lnTo>
                  <a:pt x="15951" y="641438"/>
                </a:lnTo>
                <a:lnTo>
                  <a:pt x="8178" y="757643"/>
                </a:lnTo>
                <a:lnTo>
                  <a:pt x="2311" y="857504"/>
                </a:lnTo>
                <a:lnTo>
                  <a:pt x="0" y="899934"/>
                </a:lnTo>
                <a:lnTo>
                  <a:pt x="34124" y="906500"/>
                </a:lnTo>
                <a:lnTo>
                  <a:pt x="54127" y="910844"/>
                </a:lnTo>
                <a:lnTo>
                  <a:pt x="67805" y="914882"/>
                </a:lnTo>
                <a:lnTo>
                  <a:pt x="82918" y="920584"/>
                </a:lnTo>
                <a:lnTo>
                  <a:pt x="110705" y="835964"/>
                </a:lnTo>
                <a:lnTo>
                  <a:pt x="126542" y="784720"/>
                </a:lnTo>
                <a:lnTo>
                  <a:pt x="136385" y="746150"/>
                </a:lnTo>
                <a:lnTo>
                  <a:pt x="146151" y="699503"/>
                </a:lnTo>
                <a:lnTo>
                  <a:pt x="155943" y="651522"/>
                </a:lnTo>
                <a:lnTo>
                  <a:pt x="163347" y="596353"/>
                </a:lnTo>
                <a:lnTo>
                  <a:pt x="170053" y="581025"/>
                </a:lnTo>
                <a:lnTo>
                  <a:pt x="187198" y="518668"/>
                </a:lnTo>
                <a:lnTo>
                  <a:pt x="199555" y="467410"/>
                </a:lnTo>
                <a:lnTo>
                  <a:pt x="213321" y="407974"/>
                </a:lnTo>
                <a:lnTo>
                  <a:pt x="227698" y="344258"/>
                </a:lnTo>
                <a:lnTo>
                  <a:pt x="241846" y="280136"/>
                </a:lnTo>
                <a:lnTo>
                  <a:pt x="254939" y="219532"/>
                </a:lnTo>
                <a:lnTo>
                  <a:pt x="266166" y="166344"/>
                </a:lnTo>
                <a:lnTo>
                  <a:pt x="274713" y="124447"/>
                </a:lnTo>
                <a:lnTo>
                  <a:pt x="279742" y="97751"/>
                </a:lnTo>
                <a:close/>
              </a:path>
            </a:pathLst>
          </a:custGeom>
          <a:solidFill>
            <a:srgbClr val="2B346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9" name="object 259" descr=""/>
          <p:cNvGrpSpPr/>
          <p:nvPr/>
        </p:nvGrpSpPr>
        <p:grpSpPr>
          <a:xfrm>
            <a:off x="13798008" y="6952219"/>
            <a:ext cx="866775" cy="866775"/>
            <a:chOff x="13798008" y="6952219"/>
            <a:chExt cx="866775" cy="866775"/>
          </a:xfrm>
        </p:grpSpPr>
        <p:sp>
          <p:nvSpPr>
            <p:cNvPr id="260" name="object 260" descr=""/>
            <p:cNvSpPr/>
            <p:nvPr/>
          </p:nvSpPr>
          <p:spPr>
            <a:xfrm>
              <a:off x="13804278" y="6953802"/>
              <a:ext cx="835660" cy="864235"/>
            </a:xfrm>
            <a:custGeom>
              <a:avLst/>
              <a:gdLst/>
              <a:ahLst/>
              <a:cxnLst/>
              <a:rect l="l" t="t" r="r" b="b"/>
              <a:pathLst>
                <a:path w="835659" h="864234">
                  <a:moveTo>
                    <a:pt x="835355" y="513092"/>
                  </a:moveTo>
                  <a:lnTo>
                    <a:pt x="834491" y="511632"/>
                  </a:lnTo>
                  <a:lnTo>
                    <a:pt x="662546" y="467563"/>
                  </a:lnTo>
                  <a:lnTo>
                    <a:pt x="831989" y="472960"/>
                  </a:lnTo>
                  <a:lnTo>
                    <a:pt x="833424" y="472960"/>
                  </a:lnTo>
                  <a:lnTo>
                    <a:pt x="834605" y="471817"/>
                  </a:lnTo>
                  <a:lnTo>
                    <a:pt x="834694" y="468909"/>
                  </a:lnTo>
                  <a:lnTo>
                    <a:pt x="833551" y="467677"/>
                  </a:lnTo>
                  <a:lnTo>
                    <a:pt x="638898" y="461505"/>
                  </a:lnTo>
                  <a:lnTo>
                    <a:pt x="614578" y="455282"/>
                  </a:lnTo>
                  <a:lnTo>
                    <a:pt x="614578" y="460730"/>
                  </a:lnTo>
                  <a:lnTo>
                    <a:pt x="545757" y="458558"/>
                  </a:lnTo>
                  <a:lnTo>
                    <a:pt x="532511" y="452247"/>
                  </a:lnTo>
                  <a:lnTo>
                    <a:pt x="532511" y="458139"/>
                  </a:lnTo>
                  <a:lnTo>
                    <a:pt x="468922" y="456120"/>
                  </a:lnTo>
                  <a:lnTo>
                    <a:pt x="466344" y="451739"/>
                  </a:lnTo>
                  <a:lnTo>
                    <a:pt x="505625" y="445325"/>
                  </a:lnTo>
                  <a:lnTo>
                    <a:pt x="532511" y="458139"/>
                  </a:lnTo>
                  <a:lnTo>
                    <a:pt x="532511" y="452247"/>
                  </a:lnTo>
                  <a:lnTo>
                    <a:pt x="514832" y="443814"/>
                  </a:lnTo>
                  <a:lnTo>
                    <a:pt x="535406" y="440448"/>
                  </a:lnTo>
                  <a:lnTo>
                    <a:pt x="614578" y="460730"/>
                  </a:lnTo>
                  <a:lnTo>
                    <a:pt x="614578" y="455282"/>
                  </a:lnTo>
                  <a:lnTo>
                    <a:pt x="548449" y="438315"/>
                  </a:lnTo>
                  <a:lnTo>
                    <a:pt x="827341" y="392747"/>
                  </a:lnTo>
                  <a:lnTo>
                    <a:pt x="828319" y="391375"/>
                  </a:lnTo>
                  <a:lnTo>
                    <a:pt x="827836" y="388467"/>
                  </a:lnTo>
                  <a:lnTo>
                    <a:pt x="826439" y="387464"/>
                  </a:lnTo>
                  <a:lnTo>
                    <a:pt x="535571" y="435025"/>
                  </a:lnTo>
                  <a:lnTo>
                    <a:pt x="522528" y="431685"/>
                  </a:lnTo>
                  <a:lnTo>
                    <a:pt x="522528" y="437159"/>
                  </a:lnTo>
                  <a:lnTo>
                    <a:pt x="506399" y="439801"/>
                  </a:lnTo>
                  <a:lnTo>
                    <a:pt x="497192" y="435419"/>
                  </a:lnTo>
                  <a:lnTo>
                    <a:pt x="497192" y="441299"/>
                  </a:lnTo>
                  <a:lnTo>
                    <a:pt x="463626" y="446786"/>
                  </a:lnTo>
                  <a:lnTo>
                    <a:pt x="462051" y="442353"/>
                  </a:lnTo>
                  <a:lnTo>
                    <a:pt x="474624" y="430555"/>
                  </a:lnTo>
                  <a:lnTo>
                    <a:pt x="497192" y="441299"/>
                  </a:lnTo>
                  <a:lnTo>
                    <a:pt x="497192" y="435419"/>
                  </a:lnTo>
                  <a:lnTo>
                    <a:pt x="478802" y="426643"/>
                  </a:lnTo>
                  <a:lnTo>
                    <a:pt x="479361" y="426110"/>
                  </a:lnTo>
                  <a:lnTo>
                    <a:pt x="522528" y="437159"/>
                  </a:lnTo>
                  <a:lnTo>
                    <a:pt x="522528" y="431685"/>
                  </a:lnTo>
                  <a:lnTo>
                    <a:pt x="483958" y="421805"/>
                  </a:lnTo>
                  <a:lnTo>
                    <a:pt x="534123" y="374738"/>
                  </a:lnTo>
                  <a:lnTo>
                    <a:pt x="806348" y="278371"/>
                  </a:lnTo>
                  <a:lnTo>
                    <a:pt x="807072" y="276847"/>
                  </a:lnTo>
                  <a:lnTo>
                    <a:pt x="806094" y="274066"/>
                  </a:lnTo>
                  <a:lnTo>
                    <a:pt x="804570" y="273329"/>
                  </a:lnTo>
                  <a:lnTo>
                    <a:pt x="543636" y="365810"/>
                  </a:lnTo>
                  <a:lnTo>
                    <a:pt x="614159" y="299643"/>
                  </a:lnTo>
                  <a:lnTo>
                    <a:pt x="774649" y="204647"/>
                  </a:lnTo>
                  <a:lnTo>
                    <a:pt x="775081" y="203022"/>
                  </a:lnTo>
                  <a:lnTo>
                    <a:pt x="773569" y="200482"/>
                  </a:lnTo>
                  <a:lnTo>
                    <a:pt x="771931" y="200063"/>
                  </a:lnTo>
                  <a:lnTo>
                    <a:pt x="632053" y="282854"/>
                  </a:lnTo>
                  <a:lnTo>
                    <a:pt x="750633" y="171615"/>
                  </a:lnTo>
                  <a:lnTo>
                    <a:pt x="750684" y="169913"/>
                  </a:lnTo>
                  <a:lnTo>
                    <a:pt x="748665" y="167767"/>
                  </a:lnTo>
                  <a:lnTo>
                    <a:pt x="746975" y="167728"/>
                  </a:lnTo>
                  <a:lnTo>
                    <a:pt x="610946" y="295351"/>
                  </a:lnTo>
                  <a:lnTo>
                    <a:pt x="593064" y="305943"/>
                  </a:lnTo>
                  <a:lnTo>
                    <a:pt x="593064" y="312140"/>
                  </a:lnTo>
                  <a:lnTo>
                    <a:pt x="531126" y="370243"/>
                  </a:lnTo>
                  <a:lnTo>
                    <a:pt x="521627" y="373621"/>
                  </a:lnTo>
                  <a:lnTo>
                    <a:pt x="521627" y="379158"/>
                  </a:lnTo>
                  <a:lnTo>
                    <a:pt x="477850" y="420230"/>
                  </a:lnTo>
                  <a:lnTo>
                    <a:pt x="469468" y="418084"/>
                  </a:lnTo>
                  <a:lnTo>
                    <a:pt x="469468" y="428091"/>
                  </a:lnTo>
                  <a:lnTo>
                    <a:pt x="467398" y="430034"/>
                  </a:lnTo>
                  <a:lnTo>
                    <a:pt x="467448" y="428574"/>
                  </a:lnTo>
                  <a:lnTo>
                    <a:pt x="465404" y="426415"/>
                  </a:lnTo>
                  <a:lnTo>
                    <a:pt x="465404" y="431901"/>
                  </a:lnTo>
                  <a:lnTo>
                    <a:pt x="461187" y="435864"/>
                  </a:lnTo>
                  <a:lnTo>
                    <a:pt x="461187" y="455879"/>
                  </a:lnTo>
                  <a:lnTo>
                    <a:pt x="458254" y="455790"/>
                  </a:lnTo>
                  <a:lnTo>
                    <a:pt x="459397" y="454685"/>
                  </a:lnTo>
                  <a:lnTo>
                    <a:pt x="459447" y="452869"/>
                  </a:lnTo>
                  <a:lnTo>
                    <a:pt x="460082" y="452755"/>
                  </a:lnTo>
                  <a:lnTo>
                    <a:pt x="461187" y="455879"/>
                  </a:lnTo>
                  <a:lnTo>
                    <a:pt x="461187" y="435864"/>
                  </a:lnTo>
                  <a:lnTo>
                    <a:pt x="460108" y="436867"/>
                  </a:lnTo>
                  <a:lnTo>
                    <a:pt x="459968" y="436499"/>
                  </a:lnTo>
                  <a:lnTo>
                    <a:pt x="460159" y="430657"/>
                  </a:lnTo>
                  <a:lnTo>
                    <a:pt x="460984" y="429514"/>
                  </a:lnTo>
                  <a:lnTo>
                    <a:pt x="463067" y="431711"/>
                  </a:lnTo>
                  <a:lnTo>
                    <a:pt x="463778" y="431990"/>
                  </a:lnTo>
                  <a:lnTo>
                    <a:pt x="464502" y="431990"/>
                  </a:lnTo>
                  <a:lnTo>
                    <a:pt x="465150" y="431990"/>
                  </a:lnTo>
                  <a:lnTo>
                    <a:pt x="465404" y="431901"/>
                  </a:lnTo>
                  <a:lnTo>
                    <a:pt x="465404" y="426415"/>
                  </a:lnTo>
                  <a:lnTo>
                    <a:pt x="464972" y="425958"/>
                  </a:lnTo>
                  <a:lnTo>
                    <a:pt x="469468" y="428091"/>
                  </a:lnTo>
                  <a:lnTo>
                    <a:pt x="469468" y="418084"/>
                  </a:lnTo>
                  <a:lnTo>
                    <a:pt x="469252" y="418020"/>
                  </a:lnTo>
                  <a:lnTo>
                    <a:pt x="488861" y="390766"/>
                  </a:lnTo>
                  <a:lnTo>
                    <a:pt x="521627" y="379158"/>
                  </a:lnTo>
                  <a:lnTo>
                    <a:pt x="521627" y="373621"/>
                  </a:lnTo>
                  <a:lnTo>
                    <a:pt x="494195" y="383336"/>
                  </a:lnTo>
                  <a:lnTo>
                    <a:pt x="510082" y="361251"/>
                  </a:lnTo>
                  <a:lnTo>
                    <a:pt x="593064" y="312140"/>
                  </a:lnTo>
                  <a:lnTo>
                    <a:pt x="593064" y="305943"/>
                  </a:lnTo>
                  <a:lnTo>
                    <a:pt x="517829" y="350469"/>
                  </a:lnTo>
                  <a:lnTo>
                    <a:pt x="682802" y="121056"/>
                  </a:lnTo>
                  <a:lnTo>
                    <a:pt x="682536" y="119392"/>
                  </a:lnTo>
                  <a:lnTo>
                    <a:pt x="680135" y="117665"/>
                  </a:lnTo>
                  <a:lnTo>
                    <a:pt x="678472" y="117932"/>
                  </a:lnTo>
                  <a:lnTo>
                    <a:pt x="506399" y="357238"/>
                  </a:lnTo>
                  <a:lnTo>
                    <a:pt x="498652" y="361835"/>
                  </a:lnTo>
                  <a:lnTo>
                    <a:pt x="498652" y="368020"/>
                  </a:lnTo>
                  <a:lnTo>
                    <a:pt x="485394" y="386461"/>
                  </a:lnTo>
                  <a:lnTo>
                    <a:pt x="480060" y="388353"/>
                  </a:lnTo>
                  <a:lnTo>
                    <a:pt x="480060" y="393877"/>
                  </a:lnTo>
                  <a:lnTo>
                    <a:pt x="463715" y="416598"/>
                  </a:lnTo>
                  <a:lnTo>
                    <a:pt x="460629" y="415823"/>
                  </a:lnTo>
                  <a:lnTo>
                    <a:pt x="461111" y="400596"/>
                  </a:lnTo>
                  <a:lnTo>
                    <a:pt x="480060" y="393877"/>
                  </a:lnTo>
                  <a:lnTo>
                    <a:pt x="480060" y="388353"/>
                  </a:lnTo>
                  <a:lnTo>
                    <a:pt x="461289" y="394995"/>
                  </a:lnTo>
                  <a:lnTo>
                    <a:pt x="461454" y="390042"/>
                  </a:lnTo>
                  <a:lnTo>
                    <a:pt x="498652" y="368020"/>
                  </a:lnTo>
                  <a:lnTo>
                    <a:pt x="498652" y="361835"/>
                  </a:lnTo>
                  <a:lnTo>
                    <a:pt x="461657" y="383743"/>
                  </a:lnTo>
                  <a:lnTo>
                    <a:pt x="463702" y="319481"/>
                  </a:lnTo>
                  <a:lnTo>
                    <a:pt x="596011" y="41910"/>
                  </a:lnTo>
                  <a:lnTo>
                    <a:pt x="595464" y="40309"/>
                  </a:lnTo>
                  <a:lnTo>
                    <a:pt x="592785" y="39052"/>
                  </a:lnTo>
                  <a:lnTo>
                    <a:pt x="591210" y="39611"/>
                  </a:lnTo>
                  <a:lnTo>
                    <a:pt x="464121" y="306209"/>
                  </a:lnTo>
                  <a:lnTo>
                    <a:pt x="467474" y="201053"/>
                  </a:lnTo>
                  <a:lnTo>
                    <a:pt x="512546" y="25298"/>
                  </a:lnTo>
                  <a:lnTo>
                    <a:pt x="511683" y="23863"/>
                  </a:lnTo>
                  <a:lnTo>
                    <a:pt x="508812" y="23126"/>
                  </a:lnTo>
                  <a:lnTo>
                    <a:pt x="507390" y="23977"/>
                  </a:lnTo>
                  <a:lnTo>
                    <a:pt x="468261" y="176593"/>
                  </a:lnTo>
                  <a:lnTo>
                    <a:pt x="473849" y="1409"/>
                  </a:lnTo>
                  <a:lnTo>
                    <a:pt x="472694" y="165"/>
                  </a:lnTo>
                  <a:lnTo>
                    <a:pt x="469912" y="0"/>
                  </a:lnTo>
                  <a:lnTo>
                    <a:pt x="468528" y="1231"/>
                  </a:lnTo>
                  <a:lnTo>
                    <a:pt x="462178" y="200317"/>
                  </a:lnTo>
                  <a:lnTo>
                    <a:pt x="461391" y="203390"/>
                  </a:lnTo>
                  <a:lnTo>
                    <a:pt x="461391" y="224777"/>
                  </a:lnTo>
                  <a:lnTo>
                    <a:pt x="458406" y="318185"/>
                  </a:lnTo>
                  <a:lnTo>
                    <a:pt x="457987" y="319074"/>
                  </a:lnTo>
                  <a:lnTo>
                    <a:pt x="457987" y="331457"/>
                  </a:lnTo>
                  <a:lnTo>
                    <a:pt x="456222" y="386956"/>
                  </a:lnTo>
                  <a:lnTo>
                    <a:pt x="456018" y="387083"/>
                  </a:lnTo>
                  <a:lnTo>
                    <a:pt x="456018" y="393255"/>
                  </a:lnTo>
                  <a:lnTo>
                    <a:pt x="455904" y="396900"/>
                  </a:lnTo>
                  <a:lnTo>
                    <a:pt x="455726" y="396963"/>
                  </a:lnTo>
                  <a:lnTo>
                    <a:pt x="455726" y="402501"/>
                  </a:lnTo>
                  <a:lnTo>
                    <a:pt x="455637" y="405460"/>
                  </a:lnTo>
                  <a:lnTo>
                    <a:pt x="455536" y="408711"/>
                  </a:lnTo>
                  <a:lnTo>
                    <a:pt x="455345" y="414489"/>
                  </a:lnTo>
                  <a:lnTo>
                    <a:pt x="455117" y="414439"/>
                  </a:lnTo>
                  <a:lnTo>
                    <a:pt x="455117" y="455688"/>
                  </a:lnTo>
                  <a:lnTo>
                    <a:pt x="448335" y="455460"/>
                  </a:lnTo>
                  <a:lnTo>
                    <a:pt x="448538" y="455015"/>
                  </a:lnTo>
                  <a:lnTo>
                    <a:pt x="449033" y="454558"/>
                  </a:lnTo>
                  <a:lnTo>
                    <a:pt x="454101" y="453732"/>
                  </a:lnTo>
                  <a:lnTo>
                    <a:pt x="454075" y="454545"/>
                  </a:lnTo>
                  <a:lnTo>
                    <a:pt x="455117" y="455688"/>
                  </a:lnTo>
                  <a:lnTo>
                    <a:pt x="455117" y="414439"/>
                  </a:lnTo>
                  <a:lnTo>
                    <a:pt x="453847" y="414096"/>
                  </a:lnTo>
                  <a:lnTo>
                    <a:pt x="450469" y="410489"/>
                  </a:lnTo>
                  <a:lnTo>
                    <a:pt x="450329" y="409600"/>
                  </a:lnTo>
                  <a:lnTo>
                    <a:pt x="453085" y="409676"/>
                  </a:lnTo>
                  <a:lnTo>
                    <a:pt x="454520" y="409676"/>
                  </a:lnTo>
                  <a:lnTo>
                    <a:pt x="455536" y="408711"/>
                  </a:lnTo>
                  <a:lnTo>
                    <a:pt x="455536" y="405358"/>
                  </a:lnTo>
                  <a:lnTo>
                    <a:pt x="454647" y="404393"/>
                  </a:lnTo>
                  <a:lnTo>
                    <a:pt x="450697" y="404279"/>
                  </a:lnTo>
                  <a:lnTo>
                    <a:pt x="455726" y="402501"/>
                  </a:lnTo>
                  <a:lnTo>
                    <a:pt x="455726" y="396963"/>
                  </a:lnTo>
                  <a:lnTo>
                    <a:pt x="448665" y="399465"/>
                  </a:lnTo>
                  <a:lnTo>
                    <a:pt x="448398" y="397764"/>
                  </a:lnTo>
                  <a:lnTo>
                    <a:pt x="456018" y="393255"/>
                  </a:lnTo>
                  <a:lnTo>
                    <a:pt x="456018" y="387083"/>
                  </a:lnTo>
                  <a:lnTo>
                    <a:pt x="447484" y="392125"/>
                  </a:lnTo>
                  <a:lnTo>
                    <a:pt x="446595" y="386702"/>
                  </a:lnTo>
                  <a:lnTo>
                    <a:pt x="446595" y="428840"/>
                  </a:lnTo>
                  <a:lnTo>
                    <a:pt x="446379" y="428967"/>
                  </a:lnTo>
                  <a:lnTo>
                    <a:pt x="442671" y="443382"/>
                  </a:lnTo>
                  <a:lnTo>
                    <a:pt x="442429" y="443306"/>
                  </a:lnTo>
                  <a:lnTo>
                    <a:pt x="433235" y="448767"/>
                  </a:lnTo>
                  <a:lnTo>
                    <a:pt x="433235" y="474726"/>
                  </a:lnTo>
                  <a:lnTo>
                    <a:pt x="429387" y="482803"/>
                  </a:lnTo>
                  <a:lnTo>
                    <a:pt x="429387" y="495211"/>
                  </a:lnTo>
                  <a:lnTo>
                    <a:pt x="421297" y="526783"/>
                  </a:lnTo>
                  <a:lnTo>
                    <a:pt x="419519" y="515912"/>
                  </a:lnTo>
                  <a:lnTo>
                    <a:pt x="429387" y="495211"/>
                  </a:lnTo>
                  <a:lnTo>
                    <a:pt x="429387" y="482803"/>
                  </a:lnTo>
                  <a:lnTo>
                    <a:pt x="418007" y="506679"/>
                  </a:lnTo>
                  <a:lnTo>
                    <a:pt x="417995" y="539661"/>
                  </a:lnTo>
                  <a:lnTo>
                    <a:pt x="403707" y="595363"/>
                  </a:lnTo>
                  <a:lnTo>
                    <a:pt x="405282" y="545757"/>
                  </a:lnTo>
                  <a:lnTo>
                    <a:pt x="415480" y="524357"/>
                  </a:lnTo>
                  <a:lnTo>
                    <a:pt x="417995" y="539661"/>
                  </a:lnTo>
                  <a:lnTo>
                    <a:pt x="417995" y="506603"/>
                  </a:lnTo>
                  <a:lnTo>
                    <a:pt x="413981" y="482041"/>
                  </a:lnTo>
                  <a:lnTo>
                    <a:pt x="413981" y="515137"/>
                  </a:lnTo>
                  <a:lnTo>
                    <a:pt x="405714" y="532472"/>
                  </a:lnTo>
                  <a:lnTo>
                    <a:pt x="407530" y="475665"/>
                  </a:lnTo>
                  <a:lnTo>
                    <a:pt x="413981" y="515137"/>
                  </a:lnTo>
                  <a:lnTo>
                    <a:pt x="413981" y="482041"/>
                  </a:lnTo>
                  <a:lnTo>
                    <a:pt x="411645" y="467728"/>
                  </a:lnTo>
                  <a:lnTo>
                    <a:pt x="420611" y="462432"/>
                  </a:lnTo>
                  <a:lnTo>
                    <a:pt x="421436" y="462127"/>
                  </a:lnTo>
                  <a:lnTo>
                    <a:pt x="433235" y="474726"/>
                  </a:lnTo>
                  <a:lnTo>
                    <a:pt x="433235" y="448767"/>
                  </a:lnTo>
                  <a:lnTo>
                    <a:pt x="432460" y="449224"/>
                  </a:lnTo>
                  <a:lnTo>
                    <a:pt x="432460" y="461213"/>
                  </a:lnTo>
                  <a:lnTo>
                    <a:pt x="431012" y="460197"/>
                  </a:lnTo>
                  <a:lnTo>
                    <a:pt x="432346" y="460235"/>
                  </a:lnTo>
                  <a:lnTo>
                    <a:pt x="432460" y="461213"/>
                  </a:lnTo>
                  <a:lnTo>
                    <a:pt x="432460" y="449224"/>
                  </a:lnTo>
                  <a:lnTo>
                    <a:pt x="429641" y="450888"/>
                  </a:lnTo>
                  <a:lnTo>
                    <a:pt x="429501" y="450634"/>
                  </a:lnTo>
                  <a:lnTo>
                    <a:pt x="420712" y="448398"/>
                  </a:lnTo>
                  <a:lnTo>
                    <a:pt x="415658" y="445998"/>
                  </a:lnTo>
                  <a:lnTo>
                    <a:pt x="415848" y="445604"/>
                  </a:lnTo>
                  <a:lnTo>
                    <a:pt x="413753" y="439712"/>
                  </a:lnTo>
                  <a:lnTo>
                    <a:pt x="413753" y="454367"/>
                  </a:lnTo>
                  <a:lnTo>
                    <a:pt x="410629" y="454279"/>
                  </a:lnTo>
                  <a:lnTo>
                    <a:pt x="410629" y="460324"/>
                  </a:lnTo>
                  <a:lnTo>
                    <a:pt x="410451" y="460387"/>
                  </a:lnTo>
                  <a:lnTo>
                    <a:pt x="410413" y="460133"/>
                  </a:lnTo>
                  <a:lnTo>
                    <a:pt x="410629" y="460324"/>
                  </a:lnTo>
                  <a:lnTo>
                    <a:pt x="410629" y="454279"/>
                  </a:lnTo>
                  <a:lnTo>
                    <a:pt x="409435" y="454228"/>
                  </a:lnTo>
                  <a:lnTo>
                    <a:pt x="408889" y="450862"/>
                  </a:lnTo>
                  <a:lnTo>
                    <a:pt x="413753" y="454367"/>
                  </a:lnTo>
                  <a:lnTo>
                    <a:pt x="413753" y="439712"/>
                  </a:lnTo>
                  <a:lnTo>
                    <a:pt x="410413" y="430288"/>
                  </a:lnTo>
                  <a:lnTo>
                    <a:pt x="411060" y="429907"/>
                  </a:lnTo>
                  <a:lnTo>
                    <a:pt x="417728" y="415912"/>
                  </a:lnTo>
                  <a:lnTo>
                    <a:pt x="418261" y="415594"/>
                  </a:lnTo>
                  <a:lnTo>
                    <a:pt x="418693" y="415594"/>
                  </a:lnTo>
                  <a:lnTo>
                    <a:pt x="426961" y="412673"/>
                  </a:lnTo>
                  <a:lnTo>
                    <a:pt x="439102" y="415785"/>
                  </a:lnTo>
                  <a:lnTo>
                    <a:pt x="439039" y="416039"/>
                  </a:lnTo>
                  <a:lnTo>
                    <a:pt x="446595" y="428840"/>
                  </a:lnTo>
                  <a:lnTo>
                    <a:pt x="446595" y="386702"/>
                  </a:lnTo>
                  <a:lnTo>
                    <a:pt x="443572" y="368261"/>
                  </a:lnTo>
                  <a:lnTo>
                    <a:pt x="443572" y="401281"/>
                  </a:lnTo>
                  <a:lnTo>
                    <a:pt x="442264" y="401751"/>
                  </a:lnTo>
                  <a:lnTo>
                    <a:pt x="442061" y="401523"/>
                  </a:lnTo>
                  <a:lnTo>
                    <a:pt x="443484" y="400685"/>
                  </a:lnTo>
                  <a:lnTo>
                    <a:pt x="443572" y="401281"/>
                  </a:lnTo>
                  <a:lnTo>
                    <a:pt x="443572" y="368261"/>
                  </a:lnTo>
                  <a:lnTo>
                    <a:pt x="442772" y="363372"/>
                  </a:lnTo>
                  <a:lnTo>
                    <a:pt x="457987" y="331457"/>
                  </a:lnTo>
                  <a:lnTo>
                    <a:pt x="457987" y="319074"/>
                  </a:lnTo>
                  <a:lnTo>
                    <a:pt x="442556" y="351447"/>
                  </a:lnTo>
                  <a:lnTo>
                    <a:pt x="442556" y="395046"/>
                  </a:lnTo>
                  <a:lnTo>
                    <a:pt x="438327" y="397548"/>
                  </a:lnTo>
                  <a:lnTo>
                    <a:pt x="433616" y="392544"/>
                  </a:lnTo>
                  <a:lnTo>
                    <a:pt x="433616" y="400329"/>
                  </a:lnTo>
                  <a:lnTo>
                    <a:pt x="431215" y="401751"/>
                  </a:lnTo>
                  <a:lnTo>
                    <a:pt x="430834" y="401485"/>
                  </a:lnTo>
                  <a:lnTo>
                    <a:pt x="432155" y="400253"/>
                  </a:lnTo>
                  <a:lnTo>
                    <a:pt x="432193" y="398818"/>
                  </a:lnTo>
                  <a:lnTo>
                    <a:pt x="433616" y="400329"/>
                  </a:lnTo>
                  <a:lnTo>
                    <a:pt x="433616" y="392544"/>
                  </a:lnTo>
                  <a:lnTo>
                    <a:pt x="430466" y="389191"/>
                  </a:lnTo>
                  <a:lnTo>
                    <a:pt x="438746" y="371817"/>
                  </a:lnTo>
                  <a:lnTo>
                    <a:pt x="442556" y="395046"/>
                  </a:lnTo>
                  <a:lnTo>
                    <a:pt x="442556" y="351447"/>
                  </a:lnTo>
                  <a:lnTo>
                    <a:pt x="441261" y="354152"/>
                  </a:lnTo>
                  <a:lnTo>
                    <a:pt x="437235" y="329476"/>
                  </a:lnTo>
                  <a:lnTo>
                    <a:pt x="437235" y="362597"/>
                  </a:lnTo>
                  <a:lnTo>
                    <a:pt x="429933" y="377926"/>
                  </a:lnTo>
                  <a:lnTo>
                    <a:pt x="429933" y="396405"/>
                  </a:lnTo>
                  <a:lnTo>
                    <a:pt x="428485" y="396354"/>
                  </a:lnTo>
                  <a:lnTo>
                    <a:pt x="426402" y="398310"/>
                  </a:lnTo>
                  <a:lnTo>
                    <a:pt x="426186" y="398170"/>
                  </a:lnTo>
                  <a:lnTo>
                    <a:pt x="428002" y="394360"/>
                  </a:lnTo>
                  <a:lnTo>
                    <a:pt x="429933" y="396405"/>
                  </a:lnTo>
                  <a:lnTo>
                    <a:pt x="429933" y="377926"/>
                  </a:lnTo>
                  <a:lnTo>
                    <a:pt x="426554" y="385013"/>
                  </a:lnTo>
                  <a:lnTo>
                    <a:pt x="424091" y="382384"/>
                  </a:lnTo>
                  <a:lnTo>
                    <a:pt x="424091" y="390182"/>
                  </a:lnTo>
                  <a:lnTo>
                    <a:pt x="421792" y="395008"/>
                  </a:lnTo>
                  <a:lnTo>
                    <a:pt x="418490" y="392620"/>
                  </a:lnTo>
                  <a:lnTo>
                    <a:pt x="418490" y="399186"/>
                  </a:lnTo>
                  <a:lnTo>
                    <a:pt x="417576" y="399326"/>
                  </a:lnTo>
                  <a:lnTo>
                    <a:pt x="416140" y="401320"/>
                  </a:lnTo>
                  <a:lnTo>
                    <a:pt x="416966" y="398094"/>
                  </a:lnTo>
                  <a:lnTo>
                    <a:pt x="418490" y="399186"/>
                  </a:lnTo>
                  <a:lnTo>
                    <a:pt x="418490" y="392620"/>
                  </a:lnTo>
                  <a:lnTo>
                    <a:pt x="420090" y="385914"/>
                  </a:lnTo>
                  <a:lnTo>
                    <a:pt x="424091" y="390182"/>
                  </a:lnTo>
                  <a:lnTo>
                    <a:pt x="424091" y="382384"/>
                  </a:lnTo>
                  <a:lnTo>
                    <a:pt x="421652" y="379780"/>
                  </a:lnTo>
                  <a:lnTo>
                    <a:pt x="432892" y="335965"/>
                  </a:lnTo>
                  <a:lnTo>
                    <a:pt x="437235" y="362597"/>
                  </a:lnTo>
                  <a:lnTo>
                    <a:pt x="437235" y="329476"/>
                  </a:lnTo>
                  <a:lnTo>
                    <a:pt x="436194" y="323088"/>
                  </a:lnTo>
                  <a:lnTo>
                    <a:pt x="461391" y="224777"/>
                  </a:lnTo>
                  <a:lnTo>
                    <a:pt x="461391" y="203390"/>
                  </a:lnTo>
                  <a:lnTo>
                    <a:pt x="434060" y="309994"/>
                  </a:lnTo>
                  <a:lnTo>
                    <a:pt x="388493" y="31140"/>
                  </a:lnTo>
                  <a:lnTo>
                    <a:pt x="387083" y="30137"/>
                  </a:lnTo>
                  <a:lnTo>
                    <a:pt x="384213" y="30632"/>
                  </a:lnTo>
                  <a:lnTo>
                    <a:pt x="383222" y="32004"/>
                  </a:lnTo>
                  <a:lnTo>
                    <a:pt x="430758" y="322872"/>
                  </a:lnTo>
                  <a:lnTo>
                    <a:pt x="417334" y="375170"/>
                  </a:lnTo>
                  <a:lnTo>
                    <a:pt x="415759" y="373494"/>
                  </a:lnTo>
                  <a:lnTo>
                    <a:pt x="415759" y="381304"/>
                  </a:lnTo>
                  <a:lnTo>
                    <a:pt x="413740" y="389204"/>
                  </a:lnTo>
                  <a:lnTo>
                    <a:pt x="412318" y="388188"/>
                  </a:lnTo>
                  <a:lnTo>
                    <a:pt x="412318" y="394766"/>
                  </a:lnTo>
                  <a:lnTo>
                    <a:pt x="410210" y="402983"/>
                  </a:lnTo>
                  <a:lnTo>
                    <a:pt x="405269" y="402831"/>
                  </a:lnTo>
                  <a:lnTo>
                    <a:pt x="405269" y="408165"/>
                  </a:lnTo>
                  <a:lnTo>
                    <a:pt x="403047" y="408533"/>
                  </a:lnTo>
                  <a:lnTo>
                    <a:pt x="403047" y="449300"/>
                  </a:lnTo>
                  <a:lnTo>
                    <a:pt x="402590" y="463169"/>
                  </a:lnTo>
                  <a:lnTo>
                    <a:pt x="394538" y="466026"/>
                  </a:lnTo>
                  <a:lnTo>
                    <a:pt x="394538" y="471652"/>
                  </a:lnTo>
                  <a:lnTo>
                    <a:pt x="355523" y="494741"/>
                  </a:lnTo>
                  <a:lnTo>
                    <a:pt x="364464" y="482295"/>
                  </a:lnTo>
                  <a:lnTo>
                    <a:pt x="394538" y="471652"/>
                  </a:lnTo>
                  <a:lnTo>
                    <a:pt x="394538" y="466026"/>
                  </a:lnTo>
                  <a:lnTo>
                    <a:pt x="369887" y="474764"/>
                  </a:lnTo>
                  <a:lnTo>
                    <a:pt x="390512" y="446087"/>
                  </a:lnTo>
                  <a:lnTo>
                    <a:pt x="403047" y="449300"/>
                  </a:lnTo>
                  <a:lnTo>
                    <a:pt x="403047" y="408533"/>
                  </a:lnTo>
                  <a:lnTo>
                    <a:pt x="402717" y="408584"/>
                  </a:lnTo>
                  <a:lnTo>
                    <a:pt x="402539" y="408089"/>
                  </a:lnTo>
                  <a:lnTo>
                    <a:pt x="405269" y="408165"/>
                  </a:lnTo>
                  <a:lnTo>
                    <a:pt x="405269" y="402831"/>
                  </a:lnTo>
                  <a:lnTo>
                    <a:pt x="400634" y="402678"/>
                  </a:lnTo>
                  <a:lnTo>
                    <a:pt x="398246" y="395947"/>
                  </a:lnTo>
                  <a:lnTo>
                    <a:pt x="398246" y="414693"/>
                  </a:lnTo>
                  <a:lnTo>
                    <a:pt x="397713" y="415455"/>
                  </a:lnTo>
                  <a:lnTo>
                    <a:pt x="398094" y="417842"/>
                  </a:lnTo>
                  <a:lnTo>
                    <a:pt x="397560" y="416953"/>
                  </a:lnTo>
                  <a:lnTo>
                    <a:pt x="397560" y="436676"/>
                  </a:lnTo>
                  <a:lnTo>
                    <a:pt x="397256" y="436727"/>
                  </a:lnTo>
                  <a:lnTo>
                    <a:pt x="397408" y="436511"/>
                  </a:lnTo>
                  <a:lnTo>
                    <a:pt x="397560" y="436676"/>
                  </a:lnTo>
                  <a:lnTo>
                    <a:pt x="397560" y="416953"/>
                  </a:lnTo>
                  <a:lnTo>
                    <a:pt x="396773" y="415620"/>
                  </a:lnTo>
                  <a:lnTo>
                    <a:pt x="396773" y="426110"/>
                  </a:lnTo>
                  <a:lnTo>
                    <a:pt x="389077" y="433324"/>
                  </a:lnTo>
                  <a:lnTo>
                    <a:pt x="384975" y="431380"/>
                  </a:lnTo>
                  <a:lnTo>
                    <a:pt x="384975" y="444665"/>
                  </a:lnTo>
                  <a:lnTo>
                    <a:pt x="361086" y="477875"/>
                  </a:lnTo>
                  <a:lnTo>
                    <a:pt x="355663" y="479806"/>
                  </a:lnTo>
                  <a:lnTo>
                    <a:pt x="355663" y="485419"/>
                  </a:lnTo>
                  <a:lnTo>
                    <a:pt x="344093" y="501510"/>
                  </a:lnTo>
                  <a:lnTo>
                    <a:pt x="290271" y="533361"/>
                  </a:lnTo>
                  <a:lnTo>
                    <a:pt x="332727" y="493534"/>
                  </a:lnTo>
                  <a:lnTo>
                    <a:pt x="355663" y="485419"/>
                  </a:lnTo>
                  <a:lnTo>
                    <a:pt x="355663" y="479806"/>
                  </a:lnTo>
                  <a:lnTo>
                    <a:pt x="342328" y="484530"/>
                  </a:lnTo>
                  <a:lnTo>
                    <a:pt x="384848" y="444639"/>
                  </a:lnTo>
                  <a:lnTo>
                    <a:pt x="384975" y="444665"/>
                  </a:lnTo>
                  <a:lnTo>
                    <a:pt x="384975" y="431380"/>
                  </a:lnTo>
                  <a:lnTo>
                    <a:pt x="384898" y="437248"/>
                  </a:lnTo>
                  <a:lnTo>
                    <a:pt x="383247" y="438797"/>
                  </a:lnTo>
                  <a:lnTo>
                    <a:pt x="331685" y="425564"/>
                  </a:lnTo>
                  <a:lnTo>
                    <a:pt x="353085" y="422071"/>
                  </a:lnTo>
                  <a:lnTo>
                    <a:pt x="384898" y="437248"/>
                  </a:lnTo>
                  <a:lnTo>
                    <a:pt x="384898" y="431342"/>
                  </a:lnTo>
                  <a:lnTo>
                    <a:pt x="362331" y="420573"/>
                  </a:lnTo>
                  <a:lnTo>
                    <a:pt x="390753" y="415925"/>
                  </a:lnTo>
                  <a:lnTo>
                    <a:pt x="396773" y="426110"/>
                  </a:lnTo>
                  <a:lnTo>
                    <a:pt x="396773" y="415620"/>
                  </a:lnTo>
                  <a:lnTo>
                    <a:pt x="396405" y="414997"/>
                  </a:lnTo>
                  <a:lnTo>
                    <a:pt x="398246" y="414693"/>
                  </a:lnTo>
                  <a:lnTo>
                    <a:pt x="398246" y="395947"/>
                  </a:lnTo>
                  <a:lnTo>
                    <a:pt x="397370" y="393471"/>
                  </a:lnTo>
                  <a:lnTo>
                    <a:pt x="397370" y="409448"/>
                  </a:lnTo>
                  <a:lnTo>
                    <a:pt x="393496" y="410070"/>
                  </a:lnTo>
                  <a:lnTo>
                    <a:pt x="392112" y="407746"/>
                  </a:lnTo>
                  <a:lnTo>
                    <a:pt x="396824" y="407898"/>
                  </a:lnTo>
                  <a:lnTo>
                    <a:pt x="397370" y="409448"/>
                  </a:lnTo>
                  <a:lnTo>
                    <a:pt x="397370" y="393471"/>
                  </a:lnTo>
                  <a:lnTo>
                    <a:pt x="394906" y="386524"/>
                  </a:lnTo>
                  <a:lnTo>
                    <a:pt x="394906" y="402501"/>
                  </a:lnTo>
                  <a:lnTo>
                    <a:pt x="388886" y="402297"/>
                  </a:lnTo>
                  <a:lnTo>
                    <a:pt x="387832" y="400519"/>
                  </a:lnTo>
                  <a:lnTo>
                    <a:pt x="387832" y="410997"/>
                  </a:lnTo>
                  <a:lnTo>
                    <a:pt x="353885" y="416547"/>
                  </a:lnTo>
                  <a:lnTo>
                    <a:pt x="344652" y="412153"/>
                  </a:lnTo>
                  <a:lnTo>
                    <a:pt x="344652" y="418058"/>
                  </a:lnTo>
                  <a:lnTo>
                    <a:pt x="318820" y="422275"/>
                  </a:lnTo>
                  <a:lnTo>
                    <a:pt x="243636" y="403009"/>
                  </a:lnTo>
                  <a:lnTo>
                    <a:pt x="318071" y="405384"/>
                  </a:lnTo>
                  <a:lnTo>
                    <a:pt x="344652" y="418058"/>
                  </a:lnTo>
                  <a:lnTo>
                    <a:pt x="344652" y="412153"/>
                  </a:lnTo>
                  <a:lnTo>
                    <a:pt x="331368" y="405815"/>
                  </a:lnTo>
                  <a:lnTo>
                    <a:pt x="385775" y="407543"/>
                  </a:lnTo>
                  <a:lnTo>
                    <a:pt x="387832" y="410997"/>
                  </a:lnTo>
                  <a:lnTo>
                    <a:pt x="387832" y="400519"/>
                  </a:lnTo>
                  <a:lnTo>
                    <a:pt x="363766" y="359841"/>
                  </a:lnTo>
                  <a:lnTo>
                    <a:pt x="385279" y="375323"/>
                  </a:lnTo>
                  <a:lnTo>
                    <a:pt x="394906" y="402501"/>
                  </a:lnTo>
                  <a:lnTo>
                    <a:pt x="394906" y="386524"/>
                  </a:lnTo>
                  <a:lnTo>
                    <a:pt x="392874" y="380784"/>
                  </a:lnTo>
                  <a:lnTo>
                    <a:pt x="412318" y="394766"/>
                  </a:lnTo>
                  <a:lnTo>
                    <a:pt x="412318" y="388188"/>
                  </a:lnTo>
                  <a:lnTo>
                    <a:pt x="389737" y="371957"/>
                  </a:lnTo>
                  <a:lnTo>
                    <a:pt x="382143" y="350532"/>
                  </a:lnTo>
                  <a:lnTo>
                    <a:pt x="382143" y="366496"/>
                  </a:lnTo>
                  <a:lnTo>
                    <a:pt x="356984" y="348386"/>
                  </a:lnTo>
                  <a:lnTo>
                    <a:pt x="309295" y="267830"/>
                  </a:lnTo>
                  <a:lnTo>
                    <a:pt x="370179" y="332740"/>
                  </a:lnTo>
                  <a:lnTo>
                    <a:pt x="382143" y="366496"/>
                  </a:lnTo>
                  <a:lnTo>
                    <a:pt x="382143" y="350532"/>
                  </a:lnTo>
                  <a:lnTo>
                    <a:pt x="379272" y="342430"/>
                  </a:lnTo>
                  <a:lnTo>
                    <a:pt x="415759" y="381304"/>
                  </a:lnTo>
                  <a:lnTo>
                    <a:pt x="415759" y="373494"/>
                  </a:lnTo>
                  <a:lnTo>
                    <a:pt x="374827" y="329869"/>
                  </a:lnTo>
                  <a:lnTo>
                    <a:pt x="272034" y="39801"/>
                  </a:lnTo>
                  <a:lnTo>
                    <a:pt x="270522" y="39077"/>
                  </a:lnTo>
                  <a:lnTo>
                    <a:pt x="267728" y="40068"/>
                  </a:lnTo>
                  <a:lnTo>
                    <a:pt x="267004" y="41592"/>
                  </a:lnTo>
                  <a:lnTo>
                    <a:pt x="365734" y="320179"/>
                  </a:lnTo>
                  <a:lnTo>
                    <a:pt x="296760" y="246646"/>
                  </a:lnTo>
                  <a:lnTo>
                    <a:pt x="200393" y="83820"/>
                  </a:lnTo>
                  <a:lnTo>
                    <a:pt x="198755" y="83400"/>
                  </a:lnTo>
                  <a:lnTo>
                    <a:pt x="196227" y="84899"/>
                  </a:lnTo>
                  <a:lnTo>
                    <a:pt x="195808" y="86537"/>
                  </a:lnTo>
                  <a:lnTo>
                    <a:pt x="279984" y="228765"/>
                  </a:lnTo>
                  <a:lnTo>
                    <a:pt x="157124" y="97802"/>
                  </a:lnTo>
                  <a:lnTo>
                    <a:pt x="155422" y="97764"/>
                  </a:lnTo>
                  <a:lnTo>
                    <a:pt x="153276" y="99771"/>
                  </a:lnTo>
                  <a:lnTo>
                    <a:pt x="153225" y="101473"/>
                  </a:lnTo>
                  <a:lnTo>
                    <a:pt x="292519" y="249948"/>
                  </a:lnTo>
                  <a:lnTo>
                    <a:pt x="346189" y="340614"/>
                  </a:lnTo>
                  <a:lnTo>
                    <a:pt x="116801" y="175666"/>
                  </a:lnTo>
                  <a:lnTo>
                    <a:pt x="115138" y="175933"/>
                  </a:lnTo>
                  <a:lnTo>
                    <a:pt x="113411" y="178333"/>
                  </a:lnTo>
                  <a:lnTo>
                    <a:pt x="113690" y="179997"/>
                  </a:lnTo>
                  <a:lnTo>
                    <a:pt x="352958" y="352082"/>
                  </a:lnTo>
                  <a:lnTo>
                    <a:pt x="382562" y="402107"/>
                  </a:lnTo>
                  <a:lnTo>
                    <a:pt x="319379" y="400100"/>
                  </a:lnTo>
                  <a:lnTo>
                    <a:pt x="45008" y="269303"/>
                  </a:lnTo>
                  <a:lnTo>
                    <a:pt x="43421" y="269875"/>
                  </a:lnTo>
                  <a:lnTo>
                    <a:pt x="42138" y="272529"/>
                  </a:lnTo>
                  <a:lnTo>
                    <a:pt x="42710" y="274129"/>
                  </a:lnTo>
                  <a:lnTo>
                    <a:pt x="306082" y="399669"/>
                  </a:lnTo>
                  <a:lnTo>
                    <a:pt x="219875" y="396913"/>
                  </a:lnTo>
                  <a:lnTo>
                    <a:pt x="21031" y="345935"/>
                  </a:lnTo>
                  <a:lnTo>
                    <a:pt x="19583" y="346786"/>
                  </a:lnTo>
                  <a:lnTo>
                    <a:pt x="18859" y="349643"/>
                  </a:lnTo>
                  <a:lnTo>
                    <a:pt x="19723" y="351091"/>
                  </a:lnTo>
                  <a:lnTo>
                    <a:pt x="195529" y="396138"/>
                  </a:lnTo>
                  <a:lnTo>
                    <a:pt x="2794" y="389991"/>
                  </a:lnTo>
                  <a:lnTo>
                    <a:pt x="1473" y="390105"/>
                  </a:lnTo>
                  <a:lnTo>
                    <a:pt x="101" y="391109"/>
                  </a:lnTo>
                  <a:lnTo>
                    <a:pt x="0" y="394055"/>
                  </a:lnTo>
                  <a:lnTo>
                    <a:pt x="1168" y="395274"/>
                  </a:lnTo>
                  <a:lnTo>
                    <a:pt x="219303" y="402234"/>
                  </a:lnTo>
                  <a:lnTo>
                    <a:pt x="305841" y="424395"/>
                  </a:lnTo>
                  <a:lnTo>
                    <a:pt x="26873" y="469976"/>
                  </a:lnTo>
                  <a:lnTo>
                    <a:pt x="25882" y="471347"/>
                  </a:lnTo>
                  <a:lnTo>
                    <a:pt x="26352" y="474116"/>
                  </a:lnTo>
                  <a:lnTo>
                    <a:pt x="27482" y="475043"/>
                  </a:lnTo>
                  <a:lnTo>
                    <a:pt x="28752" y="475043"/>
                  </a:lnTo>
                  <a:lnTo>
                    <a:pt x="318719" y="427685"/>
                  </a:lnTo>
                  <a:lnTo>
                    <a:pt x="378701" y="443064"/>
                  </a:lnTo>
                  <a:lnTo>
                    <a:pt x="329768" y="488975"/>
                  </a:lnTo>
                  <a:lnTo>
                    <a:pt x="50165" y="588060"/>
                  </a:lnTo>
                  <a:lnTo>
                    <a:pt x="49441" y="589584"/>
                  </a:lnTo>
                  <a:lnTo>
                    <a:pt x="50330" y="592074"/>
                  </a:lnTo>
                  <a:lnTo>
                    <a:pt x="51358" y="592747"/>
                  </a:lnTo>
                  <a:lnTo>
                    <a:pt x="52451" y="592747"/>
                  </a:lnTo>
                  <a:lnTo>
                    <a:pt x="320167" y="497979"/>
                  </a:lnTo>
                  <a:lnTo>
                    <a:pt x="269100" y="545896"/>
                  </a:lnTo>
                  <a:lnTo>
                    <a:pt x="79552" y="658075"/>
                  </a:lnTo>
                  <a:lnTo>
                    <a:pt x="79133" y="659714"/>
                  </a:lnTo>
                  <a:lnTo>
                    <a:pt x="80378" y="661822"/>
                  </a:lnTo>
                  <a:lnTo>
                    <a:pt x="81267" y="662292"/>
                  </a:lnTo>
                  <a:lnTo>
                    <a:pt x="82181" y="662292"/>
                  </a:lnTo>
                  <a:lnTo>
                    <a:pt x="83121" y="662165"/>
                  </a:lnTo>
                  <a:lnTo>
                    <a:pt x="251206" y="562686"/>
                  </a:lnTo>
                  <a:lnTo>
                    <a:pt x="97739" y="706678"/>
                  </a:lnTo>
                  <a:lnTo>
                    <a:pt x="97688" y="708367"/>
                  </a:lnTo>
                  <a:lnTo>
                    <a:pt x="99212" y="710006"/>
                  </a:lnTo>
                  <a:lnTo>
                    <a:pt x="99923" y="710285"/>
                  </a:lnTo>
                  <a:lnTo>
                    <a:pt x="100647" y="710285"/>
                  </a:lnTo>
                  <a:lnTo>
                    <a:pt x="101295" y="710285"/>
                  </a:lnTo>
                  <a:lnTo>
                    <a:pt x="101955" y="710044"/>
                  </a:lnTo>
                  <a:lnTo>
                    <a:pt x="272364" y="550164"/>
                  </a:lnTo>
                  <a:lnTo>
                    <a:pt x="336334" y="512305"/>
                  </a:lnTo>
                  <a:lnTo>
                    <a:pt x="171399" y="741680"/>
                  </a:lnTo>
                  <a:lnTo>
                    <a:pt x="171678" y="743343"/>
                  </a:lnTo>
                  <a:lnTo>
                    <a:pt x="173355" y="744537"/>
                  </a:lnTo>
                  <a:lnTo>
                    <a:pt x="174434" y="744702"/>
                  </a:lnTo>
                  <a:lnTo>
                    <a:pt x="175260" y="744702"/>
                  </a:lnTo>
                  <a:lnTo>
                    <a:pt x="176072" y="744308"/>
                  </a:lnTo>
                  <a:lnTo>
                    <a:pt x="347764" y="505536"/>
                  </a:lnTo>
                  <a:lnTo>
                    <a:pt x="402285" y="473278"/>
                  </a:lnTo>
                  <a:lnTo>
                    <a:pt x="400011" y="544436"/>
                  </a:lnTo>
                  <a:lnTo>
                    <a:pt x="270116" y="816940"/>
                  </a:lnTo>
                  <a:lnTo>
                    <a:pt x="270687" y="818527"/>
                  </a:lnTo>
                  <a:lnTo>
                    <a:pt x="272021" y="819150"/>
                  </a:lnTo>
                  <a:lnTo>
                    <a:pt x="273164" y="819416"/>
                  </a:lnTo>
                  <a:lnTo>
                    <a:pt x="274154" y="819416"/>
                  </a:lnTo>
                  <a:lnTo>
                    <a:pt x="275107" y="818845"/>
                  </a:lnTo>
                  <a:lnTo>
                    <a:pt x="399592" y="557707"/>
                  </a:lnTo>
                  <a:lnTo>
                    <a:pt x="397637" y="619086"/>
                  </a:lnTo>
                  <a:lnTo>
                    <a:pt x="341668" y="837425"/>
                  </a:lnTo>
                  <a:lnTo>
                    <a:pt x="342531" y="838873"/>
                  </a:lnTo>
                  <a:lnTo>
                    <a:pt x="344614" y="839330"/>
                  </a:lnTo>
                  <a:lnTo>
                    <a:pt x="345808" y="839330"/>
                  </a:lnTo>
                  <a:lnTo>
                    <a:pt x="346887" y="838517"/>
                  </a:lnTo>
                  <a:lnTo>
                    <a:pt x="396849" y="643597"/>
                  </a:lnTo>
                  <a:lnTo>
                    <a:pt x="389877" y="862469"/>
                  </a:lnTo>
                  <a:lnTo>
                    <a:pt x="391020" y="863714"/>
                  </a:lnTo>
                  <a:lnTo>
                    <a:pt x="392582" y="863752"/>
                  </a:lnTo>
                  <a:lnTo>
                    <a:pt x="394017" y="863752"/>
                  </a:lnTo>
                  <a:lnTo>
                    <a:pt x="395198" y="862609"/>
                  </a:lnTo>
                  <a:lnTo>
                    <a:pt x="402932" y="619874"/>
                  </a:lnTo>
                  <a:lnTo>
                    <a:pt x="420141" y="552754"/>
                  </a:lnTo>
                  <a:lnTo>
                    <a:pt x="465696" y="831443"/>
                  </a:lnTo>
                  <a:lnTo>
                    <a:pt x="466826" y="832383"/>
                  </a:lnTo>
                  <a:lnTo>
                    <a:pt x="468109" y="832383"/>
                  </a:lnTo>
                  <a:lnTo>
                    <a:pt x="470001" y="832104"/>
                  </a:lnTo>
                  <a:lnTo>
                    <a:pt x="470979" y="830732"/>
                  </a:lnTo>
                  <a:lnTo>
                    <a:pt x="423443" y="539877"/>
                  </a:lnTo>
                  <a:lnTo>
                    <a:pt x="438658" y="480479"/>
                  </a:lnTo>
                  <a:lnTo>
                    <a:pt x="488886" y="534022"/>
                  </a:lnTo>
                  <a:lnTo>
                    <a:pt x="586486" y="809383"/>
                  </a:lnTo>
                  <a:lnTo>
                    <a:pt x="587514" y="810056"/>
                  </a:lnTo>
                  <a:lnTo>
                    <a:pt x="588606" y="810056"/>
                  </a:lnTo>
                  <a:lnTo>
                    <a:pt x="590892" y="809409"/>
                  </a:lnTo>
                  <a:lnTo>
                    <a:pt x="591616" y="807897"/>
                  </a:lnTo>
                  <a:lnTo>
                    <a:pt x="497979" y="543725"/>
                  </a:lnTo>
                  <a:lnTo>
                    <a:pt x="542937" y="591629"/>
                  </a:lnTo>
                  <a:lnTo>
                    <a:pt x="653554" y="778484"/>
                  </a:lnTo>
                  <a:lnTo>
                    <a:pt x="654443" y="778954"/>
                  </a:lnTo>
                  <a:lnTo>
                    <a:pt x="655358" y="778954"/>
                  </a:lnTo>
                  <a:lnTo>
                    <a:pt x="656297" y="778840"/>
                  </a:lnTo>
                  <a:lnTo>
                    <a:pt x="657987" y="777824"/>
                  </a:lnTo>
                  <a:lnTo>
                    <a:pt x="658406" y="776198"/>
                  </a:lnTo>
                  <a:lnTo>
                    <a:pt x="559739" y="609536"/>
                  </a:lnTo>
                  <a:lnTo>
                    <a:pt x="706120" y="765543"/>
                  </a:lnTo>
                  <a:lnTo>
                    <a:pt x="706831" y="765835"/>
                  </a:lnTo>
                  <a:lnTo>
                    <a:pt x="707542" y="765835"/>
                  </a:lnTo>
                  <a:lnTo>
                    <a:pt x="708202" y="765835"/>
                  </a:lnTo>
                  <a:lnTo>
                    <a:pt x="708850" y="765594"/>
                  </a:lnTo>
                  <a:lnTo>
                    <a:pt x="710450" y="764108"/>
                  </a:lnTo>
                  <a:lnTo>
                    <a:pt x="710501" y="762419"/>
                  </a:lnTo>
                  <a:lnTo>
                    <a:pt x="547243" y="588416"/>
                  </a:lnTo>
                  <a:lnTo>
                    <a:pt x="530440" y="560031"/>
                  </a:lnTo>
                  <a:lnTo>
                    <a:pt x="530440" y="570496"/>
                  </a:lnTo>
                  <a:lnTo>
                    <a:pt x="493522" y="531164"/>
                  </a:lnTo>
                  <a:lnTo>
                    <a:pt x="484428" y="505498"/>
                  </a:lnTo>
                  <a:lnTo>
                    <a:pt x="484428" y="521474"/>
                  </a:lnTo>
                  <a:lnTo>
                    <a:pt x="440232" y="474345"/>
                  </a:lnTo>
                  <a:lnTo>
                    <a:pt x="440436" y="473557"/>
                  </a:lnTo>
                  <a:lnTo>
                    <a:pt x="476694" y="499630"/>
                  </a:lnTo>
                  <a:lnTo>
                    <a:pt x="484428" y="521474"/>
                  </a:lnTo>
                  <a:lnTo>
                    <a:pt x="484428" y="505498"/>
                  </a:lnTo>
                  <a:lnTo>
                    <a:pt x="484289" y="505091"/>
                  </a:lnTo>
                  <a:lnTo>
                    <a:pt x="497230" y="514388"/>
                  </a:lnTo>
                  <a:lnTo>
                    <a:pt x="530440" y="570496"/>
                  </a:lnTo>
                  <a:lnTo>
                    <a:pt x="530440" y="560031"/>
                  </a:lnTo>
                  <a:lnTo>
                    <a:pt x="508025" y="522147"/>
                  </a:lnTo>
                  <a:lnTo>
                    <a:pt x="736688" y="686549"/>
                  </a:lnTo>
                  <a:lnTo>
                    <a:pt x="737768" y="686701"/>
                  </a:lnTo>
                  <a:lnTo>
                    <a:pt x="738593" y="686701"/>
                  </a:lnTo>
                  <a:lnTo>
                    <a:pt x="739419" y="686320"/>
                  </a:lnTo>
                  <a:lnTo>
                    <a:pt x="740803" y="684390"/>
                  </a:lnTo>
                  <a:lnTo>
                    <a:pt x="740524" y="682726"/>
                  </a:lnTo>
                  <a:lnTo>
                    <a:pt x="501230" y="510679"/>
                  </a:lnTo>
                  <a:lnTo>
                    <a:pt x="490448" y="492480"/>
                  </a:lnTo>
                  <a:lnTo>
                    <a:pt x="490448" y="502920"/>
                  </a:lnTo>
                  <a:lnTo>
                    <a:pt x="481152" y="496239"/>
                  </a:lnTo>
                  <a:lnTo>
                    <a:pt x="473557" y="474827"/>
                  </a:lnTo>
                  <a:lnTo>
                    <a:pt x="473557" y="490778"/>
                  </a:lnTo>
                  <a:lnTo>
                    <a:pt x="442226" y="468249"/>
                  </a:lnTo>
                  <a:lnTo>
                    <a:pt x="445846" y="460667"/>
                  </a:lnTo>
                  <a:lnTo>
                    <a:pt x="463080" y="461225"/>
                  </a:lnTo>
                  <a:lnTo>
                    <a:pt x="473557" y="490778"/>
                  </a:lnTo>
                  <a:lnTo>
                    <a:pt x="473557" y="474827"/>
                  </a:lnTo>
                  <a:lnTo>
                    <a:pt x="473189" y="473786"/>
                  </a:lnTo>
                  <a:lnTo>
                    <a:pt x="490448" y="502920"/>
                  </a:lnTo>
                  <a:lnTo>
                    <a:pt x="490448" y="492480"/>
                  </a:lnTo>
                  <a:lnTo>
                    <a:pt x="472109" y="461505"/>
                  </a:lnTo>
                  <a:lnTo>
                    <a:pt x="544398" y="463816"/>
                  </a:lnTo>
                  <a:lnTo>
                    <a:pt x="802932" y="587044"/>
                  </a:lnTo>
                  <a:lnTo>
                    <a:pt x="804075" y="587298"/>
                  </a:lnTo>
                  <a:lnTo>
                    <a:pt x="805065" y="587298"/>
                  </a:lnTo>
                  <a:lnTo>
                    <a:pt x="806018" y="586740"/>
                  </a:lnTo>
                  <a:lnTo>
                    <a:pt x="807110" y="584454"/>
                  </a:lnTo>
                  <a:lnTo>
                    <a:pt x="806551" y="582866"/>
                  </a:lnTo>
                  <a:lnTo>
                    <a:pt x="557657" y="464235"/>
                  </a:lnTo>
                  <a:lnTo>
                    <a:pt x="638225" y="466788"/>
                  </a:lnTo>
                  <a:lnTo>
                    <a:pt x="832396" y="516521"/>
                  </a:lnTo>
                  <a:lnTo>
                    <a:pt x="833589" y="516521"/>
                  </a:lnTo>
                  <a:lnTo>
                    <a:pt x="834669" y="515721"/>
                  </a:lnTo>
                  <a:lnTo>
                    <a:pt x="835355" y="513092"/>
                  </a:lnTo>
                  <a:close/>
                </a:path>
              </a:pathLst>
            </a:custGeom>
            <a:solidFill>
              <a:srgbClr val="C2BE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3798008" y="6952219"/>
              <a:ext cx="866775" cy="866775"/>
            </a:xfrm>
            <a:custGeom>
              <a:avLst/>
              <a:gdLst/>
              <a:ahLst/>
              <a:cxnLst/>
              <a:rect l="l" t="t" r="r" b="b"/>
              <a:pathLst>
                <a:path w="866775" h="866775">
                  <a:moveTo>
                    <a:pt x="433379" y="0"/>
                  </a:moveTo>
                  <a:lnTo>
                    <a:pt x="386224" y="2547"/>
                  </a:lnTo>
                  <a:lnTo>
                    <a:pt x="340524" y="10013"/>
                  </a:lnTo>
                  <a:lnTo>
                    <a:pt x="296544" y="22130"/>
                  </a:lnTo>
                  <a:lnTo>
                    <a:pt x="254552" y="38632"/>
                  </a:lnTo>
                  <a:lnTo>
                    <a:pt x="214814" y="59253"/>
                  </a:lnTo>
                  <a:lnTo>
                    <a:pt x="177596" y="83727"/>
                  </a:lnTo>
                  <a:lnTo>
                    <a:pt x="143164" y="111786"/>
                  </a:lnTo>
                  <a:lnTo>
                    <a:pt x="111786" y="143164"/>
                  </a:lnTo>
                  <a:lnTo>
                    <a:pt x="83727" y="177596"/>
                  </a:lnTo>
                  <a:lnTo>
                    <a:pt x="59253" y="214814"/>
                  </a:lnTo>
                  <a:lnTo>
                    <a:pt x="38632" y="254552"/>
                  </a:lnTo>
                  <a:lnTo>
                    <a:pt x="22130" y="296544"/>
                  </a:lnTo>
                  <a:lnTo>
                    <a:pt x="10013" y="340524"/>
                  </a:lnTo>
                  <a:lnTo>
                    <a:pt x="2547" y="386224"/>
                  </a:lnTo>
                  <a:lnTo>
                    <a:pt x="0" y="433379"/>
                  </a:lnTo>
                  <a:lnTo>
                    <a:pt x="2547" y="480536"/>
                  </a:lnTo>
                  <a:lnTo>
                    <a:pt x="10013" y="526238"/>
                  </a:lnTo>
                  <a:lnTo>
                    <a:pt x="22130" y="570219"/>
                  </a:lnTo>
                  <a:lnTo>
                    <a:pt x="38632" y="612212"/>
                  </a:lnTo>
                  <a:lnTo>
                    <a:pt x="59253" y="651951"/>
                  </a:lnTo>
                  <a:lnTo>
                    <a:pt x="83727" y="689170"/>
                  </a:lnTo>
                  <a:lnTo>
                    <a:pt x="111786" y="723603"/>
                  </a:lnTo>
                  <a:lnTo>
                    <a:pt x="143164" y="754982"/>
                  </a:lnTo>
                  <a:lnTo>
                    <a:pt x="177596" y="783041"/>
                  </a:lnTo>
                  <a:lnTo>
                    <a:pt x="214814" y="807515"/>
                  </a:lnTo>
                  <a:lnTo>
                    <a:pt x="254552" y="828136"/>
                  </a:lnTo>
                  <a:lnTo>
                    <a:pt x="296544" y="844638"/>
                  </a:lnTo>
                  <a:lnTo>
                    <a:pt x="340524" y="856755"/>
                  </a:lnTo>
                  <a:lnTo>
                    <a:pt x="386224" y="864221"/>
                  </a:lnTo>
                  <a:lnTo>
                    <a:pt x="433379" y="866769"/>
                  </a:lnTo>
                  <a:lnTo>
                    <a:pt x="480534" y="864221"/>
                  </a:lnTo>
                  <a:lnTo>
                    <a:pt x="526234" y="856755"/>
                  </a:lnTo>
                  <a:lnTo>
                    <a:pt x="570214" y="844638"/>
                  </a:lnTo>
                  <a:lnTo>
                    <a:pt x="581762" y="840100"/>
                  </a:lnTo>
                  <a:lnTo>
                    <a:pt x="433379" y="840100"/>
                  </a:lnTo>
                  <a:lnTo>
                    <a:pt x="386015" y="837358"/>
                  </a:lnTo>
                  <a:lnTo>
                    <a:pt x="340239" y="829339"/>
                  </a:lnTo>
                  <a:lnTo>
                    <a:pt x="296357" y="816349"/>
                  </a:lnTo>
                  <a:lnTo>
                    <a:pt x="254678" y="798697"/>
                  </a:lnTo>
                  <a:lnTo>
                    <a:pt x="215508" y="776689"/>
                  </a:lnTo>
                  <a:lnTo>
                    <a:pt x="179156" y="750634"/>
                  </a:lnTo>
                  <a:lnTo>
                    <a:pt x="145928" y="720839"/>
                  </a:lnTo>
                  <a:lnTo>
                    <a:pt x="116133" y="687611"/>
                  </a:lnTo>
                  <a:lnTo>
                    <a:pt x="90078" y="651258"/>
                  </a:lnTo>
                  <a:lnTo>
                    <a:pt x="68071" y="612087"/>
                  </a:lnTo>
                  <a:lnTo>
                    <a:pt x="50419" y="570406"/>
                  </a:lnTo>
                  <a:lnTo>
                    <a:pt x="37429" y="526523"/>
                  </a:lnTo>
                  <a:lnTo>
                    <a:pt x="29410" y="480745"/>
                  </a:lnTo>
                  <a:lnTo>
                    <a:pt x="26669" y="433379"/>
                  </a:lnTo>
                  <a:lnTo>
                    <a:pt x="29410" y="386015"/>
                  </a:lnTo>
                  <a:lnTo>
                    <a:pt x="37429" y="340239"/>
                  </a:lnTo>
                  <a:lnTo>
                    <a:pt x="50419" y="296357"/>
                  </a:lnTo>
                  <a:lnTo>
                    <a:pt x="68071" y="254678"/>
                  </a:lnTo>
                  <a:lnTo>
                    <a:pt x="90078" y="215508"/>
                  </a:lnTo>
                  <a:lnTo>
                    <a:pt x="116133" y="179156"/>
                  </a:lnTo>
                  <a:lnTo>
                    <a:pt x="145928" y="145928"/>
                  </a:lnTo>
                  <a:lnTo>
                    <a:pt x="179156" y="116133"/>
                  </a:lnTo>
                  <a:lnTo>
                    <a:pt x="215508" y="90078"/>
                  </a:lnTo>
                  <a:lnTo>
                    <a:pt x="254678" y="68071"/>
                  </a:lnTo>
                  <a:lnTo>
                    <a:pt x="296357" y="50419"/>
                  </a:lnTo>
                  <a:lnTo>
                    <a:pt x="340239" y="37429"/>
                  </a:lnTo>
                  <a:lnTo>
                    <a:pt x="386015" y="29410"/>
                  </a:lnTo>
                  <a:lnTo>
                    <a:pt x="433379" y="26669"/>
                  </a:lnTo>
                  <a:lnTo>
                    <a:pt x="581763" y="26669"/>
                  </a:lnTo>
                  <a:lnTo>
                    <a:pt x="570214" y="22130"/>
                  </a:lnTo>
                  <a:lnTo>
                    <a:pt x="526234" y="10013"/>
                  </a:lnTo>
                  <a:lnTo>
                    <a:pt x="480534" y="2547"/>
                  </a:lnTo>
                  <a:lnTo>
                    <a:pt x="433379" y="0"/>
                  </a:lnTo>
                  <a:close/>
                </a:path>
                <a:path w="866775" h="866775">
                  <a:moveTo>
                    <a:pt x="581763" y="26669"/>
                  </a:moveTo>
                  <a:lnTo>
                    <a:pt x="433379" y="26669"/>
                  </a:lnTo>
                  <a:lnTo>
                    <a:pt x="480743" y="29410"/>
                  </a:lnTo>
                  <a:lnTo>
                    <a:pt x="526519" y="37429"/>
                  </a:lnTo>
                  <a:lnTo>
                    <a:pt x="570401" y="50419"/>
                  </a:lnTo>
                  <a:lnTo>
                    <a:pt x="612080" y="68071"/>
                  </a:lnTo>
                  <a:lnTo>
                    <a:pt x="651250" y="90078"/>
                  </a:lnTo>
                  <a:lnTo>
                    <a:pt x="687602" y="116133"/>
                  </a:lnTo>
                  <a:lnTo>
                    <a:pt x="720830" y="145928"/>
                  </a:lnTo>
                  <a:lnTo>
                    <a:pt x="750625" y="179156"/>
                  </a:lnTo>
                  <a:lnTo>
                    <a:pt x="776679" y="215508"/>
                  </a:lnTo>
                  <a:lnTo>
                    <a:pt x="798687" y="254678"/>
                  </a:lnTo>
                  <a:lnTo>
                    <a:pt x="816339" y="296357"/>
                  </a:lnTo>
                  <a:lnTo>
                    <a:pt x="829328" y="340239"/>
                  </a:lnTo>
                  <a:lnTo>
                    <a:pt x="837348" y="386015"/>
                  </a:lnTo>
                  <a:lnTo>
                    <a:pt x="840089" y="433379"/>
                  </a:lnTo>
                  <a:lnTo>
                    <a:pt x="837348" y="480745"/>
                  </a:lnTo>
                  <a:lnTo>
                    <a:pt x="829328" y="526523"/>
                  </a:lnTo>
                  <a:lnTo>
                    <a:pt x="816339" y="570406"/>
                  </a:lnTo>
                  <a:lnTo>
                    <a:pt x="798687" y="612087"/>
                  </a:lnTo>
                  <a:lnTo>
                    <a:pt x="776679" y="651258"/>
                  </a:lnTo>
                  <a:lnTo>
                    <a:pt x="750625" y="687611"/>
                  </a:lnTo>
                  <a:lnTo>
                    <a:pt x="720830" y="720839"/>
                  </a:lnTo>
                  <a:lnTo>
                    <a:pt x="687602" y="750634"/>
                  </a:lnTo>
                  <a:lnTo>
                    <a:pt x="651250" y="776689"/>
                  </a:lnTo>
                  <a:lnTo>
                    <a:pt x="612080" y="798697"/>
                  </a:lnTo>
                  <a:lnTo>
                    <a:pt x="570401" y="816349"/>
                  </a:lnTo>
                  <a:lnTo>
                    <a:pt x="526519" y="829339"/>
                  </a:lnTo>
                  <a:lnTo>
                    <a:pt x="480743" y="837358"/>
                  </a:lnTo>
                  <a:lnTo>
                    <a:pt x="433379" y="840100"/>
                  </a:lnTo>
                  <a:lnTo>
                    <a:pt x="581762" y="840100"/>
                  </a:lnTo>
                  <a:lnTo>
                    <a:pt x="651944" y="807515"/>
                  </a:lnTo>
                  <a:lnTo>
                    <a:pt x="689162" y="783041"/>
                  </a:lnTo>
                  <a:lnTo>
                    <a:pt x="723594" y="754982"/>
                  </a:lnTo>
                  <a:lnTo>
                    <a:pt x="754972" y="723603"/>
                  </a:lnTo>
                  <a:lnTo>
                    <a:pt x="783031" y="689170"/>
                  </a:lnTo>
                  <a:lnTo>
                    <a:pt x="807504" y="651951"/>
                  </a:lnTo>
                  <a:lnTo>
                    <a:pt x="828125" y="612212"/>
                  </a:lnTo>
                  <a:lnTo>
                    <a:pt x="844628" y="570219"/>
                  </a:lnTo>
                  <a:lnTo>
                    <a:pt x="856745" y="526238"/>
                  </a:lnTo>
                  <a:lnTo>
                    <a:pt x="864211" y="480536"/>
                  </a:lnTo>
                  <a:lnTo>
                    <a:pt x="866758" y="433379"/>
                  </a:lnTo>
                  <a:lnTo>
                    <a:pt x="864211" y="386224"/>
                  </a:lnTo>
                  <a:lnTo>
                    <a:pt x="856745" y="340524"/>
                  </a:lnTo>
                  <a:lnTo>
                    <a:pt x="844628" y="296544"/>
                  </a:lnTo>
                  <a:lnTo>
                    <a:pt x="828125" y="254552"/>
                  </a:lnTo>
                  <a:lnTo>
                    <a:pt x="807504" y="214814"/>
                  </a:lnTo>
                  <a:lnTo>
                    <a:pt x="783031" y="177596"/>
                  </a:lnTo>
                  <a:lnTo>
                    <a:pt x="754972" y="143164"/>
                  </a:lnTo>
                  <a:lnTo>
                    <a:pt x="723594" y="111786"/>
                  </a:lnTo>
                  <a:lnTo>
                    <a:pt x="689162" y="83727"/>
                  </a:lnTo>
                  <a:lnTo>
                    <a:pt x="651944" y="59253"/>
                  </a:lnTo>
                  <a:lnTo>
                    <a:pt x="612206" y="38632"/>
                  </a:lnTo>
                  <a:lnTo>
                    <a:pt x="581763" y="26669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3822079" y="6972878"/>
              <a:ext cx="821690" cy="824865"/>
            </a:xfrm>
            <a:custGeom>
              <a:avLst/>
              <a:gdLst/>
              <a:ahLst/>
              <a:cxnLst/>
              <a:rect l="l" t="t" r="r" b="b"/>
              <a:pathLst>
                <a:path w="821690" h="824865">
                  <a:moveTo>
                    <a:pt x="410678" y="0"/>
                  </a:moveTo>
                  <a:lnTo>
                    <a:pt x="362852" y="2778"/>
                  </a:lnTo>
                  <a:lnTo>
                    <a:pt x="316629" y="10907"/>
                  </a:lnTo>
                  <a:lnTo>
                    <a:pt x="272319" y="24074"/>
                  </a:lnTo>
                  <a:lnTo>
                    <a:pt x="230233" y="41968"/>
                  </a:lnTo>
                  <a:lnTo>
                    <a:pt x="190681" y="64276"/>
                  </a:lnTo>
                  <a:lnTo>
                    <a:pt x="153974" y="90687"/>
                  </a:lnTo>
                  <a:lnTo>
                    <a:pt x="120423" y="120890"/>
                  </a:lnTo>
                  <a:lnTo>
                    <a:pt x="90337" y="154572"/>
                  </a:lnTo>
                  <a:lnTo>
                    <a:pt x="64028" y="191422"/>
                  </a:lnTo>
                  <a:lnTo>
                    <a:pt x="41806" y="231128"/>
                  </a:lnTo>
                  <a:lnTo>
                    <a:pt x="23981" y="273379"/>
                  </a:lnTo>
                  <a:lnTo>
                    <a:pt x="10865" y="317862"/>
                  </a:lnTo>
                  <a:lnTo>
                    <a:pt x="2768" y="364267"/>
                  </a:lnTo>
                  <a:lnTo>
                    <a:pt x="0" y="412280"/>
                  </a:lnTo>
                  <a:lnTo>
                    <a:pt x="2768" y="460292"/>
                  </a:lnTo>
                  <a:lnTo>
                    <a:pt x="10865" y="506694"/>
                  </a:lnTo>
                  <a:lnTo>
                    <a:pt x="23981" y="551176"/>
                  </a:lnTo>
                  <a:lnTo>
                    <a:pt x="41806" y="593425"/>
                  </a:lnTo>
                  <a:lnTo>
                    <a:pt x="64028" y="633131"/>
                  </a:lnTo>
                  <a:lnTo>
                    <a:pt x="90337" y="669980"/>
                  </a:lnTo>
                  <a:lnTo>
                    <a:pt x="120423" y="703661"/>
                  </a:lnTo>
                  <a:lnTo>
                    <a:pt x="153974" y="733863"/>
                  </a:lnTo>
                  <a:lnTo>
                    <a:pt x="190681" y="760274"/>
                  </a:lnTo>
                  <a:lnTo>
                    <a:pt x="230233" y="782582"/>
                  </a:lnTo>
                  <a:lnTo>
                    <a:pt x="272319" y="800476"/>
                  </a:lnTo>
                  <a:lnTo>
                    <a:pt x="316629" y="813643"/>
                  </a:lnTo>
                  <a:lnTo>
                    <a:pt x="362852" y="821771"/>
                  </a:lnTo>
                  <a:lnTo>
                    <a:pt x="410678" y="824550"/>
                  </a:lnTo>
                  <a:lnTo>
                    <a:pt x="458504" y="821771"/>
                  </a:lnTo>
                  <a:lnTo>
                    <a:pt x="503315" y="813891"/>
                  </a:lnTo>
                  <a:lnTo>
                    <a:pt x="410678" y="813891"/>
                  </a:lnTo>
                  <a:lnTo>
                    <a:pt x="364093" y="811184"/>
                  </a:lnTo>
                  <a:lnTo>
                    <a:pt x="319070" y="803266"/>
                  </a:lnTo>
                  <a:lnTo>
                    <a:pt x="275910" y="790439"/>
                  </a:lnTo>
                  <a:lnTo>
                    <a:pt x="234917" y="773009"/>
                  </a:lnTo>
                  <a:lnTo>
                    <a:pt x="196393" y="751278"/>
                  </a:lnTo>
                  <a:lnTo>
                    <a:pt x="160640" y="725550"/>
                  </a:lnTo>
                  <a:lnTo>
                    <a:pt x="127960" y="696129"/>
                  </a:lnTo>
                  <a:lnTo>
                    <a:pt x="98657" y="663318"/>
                  </a:lnTo>
                  <a:lnTo>
                    <a:pt x="73032" y="627422"/>
                  </a:lnTo>
                  <a:lnTo>
                    <a:pt x="51388" y="588743"/>
                  </a:lnTo>
                  <a:lnTo>
                    <a:pt x="34027" y="547586"/>
                  </a:lnTo>
                  <a:lnTo>
                    <a:pt x="21252" y="504254"/>
                  </a:lnTo>
                  <a:lnTo>
                    <a:pt x="13365" y="459051"/>
                  </a:lnTo>
                  <a:lnTo>
                    <a:pt x="10669" y="412280"/>
                  </a:lnTo>
                  <a:lnTo>
                    <a:pt x="13365" y="365509"/>
                  </a:lnTo>
                  <a:lnTo>
                    <a:pt x="21252" y="320306"/>
                  </a:lnTo>
                  <a:lnTo>
                    <a:pt x="34027" y="276974"/>
                  </a:lnTo>
                  <a:lnTo>
                    <a:pt x="51388" y="235817"/>
                  </a:lnTo>
                  <a:lnTo>
                    <a:pt x="73032" y="197138"/>
                  </a:lnTo>
                  <a:lnTo>
                    <a:pt x="98657" y="161242"/>
                  </a:lnTo>
                  <a:lnTo>
                    <a:pt x="127960" y="128431"/>
                  </a:lnTo>
                  <a:lnTo>
                    <a:pt x="160640" y="99010"/>
                  </a:lnTo>
                  <a:lnTo>
                    <a:pt x="196393" y="73283"/>
                  </a:lnTo>
                  <a:lnTo>
                    <a:pt x="234917" y="51552"/>
                  </a:lnTo>
                  <a:lnTo>
                    <a:pt x="275910" y="34121"/>
                  </a:lnTo>
                  <a:lnTo>
                    <a:pt x="319070" y="21295"/>
                  </a:lnTo>
                  <a:lnTo>
                    <a:pt x="364093" y="13376"/>
                  </a:lnTo>
                  <a:lnTo>
                    <a:pt x="410678" y="10669"/>
                  </a:lnTo>
                  <a:lnTo>
                    <a:pt x="503375" y="10669"/>
                  </a:lnTo>
                  <a:lnTo>
                    <a:pt x="458504" y="2778"/>
                  </a:lnTo>
                  <a:lnTo>
                    <a:pt x="410678" y="0"/>
                  </a:lnTo>
                  <a:close/>
                </a:path>
                <a:path w="821690" h="824865">
                  <a:moveTo>
                    <a:pt x="503375" y="10669"/>
                  </a:moveTo>
                  <a:lnTo>
                    <a:pt x="410678" y="10669"/>
                  </a:lnTo>
                  <a:lnTo>
                    <a:pt x="457263" y="13376"/>
                  </a:lnTo>
                  <a:lnTo>
                    <a:pt x="502286" y="21295"/>
                  </a:lnTo>
                  <a:lnTo>
                    <a:pt x="545446" y="34121"/>
                  </a:lnTo>
                  <a:lnTo>
                    <a:pt x="586439" y="51552"/>
                  </a:lnTo>
                  <a:lnTo>
                    <a:pt x="624963" y="73283"/>
                  </a:lnTo>
                  <a:lnTo>
                    <a:pt x="660716" y="99010"/>
                  </a:lnTo>
                  <a:lnTo>
                    <a:pt x="693396" y="128431"/>
                  </a:lnTo>
                  <a:lnTo>
                    <a:pt x="722699" y="161242"/>
                  </a:lnTo>
                  <a:lnTo>
                    <a:pt x="748324" y="197138"/>
                  </a:lnTo>
                  <a:lnTo>
                    <a:pt x="769968" y="235817"/>
                  </a:lnTo>
                  <a:lnTo>
                    <a:pt x="787329" y="276974"/>
                  </a:lnTo>
                  <a:lnTo>
                    <a:pt x="800104" y="320306"/>
                  </a:lnTo>
                  <a:lnTo>
                    <a:pt x="807991" y="365509"/>
                  </a:lnTo>
                  <a:lnTo>
                    <a:pt x="810687" y="412280"/>
                  </a:lnTo>
                  <a:lnTo>
                    <a:pt x="807991" y="459051"/>
                  </a:lnTo>
                  <a:lnTo>
                    <a:pt x="800104" y="504254"/>
                  </a:lnTo>
                  <a:lnTo>
                    <a:pt x="787329" y="547586"/>
                  </a:lnTo>
                  <a:lnTo>
                    <a:pt x="769968" y="588743"/>
                  </a:lnTo>
                  <a:lnTo>
                    <a:pt x="748324" y="627422"/>
                  </a:lnTo>
                  <a:lnTo>
                    <a:pt x="722699" y="663318"/>
                  </a:lnTo>
                  <a:lnTo>
                    <a:pt x="693396" y="696129"/>
                  </a:lnTo>
                  <a:lnTo>
                    <a:pt x="660716" y="725550"/>
                  </a:lnTo>
                  <a:lnTo>
                    <a:pt x="624963" y="751278"/>
                  </a:lnTo>
                  <a:lnTo>
                    <a:pt x="586439" y="773009"/>
                  </a:lnTo>
                  <a:lnTo>
                    <a:pt x="545446" y="790439"/>
                  </a:lnTo>
                  <a:lnTo>
                    <a:pt x="502286" y="803266"/>
                  </a:lnTo>
                  <a:lnTo>
                    <a:pt x="457263" y="811184"/>
                  </a:lnTo>
                  <a:lnTo>
                    <a:pt x="410678" y="813891"/>
                  </a:lnTo>
                  <a:lnTo>
                    <a:pt x="503315" y="813891"/>
                  </a:lnTo>
                  <a:lnTo>
                    <a:pt x="549037" y="800476"/>
                  </a:lnTo>
                  <a:lnTo>
                    <a:pt x="591123" y="782582"/>
                  </a:lnTo>
                  <a:lnTo>
                    <a:pt x="630675" y="760274"/>
                  </a:lnTo>
                  <a:lnTo>
                    <a:pt x="667382" y="733863"/>
                  </a:lnTo>
                  <a:lnTo>
                    <a:pt x="700934" y="703661"/>
                  </a:lnTo>
                  <a:lnTo>
                    <a:pt x="731019" y="669980"/>
                  </a:lnTo>
                  <a:lnTo>
                    <a:pt x="757328" y="633131"/>
                  </a:lnTo>
                  <a:lnTo>
                    <a:pt x="779550" y="593425"/>
                  </a:lnTo>
                  <a:lnTo>
                    <a:pt x="797375" y="551176"/>
                  </a:lnTo>
                  <a:lnTo>
                    <a:pt x="810491" y="506694"/>
                  </a:lnTo>
                  <a:lnTo>
                    <a:pt x="818589" y="460292"/>
                  </a:lnTo>
                  <a:lnTo>
                    <a:pt x="821357" y="412280"/>
                  </a:lnTo>
                  <a:lnTo>
                    <a:pt x="818589" y="364267"/>
                  </a:lnTo>
                  <a:lnTo>
                    <a:pt x="810491" y="317862"/>
                  </a:lnTo>
                  <a:lnTo>
                    <a:pt x="797375" y="273379"/>
                  </a:lnTo>
                  <a:lnTo>
                    <a:pt x="779550" y="231128"/>
                  </a:lnTo>
                  <a:lnTo>
                    <a:pt x="757328" y="191422"/>
                  </a:lnTo>
                  <a:lnTo>
                    <a:pt x="731019" y="154572"/>
                  </a:lnTo>
                  <a:lnTo>
                    <a:pt x="700934" y="120890"/>
                  </a:lnTo>
                  <a:lnTo>
                    <a:pt x="667382" y="90687"/>
                  </a:lnTo>
                  <a:lnTo>
                    <a:pt x="630675" y="64276"/>
                  </a:lnTo>
                  <a:lnTo>
                    <a:pt x="591123" y="41968"/>
                  </a:lnTo>
                  <a:lnTo>
                    <a:pt x="549037" y="24074"/>
                  </a:lnTo>
                  <a:lnTo>
                    <a:pt x="504727" y="10907"/>
                  </a:lnTo>
                  <a:lnTo>
                    <a:pt x="503375" y="10669"/>
                  </a:lnTo>
                  <a:close/>
                </a:path>
              </a:pathLst>
            </a:custGeom>
            <a:solidFill>
              <a:srgbClr val="C2BEB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3" name="object 263" descr=""/>
          <p:cNvGrpSpPr/>
          <p:nvPr/>
        </p:nvGrpSpPr>
        <p:grpSpPr>
          <a:xfrm>
            <a:off x="15123149" y="6952219"/>
            <a:ext cx="866775" cy="866775"/>
            <a:chOff x="15123149" y="6952219"/>
            <a:chExt cx="866775" cy="866775"/>
          </a:xfrm>
        </p:grpSpPr>
        <p:sp>
          <p:nvSpPr>
            <p:cNvPr id="264" name="object 264" descr=""/>
            <p:cNvSpPr/>
            <p:nvPr/>
          </p:nvSpPr>
          <p:spPr>
            <a:xfrm>
              <a:off x="15129422" y="6953802"/>
              <a:ext cx="835660" cy="864235"/>
            </a:xfrm>
            <a:custGeom>
              <a:avLst/>
              <a:gdLst/>
              <a:ahLst/>
              <a:cxnLst/>
              <a:rect l="l" t="t" r="r" b="b"/>
              <a:pathLst>
                <a:path w="835659" h="864234">
                  <a:moveTo>
                    <a:pt x="835342" y="513092"/>
                  </a:moveTo>
                  <a:lnTo>
                    <a:pt x="834478" y="511632"/>
                  </a:lnTo>
                  <a:lnTo>
                    <a:pt x="662533" y="467563"/>
                  </a:lnTo>
                  <a:lnTo>
                    <a:pt x="831989" y="472960"/>
                  </a:lnTo>
                  <a:lnTo>
                    <a:pt x="833424" y="472960"/>
                  </a:lnTo>
                  <a:lnTo>
                    <a:pt x="834605" y="471817"/>
                  </a:lnTo>
                  <a:lnTo>
                    <a:pt x="834694" y="468909"/>
                  </a:lnTo>
                  <a:lnTo>
                    <a:pt x="833539" y="467677"/>
                  </a:lnTo>
                  <a:lnTo>
                    <a:pt x="638886" y="461505"/>
                  </a:lnTo>
                  <a:lnTo>
                    <a:pt x="614578" y="455282"/>
                  </a:lnTo>
                  <a:lnTo>
                    <a:pt x="614578" y="460730"/>
                  </a:lnTo>
                  <a:lnTo>
                    <a:pt x="545731" y="458546"/>
                  </a:lnTo>
                  <a:lnTo>
                    <a:pt x="532472" y="452234"/>
                  </a:lnTo>
                  <a:lnTo>
                    <a:pt x="532472" y="458127"/>
                  </a:lnTo>
                  <a:lnTo>
                    <a:pt x="468922" y="456107"/>
                  </a:lnTo>
                  <a:lnTo>
                    <a:pt x="466344" y="451739"/>
                  </a:lnTo>
                  <a:lnTo>
                    <a:pt x="505612" y="445325"/>
                  </a:lnTo>
                  <a:lnTo>
                    <a:pt x="532472" y="458127"/>
                  </a:lnTo>
                  <a:lnTo>
                    <a:pt x="532472" y="452234"/>
                  </a:lnTo>
                  <a:lnTo>
                    <a:pt x="514819" y="443814"/>
                  </a:lnTo>
                  <a:lnTo>
                    <a:pt x="535406" y="440448"/>
                  </a:lnTo>
                  <a:lnTo>
                    <a:pt x="614578" y="460730"/>
                  </a:lnTo>
                  <a:lnTo>
                    <a:pt x="614578" y="455282"/>
                  </a:lnTo>
                  <a:lnTo>
                    <a:pt x="548436" y="438315"/>
                  </a:lnTo>
                  <a:lnTo>
                    <a:pt x="827328" y="392747"/>
                  </a:lnTo>
                  <a:lnTo>
                    <a:pt x="828306" y="391375"/>
                  </a:lnTo>
                  <a:lnTo>
                    <a:pt x="827824" y="388467"/>
                  </a:lnTo>
                  <a:lnTo>
                    <a:pt x="826427" y="387464"/>
                  </a:lnTo>
                  <a:lnTo>
                    <a:pt x="535571" y="435025"/>
                  </a:lnTo>
                  <a:lnTo>
                    <a:pt x="522528" y="431685"/>
                  </a:lnTo>
                  <a:lnTo>
                    <a:pt x="522528" y="437159"/>
                  </a:lnTo>
                  <a:lnTo>
                    <a:pt x="506399" y="439801"/>
                  </a:lnTo>
                  <a:lnTo>
                    <a:pt x="497179" y="435419"/>
                  </a:lnTo>
                  <a:lnTo>
                    <a:pt x="497179" y="441299"/>
                  </a:lnTo>
                  <a:lnTo>
                    <a:pt x="463626" y="446786"/>
                  </a:lnTo>
                  <a:lnTo>
                    <a:pt x="462051" y="442353"/>
                  </a:lnTo>
                  <a:lnTo>
                    <a:pt x="474624" y="430555"/>
                  </a:lnTo>
                  <a:lnTo>
                    <a:pt x="497179" y="441299"/>
                  </a:lnTo>
                  <a:lnTo>
                    <a:pt x="497179" y="435419"/>
                  </a:lnTo>
                  <a:lnTo>
                    <a:pt x="478790" y="426643"/>
                  </a:lnTo>
                  <a:lnTo>
                    <a:pt x="479361" y="426110"/>
                  </a:lnTo>
                  <a:lnTo>
                    <a:pt x="522528" y="437159"/>
                  </a:lnTo>
                  <a:lnTo>
                    <a:pt x="522528" y="431685"/>
                  </a:lnTo>
                  <a:lnTo>
                    <a:pt x="483958" y="421805"/>
                  </a:lnTo>
                  <a:lnTo>
                    <a:pt x="534123" y="374738"/>
                  </a:lnTo>
                  <a:lnTo>
                    <a:pt x="806348" y="278371"/>
                  </a:lnTo>
                  <a:lnTo>
                    <a:pt x="807072" y="276847"/>
                  </a:lnTo>
                  <a:lnTo>
                    <a:pt x="806081" y="274066"/>
                  </a:lnTo>
                  <a:lnTo>
                    <a:pt x="804570" y="273329"/>
                  </a:lnTo>
                  <a:lnTo>
                    <a:pt x="543636" y="365810"/>
                  </a:lnTo>
                  <a:lnTo>
                    <a:pt x="614146" y="299656"/>
                  </a:lnTo>
                  <a:lnTo>
                    <a:pt x="774649" y="204647"/>
                  </a:lnTo>
                  <a:lnTo>
                    <a:pt x="775068" y="203022"/>
                  </a:lnTo>
                  <a:lnTo>
                    <a:pt x="773569" y="200482"/>
                  </a:lnTo>
                  <a:lnTo>
                    <a:pt x="771918" y="200063"/>
                  </a:lnTo>
                  <a:lnTo>
                    <a:pt x="632028" y="282867"/>
                  </a:lnTo>
                  <a:lnTo>
                    <a:pt x="750620" y="171615"/>
                  </a:lnTo>
                  <a:lnTo>
                    <a:pt x="750671" y="169913"/>
                  </a:lnTo>
                  <a:lnTo>
                    <a:pt x="748665" y="167767"/>
                  </a:lnTo>
                  <a:lnTo>
                    <a:pt x="746963" y="167728"/>
                  </a:lnTo>
                  <a:lnTo>
                    <a:pt x="610908" y="295376"/>
                  </a:lnTo>
                  <a:lnTo>
                    <a:pt x="593026" y="305968"/>
                  </a:lnTo>
                  <a:lnTo>
                    <a:pt x="593026" y="312153"/>
                  </a:lnTo>
                  <a:lnTo>
                    <a:pt x="531101" y="370255"/>
                  </a:lnTo>
                  <a:lnTo>
                    <a:pt x="521601" y="373621"/>
                  </a:lnTo>
                  <a:lnTo>
                    <a:pt x="521601" y="379171"/>
                  </a:lnTo>
                  <a:lnTo>
                    <a:pt x="477837" y="420230"/>
                  </a:lnTo>
                  <a:lnTo>
                    <a:pt x="469455" y="418084"/>
                  </a:lnTo>
                  <a:lnTo>
                    <a:pt x="469455" y="428091"/>
                  </a:lnTo>
                  <a:lnTo>
                    <a:pt x="467385" y="430034"/>
                  </a:lnTo>
                  <a:lnTo>
                    <a:pt x="467436" y="428574"/>
                  </a:lnTo>
                  <a:lnTo>
                    <a:pt x="465391" y="426415"/>
                  </a:lnTo>
                  <a:lnTo>
                    <a:pt x="465391" y="431901"/>
                  </a:lnTo>
                  <a:lnTo>
                    <a:pt x="461187" y="435864"/>
                  </a:lnTo>
                  <a:lnTo>
                    <a:pt x="461187" y="455879"/>
                  </a:lnTo>
                  <a:lnTo>
                    <a:pt x="458254" y="455790"/>
                  </a:lnTo>
                  <a:lnTo>
                    <a:pt x="459397" y="454685"/>
                  </a:lnTo>
                  <a:lnTo>
                    <a:pt x="459447" y="452869"/>
                  </a:lnTo>
                  <a:lnTo>
                    <a:pt x="460082" y="452755"/>
                  </a:lnTo>
                  <a:lnTo>
                    <a:pt x="461187" y="455879"/>
                  </a:lnTo>
                  <a:lnTo>
                    <a:pt x="461187" y="435864"/>
                  </a:lnTo>
                  <a:lnTo>
                    <a:pt x="460108" y="436867"/>
                  </a:lnTo>
                  <a:lnTo>
                    <a:pt x="459968" y="436499"/>
                  </a:lnTo>
                  <a:lnTo>
                    <a:pt x="460159" y="430657"/>
                  </a:lnTo>
                  <a:lnTo>
                    <a:pt x="460984" y="429514"/>
                  </a:lnTo>
                  <a:lnTo>
                    <a:pt x="463067" y="431711"/>
                  </a:lnTo>
                  <a:lnTo>
                    <a:pt x="463778" y="431990"/>
                  </a:lnTo>
                  <a:lnTo>
                    <a:pt x="464489" y="431990"/>
                  </a:lnTo>
                  <a:lnTo>
                    <a:pt x="465150" y="431990"/>
                  </a:lnTo>
                  <a:lnTo>
                    <a:pt x="465391" y="431901"/>
                  </a:lnTo>
                  <a:lnTo>
                    <a:pt x="465391" y="426415"/>
                  </a:lnTo>
                  <a:lnTo>
                    <a:pt x="464972" y="425958"/>
                  </a:lnTo>
                  <a:lnTo>
                    <a:pt x="469455" y="428091"/>
                  </a:lnTo>
                  <a:lnTo>
                    <a:pt x="469455" y="418084"/>
                  </a:lnTo>
                  <a:lnTo>
                    <a:pt x="469252" y="418020"/>
                  </a:lnTo>
                  <a:lnTo>
                    <a:pt x="488861" y="390766"/>
                  </a:lnTo>
                  <a:lnTo>
                    <a:pt x="521601" y="379171"/>
                  </a:lnTo>
                  <a:lnTo>
                    <a:pt x="521601" y="373621"/>
                  </a:lnTo>
                  <a:lnTo>
                    <a:pt x="494207" y="383324"/>
                  </a:lnTo>
                  <a:lnTo>
                    <a:pt x="510082" y="361251"/>
                  </a:lnTo>
                  <a:lnTo>
                    <a:pt x="593026" y="312153"/>
                  </a:lnTo>
                  <a:lnTo>
                    <a:pt x="593026" y="305968"/>
                  </a:lnTo>
                  <a:lnTo>
                    <a:pt x="517842" y="350469"/>
                  </a:lnTo>
                  <a:lnTo>
                    <a:pt x="682802" y="121056"/>
                  </a:lnTo>
                  <a:lnTo>
                    <a:pt x="682523" y="119392"/>
                  </a:lnTo>
                  <a:lnTo>
                    <a:pt x="680123" y="117665"/>
                  </a:lnTo>
                  <a:lnTo>
                    <a:pt x="678459" y="117932"/>
                  </a:lnTo>
                  <a:lnTo>
                    <a:pt x="506399" y="357238"/>
                  </a:lnTo>
                  <a:lnTo>
                    <a:pt x="498640" y="361835"/>
                  </a:lnTo>
                  <a:lnTo>
                    <a:pt x="498640" y="368020"/>
                  </a:lnTo>
                  <a:lnTo>
                    <a:pt x="485381" y="386448"/>
                  </a:lnTo>
                  <a:lnTo>
                    <a:pt x="480047" y="388353"/>
                  </a:lnTo>
                  <a:lnTo>
                    <a:pt x="480047" y="393877"/>
                  </a:lnTo>
                  <a:lnTo>
                    <a:pt x="463715" y="416598"/>
                  </a:lnTo>
                  <a:lnTo>
                    <a:pt x="460629" y="415823"/>
                  </a:lnTo>
                  <a:lnTo>
                    <a:pt x="461111" y="400596"/>
                  </a:lnTo>
                  <a:lnTo>
                    <a:pt x="480047" y="393877"/>
                  </a:lnTo>
                  <a:lnTo>
                    <a:pt x="480047" y="388353"/>
                  </a:lnTo>
                  <a:lnTo>
                    <a:pt x="461289" y="394995"/>
                  </a:lnTo>
                  <a:lnTo>
                    <a:pt x="461454" y="390042"/>
                  </a:lnTo>
                  <a:lnTo>
                    <a:pt x="498640" y="368020"/>
                  </a:lnTo>
                  <a:lnTo>
                    <a:pt x="498640" y="361835"/>
                  </a:lnTo>
                  <a:lnTo>
                    <a:pt x="461657" y="383743"/>
                  </a:lnTo>
                  <a:lnTo>
                    <a:pt x="463702" y="319455"/>
                  </a:lnTo>
                  <a:lnTo>
                    <a:pt x="594906" y="44234"/>
                  </a:lnTo>
                  <a:lnTo>
                    <a:pt x="594334" y="42633"/>
                  </a:lnTo>
                  <a:lnTo>
                    <a:pt x="591680" y="41389"/>
                  </a:lnTo>
                  <a:lnTo>
                    <a:pt x="590080" y="41935"/>
                  </a:lnTo>
                  <a:lnTo>
                    <a:pt x="464121" y="306171"/>
                  </a:lnTo>
                  <a:lnTo>
                    <a:pt x="467474" y="201053"/>
                  </a:lnTo>
                  <a:lnTo>
                    <a:pt x="512546" y="25298"/>
                  </a:lnTo>
                  <a:lnTo>
                    <a:pt x="511683" y="23863"/>
                  </a:lnTo>
                  <a:lnTo>
                    <a:pt x="508812" y="23126"/>
                  </a:lnTo>
                  <a:lnTo>
                    <a:pt x="507377" y="23977"/>
                  </a:lnTo>
                  <a:lnTo>
                    <a:pt x="468261" y="176530"/>
                  </a:lnTo>
                  <a:lnTo>
                    <a:pt x="473849" y="1409"/>
                  </a:lnTo>
                  <a:lnTo>
                    <a:pt x="472706" y="165"/>
                  </a:lnTo>
                  <a:lnTo>
                    <a:pt x="469671" y="0"/>
                  </a:lnTo>
                  <a:lnTo>
                    <a:pt x="468528" y="1231"/>
                  </a:lnTo>
                  <a:lnTo>
                    <a:pt x="462178" y="200253"/>
                  </a:lnTo>
                  <a:lnTo>
                    <a:pt x="461391" y="203327"/>
                  </a:lnTo>
                  <a:lnTo>
                    <a:pt x="461391" y="224777"/>
                  </a:lnTo>
                  <a:lnTo>
                    <a:pt x="458406" y="318160"/>
                  </a:lnTo>
                  <a:lnTo>
                    <a:pt x="457987" y="319049"/>
                  </a:lnTo>
                  <a:lnTo>
                    <a:pt x="457987" y="331444"/>
                  </a:lnTo>
                  <a:lnTo>
                    <a:pt x="456222" y="386956"/>
                  </a:lnTo>
                  <a:lnTo>
                    <a:pt x="456018" y="387083"/>
                  </a:lnTo>
                  <a:lnTo>
                    <a:pt x="456018" y="393255"/>
                  </a:lnTo>
                  <a:lnTo>
                    <a:pt x="455904" y="396900"/>
                  </a:lnTo>
                  <a:lnTo>
                    <a:pt x="455726" y="396963"/>
                  </a:lnTo>
                  <a:lnTo>
                    <a:pt x="455726" y="402501"/>
                  </a:lnTo>
                  <a:lnTo>
                    <a:pt x="455637" y="405460"/>
                  </a:lnTo>
                  <a:lnTo>
                    <a:pt x="455536" y="408711"/>
                  </a:lnTo>
                  <a:lnTo>
                    <a:pt x="455345" y="414477"/>
                  </a:lnTo>
                  <a:lnTo>
                    <a:pt x="455117" y="414426"/>
                  </a:lnTo>
                  <a:lnTo>
                    <a:pt x="455117" y="455688"/>
                  </a:lnTo>
                  <a:lnTo>
                    <a:pt x="448335" y="455460"/>
                  </a:lnTo>
                  <a:lnTo>
                    <a:pt x="448538" y="455015"/>
                  </a:lnTo>
                  <a:lnTo>
                    <a:pt x="449033" y="454558"/>
                  </a:lnTo>
                  <a:lnTo>
                    <a:pt x="454101" y="453732"/>
                  </a:lnTo>
                  <a:lnTo>
                    <a:pt x="454075" y="454545"/>
                  </a:lnTo>
                  <a:lnTo>
                    <a:pt x="455117" y="455688"/>
                  </a:lnTo>
                  <a:lnTo>
                    <a:pt x="455117" y="414426"/>
                  </a:lnTo>
                  <a:lnTo>
                    <a:pt x="453834" y="414083"/>
                  </a:lnTo>
                  <a:lnTo>
                    <a:pt x="450469" y="410502"/>
                  </a:lnTo>
                  <a:lnTo>
                    <a:pt x="450329" y="409600"/>
                  </a:lnTo>
                  <a:lnTo>
                    <a:pt x="453085" y="409676"/>
                  </a:lnTo>
                  <a:lnTo>
                    <a:pt x="454520" y="409676"/>
                  </a:lnTo>
                  <a:lnTo>
                    <a:pt x="455536" y="408711"/>
                  </a:lnTo>
                  <a:lnTo>
                    <a:pt x="455536" y="405358"/>
                  </a:lnTo>
                  <a:lnTo>
                    <a:pt x="454647" y="404393"/>
                  </a:lnTo>
                  <a:lnTo>
                    <a:pt x="450697" y="404279"/>
                  </a:lnTo>
                  <a:lnTo>
                    <a:pt x="455726" y="402501"/>
                  </a:lnTo>
                  <a:lnTo>
                    <a:pt x="455726" y="396963"/>
                  </a:lnTo>
                  <a:lnTo>
                    <a:pt x="448665" y="399465"/>
                  </a:lnTo>
                  <a:lnTo>
                    <a:pt x="448398" y="397764"/>
                  </a:lnTo>
                  <a:lnTo>
                    <a:pt x="456018" y="393255"/>
                  </a:lnTo>
                  <a:lnTo>
                    <a:pt x="456018" y="387083"/>
                  </a:lnTo>
                  <a:lnTo>
                    <a:pt x="447484" y="392125"/>
                  </a:lnTo>
                  <a:lnTo>
                    <a:pt x="446595" y="386702"/>
                  </a:lnTo>
                  <a:lnTo>
                    <a:pt x="446595" y="428840"/>
                  </a:lnTo>
                  <a:lnTo>
                    <a:pt x="446379" y="428967"/>
                  </a:lnTo>
                  <a:lnTo>
                    <a:pt x="442671" y="443382"/>
                  </a:lnTo>
                  <a:lnTo>
                    <a:pt x="442417" y="443306"/>
                  </a:lnTo>
                  <a:lnTo>
                    <a:pt x="433235" y="448754"/>
                  </a:lnTo>
                  <a:lnTo>
                    <a:pt x="433235" y="474726"/>
                  </a:lnTo>
                  <a:lnTo>
                    <a:pt x="429399" y="482777"/>
                  </a:lnTo>
                  <a:lnTo>
                    <a:pt x="429399" y="495185"/>
                  </a:lnTo>
                  <a:lnTo>
                    <a:pt x="421297" y="526808"/>
                  </a:lnTo>
                  <a:lnTo>
                    <a:pt x="419506" y="515924"/>
                  </a:lnTo>
                  <a:lnTo>
                    <a:pt x="429399" y="495185"/>
                  </a:lnTo>
                  <a:lnTo>
                    <a:pt x="429399" y="482777"/>
                  </a:lnTo>
                  <a:lnTo>
                    <a:pt x="417995" y="506691"/>
                  </a:lnTo>
                  <a:lnTo>
                    <a:pt x="417995" y="539661"/>
                  </a:lnTo>
                  <a:lnTo>
                    <a:pt x="403707" y="595363"/>
                  </a:lnTo>
                  <a:lnTo>
                    <a:pt x="405282" y="545757"/>
                  </a:lnTo>
                  <a:lnTo>
                    <a:pt x="415480" y="524357"/>
                  </a:lnTo>
                  <a:lnTo>
                    <a:pt x="417995" y="539661"/>
                  </a:lnTo>
                  <a:lnTo>
                    <a:pt x="417995" y="506691"/>
                  </a:lnTo>
                  <a:lnTo>
                    <a:pt x="413981" y="482117"/>
                  </a:lnTo>
                  <a:lnTo>
                    <a:pt x="413981" y="515137"/>
                  </a:lnTo>
                  <a:lnTo>
                    <a:pt x="405714" y="532472"/>
                  </a:lnTo>
                  <a:lnTo>
                    <a:pt x="407530" y="475665"/>
                  </a:lnTo>
                  <a:lnTo>
                    <a:pt x="413981" y="515137"/>
                  </a:lnTo>
                  <a:lnTo>
                    <a:pt x="413981" y="482117"/>
                  </a:lnTo>
                  <a:lnTo>
                    <a:pt x="411632" y="467728"/>
                  </a:lnTo>
                  <a:lnTo>
                    <a:pt x="420611" y="462432"/>
                  </a:lnTo>
                  <a:lnTo>
                    <a:pt x="421436" y="462127"/>
                  </a:lnTo>
                  <a:lnTo>
                    <a:pt x="433235" y="474726"/>
                  </a:lnTo>
                  <a:lnTo>
                    <a:pt x="433235" y="448754"/>
                  </a:lnTo>
                  <a:lnTo>
                    <a:pt x="432447" y="449224"/>
                  </a:lnTo>
                  <a:lnTo>
                    <a:pt x="432447" y="461213"/>
                  </a:lnTo>
                  <a:lnTo>
                    <a:pt x="430999" y="460197"/>
                  </a:lnTo>
                  <a:lnTo>
                    <a:pt x="432346" y="460235"/>
                  </a:lnTo>
                  <a:lnTo>
                    <a:pt x="432447" y="461213"/>
                  </a:lnTo>
                  <a:lnTo>
                    <a:pt x="432447" y="449224"/>
                  </a:lnTo>
                  <a:lnTo>
                    <a:pt x="429628" y="450888"/>
                  </a:lnTo>
                  <a:lnTo>
                    <a:pt x="429488" y="450634"/>
                  </a:lnTo>
                  <a:lnTo>
                    <a:pt x="420738" y="448411"/>
                  </a:lnTo>
                  <a:lnTo>
                    <a:pt x="415658" y="445998"/>
                  </a:lnTo>
                  <a:lnTo>
                    <a:pt x="415848" y="445604"/>
                  </a:lnTo>
                  <a:lnTo>
                    <a:pt x="413753" y="439724"/>
                  </a:lnTo>
                  <a:lnTo>
                    <a:pt x="413753" y="454355"/>
                  </a:lnTo>
                  <a:lnTo>
                    <a:pt x="410616" y="454266"/>
                  </a:lnTo>
                  <a:lnTo>
                    <a:pt x="410616" y="460324"/>
                  </a:lnTo>
                  <a:lnTo>
                    <a:pt x="410438" y="460387"/>
                  </a:lnTo>
                  <a:lnTo>
                    <a:pt x="410400" y="460133"/>
                  </a:lnTo>
                  <a:lnTo>
                    <a:pt x="410616" y="460324"/>
                  </a:lnTo>
                  <a:lnTo>
                    <a:pt x="410616" y="454266"/>
                  </a:lnTo>
                  <a:lnTo>
                    <a:pt x="409422" y="454228"/>
                  </a:lnTo>
                  <a:lnTo>
                    <a:pt x="408876" y="450850"/>
                  </a:lnTo>
                  <a:lnTo>
                    <a:pt x="413753" y="454355"/>
                  </a:lnTo>
                  <a:lnTo>
                    <a:pt x="413753" y="439724"/>
                  </a:lnTo>
                  <a:lnTo>
                    <a:pt x="410400" y="430288"/>
                  </a:lnTo>
                  <a:lnTo>
                    <a:pt x="411048" y="429907"/>
                  </a:lnTo>
                  <a:lnTo>
                    <a:pt x="417715" y="415925"/>
                  </a:lnTo>
                  <a:lnTo>
                    <a:pt x="418261" y="415594"/>
                  </a:lnTo>
                  <a:lnTo>
                    <a:pt x="418693" y="415594"/>
                  </a:lnTo>
                  <a:lnTo>
                    <a:pt x="426961" y="412673"/>
                  </a:lnTo>
                  <a:lnTo>
                    <a:pt x="439089" y="415785"/>
                  </a:lnTo>
                  <a:lnTo>
                    <a:pt x="439026" y="416039"/>
                  </a:lnTo>
                  <a:lnTo>
                    <a:pt x="446595" y="428840"/>
                  </a:lnTo>
                  <a:lnTo>
                    <a:pt x="446595" y="386702"/>
                  </a:lnTo>
                  <a:lnTo>
                    <a:pt x="443560" y="368173"/>
                  </a:lnTo>
                  <a:lnTo>
                    <a:pt x="443560" y="401281"/>
                  </a:lnTo>
                  <a:lnTo>
                    <a:pt x="442252" y="401751"/>
                  </a:lnTo>
                  <a:lnTo>
                    <a:pt x="442048" y="401523"/>
                  </a:lnTo>
                  <a:lnTo>
                    <a:pt x="443471" y="400685"/>
                  </a:lnTo>
                  <a:lnTo>
                    <a:pt x="443560" y="401281"/>
                  </a:lnTo>
                  <a:lnTo>
                    <a:pt x="443560" y="368173"/>
                  </a:lnTo>
                  <a:lnTo>
                    <a:pt x="442772" y="363359"/>
                  </a:lnTo>
                  <a:lnTo>
                    <a:pt x="457987" y="331444"/>
                  </a:lnTo>
                  <a:lnTo>
                    <a:pt x="457987" y="319049"/>
                  </a:lnTo>
                  <a:lnTo>
                    <a:pt x="442544" y="351447"/>
                  </a:lnTo>
                  <a:lnTo>
                    <a:pt x="442544" y="395046"/>
                  </a:lnTo>
                  <a:lnTo>
                    <a:pt x="438315" y="397548"/>
                  </a:lnTo>
                  <a:lnTo>
                    <a:pt x="433616" y="392557"/>
                  </a:lnTo>
                  <a:lnTo>
                    <a:pt x="433616" y="400329"/>
                  </a:lnTo>
                  <a:lnTo>
                    <a:pt x="431203" y="401751"/>
                  </a:lnTo>
                  <a:lnTo>
                    <a:pt x="430822" y="401485"/>
                  </a:lnTo>
                  <a:lnTo>
                    <a:pt x="432142" y="400253"/>
                  </a:lnTo>
                  <a:lnTo>
                    <a:pt x="432181" y="398805"/>
                  </a:lnTo>
                  <a:lnTo>
                    <a:pt x="433616" y="400329"/>
                  </a:lnTo>
                  <a:lnTo>
                    <a:pt x="433616" y="392557"/>
                  </a:lnTo>
                  <a:lnTo>
                    <a:pt x="430453" y="389191"/>
                  </a:lnTo>
                  <a:lnTo>
                    <a:pt x="438734" y="371817"/>
                  </a:lnTo>
                  <a:lnTo>
                    <a:pt x="442544" y="395046"/>
                  </a:lnTo>
                  <a:lnTo>
                    <a:pt x="442544" y="351447"/>
                  </a:lnTo>
                  <a:lnTo>
                    <a:pt x="441261" y="354126"/>
                  </a:lnTo>
                  <a:lnTo>
                    <a:pt x="437235" y="329476"/>
                  </a:lnTo>
                  <a:lnTo>
                    <a:pt x="437235" y="362585"/>
                  </a:lnTo>
                  <a:lnTo>
                    <a:pt x="429933" y="377901"/>
                  </a:lnTo>
                  <a:lnTo>
                    <a:pt x="429933" y="396405"/>
                  </a:lnTo>
                  <a:lnTo>
                    <a:pt x="428485" y="396354"/>
                  </a:lnTo>
                  <a:lnTo>
                    <a:pt x="426402" y="398310"/>
                  </a:lnTo>
                  <a:lnTo>
                    <a:pt x="426173" y="398157"/>
                  </a:lnTo>
                  <a:lnTo>
                    <a:pt x="427990" y="394347"/>
                  </a:lnTo>
                  <a:lnTo>
                    <a:pt x="429933" y="396405"/>
                  </a:lnTo>
                  <a:lnTo>
                    <a:pt x="429933" y="377901"/>
                  </a:lnTo>
                  <a:lnTo>
                    <a:pt x="426542" y="385013"/>
                  </a:lnTo>
                  <a:lnTo>
                    <a:pt x="424078" y="382384"/>
                  </a:lnTo>
                  <a:lnTo>
                    <a:pt x="424078" y="390182"/>
                  </a:lnTo>
                  <a:lnTo>
                    <a:pt x="421779" y="394995"/>
                  </a:lnTo>
                  <a:lnTo>
                    <a:pt x="418477" y="392620"/>
                  </a:lnTo>
                  <a:lnTo>
                    <a:pt x="418477" y="399186"/>
                  </a:lnTo>
                  <a:lnTo>
                    <a:pt x="417563" y="399326"/>
                  </a:lnTo>
                  <a:lnTo>
                    <a:pt x="416140" y="401294"/>
                  </a:lnTo>
                  <a:lnTo>
                    <a:pt x="416966" y="398106"/>
                  </a:lnTo>
                  <a:lnTo>
                    <a:pt x="418477" y="399186"/>
                  </a:lnTo>
                  <a:lnTo>
                    <a:pt x="418477" y="392620"/>
                  </a:lnTo>
                  <a:lnTo>
                    <a:pt x="420090" y="385914"/>
                  </a:lnTo>
                  <a:lnTo>
                    <a:pt x="424078" y="390182"/>
                  </a:lnTo>
                  <a:lnTo>
                    <a:pt x="424078" y="382384"/>
                  </a:lnTo>
                  <a:lnTo>
                    <a:pt x="421652" y="379793"/>
                  </a:lnTo>
                  <a:lnTo>
                    <a:pt x="432892" y="335991"/>
                  </a:lnTo>
                  <a:lnTo>
                    <a:pt x="437235" y="362585"/>
                  </a:lnTo>
                  <a:lnTo>
                    <a:pt x="437235" y="329476"/>
                  </a:lnTo>
                  <a:lnTo>
                    <a:pt x="436194" y="323088"/>
                  </a:lnTo>
                  <a:lnTo>
                    <a:pt x="461391" y="224777"/>
                  </a:lnTo>
                  <a:lnTo>
                    <a:pt x="461391" y="203327"/>
                  </a:lnTo>
                  <a:lnTo>
                    <a:pt x="434047" y="309981"/>
                  </a:lnTo>
                  <a:lnTo>
                    <a:pt x="388493" y="31140"/>
                  </a:lnTo>
                  <a:lnTo>
                    <a:pt x="387083" y="30137"/>
                  </a:lnTo>
                  <a:lnTo>
                    <a:pt x="384200" y="30632"/>
                  </a:lnTo>
                  <a:lnTo>
                    <a:pt x="383222" y="32004"/>
                  </a:lnTo>
                  <a:lnTo>
                    <a:pt x="430745" y="322884"/>
                  </a:lnTo>
                  <a:lnTo>
                    <a:pt x="417334" y="375183"/>
                  </a:lnTo>
                  <a:lnTo>
                    <a:pt x="415759" y="373507"/>
                  </a:lnTo>
                  <a:lnTo>
                    <a:pt x="415759" y="381304"/>
                  </a:lnTo>
                  <a:lnTo>
                    <a:pt x="413740" y="389204"/>
                  </a:lnTo>
                  <a:lnTo>
                    <a:pt x="412318" y="388188"/>
                  </a:lnTo>
                  <a:lnTo>
                    <a:pt x="412318" y="394766"/>
                  </a:lnTo>
                  <a:lnTo>
                    <a:pt x="410210" y="402983"/>
                  </a:lnTo>
                  <a:lnTo>
                    <a:pt x="405257" y="402831"/>
                  </a:lnTo>
                  <a:lnTo>
                    <a:pt x="405257" y="408165"/>
                  </a:lnTo>
                  <a:lnTo>
                    <a:pt x="403034" y="408533"/>
                  </a:lnTo>
                  <a:lnTo>
                    <a:pt x="403034" y="449300"/>
                  </a:lnTo>
                  <a:lnTo>
                    <a:pt x="402590" y="463169"/>
                  </a:lnTo>
                  <a:lnTo>
                    <a:pt x="394538" y="466026"/>
                  </a:lnTo>
                  <a:lnTo>
                    <a:pt x="394538" y="471652"/>
                  </a:lnTo>
                  <a:lnTo>
                    <a:pt x="355549" y="494728"/>
                  </a:lnTo>
                  <a:lnTo>
                    <a:pt x="364490" y="482295"/>
                  </a:lnTo>
                  <a:lnTo>
                    <a:pt x="394538" y="471652"/>
                  </a:lnTo>
                  <a:lnTo>
                    <a:pt x="394538" y="466026"/>
                  </a:lnTo>
                  <a:lnTo>
                    <a:pt x="369912" y="474751"/>
                  </a:lnTo>
                  <a:lnTo>
                    <a:pt x="390525" y="446087"/>
                  </a:lnTo>
                  <a:lnTo>
                    <a:pt x="403034" y="449300"/>
                  </a:lnTo>
                  <a:lnTo>
                    <a:pt x="403034" y="408533"/>
                  </a:lnTo>
                  <a:lnTo>
                    <a:pt x="402717" y="408584"/>
                  </a:lnTo>
                  <a:lnTo>
                    <a:pt x="402539" y="408089"/>
                  </a:lnTo>
                  <a:lnTo>
                    <a:pt x="405257" y="408165"/>
                  </a:lnTo>
                  <a:lnTo>
                    <a:pt x="405257" y="402831"/>
                  </a:lnTo>
                  <a:lnTo>
                    <a:pt x="400634" y="402678"/>
                  </a:lnTo>
                  <a:lnTo>
                    <a:pt x="398246" y="395947"/>
                  </a:lnTo>
                  <a:lnTo>
                    <a:pt x="398246" y="414693"/>
                  </a:lnTo>
                  <a:lnTo>
                    <a:pt x="397713" y="415455"/>
                  </a:lnTo>
                  <a:lnTo>
                    <a:pt x="398094" y="417868"/>
                  </a:lnTo>
                  <a:lnTo>
                    <a:pt x="397560" y="416966"/>
                  </a:lnTo>
                  <a:lnTo>
                    <a:pt x="397560" y="436676"/>
                  </a:lnTo>
                  <a:lnTo>
                    <a:pt x="397256" y="436727"/>
                  </a:lnTo>
                  <a:lnTo>
                    <a:pt x="397408" y="436524"/>
                  </a:lnTo>
                  <a:lnTo>
                    <a:pt x="397560" y="436676"/>
                  </a:lnTo>
                  <a:lnTo>
                    <a:pt x="397560" y="416966"/>
                  </a:lnTo>
                  <a:lnTo>
                    <a:pt x="396760" y="415607"/>
                  </a:lnTo>
                  <a:lnTo>
                    <a:pt x="396760" y="426123"/>
                  </a:lnTo>
                  <a:lnTo>
                    <a:pt x="389089" y="433324"/>
                  </a:lnTo>
                  <a:lnTo>
                    <a:pt x="384962" y="431368"/>
                  </a:lnTo>
                  <a:lnTo>
                    <a:pt x="384962" y="444665"/>
                  </a:lnTo>
                  <a:lnTo>
                    <a:pt x="361073" y="477875"/>
                  </a:lnTo>
                  <a:lnTo>
                    <a:pt x="355663" y="479806"/>
                  </a:lnTo>
                  <a:lnTo>
                    <a:pt x="355663" y="485419"/>
                  </a:lnTo>
                  <a:lnTo>
                    <a:pt x="344093" y="501510"/>
                  </a:lnTo>
                  <a:lnTo>
                    <a:pt x="290245" y="533387"/>
                  </a:lnTo>
                  <a:lnTo>
                    <a:pt x="332714" y="493534"/>
                  </a:lnTo>
                  <a:lnTo>
                    <a:pt x="355663" y="485419"/>
                  </a:lnTo>
                  <a:lnTo>
                    <a:pt x="355663" y="479806"/>
                  </a:lnTo>
                  <a:lnTo>
                    <a:pt x="342315" y="484530"/>
                  </a:lnTo>
                  <a:lnTo>
                    <a:pt x="384835" y="444639"/>
                  </a:lnTo>
                  <a:lnTo>
                    <a:pt x="384962" y="444665"/>
                  </a:lnTo>
                  <a:lnTo>
                    <a:pt x="384962" y="431368"/>
                  </a:lnTo>
                  <a:lnTo>
                    <a:pt x="384898" y="437248"/>
                  </a:lnTo>
                  <a:lnTo>
                    <a:pt x="383247" y="438797"/>
                  </a:lnTo>
                  <a:lnTo>
                    <a:pt x="331685" y="425577"/>
                  </a:lnTo>
                  <a:lnTo>
                    <a:pt x="353085" y="422084"/>
                  </a:lnTo>
                  <a:lnTo>
                    <a:pt x="384898" y="437248"/>
                  </a:lnTo>
                  <a:lnTo>
                    <a:pt x="384898" y="431330"/>
                  </a:lnTo>
                  <a:lnTo>
                    <a:pt x="362331" y="420573"/>
                  </a:lnTo>
                  <a:lnTo>
                    <a:pt x="390740" y="415925"/>
                  </a:lnTo>
                  <a:lnTo>
                    <a:pt x="396760" y="426123"/>
                  </a:lnTo>
                  <a:lnTo>
                    <a:pt x="396760" y="415607"/>
                  </a:lnTo>
                  <a:lnTo>
                    <a:pt x="396405" y="414997"/>
                  </a:lnTo>
                  <a:lnTo>
                    <a:pt x="398246" y="414693"/>
                  </a:lnTo>
                  <a:lnTo>
                    <a:pt x="398246" y="395947"/>
                  </a:lnTo>
                  <a:lnTo>
                    <a:pt x="397370" y="393484"/>
                  </a:lnTo>
                  <a:lnTo>
                    <a:pt x="397370" y="409448"/>
                  </a:lnTo>
                  <a:lnTo>
                    <a:pt x="393484" y="410070"/>
                  </a:lnTo>
                  <a:lnTo>
                    <a:pt x="392099" y="407733"/>
                  </a:lnTo>
                  <a:lnTo>
                    <a:pt x="396824" y="407898"/>
                  </a:lnTo>
                  <a:lnTo>
                    <a:pt x="397370" y="409448"/>
                  </a:lnTo>
                  <a:lnTo>
                    <a:pt x="397370" y="393484"/>
                  </a:lnTo>
                  <a:lnTo>
                    <a:pt x="394906" y="386537"/>
                  </a:lnTo>
                  <a:lnTo>
                    <a:pt x="394906" y="402501"/>
                  </a:lnTo>
                  <a:lnTo>
                    <a:pt x="388874" y="402297"/>
                  </a:lnTo>
                  <a:lnTo>
                    <a:pt x="387819" y="400519"/>
                  </a:lnTo>
                  <a:lnTo>
                    <a:pt x="387819" y="410997"/>
                  </a:lnTo>
                  <a:lnTo>
                    <a:pt x="353885" y="416547"/>
                  </a:lnTo>
                  <a:lnTo>
                    <a:pt x="344639" y="412153"/>
                  </a:lnTo>
                  <a:lnTo>
                    <a:pt x="344639" y="418058"/>
                  </a:lnTo>
                  <a:lnTo>
                    <a:pt x="318808" y="422275"/>
                  </a:lnTo>
                  <a:lnTo>
                    <a:pt x="243624" y="403009"/>
                  </a:lnTo>
                  <a:lnTo>
                    <a:pt x="318058" y="405384"/>
                  </a:lnTo>
                  <a:lnTo>
                    <a:pt x="344639" y="418058"/>
                  </a:lnTo>
                  <a:lnTo>
                    <a:pt x="344639" y="412153"/>
                  </a:lnTo>
                  <a:lnTo>
                    <a:pt x="331368" y="405815"/>
                  </a:lnTo>
                  <a:lnTo>
                    <a:pt x="385762" y="407543"/>
                  </a:lnTo>
                  <a:lnTo>
                    <a:pt x="387819" y="410997"/>
                  </a:lnTo>
                  <a:lnTo>
                    <a:pt x="387819" y="400519"/>
                  </a:lnTo>
                  <a:lnTo>
                    <a:pt x="363753" y="359841"/>
                  </a:lnTo>
                  <a:lnTo>
                    <a:pt x="385279" y="375335"/>
                  </a:lnTo>
                  <a:lnTo>
                    <a:pt x="394906" y="402501"/>
                  </a:lnTo>
                  <a:lnTo>
                    <a:pt x="394906" y="386537"/>
                  </a:lnTo>
                  <a:lnTo>
                    <a:pt x="392874" y="380796"/>
                  </a:lnTo>
                  <a:lnTo>
                    <a:pt x="412318" y="394766"/>
                  </a:lnTo>
                  <a:lnTo>
                    <a:pt x="412318" y="388188"/>
                  </a:lnTo>
                  <a:lnTo>
                    <a:pt x="389737" y="371957"/>
                  </a:lnTo>
                  <a:lnTo>
                    <a:pt x="382143" y="350532"/>
                  </a:lnTo>
                  <a:lnTo>
                    <a:pt x="382143" y="366496"/>
                  </a:lnTo>
                  <a:lnTo>
                    <a:pt x="356971" y="348386"/>
                  </a:lnTo>
                  <a:lnTo>
                    <a:pt x="309257" y="267792"/>
                  </a:lnTo>
                  <a:lnTo>
                    <a:pt x="370179" y="332740"/>
                  </a:lnTo>
                  <a:lnTo>
                    <a:pt x="382143" y="366496"/>
                  </a:lnTo>
                  <a:lnTo>
                    <a:pt x="382143" y="350532"/>
                  </a:lnTo>
                  <a:lnTo>
                    <a:pt x="379272" y="342430"/>
                  </a:lnTo>
                  <a:lnTo>
                    <a:pt x="415759" y="381304"/>
                  </a:lnTo>
                  <a:lnTo>
                    <a:pt x="415759" y="373507"/>
                  </a:lnTo>
                  <a:lnTo>
                    <a:pt x="374827" y="329895"/>
                  </a:lnTo>
                  <a:lnTo>
                    <a:pt x="272034" y="39801"/>
                  </a:lnTo>
                  <a:lnTo>
                    <a:pt x="270522" y="39077"/>
                  </a:lnTo>
                  <a:lnTo>
                    <a:pt x="267728" y="40068"/>
                  </a:lnTo>
                  <a:lnTo>
                    <a:pt x="267004" y="41592"/>
                  </a:lnTo>
                  <a:lnTo>
                    <a:pt x="365734" y="320192"/>
                  </a:lnTo>
                  <a:lnTo>
                    <a:pt x="296748" y="246646"/>
                  </a:lnTo>
                  <a:lnTo>
                    <a:pt x="200380" y="83820"/>
                  </a:lnTo>
                  <a:lnTo>
                    <a:pt x="198742" y="83400"/>
                  </a:lnTo>
                  <a:lnTo>
                    <a:pt x="196215" y="84899"/>
                  </a:lnTo>
                  <a:lnTo>
                    <a:pt x="195795" y="86537"/>
                  </a:lnTo>
                  <a:lnTo>
                    <a:pt x="279971" y="228765"/>
                  </a:lnTo>
                  <a:lnTo>
                    <a:pt x="157111" y="97802"/>
                  </a:lnTo>
                  <a:lnTo>
                    <a:pt x="155422" y="97764"/>
                  </a:lnTo>
                  <a:lnTo>
                    <a:pt x="153289" y="99771"/>
                  </a:lnTo>
                  <a:lnTo>
                    <a:pt x="153225" y="101473"/>
                  </a:lnTo>
                  <a:lnTo>
                    <a:pt x="292481" y="249910"/>
                  </a:lnTo>
                  <a:lnTo>
                    <a:pt x="346176" y="340614"/>
                  </a:lnTo>
                  <a:lnTo>
                    <a:pt x="116789" y="175666"/>
                  </a:lnTo>
                  <a:lnTo>
                    <a:pt x="115125" y="175933"/>
                  </a:lnTo>
                  <a:lnTo>
                    <a:pt x="113411" y="178333"/>
                  </a:lnTo>
                  <a:lnTo>
                    <a:pt x="113677" y="179997"/>
                  </a:lnTo>
                  <a:lnTo>
                    <a:pt x="352945" y="352082"/>
                  </a:lnTo>
                  <a:lnTo>
                    <a:pt x="382549" y="402107"/>
                  </a:lnTo>
                  <a:lnTo>
                    <a:pt x="319379" y="400100"/>
                  </a:lnTo>
                  <a:lnTo>
                    <a:pt x="45008" y="269303"/>
                  </a:lnTo>
                  <a:lnTo>
                    <a:pt x="43408" y="269875"/>
                  </a:lnTo>
                  <a:lnTo>
                    <a:pt x="42151" y="272529"/>
                  </a:lnTo>
                  <a:lnTo>
                    <a:pt x="42697" y="274129"/>
                  </a:lnTo>
                  <a:lnTo>
                    <a:pt x="306070" y="399669"/>
                  </a:lnTo>
                  <a:lnTo>
                    <a:pt x="219862" y="396913"/>
                  </a:lnTo>
                  <a:lnTo>
                    <a:pt x="21031" y="345935"/>
                  </a:lnTo>
                  <a:lnTo>
                    <a:pt x="19583" y="346786"/>
                  </a:lnTo>
                  <a:lnTo>
                    <a:pt x="18846" y="349643"/>
                  </a:lnTo>
                  <a:lnTo>
                    <a:pt x="19723" y="351091"/>
                  </a:lnTo>
                  <a:lnTo>
                    <a:pt x="195529" y="396138"/>
                  </a:lnTo>
                  <a:lnTo>
                    <a:pt x="2794" y="389991"/>
                  </a:lnTo>
                  <a:lnTo>
                    <a:pt x="1282" y="390105"/>
                  </a:lnTo>
                  <a:lnTo>
                    <a:pt x="88" y="391109"/>
                  </a:lnTo>
                  <a:lnTo>
                    <a:pt x="0" y="394055"/>
                  </a:lnTo>
                  <a:lnTo>
                    <a:pt x="1155" y="395274"/>
                  </a:lnTo>
                  <a:lnTo>
                    <a:pt x="219303" y="402234"/>
                  </a:lnTo>
                  <a:lnTo>
                    <a:pt x="305841" y="424395"/>
                  </a:lnTo>
                  <a:lnTo>
                    <a:pt x="26860" y="469976"/>
                  </a:lnTo>
                  <a:lnTo>
                    <a:pt x="25882" y="471347"/>
                  </a:lnTo>
                  <a:lnTo>
                    <a:pt x="26339" y="474116"/>
                  </a:lnTo>
                  <a:lnTo>
                    <a:pt x="27470" y="475043"/>
                  </a:lnTo>
                  <a:lnTo>
                    <a:pt x="28752" y="475043"/>
                  </a:lnTo>
                  <a:lnTo>
                    <a:pt x="318719" y="427685"/>
                  </a:lnTo>
                  <a:lnTo>
                    <a:pt x="378701" y="443064"/>
                  </a:lnTo>
                  <a:lnTo>
                    <a:pt x="329768" y="488975"/>
                  </a:lnTo>
                  <a:lnTo>
                    <a:pt x="50165" y="588060"/>
                  </a:lnTo>
                  <a:lnTo>
                    <a:pt x="49441" y="589584"/>
                  </a:lnTo>
                  <a:lnTo>
                    <a:pt x="50330" y="592074"/>
                  </a:lnTo>
                  <a:lnTo>
                    <a:pt x="51346" y="592747"/>
                  </a:lnTo>
                  <a:lnTo>
                    <a:pt x="52451" y="592747"/>
                  </a:lnTo>
                  <a:lnTo>
                    <a:pt x="320167" y="497979"/>
                  </a:lnTo>
                  <a:lnTo>
                    <a:pt x="269100" y="545896"/>
                  </a:lnTo>
                  <a:lnTo>
                    <a:pt x="79552" y="658075"/>
                  </a:lnTo>
                  <a:lnTo>
                    <a:pt x="79133" y="659714"/>
                  </a:lnTo>
                  <a:lnTo>
                    <a:pt x="80378" y="661822"/>
                  </a:lnTo>
                  <a:lnTo>
                    <a:pt x="81280" y="662292"/>
                  </a:lnTo>
                  <a:lnTo>
                    <a:pt x="82181" y="662292"/>
                  </a:lnTo>
                  <a:lnTo>
                    <a:pt x="83121" y="662165"/>
                  </a:lnTo>
                  <a:lnTo>
                    <a:pt x="251218" y="562673"/>
                  </a:lnTo>
                  <a:lnTo>
                    <a:pt x="97739" y="706678"/>
                  </a:lnTo>
                  <a:lnTo>
                    <a:pt x="97675" y="708367"/>
                  </a:lnTo>
                  <a:lnTo>
                    <a:pt x="99212" y="710006"/>
                  </a:lnTo>
                  <a:lnTo>
                    <a:pt x="99923" y="710285"/>
                  </a:lnTo>
                  <a:lnTo>
                    <a:pt x="100634" y="710285"/>
                  </a:lnTo>
                  <a:lnTo>
                    <a:pt x="101295" y="710285"/>
                  </a:lnTo>
                  <a:lnTo>
                    <a:pt x="101942" y="710044"/>
                  </a:lnTo>
                  <a:lnTo>
                    <a:pt x="272351" y="550176"/>
                  </a:lnTo>
                  <a:lnTo>
                    <a:pt x="336321" y="512305"/>
                  </a:lnTo>
                  <a:lnTo>
                    <a:pt x="171399" y="741680"/>
                  </a:lnTo>
                  <a:lnTo>
                    <a:pt x="171665" y="743343"/>
                  </a:lnTo>
                  <a:lnTo>
                    <a:pt x="173342" y="744537"/>
                  </a:lnTo>
                  <a:lnTo>
                    <a:pt x="174421" y="744702"/>
                  </a:lnTo>
                  <a:lnTo>
                    <a:pt x="175247" y="744702"/>
                  </a:lnTo>
                  <a:lnTo>
                    <a:pt x="176072" y="744308"/>
                  </a:lnTo>
                  <a:lnTo>
                    <a:pt x="347776" y="505523"/>
                  </a:lnTo>
                  <a:lnTo>
                    <a:pt x="402272" y="473278"/>
                  </a:lnTo>
                  <a:lnTo>
                    <a:pt x="399999" y="544461"/>
                  </a:lnTo>
                  <a:lnTo>
                    <a:pt x="270116" y="816940"/>
                  </a:lnTo>
                  <a:lnTo>
                    <a:pt x="270675" y="818527"/>
                  </a:lnTo>
                  <a:lnTo>
                    <a:pt x="272021" y="819150"/>
                  </a:lnTo>
                  <a:lnTo>
                    <a:pt x="273164" y="819416"/>
                  </a:lnTo>
                  <a:lnTo>
                    <a:pt x="274154" y="819416"/>
                  </a:lnTo>
                  <a:lnTo>
                    <a:pt x="275107" y="818845"/>
                  </a:lnTo>
                  <a:lnTo>
                    <a:pt x="399580" y="557733"/>
                  </a:lnTo>
                  <a:lnTo>
                    <a:pt x="397624" y="619112"/>
                  </a:lnTo>
                  <a:lnTo>
                    <a:pt x="341668" y="837425"/>
                  </a:lnTo>
                  <a:lnTo>
                    <a:pt x="342531" y="838873"/>
                  </a:lnTo>
                  <a:lnTo>
                    <a:pt x="344614" y="839330"/>
                  </a:lnTo>
                  <a:lnTo>
                    <a:pt x="345808" y="839330"/>
                  </a:lnTo>
                  <a:lnTo>
                    <a:pt x="346887" y="838517"/>
                  </a:lnTo>
                  <a:lnTo>
                    <a:pt x="396836" y="643623"/>
                  </a:lnTo>
                  <a:lnTo>
                    <a:pt x="389877" y="862469"/>
                  </a:lnTo>
                  <a:lnTo>
                    <a:pt x="391020" y="863714"/>
                  </a:lnTo>
                  <a:lnTo>
                    <a:pt x="392582" y="863752"/>
                  </a:lnTo>
                  <a:lnTo>
                    <a:pt x="394017" y="863752"/>
                  </a:lnTo>
                  <a:lnTo>
                    <a:pt x="395198" y="862609"/>
                  </a:lnTo>
                  <a:lnTo>
                    <a:pt x="402932" y="619874"/>
                  </a:lnTo>
                  <a:lnTo>
                    <a:pt x="420141" y="552754"/>
                  </a:lnTo>
                  <a:lnTo>
                    <a:pt x="465696" y="831443"/>
                  </a:lnTo>
                  <a:lnTo>
                    <a:pt x="466826" y="832383"/>
                  </a:lnTo>
                  <a:lnTo>
                    <a:pt x="468109" y="832383"/>
                  </a:lnTo>
                  <a:lnTo>
                    <a:pt x="469988" y="832104"/>
                  </a:lnTo>
                  <a:lnTo>
                    <a:pt x="470979" y="830732"/>
                  </a:lnTo>
                  <a:lnTo>
                    <a:pt x="423430" y="539902"/>
                  </a:lnTo>
                  <a:lnTo>
                    <a:pt x="438658" y="480479"/>
                  </a:lnTo>
                  <a:lnTo>
                    <a:pt x="488873" y="534035"/>
                  </a:lnTo>
                  <a:lnTo>
                    <a:pt x="586473" y="809383"/>
                  </a:lnTo>
                  <a:lnTo>
                    <a:pt x="587502" y="810056"/>
                  </a:lnTo>
                  <a:lnTo>
                    <a:pt x="588606" y="810056"/>
                  </a:lnTo>
                  <a:lnTo>
                    <a:pt x="590880" y="809409"/>
                  </a:lnTo>
                  <a:lnTo>
                    <a:pt x="591604" y="807897"/>
                  </a:lnTo>
                  <a:lnTo>
                    <a:pt x="497979" y="543725"/>
                  </a:lnTo>
                  <a:lnTo>
                    <a:pt x="542937" y="591642"/>
                  </a:lnTo>
                  <a:lnTo>
                    <a:pt x="653554" y="778484"/>
                  </a:lnTo>
                  <a:lnTo>
                    <a:pt x="654443" y="778954"/>
                  </a:lnTo>
                  <a:lnTo>
                    <a:pt x="655358" y="778954"/>
                  </a:lnTo>
                  <a:lnTo>
                    <a:pt x="656285" y="778840"/>
                  </a:lnTo>
                  <a:lnTo>
                    <a:pt x="657987" y="777824"/>
                  </a:lnTo>
                  <a:lnTo>
                    <a:pt x="658406" y="776198"/>
                  </a:lnTo>
                  <a:lnTo>
                    <a:pt x="559752" y="609561"/>
                  </a:lnTo>
                  <a:lnTo>
                    <a:pt x="706120" y="765543"/>
                  </a:lnTo>
                  <a:lnTo>
                    <a:pt x="706831" y="765835"/>
                  </a:lnTo>
                  <a:lnTo>
                    <a:pt x="707542" y="765835"/>
                  </a:lnTo>
                  <a:lnTo>
                    <a:pt x="708190" y="765835"/>
                  </a:lnTo>
                  <a:lnTo>
                    <a:pt x="708850" y="765594"/>
                  </a:lnTo>
                  <a:lnTo>
                    <a:pt x="710438" y="764108"/>
                  </a:lnTo>
                  <a:lnTo>
                    <a:pt x="710488" y="762419"/>
                  </a:lnTo>
                  <a:lnTo>
                    <a:pt x="547255" y="588454"/>
                  </a:lnTo>
                  <a:lnTo>
                    <a:pt x="530440" y="560044"/>
                  </a:lnTo>
                  <a:lnTo>
                    <a:pt x="530440" y="570522"/>
                  </a:lnTo>
                  <a:lnTo>
                    <a:pt x="493534" y="531202"/>
                  </a:lnTo>
                  <a:lnTo>
                    <a:pt x="484441" y="505561"/>
                  </a:lnTo>
                  <a:lnTo>
                    <a:pt x="484441" y="521500"/>
                  </a:lnTo>
                  <a:lnTo>
                    <a:pt x="440220" y="474357"/>
                  </a:lnTo>
                  <a:lnTo>
                    <a:pt x="440436" y="473557"/>
                  </a:lnTo>
                  <a:lnTo>
                    <a:pt x="476694" y="499630"/>
                  </a:lnTo>
                  <a:lnTo>
                    <a:pt x="484441" y="521500"/>
                  </a:lnTo>
                  <a:lnTo>
                    <a:pt x="484441" y="505561"/>
                  </a:lnTo>
                  <a:lnTo>
                    <a:pt x="484276" y="505091"/>
                  </a:lnTo>
                  <a:lnTo>
                    <a:pt x="497217" y="514375"/>
                  </a:lnTo>
                  <a:lnTo>
                    <a:pt x="530440" y="570522"/>
                  </a:lnTo>
                  <a:lnTo>
                    <a:pt x="530440" y="560044"/>
                  </a:lnTo>
                  <a:lnTo>
                    <a:pt x="508025" y="522147"/>
                  </a:lnTo>
                  <a:lnTo>
                    <a:pt x="736676" y="686549"/>
                  </a:lnTo>
                  <a:lnTo>
                    <a:pt x="737768" y="686701"/>
                  </a:lnTo>
                  <a:lnTo>
                    <a:pt x="738593" y="686701"/>
                  </a:lnTo>
                  <a:lnTo>
                    <a:pt x="739419" y="686320"/>
                  </a:lnTo>
                  <a:lnTo>
                    <a:pt x="740791" y="684390"/>
                  </a:lnTo>
                  <a:lnTo>
                    <a:pt x="740524" y="682726"/>
                  </a:lnTo>
                  <a:lnTo>
                    <a:pt x="501230" y="510679"/>
                  </a:lnTo>
                  <a:lnTo>
                    <a:pt x="490435" y="492455"/>
                  </a:lnTo>
                  <a:lnTo>
                    <a:pt x="490435" y="502907"/>
                  </a:lnTo>
                  <a:lnTo>
                    <a:pt x="481139" y="496239"/>
                  </a:lnTo>
                  <a:lnTo>
                    <a:pt x="473544" y="474802"/>
                  </a:lnTo>
                  <a:lnTo>
                    <a:pt x="473544" y="490778"/>
                  </a:lnTo>
                  <a:lnTo>
                    <a:pt x="442226" y="468249"/>
                  </a:lnTo>
                  <a:lnTo>
                    <a:pt x="445846" y="460667"/>
                  </a:lnTo>
                  <a:lnTo>
                    <a:pt x="463080" y="461225"/>
                  </a:lnTo>
                  <a:lnTo>
                    <a:pt x="473544" y="490778"/>
                  </a:lnTo>
                  <a:lnTo>
                    <a:pt x="473544" y="474802"/>
                  </a:lnTo>
                  <a:lnTo>
                    <a:pt x="473202" y="473824"/>
                  </a:lnTo>
                  <a:lnTo>
                    <a:pt x="490435" y="502907"/>
                  </a:lnTo>
                  <a:lnTo>
                    <a:pt x="490435" y="492455"/>
                  </a:lnTo>
                  <a:lnTo>
                    <a:pt x="472109" y="461505"/>
                  </a:lnTo>
                  <a:lnTo>
                    <a:pt x="544398" y="463816"/>
                  </a:lnTo>
                  <a:lnTo>
                    <a:pt x="802932" y="587044"/>
                  </a:lnTo>
                  <a:lnTo>
                    <a:pt x="804062" y="587298"/>
                  </a:lnTo>
                  <a:lnTo>
                    <a:pt x="805065" y="587298"/>
                  </a:lnTo>
                  <a:lnTo>
                    <a:pt x="806018" y="586740"/>
                  </a:lnTo>
                  <a:lnTo>
                    <a:pt x="807110" y="584454"/>
                  </a:lnTo>
                  <a:lnTo>
                    <a:pt x="806551" y="582866"/>
                  </a:lnTo>
                  <a:lnTo>
                    <a:pt x="557657" y="464235"/>
                  </a:lnTo>
                  <a:lnTo>
                    <a:pt x="638225" y="466788"/>
                  </a:lnTo>
                  <a:lnTo>
                    <a:pt x="832396" y="516521"/>
                  </a:lnTo>
                  <a:lnTo>
                    <a:pt x="833589" y="516521"/>
                  </a:lnTo>
                  <a:lnTo>
                    <a:pt x="834669" y="515721"/>
                  </a:lnTo>
                  <a:lnTo>
                    <a:pt x="835342" y="513092"/>
                  </a:lnTo>
                  <a:close/>
                </a:path>
              </a:pathLst>
            </a:custGeom>
            <a:solidFill>
              <a:srgbClr val="C2BE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5" name="object 265" descr=""/>
            <p:cNvSpPr/>
            <p:nvPr/>
          </p:nvSpPr>
          <p:spPr>
            <a:xfrm>
              <a:off x="15123149" y="6952219"/>
              <a:ext cx="866775" cy="866775"/>
            </a:xfrm>
            <a:custGeom>
              <a:avLst/>
              <a:gdLst/>
              <a:ahLst/>
              <a:cxnLst/>
              <a:rect l="l" t="t" r="r" b="b"/>
              <a:pathLst>
                <a:path w="866775" h="866775">
                  <a:moveTo>
                    <a:pt x="433379" y="0"/>
                  </a:moveTo>
                  <a:lnTo>
                    <a:pt x="386224" y="2547"/>
                  </a:lnTo>
                  <a:lnTo>
                    <a:pt x="340524" y="10013"/>
                  </a:lnTo>
                  <a:lnTo>
                    <a:pt x="296544" y="22130"/>
                  </a:lnTo>
                  <a:lnTo>
                    <a:pt x="254552" y="38632"/>
                  </a:lnTo>
                  <a:lnTo>
                    <a:pt x="214814" y="59253"/>
                  </a:lnTo>
                  <a:lnTo>
                    <a:pt x="177596" y="83727"/>
                  </a:lnTo>
                  <a:lnTo>
                    <a:pt x="143164" y="111786"/>
                  </a:lnTo>
                  <a:lnTo>
                    <a:pt x="111786" y="143164"/>
                  </a:lnTo>
                  <a:lnTo>
                    <a:pt x="83727" y="177596"/>
                  </a:lnTo>
                  <a:lnTo>
                    <a:pt x="59253" y="214814"/>
                  </a:lnTo>
                  <a:lnTo>
                    <a:pt x="38632" y="254552"/>
                  </a:lnTo>
                  <a:lnTo>
                    <a:pt x="22130" y="296544"/>
                  </a:lnTo>
                  <a:lnTo>
                    <a:pt x="10013" y="340524"/>
                  </a:lnTo>
                  <a:lnTo>
                    <a:pt x="2547" y="386224"/>
                  </a:lnTo>
                  <a:lnTo>
                    <a:pt x="0" y="433379"/>
                  </a:lnTo>
                  <a:lnTo>
                    <a:pt x="2547" y="480536"/>
                  </a:lnTo>
                  <a:lnTo>
                    <a:pt x="10013" y="526238"/>
                  </a:lnTo>
                  <a:lnTo>
                    <a:pt x="22130" y="570219"/>
                  </a:lnTo>
                  <a:lnTo>
                    <a:pt x="38632" y="612212"/>
                  </a:lnTo>
                  <a:lnTo>
                    <a:pt x="59253" y="651951"/>
                  </a:lnTo>
                  <a:lnTo>
                    <a:pt x="83727" y="689170"/>
                  </a:lnTo>
                  <a:lnTo>
                    <a:pt x="111786" y="723603"/>
                  </a:lnTo>
                  <a:lnTo>
                    <a:pt x="143164" y="754982"/>
                  </a:lnTo>
                  <a:lnTo>
                    <a:pt x="177596" y="783041"/>
                  </a:lnTo>
                  <a:lnTo>
                    <a:pt x="214814" y="807515"/>
                  </a:lnTo>
                  <a:lnTo>
                    <a:pt x="254552" y="828136"/>
                  </a:lnTo>
                  <a:lnTo>
                    <a:pt x="296544" y="844638"/>
                  </a:lnTo>
                  <a:lnTo>
                    <a:pt x="340524" y="856755"/>
                  </a:lnTo>
                  <a:lnTo>
                    <a:pt x="386224" y="864221"/>
                  </a:lnTo>
                  <a:lnTo>
                    <a:pt x="433379" y="866769"/>
                  </a:lnTo>
                  <a:lnTo>
                    <a:pt x="480534" y="864221"/>
                  </a:lnTo>
                  <a:lnTo>
                    <a:pt x="526234" y="856755"/>
                  </a:lnTo>
                  <a:lnTo>
                    <a:pt x="570214" y="844638"/>
                  </a:lnTo>
                  <a:lnTo>
                    <a:pt x="581762" y="840100"/>
                  </a:lnTo>
                  <a:lnTo>
                    <a:pt x="433379" y="840100"/>
                  </a:lnTo>
                  <a:lnTo>
                    <a:pt x="386013" y="837358"/>
                  </a:lnTo>
                  <a:lnTo>
                    <a:pt x="340236" y="829339"/>
                  </a:lnTo>
                  <a:lnTo>
                    <a:pt x="296353" y="816349"/>
                  </a:lnTo>
                  <a:lnTo>
                    <a:pt x="254673" y="798697"/>
                  </a:lnTo>
                  <a:lnTo>
                    <a:pt x="215503" y="776689"/>
                  </a:lnTo>
                  <a:lnTo>
                    <a:pt x="179151" y="750634"/>
                  </a:lnTo>
                  <a:lnTo>
                    <a:pt x="145924" y="720839"/>
                  </a:lnTo>
                  <a:lnTo>
                    <a:pt x="116130" y="687611"/>
                  </a:lnTo>
                  <a:lnTo>
                    <a:pt x="90076" y="651258"/>
                  </a:lnTo>
                  <a:lnTo>
                    <a:pt x="68069" y="612087"/>
                  </a:lnTo>
                  <a:lnTo>
                    <a:pt x="50418" y="570406"/>
                  </a:lnTo>
                  <a:lnTo>
                    <a:pt x="37429" y="526523"/>
                  </a:lnTo>
                  <a:lnTo>
                    <a:pt x="29410" y="480745"/>
                  </a:lnTo>
                  <a:lnTo>
                    <a:pt x="26669" y="433379"/>
                  </a:lnTo>
                  <a:lnTo>
                    <a:pt x="29410" y="386015"/>
                  </a:lnTo>
                  <a:lnTo>
                    <a:pt x="37429" y="340239"/>
                  </a:lnTo>
                  <a:lnTo>
                    <a:pt x="50418" y="296357"/>
                  </a:lnTo>
                  <a:lnTo>
                    <a:pt x="68069" y="254678"/>
                  </a:lnTo>
                  <a:lnTo>
                    <a:pt x="90076" y="215508"/>
                  </a:lnTo>
                  <a:lnTo>
                    <a:pt x="116130" y="179156"/>
                  </a:lnTo>
                  <a:lnTo>
                    <a:pt x="145924" y="145928"/>
                  </a:lnTo>
                  <a:lnTo>
                    <a:pt x="179151" y="116133"/>
                  </a:lnTo>
                  <a:lnTo>
                    <a:pt x="215503" y="90078"/>
                  </a:lnTo>
                  <a:lnTo>
                    <a:pt x="254673" y="68071"/>
                  </a:lnTo>
                  <a:lnTo>
                    <a:pt x="296353" y="50419"/>
                  </a:lnTo>
                  <a:lnTo>
                    <a:pt x="340236" y="37429"/>
                  </a:lnTo>
                  <a:lnTo>
                    <a:pt x="386013" y="29410"/>
                  </a:lnTo>
                  <a:lnTo>
                    <a:pt x="433379" y="26669"/>
                  </a:lnTo>
                  <a:lnTo>
                    <a:pt x="581763" y="26669"/>
                  </a:lnTo>
                  <a:lnTo>
                    <a:pt x="570214" y="22130"/>
                  </a:lnTo>
                  <a:lnTo>
                    <a:pt x="526234" y="10013"/>
                  </a:lnTo>
                  <a:lnTo>
                    <a:pt x="480534" y="2547"/>
                  </a:lnTo>
                  <a:lnTo>
                    <a:pt x="433379" y="0"/>
                  </a:lnTo>
                  <a:close/>
                </a:path>
                <a:path w="866775" h="866775">
                  <a:moveTo>
                    <a:pt x="581763" y="26669"/>
                  </a:moveTo>
                  <a:lnTo>
                    <a:pt x="433379" y="26669"/>
                  </a:lnTo>
                  <a:lnTo>
                    <a:pt x="480743" y="29410"/>
                  </a:lnTo>
                  <a:lnTo>
                    <a:pt x="526519" y="37429"/>
                  </a:lnTo>
                  <a:lnTo>
                    <a:pt x="570401" y="50419"/>
                  </a:lnTo>
                  <a:lnTo>
                    <a:pt x="612080" y="68071"/>
                  </a:lnTo>
                  <a:lnTo>
                    <a:pt x="651250" y="90078"/>
                  </a:lnTo>
                  <a:lnTo>
                    <a:pt x="687602" y="116133"/>
                  </a:lnTo>
                  <a:lnTo>
                    <a:pt x="720830" y="145928"/>
                  </a:lnTo>
                  <a:lnTo>
                    <a:pt x="750625" y="179156"/>
                  </a:lnTo>
                  <a:lnTo>
                    <a:pt x="776679" y="215508"/>
                  </a:lnTo>
                  <a:lnTo>
                    <a:pt x="798687" y="254678"/>
                  </a:lnTo>
                  <a:lnTo>
                    <a:pt x="816339" y="296357"/>
                  </a:lnTo>
                  <a:lnTo>
                    <a:pt x="829328" y="340239"/>
                  </a:lnTo>
                  <a:lnTo>
                    <a:pt x="837348" y="386015"/>
                  </a:lnTo>
                  <a:lnTo>
                    <a:pt x="840089" y="433379"/>
                  </a:lnTo>
                  <a:lnTo>
                    <a:pt x="837348" y="480745"/>
                  </a:lnTo>
                  <a:lnTo>
                    <a:pt x="829328" y="526523"/>
                  </a:lnTo>
                  <a:lnTo>
                    <a:pt x="816339" y="570406"/>
                  </a:lnTo>
                  <a:lnTo>
                    <a:pt x="798687" y="612087"/>
                  </a:lnTo>
                  <a:lnTo>
                    <a:pt x="776679" y="651258"/>
                  </a:lnTo>
                  <a:lnTo>
                    <a:pt x="750625" y="687611"/>
                  </a:lnTo>
                  <a:lnTo>
                    <a:pt x="720830" y="720839"/>
                  </a:lnTo>
                  <a:lnTo>
                    <a:pt x="687602" y="750634"/>
                  </a:lnTo>
                  <a:lnTo>
                    <a:pt x="651250" y="776689"/>
                  </a:lnTo>
                  <a:lnTo>
                    <a:pt x="612080" y="798697"/>
                  </a:lnTo>
                  <a:lnTo>
                    <a:pt x="570401" y="816349"/>
                  </a:lnTo>
                  <a:lnTo>
                    <a:pt x="526519" y="829339"/>
                  </a:lnTo>
                  <a:lnTo>
                    <a:pt x="480743" y="837358"/>
                  </a:lnTo>
                  <a:lnTo>
                    <a:pt x="433379" y="840100"/>
                  </a:lnTo>
                  <a:lnTo>
                    <a:pt x="581762" y="840100"/>
                  </a:lnTo>
                  <a:lnTo>
                    <a:pt x="651944" y="807515"/>
                  </a:lnTo>
                  <a:lnTo>
                    <a:pt x="689162" y="783041"/>
                  </a:lnTo>
                  <a:lnTo>
                    <a:pt x="723594" y="754982"/>
                  </a:lnTo>
                  <a:lnTo>
                    <a:pt x="754972" y="723603"/>
                  </a:lnTo>
                  <a:lnTo>
                    <a:pt x="783031" y="689170"/>
                  </a:lnTo>
                  <a:lnTo>
                    <a:pt x="807504" y="651951"/>
                  </a:lnTo>
                  <a:lnTo>
                    <a:pt x="828125" y="612212"/>
                  </a:lnTo>
                  <a:lnTo>
                    <a:pt x="844628" y="570219"/>
                  </a:lnTo>
                  <a:lnTo>
                    <a:pt x="856745" y="526238"/>
                  </a:lnTo>
                  <a:lnTo>
                    <a:pt x="864211" y="480536"/>
                  </a:lnTo>
                  <a:lnTo>
                    <a:pt x="866758" y="433379"/>
                  </a:lnTo>
                  <a:lnTo>
                    <a:pt x="864211" y="386224"/>
                  </a:lnTo>
                  <a:lnTo>
                    <a:pt x="856745" y="340524"/>
                  </a:lnTo>
                  <a:lnTo>
                    <a:pt x="844628" y="296544"/>
                  </a:lnTo>
                  <a:lnTo>
                    <a:pt x="828125" y="254552"/>
                  </a:lnTo>
                  <a:lnTo>
                    <a:pt x="807504" y="214814"/>
                  </a:lnTo>
                  <a:lnTo>
                    <a:pt x="783031" y="177596"/>
                  </a:lnTo>
                  <a:lnTo>
                    <a:pt x="754972" y="143164"/>
                  </a:lnTo>
                  <a:lnTo>
                    <a:pt x="723594" y="111786"/>
                  </a:lnTo>
                  <a:lnTo>
                    <a:pt x="689162" y="83727"/>
                  </a:lnTo>
                  <a:lnTo>
                    <a:pt x="651944" y="59253"/>
                  </a:lnTo>
                  <a:lnTo>
                    <a:pt x="612206" y="38632"/>
                  </a:lnTo>
                  <a:lnTo>
                    <a:pt x="581763" y="26669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15147218" y="6972878"/>
              <a:ext cx="821690" cy="824865"/>
            </a:xfrm>
            <a:custGeom>
              <a:avLst/>
              <a:gdLst/>
              <a:ahLst/>
              <a:cxnLst/>
              <a:rect l="l" t="t" r="r" b="b"/>
              <a:pathLst>
                <a:path w="821690" h="824865">
                  <a:moveTo>
                    <a:pt x="410678" y="0"/>
                  </a:moveTo>
                  <a:lnTo>
                    <a:pt x="362852" y="2778"/>
                  </a:lnTo>
                  <a:lnTo>
                    <a:pt x="316629" y="10907"/>
                  </a:lnTo>
                  <a:lnTo>
                    <a:pt x="272319" y="24074"/>
                  </a:lnTo>
                  <a:lnTo>
                    <a:pt x="230233" y="41968"/>
                  </a:lnTo>
                  <a:lnTo>
                    <a:pt x="190681" y="64276"/>
                  </a:lnTo>
                  <a:lnTo>
                    <a:pt x="153974" y="90687"/>
                  </a:lnTo>
                  <a:lnTo>
                    <a:pt x="120423" y="120890"/>
                  </a:lnTo>
                  <a:lnTo>
                    <a:pt x="90337" y="154572"/>
                  </a:lnTo>
                  <a:lnTo>
                    <a:pt x="64028" y="191422"/>
                  </a:lnTo>
                  <a:lnTo>
                    <a:pt x="41806" y="231128"/>
                  </a:lnTo>
                  <a:lnTo>
                    <a:pt x="23981" y="273379"/>
                  </a:lnTo>
                  <a:lnTo>
                    <a:pt x="10865" y="317862"/>
                  </a:lnTo>
                  <a:lnTo>
                    <a:pt x="2768" y="364267"/>
                  </a:lnTo>
                  <a:lnTo>
                    <a:pt x="0" y="412280"/>
                  </a:lnTo>
                  <a:lnTo>
                    <a:pt x="2768" y="460292"/>
                  </a:lnTo>
                  <a:lnTo>
                    <a:pt x="10865" y="506694"/>
                  </a:lnTo>
                  <a:lnTo>
                    <a:pt x="23981" y="551176"/>
                  </a:lnTo>
                  <a:lnTo>
                    <a:pt x="41806" y="593425"/>
                  </a:lnTo>
                  <a:lnTo>
                    <a:pt x="64028" y="633131"/>
                  </a:lnTo>
                  <a:lnTo>
                    <a:pt x="90337" y="669980"/>
                  </a:lnTo>
                  <a:lnTo>
                    <a:pt x="120423" y="703661"/>
                  </a:lnTo>
                  <a:lnTo>
                    <a:pt x="153974" y="733863"/>
                  </a:lnTo>
                  <a:lnTo>
                    <a:pt x="190681" y="760274"/>
                  </a:lnTo>
                  <a:lnTo>
                    <a:pt x="230233" y="782582"/>
                  </a:lnTo>
                  <a:lnTo>
                    <a:pt x="272319" y="800476"/>
                  </a:lnTo>
                  <a:lnTo>
                    <a:pt x="316629" y="813643"/>
                  </a:lnTo>
                  <a:lnTo>
                    <a:pt x="362852" y="821771"/>
                  </a:lnTo>
                  <a:lnTo>
                    <a:pt x="410678" y="824550"/>
                  </a:lnTo>
                  <a:lnTo>
                    <a:pt x="458504" y="821771"/>
                  </a:lnTo>
                  <a:lnTo>
                    <a:pt x="503315" y="813891"/>
                  </a:lnTo>
                  <a:lnTo>
                    <a:pt x="410678" y="813891"/>
                  </a:lnTo>
                  <a:lnTo>
                    <a:pt x="364093" y="811184"/>
                  </a:lnTo>
                  <a:lnTo>
                    <a:pt x="319070" y="803266"/>
                  </a:lnTo>
                  <a:lnTo>
                    <a:pt x="275910" y="790439"/>
                  </a:lnTo>
                  <a:lnTo>
                    <a:pt x="234917" y="773009"/>
                  </a:lnTo>
                  <a:lnTo>
                    <a:pt x="196393" y="751278"/>
                  </a:lnTo>
                  <a:lnTo>
                    <a:pt x="160640" y="725550"/>
                  </a:lnTo>
                  <a:lnTo>
                    <a:pt x="127960" y="696129"/>
                  </a:lnTo>
                  <a:lnTo>
                    <a:pt x="98657" y="663318"/>
                  </a:lnTo>
                  <a:lnTo>
                    <a:pt x="73032" y="627422"/>
                  </a:lnTo>
                  <a:lnTo>
                    <a:pt x="51388" y="588743"/>
                  </a:lnTo>
                  <a:lnTo>
                    <a:pt x="34027" y="547586"/>
                  </a:lnTo>
                  <a:lnTo>
                    <a:pt x="21252" y="504254"/>
                  </a:lnTo>
                  <a:lnTo>
                    <a:pt x="13365" y="459051"/>
                  </a:lnTo>
                  <a:lnTo>
                    <a:pt x="10669" y="412280"/>
                  </a:lnTo>
                  <a:lnTo>
                    <a:pt x="13365" y="365509"/>
                  </a:lnTo>
                  <a:lnTo>
                    <a:pt x="21252" y="320306"/>
                  </a:lnTo>
                  <a:lnTo>
                    <a:pt x="34027" y="276974"/>
                  </a:lnTo>
                  <a:lnTo>
                    <a:pt x="51388" y="235817"/>
                  </a:lnTo>
                  <a:lnTo>
                    <a:pt x="73032" y="197138"/>
                  </a:lnTo>
                  <a:lnTo>
                    <a:pt x="98657" y="161242"/>
                  </a:lnTo>
                  <a:lnTo>
                    <a:pt x="127960" y="128431"/>
                  </a:lnTo>
                  <a:lnTo>
                    <a:pt x="160640" y="99010"/>
                  </a:lnTo>
                  <a:lnTo>
                    <a:pt x="196393" y="73283"/>
                  </a:lnTo>
                  <a:lnTo>
                    <a:pt x="234917" y="51552"/>
                  </a:lnTo>
                  <a:lnTo>
                    <a:pt x="275910" y="34121"/>
                  </a:lnTo>
                  <a:lnTo>
                    <a:pt x="319070" y="21295"/>
                  </a:lnTo>
                  <a:lnTo>
                    <a:pt x="364093" y="13376"/>
                  </a:lnTo>
                  <a:lnTo>
                    <a:pt x="410678" y="10669"/>
                  </a:lnTo>
                  <a:lnTo>
                    <a:pt x="503375" y="10669"/>
                  </a:lnTo>
                  <a:lnTo>
                    <a:pt x="458504" y="2778"/>
                  </a:lnTo>
                  <a:lnTo>
                    <a:pt x="410678" y="0"/>
                  </a:lnTo>
                  <a:close/>
                </a:path>
                <a:path w="821690" h="824865">
                  <a:moveTo>
                    <a:pt x="503375" y="10669"/>
                  </a:moveTo>
                  <a:lnTo>
                    <a:pt x="410678" y="10669"/>
                  </a:lnTo>
                  <a:lnTo>
                    <a:pt x="457263" y="13376"/>
                  </a:lnTo>
                  <a:lnTo>
                    <a:pt x="502286" y="21295"/>
                  </a:lnTo>
                  <a:lnTo>
                    <a:pt x="545446" y="34121"/>
                  </a:lnTo>
                  <a:lnTo>
                    <a:pt x="586439" y="51552"/>
                  </a:lnTo>
                  <a:lnTo>
                    <a:pt x="624963" y="73283"/>
                  </a:lnTo>
                  <a:lnTo>
                    <a:pt x="660716" y="99010"/>
                  </a:lnTo>
                  <a:lnTo>
                    <a:pt x="693396" y="128431"/>
                  </a:lnTo>
                  <a:lnTo>
                    <a:pt x="722699" y="161242"/>
                  </a:lnTo>
                  <a:lnTo>
                    <a:pt x="748324" y="197138"/>
                  </a:lnTo>
                  <a:lnTo>
                    <a:pt x="769968" y="235817"/>
                  </a:lnTo>
                  <a:lnTo>
                    <a:pt x="787329" y="276974"/>
                  </a:lnTo>
                  <a:lnTo>
                    <a:pt x="800104" y="320306"/>
                  </a:lnTo>
                  <a:lnTo>
                    <a:pt x="807991" y="365509"/>
                  </a:lnTo>
                  <a:lnTo>
                    <a:pt x="810687" y="412280"/>
                  </a:lnTo>
                  <a:lnTo>
                    <a:pt x="807991" y="459051"/>
                  </a:lnTo>
                  <a:lnTo>
                    <a:pt x="800104" y="504254"/>
                  </a:lnTo>
                  <a:lnTo>
                    <a:pt x="787329" y="547586"/>
                  </a:lnTo>
                  <a:lnTo>
                    <a:pt x="769968" y="588743"/>
                  </a:lnTo>
                  <a:lnTo>
                    <a:pt x="748324" y="627422"/>
                  </a:lnTo>
                  <a:lnTo>
                    <a:pt x="722699" y="663318"/>
                  </a:lnTo>
                  <a:lnTo>
                    <a:pt x="693396" y="696129"/>
                  </a:lnTo>
                  <a:lnTo>
                    <a:pt x="660716" y="725550"/>
                  </a:lnTo>
                  <a:lnTo>
                    <a:pt x="624963" y="751278"/>
                  </a:lnTo>
                  <a:lnTo>
                    <a:pt x="586439" y="773009"/>
                  </a:lnTo>
                  <a:lnTo>
                    <a:pt x="545446" y="790439"/>
                  </a:lnTo>
                  <a:lnTo>
                    <a:pt x="502286" y="803266"/>
                  </a:lnTo>
                  <a:lnTo>
                    <a:pt x="457263" y="811184"/>
                  </a:lnTo>
                  <a:lnTo>
                    <a:pt x="410678" y="813891"/>
                  </a:lnTo>
                  <a:lnTo>
                    <a:pt x="503315" y="813891"/>
                  </a:lnTo>
                  <a:lnTo>
                    <a:pt x="549037" y="800476"/>
                  </a:lnTo>
                  <a:lnTo>
                    <a:pt x="591123" y="782582"/>
                  </a:lnTo>
                  <a:lnTo>
                    <a:pt x="630675" y="760274"/>
                  </a:lnTo>
                  <a:lnTo>
                    <a:pt x="667382" y="733863"/>
                  </a:lnTo>
                  <a:lnTo>
                    <a:pt x="700934" y="703661"/>
                  </a:lnTo>
                  <a:lnTo>
                    <a:pt x="731019" y="669980"/>
                  </a:lnTo>
                  <a:lnTo>
                    <a:pt x="757328" y="633131"/>
                  </a:lnTo>
                  <a:lnTo>
                    <a:pt x="779550" y="593425"/>
                  </a:lnTo>
                  <a:lnTo>
                    <a:pt x="797375" y="551176"/>
                  </a:lnTo>
                  <a:lnTo>
                    <a:pt x="810491" y="506694"/>
                  </a:lnTo>
                  <a:lnTo>
                    <a:pt x="818589" y="460292"/>
                  </a:lnTo>
                  <a:lnTo>
                    <a:pt x="821357" y="412280"/>
                  </a:lnTo>
                  <a:lnTo>
                    <a:pt x="818589" y="364267"/>
                  </a:lnTo>
                  <a:lnTo>
                    <a:pt x="810491" y="317862"/>
                  </a:lnTo>
                  <a:lnTo>
                    <a:pt x="797375" y="273379"/>
                  </a:lnTo>
                  <a:lnTo>
                    <a:pt x="779550" y="231128"/>
                  </a:lnTo>
                  <a:lnTo>
                    <a:pt x="757328" y="191422"/>
                  </a:lnTo>
                  <a:lnTo>
                    <a:pt x="731019" y="154572"/>
                  </a:lnTo>
                  <a:lnTo>
                    <a:pt x="700934" y="120890"/>
                  </a:lnTo>
                  <a:lnTo>
                    <a:pt x="667382" y="90687"/>
                  </a:lnTo>
                  <a:lnTo>
                    <a:pt x="630675" y="64276"/>
                  </a:lnTo>
                  <a:lnTo>
                    <a:pt x="591123" y="41968"/>
                  </a:lnTo>
                  <a:lnTo>
                    <a:pt x="549037" y="24074"/>
                  </a:lnTo>
                  <a:lnTo>
                    <a:pt x="504727" y="10907"/>
                  </a:lnTo>
                  <a:lnTo>
                    <a:pt x="503375" y="10669"/>
                  </a:lnTo>
                  <a:close/>
                </a:path>
              </a:pathLst>
            </a:custGeom>
            <a:solidFill>
              <a:srgbClr val="C2BEB7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67" name="object 267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14484450" y="6667913"/>
            <a:ext cx="68766" cy="91889"/>
          </a:xfrm>
          <a:prstGeom prst="rect">
            <a:avLst/>
          </a:prstGeom>
        </p:spPr>
      </p:pic>
      <p:pic>
        <p:nvPicPr>
          <p:cNvPr id="268" name="object 268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14183388" y="7337594"/>
            <a:ext cx="96007" cy="96018"/>
          </a:xfrm>
          <a:prstGeom prst="rect">
            <a:avLst/>
          </a:prstGeom>
        </p:spPr>
      </p:pic>
      <p:pic>
        <p:nvPicPr>
          <p:cNvPr id="269" name="object 269" descr="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14827161" y="7367675"/>
            <a:ext cx="175346" cy="219714"/>
          </a:xfrm>
          <a:prstGeom prst="rect">
            <a:avLst/>
          </a:prstGeom>
        </p:spPr>
      </p:pic>
      <p:pic>
        <p:nvPicPr>
          <p:cNvPr id="270" name="object 270" descr=""/>
          <p:cNvPicPr/>
          <p:nvPr/>
        </p:nvPicPr>
        <p:blipFill>
          <a:blip r:embed="rId57" cstate="print"/>
          <a:stretch>
            <a:fillRect/>
          </a:stretch>
        </p:blipFill>
        <p:spPr>
          <a:xfrm>
            <a:off x="15169492" y="6606257"/>
            <a:ext cx="147482" cy="204517"/>
          </a:xfrm>
          <a:prstGeom prst="rect">
            <a:avLst/>
          </a:prstGeom>
        </p:spPr>
      </p:pic>
      <p:grpSp>
        <p:nvGrpSpPr>
          <p:cNvPr id="271" name="object 271" descr=""/>
          <p:cNvGrpSpPr/>
          <p:nvPr/>
        </p:nvGrpSpPr>
        <p:grpSpPr>
          <a:xfrm>
            <a:off x="15132829" y="7318333"/>
            <a:ext cx="484505" cy="137160"/>
            <a:chOff x="15132829" y="7318333"/>
            <a:chExt cx="484505" cy="137160"/>
          </a:xfrm>
        </p:grpSpPr>
        <p:sp>
          <p:nvSpPr>
            <p:cNvPr id="272" name="object 272" descr=""/>
            <p:cNvSpPr/>
            <p:nvPr/>
          </p:nvSpPr>
          <p:spPr>
            <a:xfrm>
              <a:off x="15132829" y="7371441"/>
              <a:ext cx="429259" cy="31115"/>
            </a:xfrm>
            <a:custGeom>
              <a:avLst/>
              <a:gdLst/>
              <a:ahLst/>
              <a:cxnLst/>
              <a:rect l="l" t="t" r="r" b="b"/>
              <a:pathLst>
                <a:path w="429259" h="31115">
                  <a:moveTo>
                    <a:pt x="426531" y="0"/>
                  </a:moveTo>
                  <a:lnTo>
                    <a:pt x="423442" y="0"/>
                  </a:lnTo>
                  <a:lnTo>
                    <a:pt x="2272" y="20355"/>
                  </a:lnTo>
                  <a:lnTo>
                    <a:pt x="0" y="22857"/>
                  </a:lnTo>
                  <a:lnTo>
                    <a:pt x="282" y="28658"/>
                  </a:lnTo>
                  <a:lnTo>
                    <a:pt x="2638" y="30878"/>
                  </a:lnTo>
                  <a:lnTo>
                    <a:pt x="5549" y="30878"/>
                  </a:lnTo>
                  <a:lnTo>
                    <a:pt x="426897" y="10512"/>
                  </a:lnTo>
                  <a:lnTo>
                    <a:pt x="429170" y="8010"/>
                  </a:lnTo>
                  <a:lnTo>
                    <a:pt x="428887" y="2219"/>
                  </a:lnTo>
                  <a:lnTo>
                    <a:pt x="426531" y="0"/>
                  </a:lnTo>
                  <a:close/>
                </a:path>
              </a:pathLst>
            </a:custGeom>
            <a:solidFill>
              <a:srgbClr val="C2BEB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3" name="object 27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5480201" y="7318333"/>
              <a:ext cx="136634" cy="136624"/>
            </a:xfrm>
            <a:prstGeom prst="rect">
              <a:avLst/>
            </a:prstGeom>
          </p:spPr>
        </p:pic>
      </p:grpSp>
      <p:grpSp>
        <p:nvGrpSpPr>
          <p:cNvPr id="274" name="object 274" descr=""/>
          <p:cNvGrpSpPr/>
          <p:nvPr/>
        </p:nvGrpSpPr>
        <p:grpSpPr>
          <a:xfrm>
            <a:off x="14212716" y="6721520"/>
            <a:ext cx="1424305" cy="790575"/>
            <a:chOff x="14212716" y="6721520"/>
            <a:chExt cx="1424305" cy="790575"/>
          </a:xfrm>
        </p:grpSpPr>
        <p:sp>
          <p:nvSpPr>
            <p:cNvPr id="275" name="object 275" descr=""/>
            <p:cNvSpPr/>
            <p:nvPr/>
          </p:nvSpPr>
          <p:spPr>
            <a:xfrm>
              <a:off x="14212710" y="6727792"/>
              <a:ext cx="1355725" cy="688975"/>
            </a:xfrm>
            <a:custGeom>
              <a:avLst/>
              <a:gdLst/>
              <a:ahLst/>
              <a:cxnLst/>
              <a:rect l="l" t="t" r="r" b="b"/>
              <a:pathLst>
                <a:path w="1355725" h="688975">
                  <a:moveTo>
                    <a:pt x="1355471" y="660171"/>
                  </a:moveTo>
                  <a:lnTo>
                    <a:pt x="1355178" y="652970"/>
                  </a:lnTo>
                  <a:lnTo>
                    <a:pt x="1353654" y="650595"/>
                  </a:lnTo>
                  <a:lnTo>
                    <a:pt x="1302118" y="570369"/>
                  </a:lnTo>
                  <a:lnTo>
                    <a:pt x="1302118" y="639457"/>
                  </a:lnTo>
                  <a:lnTo>
                    <a:pt x="800011" y="650595"/>
                  </a:lnTo>
                  <a:lnTo>
                    <a:pt x="805294" y="634072"/>
                  </a:lnTo>
                  <a:lnTo>
                    <a:pt x="969403" y="121475"/>
                  </a:lnTo>
                  <a:lnTo>
                    <a:pt x="1302118" y="639457"/>
                  </a:lnTo>
                  <a:lnTo>
                    <a:pt x="1302118" y="570369"/>
                  </a:lnTo>
                  <a:lnTo>
                    <a:pt x="1013790" y="121475"/>
                  </a:lnTo>
                  <a:lnTo>
                    <a:pt x="992124" y="87757"/>
                  </a:lnTo>
                  <a:lnTo>
                    <a:pt x="984173" y="75374"/>
                  </a:lnTo>
                  <a:lnTo>
                    <a:pt x="995667" y="39433"/>
                  </a:lnTo>
                  <a:lnTo>
                    <a:pt x="996492" y="32067"/>
                  </a:lnTo>
                  <a:lnTo>
                    <a:pt x="994486" y="25196"/>
                  </a:lnTo>
                  <a:lnTo>
                    <a:pt x="990066" y="19583"/>
                  </a:lnTo>
                  <a:lnTo>
                    <a:pt x="983589" y="15963"/>
                  </a:lnTo>
                  <a:lnTo>
                    <a:pt x="976210" y="15138"/>
                  </a:lnTo>
                  <a:lnTo>
                    <a:pt x="969340" y="17145"/>
                  </a:lnTo>
                  <a:lnTo>
                    <a:pt x="963726" y="21577"/>
                  </a:lnTo>
                  <a:lnTo>
                    <a:pt x="960120" y="28054"/>
                  </a:lnTo>
                  <a:lnTo>
                    <a:pt x="952944" y="50419"/>
                  </a:lnTo>
                  <a:lnTo>
                    <a:pt x="941006" y="50419"/>
                  </a:lnTo>
                  <a:lnTo>
                    <a:pt x="941006" y="87757"/>
                  </a:lnTo>
                  <a:lnTo>
                    <a:pt x="766102" y="634072"/>
                  </a:lnTo>
                  <a:lnTo>
                    <a:pt x="269227" y="108966"/>
                  </a:lnTo>
                  <a:lnTo>
                    <a:pt x="278130" y="87757"/>
                  </a:lnTo>
                  <a:lnTo>
                    <a:pt x="941006" y="87757"/>
                  </a:lnTo>
                  <a:lnTo>
                    <a:pt x="941006" y="50419"/>
                  </a:lnTo>
                  <a:lnTo>
                    <a:pt x="293814" y="50419"/>
                  </a:lnTo>
                  <a:lnTo>
                    <a:pt x="304114" y="25908"/>
                  </a:lnTo>
                  <a:lnTo>
                    <a:pt x="305574" y="18643"/>
                  </a:lnTo>
                  <a:lnTo>
                    <a:pt x="304190" y="11620"/>
                  </a:lnTo>
                  <a:lnTo>
                    <a:pt x="300266" y="5638"/>
                  </a:lnTo>
                  <a:lnTo>
                    <a:pt x="294132" y="1473"/>
                  </a:lnTo>
                  <a:lnTo>
                    <a:pt x="286854" y="0"/>
                  </a:lnTo>
                  <a:lnTo>
                    <a:pt x="279831" y="1384"/>
                  </a:lnTo>
                  <a:lnTo>
                    <a:pt x="273850" y="5321"/>
                  </a:lnTo>
                  <a:lnTo>
                    <a:pt x="269697" y="11455"/>
                  </a:lnTo>
                  <a:lnTo>
                    <a:pt x="248716" y="61417"/>
                  </a:lnTo>
                  <a:lnTo>
                    <a:pt x="226441" y="111455"/>
                  </a:lnTo>
                  <a:lnTo>
                    <a:pt x="226796" y="113588"/>
                  </a:lnTo>
                  <a:lnTo>
                    <a:pt x="1460" y="650138"/>
                  </a:lnTo>
                  <a:lnTo>
                    <a:pt x="0" y="657415"/>
                  </a:lnTo>
                  <a:lnTo>
                    <a:pt x="16256" y="676046"/>
                  </a:lnTo>
                  <a:lnTo>
                    <a:pt x="18669" y="676046"/>
                  </a:lnTo>
                  <a:lnTo>
                    <a:pt x="25946" y="676046"/>
                  </a:lnTo>
                  <a:lnTo>
                    <a:pt x="32880" y="671741"/>
                  </a:lnTo>
                  <a:lnTo>
                    <a:pt x="253428" y="146596"/>
                  </a:lnTo>
                  <a:lnTo>
                    <a:pt x="760628" y="682612"/>
                  </a:lnTo>
                  <a:lnTo>
                    <a:pt x="764451" y="686346"/>
                  </a:lnTo>
                  <a:lnTo>
                    <a:pt x="768502" y="688086"/>
                  </a:lnTo>
                  <a:lnTo>
                    <a:pt x="773214" y="688492"/>
                  </a:lnTo>
                  <a:lnTo>
                    <a:pt x="774255" y="688505"/>
                  </a:lnTo>
                  <a:lnTo>
                    <a:pt x="1342986" y="675894"/>
                  </a:lnTo>
                  <a:lnTo>
                    <a:pt x="1349133" y="672109"/>
                  </a:lnTo>
                  <a:lnTo>
                    <a:pt x="1355471" y="660171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6" name="object 276" descr=""/>
            <p:cNvSpPr/>
            <p:nvPr/>
          </p:nvSpPr>
          <p:spPr>
            <a:xfrm>
              <a:off x="14862263" y="7261496"/>
              <a:ext cx="247650" cy="250190"/>
            </a:xfrm>
            <a:custGeom>
              <a:avLst/>
              <a:gdLst/>
              <a:ahLst/>
              <a:cxnLst/>
              <a:rect l="l" t="t" r="r" b="b"/>
              <a:pathLst>
                <a:path w="247650" h="250190">
                  <a:moveTo>
                    <a:pt x="160707" y="17780"/>
                  </a:moveTo>
                  <a:lnTo>
                    <a:pt x="145220" y="17780"/>
                  </a:lnTo>
                  <a:lnTo>
                    <a:pt x="148508" y="19050"/>
                  </a:lnTo>
                  <a:lnTo>
                    <a:pt x="158906" y="22860"/>
                  </a:lnTo>
                  <a:lnTo>
                    <a:pt x="160801" y="22860"/>
                  </a:lnTo>
                  <a:lnTo>
                    <a:pt x="163879" y="24130"/>
                  </a:lnTo>
                  <a:lnTo>
                    <a:pt x="173659" y="29210"/>
                  </a:lnTo>
                  <a:lnTo>
                    <a:pt x="175554" y="29210"/>
                  </a:lnTo>
                  <a:lnTo>
                    <a:pt x="178371" y="31750"/>
                  </a:lnTo>
                  <a:lnTo>
                    <a:pt x="187303" y="38100"/>
                  </a:lnTo>
                  <a:lnTo>
                    <a:pt x="189146" y="38100"/>
                  </a:lnTo>
                  <a:lnTo>
                    <a:pt x="191606" y="40640"/>
                  </a:lnTo>
                  <a:lnTo>
                    <a:pt x="199480" y="48260"/>
                  </a:lnTo>
                  <a:lnTo>
                    <a:pt x="201187" y="49530"/>
                  </a:lnTo>
                  <a:lnTo>
                    <a:pt x="210025" y="60960"/>
                  </a:lnTo>
                  <a:lnTo>
                    <a:pt x="211679" y="62230"/>
                  </a:lnTo>
                  <a:lnTo>
                    <a:pt x="213333" y="64770"/>
                  </a:lnTo>
                  <a:lnTo>
                    <a:pt x="218642" y="74930"/>
                  </a:lnTo>
                  <a:lnTo>
                    <a:pt x="220108" y="76200"/>
                  </a:lnTo>
                  <a:lnTo>
                    <a:pt x="221302" y="78740"/>
                  </a:lnTo>
                  <a:lnTo>
                    <a:pt x="225124" y="88900"/>
                  </a:lnTo>
                  <a:lnTo>
                    <a:pt x="226391" y="90170"/>
                  </a:lnTo>
                  <a:lnTo>
                    <a:pt x="227082" y="93980"/>
                  </a:lnTo>
                  <a:lnTo>
                    <a:pt x="229333" y="105410"/>
                  </a:lnTo>
                  <a:lnTo>
                    <a:pt x="230380" y="106680"/>
                  </a:lnTo>
                  <a:lnTo>
                    <a:pt x="230558" y="110490"/>
                  </a:lnTo>
                  <a:lnTo>
                    <a:pt x="231176" y="120650"/>
                  </a:lnTo>
                  <a:lnTo>
                    <a:pt x="231982" y="123190"/>
                  </a:lnTo>
                  <a:lnTo>
                    <a:pt x="231636" y="125730"/>
                  </a:lnTo>
                  <a:lnTo>
                    <a:pt x="230621" y="137160"/>
                  </a:lnTo>
                  <a:lnTo>
                    <a:pt x="231165" y="139700"/>
                  </a:lnTo>
                  <a:lnTo>
                    <a:pt x="230307" y="142240"/>
                  </a:lnTo>
                  <a:lnTo>
                    <a:pt x="227689" y="153670"/>
                  </a:lnTo>
                  <a:lnTo>
                    <a:pt x="227940" y="154940"/>
                  </a:lnTo>
                  <a:lnTo>
                    <a:pt x="226600" y="158750"/>
                  </a:lnTo>
                  <a:lnTo>
                    <a:pt x="222422" y="168910"/>
                  </a:lnTo>
                  <a:lnTo>
                    <a:pt x="222391" y="170180"/>
                  </a:lnTo>
                  <a:lnTo>
                    <a:pt x="220590" y="173990"/>
                  </a:lnTo>
                  <a:lnTo>
                    <a:pt x="214946" y="182880"/>
                  </a:lnTo>
                  <a:lnTo>
                    <a:pt x="214642" y="185420"/>
                  </a:lnTo>
                  <a:lnTo>
                    <a:pt x="212443" y="187960"/>
                  </a:lnTo>
                  <a:lnTo>
                    <a:pt x="205501" y="195580"/>
                  </a:lnTo>
                  <a:lnTo>
                    <a:pt x="204967" y="198120"/>
                  </a:lnTo>
                  <a:lnTo>
                    <a:pt x="202496" y="200660"/>
                  </a:lnTo>
                  <a:lnTo>
                    <a:pt x="194119" y="208280"/>
                  </a:lnTo>
                  <a:lnTo>
                    <a:pt x="193261" y="209550"/>
                  </a:lnTo>
                  <a:lnTo>
                    <a:pt x="190350" y="210820"/>
                  </a:lnTo>
                  <a:lnTo>
                    <a:pt x="181198" y="217170"/>
                  </a:lnTo>
                  <a:lnTo>
                    <a:pt x="180109" y="218440"/>
                  </a:lnTo>
                  <a:lnTo>
                    <a:pt x="167010" y="224790"/>
                  </a:lnTo>
                  <a:lnTo>
                    <a:pt x="165701" y="226060"/>
                  </a:lnTo>
                  <a:lnTo>
                    <a:pt x="162372" y="227330"/>
                  </a:lnTo>
                  <a:lnTo>
                    <a:pt x="151848" y="229870"/>
                  </a:lnTo>
                  <a:lnTo>
                    <a:pt x="150351" y="231140"/>
                  </a:lnTo>
                  <a:lnTo>
                    <a:pt x="146916" y="232410"/>
                  </a:lnTo>
                  <a:lnTo>
                    <a:pt x="136069" y="233680"/>
                  </a:lnTo>
                  <a:lnTo>
                    <a:pt x="134404" y="234950"/>
                  </a:lnTo>
                  <a:lnTo>
                    <a:pt x="102185" y="234950"/>
                  </a:lnTo>
                  <a:lnTo>
                    <a:pt x="103326" y="238760"/>
                  </a:lnTo>
                  <a:lnTo>
                    <a:pt x="107473" y="250190"/>
                  </a:lnTo>
                  <a:lnTo>
                    <a:pt x="111818" y="248920"/>
                  </a:lnTo>
                  <a:lnTo>
                    <a:pt x="116624" y="240030"/>
                  </a:lnTo>
                  <a:lnTo>
                    <a:pt x="118509" y="236220"/>
                  </a:lnTo>
                  <a:lnTo>
                    <a:pt x="150651" y="236220"/>
                  </a:lnTo>
                  <a:lnTo>
                    <a:pt x="151126" y="233680"/>
                  </a:lnTo>
                  <a:lnTo>
                    <a:pt x="166534" y="233680"/>
                  </a:lnTo>
                  <a:lnTo>
                    <a:pt x="166706" y="227330"/>
                  </a:lnTo>
                  <a:lnTo>
                    <a:pt x="182080" y="227330"/>
                  </a:lnTo>
                  <a:lnTo>
                    <a:pt x="181313" y="219710"/>
                  </a:lnTo>
                  <a:lnTo>
                    <a:pt x="197014" y="219710"/>
                  </a:lnTo>
                  <a:lnTo>
                    <a:pt x="195742" y="214630"/>
                  </a:lnTo>
                  <a:lnTo>
                    <a:pt x="194643" y="210820"/>
                  </a:lnTo>
                  <a:lnTo>
                    <a:pt x="211475" y="210820"/>
                  </a:lnTo>
                  <a:lnTo>
                    <a:pt x="208056" y="203200"/>
                  </a:lnTo>
                  <a:lnTo>
                    <a:pt x="206381" y="199390"/>
                  </a:lnTo>
                  <a:lnTo>
                    <a:pt x="223232" y="199390"/>
                  </a:lnTo>
                  <a:lnTo>
                    <a:pt x="223825" y="198120"/>
                  </a:lnTo>
                  <a:lnTo>
                    <a:pt x="218464" y="189230"/>
                  </a:lnTo>
                  <a:lnTo>
                    <a:pt x="216276" y="185420"/>
                  </a:lnTo>
                  <a:lnTo>
                    <a:pt x="232495" y="185420"/>
                  </a:lnTo>
                  <a:lnTo>
                    <a:pt x="233375" y="181610"/>
                  </a:lnTo>
                  <a:lnTo>
                    <a:pt x="226767" y="173990"/>
                  </a:lnTo>
                  <a:lnTo>
                    <a:pt x="224097" y="171450"/>
                  </a:lnTo>
                  <a:lnTo>
                    <a:pt x="228443" y="170180"/>
                  </a:lnTo>
                  <a:lnTo>
                    <a:pt x="239940" y="168910"/>
                  </a:lnTo>
                  <a:lnTo>
                    <a:pt x="240453" y="165100"/>
                  </a:lnTo>
                  <a:lnTo>
                    <a:pt x="232767" y="157480"/>
                  </a:lnTo>
                  <a:lnTo>
                    <a:pt x="229689" y="154940"/>
                  </a:lnTo>
                  <a:lnTo>
                    <a:pt x="233961" y="154940"/>
                  </a:lnTo>
                  <a:lnTo>
                    <a:pt x="245071" y="151130"/>
                  </a:lnTo>
                  <a:lnTo>
                    <a:pt x="244934" y="147320"/>
                  </a:lnTo>
                  <a:lnTo>
                    <a:pt x="232903" y="138430"/>
                  </a:lnTo>
                  <a:lnTo>
                    <a:pt x="236998" y="137160"/>
                  </a:lnTo>
                  <a:lnTo>
                    <a:pt x="247500" y="132080"/>
                  </a:lnTo>
                  <a:lnTo>
                    <a:pt x="247091" y="130810"/>
                  </a:lnTo>
                  <a:lnTo>
                    <a:pt x="246715" y="128270"/>
                  </a:lnTo>
                  <a:lnTo>
                    <a:pt x="237448" y="124460"/>
                  </a:lnTo>
                  <a:lnTo>
                    <a:pt x="233678" y="121920"/>
                  </a:lnTo>
                  <a:lnTo>
                    <a:pt x="237521" y="120650"/>
                  </a:lnTo>
                  <a:lnTo>
                    <a:pt x="247154" y="114300"/>
                  </a:lnTo>
                  <a:lnTo>
                    <a:pt x="245741" y="109220"/>
                  </a:lnTo>
                  <a:lnTo>
                    <a:pt x="235961" y="106680"/>
                  </a:lnTo>
                  <a:lnTo>
                    <a:pt x="231992" y="105410"/>
                  </a:lnTo>
                  <a:lnTo>
                    <a:pt x="235490" y="102870"/>
                  </a:lnTo>
                  <a:lnTo>
                    <a:pt x="244055" y="95250"/>
                  </a:lnTo>
                  <a:lnTo>
                    <a:pt x="242034" y="91440"/>
                  </a:lnTo>
                  <a:lnTo>
                    <a:pt x="231951" y="90170"/>
                  </a:lnTo>
                  <a:lnTo>
                    <a:pt x="227877" y="90170"/>
                  </a:lnTo>
                  <a:lnTo>
                    <a:pt x="230914" y="86360"/>
                  </a:lnTo>
                  <a:lnTo>
                    <a:pt x="238264" y="77470"/>
                  </a:lnTo>
                  <a:lnTo>
                    <a:pt x="236547" y="74930"/>
                  </a:lnTo>
                  <a:lnTo>
                    <a:pt x="221469" y="74930"/>
                  </a:lnTo>
                  <a:lnTo>
                    <a:pt x="224035" y="71120"/>
                  </a:lnTo>
                  <a:lnTo>
                    <a:pt x="229909" y="60960"/>
                  </a:lnTo>
                  <a:lnTo>
                    <a:pt x="212852" y="60960"/>
                  </a:lnTo>
                  <a:lnTo>
                    <a:pt x="214862" y="55880"/>
                  </a:lnTo>
                  <a:lnTo>
                    <a:pt x="218105" y="48260"/>
                  </a:lnTo>
                  <a:lnTo>
                    <a:pt x="202245" y="48260"/>
                  </a:lnTo>
                  <a:lnTo>
                    <a:pt x="203669" y="43180"/>
                  </a:lnTo>
                  <a:lnTo>
                    <a:pt x="205146" y="36830"/>
                  </a:lnTo>
                  <a:lnTo>
                    <a:pt x="189889" y="36830"/>
                  </a:lnTo>
                  <a:lnTo>
                    <a:pt x="190674" y="31750"/>
                  </a:lnTo>
                  <a:lnTo>
                    <a:pt x="190992" y="27940"/>
                  </a:lnTo>
                  <a:lnTo>
                    <a:pt x="176046" y="27940"/>
                  </a:lnTo>
                  <a:lnTo>
                    <a:pt x="176193" y="22860"/>
                  </a:lnTo>
                  <a:lnTo>
                    <a:pt x="176019" y="20320"/>
                  </a:lnTo>
                  <a:lnTo>
                    <a:pt x="161042" y="20320"/>
                  </a:lnTo>
                  <a:lnTo>
                    <a:pt x="160707" y="17780"/>
                  </a:lnTo>
                  <a:close/>
                </a:path>
                <a:path w="247650" h="250190">
                  <a:moveTo>
                    <a:pt x="134938" y="236220"/>
                  </a:moveTo>
                  <a:lnTo>
                    <a:pt x="118509" y="236220"/>
                  </a:lnTo>
                  <a:lnTo>
                    <a:pt x="120258" y="240030"/>
                  </a:lnTo>
                  <a:lnTo>
                    <a:pt x="125975" y="250190"/>
                  </a:lnTo>
                  <a:lnTo>
                    <a:pt x="130205" y="250190"/>
                  </a:lnTo>
                  <a:lnTo>
                    <a:pt x="133629" y="240030"/>
                  </a:lnTo>
                  <a:lnTo>
                    <a:pt x="134938" y="236220"/>
                  </a:lnTo>
                  <a:close/>
                </a:path>
                <a:path w="247650" h="250190">
                  <a:moveTo>
                    <a:pt x="150651" y="236220"/>
                  </a:moveTo>
                  <a:lnTo>
                    <a:pt x="134938" y="236220"/>
                  </a:lnTo>
                  <a:lnTo>
                    <a:pt x="137273" y="240030"/>
                  </a:lnTo>
                  <a:lnTo>
                    <a:pt x="144424" y="248920"/>
                  </a:lnTo>
                  <a:lnTo>
                    <a:pt x="148445" y="247650"/>
                  </a:lnTo>
                  <a:lnTo>
                    <a:pt x="150651" y="236220"/>
                  </a:lnTo>
                  <a:close/>
                </a:path>
                <a:path w="247650" h="250190">
                  <a:moveTo>
                    <a:pt x="93688" y="229870"/>
                  </a:moveTo>
                  <a:lnTo>
                    <a:pt x="86353" y="229870"/>
                  </a:lnTo>
                  <a:lnTo>
                    <a:pt x="86855" y="234950"/>
                  </a:lnTo>
                  <a:lnTo>
                    <a:pt x="89337" y="246380"/>
                  </a:lnTo>
                  <a:lnTo>
                    <a:pt x="93714" y="246380"/>
                  </a:lnTo>
                  <a:lnTo>
                    <a:pt x="99818" y="237490"/>
                  </a:lnTo>
                  <a:lnTo>
                    <a:pt x="102185" y="234950"/>
                  </a:lnTo>
                  <a:lnTo>
                    <a:pt x="118226" y="234950"/>
                  </a:lnTo>
                  <a:lnTo>
                    <a:pt x="104028" y="232410"/>
                  </a:lnTo>
                  <a:lnTo>
                    <a:pt x="102164" y="232410"/>
                  </a:lnTo>
                  <a:lnTo>
                    <a:pt x="98887" y="231140"/>
                  </a:lnTo>
                  <a:lnTo>
                    <a:pt x="93688" y="229870"/>
                  </a:lnTo>
                  <a:close/>
                </a:path>
                <a:path w="247650" h="250190">
                  <a:moveTo>
                    <a:pt x="166534" y="233680"/>
                  </a:moveTo>
                  <a:lnTo>
                    <a:pt x="151126" y="233680"/>
                  </a:lnTo>
                  <a:lnTo>
                    <a:pt x="153932" y="236220"/>
                  </a:lnTo>
                  <a:lnTo>
                    <a:pt x="162403" y="245110"/>
                  </a:lnTo>
                  <a:lnTo>
                    <a:pt x="166131" y="242570"/>
                  </a:lnTo>
                  <a:lnTo>
                    <a:pt x="166534" y="233680"/>
                  </a:lnTo>
                  <a:close/>
                </a:path>
                <a:path w="247650" h="250190">
                  <a:moveTo>
                    <a:pt x="76307" y="223520"/>
                  </a:moveTo>
                  <a:lnTo>
                    <a:pt x="71348" y="223520"/>
                  </a:lnTo>
                  <a:lnTo>
                    <a:pt x="71286" y="228600"/>
                  </a:lnTo>
                  <a:lnTo>
                    <a:pt x="71966" y="238760"/>
                  </a:lnTo>
                  <a:lnTo>
                    <a:pt x="76269" y="240030"/>
                  </a:lnTo>
                  <a:lnTo>
                    <a:pt x="83526" y="232410"/>
                  </a:lnTo>
                  <a:lnTo>
                    <a:pt x="86353" y="229870"/>
                  </a:lnTo>
                  <a:lnTo>
                    <a:pt x="93688" y="229870"/>
                  </a:lnTo>
                  <a:lnTo>
                    <a:pt x="88489" y="228600"/>
                  </a:lnTo>
                  <a:lnTo>
                    <a:pt x="86594" y="228600"/>
                  </a:lnTo>
                  <a:lnTo>
                    <a:pt x="76307" y="223520"/>
                  </a:lnTo>
                  <a:close/>
                </a:path>
                <a:path w="247650" h="250190">
                  <a:moveTo>
                    <a:pt x="182080" y="227330"/>
                  </a:moveTo>
                  <a:lnTo>
                    <a:pt x="166706" y="227330"/>
                  </a:lnTo>
                  <a:lnTo>
                    <a:pt x="169952" y="231140"/>
                  </a:lnTo>
                  <a:lnTo>
                    <a:pt x="179533" y="237490"/>
                  </a:lnTo>
                  <a:lnTo>
                    <a:pt x="182874" y="234950"/>
                  </a:lnTo>
                  <a:lnTo>
                    <a:pt x="182080" y="227330"/>
                  </a:lnTo>
                  <a:close/>
                </a:path>
                <a:path w="247650" h="250190">
                  <a:moveTo>
                    <a:pt x="120006" y="233680"/>
                  </a:moveTo>
                  <a:lnTo>
                    <a:pt x="118226" y="234950"/>
                  </a:lnTo>
                  <a:lnTo>
                    <a:pt x="130948" y="234950"/>
                  </a:lnTo>
                  <a:lnTo>
                    <a:pt x="120006" y="233680"/>
                  </a:lnTo>
                  <a:close/>
                </a:path>
                <a:path w="247650" h="250190">
                  <a:moveTo>
                    <a:pt x="61889" y="214630"/>
                  </a:moveTo>
                  <a:lnTo>
                    <a:pt x="57516" y="214630"/>
                  </a:lnTo>
                  <a:lnTo>
                    <a:pt x="56720" y="218440"/>
                  </a:lnTo>
                  <a:lnTo>
                    <a:pt x="55757" y="229870"/>
                  </a:lnTo>
                  <a:lnTo>
                    <a:pt x="59882" y="232410"/>
                  </a:lnTo>
                  <a:lnTo>
                    <a:pt x="68123" y="226060"/>
                  </a:lnTo>
                  <a:lnTo>
                    <a:pt x="71348" y="223520"/>
                  </a:lnTo>
                  <a:lnTo>
                    <a:pt x="76307" y="223520"/>
                  </a:lnTo>
                  <a:lnTo>
                    <a:pt x="73735" y="222250"/>
                  </a:lnTo>
                  <a:lnTo>
                    <a:pt x="71840" y="220980"/>
                  </a:lnTo>
                  <a:lnTo>
                    <a:pt x="69034" y="219710"/>
                  </a:lnTo>
                  <a:lnTo>
                    <a:pt x="61889" y="214630"/>
                  </a:lnTo>
                  <a:close/>
                </a:path>
                <a:path w="247650" h="250190">
                  <a:moveTo>
                    <a:pt x="197014" y="219710"/>
                  </a:moveTo>
                  <a:lnTo>
                    <a:pt x="181313" y="219710"/>
                  </a:lnTo>
                  <a:lnTo>
                    <a:pt x="185010" y="222250"/>
                  </a:lnTo>
                  <a:lnTo>
                    <a:pt x="195418" y="227330"/>
                  </a:lnTo>
                  <a:lnTo>
                    <a:pt x="198287" y="224790"/>
                  </a:lnTo>
                  <a:lnTo>
                    <a:pt x="197014" y="219710"/>
                  </a:lnTo>
                  <a:close/>
                </a:path>
                <a:path w="247650" h="250190">
                  <a:moveTo>
                    <a:pt x="47935" y="203200"/>
                  </a:moveTo>
                  <a:lnTo>
                    <a:pt x="45171" y="203200"/>
                  </a:lnTo>
                  <a:lnTo>
                    <a:pt x="43747" y="207010"/>
                  </a:lnTo>
                  <a:lnTo>
                    <a:pt x="41066" y="218440"/>
                  </a:lnTo>
                  <a:lnTo>
                    <a:pt x="44909" y="220980"/>
                  </a:lnTo>
                  <a:lnTo>
                    <a:pt x="53914" y="215900"/>
                  </a:lnTo>
                  <a:lnTo>
                    <a:pt x="57516" y="214630"/>
                  </a:lnTo>
                  <a:lnTo>
                    <a:pt x="61889" y="214630"/>
                  </a:lnTo>
                  <a:lnTo>
                    <a:pt x="60102" y="213360"/>
                  </a:lnTo>
                  <a:lnTo>
                    <a:pt x="58260" y="212090"/>
                  </a:lnTo>
                  <a:lnTo>
                    <a:pt x="55799" y="210820"/>
                  </a:lnTo>
                  <a:lnTo>
                    <a:pt x="47935" y="203200"/>
                  </a:lnTo>
                  <a:close/>
                </a:path>
                <a:path w="247650" h="250190">
                  <a:moveTo>
                    <a:pt x="211475" y="210820"/>
                  </a:moveTo>
                  <a:lnTo>
                    <a:pt x="194643" y="210820"/>
                  </a:lnTo>
                  <a:lnTo>
                    <a:pt x="198632" y="212090"/>
                  </a:lnTo>
                  <a:lnTo>
                    <a:pt x="209689" y="215900"/>
                  </a:lnTo>
                  <a:lnTo>
                    <a:pt x="212045" y="212090"/>
                  </a:lnTo>
                  <a:lnTo>
                    <a:pt x="211475" y="210820"/>
                  </a:lnTo>
                  <a:close/>
                </a:path>
                <a:path w="247650" h="250190">
                  <a:moveTo>
                    <a:pt x="37402" y="190500"/>
                  </a:moveTo>
                  <a:lnTo>
                    <a:pt x="34574" y="190500"/>
                  </a:lnTo>
                  <a:lnTo>
                    <a:pt x="32553" y="194310"/>
                  </a:lnTo>
                  <a:lnTo>
                    <a:pt x="28219" y="205740"/>
                  </a:lnTo>
                  <a:lnTo>
                    <a:pt x="31716" y="208280"/>
                  </a:lnTo>
                  <a:lnTo>
                    <a:pt x="41307" y="204470"/>
                  </a:lnTo>
                  <a:lnTo>
                    <a:pt x="45171" y="203200"/>
                  </a:lnTo>
                  <a:lnTo>
                    <a:pt x="47935" y="203200"/>
                  </a:lnTo>
                  <a:lnTo>
                    <a:pt x="46228" y="201930"/>
                  </a:lnTo>
                  <a:lnTo>
                    <a:pt x="37402" y="190500"/>
                  </a:lnTo>
                  <a:close/>
                </a:path>
                <a:path w="247650" h="250190">
                  <a:moveTo>
                    <a:pt x="223232" y="199390"/>
                  </a:moveTo>
                  <a:lnTo>
                    <a:pt x="210590" y="199390"/>
                  </a:lnTo>
                  <a:lnTo>
                    <a:pt x="222045" y="201930"/>
                  </a:lnTo>
                  <a:lnTo>
                    <a:pt x="223232" y="199390"/>
                  </a:lnTo>
                  <a:close/>
                </a:path>
                <a:path w="247650" h="250190">
                  <a:moveTo>
                    <a:pt x="25517" y="49530"/>
                  </a:moveTo>
                  <a:lnTo>
                    <a:pt x="23727" y="53340"/>
                  </a:lnTo>
                  <a:lnTo>
                    <a:pt x="29088" y="62230"/>
                  </a:lnTo>
                  <a:lnTo>
                    <a:pt x="31276" y="64770"/>
                  </a:lnTo>
                  <a:lnTo>
                    <a:pt x="15339" y="64770"/>
                  </a:lnTo>
                  <a:lnTo>
                    <a:pt x="14177" y="68580"/>
                  </a:lnTo>
                  <a:lnTo>
                    <a:pt x="20774" y="77470"/>
                  </a:lnTo>
                  <a:lnTo>
                    <a:pt x="23433" y="80010"/>
                  </a:lnTo>
                  <a:lnTo>
                    <a:pt x="19088" y="80010"/>
                  </a:lnTo>
                  <a:lnTo>
                    <a:pt x="7591" y="81280"/>
                  </a:lnTo>
                  <a:lnTo>
                    <a:pt x="7067" y="86360"/>
                  </a:lnTo>
                  <a:lnTo>
                    <a:pt x="17831" y="95250"/>
                  </a:lnTo>
                  <a:lnTo>
                    <a:pt x="13559" y="96520"/>
                  </a:lnTo>
                  <a:lnTo>
                    <a:pt x="2439" y="100330"/>
                  </a:lnTo>
                  <a:lnTo>
                    <a:pt x="2565" y="104140"/>
                  </a:lnTo>
                  <a:lnTo>
                    <a:pt x="11161" y="109220"/>
                  </a:lnTo>
                  <a:lnTo>
                    <a:pt x="14606" y="111760"/>
                  </a:lnTo>
                  <a:lnTo>
                    <a:pt x="10502" y="113030"/>
                  </a:lnTo>
                  <a:lnTo>
                    <a:pt x="0" y="118110"/>
                  </a:lnTo>
                  <a:lnTo>
                    <a:pt x="774" y="123190"/>
                  </a:lnTo>
                  <a:lnTo>
                    <a:pt x="10031" y="127000"/>
                  </a:lnTo>
                  <a:lnTo>
                    <a:pt x="13811" y="128270"/>
                  </a:lnTo>
                  <a:lnTo>
                    <a:pt x="324" y="137160"/>
                  </a:lnTo>
                  <a:lnTo>
                    <a:pt x="1738" y="140970"/>
                  </a:lnTo>
                  <a:lnTo>
                    <a:pt x="11507" y="143510"/>
                  </a:lnTo>
                  <a:lnTo>
                    <a:pt x="15475" y="144780"/>
                  </a:lnTo>
                  <a:lnTo>
                    <a:pt x="11978" y="147320"/>
                  </a:lnTo>
                  <a:lnTo>
                    <a:pt x="3413" y="154940"/>
                  </a:lnTo>
                  <a:lnTo>
                    <a:pt x="5423" y="160020"/>
                  </a:lnTo>
                  <a:lnTo>
                    <a:pt x="15507" y="161290"/>
                  </a:lnTo>
                  <a:lnTo>
                    <a:pt x="19580" y="161290"/>
                  </a:lnTo>
                  <a:lnTo>
                    <a:pt x="16543" y="163830"/>
                  </a:lnTo>
                  <a:lnTo>
                    <a:pt x="9172" y="172720"/>
                  </a:lnTo>
                  <a:lnTo>
                    <a:pt x="11748" y="176530"/>
                  </a:lnTo>
                  <a:lnTo>
                    <a:pt x="25978" y="176530"/>
                  </a:lnTo>
                  <a:lnTo>
                    <a:pt x="23402" y="180340"/>
                  </a:lnTo>
                  <a:lnTo>
                    <a:pt x="17517" y="190500"/>
                  </a:lnTo>
                  <a:lnTo>
                    <a:pt x="20575" y="193040"/>
                  </a:lnTo>
                  <a:lnTo>
                    <a:pt x="30554" y="191770"/>
                  </a:lnTo>
                  <a:lnTo>
                    <a:pt x="34574" y="190500"/>
                  </a:lnTo>
                  <a:lnTo>
                    <a:pt x="37402" y="190500"/>
                  </a:lnTo>
                  <a:lnTo>
                    <a:pt x="35747" y="189230"/>
                  </a:lnTo>
                  <a:lnTo>
                    <a:pt x="34093" y="186690"/>
                  </a:lnTo>
                  <a:lnTo>
                    <a:pt x="28794" y="176530"/>
                  </a:lnTo>
                  <a:lnTo>
                    <a:pt x="27329" y="175260"/>
                  </a:lnTo>
                  <a:lnTo>
                    <a:pt x="26145" y="171450"/>
                  </a:lnTo>
                  <a:lnTo>
                    <a:pt x="22334" y="161290"/>
                  </a:lnTo>
                  <a:lnTo>
                    <a:pt x="21067" y="160020"/>
                  </a:lnTo>
                  <a:lnTo>
                    <a:pt x="18146" y="146050"/>
                  </a:lnTo>
                  <a:lnTo>
                    <a:pt x="17098" y="144780"/>
                  </a:lnTo>
                  <a:lnTo>
                    <a:pt x="16303" y="129540"/>
                  </a:lnTo>
                  <a:lnTo>
                    <a:pt x="15507" y="128270"/>
                  </a:lnTo>
                  <a:lnTo>
                    <a:pt x="16879" y="113030"/>
                  </a:lnTo>
                  <a:lnTo>
                    <a:pt x="16345" y="111760"/>
                  </a:lnTo>
                  <a:lnTo>
                    <a:pt x="19831" y="97790"/>
                  </a:lnTo>
                  <a:lnTo>
                    <a:pt x="19580" y="95250"/>
                  </a:lnTo>
                  <a:lnTo>
                    <a:pt x="20920" y="92710"/>
                  </a:lnTo>
                  <a:lnTo>
                    <a:pt x="25109" y="82550"/>
                  </a:lnTo>
                  <a:lnTo>
                    <a:pt x="25140" y="80010"/>
                  </a:lnTo>
                  <a:lnTo>
                    <a:pt x="26941" y="77470"/>
                  </a:lnTo>
                  <a:lnTo>
                    <a:pt x="32595" y="67310"/>
                  </a:lnTo>
                  <a:lnTo>
                    <a:pt x="32899" y="66040"/>
                  </a:lnTo>
                  <a:lnTo>
                    <a:pt x="35108" y="63500"/>
                  </a:lnTo>
                  <a:lnTo>
                    <a:pt x="42061" y="54610"/>
                  </a:lnTo>
                  <a:lnTo>
                    <a:pt x="42595" y="53340"/>
                  </a:lnTo>
                  <a:lnTo>
                    <a:pt x="43951" y="52070"/>
                  </a:lnTo>
                  <a:lnTo>
                    <a:pt x="41181" y="52070"/>
                  </a:lnTo>
                  <a:lnTo>
                    <a:pt x="36972" y="50800"/>
                  </a:lnTo>
                  <a:lnTo>
                    <a:pt x="25517" y="49530"/>
                  </a:lnTo>
                  <a:close/>
                </a:path>
                <a:path w="247650" h="250190">
                  <a:moveTo>
                    <a:pt x="232495" y="185420"/>
                  </a:moveTo>
                  <a:lnTo>
                    <a:pt x="216276" y="185420"/>
                  </a:lnTo>
                  <a:lnTo>
                    <a:pt x="220600" y="186690"/>
                  </a:lnTo>
                  <a:lnTo>
                    <a:pt x="232202" y="186690"/>
                  </a:lnTo>
                  <a:lnTo>
                    <a:pt x="232495" y="185420"/>
                  </a:lnTo>
                  <a:close/>
                </a:path>
                <a:path w="247650" h="250190">
                  <a:moveTo>
                    <a:pt x="235689" y="73660"/>
                  </a:moveTo>
                  <a:lnTo>
                    <a:pt x="225563" y="74930"/>
                  </a:lnTo>
                  <a:lnTo>
                    <a:pt x="236547" y="74930"/>
                  </a:lnTo>
                  <a:lnTo>
                    <a:pt x="235689" y="73660"/>
                  </a:lnTo>
                  <a:close/>
                </a:path>
                <a:path w="247650" h="250190">
                  <a:moveTo>
                    <a:pt x="226851" y="57150"/>
                  </a:moveTo>
                  <a:lnTo>
                    <a:pt x="216872" y="59690"/>
                  </a:lnTo>
                  <a:lnTo>
                    <a:pt x="212852" y="60960"/>
                  </a:lnTo>
                  <a:lnTo>
                    <a:pt x="229909" y="60960"/>
                  </a:lnTo>
                  <a:lnTo>
                    <a:pt x="226851" y="57150"/>
                  </a:lnTo>
                  <a:close/>
                </a:path>
                <a:path w="247650" h="250190">
                  <a:moveTo>
                    <a:pt x="37883" y="35560"/>
                  </a:moveTo>
                  <a:lnTo>
                    <a:pt x="35527" y="39370"/>
                  </a:lnTo>
                  <a:lnTo>
                    <a:pt x="39506" y="48260"/>
                  </a:lnTo>
                  <a:lnTo>
                    <a:pt x="41181" y="52070"/>
                  </a:lnTo>
                  <a:lnTo>
                    <a:pt x="43951" y="52070"/>
                  </a:lnTo>
                  <a:lnTo>
                    <a:pt x="53443" y="43180"/>
                  </a:lnTo>
                  <a:lnTo>
                    <a:pt x="54312" y="41910"/>
                  </a:lnTo>
                  <a:lnTo>
                    <a:pt x="55767" y="40640"/>
                  </a:lnTo>
                  <a:lnTo>
                    <a:pt x="52930" y="40640"/>
                  </a:lnTo>
                  <a:lnTo>
                    <a:pt x="48940" y="38100"/>
                  </a:lnTo>
                  <a:lnTo>
                    <a:pt x="37883" y="35560"/>
                  </a:lnTo>
                  <a:close/>
                </a:path>
                <a:path w="247650" h="250190">
                  <a:moveTo>
                    <a:pt x="215700" y="43180"/>
                  </a:moveTo>
                  <a:lnTo>
                    <a:pt x="206098" y="45720"/>
                  </a:lnTo>
                  <a:lnTo>
                    <a:pt x="202245" y="48260"/>
                  </a:lnTo>
                  <a:lnTo>
                    <a:pt x="218105" y="48260"/>
                  </a:lnTo>
                  <a:lnTo>
                    <a:pt x="219187" y="45720"/>
                  </a:lnTo>
                  <a:lnTo>
                    <a:pt x="215700" y="43180"/>
                  </a:lnTo>
                  <a:close/>
                </a:path>
                <a:path w="247650" h="250190">
                  <a:moveTo>
                    <a:pt x="52176" y="22860"/>
                  </a:moveTo>
                  <a:lnTo>
                    <a:pt x="49296" y="26670"/>
                  </a:lnTo>
                  <a:lnTo>
                    <a:pt x="51830" y="36830"/>
                  </a:lnTo>
                  <a:lnTo>
                    <a:pt x="52930" y="40640"/>
                  </a:lnTo>
                  <a:lnTo>
                    <a:pt x="55767" y="40640"/>
                  </a:lnTo>
                  <a:lnTo>
                    <a:pt x="57223" y="39370"/>
                  </a:lnTo>
                  <a:lnTo>
                    <a:pt x="66374" y="33020"/>
                  </a:lnTo>
                  <a:lnTo>
                    <a:pt x="67474" y="31750"/>
                  </a:lnTo>
                  <a:lnTo>
                    <a:pt x="70094" y="30480"/>
                  </a:lnTo>
                  <a:lnTo>
                    <a:pt x="66270" y="30480"/>
                  </a:lnTo>
                  <a:lnTo>
                    <a:pt x="62574" y="27940"/>
                  </a:lnTo>
                  <a:lnTo>
                    <a:pt x="52176" y="22860"/>
                  </a:lnTo>
                  <a:close/>
                </a:path>
                <a:path w="247650" h="250190">
                  <a:moveTo>
                    <a:pt x="202485" y="30480"/>
                  </a:moveTo>
                  <a:lnTo>
                    <a:pt x="193491" y="34290"/>
                  </a:lnTo>
                  <a:lnTo>
                    <a:pt x="189889" y="36830"/>
                  </a:lnTo>
                  <a:lnTo>
                    <a:pt x="205146" y="36830"/>
                  </a:lnTo>
                  <a:lnTo>
                    <a:pt x="206328" y="31750"/>
                  </a:lnTo>
                  <a:lnTo>
                    <a:pt x="202485" y="30480"/>
                  </a:lnTo>
                  <a:close/>
                </a:path>
                <a:path w="247650" h="250190">
                  <a:moveTo>
                    <a:pt x="68071" y="13970"/>
                  </a:moveTo>
                  <a:lnTo>
                    <a:pt x="64720" y="16510"/>
                  </a:lnTo>
                  <a:lnTo>
                    <a:pt x="65767" y="26670"/>
                  </a:lnTo>
                  <a:lnTo>
                    <a:pt x="66270" y="30480"/>
                  </a:lnTo>
                  <a:lnTo>
                    <a:pt x="70094" y="30480"/>
                  </a:lnTo>
                  <a:lnTo>
                    <a:pt x="80573" y="25400"/>
                  </a:lnTo>
                  <a:lnTo>
                    <a:pt x="81892" y="24130"/>
                  </a:lnTo>
                  <a:lnTo>
                    <a:pt x="86444" y="22860"/>
                  </a:lnTo>
                  <a:lnTo>
                    <a:pt x="80887" y="22860"/>
                  </a:lnTo>
                  <a:lnTo>
                    <a:pt x="77641" y="20320"/>
                  </a:lnTo>
                  <a:lnTo>
                    <a:pt x="68071" y="13970"/>
                  </a:lnTo>
                  <a:close/>
                </a:path>
                <a:path w="247650" h="250190">
                  <a:moveTo>
                    <a:pt x="187502" y="19050"/>
                  </a:moveTo>
                  <a:lnTo>
                    <a:pt x="179261" y="25400"/>
                  </a:lnTo>
                  <a:lnTo>
                    <a:pt x="176046" y="27940"/>
                  </a:lnTo>
                  <a:lnTo>
                    <a:pt x="190992" y="27940"/>
                  </a:lnTo>
                  <a:lnTo>
                    <a:pt x="191627" y="20320"/>
                  </a:lnTo>
                  <a:lnTo>
                    <a:pt x="187502" y="19050"/>
                  </a:lnTo>
                  <a:close/>
                </a:path>
                <a:path w="247650" h="250190">
                  <a:moveTo>
                    <a:pt x="85170" y="6350"/>
                  </a:moveTo>
                  <a:lnTo>
                    <a:pt x="81473" y="8890"/>
                  </a:lnTo>
                  <a:lnTo>
                    <a:pt x="81002" y="19050"/>
                  </a:lnTo>
                  <a:lnTo>
                    <a:pt x="80887" y="22860"/>
                  </a:lnTo>
                  <a:lnTo>
                    <a:pt x="86444" y="22860"/>
                  </a:lnTo>
                  <a:lnTo>
                    <a:pt x="95546" y="20320"/>
                  </a:lnTo>
                  <a:lnTo>
                    <a:pt x="97190" y="19050"/>
                  </a:lnTo>
                  <a:lnTo>
                    <a:pt x="111347" y="17780"/>
                  </a:lnTo>
                  <a:lnTo>
                    <a:pt x="96300" y="17780"/>
                  </a:lnTo>
                  <a:lnTo>
                    <a:pt x="93358" y="13970"/>
                  </a:lnTo>
                  <a:lnTo>
                    <a:pt x="85170" y="6350"/>
                  </a:lnTo>
                  <a:close/>
                </a:path>
                <a:path w="247650" h="250190">
                  <a:moveTo>
                    <a:pt x="171115" y="10160"/>
                  </a:moveTo>
                  <a:lnTo>
                    <a:pt x="163858" y="17780"/>
                  </a:lnTo>
                  <a:lnTo>
                    <a:pt x="161042" y="20320"/>
                  </a:lnTo>
                  <a:lnTo>
                    <a:pt x="176019" y="20320"/>
                  </a:lnTo>
                  <a:lnTo>
                    <a:pt x="175408" y="11430"/>
                  </a:lnTo>
                  <a:lnTo>
                    <a:pt x="171115" y="10160"/>
                  </a:lnTo>
                  <a:close/>
                </a:path>
                <a:path w="247650" h="250190">
                  <a:moveTo>
                    <a:pt x="158037" y="5080"/>
                  </a:moveTo>
                  <a:lnTo>
                    <a:pt x="153660" y="5080"/>
                  </a:lnTo>
                  <a:lnTo>
                    <a:pt x="147555" y="12700"/>
                  </a:lnTo>
                  <a:lnTo>
                    <a:pt x="145199" y="16510"/>
                  </a:lnTo>
                  <a:lnTo>
                    <a:pt x="132571" y="16510"/>
                  </a:lnTo>
                  <a:lnTo>
                    <a:pt x="143367" y="19050"/>
                  </a:lnTo>
                  <a:lnTo>
                    <a:pt x="145220" y="17780"/>
                  </a:lnTo>
                  <a:lnTo>
                    <a:pt x="160707" y="17780"/>
                  </a:lnTo>
                  <a:lnTo>
                    <a:pt x="160539" y="16510"/>
                  </a:lnTo>
                  <a:lnTo>
                    <a:pt x="158037" y="5080"/>
                  </a:lnTo>
                  <a:close/>
                </a:path>
                <a:path w="247650" h="250190">
                  <a:moveTo>
                    <a:pt x="102939" y="2540"/>
                  </a:moveTo>
                  <a:lnTo>
                    <a:pt x="98960" y="3810"/>
                  </a:lnTo>
                  <a:lnTo>
                    <a:pt x="97044" y="13970"/>
                  </a:lnTo>
                  <a:lnTo>
                    <a:pt x="96300" y="17780"/>
                  </a:lnTo>
                  <a:lnTo>
                    <a:pt x="111347" y="17780"/>
                  </a:lnTo>
                  <a:lnTo>
                    <a:pt x="112980" y="16510"/>
                  </a:lnTo>
                  <a:lnTo>
                    <a:pt x="145199" y="16510"/>
                  </a:lnTo>
                  <a:lnTo>
                    <a:pt x="144819" y="15240"/>
                  </a:lnTo>
                  <a:lnTo>
                    <a:pt x="112446" y="15240"/>
                  </a:lnTo>
                  <a:lnTo>
                    <a:pt x="110111" y="11430"/>
                  </a:lnTo>
                  <a:lnTo>
                    <a:pt x="102939" y="2540"/>
                  </a:lnTo>
                  <a:close/>
                </a:path>
                <a:path w="247650" h="250190">
                  <a:moveTo>
                    <a:pt x="121388" y="0"/>
                  </a:moveTo>
                  <a:lnTo>
                    <a:pt x="117169" y="1270"/>
                  </a:lnTo>
                  <a:lnTo>
                    <a:pt x="113755" y="11430"/>
                  </a:lnTo>
                  <a:lnTo>
                    <a:pt x="112446" y="15240"/>
                  </a:lnTo>
                  <a:lnTo>
                    <a:pt x="144819" y="15240"/>
                  </a:lnTo>
                  <a:lnTo>
                    <a:pt x="144438" y="13970"/>
                  </a:lnTo>
                  <a:lnTo>
                    <a:pt x="128875" y="13970"/>
                  </a:lnTo>
                  <a:lnTo>
                    <a:pt x="127116" y="10160"/>
                  </a:lnTo>
                  <a:lnTo>
                    <a:pt x="121388" y="0"/>
                  </a:lnTo>
                  <a:close/>
                </a:path>
                <a:path w="247650" h="250190">
                  <a:moveTo>
                    <a:pt x="139891" y="1270"/>
                  </a:moveTo>
                  <a:lnTo>
                    <a:pt x="135556" y="1270"/>
                  </a:lnTo>
                  <a:lnTo>
                    <a:pt x="130749" y="10160"/>
                  </a:lnTo>
                  <a:lnTo>
                    <a:pt x="128875" y="13970"/>
                  </a:lnTo>
                  <a:lnTo>
                    <a:pt x="144438" y="13970"/>
                  </a:lnTo>
                  <a:lnTo>
                    <a:pt x="144058" y="12700"/>
                  </a:lnTo>
                  <a:lnTo>
                    <a:pt x="139891" y="1270"/>
                  </a:lnTo>
                  <a:close/>
                </a:path>
              </a:pathLst>
            </a:custGeom>
            <a:solidFill>
              <a:srgbClr val="C2BEB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7" name="object 277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15471445" y="7309767"/>
              <a:ext cx="154173" cy="154940"/>
            </a:xfrm>
            <a:prstGeom prst="rect">
              <a:avLst/>
            </a:prstGeom>
          </p:spPr>
        </p:pic>
        <p:sp>
          <p:nvSpPr>
            <p:cNvPr id="278" name="object 278" descr=""/>
            <p:cNvSpPr/>
            <p:nvPr/>
          </p:nvSpPr>
          <p:spPr>
            <a:xfrm>
              <a:off x="14877632" y="7277321"/>
              <a:ext cx="219075" cy="219075"/>
            </a:xfrm>
            <a:custGeom>
              <a:avLst/>
              <a:gdLst/>
              <a:ahLst/>
              <a:cxnLst/>
              <a:rect l="l" t="t" r="r" b="b"/>
              <a:pathLst>
                <a:path w="219075" h="219075">
                  <a:moveTo>
                    <a:pt x="218592" y="109308"/>
                  </a:moveTo>
                  <a:lnTo>
                    <a:pt x="209981" y="66802"/>
                  </a:lnTo>
                  <a:lnTo>
                    <a:pt x="197243" y="47929"/>
                  </a:lnTo>
                  <a:lnTo>
                    <a:pt x="197243" y="109308"/>
                  </a:lnTo>
                  <a:lnTo>
                    <a:pt x="194119" y="124726"/>
                  </a:lnTo>
                  <a:lnTo>
                    <a:pt x="192201" y="122516"/>
                  </a:lnTo>
                  <a:lnTo>
                    <a:pt x="192201" y="134188"/>
                  </a:lnTo>
                  <a:lnTo>
                    <a:pt x="190322" y="143510"/>
                  </a:lnTo>
                  <a:lnTo>
                    <a:pt x="171462" y="171475"/>
                  </a:lnTo>
                  <a:lnTo>
                    <a:pt x="143497" y="190347"/>
                  </a:lnTo>
                  <a:lnTo>
                    <a:pt x="118808" y="195351"/>
                  </a:lnTo>
                  <a:lnTo>
                    <a:pt x="121272" y="192265"/>
                  </a:lnTo>
                  <a:lnTo>
                    <a:pt x="123342" y="172046"/>
                  </a:lnTo>
                  <a:lnTo>
                    <a:pt x="124726" y="150152"/>
                  </a:lnTo>
                  <a:lnTo>
                    <a:pt x="130162" y="135775"/>
                  </a:lnTo>
                  <a:lnTo>
                    <a:pt x="145465" y="132842"/>
                  </a:lnTo>
                  <a:lnTo>
                    <a:pt x="167703" y="135039"/>
                  </a:lnTo>
                  <a:lnTo>
                    <a:pt x="188391" y="136271"/>
                  </a:lnTo>
                  <a:lnTo>
                    <a:pt x="192201" y="134188"/>
                  </a:lnTo>
                  <a:lnTo>
                    <a:pt x="192201" y="122516"/>
                  </a:lnTo>
                  <a:lnTo>
                    <a:pt x="191300" y="121475"/>
                  </a:lnTo>
                  <a:lnTo>
                    <a:pt x="169989" y="115493"/>
                  </a:lnTo>
                  <a:lnTo>
                    <a:pt x="146875" y="109639"/>
                  </a:lnTo>
                  <a:lnTo>
                    <a:pt x="133654" y="101041"/>
                  </a:lnTo>
                  <a:lnTo>
                    <a:pt x="136817" y="84569"/>
                  </a:lnTo>
                  <a:lnTo>
                    <a:pt x="148488" y="61874"/>
                  </a:lnTo>
                  <a:lnTo>
                    <a:pt x="158762" y="40335"/>
                  </a:lnTo>
                  <a:lnTo>
                    <a:pt x="158610" y="38468"/>
                  </a:lnTo>
                  <a:lnTo>
                    <a:pt x="171462" y="47129"/>
                  </a:lnTo>
                  <a:lnTo>
                    <a:pt x="190322" y="75095"/>
                  </a:lnTo>
                  <a:lnTo>
                    <a:pt x="197243" y="109308"/>
                  </a:lnTo>
                  <a:lnTo>
                    <a:pt x="197243" y="47929"/>
                  </a:lnTo>
                  <a:lnTo>
                    <a:pt x="186537" y="32054"/>
                  </a:lnTo>
                  <a:lnTo>
                    <a:pt x="170662" y="21348"/>
                  </a:lnTo>
                  <a:lnTo>
                    <a:pt x="151790" y="8610"/>
                  </a:lnTo>
                  <a:lnTo>
                    <a:pt x="147510" y="7747"/>
                  </a:lnTo>
                  <a:lnTo>
                    <a:pt x="147510" y="30988"/>
                  </a:lnTo>
                  <a:lnTo>
                    <a:pt x="145999" y="31521"/>
                  </a:lnTo>
                  <a:lnTo>
                    <a:pt x="131927" y="48895"/>
                  </a:lnTo>
                  <a:lnTo>
                    <a:pt x="117411" y="68033"/>
                  </a:lnTo>
                  <a:lnTo>
                    <a:pt x="109524" y="73736"/>
                  </a:lnTo>
                  <a:lnTo>
                    <a:pt x="109524" y="197231"/>
                  </a:lnTo>
                  <a:lnTo>
                    <a:pt x="109296" y="197269"/>
                  </a:lnTo>
                  <a:lnTo>
                    <a:pt x="75082" y="190347"/>
                  </a:lnTo>
                  <a:lnTo>
                    <a:pt x="47129" y="171475"/>
                  </a:lnTo>
                  <a:lnTo>
                    <a:pt x="30048" y="146177"/>
                  </a:lnTo>
                  <a:lnTo>
                    <a:pt x="31635" y="146735"/>
                  </a:lnTo>
                  <a:lnTo>
                    <a:pt x="52984" y="142506"/>
                  </a:lnTo>
                  <a:lnTo>
                    <a:pt x="75742" y="137121"/>
                  </a:lnTo>
                  <a:lnTo>
                    <a:pt x="91770" y="137871"/>
                  </a:lnTo>
                  <a:lnTo>
                    <a:pt x="98615" y="151498"/>
                  </a:lnTo>
                  <a:lnTo>
                    <a:pt x="101904" y="173253"/>
                  </a:lnTo>
                  <a:lnTo>
                    <a:pt x="105638" y="193255"/>
                  </a:lnTo>
                  <a:lnTo>
                    <a:pt x="109524" y="197231"/>
                  </a:lnTo>
                  <a:lnTo>
                    <a:pt x="109524" y="73736"/>
                  </a:lnTo>
                  <a:lnTo>
                    <a:pt x="104330" y="77482"/>
                  </a:lnTo>
                  <a:lnTo>
                    <a:pt x="90449" y="69850"/>
                  </a:lnTo>
                  <a:lnTo>
                    <a:pt x="80251" y="59080"/>
                  </a:lnTo>
                  <a:lnTo>
                    <a:pt x="80251" y="102196"/>
                  </a:lnTo>
                  <a:lnTo>
                    <a:pt x="68364" y="112864"/>
                  </a:lnTo>
                  <a:lnTo>
                    <a:pt x="46393" y="122580"/>
                  </a:lnTo>
                  <a:lnTo>
                    <a:pt x="26238" y="132194"/>
                  </a:lnTo>
                  <a:lnTo>
                    <a:pt x="26022" y="132524"/>
                  </a:lnTo>
                  <a:lnTo>
                    <a:pt x="21336" y="109308"/>
                  </a:lnTo>
                  <a:lnTo>
                    <a:pt x="28257" y="75095"/>
                  </a:lnTo>
                  <a:lnTo>
                    <a:pt x="47129" y="47129"/>
                  </a:lnTo>
                  <a:lnTo>
                    <a:pt x="47574" y="46837"/>
                  </a:lnTo>
                  <a:lnTo>
                    <a:pt x="47612" y="47434"/>
                  </a:lnTo>
                  <a:lnTo>
                    <a:pt x="60515" y="66573"/>
                  </a:lnTo>
                  <a:lnTo>
                    <a:pt x="74968" y="86664"/>
                  </a:lnTo>
                  <a:lnTo>
                    <a:pt x="80251" y="102196"/>
                  </a:lnTo>
                  <a:lnTo>
                    <a:pt x="80251" y="59080"/>
                  </a:lnTo>
                  <a:lnTo>
                    <a:pt x="74282" y="52768"/>
                  </a:lnTo>
                  <a:lnTo>
                    <a:pt x="59905" y="38506"/>
                  </a:lnTo>
                  <a:lnTo>
                    <a:pt x="75082" y="28270"/>
                  </a:lnTo>
                  <a:lnTo>
                    <a:pt x="109296" y="21348"/>
                  </a:lnTo>
                  <a:lnTo>
                    <a:pt x="143497" y="28270"/>
                  </a:lnTo>
                  <a:lnTo>
                    <a:pt x="147510" y="30988"/>
                  </a:lnTo>
                  <a:lnTo>
                    <a:pt x="147510" y="7747"/>
                  </a:lnTo>
                  <a:lnTo>
                    <a:pt x="109296" y="0"/>
                  </a:lnTo>
                  <a:lnTo>
                    <a:pt x="66789" y="8610"/>
                  </a:lnTo>
                  <a:lnTo>
                    <a:pt x="32042" y="32054"/>
                  </a:lnTo>
                  <a:lnTo>
                    <a:pt x="8597" y="66802"/>
                  </a:lnTo>
                  <a:lnTo>
                    <a:pt x="0" y="109308"/>
                  </a:lnTo>
                  <a:lnTo>
                    <a:pt x="8597" y="151803"/>
                  </a:lnTo>
                  <a:lnTo>
                    <a:pt x="32042" y="186550"/>
                  </a:lnTo>
                  <a:lnTo>
                    <a:pt x="66789" y="210007"/>
                  </a:lnTo>
                  <a:lnTo>
                    <a:pt x="109296" y="218605"/>
                  </a:lnTo>
                  <a:lnTo>
                    <a:pt x="151790" y="210007"/>
                  </a:lnTo>
                  <a:lnTo>
                    <a:pt x="170675" y="197269"/>
                  </a:lnTo>
                  <a:lnTo>
                    <a:pt x="186537" y="186550"/>
                  </a:lnTo>
                  <a:lnTo>
                    <a:pt x="209981" y="151803"/>
                  </a:lnTo>
                  <a:lnTo>
                    <a:pt x="218592" y="109308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4869110" y="7265383"/>
              <a:ext cx="767715" cy="243840"/>
            </a:xfrm>
            <a:custGeom>
              <a:avLst/>
              <a:gdLst/>
              <a:ahLst/>
              <a:cxnLst/>
              <a:rect l="l" t="t" r="r" b="b"/>
              <a:pathLst>
                <a:path w="767715" h="243840">
                  <a:moveTo>
                    <a:pt x="53848" y="150037"/>
                  </a:moveTo>
                  <a:lnTo>
                    <a:pt x="53251" y="146050"/>
                  </a:lnTo>
                  <a:lnTo>
                    <a:pt x="50431" y="143967"/>
                  </a:lnTo>
                  <a:lnTo>
                    <a:pt x="47612" y="141871"/>
                  </a:lnTo>
                  <a:lnTo>
                    <a:pt x="43637" y="142468"/>
                  </a:lnTo>
                  <a:lnTo>
                    <a:pt x="39446" y="148094"/>
                  </a:lnTo>
                  <a:lnTo>
                    <a:pt x="40030" y="152082"/>
                  </a:lnTo>
                  <a:lnTo>
                    <a:pt x="45681" y="156260"/>
                  </a:lnTo>
                  <a:lnTo>
                    <a:pt x="49657" y="155663"/>
                  </a:lnTo>
                  <a:lnTo>
                    <a:pt x="53848" y="150037"/>
                  </a:lnTo>
                  <a:close/>
                </a:path>
                <a:path w="767715" h="243840">
                  <a:moveTo>
                    <a:pt x="76733" y="63957"/>
                  </a:moveTo>
                  <a:lnTo>
                    <a:pt x="76149" y="59982"/>
                  </a:lnTo>
                  <a:lnTo>
                    <a:pt x="73329" y="57886"/>
                  </a:lnTo>
                  <a:lnTo>
                    <a:pt x="70510" y="55791"/>
                  </a:lnTo>
                  <a:lnTo>
                    <a:pt x="66522" y="56388"/>
                  </a:lnTo>
                  <a:lnTo>
                    <a:pt x="62344" y="62026"/>
                  </a:lnTo>
                  <a:lnTo>
                    <a:pt x="62928" y="66001"/>
                  </a:lnTo>
                  <a:lnTo>
                    <a:pt x="68580" y="70192"/>
                  </a:lnTo>
                  <a:lnTo>
                    <a:pt x="72555" y="69596"/>
                  </a:lnTo>
                  <a:lnTo>
                    <a:pt x="76733" y="63957"/>
                  </a:lnTo>
                  <a:close/>
                </a:path>
                <a:path w="767715" h="243840">
                  <a:moveTo>
                    <a:pt x="128778" y="195656"/>
                  </a:moveTo>
                  <a:lnTo>
                    <a:pt x="128181" y="191668"/>
                  </a:lnTo>
                  <a:lnTo>
                    <a:pt x="125361" y="189585"/>
                  </a:lnTo>
                  <a:lnTo>
                    <a:pt x="122542" y="187490"/>
                  </a:lnTo>
                  <a:lnTo>
                    <a:pt x="118567" y="188087"/>
                  </a:lnTo>
                  <a:lnTo>
                    <a:pt x="114376" y="193713"/>
                  </a:lnTo>
                  <a:lnTo>
                    <a:pt x="114960" y="197700"/>
                  </a:lnTo>
                  <a:lnTo>
                    <a:pt x="120611" y="201879"/>
                  </a:lnTo>
                  <a:lnTo>
                    <a:pt x="124587" y="201282"/>
                  </a:lnTo>
                  <a:lnTo>
                    <a:pt x="128778" y="195656"/>
                  </a:lnTo>
                  <a:close/>
                </a:path>
                <a:path w="767715" h="243840">
                  <a:moveTo>
                    <a:pt x="160515" y="55892"/>
                  </a:moveTo>
                  <a:lnTo>
                    <a:pt x="157657" y="53047"/>
                  </a:lnTo>
                  <a:lnTo>
                    <a:pt x="150647" y="53047"/>
                  </a:lnTo>
                  <a:lnTo>
                    <a:pt x="147802" y="55892"/>
                  </a:lnTo>
                  <a:lnTo>
                    <a:pt x="147802" y="62915"/>
                  </a:lnTo>
                  <a:lnTo>
                    <a:pt x="150647" y="65760"/>
                  </a:lnTo>
                  <a:lnTo>
                    <a:pt x="157657" y="65760"/>
                  </a:lnTo>
                  <a:lnTo>
                    <a:pt x="160515" y="62915"/>
                  </a:lnTo>
                  <a:lnTo>
                    <a:pt x="160515" y="59397"/>
                  </a:lnTo>
                  <a:lnTo>
                    <a:pt x="160515" y="55892"/>
                  </a:lnTo>
                  <a:close/>
                </a:path>
                <a:path w="767715" h="243840">
                  <a:moveTo>
                    <a:pt x="190296" y="134670"/>
                  </a:moveTo>
                  <a:lnTo>
                    <a:pt x="187452" y="131826"/>
                  </a:lnTo>
                  <a:lnTo>
                    <a:pt x="180428" y="131826"/>
                  </a:lnTo>
                  <a:lnTo>
                    <a:pt x="177584" y="134670"/>
                  </a:lnTo>
                  <a:lnTo>
                    <a:pt x="177584" y="141693"/>
                  </a:lnTo>
                  <a:lnTo>
                    <a:pt x="180428" y="144538"/>
                  </a:lnTo>
                  <a:lnTo>
                    <a:pt x="187452" y="144538"/>
                  </a:lnTo>
                  <a:lnTo>
                    <a:pt x="190296" y="141693"/>
                  </a:lnTo>
                  <a:lnTo>
                    <a:pt x="190296" y="138176"/>
                  </a:lnTo>
                  <a:lnTo>
                    <a:pt x="190296" y="134670"/>
                  </a:lnTo>
                  <a:close/>
                </a:path>
                <a:path w="767715" h="243840">
                  <a:moveTo>
                    <a:pt x="222364" y="228600"/>
                  </a:moveTo>
                  <a:lnTo>
                    <a:pt x="221551" y="227330"/>
                  </a:lnTo>
                  <a:lnTo>
                    <a:pt x="220624" y="227330"/>
                  </a:lnTo>
                  <a:lnTo>
                    <a:pt x="202679" y="228600"/>
                  </a:lnTo>
                  <a:lnTo>
                    <a:pt x="222364" y="228600"/>
                  </a:lnTo>
                  <a:close/>
                </a:path>
                <a:path w="767715" h="243840">
                  <a:moveTo>
                    <a:pt x="283997" y="228600"/>
                  </a:moveTo>
                  <a:lnTo>
                    <a:pt x="283248" y="222250"/>
                  </a:lnTo>
                  <a:lnTo>
                    <a:pt x="266623" y="223520"/>
                  </a:lnTo>
                  <a:lnTo>
                    <a:pt x="265734" y="224790"/>
                  </a:lnTo>
                  <a:lnTo>
                    <a:pt x="263220" y="224790"/>
                  </a:lnTo>
                  <a:lnTo>
                    <a:pt x="245313" y="226060"/>
                  </a:lnTo>
                  <a:lnTo>
                    <a:pt x="241973" y="226060"/>
                  </a:lnTo>
                  <a:lnTo>
                    <a:pt x="224015" y="227330"/>
                  </a:lnTo>
                  <a:lnTo>
                    <a:pt x="223113" y="227330"/>
                  </a:lnTo>
                  <a:lnTo>
                    <a:pt x="222364" y="228600"/>
                  </a:lnTo>
                  <a:lnTo>
                    <a:pt x="283997" y="228600"/>
                  </a:lnTo>
                  <a:close/>
                </a:path>
                <a:path w="767715" h="243840">
                  <a:moveTo>
                    <a:pt x="767600" y="119380"/>
                  </a:moveTo>
                  <a:lnTo>
                    <a:pt x="767181" y="114300"/>
                  </a:lnTo>
                  <a:lnTo>
                    <a:pt x="766229" y="109220"/>
                  </a:lnTo>
                  <a:lnTo>
                    <a:pt x="765759" y="107950"/>
                  </a:lnTo>
                  <a:lnTo>
                    <a:pt x="765111" y="106680"/>
                  </a:lnTo>
                  <a:lnTo>
                    <a:pt x="765403" y="106680"/>
                  </a:lnTo>
                  <a:lnTo>
                    <a:pt x="765454" y="105410"/>
                  </a:lnTo>
                  <a:lnTo>
                    <a:pt x="763803" y="99060"/>
                  </a:lnTo>
                  <a:lnTo>
                    <a:pt x="761746" y="92710"/>
                  </a:lnTo>
                  <a:lnTo>
                    <a:pt x="758659" y="87630"/>
                  </a:lnTo>
                  <a:lnTo>
                    <a:pt x="757948" y="86360"/>
                  </a:lnTo>
                  <a:lnTo>
                    <a:pt x="757110" y="86360"/>
                  </a:lnTo>
                  <a:lnTo>
                    <a:pt x="757123" y="85090"/>
                  </a:lnTo>
                  <a:lnTo>
                    <a:pt x="756869" y="83820"/>
                  </a:lnTo>
                  <a:lnTo>
                    <a:pt x="753376" y="78740"/>
                  </a:lnTo>
                  <a:lnTo>
                    <a:pt x="749846" y="73660"/>
                  </a:lnTo>
                  <a:lnTo>
                    <a:pt x="745109" y="68580"/>
                  </a:lnTo>
                  <a:lnTo>
                    <a:pt x="743305" y="68580"/>
                  </a:lnTo>
                  <a:lnTo>
                    <a:pt x="743026" y="67310"/>
                  </a:lnTo>
                  <a:lnTo>
                    <a:pt x="742518" y="66040"/>
                  </a:lnTo>
                  <a:lnTo>
                    <a:pt x="737641" y="62230"/>
                  </a:lnTo>
                  <a:lnTo>
                    <a:pt x="733056" y="58420"/>
                  </a:lnTo>
                  <a:lnTo>
                    <a:pt x="727240" y="54610"/>
                  </a:lnTo>
                  <a:lnTo>
                    <a:pt x="724827" y="54610"/>
                  </a:lnTo>
                  <a:lnTo>
                    <a:pt x="724103" y="53340"/>
                  </a:lnTo>
                  <a:lnTo>
                    <a:pt x="718451" y="50800"/>
                  </a:lnTo>
                  <a:lnTo>
                    <a:pt x="713320" y="48260"/>
                  </a:lnTo>
                  <a:lnTo>
                    <a:pt x="710539" y="46990"/>
                  </a:lnTo>
                  <a:lnTo>
                    <a:pt x="707745" y="45720"/>
                  </a:lnTo>
                  <a:lnTo>
                    <a:pt x="703821" y="45720"/>
                  </a:lnTo>
                  <a:lnTo>
                    <a:pt x="702894" y="44450"/>
                  </a:lnTo>
                  <a:lnTo>
                    <a:pt x="698030" y="44450"/>
                  </a:lnTo>
                  <a:lnTo>
                    <a:pt x="692543" y="43180"/>
                  </a:lnTo>
                  <a:lnTo>
                    <a:pt x="684618" y="41910"/>
                  </a:lnTo>
                  <a:lnTo>
                    <a:pt x="683666" y="41910"/>
                  </a:lnTo>
                  <a:lnTo>
                    <a:pt x="682828" y="43180"/>
                  </a:lnTo>
                  <a:lnTo>
                    <a:pt x="682104" y="41910"/>
                  </a:lnTo>
                  <a:lnTo>
                    <a:pt x="681215" y="41910"/>
                  </a:lnTo>
                  <a:lnTo>
                    <a:pt x="675424" y="40640"/>
                  </a:lnTo>
                  <a:lnTo>
                    <a:pt x="663194" y="39370"/>
                  </a:lnTo>
                  <a:lnTo>
                    <a:pt x="662279" y="39370"/>
                  </a:lnTo>
                  <a:lnTo>
                    <a:pt x="661454" y="40640"/>
                  </a:lnTo>
                  <a:lnTo>
                    <a:pt x="660704" y="39370"/>
                  </a:lnTo>
                  <a:lnTo>
                    <a:pt x="659828" y="39370"/>
                  </a:lnTo>
                  <a:lnTo>
                    <a:pt x="648487" y="38100"/>
                  </a:lnTo>
                  <a:lnTo>
                    <a:pt x="639368" y="38100"/>
                  </a:lnTo>
                  <a:lnTo>
                    <a:pt x="638479" y="36830"/>
                  </a:lnTo>
                  <a:lnTo>
                    <a:pt x="620522" y="35560"/>
                  </a:lnTo>
                  <a:lnTo>
                    <a:pt x="617156" y="35560"/>
                  </a:lnTo>
                  <a:lnTo>
                    <a:pt x="611009" y="34290"/>
                  </a:lnTo>
                  <a:lnTo>
                    <a:pt x="600189" y="34290"/>
                  </a:lnTo>
                  <a:lnTo>
                    <a:pt x="599186" y="33020"/>
                  </a:lnTo>
                  <a:lnTo>
                    <a:pt x="598297" y="34290"/>
                  </a:lnTo>
                  <a:lnTo>
                    <a:pt x="596722" y="34290"/>
                  </a:lnTo>
                  <a:lnTo>
                    <a:pt x="595833" y="33020"/>
                  </a:lnTo>
                  <a:lnTo>
                    <a:pt x="578866" y="31750"/>
                  </a:lnTo>
                  <a:lnTo>
                    <a:pt x="576961" y="31750"/>
                  </a:lnTo>
                  <a:lnTo>
                    <a:pt x="576135" y="33020"/>
                  </a:lnTo>
                  <a:lnTo>
                    <a:pt x="575398" y="31750"/>
                  </a:lnTo>
                  <a:lnTo>
                    <a:pt x="574509" y="31750"/>
                  </a:lnTo>
                  <a:lnTo>
                    <a:pt x="556590" y="30480"/>
                  </a:lnTo>
                  <a:lnTo>
                    <a:pt x="554088" y="30480"/>
                  </a:lnTo>
                  <a:lnTo>
                    <a:pt x="553199" y="29210"/>
                  </a:lnTo>
                  <a:lnTo>
                    <a:pt x="535241" y="27940"/>
                  </a:lnTo>
                  <a:lnTo>
                    <a:pt x="534339" y="27940"/>
                  </a:lnTo>
                  <a:lnTo>
                    <a:pt x="533501" y="29210"/>
                  </a:lnTo>
                  <a:lnTo>
                    <a:pt x="532765" y="27940"/>
                  </a:lnTo>
                  <a:lnTo>
                    <a:pt x="531888" y="27940"/>
                  </a:lnTo>
                  <a:lnTo>
                    <a:pt x="513956" y="26670"/>
                  </a:lnTo>
                  <a:lnTo>
                    <a:pt x="510565" y="26670"/>
                  </a:lnTo>
                  <a:lnTo>
                    <a:pt x="492645" y="25400"/>
                  </a:lnTo>
                  <a:lnTo>
                    <a:pt x="490131" y="25400"/>
                  </a:lnTo>
                  <a:lnTo>
                    <a:pt x="489242" y="24130"/>
                  </a:lnTo>
                  <a:lnTo>
                    <a:pt x="472300" y="22860"/>
                  </a:lnTo>
                  <a:lnTo>
                    <a:pt x="471335" y="22860"/>
                  </a:lnTo>
                  <a:lnTo>
                    <a:pt x="470395" y="24130"/>
                  </a:lnTo>
                  <a:lnTo>
                    <a:pt x="469582" y="24130"/>
                  </a:lnTo>
                  <a:lnTo>
                    <a:pt x="468833" y="22860"/>
                  </a:lnTo>
                  <a:lnTo>
                    <a:pt x="467944" y="22860"/>
                  </a:lnTo>
                  <a:lnTo>
                    <a:pt x="449986" y="21590"/>
                  </a:lnTo>
                  <a:lnTo>
                    <a:pt x="449084" y="21590"/>
                  </a:lnTo>
                  <a:lnTo>
                    <a:pt x="448259" y="22860"/>
                  </a:lnTo>
                  <a:lnTo>
                    <a:pt x="447522" y="21590"/>
                  </a:lnTo>
                  <a:lnTo>
                    <a:pt x="446633" y="21590"/>
                  </a:lnTo>
                  <a:lnTo>
                    <a:pt x="428663" y="20320"/>
                  </a:lnTo>
                  <a:lnTo>
                    <a:pt x="425310" y="20320"/>
                  </a:lnTo>
                  <a:lnTo>
                    <a:pt x="408305" y="19050"/>
                  </a:lnTo>
                  <a:lnTo>
                    <a:pt x="403936" y="19050"/>
                  </a:lnTo>
                  <a:lnTo>
                    <a:pt x="386994" y="17780"/>
                  </a:lnTo>
                  <a:lnTo>
                    <a:pt x="386041" y="16510"/>
                  </a:lnTo>
                  <a:lnTo>
                    <a:pt x="385102" y="17780"/>
                  </a:lnTo>
                  <a:lnTo>
                    <a:pt x="383540" y="17780"/>
                  </a:lnTo>
                  <a:lnTo>
                    <a:pt x="382651" y="16510"/>
                  </a:lnTo>
                  <a:lnTo>
                    <a:pt x="365696" y="15240"/>
                  </a:lnTo>
                  <a:lnTo>
                    <a:pt x="363791" y="15240"/>
                  </a:lnTo>
                  <a:lnTo>
                    <a:pt x="362978" y="16510"/>
                  </a:lnTo>
                  <a:lnTo>
                    <a:pt x="362229" y="15240"/>
                  </a:lnTo>
                  <a:lnTo>
                    <a:pt x="361340" y="15240"/>
                  </a:lnTo>
                  <a:lnTo>
                    <a:pt x="344373" y="13970"/>
                  </a:lnTo>
                  <a:lnTo>
                    <a:pt x="342480" y="13970"/>
                  </a:lnTo>
                  <a:lnTo>
                    <a:pt x="341655" y="15240"/>
                  </a:lnTo>
                  <a:lnTo>
                    <a:pt x="340906" y="13970"/>
                  </a:lnTo>
                  <a:lnTo>
                    <a:pt x="340017" y="13970"/>
                  </a:lnTo>
                  <a:lnTo>
                    <a:pt x="323037" y="12700"/>
                  </a:lnTo>
                  <a:lnTo>
                    <a:pt x="318681" y="12700"/>
                  </a:lnTo>
                  <a:lnTo>
                    <a:pt x="300659" y="11430"/>
                  </a:lnTo>
                  <a:lnTo>
                    <a:pt x="297040" y="11430"/>
                  </a:lnTo>
                  <a:lnTo>
                    <a:pt x="280390" y="10160"/>
                  </a:lnTo>
                  <a:lnTo>
                    <a:pt x="276936" y="10160"/>
                  </a:lnTo>
                  <a:lnTo>
                    <a:pt x="276034" y="8890"/>
                  </a:lnTo>
                  <a:lnTo>
                    <a:pt x="255600" y="8890"/>
                  </a:lnTo>
                  <a:lnTo>
                    <a:pt x="254711" y="7620"/>
                  </a:lnTo>
                  <a:lnTo>
                    <a:pt x="237731" y="6350"/>
                  </a:lnTo>
                  <a:lnTo>
                    <a:pt x="236778" y="6350"/>
                  </a:lnTo>
                  <a:lnTo>
                    <a:pt x="235826" y="7620"/>
                  </a:lnTo>
                  <a:lnTo>
                    <a:pt x="235013" y="7620"/>
                  </a:lnTo>
                  <a:lnTo>
                    <a:pt x="234264" y="6350"/>
                  </a:lnTo>
                  <a:lnTo>
                    <a:pt x="233375" y="6350"/>
                  </a:lnTo>
                  <a:lnTo>
                    <a:pt x="216382" y="5080"/>
                  </a:lnTo>
                  <a:lnTo>
                    <a:pt x="214477" y="5080"/>
                  </a:lnTo>
                  <a:lnTo>
                    <a:pt x="213677" y="6350"/>
                  </a:lnTo>
                  <a:lnTo>
                    <a:pt x="212915" y="5080"/>
                  </a:lnTo>
                  <a:lnTo>
                    <a:pt x="212013" y="5080"/>
                  </a:lnTo>
                  <a:lnTo>
                    <a:pt x="194043" y="3810"/>
                  </a:lnTo>
                  <a:lnTo>
                    <a:pt x="193128" y="3810"/>
                  </a:lnTo>
                  <a:lnTo>
                    <a:pt x="192316" y="5080"/>
                  </a:lnTo>
                  <a:lnTo>
                    <a:pt x="191554" y="3810"/>
                  </a:lnTo>
                  <a:lnTo>
                    <a:pt x="190665" y="3810"/>
                  </a:lnTo>
                  <a:lnTo>
                    <a:pt x="173659" y="2540"/>
                  </a:lnTo>
                  <a:lnTo>
                    <a:pt x="171754" y="2540"/>
                  </a:lnTo>
                  <a:lnTo>
                    <a:pt x="170942" y="3810"/>
                  </a:lnTo>
                  <a:lnTo>
                    <a:pt x="170192" y="2540"/>
                  </a:lnTo>
                  <a:lnTo>
                    <a:pt x="169291" y="2540"/>
                  </a:lnTo>
                  <a:lnTo>
                    <a:pt x="151244" y="1270"/>
                  </a:lnTo>
                  <a:lnTo>
                    <a:pt x="150342" y="1270"/>
                  </a:lnTo>
                  <a:lnTo>
                    <a:pt x="149529" y="2540"/>
                  </a:lnTo>
                  <a:lnTo>
                    <a:pt x="148767" y="1270"/>
                  </a:lnTo>
                  <a:lnTo>
                    <a:pt x="147866" y="1270"/>
                  </a:lnTo>
                  <a:lnTo>
                    <a:pt x="132499" y="0"/>
                  </a:lnTo>
                  <a:lnTo>
                    <a:pt x="130619" y="0"/>
                  </a:lnTo>
                  <a:lnTo>
                    <a:pt x="127304" y="1270"/>
                  </a:lnTo>
                  <a:lnTo>
                    <a:pt x="125514" y="1270"/>
                  </a:lnTo>
                  <a:lnTo>
                    <a:pt x="124866" y="2540"/>
                  </a:lnTo>
                  <a:lnTo>
                    <a:pt x="124002" y="1270"/>
                  </a:lnTo>
                  <a:lnTo>
                    <a:pt x="123050" y="1270"/>
                  </a:lnTo>
                  <a:lnTo>
                    <a:pt x="111620" y="3810"/>
                  </a:lnTo>
                  <a:lnTo>
                    <a:pt x="105473" y="6350"/>
                  </a:lnTo>
                  <a:lnTo>
                    <a:pt x="102146" y="6350"/>
                  </a:lnTo>
                  <a:lnTo>
                    <a:pt x="95338" y="8890"/>
                  </a:lnTo>
                  <a:lnTo>
                    <a:pt x="90220" y="10160"/>
                  </a:lnTo>
                  <a:lnTo>
                    <a:pt x="84594" y="11430"/>
                  </a:lnTo>
                  <a:lnTo>
                    <a:pt x="83769" y="11430"/>
                  </a:lnTo>
                  <a:lnTo>
                    <a:pt x="83159" y="12700"/>
                  </a:lnTo>
                  <a:lnTo>
                    <a:pt x="81267" y="12700"/>
                  </a:lnTo>
                  <a:lnTo>
                    <a:pt x="74752" y="15240"/>
                  </a:lnTo>
                  <a:lnTo>
                    <a:pt x="69697" y="16510"/>
                  </a:lnTo>
                  <a:lnTo>
                    <a:pt x="63969" y="19050"/>
                  </a:lnTo>
                  <a:lnTo>
                    <a:pt x="63220" y="19050"/>
                  </a:lnTo>
                  <a:lnTo>
                    <a:pt x="62661" y="20320"/>
                  </a:lnTo>
                  <a:lnTo>
                    <a:pt x="60756" y="20320"/>
                  </a:lnTo>
                  <a:lnTo>
                    <a:pt x="54571" y="22860"/>
                  </a:lnTo>
                  <a:lnTo>
                    <a:pt x="49644" y="25400"/>
                  </a:lnTo>
                  <a:lnTo>
                    <a:pt x="44348" y="29210"/>
                  </a:lnTo>
                  <a:lnTo>
                    <a:pt x="43713" y="30480"/>
                  </a:lnTo>
                  <a:lnTo>
                    <a:pt x="42354" y="30480"/>
                  </a:lnTo>
                  <a:lnTo>
                    <a:pt x="41402" y="31750"/>
                  </a:lnTo>
                  <a:lnTo>
                    <a:pt x="35915" y="35560"/>
                  </a:lnTo>
                  <a:lnTo>
                    <a:pt x="31623" y="39370"/>
                  </a:lnTo>
                  <a:lnTo>
                    <a:pt x="27089" y="44450"/>
                  </a:lnTo>
                  <a:lnTo>
                    <a:pt x="26631" y="44450"/>
                  </a:lnTo>
                  <a:lnTo>
                    <a:pt x="26428" y="45720"/>
                  </a:lnTo>
                  <a:lnTo>
                    <a:pt x="25527" y="45720"/>
                  </a:lnTo>
                  <a:lnTo>
                    <a:pt x="24688" y="46990"/>
                  </a:lnTo>
                  <a:lnTo>
                    <a:pt x="20421" y="52070"/>
                  </a:lnTo>
                  <a:lnTo>
                    <a:pt x="17183" y="55880"/>
                  </a:lnTo>
                  <a:lnTo>
                    <a:pt x="13893" y="62230"/>
                  </a:lnTo>
                  <a:lnTo>
                    <a:pt x="13677" y="63500"/>
                  </a:lnTo>
                  <a:lnTo>
                    <a:pt x="12915" y="64770"/>
                  </a:lnTo>
                  <a:lnTo>
                    <a:pt x="12230" y="64770"/>
                  </a:lnTo>
                  <a:lnTo>
                    <a:pt x="9436" y="71120"/>
                  </a:lnTo>
                  <a:lnTo>
                    <a:pt x="7404" y="76200"/>
                  </a:lnTo>
                  <a:lnTo>
                    <a:pt x="5473" y="82550"/>
                  </a:lnTo>
                  <a:lnTo>
                    <a:pt x="5473" y="83820"/>
                  </a:lnTo>
                  <a:lnTo>
                    <a:pt x="5702" y="85090"/>
                  </a:lnTo>
                  <a:lnTo>
                    <a:pt x="5029" y="85090"/>
                  </a:lnTo>
                  <a:lnTo>
                    <a:pt x="4533" y="86360"/>
                  </a:lnTo>
                  <a:lnTo>
                    <a:pt x="2997" y="92710"/>
                  </a:lnTo>
                  <a:lnTo>
                    <a:pt x="1981" y="97790"/>
                  </a:lnTo>
                  <a:lnTo>
                    <a:pt x="1143" y="104140"/>
                  </a:lnTo>
                  <a:lnTo>
                    <a:pt x="1308" y="105410"/>
                  </a:lnTo>
                  <a:lnTo>
                    <a:pt x="1676" y="106680"/>
                  </a:lnTo>
                  <a:lnTo>
                    <a:pt x="1130" y="106680"/>
                  </a:lnTo>
                  <a:lnTo>
                    <a:pt x="774" y="107950"/>
                  </a:lnTo>
                  <a:lnTo>
                    <a:pt x="571" y="110490"/>
                  </a:lnTo>
                  <a:lnTo>
                    <a:pt x="114" y="116840"/>
                  </a:lnTo>
                  <a:lnTo>
                    <a:pt x="0" y="127000"/>
                  </a:lnTo>
                  <a:lnTo>
                    <a:pt x="304" y="127000"/>
                  </a:lnTo>
                  <a:lnTo>
                    <a:pt x="787" y="128270"/>
                  </a:lnTo>
                  <a:lnTo>
                    <a:pt x="355" y="129540"/>
                  </a:lnTo>
                  <a:lnTo>
                    <a:pt x="127" y="130810"/>
                  </a:lnTo>
                  <a:lnTo>
                    <a:pt x="469" y="137160"/>
                  </a:lnTo>
                  <a:lnTo>
                    <a:pt x="1117" y="142240"/>
                  </a:lnTo>
                  <a:lnTo>
                    <a:pt x="2286" y="148590"/>
                  </a:lnTo>
                  <a:lnTo>
                    <a:pt x="2743" y="149860"/>
                  </a:lnTo>
                  <a:lnTo>
                    <a:pt x="3378" y="149860"/>
                  </a:lnTo>
                  <a:lnTo>
                    <a:pt x="3086" y="151130"/>
                  </a:lnTo>
                  <a:lnTo>
                    <a:pt x="9347" y="171450"/>
                  </a:lnTo>
                  <a:lnTo>
                    <a:pt x="10109" y="171450"/>
                  </a:lnTo>
                  <a:lnTo>
                    <a:pt x="10007" y="172720"/>
                  </a:lnTo>
                  <a:lnTo>
                    <a:pt x="10147" y="173990"/>
                  </a:lnTo>
                  <a:lnTo>
                    <a:pt x="15786" y="184150"/>
                  </a:lnTo>
                  <a:lnTo>
                    <a:pt x="19519" y="189230"/>
                  </a:lnTo>
                  <a:lnTo>
                    <a:pt x="20307" y="190500"/>
                  </a:lnTo>
                  <a:lnTo>
                    <a:pt x="21170" y="190500"/>
                  </a:lnTo>
                  <a:lnTo>
                    <a:pt x="21259" y="191770"/>
                  </a:lnTo>
                  <a:lnTo>
                    <a:pt x="21615" y="193040"/>
                  </a:lnTo>
                  <a:lnTo>
                    <a:pt x="25603" y="198120"/>
                  </a:lnTo>
                  <a:lnTo>
                    <a:pt x="29387" y="201930"/>
                  </a:lnTo>
                  <a:lnTo>
                    <a:pt x="34201" y="207010"/>
                  </a:lnTo>
                  <a:lnTo>
                    <a:pt x="36017" y="207010"/>
                  </a:lnTo>
                  <a:lnTo>
                    <a:pt x="36309" y="208280"/>
                  </a:lnTo>
                  <a:lnTo>
                    <a:pt x="36830" y="209550"/>
                  </a:lnTo>
                  <a:lnTo>
                    <a:pt x="41668" y="213360"/>
                  </a:lnTo>
                  <a:lnTo>
                    <a:pt x="46151" y="217170"/>
                  </a:lnTo>
                  <a:lnTo>
                    <a:pt x="51752" y="220980"/>
                  </a:lnTo>
                  <a:lnTo>
                    <a:pt x="54089" y="220980"/>
                  </a:lnTo>
                  <a:lnTo>
                    <a:pt x="54749" y="222250"/>
                  </a:lnTo>
                  <a:lnTo>
                    <a:pt x="60236" y="226060"/>
                  </a:lnTo>
                  <a:lnTo>
                    <a:pt x="65163" y="228600"/>
                  </a:lnTo>
                  <a:lnTo>
                    <a:pt x="71196" y="231140"/>
                  </a:lnTo>
                  <a:lnTo>
                    <a:pt x="73660" y="231140"/>
                  </a:lnTo>
                  <a:lnTo>
                    <a:pt x="74409" y="232410"/>
                  </a:lnTo>
                  <a:lnTo>
                    <a:pt x="80314" y="234950"/>
                  </a:lnTo>
                  <a:lnTo>
                    <a:pt x="85547" y="236220"/>
                  </a:lnTo>
                  <a:lnTo>
                    <a:pt x="91833" y="238760"/>
                  </a:lnTo>
                  <a:lnTo>
                    <a:pt x="94373" y="238760"/>
                  </a:lnTo>
                  <a:lnTo>
                    <a:pt x="95211" y="240030"/>
                  </a:lnTo>
                  <a:lnTo>
                    <a:pt x="103060" y="241300"/>
                  </a:lnTo>
                  <a:lnTo>
                    <a:pt x="108775" y="242570"/>
                  </a:lnTo>
                  <a:lnTo>
                    <a:pt x="113360" y="243840"/>
                  </a:lnTo>
                  <a:lnTo>
                    <a:pt x="136779" y="243840"/>
                  </a:lnTo>
                  <a:lnTo>
                    <a:pt x="137541" y="242570"/>
                  </a:lnTo>
                  <a:lnTo>
                    <a:pt x="138353" y="243840"/>
                  </a:lnTo>
                  <a:lnTo>
                    <a:pt x="144995" y="243840"/>
                  </a:lnTo>
                  <a:lnTo>
                    <a:pt x="157340" y="242570"/>
                  </a:lnTo>
                  <a:lnTo>
                    <a:pt x="158229" y="242570"/>
                  </a:lnTo>
                  <a:lnTo>
                    <a:pt x="158991" y="241300"/>
                  </a:lnTo>
                  <a:lnTo>
                    <a:pt x="159816" y="242570"/>
                  </a:lnTo>
                  <a:lnTo>
                    <a:pt x="166700" y="242570"/>
                  </a:lnTo>
                  <a:lnTo>
                    <a:pt x="178727" y="241300"/>
                  </a:lnTo>
                  <a:lnTo>
                    <a:pt x="179616" y="241300"/>
                  </a:lnTo>
                  <a:lnTo>
                    <a:pt x="180365" y="240030"/>
                  </a:lnTo>
                  <a:lnTo>
                    <a:pt x="181190" y="241300"/>
                  </a:lnTo>
                  <a:lnTo>
                    <a:pt x="183083" y="241300"/>
                  </a:lnTo>
                  <a:lnTo>
                    <a:pt x="200088" y="240030"/>
                  </a:lnTo>
                  <a:lnTo>
                    <a:pt x="200977" y="240030"/>
                  </a:lnTo>
                  <a:lnTo>
                    <a:pt x="201714" y="238760"/>
                  </a:lnTo>
                  <a:lnTo>
                    <a:pt x="202539" y="238760"/>
                  </a:lnTo>
                  <a:lnTo>
                    <a:pt x="203479" y="240030"/>
                  </a:lnTo>
                  <a:lnTo>
                    <a:pt x="221424" y="238760"/>
                  </a:lnTo>
                  <a:lnTo>
                    <a:pt x="222313" y="237490"/>
                  </a:lnTo>
                  <a:lnTo>
                    <a:pt x="224790" y="237490"/>
                  </a:lnTo>
                  <a:lnTo>
                    <a:pt x="242747" y="236220"/>
                  </a:lnTo>
                  <a:lnTo>
                    <a:pt x="246138" y="236220"/>
                  </a:lnTo>
                  <a:lnTo>
                    <a:pt x="264071" y="234950"/>
                  </a:lnTo>
                  <a:lnTo>
                    <a:pt x="264960" y="234950"/>
                  </a:lnTo>
                  <a:lnTo>
                    <a:pt x="265709" y="233680"/>
                  </a:lnTo>
                  <a:lnTo>
                    <a:pt x="266522" y="234950"/>
                  </a:lnTo>
                  <a:lnTo>
                    <a:pt x="267423" y="234950"/>
                  </a:lnTo>
                  <a:lnTo>
                    <a:pt x="284086" y="233680"/>
                  </a:lnTo>
                  <a:lnTo>
                    <a:pt x="284022" y="229870"/>
                  </a:lnTo>
                  <a:lnTo>
                    <a:pt x="201041" y="229870"/>
                  </a:lnTo>
                  <a:lnTo>
                    <a:pt x="200228" y="229870"/>
                  </a:lnTo>
                  <a:lnTo>
                    <a:pt x="181368" y="229870"/>
                  </a:lnTo>
                  <a:lnTo>
                    <a:pt x="180479" y="231140"/>
                  </a:lnTo>
                  <a:lnTo>
                    <a:pt x="171335" y="231140"/>
                  </a:lnTo>
                  <a:lnTo>
                    <a:pt x="160032" y="232410"/>
                  </a:lnTo>
                  <a:lnTo>
                    <a:pt x="149733" y="232410"/>
                  </a:lnTo>
                  <a:lnTo>
                    <a:pt x="138696" y="233680"/>
                  </a:lnTo>
                  <a:lnTo>
                    <a:pt x="115023" y="233680"/>
                  </a:lnTo>
                  <a:lnTo>
                    <a:pt x="110782" y="232410"/>
                  </a:lnTo>
                  <a:lnTo>
                    <a:pt x="105473" y="231140"/>
                  </a:lnTo>
                  <a:lnTo>
                    <a:pt x="98094" y="229870"/>
                  </a:lnTo>
                  <a:lnTo>
                    <a:pt x="96316" y="229870"/>
                  </a:lnTo>
                  <a:lnTo>
                    <a:pt x="95707" y="228600"/>
                  </a:lnTo>
                  <a:lnTo>
                    <a:pt x="94945" y="228600"/>
                  </a:lnTo>
                  <a:lnTo>
                    <a:pt x="89039" y="226060"/>
                  </a:lnTo>
                  <a:lnTo>
                    <a:pt x="84137" y="224790"/>
                  </a:lnTo>
                  <a:lnTo>
                    <a:pt x="78613" y="222250"/>
                  </a:lnTo>
                  <a:lnTo>
                    <a:pt x="76301" y="222250"/>
                  </a:lnTo>
                  <a:lnTo>
                    <a:pt x="75603" y="220980"/>
                  </a:lnTo>
                  <a:lnTo>
                    <a:pt x="69989" y="218440"/>
                  </a:lnTo>
                  <a:lnTo>
                    <a:pt x="65405" y="215900"/>
                  </a:lnTo>
                  <a:lnTo>
                    <a:pt x="60312" y="213360"/>
                  </a:lnTo>
                  <a:lnTo>
                    <a:pt x="58572" y="213360"/>
                  </a:lnTo>
                  <a:lnTo>
                    <a:pt x="58166" y="212090"/>
                  </a:lnTo>
                  <a:lnTo>
                    <a:pt x="57569" y="210820"/>
                  </a:lnTo>
                  <a:lnTo>
                    <a:pt x="52425" y="208280"/>
                  </a:lnTo>
                  <a:lnTo>
                    <a:pt x="48323" y="204470"/>
                  </a:lnTo>
                  <a:lnTo>
                    <a:pt x="43903" y="200660"/>
                  </a:lnTo>
                  <a:lnTo>
                    <a:pt x="42240" y="200660"/>
                  </a:lnTo>
                  <a:lnTo>
                    <a:pt x="41973" y="199390"/>
                  </a:lnTo>
                  <a:lnTo>
                    <a:pt x="41516" y="199390"/>
                  </a:lnTo>
                  <a:lnTo>
                    <a:pt x="37147" y="194310"/>
                  </a:lnTo>
                  <a:lnTo>
                    <a:pt x="33731" y="190500"/>
                  </a:lnTo>
                  <a:lnTo>
                    <a:pt x="30149" y="186690"/>
                  </a:lnTo>
                  <a:lnTo>
                    <a:pt x="29438" y="185420"/>
                  </a:lnTo>
                  <a:lnTo>
                    <a:pt x="28651" y="185420"/>
                  </a:lnTo>
                  <a:lnTo>
                    <a:pt x="28562" y="184150"/>
                  </a:lnTo>
                  <a:lnTo>
                    <a:pt x="28270" y="184150"/>
                  </a:lnTo>
                  <a:lnTo>
                    <a:pt x="24904" y="179070"/>
                  </a:lnTo>
                  <a:lnTo>
                    <a:pt x="19850" y="168910"/>
                  </a:lnTo>
                  <a:lnTo>
                    <a:pt x="19265" y="168910"/>
                  </a:lnTo>
                  <a:lnTo>
                    <a:pt x="18580" y="167640"/>
                  </a:lnTo>
                  <a:lnTo>
                    <a:pt x="18554" y="166370"/>
                  </a:lnTo>
                  <a:lnTo>
                    <a:pt x="16357" y="160020"/>
                  </a:lnTo>
                  <a:lnTo>
                    <a:pt x="14820" y="156210"/>
                  </a:lnTo>
                  <a:lnTo>
                    <a:pt x="13423" y="149860"/>
                  </a:lnTo>
                  <a:lnTo>
                    <a:pt x="13004" y="148590"/>
                  </a:lnTo>
                  <a:lnTo>
                    <a:pt x="12420" y="148590"/>
                  </a:lnTo>
                  <a:lnTo>
                    <a:pt x="12687" y="147320"/>
                  </a:lnTo>
                  <a:lnTo>
                    <a:pt x="11696" y="140970"/>
                  </a:lnTo>
                  <a:lnTo>
                    <a:pt x="11099" y="135890"/>
                  </a:lnTo>
                  <a:lnTo>
                    <a:pt x="10769" y="129540"/>
                  </a:lnTo>
                  <a:lnTo>
                    <a:pt x="10502" y="128270"/>
                  </a:lnTo>
                  <a:lnTo>
                    <a:pt x="10033" y="128270"/>
                  </a:lnTo>
                  <a:lnTo>
                    <a:pt x="10439" y="127000"/>
                  </a:lnTo>
                  <a:lnTo>
                    <a:pt x="10680" y="127000"/>
                  </a:lnTo>
                  <a:lnTo>
                    <a:pt x="10769" y="116840"/>
                  </a:lnTo>
                  <a:lnTo>
                    <a:pt x="11391" y="109220"/>
                  </a:lnTo>
                  <a:lnTo>
                    <a:pt x="11226" y="107950"/>
                  </a:lnTo>
                  <a:lnTo>
                    <a:pt x="10871" y="107950"/>
                  </a:lnTo>
                  <a:lnTo>
                    <a:pt x="11391" y="106680"/>
                  </a:lnTo>
                  <a:lnTo>
                    <a:pt x="11747" y="105410"/>
                  </a:lnTo>
                  <a:lnTo>
                    <a:pt x="12522" y="100330"/>
                  </a:lnTo>
                  <a:lnTo>
                    <a:pt x="13449" y="95250"/>
                  </a:lnTo>
                  <a:lnTo>
                    <a:pt x="14859" y="88900"/>
                  </a:lnTo>
                  <a:lnTo>
                    <a:pt x="14846" y="87630"/>
                  </a:lnTo>
                  <a:lnTo>
                    <a:pt x="14617" y="87630"/>
                  </a:lnTo>
                  <a:lnTo>
                    <a:pt x="15240" y="86360"/>
                  </a:lnTo>
                  <a:lnTo>
                    <a:pt x="15709" y="86360"/>
                  </a:lnTo>
                  <a:lnTo>
                    <a:pt x="17475" y="80010"/>
                  </a:lnTo>
                  <a:lnTo>
                    <a:pt x="19291" y="74930"/>
                  </a:lnTo>
                  <a:lnTo>
                    <a:pt x="21793" y="69850"/>
                  </a:lnTo>
                  <a:lnTo>
                    <a:pt x="21958" y="68580"/>
                  </a:lnTo>
                  <a:lnTo>
                    <a:pt x="22644" y="67310"/>
                  </a:lnTo>
                  <a:lnTo>
                    <a:pt x="23266" y="67310"/>
                  </a:lnTo>
                  <a:lnTo>
                    <a:pt x="26162" y="62230"/>
                  </a:lnTo>
                  <a:lnTo>
                    <a:pt x="29019" y="58420"/>
                  </a:lnTo>
                  <a:lnTo>
                    <a:pt x="32766" y="53340"/>
                  </a:lnTo>
                  <a:lnTo>
                    <a:pt x="33159" y="52070"/>
                  </a:lnTo>
                  <a:lnTo>
                    <a:pt x="34124" y="52070"/>
                  </a:lnTo>
                  <a:lnTo>
                    <a:pt x="34886" y="50800"/>
                  </a:lnTo>
                  <a:lnTo>
                    <a:pt x="38887" y="46990"/>
                  </a:lnTo>
                  <a:lnTo>
                    <a:pt x="42697" y="43180"/>
                  </a:lnTo>
                  <a:lnTo>
                    <a:pt x="47586" y="40640"/>
                  </a:lnTo>
                  <a:lnTo>
                    <a:pt x="48145" y="39370"/>
                  </a:lnTo>
                  <a:lnTo>
                    <a:pt x="48514" y="38100"/>
                  </a:lnTo>
                  <a:lnTo>
                    <a:pt x="50228" y="38100"/>
                  </a:lnTo>
                  <a:lnTo>
                    <a:pt x="55029" y="35560"/>
                  </a:lnTo>
                  <a:lnTo>
                    <a:pt x="59537" y="33020"/>
                  </a:lnTo>
                  <a:lnTo>
                    <a:pt x="65214" y="30480"/>
                  </a:lnTo>
                  <a:lnTo>
                    <a:pt x="65913" y="29210"/>
                  </a:lnTo>
                  <a:lnTo>
                    <a:pt x="68199" y="29210"/>
                  </a:lnTo>
                  <a:lnTo>
                    <a:pt x="73571" y="26670"/>
                  </a:lnTo>
                  <a:lnTo>
                    <a:pt x="78333" y="24130"/>
                  </a:lnTo>
                  <a:lnTo>
                    <a:pt x="84531" y="22860"/>
                  </a:lnTo>
                  <a:lnTo>
                    <a:pt x="85305" y="21590"/>
                  </a:lnTo>
                  <a:lnTo>
                    <a:pt x="87693" y="21590"/>
                  </a:lnTo>
                  <a:lnTo>
                    <a:pt x="93129" y="20320"/>
                  </a:lnTo>
                  <a:lnTo>
                    <a:pt x="98107" y="19050"/>
                  </a:lnTo>
                  <a:lnTo>
                    <a:pt x="104724" y="16510"/>
                  </a:lnTo>
                  <a:lnTo>
                    <a:pt x="107975" y="16510"/>
                  </a:lnTo>
                  <a:lnTo>
                    <a:pt x="114058" y="15240"/>
                  </a:lnTo>
                  <a:lnTo>
                    <a:pt x="125387" y="12700"/>
                  </a:lnTo>
                  <a:lnTo>
                    <a:pt x="126225" y="11430"/>
                  </a:lnTo>
                  <a:lnTo>
                    <a:pt x="150634" y="11430"/>
                  </a:lnTo>
                  <a:lnTo>
                    <a:pt x="167640" y="12700"/>
                  </a:lnTo>
                  <a:lnTo>
                    <a:pt x="171119" y="12700"/>
                  </a:lnTo>
                  <a:lnTo>
                    <a:pt x="172008" y="13970"/>
                  </a:lnTo>
                  <a:lnTo>
                    <a:pt x="192468" y="13970"/>
                  </a:lnTo>
                  <a:lnTo>
                    <a:pt x="193370" y="15240"/>
                  </a:lnTo>
                  <a:lnTo>
                    <a:pt x="213817" y="15240"/>
                  </a:lnTo>
                  <a:lnTo>
                    <a:pt x="214706" y="16510"/>
                  </a:lnTo>
                  <a:lnTo>
                    <a:pt x="231698" y="17780"/>
                  </a:lnTo>
                  <a:lnTo>
                    <a:pt x="232664" y="17780"/>
                  </a:lnTo>
                  <a:lnTo>
                    <a:pt x="233591" y="16510"/>
                  </a:lnTo>
                  <a:lnTo>
                    <a:pt x="234403" y="16510"/>
                  </a:lnTo>
                  <a:lnTo>
                    <a:pt x="235165" y="17780"/>
                  </a:lnTo>
                  <a:lnTo>
                    <a:pt x="236054" y="17780"/>
                  </a:lnTo>
                  <a:lnTo>
                    <a:pt x="253987" y="19050"/>
                  </a:lnTo>
                  <a:lnTo>
                    <a:pt x="254914" y="19050"/>
                  </a:lnTo>
                  <a:lnTo>
                    <a:pt x="255739" y="17780"/>
                  </a:lnTo>
                  <a:lnTo>
                    <a:pt x="256489" y="19050"/>
                  </a:lnTo>
                  <a:lnTo>
                    <a:pt x="257378" y="19050"/>
                  </a:lnTo>
                  <a:lnTo>
                    <a:pt x="274345" y="20320"/>
                  </a:lnTo>
                  <a:lnTo>
                    <a:pt x="276250" y="20320"/>
                  </a:lnTo>
                  <a:lnTo>
                    <a:pt x="277063" y="19050"/>
                  </a:lnTo>
                  <a:lnTo>
                    <a:pt x="277812" y="20320"/>
                  </a:lnTo>
                  <a:lnTo>
                    <a:pt x="278714" y="20320"/>
                  </a:lnTo>
                  <a:lnTo>
                    <a:pt x="295681" y="21590"/>
                  </a:lnTo>
                  <a:lnTo>
                    <a:pt x="300012" y="21590"/>
                  </a:lnTo>
                  <a:lnTo>
                    <a:pt x="316992" y="22860"/>
                  </a:lnTo>
                  <a:lnTo>
                    <a:pt x="321348" y="22860"/>
                  </a:lnTo>
                  <a:lnTo>
                    <a:pt x="339255" y="24130"/>
                  </a:lnTo>
                  <a:lnTo>
                    <a:pt x="341769" y="24130"/>
                  </a:lnTo>
                  <a:lnTo>
                    <a:pt x="342658" y="25400"/>
                  </a:lnTo>
                  <a:lnTo>
                    <a:pt x="363080" y="25400"/>
                  </a:lnTo>
                  <a:lnTo>
                    <a:pt x="363969" y="26670"/>
                  </a:lnTo>
                  <a:lnTo>
                    <a:pt x="381927" y="27940"/>
                  </a:lnTo>
                  <a:lnTo>
                    <a:pt x="382816" y="27940"/>
                  </a:lnTo>
                  <a:lnTo>
                    <a:pt x="383628" y="26670"/>
                  </a:lnTo>
                  <a:lnTo>
                    <a:pt x="384378" y="27940"/>
                  </a:lnTo>
                  <a:lnTo>
                    <a:pt x="385267" y="27940"/>
                  </a:lnTo>
                  <a:lnTo>
                    <a:pt x="403199" y="29210"/>
                  </a:lnTo>
                  <a:lnTo>
                    <a:pt x="404114" y="29210"/>
                  </a:lnTo>
                  <a:lnTo>
                    <a:pt x="404926" y="27940"/>
                  </a:lnTo>
                  <a:lnTo>
                    <a:pt x="405676" y="29210"/>
                  </a:lnTo>
                  <a:lnTo>
                    <a:pt x="406565" y="29210"/>
                  </a:lnTo>
                  <a:lnTo>
                    <a:pt x="424561" y="30480"/>
                  </a:lnTo>
                  <a:lnTo>
                    <a:pt x="427913" y="30480"/>
                  </a:lnTo>
                  <a:lnTo>
                    <a:pt x="445858" y="31750"/>
                  </a:lnTo>
                  <a:lnTo>
                    <a:pt x="448322" y="31750"/>
                  </a:lnTo>
                  <a:lnTo>
                    <a:pt x="449224" y="33020"/>
                  </a:lnTo>
                  <a:lnTo>
                    <a:pt x="467169" y="34290"/>
                  </a:lnTo>
                  <a:lnTo>
                    <a:pt x="468071" y="33020"/>
                  </a:lnTo>
                  <a:lnTo>
                    <a:pt x="468884" y="33020"/>
                  </a:lnTo>
                  <a:lnTo>
                    <a:pt x="469633" y="34290"/>
                  </a:lnTo>
                  <a:lnTo>
                    <a:pt x="470522" y="34290"/>
                  </a:lnTo>
                  <a:lnTo>
                    <a:pt x="488442" y="35560"/>
                  </a:lnTo>
                  <a:lnTo>
                    <a:pt x="489369" y="35560"/>
                  </a:lnTo>
                  <a:lnTo>
                    <a:pt x="490194" y="34290"/>
                  </a:lnTo>
                  <a:lnTo>
                    <a:pt x="490943" y="35560"/>
                  </a:lnTo>
                  <a:lnTo>
                    <a:pt x="491820" y="35560"/>
                  </a:lnTo>
                  <a:lnTo>
                    <a:pt x="509727" y="36830"/>
                  </a:lnTo>
                  <a:lnTo>
                    <a:pt x="513118" y="36830"/>
                  </a:lnTo>
                  <a:lnTo>
                    <a:pt x="531063" y="38100"/>
                  </a:lnTo>
                  <a:lnTo>
                    <a:pt x="533539" y="38100"/>
                  </a:lnTo>
                  <a:lnTo>
                    <a:pt x="534428" y="39370"/>
                  </a:lnTo>
                  <a:lnTo>
                    <a:pt x="552335" y="40640"/>
                  </a:lnTo>
                  <a:lnTo>
                    <a:pt x="553250" y="40640"/>
                  </a:lnTo>
                  <a:lnTo>
                    <a:pt x="554088" y="39370"/>
                  </a:lnTo>
                  <a:lnTo>
                    <a:pt x="554824" y="40640"/>
                  </a:lnTo>
                  <a:lnTo>
                    <a:pt x="555713" y="40640"/>
                  </a:lnTo>
                  <a:lnTo>
                    <a:pt x="572655" y="41910"/>
                  </a:lnTo>
                  <a:lnTo>
                    <a:pt x="576999" y="41910"/>
                  </a:lnTo>
                  <a:lnTo>
                    <a:pt x="594931" y="44450"/>
                  </a:lnTo>
                  <a:lnTo>
                    <a:pt x="595845" y="43180"/>
                  </a:lnTo>
                  <a:lnTo>
                    <a:pt x="596658" y="43180"/>
                  </a:lnTo>
                  <a:lnTo>
                    <a:pt x="597408" y="44450"/>
                  </a:lnTo>
                  <a:lnTo>
                    <a:pt x="598297" y="44450"/>
                  </a:lnTo>
                  <a:lnTo>
                    <a:pt x="610057" y="45720"/>
                  </a:lnTo>
                  <a:lnTo>
                    <a:pt x="619569" y="45720"/>
                  </a:lnTo>
                  <a:lnTo>
                    <a:pt x="636498" y="48260"/>
                  </a:lnTo>
                  <a:lnTo>
                    <a:pt x="638416" y="48260"/>
                  </a:lnTo>
                  <a:lnTo>
                    <a:pt x="639229" y="46990"/>
                  </a:lnTo>
                  <a:lnTo>
                    <a:pt x="639965" y="48260"/>
                  </a:lnTo>
                  <a:lnTo>
                    <a:pt x="647433" y="48260"/>
                  </a:lnTo>
                  <a:lnTo>
                    <a:pt x="658736" y="49530"/>
                  </a:lnTo>
                  <a:lnTo>
                    <a:pt x="661225" y="49530"/>
                  </a:lnTo>
                  <a:lnTo>
                    <a:pt x="662089" y="50800"/>
                  </a:lnTo>
                  <a:lnTo>
                    <a:pt x="674192" y="52070"/>
                  </a:lnTo>
                  <a:lnTo>
                    <a:pt x="683285" y="52070"/>
                  </a:lnTo>
                  <a:lnTo>
                    <a:pt x="690994" y="53340"/>
                  </a:lnTo>
                  <a:lnTo>
                    <a:pt x="696252" y="54610"/>
                  </a:lnTo>
                  <a:lnTo>
                    <a:pt x="700760" y="55880"/>
                  </a:lnTo>
                  <a:lnTo>
                    <a:pt x="701636" y="55880"/>
                  </a:lnTo>
                  <a:lnTo>
                    <a:pt x="702449" y="54610"/>
                  </a:lnTo>
                  <a:lnTo>
                    <a:pt x="702995" y="55880"/>
                  </a:lnTo>
                  <a:lnTo>
                    <a:pt x="703643" y="55880"/>
                  </a:lnTo>
                  <a:lnTo>
                    <a:pt x="709269" y="58420"/>
                  </a:lnTo>
                  <a:lnTo>
                    <a:pt x="713905" y="59690"/>
                  </a:lnTo>
                  <a:lnTo>
                    <a:pt x="718997" y="62230"/>
                  </a:lnTo>
                  <a:lnTo>
                    <a:pt x="720737" y="62230"/>
                  </a:lnTo>
                  <a:lnTo>
                    <a:pt x="721169" y="63500"/>
                  </a:lnTo>
                  <a:lnTo>
                    <a:pt x="721779" y="64770"/>
                  </a:lnTo>
                  <a:lnTo>
                    <a:pt x="726935" y="67310"/>
                  </a:lnTo>
                  <a:lnTo>
                    <a:pt x="730973" y="69850"/>
                  </a:lnTo>
                  <a:lnTo>
                    <a:pt x="735266" y="73660"/>
                  </a:lnTo>
                  <a:lnTo>
                    <a:pt x="736041" y="74930"/>
                  </a:lnTo>
                  <a:lnTo>
                    <a:pt x="736866" y="74930"/>
                  </a:lnTo>
                  <a:lnTo>
                    <a:pt x="737108" y="76200"/>
                  </a:lnTo>
                  <a:lnTo>
                    <a:pt x="737527" y="76200"/>
                  </a:lnTo>
                  <a:lnTo>
                    <a:pt x="741629" y="81280"/>
                  </a:lnTo>
                  <a:lnTo>
                    <a:pt x="744677" y="85090"/>
                  </a:lnTo>
                  <a:lnTo>
                    <a:pt x="747699" y="90170"/>
                  </a:lnTo>
                  <a:lnTo>
                    <a:pt x="749046" y="90170"/>
                  </a:lnTo>
                  <a:lnTo>
                    <a:pt x="749046" y="91440"/>
                  </a:lnTo>
                  <a:lnTo>
                    <a:pt x="749223" y="92710"/>
                  </a:lnTo>
                  <a:lnTo>
                    <a:pt x="751903" y="97790"/>
                  </a:lnTo>
                  <a:lnTo>
                    <a:pt x="753656" y="101600"/>
                  </a:lnTo>
                  <a:lnTo>
                    <a:pt x="755078" y="107950"/>
                  </a:lnTo>
                  <a:lnTo>
                    <a:pt x="755510" y="107950"/>
                  </a:lnTo>
                  <a:lnTo>
                    <a:pt x="756081" y="109220"/>
                  </a:lnTo>
                  <a:lnTo>
                    <a:pt x="755815" y="110490"/>
                  </a:lnTo>
                  <a:lnTo>
                    <a:pt x="756577" y="115570"/>
                  </a:lnTo>
                  <a:lnTo>
                    <a:pt x="756691" y="116840"/>
                  </a:lnTo>
                  <a:lnTo>
                    <a:pt x="756818" y="127000"/>
                  </a:lnTo>
                  <a:lnTo>
                    <a:pt x="756996" y="128270"/>
                  </a:lnTo>
                  <a:lnTo>
                    <a:pt x="757364" y="129540"/>
                  </a:lnTo>
                  <a:lnTo>
                    <a:pt x="756881" y="129540"/>
                  </a:lnTo>
                  <a:lnTo>
                    <a:pt x="756564" y="130810"/>
                  </a:lnTo>
                  <a:lnTo>
                    <a:pt x="755891" y="135890"/>
                  </a:lnTo>
                  <a:lnTo>
                    <a:pt x="754773" y="140970"/>
                  </a:lnTo>
                  <a:lnTo>
                    <a:pt x="752894" y="147320"/>
                  </a:lnTo>
                  <a:lnTo>
                    <a:pt x="752970" y="148590"/>
                  </a:lnTo>
                  <a:lnTo>
                    <a:pt x="752309" y="148590"/>
                  </a:lnTo>
                  <a:lnTo>
                    <a:pt x="751776" y="149860"/>
                  </a:lnTo>
                  <a:lnTo>
                    <a:pt x="749477" y="154940"/>
                  </a:lnTo>
                  <a:lnTo>
                    <a:pt x="747064" y="160020"/>
                  </a:lnTo>
                  <a:lnTo>
                    <a:pt x="743699" y="163830"/>
                  </a:lnTo>
                  <a:lnTo>
                    <a:pt x="743394" y="165100"/>
                  </a:lnTo>
                  <a:lnTo>
                    <a:pt x="743280" y="166370"/>
                  </a:lnTo>
                  <a:lnTo>
                    <a:pt x="741807" y="166370"/>
                  </a:lnTo>
                  <a:lnTo>
                    <a:pt x="738073" y="171450"/>
                  </a:lnTo>
                  <a:lnTo>
                    <a:pt x="734504" y="175260"/>
                  </a:lnTo>
                  <a:lnTo>
                    <a:pt x="729907" y="177800"/>
                  </a:lnTo>
                  <a:lnTo>
                    <a:pt x="729361" y="179070"/>
                  </a:lnTo>
                  <a:lnTo>
                    <a:pt x="729018" y="179070"/>
                  </a:lnTo>
                  <a:lnTo>
                    <a:pt x="728179" y="180340"/>
                  </a:lnTo>
                  <a:lnTo>
                    <a:pt x="727354" y="180340"/>
                  </a:lnTo>
                  <a:lnTo>
                    <a:pt x="722503" y="182880"/>
                  </a:lnTo>
                  <a:lnTo>
                    <a:pt x="718045" y="185420"/>
                  </a:lnTo>
                  <a:lnTo>
                    <a:pt x="712558" y="187960"/>
                  </a:lnTo>
                  <a:lnTo>
                    <a:pt x="709561" y="187960"/>
                  </a:lnTo>
                  <a:lnTo>
                    <a:pt x="704037" y="189230"/>
                  </a:lnTo>
                  <a:lnTo>
                    <a:pt x="699109" y="190500"/>
                  </a:lnTo>
                  <a:lnTo>
                    <a:pt x="693115" y="190500"/>
                  </a:lnTo>
                  <a:lnTo>
                    <a:pt x="692238" y="191770"/>
                  </a:lnTo>
                  <a:lnTo>
                    <a:pt x="670725" y="191770"/>
                  </a:lnTo>
                  <a:lnTo>
                    <a:pt x="669975" y="193040"/>
                  </a:lnTo>
                  <a:lnTo>
                    <a:pt x="669163" y="193040"/>
                  </a:lnTo>
                  <a:lnTo>
                    <a:pt x="668210" y="191770"/>
                  </a:lnTo>
                  <a:lnTo>
                    <a:pt x="667258" y="191770"/>
                  </a:lnTo>
                  <a:lnTo>
                    <a:pt x="650201" y="193040"/>
                  </a:lnTo>
                  <a:lnTo>
                    <a:pt x="649312" y="194310"/>
                  </a:lnTo>
                  <a:lnTo>
                    <a:pt x="646823" y="194310"/>
                  </a:lnTo>
                  <a:lnTo>
                    <a:pt x="628840" y="195580"/>
                  </a:lnTo>
                  <a:lnTo>
                    <a:pt x="625436" y="195580"/>
                  </a:lnTo>
                  <a:lnTo>
                    <a:pt x="607504" y="196850"/>
                  </a:lnTo>
                  <a:lnTo>
                    <a:pt x="606615" y="196850"/>
                  </a:lnTo>
                  <a:lnTo>
                    <a:pt x="605866" y="198120"/>
                  </a:lnTo>
                  <a:lnTo>
                    <a:pt x="605040" y="196850"/>
                  </a:lnTo>
                  <a:lnTo>
                    <a:pt x="604100" y="196850"/>
                  </a:lnTo>
                  <a:lnTo>
                    <a:pt x="586181" y="198120"/>
                  </a:lnTo>
                  <a:lnTo>
                    <a:pt x="585292" y="199390"/>
                  </a:lnTo>
                  <a:lnTo>
                    <a:pt x="583730" y="199390"/>
                  </a:lnTo>
                  <a:lnTo>
                    <a:pt x="582815" y="198120"/>
                  </a:lnTo>
                  <a:lnTo>
                    <a:pt x="564870" y="200660"/>
                  </a:lnTo>
                  <a:lnTo>
                    <a:pt x="561467" y="200660"/>
                  </a:lnTo>
                  <a:lnTo>
                    <a:pt x="543547" y="201930"/>
                  </a:lnTo>
                  <a:lnTo>
                    <a:pt x="542671" y="201930"/>
                  </a:lnTo>
                  <a:lnTo>
                    <a:pt x="541921" y="203200"/>
                  </a:lnTo>
                  <a:lnTo>
                    <a:pt x="541096" y="201930"/>
                  </a:lnTo>
                  <a:lnTo>
                    <a:pt x="540181" y="201930"/>
                  </a:lnTo>
                  <a:lnTo>
                    <a:pt x="522249" y="203200"/>
                  </a:lnTo>
                  <a:lnTo>
                    <a:pt x="521347" y="204470"/>
                  </a:lnTo>
                  <a:lnTo>
                    <a:pt x="519785" y="204470"/>
                  </a:lnTo>
                  <a:lnTo>
                    <a:pt x="518896" y="203200"/>
                  </a:lnTo>
                  <a:lnTo>
                    <a:pt x="500938" y="205740"/>
                  </a:lnTo>
                  <a:lnTo>
                    <a:pt x="496582" y="205740"/>
                  </a:lnTo>
                  <a:lnTo>
                    <a:pt x="479640" y="207010"/>
                  </a:lnTo>
                  <a:lnTo>
                    <a:pt x="478751" y="207010"/>
                  </a:lnTo>
                  <a:lnTo>
                    <a:pt x="478002" y="208280"/>
                  </a:lnTo>
                  <a:lnTo>
                    <a:pt x="477189" y="207010"/>
                  </a:lnTo>
                  <a:lnTo>
                    <a:pt x="475284" y="207010"/>
                  </a:lnTo>
                  <a:lnTo>
                    <a:pt x="458343" y="208280"/>
                  </a:lnTo>
                  <a:lnTo>
                    <a:pt x="457454" y="209550"/>
                  </a:lnTo>
                  <a:lnTo>
                    <a:pt x="454990" y="209550"/>
                  </a:lnTo>
                  <a:lnTo>
                    <a:pt x="437045" y="210820"/>
                  </a:lnTo>
                  <a:lnTo>
                    <a:pt x="433705" y="210820"/>
                  </a:lnTo>
                  <a:lnTo>
                    <a:pt x="415759" y="212090"/>
                  </a:lnTo>
                  <a:lnTo>
                    <a:pt x="414883" y="212090"/>
                  </a:lnTo>
                  <a:lnTo>
                    <a:pt x="414134" y="213360"/>
                  </a:lnTo>
                  <a:lnTo>
                    <a:pt x="413308" y="212090"/>
                  </a:lnTo>
                  <a:lnTo>
                    <a:pt x="412381" y="212090"/>
                  </a:lnTo>
                  <a:lnTo>
                    <a:pt x="394411" y="213360"/>
                  </a:lnTo>
                  <a:lnTo>
                    <a:pt x="393534" y="214630"/>
                  </a:lnTo>
                  <a:lnTo>
                    <a:pt x="391045" y="214630"/>
                  </a:lnTo>
                  <a:lnTo>
                    <a:pt x="373113" y="215900"/>
                  </a:lnTo>
                  <a:lnTo>
                    <a:pt x="369760" y="215900"/>
                  </a:lnTo>
                  <a:lnTo>
                    <a:pt x="351815" y="217170"/>
                  </a:lnTo>
                  <a:lnTo>
                    <a:pt x="350939" y="217170"/>
                  </a:lnTo>
                  <a:lnTo>
                    <a:pt x="350189" y="218440"/>
                  </a:lnTo>
                  <a:lnTo>
                    <a:pt x="349364" y="217170"/>
                  </a:lnTo>
                  <a:lnTo>
                    <a:pt x="348437" y="217170"/>
                  </a:lnTo>
                  <a:lnTo>
                    <a:pt x="330530" y="218440"/>
                  </a:lnTo>
                  <a:lnTo>
                    <a:pt x="329641" y="219710"/>
                  </a:lnTo>
                  <a:lnTo>
                    <a:pt x="327139" y="219710"/>
                  </a:lnTo>
                  <a:lnTo>
                    <a:pt x="309232" y="220980"/>
                  </a:lnTo>
                  <a:lnTo>
                    <a:pt x="304876" y="220980"/>
                  </a:lnTo>
                  <a:lnTo>
                    <a:pt x="285953" y="222250"/>
                  </a:lnTo>
                  <a:lnTo>
                    <a:pt x="283768" y="224790"/>
                  </a:lnTo>
                  <a:lnTo>
                    <a:pt x="284238" y="231140"/>
                  </a:lnTo>
                  <a:lnTo>
                    <a:pt x="286727" y="233680"/>
                  </a:lnTo>
                  <a:lnTo>
                    <a:pt x="289737" y="232410"/>
                  </a:lnTo>
                  <a:lnTo>
                    <a:pt x="306692" y="231140"/>
                  </a:lnTo>
                  <a:lnTo>
                    <a:pt x="310045" y="231140"/>
                  </a:lnTo>
                  <a:lnTo>
                    <a:pt x="327990" y="229870"/>
                  </a:lnTo>
                  <a:lnTo>
                    <a:pt x="328879" y="229870"/>
                  </a:lnTo>
                  <a:lnTo>
                    <a:pt x="329628" y="228600"/>
                  </a:lnTo>
                  <a:lnTo>
                    <a:pt x="330441" y="229870"/>
                  </a:lnTo>
                  <a:lnTo>
                    <a:pt x="331393" y="229870"/>
                  </a:lnTo>
                  <a:lnTo>
                    <a:pt x="349288" y="228600"/>
                  </a:lnTo>
                  <a:lnTo>
                    <a:pt x="350177" y="227330"/>
                  </a:lnTo>
                  <a:lnTo>
                    <a:pt x="352653" y="227330"/>
                  </a:lnTo>
                  <a:lnTo>
                    <a:pt x="370586" y="226060"/>
                  </a:lnTo>
                  <a:lnTo>
                    <a:pt x="374942" y="226060"/>
                  </a:lnTo>
                  <a:lnTo>
                    <a:pt x="391883" y="224790"/>
                  </a:lnTo>
                  <a:lnTo>
                    <a:pt x="392772" y="224790"/>
                  </a:lnTo>
                  <a:lnTo>
                    <a:pt x="393522" y="223520"/>
                  </a:lnTo>
                  <a:lnTo>
                    <a:pt x="394335" y="224790"/>
                  </a:lnTo>
                  <a:lnTo>
                    <a:pt x="395249" y="224790"/>
                  </a:lnTo>
                  <a:lnTo>
                    <a:pt x="413245" y="223520"/>
                  </a:lnTo>
                  <a:lnTo>
                    <a:pt x="414134" y="222250"/>
                  </a:lnTo>
                  <a:lnTo>
                    <a:pt x="416623" y="222250"/>
                  </a:lnTo>
                  <a:lnTo>
                    <a:pt x="434530" y="220980"/>
                  </a:lnTo>
                  <a:lnTo>
                    <a:pt x="438873" y="220980"/>
                  </a:lnTo>
                  <a:lnTo>
                    <a:pt x="455815" y="219710"/>
                  </a:lnTo>
                  <a:lnTo>
                    <a:pt x="456704" y="219710"/>
                  </a:lnTo>
                  <a:lnTo>
                    <a:pt x="457441" y="218440"/>
                  </a:lnTo>
                  <a:lnTo>
                    <a:pt x="458279" y="219710"/>
                  </a:lnTo>
                  <a:lnTo>
                    <a:pt x="459219" y="219710"/>
                  </a:lnTo>
                  <a:lnTo>
                    <a:pt x="477126" y="218440"/>
                  </a:lnTo>
                  <a:lnTo>
                    <a:pt x="478015" y="217170"/>
                  </a:lnTo>
                  <a:lnTo>
                    <a:pt x="480517" y="217170"/>
                  </a:lnTo>
                  <a:lnTo>
                    <a:pt x="498424" y="215900"/>
                  </a:lnTo>
                  <a:lnTo>
                    <a:pt x="501827" y="215900"/>
                  </a:lnTo>
                  <a:lnTo>
                    <a:pt x="519722" y="214630"/>
                  </a:lnTo>
                  <a:lnTo>
                    <a:pt x="520611" y="214630"/>
                  </a:lnTo>
                  <a:lnTo>
                    <a:pt x="521347" y="213360"/>
                  </a:lnTo>
                  <a:lnTo>
                    <a:pt x="522173" y="213360"/>
                  </a:lnTo>
                  <a:lnTo>
                    <a:pt x="523087" y="214630"/>
                  </a:lnTo>
                  <a:lnTo>
                    <a:pt x="524078" y="214630"/>
                  </a:lnTo>
                  <a:lnTo>
                    <a:pt x="541020" y="213360"/>
                  </a:lnTo>
                  <a:lnTo>
                    <a:pt x="541909" y="212090"/>
                  </a:lnTo>
                  <a:lnTo>
                    <a:pt x="544410" y="212090"/>
                  </a:lnTo>
                  <a:lnTo>
                    <a:pt x="562330" y="210820"/>
                  </a:lnTo>
                  <a:lnTo>
                    <a:pt x="566686" y="210820"/>
                  </a:lnTo>
                  <a:lnTo>
                    <a:pt x="583628" y="209550"/>
                  </a:lnTo>
                  <a:lnTo>
                    <a:pt x="584517" y="209550"/>
                  </a:lnTo>
                  <a:lnTo>
                    <a:pt x="585266" y="208280"/>
                  </a:lnTo>
                  <a:lnTo>
                    <a:pt x="586079" y="208280"/>
                  </a:lnTo>
                  <a:lnTo>
                    <a:pt x="587019" y="209550"/>
                  </a:lnTo>
                  <a:lnTo>
                    <a:pt x="604951" y="208280"/>
                  </a:lnTo>
                  <a:lnTo>
                    <a:pt x="605828" y="207010"/>
                  </a:lnTo>
                  <a:lnTo>
                    <a:pt x="608342" y="207010"/>
                  </a:lnTo>
                  <a:lnTo>
                    <a:pt x="626275" y="205740"/>
                  </a:lnTo>
                  <a:lnTo>
                    <a:pt x="629640" y="205740"/>
                  </a:lnTo>
                  <a:lnTo>
                    <a:pt x="647598" y="204470"/>
                  </a:lnTo>
                  <a:lnTo>
                    <a:pt x="648487" y="204470"/>
                  </a:lnTo>
                  <a:lnTo>
                    <a:pt x="649236" y="203200"/>
                  </a:lnTo>
                  <a:lnTo>
                    <a:pt x="650049" y="204470"/>
                  </a:lnTo>
                  <a:lnTo>
                    <a:pt x="650963" y="204470"/>
                  </a:lnTo>
                  <a:lnTo>
                    <a:pt x="657923" y="203200"/>
                  </a:lnTo>
                  <a:lnTo>
                    <a:pt x="668947" y="203200"/>
                  </a:lnTo>
                  <a:lnTo>
                    <a:pt x="669836" y="201930"/>
                  </a:lnTo>
                  <a:lnTo>
                    <a:pt x="671398" y="201930"/>
                  </a:lnTo>
                  <a:lnTo>
                    <a:pt x="672338" y="203200"/>
                  </a:lnTo>
                  <a:lnTo>
                    <a:pt x="681456" y="201930"/>
                  </a:lnTo>
                  <a:lnTo>
                    <a:pt x="691057" y="201930"/>
                  </a:lnTo>
                  <a:lnTo>
                    <a:pt x="691845" y="200660"/>
                  </a:lnTo>
                  <a:lnTo>
                    <a:pt x="692696" y="201930"/>
                  </a:lnTo>
                  <a:lnTo>
                    <a:pt x="693686" y="201930"/>
                  </a:lnTo>
                  <a:lnTo>
                    <a:pt x="700519" y="200660"/>
                  </a:lnTo>
                  <a:lnTo>
                    <a:pt x="706183" y="200660"/>
                  </a:lnTo>
                  <a:lnTo>
                    <a:pt x="709383" y="199390"/>
                  </a:lnTo>
                  <a:lnTo>
                    <a:pt x="712584" y="198120"/>
                  </a:lnTo>
                  <a:lnTo>
                    <a:pt x="713435" y="198120"/>
                  </a:lnTo>
                  <a:lnTo>
                    <a:pt x="714082" y="196850"/>
                  </a:lnTo>
                  <a:lnTo>
                    <a:pt x="715035" y="198120"/>
                  </a:lnTo>
                  <a:lnTo>
                    <a:pt x="716051" y="196850"/>
                  </a:lnTo>
                  <a:lnTo>
                    <a:pt x="734352" y="186690"/>
                  </a:lnTo>
                  <a:lnTo>
                    <a:pt x="736282" y="186690"/>
                  </a:lnTo>
                  <a:lnTo>
                    <a:pt x="750646" y="171450"/>
                  </a:lnTo>
                  <a:lnTo>
                    <a:pt x="751535" y="171450"/>
                  </a:lnTo>
                  <a:lnTo>
                    <a:pt x="752322" y="170180"/>
                  </a:lnTo>
                  <a:lnTo>
                    <a:pt x="756208" y="165100"/>
                  </a:lnTo>
                  <a:lnTo>
                    <a:pt x="759002" y="160020"/>
                  </a:lnTo>
                  <a:lnTo>
                    <a:pt x="761657" y="153670"/>
                  </a:lnTo>
                  <a:lnTo>
                    <a:pt x="761758" y="152400"/>
                  </a:lnTo>
                  <a:lnTo>
                    <a:pt x="761606" y="152400"/>
                  </a:lnTo>
                  <a:lnTo>
                    <a:pt x="762342" y="151130"/>
                  </a:lnTo>
                  <a:lnTo>
                    <a:pt x="762939" y="149860"/>
                  </a:lnTo>
                  <a:lnTo>
                    <a:pt x="765124" y="143510"/>
                  </a:lnTo>
                  <a:lnTo>
                    <a:pt x="766394" y="138430"/>
                  </a:lnTo>
                  <a:lnTo>
                    <a:pt x="767181" y="132080"/>
                  </a:lnTo>
                  <a:lnTo>
                    <a:pt x="767003" y="130810"/>
                  </a:lnTo>
                  <a:lnTo>
                    <a:pt x="766584" y="129540"/>
                  </a:lnTo>
                  <a:lnTo>
                    <a:pt x="767130" y="129540"/>
                  </a:lnTo>
                  <a:lnTo>
                    <a:pt x="767473" y="128270"/>
                  </a:lnTo>
                  <a:lnTo>
                    <a:pt x="767600" y="119380"/>
                  </a:lnTo>
                  <a:close/>
                </a:path>
              </a:pathLst>
            </a:custGeom>
            <a:solidFill>
              <a:srgbClr val="C2BE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4413243" y="6721531"/>
              <a:ext cx="120650" cy="179070"/>
            </a:xfrm>
            <a:custGeom>
              <a:avLst/>
              <a:gdLst/>
              <a:ahLst/>
              <a:cxnLst/>
              <a:rect l="l" t="t" r="r" b="b"/>
              <a:pathLst>
                <a:path w="120650" h="179070">
                  <a:moveTo>
                    <a:pt x="56286" y="166357"/>
                  </a:moveTo>
                  <a:lnTo>
                    <a:pt x="53822" y="160972"/>
                  </a:lnTo>
                  <a:lnTo>
                    <a:pt x="48996" y="159181"/>
                  </a:lnTo>
                  <a:lnTo>
                    <a:pt x="8966" y="144322"/>
                  </a:lnTo>
                  <a:lnTo>
                    <a:pt x="3568" y="146799"/>
                  </a:lnTo>
                  <a:lnTo>
                    <a:pt x="0" y="156425"/>
                  </a:lnTo>
                  <a:lnTo>
                    <a:pt x="2463" y="161823"/>
                  </a:lnTo>
                  <a:lnTo>
                    <a:pt x="47320" y="178473"/>
                  </a:lnTo>
                  <a:lnTo>
                    <a:pt x="52717" y="175983"/>
                  </a:lnTo>
                  <a:lnTo>
                    <a:pt x="56286" y="166357"/>
                  </a:lnTo>
                  <a:close/>
                </a:path>
                <a:path w="120650" h="179070">
                  <a:moveTo>
                    <a:pt x="120142" y="22034"/>
                  </a:moveTo>
                  <a:lnTo>
                    <a:pt x="117665" y="16649"/>
                  </a:lnTo>
                  <a:lnTo>
                    <a:pt x="112852" y="14859"/>
                  </a:lnTo>
                  <a:lnTo>
                    <a:pt x="72821" y="0"/>
                  </a:lnTo>
                  <a:lnTo>
                    <a:pt x="67411" y="2476"/>
                  </a:lnTo>
                  <a:lnTo>
                    <a:pt x="63842" y="12103"/>
                  </a:lnTo>
                  <a:lnTo>
                    <a:pt x="66319" y="17500"/>
                  </a:lnTo>
                  <a:lnTo>
                    <a:pt x="111163" y="34137"/>
                  </a:lnTo>
                  <a:lnTo>
                    <a:pt x="116573" y="31673"/>
                  </a:lnTo>
                  <a:lnTo>
                    <a:pt x="120142" y="22034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5164555" y="6737364"/>
              <a:ext cx="59690" cy="38100"/>
            </a:xfrm>
            <a:custGeom>
              <a:avLst/>
              <a:gdLst/>
              <a:ahLst/>
              <a:cxnLst/>
              <a:rect l="l" t="t" r="r" b="b"/>
              <a:pathLst>
                <a:path w="59690" h="38100">
                  <a:moveTo>
                    <a:pt x="9413" y="0"/>
                  </a:moveTo>
                  <a:lnTo>
                    <a:pt x="4062" y="3486"/>
                  </a:lnTo>
                  <a:lnTo>
                    <a:pt x="0" y="22774"/>
                  </a:lnTo>
                  <a:lnTo>
                    <a:pt x="3476" y="28114"/>
                  </a:lnTo>
                  <a:lnTo>
                    <a:pt x="49673" y="37873"/>
                  </a:lnTo>
                  <a:lnTo>
                    <a:pt x="55014" y="34386"/>
                  </a:lnTo>
                  <a:lnTo>
                    <a:pt x="59097" y="15099"/>
                  </a:lnTo>
                  <a:lnTo>
                    <a:pt x="55610" y="9758"/>
                  </a:lnTo>
                  <a:lnTo>
                    <a:pt x="50218" y="8617"/>
                  </a:lnTo>
                  <a:lnTo>
                    <a:pt x="9413" y="0"/>
                  </a:lnTo>
                  <a:close/>
                </a:path>
              </a:pathLst>
            </a:custGeom>
            <a:solidFill>
              <a:srgbClr val="C8EB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2" name="object 282" descr=""/>
          <p:cNvGrpSpPr/>
          <p:nvPr/>
        </p:nvGrpSpPr>
        <p:grpSpPr>
          <a:xfrm>
            <a:off x="15022507" y="6527988"/>
            <a:ext cx="375285" cy="123825"/>
            <a:chOff x="15022507" y="6527988"/>
            <a:chExt cx="375285" cy="123825"/>
          </a:xfrm>
        </p:grpSpPr>
        <p:sp>
          <p:nvSpPr>
            <p:cNvPr id="283" name="object 283" descr=""/>
            <p:cNvSpPr/>
            <p:nvPr/>
          </p:nvSpPr>
          <p:spPr>
            <a:xfrm>
              <a:off x="15106948" y="6599475"/>
              <a:ext cx="187960" cy="52705"/>
            </a:xfrm>
            <a:custGeom>
              <a:avLst/>
              <a:gdLst/>
              <a:ahLst/>
              <a:cxnLst/>
              <a:rect l="l" t="t" r="r" b="b"/>
              <a:pathLst>
                <a:path w="187959" h="52704">
                  <a:moveTo>
                    <a:pt x="4450" y="0"/>
                  </a:moveTo>
                  <a:lnTo>
                    <a:pt x="136" y="3999"/>
                  </a:lnTo>
                  <a:lnTo>
                    <a:pt x="0" y="7371"/>
                  </a:lnTo>
                  <a:lnTo>
                    <a:pt x="1999" y="9528"/>
                  </a:lnTo>
                  <a:lnTo>
                    <a:pt x="9435" y="16465"/>
                  </a:lnTo>
                  <a:lnTo>
                    <a:pt x="29386" y="31114"/>
                  </a:lnTo>
                  <a:lnTo>
                    <a:pt x="59641" y="45645"/>
                  </a:lnTo>
                  <a:lnTo>
                    <a:pt x="97986" y="52228"/>
                  </a:lnTo>
                  <a:lnTo>
                    <a:pt x="118466" y="50295"/>
                  </a:lnTo>
                  <a:lnTo>
                    <a:pt x="162470" y="32288"/>
                  </a:lnTo>
                  <a:lnTo>
                    <a:pt x="187858" y="9172"/>
                  </a:lnTo>
                  <a:lnTo>
                    <a:pt x="183900" y="4795"/>
                  </a:lnTo>
                  <a:lnTo>
                    <a:pt x="180528" y="4649"/>
                  </a:lnTo>
                  <a:lnTo>
                    <a:pt x="178350" y="6628"/>
                  </a:lnTo>
                  <a:lnTo>
                    <a:pt x="127250" y="37245"/>
                  </a:lnTo>
                  <a:lnTo>
                    <a:pt x="81841" y="40676"/>
                  </a:lnTo>
                  <a:lnTo>
                    <a:pt x="45129" y="28365"/>
                  </a:lnTo>
                  <a:lnTo>
                    <a:pt x="9821" y="2282"/>
                  </a:lnTo>
                  <a:lnTo>
                    <a:pt x="7821" y="125"/>
                  </a:lnTo>
                  <a:lnTo>
                    <a:pt x="4450" y="0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5022507" y="6527988"/>
              <a:ext cx="375285" cy="98425"/>
            </a:xfrm>
            <a:custGeom>
              <a:avLst/>
              <a:gdLst/>
              <a:ahLst/>
              <a:cxnLst/>
              <a:rect l="l" t="t" r="r" b="b"/>
              <a:pathLst>
                <a:path w="375284" h="98425">
                  <a:moveTo>
                    <a:pt x="343372" y="0"/>
                  </a:moveTo>
                  <a:lnTo>
                    <a:pt x="264788" y="6547"/>
                  </a:lnTo>
                  <a:lnTo>
                    <a:pt x="150378" y="21965"/>
                  </a:lnTo>
                  <a:lnTo>
                    <a:pt x="97425" y="32008"/>
                  </a:lnTo>
                  <a:lnTo>
                    <a:pt x="54392" y="43945"/>
                  </a:lnTo>
                  <a:lnTo>
                    <a:pt x="16588" y="58796"/>
                  </a:lnTo>
                  <a:lnTo>
                    <a:pt x="0" y="70329"/>
                  </a:lnTo>
                  <a:lnTo>
                    <a:pt x="1047" y="79141"/>
                  </a:lnTo>
                  <a:lnTo>
                    <a:pt x="12197" y="84505"/>
                  </a:lnTo>
                  <a:lnTo>
                    <a:pt x="25918" y="85696"/>
                  </a:lnTo>
                  <a:lnTo>
                    <a:pt x="42111" y="84479"/>
                  </a:lnTo>
                  <a:lnTo>
                    <a:pt x="67118" y="83515"/>
                  </a:lnTo>
                  <a:lnTo>
                    <a:pt x="152155" y="84806"/>
                  </a:lnTo>
                  <a:lnTo>
                    <a:pt x="208365" y="88153"/>
                  </a:lnTo>
                  <a:lnTo>
                    <a:pt x="256381" y="92393"/>
                  </a:lnTo>
                  <a:lnTo>
                    <a:pt x="292733" y="96148"/>
                  </a:lnTo>
                  <a:lnTo>
                    <a:pt x="313951" y="98041"/>
                  </a:lnTo>
                  <a:lnTo>
                    <a:pt x="356173" y="64210"/>
                  </a:lnTo>
                  <a:lnTo>
                    <a:pt x="375262" y="22932"/>
                  </a:lnTo>
                  <a:lnTo>
                    <a:pt x="367145" y="6165"/>
                  </a:lnTo>
                  <a:lnTo>
                    <a:pt x="343372" y="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5" name="object 285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14281839" y="6605099"/>
            <a:ext cx="248089" cy="127780"/>
          </a:xfrm>
          <a:prstGeom prst="rect">
            <a:avLst/>
          </a:prstGeom>
        </p:spPr>
      </p:pic>
      <p:pic>
        <p:nvPicPr>
          <p:cNvPr id="286" name="object 286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14977505" y="7164840"/>
            <a:ext cx="158749" cy="230693"/>
          </a:xfrm>
          <a:prstGeom prst="rect">
            <a:avLst/>
          </a:prstGeom>
        </p:spPr>
      </p:pic>
      <p:grpSp>
        <p:nvGrpSpPr>
          <p:cNvPr id="287" name="object 287" descr=""/>
          <p:cNvGrpSpPr/>
          <p:nvPr/>
        </p:nvGrpSpPr>
        <p:grpSpPr>
          <a:xfrm>
            <a:off x="14655982" y="6254503"/>
            <a:ext cx="615950" cy="591185"/>
            <a:chOff x="14655982" y="6254503"/>
            <a:chExt cx="615950" cy="591185"/>
          </a:xfrm>
        </p:grpSpPr>
        <p:sp>
          <p:nvSpPr>
            <p:cNvPr id="288" name="object 288" descr=""/>
            <p:cNvSpPr/>
            <p:nvPr/>
          </p:nvSpPr>
          <p:spPr>
            <a:xfrm>
              <a:off x="14939016" y="6254503"/>
              <a:ext cx="322580" cy="377825"/>
            </a:xfrm>
            <a:custGeom>
              <a:avLst/>
              <a:gdLst/>
              <a:ahLst/>
              <a:cxnLst/>
              <a:rect l="l" t="t" r="r" b="b"/>
              <a:pathLst>
                <a:path w="322580" h="377825">
                  <a:moveTo>
                    <a:pt x="81100" y="0"/>
                  </a:moveTo>
                  <a:lnTo>
                    <a:pt x="39464" y="5080"/>
                  </a:lnTo>
                  <a:lnTo>
                    <a:pt x="17336" y="37224"/>
                  </a:lnTo>
                  <a:lnTo>
                    <a:pt x="0" y="105023"/>
                  </a:lnTo>
                  <a:lnTo>
                    <a:pt x="3521" y="114849"/>
                  </a:lnTo>
                  <a:lnTo>
                    <a:pt x="38030" y="201607"/>
                  </a:lnTo>
                  <a:lnTo>
                    <a:pt x="68177" y="271152"/>
                  </a:lnTo>
                  <a:lnTo>
                    <a:pt x="91688" y="314474"/>
                  </a:lnTo>
                  <a:lnTo>
                    <a:pt x="122299" y="359811"/>
                  </a:lnTo>
                  <a:lnTo>
                    <a:pt x="168028" y="377558"/>
                  </a:lnTo>
                  <a:lnTo>
                    <a:pt x="205709" y="372031"/>
                  </a:lnTo>
                  <a:lnTo>
                    <a:pt x="252254" y="353738"/>
                  </a:lnTo>
                  <a:lnTo>
                    <a:pt x="293703" y="319093"/>
                  </a:lnTo>
                  <a:lnTo>
                    <a:pt x="319885" y="256317"/>
                  </a:lnTo>
                  <a:lnTo>
                    <a:pt x="322534" y="211567"/>
                  </a:lnTo>
                  <a:lnTo>
                    <a:pt x="310057" y="169360"/>
                  </a:lnTo>
                  <a:lnTo>
                    <a:pt x="288853" y="133285"/>
                  </a:lnTo>
                  <a:lnTo>
                    <a:pt x="222782" y="69273"/>
                  </a:lnTo>
                  <a:lnTo>
                    <a:pt x="188377" y="39680"/>
                  </a:lnTo>
                  <a:lnTo>
                    <a:pt x="156958" y="13393"/>
                  </a:lnTo>
                  <a:lnTo>
                    <a:pt x="81100" y="0"/>
                  </a:lnTo>
                  <a:close/>
                </a:path>
              </a:pathLst>
            </a:custGeom>
            <a:solidFill>
              <a:srgbClr val="E9C9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9" name="object 289" descr=""/>
            <p:cNvSpPr/>
            <p:nvPr/>
          </p:nvSpPr>
          <p:spPr>
            <a:xfrm>
              <a:off x="14990145" y="6368264"/>
              <a:ext cx="274320" cy="259079"/>
            </a:xfrm>
            <a:custGeom>
              <a:avLst/>
              <a:gdLst/>
              <a:ahLst/>
              <a:cxnLst/>
              <a:rect l="l" t="t" r="r" b="b"/>
              <a:pathLst>
                <a:path w="274319" h="259079">
                  <a:moveTo>
                    <a:pt x="221553" y="0"/>
                  </a:moveTo>
                  <a:lnTo>
                    <a:pt x="159186" y="40727"/>
                  </a:lnTo>
                  <a:lnTo>
                    <a:pt x="106815" y="72900"/>
                  </a:lnTo>
                  <a:lnTo>
                    <a:pt x="63066" y="96290"/>
                  </a:lnTo>
                  <a:lnTo>
                    <a:pt x="20000" y="114717"/>
                  </a:lnTo>
                  <a:lnTo>
                    <a:pt x="0" y="119943"/>
                  </a:lnTo>
                  <a:lnTo>
                    <a:pt x="22437" y="172837"/>
                  </a:lnTo>
                  <a:lnTo>
                    <a:pt x="37988" y="204936"/>
                  </a:lnTo>
                  <a:lnTo>
                    <a:pt x="53915" y="229260"/>
                  </a:lnTo>
                  <a:lnTo>
                    <a:pt x="77484" y="258829"/>
                  </a:lnTo>
                  <a:lnTo>
                    <a:pt x="79058" y="254895"/>
                  </a:lnTo>
                  <a:lnTo>
                    <a:pt x="85052" y="244662"/>
                  </a:lnTo>
                  <a:lnTo>
                    <a:pt x="117923" y="214726"/>
                  </a:lnTo>
                  <a:lnTo>
                    <a:pt x="188630" y="171266"/>
                  </a:lnTo>
                  <a:lnTo>
                    <a:pt x="227273" y="151371"/>
                  </a:lnTo>
                  <a:lnTo>
                    <a:pt x="247417" y="150171"/>
                  </a:lnTo>
                  <a:lnTo>
                    <a:pt x="262630" y="162801"/>
                  </a:lnTo>
                  <a:lnTo>
                    <a:pt x="268111" y="149551"/>
                  </a:lnTo>
                  <a:lnTo>
                    <a:pt x="273822" y="113900"/>
                  </a:lnTo>
                  <a:lnTo>
                    <a:pt x="263668" y="62000"/>
                  </a:lnTo>
                  <a:lnTo>
                    <a:pt x="221553" y="0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0" name="object 290" descr=""/>
            <p:cNvSpPr/>
            <p:nvPr/>
          </p:nvSpPr>
          <p:spPr>
            <a:xfrm>
              <a:off x="14655978" y="6273882"/>
              <a:ext cx="615950" cy="571500"/>
            </a:xfrm>
            <a:custGeom>
              <a:avLst/>
              <a:gdLst/>
              <a:ahLst/>
              <a:cxnLst/>
              <a:rect l="l" t="t" r="r" b="b"/>
              <a:pathLst>
                <a:path w="615950" h="571500">
                  <a:moveTo>
                    <a:pt x="615492" y="209842"/>
                  </a:moveTo>
                  <a:lnTo>
                    <a:pt x="606882" y="164922"/>
                  </a:lnTo>
                  <a:lnTo>
                    <a:pt x="579615" y="118605"/>
                  </a:lnTo>
                  <a:lnTo>
                    <a:pt x="549414" y="84696"/>
                  </a:lnTo>
                  <a:lnTo>
                    <a:pt x="518299" y="54254"/>
                  </a:lnTo>
                  <a:lnTo>
                    <a:pt x="461784" y="0"/>
                  </a:lnTo>
                  <a:lnTo>
                    <a:pt x="435927" y="15074"/>
                  </a:lnTo>
                  <a:lnTo>
                    <a:pt x="396621" y="44259"/>
                  </a:lnTo>
                  <a:lnTo>
                    <a:pt x="357454" y="74041"/>
                  </a:lnTo>
                  <a:lnTo>
                    <a:pt x="331965" y="90932"/>
                  </a:lnTo>
                  <a:lnTo>
                    <a:pt x="318935" y="96139"/>
                  </a:lnTo>
                  <a:lnTo>
                    <a:pt x="308686" y="98450"/>
                  </a:lnTo>
                  <a:lnTo>
                    <a:pt x="295910" y="98348"/>
                  </a:lnTo>
                  <a:lnTo>
                    <a:pt x="275272" y="96354"/>
                  </a:lnTo>
                  <a:lnTo>
                    <a:pt x="310121" y="176276"/>
                  </a:lnTo>
                  <a:lnTo>
                    <a:pt x="322783" y="205917"/>
                  </a:lnTo>
                  <a:lnTo>
                    <a:pt x="321233" y="206971"/>
                  </a:lnTo>
                  <a:lnTo>
                    <a:pt x="253047" y="253619"/>
                  </a:lnTo>
                  <a:lnTo>
                    <a:pt x="196456" y="294538"/>
                  </a:lnTo>
                  <a:lnTo>
                    <a:pt x="144068" y="335915"/>
                  </a:lnTo>
                  <a:lnTo>
                    <a:pt x="97790" y="374954"/>
                  </a:lnTo>
                  <a:lnTo>
                    <a:pt x="59499" y="408863"/>
                  </a:lnTo>
                  <a:lnTo>
                    <a:pt x="14452" y="450138"/>
                  </a:lnTo>
                  <a:lnTo>
                    <a:pt x="0" y="488911"/>
                  </a:lnTo>
                  <a:lnTo>
                    <a:pt x="4711" y="514286"/>
                  </a:lnTo>
                  <a:lnTo>
                    <a:pt x="17373" y="541096"/>
                  </a:lnTo>
                  <a:lnTo>
                    <a:pt x="33020" y="561848"/>
                  </a:lnTo>
                  <a:lnTo>
                    <a:pt x="49276" y="571309"/>
                  </a:lnTo>
                  <a:lnTo>
                    <a:pt x="70142" y="570979"/>
                  </a:lnTo>
                  <a:lnTo>
                    <a:pt x="121869" y="552869"/>
                  </a:lnTo>
                  <a:lnTo>
                    <a:pt x="158394" y="535470"/>
                  </a:lnTo>
                  <a:lnTo>
                    <a:pt x="205613" y="512025"/>
                  </a:lnTo>
                  <a:lnTo>
                    <a:pt x="260032" y="484428"/>
                  </a:lnTo>
                  <a:lnTo>
                    <a:pt x="318109" y="454533"/>
                  </a:lnTo>
                  <a:lnTo>
                    <a:pt x="376339" y="424218"/>
                  </a:lnTo>
                  <a:lnTo>
                    <a:pt x="431215" y="395351"/>
                  </a:lnTo>
                  <a:lnTo>
                    <a:pt x="479221" y="369811"/>
                  </a:lnTo>
                  <a:lnTo>
                    <a:pt x="516813" y="349465"/>
                  </a:lnTo>
                  <a:lnTo>
                    <a:pt x="546608" y="329082"/>
                  </a:lnTo>
                  <a:lnTo>
                    <a:pt x="560844" y="319671"/>
                  </a:lnTo>
                  <a:lnTo>
                    <a:pt x="589305" y="288861"/>
                  </a:lnTo>
                  <a:lnTo>
                    <a:pt x="608571" y="251701"/>
                  </a:lnTo>
                  <a:lnTo>
                    <a:pt x="615492" y="209842"/>
                  </a:lnTo>
                  <a:close/>
                </a:path>
              </a:pathLst>
            </a:custGeom>
            <a:solidFill>
              <a:srgbClr val="3039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4938565" y="6379369"/>
              <a:ext cx="13970" cy="18415"/>
            </a:xfrm>
            <a:custGeom>
              <a:avLst/>
              <a:gdLst/>
              <a:ahLst/>
              <a:cxnLst/>
              <a:rect l="l" t="t" r="r" b="b"/>
              <a:pathLst>
                <a:path w="13969" h="18414">
                  <a:moveTo>
                    <a:pt x="2187" y="0"/>
                  </a:moveTo>
                  <a:lnTo>
                    <a:pt x="0" y="4622"/>
                  </a:lnTo>
                  <a:lnTo>
                    <a:pt x="1895" y="11469"/>
                  </a:lnTo>
                  <a:lnTo>
                    <a:pt x="6187" y="17129"/>
                  </a:lnTo>
                  <a:lnTo>
                    <a:pt x="11192" y="18187"/>
                  </a:lnTo>
                  <a:lnTo>
                    <a:pt x="13379" y="13565"/>
                  </a:lnTo>
                  <a:lnTo>
                    <a:pt x="11484" y="6718"/>
                  </a:lnTo>
                  <a:lnTo>
                    <a:pt x="7191" y="1058"/>
                  </a:lnTo>
                  <a:lnTo>
                    <a:pt x="2187" y="0"/>
                  </a:lnTo>
                  <a:close/>
                </a:path>
              </a:pathLst>
            </a:custGeom>
            <a:solidFill>
              <a:srgbClr val="D5BDB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2" name="object 292" descr=""/>
          <p:cNvPicPr/>
          <p:nvPr/>
        </p:nvPicPr>
        <p:blipFill>
          <a:blip r:embed="rId62" cstate="print"/>
          <a:stretch>
            <a:fillRect/>
          </a:stretch>
        </p:blipFill>
        <p:spPr>
          <a:xfrm>
            <a:off x="14354382" y="6651307"/>
            <a:ext cx="167216" cy="81903"/>
          </a:xfrm>
          <a:prstGeom prst="rect">
            <a:avLst/>
          </a:prstGeom>
        </p:spPr>
      </p:pic>
      <p:grpSp>
        <p:nvGrpSpPr>
          <p:cNvPr id="293" name="object 293" descr=""/>
          <p:cNvGrpSpPr/>
          <p:nvPr/>
        </p:nvGrpSpPr>
        <p:grpSpPr>
          <a:xfrm>
            <a:off x="14486898" y="5324001"/>
            <a:ext cx="771525" cy="1353185"/>
            <a:chOff x="14486898" y="5324001"/>
            <a:chExt cx="771525" cy="1353185"/>
          </a:xfrm>
        </p:grpSpPr>
        <p:pic>
          <p:nvPicPr>
            <p:cNvPr id="294" name="object 294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723577" y="5706832"/>
              <a:ext cx="131064" cy="149013"/>
            </a:xfrm>
            <a:prstGeom prst="rect">
              <a:avLst/>
            </a:prstGeom>
          </p:spPr>
        </p:pic>
        <p:sp>
          <p:nvSpPr>
            <p:cNvPr id="295" name="object 295" descr=""/>
            <p:cNvSpPr/>
            <p:nvPr/>
          </p:nvSpPr>
          <p:spPr>
            <a:xfrm>
              <a:off x="14595856" y="5534297"/>
              <a:ext cx="216535" cy="294005"/>
            </a:xfrm>
            <a:custGeom>
              <a:avLst/>
              <a:gdLst/>
              <a:ahLst/>
              <a:cxnLst/>
              <a:rect l="l" t="t" r="r" b="b"/>
              <a:pathLst>
                <a:path w="216534" h="294004">
                  <a:moveTo>
                    <a:pt x="216001" y="194195"/>
                  </a:moveTo>
                  <a:lnTo>
                    <a:pt x="213550" y="142367"/>
                  </a:lnTo>
                  <a:lnTo>
                    <a:pt x="199707" y="96608"/>
                  </a:lnTo>
                  <a:lnTo>
                    <a:pt x="171615" y="47053"/>
                  </a:lnTo>
                  <a:lnTo>
                    <a:pt x="132448" y="7137"/>
                  </a:lnTo>
                  <a:lnTo>
                    <a:pt x="124548" y="0"/>
                  </a:lnTo>
                  <a:lnTo>
                    <a:pt x="88125" y="7251"/>
                  </a:lnTo>
                  <a:lnTo>
                    <a:pt x="47536" y="18249"/>
                  </a:lnTo>
                  <a:lnTo>
                    <a:pt x="14312" y="28981"/>
                  </a:lnTo>
                  <a:lnTo>
                    <a:pt x="0" y="35382"/>
                  </a:lnTo>
                  <a:lnTo>
                    <a:pt x="1612" y="47840"/>
                  </a:lnTo>
                  <a:lnTo>
                    <a:pt x="8318" y="75285"/>
                  </a:lnTo>
                  <a:lnTo>
                    <a:pt x="19900" y="111544"/>
                  </a:lnTo>
                  <a:lnTo>
                    <a:pt x="36118" y="150418"/>
                  </a:lnTo>
                  <a:lnTo>
                    <a:pt x="41122" y="165328"/>
                  </a:lnTo>
                  <a:lnTo>
                    <a:pt x="43510" y="174574"/>
                  </a:lnTo>
                  <a:lnTo>
                    <a:pt x="42735" y="175463"/>
                  </a:lnTo>
                  <a:lnTo>
                    <a:pt x="38557" y="185305"/>
                  </a:lnTo>
                  <a:lnTo>
                    <a:pt x="35648" y="196113"/>
                  </a:lnTo>
                  <a:lnTo>
                    <a:pt x="35090" y="204000"/>
                  </a:lnTo>
                  <a:lnTo>
                    <a:pt x="38531" y="209283"/>
                  </a:lnTo>
                  <a:lnTo>
                    <a:pt x="45072" y="214210"/>
                  </a:lnTo>
                  <a:lnTo>
                    <a:pt x="51866" y="217678"/>
                  </a:lnTo>
                  <a:lnTo>
                    <a:pt x="56108" y="218605"/>
                  </a:lnTo>
                  <a:lnTo>
                    <a:pt x="63334" y="228422"/>
                  </a:lnTo>
                  <a:lnTo>
                    <a:pt x="80238" y="249720"/>
                  </a:lnTo>
                  <a:lnTo>
                    <a:pt x="94234" y="274421"/>
                  </a:lnTo>
                  <a:lnTo>
                    <a:pt x="101854" y="287210"/>
                  </a:lnTo>
                  <a:lnTo>
                    <a:pt x="105752" y="292201"/>
                  </a:lnTo>
                  <a:lnTo>
                    <a:pt x="108597" y="293509"/>
                  </a:lnTo>
                  <a:lnTo>
                    <a:pt x="129794" y="288023"/>
                  </a:lnTo>
                  <a:lnTo>
                    <a:pt x="157441" y="270675"/>
                  </a:lnTo>
                  <a:lnTo>
                    <a:pt x="182168" y="251523"/>
                  </a:lnTo>
                  <a:lnTo>
                    <a:pt x="194640" y="240614"/>
                  </a:lnTo>
                  <a:lnTo>
                    <a:pt x="216001" y="194195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14588427" y="5427363"/>
              <a:ext cx="320675" cy="386715"/>
            </a:xfrm>
            <a:custGeom>
              <a:avLst/>
              <a:gdLst/>
              <a:ahLst/>
              <a:cxnLst/>
              <a:rect l="l" t="t" r="r" b="b"/>
              <a:pathLst>
                <a:path w="320675" h="386714">
                  <a:moveTo>
                    <a:pt x="12941" y="202311"/>
                  </a:moveTo>
                  <a:lnTo>
                    <a:pt x="12814" y="201841"/>
                  </a:lnTo>
                  <a:lnTo>
                    <a:pt x="12928" y="202349"/>
                  </a:lnTo>
                  <a:close/>
                </a:path>
                <a:path w="320675" h="386714">
                  <a:moveTo>
                    <a:pt x="320675" y="193243"/>
                  </a:moveTo>
                  <a:lnTo>
                    <a:pt x="318033" y="181457"/>
                  </a:lnTo>
                  <a:lnTo>
                    <a:pt x="313956" y="163258"/>
                  </a:lnTo>
                  <a:lnTo>
                    <a:pt x="304038" y="143738"/>
                  </a:lnTo>
                  <a:lnTo>
                    <a:pt x="294170" y="128143"/>
                  </a:lnTo>
                  <a:lnTo>
                    <a:pt x="282638" y="109931"/>
                  </a:lnTo>
                  <a:lnTo>
                    <a:pt x="261454" y="75006"/>
                  </a:lnTo>
                  <a:lnTo>
                    <a:pt x="239991" y="43014"/>
                  </a:lnTo>
                  <a:lnTo>
                    <a:pt x="217716" y="18008"/>
                  </a:lnTo>
                  <a:lnTo>
                    <a:pt x="189230" y="3352"/>
                  </a:lnTo>
                  <a:lnTo>
                    <a:pt x="152146" y="0"/>
                  </a:lnTo>
                  <a:lnTo>
                    <a:pt x="110451" y="8509"/>
                  </a:lnTo>
                  <a:lnTo>
                    <a:pt x="68097" y="29425"/>
                  </a:lnTo>
                  <a:lnTo>
                    <a:pt x="34226" y="57124"/>
                  </a:lnTo>
                  <a:lnTo>
                    <a:pt x="2933" y="111074"/>
                  </a:lnTo>
                  <a:lnTo>
                    <a:pt x="0" y="134797"/>
                  </a:lnTo>
                  <a:lnTo>
                    <a:pt x="1803" y="156121"/>
                  </a:lnTo>
                  <a:lnTo>
                    <a:pt x="5969" y="176961"/>
                  </a:lnTo>
                  <a:lnTo>
                    <a:pt x="10337" y="193484"/>
                  </a:lnTo>
                  <a:lnTo>
                    <a:pt x="12814" y="201828"/>
                  </a:lnTo>
                  <a:lnTo>
                    <a:pt x="20535" y="198628"/>
                  </a:lnTo>
                  <a:lnTo>
                    <a:pt x="28117" y="195770"/>
                  </a:lnTo>
                  <a:lnTo>
                    <a:pt x="35509" y="193243"/>
                  </a:lnTo>
                  <a:lnTo>
                    <a:pt x="42659" y="191020"/>
                  </a:lnTo>
                  <a:lnTo>
                    <a:pt x="40055" y="181381"/>
                  </a:lnTo>
                  <a:lnTo>
                    <a:pt x="37045" y="169214"/>
                  </a:lnTo>
                  <a:lnTo>
                    <a:pt x="34505" y="156972"/>
                  </a:lnTo>
                  <a:lnTo>
                    <a:pt x="33312" y="147167"/>
                  </a:lnTo>
                  <a:lnTo>
                    <a:pt x="32931" y="133832"/>
                  </a:lnTo>
                  <a:lnTo>
                    <a:pt x="35725" y="128143"/>
                  </a:lnTo>
                  <a:lnTo>
                    <a:pt x="35217" y="143738"/>
                  </a:lnTo>
                  <a:lnTo>
                    <a:pt x="35140" y="147167"/>
                  </a:lnTo>
                  <a:lnTo>
                    <a:pt x="35928" y="159524"/>
                  </a:lnTo>
                  <a:lnTo>
                    <a:pt x="39090" y="172034"/>
                  </a:lnTo>
                  <a:lnTo>
                    <a:pt x="45529" y="190182"/>
                  </a:lnTo>
                  <a:lnTo>
                    <a:pt x="62953" y="185801"/>
                  </a:lnTo>
                  <a:lnTo>
                    <a:pt x="76809" y="183134"/>
                  </a:lnTo>
                  <a:lnTo>
                    <a:pt x="85966" y="181813"/>
                  </a:lnTo>
                  <a:lnTo>
                    <a:pt x="89268" y="181457"/>
                  </a:lnTo>
                  <a:lnTo>
                    <a:pt x="110820" y="211607"/>
                  </a:lnTo>
                  <a:lnTo>
                    <a:pt x="132054" y="248399"/>
                  </a:lnTo>
                  <a:lnTo>
                    <a:pt x="156476" y="316623"/>
                  </a:lnTo>
                  <a:lnTo>
                    <a:pt x="169519" y="377621"/>
                  </a:lnTo>
                  <a:lnTo>
                    <a:pt x="170586" y="386626"/>
                  </a:lnTo>
                  <a:lnTo>
                    <a:pt x="182435" y="350291"/>
                  </a:lnTo>
                  <a:lnTo>
                    <a:pt x="183502" y="306705"/>
                  </a:lnTo>
                  <a:lnTo>
                    <a:pt x="179768" y="270116"/>
                  </a:lnTo>
                  <a:lnTo>
                    <a:pt x="177203" y="254762"/>
                  </a:lnTo>
                  <a:lnTo>
                    <a:pt x="189839" y="256197"/>
                  </a:lnTo>
                  <a:lnTo>
                    <a:pt x="205816" y="275183"/>
                  </a:lnTo>
                  <a:lnTo>
                    <a:pt x="222631" y="295783"/>
                  </a:lnTo>
                  <a:lnTo>
                    <a:pt x="237756" y="302094"/>
                  </a:lnTo>
                  <a:lnTo>
                    <a:pt x="290982" y="267119"/>
                  </a:lnTo>
                  <a:lnTo>
                    <a:pt x="299110" y="254762"/>
                  </a:lnTo>
                  <a:lnTo>
                    <a:pt x="315823" y="229362"/>
                  </a:lnTo>
                  <a:lnTo>
                    <a:pt x="320675" y="193243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7" name="object 297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4601183" y="5600467"/>
              <a:ext cx="194944" cy="118737"/>
            </a:xfrm>
            <a:prstGeom prst="rect">
              <a:avLst/>
            </a:prstGeom>
          </p:spPr>
        </p:pic>
        <p:sp>
          <p:nvSpPr>
            <p:cNvPr id="298" name="object 298" descr=""/>
            <p:cNvSpPr/>
            <p:nvPr/>
          </p:nvSpPr>
          <p:spPr>
            <a:xfrm>
              <a:off x="14595803" y="5427358"/>
              <a:ext cx="313690" cy="386715"/>
            </a:xfrm>
            <a:custGeom>
              <a:avLst/>
              <a:gdLst/>
              <a:ahLst/>
              <a:cxnLst/>
              <a:rect l="l" t="t" r="r" b="b"/>
              <a:pathLst>
                <a:path w="313690" h="386714">
                  <a:moveTo>
                    <a:pt x="310659" y="181453"/>
                  </a:moveTo>
                  <a:lnTo>
                    <a:pt x="81903" y="181453"/>
                  </a:lnTo>
                  <a:lnTo>
                    <a:pt x="103452" y="211605"/>
                  </a:lnTo>
                  <a:lnTo>
                    <a:pt x="116078" y="231091"/>
                  </a:lnTo>
                  <a:lnTo>
                    <a:pt x="134163" y="272027"/>
                  </a:lnTo>
                  <a:lnTo>
                    <a:pt x="149110" y="316623"/>
                  </a:lnTo>
                  <a:lnTo>
                    <a:pt x="162149" y="377620"/>
                  </a:lnTo>
                  <a:lnTo>
                    <a:pt x="163220" y="386630"/>
                  </a:lnTo>
                  <a:lnTo>
                    <a:pt x="175061" y="350286"/>
                  </a:lnTo>
                  <a:lnTo>
                    <a:pt x="176132" y="306705"/>
                  </a:lnTo>
                  <a:lnTo>
                    <a:pt x="172398" y="270118"/>
                  </a:lnTo>
                  <a:lnTo>
                    <a:pt x="169827" y="254760"/>
                  </a:lnTo>
                  <a:lnTo>
                    <a:pt x="291736" y="254760"/>
                  </a:lnTo>
                  <a:lnTo>
                    <a:pt x="308449" y="229363"/>
                  </a:lnTo>
                  <a:lnTo>
                    <a:pt x="313301" y="193239"/>
                  </a:lnTo>
                  <a:lnTo>
                    <a:pt x="310659" y="181453"/>
                  </a:lnTo>
                  <a:close/>
                </a:path>
                <a:path w="313690" h="386714">
                  <a:moveTo>
                    <a:pt x="291736" y="254760"/>
                  </a:moveTo>
                  <a:lnTo>
                    <a:pt x="169827" y="254760"/>
                  </a:lnTo>
                  <a:lnTo>
                    <a:pt x="182464" y="256196"/>
                  </a:lnTo>
                  <a:lnTo>
                    <a:pt x="198450" y="275178"/>
                  </a:lnTo>
                  <a:lnTo>
                    <a:pt x="215263" y="295786"/>
                  </a:lnTo>
                  <a:lnTo>
                    <a:pt x="230380" y="302099"/>
                  </a:lnTo>
                  <a:lnTo>
                    <a:pt x="283607" y="267113"/>
                  </a:lnTo>
                  <a:lnTo>
                    <a:pt x="291736" y="254760"/>
                  </a:lnTo>
                  <a:close/>
                </a:path>
                <a:path w="313690" h="386714">
                  <a:moveTo>
                    <a:pt x="144778" y="0"/>
                  </a:moveTo>
                  <a:lnTo>
                    <a:pt x="103075" y="8512"/>
                  </a:lnTo>
                  <a:lnTo>
                    <a:pt x="60731" y="29427"/>
                  </a:lnTo>
                  <a:lnTo>
                    <a:pt x="28003" y="56925"/>
                  </a:lnTo>
                  <a:lnTo>
                    <a:pt x="1782" y="110030"/>
                  </a:lnTo>
                  <a:lnTo>
                    <a:pt x="0" y="133570"/>
                  </a:lnTo>
                  <a:lnTo>
                    <a:pt x="657" y="155088"/>
                  </a:lnTo>
                  <a:lnTo>
                    <a:pt x="2278" y="176354"/>
                  </a:lnTo>
                  <a:lnTo>
                    <a:pt x="4121" y="193293"/>
                  </a:lnTo>
                  <a:lnTo>
                    <a:pt x="5444" y="201830"/>
                  </a:lnTo>
                  <a:lnTo>
                    <a:pt x="13165" y="198626"/>
                  </a:lnTo>
                  <a:lnTo>
                    <a:pt x="20746" y="195770"/>
                  </a:lnTo>
                  <a:lnTo>
                    <a:pt x="28137" y="193239"/>
                  </a:lnTo>
                  <a:lnTo>
                    <a:pt x="35286" y="191013"/>
                  </a:lnTo>
                  <a:lnTo>
                    <a:pt x="32689" y="181386"/>
                  </a:lnTo>
                  <a:lnTo>
                    <a:pt x="29678" y="169210"/>
                  </a:lnTo>
                  <a:lnTo>
                    <a:pt x="27136" y="156976"/>
                  </a:lnTo>
                  <a:lnTo>
                    <a:pt x="25946" y="147172"/>
                  </a:lnTo>
                  <a:lnTo>
                    <a:pt x="25559" y="133832"/>
                  </a:lnTo>
                  <a:lnTo>
                    <a:pt x="28355" y="128146"/>
                  </a:lnTo>
                  <a:lnTo>
                    <a:pt x="286796" y="128146"/>
                  </a:lnTo>
                  <a:lnTo>
                    <a:pt x="275261" y="109935"/>
                  </a:lnTo>
                  <a:lnTo>
                    <a:pt x="254082" y="75005"/>
                  </a:lnTo>
                  <a:lnTo>
                    <a:pt x="232614" y="43010"/>
                  </a:lnTo>
                  <a:lnTo>
                    <a:pt x="210339" y="18013"/>
                  </a:lnTo>
                  <a:lnTo>
                    <a:pt x="181859" y="3348"/>
                  </a:lnTo>
                  <a:lnTo>
                    <a:pt x="144778" y="0"/>
                  </a:lnTo>
                  <a:close/>
                </a:path>
                <a:path w="313690" h="386714">
                  <a:moveTo>
                    <a:pt x="286796" y="128146"/>
                  </a:moveTo>
                  <a:lnTo>
                    <a:pt x="28355" y="128146"/>
                  </a:lnTo>
                  <a:lnTo>
                    <a:pt x="27844" y="143737"/>
                  </a:lnTo>
                  <a:lnTo>
                    <a:pt x="27764" y="147172"/>
                  </a:lnTo>
                  <a:lnTo>
                    <a:pt x="28559" y="159523"/>
                  </a:lnTo>
                  <a:lnTo>
                    <a:pt x="31724" y="172036"/>
                  </a:lnTo>
                  <a:lnTo>
                    <a:pt x="38155" y="190186"/>
                  </a:lnTo>
                  <a:lnTo>
                    <a:pt x="55579" y="185800"/>
                  </a:lnTo>
                  <a:lnTo>
                    <a:pt x="69441" y="183134"/>
                  </a:lnTo>
                  <a:lnTo>
                    <a:pt x="78597" y="181811"/>
                  </a:lnTo>
                  <a:lnTo>
                    <a:pt x="81903" y="181453"/>
                  </a:lnTo>
                  <a:lnTo>
                    <a:pt x="310659" y="181453"/>
                  </a:lnTo>
                  <a:lnTo>
                    <a:pt x="306581" y="163253"/>
                  </a:lnTo>
                  <a:lnTo>
                    <a:pt x="296671" y="143737"/>
                  </a:lnTo>
                  <a:lnTo>
                    <a:pt x="286796" y="128146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9" name="object 299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4662157" y="5324001"/>
              <a:ext cx="200857" cy="133299"/>
            </a:xfrm>
            <a:prstGeom prst="rect">
              <a:avLst/>
            </a:prstGeom>
          </p:spPr>
        </p:pic>
        <p:sp>
          <p:nvSpPr>
            <p:cNvPr id="300" name="object 300" descr=""/>
            <p:cNvSpPr/>
            <p:nvPr/>
          </p:nvSpPr>
          <p:spPr>
            <a:xfrm>
              <a:off x="14739297" y="5591872"/>
              <a:ext cx="53340" cy="90805"/>
            </a:xfrm>
            <a:custGeom>
              <a:avLst/>
              <a:gdLst/>
              <a:ahLst/>
              <a:cxnLst/>
              <a:rect l="l" t="t" r="r" b="b"/>
              <a:pathLst>
                <a:path w="53340" h="90804">
                  <a:moveTo>
                    <a:pt x="20468" y="0"/>
                  </a:moveTo>
                  <a:lnTo>
                    <a:pt x="16393" y="1879"/>
                  </a:lnTo>
                  <a:lnTo>
                    <a:pt x="10348" y="7988"/>
                  </a:lnTo>
                  <a:lnTo>
                    <a:pt x="0" y="20169"/>
                  </a:lnTo>
                  <a:lnTo>
                    <a:pt x="11325" y="41095"/>
                  </a:lnTo>
                  <a:lnTo>
                    <a:pt x="17843" y="55370"/>
                  </a:lnTo>
                  <a:lnTo>
                    <a:pt x="22023" y="69562"/>
                  </a:lnTo>
                  <a:lnTo>
                    <a:pt x="26334" y="90241"/>
                  </a:lnTo>
                  <a:lnTo>
                    <a:pt x="30358" y="87543"/>
                  </a:lnTo>
                  <a:lnTo>
                    <a:pt x="39288" y="80889"/>
                  </a:lnTo>
                  <a:lnTo>
                    <a:pt x="48408" y="72434"/>
                  </a:lnTo>
                  <a:lnTo>
                    <a:pt x="53003" y="64336"/>
                  </a:lnTo>
                  <a:lnTo>
                    <a:pt x="50046" y="50510"/>
                  </a:lnTo>
                  <a:lnTo>
                    <a:pt x="42031" y="29358"/>
                  </a:lnTo>
                  <a:lnTo>
                    <a:pt x="32478" y="9736"/>
                  </a:lnTo>
                  <a:lnTo>
                    <a:pt x="24910" y="505"/>
                  </a:lnTo>
                  <a:lnTo>
                    <a:pt x="20468" y="0"/>
                  </a:lnTo>
                  <a:close/>
                </a:path>
              </a:pathLst>
            </a:custGeom>
            <a:solidFill>
              <a:srgbClr val="E1B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4738744" y="5787288"/>
              <a:ext cx="338455" cy="507365"/>
            </a:xfrm>
            <a:custGeom>
              <a:avLst/>
              <a:gdLst/>
              <a:ahLst/>
              <a:cxnLst/>
              <a:rect l="l" t="t" r="r" b="b"/>
              <a:pathLst>
                <a:path w="338455" h="507364">
                  <a:moveTo>
                    <a:pt x="115472" y="0"/>
                  </a:moveTo>
                  <a:lnTo>
                    <a:pt x="104938" y="32329"/>
                  </a:lnTo>
                  <a:lnTo>
                    <a:pt x="91120" y="48520"/>
                  </a:lnTo>
                  <a:lnTo>
                    <a:pt x="64740" y="53449"/>
                  </a:lnTo>
                  <a:lnTo>
                    <a:pt x="16523" y="51987"/>
                  </a:lnTo>
                  <a:lnTo>
                    <a:pt x="21402" y="195386"/>
                  </a:lnTo>
                  <a:lnTo>
                    <a:pt x="4557" y="235448"/>
                  </a:lnTo>
                  <a:lnTo>
                    <a:pt x="0" y="259753"/>
                  </a:lnTo>
                  <a:lnTo>
                    <a:pt x="8683" y="278157"/>
                  </a:lnTo>
                  <a:lnTo>
                    <a:pt x="31559" y="300514"/>
                  </a:lnTo>
                  <a:lnTo>
                    <a:pt x="53745" y="321237"/>
                  </a:lnTo>
                  <a:lnTo>
                    <a:pt x="62197" y="329434"/>
                  </a:lnTo>
                  <a:lnTo>
                    <a:pt x="100375" y="379240"/>
                  </a:lnTo>
                  <a:lnTo>
                    <a:pt x="137842" y="431297"/>
                  </a:lnTo>
                  <a:lnTo>
                    <a:pt x="167085" y="473334"/>
                  </a:lnTo>
                  <a:lnTo>
                    <a:pt x="180591" y="493084"/>
                  </a:lnTo>
                  <a:lnTo>
                    <a:pt x="196922" y="502582"/>
                  </a:lnTo>
                  <a:lnTo>
                    <a:pt x="227948" y="506837"/>
                  </a:lnTo>
                  <a:lnTo>
                    <a:pt x="266546" y="498008"/>
                  </a:lnTo>
                  <a:lnTo>
                    <a:pt x="305594" y="468255"/>
                  </a:lnTo>
                  <a:lnTo>
                    <a:pt x="337968" y="409736"/>
                  </a:lnTo>
                  <a:lnTo>
                    <a:pt x="320165" y="362407"/>
                  </a:lnTo>
                  <a:lnTo>
                    <a:pt x="304509" y="318490"/>
                  </a:lnTo>
                  <a:lnTo>
                    <a:pt x="282247" y="252659"/>
                  </a:lnTo>
                  <a:lnTo>
                    <a:pt x="244631" y="139587"/>
                  </a:lnTo>
                  <a:lnTo>
                    <a:pt x="213402" y="82037"/>
                  </a:lnTo>
                  <a:lnTo>
                    <a:pt x="171943" y="38765"/>
                  </a:lnTo>
                  <a:lnTo>
                    <a:pt x="134539" y="11008"/>
                  </a:lnTo>
                  <a:lnTo>
                    <a:pt x="115472" y="0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4754861" y="5796893"/>
              <a:ext cx="375920" cy="499745"/>
            </a:xfrm>
            <a:custGeom>
              <a:avLst/>
              <a:gdLst/>
              <a:ahLst/>
              <a:cxnLst/>
              <a:rect l="l" t="t" r="r" b="b"/>
              <a:pathLst>
                <a:path w="375919" h="499745">
                  <a:moveTo>
                    <a:pt x="122059" y="0"/>
                  </a:moveTo>
                  <a:lnTo>
                    <a:pt x="68349" y="24170"/>
                  </a:lnTo>
                  <a:lnTo>
                    <a:pt x="25462" y="59362"/>
                  </a:lnTo>
                  <a:lnTo>
                    <a:pt x="9024" y="122203"/>
                  </a:lnTo>
                  <a:lnTo>
                    <a:pt x="2537" y="189826"/>
                  </a:lnTo>
                  <a:lnTo>
                    <a:pt x="0" y="215386"/>
                  </a:lnTo>
                  <a:lnTo>
                    <a:pt x="10524" y="274589"/>
                  </a:lnTo>
                  <a:lnTo>
                    <a:pt x="41977" y="341246"/>
                  </a:lnTo>
                  <a:lnTo>
                    <a:pt x="66689" y="382111"/>
                  </a:lnTo>
                  <a:lnTo>
                    <a:pt x="136268" y="499681"/>
                  </a:lnTo>
                  <a:lnTo>
                    <a:pt x="180684" y="472103"/>
                  </a:lnTo>
                  <a:lnTo>
                    <a:pt x="244410" y="447099"/>
                  </a:lnTo>
                  <a:lnTo>
                    <a:pt x="293132" y="438133"/>
                  </a:lnTo>
                  <a:lnTo>
                    <a:pt x="375381" y="423892"/>
                  </a:lnTo>
                  <a:lnTo>
                    <a:pt x="323171" y="329693"/>
                  </a:lnTo>
                  <a:lnTo>
                    <a:pt x="294679" y="277663"/>
                  </a:lnTo>
                  <a:lnTo>
                    <a:pt x="268934" y="225836"/>
                  </a:lnTo>
                  <a:lnTo>
                    <a:pt x="246065" y="163818"/>
                  </a:lnTo>
                  <a:lnTo>
                    <a:pt x="232322" y="127980"/>
                  </a:lnTo>
                  <a:lnTo>
                    <a:pt x="213647" y="89871"/>
                  </a:lnTo>
                  <a:lnTo>
                    <a:pt x="189758" y="54027"/>
                  </a:lnTo>
                  <a:lnTo>
                    <a:pt x="164292" y="25797"/>
                  </a:lnTo>
                  <a:lnTo>
                    <a:pt x="140606" y="7136"/>
                  </a:lnTo>
                  <a:lnTo>
                    <a:pt x="122059" y="0"/>
                  </a:lnTo>
                  <a:close/>
                </a:path>
              </a:pathLst>
            </a:custGeom>
            <a:solidFill>
              <a:srgbClr val="F7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4739665" y="5958292"/>
              <a:ext cx="321310" cy="243204"/>
            </a:xfrm>
            <a:custGeom>
              <a:avLst/>
              <a:gdLst/>
              <a:ahLst/>
              <a:cxnLst/>
              <a:rect l="l" t="t" r="r" b="b"/>
              <a:pathLst>
                <a:path w="321309" h="243204">
                  <a:moveTo>
                    <a:pt x="260554" y="0"/>
                  </a:moveTo>
                  <a:lnTo>
                    <a:pt x="246799" y="8233"/>
                  </a:lnTo>
                  <a:lnTo>
                    <a:pt x="213473" y="26072"/>
                  </a:lnTo>
                  <a:lnTo>
                    <a:pt x="172485" y="43228"/>
                  </a:lnTo>
                  <a:lnTo>
                    <a:pt x="135741" y="49412"/>
                  </a:lnTo>
                  <a:lnTo>
                    <a:pt x="110934" y="46604"/>
                  </a:lnTo>
                  <a:lnTo>
                    <a:pt x="90578" y="40654"/>
                  </a:lnTo>
                  <a:lnTo>
                    <a:pt x="63794" y="27049"/>
                  </a:lnTo>
                  <a:lnTo>
                    <a:pt x="19703" y="1277"/>
                  </a:lnTo>
                  <a:lnTo>
                    <a:pt x="9274" y="65568"/>
                  </a:lnTo>
                  <a:lnTo>
                    <a:pt x="0" y="96265"/>
                  </a:lnTo>
                  <a:lnTo>
                    <a:pt x="5245" y="124981"/>
                  </a:lnTo>
                  <a:lnTo>
                    <a:pt x="32516" y="168354"/>
                  </a:lnTo>
                  <a:lnTo>
                    <a:pt x="89314" y="243018"/>
                  </a:lnTo>
                  <a:lnTo>
                    <a:pt x="321244" y="125336"/>
                  </a:lnTo>
                  <a:lnTo>
                    <a:pt x="260554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4" name="object 304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4763525" y="5841820"/>
              <a:ext cx="232757" cy="134715"/>
            </a:xfrm>
            <a:prstGeom prst="rect">
              <a:avLst/>
            </a:prstGeom>
          </p:spPr>
        </p:pic>
        <p:sp>
          <p:nvSpPr>
            <p:cNvPr id="305" name="object 305" descr=""/>
            <p:cNvSpPr/>
            <p:nvPr/>
          </p:nvSpPr>
          <p:spPr>
            <a:xfrm>
              <a:off x="14796122" y="5852928"/>
              <a:ext cx="351155" cy="640715"/>
            </a:xfrm>
            <a:custGeom>
              <a:avLst/>
              <a:gdLst/>
              <a:ahLst/>
              <a:cxnLst/>
              <a:rect l="l" t="t" r="r" b="b"/>
              <a:pathLst>
                <a:path w="351155" h="640714">
                  <a:moveTo>
                    <a:pt x="351028" y="617689"/>
                  </a:moveTo>
                  <a:lnTo>
                    <a:pt x="323113" y="532676"/>
                  </a:lnTo>
                  <a:lnTo>
                    <a:pt x="301891" y="476834"/>
                  </a:lnTo>
                  <a:lnTo>
                    <a:pt x="277723" y="419315"/>
                  </a:lnTo>
                  <a:lnTo>
                    <a:pt x="252056" y="365544"/>
                  </a:lnTo>
                  <a:lnTo>
                    <a:pt x="226301" y="320941"/>
                  </a:lnTo>
                  <a:lnTo>
                    <a:pt x="206121" y="265226"/>
                  </a:lnTo>
                  <a:lnTo>
                    <a:pt x="186690" y="213893"/>
                  </a:lnTo>
                  <a:lnTo>
                    <a:pt x="163131" y="156095"/>
                  </a:lnTo>
                  <a:lnTo>
                    <a:pt x="137033" y="98679"/>
                  </a:lnTo>
                  <a:lnTo>
                    <a:pt x="109969" y="48539"/>
                  </a:lnTo>
                  <a:lnTo>
                    <a:pt x="83502" y="12560"/>
                  </a:lnTo>
                  <a:lnTo>
                    <a:pt x="54508" y="0"/>
                  </a:lnTo>
                  <a:lnTo>
                    <a:pt x="22301" y="7988"/>
                  </a:lnTo>
                  <a:lnTo>
                    <a:pt x="0" y="33172"/>
                  </a:lnTo>
                  <a:lnTo>
                    <a:pt x="698" y="72186"/>
                  </a:lnTo>
                  <a:lnTo>
                    <a:pt x="33108" y="140843"/>
                  </a:lnTo>
                  <a:lnTo>
                    <a:pt x="61798" y="198882"/>
                  </a:lnTo>
                  <a:lnTo>
                    <a:pt x="92887" y="260413"/>
                  </a:lnTo>
                  <a:lnTo>
                    <a:pt x="121958" y="316217"/>
                  </a:lnTo>
                  <a:lnTo>
                    <a:pt x="144551" y="357060"/>
                  </a:lnTo>
                  <a:lnTo>
                    <a:pt x="150228" y="365175"/>
                  </a:lnTo>
                  <a:lnTo>
                    <a:pt x="150075" y="366890"/>
                  </a:lnTo>
                  <a:lnTo>
                    <a:pt x="175806" y="426478"/>
                  </a:lnTo>
                  <a:lnTo>
                    <a:pt x="201269" y="469226"/>
                  </a:lnTo>
                  <a:lnTo>
                    <a:pt x="242709" y="533488"/>
                  </a:lnTo>
                  <a:lnTo>
                    <a:pt x="304634" y="625309"/>
                  </a:lnTo>
                  <a:lnTo>
                    <a:pt x="322630" y="640715"/>
                  </a:lnTo>
                  <a:lnTo>
                    <a:pt x="338112" y="638937"/>
                  </a:lnTo>
                  <a:lnTo>
                    <a:pt x="348462" y="628446"/>
                  </a:lnTo>
                  <a:lnTo>
                    <a:pt x="351028" y="617689"/>
                  </a:lnTo>
                  <a:close/>
                </a:path>
              </a:pathLst>
            </a:custGeom>
            <a:solidFill>
              <a:srgbClr val="E1B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14789883" y="5844629"/>
              <a:ext cx="218440" cy="281305"/>
            </a:xfrm>
            <a:custGeom>
              <a:avLst/>
              <a:gdLst/>
              <a:ahLst/>
              <a:cxnLst/>
              <a:rect l="l" t="t" r="r" b="b"/>
              <a:pathLst>
                <a:path w="218440" h="281304">
                  <a:moveTo>
                    <a:pt x="60593" y="0"/>
                  </a:moveTo>
                  <a:lnTo>
                    <a:pt x="37994" y="3399"/>
                  </a:lnTo>
                  <a:lnTo>
                    <a:pt x="13744" y="19423"/>
                  </a:lnTo>
                  <a:lnTo>
                    <a:pt x="0" y="44315"/>
                  </a:lnTo>
                  <a:lnTo>
                    <a:pt x="907" y="83055"/>
                  </a:lnTo>
                  <a:lnTo>
                    <a:pt x="20613" y="140620"/>
                  </a:lnTo>
                  <a:lnTo>
                    <a:pt x="44270" y="191129"/>
                  </a:lnTo>
                  <a:lnTo>
                    <a:pt x="92705" y="280825"/>
                  </a:lnTo>
                  <a:lnTo>
                    <a:pt x="142868" y="263888"/>
                  </a:lnTo>
                  <a:lnTo>
                    <a:pt x="182819" y="245406"/>
                  </a:lnTo>
                  <a:lnTo>
                    <a:pt x="209146" y="230339"/>
                  </a:lnTo>
                  <a:lnTo>
                    <a:pt x="218439" y="223644"/>
                  </a:lnTo>
                  <a:lnTo>
                    <a:pt x="209808" y="203128"/>
                  </a:lnTo>
                  <a:lnTo>
                    <a:pt x="189410" y="156317"/>
                  </a:lnTo>
                  <a:lnTo>
                    <a:pt x="164404" y="102747"/>
                  </a:lnTo>
                  <a:lnTo>
                    <a:pt x="141949" y="61952"/>
                  </a:lnTo>
                  <a:lnTo>
                    <a:pt x="114792" y="29282"/>
                  </a:lnTo>
                  <a:lnTo>
                    <a:pt x="60593" y="0"/>
                  </a:lnTo>
                  <a:close/>
                </a:path>
              </a:pathLst>
            </a:custGeom>
            <a:solidFill>
              <a:srgbClr val="ECE2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7" name="object 307" descr=""/>
            <p:cNvSpPr/>
            <p:nvPr/>
          </p:nvSpPr>
          <p:spPr>
            <a:xfrm>
              <a:off x="14758276" y="5785351"/>
              <a:ext cx="499745" cy="772160"/>
            </a:xfrm>
            <a:custGeom>
              <a:avLst/>
              <a:gdLst/>
              <a:ahLst/>
              <a:cxnLst/>
              <a:rect l="l" t="t" r="r" b="b"/>
              <a:pathLst>
                <a:path w="499744" h="772159">
                  <a:moveTo>
                    <a:pt x="499694" y="656069"/>
                  </a:moveTo>
                  <a:lnTo>
                    <a:pt x="487032" y="590600"/>
                  </a:lnTo>
                  <a:lnTo>
                    <a:pt x="476402" y="593928"/>
                  </a:lnTo>
                  <a:lnTo>
                    <a:pt x="476973" y="583044"/>
                  </a:lnTo>
                  <a:lnTo>
                    <a:pt x="447979" y="498297"/>
                  </a:lnTo>
                  <a:lnTo>
                    <a:pt x="420230" y="437324"/>
                  </a:lnTo>
                  <a:lnTo>
                    <a:pt x="384937" y="365683"/>
                  </a:lnTo>
                  <a:lnTo>
                    <a:pt x="366090" y="328371"/>
                  </a:lnTo>
                  <a:lnTo>
                    <a:pt x="344081" y="285330"/>
                  </a:lnTo>
                  <a:lnTo>
                    <a:pt x="319633" y="239064"/>
                  </a:lnTo>
                  <a:lnTo>
                    <a:pt x="293230" y="191655"/>
                  </a:lnTo>
                  <a:lnTo>
                    <a:pt x="265379" y="145135"/>
                  </a:lnTo>
                  <a:lnTo>
                    <a:pt x="240779" y="109258"/>
                  </a:lnTo>
                  <a:lnTo>
                    <a:pt x="208978" y="72313"/>
                  </a:lnTo>
                  <a:lnTo>
                    <a:pt x="174282" y="40843"/>
                  </a:lnTo>
                  <a:lnTo>
                    <a:pt x="136461" y="16268"/>
                  </a:lnTo>
                  <a:lnTo>
                    <a:pt x="95262" y="0"/>
                  </a:lnTo>
                  <a:lnTo>
                    <a:pt x="40195" y="36347"/>
                  </a:lnTo>
                  <a:lnTo>
                    <a:pt x="11912" y="63385"/>
                  </a:lnTo>
                  <a:lnTo>
                    <a:pt x="1498" y="94526"/>
                  </a:lnTo>
                  <a:lnTo>
                    <a:pt x="0" y="143192"/>
                  </a:lnTo>
                  <a:lnTo>
                    <a:pt x="3048" y="179514"/>
                  </a:lnTo>
                  <a:lnTo>
                    <a:pt x="11353" y="224955"/>
                  </a:lnTo>
                  <a:lnTo>
                    <a:pt x="23749" y="277152"/>
                  </a:lnTo>
                  <a:lnTo>
                    <a:pt x="39027" y="333756"/>
                  </a:lnTo>
                  <a:lnTo>
                    <a:pt x="56007" y="392391"/>
                  </a:lnTo>
                  <a:lnTo>
                    <a:pt x="73482" y="450697"/>
                  </a:lnTo>
                  <a:lnTo>
                    <a:pt x="90258" y="506298"/>
                  </a:lnTo>
                  <a:lnTo>
                    <a:pt x="105156" y="556844"/>
                  </a:lnTo>
                  <a:lnTo>
                    <a:pt x="128409" y="624332"/>
                  </a:lnTo>
                  <a:lnTo>
                    <a:pt x="154127" y="675170"/>
                  </a:lnTo>
                  <a:lnTo>
                    <a:pt x="181317" y="708558"/>
                  </a:lnTo>
                  <a:lnTo>
                    <a:pt x="208991" y="723658"/>
                  </a:lnTo>
                  <a:lnTo>
                    <a:pt x="223748" y="721512"/>
                  </a:lnTo>
                  <a:lnTo>
                    <a:pt x="218516" y="724458"/>
                  </a:lnTo>
                  <a:lnTo>
                    <a:pt x="250266" y="771664"/>
                  </a:lnTo>
                  <a:lnTo>
                    <a:pt x="329590" y="748944"/>
                  </a:lnTo>
                  <a:lnTo>
                    <a:pt x="382016" y="729322"/>
                  </a:lnTo>
                  <a:lnTo>
                    <a:pt x="430923" y="701979"/>
                  </a:lnTo>
                  <a:lnTo>
                    <a:pt x="499694" y="656069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8" name="object 308" descr=""/>
            <p:cNvSpPr/>
            <p:nvPr/>
          </p:nvSpPr>
          <p:spPr>
            <a:xfrm>
              <a:off x="14858759" y="6165221"/>
              <a:ext cx="198120" cy="259715"/>
            </a:xfrm>
            <a:custGeom>
              <a:avLst/>
              <a:gdLst/>
              <a:ahLst/>
              <a:cxnLst/>
              <a:rect l="l" t="t" r="r" b="b"/>
              <a:pathLst>
                <a:path w="198119" h="259714">
                  <a:moveTo>
                    <a:pt x="35458" y="259359"/>
                  </a:moveTo>
                  <a:lnTo>
                    <a:pt x="27457" y="175272"/>
                  </a:lnTo>
                  <a:lnTo>
                    <a:pt x="0" y="161086"/>
                  </a:lnTo>
                  <a:lnTo>
                    <a:pt x="4673" y="176974"/>
                  </a:lnTo>
                  <a:lnTo>
                    <a:pt x="27927" y="244462"/>
                  </a:lnTo>
                  <a:lnTo>
                    <a:pt x="35458" y="259359"/>
                  </a:lnTo>
                  <a:close/>
                </a:path>
                <a:path w="198119" h="259714">
                  <a:moveTo>
                    <a:pt x="117551" y="216115"/>
                  </a:moveTo>
                  <a:lnTo>
                    <a:pt x="107759" y="113284"/>
                  </a:lnTo>
                  <a:lnTo>
                    <a:pt x="9855" y="62687"/>
                  </a:lnTo>
                  <a:lnTo>
                    <a:pt x="27571" y="175514"/>
                  </a:lnTo>
                  <a:lnTo>
                    <a:pt x="117551" y="216115"/>
                  </a:lnTo>
                  <a:close/>
                </a:path>
                <a:path w="198119" h="259714">
                  <a:moveTo>
                    <a:pt x="197523" y="153416"/>
                  </a:moveTo>
                  <a:lnTo>
                    <a:pt x="187731" y="50596"/>
                  </a:lnTo>
                  <a:lnTo>
                    <a:pt x="89814" y="0"/>
                  </a:lnTo>
                  <a:lnTo>
                    <a:pt x="107530" y="112826"/>
                  </a:lnTo>
                  <a:lnTo>
                    <a:pt x="197523" y="153416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4905914" y="6380917"/>
              <a:ext cx="172720" cy="128270"/>
            </a:xfrm>
            <a:custGeom>
              <a:avLst/>
              <a:gdLst/>
              <a:ahLst/>
              <a:cxnLst/>
              <a:rect l="l" t="t" r="r" b="b"/>
              <a:pathLst>
                <a:path w="172719" h="128270">
                  <a:moveTo>
                    <a:pt x="89954" y="123444"/>
                  </a:moveTo>
                  <a:lnTo>
                    <a:pt x="88938" y="112750"/>
                  </a:lnTo>
                  <a:lnTo>
                    <a:pt x="0" y="66789"/>
                  </a:lnTo>
                  <a:lnTo>
                    <a:pt x="6489" y="79603"/>
                  </a:lnTo>
                  <a:lnTo>
                    <a:pt x="33680" y="112991"/>
                  </a:lnTo>
                  <a:lnTo>
                    <a:pt x="61353" y="128092"/>
                  </a:lnTo>
                  <a:lnTo>
                    <a:pt x="88519" y="124129"/>
                  </a:lnTo>
                  <a:lnTo>
                    <a:pt x="89954" y="123444"/>
                  </a:lnTo>
                  <a:close/>
                </a:path>
                <a:path w="172719" h="128270">
                  <a:moveTo>
                    <a:pt x="172529" y="85953"/>
                  </a:moveTo>
                  <a:lnTo>
                    <a:pt x="169164" y="50596"/>
                  </a:lnTo>
                  <a:lnTo>
                    <a:pt x="71259" y="0"/>
                  </a:lnTo>
                  <a:lnTo>
                    <a:pt x="88976" y="112826"/>
                  </a:lnTo>
                  <a:lnTo>
                    <a:pt x="101003" y="118249"/>
                  </a:lnTo>
                  <a:lnTo>
                    <a:pt x="121564" y="108585"/>
                  </a:lnTo>
                  <a:lnTo>
                    <a:pt x="172529" y="85953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15035835" y="6095663"/>
              <a:ext cx="107950" cy="153670"/>
            </a:xfrm>
            <a:custGeom>
              <a:avLst/>
              <a:gdLst/>
              <a:ahLst/>
              <a:cxnLst/>
              <a:rect l="l" t="t" r="r" b="b"/>
              <a:pathLst>
                <a:path w="107950" h="153670">
                  <a:moveTo>
                    <a:pt x="106616" y="53848"/>
                  </a:moveTo>
                  <a:lnTo>
                    <a:pt x="96532" y="33502"/>
                  </a:lnTo>
                  <a:lnTo>
                    <a:pt x="98069" y="50927"/>
                  </a:lnTo>
                  <a:lnTo>
                    <a:pt x="106616" y="53848"/>
                  </a:lnTo>
                  <a:close/>
                </a:path>
                <a:path w="107950" h="153670">
                  <a:moveTo>
                    <a:pt x="107696" y="153416"/>
                  </a:moveTo>
                  <a:lnTo>
                    <a:pt x="97917" y="50596"/>
                  </a:lnTo>
                  <a:lnTo>
                    <a:pt x="0" y="0"/>
                  </a:lnTo>
                  <a:lnTo>
                    <a:pt x="10655" y="120154"/>
                  </a:lnTo>
                  <a:lnTo>
                    <a:pt x="107696" y="153416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15057133" y="6248672"/>
              <a:ext cx="186690" cy="201295"/>
            </a:xfrm>
            <a:custGeom>
              <a:avLst/>
              <a:gdLst/>
              <a:ahLst/>
              <a:cxnLst/>
              <a:rect l="l" t="t" r="r" b="b"/>
              <a:pathLst>
                <a:path w="186690" h="201295">
                  <a:moveTo>
                    <a:pt x="186601" y="114668"/>
                  </a:moveTo>
                  <a:lnTo>
                    <a:pt x="174561" y="80429"/>
                  </a:lnTo>
                  <a:lnTo>
                    <a:pt x="152895" y="33909"/>
                  </a:lnTo>
                  <a:lnTo>
                    <a:pt x="87261" y="0"/>
                  </a:lnTo>
                  <a:lnTo>
                    <a:pt x="97904" y="120142"/>
                  </a:lnTo>
                  <a:lnTo>
                    <a:pt x="0" y="69557"/>
                  </a:lnTo>
                  <a:lnTo>
                    <a:pt x="17716" y="182372"/>
                  </a:lnTo>
                  <a:lnTo>
                    <a:pt x="59524" y="201231"/>
                  </a:lnTo>
                  <a:lnTo>
                    <a:pt x="74231" y="194703"/>
                  </a:lnTo>
                  <a:lnTo>
                    <a:pt x="103708" y="181013"/>
                  </a:lnTo>
                  <a:lnTo>
                    <a:pt x="97917" y="120167"/>
                  </a:lnTo>
                  <a:lnTo>
                    <a:pt x="172072" y="145567"/>
                  </a:lnTo>
                  <a:lnTo>
                    <a:pt x="186499" y="134645"/>
                  </a:lnTo>
                  <a:lnTo>
                    <a:pt x="186601" y="114668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2" name="object 312" descr=""/>
            <p:cNvSpPr/>
            <p:nvPr/>
          </p:nvSpPr>
          <p:spPr>
            <a:xfrm>
              <a:off x="14789468" y="5926397"/>
              <a:ext cx="282575" cy="303530"/>
            </a:xfrm>
            <a:custGeom>
              <a:avLst/>
              <a:gdLst/>
              <a:ahLst/>
              <a:cxnLst/>
              <a:rect l="l" t="t" r="r" b="b"/>
              <a:pathLst>
                <a:path w="282575" h="303529">
                  <a:moveTo>
                    <a:pt x="80746" y="303225"/>
                  </a:moveTo>
                  <a:lnTo>
                    <a:pt x="70954" y="200406"/>
                  </a:lnTo>
                  <a:lnTo>
                    <a:pt x="0" y="163741"/>
                  </a:lnTo>
                  <a:lnTo>
                    <a:pt x="7835" y="192722"/>
                  </a:lnTo>
                  <a:lnTo>
                    <a:pt x="24803" y="251345"/>
                  </a:lnTo>
                  <a:lnTo>
                    <a:pt x="34036" y="282155"/>
                  </a:lnTo>
                  <a:lnTo>
                    <a:pt x="80746" y="303225"/>
                  </a:lnTo>
                  <a:close/>
                </a:path>
                <a:path w="282575" h="303529">
                  <a:moveTo>
                    <a:pt x="160718" y="240525"/>
                  </a:moveTo>
                  <a:lnTo>
                    <a:pt x="150926" y="137706"/>
                  </a:lnTo>
                  <a:lnTo>
                    <a:pt x="53009" y="87109"/>
                  </a:lnTo>
                  <a:lnTo>
                    <a:pt x="70739" y="199936"/>
                  </a:lnTo>
                  <a:lnTo>
                    <a:pt x="160718" y="240525"/>
                  </a:lnTo>
                  <a:close/>
                </a:path>
                <a:path w="282575" h="303529">
                  <a:moveTo>
                    <a:pt x="247980" y="170967"/>
                  </a:moveTo>
                  <a:lnTo>
                    <a:pt x="238188" y="68148"/>
                  </a:lnTo>
                  <a:lnTo>
                    <a:pt x="140271" y="17551"/>
                  </a:lnTo>
                  <a:lnTo>
                    <a:pt x="150926" y="137706"/>
                  </a:lnTo>
                  <a:lnTo>
                    <a:pt x="247980" y="170967"/>
                  </a:lnTo>
                  <a:close/>
                </a:path>
                <a:path w="282575" h="303529">
                  <a:moveTo>
                    <a:pt x="282448" y="83489"/>
                  </a:moveTo>
                  <a:lnTo>
                    <a:pt x="265569" y="52819"/>
                  </a:lnTo>
                  <a:lnTo>
                    <a:pt x="238772" y="9207"/>
                  </a:lnTo>
                  <a:lnTo>
                    <a:pt x="232219" y="0"/>
                  </a:lnTo>
                  <a:lnTo>
                    <a:pt x="238277" y="68351"/>
                  </a:lnTo>
                  <a:lnTo>
                    <a:pt x="282448" y="83489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4758276" y="5798076"/>
              <a:ext cx="210820" cy="217804"/>
            </a:xfrm>
            <a:custGeom>
              <a:avLst/>
              <a:gdLst/>
              <a:ahLst/>
              <a:cxnLst/>
              <a:rect l="l" t="t" r="r" b="b"/>
              <a:pathLst>
                <a:path w="210819" h="217804">
                  <a:moveTo>
                    <a:pt x="85382" y="217271"/>
                  </a:moveTo>
                  <a:lnTo>
                    <a:pt x="75590" y="114452"/>
                  </a:lnTo>
                  <a:lnTo>
                    <a:pt x="3098" y="76987"/>
                  </a:lnTo>
                  <a:lnTo>
                    <a:pt x="1485" y="81800"/>
                  </a:lnTo>
                  <a:lnTo>
                    <a:pt x="0" y="130479"/>
                  </a:lnTo>
                  <a:lnTo>
                    <a:pt x="3035" y="166789"/>
                  </a:lnTo>
                  <a:lnTo>
                    <a:pt x="5689" y="181330"/>
                  </a:lnTo>
                  <a:lnTo>
                    <a:pt x="85382" y="217271"/>
                  </a:lnTo>
                  <a:close/>
                </a:path>
                <a:path w="210819" h="217804">
                  <a:moveTo>
                    <a:pt x="172631" y="147713"/>
                  </a:moveTo>
                  <a:lnTo>
                    <a:pt x="162839" y="44894"/>
                  </a:lnTo>
                  <a:lnTo>
                    <a:pt x="75971" y="0"/>
                  </a:lnTo>
                  <a:lnTo>
                    <a:pt x="66014" y="6578"/>
                  </a:lnTo>
                  <a:lnTo>
                    <a:pt x="75590" y="114452"/>
                  </a:lnTo>
                  <a:lnTo>
                    <a:pt x="172631" y="147713"/>
                  </a:lnTo>
                  <a:close/>
                </a:path>
                <a:path w="210819" h="217804">
                  <a:moveTo>
                    <a:pt x="210527" y="61404"/>
                  </a:moveTo>
                  <a:lnTo>
                    <a:pt x="208965" y="59588"/>
                  </a:lnTo>
                  <a:lnTo>
                    <a:pt x="174282" y="28117"/>
                  </a:lnTo>
                  <a:lnTo>
                    <a:pt x="160655" y="19253"/>
                  </a:lnTo>
                  <a:lnTo>
                    <a:pt x="162941" y="45097"/>
                  </a:lnTo>
                  <a:lnTo>
                    <a:pt x="210527" y="61404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4713981" y="5861006"/>
              <a:ext cx="247015" cy="443230"/>
            </a:xfrm>
            <a:custGeom>
              <a:avLst/>
              <a:gdLst/>
              <a:ahLst/>
              <a:cxnLst/>
              <a:rect l="l" t="t" r="r" b="b"/>
              <a:pathLst>
                <a:path w="247015" h="443229">
                  <a:moveTo>
                    <a:pt x="194658" y="0"/>
                  </a:moveTo>
                  <a:lnTo>
                    <a:pt x="151112" y="14448"/>
                  </a:lnTo>
                  <a:lnTo>
                    <a:pt x="118765" y="39310"/>
                  </a:lnTo>
                  <a:lnTo>
                    <a:pt x="89868" y="77047"/>
                  </a:lnTo>
                  <a:lnTo>
                    <a:pt x="63343" y="128557"/>
                  </a:lnTo>
                  <a:lnTo>
                    <a:pt x="39794" y="184451"/>
                  </a:lnTo>
                  <a:lnTo>
                    <a:pt x="20521" y="241363"/>
                  </a:lnTo>
                  <a:lnTo>
                    <a:pt x="6822" y="295933"/>
                  </a:lnTo>
                  <a:lnTo>
                    <a:pt x="0" y="344790"/>
                  </a:lnTo>
                  <a:lnTo>
                    <a:pt x="1349" y="384573"/>
                  </a:lnTo>
                  <a:lnTo>
                    <a:pt x="21406" y="417633"/>
                  </a:lnTo>
                  <a:lnTo>
                    <a:pt x="59538" y="436418"/>
                  </a:lnTo>
                  <a:lnTo>
                    <a:pt x="103820" y="443206"/>
                  </a:lnTo>
                  <a:lnTo>
                    <a:pt x="142324" y="440271"/>
                  </a:lnTo>
                  <a:lnTo>
                    <a:pt x="175388" y="400659"/>
                  </a:lnTo>
                  <a:lnTo>
                    <a:pt x="190662" y="351591"/>
                  </a:lnTo>
                  <a:lnTo>
                    <a:pt x="206512" y="290614"/>
                  </a:lnTo>
                  <a:lnTo>
                    <a:pt x="220503" y="225650"/>
                  </a:lnTo>
                  <a:lnTo>
                    <a:pt x="231236" y="167342"/>
                  </a:lnTo>
                  <a:lnTo>
                    <a:pt x="239062" y="119230"/>
                  </a:lnTo>
                  <a:lnTo>
                    <a:pt x="244213" y="78557"/>
                  </a:lnTo>
                  <a:lnTo>
                    <a:pt x="246913" y="42583"/>
                  </a:lnTo>
                  <a:lnTo>
                    <a:pt x="240835" y="19032"/>
                  </a:lnTo>
                  <a:lnTo>
                    <a:pt x="237764" y="14567"/>
                  </a:lnTo>
                  <a:lnTo>
                    <a:pt x="219797" y="1731"/>
                  </a:lnTo>
                  <a:lnTo>
                    <a:pt x="219334" y="1662"/>
                  </a:lnTo>
                  <a:lnTo>
                    <a:pt x="194658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5" name="object 315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4719900" y="5874913"/>
              <a:ext cx="240994" cy="427906"/>
            </a:xfrm>
            <a:prstGeom prst="rect">
              <a:avLst/>
            </a:prstGeom>
          </p:spPr>
        </p:pic>
        <p:sp>
          <p:nvSpPr>
            <p:cNvPr id="316" name="object 316" descr=""/>
            <p:cNvSpPr/>
            <p:nvPr/>
          </p:nvSpPr>
          <p:spPr>
            <a:xfrm>
              <a:off x="14486898" y="6330549"/>
              <a:ext cx="248920" cy="346710"/>
            </a:xfrm>
            <a:custGeom>
              <a:avLst/>
              <a:gdLst/>
              <a:ahLst/>
              <a:cxnLst/>
              <a:rect l="l" t="t" r="r" b="b"/>
              <a:pathLst>
                <a:path w="248919" h="346709">
                  <a:moveTo>
                    <a:pt x="187397" y="0"/>
                  </a:moveTo>
                  <a:lnTo>
                    <a:pt x="150732" y="23656"/>
                  </a:lnTo>
                  <a:lnTo>
                    <a:pt x="127008" y="56538"/>
                  </a:lnTo>
                  <a:lnTo>
                    <a:pt x="83471" y="136972"/>
                  </a:lnTo>
                  <a:lnTo>
                    <a:pt x="49344" y="207057"/>
                  </a:lnTo>
                  <a:lnTo>
                    <a:pt x="4350" y="303474"/>
                  </a:lnTo>
                  <a:lnTo>
                    <a:pt x="0" y="329027"/>
                  </a:lnTo>
                  <a:lnTo>
                    <a:pt x="10369" y="342572"/>
                  </a:lnTo>
                  <a:lnTo>
                    <a:pt x="26038" y="346387"/>
                  </a:lnTo>
                  <a:lnTo>
                    <a:pt x="37584" y="342750"/>
                  </a:lnTo>
                  <a:lnTo>
                    <a:pt x="90729" y="282102"/>
                  </a:lnTo>
                  <a:lnTo>
                    <a:pt x="124622" y="240103"/>
                  </a:lnTo>
                  <a:lnTo>
                    <a:pt x="159802" y="194003"/>
                  </a:lnTo>
                  <a:lnTo>
                    <a:pt x="193572" y="146567"/>
                  </a:lnTo>
                  <a:lnTo>
                    <a:pt x="223237" y="100557"/>
                  </a:lnTo>
                  <a:lnTo>
                    <a:pt x="246101" y="58738"/>
                  </a:lnTo>
                  <a:lnTo>
                    <a:pt x="248695" y="21020"/>
                  </a:lnTo>
                  <a:lnTo>
                    <a:pt x="223029" y="2055"/>
                  </a:lnTo>
                  <a:lnTo>
                    <a:pt x="187397" y="0"/>
                  </a:lnTo>
                  <a:close/>
                </a:path>
              </a:pathLst>
            </a:custGeom>
            <a:solidFill>
              <a:srgbClr val="E9C9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7" name="object 317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4519549" y="6467725"/>
              <a:ext cx="134048" cy="129660"/>
            </a:xfrm>
            <a:prstGeom prst="rect">
              <a:avLst/>
            </a:prstGeom>
          </p:spPr>
        </p:pic>
        <p:sp>
          <p:nvSpPr>
            <p:cNvPr id="318" name="object 318" descr=""/>
            <p:cNvSpPr/>
            <p:nvPr/>
          </p:nvSpPr>
          <p:spPr>
            <a:xfrm>
              <a:off x="14564110" y="6168772"/>
              <a:ext cx="307975" cy="366395"/>
            </a:xfrm>
            <a:custGeom>
              <a:avLst/>
              <a:gdLst/>
              <a:ahLst/>
              <a:cxnLst/>
              <a:rect l="l" t="t" r="r" b="b"/>
              <a:pathLst>
                <a:path w="307975" h="366395">
                  <a:moveTo>
                    <a:pt x="220930" y="0"/>
                  </a:moveTo>
                  <a:lnTo>
                    <a:pt x="156788" y="32888"/>
                  </a:lnTo>
                  <a:lnTo>
                    <a:pt x="132935" y="67634"/>
                  </a:lnTo>
                  <a:lnTo>
                    <a:pt x="100534" y="117777"/>
                  </a:lnTo>
                  <a:lnTo>
                    <a:pt x="65314" y="174555"/>
                  </a:lnTo>
                  <a:lnTo>
                    <a:pt x="33000" y="229198"/>
                  </a:lnTo>
                  <a:lnTo>
                    <a:pt x="9319" y="272941"/>
                  </a:lnTo>
                  <a:lnTo>
                    <a:pt x="0" y="297019"/>
                  </a:lnTo>
                  <a:lnTo>
                    <a:pt x="8969" y="317520"/>
                  </a:lnTo>
                  <a:lnTo>
                    <a:pt x="31378" y="340446"/>
                  </a:lnTo>
                  <a:lnTo>
                    <a:pt x="59437" y="358894"/>
                  </a:lnTo>
                  <a:lnTo>
                    <a:pt x="85355" y="365957"/>
                  </a:lnTo>
                  <a:lnTo>
                    <a:pt x="107500" y="357439"/>
                  </a:lnTo>
                  <a:lnTo>
                    <a:pt x="132050" y="334787"/>
                  </a:lnTo>
                  <a:lnTo>
                    <a:pt x="162957" y="299556"/>
                  </a:lnTo>
                  <a:lnTo>
                    <a:pt x="204171" y="253314"/>
                  </a:lnTo>
                  <a:lnTo>
                    <a:pt x="246436" y="204316"/>
                  </a:lnTo>
                  <a:lnTo>
                    <a:pt x="277419" y="163093"/>
                  </a:lnTo>
                  <a:lnTo>
                    <a:pt x="302972" y="124079"/>
                  </a:lnTo>
                  <a:lnTo>
                    <a:pt x="307610" y="101963"/>
                  </a:lnTo>
                  <a:lnTo>
                    <a:pt x="305608" y="75096"/>
                  </a:lnTo>
                  <a:lnTo>
                    <a:pt x="279875" y="23812"/>
                  </a:lnTo>
                  <a:lnTo>
                    <a:pt x="222377" y="148"/>
                  </a:lnTo>
                  <a:lnTo>
                    <a:pt x="220930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9" name="object 319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4568625" y="6168691"/>
              <a:ext cx="303097" cy="347259"/>
            </a:xfrm>
            <a:prstGeom prst="rect">
              <a:avLst/>
            </a:prstGeom>
          </p:spPr>
        </p:pic>
      </p:grpSp>
      <p:grpSp>
        <p:nvGrpSpPr>
          <p:cNvPr id="320" name="object 320" descr=""/>
          <p:cNvGrpSpPr/>
          <p:nvPr/>
        </p:nvGrpSpPr>
        <p:grpSpPr>
          <a:xfrm>
            <a:off x="14670003" y="6735297"/>
            <a:ext cx="417830" cy="508634"/>
            <a:chOff x="14670003" y="6735297"/>
            <a:chExt cx="417830" cy="508634"/>
          </a:xfrm>
        </p:grpSpPr>
        <p:pic>
          <p:nvPicPr>
            <p:cNvPr id="321" name="object 321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4835841" y="7022572"/>
              <a:ext cx="224744" cy="204578"/>
            </a:xfrm>
            <a:prstGeom prst="rect">
              <a:avLst/>
            </a:prstGeom>
          </p:spPr>
        </p:pic>
        <p:sp>
          <p:nvSpPr>
            <p:cNvPr id="322" name="object 322" descr=""/>
            <p:cNvSpPr/>
            <p:nvPr/>
          </p:nvSpPr>
          <p:spPr>
            <a:xfrm>
              <a:off x="14816156" y="7094317"/>
              <a:ext cx="266700" cy="130175"/>
            </a:xfrm>
            <a:custGeom>
              <a:avLst/>
              <a:gdLst/>
              <a:ahLst/>
              <a:cxnLst/>
              <a:rect l="l" t="t" r="r" b="b"/>
              <a:pathLst>
                <a:path w="266700" h="130175">
                  <a:moveTo>
                    <a:pt x="236788" y="0"/>
                  </a:moveTo>
                  <a:lnTo>
                    <a:pt x="222935" y="5286"/>
                  </a:lnTo>
                  <a:lnTo>
                    <a:pt x="214509" y="8880"/>
                  </a:lnTo>
                  <a:lnTo>
                    <a:pt x="208081" y="12429"/>
                  </a:lnTo>
                  <a:lnTo>
                    <a:pt x="200224" y="17580"/>
                  </a:lnTo>
                  <a:lnTo>
                    <a:pt x="192196" y="19312"/>
                  </a:lnTo>
                  <a:lnTo>
                    <a:pt x="185075" y="14851"/>
                  </a:lnTo>
                  <a:lnTo>
                    <a:pt x="175186" y="9242"/>
                  </a:lnTo>
                  <a:lnTo>
                    <a:pt x="158853" y="7528"/>
                  </a:lnTo>
                  <a:lnTo>
                    <a:pt x="156444" y="7787"/>
                  </a:lnTo>
                  <a:lnTo>
                    <a:pt x="153321" y="9833"/>
                  </a:lnTo>
                  <a:lnTo>
                    <a:pt x="147396" y="15431"/>
                  </a:lnTo>
                  <a:lnTo>
                    <a:pt x="136582" y="26344"/>
                  </a:lnTo>
                  <a:lnTo>
                    <a:pt x="119507" y="42659"/>
                  </a:lnTo>
                  <a:lnTo>
                    <a:pt x="98203" y="60769"/>
                  </a:lnTo>
                  <a:lnTo>
                    <a:pt x="75686" y="76878"/>
                  </a:lnTo>
                  <a:lnTo>
                    <a:pt x="54972" y="87191"/>
                  </a:lnTo>
                  <a:lnTo>
                    <a:pt x="36408" y="94417"/>
                  </a:lnTo>
                  <a:lnTo>
                    <a:pt x="19695" y="103038"/>
                  </a:lnTo>
                  <a:lnTo>
                    <a:pt x="6878" y="111910"/>
                  </a:lnTo>
                  <a:lnTo>
                    <a:pt x="0" y="119891"/>
                  </a:lnTo>
                  <a:lnTo>
                    <a:pt x="1928" y="125782"/>
                  </a:lnTo>
                  <a:lnTo>
                    <a:pt x="13137" y="129119"/>
                  </a:lnTo>
                  <a:lnTo>
                    <a:pt x="32051" y="129883"/>
                  </a:lnTo>
                  <a:lnTo>
                    <a:pt x="57097" y="128058"/>
                  </a:lnTo>
                  <a:lnTo>
                    <a:pt x="90195" y="121221"/>
                  </a:lnTo>
                  <a:lnTo>
                    <a:pt x="129697" y="109538"/>
                  </a:lnTo>
                  <a:lnTo>
                    <a:pt x="168704" y="96877"/>
                  </a:lnTo>
                  <a:lnTo>
                    <a:pt x="200318" y="87107"/>
                  </a:lnTo>
                  <a:lnTo>
                    <a:pt x="225209" y="80674"/>
                  </a:lnTo>
                  <a:lnTo>
                    <a:pt x="246590" y="75501"/>
                  </a:lnTo>
                  <a:lnTo>
                    <a:pt x="261353" y="71689"/>
                  </a:lnTo>
                  <a:lnTo>
                    <a:pt x="266389" y="69338"/>
                  </a:lnTo>
                  <a:lnTo>
                    <a:pt x="256359" y="40103"/>
                  </a:lnTo>
                  <a:lnTo>
                    <a:pt x="247101" y="17542"/>
                  </a:lnTo>
                  <a:lnTo>
                    <a:pt x="236788" y="0"/>
                  </a:lnTo>
                  <a:close/>
                </a:path>
              </a:pathLst>
            </a:custGeom>
            <a:solidFill>
              <a:srgbClr val="422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4813106" y="7159754"/>
              <a:ext cx="274955" cy="83820"/>
            </a:xfrm>
            <a:custGeom>
              <a:avLst/>
              <a:gdLst/>
              <a:ahLst/>
              <a:cxnLst/>
              <a:rect l="l" t="t" r="r" b="b"/>
              <a:pathLst>
                <a:path w="274955" h="83820">
                  <a:moveTo>
                    <a:pt x="3047" y="54459"/>
                  </a:moveTo>
                  <a:lnTo>
                    <a:pt x="0" y="57464"/>
                  </a:lnTo>
                  <a:lnTo>
                    <a:pt x="1036" y="72678"/>
                  </a:lnTo>
                  <a:lnTo>
                    <a:pt x="10796" y="80967"/>
                  </a:lnTo>
                  <a:lnTo>
                    <a:pt x="34406" y="83662"/>
                  </a:lnTo>
                  <a:lnTo>
                    <a:pt x="65694" y="81739"/>
                  </a:lnTo>
                  <a:lnTo>
                    <a:pt x="98489" y="76175"/>
                  </a:lnTo>
                  <a:lnTo>
                    <a:pt x="126473" y="68750"/>
                  </a:lnTo>
                  <a:lnTo>
                    <a:pt x="149491" y="61016"/>
                  </a:lnTo>
                  <a:lnTo>
                    <a:pt x="159844" y="57385"/>
                  </a:lnTo>
                  <a:lnTo>
                    <a:pt x="17335" y="57385"/>
                  </a:lnTo>
                  <a:lnTo>
                    <a:pt x="3047" y="54459"/>
                  </a:lnTo>
                  <a:close/>
                </a:path>
                <a:path w="274955" h="83820">
                  <a:moveTo>
                    <a:pt x="268086" y="0"/>
                  </a:moveTo>
                  <a:lnTo>
                    <a:pt x="249824" y="3450"/>
                  </a:lnTo>
                  <a:lnTo>
                    <a:pt x="215092" y="14161"/>
                  </a:lnTo>
                  <a:lnTo>
                    <a:pt x="128142" y="42365"/>
                  </a:lnTo>
                  <a:lnTo>
                    <a:pt x="86178" y="52166"/>
                  </a:lnTo>
                  <a:lnTo>
                    <a:pt x="47143" y="56897"/>
                  </a:lnTo>
                  <a:lnTo>
                    <a:pt x="17335" y="57385"/>
                  </a:lnTo>
                  <a:lnTo>
                    <a:pt x="159844" y="57385"/>
                  </a:lnTo>
                  <a:lnTo>
                    <a:pt x="170615" y="53608"/>
                  </a:lnTo>
                  <a:lnTo>
                    <a:pt x="192915" y="47160"/>
                  </a:lnTo>
                  <a:lnTo>
                    <a:pt x="244972" y="35379"/>
                  </a:lnTo>
                  <a:lnTo>
                    <a:pt x="265374" y="30390"/>
                  </a:lnTo>
                  <a:lnTo>
                    <a:pt x="274201" y="26983"/>
                  </a:lnTo>
                  <a:lnTo>
                    <a:pt x="274402" y="21536"/>
                  </a:lnTo>
                  <a:lnTo>
                    <a:pt x="273153" y="12588"/>
                  </a:lnTo>
                  <a:lnTo>
                    <a:pt x="270899" y="4092"/>
                  </a:lnTo>
                  <a:lnTo>
                    <a:pt x="268086" y="0"/>
                  </a:lnTo>
                  <a:close/>
                </a:path>
              </a:pathLst>
            </a:custGeom>
            <a:solidFill>
              <a:srgbClr val="F5E6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4" name="object 324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4818032" y="7110502"/>
              <a:ext cx="268911" cy="122558"/>
            </a:xfrm>
            <a:prstGeom prst="rect">
              <a:avLst/>
            </a:prstGeom>
          </p:spPr>
        </p:pic>
        <p:sp>
          <p:nvSpPr>
            <p:cNvPr id="325" name="object 325" descr=""/>
            <p:cNvSpPr/>
            <p:nvPr/>
          </p:nvSpPr>
          <p:spPr>
            <a:xfrm>
              <a:off x="14670003" y="6735297"/>
              <a:ext cx="339725" cy="344170"/>
            </a:xfrm>
            <a:custGeom>
              <a:avLst/>
              <a:gdLst/>
              <a:ahLst/>
              <a:cxnLst/>
              <a:rect l="l" t="t" r="r" b="b"/>
              <a:pathLst>
                <a:path w="339725" h="344170">
                  <a:moveTo>
                    <a:pt x="95749" y="0"/>
                  </a:moveTo>
                  <a:lnTo>
                    <a:pt x="63537" y="4516"/>
                  </a:lnTo>
                  <a:lnTo>
                    <a:pt x="31150" y="17551"/>
                  </a:lnTo>
                  <a:lnTo>
                    <a:pt x="7126" y="38258"/>
                  </a:lnTo>
                  <a:lnTo>
                    <a:pt x="0" y="65790"/>
                  </a:lnTo>
                  <a:lnTo>
                    <a:pt x="18309" y="99297"/>
                  </a:lnTo>
                  <a:lnTo>
                    <a:pt x="82870" y="164512"/>
                  </a:lnTo>
                  <a:lnTo>
                    <a:pt x="166497" y="245556"/>
                  </a:lnTo>
                  <a:lnTo>
                    <a:pt x="238892" y="314594"/>
                  </a:lnTo>
                  <a:lnTo>
                    <a:pt x="269757" y="343793"/>
                  </a:lnTo>
                  <a:lnTo>
                    <a:pt x="296833" y="322010"/>
                  </a:lnTo>
                  <a:lnTo>
                    <a:pt x="313083" y="309551"/>
                  </a:lnTo>
                  <a:lnTo>
                    <a:pt x="325010" y="301740"/>
                  </a:lnTo>
                  <a:lnTo>
                    <a:pt x="339116" y="293899"/>
                  </a:lnTo>
                  <a:lnTo>
                    <a:pt x="292521" y="217983"/>
                  </a:lnTo>
                  <a:lnTo>
                    <a:pt x="263679" y="172764"/>
                  </a:lnTo>
                  <a:lnTo>
                    <a:pt x="240608" y="140317"/>
                  </a:lnTo>
                  <a:lnTo>
                    <a:pt x="211330" y="102721"/>
                  </a:lnTo>
                  <a:lnTo>
                    <a:pt x="181063" y="64233"/>
                  </a:lnTo>
                  <a:lnTo>
                    <a:pt x="140563" y="19773"/>
                  </a:lnTo>
                  <a:lnTo>
                    <a:pt x="119249" y="4850"/>
                  </a:lnTo>
                  <a:lnTo>
                    <a:pt x="95749" y="0"/>
                  </a:lnTo>
                  <a:close/>
                </a:path>
              </a:pathLst>
            </a:custGeom>
            <a:solidFill>
              <a:srgbClr val="30396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6" name="object 326" descr=""/>
          <p:cNvGrpSpPr/>
          <p:nvPr/>
        </p:nvGrpSpPr>
        <p:grpSpPr>
          <a:xfrm>
            <a:off x="16510210" y="6196575"/>
            <a:ext cx="497205" cy="762635"/>
            <a:chOff x="16510210" y="6196575"/>
            <a:chExt cx="497205" cy="762635"/>
          </a:xfrm>
        </p:grpSpPr>
        <p:sp>
          <p:nvSpPr>
            <p:cNvPr id="327" name="object 327" descr=""/>
            <p:cNvSpPr/>
            <p:nvPr/>
          </p:nvSpPr>
          <p:spPr>
            <a:xfrm>
              <a:off x="16510203" y="6196577"/>
              <a:ext cx="497205" cy="762635"/>
            </a:xfrm>
            <a:custGeom>
              <a:avLst/>
              <a:gdLst/>
              <a:ahLst/>
              <a:cxnLst/>
              <a:rect l="l" t="t" r="r" b="b"/>
              <a:pathLst>
                <a:path w="497205" h="762634">
                  <a:moveTo>
                    <a:pt x="497116" y="357047"/>
                  </a:moveTo>
                  <a:lnTo>
                    <a:pt x="496430" y="314756"/>
                  </a:lnTo>
                  <a:lnTo>
                    <a:pt x="494995" y="287477"/>
                  </a:lnTo>
                  <a:lnTo>
                    <a:pt x="481215" y="269519"/>
                  </a:lnTo>
                  <a:lnTo>
                    <a:pt x="471944" y="235115"/>
                  </a:lnTo>
                  <a:lnTo>
                    <a:pt x="454634" y="186347"/>
                  </a:lnTo>
                  <a:lnTo>
                    <a:pt x="435813" y="136156"/>
                  </a:lnTo>
                  <a:lnTo>
                    <a:pt x="414489" y="81102"/>
                  </a:lnTo>
                  <a:lnTo>
                    <a:pt x="321017" y="19761"/>
                  </a:lnTo>
                  <a:lnTo>
                    <a:pt x="260070" y="0"/>
                  </a:lnTo>
                  <a:lnTo>
                    <a:pt x="204876" y="22466"/>
                  </a:lnTo>
                  <a:lnTo>
                    <a:pt x="128625" y="87757"/>
                  </a:lnTo>
                  <a:lnTo>
                    <a:pt x="99555" y="156083"/>
                  </a:lnTo>
                  <a:lnTo>
                    <a:pt x="83731" y="195160"/>
                  </a:lnTo>
                  <a:lnTo>
                    <a:pt x="74891" y="222770"/>
                  </a:lnTo>
                  <a:lnTo>
                    <a:pt x="70916" y="225615"/>
                  </a:lnTo>
                  <a:lnTo>
                    <a:pt x="28740" y="337921"/>
                  </a:lnTo>
                  <a:lnTo>
                    <a:pt x="7302" y="400405"/>
                  </a:lnTo>
                  <a:lnTo>
                    <a:pt x="0" y="435584"/>
                  </a:lnTo>
                  <a:lnTo>
                    <a:pt x="190" y="466001"/>
                  </a:lnTo>
                  <a:lnTo>
                    <a:pt x="21005" y="523633"/>
                  </a:lnTo>
                  <a:lnTo>
                    <a:pt x="83261" y="553135"/>
                  </a:lnTo>
                  <a:lnTo>
                    <a:pt x="136626" y="565518"/>
                  </a:lnTo>
                  <a:lnTo>
                    <a:pt x="149275" y="560387"/>
                  </a:lnTo>
                  <a:lnTo>
                    <a:pt x="162064" y="539292"/>
                  </a:lnTo>
                  <a:lnTo>
                    <a:pt x="183362" y="503275"/>
                  </a:lnTo>
                  <a:lnTo>
                    <a:pt x="211061" y="457746"/>
                  </a:lnTo>
                  <a:lnTo>
                    <a:pt x="227418" y="422656"/>
                  </a:lnTo>
                  <a:lnTo>
                    <a:pt x="268389" y="424637"/>
                  </a:lnTo>
                  <a:lnTo>
                    <a:pt x="283260" y="424332"/>
                  </a:lnTo>
                  <a:lnTo>
                    <a:pt x="300037" y="539280"/>
                  </a:lnTo>
                  <a:lnTo>
                    <a:pt x="315239" y="642035"/>
                  </a:lnTo>
                  <a:lnTo>
                    <a:pt x="323240" y="692581"/>
                  </a:lnTo>
                  <a:lnTo>
                    <a:pt x="343928" y="747433"/>
                  </a:lnTo>
                  <a:lnTo>
                    <a:pt x="409917" y="762381"/>
                  </a:lnTo>
                  <a:lnTo>
                    <a:pt x="446392" y="752436"/>
                  </a:lnTo>
                  <a:lnTo>
                    <a:pt x="488861" y="688238"/>
                  </a:lnTo>
                  <a:lnTo>
                    <a:pt x="491388" y="645033"/>
                  </a:lnTo>
                  <a:lnTo>
                    <a:pt x="493534" y="591375"/>
                  </a:lnTo>
                  <a:lnTo>
                    <a:pt x="495249" y="531507"/>
                  </a:lnTo>
                  <a:lnTo>
                    <a:pt x="496455" y="469658"/>
                  </a:lnTo>
                  <a:lnTo>
                    <a:pt x="497103" y="410095"/>
                  </a:lnTo>
                  <a:lnTo>
                    <a:pt x="497116" y="357047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6736385" y="6576883"/>
              <a:ext cx="61594" cy="31750"/>
            </a:xfrm>
            <a:custGeom>
              <a:avLst/>
              <a:gdLst/>
              <a:ahLst/>
              <a:cxnLst/>
              <a:rect l="l" t="t" r="r" b="b"/>
              <a:pathLst>
                <a:path w="61594" h="31750">
                  <a:moveTo>
                    <a:pt x="56301" y="0"/>
                  </a:moveTo>
                  <a:lnTo>
                    <a:pt x="50302" y="0"/>
                  </a:lnTo>
                  <a:lnTo>
                    <a:pt x="4910" y="0"/>
                  </a:lnTo>
                  <a:lnTo>
                    <a:pt x="0" y="4910"/>
                  </a:lnTo>
                  <a:lnTo>
                    <a:pt x="0" y="26365"/>
                  </a:lnTo>
                  <a:lnTo>
                    <a:pt x="4910" y="31276"/>
                  </a:lnTo>
                  <a:lnTo>
                    <a:pt x="56301" y="31276"/>
                  </a:lnTo>
                  <a:lnTo>
                    <a:pt x="61212" y="26365"/>
                  </a:lnTo>
                  <a:lnTo>
                    <a:pt x="61212" y="4910"/>
                  </a:lnTo>
                  <a:lnTo>
                    <a:pt x="56301" y="0"/>
                  </a:lnTo>
                  <a:close/>
                </a:path>
              </a:pathLst>
            </a:custGeom>
            <a:solidFill>
              <a:srgbClr val="D1C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6750798" y="6457551"/>
              <a:ext cx="29209" cy="241935"/>
            </a:xfrm>
            <a:custGeom>
              <a:avLst/>
              <a:gdLst/>
              <a:ahLst/>
              <a:cxnLst/>
              <a:rect l="l" t="t" r="r" b="b"/>
              <a:pathLst>
                <a:path w="29209" h="241934">
                  <a:moveTo>
                    <a:pt x="22533" y="0"/>
                  </a:moveTo>
                  <a:lnTo>
                    <a:pt x="6491" y="0"/>
                  </a:lnTo>
                  <a:lnTo>
                    <a:pt x="0" y="6502"/>
                  </a:lnTo>
                  <a:lnTo>
                    <a:pt x="0" y="235364"/>
                  </a:lnTo>
                  <a:lnTo>
                    <a:pt x="6491" y="241856"/>
                  </a:lnTo>
                  <a:lnTo>
                    <a:pt x="14512" y="241856"/>
                  </a:lnTo>
                  <a:lnTo>
                    <a:pt x="22533" y="241856"/>
                  </a:lnTo>
                  <a:lnTo>
                    <a:pt x="29025" y="235364"/>
                  </a:lnTo>
                  <a:lnTo>
                    <a:pt x="29025" y="6502"/>
                  </a:lnTo>
                  <a:lnTo>
                    <a:pt x="22533" y="0"/>
                  </a:lnTo>
                  <a:close/>
                </a:path>
              </a:pathLst>
            </a:custGeom>
            <a:solidFill>
              <a:srgbClr val="B3AFA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30" name="object 330" descr=""/>
          <p:cNvPicPr/>
          <p:nvPr/>
        </p:nvPicPr>
        <p:blipFill>
          <a:blip r:embed="rId72" cstate="print"/>
          <a:stretch>
            <a:fillRect/>
          </a:stretch>
        </p:blipFill>
        <p:spPr>
          <a:xfrm>
            <a:off x="16731191" y="7334481"/>
            <a:ext cx="71610" cy="164110"/>
          </a:xfrm>
          <a:prstGeom prst="rect">
            <a:avLst/>
          </a:prstGeom>
        </p:spPr>
      </p:pic>
      <p:grpSp>
        <p:nvGrpSpPr>
          <p:cNvPr id="331" name="object 331" descr=""/>
          <p:cNvGrpSpPr/>
          <p:nvPr/>
        </p:nvGrpSpPr>
        <p:grpSpPr>
          <a:xfrm>
            <a:off x="16746523" y="6588600"/>
            <a:ext cx="41275" cy="358775"/>
            <a:chOff x="16746523" y="6588600"/>
            <a:chExt cx="41275" cy="358775"/>
          </a:xfrm>
        </p:grpSpPr>
        <p:sp>
          <p:nvSpPr>
            <p:cNvPr id="332" name="object 332" descr=""/>
            <p:cNvSpPr/>
            <p:nvPr/>
          </p:nvSpPr>
          <p:spPr>
            <a:xfrm>
              <a:off x="16752334" y="6588600"/>
              <a:ext cx="29209" cy="78740"/>
            </a:xfrm>
            <a:custGeom>
              <a:avLst/>
              <a:gdLst/>
              <a:ahLst/>
              <a:cxnLst/>
              <a:rect l="l" t="t" r="r" b="b"/>
              <a:pathLst>
                <a:path w="29209" h="78740">
                  <a:moveTo>
                    <a:pt x="22533" y="0"/>
                  </a:moveTo>
                  <a:lnTo>
                    <a:pt x="6491" y="0"/>
                  </a:lnTo>
                  <a:lnTo>
                    <a:pt x="0" y="6502"/>
                  </a:lnTo>
                  <a:lnTo>
                    <a:pt x="0" y="71756"/>
                  </a:lnTo>
                  <a:lnTo>
                    <a:pt x="6491" y="78259"/>
                  </a:lnTo>
                  <a:lnTo>
                    <a:pt x="14512" y="78259"/>
                  </a:lnTo>
                  <a:lnTo>
                    <a:pt x="22533" y="78259"/>
                  </a:lnTo>
                  <a:lnTo>
                    <a:pt x="29025" y="71756"/>
                  </a:lnTo>
                  <a:lnTo>
                    <a:pt x="29025" y="6502"/>
                  </a:lnTo>
                  <a:lnTo>
                    <a:pt x="22533" y="0"/>
                  </a:lnTo>
                  <a:close/>
                </a:path>
              </a:pathLst>
            </a:custGeom>
            <a:solidFill>
              <a:srgbClr val="D1C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16746523" y="6645297"/>
              <a:ext cx="41275" cy="301625"/>
            </a:xfrm>
            <a:custGeom>
              <a:avLst/>
              <a:gdLst/>
              <a:ahLst/>
              <a:cxnLst/>
              <a:rect l="l" t="t" r="r" b="b"/>
              <a:pathLst>
                <a:path w="41275" h="301625">
                  <a:moveTo>
                    <a:pt x="20470" y="0"/>
                  </a:moveTo>
                  <a:lnTo>
                    <a:pt x="0" y="281122"/>
                  </a:lnTo>
                  <a:lnTo>
                    <a:pt x="1595" y="289033"/>
                  </a:lnTo>
                  <a:lnTo>
                    <a:pt x="5948" y="295494"/>
                  </a:lnTo>
                  <a:lnTo>
                    <a:pt x="12408" y="299853"/>
                  </a:lnTo>
                  <a:lnTo>
                    <a:pt x="20323" y="301456"/>
                  </a:lnTo>
                  <a:lnTo>
                    <a:pt x="28229" y="299861"/>
                  </a:lnTo>
                  <a:lnTo>
                    <a:pt x="34687" y="295509"/>
                  </a:lnTo>
                  <a:lnTo>
                    <a:pt x="39044" y="289052"/>
                  </a:lnTo>
                  <a:lnTo>
                    <a:pt x="40647" y="281143"/>
                  </a:lnTo>
                  <a:lnTo>
                    <a:pt x="40794" y="20334"/>
                  </a:lnTo>
                  <a:lnTo>
                    <a:pt x="39198" y="12427"/>
                  </a:lnTo>
                  <a:lnTo>
                    <a:pt x="34845" y="5965"/>
                  </a:lnTo>
                  <a:lnTo>
                    <a:pt x="28386" y="1604"/>
                  </a:lnTo>
                  <a:lnTo>
                    <a:pt x="20470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4" name="object 334" descr=""/>
          <p:cNvGrpSpPr/>
          <p:nvPr/>
        </p:nvGrpSpPr>
        <p:grpSpPr>
          <a:xfrm>
            <a:off x="16833760" y="7359351"/>
            <a:ext cx="123825" cy="297180"/>
            <a:chOff x="16833760" y="7359351"/>
            <a:chExt cx="123825" cy="297180"/>
          </a:xfrm>
        </p:grpSpPr>
        <p:sp>
          <p:nvSpPr>
            <p:cNvPr id="335" name="object 335" descr=""/>
            <p:cNvSpPr/>
            <p:nvPr/>
          </p:nvSpPr>
          <p:spPr>
            <a:xfrm>
              <a:off x="16833748" y="7359363"/>
              <a:ext cx="123825" cy="291465"/>
            </a:xfrm>
            <a:custGeom>
              <a:avLst/>
              <a:gdLst/>
              <a:ahLst/>
              <a:cxnLst/>
              <a:rect l="l" t="t" r="r" b="b"/>
              <a:pathLst>
                <a:path w="123825" h="291465">
                  <a:moveTo>
                    <a:pt x="123736" y="273189"/>
                  </a:moveTo>
                  <a:lnTo>
                    <a:pt x="118986" y="267982"/>
                  </a:lnTo>
                  <a:lnTo>
                    <a:pt x="23228" y="267982"/>
                  </a:lnTo>
                  <a:lnTo>
                    <a:pt x="23228" y="7797"/>
                  </a:lnTo>
                  <a:lnTo>
                    <a:pt x="18021" y="0"/>
                  </a:lnTo>
                  <a:lnTo>
                    <a:pt x="5207" y="0"/>
                  </a:lnTo>
                  <a:lnTo>
                    <a:pt x="0" y="7797"/>
                  </a:lnTo>
                  <a:lnTo>
                    <a:pt x="0" y="283413"/>
                  </a:lnTo>
                  <a:lnTo>
                    <a:pt x="12" y="286016"/>
                  </a:lnTo>
                  <a:lnTo>
                    <a:pt x="4762" y="291211"/>
                  </a:lnTo>
                  <a:lnTo>
                    <a:pt x="5207" y="291211"/>
                  </a:lnTo>
                  <a:lnTo>
                    <a:pt x="11620" y="291211"/>
                  </a:lnTo>
                  <a:lnTo>
                    <a:pt x="18021" y="291211"/>
                  </a:lnTo>
                  <a:lnTo>
                    <a:pt x="113118" y="291211"/>
                  </a:lnTo>
                  <a:lnTo>
                    <a:pt x="118986" y="291211"/>
                  </a:lnTo>
                  <a:lnTo>
                    <a:pt x="123736" y="286016"/>
                  </a:lnTo>
                  <a:lnTo>
                    <a:pt x="123736" y="273189"/>
                  </a:lnTo>
                  <a:close/>
                </a:path>
              </a:pathLst>
            </a:custGeom>
            <a:solidFill>
              <a:srgbClr val="5E52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16857208" y="7615142"/>
              <a:ext cx="95250" cy="41275"/>
            </a:xfrm>
            <a:custGeom>
              <a:avLst/>
              <a:gdLst/>
              <a:ahLst/>
              <a:cxnLst/>
              <a:rect l="l" t="t" r="r" b="b"/>
              <a:pathLst>
                <a:path w="95250" h="41275">
                  <a:moveTo>
                    <a:pt x="91054" y="0"/>
                  </a:moveTo>
                  <a:lnTo>
                    <a:pt x="86667" y="0"/>
                  </a:lnTo>
                  <a:lnTo>
                    <a:pt x="3591" y="0"/>
                  </a:lnTo>
                  <a:lnTo>
                    <a:pt x="0" y="3591"/>
                  </a:lnTo>
                  <a:lnTo>
                    <a:pt x="0" y="37559"/>
                  </a:lnTo>
                  <a:lnTo>
                    <a:pt x="3591" y="41150"/>
                  </a:lnTo>
                  <a:lnTo>
                    <a:pt x="91054" y="41150"/>
                  </a:lnTo>
                  <a:lnTo>
                    <a:pt x="94646" y="37559"/>
                  </a:lnTo>
                  <a:lnTo>
                    <a:pt x="94646" y="3591"/>
                  </a:lnTo>
                  <a:lnTo>
                    <a:pt x="91054" y="0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7" name="object 337" descr=""/>
          <p:cNvGrpSpPr/>
          <p:nvPr/>
        </p:nvGrpSpPr>
        <p:grpSpPr>
          <a:xfrm>
            <a:off x="16568512" y="6805298"/>
            <a:ext cx="263525" cy="1036319"/>
            <a:chOff x="16568512" y="6805298"/>
            <a:chExt cx="263525" cy="1036319"/>
          </a:xfrm>
        </p:grpSpPr>
        <p:pic>
          <p:nvPicPr>
            <p:cNvPr id="338" name="object 338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6568512" y="7199986"/>
              <a:ext cx="131469" cy="242530"/>
            </a:xfrm>
            <a:prstGeom prst="rect">
              <a:avLst/>
            </a:prstGeom>
          </p:spPr>
        </p:pic>
        <p:sp>
          <p:nvSpPr>
            <p:cNvPr id="339" name="object 339" descr=""/>
            <p:cNvSpPr/>
            <p:nvPr/>
          </p:nvSpPr>
          <p:spPr>
            <a:xfrm>
              <a:off x="16742664" y="6898142"/>
              <a:ext cx="48895" cy="943610"/>
            </a:xfrm>
            <a:custGeom>
              <a:avLst/>
              <a:gdLst/>
              <a:ahLst/>
              <a:cxnLst/>
              <a:rect l="l" t="t" r="r" b="b"/>
              <a:pathLst>
                <a:path w="48894" h="943609">
                  <a:moveTo>
                    <a:pt x="24187" y="0"/>
                  </a:moveTo>
                  <a:lnTo>
                    <a:pt x="14793" y="1907"/>
                  </a:lnTo>
                  <a:lnTo>
                    <a:pt x="7103" y="7103"/>
                  </a:lnTo>
                  <a:lnTo>
                    <a:pt x="1907" y="14793"/>
                  </a:lnTo>
                  <a:lnTo>
                    <a:pt x="0" y="24187"/>
                  </a:lnTo>
                  <a:lnTo>
                    <a:pt x="0" y="919228"/>
                  </a:lnTo>
                  <a:lnTo>
                    <a:pt x="1907" y="928624"/>
                  </a:lnTo>
                  <a:lnTo>
                    <a:pt x="7103" y="936318"/>
                  </a:lnTo>
                  <a:lnTo>
                    <a:pt x="14793" y="941517"/>
                  </a:lnTo>
                  <a:lnTo>
                    <a:pt x="24187" y="943426"/>
                  </a:lnTo>
                  <a:lnTo>
                    <a:pt x="33581" y="941517"/>
                  </a:lnTo>
                  <a:lnTo>
                    <a:pt x="41272" y="936318"/>
                  </a:lnTo>
                  <a:lnTo>
                    <a:pt x="46467" y="928624"/>
                  </a:lnTo>
                  <a:lnTo>
                    <a:pt x="48375" y="919228"/>
                  </a:lnTo>
                  <a:lnTo>
                    <a:pt x="48375" y="24187"/>
                  </a:lnTo>
                  <a:lnTo>
                    <a:pt x="46467" y="14793"/>
                  </a:lnTo>
                  <a:lnTo>
                    <a:pt x="41272" y="7103"/>
                  </a:lnTo>
                  <a:lnTo>
                    <a:pt x="33581" y="1907"/>
                  </a:lnTo>
                  <a:lnTo>
                    <a:pt x="24187" y="0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6702028" y="6805298"/>
              <a:ext cx="130175" cy="663575"/>
            </a:xfrm>
            <a:custGeom>
              <a:avLst/>
              <a:gdLst/>
              <a:ahLst/>
              <a:cxnLst/>
              <a:rect l="l" t="t" r="r" b="b"/>
              <a:pathLst>
                <a:path w="130175" h="663575">
                  <a:moveTo>
                    <a:pt x="64825" y="0"/>
                  </a:moveTo>
                  <a:lnTo>
                    <a:pt x="39615" y="5103"/>
                  </a:lnTo>
                  <a:lnTo>
                    <a:pt x="19007" y="19012"/>
                  </a:lnTo>
                  <a:lnTo>
                    <a:pt x="5101" y="39624"/>
                  </a:lnTo>
                  <a:lnTo>
                    <a:pt x="0" y="64835"/>
                  </a:lnTo>
                  <a:lnTo>
                    <a:pt x="0" y="655215"/>
                  </a:lnTo>
                  <a:lnTo>
                    <a:pt x="7790" y="663016"/>
                  </a:lnTo>
                  <a:lnTo>
                    <a:pt x="27035" y="663016"/>
                  </a:lnTo>
                  <a:lnTo>
                    <a:pt x="34826" y="655215"/>
                  </a:lnTo>
                  <a:lnTo>
                    <a:pt x="34826" y="64835"/>
                  </a:lnTo>
                  <a:lnTo>
                    <a:pt x="37187" y="53168"/>
                  </a:lnTo>
                  <a:lnTo>
                    <a:pt x="43621" y="43632"/>
                  </a:lnTo>
                  <a:lnTo>
                    <a:pt x="53158" y="37197"/>
                  </a:lnTo>
                  <a:lnTo>
                    <a:pt x="64825" y="34836"/>
                  </a:lnTo>
                  <a:lnTo>
                    <a:pt x="76487" y="37197"/>
                  </a:lnTo>
                  <a:lnTo>
                    <a:pt x="86024" y="43632"/>
                  </a:lnTo>
                  <a:lnTo>
                    <a:pt x="92462" y="53168"/>
                  </a:lnTo>
                  <a:lnTo>
                    <a:pt x="94824" y="64835"/>
                  </a:lnTo>
                  <a:lnTo>
                    <a:pt x="94824" y="655215"/>
                  </a:lnTo>
                  <a:lnTo>
                    <a:pt x="102614" y="663016"/>
                  </a:lnTo>
                  <a:lnTo>
                    <a:pt x="112237" y="663016"/>
                  </a:lnTo>
                  <a:lnTo>
                    <a:pt x="121860" y="663016"/>
                  </a:lnTo>
                  <a:lnTo>
                    <a:pt x="129650" y="655215"/>
                  </a:lnTo>
                  <a:lnTo>
                    <a:pt x="129650" y="64835"/>
                  </a:lnTo>
                  <a:lnTo>
                    <a:pt x="124548" y="39624"/>
                  </a:lnTo>
                  <a:lnTo>
                    <a:pt x="110643" y="19012"/>
                  </a:lnTo>
                  <a:lnTo>
                    <a:pt x="90035" y="5103"/>
                  </a:lnTo>
                  <a:lnTo>
                    <a:pt x="64825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1" name="object 341" descr=""/>
          <p:cNvSpPr/>
          <p:nvPr/>
        </p:nvSpPr>
        <p:spPr>
          <a:xfrm>
            <a:off x="16736386" y="6641361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20">
                <a:moveTo>
                  <a:pt x="56647" y="0"/>
                </a:moveTo>
                <a:lnTo>
                  <a:pt x="51056" y="0"/>
                </a:lnTo>
                <a:lnTo>
                  <a:pt x="4575" y="0"/>
                </a:lnTo>
                <a:lnTo>
                  <a:pt x="0" y="4575"/>
                </a:lnTo>
                <a:lnTo>
                  <a:pt x="0" y="15748"/>
                </a:lnTo>
                <a:lnTo>
                  <a:pt x="4575" y="20323"/>
                </a:lnTo>
                <a:lnTo>
                  <a:pt x="56647" y="20323"/>
                </a:lnTo>
                <a:lnTo>
                  <a:pt x="61212" y="15748"/>
                </a:lnTo>
                <a:lnTo>
                  <a:pt x="61212" y="4575"/>
                </a:lnTo>
                <a:lnTo>
                  <a:pt x="56647" y="0"/>
                </a:lnTo>
                <a:close/>
              </a:path>
            </a:pathLst>
          </a:custGeom>
          <a:solidFill>
            <a:srgbClr val="4533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2" name="object 342" descr=""/>
          <p:cNvSpPr/>
          <p:nvPr/>
        </p:nvSpPr>
        <p:spPr>
          <a:xfrm>
            <a:off x="16736386" y="6796030"/>
            <a:ext cx="61594" cy="20320"/>
          </a:xfrm>
          <a:custGeom>
            <a:avLst/>
            <a:gdLst/>
            <a:ahLst/>
            <a:cxnLst/>
            <a:rect l="l" t="t" r="r" b="b"/>
            <a:pathLst>
              <a:path w="61594" h="20320">
                <a:moveTo>
                  <a:pt x="56647" y="0"/>
                </a:moveTo>
                <a:lnTo>
                  <a:pt x="51056" y="0"/>
                </a:lnTo>
                <a:lnTo>
                  <a:pt x="4575" y="0"/>
                </a:lnTo>
                <a:lnTo>
                  <a:pt x="0" y="4575"/>
                </a:lnTo>
                <a:lnTo>
                  <a:pt x="0" y="15748"/>
                </a:lnTo>
                <a:lnTo>
                  <a:pt x="4575" y="20323"/>
                </a:lnTo>
                <a:lnTo>
                  <a:pt x="56647" y="20323"/>
                </a:lnTo>
                <a:lnTo>
                  <a:pt x="61212" y="15748"/>
                </a:lnTo>
                <a:lnTo>
                  <a:pt x="61212" y="4575"/>
                </a:lnTo>
                <a:lnTo>
                  <a:pt x="56647" y="0"/>
                </a:lnTo>
                <a:close/>
              </a:path>
            </a:pathLst>
          </a:custGeom>
          <a:solidFill>
            <a:srgbClr val="45332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3" name="object 343" descr=""/>
          <p:cNvGrpSpPr/>
          <p:nvPr/>
        </p:nvGrpSpPr>
        <p:grpSpPr>
          <a:xfrm>
            <a:off x="16481547" y="6457558"/>
            <a:ext cx="560705" cy="257175"/>
            <a:chOff x="16481547" y="6457558"/>
            <a:chExt cx="560705" cy="257175"/>
          </a:xfrm>
        </p:grpSpPr>
        <p:sp>
          <p:nvSpPr>
            <p:cNvPr id="344" name="object 344" descr=""/>
            <p:cNvSpPr/>
            <p:nvPr/>
          </p:nvSpPr>
          <p:spPr>
            <a:xfrm>
              <a:off x="16752427" y="6570108"/>
              <a:ext cx="290195" cy="144780"/>
            </a:xfrm>
            <a:custGeom>
              <a:avLst/>
              <a:gdLst/>
              <a:ahLst/>
              <a:cxnLst/>
              <a:rect l="l" t="t" r="r" b="b"/>
              <a:pathLst>
                <a:path w="290194" h="144779">
                  <a:moveTo>
                    <a:pt x="29665" y="0"/>
                  </a:moveTo>
                  <a:lnTo>
                    <a:pt x="6450" y="69"/>
                  </a:lnTo>
                  <a:lnTo>
                    <a:pt x="0" y="6624"/>
                  </a:lnTo>
                  <a:lnTo>
                    <a:pt x="115" y="22613"/>
                  </a:lnTo>
                  <a:lnTo>
                    <a:pt x="6596" y="29042"/>
                  </a:lnTo>
                  <a:lnTo>
                    <a:pt x="69349" y="29320"/>
                  </a:lnTo>
                  <a:lnTo>
                    <a:pt x="126890" y="30438"/>
                  </a:lnTo>
                  <a:lnTo>
                    <a:pt x="195816" y="32895"/>
                  </a:lnTo>
                  <a:lnTo>
                    <a:pt x="240086" y="52319"/>
                  </a:lnTo>
                  <a:lnTo>
                    <a:pt x="259325" y="100526"/>
                  </a:lnTo>
                  <a:lnTo>
                    <a:pt x="260641" y="120178"/>
                  </a:lnTo>
                  <a:lnTo>
                    <a:pt x="260400" y="128369"/>
                  </a:lnTo>
                  <a:lnTo>
                    <a:pt x="259677" y="136358"/>
                  </a:lnTo>
                  <a:lnTo>
                    <a:pt x="265562" y="143416"/>
                  </a:lnTo>
                  <a:lnTo>
                    <a:pt x="274871" y="144190"/>
                  </a:lnTo>
                  <a:lnTo>
                    <a:pt x="282295" y="144190"/>
                  </a:lnTo>
                  <a:lnTo>
                    <a:pt x="288629" y="138526"/>
                  </a:lnTo>
                  <a:lnTo>
                    <a:pt x="289310" y="130976"/>
                  </a:lnTo>
                  <a:lnTo>
                    <a:pt x="289688" y="119894"/>
                  </a:lnTo>
                  <a:lnTo>
                    <a:pt x="287879" y="95123"/>
                  </a:lnTo>
                  <a:lnTo>
                    <a:pt x="262033" y="33314"/>
                  </a:lnTo>
                  <a:lnTo>
                    <a:pt x="216466" y="6448"/>
                  </a:lnTo>
                  <a:lnTo>
                    <a:pt x="127628" y="1422"/>
                  </a:lnTo>
                  <a:lnTo>
                    <a:pt x="69593" y="294"/>
                  </a:lnTo>
                  <a:lnTo>
                    <a:pt x="29665" y="0"/>
                  </a:lnTo>
                  <a:close/>
                </a:path>
              </a:pathLst>
            </a:custGeom>
            <a:solidFill>
              <a:srgbClr val="D1C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5" name="object 345" descr=""/>
            <p:cNvSpPr/>
            <p:nvPr/>
          </p:nvSpPr>
          <p:spPr>
            <a:xfrm>
              <a:off x="16989185" y="6596970"/>
              <a:ext cx="53340" cy="117475"/>
            </a:xfrm>
            <a:custGeom>
              <a:avLst/>
              <a:gdLst/>
              <a:ahLst/>
              <a:cxnLst/>
              <a:rect l="l" t="t" r="r" b="b"/>
              <a:pathLst>
                <a:path w="53340" h="117475">
                  <a:moveTo>
                    <a:pt x="52933" y="93040"/>
                  </a:moveTo>
                  <a:lnTo>
                    <a:pt x="51117" y="68262"/>
                  </a:lnTo>
                  <a:lnTo>
                    <a:pt x="43205" y="37007"/>
                  </a:lnTo>
                  <a:lnTo>
                    <a:pt x="38735" y="29400"/>
                  </a:lnTo>
                  <a:lnTo>
                    <a:pt x="38874" y="28943"/>
                  </a:lnTo>
                  <a:lnTo>
                    <a:pt x="25273" y="6464"/>
                  </a:lnTo>
                  <a:lnTo>
                    <a:pt x="13601" y="0"/>
                  </a:lnTo>
                  <a:lnTo>
                    <a:pt x="4305" y="4533"/>
                  </a:lnTo>
                  <a:lnTo>
                    <a:pt x="0" y="14782"/>
                  </a:lnTo>
                  <a:lnTo>
                    <a:pt x="3314" y="25463"/>
                  </a:lnTo>
                  <a:lnTo>
                    <a:pt x="16700" y="48933"/>
                  </a:lnTo>
                  <a:lnTo>
                    <a:pt x="22567" y="73672"/>
                  </a:lnTo>
                  <a:lnTo>
                    <a:pt x="23876" y="93319"/>
                  </a:lnTo>
                  <a:lnTo>
                    <a:pt x="23634" y="101511"/>
                  </a:lnTo>
                  <a:lnTo>
                    <a:pt x="22910" y="109499"/>
                  </a:lnTo>
                  <a:lnTo>
                    <a:pt x="28803" y="116560"/>
                  </a:lnTo>
                  <a:lnTo>
                    <a:pt x="36779" y="117284"/>
                  </a:lnTo>
                  <a:lnTo>
                    <a:pt x="45542" y="117335"/>
                  </a:lnTo>
                  <a:lnTo>
                    <a:pt x="51879" y="111658"/>
                  </a:lnTo>
                  <a:lnTo>
                    <a:pt x="52552" y="104127"/>
                  </a:lnTo>
                  <a:lnTo>
                    <a:pt x="52933" y="93040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16481553" y="6570108"/>
              <a:ext cx="290195" cy="144780"/>
            </a:xfrm>
            <a:custGeom>
              <a:avLst/>
              <a:gdLst/>
              <a:ahLst/>
              <a:cxnLst/>
              <a:rect l="l" t="t" r="r" b="b"/>
              <a:pathLst>
                <a:path w="290194" h="144779">
                  <a:moveTo>
                    <a:pt x="283238" y="69"/>
                  </a:moveTo>
                  <a:lnTo>
                    <a:pt x="220094" y="294"/>
                  </a:lnTo>
                  <a:lnTo>
                    <a:pt x="162059" y="1422"/>
                  </a:lnTo>
                  <a:lnTo>
                    <a:pt x="92542" y="3902"/>
                  </a:lnTo>
                  <a:lnTo>
                    <a:pt x="40720" y="21179"/>
                  </a:lnTo>
                  <a:lnTo>
                    <a:pt x="9720" y="63863"/>
                  </a:lnTo>
                  <a:lnTo>
                    <a:pt x="0" y="119894"/>
                  </a:lnTo>
                  <a:lnTo>
                    <a:pt x="377" y="130976"/>
                  </a:lnTo>
                  <a:lnTo>
                    <a:pt x="1058" y="138526"/>
                  </a:lnTo>
                  <a:lnTo>
                    <a:pt x="7393" y="144190"/>
                  </a:lnTo>
                  <a:lnTo>
                    <a:pt x="14817" y="144190"/>
                  </a:lnTo>
                  <a:lnTo>
                    <a:pt x="24125" y="143416"/>
                  </a:lnTo>
                  <a:lnTo>
                    <a:pt x="30010" y="136358"/>
                  </a:lnTo>
                  <a:lnTo>
                    <a:pt x="29287" y="128369"/>
                  </a:lnTo>
                  <a:lnTo>
                    <a:pt x="29047" y="120178"/>
                  </a:lnTo>
                  <a:lnTo>
                    <a:pt x="36218" y="75783"/>
                  </a:lnTo>
                  <a:lnTo>
                    <a:pt x="58343" y="44261"/>
                  </a:lnTo>
                  <a:lnTo>
                    <a:pt x="162797" y="30438"/>
                  </a:lnTo>
                  <a:lnTo>
                    <a:pt x="220338" y="29320"/>
                  </a:lnTo>
                  <a:lnTo>
                    <a:pt x="283091" y="29042"/>
                  </a:lnTo>
                  <a:lnTo>
                    <a:pt x="289573" y="22613"/>
                  </a:lnTo>
                  <a:lnTo>
                    <a:pt x="289688" y="6624"/>
                  </a:lnTo>
                  <a:lnTo>
                    <a:pt x="283238" y="69"/>
                  </a:lnTo>
                  <a:close/>
                </a:path>
              </a:pathLst>
            </a:custGeom>
            <a:solidFill>
              <a:srgbClr val="D1C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6481540" y="6596970"/>
              <a:ext cx="53340" cy="117475"/>
            </a:xfrm>
            <a:custGeom>
              <a:avLst/>
              <a:gdLst/>
              <a:ahLst/>
              <a:cxnLst/>
              <a:rect l="l" t="t" r="r" b="b"/>
              <a:pathLst>
                <a:path w="53340" h="117475">
                  <a:moveTo>
                    <a:pt x="52933" y="14782"/>
                  </a:moveTo>
                  <a:lnTo>
                    <a:pt x="48628" y="4533"/>
                  </a:lnTo>
                  <a:lnTo>
                    <a:pt x="39331" y="0"/>
                  </a:lnTo>
                  <a:lnTo>
                    <a:pt x="27660" y="6464"/>
                  </a:lnTo>
                  <a:lnTo>
                    <a:pt x="14046" y="28943"/>
                  </a:lnTo>
                  <a:lnTo>
                    <a:pt x="14185" y="29413"/>
                  </a:lnTo>
                  <a:lnTo>
                    <a:pt x="9728" y="37007"/>
                  </a:lnTo>
                  <a:lnTo>
                    <a:pt x="1816" y="68262"/>
                  </a:lnTo>
                  <a:lnTo>
                    <a:pt x="0" y="93040"/>
                  </a:lnTo>
                  <a:lnTo>
                    <a:pt x="381" y="104127"/>
                  </a:lnTo>
                  <a:lnTo>
                    <a:pt x="1066" y="111658"/>
                  </a:lnTo>
                  <a:lnTo>
                    <a:pt x="7391" y="117335"/>
                  </a:lnTo>
                  <a:lnTo>
                    <a:pt x="16141" y="117284"/>
                  </a:lnTo>
                  <a:lnTo>
                    <a:pt x="24130" y="116560"/>
                  </a:lnTo>
                  <a:lnTo>
                    <a:pt x="30022" y="109499"/>
                  </a:lnTo>
                  <a:lnTo>
                    <a:pt x="29298" y="101511"/>
                  </a:lnTo>
                  <a:lnTo>
                    <a:pt x="29057" y="93319"/>
                  </a:lnTo>
                  <a:lnTo>
                    <a:pt x="30365" y="73672"/>
                  </a:lnTo>
                  <a:lnTo>
                    <a:pt x="36233" y="48933"/>
                  </a:lnTo>
                  <a:lnTo>
                    <a:pt x="49618" y="25463"/>
                  </a:lnTo>
                  <a:lnTo>
                    <a:pt x="52933" y="14782"/>
                  </a:lnTo>
                  <a:close/>
                </a:path>
              </a:pathLst>
            </a:custGeom>
            <a:solidFill>
              <a:srgbClr val="4533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8" name="object 348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6715142" y="6457558"/>
              <a:ext cx="251189" cy="189704"/>
            </a:xfrm>
            <a:prstGeom prst="rect">
              <a:avLst/>
            </a:prstGeom>
          </p:spPr>
        </p:pic>
        <p:sp>
          <p:nvSpPr>
            <p:cNvPr id="349" name="object 349" descr=""/>
            <p:cNvSpPr/>
            <p:nvPr/>
          </p:nvSpPr>
          <p:spPr>
            <a:xfrm>
              <a:off x="16552762" y="6544125"/>
              <a:ext cx="135255" cy="107950"/>
            </a:xfrm>
            <a:custGeom>
              <a:avLst/>
              <a:gdLst/>
              <a:ahLst/>
              <a:cxnLst/>
              <a:rect l="l" t="t" r="r" b="b"/>
              <a:pathLst>
                <a:path w="135255" h="107950">
                  <a:moveTo>
                    <a:pt x="134899" y="86334"/>
                  </a:moveTo>
                  <a:lnTo>
                    <a:pt x="131191" y="43878"/>
                  </a:lnTo>
                  <a:lnTo>
                    <a:pt x="105600" y="17868"/>
                  </a:lnTo>
                  <a:lnTo>
                    <a:pt x="116001" y="14452"/>
                  </a:lnTo>
                  <a:lnTo>
                    <a:pt x="121094" y="9969"/>
                  </a:lnTo>
                  <a:lnTo>
                    <a:pt x="120878" y="3670"/>
                  </a:lnTo>
                  <a:lnTo>
                    <a:pt x="119900" y="0"/>
                  </a:lnTo>
                  <a:lnTo>
                    <a:pt x="99390" y="2997"/>
                  </a:lnTo>
                  <a:lnTo>
                    <a:pt x="92290" y="3441"/>
                  </a:lnTo>
                  <a:lnTo>
                    <a:pt x="81864" y="3302"/>
                  </a:lnTo>
                  <a:lnTo>
                    <a:pt x="64071" y="2679"/>
                  </a:lnTo>
                  <a:lnTo>
                    <a:pt x="53289" y="4737"/>
                  </a:lnTo>
                  <a:lnTo>
                    <a:pt x="29972" y="10058"/>
                  </a:lnTo>
                  <a:lnTo>
                    <a:pt x="7683" y="17310"/>
                  </a:lnTo>
                  <a:lnTo>
                    <a:pt x="0" y="25171"/>
                  </a:lnTo>
                  <a:lnTo>
                    <a:pt x="8343" y="32867"/>
                  </a:lnTo>
                  <a:lnTo>
                    <a:pt x="21653" y="40030"/>
                  </a:lnTo>
                  <a:lnTo>
                    <a:pt x="34747" y="45910"/>
                  </a:lnTo>
                  <a:lnTo>
                    <a:pt x="42506" y="49771"/>
                  </a:lnTo>
                  <a:lnTo>
                    <a:pt x="46659" y="58343"/>
                  </a:lnTo>
                  <a:lnTo>
                    <a:pt x="51676" y="74561"/>
                  </a:lnTo>
                  <a:lnTo>
                    <a:pt x="56515" y="91998"/>
                  </a:lnTo>
                  <a:lnTo>
                    <a:pt x="60083" y="104165"/>
                  </a:lnTo>
                  <a:lnTo>
                    <a:pt x="72593" y="107543"/>
                  </a:lnTo>
                  <a:lnTo>
                    <a:pt x="96964" y="105168"/>
                  </a:lnTo>
                  <a:lnTo>
                    <a:pt x="121297" y="100431"/>
                  </a:lnTo>
                  <a:lnTo>
                    <a:pt x="133654" y="96710"/>
                  </a:lnTo>
                  <a:lnTo>
                    <a:pt x="134899" y="86334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6619894" y="6589782"/>
              <a:ext cx="52705" cy="62230"/>
            </a:xfrm>
            <a:custGeom>
              <a:avLst/>
              <a:gdLst/>
              <a:ahLst/>
              <a:cxnLst/>
              <a:rect l="l" t="t" r="r" b="b"/>
              <a:pathLst>
                <a:path w="52705" h="62229">
                  <a:moveTo>
                    <a:pt x="13004" y="61595"/>
                  </a:moveTo>
                  <a:lnTo>
                    <a:pt x="3937" y="5816"/>
                  </a:lnTo>
                  <a:lnTo>
                    <a:pt x="0" y="6477"/>
                  </a:lnTo>
                  <a:lnTo>
                    <a:pt x="8750" y="61810"/>
                  </a:lnTo>
                  <a:lnTo>
                    <a:pt x="13004" y="61595"/>
                  </a:lnTo>
                  <a:close/>
                </a:path>
                <a:path w="52705" h="62229">
                  <a:moveTo>
                    <a:pt x="33616" y="58928"/>
                  </a:moveTo>
                  <a:lnTo>
                    <a:pt x="24257" y="2730"/>
                  </a:lnTo>
                  <a:lnTo>
                    <a:pt x="20320" y="3378"/>
                  </a:lnTo>
                  <a:lnTo>
                    <a:pt x="29438" y="59575"/>
                  </a:lnTo>
                  <a:lnTo>
                    <a:pt x="33616" y="58928"/>
                  </a:lnTo>
                  <a:close/>
                </a:path>
                <a:path w="52705" h="62229">
                  <a:moveTo>
                    <a:pt x="52285" y="55206"/>
                  </a:moveTo>
                  <a:lnTo>
                    <a:pt x="43319" y="0"/>
                  </a:lnTo>
                  <a:lnTo>
                    <a:pt x="39370" y="647"/>
                  </a:lnTo>
                  <a:lnTo>
                    <a:pt x="48361" y="56070"/>
                  </a:lnTo>
                  <a:lnTo>
                    <a:pt x="52285" y="55206"/>
                  </a:lnTo>
                  <a:close/>
                </a:path>
              </a:pathLst>
            </a:custGeom>
            <a:solidFill>
              <a:srgbClr val="E1B8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1" name="object 351" descr=""/>
          <p:cNvGrpSpPr/>
          <p:nvPr/>
        </p:nvGrpSpPr>
        <p:grpSpPr>
          <a:xfrm>
            <a:off x="16851638" y="7379790"/>
            <a:ext cx="116205" cy="226695"/>
            <a:chOff x="16851638" y="7379790"/>
            <a:chExt cx="116205" cy="226695"/>
          </a:xfrm>
        </p:grpSpPr>
        <p:sp>
          <p:nvSpPr>
            <p:cNvPr id="352" name="object 352" descr=""/>
            <p:cNvSpPr/>
            <p:nvPr/>
          </p:nvSpPr>
          <p:spPr>
            <a:xfrm>
              <a:off x="16851638" y="7379790"/>
              <a:ext cx="116205" cy="226695"/>
            </a:xfrm>
            <a:custGeom>
              <a:avLst/>
              <a:gdLst/>
              <a:ahLst/>
              <a:cxnLst/>
              <a:rect l="l" t="t" r="r" b="b"/>
              <a:pathLst>
                <a:path w="116205" h="226695">
                  <a:moveTo>
                    <a:pt x="1326" y="0"/>
                  </a:moveTo>
                  <a:lnTo>
                    <a:pt x="2847" y="43840"/>
                  </a:lnTo>
                  <a:lnTo>
                    <a:pt x="3159" y="53302"/>
                  </a:lnTo>
                  <a:lnTo>
                    <a:pt x="3116" y="71279"/>
                  </a:lnTo>
                  <a:lnTo>
                    <a:pt x="2414" y="98282"/>
                  </a:lnTo>
                  <a:lnTo>
                    <a:pt x="1293" y="128430"/>
                  </a:lnTo>
                  <a:lnTo>
                    <a:pt x="0" y="155835"/>
                  </a:lnTo>
                  <a:lnTo>
                    <a:pt x="86" y="178712"/>
                  </a:lnTo>
                  <a:lnTo>
                    <a:pt x="16772" y="220637"/>
                  </a:lnTo>
                  <a:lnTo>
                    <a:pt x="60271" y="226610"/>
                  </a:lnTo>
                  <a:lnTo>
                    <a:pt x="87050" y="225057"/>
                  </a:lnTo>
                  <a:lnTo>
                    <a:pt x="105491" y="218134"/>
                  </a:lnTo>
                  <a:lnTo>
                    <a:pt x="113493" y="207232"/>
                  </a:lnTo>
                  <a:lnTo>
                    <a:pt x="115684" y="195210"/>
                  </a:lnTo>
                  <a:lnTo>
                    <a:pt x="113410" y="182512"/>
                  </a:lnTo>
                  <a:lnTo>
                    <a:pt x="108017" y="169583"/>
                  </a:lnTo>
                  <a:lnTo>
                    <a:pt x="98802" y="156576"/>
                  </a:lnTo>
                  <a:lnTo>
                    <a:pt x="85707" y="140698"/>
                  </a:lnTo>
                  <a:lnTo>
                    <a:pt x="73092" y="121991"/>
                  </a:lnTo>
                  <a:lnTo>
                    <a:pt x="61418" y="77921"/>
                  </a:lnTo>
                  <a:lnTo>
                    <a:pt x="55498" y="40265"/>
                  </a:lnTo>
                  <a:lnTo>
                    <a:pt x="54584" y="29231"/>
                  </a:lnTo>
                  <a:lnTo>
                    <a:pt x="55229" y="21081"/>
                  </a:lnTo>
                  <a:lnTo>
                    <a:pt x="56587" y="12798"/>
                  </a:lnTo>
                  <a:lnTo>
                    <a:pt x="57511" y="8386"/>
                  </a:lnTo>
                  <a:lnTo>
                    <a:pt x="27215" y="8384"/>
                  </a:lnTo>
                  <a:lnTo>
                    <a:pt x="16278" y="5993"/>
                  </a:lnTo>
                  <a:lnTo>
                    <a:pt x="1326" y="0"/>
                  </a:lnTo>
                  <a:close/>
                </a:path>
                <a:path w="116205" h="226695">
                  <a:moveTo>
                    <a:pt x="58542" y="3787"/>
                  </a:moveTo>
                  <a:lnTo>
                    <a:pt x="39525" y="7533"/>
                  </a:lnTo>
                  <a:lnTo>
                    <a:pt x="27256" y="8384"/>
                  </a:lnTo>
                  <a:lnTo>
                    <a:pt x="57511" y="8384"/>
                  </a:lnTo>
                  <a:lnTo>
                    <a:pt x="58022" y="5993"/>
                  </a:lnTo>
                  <a:lnTo>
                    <a:pt x="58542" y="3787"/>
                  </a:lnTo>
                  <a:close/>
                </a:path>
              </a:pathLst>
            </a:custGeom>
            <a:solidFill>
              <a:srgbClr val="3A2C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6855022" y="7437849"/>
              <a:ext cx="29209" cy="34290"/>
            </a:xfrm>
            <a:custGeom>
              <a:avLst/>
              <a:gdLst/>
              <a:ahLst/>
              <a:cxnLst/>
              <a:rect l="l" t="t" r="r" b="b"/>
              <a:pathLst>
                <a:path w="29209" h="34290">
                  <a:moveTo>
                    <a:pt x="6413" y="20612"/>
                  </a:moveTo>
                  <a:lnTo>
                    <a:pt x="5461" y="20154"/>
                  </a:lnTo>
                  <a:lnTo>
                    <a:pt x="4495" y="19723"/>
                  </a:lnTo>
                  <a:lnTo>
                    <a:pt x="3543" y="19329"/>
                  </a:lnTo>
                  <a:lnTo>
                    <a:pt x="3479" y="19456"/>
                  </a:lnTo>
                  <a:lnTo>
                    <a:pt x="4051" y="20574"/>
                  </a:lnTo>
                  <a:lnTo>
                    <a:pt x="4711" y="21678"/>
                  </a:lnTo>
                  <a:lnTo>
                    <a:pt x="5435" y="22809"/>
                  </a:lnTo>
                  <a:lnTo>
                    <a:pt x="5753" y="22072"/>
                  </a:lnTo>
                  <a:lnTo>
                    <a:pt x="6057" y="21336"/>
                  </a:lnTo>
                  <a:lnTo>
                    <a:pt x="6413" y="20612"/>
                  </a:lnTo>
                  <a:close/>
                </a:path>
                <a:path w="29209" h="34290">
                  <a:moveTo>
                    <a:pt x="9410" y="14859"/>
                  </a:moveTo>
                  <a:lnTo>
                    <a:pt x="7162" y="13817"/>
                  </a:lnTo>
                  <a:lnTo>
                    <a:pt x="6045" y="13322"/>
                  </a:lnTo>
                  <a:lnTo>
                    <a:pt x="5283" y="15100"/>
                  </a:lnTo>
                  <a:lnTo>
                    <a:pt x="3810" y="18681"/>
                  </a:lnTo>
                  <a:lnTo>
                    <a:pt x="4826" y="18999"/>
                  </a:lnTo>
                  <a:lnTo>
                    <a:pt x="6832" y="19799"/>
                  </a:lnTo>
                  <a:lnTo>
                    <a:pt x="7683" y="18161"/>
                  </a:lnTo>
                  <a:lnTo>
                    <a:pt x="8559" y="16535"/>
                  </a:lnTo>
                  <a:lnTo>
                    <a:pt x="9410" y="14859"/>
                  </a:lnTo>
                  <a:close/>
                </a:path>
                <a:path w="29209" h="34290">
                  <a:moveTo>
                    <a:pt x="11760" y="25"/>
                  </a:moveTo>
                  <a:lnTo>
                    <a:pt x="7759" y="0"/>
                  </a:lnTo>
                  <a:lnTo>
                    <a:pt x="5422" y="1917"/>
                  </a:lnTo>
                  <a:lnTo>
                    <a:pt x="4305" y="4686"/>
                  </a:lnTo>
                  <a:lnTo>
                    <a:pt x="4013" y="4851"/>
                  </a:lnTo>
                  <a:lnTo>
                    <a:pt x="0" y="7924"/>
                  </a:lnTo>
                  <a:lnTo>
                    <a:pt x="254" y="13665"/>
                  </a:lnTo>
                  <a:lnTo>
                    <a:pt x="2870" y="18465"/>
                  </a:lnTo>
                  <a:lnTo>
                    <a:pt x="3543" y="16598"/>
                  </a:lnTo>
                  <a:lnTo>
                    <a:pt x="4216" y="14706"/>
                  </a:lnTo>
                  <a:lnTo>
                    <a:pt x="4978" y="12827"/>
                  </a:lnTo>
                  <a:lnTo>
                    <a:pt x="2463" y="11760"/>
                  </a:lnTo>
                  <a:lnTo>
                    <a:pt x="939" y="11176"/>
                  </a:lnTo>
                  <a:lnTo>
                    <a:pt x="965" y="10744"/>
                  </a:lnTo>
                  <a:lnTo>
                    <a:pt x="2717" y="10541"/>
                  </a:lnTo>
                  <a:lnTo>
                    <a:pt x="4216" y="10807"/>
                  </a:lnTo>
                  <a:lnTo>
                    <a:pt x="5702" y="11214"/>
                  </a:lnTo>
                  <a:lnTo>
                    <a:pt x="6604" y="9144"/>
                  </a:lnTo>
                  <a:lnTo>
                    <a:pt x="7632" y="7137"/>
                  </a:lnTo>
                  <a:lnTo>
                    <a:pt x="8674" y="5168"/>
                  </a:lnTo>
                  <a:lnTo>
                    <a:pt x="7594" y="4927"/>
                  </a:lnTo>
                  <a:lnTo>
                    <a:pt x="6515" y="4622"/>
                  </a:lnTo>
                  <a:lnTo>
                    <a:pt x="5308" y="4521"/>
                  </a:lnTo>
                  <a:lnTo>
                    <a:pt x="5270" y="4343"/>
                  </a:lnTo>
                  <a:lnTo>
                    <a:pt x="6604" y="3873"/>
                  </a:lnTo>
                  <a:lnTo>
                    <a:pt x="7886" y="3924"/>
                  </a:lnTo>
                  <a:lnTo>
                    <a:pt x="9194" y="4127"/>
                  </a:lnTo>
                  <a:lnTo>
                    <a:pt x="9994" y="2654"/>
                  </a:lnTo>
                  <a:lnTo>
                    <a:pt x="10896" y="1371"/>
                  </a:lnTo>
                  <a:lnTo>
                    <a:pt x="11760" y="25"/>
                  </a:lnTo>
                  <a:close/>
                </a:path>
                <a:path w="29209" h="34290">
                  <a:moveTo>
                    <a:pt x="11823" y="23177"/>
                  </a:moveTo>
                  <a:lnTo>
                    <a:pt x="10464" y="22542"/>
                  </a:lnTo>
                  <a:lnTo>
                    <a:pt x="9093" y="21856"/>
                  </a:lnTo>
                  <a:lnTo>
                    <a:pt x="7721" y="21196"/>
                  </a:lnTo>
                  <a:lnTo>
                    <a:pt x="7277" y="22275"/>
                  </a:lnTo>
                  <a:lnTo>
                    <a:pt x="6908" y="23380"/>
                  </a:lnTo>
                  <a:lnTo>
                    <a:pt x="6489" y="24460"/>
                  </a:lnTo>
                  <a:lnTo>
                    <a:pt x="7404" y="25819"/>
                  </a:lnTo>
                  <a:lnTo>
                    <a:pt x="8394" y="27152"/>
                  </a:lnTo>
                  <a:lnTo>
                    <a:pt x="9436" y="28384"/>
                  </a:lnTo>
                  <a:lnTo>
                    <a:pt x="10147" y="26606"/>
                  </a:lnTo>
                  <a:lnTo>
                    <a:pt x="10947" y="24866"/>
                  </a:lnTo>
                  <a:lnTo>
                    <a:pt x="11823" y="23177"/>
                  </a:lnTo>
                  <a:close/>
                </a:path>
                <a:path w="29209" h="34290">
                  <a:moveTo>
                    <a:pt x="13741" y="6578"/>
                  </a:moveTo>
                  <a:lnTo>
                    <a:pt x="12547" y="6172"/>
                  </a:lnTo>
                  <a:lnTo>
                    <a:pt x="11366" y="5791"/>
                  </a:lnTo>
                  <a:lnTo>
                    <a:pt x="10160" y="5461"/>
                  </a:lnTo>
                  <a:lnTo>
                    <a:pt x="8534" y="8051"/>
                  </a:lnTo>
                  <a:lnTo>
                    <a:pt x="7874" y="9372"/>
                  </a:lnTo>
                  <a:lnTo>
                    <a:pt x="7505" y="10096"/>
                  </a:lnTo>
                  <a:lnTo>
                    <a:pt x="7188" y="10845"/>
                  </a:lnTo>
                  <a:lnTo>
                    <a:pt x="6858" y="11569"/>
                  </a:lnTo>
                  <a:lnTo>
                    <a:pt x="8051" y="11988"/>
                  </a:lnTo>
                  <a:lnTo>
                    <a:pt x="9220" y="12458"/>
                  </a:lnTo>
                  <a:lnTo>
                    <a:pt x="10388" y="12992"/>
                  </a:lnTo>
                  <a:lnTo>
                    <a:pt x="11480" y="10845"/>
                  </a:lnTo>
                  <a:lnTo>
                    <a:pt x="13741" y="6578"/>
                  </a:lnTo>
                  <a:close/>
                </a:path>
                <a:path w="29209" h="34290">
                  <a:moveTo>
                    <a:pt x="14871" y="17411"/>
                  </a:moveTo>
                  <a:lnTo>
                    <a:pt x="13373" y="16713"/>
                  </a:lnTo>
                  <a:lnTo>
                    <a:pt x="10375" y="15316"/>
                  </a:lnTo>
                  <a:lnTo>
                    <a:pt x="9613" y="16992"/>
                  </a:lnTo>
                  <a:lnTo>
                    <a:pt x="8801" y="18630"/>
                  </a:lnTo>
                  <a:lnTo>
                    <a:pt x="8102" y="20332"/>
                  </a:lnTo>
                  <a:lnTo>
                    <a:pt x="10934" y="21564"/>
                  </a:lnTo>
                  <a:lnTo>
                    <a:pt x="12357" y="22161"/>
                  </a:lnTo>
                  <a:lnTo>
                    <a:pt x="14871" y="17411"/>
                  </a:lnTo>
                  <a:close/>
                </a:path>
                <a:path w="29209" h="34290">
                  <a:moveTo>
                    <a:pt x="16383" y="1524"/>
                  </a:moveTo>
                  <a:lnTo>
                    <a:pt x="15328" y="863"/>
                  </a:lnTo>
                  <a:lnTo>
                    <a:pt x="14211" y="419"/>
                  </a:lnTo>
                  <a:lnTo>
                    <a:pt x="13030" y="215"/>
                  </a:lnTo>
                  <a:lnTo>
                    <a:pt x="12395" y="1651"/>
                  </a:lnTo>
                  <a:lnTo>
                    <a:pt x="11671" y="3048"/>
                  </a:lnTo>
                  <a:lnTo>
                    <a:pt x="10820" y="4419"/>
                  </a:lnTo>
                  <a:lnTo>
                    <a:pt x="12026" y="4711"/>
                  </a:lnTo>
                  <a:lnTo>
                    <a:pt x="13220" y="5080"/>
                  </a:lnTo>
                  <a:lnTo>
                    <a:pt x="14363" y="5397"/>
                  </a:lnTo>
                  <a:lnTo>
                    <a:pt x="15722" y="2819"/>
                  </a:lnTo>
                  <a:lnTo>
                    <a:pt x="16383" y="1524"/>
                  </a:lnTo>
                  <a:close/>
                </a:path>
                <a:path w="29209" h="34290">
                  <a:moveTo>
                    <a:pt x="16713" y="25311"/>
                  </a:moveTo>
                  <a:lnTo>
                    <a:pt x="15786" y="24892"/>
                  </a:lnTo>
                  <a:lnTo>
                    <a:pt x="15341" y="24726"/>
                  </a:lnTo>
                  <a:lnTo>
                    <a:pt x="14655" y="24447"/>
                  </a:lnTo>
                  <a:lnTo>
                    <a:pt x="13957" y="24117"/>
                  </a:lnTo>
                  <a:lnTo>
                    <a:pt x="13271" y="23812"/>
                  </a:lnTo>
                  <a:lnTo>
                    <a:pt x="12344" y="25717"/>
                  </a:lnTo>
                  <a:lnTo>
                    <a:pt x="11379" y="27584"/>
                  </a:lnTo>
                  <a:lnTo>
                    <a:pt x="10337" y="29387"/>
                  </a:lnTo>
                  <a:lnTo>
                    <a:pt x="11252" y="30378"/>
                  </a:lnTo>
                  <a:lnTo>
                    <a:pt x="12179" y="31280"/>
                  </a:lnTo>
                  <a:lnTo>
                    <a:pt x="13119" y="31991"/>
                  </a:lnTo>
                  <a:lnTo>
                    <a:pt x="14236" y="29718"/>
                  </a:lnTo>
                  <a:lnTo>
                    <a:pt x="15455" y="27482"/>
                  </a:lnTo>
                  <a:lnTo>
                    <a:pt x="16713" y="25311"/>
                  </a:lnTo>
                  <a:close/>
                </a:path>
                <a:path w="29209" h="34290">
                  <a:moveTo>
                    <a:pt x="19431" y="8521"/>
                  </a:moveTo>
                  <a:lnTo>
                    <a:pt x="16154" y="7429"/>
                  </a:lnTo>
                  <a:lnTo>
                    <a:pt x="14528" y="6845"/>
                  </a:lnTo>
                  <a:lnTo>
                    <a:pt x="13436" y="9029"/>
                  </a:lnTo>
                  <a:lnTo>
                    <a:pt x="12280" y="11137"/>
                  </a:lnTo>
                  <a:lnTo>
                    <a:pt x="11239" y="13373"/>
                  </a:lnTo>
                  <a:lnTo>
                    <a:pt x="13258" y="14338"/>
                  </a:lnTo>
                  <a:lnTo>
                    <a:pt x="14770" y="14998"/>
                  </a:lnTo>
                  <a:lnTo>
                    <a:pt x="15316" y="15163"/>
                  </a:lnTo>
                  <a:lnTo>
                    <a:pt x="15875" y="15392"/>
                  </a:lnTo>
                  <a:lnTo>
                    <a:pt x="16967" y="13144"/>
                  </a:lnTo>
                  <a:lnTo>
                    <a:pt x="18110" y="10706"/>
                  </a:lnTo>
                  <a:lnTo>
                    <a:pt x="19431" y="8521"/>
                  </a:lnTo>
                  <a:close/>
                </a:path>
                <a:path w="29209" h="34290">
                  <a:moveTo>
                    <a:pt x="20015" y="19608"/>
                  </a:moveTo>
                  <a:lnTo>
                    <a:pt x="18732" y="19113"/>
                  </a:lnTo>
                  <a:lnTo>
                    <a:pt x="17462" y="18580"/>
                  </a:lnTo>
                  <a:lnTo>
                    <a:pt x="16192" y="18008"/>
                  </a:lnTo>
                  <a:lnTo>
                    <a:pt x="16090" y="18211"/>
                  </a:lnTo>
                  <a:lnTo>
                    <a:pt x="15963" y="18415"/>
                  </a:lnTo>
                  <a:lnTo>
                    <a:pt x="15138" y="19951"/>
                  </a:lnTo>
                  <a:lnTo>
                    <a:pt x="13792" y="22745"/>
                  </a:lnTo>
                  <a:lnTo>
                    <a:pt x="14097" y="22872"/>
                  </a:lnTo>
                  <a:lnTo>
                    <a:pt x="14401" y="23012"/>
                  </a:lnTo>
                  <a:lnTo>
                    <a:pt x="15608" y="23444"/>
                  </a:lnTo>
                  <a:lnTo>
                    <a:pt x="16535" y="23749"/>
                  </a:lnTo>
                  <a:lnTo>
                    <a:pt x="17449" y="24066"/>
                  </a:lnTo>
                  <a:lnTo>
                    <a:pt x="19773" y="20078"/>
                  </a:lnTo>
                  <a:lnTo>
                    <a:pt x="19888" y="19837"/>
                  </a:lnTo>
                  <a:lnTo>
                    <a:pt x="20015" y="19608"/>
                  </a:lnTo>
                  <a:close/>
                </a:path>
                <a:path w="29209" h="34290">
                  <a:moveTo>
                    <a:pt x="21209" y="6083"/>
                  </a:moveTo>
                  <a:lnTo>
                    <a:pt x="19951" y="4483"/>
                  </a:lnTo>
                  <a:lnTo>
                    <a:pt x="18529" y="3035"/>
                  </a:lnTo>
                  <a:lnTo>
                    <a:pt x="16992" y="1943"/>
                  </a:lnTo>
                  <a:lnTo>
                    <a:pt x="16383" y="3162"/>
                  </a:lnTo>
                  <a:lnTo>
                    <a:pt x="15773" y="4381"/>
                  </a:lnTo>
                  <a:lnTo>
                    <a:pt x="15151" y="5600"/>
                  </a:lnTo>
                  <a:lnTo>
                    <a:pt x="16878" y="6045"/>
                  </a:lnTo>
                  <a:lnTo>
                    <a:pt x="18681" y="6438"/>
                  </a:lnTo>
                  <a:lnTo>
                    <a:pt x="20459" y="6921"/>
                  </a:lnTo>
                  <a:lnTo>
                    <a:pt x="20688" y="6604"/>
                  </a:lnTo>
                  <a:lnTo>
                    <a:pt x="20980" y="6375"/>
                  </a:lnTo>
                  <a:lnTo>
                    <a:pt x="21209" y="6083"/>
                  </a:lnTo>
                  <a:close/>
                </a:path>
                <a:path w="29209" h="34290">
                  <a:moveTo>
                    <a:pt x="21615" y="27381"/>
                  </a:moveTo>
                  <a:lnTo>
                    <a:pt x="19265" y="26403"/>
                  </a:lnTo>
                  <a:lnTo>
                    <a:pt x="18122" y="25895"/>
                  </a:lnTo>
                  <a:lnTo>
                    <a:pt x="16789" y="28168"/>
                  </a:lnTo>
                  <a:lnTo>
                    <a:pt x="15405" y="30365"/>
                  </a:lnTo>
                  <a:lnTo>
                    <a:pt x="13919" y="32499"/>
                  </a:lnTo>
                  <a:lnTo>
                    <a:pt x="14312" y="32753"/>
                  </a:lnTo>
                  <a:lnTo>
                    <a:pt x="14719" y="33032"/>
                  </a:lnTo>
                  <a:lnTo>
                    <a:pt x="16052" y="33655"/>
                  </a:lnTo>
                  <a:lnTo>
                    <a:pt x="17018" y="33807"/>
                  </a:lnTo>
                  <a:lnTo>
                    <a:pt x="17995" y="33896"/>
                  </a:lnTo>
                  <a:lnTo>
                    <a:pt x="19126" y="31686"/>
                  </a:lnTo>
                  <a:lnTo>
                    <a:pt x="20307" y="29502"/>
                  </a:lnTo>
                  <a:lnTo>
                    <a:pt x="21615" y="27381"/>
                  </a:lnTo>
                  <a:close/>
                </a:path>
                <a:path w="29209" h="34290">
                  <a:moveTo>
                    <a:pt x="22250" y="7480"/>
                  </a:moveTo>
                  <a:close/>
                </a:path>
                <a:path w="29209" h="34290">
                  <a:moveTo>
                    <a:pt x="24892" y="11493"/>
                  </a:moveTo>
                  <a:lnTo>
                    <a:pt x="23723" y="9626"/>
                  </a:lnTo>
                  <a:lnTo>
                    <a:pt x="22936" y="9448"/>
                  </a:lnTo>
                  <a:lnTo>
                    <a:pt x="22161" y="9334"/>
                  </a:lnTo>
                  <a:lnTo>
                    <a:pt x="21386" y="9118"/>
                  </a:lnTo>
                  <a:lnTo>
                    <a:pt x="20218" y="11468"/>
                  </a:lnTo>
                  <a:lnTo>
                    <a:pt x="18745" y="13779"/>
                  </a:lnTo>
                  <a:lnTo>
                    <a:pt x="17386" y="15976"/>
                  </a:lnTo>
                  <a:lnTo>
                    <a:pt x="19913" y="17005"/>
                  </a:lnTo>
                  <a:lnTo>
                    <a:pt x="21183" y="17462"/>
                  </a:lnTo>
                  <a:lnTo>
                    <a:pt x="22288" y="15379"/>
                  </a:lnTo>
                  <a:lnTo>
                    <a:pt x="23456" y="13195"/>
                  </a:lnTo>
                  <a:lnTo>
                    <a:pt x="24892" y="11493"/>
                  </a:lnTo>
                  <a:close/>
                </a:path>
                <a:path w="29209" h="34290">
                  <a:moveTo>
                    <a:pt x="25565" y="21475"/>
                  </a:moveTo>
                  <a:lnTo>
                    <a:pt x="24231" y="21107"/>
                  </a:lnTo>
                  <a:lnTo>
                    <a:pt x="22910" y="20688"/>
                  </a:lnTo>
                  <a:lnTo>
                    <a:pt x="21602" y="20205"/>
                  </a:lnTo>
                  <a:lnTo>
                    <a:pt x="20586" y="21742"/>
                  </a:lnTo>
                  <a:lnTo>
                    <a:pt x="18923" y="24574"/>
                  </a:lnTo>
                  <a:lnTo>
                    <a:pt x="22593" y="25831"/>
                  </a:lnTo>
                  <a:lnTo>
                    <a:pt x="23545" y="24333"/>
                  </a:lnTo>
                  <a:lnTo>
                    <a:pt x="24536" y="22898"/>
                  </a:lnTo>
                  <a:lnTo>
                    <a:pt x="25565" y="21475"/>
                  </a:lnTo>
                  <a:close/>
                </a:path>
                <a:path w="29209" h="34290">
                  <a:moveTo>
                    <a:pt x="27101" y="29222"/>
                  </a:moveTo>
                  <a:lnTo>
                    <a:pt x="25908" y="28943"/>
                  </a:lnTo>
                  <a:lnTo>
                    <a:pt x="24701" y="28562"/>
                  </a:lnTo>
                  <a:lnTo>
                    <a:pt x="23507" y="28117"/>
                  </a:lnTo>
                  <a:lnTo>
                    <a:pt x="22199" y="30111"/>
                  </a:lnTo>
                  <a:lnTo>
                    <a:pt x="20789" y="31978"/>
                  </a:lnTo>
                  <a:lnTo>
                    <a:pt x="19405" y="33896"/>
                  </a:lnTo>
                  <a:lnTo>
                    <a:pt x="22428" y="33693"/>
                  </a:lnTo>
                  <a:lnTo>
                    <a:pt x="25336" y="32067"/>
                  </a:lnTo>
                  <a:lnTo>
                    <a:pt x="27101" y="29222"/>
                  </a:lnTo>
                  <a:close/>
                </a:path>
                <a:path w="29209" h="34290">
                  <a:moveTo>
                    <a:pt x="28155" y="18161"/>
                  </a:moveTo>
                  <a:lnTo>
                    <a:pt x="27571" y="16357"/>
                  </a:lnTo>
                  <a:lnTo>
                    <a:pt x="26695" y="14592"/>
                  </a:lnTo>
                  <a:lnTo>
                    <a:pt x="25730" y="12903"/>
                  </a:lnTo>
                  <a:lnTo>
                    <a:pt x="24993" y="14693"/>
                  </a:lnTo>
                  <a:lnTo>
                    <a:pt x="23977" y="16433"/>
                  </a:lnTo>
                  <a:lnTo>
                    <a:pt x="22910" y="18122"/>
                  </a:lnTo>
                  <a:lnTo>
                    <a:pt x="24307" y="18605"/>
                  </a:lnTo>
                  <a:lnTo>
                    <a:pt x="25781" y="18935"/>
                  </a:lnTo>
                  <a:lnTo>
                    <a:pt x="27216" y="19354"/>
                  </a:lnTo>
                  <a:lnTo>
                    <a:pt x="27533" y="18948"/>
                  </a:lnTo>
                  <a:lnTo>
                    <a:pt x="28155" y="18161"/>
                  </a:lnTo>
                  <a:close/>
                </a:path>
                <a:path w="29209" h="34290">
                  <a:moveTo>
                    <a:pt x="28587" y="19748"/>
                  </a:moveTo>
                  <a:close/>
                </a:path>
                <a:path w="29209" h="34290">
                  <a:moveTo>
                    <a:pt x="29032" y="24117"/>
                  </a:moveTo>
                  <a:lnTo>
                    <a:pt x="28956" y="22263"/>
                  </a:lnTo>
                  <a:lnTo>
                    <a:pt x="28371" y="22161"/>
                  </a:lnTo>
                  <a:lnTo>
                    <a:pt x="27787" y="22085"/>
                  </a:lnTo>
                  <a:lnTo>
                    <a:pt x="27216" y="21945"/>
                  </a:lnTo>
                  <a:lnTo>
                    <a:pt x="26289" y="23482"/>
                  </a:lnTo>
                  <a:lnTo>
                    <a:pt x="25438" y="25044"/>
                  </a:lnTo>
                  <a:lnTo>
                    <a:pt x="24472" y="26555"/>
                  </a:lnTo>
                  <a:lnTo>
                    <a:pt x="25603" y="26962"/>
                  </a:lnTo>
                  <a:lnTo>
                    <a:pt x="26708" y="27419"/>
                  </a:lnTo>
                  <a:lnTo>
                    <a:pt x="27838" y="27863"/>
                  </a:lnTo>
                  <a:lnTo>
                    <a:pt x="28676" y="25996"/>
                  </a:lnTo>
                  <a:lnTo>
                    <a:pt x="29032" y="24117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4" name="object 354" descr=""/>
            <p:cNvSpPr/>
            <p:nvPr/>
          </p:nvSpPr>
          <p:spPr>
            <a:xfrm>
              <a:off x="16854755" y="7425216"/>
              <a:ext cx="13335" cy="25400"/>
            </a:xfrm>
            <a:custGeom>
              <a:avLst/>
              <a:gdLst/>
              <a:ahLst/>
              <a:cxnLst/>
              <a:rect l="l" t="t" r="r" b="b"/>
              <a:pathLst>
                <a:path w="13334" h="25400">
                  <a:moveTo>
                    <a:pt x="27" y="13426"/>
                  </a:moveTo>
                  <a:lnTo>
                    <a:pt x="0" y="25158"/>
                  </a:lnTo>
                  <a:lnTo>
                    <a:pt x="881" y="25088"/>
                  </a:lnTo>
                  <a:lnTo>
                    <a:pt x="5656" y="16303"/>
                  </a:lnTo>
                  <a:lnTo>
                    <a:pt x="7760" y="15884"/>
                  </a:lnTo>
                  <a:lnTo>
                    <a:pt x="9107" y="13528"/>
                  </a:lnTo>
                  <a:lnTo>
                    <a:pt x="410" y="13528"/>
                  </a:lnTo>
                  <a:lnTo>
                    <a:pt x="27" y="13426"/>
                  </a:lnTo>
                  <a:close/>
                </a:path>
                <a:path w="13334" h="25400">
                  <a:moveTo>
                    <a:pt x="5" y="6803"/>
                  </a:moveTo>
                  <a:lnTo>
                    <a:pt x="27" y="13235"/>
                  </a:lnTo>
                  <a:lnTo>
                    <a:pt x="410" y="13528"/>
                  </a:lnTo>
                  <a:lnTo>
                    <a:pt x="9107" y="13528"/>
                  </a:lnTo>
                  <a:lnTo>
                    <a:pt x="10826" y="10523"/>
                  </a:lnTo>
                  <a:lnTo>
                    <a:pt x="3017" y="10523"/>
                  </a:lnTo>
                  <a:lnTo>
                    <a:pt x="2552" y="9915"/>
                  </a:lnTo>
                  <a:lnTo>
                    <a:pt x="5" y="6803"/>
                  </a:lnTo>
                  <a:close/>
                </a:path>
                <a:path w="13334" h="25400">
                  <a:moveTo>
                    <a:pt x="2672" y="0"/>
                  </a:moveTo>
                  <a:lnTo>
                    <a:pt x="1300" y="4638"/>
                  </a:lnTo>
                  <a:lnTo>
                    <a:pt x="3017" y="10523"/>
                  </a:lnTo>
                  <a:lnTo>
                    <a:pt x="10826" y="10523"/>
                  </a:lnTo>
                  <a:lnTo>
                    <a:pt x="11173" y="9915"/>
                  </a:lnTo>
                  <a:lnTo>
                    <a:pt x="6713" y="9915"/>
                  </a:lnTo>
                  <a:lnTo>
                    <a:pt x="6692" y="9319"/>
                  </a:lnTo>
                  <a:lnTo>
                    <a:pt x="6275" y="4083"/>
                  </a:lnTo>
                  <a:lnTo>
                    <a:pt x="2672" y="0"/>
                  </a:lnTo>
                  <a:close/>
                </a:path>
                <a:path w="13334" h="25400">
                  <a:moveTo>
                    <a:pt x="12179" y="1340"/>
                  </a:moveTo>
                  <a:lnTo>
                    <a:pt x="8553" y="4094"/>
                  </a:lnTo>
                  <a:lnTo>
                    <a:pt x="6713" y="9915"/>
                  </a:lnTo>
                  <a:lnTo>
                    <a:pt x="11173" y="9915"/>
                  </a:lnTo>
                  <a:lnTo>
                    <a:pt x="12807" y="7057"/>
                  </a:lnTo>
                  <a:lnTo>
                    <a:pt x="12179" y="134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5" name="object 355" descr=""/>
            <p:cNvSpPr/>
            <p:nvPr/>
          </p:nvSpPr>
          <p:spPr>
            <a:xfrm>
              <a:off x="16882136" y="7487532"/>
              <a:ext cx="30480" cy="33655"/>
            </a:xfrm>
            <a:custGeom>
              <a:avLst/>
              <a:gdLst/>
              <a:ahLst/>
              <a:cxnLst/>
              <a:rect l="l" t="t" r="r" b="b"/>
              <a:pathLst>
                <a:path w="30480" h="33654">
                  <a:moveTo>
                    <a:pt x="787" y="18376"/>
                  </a:moveTo>
                  <a:close/>
                </a:path>
                <a:path w="30480" h="33654">
                  <a:moveTo>
                    <a:pt x="4406" y="25488"/>
                  </a:moveTo>
                  <a:lnTo>
                    <a:pt x="3543" y="23901"/>
                  </a:lnTo>
                  <a:lnTo>
                    <a:pt x="2781" y="22275"/>
                  </a:lnTo>
                  <a:lnTo>
                    <a:pt x="1955" y="20675"/>
                  </a:lnTo>
                  <a:lnTo>
                    <a:pt x="1384" y="20777"/>
                  </a:lnTo>
                  <a:lnTo>
                    <a:pt x="800" y="20789"/>
                  </a:lnTo>
                  <a:lnTo>
                    <a:pt x="215" y="20853"/>
                  </a:lnTo>
                  <a:lnTo>
                    <a:pt x="0" y="22707"/>
                  </a:lnTo>
                  <a:lnTo>
                    <a:pt x="241" y="24612"/>
                  </a:lnTo>
                  <a:lnTo>
                    <a:pt x="977" y="26530"/>
                  </a:lnTo>
                  <a:lnTo>
                    <a:pt x="2120" y="26187"/>
                  </a:lnTo>
                  <a:lnTo>
                    <a:pt x="3263" y="25806"/>
                  </a:lnTo>
                  <a:lnTo>
                    <a:pt x="4406" y="25488"/>
                  </a:lnTo>
                  <a:close/>
                </a:path>
                <a:path w="30480" h="33654">
                  <a:moveTo>
                    <a:pt x="6489" y="17195"/>
                  </a:moveTo>
                  <a:lnTo>
                    <a:pt x="5524" y="15430"/>
                  </a:lnTo>
                  <a:lnTo>
                    <a:pt x="4622" y="13614"/>
                  </a:lnTo>
                  <a:lnTo>
                    <a:pt x="4000" y="11772"/>
                  </a:lnTo>
                  <a:lnTo>
                    <a:pt x="2921" y="13373"/>
                  </a:lnTo>
                  <a:lnTo>
                    <a:pt x="1955" y="15062"/>
                  </a:lnTo>
                  <a:lnTo>
                    <a:pt x="1257" y="16827"/>
                  </a:lnTo>
                  <a:lnTo>
                    <a:pt x="1536" y="17259"/>
                  </a:lnTo>
                  <a:lnTo>
                    <a:pt x="1841" y="17665"/>
                  </a:lnTo>
                  <a:lnTo>
                    <a:pt x="2120" y="18084"/>
                  </a:lnTo>
                  <a:lnTo>
                    <a:pt x="3581" y="17792"/>
                  </a:lnTo>
                  <a:lnTo>
                    <a:pt x="5054" y="17564"/>
                  </a:lnTo>
                  <a:lnTo>
                    <a:pt x="6489" y="17195"/>
                  </a:lnTo>
                  <a:close/>
                </a:path>
                <a:path w="30480" h="33654">
                  <a:moveTo>
                    <a:pt x="7861" y="6604"/>
                  </a:moveTo>
                  <a:close/>
                </a:path>
                <a:path w="30480" h="33654">
                  <a:moveTo>
                    <a:pt x="9017" y="33197"/>
                  </a:moveTo>
                  <a:lnTo>
                    <a:pt x="7759" y="31178"/>
                  </a:lnTo>
                  <a:lnTo>
                    <a:pt x="6464" y="29210"/>
                  </a:lnTo>
                  <a:lnTo>
                    <a:pt x="5270" y="27114"/>
                  </a:lnTo>
                  <a:lnTo>
                    <a:pt x="4064" y="27470"/>
                  </a:lnTo>
                  <a:lnTo>
                    <a:pt x="2832" y="27762"/>
                  </a:lnTo>
                  <a:lnTo>
                    <a:pt x="1625" y="27952"/>
                  </a:lnTo>
                  <a:lnTo>
                    <a:pt x="3213" y="30924"/>
                  </a:lnTo>
                  <a:lnTo>
                    <a:pt x="6007" y="32778"/>
                  </a:lnTo>
                  <a:lnTo>
                    <a:pt x="9017" y="33197"/>
                  </a:lnTo>
                  <a:close/>
                </a:path>
                <a:path w="30480" h="33654">
                  <a:moveTo>
                    <a:pt x="10083" y="23926"/>
                  </a:moveTo>
                  <a:lnTo>
                    <a:pt x="8585" y="20993"/>
                  </a:lnTo>
                  <a:lnTo>
                    <a:pt x="8128" y="20180"/>
                  </a:lnTo>
                  <a:lnTo>
                    <a:pt x="7670" y="19367"/>
                  </a:lnTo>
                  <a:lnTo>
                    <a:pt x="6337" y="19748"/>
                  </a:lnTo>
                  <a:lnTo>
                    <a:pt x="4978" y="20066"/>
                  </a:lnTo>
                  <a:lnTo>
                    <a:pt x="3632" y="20345"/>
                  </a:lnTo>
                  <a:lnTo>
                    <a:pt x="4559" y="21831"/>
                  </a:lnTo>
                  <a:lnTo>
                    <a:pt x="5473" y="23342"/>
                  </a:lnTo>
                  <a:lnTo>
                    <a:pt x="6337" y="24904"/>
                  </a:lnTo>
                  <a:lnTo>
                    <a:pt x="10083" y="23926"/>
                  </a:lnTo>
                  <a:close/>
                </a:path>
                <a:path w="30480" h="33654">
                  <a:moveTo>
                    <a:pt x="12128" y="15494"/>
                  </a:moveTo>
                  <a:lnTo>
                    <a:pt x="10922" y="13182"/>
                  </a:lnTo>
                  <a:lnTo>
                    <a:pt x="9588" y="10756"/>
                  </a:lnTo>
                  <a:lnTo>
                    <a:pt x="8559" y="8318"/>
                  </a:lnTo>
                  <a:lnTo>
                    <a:pt x="7772" y="8483"/>
                  </a:lnTo>
                  <a:lnTo>
                    <a:pt x="6985" y="8547"/>
                  </a:lnTo>
                  <a:lnTo>
                    <a:pt x="6210" y="8661"/>
                  </a:lnTo>
                  <a:lnTo>
                    <a:pt x="4914" y="10426"/>
                  </a:lnTo>
                  <a:lnTo>
                    <a:pt x="6248" y="12242"/>
                  </a:lnTo>
                  <a:lnTo>
                    <a:pt x="7277" y="14503"/>
                  </a:lnTo>
                  <a:lnTo>
                    <a:pt x="8255" y="16662"/>
                  </a:lnTo>
                  <a:lnTo>
                    <a:pt x="9550" y="16306"/>
                  </a:lnTo>
                  <a:lnTo>
                    <a:pt x="10845" y="15887"/>
                  </a:lnTo>
                  <a:lnTo>
                    <a:pt x="12128" y="15494"/>
                  </a:lnTo>
                  <a:close/>
                </a:path>
                <a:path w="30480" h="33654">
                  <a:moveTo>
                    <a:pt x="14579" y="32219"/>
                  </a:moveTo>
                  <a:lnTo>
                    <a:pt x="13220" y="29997"/>
                  </a:lnTo>
                  <a:lnTo>
                    <a:pt x="11976" y="27673"/>
                  </a:lnTo>
                  <a:lnTo>
                    <a:pt x="10782" y="25323"/>
                  </a:lnTo>
                  <a:lnTo>
                    <a:pt x="9613" y="25730"/>
                  </a:lnTo>
                  <a:lnTo>
                    <a:pt x="7213" y="26530"/>
                  </a:lnTo>
                  <a:lnTo>
                    <a:pt x="8382" y="28752"/>
                  </a:lnTo>
                  <a:lnTo>
                    <a:pt x="9423" y="31013"/>
                  </a:lnTo>
                  <a:lnTo>
                    <a:pt x="10414" y="33312"/>
                  </a:lnTo>
                  <a:lnTo>
                    <a:pt x="11391" y="33286"/>
                  </a:lnTo>
                  <a:lnTo>
                    <a:pt x="12382" y="33210"/>
                  </a:lnTo>
                  <a:lnTo>
                    <a:pt x="13741" y="32689"/>
                  </a:lnTo>
                  <a:lnTo>
                    <a:pt x="14579" y="32219"/>
                  </a:lnTo>
                  <a:close/>
                </a:path>
                <a:path w="30480" h="33654">
                  <a:moveTo>
                    <a:pt x="14998" y="5308"/>
                  </a:moveTo>
                  <a:lnTo>
                    <a:pt x="14465" y="4038"/>
                  </a:lnTo>
                  <a:lnTo>
                    <a:pt x="13385" y="1511"/>
                  </a:lnTo>
                  <a:lnTo>
                    <a:pt x="11785" y="2489"/>
                  </a:lnTo>
                  <a:lnTo>
                    <a:pt x="10287" y="3810"/>
                  </a:lnTo>
                  <a:lnTo>
                    <a:pt x="8928" y="5308"/>
                  </a:lnTo>
                  <a:lnTo>
                    <a:pt x="9144" y="5638"/>
                  </a:lnTo>
                  <a:lnTo>
                    <a:pt x="9410" y="5880"/>
                  </a:lnTo>
                  <a:lnTo>
                    <a:pt x="9626" y="6210"/>
                  </a:lnTo>
                  <a:lnTo>
                    <a:pt x="11430" y="5867"/>
                  </a:lnTo>
                  <a:lnTo>
                    <a:pt x="13258" y="5613"/>
                  </a:lnTo>
                  <a:lnTo>
                    <a:pt x="14998" y="5308"/>
                  </a:lnTo>
                  <a:close/>
                </a:path>
                <a:path w="30480" h="33654">
                  <a:moveTo>
                    <a:pt x="15303" y="22504"/>
                  </a:moveTo>
                  <a:lnTo>
                    <a:pt x="14135" y="19621"/>
                  </a:lnTo>
                  <a:lnTo>
                    <a:pt x="13411" y="18021"/>
                  </a:lnTo>
                  <a:lnTo>
                    <a:pt x="13284" y="17805"/>
                  </a:lnTo>
                  <a:lnTo>
                    <a:pt x="13182" y="17589"/>
                  </a:lnTo>
                  <a:lnTo>
                    <a:pt x="11887" y="18059"/>
                  </a:lnTo>
                  <a:lnTo>
                    <a:pt x="10591" y="18503"/>
                  </a:lnTo>
                  <a:lnTo>
                    <a:pt x="9296" y="18910"/>
                  </a:lnTo>
                  <a:lnTo>
                    <a:pt x="9398" y="19138"/>
                  </a:lnTo>
                  <a:lnTo>
                    <a:pt x="9499" y="19392"/>
                  </a:lnTo>
                  <a:lnTo>
                    <a:pt x="10261" y="20916"/>
                  </a:lnTo>
                  <a:lnTo>
                    <a:pt x="11582" y="23545"/>
                  </a:lnTo>
                  <a:lnTo>
                    <a:pt x="13436" y="23075"/>
                  </a:lnTo>
                  <a:lnTo>
                    <a:pt x="14363" y="22821"/>
                  </a:lnTo>
                  <a:lnTo>
                    <a:pt x="14681" y="22720"/>
                  </a:lnTo>
                  <a:lnTo>
                    <a:pt x="14986" y="22593"/>
                  </a:lnTo>
                  <a:lnTo>
                    <a:pt x="15303" y="22504"/>
                  </a:lnTo>
                  <a:close/>
                </a:path>
                <a:path w="30480" h="33654">
                  <a:moveTo>
                    <a:pt x="18326" y="29413"/>
                  </a:moveTo>
                  <a:lnTo>
                    <a:pt x="17411" y="27520"/>
                  </a:lnTo>
                  <a:lnTo>
                    <a:pt x="16548" y="25590"/>
                  </a:lnTo>
                  <a:lnTo>
                    <a:pt x="15760" y="23622"/>
                  </a:lnTo>
                  <a:lnTo>
                    <a:pt x="15049" y="23876"/>
                  </a:lnTo>
                  <a:lnTo>
                    <a:pt x="14325" y="24155"/>
                  </a:lnTo>
                  <a:lnTo>
                    <a:pt x="13627" y="24358"/>
                  </a:lnTo>
                  <a:lnTo>
                    <a:pt x="13182" y="24498"/>
                  </a:lnTo>
                  <a:lnTo>
                    <a:pt x="12687" y="24688"/>
                  </a:lnTo>
                  <a:lnTo>
                    <a:pt x="12230" y="24828"/>
                  </a:lnTo>
                  <a:lnTo>
                    <a:pt x="13360" y="27114"/>
                  </a:lnTo>
                  <a:lnTo>
                    <a:pt x="14427" y="29425"/>
                  </a:lnTo>
                  <a:lnTo>
                    <a:pt x="15392" y="31788"/>
                  </a:lnTo>
                  <a:lnTo>
                    <a:pt x="16383" y="31153"/>
                  </a:lnTo>
                  <a:lnTo>
                    <a:pt x="17373" y="30327"/>
                  </a:lnTo>
                  <a:lnTo>
                    <a:pt x="18326" y="29413"/>
                  </a:lnTo>
                  <a:close/>
                </a:path>
                <a:path w="30480" h="33654">
                  <a:moveTo>
                    <a:pt x="18415" y="13360"/>
                  </a:moveTo>
                  <a:lnTo>
                    <a:pt x="17513" y="11049"/>
                  </a:lnTo>
                  <a:lnTo>
                    <a:pt x="16497" y="8851"/>
                  </a:lnTo>
                  <a:lnTo>
                    <a:pt x="15544" y="6591"/>
                  </a:lnTo>
                  <a:lnTo>
                    <a:pt x="13881" y="7048"/>
                  </a:lnTo>
                  <a:lnTo>
                    <a:pt x="10553" y="7874"/>
                  </a:lnTo>
                  <a:lnTo>
                    <a:pt x="11734" y="10160"/>
                  </a:lnTo>
                  <a:lnTo>
                    <a:pt x="12725" y="12687"/>
                  </a:lnTo>
                  <a:lnTo>
                    <a:pt x="13677" y="15024"/>
                  </a:lnTo>
                  <a:lnTo>
                    <a:pt x="14236" y="14833"/>
                  </a:lnTo>
                  <a:lnTo>
                    <a:pt x="14808" y="14693"/>
                  </a:lnTo>
                  <a:lnTo>
                    <a:pt x="16344" y="14160"/>
                  </a:lnTo>
                  <a:lnTo>
                    <a:pt x="17373" y="13754"/>
                  </a:lnTo>
                  <a:lnTo>
                    <a:pt x="18415" y="13360"/>
                  </a:lnTo>
                  <a:close/>
                </a:path>
                <a:path w="30480" h="33654">
                  <a:moveTo>
                    <a:pt x="19392" y="4445"/>
                  </a:moveTo>
                  <a:lnTo>
                    <a:pt x="18630" y="3022"/>
                  </a:lnTo>
                  <a:lnTo>
                    <a:pt x="17983" y="1574"/>
                  </a:lnTo>
                  <a:lnTo>
                    <a:pt x="17449" y="88"/>
                  </a:lnTo>
                  <a:lnTo>
                    <a:pt x="16256" y="203"/>
                  </a:lnTo>
                  <a:lnTo>
                    <a:pt x="15113" y="558"/>
                  </a:lnTo>
                  <a:lnTo>
                    <a:pt x="14020" y="1143"/>
                  </a:lnTo>
                  <a:lnTo>
                    <a:pt x="14605" y="2476"/>
                  </a:lnTo>
                  <a:lnTo>
                    <a:pt x="15798" y="5156"/>
                  </a:lnTo>
                  <a:lnTo>
                    <a:pt x="16954" y="4927"/>
                  </a:lnTo>
                  <a:lnTo>
                    <a:pt x="18173" y="4660"/>
                  </a:lnTo>
                  <a:lnTo>
                    <a:pt x="19392" y="4445"/>
                  </a:lnTo>
                  <a:close/>
                </a:path>
                <a:path w="30480" h="33654">
                  <a:moveTo>
                    <a:pt x="21132" y="20535"/>
                  </a:moveTo>
                  <a:lnTo>
                    <a:pt x="20535" y="18783"/>
                  </a:lnTo>
                  <a:lnTo>
                    <a:pt x="19824" y="17081"/>
                  </a:lnTo>
                  <a:lnTo>
                    <a:pt x="19164" y="15354"/>
                  </a:lnTo>
                  <a:lnTo>
                    <a:pt x="17640" y="15951"/>
                  </a:lnTo>
                  <a:lnTo>
                    <a:pt x="14554" y="17106"/>
                  </a:lnTo>
                  <a:lnTo>
                    <a:pt x="15278" y="18719"/>
                  </a:lnTo>
                  <a:lnTo>
                    <a:pt x="16027" y="20370"/>
                  </a:lnTo>
                  <a:lnTo>
                    <a:pt x="16776" y="22034"/>
                  </a:lnTo>
                  <a:lnTo>
                    <a:pt x="18211" y="21551"/>
                  </a:lnTo>
                  <a:lnTo>
                    <a:pt x="21132" y="20535"/>
                  </a:lnTo>
                  <a:close/>
                </a:path>
                <a:path w="30480" h="33654">
                  <a:moveTo>
                    <a:pt x="22479" y="24790"/>
                  </a:moveTo>
                  <a:lnTo>
                    <a:pt x="22136" y="23672"/>
                  </a:lnTo>
                  <a:lnTo>
                    <a:pt x="21831" y="22542"/>
                  </a:lnTo>
                  <a:lnTo>
                    <a:pt x="21450" y="21437"/>
                  </a:lnTo>
                  <a:lnTo>
                    <a:pt x="18643" y="22555"/>
                  </a:lnTo>
                  <a:lnTo>
                    <a:pt x="17233" y="23088"/>
                  </a:lnTo>
                  <a:lnTo>
                    <a:pt x="18021" y="24853"/>
                  </a:lnTo>
                  <a:lnTo>
                    <a:pt x="18707" y="26657"/>
                  </a:lnTo>
                  <a:lnTo>
                    <a:pt x="19304" y="28473"/>
                  </a:lnTo>
                  <a:lnTo>
                    <a:pt x="20408" y="27317"/>
                  </a:lnTo>
                  <a:lnTo>
                    <a:pt x="21475" y="26073"/>
                  </a:lnTo>
                  <a:lnTo>
                    <a:pt x="22479" y="24790"/>
                  </a:lnTo>
                  <a:close/>
                </a:path>
                <a:path w="30480" h="33654">
                  <a:moveTo>
                    <a:pt x="22910" y="11899"/>
                  </a:moveTo>
                  <a:lnTo>
                    <a:pt x="22618" y="11150"/>
                  </a:lnTo>
                  <a:lnTo>
                    <a:pt x="22352" y="10388"/>
                  </a:lnTo>
                  <a:lnTo>
                    <a:pt x="22034" y="9626"/>
                  </a:lnTo>
                  <a:lnTo>
                    <a:pt x="21450" y="8255"/>
                  </a:lnTo>
                  <a:lnTo>
                    <a:pt x="19977" y="5549"/>
                  </a:lnTo>
                  <a:lnTo>
                    <a:pt x="18770" y="5778"/>
                  </a:lnTo>
                  <a:lnTo>
                    <a:pt x="16344" y="6388"/>
                  </a:lnTo>
                  <a:lnTo>
                    <a:pt x="18338" y="10820"/>
                  </a:lnTo>
                  <a:lnTo>
                    <a:pt x="19304" y="13042"/>
                  </a:lnTo>
                  <a:lnTo>
                    <a:pt x="20497" y="12585"/>
                  </a:lnTo>
                  <a:lnTo>
                    <a:pt x="21691" y="12217"/>
                  </a:lnTo>
                  <a:lnTo>
                    <a:pt x="22910" y="11899"/>
                  </a:lnTo>
                  <a:close/>
                </a:path>
                <a:path w="30480" h="33654">
                  <a:moveTo>
                    <a:pt x="25514" y="19227"/>
                  </a:moveTo>
                  <a:lnTo>
                    <a:pt x="24269" y="15544"/>
                  </a:lnTo>
                  <a:lnTo>
                    <a:pt x="23609" y="13703"/>
                  </a:lnTo>
                  <a:lnTo>
                    <a:pt x="22453" y="14109"/>
                  </a:lnTo>
                  <a:lnTo>
                    <a:pt x="20167" y="14973"/>
                  </a:lnTo>
                  <a:lnTo>
                    <a:pt x="20904" y="16725"/>
                  </a:lnTo>
                  <a:lnTo>
                    <a:pt x="21678" y="18402"/>
                  </a:lnTo>
                  <a:lnTo>
                    <a:pt x="22428" y="20116"/>
                  </a:lnTo>
                  <a:lnTo>
                    <a:pt x="23444" y="19773"/>
                  </a:lnTo>
                  <a:lnTo>
                    <a:pt x="24485" y="19469"/>
                  </a:lnTo>
                  <a:lnTo>
                    <a:pt x="25514" y="19227"/>
                  </a:lnTo>
                  <a:close/>
                </a:path>
                <a:path w="30480" h="33654">
                  <a:moveTo>
                    <a:pt x="25806" y="20091"/>
                  </a:moveTo>
                  <a:lnTo>
                    <a:pt x="25742" y="19900"/>
                  </a:lnTo>
                  <a:lnTo>
                    <a:pt x="24752" y="20205"/>
                  </a:lnTo>
                  <a:lnTo>
                    <a:pt x="22783" y="20942"/>
                  </a:lnTo>
                  <a:lnTo>
                    <a:pt x="23101" y="21691"/>
                  </a:lnTo>
                  <a:lnTo>
                    <a:pt x="23368" y="22466"/>
                  </a:lnTo>
                  <a:lnTo>
                    <a:pt x="23634" y="23228"/>
                  </a:lnTo>
                  <a:lnTo>
                    <a:pt x="24422" y="22148"/>
                  </a:lnTo>
                  <a:lnTo>
                    <a:pt x="25158" y="21094"/>
                  </a:lnTo>
                  <a:lnTo>
                    <a:pt x="25806" y="20091"/>
                  </a:lnTo>
                  <a:close/>
                </a:path>
                <a:path w="30480" h="33654">
                  <a:moveTo>
                    <a:pt x="29984" y="8788"/>
                  </a:moveTo>
                  <a:lnTo>
                    <a:pt x="26149" y="5422"/>
                  </a:lnTo>
                  <a:lnTo>
                    <a:pt x="25882" y="5219"/>
                  </a:lnTo>
                  <a:lnTo>
                    <a:pt x="24930" y="2374"/>
                  </a:lnTo>
                  <a:lnTo>
                    <a:pt x="22720" y="292"/>
                  </a:lnTo>
                  <a:lnTo>
                    <a:pt x="18719" y="0"/>
                  </a:lnTo>
                  <a:lnTo>
                    <a:pt x="19507" y="1409"/>
                  </a:lnTo>
                  <a:lnTo>
                    <a:pt x="20320" y="2755"/>
                  </a:lnTo>
                  <a:lnTo>
                    <a:pt x="21043" y="4279"/>
                  </a:lnTo>
                  <a:lnTo>
                    <a:pt x="22339" y="4178"/>
                  </a:lnTo>
                  <a:lnTo>
                    <a:pt x="23622" y="4229"/>
                  </a:lnTo>
                  <a:lnTo>
                    <a:pt x="24942" y="4813"/>
                  </a:lnTo>
                  <a:lnTo>
                    <a:pt x="24879" y="4978"/>
                  </a:lnTo>
                  <a:lnTo>
                    <a:pt x="23672" y="5003"/>
                  </a:lnTo>
                  <a:lnTo>
                    <a:pt x="22580" y="5207"/>
                  </a:lnTo>
                  <a:lnTo>
                    <a:pt x="21488" y="5372"/>
                  </a:lnTo>
                  <a:lnTo>
                    <a:pt x="23317" y="9486"/>
                  </a:lnTo>
                  <a:lnTo>
                    <a:pt x="24079" y="11633"/>
                  </a:lnTo>
                  <a:lnTo>
                    <a:pt x="25590" y="11341"/>
                  </a:lnTo>
                  <a:lnTo>
                    <a:pt x="27089" y="11176"/>
                  </a:lnTo>
                  <a:lnTo>
                    <a:pt x="28841" y="11531"/>
                  </a:lnTo>
                  <a:lnTo>
                    <a:pt x="28841" y="11963"/>
                  </a:lnTo>
                  <a:lnTo>
                    <a:pt x="27266" y="12420"/>
                  </a:lnTo>
                  <a:lnTo>
                    <a:pt x="24701" y="13296"/>
                  </a:lnTo>
                  <a:lnTo>
                    <a:pt x="25336" y="15227"/>
                  </a:lnTo>
                  <a:lnTo>
                    <a:pt x="25908" y="17183"/>
                  </a:lnTo>
                  <a:lnTo>
                    <a:pt x="26365" y="19088"/>
                  </a:lnTo>
                  <a:lnTo>
                    <a:pt x="29349" y="14503"/>
                  </a:lnTo>
                  <a:lnTo>
                    <a:pt x="29984" y="8788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16900457" y="7475624"/>
              <a:ext cx="20955" cy="26670"/>
            </a:xfrm>
            <a:custGeom>
              <a:avLst/>
              <a:gdLst/>
              <a:ahLst/>
              <a:cxnLst/>
              <a:rect l="l" t="t" r="r" b="b"/>
              <a:pathLst>
                <a:path w="20955" h="26670">
                  <a:moveTo>
                    <a:pt x="964" y="607"/>
                  </a:moveTo>
                  <a:lnTo>
                    <a:pt x="0" y="6148"/>
                  </a:lnTo>
                  <a:lnTo>
                    <a:pt x="62" y="6429"/>
                  </a:lnTo>
                  <a:lnTo>
                    <a:pt x="4472" y="15455"/>
                  </a:lnTo>
                  <a:lnTo>
                    <a:pt x="6545" y="16041"/>
                  </a:lnTo>
                  <a:lnTo>
                    <a:pt x="10765" y="25161"/>
                  </a:lnTo>
                  <a:lnTo>
                    <a:pt x="18231" y="26344"/>
                  </a:lnTo>
                  <a:lnTo>
                    <a:pt x="16576" y="20889"/>
                  </a:lnTo>
                  <a:lnTo>
                    <a:pt x="12587" y="18146"/>
                  </a:lnTo>
                  <a:lnTo>
                    <a:pt x="12116" y="17852"/>
                  </a:lnTo>
                  <a:lnTo>
                    <a:pt x="18826" y="17852"/>
                  </a:lnTo>
                  <a:lnTo>
                    <a:pt x="20814" y="16611"/>
                  </a:lnTo>
                  <a:lnTo>
                    <a:pt x="20385" y="15455"/>
                  </a:lnTo>
                  <a:lnTo>
                    <a:pt x="17984" y="13664"/>
                  </a:lnTo>
                  <a:lnTo>
                    <a:pt x="11948" y="13664"/>
                  </a:lnTo>
                  <a:lnTo>
                    <a:pt x="16723" y="10533"/>
                  </a:lnTo>
                  <a:lnTo>
                    <a:pt x="9540" y="10470"/>
                  </a:lnTo>
                  <a:lnTo>
                    <a:pt x="9861" y="9580"/>
                  </a:lnTo>
                  <a:lnTo>
                    <a:pt x="5885" y="9580"/>
                  </a:lnTo>
                  <a:lnTo>
                    <a:pt x="4399" y="3622"/>
                  </a:lnTo>
                  <a:lnTo>
                    <a:pt x="964" y="607"/>
                  </a:lnTo>
                  <a:close/>
                </a:path>
                <a:path w="20955" h="26670">
                  <a:moveTo>
                    <a:pt x="18826" y="17852"/>
                  </a:moveTo>
                  <a:lnTo>
                    <a:pt x="12116" y="17852"/>
                  </a:lnTo>
                  <a:lnTo>
                    <a:pt x="17602" y="18617"/>
                  </a:lnTo>
                  <a:lnTo>
                    <a:pt x="18826" y="17852"/>
                  </a:lnTo>
                  <a:close/>
                </a:path>
                <a:path w="20955" h="26670">
                  <a:moveTo>
                    <a:pt x="17142" y="13036"/>
                  </a:moveTo>
                  <a:lnTo>
                    <a:pt x="12283" y="13601"/>
                  </a:lnTo>
                  <a:lnTo>
                    <a:pt x="12136" y="13643"/>
                  </a:lnTo>
                  <a:lnTo>
                    <a:pt x="11948" y="13664"/>
                  </a:lnTo>
                  <a:lnTo>
                    <a:pt x="17984" y="13664"/>
                  </a:lnTo>
                  <a:lnTo>
                    <a:pt x="17142" y="13036"/>
                  </a:lnTo>
                  <a:close/>
                </a:path>
                <a:path w="20955" h="26670">
                  <a:moveTo>
                    <a:pt x="17024" y="6148"/>
                  </a:moveTo>
                  <a:lnTo>
                    <a:pt x="13299" y="6429"/>
                  </a:lnTo>
                  <a:lnTo>
                    <a:pt x="9906" y="10041"/>
                  </a:lnTo>
                  <a:lnTo>
                    <a:pt x="9540" y="10470"/>
                  </a:lnTo>
                  <a:lnTo>
                    <a:pt x="16747" y="10470"/>
                  </a:lnTo>
                  <a:lnTo>
                    <a:pt x="17693" y="7995"/>
                  </a:lnTo>
                  <a:lnTo>
                    <a:pt x="17024" y="6148"/>
                  </a:lnTo>
                  <a:close/>
                </a:path>
                <a:path w="20955" h="26670">
                  <a:moveTo>
                    <a:pt x="10524" y="0"/>
                  </a:moveTo>
                  <a:lnTo>
                    <a:pt x="6671" y="3811"/>
                  </a:lnTo>
                  <a:lnTo>
                    <a:pt x="5948" y="8984"/>
                  </a:lnTo>
                  <a:lnTo>
                    <a:pt x="5885" y="9580"/>
                  </a:lnTo>
                  <a:lnTo>
                    <a:pt x="9861" y="9580"/>
                  </a:lnTo>
                  <a:lnTo>
                    <a:pt x="11613" y="4732"/>
                  </a:lnTo>
                  <a:lnTo>
                    <a:pt x="1052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6857003" y="7546180"/>
              <a:ext cx="29209" cy="34290"/>
            </a:xfrm>
            <a:custGeom>
              <a:avLst/>
              <a:gdLst/>
              <a:ahLst/>
              <a:cxnLst/>
              <a:rect l="l" t="t" r="r" b="b"/>
              <a:pathLst>
                <a:path w="29209" h="34290">
                  <a:moveTo>
                    <a:pt x="495" y="14160"/>
                  </a:moveTo>
                  <a:close/>
                </a:path>
                <a:path w="29209" h="34290">
                  <a:moveTo>
                    <a:pt x="4559" y="7353"/>
                  </a:moveTo>
                  <a:lnTo>
                    <a:pt x="3429" y="6934"/>
                  </a:lnTo>
                  <a:lnTo>
                    <a:pt x="2324" y="6477"/>
                  </a:lnTo>
                  <a:lnTo>
                    <a:pt x="1193" y="6045"/>
                  </a:lnTo>
                  <a:lnTo>
                    <a:pt x="355" y="7899"/>
                  </a:lnTo>
                  <a:lnTo>
                    <a:pt x="0" y="9779"/>
                  </a:lnTo>
                  <a:lnTo>
                    <a:pt x="76" y="11645"/>
                  </a:lnTo>
                  <a:lnTo>
                    <a:pt x="660" y="11747"/>
                  </a:lnTo>
                  <a:lnTo>
                    <a:pt x="1244" y="11823"/>
                  </a:lnTo>
                  <a:lnTo>
                    <a:pt x="1816" y="11950"/>
                  </a:lnTo>
                  <a:lnTo>
                    <a:pt x="2743" y="10414"/>
                  </a:lnTo>
                  <a:lnTo>
                    <a:pt x="3594" y="8851"/>
                  </a:lnTo>
                  <a:lnTo>
                    <a:pt x="4559" y="7353"/>
                  </a:lnTo>
                  <a:close/>
                </a:path>
                <a:path w="29209" h="34290">
                  <a:moveTo>
                    <a:pt x="6121" y="15773"/>
                  </a:moveTo>
                  <a:lnTo>
                    <a:pt x="4711" y="15303"/>
                  </a:lnTo>
                  <a:lnTo>
                    <a:pt x="3251" y="14960"/>
                  </a:lnTo>
                  <a:lnTo>
                    <a:pt x="1816" y="14541"/>
                  </a:lnTo>
                  <a:lnTo>
                    <a:pt x="876" y="15735"/>
                  </a:lnTo>
                  <a:lnTo>
                    <a:pt x="1460" y="17551"/>
                  </a:lnTo>
                  <a:lnTo>
                    <a:pt x="2324" y="19304"/>
                  </a:lnTo>
                  <a:lnTo>
                    <a:pt x="3302" y="21005"/>
                  </a:lnTo>
                  <a:lnTo>
                    <a:pt x="4038" y="19202"/>
                  </a:lnTo>
                  <a:lnTo>
                    <a:pt x="5054" y="17462"/>
                  </a:lnTo>
                  <a:lnTo>
                    <a:pt x="6121" y="15773"/>
                  </a:lnTo>
                  <a:close/>
                </a:path>
                <a:path w="29209" h="34290">
                  <a:moveTo>
                    <a:pt x="6845" y="26441"/>
                  </a:moveTo>
                  <a:close/>
                </a:path>
                <a:path w="29209" h="34290">
                  <a:moveTo>
                    <a:pt x="9626" y="12"/>
                  </a:moveTo>
                  <a:lnTo>
                    <a:pt x="6604" y="203"/>
                  </a:lnTo>
                  <a:lnTo>
                    <a:pt x="3695" y="1841"/>
                  </a:lnTo>
                  <a:lnTo>
                    <a:pt x="1930" y="4673"/>
                  </a:lnTo>
                  <a:lnTo>
                    <a:pt x="3124" y="4965"/>
                  </a:lnTo>
                  <a:lnTo>
                    <a:pt x="4330" y="5334"/>
                  </a:lnTo>
                  <a:lnTo>
                    <a:pt x="5524" y="5791"/>
                  </a:lnTo>
                  <a:lnTo>
                    <a:pt x="6832" y="3797"/>
                  </a:lnTo>
                  <a:lnTo>
                    <a:pt x="8242" y="1917"/>
                  </a:lnTo>
                  <a:lnTo>
                    <a:pt x="9626" y="12"/>
                  </a:lnTo>
                  <a:close/>
                </a:path>
                <a:path w="29209" h="34290">
                  <a:moveTo>
                    <a:pt x="10109" y="9334"/>
                  </a:moveTo>
                  <a:lnTo>
                    <a:pt x="8890" y="8928"/>
                  </a:lnTo>
                  <a:lnTo>
                    <a:pt x="7670" y="8496"/>
                  </a:lnTo>
                  <a:lnTo>
                    <a:pt x="6438" y="8077"/>
                  </a:lnTo>
                  <a:lnTo>
                    <a:pt x="5486" y="9563"/>
                  </a:lnTo>
                  <a:lnTo>
                    <a:pt x="4495" y="11010"/>
                  </a:lnTo>
                  <a:lnTo>
                    <a:pt x="3467" y="12420"/>
                  </a:lnTo>
                  <a:lnTo>
                    <a:pt x="4787" y="12801"/>
                  </a:lnTo>
                  <a:lnTo>
                    <a:pt x="6121" y="13220"/>
                  </a:lnTo>
                  <a:lnTo>
                    <a:pt x="7429" y="13703"/>
                  </a:lnTo>
                  <a:lnTo>
                    <a:pt x="8432" y="12166"/>
                  </a:lnTo>
                  <a:lnTo>
                    <a:pt x="10109" y="9334"/>
                  </a:lnTo>
                  <a:close/>
                </a:path>
                <a:path w="29209" h="34290">
                  <a:moveTo>
                    <a:pt x="11645" y="17919"/>
                  </a:moveTo>
                  <a:lnTo>
                    <a:pt x="9105" y="16891"/>
                  </a:lnTo>
                  <a:lnTo>
                    <a:pt x="7848" y="16446"/>
                  </a:lnTo>
                  <a:lnTo>
                    <a:pt x="6743" y="18529"/>
                  </a:lnTo>
                  <a:lnTo>
                    <a:pt x="5575" y="20701"/>
                  </a:lnTo>
                  <a:lnTo>
                    <a:pt x="4140" y="22415"/>
                  </a:lnTo>
                  <a:lnTo>
                    <a:pt x="5308" y="24269"/>
                  </a:lnTo>
                  <a:lnTo>
                    <a:pt x="6096" y="24447"/>
                  </a:lnTo>
                  <a:lnTo>
                    <a:pt x="6870" y="24574"/>
                  </a:lnTo>
                  <a:lnTo>
                    <a:pt x="7645" y="24790"/>
                  </a:lnTo>
                  <a:lnTo>
                    <a:pt x="8813" y="22428"/>
                  </a:lnTo>
                  <a:lnTo>
                    <a:pt x="10287" y="20129"/>
                  </a:lnTo>
                  <a:lnTo>
                    <a:pt x="11645" y="17919"/>
                  </a:lnTo>
                  <a:close/>
                </a:path>
                <a:path w="29209" h="34290">
                  <a:moveTo>
                    <a:pt x="13881" y="28295"/>
                  </a:moveTo>
                  <a:lnTo>
                    <a:pt x="12153" y="27863"/>
                  </a:lnTo>
                  <a:lnTo>
                    <a:pt x="10350" y="27457"/>
                  </a:lnTo>
                  <a:lnTo>
                    <a:pt x="8572" y="26987"/>
                  </a:lnTo>
                  <a:lnTo>
                    <a:pt x="8343" y="27292"/>
                  </a:lnTo>
                  <a:lnTo>
                    <a:pt x="8051" y="27520"/>
                  </a:lnTo>
                  <a:lnTo>
                    <a:pt x="7823" y="27825"/>
                  </a:lnTo>
                  <a:lnTo>
                    <a:pt x="9080" y="29425"/>
                  </a:lnTo>
                  <a:lnTo>
                    <a:pt x="10490" y="30861"/>
                  </a:lnTo>
                  <a:lnTo>
                    <a:pt x="12039" y="31953"/>
                  </a:lnTo>
                  <a:lnTo>
                    <a:pt x="12649" y="30746"/>
                  </a:lnTo>
                  <a:lnTo>
                    <a:pt x="13258" y="29514"/>
                  </a:lnTo>
                  <a:lnTo>
                    <a:pt x="13881" y="28295"/>
                  </a:lnTo>
                  <a:close/>
                </a:path>
                <a:path w="29209" h="34290">
                  <a:moveTo>
                    <a:pt x="15113" y="1409"/>
                  </a:moveTo>
                  <a:lnTo>
                    <a:pt x="14706" y="1155"/>
                  </a:lnTo>
                  <a:lnTo>
                    <a:pt x="14312" y="876"/>
                  </a:lnTo>
                  <a:lnTo>
                    <a:pt x="12979" y="254"/>
                  </a:lnTo>
                  <a:lnTo>
                    <a:pt x="12001" y="101"/>
                  </a:lnTo>
                  <a:lnTo>
                    <a:pt x="11036" y="0"/>
                  </a:lnTo>
                  <a:lnTo>
                    <a:pt x="9906" y="2209"/>
                  </a:lnTo>
                  <a:lnTo>
                    <a:pt x="8712" y="4394"/>
                  </a:lnTo>
                  <a:lnTo>
                    <a:pt x="7416" y="6527"/>
                  </a:lnTo>
                  <a:lnTo>
                    <a:pt x="9766" y="7505"/>
                  </a:lnTo>
                  <a:lnTo>
                    <a:pt x="10909" y="8001"/>
                  </a:lnTo>
                  <a:lnTo>
                    <a:pt x="12230" y="5740"/>
                  </a:lnTo>
                  <a:lnTo>
                    <a:pt x="13627" y="3530"/>
                  </a:lnTo>
                  <a:lnTo>
                    <a:pt x="15113" y="1409"/>
                  </a:lnTo>
                  <a:close/>
                </a:path>
                <a:path w="29209" h="34290">
                  <a:moveTo>
                    <a:pt x="15240" y="11163"/>
                  </a:moveTo>
                  <a:lnTo>
                    <a:pt x="14935" y="11036"/>
                  </a:lnTo>
                  <a:lnTo>
                    <a:pt x="14630" y="10883"/>
                  </a:lnTo>
                  <a:lnTo>
                    <a:pt x="13423" y="10464"/>
                  </a:lnTo>
                  <a:lnTo>
                    <a:pt x="12496" y="10160"/>
                  </a:lnTo>
                  <a:lnTo>
                    <a:pt x="11582" y="9842"/>
                  </a:lnTo>
                  <a:lnTo>
                    <a:pt x="10109" y="12357"/>
                  </a:lnTo>
                  <a:lnTo>
                    <a:pt x="9258" y="13817"/>
                  </a:lnTo>
                  <a:lnTo>
                    <a:pt x="9144" y="14058"/>
                  </a:lnTo>
                  <a:lnTo>
                    <a:pt x="9017" y="14287"/>
                  </a:lnTo>
                  <a:lnTo>
                    <a:pt x="10299" y="14795"/>
                  </a:lnTo>
                  <a:lnTo>
                    <a:pt x="11569" y="15328"/>
                  </a:lnTo>
                  <a:lnTo>
                    <a:pt x="12827" y="15887"/>
                  </a:lnTo>
                  <a:lnTo>
                    <a:pt x="12941" y="15697"/>
                  </a:lnTo>
                  <a:lnTo>
                    <a:pt x="13068" y="15481"/>
                  </a:lnTo>
                  <a:lnTo>
                    <a:pt x="13893" y="13944"/>
                  </a:lnTo>
                  <a:lnTo>
                    <a:pt x="15240" y="11163"/>
                  </a:lnTo>
                  <a:close/>
                </a:path>
                <a:path w="29209" h="34290">
                  <a:moveTo>
                    <a:pt x="17780" y="20523"/>
                  </a:moveTo>
                  <a:lnTo>
                    <a:pt x="15773" y="19570"/>
                  </a:lnTo>
                  <a:lnTo>
                    <a:pt x="14262" y="18910"/>
                  </a:lnTo>
                  <a:lnTo>
                    <a:pt x="13716" y="18732"/>
                  </a:lnTo>
                  <a:lnTo>
                    <a:pt x="13157" y="18503"/>
                  </a:lnTo>
                  <a:lnTo>
                    <a:pt x="12065" y="20764"/>
                  </a:lnTo>
                  <a:lnTo>
                    <a:pt x="10922" y="23202"/>
                  </a:lnTo>
                  <a:lnTo>
                    <a:pt x="9601" y="25387"/>
                  </a:lnTo>
                  <a:lnTo>
                    <a:pt x="12877" y="26479"/>
                  </a:lnTo>
                  <a:lnTo>
                    <a:pt x="14503" y="27051"/>
                  </a:lnTo>
                  <a:lnTo>
                    <a:pt x="15595" y="24879"/>
                  </a:lnTo>
                  <a:lnTo>
                    <a:pt x="16751" y="22758"/>
                  </a:lnTo>
                  <a:lnTo>
                    <a:pt x="17780" y="20523"/>
                  </a:lnTo>
                  <a:close/>
                </a:path>
                <a:path w="29209" h="34290">
                  <a:moveTo>
                    <a:pt x="18211" y="29489"/>
                  </a:moveTo>
                  <a:lnTo>
                    <a:pt x="16992" y="29184"/>
                  </a:lnTo>
                  <a:lnTo>
                    <a:pt x="15798" y="28816"/>
                  </a:lnTo>
                  <a:lnTo>
                    <a:pt x="14668" y="28511"/>
                  </a:lnTo>
                  <a:lnTo>
                    <a:pt x="13309" y="31076"/>
                  </a:lnTo>
                  <a:lnTo>
                    <a:pt x="12636" y="32385"/>
                  </a:lnTo>
                  <a:lnTo>
                    <a:pt x="13703" y="33045"/>
                  </a:lnTo>
                  <a:lnTo>
                    <a:pt x="14820" y="33489"/>
                  </a:lnTo>
                  <a:lnTo>
                    <a:pt x="16002" y="33693"/>
                  </a:lnTo>
                  <a:lnTo>
                    <a:pt x="16637" y="32258"/>
                  </a:lnTo>
                  <a:lnTo>
                    <a:pt x="17360" y="30848"/>
                  </a:lnTo>
                  <a:lnTo>
                    <a:pt x="18211" y="29489"/>
                  </a:lnTo>
                  <a:close/>
                </a:path>
                <a:path w="29209" h="34290">
                  <a:moveTo>
                    <a:pt x="18694" y="4508"/>
                  </a:moveTo>
                  <a:lnTo>
                    <a:pt x="17780" y="3530"/>
                  </a:lnTo>
                  <a:lnTo>
                    <a:pt x="16852" y="2628"/>
                  </a:lnTo>
                  <a:lnTo>
                    <a:pt x="15900" y="1917"/>
                  </a:lnTo>
                  <a:lnTo>
                    <a:pt x="14795" y="4191"/>
                  </a:lnTo>
                  <a:lnTo>
                    <a:pt x="13576" y="6413"/>
                  </a:lnTo>
                  <a:lnTo>
                    <a:pt x="12319" y="8597"/>
                  </a:lnTo>
                  <a:lnTo>
                    <a:pt x="13246" y="9017"/>
                  </a:lnTo>
                  <a:lnTo>
                    <a:pt x="13690" y="9182"/>
                  </a:lnTo>
                  <a:lnTo>
                    <a:pt x="14376" y="9436"/>
                  </a:lnTo>
                  <a:lnTo>
                    <a:pt x="15062" y="9791"/>
                  </a:lnTo>
                  <a:lnTo>
                    <a:pt x="15760" y="10096"/>
                  </a:lnTo>
                  <a:lnTo>
                    <a:pt x="16675" y="8178"/>
                  </a:lnTo>
                  <a:lnTo>
                    <a:pt x="17653" y="6324"/>
                  </a:lnTo>
                  <a:lnTo>
                    <a:pt x="18694" y="4508"/>
                  </a:lnTo>
                  <a:close/>
                </a:path>
                <a:path w="29209" h="34290">
                  <a:moveTo>
                    <a:pt x="20929" y="13576"/>
                  </a:moveTo>
                  <a:lnTo>
                    <a:pt x="18084" y="12344"/>
                  </a:lnTo>
                  <a:lnTo>
                    <a:pt x="16675" y="11747"/>
                  </a:lnTo>
                  <a:lnTo>
                    <a:pt x="15824" y="13347"/>
                  </a:lnTo>
                  <a:lnTo>
                    <a:pt x="14973" y="14935"/>
                  </a:lnTo>
                  <a:lnTo>
                    <a:pt x="14160" y="16497"/>
                  </a:lnTo>
                  <a:lnTo>
                    <a:pt x="15659" y="17183"/>
                  </a:lnTo>
                  <a:lnTo>
                    <a:pt x="18656" y="18592"/>
                  </a:lnTo>
                  <a:lnTo>
                    <a:pt x="19418" y="16916"/>
                  </a:lnTo>
                  <a:lnTo>
                    <a:pt x="20231" y="15278"/>
                  </a:lnTo>
                  <a:lnTo>
                    <a:pt x="20929" y="13576"/>
                  </a:lnTo>
                  <a:close/>
                </a:path>
                <a:path w="29209" h="34290">
                  <a:moveTo>
                    <a:pt x="22174" y="22326"/>
                  </a:moveTo>
                  <a:lnTo>
                    <a:pt x="20980" y="21920"/>
                  </a:lnTo>
                  <a:lnTo>
                    <a:pt x="19812" y="21450"/>
                  </a:lnTo>
                  <a:lnTo>
                    <a:pt x="18643" y="20916"/>
                  </a:lnTo>
                  <a:lnTo>
                    <a:pt x="17551" y="23063"/>
                  </a:lnTo>
                  <a:lnTo>
                    <a:pt x="15290" y="27317"/>
                  </a:lnTo>
                  <a:lnTo>
                    <a:pt x="16484" y="27736"/>
                  </a:lnTo>
                  <a:lnTo>
                    <a:pt x="17665" y="28117"/>
                  </a:lnTo>
                  <a:lnTo>
                    <a:pt x="18872" y="28448"/>
                  </a:lnTo>
                  <a:lnTo>
                    <a:pt x="20497" y="25844"/>
                  </a:lnTo>
                  <a:lnTo>
                    <a:pt x="21158" y="24523"/>
                  </a:lnTo>
                  <a:lnTo>
                    <a:pt x="21526" y="23799"/>
                  </a:lnTo>
                  <a:lnTo>
                    <a:pt x="21844" y="23063"/>
                  </a:lnTo>
                  <a:lnTo>
                    <a:pt x="22174" y="22326"/>
                  </a:lnTo>
                  <a:close/>
                </a:path>
                <a:path w="29209" h="34290">
                  <a:moveTo>
                    <a:pt x="22542" y="9436"/>
                  </a:moveTo>
                  <a:lnTo>
                    <a:pt x="21628" y="8077"/>
                  </a:lnTo>
                  <a:lnTo>
                    <a:pt x="20637" y="6743"/>
                  </a:lnTo>
                  <a:lnTo>
                    <a:pt x="19596" y="5524"/>
                  </a:lnTo>
                  <a:lnTo>
                    <a:pt x="18884" y="7289"/>
                  </a:lnTo>
                  <a:lnTo>
                    <a:pt x="18084" y="9029"/>
                  </a:lnTo>
                  <a:lnTo>
                    <a:pt x="17208" y="10731"/>
                  </a:lnTo>
                  <a:lnTo>
                    <a:pt x="18567" y="11366"/>
                  </a:lnTo>
                  <a:lnTo>
                    <a:pt x="19926" y="12039"/>
                  </a:lnTo>
                  <a:lnTo>
                    <a:pt x="21297" y="12700"/>
                  </a:lnTo>
                  <a:lnTo>
                    <a:pt x="21755" y="11620"/>
                  </a:lnTo>
                  <a:lnTo>
                    <a:pt x="22123" y="10528"/>
                  </a:lnTo>
                  <a:lnTo>
                    <a:pt x="22542" y="9436"/>
                  </a:lnTo>
                  <a:close/>
                </a:path>
                <a:path w="29209" h="34290">
                  <a:moveTo>
                    <a:pt x="25222" y="15227"/>
                  </a:moveTo>
                  <a:lnTo>
                    <a:pt x="24206" y="14909"/>
                  </a:lnTo>
                  <a:lnTo>
                    <a:pt x="22199" y="14097"/>
                  </a:lnTo>
                  <a:lnTo>
                    <a:pt x="21348" y="15748"/>
                  </a:lnTo>
                  <a:lnTo>
                    <a:pt x="20472" y="17373"/>
                  </a:lnTo>
                  <a:lnTo>
                    <a:pt x="19621" y="19050"/>
                  </a:lnTo>
                  <a:lnTo>
                    <a:pt x="21856" y="20078"/>
                  </a:lnTo>
                  <a:lnTo>
                    <a:pt x="22987" y="20586"/>
                  </a:lnTo>
                  <a:lnTo>
                    <a:pt x="23749" y="18808"/>
                  </a:lnTo>
                  <a:lnTo>
                    <a:pt x="25222" y="15227"/>
                  </a:lnTo>
                  <a:close/>
                </a:path>
                <a:path w="29209" h="34290">
                  <a:moveTo>
                    <a:pt x="25577" y="14376"/>
                  </a:moveTo>
                  <a:lnTo>
                    <a:pt x="24980" y="13335"/>
                  </a:lnTo>
                  <a:lnTo>
                    <a:pt x="24320" y="12230"/>
                  </a:lnTo>
                  <a:lnTo>
                    <a:pt x="23596" y="11087"/>
                  </a:lnTo>
                  <a:lnTo>
                    <a:pt x="23279" y="11823"/>
                  </a:lnTo>
                  <a:lnTo>
                    <a:pt x="22974" y="12573"/>
                  </a:lnTo>
                  <a:lnTo>
                    <a:pt x="22606" y="13296"/>
                  </a:lnTo>
                  <a:lnTo>
                    <a:pt x="23571" y="13741"/>
                  </a:lnTo>
                  <a:lnTo>
                    <a:pt x="24536" y="14185"/>
                  </a:lnTo>
                  <a:lnTo>
                    <a:pt x="25488" y="14566"/>
                  </a:lnTo>
                  <a:lnTo>
                    <a:pt x="25577" y="14376"/>
                  </a:lnTo>
                  <a:close/>
                </a:path>
                <a:path w="29209" h="34290">
                  <a:moveTo>
                    <a:pt x="29032" y="25984"/>
                  </a:moveTo>
                  <a:lnTo>
                    <a:pt x="28765" y="20231"/>
                  </a:lnTo>
                  <a:lnTo>
                    <a:pt x="26162" y="15430"/>
                  </a:lnTo>
                  <a:lnTo>
                    <a:pt x="25488" y="17297"/>
                  </a:lnTo>
                  <a:lnTo>
                    <a:pt x="24815" y="19189"/>
                  </a:lnTo>
                  <a:lnTo>
                    <a:pt x="24053" y="21069"/>
                  </a:lnTo>
                  <a:lnTo>
                    <a:pt x="26555" y="22136"/>
                  </a:lnTo>
                  <a:lnTo>
                    <a:pt x="28092" y="22720"/>
                  </a:lnTo>
                  <a:lnTo>
                    <a:pt x="28067" y="23152"/>
                  </a:lnTo>
                  <a:lnTo>
                    <a:pt x="26314" y="23368"/>
                  </a:lnTo>
                  <a:lnTo>
                    <a:pt x="24815" y="23088"/>
                  </a:lnTo>
                  <a:lnTo>
                    <a:pt x="23329" y="22682"/>
                  </a:lnTo>
                  <a:lnTo>
                    <a:pt x="22428" y="24752"/>
                  </a:lnTo>
                  <a:lnTo>
                    <a:pt x="21399" y="26758"/>
                  </a:lnTo>
                  <a:lnTo>
                    <a:pt x="20358" y="28740"/>
                  </a:lnTo>
                  <a:lnTo>
                    <a:pt x="21424" y="28968"/>
                  </a:lnTo>
                  <a:lnTo>
                    <a:pt x="22504" y="29273"/>
                  </a:lnTo>
                  <a:lnTo>
                    <a:pt x="23723" y="29387"/>
                  </a:lnTo>
                  <a:lnTo>
                    <a:pt x="23761" y="29565"/>
                  </a:lnTo>
                  <a:lnTo>
                    <a:pt x="22428" y="30035"/>
                  </a:lnTo>
                  <a:lnTo>
                    <a:pt x="21132" y="29984"/>
                  </a:lnTo>
                  <a:lnTo>
                    <a:pt x="19837" y="29781"/>
                  </a:lnTo>
                  <a:lnTo>
                    <a:pt x="19037" y="31242"/>
                  </a:lnTo>
                  <a:lnTo>
                    <a:pt x="18135" y="32537"/>
                  </a:lnTo>
                  <a:lnTo>
                    <a:pt x="17259" y="33870"/>
                  </a:lnTo>
                  <a:lnTo>
                    <a:pt x="21272" y="33896"/>
                  </a:lnTo>
                  <a:lnTo>
                    <a:pt x="23609" y="31991"/>
                  </a:lnTo>
                  <a:lnTo>
                    <a:pt x="24726" y="29222"/>
                  </a:lnTo>
                  <a:lnTo>
                    <a:pt x="25006" y="29044"/>
                  </a:lnTo>
                  <a:lnTo>
                    <a:pt x="29032" y="25984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6873502" y="7567018"/>
              <a:ext cx="22225" cy="26034"/>
            </a:xfrm>
            <a:custGeom>
              <a:avLst/>
              <a:gdLst/>
              <a:ahLst/>
              <a:cxnLst/>
              <a:rect l="l" t="t" r="r" b="b"/>
              <a:pathLst>
                <a:path w="22225" h="26034">
                  <a:moveTo>
                    <a:pt x="19444" y="0"/>
                  </a:moveTo>
                  <a:lnTo>
                    <a:pt x="11915" y="596"/>
                  </a:lnTo>
                  <a:lnTo>
                    <a:pt x="7151" y="9381"/>
                  </a:lnTo>
                  <a:lnTo>
                    <a:pt x="5046" y="9800"/>
                  </a:lnTo>
                  <a:lnTo>
                    <a:pt x="0" y="18627"/>
                  </a:lnTo>
                  <a:lnTo>
                    <a:pt x="628" y="24344"/>
                  </a:lnTo>
                  <a:lnTo>
                    <a:pt x="4251" y="21601"/>
                  </a:lnTo>
                  <a:lnTo>
                    <a:pt x="6094" y="15769"/>
                  </a:lnTo>
                  <a:lnTo>
                    <a:pt x="6512" y="21590"/>
                  </a:lnTo>
                  <a:lnTo>
                    <a:pt x="10135" y="25695"/>
                  </a:lnTo>
                  <a:lnTo>
                    <a:pt x="11507" y="21046"/>
                  </a:lnTo>
                  <a:lnTo>
                    <a:pt x="9790" y="15161"/>
                  </a:lnTo>
                  <a:lnTo>
                    <a:pt x="13298" y="19486"/>
                  </a:lnTo>
                  <a:lnTo>
                    <a:pt x="18397" y="20271"/>
                  </a:lnTo>
                  <a:lnTo>
                    <a:pt x="16962" y="15653"/>
                  </a:lnTo>
                  <a:lnTo>
                    <a:pt x="12397" y="12156"/>
                  </a:lnTo>
                  <a:lnTo>
                    <a:pt x="12921" y="12292"/>
                  </a:lnTo>
                  <a:lnTo>
                    <a:pt x="17528" y="13193"/>
                  </a:lnTo>
                  <a:lnTo>
                    <a:pt x="21999" y="10334"/>
                  </a:lnTo>
                  <a:lnTo>
                    <a:pt x="18344" y="7654"/>
                  </a:lnTo>
                  <a:lnTo>
                    <a:pt x="12826" y="7999"/>
                  </a:lnTo>
                  <a:lnTo>
                    <a:pt x="17454" y="5319"/>
                  </a:lnTo>
                  <a:lnTo>
                    <a:pt x="1944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6920554" y="7541989"/>
              <a:ext cx="33655" cy="26034"/>
            </a:xfrm>
            <a:custGeom>
              <a:avLst/>
              <a:gdLst/>
              <a:ahLst/>
              <a:cxnLst/>
              <a:rect l="l" t="t" r="r" b="b"/>
              <a:pathLst>
                <a:path w="33655" h="26034">
                  <a:moveTo>
                    <a:pt x="3721" y="10972"/>
                  </a:moveTo>
                  <a:lnTo>
                    <a:pt x="3467" y="8509"/>
                  </a:lnTo>
                  <a:lnTo>
                    <a:pt x="3390" y="6057"/>
                  </a:lnTo>
                  <a:lnTo>
                    <a:pt x="3238" y="3606"/>
                  </a:lnTo>
                  <a:lnTo>
                    <a:pt x="1130" y="6045"/>
                  </a:lnTo>
                  <a:lnTo>
                    <a:pt x="0" y="9448"/>
                  </a:lnTo>
                  <a:lnTo>
                    <a:pt x="419" y="12890"/>
                  </a:lnTo>
                  <a:lnTo>
                    <a:pt x="1460" y="12166"/>
                  </a:lnTo>
                  <a:lnTo>
                    <a:pt x="2565" y="11544"/>
                  </a:lnTo>
                  <a:lnTo>
                    <a:pt x="3721" y="10972"/>
                  </a:lnTo>
                  <a:close/>
                </a:path>
                <a:path w="33655" h="26034">
                  <a:moveTo>
                    <a:pt x="4737" y="18313"/>
                  </a:moveTo>
                  <a:lnTo>
                    <a:pt x="4495" y="16484"/>
                  </a:lnTo>
                  <a:lnTo>
                    <a:pt x="4165" y="14693"/>
                  </a:lnTo>
                  <a:lnTo>
                    <a:pt x="3962" y="12839"/>
                  </a:lnTo>
                  <a:lnTo>
                    <a:pt x="2882" y="13411"/>
                  </a:lnTo>
                  <a:lnTo>
                    <a:pt x="1790" y="13906"/>
                  </a:lnTo>
                  <a:lnTo>
                    <a:pt x="698" y="14452"/>
                  </a:lnTo>
                  <a:lnTo>
                    <a:pt x="1206" y="16459"/>
                  </a:lnTo>
                  <a:lnTo>
                    <a:pt x="2082" y="18097"/>
                  </a:lnTo>
                  <a:lnTo>
                    <a:pt x="3276" y="19405"/>
                  </a:lnTo>
                  <a:lnTo>
                    <a:pt x="3771" y="19037"/>
                  </a:lnTo>
                  <a:lnTo>
                    <a:pt x="4241" y="18643"/>
                  </a:lnTo>
                  <a:lnTo>
                    <a:pt x="4737" y="18313"/>
                  </a:lnTo>
                  <a:close/>
                </a:path>
                <a:path w="33655" h="26034">
                  <a:moveTo>
                    <a:pt x="5118" y="20942"/>
                  </a:moveTo>
                  <a:close/>
                </a:path>
                <a:path w="33655" h="26034">
                  <a:moveTo>
                    <a:pt x="9017" y="8509"/>
                  </a:moveTo>
                  <a:lnTo>
                    <a:pt x="8636" y="5842"/>
                  </a:lnTo>
                  <a:lnTo>
                    <a:pt x="8305" y="3149"/>
                  </a:lnTo>
                  <a:lnTo>
                    <a:pt x="8115" y="469"/>
                  </a:lnTo>
                  <a:lnTo>
                    <a:pt x="7200" y="685"/>
                  </a:lnTo>
                  <a:lnTo>
                    <a:pt x="5854" y="1244"/>
                  </a:lnTo>
                  <a:lnTo>
                    <a:pt x="5029" y="1866"/>
                  </a:lnTo>
                  <a:lnTo>
                    <a:pt x="4267" y="2540"/>
                  </a:lnTo>
                  <a:lnTo>
                    <a:pt x="4787" y="5016"/>
                  </a:lnTo>
                  <a:lnTo>
                    <a:pt x="5232" y="7518"/>
                  </a:lnTo>
                  <a:lnTo>
                    <a:pt x="5562" y="10071"/>
                  </a:lnTo>
                  <a:lnTo>
                    <a:pt x="7886" y="9004"/>
                  </a:lnTo>
                  <a:lnTo>
                    <a:pt x="9017" y="8509"/>
                  </a:lnTo>
                  <a:close/>
                </a:path>
                <a:path w="33655" h="26034">
                  <a:moveTo>
                    <a:pt x="9931" y="15328"/>
                  </a:moveTo>
                  <a:lnTo>
                    <a:pt x="9728" y="13436"/>
                  </a:lnTo>
                  <a:lnTo>
                    <a:pt x="9372" y="10896"/>
                  </a:lnTo>
                  <a:lnTo>
                    <a:pt x="9245" y="10083"/>
                  </a:lnTo>
                  <a:lnTo>
                    <a:pt x="5778" y="11950"/>
                  </a:lnTo>
                  <a:lnTo>
                    <a:pt x="5981" y="13766"/>
                  </a:lnTo>
                  <a:lnTo>
                    <a:pt x="6134" y="15595"/>
                  </a:lnTo>
                  <a:lnTo>
                    <a:pt x="6235" y="17399"/>
                  </a:lnTo>
                  <a:lnTo>
                    <a:pt x="7442" y="16675"/>
                  </a:lnTo>
                  <a:lnTo>
                    <a:pt x="8674" y="15976"/>
                  </a:lnTo>
                  <a:lnTo>
                    <a:pt x="9931" y="15328"/>
                  </a:lnTo>
                  <a:close/>
                </a:path>
                <a:path w="33655" h="26034">
                  <a:moveTo>
                    <a:pt x="11315" y="23825"/>
                  </a:moveTo>
                  <a:lnTo>
                    <a:pt x="10756" y="21958"/>
                  </a:lnTo>
                  <a:lnTo>
                    <a:pt x="10452" y="19900"/>
                  </a:lnTo>
                  <a:lnTo>
                    <a:pt x="10210" y="17856"/>
                  </a:lnTo>
                  <a:lnTo>
                    <a:pt x="8890" y="18567"/>
                  </a:lnTo>
                  <a:lnTo>
                    <a:pt x="7620" y="19431"/>
                  </a:lnTo>
                  <a:lnTo>
                    <a:pt x="6311" y="20218"/>
                  </a:lnTo>
                  <a:lnTo>
                    <a:pt x="6324" y="20751"/>
                  </a:lnTo>
                  <a:lnTo>
                    <a:pt x="6337" y="21805"/>
                  </a:lnTo>
                  <a:lnTo>
                    <a:pt x="7874" y="22694"/>
                  </a:lnTo>
                  <a:lnTo>
                    <a:pt x="9575" y="23329"/>
                  </a:lnTo>
                  <a:lnTo>
                    <a:pt x="11315" y="23825"/>
                  </a:lnTo>
                  <a:close/>
                </a:path>
                <a:path w="33655" h="26034">
                  <a:moveTo>
                    <a:pt x="13855" y="6350"/>
                  </a:moveTo>
                  <a:lnTo>
                    <a:pt x="13373" y="4254"/>
                  </a:lnTo>
                  <a:lnTo>
                    <a:pt x="12954" y="2146"/>
                  </a:lnTo>
                  <a:lnTo>
                    <a:pt x="12611" y="25"/>
                  </a:lnTo>
                  <a:lnTo>
                    <a:pt x="11353" y="0"/>
                  </a:lnTo>
                  <a:lnTo>
                    <a:pt x="10134" y="38"/>
                  </a:lnTo>
                  <a:lnTo>
                    <a:pt x="9004" y="241"/>
                  </a:lnTo>
                  <a:lnTo>
                    <a:pt x="9563" y="2743"/>
                  </a:lnTo>
                  <a:lnTo>
                    <a:pt x="10033" y="5308"/>
                  </a:lnTo>
                  <a:lnTo>
                    <a:pt x="10414" y="7874"/>
                  </a:lnTo>
                  <a:lnTo>
                    <a:pt x="10871" y="7670"/>
                  </a:lnTo>
                  <a:lnTo>
                    <a:pt x="11353" y="7467"/>
                  </a:lnTo>
                  <a:lnTo>
                    <a:pt x="11772" y="7264"/>
                  </a:lnTo>
                  <a:lnTo>
                    <a:pt x="12446" y="6934"/>
                  </a:lnTo>
                  <a:lnTo>
                    <a:pt x="13157" y="6654"/>
                  </a:lnTo>
                  <a:lnTo>
                    <a:pt x="13855" y="6350"/>
                  </a:lnTo>
                  <a:close/>
                </a:path>
                <a:path w="33655" h="26034">
                  <a:moveTo>
                    <a:pt x="15227" y="12852"/>
                  </a:moveTo>
                  <a:lnTo>
                    <a:pt x="15176" y="12623"/>
                  </a:lnTo>
                  <a:lnTo>
                    <a:pt x="15163" y="12357"/>
                  </a:lnTo>
                  <a:lnTo>
                    <a:pt x="14820" y="10604"/>
                  </a:lnTo>
                  <a:lnTo>
                    <a:pt x="14122" y="7531"/>
                  </a:lnTo>
                  <a:lnTo>
                    <a:pt x="13830" y="7683"/>
                  </a:lnTo>
                  <a:lnTo>
                    <a:pt x="13500" y="7797"/>
                  </a:lnTo>
                  <a:lnTo>
                    <a:pt x="12369" y="8394"/>
                  </a:lnTo>
                  <a:lnTo>
                    <a:pt x="10642" y="9347"/>
                  </a:lnTo>
                  <a:lnTo>
                    <a:pt x="11074" y="12306"/>
                  </a:lnTo>
                  <a:lnTo>
                    <a:pt x="11442" y="14554"/>
                  </a:lnTo>
                  <a:lnTo>
                    <a:pt x="12687" y="13957"/>
                  </a:lnTo>
                  <a:lnTo>
                    <a:pt x="13944" y="13398"/>
                  </a:lnTo>
                  <a:lnTo>
                    <a:pt x="15227" y="12852"/>
                  </a:lnTo>
                  <a:close/>
                </a:path>
                <a:path w="33655" h="26034">
                  <a:moveTo>
                    <a:pt x="16802" y="23317"/>
                  </a:moveTo>
                  <a:lnTo>
                    <a:pt x="16230" y="20701"/>
                  </a:lnTo>
                  <a:lnTo>
                    <a:pt x="15913" y="17894"/>
                  </a:lnTo>
                  <a:lnTo>
                    <a:pt x="15570" y="15227"/>
                  </a:lnTo>
                  <a:lnTo>
                    <a:pt x="13093" y="16395"/>
                  </a:lnTo>
                  <a:lnTo>
                    <a:pt x="11899" y="17030"/>
                  </a:lnTo>
                  <a:lnTo>
                    <a:pt x="12801" y="21882"/>
                  </a:lnTo>
                  <a:lnTo>
                    <a:pt x="12788" y="24231"/>
                  </a:lnTo>
                  <a:lnTo>
                    <a:pt x="14770" y="24701"/>
                  </a:lnTo>
                  <a:lnTo>
                    <a:pt x="15455" y="24244"/>
                  </a:lnTo>
                  <a:lnTo>
                    <a:pt x="16103" y="23736"/>
                  </a:lnTo>
                  <a:lnTo>
                    <a:pt x="16802" y="23317"/>
                  </a:lnTo>
                  <a:close/>
                </a:path>
                <a:path w="33655" h="26034">
                  <a:moveTo>
                    <a:pt x="17221" y="25158"/>
                  </a:moveTo>
                  <a:close/>
                </a:path>
                <a:path w="33655" h="26034">
                  <a:moveTo>
                    <a:pt x="19507" y="4064"/>
                  </a:moveTo>
                  <a:lnTo>
                    <a:pt x="19177" y="2933"/>
                  </a:lnTo>
                  <a:lnTo>
                    <a:pt x="18796" y="1854"/>
                  </a:lnTo>
                  <a:lnTo>
                    <a:pt x="18440" y="723"/>
                  </a:lnTo>
                  <a:lnTo>
                    <a:pt x="16941" y="419"/>
                  </a:lnTo>
                  <a:lnTo>
                    <a:pt x="15405" y="190"/>
                  </a:lnTo>
                  <a:lnTo>
                    <a:pt x="13906" y="76"/>
                  </a:lnTo>
                  <a:lnTo>
                    <a:pt x="14439" y="1917"/>
                  </a:lnTo>
                  <a:lnTo>
                    <a:pt x="14922" y="3810"/>
                  </a:lnTo>
                  <a:lnTo>
                    <a:pt x="15303" y="5727"/>
                  </a:lnTo>
                  <a:lnTo>
                    <a:pt x="16700" y="5156"/>
                  </a:lnTo>
                  <a:lnTo>
                    <a:pt x="18110" y="4610"/>
                  </a:lnTo>
                  <a:lnTo>
                    <a:pt x="19507" y="4064"/>
                  </a:lnTo>
                  <a:close/>
                </a:path>
                <a:path w="33655" h="26034">
                  <a:moveTo>
                    <a:pt x="21132" y="10401"/>
                  </a:moveTo>
                  <a:lnTo>
                    <a:pt x="20688" y="8597"/>
                  </a:lnTo>
                  <a:lnTo>
                    <a:pt x="20281" y="6769"/>
                  </a:lnTo>
                  <a:lnTo>
                    <a:pt x="19761" y="4991"/>
                  </a:lnTo>
                  <a:lnTo>
                    <a:pt x="15532" y="6870"/>
                  </a:lnTo>
                  <a:lnTo>
                    <a:pt x="16217" y="10515"/>
                  </a:lnTo>
                  <a:lnTo>
                    <a:pt x="16560" y="12280"/>
                  </a:lnTo>
                  <a:lnTo>
                    <a:pt x="18084" y="11645"/>
                  </a:lnTo>
                  <a:lnTo>
                    <a:pt x="21132" y="10401"/>
                  </a:lnTo>
                  <a:close/>
                </a:path>
                <a:path w="33655" h="26034">
                  <a:moveTo>
                    <a:pt x="23215" y="19773"/>
                  </a:moveTo>
                  <a:lnTo>
                    <a:pt x="22694" y="17348"/>
                  </a:lnTo>
                  <a:lnTo>
                    <a:pt x="22250" y="14909"/>
                  </a:lnTo>
                  <a:lnTo>
                    <a:pt x="21666" y="12484"/>
                  </a:lnTo>
                  <a:lnTo>
                    <a:pt x="19608" y="13309"/>
                  </a:lnTo>
                  <a:lnTo>
                    <a:pt x="18097" y="13970"/>
                  </a:lnTo>
                  <a:lnTo>
                    <a:pt x="17589" y="14262"/>
                  </a:lnTo>
                  <a:lnTo>
                    <a:pt x="17043" y="14516"/>
                  </a:lnTo>
                  <a:lnTo>
                    <a:pt x="17602" y="17005"/>
                  </a:lnTo>
                  <a:lnTo>
                    <a:pt x="18249" y="19659"/>
                  </a:lnTo>
                  <a:lnTo>
                    <a:pt x="18605" y="22275"/>
                  </a:lnTo>
                  <a:lnTo>
                    <a:pt x="21666" y="20586"/>
                  </a:lnTo>
                  <a:lnTo>
                    <a:pt x="23215" y="19773"/>
                  </a:lnTo>
                  <a:close/>
                </a:path>
                <a:path w="33655" h="26034">
                  <a:moveTo>
                    <a:pt x="23723" y="2260"/>
                  </a:moveTo>
                  <a:lnTo>
                    <a:pt x="23672" y="2120"/>
                  </a:lnTo>
                  <a:lnTo>
                    <a:pt x="22606" y="1727"/>
                  </a:lnTo>
                  <a:lnTo>
                    <a:pt x="21437" y="1435"/>
                  </a:lnTo>
                  <a:lnTo>
                    <a:pt x="20218" y="1130"/>
                  </a:lnTo>
                  <a:lnTo>
                    <a:pt x="20434" y="1917"/>
                  </a:lnTo>
                  <a:lnTo>
                    <a:pt x="20650" y="2705"/>
                  </a:lnTo>
                  <a:lnTo>
                    <a:pt x="20828" y="3517"/>
                  </a:lnTo>
                  <a:lnTo>
                    <a:pt x="21805" y="3098"/>
                  </a:lnTo>
                  <a:lnTo>
                    <a:pt x="22783" y="2705"/>
                  </a:lnTo>
                  <a:lnTo>
                    <a:pt x="23723" y="2260"/>
                  </a:lnTo>
                  <a:close/>
                </a:path>
                <a:path w="33655" h="26034">
                  <a:moveTo>
                    <a:pt x="24371" y="25247"/>
                  </a:moveTo>
                  <a:lnTo>
                    <a:pt x="24091" y="23888"/>
                  </a:lnTo>
                  <a:lnTo>
                    <a:pt x="23799" y="22529"/>
                  </a:lnTo>
                  <a:lnTo>
                    <a:pt x="23507" y="21158"/>
                  </a:lnTo>
                  <a:lnTo>
                    <a:pt x="21971" y="22148"/>
                  </a:lnTo>
                  <a:lnTo>
                    <a:pt x="20408" y="23228"/>
                  </a:lnTo>
                  <a:lnTo>
                    <a:pt x="18808" y="24231"/>
                  </a:lnTo>
                  <a:lnTo>
                    <a:pt x="18834" y="24638"/>
                  </a:lnTo>
                  <a:lnTo>
                    <a:pt x="18770" y="25006"/>
                  </a:lnTo>
                  <a:lnTo>
                    <a:pt x="18770" y="25412"/>
                  </a:lnTo>
                  <a:lnTo>
                    <a:pt x="20662" y="25628"/>
                  </a:lnTo>
                  <a:lnTo>
                    <a:pt x="22580" y="25603"/>
                  </a:lnTo>
                  <a:lnTo>
                    <a:pt x="24371" y="25247"/>
                  </a:lnTo>
                  <a:close/>
                </a:path>
                <a:path w="33655" h="26034">
                  <a:moveTo>
                    <a:pt x="25514" y="8585"/>
                  </a:moveTo>
                  <a:lnTo>
                    <a:pt x="25006" y="6692"/>
                  </a:lnTo>
                  <a:lnTo>
                    <a:pt x="24472" y="4813"/>
                  </a:lnTo>
                  <a:lnTo>
                    <a:pt x="23914" y="2946"/>
                  </a:lnTo>
                  <a:lnTo>
                    <a:pt x="22987" y="3479"/>
                  </a:lnTo>
                  <a:lnTo>
                    <a:pt x="21996" y="3949"/>
                  </a:lnTo>
                  <a:lnTo>
                    <a:pt x="21018" y="4406"/>
                  </a:lnTo>
                  <a:lnTo>
                    <a:pt x="21386" y="6261"/>
                  </a:lnTo>
                  <a:lnTo>
                    <a:pt x="21729" y="8128"/>
                  </a:lnTo>
                  <a:lnTo>
                    <a:pt x="22123" y="9994"/>
                  </a:lnTo>
                  <a:lnTo>
                    <a:pt x="24384" y="9067"/>
                  </a:lnTo>
                  <a:lnTo>
                    <a:pt x="25514" y="8585"/>
                  </a:lnTo>
                  <a:close/>
                </a:path>
                <a:path w="33655" h="26034">
                  <a:moveTo>
                    <a:pt x="27266" y="17475"/>
                  </a:moveTo>
                  <a:lnTo>
                    <a:pt x="26885" y="14338"/>
                  </a:lnTo>
                  <a:lnTo>
                    <a:pt x="26568" y="12865"/>
                  </a:lnTo>
                  <a:lnTo>
                    <a:pt x="26403" y="12052"/>
                  </a:lnTo>
                  <a:lnTo>
                    <a:pt x="26187" y="11264"/>
                  </a:lnTo>
                  <a:lnTo>
                    <a:pt x="25984" y="10477"/>
                  </a:lnTo>
                  <a:lnTo>
                    <a:pt x="24853" y="11087"/>
                  </a:lnTo>
                  <a:lnTo>
                    <a:pt x="23710" y="11620"/>
                  </a:lnTo>
                  <a:lnTo>
                    <a:pt x="22529" y="12115"/>
                  </a:lnTo>
                  <a:lnTo>
                    <a:pt x="23025" y="14528"/>
                  </a:lnTo>
                  <a:lnTo>
                    <a:pt x="23952" y="19380"/>
                  </a:lnTo>
                  <a:lnTo>
                    <a:pt x="26187" y="18148"/>
                  </a:lnTo>
                  <a:lnTo>
                    <a:pt x="27266" y="17475"/>
                  </a:lnTo>
                  <a:close/>
                </a:path>
                <a:path w="33655" h="26034">
                  <a:moveTo>
                    <a:pt x="28333" y="23507"/>
                  </a:moveTo>
                  <a:lnTo>
                    <a:pt x="27927" y="21983"/>
                  </a:lnTo>
                  <a:lnTo>
                    <a:pt x="27622" y="20396"/>
                  </a:lnTo>
                  <a:lnTo>
                    <a:pt x="27419" y="18745"/>
                  </a:lnTo>
                  <a:lnTo>
                    <a:pt x="26339" y="19443"/>
                  </a:lnTo>
                  <a:lnTo>
                    <a:pt x="25247" y="20091"/>
                  </a:lnTo>
                  <a:lnTo>
                    <a:pt x="24206" y="20713"/>
                  </a:lnTo>
                  <a:lnTo>
                    <a:pt x="25069" y="25107"/>
                  </a:lnTo>
                  <a:lnTo>
                    <a:pt x="26250" y="24790"/>
                  </a:lnTo>
                  <a:lnTo>
                    <a:pt x="27343" y="24269"/>
                  </a:lnTo>
                  <a:lnTo>
                    <a:pt x="28333" y="23507"/>
                  </a:lnTo>
                  <a:close/>
                </a:path>
                <a:path w="33655" h="26034">
                  <a:moveTo>
                    <a:pt x="33235" y="7950"/>
                  </a:moveTo>
                  <a:lnTo>
                    <a:pt x="29552" y="3924"/>
                  </a:lnTo>
                  <a:lnTo>
                    <a:pt x="24739" y="2387"/>
                  </a:lnTo>
                  <a:lnTo>
                    <a:pt x="25374" y="4267"/>
                  </a:lnTo>
                  <a:lnTo>
                    <a:pt x="26009" y="6172"/>
                  </a:lnTo>
                  <a:lnTo>
                    <a:pt x="26606" y="8115"/>
                  </a:lnTo>
                  <a:lnTo>
                    <a:pt x="29095" y="7010"/>
                  </a:lnTo>
                  <a:lnTo>
                    <a:pt x="30581" y="6273"/>
                  </a:lnTo>
                  <a:lnTo>
                    <a:pt x="30822" y="6604"/>
                  </a:lnTo>
                  <a:lnTo>
                    <a:pt x="29654" y="8102"/>
                  </a:lnTo>
                  <a:lnTo>
                    <a:pt x="28397" y="9029"/>
                  </a:lnTo>
                  <a:lnTo>
                    <a:pt x="27038" y="9855"/>
                  </a:lnTo>
                  <a:lnTo>
                    <a:pt x="27647" y="12065"/>
                  </a:lnTo>
                  <a:lnTo>
                    <a:pt x="28105" y="14325"/>
                  </a:lnTo>
                  <a:lnTo>
                    <a:pt x="28524" y="16573"/>
                  </a:lnTo>
                  <a:lnTo>
                    <a:pt x="29464" y="15925"/>
                  </a:lnTo>
                  <a:lnTo>
                    <a:pt x="30441" y="15328"/>
                  </a:lnTo>
                  <a:lnTo>
                    <a:pt x="31394" y="14490"/>
                  </a:lnTo>
                  <a:lnTo>
                    <a:pt x="31546" y="14579"/>
                  </a:lnTo>
                  <a:lnTo>
                    <a:pt x="30835" y="15938"/>
                  </a:lnTo>
                  <a:lnTo>
                    <a:pt x="29857" y="16891"/>
                  </a:lnTo>
                  <a:lnTo>
                    <a:pt x="28790" y="17729"/>
                  </a:lnTo>
                  <a:lnTo>
                    <a:pt x="29083" y="19418"/>
                  </a:lnTo>
                  <a:lnTo>
                    <a:pt x="29375" y="22682"/>
                  </a:lnTo>
                  <a:lnTo>
                    <a:pt x="32334" y="19659"/>
                  </a:lnTo>
                  <a:lnTo>
                    <a:pt x="32893" y="16484"/>
                  </a:lnTo>
                  <a:lnTo>
                    <a:pt x="32042" y="13601"/>
                  </a:lnTo>
                  <a:lnTo>
                    <a:pt x="32143" y="13246"/>
                  </a:lnTo>
                  <a:lnTo>
                    <a:pt x="33235" y="7950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6950596" y="7542271"/>
              <a:ext cx="13970" cy="31115"/>
            </a:xfrm>
            <a:custGeom>
              <a:avLst/>
              <a:gdLst/>
              <a:ahLst/>
              <a:cxnLst/>
              <a:rect l="l" t="t" r="r" b="b"/>
              <a:pathLst>
                <a:path w="13969" h="31115">
                  <a:moveTo>
                    <a:pt x="4030" y="0"/>
                  </a:moveTo>
                  <a:lnTo>
                    <a:pt x="0" y="4799"/>
                  </a:lnTo>
                  <a:lnTo>
                    <a:pt x="1811" y="14872"/>
                  </a:lnTo>
                  <a:lnTo>
                    <a:pt x="523" y="16777"/>
                  </a:lnTo>
                  <a:lnTo>
                    <a:pt x="2167" y="27102"/>
                  </a:lnTo>
                  <a:lnTo>
                    <a:pt x="6094" y="30819"/>
                  </a:lnTo>
                  <a:lnTo>
                    <a:pt x="7088" y="26055"/>
                  </a:lnTo>
                  <a:lnTo>
                    <a:pt x="4910" y="20369"/>
                  </a:lnTo>
                  <a:lnTo>
                    <a:pt x="12187" y="20369"/>
                  </a:lnTo>
                  <a:lnTo>
                    <a:pt x="12093" y="20139"/>
                  </a:lnTo>
                  <a:lnTo>
                    <a:pt x="7266" y="17112"/>
                  </a:lnTo>
                  <a:lnTo>
                    <a:pt x="13118" y="17112"/>
                  </a:lnTo>
                  <a:lnTo>
                    <a:pt x="13101" y="16777"/>
                  </a:lnTo>
                  <a:lnTo>
                    <a:pt x="11498" y="12935"/>
                  </a:lnTo>
                  <a:lnTo>
                    <a:pt x="7350" y="12935"/>
                  </a:lnTo>
                  <a:lnTo>
                    <a:pt x="7811" y="12631"/>
                  </a:lnTo>
                  <a:lnTo>
                    <a:pt x="10551" y="10661"/>
                  </a:lnTo>
                  <a:lnTo>
                    <a:pt x="10088" y="9553"/>
                  </a:lnTo>
                  <a:lnTo>
                    <a:pt x="5151" y="9553"/>
                  </a:lnTo>
                  <a:lnTo>
                    <a:pt x="5350" y="8998"/>
                  </a:lnTo>
                  <a:lnTo>
                    <a:pt x="6926" y="4083"/>
                  </a:lnTo>
                  <a:lnTo>
                    <a:pt x="4030" y="0"/>
                  </a:lnTo>
                  <a:close/>
                </a:path>
                <a:path w="13969" h="31115">
                  <a:moveTo>
                    <a:pt x="12187" y="20369"/>
                  </a:moveTo>
                  <a:lnTo>
                    <a:pt x="4910" y="20369"/>
                  </a:lnTo>
                  <a:lnTo>
                    <a:pt x="5287" y="20788"/>
                  </a:lnTo>
                  <a:lnTo>
                    <a:pt x="8753" y="24327"/>
                  </a:lnTo>
                  <a:lnTo>
                    <a:pt x="13894" y="24589"/>
                  </a:lnTo>
                  <a:lnTo>
                    <a:pt x="12187" y="20369"/>
                  </a:lnTo>
                  <a:close/>
                </a:path>
                <a:path w="13969" h="31115">
                  <a:moveTo>
                    <a:pt x="13118" y="17112"/>
                  </a:moveTo>
                  <a:lnTo>
                    <a:pt x="7266" y="17112"/>
                  </a:lnTo>
                  <a:lnTo>
                    <a:pt x="7601" y="17175"/>
                  </a:lnTo>
                  <a:lnTo>
                    <a:pt x="12460" y="17626"/>
                  </a:lnTo>
                  <a:lnTo>
                    <a:pt x="13118" y="17112"/>
                  </a:lnTo>
                  <a:close/>
                </a:path>
                <a:path w="13969" h="31115">
                  <a:moveTo>
                    <a:pt x="11232" y="12296"/>
                  </a:moveTo>
                  <a:lnTo>
                    <a:pt x="7350" y="12935"/>
                  </a:lnTo>
                  <a:lnTo>
                    <a:pt x="11498" y="12935"/>
                  </a:lnTo>
                  <a:lnTo>
                    <a:pt x="11232" y="12296"/>
                  </a:lnTo>
                  <a:close/>
                </a:path>
                <a:path w="13969" h="31115">
                  <a:moveTo>
                    <a:pt x="8255" y="5958"/>
                  </a:moveTo>
                  <a:lnTo>
                    <a:pt x="5151" y="9553"/>
                  </a:lnTo>
                  <a:lnTo>
                    <a:pt x="10088" y="9553"/>
                  </a:lnTo>
                  <a:lnTo>
                    <a:pt x="9066" y="7100"/>
                  </a:lnTo>
                  <a:lnTo>
                    <a:pt x="8255" y="5958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6887153" y="7385005"/>
              <a:ext cx="22225" cy="36830"/>
            </a:xfrm>
            <a:custGeom>
              <a:avLst/>
              <a:gdLst/>
              <a:ahLst/>
              <a:cxnLst/>
              <a:rect l="l" t="t" r="r" b="b"/>
              <a:pathLst>
                <a:path w="22225" h="36829">
                  <a:moveTo>
                    <a:pt x="38" y="25019"/>
                  </a:moveTo>
                  <a:close/>
                </a:path>
                <a:path w="22225" h="36829">
                  <a:moveTo>
                    <a:pt x="3213" y="11290"/>
                  </a:moveTo>
                  <a:close/>
                </a:path>
                <a:path w="22225" h="36829">
                  <a:moveTo>
                    <a:pt x="5067" y="21780"/>
                  </a:moveTo>
                  <a:lnTo>
                    <a:pt x="3632" y="20485"/>
                  </a:lnTo>
                  <a:lnTo>
                    <a:pt x="2247" y="19113"/>
                  </a:lnTo>
                  <a:lnTo>
                    <a:pt x="1104" y="17602"/>
                  </a:lnTo>
                  <a:lnTo>
                    <a:pt x="571" y="19519"/>
                  </a:lnTo>
                  <a:lnTo>
                    <a:pt x="165" y="21463"/>
                  </a:lnTo>
                  <a:lnTo>
                    <a:pt x="25" y="23393"/>
                  </a:lnTo>
                  <a:lnTo>
                    <a:pt x="1219" y="24257"/>
                  </a:lnTo>
                  <a:lnTo>
                    <a:pt x="2489" y="23431"/>
                  </a:lnTo>
                  <a:lnTo>
                    <a:pt x="3822" y="22656"/>
                  </a:lnTo>
                  <a:lnTo>
                    <a:pt x="5067" y="21780"/>
                  </a:lnTo>
                  <a:close/>
                </a:path>
                <a:path w="22225" h="36829">
                  <a:moveTo>
                    <a:pt x="5588" y="30365"/>
                  </a:moveTo>
                  <a:lnTo>
                    <a:pt x="4292" y="29197"/>
                  </a:lnTo>
                  <a:lnTo>
                    <a:pt x="3098" y="27952"/>
                  </a:lnTo>
                  <a:lnTo>
                    <a:pt x="1841" y="26758"/>
                  </a:lnTo>
                  <a:lnTo>
                    <a:pt x="1320" y="27051"/>
                  </a:lnTo>
                  <a:lnTo>
                    <a:pt x="774" y="27292"/>
                  </a:lnTo>
                  <a:lnTo>
                    <a:pt x="228" y="27584"/>
                  </a:lnTo>
                  <a:lnTo>
                    <a:pt x="596" y="29387"/>
                  </a:lnTo>
                  <a:lnTo>
                    <a:pt x="1384" y="31089"/>
                  </a:lnTo>
                  <a:lnTo>
                    <a:pt x="2641" y="32639"/>
                  </a:lnTo>
                  <a:lnTo>
                    <a:pt x="3632" y="31889"/>
                  </a:lnTo>
                  <a:lnTo>
                    <a:pt x="4584" y="31102"/>
                  </a:lnTo>
                  <a:lnTo>
                    <a:pt x="5588" y="30365"/>
                  </a:lnTo>
                  <a:close/>
                </a:path>
                <a:path w="22225" h="36829">
                  <a:moveTo>
                    <a:pt x="9563" y="7391"/>
                  </a:moveTo>
                  <a:lnTo>
                    <a:pt x="8674" y="6413"/>
                  </a:lnTo>
                  <a:lnTo>
                    <a:pt x="7785" y="5410"/>
                  </a:lnTo>
                  <a:lnTo>
                    <a:pt x="6908" y="4419"/>
                  </a:lnTo>
                  <a:lnTo>
                    <a:pt x="5689" y="5943"/>
                  </a:lnTo>
                  <a:lnTo>
                    <a:pt x="4673" y="7747"/>
                  </a:lnTo>
                  <a:lnTo>
                    <a:pt x="3835" y="9664"/>
                  </a:lnTo>
                  <a:lnTo>
                    <a:pt x="4140" y="9893"/>
                  </a:lnTo>
                  <a:lnTo>
                    <a:pt x="4457" y="10007"/>
                  </a:lnTo>
                  <a:lnTo>
                    <a:pt x="4749" y="10248"/>
                  </a:lnTo>
                  <a:lnTo>
                    <a:pt x="6350" y="9258"/>
                  </a:lnTo>
                  <a:lnTo>
                    <a:pt x="8001" y="8343"/>
                  </a:lnTo>
                  <a:lnTo>
                    <a:pt x="9563" y="7391"/>
                  </a:lnTo>
                  <a:close/>
                </a:path>
                <a:path w="22225" h="36829">
                  <a:moveTo>
                    <a:pt x="9880" y="18072"/>
                  </a:moveTo>
                  <a:lnTo>
                    <a:pt x="8039" y="16344"/>
                  </a:lnTo>
                  <a:lnTo>
                    <a:pt x="6070" y="14554"/>
                  </a:lnTo>
                  <a:lnTo>
                    <a:pt x="4381" y="12636"/>
                  </a:lnTo>
                  <a:lnTo>
                    <a:pt x="3695" y="13093"/>
                  </a:lnTo>
                  <a:lnTo>
                    <a:pt x="2971" y="13436"/>
                  </a:lnTo>
                  <a:lnTo>
                    <a:pt x="2260" y="13830"/>
                  </a:lnTo>
                  <a:lnTo>
                    <a:pt x="2019" y="14579"/>
                  </a:lnTo>
                  <a:lnTo>
                    <a:pt x="1574" y="15976"/>
                  </a:lnTo>
                  <a:lnTo>
                    <a:pt x="3365" y="17195"/>
                  </a:lnTo>
                  <a:lnTo>
                    <a:pt x="6578" y="20624"/>
                  </a:lnTo>
                  <a:lnTo>
                    <a:pt x="7683" y="19799"/>
                  </a:lnTo>
                  <a:lnTo>
                    <a:pt x="9880" y="18072"/>
                  </a:lnTo>
                  <a:close/>
                </a:path>
                <a:path w="22225" h="36829">
                  <a:moveTo>
                    <a:pt x="10452" y="26797"/>
                  </a:moveTo>
                  <a:lnTo>
                    <a:pt x="8166" y="24574"/>
                  </a:lnTo>
                  <a:lnTo>
                    <a:pt x="6832" y="23393"/>
                  </a:lnTo>
                  <a:lnTo>
                    <a:pt x="5676" y="24244"/>
                  </a:lnTo>
                  <a:lnTo>
                    <a:pt x="4508" y="25057"/>
                  </a:lnTo>
                  <a:lnTo>
                    <a:pt x="3314" y="25806"/>
                  </a:lnTo>
                  <a:lnTo>
                    <a:pt x="4635" y="26873"/>
                  </a:lnTo>
                  <a:lnTo>
                    <a:pt x="5943" y="27952"/>
                  </a:lnTo>
                  <a:lnTo>
                    <a:pt x="7213" y="29108"/>
                  </a:lnTo>
                  <a:lnTo>
                    <a:pt x="10452" y="26797"/>
                  </a:lnTo>
                  <a:close/>
                </a:path>
                <a:path w="22225" h="36829">
                  <a:moveTo>
                    <a:pt x="12217" y="35928"/>
                  </a:moveTo>
                  <a:lnTo>
                    <a:pt x="10426" y="34493"/>
                  </a:lnTo>
                  <a:lnTo>
                    <a:pt x="8610" y="33121"/>
                  </a:lnTo>
                  <a:lnTo>
                    <a:pt x="6883" y="31584"/>
                  </a:lnTo>
                  <a:lnTo>
                    <a:pt x="5829" y="32372"/>
                  </a:lnTo>
                  <a:lnTo>
                    <a:pt x="4775" y="33108"/>
                  </a:lnTo>
                  <a:lnTo>
                    <a:pt x="3683" y="33731"/>
                  </a:lnTo>
                  <a:lnTo>
                    <a:pt x="6070" y="35941"/>
                  </a:lnTo>
                  <a:lnTo>
                    <a:pt x="9245" y="36652"/>
                  </a:lnTo>
                  <a:lnTo>
                    <a:pt x="12217" y="35928"/>
                  </a:lnTo>
                  <a:close/>
                </a:path>
                <a:path w="22225" h="36829">
                  <a:moveTo>
                    <a:pt x="13449" y="4953"/>
                  </a:moveTo>
                  <a:lnTo>
                    <a:pt x="12255" y="3835"/>
                  </a:lnTo>
                  <a:lnTo>
                    <a:pt x="11252" y="2768"/>
                  </a:lnTo>
                  <a:lnTo>
                    <a:pt x="10299" y="1574"/>
                  </a:lnTo>
                  <a:lnTo>
                    <a:pt x="9220" y="2108"/>
                  </a:lnTo>
                  <a:lnTo>
                    <a:pt x="8242" y="2882"/>
                  </a:lnTo>
                  <a:lnTo>
                    <a:pt x="7378" y="3835"/>
                  </a:lnTo>
                  <a:lnTo>
                    <a:pt x="10261" y="6959"/>
                  </a:lnTo>
                  <a:lnTo>
                    <a:pt x="11290" y="6311"/>
                  </a:lnTo>
                  <a:lnTo>
                    <a:pt x="12344" y="5600"/>
                  </a:lnTo>
                  <a:lnTo>
                    <a:pt x="13449" y="4953"/>
                  </a:lnTo>
                  <a:close/>
                </a:path>
                <a:path w="22225" h="36829">
                  <a:moveTo>
                    <a:pt x="14960" y="23495"/>
                  </a:moveTo>
                  <a:lnTo>
                    <a:pt x="13004" y="21221"/>
                  </a:lnTo>
                  <a:lnTo>
                    <a:pt x="11836" y="19977"/>
                  </a:lnTo>
                  <a:lnTo>
                    <a:pt x="11506" y="19659"/>
                  </a:lnTo>
                  <a:lnTo>
                    <a:pt x="10426" y="20574"/>
                  </a:lnTo>
                  <a:lnTo>
                    <a:pt x="9321" y="21475"/>
                  </a:lnTo>
                  <a:lnTo>
                    <a:pt x="8216" y="22352"/>
                  </a:lnTo>
                  <a:lnTo>
                    <a:pt x="8394" y="22529"/>
                  </a:lnTo>
                  <a:lnTo>
                    <a:pt x="8572" y="22720"/>
                  </a:lnTo>
                  <a:lnTo>
                    <a:pt x="10744" y="24879"/>
                  </a:lnTo>
                  <a:lnTo>
                    <a:pt x="11760" y="25869"/>
                  </a:lnTo>
                  <a:lnTo>
                    <a:pt x="12560" y="25285"/>
                  </a:lnTo>
                  <a:lnTo>
                    <a:pt x="13373" y="24726"/>
                  </a:lnTo>
                  <a:lnTo>
                    <a:pt x="14439" y="23939"/>
                  </a:lnTo>
                  <a:lnTo>
                    <a:pt x="14693" y="23710"/>
                  </a:lnTo>
                  <a:lnTo>
                    <a:pt x="14960" y="23495"/>
                  </a:lnTo>
                  <a:close/>
                </a:path>
                <a:path w="22225" h="36829">
                  <a:moveTo>
                    <a:pt x="15176" y="13716"/>
                  </a:moveTo>
                  <a:lnTo>
                    <a:pt x="13639" y="11874"/>
                  </a:lnTo>
                  <a:lnTo>
                    <a:pt x="12026" y="10185"/>
                  </a:lnTo>
                  <a:lnTo>
                    <a:pt x="10452" y="8407"/>
                  </a:lnTo>
                  <a:lnTo>
                    <a:pt x="9017" y="9448"/>
                  </a:lnTo>
                  <a:lnTo>
                    <a:pt x="6121" y="11480"/>
                  </a:lnTo>
                  <a:lnTo>
                    <a:pt x="7924" y="13195"/>
                  </a:lnTo>
                  <a:lnTo>
                    <a:pt x="9601" y="15214"/>
                  </a:lnTo>
                  <a:lnTo>
                    <a:pt x="11201" y="17043"/>
                  </a:lnTo>
                  <a:lnTo>
                    <a:pt x="11671" y="16649"/>
                  </a:lnTo>
                  <a:lnTo>
                    <a:pt x="12153" y="16332"/>
                  </a:lnTo>
                  <a:lnTo>
                    <a:pt x="13462" y="15240"/>
                  </a:lnTo>
                  <a:lnTo>
                    <a:pt x="14300" y="14478"/>
                  </a:lnTo>
                  <a:lnTo>
                    <a:pt x="15176" y="13716"/>
                  </a:lnTo>
                  <a:close/>
                </a:path>
                <a:path w="22225" h="36829">
                  <a:moveTo>
                    <a:pt x="17170" y="32943"/>
                  </a:moveTo>
                  <a:lnTo>
                    <a:pt x="15240" y="31343"/>
                  </a:lnTo>
                  <a:lnTo>
                    <a:pt x="13360" y="29616"/>
                  </a:lnTo>
                  <a:lnTo>
                    <a:pt x="11544" y="27838"/>
                  </a:lnTo>
                  <a:lnTo>
                    <a:pt x="10553" y="28663"/>
                  </a:lnTo>
                  <a:lnTo>
                    <a:pt x="8534" y="30314"/>
                  </a:lnTo>
                  <a:lnTo>
                    <a:pt x="10299" y="31965"/>
                  </a:lnTo>
                  <a:lnTo>
                    <a:pt x="11963" y="33718"/>
                  </a:lnTo>
                  <a:lnTo>
                    <a:pt x="13576" y="35521"/>
                  </a:lnTo>
                  <a:lnTo>
                    <a:pt x="14478" y="35128"/>
                  </a:lnTo>
                  <a:lnTo>
                    <a:pt x="15392" y="34683"/>
                  </a:lnTo>
                  <a:lnTo>
                    <a:pt x="16522" y="33693"/>
                  </a:lnTo>
                  <a:lnTo>
                    <a:pt x="17170" y="32943"/>
                  </a:lnTo>
                  <a:close/>
                </a:path>
                <a:path w="22225" h="36829">
                  <a:moveTo>
                    <a:pt x="18973" y="10655"/>
                  </a:moveTo>
                  <a:lnTo>
                    <a:pt x="18478" y="10058"/>
                  </a:lnTo>
                  <a:lnTo>
                    <a:pt x="17995" y="9436"/>
                  </a:lnTo>
                  <a:lnTo>
                    <a:pt x="17475" y="8851"/>
                  </a:lnTo>
                  <a:lnTo>
                    <a:pt x="16522" y="7785"/>
                  </a:lnTo>
                  <a:lnTo>
                    <a:pt x="14312" y="5765"/>
                  </a:lnTo>
                  <a:lnTo>
                    <a:pt x="13246" y="6426"/>
                  </a:lnTo>
                  <a:lnTo>
                    <a:pt x="12192" y="7162"/>
                  </a:lnTo>
                  <a:lnTo>
                    <a:pt x="11150" y="7912"/>
                  </a:lnTo>
                  <a:lnTo>
                    <a:pt x="14338" y="11353"/>
                  </a:lnTo>
                  <a:lnTo>
                    <a:pt x="15913" y="13093"/>
                  </a:lnTo>
                  <a:lnTo>
                    <a:pt x="16903" y="12217"/>
                  </a:lnTo>
                  <a:lnTo>
                    <a:pt x="17919" y="11417"/>
                  </a:lnTo>
                  <a:lnTo>
                    <a:pt x="18973" y="10655"/>
                  </a:lnTo>
                  <a:close/>
                </a:path>
                <a:path w="22225" h="36829">
                  <a:moveTo>
                    <a:pt x="19291" y="21234"/>
                  </a:moveTo>
                  <a:lnTo>
                    <a:pt x="18122" y="22301"/>
                  </a:lnTo>
                  <a:lnTo>
                    <a:pt x="16954" y="23329"/>
                  </a:lnTo>
                  <a:lnTo>
                    <a:pt x="18211" y="24701"/>
                  </a:lnTo>
                  <a:lnTo>
                    <a:pt x="19227" y="25933"/>
                  </a:lnTo>
                  <a:lnTo>
                    <a:pt x="19126" y="24701"/>
                  </a:lnTo>
                  <a:lnTo>
                    <a:pt x="19202" y="22301"/>
                  </a:lnTo>
                  <a:lnTo>
                    <a:pt x="19291" y="21234"/>
                  </a:lnTo>
                  <a:close/>
                </a:path>
                <a:path w="22225" h="36829">
                  <a:moveTo>
                    <a:pt x="19469" y="18948"/>
                  </a:moveTo>
                  <a:lnTo>
                    <a:pt x="18783" y="18046"/>
                  </a:lnTo>
                  <a:lnTo>
                    <a:pt x="17614" y="16700"/>
                  </a:lnTo>
                  <a:lnTo>
                    <a:pt x="16484" y="15316"/>
                  </a:lnTo>
                  <a:lnTo>
                    <a:pt x="12636" y="18681"/>
                  </a:lnTo>
                  <a:lnTo>
                    <a:pt x="16205" y="22504"/>
                  </a:lnTo>
                  <a:lnTo>
                    <a:pt x="19392" y="19862"/>
                  </a:lnTo>
                  <a:lnTo>
                    <a:pt x="19469" y="18948"/>
                  </a:lnTo>
                  <a:close/>
                </a:path>
                <a:path w="22225" h="36829">
                  <a:moveTo>
                    <a:pt x="19519" y="29552"/>
                  </a:moveTo>
                  <a:lnTo>
                    <a:pt x="19431" y="28448"/>
                  </a:lnTo>
                  <a:lnTo>
                    <a:pt x="18440" y="27444"/>
                  </a:lnTo>
                  <a:lnTo>
                    <a:pt x="17005" y="25869"/>
                  </a:lnTo>
                  <a:lnTo>
                    <a:pt x="15709" y="24384"/>
                  </a:lnTo>
                  <a:lnTo>
                    <a:pt x="14528" y="25412"/>
                  </a:lnTo>
                  <a:lnTo>
                    <a:pt x="13855" y="25933"/>
                  </a:lnTo>
                  <a:lnTo>
                    <a:pt x="12750" y="26847"/>
                  </a:lnTo>
                  <a:lnTo>
                    <a:pt x="14503" y="28575"/>
                  </a:lnTo>
                  <a:lnTo>
                    <a:pt x="16192" y="30353"/>
                  </a:lnTo>
                  <a:lnTo>
                    <a:pt x="17805" y="32207"/>
                  </a:lnTo>
                  <a:lnTo>
                    <a:pt x="18554" y="31242"/>
                  </a:lnTo>
                  <a:lnTo>
                    <a:pt x="19227" y="30111"/>
                  </a:lnTo>
                  <a:lnTo>
                    <a:pt x="19519" y="29552"/>
                  </a:lnTo>
                  <a:close/>
                </a:path>
                <a:path w="22225" h="36829">
                  <a:moveTo>
                    <a:pt x="20294" y="12280"/>
                  </a:moveTo>
                  <a:lnTo>
                    <a:pt x="20167" y="12103"/>
                  </a:lnTo>
                  <a:lnTo>
                    <a:pt x="17297" y="14592"/>
                  </a:lnTo>
                  <a:lnTo>
                    <a:pt x="18516" y="15951"/>
                  </a:lnTo>
                  <a:lnTo>
                    <a:pt x="19608" y="17106"/>
                  </a:lnTo>
                  <a:lnTo>
                    <a:pt x="19710" y="15875"/>
                  </a:lnTo>
                  <a:lnTo>
                    <a:pt x="20294" y="12280"/>
                  </a:lnTo>
                  <a:close/>
                </a:path>
                <a:path w="22225" h="36829">
                  <a:moveTo>
                    <a:pt x="21818" y="4000"/>
                  </a:moveTo>
                  <a:lnTo>
                    <a:pt x="20091" y="3352"/>
                  </a:lnTo>
                  <a:lnTo>
                    <a:pt x="19799" y="3251"/>
                  </a:lnTo>
                  <a:lnTo>
                    <a:pt x="18046" y="927"/>
                  </a:lnTo>
                  <a:lnTo>
                    <a:pt x="15824" y="0"/>
                  </a:lnTo>
                  <a:lnTo>
                    <a:pt x="12763" y="596"/>
                  </a:lnTo>
                  <a:lnTo>
                    <a:pt x="11480" y="1003"/>
                  </a:lnTo>
                  <a:lnTo>
                    <a:pt x="12636" y="2044"/>
                  </a:lnTo>
                  <a:lnTo>
                    <a:pt x="13817" y="3009"/>
                  </a:lnTo>
                  <a:lnTo>
                    <a:pt x="14935" y="4178"/>
                  </a:lnTo>
                  <a:lnTo>
                    <a:pt x="16141" y="3606"/>
                  </a:lnTo>
                  <a:lnTo>
                    <a:pt x="17360" y="3175"/>
                  </a:lnTo>
                  <a:lnTo>
                    <a:pt x="17551" y="3175"/>
                  </a:lnTo>
                  <a:lnTo>
                    <a:pt x="18783" y="3225"/>
                  </a:lnTo>
                  <a:lnTo>
                    <a:pt x="18783" y="3403"/>
                  </a:lnTo>
                  <a:lnTo>
                    <a:pt x="17640" y="3873"/>
                  </a:lnTo>
                  <a:lnTo>
                    <a:pt x="16675" y="4483"/>
                  </a:lnTo>
                  <a:lnTo>
                    <a:pt x="15684" y="5029"/>
                  </a:lnTo>
                  <a:lnTo>
                    <a:pt x="17170" y="6616"/>
                  </a:lnTo>
                  <a:lnTo>
                    <a:pt x="18630" y="8255"/>
                  </a:lnTo>
                  <a:lnTo>
                    <a:pt x="20002" y="9982"/>
                  </a:lnTo>
                  <a:lnTo>
                    <a:pt x="20751" y="9512"/>
                  </a:lnTo>
                  <a:lnTo>
                    <a:pt x="21069" y="7594"/>
                  </a:lnTo>
                  <a:lnTo>
                    <a:pt x="21818" y="4000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6901077" y="7383576"/>
              <a:ext cx="9525" cy="7620"/>
            </a:xfrm>
            <a:custGeom>
              <a:avLst/>
              <a:gdLst/>
              <a:ahLst/>
              <a:cxnLst/>
              <a:rect l="l" t="t" r="r" b="b"/>
              <a:pathLst>
                <a:path w="9525" h="7620">
                  <a:moveTo>
                    <a:pt x="8195" y="4041"/>
                  </a:moveTo>
                  <a:lnTo>
                    <a:pt x="4585" y="4041"/>
                  </a:lnTo>
                  <a:lnTo>
                    <a:pt x="7541" y="7145"/>
                  </a:lnTo>
                  <a:lnTo>
                    <a:pt x="8195" y="4041"/>
                  </a:lnTo>
                  <a:close/>
                </a:path>
                <a:path w="9525" h="7620">
                  <a:moveTo>
                    <a:pt x="9109" y="0"/>
                  </a:moveTo>
                  <a:lnTo>
                    <a:pt x="0" y="1794"/>
                  </a:lnTo>
                  <a:lnTo>
                    <a:pt x="2460" y="4261"/>
                  </a:lnTo>
                  <a:lnTo>
                    <a:pt x="4585" y="4041"/>
                  </a:lnTo>
                  <a:lnTo>
                    <a:pt x="8195" y="4041"/>
                  </a:lnTo>
                  <a:lnTo>
                    <a:pt x="8685" y="1794"/>
                  </a:lnTo>
                  <a:lnTo>
                    <a:pt x="9109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63" name="object 363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16554947" y="7181755"/>
            <a:ext cx="115683" cy="226616"/>
          </a:xfrm>
          <a:prstGeom prst="rect">
            <a:avLst/>
          </a:prstGeom>
        </p:spPr>
      </p:pic>
      <p:grpSp>
        <p:nvGrpSpPr>
          <p:cNvPr id="364" name="object 364" descr=""/>
          <p:cNvGrpSpPr/>
          <p:nvPr/>
        </p:nvGrpSpPr>
        <p:grpSpPr>
          <a:xfrm>
            <a:off x="16839717" y="6835986"/>
            <a:ext cx="160655" cy="813435"/>
            <a:chOff x="16839717" y="6835986"/>
            <a:chExt cx="160655" cy="813435"/>
          </a:xfrm>
        </p:grpSpPr>
        <p:sp>
          <p:nvSpPr>
            <p:cNvPr id="365" name="object 365" descr=""/>
            <p:cNvSpPr/>
            <p:nvPr/>
          </p:nvSpPr>
          <p:spPr>
            <a:xfrm>
              <a:off x="16854938" y="7572134"/>
              <a:ext cx="125730" cy="77470"/>
            </a:xfrm>
            <a:custGeom>
              <a:avLst/>
              <a:gdLst/>
              <a:ahLst/>
              <a:cxnLst/>
              <a:rect l="l" t="t" r="r" b="b"/>
              <a:pathLst>
                <a:path w="125730" h="77470">
                  <a:moveTo>
                    <a:pt x="59924" y="0"/>
                  </a:moveTo>
                  <a:lnTo>
                    <a:pt x="19778" y="2807"/>
                  </a:lnTo>
                  <a:lnTo>
                    <a:pt x="1769" y="4823"/>
                  </a:lnTo>
                  <a:lnTo>
                    <a:pt x="0" y="11974"/>
                  </a:lnTo>
                  <a:lnTo>
                    <a:pt x="691" y="21754"/>
                  </a:lnTo>
                  <a:lnTo>
                    <a:pt x="22941" y="58224"/>
                  </a:lnTo>
                  <a:lnTo>
                    <a:pt x="73952" y="77181"/>
                  </a:lnTo>
                  <a:lnTo>
                    <a:pt x="92698" y="76464"/>
                  </a:lnTo>
                  <a:lnTo>
                    <a:pt x="108818" y="68551"/>
                  </a:lnTo>
                  <a:lnTo>
                    <a:pt x="120294" y="52716"/>
                  </a:lnTo>
                  <a:lnTo>
                    <a:pt x="125637" y="32499"/>
                  </a:lnTo>
                  <a:lnTo>
                    <a:pt x="123357" y="11440"/>
                  </a:lnTo>
                  <a:lnTo>
                    <a:pt x="101390" y="1258"/>
                  </a:lnTo>
                  <a:lnTo>
                    <a:pt x="59924" y="0"/>
                  </a:lnTo>
                  <a:close/>
                </a:path>
              </a:pathLst>
            </a:custGeom>
            <a:solidFill>
              <a:srgbClr val="F5E6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6854944" y="7446926"/>
              <a:ext cx="123825" cy="186690"/>
            </a:xfrm>
            <a:custGeom>
              <a:avLst/>
              <a:gdLst/>
              <a:ahLst/>
              <a:cxnLst/>
              <a:rect l="l" t="t" r="r" b="b"/>
              <a:pathLst>
                <a:path w="123825" h="186690">
                  <a:moveTo>
                    <a:pt x="23292" y="0"/>
                  </a:moveTo>
                  <a:lnTo>
                    <a:pt x="686" y="12331"/>
                  </a:lnTo>
                  <a:lnTo>
                    <a:pt x="1503" y="57252"/>
                  </a:lnTo>
                  <a:lnTo>
                    <a:pt x="1298" y="69955"/>
                  </a:lnTo>
                  <a:lnTo>
                    <a:pt x="0" y="102404"/>
                  </a:lnTo>
                  <a:lnTo>
                    <a:pt x="143" y="119663"/>
                  </a:lnTo>
                  <a:lnTo>
                    <a:pt x="2251" y="136075"/>
                  </a:lnTo>
                  <a:lnTo>
                    <a:pt x="34491" y="173766"/>
                  </a:lnTo>
                  <a:lnTo>
                    <a:pt x="78830" y="186347"/>
                  </a:lnTo>
                  <a:lnTo>
                    <a:pt x="102181" y="179439"/>
                  </a:lnTo>
                  <a:lnTo>
                    <a:pt x="115388" y="165132"/>
                  </a:lnTo>
                  <a:lnTo>
                    <a:pt x="121439" y="149472"/>
                  </a:lnTo>
                  <a:lnTo>
                    <a:pt x="123321" y="138506"/>
                  </a:lnTo>
                  <a:lnTo>
                    <a:pt x="120110" y="127764"/>
                  </a:lnTo>
                  <a:lnTo>
                    <a:pt x="110853" y="110482"/>
                  </a:lnTo>
                  <a:lnTo>
                    <a:pt x="98489" y="89235"/>
                  </a:lnTo>
                  <a:lnTo>
                    <a:pt x="85961" y="66602"/>
                  </a:lnTo>
                  <a:lnTo>
                    <a:pt x="75814" y="46378"/>
                  </a:lnTo>
                  <a:lnTo>
                    <a:pt x="68538" y="30734"/>
                  </a:lnTo>
                  <a:lnTo>
                    <a:pt x="63990" y="19810"/>
                  </a:lnTo>
                  <a:lnTo>
                    <a:pt x="62024" y="13745"/>
                  </a:lnTo>
                  <a:lnTo>
                    <a:pt x="56416" y="7541"/>
                  </a:lnTo>
                  <a:lnTo>
                    <a:pt x="42687" y="681"/>
                  </a:lnTo>
                  <a:lnTo>
                    <a:pt x="23292" y="0"/>
                  </a:lnTo>
                  <a:close/>
                </a:path>
              </a:pathLst>
            </a:custGeom>
            <a:solidFill>
              <a:srgbClr val="422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6864775" y="7467669"/>
              <a:ext cx="110489" cy="160655"/>
            </a:xfrm>
            <a:custGeom>
              <a:avLst/>
              <a:gdLst/>
              <a:ahLst/>
              <a:cxnLst/>
              <a:rect l="l" t="t" r="r" b="b"/>
              <a:pathLst>
                <a:path w="110490" h="160654">
                  <a:moveTo>
                    <a:pt x="84099" y="85775"/>
                  </a:moveTo>
                  <a:lnTo>
                    <a:pt x="78651" y="85775"/>
                  </a:lnTo>
                  <a:lnTo>
                    <a:pt x="75501" y="85775"/>
                  </a:lnTo>
                  <a:lnTo>
                    <a:pt x="74828" y="85407"/>
                  </a:lnTo>
                  <a:lnTo>
                    <a:pt x="71158" y="83388"/>
                  </a:lnTo>
                  <a:lnTo>
                    <a:pt x="70269" y="82892"/>
                  </a:lnTo>
                  <a:lnTo>
                    <a:pt x="64503" y="80403"/>
                  </a:lnTo>
                  <a:lnTo>
                    <a:pt x="58597" y="78333"/>
                  </a:lnTo>
                  <a:lnTo>
                    <a:pt x="61950" y="77076"/>
                  </a:lnTo>
                  <a:lnTo>
                    <a:pt x="65328" y="75882"/>
                  </a:lnTo>
                  <a:lnTo>
                    <a:pt x="69773" y="74523"/>
                  </a:lnTo>
                  <a:lnTo>
                    <a:pt x="72732" y="73621"/>
                  </a:lnTo>
                  <a:lnTo>
                    <a:pt x="74053" y="73621"/>
                  </a:lnTo>
                  <a:lnTo>
                    <a:pt x="74066" y="65163"/>
                  </a:lnTo>
                  <a:lnTo>
                    <a:pt x="68605" y="65163"/>
                  </a:lnTo>
                  <a:lnTo>
                    <a:pt x="67779" y="65163"/>
                  </a:lnTo>
                  <a:lnTo>
                    <a:pt x="55689" y="61582"/>
                  </a:lnTo>
                  <a:lnTo>
                    <a:pt x="55689" y="70396"/>
                  </a:lnTo>
                  <a:lnTo>
                    <a:pt x="52324" y="71691"/>
                  </a:lnTo>
                  <a:lnTo>
                    <a:pt x="51295" y="72123"/>
                  </a:lnTo>
                  <a:lnTo>
                    <a:pt x="51295" y="84772"/>
                  </a:lnTo>
                  <a:lnTo>
                    <a:pt x="48323" y="84886"/>
                  </a:lnTo>
                  <a:lnTo>
                    <a:pt x="45351" y="85090"/>
                  </a:lnTo>
                  <a:lnTo>
                    <a:pt x="42392" y="85407"/>
                  </a:lnTo>
                  <a:lnTo>
                    <a:pt x="43802" y="84709"/>
                  </a:lnTo>
                  <a:lnTo>
                    <a:pt x="46659" y="83388"/>
                  </a:lnTo>
                  <a:lnTo>
                    <a:pt x="48209" y="83807"/>
                  </a:lnTo>
                  <a:lnTo>
                    <a:pt x="51295" y="84772"/>
                  </a:lnTo>
                  <a:lnTo>
                    <a:pt x="51295" y="72123"/>
                  </a:lnTo>
                  <a:lnTo>
                    <a:pt x="48983" y="73063"/>
                  </a:lnTo>
                  <a:lnTo>
                    <a:pt x="45681" y="74523"/>
                  </a:lnTo>
                  <a:lnTo>
                    <a:pt x="40551" y="73266"/>
                  </a:lnTo>
                  <a:lnTo>
                    <a:pt x="35331" y="72275"/>
                  </a:lnTo>
                  <a:lnTo>
                    <a:pt x="30073" y="71437"/>
                  </a:lnTo>
                  <a:lnTo>
                    <a:pt x="32969" y="69380"/>
                  </a:lnTo>
                  <a:lnTo>
                    <a:pt x="35902" y="67373"/>
                  </a:lnTo>
                  <a:lnTo>
                    <a:pt x="38862" y="65405"/>
                  </a:lnTo>
                  <a:lnTo>
                    <a:pt x="55689" y="70396"/>
                  </a:lnTo>
                  <a:lnTo>
                    <a:pt x="55689" y="61582"/>
                  </a:lnTo>
                  <a:lnTo>
                    <a:pt x="47853" y="59245"/>
                  </a:lnTo>
                  <a:lnTo>
                    <a:pt x="51993" y="56451"/>
                  </a:lnTo>
                  <a:lnTo>
                    <a:pt x="52451" y="56184"/>
                  </a:lnTo>
                  <a:lnTo>
                    <a:pt x="55968" y="54063"/>
                  </a:lnTo>
                  <a:lnTo>
                    <a:pt x="65849" y="54063"/>
                  </a:lnTo>
                  <a:lnTo>
                    <a:pt x="65849" y="52336"/>
                  </a:lnTo>
                  <a:lnTo>
                    <a:pt x="66217" y="52273"/>
                  </a:lnTo>
                  <a:lnTo>
                    <a:pt x="65849" y="50990"/>
                  </a:lnTo>
                  <a:lnTo>
                    <a:pt x="65862" y="45605"/>
                  </a:lnTo>
                  <a:lnTo>
                    <a:pt x="64338" y="45605"/>
                  </a:lnTo>
                  <a:lnTo>
                    <a:pt x="64300" y="45427"/>
                  </a:lnTo>
                  <a:lnTo>
                    <a:pt x="63944" y="44132"/>
                  </a:lnTo>
                  <a:lnTo>
                    <a:pt x="57886" y="45059"/>
                  </a:lnTo>
                  <a:lnTo>
                    <a:pt x="56502" y="45427"/>
                  </a:lnTo>
                  <a:lnTo>
                    <a:pt x="45783" y="41757"/>
                  </a:lnTo>
                  <a:lnTo>
                    <a:pt x="45783" y="50673"/>
                  </a:lnTo>
                  <a:lnTo>
                    <a:pt x="43649" y="52070"/>
                  </a:lnTo>
                  <a:lnTo>
                    <a:pt x="41579" y="53517"/>
                  </a:lnTo>
                  <a:lnTo>
                    <a:pt x="38862" y="55257"/>
                  </a:lnTo>
                  <a:lnTo>
                    <a:pt x="38188" y="55727"/>
                  </a:lnTo>
                  <a:lnTo>
                    <a:pt x="37503" y="56184"/>
                  </a:lnTo>
                  <a:lnTo>
                    <a:pt x="26530" y="52920"/>
                  </a:lnTo>
                  <a:lnTo>
                    <a:pt x="29248" y="50812"/>
                  </a:lnTo>
                  <a:lnTo>
                    <a:pt x="35026" y="46939"/>
                  </a:lnTo>
                  <a:lnTo>
                    <a:pt x="42189" y="49453"/>
                  </a:lnTo>
                  <a:lnTo>
                    <a:pt x="45783" y="50673"/>
                  </a:lnTo>
                  <a:lnTo>
                    <a:pt x="45783" y="41757"/>
                  </a:lnTo>
                  <a:lnTo>
                    <a:pt x="43599" y="40995"/>
                  </a:lnTo>
                  <a:lnTo>
                    <a:pt x="47015" y="38595"/>
                  </a:lnTo>
                  <a:lnTo>
                    <a:pt x="48488" y="37592"/>
                  </a:lnTo>
                  <a:lnTo>
                    <a:pt x="50469" y="36258"/>
                  </a:lnTo>
                  <a:lnTo>
                    <a:pt x="51803" y="35560"/>
                  </a:lnTo>
                  <a:lnTo>
                    <a:pt x="58458" y="35560"/>
                  </a:lnTo>
                  <a:lnTo>
                    <a:pt x="58470" y="27101"/>
                  </a:lnTo>
                  <a:lnTo>
                    <a:pt x="56464" y="27101"/>
                  </a:lnTo>
                  <a:lnTo>
                    <a:pt x="55130" y="26606"/>
                  </a:lnTo>
                  <a:lnTo>
                    <a:pt x="49263" y="24434"/>
                  </a:lnTo>
                  <a:lnTo>
                    <a:pt x="43268" y="21971"/>
                  </a:lnTo>
                  <a:lnTo>
                    <a:pt x="43268" y="30975"/>
                  </a:lnTo>
                  <a:lnTo>
                    <a:pt x="40043" y="33096"/>
                  </a:lnTo>
                  <a:lnTo>
                    <a:pt x="36893" y="35369"/>
                  </a:lnTo>
                  <a:lnTo>
                    <a:pt x="33743" y="37592"/>
                  </a:lnTo>
                  <a:lnTo>
                    <a:pt x="22618" y="33705"/>
                  </a:lnTo>
                  <a:lnTo>
                    <a:pt x="29324" y="29006"/>
                  </a:lnTo>
                  <a:lnTo>
                    <a:pt x="32664" y="26606"/>
                  </a:lnTo>
                  <a:lnTo>
                    <a:pt x="39712" y="29578"/>
                  </a:lnTo>
                  <a:lnTo>
                    <a:pt x="43268" y="30975"/>
                  </a:lnTo>
                  <a:lnTo>
                    <a:pt x="43268" y="21971"/>
                  </a:lnTo>
                  <a:lnTo>
                    <a:pt x="40398" y="20777"/>
                  </a:lnTo>
                  <a:lnTo>
                    <a:pt x="43421" y="18389"/>
                  </a:lnTo>
                  <a:lnTo>
                    <a:pt x="45059" y="17018"/>
                  </a:lnTo>
                  <a:lnTo>
                    <a:pt x="46355" y="15925"/>
                  </a:lnTo>
                  <a:lnTo>
                    <a:pt x="47891" y="14414"/>
                  </a:lnTo>
                  <a:lnTo>
                    <a:pt x="51587" y="14414"/>
                  </a:lnTo>
                  <a:lnTo>
                    <a:pt x="51587" y="5956"/>
                  </a:lnTo>
                  <a:lnTo>
                    <a:pt x="48577" y="5956"/>
                  </a:lnTo>
                  <a:lnTo>
                    <a:pt x="48120" y="5118"/>
                  </a:lnTo>
                  <a:lnTo>
                    <a:pt x="46812" y="4406"/>
                  </a:lnTo>
                  <a:lnTo>
                    <a:pt x="39649" y="1574"/>
                  </a:lnTo>
                  <a:lnTo>
                    <a:pt x="39649" y="10350"/>
                  </a:lnTo>
                  <a:lnTo>
                    <a:pt x="37007" y="12661"/>
                  </a:lnTo>
                  <a:lnTo>
                    <a:pt x="34277" y="14897"/>
                  </a:lnTo>
                  <a:lnTo>
                    <a:pt x="31445" y="17018"/>
                  </a:lnTo>
                  <a:lnTo>
                    <a:pt x="27076" y="15100"/>
                  </a:lnTo>
                  <a:lnTo>
                    <a:pt x="22720" y="13144"/>
                  </a:lnTo>
                  <a:lnTo>
                    <a:pt x="18542" y="11176"/>
                  </a:lnTo>
                  <a:lnTo>
                    <a:pt x="18542" y="11036"/>
                  </a:lnTo>
                  <a:lnTo>
                    <a:pt x="25209" y="7835"/>
                  </a:lnTo>
                  <a:lnTo>
                    <a:pt x="32727" y="7556"/>
                  </a:lnTo>
                  <a:lnTo>
                    <a:pt x="39649" y="10350"/>
                  </a:lnTo>
                  <a:lnTo>
                    <a:pt x="39649" y="1574"/>
                  </a:lnTo>
                  <a:lnTo>
                    <a:pt x="38430" y="1092"/>
                  </a:lnTo>
                  <a:lnTo>
                    <a:pt x="29743" y="0"/>
                  </a:lnTo>
                  <a:lnTo>
                    <a:pt x="21069" y="1130"/>
                  </a:lnTo>
                  <a:lnTo>
                    <a:pt x="12712" y="4470"/>
                  </a:lnTo>
                  <a:lnTo>
                    <a:pt x="10007" y="5956"/>
                  </a:lnTo>
                  <a:lnTo>
                    <a:pt x="10236" y="8864"/>
                  </a:lnTo>
                  <a:lnTo>
                    <a:pt x="7658" y="8864"/>
                  </a:lnTo>
                  <a:lnTo>
                    <a:pt x="7645" y="17322"/>
                  </a:lnTo>
                  <a:lnTo>
                    <a:pt x="11811" y="17322"/>
                  </a:lnTo>
                  <a:lnTo>
                    <a:pt x="15938" y="19316"/>
                  </a:lnTo>
                  <a:lnTo>
                    <a:pt x="23596" y="22707"/>
                  </a:lnTo>
                  <a:lnTo>
                    <a:pt x="16802" y="27432"/>
                  </a:lnTo>
                  <a:lnTo>
                    <a:pt x="10718" y="27470"/>
                  </a:lnTo>
                  <a:lnTo>
                    <a:pt x="10718" y="33883"/>
                  </a:lnTo>
                  <a:lnTo>
                    <a:pt x="10147" y="34620"/>
                  </a:lnTo>
                  <a:lnTo>
                    <a:pt x="10388" y="38366"/>
                  </a:lnTo>
                  <a:lnTo>
                    <a:pt x="10718" y="38493"/>
                  </a:lnTo>
                  <a:lnTo>
                    <a:pt x="10718" y="38620"/>
                  </a:lnTo>
                  <a:lnTo>
                    <a:pt x="11112" y="38633"/>
                  </a:lnTo>
                  <a:lnTo>
                    <a:pt x="25184" y="43510"/>
                  </a:lnTo>
                  <a:lnTo>
                    <a:pt x="22123" y="45643"/>
                  </a:lnTo>
                  <a:lnTo>
                    <a:pt x="19126" y="47866"/>
                  </a:lnTo>
                  <a:lnTo>
                    <a:pt x="16548" y="50368"/>
                  </a:lnTo>
                  <a:lnTo>
                    <a:pt x="16002" y="50368"/>
                  </a:lnTo>
                  <a:lnTo>
                    <a:pt x="10566" y="50368"/>
                  </a:lnTo>
                  <a:lnTo>
                    <a:pt x="10553" y="58826"/>
                  </a:lnTo>
                  <a:lnTo>
                    <a:pt x="16675" y="58826"/>
                  </a:lnTo>
                  <a:lnTo>
                    <a:pt x="28397" y="62306"/>
                  </a:lnTo>
                  <a:lnTo>
                    <a:pt x="22250" y="66624"/>
                  </a:lnTo>
                  <a:lnTo>
                    <a:pt x="18745" y="69202"/>
                  </a:lnTo>
                  <a:lnTo>
                    <a:pt x="18389" y="69608"/>
                  </a:lnTo>
                  <a:lnTo>
                    <a:pt x="18097" y="70040"/>
                  </a:lnTo>
                  <a:lnTo>
                    <a:pt x="13944" y="70713"/>
                  </a:lnTo>
                  <a:lnTo>
                    <a:pt x="14008" y="72034"/>
                  </a:lnTo>
                  <a:lnTo>
                    <a:pt x="11620" y="72034"/>
                  </a:lnTo>
                  <a:lnTo>
                    <a:pt x="11607" y="80492"/>
                  </a:lnTo>
                  <a:lnTo>
                    <a:pt x="22504" y="80492"/>
                  </a:lnTo>
                  <a:lnTo>
                    <a:pt x="22504" y="78778"/>
                  </a:lnTo>
                  <a:lnTo>
                    <a:pt x="24053" y="78955"/>
                  </a:lnTo>
                  <a:lnTo>
                    <a:pt x="28803" y="79641"/>
                  </a:lnTo>
                  <a:lnTo>
                    <a:pt x="33515" y="80467"/>
                  </a:lnTo>
                  <a:lnTo>
                    <a:pt x="28702" y="83070"/>
                  </a:lnTo>
                  <a:lnTo>
                    <a:pt x="23939" y="85801"/>
                  </a:lnTo>
                  <a:lnTo>
                    <a:pt x="17919" y="89801"/>
                  </a:lnTo>
                  <a:lnTo>
                    <a:pt x="17373" y="91198"/>
                  </a:lnTo>
                  <a:lnTo>
                    <a:pt x="17348" y="92125"/>
                  </a:lnTo>
                  <a:lnTo>
                    <a:pt x="12674" y="92125"/>
                  </a:lnTo>
                  <a:lnTo>
                    <a:pt x="12661" y="100584"/>
                  </a:lnTo>
                  <a:lnTo>
                    <a:pt x="23558" y="100584"/>
                  </a:lnTo>
                  <a:lnTo>
                    <a:pt x="23558" y="97485"/>
                  </a:lnTo>
                  <a:lnTo>
                    <a:pt x="35204" y="94907"/>
                  </a:lnTo>
                  <a:lnTo>
                    <a:pt x="47980" y="93357"/>
                  </a:lnTo>
                  <a:lnTo>
                    <a:pt x="60833" y="93091"/>
                  </a:lnTo>
                  <a:lnTo>
                    <a:pt x="73190" y="94094"/>
                  </a:lnTo>
                  <a:lnTo>
                    <a:pt x="73190" y="94246"/>
                  </a:lnTo>
                  <a:lnTo>
                    <a:pt x="74612" y="94246"/>
                  </a:lnTo>
                  <a:lnTo>
                    <a:pt x="75057" y="94310"/>
                  </a:lnTo>
                  <a:lnTo>
                    <a:pt x="75653" y="94361"/>
                  </a:lnTo>
                  <a:lnTo>
                    <a:pt x="81584" y="95250"/>
                  </a:lnTo>
                  <a:lnTo>
                    <a:pt x="81864" y="94246"/>
                  </a:lnTo>
                  <a:lnTo>
                    <a:pt x="84099" y="94246"/>
                  </a:lnTo>
                  <a:lnTo>
                    <a:pt x="84099" y="85775"/>
                  </a:lnTo>
                  <a:close/>
                </a:path>
                <a:path w="110490" h="160654">
                  <a:moveTo>
                    <a:pt x="110324" y="136817"/>
                  </a:moveTo>
                  <a:lnTo>
                    <a:pt x="109004" y="113804"/>
                  </a:lnTo>
                  <a:lnTo>
                    <a:pt x="62699" y="114985"/>
                  </a:lnTo>
                  <a:lnTo>
                    <a:pt x="35902" y="116713"/>
                  </a:lnTo>
                  <a:lnTo>
                    <a:pt x="18415" y="120180"/>
                  </a:lnTo>
                  <a:lnTo>
                    <a:pt x="0" y="126580"/>
                  </a:lnTo>
                  <a:lnTo>
                    <a:pt x="7899" y="135521"/>
                  </a:lnTo>
                  <a:lnTo>
                    <a:pt x="25107" y="148463"/>
                  </a:lnTo>
                  <a:lnTo>
                    <a:pt x="49072" y="158838"/>
                  </a:lnTo>
                  <a:lnTo>
                    <a:pt x="77177" y="160045"/>
                  </a:lnTo>
                  <a:lnTo>
                    <a:pt x="97396" y="155600"/>
                  </a:lnTo>
                  <a:lnTo>
                    <a:pt x="107454" y="149301"/>
                  </a:lnTo>
                  <a:lnTo>
                    <a:pt x="110324" y="136817"/>
                  </a:lnTo>
                  <a:close/>
                </a:path>
              </a:pathLst>
            </a:custGeom>
            <a:solidFill>
              <a:srgbClr val="F5E6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8" name="object 368" descr=""/>
            <p:cNvSpPr/>
            <p:nvPr/>
          </p:nvSpPr>
          <p:spPr>
            <a:xfrm>
              <a:off x="16839717" y="6835986"/>
              <a:ext cx="160655" cy="571500"/>
            </a:xfrm>
            <a:custGeom>
              <a:avLst/>
              <a:gdLst/>
              <a:ahLst/>
              <a:cxnLst/>
              <a:rect l="l" t="t" r="r" b="b"/>
              <a:pathLst>
                <a:path w="160655" h="571500">
                  <a:moveTo>
                    <a:pt x="74259" y="0"/>
                  </a:moveTo>
                  <a:lnTo>
                    <a:pt x="45830" y="8662"/>
                  </a:lnTo>
                  <a:lnTo>
                    <a:pt x="21521" y="30601"/>
                  </a:lnTo>
                  <a:lnTo>
                    <a:pt x="5016" y="62968"/>
                  </a:lnTo>
                  <a:lnTo>
                    <a:pt x="0" y="102918"/>
                  </a:lnTo>
                  <a:lnTo>
                    <a:pt x="1622" y="142065"/>
                  </a:lnTo>
                  <a:lnTo>
                    <a:pt x="3244" y="202136"/>
                  </a:lnTo>
                  <a:lnTo>
                    <a:pt x="10376" y="554328"/>
                  </a:lnTo>
                  <a:lnTo>
                    <a:pt x="31020" y="567491"/>
                  </a:lnTo>
                  <a:lnTo>
                    <a:pt x="49054" y="571479"/>
                  </a:lnTo>
                  <a:lnTo>
                    <a:pt x="74515" y="565934"/>
                  </a:lnTo>
                  <a:lnTo>
                    <a:pt x="117441" y="550496"/>
                  </a:lnTo>
                  <a:lnTo>
                    <a:pt x="126421" y="481087"/>
                  </a:lnTo>
                  <a:lnTo>
                    <a:pt x="146341" y="323141"/>
                  </a:lnTo>
                  <a:lnTo>
                    <a:pt x="154755" y="252881"/>
                  </a:lnTo>
                  <a:lnTo>
                    <a:pt x="158955" y="203703"/>
                  </a:lnTo>
                  <a:lnTo>
                    <a:pt x="160199" y="152424"/>
                  </a:lnTo>
                  <a:lnTo>
                    <a:pt x="159743" y="75861"/>
                  </a:lnTo>
                  <a:lnTo>
                    <a:pt x="157477" y="40881"/>
                  </a:lnTo>
                  <a:lnTo>
                    <a:pt x="141974" y="16813"/>
                  </a:lnTo>
                  <a:lnTo>
                    <a:pt x="113985" y="3304"/>
                  </a:lnTo>
                  <a:lnTo>
                    <a:pt x="74259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9" name="object 369" descr=""/>
          <p:cNvGrpSpPr/>
          <p:nvPr/>
        </p:nvGrpSpPr>
        <p:grpSpPr>
          <a:xfrm>
            <a:off x="16511601" y="6641245"/>
            <a:ext cx="166370" cy="803910"/>
            <a:chOff x="16511601" y="6641245"/>
            <a:chExt cx="166370" cy="803910"/>
          </a:xfrm>
        </p:grpSpPr>
        <p:sp>
          <p:nvSpPr>
            <p:cNvPr id="370" name="object 370" descr=""/>
            <p:cNvSpPr/>
            <p:nvPr/>
          </p:nvSpPr>
          <p:spPr>
            <a:xfrm>
              <a:off x="16511601" y="6641245"/>
              <a:ext cx="166370" cy="570230"/>
            </a:xfrm>
            <a:custGeom>
              <a:avLst/>
              <a:gdLst/>
              <a:ahLst/>
              <a:cxnLst/>
              <a:rect l="l" t="t" r="r" b="b"/>
              <a:pathLst>
                <a:path w="166369" h="570229">
                  <a:moveTo>
                    <a:pt x="82719" y="0"/>
                  </a:moveTo>
                  <a:lnTo>
                    <a:pt x="43137" y="4720"/>
                  </a:lnTo>
                  <a:lnTo>
                    <a:pt x="15648" y="19223"/>
                  </a:lnTo>
                  <a:lnTo>
                    <a:pt x="1015" y="43830"/>
                  </a:lnTo>
                  <a:lnTo>
                    <a:pt x="0" y="78866"/>
                  </a:lnTo>
                  <a:lnTo>
                    <a:pt x="2273" y="155395"/>
                  </a:lnTo>
                  <a:lnTo>
                    <a:pt x="5345" y="206598"/>
                  </a:lnTo>
                  <a:lnTo>
                    <a:pt x="11299" y="255598"/>
                  </a:lnTo>
                  <a:lnTo>
                    <a:pt x="22219" y="325518"/>
                  </a:lnTo>
                  <a:lnTo>
                    <a:pt x="47764" y="482648"/>
                  </a:lnTo>
                  <a:lnTo>
                    <a:pt x="59212" y="551690"/>
                  </a:lnTo>
                  <a:lnTo>
                    <a:pt x="102669" y="565584"/>
                  </a:lnTo>
                  <a:lnTo>
                    <a:pt x="128315" y="570215"/>
                  </a:lnTo>
                  <a:lnTo>
                    <a:pt x="146194" y="565584"/>
                  </a:lnTo>
                  <a:lnTo>
                    <a:pt x="166350" y="551690"/>
                  </a:lnTo>
                  <a:lnTo>
                    <a:pt x="160906" y="199472"/>
                  </a:lnTo>
                  <a:lnTo>
                    <a:pt x="160384" y="139384"/>
                  </a:lnTo>
                  <a:lnTo>
                    <a:pt x="160612" y="100206"/>
                  </a:lnTo>
                  <a:lnTo>
                    <a:pt x="154171" y="60463"/>
                  </a:lnTo>
                  <a:lnTo>
                    <a:pt x="136520" y="28707"/>
                  </a:lnTo>
                  <a:lnTo>
                    <a:pt x="111442" y="7648"/>
                  </a:lnTo>
                  <a:lnTo>
                    <a:pt x="82719" y="0"/>
                  </a:lnTo>
                  <a:close/>
                </a:path>
              </a:pathLst>
            </a:custGeom>
            <a:solidFill>
              <a:srgbClr val="2B346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1" name="object 371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6542875" y="7242401"/>
              <a:ext cx="125637" cy="202392"/>
            </a:xfrm>
            <a:prstGeom prst="rect">
              <a:avLst/>
            </a:prstGeom>
          </p:spPr>
        </p:pic>
      </p:grpSp>
      <p:grpSp>
        <p:nvGrpSpPr>
          <p:cNvPr id="372" name="object 372" descr=""/>
          <p:cNvGrpSpPr/>
          <p:nvPr/>
        </p:nvGrpSpPr>
        <p:grpSpPr>
          <a:xfrm>
            <a:off x="16463939" y="5408417"/>
            <a:ext cx="614680" cy="1166495"/>
            <a:chOff x="16463939" y="5408417"/>
            <a:chExt cx="614680" cy="1166495"/>
          </a:xfrm>
        </p:grpSpPr>
        <p:pic>
          <p:nvPicPr>
            <p:cNvPr id="373" name="object 373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6716544" y="5804461"/>
              <a:ext cx="101504" cy="105147"/>
            </a:xfrm>
            <a:prstGeom prst="rect">
              <a:avLst/>
            </a:prstGeom>
          </p:spPr>
        </p:pic>
        <p:sp>
          <p:nvSpPr>
            <p:cNvPr id="374" name="object 374" descr=""/>
            <p:cNvSpPr/>
            <p:nvPr/>
          </p:nvSpPr>
          <p:spPr>
            <a:xfrm>
              <a:off x="16645052" y="5680169"/>
              <a:ext cx="231775" cy="80010"/>
            </a:xfrm>
            <a:custGeom>
              <a:avLst/>
              <a:gdLst/>
              <a:ahLst/>
              <a:cxnLst/>
              <a:rect l="l" t="t" r="r" b="b"/>
              <a:pathLst>
                <a:path w="231775" h="80010">
                  <a:moveTo>
                    <a:pt x="38760" y="79946"/>
                  </a:moveTo>
                  <a:lnTo>
                    <a:pt x="33870" y="60401"/>
                  </a:lnTo>
                  <a:lnTo>
                    <a:pt x="31572" y="46494"/>
                  </a:lnTo>
                  <a:lnTo>
                    <a:pt x="31229" y="31534"/>
                  </a:lnTo>
                  <a:lnTo>
                    <a:pt x="32258" y="8877"/>
                  </a:lnTo>
                  <a:lnTo>
                    <a:pt x="18313" y="2730"/>
                  </a:lnTo>
                  <a:lnTo>
                    <a:pt x="10591" y="0"/>
                  </a:lnTo>
                  <a:lnTo>
                    <a:pt x="6311" y="76"/>
                  </a:lnTo>
                  <a:lnTo>
                    <a:pt x="2705" y="2349"/>
                  </a:lnTo>
                  <a:lnTo>
                    <a:pt x="50" y="13411"/>
                  </a:lnTo>
                  <a:lnTo>
                    <a:pt x="0" y="34226"/>
                  </a:lnTo>
                  <a:lnTo>
                    <a:pt x="1917" y="55702"/>
                  </a:lnTo>
                  <a:lnTo>
                    <a:pt x="5118" y="68795"/>
                  </a:lnTo>
                  <a:lnTo>
                    <a:pt x="12433" y="73837"/>
                  </a:lnTo>
                  <a:lnTo>
                    <a:pt x="23761" y="77304"/>
                  </a:lnTo>
                  <a:lnTo>
                    <a:pt x="34188" y="79298"/>
                  </a:lnTo>
                  <a:lnTo>
                    <a:pt x="38760" y="79946"/>
                  </a:lnTo>
                  <a:close/>
                </a:path>
                <a:path w="231775" h="80010">
                  <a:moveTo>
                    <a:pt x="231152" y="34226"/>
                  </a:moveTo>
                  <a:lnTo>
                    <a:pt x="231114" y="13411"/>
                  </a:lnTo>
                  <a:lnTo>
                    <a:pt x="228460" y="2349"/>
                  </a:lnTo>
                  <a:lnTo>
                    <a:pt x="224853" y="76"/>
                  </a:lnTo>
                  <a:lnTo>
                    <a:pt x="220573" y="0"/>
                  </a:lnTo>
                  <a:lnTo>
                    <a:pt x="212852" y="2730"/>
                  </a:lnTo>
                  <a:lnTo>
                    <a:pt x="198907" y="8877"/>
                  </a:lnTo>
                  <a:lnTo>
                    <a:pt x="199936" y="31534"/>
                  </a:lnTo>
                  <a:lnTo>
                    <a:pt x="199593" y="46494"/>
                  </a:lnTo>
                  <a:lnTo>
                    <a:pt x="197294" y="60401"/>
                  </a:lnTo>
                  <a:lnTo>
                    <a:pt x="192405" y="79946"/>
                  </a:lnTo>
                  <a:lnTo>
                    <a:pt x="196977" y="79298"/>
                  </a:lnTo>
                  <a:lnTo>
                    <a:pt x="207403" y="77304"/>
                  </a:lnTo>
                  <a:lnTo>
                    <a:pt x="218732" y="73837"/>
                  </a:lnTo>
                  <a:lnTo>
                    <a:pt x="226047" y="68795"/>
                  </a:lnTo>
                  <a:lnTo>
                    <a:pt x="229247" y="55702"/>
                  </a:lnTo>
                  <a:lnTo>
                    <a:pt x="231152" y="34226"/>
                  </a:lnTo>
                  <a:close/>
                </a:path>
              </a:pathLst>
            </a:custGeom>
            <a:solidFill>
              <a:srgbClr val="E1B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5" name="object 375" descr=""/>
            <p:cNvSpPr/>
            <p:nvPr/>
          </p:nvSpPr>
          <p:spPr>
            <a:xfrm>
              <a:off x="16663136" y="5569615"/>
              <a:ext cx="194310" cy="274955"/>
            </a:xfrm>
            <a:custGeom>
              <a:avLst/>
              <a:gdLst/>
              <a:ahLst/>
              <a:cxnLst/>
              <a:rect l="l" t="t" r="r" b="b"/>
              <a:pathLst>
                <a:path w="194309" h="274954">
                  <a:moveTo>
                    <a:pt x="103202" y="0"/>
                  </a:moveTo>
                  <a:lnTo>
                    <a:pt x="47880" y="3185"/>
                  </a:lnTo>
                  <a:lnTo>
                    <a:pt x="6858" y="21179"/>
                  </a:lnTo>
                  <a:lnTo>
                    <a:pt x="2306" y="73851"/>
                  </a:lnTo>
                  <a:lnTo>
                    <a:pt x="0" y="133480"/>
                  </a:lnTo>
                  <a:lnTo>
                    <a:pt x="2026" y="149453"/>
                  </a:lnTo>
                  <a:lnTo>
                    <a:pt x="12068" y="197724"/>
                  </a:lnTo>
                  <a:lnTo>
                    <a:pt x="51258" y="245504"/>
                  </a:lnTo>
                  <a:lnTo>
                    <a:pt x="83494" y="273706"/>
                  </a:lnTo>
                  <a:lnTo>
                    <a:pt x="99089" y="274941"/>
                  </a:lnTo>
                  <a:lnTo>
                    <a:pt x="109031" y="274413"/>
                  </a:lnTo>
                  <a:lnTo>
                    <a:pt x="148786" y="242991"/>
                  </a:lnTo>
                  <a:lnTo>
                    <a:pt x="182141" y="205101"/>
                  </a:lnTo>
                  <a:lnTo>
                    <a:pt x="189024" y="166542"/>
                  </a:lnTo>
                  <a:lnTo>
                    <a:pt x="194140" y="117271"/>
                  </a:lnTo>
                  <a:lnTo>
                    <a:pt x="192956" y="90364"/>
                  </a:lnTo>
                  <a:lnTo>
                    <a:pt x="190812" y="56548"/>
                  </a:lnTo>
                  <a:lnTo>
                    <a:pt x="187837" y="15347"/>
                  </a:lnTo>
                  <a:lnTo>
                    <a:pt x="103202" y="0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6" name="object 376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6701551" y="5408417"/>
              <a:ext cx="144607" cy="118947"/>
            </a:xfrm>
            <a:prstGeom prst="rect">
              <a:avLst/>
            </a:prstGeom>
          </p:spPr>
        </p:pic>
        <p:sp>
          <p:nvSpPr>
            <p:cNvPr id="377" name="object 377" descr=""/>
            <p:cNvSpPr/>
            <p:nvPr/>
          </p:nvSpPr>
          <p:spPr>
            <a:xfrm>
              <a:off x="16612603" y="5478138"/>
              <a:ext cx="291465" cy="351155"/>
            </a:xfrm>
            <a:custGeom>
              <a:avLst/>
              <a:gdLst/>
              <a:ahLst/>
              <a:cxnLst/>
              <a:rect l="l" t="t" r="r" b="b"/>
              <a:pathLst>
                <a:path w="291465" h="351154">
                  <a:moveTo>
                    <a:pt x="291084" y="199732"/>
                  </a:moveTo>
                  <a:lnTo>
                    <a:pt x="287693" y="154647"/>
                  </a:lnTo>
                  <a:lnTo>
                    <a:pt x="279438" y="121589"/>
                  </a:lnTo>
                  <a:lnTo>
                    <a:pt x="278053" y="116027"/>
                  </a:lnTo>
                  <a:lnTo>
                    <a:pt x="249250" y="47180"/>
                  </a:lnTo>
                  <a:lnTo>
                    <a:pt x="217119" y="19037"/>
                  </a:lnTo>
                  <a:lnTo>
                    <a:pt x="178701" y="4127"/>
                  </a:lnTo>
                  <a:lnTo>
                    <a:pt x="137261" y="0"/>
                  </a:lnTo>
                  <a:lnTo>
                    <a:pt x="95427" y="11734"/>
                  </a:lnTo>
                  <a:lnTo>
                    <a:pt x="56616" y="42697"/>
                  </a:lnTo>
                  <a:lnTo>
                    <a:pt x="25260" y="87896"/>
                  </a:lnTo>
                  <a:lnTo>
                    <a:pt x="5791" y="142328"/>
                  </a:lnTo>
                  <a:lnTo>
                    <a:pt x="0" y="186410"/>
                  </a:lnTo>
                  <a:lnTo>
                    <a:pt x="4013" y="210464"/>
                  </a:lnTo>
                  <a:lnTo>
                    <a:pt x="13855" y="224459"/>
                  </a:lnTo>
                  <a:lnTo>
                    <a:pt x="25552" y="238302"/>
                  </a:lnTo>
                  <a:lnTo>
                    <a:pt x="32448" y="256209"/>
                  </a:lnTo>
                  <a:lnTo>
                    <a:pt x="35877" y="294284"/>
                  </a:lnTo>
                  <a:lnTo>
                    <a:pt x="63677" y="336067"/>
                  </a:lnTo>
                  <a:lnTo>
                    <a:pt x="75539" y="346303"/>
                  </a:lnTo>
                  <a:lnTo>
                    <a:pt x="64516" y="322275"/>
                  </a:lnTo>
                  <a:lnTo>
                    <a:pt x="59753" y="307517"/>
                  </a:lnTo>
                  <a:lnTo>
                    <a:pt x="60261" y="295948"/>
                  </a:lnTo>
                  <a:lnTo>
                    <a:pt x="65049" y="281495"/>
                  </a:lnTo>
                  <a:lnTo>
                    <a:pt x="66827" y="260591"/>
                  </a:lnTo>
                  <a:lnTo>
                    <a:pt x="66827" y="259626"/>
                  </a:lnTo>
                  <a:lnTo>
                    <a:pt x="63627" y="231775"/>
                  </a:lnTo>
                  <a:lnTo>
                    <a:pt x="59093" y="204965"/>
                  </a:lnTo>
                  <a:lnTo>
                    <a:pt x="57048" y="187871"/>
                  </a:lnTo>
                  <a:lnTo>
                    <a:pt x="104635" y="180721"/>
                  </a:lnTo>
                  <a:lnTo>
                    <a:pt x="122859" y="180505"/>
                  </a:lnTo>
                  <a:lnTo>
                    <a:pt x="134175" y="180530"/>
                  </a:lnTo>
                  <a:lnTo>
                    <a:pt x="139954" y="180644"/>
                  </a:lnTo>
                  <a:lnTo>
                    <a:pt x="141566" y="180721"/>
                  </a:lnTo>
                  <a:lnTo>
                    <a:pt x="141566" y="180505"/>
                  </a:lnTo>
                  <a:lnTo>
                    <a:pt x="141566" y="116027"/>
                  </a:lnTo>
                  <a:lnTo>
                    <a:pt x="146202" y="141147"/>
                  </a:lnTo>
                  <a:lnTo>
                    <a:pt x="148488" y="156222"/>
                  </a:lnTo>
                  <a:lnTo>
                    <a:pt x="149098" y="167284"/>
                  </a:lnTo>
                  <a:lnTo>
                    <a:pt x="148678" y="180365"/>
                  </a:lnTo>
                  <a:lnTo>
                    <a:pt x="181660" y="180441"/>
                  </a:lnTo>
                  <a:lnTo>
                    <a:pt x="195884" y="180365"/>
                  </a:lnTo>
                  <a:lnTo>
                    <a:pt x="196342" y="156222"/>
                  </a:lnTo>
                  <a:lnTo>
                    <a:pt x="196380" y="154647"/>
                  </a:lnTo>
                  <a:lnTo>
                    <a:pt x="196342" y="145415"/>
                  </a:lnTo>
                  <a:lnTo>
                    <a:pt x="196342" y="142405"/>
                  </a:lnTo>
                  <a:lnTo>
                    <a:pt x="197027" y="146278"/>
                  </a:lnTo>
                  <a:lnTo>
                    <a:pt x="199301" y="160629"/>
                  </a:lnTo>
                  <a:lnTo>
                    <a:pt x="200304" y="170154"/>
                  </a:lnTo>
                  <a:lnTo>
                    <a:pt x="200799" y="180365"/>
                  </a:lnTo>
                  <a:lnTo>
                    <a:pt x="216306" y="182765"/>
                  </a:lnTo>
                  <a:lnTo>
                    <a:pt x="224802" y="184353"/>
                  </a:lnTo>
                  <a:lnTo>
                    <a:pt x="229260" y="185826"/>
                  </a:lnTo>
                  <a:lnTo>
                    <a:pt x="232676" y="187871"/>
                  </a:lnTo>
                  <a:lnTo>
                    <a:pt x="233375" y="201536"/>
                  </a:lnTo>
                  <a:lnTo>
                    <a:pt x="230200" y="230187"/>
                  </a:lnTo>
                  <a:lnTo>
                    <a:pt x="227203" y="259626"/>
                  </a:lnTo>
                  <a:lnTo>
                    <a:pt x="227977" y="280276"/>
                  </a:lnTo>
                  <a:lnTo>
                    <a:pt x="231546" y="306882"/>
                  </a:lnTo>
                  <a:lnTo>
                    <a:pt x="227355" y="329336"/>
                  </a:lnTo>
                  <a:lnTo>
                    <a:pt x="220865" y="344843"/>
                  </a:lnTo>
                  <a:lnTo>
                    <a:pt x="217487" y="350621"/>
                  </a:lnTo>
                  <a:lnTo>
                    <a:pt x="237401" y="337426"/>
                  </a:lnTo>
                  <a:lnTo>
                    <a:pt x="247243" y="328193"/>
                  </a:lnTo>
                  <a:lnTo>
                    <a:pt x="249936" y="318592"/>
                  </a:lnTo>
                  <a:lnTo>
                    <a:pt x="248335" y="304266"/>
                  </a:lnTo>
                  <a:lnTo>
                    <a:pt x="250228" y="286702"/>
                  </a:lnTo>
                  <a:lnTo>
                    <a:pt x="258826" y="272478"/>
                  </a:lnTo>
                  <a:lnTo>
                    <a:pt x="269582" y="260591"/>
                  </a:lnTo>
                  <a:lnTo>
                    <a:pt x="277964" y="250024"/>
                  </a:lnTo>
                  <a:lnTo>
                    <a:pt x="286372" y="230187"/>
                  </a:lnTo>
                  <a:lnTo>
                    <a:pt x="291084" y="199732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6463937" y="5873755"/>
              <a:ext cx="614680" cy="701040"/>
            </a:xfrm>
            <a:custGeom>
              <a:avLst/>
              <a:gdLst/>
              <a:ahLst/>
              <a:cxnLst/>
              <a:rect l="l" t="t" r="r" b="b"/>
              <a:pathLst>
                <a:path w="614680" h="701040">
                  <a:moveTo>
                    <a:pt x="614540" y="398754"/>
                  </a:moveTo>
                  <a:lnTo>
                    <a:pt x="612762" y="393204"/>
                  </a:lnTo>
                  <a:lnTo>
                    <a:pt x="612990" y="392620"/>
                  </a:lnTo>
                  <a:lnTo>
                    <a:pt x="602183" y="333095"/>
                  </a:lnTo>
                  <a:lnTo>
                    <a:pt x="590905" y="278168"/>
                  </a:lnTo>
                  <a:lnTo>
                    <a:pt x="576173" y="216293"/>
                  </a:lnTo>
                  <a:lnTo>
                    <a:pt x="558330" y="154838"/>
                  </a:lnTo>
                  <a:lnTo>
                    <a:pt x="537692" y="101168"/>
                  </a:lnTo>
                  <a:lnTo>
                    <a:pt x="514629" y="62636"/>
                  </a:lnTo>
                  <a:lnTo>
                    <a:pt x="503478" y="59855"/>
                  </a:lnTo>
                  <a:lnTo>
                    <a:pt x="481558" y="45046"/>
                  </a:lnTo>
                  <a:lnTo>
                    <a:pt x="427913" y="23876"/>
                  </a:lnTo>
                  <a:lnTo>
                    <a:pt x="376250" y="6934"/>
                  </a:lnTo>
                  <a:lnTo>
                    <a:pt x="353136" y="0"/>
                  </a:lnTo>
                  <a:lnTo>
                    <a:pt x="325475" y="18237"/>
                  </a:lnTo>
                  <a:lnTo>
                    <a:pt x="305739" y="24320"/>
                  </a:lnTo>
                  <a:lnTo>
                    <a:pt x="284454" y="18237"/>
                  </a:lnTo>
                  <a:lnTo>
                    <a:pt x="252145" y="0"/>
                  </a:lnTo>
                  <a:lnTo>
                    <a:pt x="173494" y="28613"/>
                  </a:lnTo>
                  <a:lnTo>
                    <a:pt x="132232" y="45491"/>
                  </a:lnTo>
                  <a:lnTo>
                    <a:pt x="114846" y="57264"/>
                  </a:lnTo>
                  <a:lnTo>
                    <a:pt x="107772" y="70523"/>
                  </a:lnTo>
                  <a:lnTo>
                    <a:pt x="109512" y="80264"/>
                  </a:lnTo>
                  <a:lnTo>
                    <a:pt x="89814" y="109766"/>
                  </a:lnTo>
                  <a:lnTo>
                    <a:pt x="66535" y="162331"/>
                  </a:lnTo>
                  <a:lnTo>
                    <a:pt x="45631" y="222808"/>
                  </a:lnTo>
                  <a:lnTo>
                    <a:pt x="27813" y="283870"/>
                  </a:lnTo>
                  <a:lnTo>
                    <a:pt x="13792" y="338150"/>
                  </a:lnTo>
                  <a:lnTo>
                    <a:pt x="3708" y="381215"/>
                  </a:lnTo>
                  <a:lnTo>
                    <a:pt x="165" y="389407"/>
                  </a:lnTo>
                  <a:lnTo>
                    <a:pt x="355" y="395528"/>
                  </a:lnTo>
                  <a:lnTo>
                    <a:pt x="0" y="397065"/>
                  </a:lnTo>
                  <a:lnTo>
                    <a:pt x="444" y="398513"/>
                  </a:lnTo>
                  <a:lnTo>
                    <a:pt x="12407" y="477939"/>
                  </a:lnTo>
                  <a:lnTo>
                    <a:pt x="29654" y="534517"/>
                  </a:lnTo>
                  <a:lnTo>
                    <a:pt x="49542" y="592328"/>
                  </a:lnTo>
                  <a:lnTo>
                    <a:pt x="68516" y="646163"/>
                  </a:lnTo>
                  <a:lnTo>
                    <a:pt x="83019" y="690778"/>
                  </a:lnTo>
                  <a:lnTo>
                    <a:pt x="90589" y="698157"/>
                  </a:lnTo>
                  <a:lnTo>
                    <a:pt x="103962" y="700824"/>
                  </a:lnTo>
                  <a:lnTo>
                    <a:pt x="116027" y="693470"/>
                  </a:lnTo>
                  <a:lnTo>
                    <a:pt x="119710" y="670801"/>
                  </a:lnTo>
                  <a:lnTo>
                    <a:pt x="109143" y="561454"/>
                  </a:lnTo>
                  <a:lnTo>
                    <a:pt x="100279" y="486143"/>
                  </a:lnTo>
                  <a:lnTo>
                    <a:pt x="92760" y="437375"/>
                  </a:lnTo>
                  <a:lnTo>
                    <a:pt x="86258" y="407670"/>
                  </a:lnTo>
                  <a:lnTo>
                    <a:pt x="85051" y="403974"/>
                  </a:lnTo>
                  <a:lnTo>
                    <a:pt x="102819" y="357873"/>
                  </a:lnTo>
                  <a:lnTo>
                    <a:pt x="124244" y="296519"/>
                  </a:lnTo>
                  <a:lnTo>
                    <a:pt x="142087" y="241668"/>
                  </a:lnTo>
                  <a:lnTo>
                    <a:pt x="144399" y="233413"/>
                  </a:lnTo>
                  <a:lnTo>
                    <a:pt x="148564" y="250240"/>
                  </a:lnTo>
                  <a:lnTo>
                    <a:pt x="162979" y="320446"/>
                  </a:lnTo>
                  <a:lnTo>
                    <a:pt x="173228" y="390779"/>
                  </a:lnTo>
                  <a:lnTo>
                    <a:pt x="180441" y="446278"/>
                  </a:lnTo>
                  <a:lnTo>
                    <a:pt x="185737" y="471982"/>
                  </a:lnTo>
                  <a:lnTo>
                    <a:pt x="217728" y="498513"/>
                  </a:lnTo>
                  <a:lnTo>
                    <a:pt x="260502" y="515747"/>
                  </a:lnTo>
                  <a:lnTo>
                    <a:pt x="309041" y="522706"/>
                  </a:lnTo>
                  <a:lnTo>
                    <a:pt x="358305" y="518388"/>
                  </a:lnTo>
                  <a:lnTo>
                    <a:pt x="403250" y="501815"/>
                  </a:lnTo>
                  <a:lnTo>
                    <a:pt x="438861" y="471982"/>
                  </a:lnTo>
                  <a:lnTo>
                    <a:pt x="468922" y="250240"/>
                  </a:lnTo>
                  <a:lnTo>
                    <a:pt x="475970" y="218897"/>
                  </a:lnTo>
                  <a:lnTo>
                    <a:pt x="493623" y="285953"/>
                  </a:lnTo>
                  <a:lnTo>
                    <a:pt x="511949" y="348310"/>
                  </a:lnTo>
                  <a:lnTo>
                    <a:pt x="528916" y="399872"/>
                  </a:lnTo>
                  <a:lnTo>
                    <a:pt x="529577" y="401307"/>
                  </a:lnTo>
                  <a:lnTo>
                    <a:pt x="526478" y="408393"/>
                  </a:lnTo>
                  <a:lnTo>
                    <a:pt x="516978" y="437489"/>
                  </a:lnTo>
                  <a:lnTo>
                    <a:pt x="504558" y="485571"/>
                  </a:lnTo>
                  <a:lnTo>
                    <a:pt x="488111" y="560120"/>
                  </a:lnTo>
                  <a:lnTo>
                    <a:pt x="466521" y="668553"/>
                  </a:lnTo>
                  <a:lnTo>
                    <a:pt x="467931" y="691629"/>
                  </a:lnTo>
                  <a:lnTo>
                    <a:pt x="479285" y="700214"/>
                  </a:lnTo>
                  <a:lnTo>
                    <a:pt x="492950" y="698893"/>
                  </a:lnTo>
                  <a:lnTo>
                    <a:pt x="501269" y="692264"/>
                  </a:lnTo>
                  <a:lnTo>
                    <a:pt x="520268" y="649033"/>
                  </a:lnTo>
                  <a:lnTo>
                    <a:pt x="544690" y="597027"/>
                  </a:lnTo>
                  <a:lnTo>
                    <a:pt x="570420" y="541121"/>
                  </a:lnTo>
                  <a:lnTo>
                    <a:pt x="593382" y="486194"/>
                  </a:lnTo>
                  <a:lnTo>
                    <a:pt x="609447" y="437108"/>
                  </a:lnTo>
                  <a:lnTo>
                    <a:pt x="614540" y="398754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6473119" y="5923641"/>
              <a:ext cx="593090" cy="285750"/>
            </a:xfrm>
            <a:custGeom>
              <a:avLst/>
              <a:gdLst/>
              <a:ahLst/>
              <a:cxnLst/>
              <a:rect l="l" t="t" r="r" b="b"/>
              <a:pathLst>
                <a:path w="593090" h="285750">
                  <a:moveTo>
                    <a:pt x="150279" y="133972"/>
                  </a:moveTo>
                  <a:lnTo>
                    <a:pt x="144335" y="94310"/>
                  </a:lnTo>
                  <a:lnTo>
                    <a:pt x="128244" y="53352"/>
                  </a:lnTo>
                  <a:lnTo>
                    <a:pt x="111556" y="21297"/>
                  </a:lnTo>
                  <a:lnTo>
                    <a:pt x="103873" y="8343"/>
                  </a:lnTo>
                  <a:lnTo>
                    <a:pt x="84061" y="35077"/>
                  </a:lnTo>
                  <a:lnTo>
                    <a:pt x="63817" y="69964"/>
                  </a:lnTo>
                  <a:lnTo>
                    <a:pt x="38887" y="136385"/>
                  </a:lnTo>
                  <a:lnTo>
                    <a:pt x="21107" y="189534"/>
                  </a:lnTo>
                  <a:lnTo>
                    <a:pt x="6299" y="235292"/>
                  </a:lnTo>
                  <a:lnTo>
                    <a:pt x="0" y="255231"/>
                  </a:lnTo>
                  <a:lnTo>
                    <a:pt x="9385" y="260350"/>
                  </a:lnTo>
                  <a:lnTo>
                    <a:pt x="34594" y="270484"/>
                  </a:lnTo>
                  <a:lnTo>
                    <a:pt x="70675" y="280479"/>
                  </a:lnTo>
                  <a:lnTo>
                    <a:pt x="112687" y="285178"/>
                  </a:lnTo>
                  <a:lnTo>
                    <a:pt x="132664" y="224485"/>
                  </a:lnTo>
                  <a:lnTo>
                    <a:pt x="143243" y="188506"/>
                  </a:lnTo>
                  <a:lnTo>
                    <a:pt x="147942" y="163055"/>
                  </a:lnTo>
                  <a:lnTo>
                    <a:pt x="150279" y="133972"/>
                  </a:lnTo>
                  <a:close/>
                </a:path>
                <a:path w="593090" h="285750">
                  <a:moveTo>
                    <a:pt x="592543" y="254939"/>
                  </a:moveTo>
                  <a:lnTo>
                    <a:pt x="576262" y="187858"/>
                  </a:lnTo>
                  <a:lnTo>
                    <a:pt x="562178" y="133604"/>
                  </a:lnTo>
                  <a:lnTo>
                    <a:pt x="549541" y="90627"/>
                  </a:lnTo>
                  <a:lnTo>
                    <a:pt x="530085" y="42329"/>
                  </a:lnTo>
                  <a:lnTo>
                    <a:pt x="499999" y="3581"/>
                  </a:lnTo>
                  <a:lnTo>
                    <a:pt x="489953" y="0"/>
                  </a:lnTo>
                  <a:lnTo>
                    <a:pt x="468579" y="2908"/>
                  </a:lnTo>
                  <a:lnTo>
                    <a:pt x="453580" y="22733"/>
                  </a:lnTo>
                  <a:lnTo>
                    <a:pt x="446989" y="62128"/>
                  </a:lnTo>
                  <a:lnTo>
                    <a:pt x="450837" y="123774"/>
                  </a:lnTo>
                  <a:lnTo>
                    <a:pt x="454774" y="152717"/>
                  </a:lnTo>
                  <a:lnTo>
                    <a:pt x="458927" y="178346"/>
                  </a:lnTo>
                  <a:lnTo>
                    <a:pt x="465848" y="215036"/>
                  </a:lnTo>
                  <a:lnTo>
                    <a:pt x="478078" y="277177"/>
                  </a:lnTo>
                  <a:lnTo>
                    <a:pt x="520319" y="275336"/>
                  </a:lnTo>
                  <a:lnTo>
                    <a:pt x="556996" y="267804"/>
                  </a:lnTo>
                  <a:lnTo>
                    <a:pt x="582828" y="259410"/>
                  </a:lnTo>
                  <a:lnTo>
                    <a:pt x="592543" y="254939"/>
                  </a:lnTo>
                  <a:close/>
                </a:path>
              </a:pathLst>
            </a:custGeom>
            <a:solidFill>
              <a:srgbClr val="ECE2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0" name="object 380" descr=""/>
            <p:cNvSpPr/>
            <p:nvPr/>
          </p:nvSpPr>
          <p:spPr>
            <a:xfrm>
              <a:off x="16571697" y="5891748"/>
              <a:ext cx="400685" cy="518159"/>
            </a:xfrm>
            <a:custGeom>
              <a:avLst/>
              <a:gdLst/>
              <a:ahLst/>
              <a:cxnLst/>
              <a:rect l="l" t="t" r="r" b="b"/>
              <a:pathLst>
                <a:path w="400684" h="518160">
                  <a:moveTo>
                    <a:pt x="316796" y="0"/>
                  </a:moveTo>
                  <a:lnTo>
                    <a:pt x="286737" y="28200"/>
                  </a:lnTo>
                  <a:lnTo>
                    <a:pt x="246639" y="48114"/>
                  </a:lnTo>
                  <a:lnTo>
                    <a:pt x="187585" y="58270"/>
                  </a:lnTo>
                  <a:lnTo>
                    <a:pt x="132835" y="59375"/>
                  </a:lnTo>
                  <a:lnTo>
                    <a:pt x="95045" y="57767"/>
                  </a:lnTo>
                  <a:lnTo>
                    <a:pt x="56629" y="51667"/>
                  </a:lnTo>
                  <a:lnTo>
                    <a:pt x="0" y="39297"/>
                  </a:lnTo>
                  <a:lnTo>
                    <a:pt x="34707" y="201901"/>
                  </a:lnTo>
                  <a:lnTo>
                    <a:pt x="41422" y="235751"/>
                  </a:lnTo>
                  <a:lnTo>
                    <a:pt x="45480" y="293497"/>
                  </a:lnTo>
                  <a:lnTo>
                    <a:pt x="47981" y="333219"/>
                  </a:lnTo>
                  <a:lnTo>
                    <a:pt x="49097" y="358805"/>
                  </a:lnTo>
                  <a:lnTo>
                    <a:pt x="48584" y="371033"/>
                  </a:lnTo>
                  <a:lnTo>
                    <a:pt x="44992" y="390698"/>
                  </a:lnTo>
                  <a:lnTo>
                    <a:pt x="35240" y="431832"/>
                  </a:lnTo>
                  <a:lnTo>
                    <a:pt x="16250" y="508466"/>
                  </a:lnTo>
                  <a:lnTo>
                    <a:pt x="22124" y="510327"/>
                  </a:lnTo>
                  <a:lnTo>
                    <a:pt x="41545" y="514208"/>
                  </a:lnTo>
                  <a:lnTo>
                    <a:pt x="77210" y="517552"/>
                  </a:lnTo>
                  <a:lnTo>
                    <a:pt x="131817" y="517806"/>
                  </a:lnTo>
                  <a:lnTo>
                    <a:pt x="202632" y="514614"/>
                  </a:lnTo>
                  <a:lnTo>
                    <a:pt x="252035" y="507032"/>
                  </a:lnTo>
                  <a:lnTo>
                    <a:pt x="303247" y="489197"/>
                  </a:lnTo>
                  <a:lnTo>
                    <a:pt x="379485" y="455242"/>
                  </a:lnTo>
                  <a:lnTo>
                    <a:pt x="367092" y="373462"/>
                  </a:lnTo>
                  <a:lnTo>
                    <a:pt x="358737" y="313293"/>
                  </a:lnTo>
                  <a:lnTo>
                    <a:pt x="355287" y="277656"/>
                  </a:lnTo>
                  <a:lnTo>
                    <a:pt x="356432" y="263364"/>
                  </a:lnTo>
                  <a:lnTo>
                    <a:pt x="361504" y="233410"/>
                  </a:lnTo>
                  <a:lnTo>
                    <a:pt x="374724" y="165123"/>
                  </a:lnTo>
                  <a:lnTo>
                    <a:pt x="400312" y="35831"/>
                  </a:lnTo>
                  <a:lnTo>
                    <a:pt x="316796" y="0"/>
                  </a:lnTo>
                  <a:close/>
                </a:path>
              </a:pathLst>
            </a:custGeom>
            <a:solidFill>
              <a:srgbClr val="F7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6609505" y="5905758"/>
              <a:ext cx="342900" cy="363855"/>
            </a:xfrm>
            <a:custGeom>
              <a:avLst/>
              <a:gdLst/>
              <a:ahLst/>
              <a:cxnLst/>
              <a:rect l="l" t="t" r="r" b="b"/>
              <a:pathLst>
                <a:path w="342900" h="363854">
                  <a:moveTo>
                    <a:pt x="9863" y="0"/>
                  </a:moveTo>
                  <a:lnTo>
                    <a:pt x="0" y="6617"/>
                  </a:lnTo>
                  <a:lnTo>
                    <a:pt x="20895" y="79567"/>
                  </a:lnTo>
                  <a:lnTo>
                    <a:pt x="31536" y="117692"/>
                  </a:lnTo>
                  <a:lnTo>
                    <a:pt x="35234" y="133420"/>
                  </a:lnTo>
                  <a:lnTo>
                    <a:pt x="35297" y="139179"/>
                  </a:lnTo>
                  <a:lnTo>
                    <a:pt x="29895" y="158056"/>
                  </a:lnTo>
                  <a:lnTo>
                    <a:pt x="18868" y="193207"/>
                  </a:lnTo>
                  <a:lnTo>
                    <a:pt x="3099" y="242327"/>
                  </a:lnTo>
                  <a:lnTo>
                    <a:pt x="6879" y="355308"/>
                  </a:lnTo>
                  <a:lnTo>
                    <a:pt x="65105" y="348259"/>
                  </a:lnTo>
                  <a:lnTo>
                    <a:pt x="101312" y="344971"/>
                  </a:lnTo>
                  <a:lnTo>
                    <a:pt x="130618" y="344600"/>
                  </a:lnTo>
                  <a:lnTo>
                    <a:pt x="168141" y="346303"/>
                  </a:lnTo>
                  <a:lnTo>
                    <a:pt x="219501" y="350355"/>
                  </a:lnTo>
                  <a:lnTo>
                    <a:pt x="271820" y="356083"/>
                  </a:lnTo>
                  <a:lnTo>
                    <a:pt x="312471" y="361199"/>
                  </a:lnTo>
                  <a:lnTo>
                    <a:pt x="328827" y="363413"/>
                  </a:lnTo>
                  <a:lnTo>
                    <a:pt x="320419" y="242327"/>
                  </a:lnTo>
                  <a:lnTo>
                    <a:pt x="299398" y="183115"/>
                  </a:lnTo>
                  <a:lnTo>
                    <a:pt x="288855" y="152377"/>
                  </a:lnTo>
                  <a:lnTo>
                    <a:pt x="285607" y="140212"/>
                  </a:lnTo>
                  <a:lnTo>
                    <a:pt x="286472" y="136718"/>
                  </a:lnTo>
                  <a:lnTo>
                    <a:pt x="296301" y="115896"/>
                  </a:lnTo>
                  <a:lnTo>
                    <a:pt x="342649" y="12282"/>
                  </a:lnTo>
                  <a:lnTo>
                    <a:pt x="333843" y="8565"/>
                  </a:lnTo>
                  <a:lnTo>
                    <a:pt x="302195" y="78436"/>
                  </a:lnTo>
                  <a:lnTo>
                    <a:pt x="285469" y="114564"/>
                  </a:lnTo>
                  <a:lnTo>
                    <a:pt x="278105" y="128503"/>
                  </a:lnTo>
                  <a:lnTo>
                    <a:pt x="274546" y="131807"/>
                  </a:lnTo>
                  <a:lnTo>
                    <a:pt x="254334" y="139386"/>
                  </a:lnTo>
                  <a:lnTo>
                    <a:pt x="157796" y="173670"/>
                  </a:lnTo>
                  <a:lnTo>
                    <a:pt x="93047" y="151288"/>
                  </a:lnTo>
                  <a:lnTo>
                    <a:pt x="59791" y="139545"/>
                  </a:lnTo>
                  <a:lnTo>
                    <a:pt x="47523" y="134587"/>
                  </a:lnTo>
                  <a:lnTo>
                    <a:pt x="45736" y="132561"/>
                  </a:lnTo>
                  <a:lnTo>
                    <a:pt x="40105" y="110815"/>
                  </a:lnTo>
                  <a:lnTo>
                    <a:pt x="9863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2" name="object 382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6658419" y="5658954"/>
              <a:ext cx="202580" cy="88268"/>
            </a:xfrm>
            <a:prstGeom prst="rect">
              <a:avLst/>
            </a:prstGeom>
          </p:spPr>
        </p:pic>
      </p:grpSp>
      <p:grpSp>
        <p:nvGrpSpPr>
          <p:cNvPr id="383" name="object 383" descr=""/>
          <p:cNvGrpSpPr/>
          <p:nvPr/>
        </p:nvGrpSpPr>
        <p:grpSpPr>
          <a:xfrm>
            <a:off x="13208172" y="8630973"/>
            <a:ext cx="200025" cy="340995"/>
            <a:chOff x="13208172" y="8630973"/>
            <a:chExt cx="200025" cy="340995"/>
          </a:xfrm>
        </p:grpSpPr>
        <p:sp>
          <p:nvSpPr>
            <p:cNvPr id="384" name="object 384" descr=""/>
            <p:cNvSpPr/>
            <p:nvPr/>
          </p:nvSpPr>
          <p:spPr>
            <a:xfrm>
              <a:off x="13292661" y="8927367"/>
              <a:ext cx="94615" cy="44450"/>
            </a:xfrm>
            <a:custGeom>
              <a:avLst/>
              <a:gdLst/>
              <a:ahLst/>
              <a:cxnLst/>
              <a:rect l="l" t="t" r="r" b="b"/>
              <a:pathLst>
                <a:path w="94615" h="44450">
                  <a:moveTo>
                    <a:pt x="66323" y="0"/>
                  </a:moveTo>
                  <a:lnTo>
                    <a:pt x="51094" y="1161"/>
                  </a:lnTo>
                  <a:lnTo>
                    <a:pt x="42105" y="6799"/>
                  </a:lnTo>
                  <a:lnTo>
                    <a:pt x="35071" y="14273"/>
                  </a:lnTo>
                  <a:lnTo>
                    <a:pt x="29007" y="21564"/>
                  </a:lnTo>
                  <a:lnTo>
                    <a:pt x="22927" y="26647"/>
                  </a:lnTo>
                  <a:lnTo>
                    <a:pt x="14683" y="30782"/>
                  </a:lnTo>
                  <a:lnTo>
                    <a:pt x="5620" y="35836"/>
                  </a:lnTo>
                  <a:lnTo>
                    <a:pt x="0" y="40701"/>
                  </a:lnTo>
                  <a:lnTo>
                    <a:pt x="2080" y="44270"/>
                  </a:lnTo>
                  <a:lnTo>
                    <a:pt x="12051" y="44158"/>
                  </a:lnTo>
                  <a:lnTo>
                    <a:pt x="24871" y="40466"/>
                  </a:lnTo>
                  <a:lnTo>
                    <a:pt x="44717" y="32940"/>
                  </a:lnTo>
                  <a:lnTo>
                    <a:pt x="48678" y="31865"/>
                  </a:lnTo>
                  <a:lnTo>
                    <a:pt x="86381" y="19538"/>
                  </a:lnTo>
                  <a:lnTo>
                    <a:pt x="94582" y="10634"/>
                  </a:lnTo>
                  <a:lnTo>
                    <a:pt x="84357" y="3639"/>
                  </a:lnTo>
                  <a:lnTo>
                    <a:pt x="66323" y="0"/>
                  </a:lnTo>
                  <a:close/>
                </a:path>
              </a:pathLst>
            </a:custGeom>
            <a:solidFill>
              <a:srgbClr val="E1B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3208172" y="8630973"/>
              <a:ext cx="200025" cy="294005"/>
            </a:xfrm>
            <a:custGeom>
              <a:avLst/>
              <a:gdLst/>
              <a:ahLst/>
              <a:cxnLst/>
              <a:rect l="l" t="t" r="r" b="b"/>
              <a:pathLst>
                <a:path w="200025" h="294004">
                  <a:moveTo>
                    <a:pt x="126597" y="0"/>
                  </a:moveTo>
                  <a:lnTo>
                    <a:pt x="109375" y="12050"/>
                  </a:lnTo>
                  <a:lnTo>
                    <a:pt x="94317" y="35559"/>
                  </a:lnTo>
                  <a:lnTo>
                    <a:pt x="82122" y="63339"/>
                  </a:lnTo>
                  <a:lnTo>
                    <a:pt x="73488" y="88206"/>
                  </a:lnTo>
                  <a:lnTo>
                    <a:pt x="63167" y="109656"/>
                  </a:lnTo>
                  <a:lnTo>
                    <a:pt x="40047" y="158624"/>
                  </a:lnTo>
                  <a:lnTo>
                    <a:pt x="15871" y="212086"/>
                  </a:lnTo>
                  <a:lnTo>
                    <a:pt x="2380" y="247018"/>
                  </a:lnTo>
                  <a:lnTo>
                    <a:pt x="0" y="264422"/>
                  </a:lnTo>
                  <a:lnTo>
                    <a:pt x="264" y="279310"/>
                  </a:lnTo>
                  <a:lnTo>
                    <a:pt x="1587" y="289699"/>
                  </a:lnTo>
                  <a:lnTo>
                    <a:pt x="2380" y="293603"/>
                  </a:lnTo>
                  <a:lnTo>
                    <a:pt x="19322" y="286546"/>
                  </a:lnTo>
                  <a:lnTo>
                    <a:pt x="14690" y="268791"/>
                  </a:lnTo>
                  <a:lnTo>
                    <a:pt x="14028" y="255667"/>
                  </a:lnTo>
                  <a:lnTo>
                    <a:pt x="27793" y="217375"/>
                  </a:lnTo>
                  <a:lnTo>
                    <a:pt x="53351" y="164593"/>
                  </a:lnTo>
                  <a:lnTo>
                    <a:pt x="79907" y="114488"/>
                  </a:lnTo>
                  <a:lnTo>
                    <a:pt x="98098" y="119520"/>
                  </a:lnTo>
                  <a:lnTo>
                    <a:pt x="118151" y="118234"/>
                  </a:lnTo>
                  <a:lnTo>
                    <a:pt x="139576" y="116449"/>
                  </a:lnTo>
                  <a:lnTo>
                    <a:pt x="161883" y="119985"/>
                  </a:lnTo>
                  <a:lnTo>
                    <a:pt x="183806" y="120402"/>
                  </a:lnTo>
                  <a:lnTo>
                    <a:pt x="196468" y="106394"/>
                  </a:lnTo>
                  <a:lnTo>
                    <a:pt x="199601" y="83654"/>
                  </a:lnTo>
                  <a:lnTo>
                    <a:pt x="192940" y="57872"/>
                  </a:lnTo>
                  <a:lnTo>
                    <a:pt x="180589" y="33547"/>
                  </a:lnTo>
                  <a:lnTo>
                    <a:pt x="166122" y="13587"/>
                  </a:lnTo>
                  <a:lnTo>
                    <a:pt x="148477" y="1301"/>
                  </a:lnTo>
                  <a:lnTo>
                    <a:pt x="126597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6" name="object 386" descr=""/>
          <p:cNvGrpSpPr/>
          <p:nvPr/>
        </p:nvGrpSpPr>
        <p:grpSpPr>
          <a:xfrm>
            <a:off x="12478026" y="9641644"/>
            <a:ext cx="563245" cy="563245"/>
            <a:chOff x="12478026" y="9641644"/>
            <a:chExt cx="563245" cy="563245"/>
          </a:xfrm>
        </p:grpSpPr>
        <p:sp>
          <p:nvSpPr>
            <p:cNvPr id="387" name="object 387" descr=""/>
            <p:cNvSpPr/>
            <p:nvPr/>
          </p:nvSpPr>
          <p:spPr>
            <a:xfrm>
              <a:off x="12478026" y="9641644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4" h="563245">
                  <a:moveTo>
                    <a:pt x="281603" y="0"/>
                  </a:moveTo>
                  <a:lnTo>
                    <a:pt x="235926" y="3685"/>
                  </a:lnTo>
                  <a:lnTo>
                    <a:pt x="192595" y="14356"/>
                  </a:lnTo>
                  <a:lnTo>
                    <a:pt x="152191" y="31432"/>
                  </a:lnTo>
                  <a:lnTo>
                    <a:pt x="115292" y="54333"/>
                  </a:lnTo>
                  <a:lnTo>
                    <a:pt x="82480" y="82480"/>
                  </a:lnTo>
                  <a:lnTo>
                    <a:pt x="54333" y="115292"/>
                  </a:lnTo>
                  <a:lnTo>
                    <a:pt x="31432" y="152191"/>
                  </a:lnTo>
                  <a:lnTo>
                    <a:pt x="14356" y="192595"/>
                  </a:lnTo>
                  <a:lnTo>
                    <a:pt x="3685" y="235926"/>
                  </a:lnTo>
                  <a:lnTo>
                    <a:pt x="0" y="281603"/>
                  </a:lnTo>
                  <a:lnTo>
                    <a:pt x="3685" y="327281"/>
                  </a:lnTo>
                  <a:lnTo>
                    <a:pt x="14356" y="370612"/>
                  </a:lnTo>
                  <a:lnTo>
                    <a:pt x="31432" y="411016"/>
                  </a:lnTo>
                  <a:lnTo>
                    <a:pt x="54333" y="447914"/>
                  </a:lnTo>
                  <a:lnTo>
                    <a:pt x="82480" y="480727"/>
                  </a:lnTo>
                  <a:lnTo>
                    <a:pt x="115292" y="508874"/>
                  </a:lnTo>
                  <a:lnTo>
                    <a:pt x="152191" y="531775"/>
                  </a:lnTo>
                  <a:lnTo>
                    <a:pt x="192595" y="548851"/>
                  </a:lnTo>
                  <a:lnTo>
                    <a:pt x="235926" y="559522"/>
                  </a:lnTo>
                  <a:lnTo>
                    <a:pt x="281603" y="563207"/>
                  </a:lnTo>
                  <a:lnTo>
                    <a:pt x="327281" y="559522"/>
                  </a:lnTo>
                  <a:lnTo>
                    <a:pt x="370612" y="548851"/>
                  </a:lnTo>
                  <a:lnTo>
                    <a:pt x="411016" y="531775"/>
                  </a:lnTo>
                  <a:lnTo>
                    <a:pt x="447914" y="508874"/>
                  </a:lnTo>
                  <a:lnTo>
                    <a:pt x="480727" y="480727"/>
                  </a:lnTo>
                  <a:lnTo>
                    <a:pt x="508874" y="447914"/>
                  </a:lnTo>
                  <a:lnTo>
                    <a:pt x="531775" y="411016"/>
                  </a:lnTo>
                  <a:lnTo>
                    <a:pt x="548851" y="370612"/>
                  </a:lnTo>
                  <a:lnTo>
                    <a:pt x="559522" y="327281"/>
                  </a:lnTo>
                  <a:lnTo>
                    <a:pt x="563207" y="281603"/>
                  </a:lnTo>
                  <a:lnTo>
                    <a:pt x="559522" y="235926"/>
                  </a:lnTo>
                  <a:lnTo>
                    <a:pt x="548851" y="192595"/>
                  </a:lnTo>
                  <a:lnTo>
                    <a:pt x="531775" y="152191"/>
                  </a:lnTo>
                  <a:lnTo>
                    <a:pt x="508874" y="115292"/>
                  </a:lnTo>
                  <a:lnTo>
                    <a:pt x="480727" y="82480"/>
                  </a:lnTo>
                  <a:lnTo>
                    <a:pt x="447914" y="54333"/>
                  </a:lnTo>
                  <a:lnTo>
                    <a:pt x="411016" y="31432"/>
                  </a:lnTo>
                  <a:lnTo>
                    <a:pt x="370612" y="14356"/>
                  </a:lnTo>
                  <a:lnTo>
                    <a:pt x="327281" y="3685"/>
                  </a:lnTo>
                  <a:lnTo>
                    <a:pt x="281603" y="0"/>
                  </a:lnTo>
                  <a:close/>
                </a:path>
              </a:pathLst>
            </a:custGeom>
            <a:solidFill>
              <a:srgbClr val="222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2566250" y="9729862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376" y="0"/>
                  </a:moveTo>
                  <a:lnTo>
                    <a:pt x="149035" y="5107"/>
                  </a:lnTo>
                  <a:lnTo>
                    <a:pt x="108332" y="19656"/>
                  </a:lnTo>
                  <a:lnTo>
                    <a:pt x="72427" y="42485"/>
                  </a:lnTo>
                  <a:lnTo>
                    <a:pt x="42481" y="72433"/>
                  </a:lnTo>
                  <a:lnTo>
                    <a:pt x="19654" y="108340"/>
                  </a:lnTo>
                  <a:lnTo>
                    <a:pt x="5106" y="149045"/>
                  </a:lnTo>
                  <a:lnTo>
                    <a:pt x="0" y="193386"/>
                  </a:lnTo>
                  <a:lnTo>
                    <a:pt x="5106" y="237728"/>
                  </a:lnTo>
                  <a:lnTo>
                    <a:pt x="19654" y="278432"/>
                  </a:lnTo>
                  <a:lnTo>
                    <a:pt x="42481" y="314339"/>
                  </a:lnTo>
                  <a:lnTo>
                    <a:pt x="72427" y="344288"/>
                  </a:lnTo>
                  <a:lnTo>
                    <a:pt x="108332" y="367117"/>
                  </a:lnTo>
                  <a:lnTo>
                    <a:pt x="149035" y="381666"/>
                  </a:lnTo>
                  <a:lnTo>
                    <a:pt x="193376" y="386773"/>
                  </a:lnTo>
                  <a:lnTo>
                    <a:pt x="237717" y="381666"/>
                  </a:lnTo>
                  <a:lnTo>
                    <a:pt x="278422" y="367117"/>
                  </a:lnTo>
                  <a:lnTo>
                    <a:pt x="314329" y="344288"/>
                  </a:lnTo>
                  <a:lnTo>
                    <a:pt x="344277" y="314339"/>
                  </a:lnTo>
                  <a:lnTo>
                    <a:pt x="367106" y="278432"/>
                  </a:lnTo>
                  <a:lnTo>
                    <a:pt x="381655" y="237728"/>
                  </a:lnTo>
                  <a:lnTo>
                    <a:pt x="386763" y="193386"/>
                  </a:lnTo>
                  <a:lnTo>
                    <a:pt x="381655" y="149045"/>
                  </a:lnTo>
                  <a:lnTo>
                    <a:pt x="367106" y="108340"/>
                  </a:lnTo>
                  <a:lnTo>
                    <a:pt x="344277" y="72433"/>
                  </a:lnTo>
                  <a:lnTo>
                    <a:pt x="314329" y="42485"/>
                  </a:lnTo>
                  <a:lnTo>
                    <a:pt x="278422" y="19656"/>
                  </a:lnTo>
                  <a:lnTo>
                    <a:pt x="237717" y="5107"/>
                  </a:lnTo>
                  <a:lnTo>
                    <a:pt x="19337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2595893" y="9759505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59" h="327659">
                  <a:moveTo>
                    <a:pt x="163733" y="0"/>
                  </a:moveTo>
                  <a:lnTo>
                    <a:pt x="120206" y="5849"/>
                  </a:lnTo>
                  <a:lnTo>
                    <a:pt x="81094" y="22357"/>
                  </a:lnTo>
                  <a:lnTo>
                    <a:pt x="47956" y="47961"/>
                  </a:lnTo>
                  <a:lnTo>
                    <a:pt x="22354" y="81102"/>
                  </a:lnTo>
                  <a:lnTo>
                    <a:pt x="5848" y="120216"/>
                  </a:lnTo>
                  <a:lnTo>
                    <a:pt x="0" y="163743"/>
                  </a:lnTo>
                  <a:lnTo>
                    <a:pt x="5848" y="207270"/>
                  </a:lnTo>
                  <a:lnTo>
                    <a:pt x="22354" y="246385"/>
                  </a:lnTo>
                  <a:lnTo>
                    <a:pt x="47956" y="279525"/>
                  </a:lnTo>
                  <a:lnTo>
                    <a:pt x="81094" y="305130"/>
                  </a:lnTo>
                  <a:lnTo>
                    <a:pt x="120206" y="321637"/>
                  </a:lnTo>
                  <a:lnTo>
                    <a:pt x="163733" y="327487"/>
                  </a:lnTo>
                  <a:lnTo>
                    <a:pt x="207264" y="321637"/>
                  </a:lnTo>
                  <a:lnTo>
                    <a:pt x="246379" y="305130"/>
                  </a:lnTo>
                  <a:lnTo>
                    <a:pt x="279518" y="279525"/>
                  </a:lnTo>
                  <a:lnTo>
                    <a:pt x="305121" y="246385"/>
                  </a:lnTo>
                  <a:lnTo>
                    <a:pt x="321628" y="207270"/>
                  </a:lnTo>
                  <a:lnTo>
                    <a:pt x="327476" y="163743"/>
                  </a:lnTo>
                  <a:lnTo>
                    <a:pt x="321628" y="120216"/>
                  </a:lnTo>
                  <a:lnTo>
                    <a:pt x="305121" y="81102"/>
                  </a:lnTo>
                  <a:lnTo>
                    <a:pt x="279518" y="47961"/>
                  </a:lnTo>
                  <a:lnTo>
                    <a:pt x="246379" y="22357"/>
                  </a:lnTo>
                  <a:lnTo>
                    <a:pt x="207264" y="5849"/>
                  </a:lnTo>
                  <a:lnTo>
                    <a:pt x="163733" y="0"/>
                  </a:lnTo>
                  <a:close/>
                </a:path>
              </a:pathLst>
            </a:custGeom>
            <a:solidFill>
              <a:srgbClr val="9F9D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0" name="object 390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2596540" y="9756572"/>
              <a:ext cx="325226" cy="313040"/>
            </a:xfrm>
            <a:prstGeom prst="rect">
              <a:avLst/>
            </a:prstGeom>
          </p:spPr>
        </p:pic>
      </p:grpSp>
      <p:grpSp>
        <p:nvGrpSpPr>
          <p:cNvPr id="391" name="object 391" descr=""/>
          <p:cNvGrpSpPr/>
          <p:nvPr/>
        </p:nvGrpSpPr>
        <p:grpSpPr>
          <a:xfrm>
            <a:off x="14025919" y="9641644"/>
            <a:ext cx="563245" cy="563245"/>
            <a:chOff x="14025919" y="9641644"/>
            <a:chExt cx="563245" cy="563245"/>
          </a:xfrm>
        </p:grpSpPr>
        <p:sp>
          <p:nvSpPr>
            <p:cNvPr id="392" name="object 392" descr=""/>
            <p:cNvSpPr/>
            <p:nvPr/>
          </p:nvSpPr>
          <p:spPr>
            <a:xfrm>
              <a:off x="14025919" y="9641644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4" h="563245">
                  <a:moveTo>
                    <a:pt x="281603" y="0"/>
                  </a:moveTo>
                  <a:lnTo>
                    <a:pt x="235926" y="3685"/>
                  </a:lnTo>
                  <a:lnTo>
                    <a:pt x="192595" y="14356"/>
                  </a:lnTo>
                  <a:lnTo>
                    <a:pt x="152191" y="31432"/>
                  </a:lnTo>
                  <a:lnTo>
                    <a:pt x="115292" y="54333"/>
                  </a:lnTo>
                  <a:lnTo>
                    <a:pt x="82480" y="82480"/>
                  </a:lnTo>
                  <a:lnTo>
                    <a:pt x="54333" y="115292"/>
                  </a:lnTo>
                  <a:lnTo>
                    <a:pt x="31432" y="152191"/>
                  </a:lnTo>
                  <a:lnTo>
                    <a:pt x="14356" y="192595"/>
                  </a:lnTo>
                  <a:lnTo>
                    <a:pt x="3685" y="235926"/>
                  </a:lnTo>
                  <a:lnTo>
                    <a:pt x="0" y="281603"/>
                  </a:lnTo>
                  <a:lnTo>
                    <a:pt x="3685" y="327281"/>
                  </a:lnTo>
                  <a:lnTo>
                    <a:pt x="14356" y="370612"/>
                  </a:lnTo>
                  <a:lnTo>
                    <a:pt x="31432" y="411016"/>
                  </a:lnTo>
                  <a:lnTo>
                    <a:pt x="54333" y="447914"/>
                  </a:lnTo>
                  <a:lnTo>
                    <a:pt x="82480" y="480727"/>
                  </a:lnTo>
                  <a:lnTo>
                    <a:pt x="115292" y="508874"/>
                  </a:lnTo>
                  <a:lnTo>
                    <a:pt x="152191" y="531775"/>
                  </a:lnTo>
                  <a:lnTo>
                    <a:pt x="192595" y="548851"/>
                  </a:lnTo>
                  <a:lnTo>
                    <a:pt x="235926" y="559522"/>
                  </a:lnTo>
                  <a:lnTo>
                    <a:pt x="281603" y="563207"/>
                  </a:lnTo>
                  <a:lnTo>
                    <a:pt x="327281" y="559522"/>
                  </a:lnTo>
                  <a:lnTo>
                    <a:pt x="370612" y="548851"/>
                  </a:lnTo>
                  <a:lnTo>
                    <a:pt x="411016" y="531775"/>
                  </a:lnTo>
                  <a:lnTo>
                    <a:pt x="447914" y="508874"/>
                  </a:lnTo>
                  <a:lnTo>
                    <a:pt x="480727" y="480727"/>
                  </a:lnTo>
                  <a:lnTo>
                    <a:pt x="508874" y="447914"/>
                  </a:lnTo>
                  <a:lnTo>
                    <a:pt x="531775" y="411016"/>
                  </a:lnTo>
                  <a:lnTo>
                    <a:pt x="548851" y="370612"/>
                  </a:lnTo>
                  <a:lnTo>
                    <a:pt x="559522" y="327281"/>
                  </a:lnTo>
                  <a:lnTo>
                    <a:pt x="563207" y="281603"/>
                  </a:lnTo>
                  <a:lnTo>
                    <a:pt x="559522" y="235926"/>
                  </a:lnTo>
                  <a:lnTo>
                    <a:pt x="548851" y="192595"/>
                  </a:lnTo>
                  <a:lnTo>
                    <a:pt x="531775" y="152191"/>
                  </a:lnTo>
                  <a:lnTo>
                    <a:pt x="508874" y="115292"/>
                  </a:lnTo>
                  <a:lnTo>
                    <a:pt x="480727" y="82480"/>
                  </a:lnTo>
                  <a:lnTo>
                    <a:pt x="447914" y="54333"/>
                  </a:lnTo>
                  <a:lnTo>
                    <a:pt x="411016" y="31432"/>
                  </a:lnTo>
                  <a:lnTo>
                    <a:pt x="370612" y="14356"/>
                  </a:lnTo>
                  <a:lnTo>
                    <a:pt x="327281" y="3685"/>
                  </a:lnTo>
                  <a:lnTo>
                    <a:pt x="281603" y="0"/>
                  </a:lnTo>
                  <a:close/>
                </a:path>
              </a:pathLst>
            </a:custGeom>
            <a:solidFill>
              <a:srgbClr val="222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14114142" y="9729862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376" y="0"/>
                  </a:moveTo>
                  <a:lnTo>
                    <a:pt x="149038" y="5107"/>
                  </a:lnTo>
                  <a:lnTo>
                    <a:pt x="108337" y="19656"/>
                  </a:lnTo>
                  <a:lnTo>
                    <a:pt x="72431" y="42485"/>
                  </a:lnTo>
                  <a:lnTo>
                    <a:pt x="42484" y="72433"/>
                  </a:lnTo>
                  <a:lnTo>
                    <a:pt x="19656" y="108340"/>
                  </a:lnTo>
                  <a:lnTo>
                    <a:pt x="5107" y="149045"/>
                  </a:lnTo>
                  <a:lnTo>
                    <a:pt x="0" y="193386"/>
                  </a:lnTo>
                  <a:lnTo>
                    <a:pt x="5107" y="237728"/>
                  </a:lnTo>
                  <a:lnTo>
                    <a:pt x="19656" y="278432"/>
                  </a:lnTo>
                  <a:lnTo>
                    <a:pt x="42484" y="314339"/>
                  </a:lnTo>
                  <a:lnTo>
                    <a:pt x="72431" y="344288"/>
                  </a:lnTo>
                  <a:lnTo>
                    <a:pt x="108337" y="367117"/>
                  </a:lnTo>
                  <a:lnTo>
                    <a:pt x="149038" y="381666"/>
                  </a:lnTo>
                  <a:lnTo>
                    <a:pt x="193376" y="386773"/>
                  </a:lnTo>
                  <a:lnTo>
                    <a:pt x="237717" y="381666"/>
                  </a:lnTo>
                  <a:lnTo>
                    <a:pt x="278422" y="367117"/>
                  </a:lnTo>
                  <a:lnTo>
                    <a:pt x="314329" y="344288"/>
                  </a:lnTo>
                  <a:lnTo>
                    <a:pt x="344277" y="314339"/>
                  </a:lnTo>
                  <a:lnTo>
                    <a:pt x="367106" y="278432"/>
                  </a:lnTo>
                  <a:lnTo>
                    <a:pt x="381655" y="237728"/>
                  </a:lnTo>
                  <a:lnTo>
                    <a:pt x="386763" y="193386"/>
                  </a:lnTo>
                  <a:lnTo>
                    <a:pt x="381655" y="149045"/>
                  </a:lnTo>
                  <a:lnTo>
                    <a:pt x="367106" y="108340"/>
                  </a:lnTo>
                  <a:lnTo>
                    <a:pt x="344277" y="72433"/>
                  </a:lnTo>
                  <a:lnTo>
                    <a:pt x="314329" y="42485"/>
                  </a:lnTo>
                  <a:lnTo>
                    <a:pt x="278422" y="19656"/>
                  </a:lnTo>
                  <a:lnTo>
                    <a:pt x="237717" y="5107"/>
                  </a:lnTo>
                  <a:lnTo>
                    <a:pt x="193376" y="0"/>
                  </a:lnTo>
                  <a:close/>
                </a:path>
              </a:pathLst>
            </a:custGeom>
            <a:solidFill>
              <a:srgbClr val="B8B8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4143785" y="9759505"/>
              <a:ext cx="327660" cy="327660"/>
            </a:xfrm>
            <a:custGeom>
              <a:avLst/>
              <a:gdLst/>
              <a:ahLst/>
              <a:cxnLst/>
              <a:rect l="l" t="t" r="r" b="b"/>
              <a:pathLst>
                <a:path w="327659" h="327659">
                  <a:moveTo>
                    <a:pt x="163733" y="0"/>
                  </a:moveTo>
                  <a:lnTo>
                    <a:pt x="120206" y="5849"/>
                  </a:lnTo>
                  <a:lnTo>
                    <a:pt x="81094" y="22357"/>
                  </a:lnTo>
                  <a:lnTo>
                    <a:pt x="47956" y="47961"/>
                  </a:lnTo>
                  <a:lnTo>
                    <a:pt x="22354" y="81102"/>
                  </a:lnTo>
                  <a:lnTo>
                    <a:pt x="5848" y="120216"/>
                  </a:lnTo>
                  <a:lnTo>
                    <a:pt x="0" y="163743"/>
                  </a:lnTo>
                  <a:lnTo>
                    <a:pt x="5848" y="207270"/>
                  </a:lnTo>
                  <a:lnTo>
                    <a:pt x="22354" y="246385"/>
                  </a:lnTo>
                  <a:lnTo>
                    <a:pt x="47956" y="279525"/>
                  </a:lnTo>
                  <a:lnTo>
                    <a:pt x="81094" y="305130"/>
                  </a:lnTo>
                  <a:lnTo>
                    <a:pt x="120206" y="321637"/>
                  </a:lnTo>
                  <a:lnTo>
                    <a:pt x="163733" y="327487"/>
                  </a:lnTo>
                  <a:lnTo>
                    <a:pt x="207264" y="321637"/>
                  </a:lnTo>
                  <a:lnTo>
                    <a:pt x="246379" y="305130"/>
                  </a:lnTo>
                  <a:lnTo>
                    <a:pt x="279518" y="279525"/>
                  </a:lnTo>
                  <a:lnTo>
                    <a:pt x="305121" y="246385"/>
                  </a:lnTo>
                  <a:lnTo>
                    <a:pt x="321628" y="207270"/>
                  </a:lnTo>
                  <a:lnTo>
                    <a:pt x="327476" y="163743"/>
                  </a:lnTo>
                  <a:lnTo>
                    <a:pt x="321628" y="120216"/>
                  </a:lnTo>
                  <a:lnTo>
                    <a:pt x="305121" y="81102"/>
                  </a:lnTo>
                  <a:lnTo>
                    <a:pt x="279518" y="47961"/>
                  </a:lnTo>
                  <a:lnTo>
                    <a:pt x="246379" y="22357"/>
                  </a:lnTo>
                  <a:lnTo>
                    <a:pt x="207264" y="5849"/>
                  </a:lnTo>
                  <a:lnTo>
                    <a:pt x="163733" y="0"/>
                  </a:lnTo>
                  <a:close/>
                </a:path>
              </a:pathLst>
            </a:custGeom>
            <a:solidFill>
              <a:srgbClr val="9F9D9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5" name="object 395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4144424" y="9756572"/>
              <a:ext cx="325236" cy="313040"/>
            </a:xfrm>
            <a:prstGeom prst="rect">
              <a:avLst/>
            </a:prstGeom>
          </p:spPr>
        </p:pic>
      </p:grpSp>
      <p:grpSp>
        <p:nvGrpSpPr>
          <p:cNvPr id="396" name="object 396" descr=""/>
          <p:cNvGrpSpPr/>
          <p:nvPr/>
        </p:nvGrpSpPr>
        <p:grpSpPr>
          <a:xfrm>
            <a:off x="12446972" y="8592262"/>
            <a:ext cx="2150745" cy="1405890"/>
            <a:chOff x="12446972" y="8592262"/>
            <a:chExt cx="2150745" cy="1405890"/>
          </a:xfrm>
        </p:grpSpPr>
        <p:sp>
          <p:nvSpPr>
            <p:cNvPr id="397" name="object 397" descr=""/>
            <p:cNvSpPr/>
            <p:nvPr/>
          </p:nvSpPr>
          <p:spPr>
            <a:xfrm>
              <a:off x="12446972" y="9463531"/>
              <a:ext cx="732790" cy="429895"/>
            </a:xfrm>
            <a:custGeom>
              <a:avLst/>
              <a:gdLst/>
              <a:ahLst/>
              <a:cxnLst/>
              <a:rect l="l" t="t" r="r" b="b"/>
              <a:pathLst>
                <a:path w="732790" h="429895">
                  <a:moveTo>
                    <a:pt x="357199" y="0"/>
                  </a:moveTo>
                  <a:lnTo>
                    <a:pt x="315089" y="3471"/>
                  </a:lnTo>
                  <a:lnTo>
                    <a:pt x="273338" y="12966"/>
                  </a:lnTo>
                  <a:lnTo>
                    <a:pt x="232467" y="27858"/>
                  </a:lnTo>
                  <a:lnTo>
                    <a:pt x="193001" y="47523"/>
                  </a:lnTo>
                  <a:lnTo>
                    <a:pt x="155461" y="71336"/>
                  </a:lnTo>
                  <a:lnTo>
                    <a:pt x="120373" y="98672"/>
                  </a:lnTo>
                  <a:lnTo>
                    <a:pt x="88258" y="128907"/>
                  </a:lnTo>
                  <a:lnTo>
                    <a:pt x="59640" y="161415"/>
                  </a:lnTo>
                  <a:lnTo>
                    <a:pt x="35042" y="195573"/>
                  </a:lnTo>
                  <a:lnTo>
                    <a:pt x="14987" y="230754"/>
                  </a:lnTo>
                  <a:lnTo>
                    <a:pt x="0" y="266334"/>
                  </a:lnTo>
                  <a:lnTo>
                    <a:pt x="10114" y="267627"/>
                  </a:lnTo>
                  <a:lnTo>
                    <a:pt x="38945" y="268456"/>
                  </a:lnTo>
                  <a:lnTo>
                    <a:pt x="82618" y="268890"/>
                  </a:lnTo>
                  <a:lnTo>
                    <a:pt x="137261" y="268999"/>
                  </a:lnTo>
                  <a:lnTo>
                    <a:pt x="263964" y="268513"/>
                  </a:lnTo>
                  <a:lnTo>
                    <a:pt x="388071" y="267549"/>
                  </a:lnTo>
                  <a:lnTo>
                    <a:pt x="441761" y="274002"/>
                  </a:lnTo>
                  <a:lnTo>
                    <a:pt x="491284" y="293522"/>
                  </a:lnTo>
                  <a:lnTo>
                    <a:pt x="534330" y="324837"/>
                  </a:lnTo>
                  <a:lnTo>
                    <a:pt x="568590" y="366677"/>
                  </a:lnTo>
                  <a:lnTo>
                    <a:pt x="607667" y="429376"/>
                  </a:lnTo>
                  <a:lnTo>
                    <a:pt x="732595" y="429376"/>
                  </a:lnTo>
                  <a:lnTo>
                    <a:pt x="713769" y="303292"/>
                  </a:lnTo>
                  <a:lnTo>
                    <a:pt x="685218" y="222665"/>
                  </a:lnTo>
                  <a:lnTo>
                    <a:pt x="626894" y="152758"/>
                  </a:lnTo>
                  <a:lnTo>
                    <a:pt x="518748" y="58833"/>
                  </a:lnTo>
                  <a:lnTo>
                    <a:pt x="480440" y="31967"/>
                  </a:lnTo>
                  <a:lnTo>
                    <a:pt x="440397" y="13622"/>
                  </a:lnTo>
                  <a:lnTo>
                    <a:pt x="399142" y="3175"/>
                  </a:lnTo>
                  <a:lnTo>
                    <a:pt x="357199" y="0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8" name="object 398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2499906" y="9382622"/>
              <a:ext cx="228270" cy="205765"/>
            </a:xfrm>
            <a:prstGeom prst="rect">
              <a:avLst/>
            </a:prstGeom>
          </p:spPr>
        </p:pic>
        <p:sp>
          <p:nvSpPr>
            <p:cNvPr id="399" name="object 399" descr=""/>
            <p:cNvSpPr/>
            <p:nvPr/>
          </p:nvSpPr>
          <p:spPr>
            <a:xfrm>
              <a:off x="12912319" y="8991517"/>
              <a:ext cx="1682114" cy="901700"/>
            </a:xfrm>
            <a:custGeom>
              <a:avLst/>
              <a:gdLst/>
              <a:ahLst/>
              <a:cxnLst/>
              <a:rect l="l" t="t" r="r" b="b"/>
              <a:pathLst>
                <a:path w="1682115" h="901700">
                  <a:moveTo>
                    <a:pt x="267246" y="901395"/>
                  </a:moveTo>
                  <a:lnTo>
                    <a:pt x="230441" y="782815"/>
                  </a:lnTo>
                  <a:lnTo>
                    <a:pt x="207035" y="715060"/>
                  </a:lnTo>
                  <a:lnTo>
                    <a:pt x="186994" y="672719"/>
                  </a:lnTo>
                  <a:lnTo>
                    <a:pt x="160312" y="630377"/>
                  </a:lnTo>
                  <a:lnTo>
                    <a:pt x="116509" y="581190"/>
                  </a:lnTo>
                  <a:lnTo>
                    <a:pt x="63487" y="539064"/>
                  </a:lnTo>
                  <a:lnTo>
                    <a:pt x="18796" y="509638"/>
                  </a:lnTo>
                  <a:lnTo>
                    <a:pt x="0" y="498576"/>
                  </a:lnTo>
                  <a:lnTo>
                    <a:pt x="11010" y="532193"/>
                  </a:lnTo>
                  <a:lnTo>
                    <a:pt x="27546" y="577989"/>
                  </a:lnTo>
                  <a:lnTo>
                    <a:pt x="55041" y="639330"/>
                  </a:lnTo>
                  <a:lnTo>
                    <a:pt x="76301" y="674281"/>
                  </a:lnTo>
                  <a:lnTo>
                    <a:pt x="100355" y="714705"/>
                  </a:lnTo>
                  <a:lnTo>
                    <a:pt x="123101" y="759117"/>
                  </a:lnTo>
                  <a:lnTo>
                    <a:pt x="140411" y="806018"/>
                  </a:lnTo>
                  <a:lnTo>
                    <a:pt x="148196" y="853935"/>
                  </a:lnTo>
                  <a:lnTo>
                    <a:pt x="142328" y="901395"/>
                  </a:lnTo>
                  <a:lnTo>
                    <a:pt x="267246" y="901395"/>
                  </a:lnTo>
                  <a:close/>
                </a:path>
                <a:path w="1682115" h="901700">
                  <a:moveTo>
                    <a:pt x="1681861" y="718350"/>
                  </a:moveTo>
                  <a:lnTo>
                    <a:pt x="1644243" y="648093"/>
                  </a:lnTo>
                  <a:lnTo>
                    <a:pt x="1613128" y="605472"/>
                  </a:lnTo>
                  <a:lnTo>
                    <a:pt x="1579118" y="561898"/>
                  </a:lnTo>
                  <a:lnTo>
                    <a:pt x="1543011" y="519417"/>
                  </a:lnTo>
                  <a:lnTo>
                    <a:pt x="1505597" y="480021"/>
                  </a:lnTo>
                  <a:lnTo>
                    <a:pt x="1467700" y="445757"/>
                  </a:lnTo>
                  <a:lnTo>
                    <a:pt x="1430108" y="418642"/>
                  </a:lnTo>
                  <a:lnTo>
                    <a:pt x="1378724" y="390842"/>
                  </a:lnTo>
                  <a:lnTo>
                    <a:pt x="1327912" y="370509"/>
                  </a:lnTo>
                  <a:lnTo>
                    <a:pt x="1277924" y="356971"/>
                  </a:lnTo>
                  <a:lnTo>
                    <a:pt x="1229004" y="349567"/>
                  </a:lnTo>
                  <a:lnTo>
                    <a:pt x="1181366" y="347611"/>
                  </a:lnTo>
                  <a:lnTo>
                    <a:pt x="1135253" y="350456"/>
                  </a:lnTo>
                  <a:lnTo>
                    <a:pt x="1090891" y="357416"/>
                  </a:lnTo>
                  <a:lnTo>
                    <a:pt x="1048524" y="367817"/>
                  </a:lnTo>
                  <a:lnTo>
                    <a:pt x="981176" y="387477"/>
                  </a:lnTo>
                  <a:lnTo>
                    <a:pt x="922553" y="405930"/>
                  </a:lnTo>
                  <a:lnTo>
                    <a:pt x="840105" y="433920"/>
                  </a:lnTo>
                  <a:lnTo>
                    <a:pt x="701294" y="482168"/>
                  </a:lnTo>
                  <a:lnTo>
                    <a:pt x="701167" y="494017"/>
                  </a:lnTo>
                  <a:lnTo>
                    <a:pt x="701827" y="527773"/>
                  </a:lnTo>
                  <a:lnTo>
                    <a:pt x="704862" y="580720"/>
                  </a:lnTo>
                  <a:lnTo>
                    <a:pt x="712787" y="659472"/>
                  </a:lnTo>
                  <a:lnTo>
                    <a:pt x="705396" y="710323"/>
                  </a:lnTo>
                  <a:lnTo>
                    <a:pt x="678688" y="752284"/>
                  </a:lnTo>
                  <a:lnTo>
                    <a:pt x="637527" y="780783"/>
                  </a:lnTo>
                  <a:lnTo>
                    <a:pt x="586778" y="791260"/>
                  </a:lnTo>
                  <a:lnTo>
                    <a:pt x="491337" y="790790"/>
                  </a:lnTo>
                  <a:lnTo>
                    <a:pt x="448424" y="785355"/>
                  </a:lnTo>
                  <a:lnTo>
                    <a:pt x="408597" y="770051"/>
                  </a:lnTo>
                  <a:lnTo>
                    <a:pt x="373507" y="745782"/>
                  </a:lnTo>
                  <a:lnTo>
                    <a:pt x="344830" y="713397"/>
                  </a:lnTo>
                  <a:lnTo>
                    <a:pt x="322262" y="667131"/>
                  </a:lnTo>
                  <a:lnTo>
                    <a:pt x="314299" y="616280"/>
                  </a:lnTo>
                  <a:lnTo>
                    <a:pt x="314236" y="604240"/>
                  </a:lnTo>
                  <a:lnTo>
                    <a:pt x="313359" y="575056"/>
                  </a:lnTo>
                  <a:lnTo>
                    <a:pt x="311099" y="545960"/>
                  </a:lnTo>
                  <a:lnTo>
                    <a:pt x="307428" y="517017"/>
                  </a:lnTo>
                  <a:lnTo>
                    <a:pt x="302387" y="488264"/>
                  </a:lnTo>
                  <a:lnTo>
                    <a:pt x="271272" y="332917"/>
                  </a:lnTo>
                  <a:lnTo>
                    <a:pt x="269189" y="316064"/>
                  </a:lnTo>
                  <a:lnTo>
                    <a:pt x="269532" y="299542"/>
                  </a:lnTo>
                  <a:lnTo>
                    <a:pt x="272034" y="283159"/>
                  </a:lnTo>
                  <a:lnTo>
                    <a:pt x="276529" y="267144"/>
                  </a:lnTo>
                  <a:lnTo>
                    <a:pt x="326326" y="122440"/>
                  </a:lnTo>
                  <a:lnTo>
                    <a:pt x="329463" y="99745"/>
                  </a:lnTo>
                  <a:lnTo>
                    <a:pt x="311099" y="60312"/>
                  </a:lnTo>
                  <a:lnTo>
                    <a:pt x="177584" y="4178"/>
                  </a:lnTo>
                  <a:lnTo>
                    <a:pt x="157010" y="0"/>
                  </a:lnTo>
                  <a:lnTo>
                    <a:pt x="146532" y="508"/>
                  </a:lnTo>
                  <a:lnTo>
                    <a:pt x="136207" y="2781"/>
                  </a:lnTo>
                  <a:lnTo>
                    <a:pt x="99580" y="300761"/>
                  </a:lnTo>
                  <a:lnTo>
                    <a:pt x="96050" y="350202"/>
                  </a:lnTo>
                  <a:lnTo>
                    <a:pt x="97561" y="399478"/>
                  </a:lnTo>
                  <a:lnTo>
                    <a:pt x="104038" y="448246"/>
                  </a:lnTo>
                  <a:lnTo>
                    <a:pt x="115430" y="496087"/>
                  </a:lnTo>
                  <a:lnTo>
                    <a:pt x="131648" y="542658"/>
                  </a:lnTo>
                  <a:lnTo>
                    <a:pt x="152615" y="587565"/>
                  </a:lnTo>
                  <a:lnTo>
                    <a:pt x="292252" y="850544"/>
                  </a:lnTo>
                  <a:lnTo>
                    <a:pt x="320484" y="880287"/>
                  </a:lnTo>
                  <a:lnTo>
                    <a:pt x="360032" y="891184"/>
                  </a:lnTo>
                  <a:lnTo>
                    <a:pt x="1021003" y="889063"/>
                  </a:lnTo>
                  <a:lnTo>
                    <a:pt x="1031722" y="875436"/>
                  </a:lnTo>
                  <a:lnTo>
                    <a:pt x="1055941" y="845464"/>
                  </a:lnTo>
                  <a:lnTo>
                    <a:pt x="1081747" y="815492"/>
                  </a:lnTo>
                  <a:lnTo>
                    <a:pt x="1097229" y="801878"/>
                  </a:lnTo>
                  <a:lnTo>
                    <a:pt x="1624571" y="780694"/>
                  </a:lnTo>
                  <a:lnTo>
                    <a:pt x="1655279" y="770813"/>
                  </a:lnTo>
                  <a:lnTo>
                    <a:pt x="1675396" y="748030"/>
                  </a:lnTo>
                  <a:lnTo>
                    <a:pt x="1681861" y="71835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2883120" y="8988434"/>
              <a:ext cx="1091565" cy="1009650"/>
            </a:xfrm>
            <a:custGeom>
              <a:avLst/>
              <a:gdLst/>
              <a:ahLst/>
              <a:cxnLst/>
              <a:rect l="l" t="t" r="r" b="b"/>
              <a:pathLst>
                <a:path w="1091565" h="1009650">
                  <a:moveTo>
                    <a:pt x="144089" y="0"/>
                  </a:moveTo>
                  <a:lnTo>
                    <a:pt x="10591" y="332506"/>
                  </a:lnTo>
                  <a:lnTo>
                    <a:pt x="224" y="375555"/>
                  </a:lnTo>
                  <a:lnTo>
                    <a:pt x="0" y="419267"/>
                  </a:lnTo>
                  <a:lnTo>
                    <a:pt x="9725" y="461885"/>
                  </a:lnTo>
                  <a:lnTo>
                    <a:pt x="29208" y="501653"/>
                  </a:lnTo>
                  <a:lnTo>
                    <a:pt x="330665" y="970141"/>
                  </a:lnTo>
                  <a:lnTo>
                    <a:pt x="361389" y="998723"/>
                  </a:lnTo>
                  <a:lnTo>
                    <a:pt x="402055" y="1009093"/>
                  </a:lnTo>
                  <a:lnTo>
                    <a:pt x="971944" y="1009093"/>
                  </a:lnTo>
                  <a:lnTo>
                    <a:pt x="1015187" y="998630"/>
                  </a:lnTo>
                  <a:lnTo>
                    <a:pt x="1048873" y="969555"/>
                  </a:lnTo>
                  <a:lnTo>
                    <a:pt x="1086212" y="917389"/>
                  </a:lnTo>
                  <a:lnTo>
                    <a:pt x="1091113" y="903614"/>
                  </a:lnTo>
                  <a:lnTo>
                    <a:pt x="1088210" y="890194"/>
                  </a:lnTo>
                  <a:lnTo>
                    <a:pt x="1078989" y="880021"/>
                  </a:lnTo>
                  <a:lnTo>
                    <a:pt x="1064936" y="875987"/>
                  </a:lnTo>
                  <a:lnTo>
                    <a:pt x="399103" y="875987"/>
                  </a:lnTo>
                  <a:lnTo>
                    <a:pt x="376689" y="872977"/>
                  </a:lnTo>
                  <a:lnTo>
                    <a:pt x="338643" y="850693"/>
                  </a:lnTo>
                  <a:lnTo>
                    <a:pt x="172188" y="560007"/>
                  </a:lnTo>
                  <a:lnTo>
                    <a:pt x="149587" y="492707"/>
                  </a:lnTo>
                  <a:lnTo>
                    <a:pt x="148034" y="457239"/>
                  </a:lnTo>
                  <a:lnTo>
                    <a:pt x="153152" y="421802"/>
                  </a:lnTo>
                  <a:lnTo>
                    <a:pt x="213820" y="170972"/>
                  </a:lnTo>
                  <a:lnTo>
                    <a:pt x="218599" y="125944"/>
                  </a:lnTo>
                  <a:lnTo>
                    <a:pt x="211692" y="81939"/>
                  </a:lnTo>
                  <a:lnTo>
                    <a:pt x="193748" y="41172"/>
                  </a:lnTo>
                  <a:lnTo>
                    <a:pt x="165413" y="5857"/>
                  </a:lnTo>
                  <a:lnTo>
                    <a:pt x="155197" y="126"/>
                  </a:lnTo>
                  <a:lnTo>
                    <a:pt x="144089" y="0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1" name="object 401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3084110" y="8867243"/>
              <a:ext cx="190790" cy="205382"/>
            </a:xfrm>
            <a:prstGeom prst="rect">
              <a:avLst/>
            </a:prstGeom>
          </p:spPr>
        </p:pic>
        <p:sp>
          <p:nvSpPr>
            <p:cNvPr id="402" name="object 402" descr=""/>
            <p:cNvSpPr/>
            <p:nvPr/>
          </p:nvSpPr>
          <p:spPr>
            <a:xfrm>
              <a:off x="13901886" y="9283842"/>
              <a:ext cx="478790" cy="145415"/>
            </a:xfrm>
            <a:custGeom>
              <a:avLst/>
              <a:gdLst/>
              <a:ahLst/>
              <a:cxnLst/>
              <a:rect l="l" t="t" r="r" b="b"/>
              <a:pathLst>
                <a:path w="478790" h="145415">
                  <a:moveTo>
                    <a:pt x="171619" y="0"/>
                  </a:moveTo>
                  <a:lnTo>
                    <a:pt x="119888" y="5933"/>
                  </a:lnTo>
                  <a:lnTo>
                    <a:pt x="78771" y="15939"/>
                  </a:lnTo>
                  <a:lnTo>
                    <a:pt x="25933" y="39263"/>
                  </a:lnTo>
                  <a:lnTo>
                    <a:pt x="0" y="76214"/>
                  </a:lnTo>
                  <a:lnTo>
                    <a:pt x="6056" y="94121"/>
                  </a:lnTo>
                  <a:lnTo>
                    <a:pt x="20645" y="106219"/>
                  </a:lnTo>
                  <a:lnTo>
                    <a:pt x="40890" y="108365"/>
                  </a:lnTo>
                  <a:lnTo>
                    <a:pt x="62621" y="104775"/>
                  </a:lnTo>
                  <a:lnTo>
                    <a:pt x="87247" y="101863"/>
                  </a:lnTo>
                  <a:lnTo>
                    <a:pt x="114917" y="99807"/>
                  </a:lnTo>
                  <a:lnTo>
                    <a:pt x="145777" y="98785"/>
                  </a:lnTo>
                  <a:lnTo>
                    <a:pt x="204008" y="100516"/>
                  </a:lnTo>
                  <a:lnTo>
                    <a:pt x="260762" y="106410"/>
                  </a:lnTo>
                  <a:lnTo>
                    <a:pt x="314003" y="115076"/>
                  </a:lnTo>
                  <a:lnTo>
                    <a:pt x="361696" y="125127"/>
                  </a:lnTo>
                  <a:lnTo>
                    <a:pt x="401804" y="135175"/>
                  </a:lnTo>
                  <a:lnTo>
                    <a:pt x="432292" y="143830"/>
                  </a:lnTo>
                  <a:lnTo>
                    <a:pt x="443224" y="145250"/>
                  </a:lnTo>
                  <a:lnTo>
                    <a:pt x="478436" y="113389"/>
                  </a:lnTo>
                  <a:lnTo>
                    <a:pt x="478614" y="100868"/>
                  </a:lnTo>
                  <a:lnTo>
                    <a:pt x="474274" y="89125"/>
                  </a:lnTo>
                  <a:lnTo>
                    <a:pt x="422360" y="46912"/>
                  </a:lnTo>
                  <a:lnTo>
                    <a:pt x="309382" y="9262"/>
                  </a:lnTo>
                  <a:lnTo>
                    <a:pt x="234580" y="367"/>
                  </a:lnTo>
                  <a:lnTo>
                    <a:pt x="171619" y="0"/>
                  </a:lnTo>
                  <a:close/>
                </a:path>
              </a:pathLst>
            </a:custGeom>
            <a:solidFill>
              <a:srgbClr val="222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3570979" y="9227598"/>
              <a:ext cx="787400" cy="262255"/>
            </a:xfrm>
            <a:custGeom>
              <a:avLst/>
              <a:gdLst/>
              <a:ahLst/>
              <a:cxnLst/>
              <a:rect l="l" t="t" r="r" b="b"/>
              <a:pathLst>
                <a:path w="787400" h="262254">
                  <a:moveTo>
                    <a:pt x="787285" y="74752"/>
                  </a:moveTo>
                  <a:lnTo>
                    <a:pt x="776820" y="39433"/>
                  </a:lnTo>
                  <a:lnTo>
                    <a:pt x="750798" y="13360"/>
                  </a:lnTo>
                  <a:lnTo>
                    <a:pt x="713143" y="3187"/>
                  </a:lnTo>
                  <a:lnTo>
                    <a:pt x="617829" y="1282"/>
                  </a:lnTo>
                  <a:lnTo>
                    <a:pt x="583412" y="0"/>
                  </a:lnTo>
                  <a:lnTo>
                    <a:pt x="563473" y="4597"/>
                  </a:lnTo>
                  <a:lnTo>
                    <a:pt x="550379" y="19608"/>
                  </a:lnTo>
                  <a:lnTo>
                    <a:pt x="543166" y="35217"/>
                  </a:lnTo>
                  <a:lnTo>
                    <a:pt x="543166" y="31394"/>
                  </a:lnTo>
                  <a:lnTo>
                    <a:pt x="540512" y="19443"/>
                  </a:lnTo>
                  <a:lnTo>
                    <a:pt x="533425" y="10083"/>
                  </a:lnTo>
                  <a:lnTo>
                    <a:pt x="523151" y="4406"/>
                  </a:lnTo>
                  <a:lnTo>
                    <a:pt x="510946" y="3479"/>
                  </a:lnTo>
                  <a:lnTo>
                    <a:pt x="297865" y="34124"/>
                  </a:lnTo>
                  <a:lnTo>
                    <a:pt x="258533" y="38760"/>
                  </a:lnTo>
                  <a:lnTo>
                    <a:pt x="219036" y="41402"/>
                  </a:lnTo>
                  <a:lnTo>
                    <a:pt x="179463" y="42024"/>
                  </a:lnTo>
                  <a:lnTo>
                    <a:pt x="139877" y="40640"/>
                  </a:lnTo>
                  <a:lnTo>
                    <a:pt x="98577" y="44856"/>
                  </a:lnTo>
                  <a:lnTo>
                    <a:pt x="61633" y="61480"/>
                  </a:lnTo>
                  <a:lnTo>
                    <a:pt x="31686" y="88785"/>
                  </a:lnTo>
                  <a:lnTo>
                    <a:pt x="11404" y="125006"/>
                  </a:lnTo>
                  <a:lnTo>
                    <a:pt x="0" y="167614"/>
                  </a:lnTo>
                  <a:lnTo>
                    <a:pt x="850" y="197434"/>
                  </a:lnTo>
                  <a:lnTo>
                    <a:pt x="9017" y="226123"/>
                  </a:lnTo>
                  <a:lnTo>
                    <a:pt x="24269" y="252298"/>
                  </a:lnTo>
                  <a:lnTo>
                    <a:pt x="29514" y="259118"/>
                  </a:lnTo>
                  <a:lnTo>
                    <a:pt x="38277" y="262204"/>
                  </a:lnTo>
                  <a:lnTo>
                    <a:pt x="104089" y="246253"/>
                  </a:lnTo>
                  <a:lnTo>
                    <a:pt x="187185" y="227482"/>
                  </a:lnTo>
                  <a:lnTo>
                    <a:pt x="259829" y="206489"/>
                  </a:lnTo>
                  <a:lnTo>
                    <a:pt x="322618" y="184010"/>
                  </a:lnTo>
                  <a:lnTo>
                    <a:pt x="376161" y="160832"/>
                  </a:lnTo>
                  <a:lnTo>
                    <a:pt x="421030" y="137706"/>
                  </a:lnTo>
                  <a:lnTo>
                    <a:pt x="457860" y="115392"/>
                  </a:lnTo>
                  <a:lnTo>
                    <a:pt x="509714" y="76276"/>
                  </a:lnTo>
                  <a:lnTo>
                    <a:pt x="536511" y="49580"/>
                  </a:lnTo>
                  <a:lnTo>
                    <a:pt x="527951" y="86982"/>
                  </a:lnTo>
                  <a:lnTo>
                    <a:pt x="536740" y="105232"/>
                  </a:lnTo>
                  <a:lnTo>
                    <a:pt x="550824" y="111163"/>
                  </a:lnTo>
                  <a:lnTo>
                    <a:pt x="558190" y="111633"/>
                  </a:lnTo>
                  <a:lnTo>
                    <a:pt x="778217" y="112687"/>
                  </a:lnTo>
                  <a:lnTo>
                    <a:pt x="787285" y="74752"/>
                  </a:lnTo>
                  <a:close/>
                </a:path>
              </a:pathLst>
            </a:custGeom>
            <a:solidFill>
              <a:srgbClr val="5E3A3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4" name="object 404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4463496" y="9524098"/>
              <a:ext cx="134196" cy="156155"/>
            </a:xfrm>
            <a:prstGeom prst="rect">
              <a:avLst/>
            </a:prstGeom>
          </p:spPr>
        </p:pic>
        <p:sp>
          <p:nvSpPr>
            <p:cNvPr id="405" name="object 405" descr=""/>
            <p:cNvSpPr/>
            <p:nvPr/>
          </p:nvSpPr>
          <p:spPr>
            <a:xfrm>
              <a:off x="13190912" y="8592262"/>
              <a:ext cx="200025" cy="294005"/>
            </a:xfrm>
            <a:custGeom>
              <a:avLst/>
              <a:gdLst/>
              <a:ahLst/>
              <a:cxnLst/>
              <a:rect l="l" t="t" r="r" b="b"/>
              <a:pathLst>
                <a:path w="200025" h="294004">
                  <a:moveTo>
                    <a:pt x="126597" y="0"/>
                  </a:moveTo>
                  <a:lnTo>
                    <a:pt x="109375" y="12050"/>
                  </a:lnTo>
                  <a:lnTo>
                    <a:pt x="94319" y="35559"/>
                  </a:lnTo>
                  <a:lnTo>
                    <a:pt x="82127" y="63339"/>
                  </a:lnTo>
                  <a:lnTo>
                    <a:pt x="73499" y="88206"/>
                  </a:lnTo>
                  <a:lnTo>
                    <a:pt x="63171" y="109656"/>
                  </a:lnTo>
                  <a:lnTo>
                    <a:pt x="40048" y="158624"/>
                  </a:lnTo>
                  <a:lnTo>
                    <a:pt x="15871" y="212086"/>
                  </a:lnTo>
                  <a:lnTo>
                    <a:pt x="2380" y="247018"/>
                  </a:lnTo>
                  <a:lnTo>
                    <a:pt x="0" y="264422"/>
                  </a:lnTo>
                  <a:lnTo>
                    <a:pt x="264" y="279310"/>
                  </a:lnTo>
                  <a:lnTo>
                    <a:pt x="1587" y="289699"/>
                  </a:lnTo>
                  <a:lnTo>
                    <a:pt x="2380" y="293603"/>
                  </a:lnTo>
                  <a:lnTo>
                    <a:pt x="19322" y="286546"/>
                  </a:lnTo>
                  <a:lnTo>
                    <a:pt x="14690" y="268791"/>
                  </a:lnTo>
                  <a:lnTo>
                    <a:pt x="14028" y="255667"/>
                  </a:lnTo>
                  <a:lnTo>
                    <a:pt x="27793" y="217375"/>
                  </a:lnTo>
                  <a:lnTo>
                    <a:pt x="53353" y="164593"/>
                  </a:lnTo>
                  <a:lnTo>
                    <a:pt x="79917" y="114488"/>
                  </a:lnTo>
                  <a:lnTo>
                    <a:pt x="98106" y="119520"/>
                  </a:lnTo>
                  <a:lnTo>
                    <a:pt x="118156" y="118234"/>
                  </a:lnTo>
                  <a:lnTo>
                    <a:pt x="139577" y="116449"/>
                  </a:lnTo>
                  <a:lnTo>
                    <a:pt x="161883" y="119985"/>
                  </a:lnTo>
                  <a:lnTo>
                    <a:pt x="183806" y="120402"/>
                  </a:lnTo>
                  <a:lnTo>
                    <a:pt x="196468" y="106394"/>
                  </a:lnTo>
                  <a:lnTo>
                    <a:pt x="199601" y="83654"/>
                  </a:lnTo>
                  <a:lnTo>
                    <a:pt x="192940" y="57872"/>
                  </a:lnTo>
                  <a:lnTo>
                    <a:pt x="180589" y="33547"/>
                  </a:lnTo>
                  <a:lnTo>
                    <a:pt x="166122" y="13587"/>
                  </a:lnTo>
                  <a:lnTo>
                    <a:pt x="148477" y="1301"/>
                  </a:lnTo>
                  <a:lnTo>
                    <a:pt x="126597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6" name="object 406" descr=""/>
            <p:cNvSpPr/>
            <p:nvPr/>
          </p:nvSpPr>
          <p:spPr>
            <a:xfrm>
              <a:off x="13842220" y="9418404"/>
              <a:ext cx="689610" cy="354330"/>
            </a:xfrm>
            <a:custGeom>
              <a:avLst/>
              <a:gdLst/>
              <a:ahLst/>
              <a:cxnLst/>
              <a:rect l="l" t="t" r="r" b="b"/>
              <a:pathLst>
                <a:path w="689609" h="354329">
                  <a:moveTo>
                    <a:pt x="264647" y="0"/>
                  </a:moveTo>
                  <a:lnTo>
                    <a:pt x="216571" y="1343"/>
                  </a:lnTo>
                  <a:lnTo>
                    <a:pt x="170318" y="7783"/>
                  </a:lnTo>
                  <a:lnTo>
                    <a:pt x="127394" y="19931"/>
                  </a:lnTo>
                  <a:lnTo>
                    <a:pt x="89305" y="38399"/>
                  </a:lnTo>
                  <a:lnTo>
                    <a:pt x="57558" y="63799"/>
                  </a:lnTo>
                  <a:lnTo>
                    <a:pt x="33661" y="96744"/>
                  </a:lnTo>
                  <a:lnTo>
                    <a:pt x="19120" y="137846"/>
                  </a:lnTo>
                  <a:lnTo>
                    <a:pt x="0" y="244523"/>
                  </a:lnTo>
                  <a:lnTo>
                    <a:pt x="8183" y="302578"/>
                  </a:lnTo>
                  <a:lnTo>
                    <a:pt x="56771" y="332257"/>
                  </a:lnTo>
                  <a:lnTo>
                    <a:pt x="158864" y="353808"/>
                  </a:lnTo>
                  <a:lnTo>
                    <a:pt x="294975" y="350874"/>
                  </a:lnTo>
                  <a:lnTo>
                    <a:pt x="355789" y="349208"/>
                  </a:lnTo>
                  <a:lnTo>
                    <a:pt x="419266" y="347103"/>
                  </a:lnTo>
                  <a:lnTo>
                    <a:pt x="482370" y="344502"/>
                  </a:lnTo>
                  <a:lnTo>
                    <a:pt x="542067" y="341348"/>
                  </a:lnTo>
                  <a:lnTo>
                    <a:pt x="595321" y="337582"/>
                  </a:lnTo>
                  <a:lnTo>
                    <a:pt x="639097" y="333149"/>
                  </a:lnTo>
                  <a:lnTo>
                    <a:pt x="686073" y="322050"/>
                  </a:lnTo>
                  <a:lnTo>
                    <a:pt x="689442" y="304300"/>
                  </a:lnTo>
                  <a:lnTo>
                    <a:pt x="679307" y="273641"/>
                  </a:lnTo>
                  <a:lnTo>
                    <a:pt x="657980" y="234013"/>
                  </a:lnTo>
                  <a:lnTo>
                    <a:pt x="627772" y="189361"/>
                  </a:lnTo>
                  <a:lnTo>
                    <a:pt x="590995" y="143625"/>
                  </a:lnTo>
                  <a:lnTo>
                    <a:pt x="549960" y="100749"/>
                  </a:lnTo>
                  <a:lnTo>
                    <a:pt x="506979" y="64675"/>
                  </a:lnTo>
                  <a:lnTo>
                    <a:pt x="445032" y="33343"/>
                  </a:lnTo>
                  <a:lnTo>
                    <a:pt x="404736" y="20424"/>
                  </a:lnTo>
                  <a:lnTo>
                    <a:pt x="360236" y="10152"/>
                  </a:lnTo>
                  <a:lnTo>
                    <a:pt x="313037" y="3140"/>
                  </a:lnTo>
                  <a:lnTo>
                    <a:pt x="264647" y="0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7" name="object 407" descr=""/>
            <p:cNvSpPr/>
            <p:nvPr/>
          </p:nvSpPr>
          <p:spPr>
            <a:xfrm>
              <a:off x="12550712" y="9680403"/>
              <a:ext cx="1845310" cy="85725"/>
            </a:xfrm>
            <a:custGeom>
              <a:avLst/>
              <a:gdLst/>
              <a:ahLst/>
              <a:cxnLst/>
              <a:rect l="l" t="t" r="r" b="b"/>
              <a:pathLst>
                <a:path w="1845309" h="85725">
                  <a:moveTo>
                    <a:pt x="155740" y="7315"/>
                  </a:moveTo>
                  <a:lnTo>
                    <a:pt x="148412" y="0"/>
                  </a:lnTo>
                  <a:lnTo>
                    <a:pt x="139471" y="0"/>
                  </a:lnTo>
                  <a:lnTo>
                    <a:pt x="7315" y="0"/>
                  </a:lnTo>
                  <a:lnTo>
                    <a:pt x="0" y="7315"/>
                  </a:lnTo>
                  <a:lnTo>
                    <a:pt x="0" y="25209"/>
                  </a:lnTo>
                  <a:lnTo>
                    <a:pt x="7315" y="32537"/>
                  </a:lnTo>
                  <a:lnTo>
                    <a:pt x="148412" y="32537"/>
                  </a:lnTo>
                  <a:lnTo>
                    <a:pt x="155740" y="25209"/>
                  </a:lnTo>
                  <a:lnTo>
                    <a:pt x="155740" y="7315"/>
                  </a:lnTo>
                  <a:close/>
                </a:path>
                <a:path w="1845309" h="85725">
                  <a:moveTo>
                    <a:pt x="1844954" y="73025"/>
                  </a:moveTo>
                  <a:lnTo>
                    <a:pt x="1843138" y="50787"/>
                  </a:lnTo>
                  <a:lnTo>
                    <a:pt x="1837639" y="46101"/>
                  </a:lnTo>
                  <a:lnTo>
                    <a:pt x="1831416" y="46621"/>
                  </a:lnTo>
                  <a:lnTo>
                    <a:pt x="1754098" y="52946"/>
                  </a:lnTo>
                  <a:lnTo>
                    <a:pt x="1749425" y="58445"/>
                  </a:lnTo>
                  <a:lnTo>
                    <a:pt x="1751241" y="80683"/>
                  </a:lnTo>
                  <a:lnTo>
                    <a:pt x="1756740" y="85356"/>
                  </a:lnTo>
                  <a:lnTo>
                    <a:pt x="1840280" y="78536"/>
                  </a:lnTo>
                  <a:lnTo>
                    <a:pt x="1844954" y="73025"/>
                  </a:lnTo>
                  <a:close/>
                </a:path>
              </a:pathLst>
            </a:custGeom>
            <a:solidFill>
              <a:srgbClr val="CF4A1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8" name="object 408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3179289" y="8853458"/>
              <a:ext cx="67313" cy="108342"/>
            </a:xfrm>
            <a:prstGeom prst="rect">
              <a:avLst/>
            </a:prstGeom>
          </p:spPr>
        </p:pic>
        <p:sp>
          <p:nvSpPr>
            <p:cNvPr id="409" name="object 409" descr=""/>
            <p:cNvSpPr/>
            <p:nvPr/>
          </p:nvSpPr>
          <p:spPr>
            <a:xfrm>
              <a:off x="13606491" y="9230495"/>
              <a:ext cx="502920" cy="81915"/>
            </a:xfrm>
            <a:custGeom>
              <a:avLst/>
              <a:gdLst/>
              <a:ahLst/>
              <a:cxnLst/>
              <a:rect l="l" t="t" r="r" b="b"/>
              <a:pathLst>
                <a:path w="502919" h="81915">
                  <a:moveTo>
                    <a:pt x="27228" y="54363"/>
                  </a:moveTo>
                  <a:lnTo>
                    <a:pt x="24367" y="54498"/>
                  </a:lnTo>
                  <a:lnTo>
                    <a:pt x="11846" y="63074"/>
                  </a:lnTo>
                  <a:lnTo>
                    <a:pt x="0" y="81447"/>
                  </a:lnTo>
                  <a:lnTo>
                    <a:pt x="20999" y="58028"/>
                  </a:lnTo>
                  <a:lnTo>
                    <a:pt x="27228" y="54363"/>
                  </a:lnTo>
                  <a:close/>
                </a:path>
                <a:path w="502919" h="81915">
                  <a:moveTo>
                    <a:pt x="389828" y="53512"/>
                  </a:moveTo>
                  <a:lnTo>
                    <a:pt x="45276" y="53512"/>
                  </a:lnTo>
                  <a:lnTo>
                    <a:pt x="82290" y="57909"/>
                  </a:lnTo>
                  <a:lnTo>
                    <a:pt x="170131" y="72607"/>
                  </a:lnTo>
                  <a:lnTo>
                    <a:pt x="221548" y="78234"/>
                  </a:lnTo>
                  <a:lnTo>
                    <a:pt x="276878" y="78159"/>
                  </a:lnTo>
                  <a:lnTo>
                    <a:pt x="335309" y="68966"/>
                  </a:lnTo>
                  <a:lnTo>
                    <a:pt x="389828" y="53512"/>
                  </a:lnTo>
                  <a:close/>
                </a:path>
                <a:path w="502919" h="81915">
                  <a:moveTo>
                    <a:pt x="81216" y="37881"/>
                  </a:moveTo>
                  <a:lnTo>
                    <a:pt x="45083" y="43858"/>
                  </a:lnTo>
                  <a:lnTo>
                    <a:pt x="27228" y="54363"/>
                  </a:lnTo>
                  <a:lnTo>
                    <a:pt x="45276" y="53512"/>
                  </a:lnTo>
                  <a:lnTo>
                    <a:pt x="389828" y="53512"/>
                  </a:lnTo>
                  <a:lnTo>
                    <a:pt x="403426" y="49657"/>
                  </a:lnTo>
                  <a:lnTo>
                    <a:pt x="434103" y="39040"/>
                  </a:lnTo>
                  <a:lnTo>
                    <a:pt x="138362" y="39040"/>
                  </a:lnTo>
                  <a:lnTo>
                    <a:pt x="81216" y="37881"/>
                  </a:lnTo>
                  <a:close/>
                </a:path>
                <a:path w="502919" h="81915">
                  <a:moveTo>
                    <a:pt x="489330" y="0"/>
                  </a:moveTo>
                  <a:lnTo>
                    <a:pt x="476645" y="287"/>
                  </a:lnTo>
                  <a:lnTo>
                    <a:pt x="451904" y="3124"/>
                  </a:lnTo>
                  <a:lnTo>
                    <a:pt x="356465" y="17758"/>
                  </a:lnTo>
                  <a:lnTo>
                    <a:pt x="296952" y="26424"/>
                  </a:lnTo>
                  <a:lnTo>
                    <a:pt x="237035" y="33903"/>
                  </a:lnTo>
                  <a:lnTo>
                    <a:pt x="182307" y="38630"/>
                  </a:lnTo>
                  <a:lnTo>
                    <a:pt x="138362" y="39040"/>
                  </a:lnTo>
                  <a:lnTo>
                    <a:pt x="434103" y="39040"/>
                  </a:lnTo>
                  <a:lnTo>
                    <a:pt x="456258" y="31373"/>
                  </a:lnTo>
                  <a:lnTo>
                    <a:pt x="490430" y="17742"/>
                  </a:lnTo>
                  <a:lnTo>
                    <a:pt x="502571" y="12392"/>
                  </a:lnTo>
                  <a:lnTo>
                    <a:pt x="499863" y="4917"/>
                  </a:lnTo>
                  <a:lnTo>
                    <a:pt x="496259" y="1164"/>
                  </a:lnTo>
                  <a:lnTo>
                    <a:pt x="489330" y="0"/>
                  </a:lnTo>
                  <a:close/>
                </a:path>
              </a:pathLst>
            </a:custGeom>
            <a:solidFill>
              <a:srgbClr val="8252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0" name="object 410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3202432" y="8905571"/>
              <a:ext cx="130990" cy="87926"/>
            </a:xfrm>
            <a:prstGeom prst="rect">
              <a:avLst/>
            </a:prstGeom>
          </p:spPr>
        </p:pic>
        <p:sp>
          <p:nvSpPr>
            <p:cNvPr id="411" name="object 411" descr=""/>
            <p:cNvSpPr/>
            <p:nvPr/>
          </p:nvSpPr>
          <p:spPr>
            <a:xfrm>
              <a:off x="13064004" y="9298586"/>
              <a:ext cx="115570" cy="301625"/>
            </a:xfrm>
            <a:custGeom>
              <a:avLst/>
              <a:gdLst/>
              <a:ahLst/>
              <a:cxnLst/>
              <a:rect l="l" t="t" r="r" b="b"/>
              <a:pathLst>
                <a:path w="115569" h="301625">
                  <a:moveTo>
                    <a:pt x="57200" y="0"/>
                  </a:moveTo>
                  <a:lnTo>
                    <a:pt x="14624" y="85333"/>
                  </a:lnTo>
                  <a:lnTo>
                    <a:pt x="3342" y="129499"/>
                  </a:lnTo>
                  <a:lnTo>
                    <a:pt x="0" y="155435"/>
                  </a:lnTo>
                  <a:lnTo>
                    <a:pt x="1222" y="179317"/>
                  </a:lnTo>
                  <a:lnTo>
                    <a:pt x="26634" y="244910"/>
                  </a:lnTo>
                  <a:lnTo>
                    <a:pt x="61565" y="296665"/>
                  </a:lnTo>
                  <a:lnTo>
                    <a:pt x="77090" y="301140"/>
                  </a:lnTo>
                  <a:lnTo>
                    <a:pt x="95550" y="290811"/>
                  </a:lnTo>
                  <a:lnTo>
                    <a:pt x="110518" y="273305"/>
                  </a:lnTo>
                  <a:lnTo>
                    <a:pt x="115564" y="256247"/>
                  </a:lnTo>
                  <a:lnTo>
                    <a:pt x="111319" y="238864"/>
                  </a:lnTo>
                  <a:lnTo>
                    <a:pt x="104428" y="215715"/>
                  </a:lnTo>
                  <a:lnTo>
                    <a:pt x="97458" y="187425"/>
                  </a:lnTo>
                  <a:lnTo>
                    <a:pt x="92978" y="154617"/>
                  </a:lnTo>
                  <a:lnTo>
                    <a:pt x="91375" y="113240"/>
                  </a:lnTo>
                  <a:lnTo>
                    <a:pt x="90239" y="66826"/>
                  </a:lnTo>
                  <a:lnTo>
                    <a:pt x="87914" y="27342"/>
                  </a:lnTo>
                  <a:lnTo>
                    <a:pt x="82748" y="6757"/>
                  </a:lnTo>
                  <a:lnTo>
                    <a:pt x="71910" y="1543"/>
                  </a:lnTo>
                  <a:lnTo>
                    <a:pt x="57200" y="0"/>
                  </a:lnTo>
                  <a:close/>
                </a:path>
              </a:pathLst>
            </a:custGeom>
            <a:solidFill>
              <a:srgbClr val="222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2" name="object 412" descr=""/>
            <p:cNvSpPr/>
            <p:nvPr/>
          </p:nvSpPr>
          <p:spPr>
            <a:xfrm>
              <a:off x="13317088" y="9772212"/>
              <a:ext cx="267335" cy="26034"/>
            </a:xfrm>
            <a:custGeom>
              <a:avLst/>
              <a:gdLst/>
              <a:ahLst/>
              <a:cxnLst/>
              <a:rect l="l" t="t" r="r" b="b"/>
              <a:pathLst>
                <a:path w="267334" h="26034">
                  <a:moveTo>
                    <a:pt x="261164" y="0"/>
                  </a:moveTo>
                  <a:lnTo>
                    <a:pt x="254180" y="0"/>
                  </a:lnTo>
                  <a:lnTo>
                    <a:pt x="5717" y="0"/>
                  </a:lnTo>
                  <a:lnTo>
                    <a:pt x="0" y="5717"/>
                  </a:lnTo>
                  <a:lnTo>
                    <a:pt x="0" y="19695"/>
                  </a:lnTo>
                  <a:lnTo>
                    <a:pt x="5717" y="25412"/>
                  </a:lnTo>
                  <a:lnTo>
                    <a:pt x="261164" y="25412"/>
                  </a:lnTo>
                  <a:lnTo>
                    <a:pt x="266881" y="19695"/>
                  </a:lnTo>
                  <a:lnTo>
                    <a:pt x="266881" y="5717"/>
                  </a:lnTo>
                  <a:lnTo>
                    <a:pt x="261164" y="0"/>
                  </a:lnTo>
                  <a:close/>
                </a:path>
              </a:pathLst>
            </a:custGeom>
            <a:solidFill>
              <a:srgbClr val="5E3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4002848" y="9802232"/>
              <a:ext cx="487680" cy="190500"/>
            </a:xfrm>
            <a:custGeom>
              <a:avLst/>
              <a:gdLst/>
              <a:ahLst/>
              <a:cxnLst/>
              <a:rect l="l" t="t" r="r" b="b"/>
              <a:pathLst>
                <a:path w="487680" h="190500">
                  <a:moveTo>
                    <a:pt x="377531" y="0"/>
                  </a:moveTo>
                  <a:lnTo>
                    <a:pt x="307596" y="12577"/>
                  </a:lnTo>
                  <a:lnTo>
                    <a:pt x="159779" y="81810"/>
                  </a:lnTo>
                  <a:lnTo>
                    <a:pt x="124578" y="95994"/>
                  </a:lnTo>
                  <a:lnTo>
                    <a:pt x="88146" y="106219"/>
                  </a:lnTo>
                  <a:lnTo>
                    <a:pt x="50818" y="112409"/>
                  </a:lnTo>
                  <a:lnTo>
                    <a:pt x="12925" y="114490"/>
                  </a:lnTo>
                  <a:lnTo>
                    <a:pt x="6359" y="116263"/>
                  </a:lnTo>
                  <a:lnTo>
                    <a:pt x="1820" y="120810"/>
                  </a:lnTo>
                  <a:lnTo>
                    <a:pt x="0" y="126969"/>
                  </a:lnTo>
                  <a:lnTo>
                    <a:pt x="1585" y="133578"/>
                  </a:lnTo>
                  <a:lnTo>
                    <a:pt x="39616" y="173532"/>
                  </a:lnTo>
                  <a:lnTo>
                    <a:pt x="92514" y="189158"/>
                  </a:lnTo>
                  <a:lnTo>
                    <a:pt x="142471" y="190435"/>
                  </a:lnTo>
                  <a:lnTo>
                    <a:pt x="192037" y="190469"/>
                  </a:lnTo>
                  <a:lnTo>
                    <a:pt x="241484" y="188045"/>
                  </a:lnTo>
                  <a:lnTo>
                    <a:pt x="290720" y="183175"/>
                  </a:lnTo>
                  <a:lnTo>
                    <a:pt x="339654" y="175869"/>
                  </a:lnTo>
                  <a:lnTo>
                    <a:pt x="388196" y="166139"/>
                  </a:lnTo>
                  <a:lnTo>
                    <a:pt x="436326" y="153975"/>
                  </a:lnTo>
                  <a:lnTo>
                    <a:pt x="483264" y="110831"/>
                  </a:lnTo>
                  <a:lnTo>
                    <a:pt x="487370" y="79102"/>
                  </a:lnTo>
                  <a:lnTo>
                    <a:pt x="476000" y="47497"/>
                  </a:lnTo>
                  <a:lnTo>
                    <a:pt x="460493" y="30395"/>
                  </a:lnTo>
                  <a:lnTo>
                    <a:pt x="428084" y="10251"/>
                  </a:lnTo>
                  <a:lnTo>
                    <a:pt x="377531" y="0"/>
                  </a:lnTo>
                  <a:close/>
                </a:path>
              </a:pathLst>
            </a:custGeom>
            <a:solidFill>
              <a:srgbClr val="6766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4177752" y="9823014"/>
              <a:ext cx="284480" cy="140335"/>
            </a:xfrm>
            <a:custGeom>
              <a:avLst/>
              <a:gdLst/>
              <a:ahLst/>
              <a:cxnLst/>
              <a:rect l="l" t="t" r="r" b="b"/>
              <a:pathLst>
                <a:path w="284480" h="140334">
                  <a:moveTo>
                    <a:pt x="187832" y="0"/>
                  </a:moveTo>
                  <a:lnTo>
                    <a:pt x="115921" y="25840"/>
                  </a:lnTo>
                  <a:lnTo>
                    <a:pt x="67040" y="54040"/>
                  </a:lnTo>
                  <a:lnTo>
                    <a:pt x="25267" y="82966"/>
                  </a:lnTo>
                  <a:lnTo>
                    <a:pt x="0" y="114576"/>
                  </a:lnTo>
                  <a:lnTo>
                    <a:pt x="6801" y="124760"/>
                  </a:lnTo>
                  <a:lnTo>
                    <a:pt x="23389" y="133504"/>
                  </a:lnTo>
                  <a:lnTo>
                    <a:pt x="50803" y="138885"/>
                  </a:lnTo>
                  <a:lnTo>
                    <a:pt x="88070" y="140183"/>
                  </a:lnTo>
                  <a:lnTo>
                    <a:pt x="134221" y="136676"/>
                  </a:lnTo>
                  <a:lnTo>
                    <a:pt x="184405" y="129030"/>
                  </a:lnTo>
                  <a:lnTo>
                    <a:pt x="230256" y="117348"/>
                  </a:lnTo>
                  <a:lnTo>
                    <a:pt x="265522" y="100045"/>
                  </a:lnTo>
                  <a:lnTo>
                    <a:pt x="283954" y="75536"/>
                  </a:lnTo>
                  <a:lnTo>
                    <a:pt x="283223" y="46828"/>
                  </a:lnTo>
                  <a:lnTo>
                    <a:pt x="266061" y="21327"/>
                  </a:lnTo>
                  <a:lnTo>
                    <a:pt x="233815" y="4047"/>
                  </a:lnTo>
                  <a:lnTo>
                    <a:pt x="187832" y="0"/>
                  </a:lnTo>
                  <a:close/>
                </a:path>
              </a:pathLst>
            </a:custGeom>
            <a:solidFill>
              <a:srgbClr val="EDEC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5" name="object 415" descr=""/>
            <p:cNvSpPr/>
            <p:nvPr/>
          </p:nvSpPr>
          <p:spPr>
            <a:xfrm>
              <a:off x="14108646" y="9566548"/>
              <a:ext cx="337820" cy="349250"/>
            </a:xfrm>
            <a:custGeom>
              <a:avLst/>
              <a:gdLst/>
              <a:ahLst/>
              <a:cxnLst/>
              <a:rect l="l" t="t" r="r" b="b"/>
              <a:pathLst>
                <a:path w="337819" h="349250">
                  <a:moveTo>
                    <a:pt x="164642" y="8750"/>
                  </a:moveTo>
                  <a:lnTo>
                    <a:pt x="164426" y="2476"/>
                  </a:lnTo>
                  <a:lnTo>
                    <a:pt x="161620" y="0"/>
                  </a:lnTo>
                  <a:lnTo>
                    <a:pt x="27279" y="4305"/>
                  </a:lnTo>
                  <a:lnTo>
                    <a:pt x="24815" y="6946"/>
                  </a:lnTo>
                  <a:lnTo>
                    <a:pt x="25006" y="13169"/>
                  </a:lnTo>
                  <a:lnTo>
                    <a:pt x="27559" y="15608"/>
                  </a:lnTo>
                  <a:lnTo>
                    <a:pt x="30607" y="15608"/>
                  </a:lnTo>
                  <a:lnTo>
                    <a:pt x="162166" y="11391"/>
                  </a:lnTo>
                  <a:lnTo>
                    <a:pt x="164642" y="8750"/>
                  </a:lnTo>
                  <a:close/>
                </a:path>
                <a:path w="337819" h="349250">
                  <a:moveTo>
                    <a:pt x="186372" y="32867"/>
                  </a:moveTo>
                  <a:lnTo>
                    <a:pt x="186220" y="26581"/>
                  </a:lnTo>
                  <a:lnTo>
                    <a:pt x="183489" y="24485"/>
                  </a:lnTo>
                  <a:lnTo>
                    <a:pt x="180454" y="24168"/>
                  </a:lnTo>
                  <a:lnTo>
                    <a:pt x="5638" y="28663"/>
                  </a:lnTo>
                  <a:lnTo>
                    <a:pt x="3149" y="31280"/>
                  </a:lnTo>
                  <a:lnTo>
                    <a:pt x="3314" y="37515"/>
                  </a:lnTo>
                  <a:lnTo>
                    <a:pt x="5854" y="39979"/>
                  </a:lnTo>
                  <a:lnTo>
                    <a:pt x="8928" y="39979"/>
                  </a:lnTo>
                  <a:lnTo>
                    <a:pt x="183883" y="35483"/>
                  </a:lnTo>
                  <a:lnTo>
                    <a:pt x="186372" y="32867"/>
                  </a:lnTo>
                  <a:close/>
                </a:path>
                <a:path w="337819" h="349250">
                  <a:moveTo>
                    <a:pt x="203415" y="56946"/>
                  </a:moveTo>
                  <a:lnTo>
                    <a:pt x="203327" y="53784"/>
                  </a:lnTo>
                  <a:lnTo>
                    <a:pt x="203238" y="50698"/>
                  </a:lnTo>
                  <a:lnTo>
                    <a:pt x="200710" y="48247"/>
                  </a:lnTo>
                  <a:lnTo>
                    <a:pt x="2476" y="53428"/>
                  </a:lnTo>
                  <a:lnTo>
                    <a:pt x="0" y="56045"/>
                  </a:lnTo>
                  <a:lnTo>
                    <a:pt x="165" y="62293"/>
                  </a:lnTo>
                  <a:lnTo>
                    <a:pt x="2692" y="64744"/>
                  </a:lnTo>
                  <a:lnTo>
                    <a:pt x="200939" y="59563"/>
                  </a:lnTo>
                  <a:lnTo>
                    <a:pt x="203415" y="56946"/>
                  </a:lnTo>
                  <a:close/>
                </a:path>
                <a:path w="337819" h="349250">
                  <a:moveTo>
                    <a:pt x="216344" y="80797"/>
                  </a:moveTo>
                  <a:lnTo>
                    <a:pt x="216242" y="77647"/>
                  </a:lnTo>
                  <a:lnTo>
                    <a:pt x="216141" y="74498"/>
                  </a:lnTo>
                  <a:lnTo>
                    <a:pt x="213347" y="72301"/>
                  </a:lnTo>
                  <a:lnTo>
                    <a:pt x="210362" y="72136"/>
                  </a:lnTo>
                  <a:lnTo>
                    <a:pt x="13081" y="78473"/>
                  </a:lnTo>
                  <a:lnTo>
                    <a:pt x="10604" y="81089"/>
                  </a:lnTo>
                  <a:lnTo>
                    <a:pt x="10807" y="87325"/>
                  </a:lnTo>
                  <a:lnTo>
                    <a:pt x="13335" y="89750"/>
                  </a:lnTo>
                  <a:lnTo>
                    <a:pt x="213880" y="83426"/>
                  </a:lnTo>
                  <a:lnTo>
                    <a:pt x="216344" y="80797"/>
                  </a:lnTo>
                  <a:close/>
                </a:path>
                <a:path w="337819" h="349250">
                  <a:moveTo>
                    <a:pt x="225552" y="105067"/>
                  </a:moveTo>
                  <a:lnTo>
                    <a:pt x="225450" y="101917"/>
                  </a:lnTo>
                  <a:lnTo>
                    <a:pt x="225336" y="98767"/>
                  </a:lnTo>
                  <a:lnTo>
                    <a:pt x="222694" y="96608"/>
                  </a:lnTo>
                  <a:lnTo>
                    <a:pt x="219570" y="96405"/>
                  </a:lnTo>
                  <a:lnTo>
                    <a:pt x="27279" y="102577"/>
                  </a:lnTo>
                  <a:lnTo>
                    <a:pt x="24815" y="105219"/>
                  </a:lnTo>
                  <a:lnTo>
                    <a:pt x="25019" y="111442"/>
                  </a:lnTo>
                  <a:lnTo>
                    <a:pt x="27546" y="113880"/>
                  </a:lnTo>
                  <a:lnTo>
                    <a:pt x="223075" y="107696"/>
                  </a:lnTo>
                  <a:lnTo>
                    <a:pt x="225552" y="105067"/>
                  </a:lnTo>
                  <a:close/>
                </a:path>
                <a:path w="337819" h="349250">
                  <a:moveTo>
                    <a:pt x="231902" y="129260"/>
                  </a:moveTo>
                  <a:lnTo>
                    <a:pt x="231698" y="122999"/>
                  </a:lnTo>
                  <a:lnTo>
                    <a:pt x="228930" y="120281"/>
                  </a:lnTo>
                  <a:lnTo>
                    <a:pt x="225920" y="120611"/>
                  </a:lnTo>
                  <a:lnTo>
                    <a:pt x="50088" y="126250"/>
                  </a:lnTo>
                  <a:lnTo>
                    <a:pt x="47612" y="128892"/>
                  </a:lnTo>
                  <a:lnTo>
                    <a:pt x="47815" y="135115"/>
                  </a:lnTo>
                  <a:lnTo>
                    <a:pt x="50355" y="137553"/>
                  </a:lnTo>
                  <a:lnTo>
                    <a:pt x="229438" y="131902"/>
                  </a:lnTo>
                  <a:lnTo>
                    <a:pt x="231902" y="129260"/>
                  </a:lnTo>
                  <a:close/>
                </a:path>
                <a:path w="337819" h="349250">
                  <a:moveTo>
                    <a:pt x="282117" y="283159"/>
                  </a:moveTo>
                  <a:lnTo>
                    <a:pt x="281203" y="280035"/>
                  </a:lnTo>
                  <a:lnTo>
                    <a:pt x="279565" y="279133"/>
                  </a:lnTo>
                  <a:lnTo>
                    <a:pt x="191770" y="304939"/>
                  </a:lnTo>
                  <a:lnTo>
                    <a:pt x="190881" y="306578"/>
                  </a:lnTo>
                  <a:lnTo>
                    <a:pt x="191706" y="309410"/>
                  </a:lnTo>
                  <a:lnTo>
                    <a:pt x="192874" y="310248"/>
                  </a:lnTo>
                  <a:lnTo>
                    <a:pt x="194157" y="310248"/>
                  </a:lnTo>
                  <a:lnTo>
                    <a:pt x="281228" y="284784"/>
                  </a:lnTo>
                  <a:lnTo>
                    <a:pt x="282117" y="283159"/>
                  </a:lnTo>
                  <a:close/>
                </a:path>
                <a:path w="337819" h="349250">
                  <a:moveTo>
                    <a:pt x="300990" y="294665"/>
                  </a:moveTo>
                  <a:lnTo>
                    <a:pt x="300062" y="291541"/>
                  </a:lnTo>
                  <a:lnTo>
                    <a:pt x="298437" y="290652"/>
                  </a:lnTo>
                  <a:lnTo>
                    <a:pt x="184924" y="323989"/>
                  </a:lnTo>
                  <a:lnTo>
                    <a:pt x="184035" y="325628"/>
                  </a:lnTo>
                  <a:lnTo>
                    <a:pt x="184861" y="328472"/>
                  </a:lnTo>
                  <a:lnTo>
                    <a:pt x="186029" y="329311"/>
                  </a:lnTo>
                  <a:lnTo>
                    <a:pt x="187312" y="329311"/>
                  </a:lnTo>
                  <a:lnTo>
                    <a:pt x="300088" y="296303"/>
                  </a:lnTo>
                  <a:lnTo>
                    <a:pt x="300990" y="294665"/>
                  </a:lnTo>
                  <a:close/>
                </a:path>
                <a:path w="337819" h="349250">
                  <a:moveTo>
                    <a:pt x="328549" y="303657"/>
                  </a:moveTo>
                  <a:lnTo>
                    <a:pt x="327647" y="300545"/>
                  </a:lnTo>
                  <a:lnTo>
                    <a:pt x="325996" y="299631"/>
                  </a:lnTo>
                  <a:lnTo>
                    <a:pt x="212496" y="332994"/>
                  </a:lnTo>
                  <a:lnTo>
                    <a:pt x="211607" y="334632"/>
                  </a:lnTo>
                  <a:lnTo>
                    <a:pt x="212432" y="337477"/>
                  </a:lnTo>
                  <a:lnTo>
                    <a:pt x="213601" y="338302"/>
                  </a:lnTo>
                  <a:lnTo>
                    <a:pt x="214884" y="338302"/>
                  </a:lnTo>
                  <a:lnTo>
                    <a:pt x="327660" y="305295"/>
                  </a:lnTo>
                  <a:lnTo>
                    <a:pt x="328549" y="303657"/>
                  </a:lnTo>
                  <a:close/>
                </a:path>
                <a:path w="337819" h="349250">
                  <a:moveTo>
                    <a:pt x="337324" y="319874"/>
                  </a:moveTo>
                  <a:lnTo>
                    <a:pt x="336410" y="316750"/>
                  </a:lnTo>
                  <a:lnTo>
                    <a:pt x="334746" y="315849"/>
                  </a:lnTo>
                  <a:lnTo>
                    <a:pt x="240118" y="343662"/>
                  </a:lnTo>
                  <a:lnTo>
                    <a:pt x="239229" y="345300"/>
                  </a:lnTo>
                  <a:lnTo>
                    <a:pt x="240055" y="348145"/>
                  </a:lnTo>
                  <a:lnTo>
                    <a:pt x="241236" y="348970"/>
                  </a:lnTo>
                  <a:lnTo>
                    <a:pt x="242506" y="348970"/>
                  </a:lnTo>
                  <a:lnTo>
                    <a:pt x="336435" y="321500"/>
                  </a:lnTo>
                  <a:lnTo>
                    <a:pt x="337324" y="319874"/>
                  </a:lnTo>
                  <a:close/>
                </a:path>
              </a:pathLst>
            </a:custGeom>
            <a:solidFill>
              <a:srgbClr val="22292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6" name="object 416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3742451" y="9785166"/>
              <a:ext cx="181862" cy="63568"/>
            </a:xfrm>
            <a:prstGeom prst="rect">
              <a:avLst/>
            </a:prstGeom>
          </p:spPr>
        </p:pic>
        <p:pic>
          <p:nvPicPr>
            <p:cNvPr id="417" name="object 417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2937937" y="9247516"/>
              <a:ext cx="91630" cy="156279"/>
            </a:xfrm>
            <a:prstGeom prst="rect">
              <a:avLst/>
            </a:prstGeom>
          </p:spPr>
        </p:pic>
        <p:pic>
          <p:nvPicPr>
            <p:cNvPr id="418" name="object 418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3029809" y="8813067"/>
              <a:ext cx="98081" cy="197617"/>
            </a:xfrm>
            <a:prstGeom prst="rect">
              <a:avLst/>
            </a:prstGeom>
          </p:spPr>
        </p:pic>
        <p:sp>
          <p:nvSpPr>
            <p:cNvPr id="419" name="object 419" descr=""/>
            <p:cNvSpPr/>
            <p:nvPr/>
          </p:nvSpPr>
          <p:spPr>
            <a:xfrm>
              <a:off x="12544133" y="9388189"/>
              <a:ext cx="1864995" cy="281940"/>
            </a:xfrm>
            <a:custGeom>
              <a:avLst/>
              <a:gdLst/>
              <a:ahLst/>
              <a:cxnLst/>
              <a:rect l="l" t="t" r="r" b="b"/>
              <a:pathLst>
                <a:path w="1864994" h="281940">
                  <a:moveTo>
                    <a:pt x="133629" y="34671"/>
                  </a:moveTo>
                  <a:lnTo>
                    <a:pt x="102895" y="10490"/>
                  </a:lnTo>
                  <a:lnTo>
                    <a:pt x="81038" y="0"/>
                  </a:lnTo>
                  <a:lnTo>
                    <a:pt x="57594" y="1028"/>
                  </a:lnTo>
                  <a:lnTo>
                    <a:pt x="22110" y="11379"/>
                  </a:lnTo>
                  <a:lnTo>
                    <a:pt x="13335" y="18173"/>
                  </a:lnTo>
                  <a:lnTo>
                    <a:pt x="9169" y="28638"/>
                  </a:lnTo>
                  <a:lnTo>
                    <a:pt x="10248" y="38227"/>
                  </a:lnTo>
                  <a:lnTo>
                    <a:pt x="17170" y="42443"/>
                  </a:lnTo>
                  <a:lnTo>
                    <a:pt x="35255" y="39738"/>
                  </a:lnTo>
                  <a:lnTo>
                    <a:pt x="65036" y="34607"/>
                  </a:lnTo>
                  <a:lnTo>
                    <a:pt x="100012" y="31445"/>
                  </a:lnTo>
                  <a:lnTo>
                    <a:pt x="133629" y="34671"/>
                  </a:lnTo>
                  <a:close/>
                </a:path>
                <a:path w="1864994" h="281940">
                  <a:moveTo>
                    <a:pt x="408876" y="237070"/>
                  </a:moveTo>
                  <a:lnTo>
                    <a:pt x="403364" y="218440"/>
                  </a:lnTo>
                  <a:lnTo>
                    <a:pt x="380187" y="177520"/>
                  </a:lnTo>
                  <a:lnTo>
                    <a:pt x="329387" y="136804"/>
                  </a:lnTo>
                  <a:lnTo>
                    <a:pt x="240995" y="118770"/>
                  </a:lnTo>
                  <a:lnTo>
                    <a:pt x="154355" y="121907"/>
                  </a:lnTo>
                  <a:lnTo>
                    <a:pt x="100380" y="139877"/>
                  </a:lnTo>
                  <a:lnTo>
                    <a:pt x="56451" y="187947"/>
                  </a:lnTo>
                  <a:lnTo>
                    <a:pt x="0" y="281343"/>
                  </a:lnTo>
                  <a:lnTo>
                    <a:pt x="21336" y="263448"/>
                  </a:lnTo>
                  <a:lnTo>
                    <a:pt x="76911" y="223913"/>
                  </a:lnTo>
                  <a:lnTo>
                    <a:pt x="154038" y="183972"/>
                  </a:lnTo>
                  <a:lnTo>
                    <a:pt x="240055" y="164884"/>
                  </a:lnTo>
                  <a:lnTo>
                    <a:pt x="307136" y="164833"/>
                  </a:lnTo>
                  <a:lnTo>
                    <a:pt x="345503" y="172466"/>
                  </a:lnTo>
                  <a:lnTo>
                    <a:pt x="369595" y="194614"/>
                  </a:lnTo>
                  <a:lnTo>
                    <a:pt x="393801" y="238188"/>
                  </a:lnTo>
                  <a:lnTo>
                    <a:pt x="408876" y="237070"/>
                  </a:lnTo>
                  <a:close/>
                </a:path>
                <a:path w="1864994" h="281940">
                  <a:moveTo>
                    <a:pt x="1864639" y="186207"/>
                  </a:moveTo>
                  <a:lnTo>
                    <a:pt x="1780882" y="121805"/>
                  </a:lnTo>
                  <a:lnTo>
                    <a:pt x="1686026" y="72898"/>
                  </a:lnTo>
                  <a:lnTo>
                    <a:pt x="1564576" y="40932"/>
                  </a:lnTo>
                  <a:lnTo>
                    <a:pt x="1461503" y="30835"/>
                  </a:lnTo>
                  <a:lnTo>
                    <a:pt x="1402702" y="42608"/>
                  </a:lnTo>
                  <a:lnTo>
                    <a:pt x="1366164" y="89852"/>
                  </a:lnTo>
                  <a:lnTo>
                    <a:pt x="1329905" y="186207"/>
                  </a:lnTo>
                  <a:lnTo>
                    <a:pt x="1365211" y="180568"/>
                  </a:lnTo>
                  <a:lnTo>
                    <a:pt x="1390891" y="165608"/>
                  </a:lnTo>
                  <a:lnTo>
                    <a:pt x="1411770" y="144881"/>
                  </a:lnTo>
                  <a:lnTo>
                    <a:pt x="1432725" y="121932"/>
                  </a:lnTo>
                  <a:lnTo>
                    <a:pt x="1458595" y="100330"/>
                  </a:lnTo>
                  <a:lnTo>
                    <a:pt x="1494218" y="83604"/>
                  </a:lnTo>
                  <a:lnTo>
                    <a:pt x="1544459" y="75336"/>
                  </a:lnTo>
                  <a:lnTo>
                    <a:pt x="1627124" y="73329"/>
                  </a:lnTo>
                  <a:lnTo>
                    <a:pt x="1688020" y="84201"/>
                  </a:lnTo>
                  <a:lnTo>
                    <a:pt x="1757197" y="118364"/>
                  </a:lnTo>
                  <a:lnTo>
                    <a:pt x="1864639" y="186207"/>
                  </a:lnTo>
                  <a:close/>
                </a:path>
              </a:pathLst>
            </a:custGeom>
            <a:solidFill>
              <a:srgbClr val="C6E4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0" name="object 420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4215630" y="9114577"/>
              <a:ext cx="257961" cy="266166"/>
            </a:xfrm>
            <a:prstGeom prst="rect">
              <a:avLst/>
            </a:prstGeom>
          </p:spPr>
        </p:pic>
        <p:sp>
          <p:nvSpPr>
            <p:cNvPr id="421" name="object 421" descr=""/>
            <p:cNvSpPr/>
            <p:nvPr/>
          </p:nvSpPr>
          <p:spPr>
            <a:xfrm>
              <a:off x="12837192" y="9072116"/>
              <a:ext cx="135255" cy="274320"/>
            </a:xfrm>
            <a:custGeom>
              <a:avLst/>
              <a:gdLst/>
              <a:ahLst/>
              <a:cxnLst/>
              <a:rect l="l" t="t" r="r" b="b"/>
              <a:pathLst>
                <a:path w="135254" h="274320">
                  <a:moveTo>
                    <a:pt x="4376" y="203627"/>
                  </a:moveTo>
                  <a:lnTo>
                    <a:pt x="1329" y="205679"/>
                  </a:lnTo>
                  <a:lnTo>
                    <a:pt x="0" y="212045"/>
                  </a:lnTo>
                  <a:lnTo>
                    <a:pt x="2052" y="215155"/>
                  </a:lnTo>
                  <a:lnTo>
                    <a:pt x="40271" y="223124"/>
                  </a:lnTo>
                  <a:lnTo>
                    <a:pt x="39234" y="227584"/>
                  </a:lnTo>
                  <a:lnTo>
                    <a:pt x="38731" y="230903"/>
                  </a:lnTo>
                  <a:lnTo>
                    <a:pt x="38930" y="232788"/>
                  </a:lnTo>
                  <a:lnTo>
                    <a:pt x="44251" y="246634"/>
                  </a:lnTo>
                  <a:lnTo>
                    <a:pt x="54541" y="258077"/>
                  </a:lnTo>
                  <a:lnTo>
                    <a:pt x="66007" y="266695"/>
                  </a:lnTo>
                  <a:lnTo>
                    <a:pt x="74856" y="272065"/>
                  </a:lnTo>
                  <a:lnTo>
                    <a:pt x="76248" y="272850"/>
                  </a:lnTo>
                  <a:lnTo>
                    <a:pt x="77557" y="273719"/>
                  </a:lnTo>
                  <a:lnTo>
                    <a:pt x="78688" y="274033"/>
                  </a:lnTo>
                  <a:lnTo>
                    <a:pt x="81714" y="274033"/>
                  </a:lnTo>
                  <a:lnTo>
                    <a:pt x="83589" y="273112"/>
                  </a:lnTo>
                  <a:lnTo>
                    <a:pt x="86499" y="268703"/>
                  </a:lnTo>
                  <a:lnTo>
                    <a:pt x="85787" y="265070"/>
                  </a:lnTo>
                  <a:lnTo>
                    <a:pt x="82657" y="262986"/>
                  </a:lnTo>
                  <a:lnTo>
                    <a:pt x="80709" y="261855"/>
                  </a:lnTo>
                  <a:lnTo>
                    <a:pt x="68137" y="253824"/>
                  </a:lnTo>
                  <a:lnTo>
                    <a:pt x="58915" y="246080"/>
                  </a:lnTo>
                  <a:lnTo>
                    <a:pt x="53072" y="238648"/>
                  </a:lnTo>
                  <a:lnTo>
                    <a:pt x="50637" y="231553"/>
                  </a:lnTo>
                  <a:lnTo>
                    <a:pt x="50975" y="228033"/>
                  </a:lnTo>
                  <a:lnTo>
                    <a:pt x="52309" y="222312"/>
                  </a:lnTo>
                  <a:lnTo>
                    <a:pt x="54551" y="214605"/>
                  </a:lnTo>
                  <a:lnTo>
                    <a:pt x="55471" y="211752"/>
                  </a:lnTo>
                  <a:lnTo>
                    <a:pt x="43380" y="211752"/>
                  </a:lnTo>
                  <a:lnTo>
                    <a:pt x="4376" y="203627"/>
                  </a:lnTo>
                  <a:close/>
                </a:path>
                <a:path w="135254" h="274320">
                  <a:moveTo>
                    <a:pt x="104053" y="14355"/>
                  </a:moveTo>
                  <a:lnTo>
                    <a:pt x="77095" y="42883"/>
                  </a:lnTo>
                  <a:lnTo>
                    <a:pt x="70175" y="58270"/>
                  </a:lnTo>
                  <a:lnTo>
                    <a:pt x="69306" y="58930"/>
                  </a:lnTo>
                  <a:lnTo>
                    <a:pt x="68563" y="59767"/>
                  </a:lnTo>
                  <a:lnTo>
                    <a:pt x="67872" y="61704"/>
                  </a:lnTo>
                  <a:lnTo>
                    <a:pt x="67893" y="63380"/>
                  </a:lnTo>
                  <a:lnTo>
                    <a:pt x="50563" y="103396"/>
                  </a:lnTo>
                  <a:lnTo>
                    <a:pt x="34042" y="144345"/>
                  </a:lnTo>
                  <a:lnTo>
                    <a:pt x="22595" y="177854"/>
                  </a:lnTo>
                  <a:lnTo>
                    <a:pt x="20603" y="194611"/>
                  </a:lnTo>
                  <a:lnTo>
                    <a:pt x="20542" y="195606"/>
                  </a:lnTo>
                  <a:lnTo>
                    <a:pt x="24713" y="199927"/>
                  </a:lnTo>
                  <a:lnTo>
                    <a:pt x="30851" y="202788"/>
                  </a:lnTo>
                  <a:lnTo>
                    <a:pt x="38038" y="204437"/>
                  </a:lnTo>
                  <a:lnTo>
                    <a:pt x="45412" y="205176"/>
                  </a:lnTo>
                  <a:lnTo>
                    <a:pt x="43998" y="209679"/>
                  </a:lnTo>
                  <a:lnTo>
                    <a:pt x="43380" y="211752"/>
                  </a:lnTo>
                  <a:lnTo>
                    <a:pt x="55471" y="211752"/>
                  </a:lnTo>
                  <a:lnTo>
                    <a:pt x="57610" y="205124"/>
                  </a:lnTo>
                  <a:lnTo>
                    <a:pt x="61327" y="204873"/>
                  </a:lnTo>
                  <a:lnTo>
                    <a:pt x="63778" y="202056"/>
                  </a:lnTo>
                  <a:lnTo>
                    <a:pt x="63432" y="197072"/>
                  </a:lnTo>
                  <a:lnTo>
                    <a:pt x="62500" y="195606"/>
                  </a:lnTo>
                  <a:lnTo>
                    <a:pt x="61202" y="194611"/>
                  </a:lnTo>
                  <a:lnTo>
                    <a:pt x="61588" y="193533"/>
                  </a:lnTo>
                  <a:lnTo>
                    <a:pt x="49255" y="193533"/>
                  </a:lnTo>
                  <a:lnTo>
                    <a:pt x="41014" y="193344"/>
                  </a:lnTo>
                  <a:lnTo>
                    <a:pt x="33548" y="192077"/>
                  </a:lnTo>
                  <a:lnTo>
                    <a:pt x="31266" y="190318"/>
                  </a:lnTo>
                  <a:lnTo>
                    <a:pt x="32200" y="185616"/>
                  </a:lnTo>
                  <a:lnTo>
                    <a:pt x="34272" y="178546"/>
                  </a:lnTo>
                  <a:lnTo>
                    <a:pt x="37328" y="169462"/>
                  </a:lnTo>
                  <a:lnTo>
                    <a:pt x="41213" y="158717"/>
                  </a:lnTo>
                  <a:lnTo>
                    <a:pt x="74319" y="158717"/>
                  </a:lnTo>
                  <a:lnTo>
                    <a:pt x="75396" y="155880"/>
                  </a:lnTo>
                  <a:lnTo>
                    <a:pt x="62793" y="155880"/>
                  </a:lnTo>
                  <a:lnTo>
                    <a:pt x="62123" y="154654"/>
                  </a:lnTo>
                  <a:lnTo>
                    <a:pt x="61066" y="153628"/>
                  </a:lnTo>
                  <a:lnTo>
                    <a:pt x="46187" y="148372"/>
                  </a:lnTo>
                  <a:lnTo>
                    <a:pt x="45663" y="148372"/>
                  </a:lnTo>
                  <a:lnTo>
                    <a:pt x="45139" y="148341"/>
                  </a:lnTo>
                  <a:lnTo>
                    <a:pt x="48121" y="140635"/>
                  </a:lnTo>
                  <a:lnTo>
                    <a:pt x="51264" y="132643"/>
                  </a:lnTo>
                  <a:lnTo>
                    <a:pt x="57914" y="116090"/>
                  </a:lnTo>
                  <a:lnTo>
                    <a:pt x="90725" y="116090"/>
                  </a:lnTo>
                  <a:lnTo>
                    <a:pt x="92586" y="111368"/>
                  </a:lnTo>
                  <a:lnTo>
                    <a:pt x="79861" y="111368"/>
                  </a:lnTo>
                  <a:lnTo>
                    <a:pt x="62375" y="105190"/>
                  </a:lnTo>
                  <a:lnTo>
                    <a:pt x="66131" y="96145"/>
                  </a:lnTo>
                  <a:lnTo>
                    <a:pt x="69866" y="87246"/>
                  </a:lnTo>
                  <a:lnTo>
                    <a:pt x="73539" y="78585"/>
                  </a:lnTo>
                  <a:lnTo>
                    <a:pt x="77107" y="70259"/>
                  </a:lnTo>
                  <a:lnTo>
                    <a:pt x="108922" y="70259"/>
                  </a:lnTo>
                  <a:lnTo>
                    <a:pt x="110935" y="65233"/>
                  </a:lnTo>
                  <a:lnTo>
                    <a:pt x="98216" y="65233"/>
                  </a:lnTo>
                  <a:lnTo>
                    <a:pt x="81809" y="59443"/>
                  </a:lnTo>
                  <a:lnTo>
                    <a:pt x="98520" y="25182"/>
                  </a:lnTo>
                  <a:lnTo>
                    <a:pt x="127255" y="25182"/>
                  </a:lnTo>
                  <a:lnTo>
                    <a:pt x="130366" y="17643"/>
                  </a:lnTo>
                  <a:lnTo>
                    <a:pt x="117619" y="17643"/>
                  </a:lnTo>
                  <a:lnTo>
                    <a:pt x="112243" y="15878"/>
                  </a:lnTo>
                  <a:lnTo>
                    <a:pt x="104053" y="14355"/>
                  </a:lnTo>
                  <a:close/>
                </a:path>
                <a:path w="135254" h="274320">
                  <a:moveTo>
                    <a:pt x="72284" y="164152"/>
                  </a:moveTo>
                  <a:lnTo>
                    <a:pt x="59725" y="164152"/>
                  </a:lnTo>
                  <a:lnTo>
                    <a:pt x="56875" y="171936"/>
                  </a:lnTo>
                  <a:lnTo>
                    <a:pt x="54164" y="179459"/>
                  </a:lnTo>
                  <a:lnTo>
                    <a:pt x="51617" y="186673"/>
                  </a:lnTo>
                  <a:lnTo>
                    <a:pt x="49255" y="193533"/>
                  </a:lnTo>
                  <a:lnTo>
                    <a:pt x="61588" y="193533"/>
                  </a:lnTo>
                  <a:lnTo>
                    <a:pt x="66954" y="178546"/>
                  </a:lnTo>
                  <a:lnTo>
                    <a:pt x="72284" y="164152"/>
                  </a:lnTo>
                  <a:close/>
                </a:path>
                <a:path w="135254" h="274320">
                  <a:moveTo>
                    <a:pt x="74319" y="158717"/>
                  </a:moveTo>
                  <a:lnTo>
                    <a:pt x="41213" y="158717"/>
                  </a:lnTo>
                  <a:lnTo>
                    <a:pt x="42187" y="159440"/>
                  </a:lnTo>
                  <a:lnTo>
                    <a:pt x="56375" y="164445"/>
                  </a:lnTo>
                  <a:lnTo>
                    <a:pt x="57034" y="164560"/>
                  </a:lnTo>
                  <a:lnTo>
                    <a:pt x="58385" y="164560"/>
                  </a:lnTo>
                  <a:lnTo>
                    <a:pt x="59076" y="164392"/>
                  </a:lnTo>
                  <a:lnTo>
                    <a:pt x="59725" y="164152"/>
                  </a:lnTo>
                  <a:lnTo>
                    <a:pt x="72284" y="164152"/>
                  </a:lnTo>
                  <a:lnTo>
                    <a:pt x="74319" y="158717"/>
                  </a:lnTo>
                  <a:close/>
                </a:path>
                <a:path w="135254" h="274320">
                  <a:moveTo>
                    <a:pt x="90725" y="116090"/>
                  </a:moveTo>
                  <a:lnTo>
                    <a:pt x="57914" y="116090"/>
                  </a:lnTo>
                  <a:lnTo>
                    <a:pt x="75589" y="122331"/>
                  </a:lnTo>
                  <a:lnTo>
                    <a:pt x="72291" y="130859"/>
                  </a:lnTo>
                  <a:lnTo>
                    <a:pt x="69050" y="139317"/>
                  </a:lnTo>
                  <a:lnTo>
                    <a:pt x="65615" y="148372"/>
                  </a:lnTo>
                  <a:lnTo>
                    <a:pt x="62793" y="155880"/>
                  </a:lnTo>
                  <a:lnTo>
                    <a:pt x="75396" y="155880"/>
                  </a:lnTo>
                  <a:lnTo>
                    <a:pt x="80596" y="142177"/>
                  </a:lnTo>
                  <a:lnTo>
                    <a:pt x="88342" y="122142"/>
                  </a:lnTo>
                  <a:lnTo>
                    <a:pt x="88887" y="121326"/>
                  </a:lnTo>
                  <a:lnTo>
                    <a:pt x="89149" y="120572"/>
                  </a:lnTo>
                  <a:lnTo>
                    <a:pt x="89170" y="120038"/>
                  </a:lnTo>
                  <a:lnTo>
                    <a:pt x="90725" y="116090"/>
                  </a:lnTo>
                  <a:close/>
                </a:path>
                <a:path w="135254" h="274320">
                  <a:moveTo>
                    <a:pt x="108922" y="70259"/>
                  </a:moveTo>
                  <a:lnTo>
                    <a:pt x="77107" y="70259"/>
                  </a:lnTo>
                  <a:lnTo>
                    <a:pt x="93819" y="76165"/>
                  </a:lnTo>
                  <a:lnTo>
                    <a:pt x="86895" y="93523"/>
                  </a:lnTo>
                  <a:lnTo>
                    <a:pt x="79861" y="111368"/>
                  </a:lnTo>
                  <a:lnTo>
                    <a:pt x="92586" y="111368"/>
                  </a:lnTo>
                  <a:lnTo>
                    <a:pt x="100531" y="91204"/>
                  </a:lnTo>
                  <a:lnTo>
                    <a:pt x="108922" y="70259"/>
                  </a:lnTo>
                  <a:close/>
                </a:path>
                <a:path w="135254" h="274320">
                  <a:moveTo>
                    <a:pt x="127255" y="25182"/>
                  </a:moveTo>
                  <a:lnTo>
                    <a:pt x="98520" y="25182"/>
                  </a:lnTo>
                  <a:lnTo>
                    <a:pt x="106488" y="26020"/>
                  </a:lnTo>
                  <a:lnTo>
                    <a:pt x="113137" y="28543"/>
                  </a:lnTo>
                  <a:lnTo>
                    <a:pt x="106140" y="45667"/>
                  </a:lnTo>
                  <a:lnTo>
                    <a:pt x="98216" y="65233"/>
                  </a:lnTo>
                  <a:lnTo>
                    <a:pt x="110935" y="65233"/>
                  </a:lnTo>
                  <a:lnTo>
                    <a:pt x="112088" y="62356"/>
                  </a:lnTo>
                  <a:lnTo>
                    <a:pt x="123381" y="34573"/>
                  </a:lnTo>
                  <a:lnTo>
                    <a:pt x="127255" y="25182"/>
                  </a:lnTo>
                  <a:close/>
                </a:path>
                <a:path w="135254" h="274320">
                  <a:moveTo>
                    <a:pt x="127776" y="0"/>
                  </a:moveTo>
                  <a:lnTo>
                    <a:pt x="124341" y="1413"/>
                  </a:lnTo>
                  <a:lnTo>
                    <a:pt x="119870" y="12167"/>
                  </a:lnTo>
                  <a:lnTo>
                    <a:pt x="117619" y="17643"/>
                  </a:lnTo>
                  <a:lnTo>
                    <a:pt x="130366" y="17643"/>
                  </a:lnTo>
                  <a:lnTo>
                    <a:pt x="135200" y="5926"/>
                  </a:lnTo>
                  <a:lnTo>
                    <a:pt x="133776" y="2492"/>
                  </a:lnTo>
                  <a:lnTo>
                    <a:pt x="127776" y="0"/>
                  </a:lnTo>
                  <a:close/>
                </a:path>
              </a:pathLst>
            </a:custGeom>
            <a:solidFill>
              <a:srgbClr val="D0D7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2" name="object 422" descr=""/>
            <p:cNvSpPr/>
            <p:nvPr/>
          </p:nvSpPr>
          <p:spPr>
            <a:xfrm>
              <a:off x="13051816" y="9355360"/>
              <a:ext cx="134620" cy="165100"/>
            </a:xfrm>
            <a:custGeom>
              <a:avLst/>
              <a:gdLst/>
              <a:ahLst/>
              <a:cxnLst/>
              <a:rect l="l" t="t" r="r" b="b"/>
              <a:pathLst>
                <a:path w="134619" h="165100">
                  <a:moveTo>
                    <a:pt x="134086" y="156425"/>
                  </a:moveTo>
                  <a:lnTo>
                    <a:pt x="0" y="156425"/>
                  </a:lnTo>
                  <a:lnTo>
                    <a:pt x="0" y="164896"/>
                  </a:lnTo>
                  <a:lnTo>
                    <a:pt x="134086" y="164896"/>
                  </a:lnTo>
                  <a:lnTo>
                    <a:pt x="134086" y="156425"/>
                  </a:lnTo>
                  <a:close/>
                </a:path>
                <a:path w="134619" h="165100">
                  <a:moveTo>
                    <a:pt x="134086" y="76301"/>
                  </a:moveTo>
                  <a:lnTo>
                    <a:pt x="7734" y="76301"/>
                  </a:lnTo>
                  <a:lnTo>
                    <a:pt x="7734" y="84772"/>
                  </a:lnTo>
                  <a:lnTo>
                    <a:pt x="134086" y="84772"/>
                  </a:lnTo>
                  <a:lnTo>
                    <a:pt x="134086" y="76301"/>
                  </a:lnTo>
                  <a:close/>
                </a:path>
                <a:path w="134619" h="165100">
                  <a:moveTo>
                    <a:pt x="134099" y="0"/>
                  </a:moveTo>
                  <a:lnTo>
                    <a:pt x="18389" y="0"/>
                  </a:lnTo>
                  <a:lnTo>
                    <a:pt x="18389" y="8470"/>
                  </a:lnTo>
                  <a:lnTo>
                    <a:pt x="134099" y="8470"/>
                  </a:lnTo>
                  <a:lnTo>
                    <a:pt x="134099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13249433" y="9869608"/>
              <a:ext cx="706120" cy="13335"/>
            </a:xfrm>
            <a:custGeom>
              <a:avLst/>
              <a:gdLst/>
              <a:ahLst/>
              <a:cxnLst/>
              <a:rect l="l" t="t" r="r" b="b"/>
              <a:pathLst>
                <a:path w="706119" h="13334">
                  <a:moveTo>
                    <a:pt x="702805" y="0"/>
                  </a:moveTo>
                  <a:lnTo>
                    <a:pt x="699172" y="0"/>
                  </a:lnTo>
                  <a:lnTo>
                    <a:pt x="2973" y="0"/>
                  </a:lnTo>
                  <a:lnTo>
                    <a:pt x="0" y="2973"/>
                  </a:lnTo>
                  <a:lnTo>
                    <a:pt x="0" y="10240"/>
                  </a:lnTo>
                  <a:lnTo>
                    <a:pt x="2973" y="13203"/>
                  </a:lnTo>
                  <a:lnTo>
                    <a:pt x="702805" y="13203"/>
                  </a:lnTo>
                  <a:lnTo>
                    <a:pt x="705779" y="10240"/>
                  </a:lnTo>
                  <a:lnTo>
                    <a:pt x="705779" y="2973"/>
                  </a:lnTo>
                  <a:lnTo>
                    <a:pt x="702805" y="0"/>
                  </a:lnTo>
                  <a:close/>
                </a:path>
              </a:pathLst>
            </a:custGeom>
            <a:solidFill>
              <a:srgbClr val="C6E4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3279984" y="8931459"/>
              <a:ext cx="723265" cy="405130"/>
            </a:xfrm>
            <a:custGeom>
              <a:avLst/>
              <a:gdLst/>
              <a:ahLst/>
              <a:cxnLst/>
              <a:rect l="l" t="t" r="r" b="b"/>
              <a:pathLst>
                <a:path w="723265" h="405129">
                  <a:moveTo>
                    <a:pt x="722845" y="248069"/>
                  </a:moveTo>
                  <a:lnTo>
                    <a:pt x="720039" y="208127"/>
                  </a:lnTo>
                  <a:lnTo>
                    <a:pt x="715365" y="188874"/>
                  </a:lnTo>
                  <a:lnTo>
                    <a:pt x="714895" y="183807"/>
                  </a:lnTo>
                  <a:lnTo>
                    <a:pt x="709244" y="160096"/>
                  </a:lnTo>
                  <a:lnTo>
                    <a:pt x="700963" y="133045"/>
                  </a:lnTo>
                  <a:lnTo>
                    <a:pt x="684301" y="85432"/>
                  </a:lnTo>
                  <a:lnTo>
                    <a:pt x="653491" y="0"/>
                  </a:lnTo>
                  <a:lnTo>
                    <a:pt x="618858" y="2374"/>
                  </a:lnTo>
                  <a:lnTo>
                    <a:pt x="563029" y="12471"/>
                  </a:lnTo>
                  <a:lnTo>
                    <a:pt x="507022" y="23266"/>
                  </a:lnTo>
                  <a:lnTo>
                    <a:pt x="471855" y="27724"/>
                  </a:lnTo>
                  <a:lnTo>
                    <a:pt x="455637" y="26428"/>
                  </a:lnTo>
                  <a:lnTo>
                    <a:pt x="443814" y="23545"/>
                  </a:lnTo>
                  <a:lnTo>
                    <a:pt x="430593" y="16865"/>
                  </a:lnTo>
                  <a:lnTo>
                    <a:pt x="410184" y="4191"/>
                  </a:lnTo>
                  <a:lnTo>
                    <a:pt x="405282" y="105143"/>
                  </a:lnTo>
                  <a:lnTo>
                    <a:pt x="402412" y="156552"/>
                  </a:lnTo>
                  <a:lnTo>
                    <a:pt x="390944" y="158280"/>
                  </a:lnTo>
                  <a:lnTo>
                    <a:pt x="322453" y="170230"/>
                  </a:lnTo>
                  <a:lnTo>
                    <a:pt x="256667" y="184289"/>
                  </a:lnTo>
                  <a:lnTo>
                    <a:pt x="195707" y="199224"/>
                  </a:lnTo>
                  <a:lnTo>
                    <a:pt x="141719" y="213804"/>
                  </a:lnTo>
                  <a:lnTo>
                    <a:pt x="96812" y="226796"/>
                  </a:lnTo>
                  <a:lnTo>
                    <a:pt x="42811" y="243065"/>
                  </a:lnTo>
                  <a:lnTo>
                    <a:pt x="8178" y="276250"/>
                  </a:lnTo>
                  <a:lnTo>
                    <a:pt x="0" y="339483"/>
                  </a:lnTo>
                  <a:lnTo>
                    <a:pt x="5854" y="369023"/>
                  </a:lnTo>
                  <a:lnTo>
                    <a:pt x="40005" y="397268"/>
                  </a:lnTo>
                  <a:lnTo>
                    <a:pt x="99733" y="404380"/>
                  </a:lnTo>
                  <a:lnTo>
                    <a:pt x="140296" y="404736"/>
                  </a:lnTo>
                  <a:lnTo>
                    <a:pt x="193306" y="404317"/>
                  </a:lnTo>
                  <a:lnTo>
                    <a:pt x="255295" y="403263"/>
                  </a:lnTo>
                  <a:lnTo>
                    <a:pt x="322795" y="401701"/>
                  </a:lnTo>
                  <a:lnTo>
                    <a:pt x="392328" y="399783"/>
                  </a:lnTo>
                  <a:lnTo>
                    <a:pt x="460438" y="397624"/>
                  </a:lnTo>
                  <a:lnTo>
                    <a:pt x="523659" y="395363"/>
                  </a:lnTo>
                  <a:lnTo>
                    <a:pt x="578523" y="393153"/>
                  </a:lnTo>
                  <a:lnTo>
                    <a:pt x="621576" y="391121"/>
                  </a:lnTo>
                  <a:lnTo>
                    <a:pt x="690346" y="371525"/>
                  </a:lnTo>
                  <a:lnTo>
                    <a:pt x="712711" y="334149"/>
                  </a:lnTo>
                  <a:lnTo>
                    <a:pt x="721766" y="289064"/>
                  </a:lnTo>
                  <a:lnTo>
                    <a:pt x="722845" y="248069"/>
                  </a:lnTo>
                  <a:close/>
                </a:path>
              </a:pathLst>
            </a:custGeom>
            <a:solidFill>
              <a:srgbClr val="30396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5" name="object 425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3223903" y="8890634"/>
              <a:ext cx="216969" cy="80316"/>
            </a:xfrm>
            <a:prstGeom prst="rect">
              <a:avLst/>
            </a:prstGeom>
          </p:spPr>
        </p:pic>
        <p:sp>
          <p:nvSpPr>
            <p:cNvPr id="426" name="object 426" descr=""/>
            <p:cNvSpPr/>
            <p:nvPr/>
          </p:nvSpPr>
          <p:spPr>
            <a:xfrm>
              <a:off x="13326760" y="9238533"/>
              <a:ext cx="332105" cy="485775"/>
            </a:xfrm>
            <a:custGeom>
              <a:avLst/>
              <a:gdLst/>
              <a:ahLst/>
              <a:cxnLst/>
              <a:rect l="l" t="t" r="r" b="b"/>
              <a:pathLst>
                <a:path w="332105" h="485775">
                  <a:moveTo>
                    <a:pt x="64301" y="0"/>
                  </a:moveTo>
                  <a:lnTo>
                    <a:pt x="34651" y="11207"/>
                  </a:lnTo>
                  <a:lnTo>
                    <a:pt x="19118" y="24000"/>
                  </a:lnTo>
                  <a:lnTo>
                    <a:pt x="5140" y="42985"/>
                  </a:lnTo>
                  <a:lnTo>
                    <a:pt x="0" y="67504"/>
                  </a:lnTo>
                  <a:lnTo>
                    <a:pt x="10976" y="96901"/>
                  </a:lnTo>
                  <a:lnTo>
                    <a:pt x="124892" y="257820"/>
                  </a:lnTo>
                  <a:lnTo>
                    <a:pt x="213503" y="382254"/>
                  </a:lnTo>
                  <a:lnTo>
                    <a:pt x="250550" y="433850"/>
                  </a:lnTo>
                  <a:lnTo>
                    <a:pt x="276979" y="470131"/>
                  </a:lnTo>
                  <a:lnTo>
                    <a:pt x="299815" y="485776"/>
                  </a:lnTo>
                  <a:lnTo>
                    <a:pt x="316597" y="480270"/>
                  </a:lnTo>
                  <a:lnTo>
                    <a:pt x="330098" y="469720"/>
                  </a:lnTo>
                  <a:lnTo>
                    <a:pt x="331616" y="455445"/>
                  </a:lnTo>
                  <a:lnTo>
                    <a:pt x="313895" y="414620"/>
                  </a:lnTo>
                  <a:lnTo>
                    <a:pt x="297249" y="371405"/>
                  </a:lnTo>
                  <a:lnTo>
                    <a:pt x="264556" y="280704"/>
                  </a:lnTo>
                  <a:lnTo>
                    <a:pt x="247197" y="234668"/>
                  </a:lnTo>
                  <a:lnTo>
                    <a:pt x="228288" y="189140"/>
                  </a:lnTo>
                  <a:lnTo>
                    <a:pt x="207173" y="144847"/>
                  </a:lnTo>
                  <a:lnTo>
                    <a:pt x="183196" y="102513"/>
                  </a:lnTo>
                  <a:lnTo>
                    <a:pt x="155701" y="62862"/>
                  </a:lnTo>
                  <a:lnTo>
                    <a:pt x="124031" y="26620"/>
                  </a:lnTo>
                  <a:lnTo>
                    <a:pt x="90225" y="3722"/>
                  </a:lnTo>
                  <a:lnTo>
                    <a:pt x="64301" y="0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3279175" y="9213122"/>
              <a:ext cx="354965" cy="431800"/>
            </a:xfrm>
            <a:custGeom>
              <a:avLst/>
              <a:gdLst/>
              <a:ahLst/>
              <a:cxnLst/>
              <a:rect l="l" t="t" r="r" b="b"/>
              <a:pathLst>
                <a:path w="354965" h="431800">
                  <a:moveTo>
                    <a:pt x="84762" y="0"/>
                  </a:moveTo>
                  <a:lnTo>
                    <a:pt x="44766" y="9462"/>
                  </a:lnTo>
                  <a:lnTo>
                    <a:pt x="13150" y="29328"/>
                  </a:lnTo>
                  <a:lnTo>
                    <a:pt x="0" y="60118"/>
                  </a:lnTo>
                  <a:lnTo>
                    <a:pt x="15402" y="102349"/>
                  </a:lnTo>
                  <a:lnTo>
                    <a:pt x="79042" y="189646"/>
                  </a:lnTo>
                  <a:lnTo>
                    <a:pt x="162083" y="298732"/>
                  </a:lnTo>
                  <a:lnTo>
                    <a:pt x="234169" y="391861"/>
                  </a:lnTo>
                  <a:lnTo>
                    <a:pt x="264944" y="431292"/>
                  </a:lnTo>
                  <a:lnTo>
                    <a:pt x="300304" y="410709"/>
                  </a:lnTo>
                  <a:lnTo>
                    <a:pt x="321417" y="399072"/>
                  </a:lnTo>
                  <a:lnTo>
                    <a:pt x="336678" y="392081"/>
                  </a:lnTo>
                  <a:lnTo>
                    <a:pt x="354481" y="385440"/>
                  </a:lnTo>
                  <a:lnTo>
                    <a:pt x="313639" y="288863"/>
                  </a:lnTo>
                  <a:lnTo>
                    <a:pt x="288045" y="231143"/>
                  </a:lnTo>
                  <a:lnTo>
                    <a:pt x="266916" y="189307"/>
                  </a:lnTo>
                  <a:lnTo>
                    <a:pt x="239468" y="140379"/>
                  </a:lnTo>
                  <a:lnTo>
                    <a:pt x="211027" y="90244"/>
                  </a:lnTo>
                  <a:lnTo>
                    <a:pt x="190332" y="55963"/>
                  </a:lnTo>
                  <a:lnTo>
                    <a:pt x="149544" y="10216"/>
                  </a:lnTo>
                  <a:lnTo>
                    <a:pt x="123050" y="424"/>
                  </a:lnTo>
                  <a:lnTo>
                    <a:pt x="84762" y="0"/>
                  </a:lnTo>
                  <a:close/>
                </a:path>
              </a:pathLst>
            </a:custGeom>
            <a:solidFill>
              <a:srgbClr val="3039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3530400" y="9575785"/>
              <a:ext cx="93345" cy="51435"/>
            </a:xfrm>
            <a:custGeom>
              <a:avLst/>
              <a:gdLst/>
              <a:ahLst/>
              <a:cxnLst/>
              <a:rect l="l" t="t" r="r" b="b"/>
              <a:pathLst>
                <a:path w="93344" h="51434">
                  <a:moveTo>
                    <a:pt x="89672" y="0"/>
                  </a:moveTo>
                  <a:lnTo>
                    <a:pt x="82615" y="2921"/>
                  </a:lnTo>
                  <a:lnTo>
                    <a:pt x="72699" y="7329"/>
                  </a:lnTo>
                  <a:lnTo>
                    <a:pt x="71872" y="9455"/>
                  </a:lnTo>
                  <a:lnTo>
                    <a:pt x="73275" y="12606"/>
                  </a:lnTo>
                  <a:lnTo>
                    <a:pt x="74594" y="13402"/>
                  </a:lnTo>
                  <a:lnTo>
                    <a:pt x="76458" y="13402"/>
                  </a:lnTo>
                  <a:lnTo>
                    <a:pt x="76950" y="13308"/>
                  </a:lnTo>
                  <a:lnTo>
                    <a:pt x="85421" y="9538"/>
                  </a:lnTo>
                  <a:lnTo>
                    <a:pt x="92405" y="6649"/>
                  </a:lnTo>
                  <a:lnTo>
                    <a:pt x="93274" y="4533"/>
                  </a:lnTo>
                  <a:lnTo>
                    <a:pt x="91756" y="879"/>
                  </a:lnTo>
                  <a:lnTo>
                    <a:pt x="89672" y="0"/>
                  </a:lnTo>
                  <a:close/>
                </a:path>
                <a:path w="93344" h="51434">
                  <a:moveTo>
                    <a:pt x="63139" y="11675"/>
                  </a:moveTo>
                  <a:lnTo>
                    <a:pt x="57223" y="14418"/>
                  </a:lnTo>
                  <a:lnTo>
                    <a:pt x="52825" y="16512"/>
                  </a:lnTo>
                  <a:lnTo>
                    <a:pt x="46501" y="19611"/>
                  </a:lnTo>
                  <a:lnTo>
                    <a:pt x="45757" y="21758"/>
                  </a:lnTo>
                  <a:lnTo>
                    <a:pt x="47255" y="24815"/>
                  </a:lnTo>
                  <a:lnTo>
                    <a:pt x="48532" y="25559"/>
                  </a:lnTo>
                  <a:lnTo>
                    <a:pt x="50396" y="25559"/>
                  </a:lnTo>
                  <a:lnTo>
                    <a:pt x="50930" y="25433"/>
                  </a:lnTo>
                  <a:lnTo>
                    <a:pt x="55945" y="22983"/>
                  </a:lnTo>
                  <a:lnTo>
                    <a:pt x="66165" y="18187"/>
                  </a:lnTo>
                  <a:lnTo>
                    <a:pt x="66950" y="16051"/>
                  </a:lnTo>
                  <a:lnTo>
                    <a:pt x="65285" y="12449"/>
                  </a:lnTo>
                  <a:lnTo>
                    <a:pt x="63139" y="11675"/>
                  </a:lnTo>
                  <a:close/>
                </a:path>
                <a:path w="93344" h="51434">
                  <a:moveTo>
                    <a:pt x="37119" y="24323"/>
                  </a:moveTo>
                  <a:lnTo>
                    <a:pt x="20219" y="35224"/>
                  </a:lnTo>
                  <a:lnTo>
                    <a:pt x="21842" y="38145"/>
                  </a:lnTo>
                  <a:lnTo>
                    <a:pt x="23067" y="38815"/>
                  </a:lnTo>
                  <a:lnTo>
                    <a:pt x="24920" y="38815"/>
                  </a:lnTo>
                  <a:lnTo>
                    <a:pt x="25517" y="38668"/>
                  </a:lnTo>
                  <a:lnTo>
                    <a:pt x="30208" y="36061"/>
                  </a:lnTo>
                  <a:lnTo>
                    <a:pt x="34438" y="33800"/>
                  </a:lnTo>
                  <a:lnTo>
                    <a:pt x="40428" y="30700"/>
                  </a:lnTo>
                  <a:lnTo>
                    <a:pt x="41119" y="28533"/>
                  </a:lnTo>
                  <a:lnTo>
                    <a:pt x="39286" y="25004"/>
                  </a:lnTo>
                  <a:lnTo>
                    <a:pt x="37119" y="24323"/>
                  </a:lnTo>
                  <a:close/>
                </a:path>
                <a:path w="93344" h="51434">
                  <a:moveTo>
                    <a:pt x="11706" y="38407"/>
                  </a:moveTo>
                  <a:lnTo>
                    <a:pt x="7256" y="41140"/>
                  </a:lnTo>
                  <a:lnTo>
                    <a:pt x="4575" y="42867"/>
                  </a:lnTo>
                  <a:lnTo>
                    <a:pt x="418" y="45694"/>
                  </a:lnTo>
                  <a:lnTo>
                    <a:pt x="0" y="47925"/>
                  </a:lnTo>
                  <a:lnTo>
                    <a:pt x="1811" y="50595"/>
                  </a:lnTo>
                  <a:lnTo>
                    <a:pt x="2942" y="51139"/>
                  </a:lnTo>
                  <a:lnTo>
                    <a:pt x="4785" y="51139"/>
                  </a:lnTo>
                  <a:lnTo>
                    <a:pt x="5486" y="50940"/>
                  </a:lnTo>
                  <a:lnTo>
                    <a:pt x="8533" y="48867"/>
                  </a:lnTo>
                  <a:lnTo>
                    <a:pt x="11109" y="47202"/>
                  </a:lnTo>
                  <a:lnTo>
                    <a:pt x="15486" y="44501"/>
                  </a:lnTo>
                  <a:lnTo>
                    <a:pt x="16009" y="42291"/>
                  </a:lnTo>
                  <a:lnTo>
                    <a:pt x="13926" y="38909"/>
                  </a:lnTo>
                  <a:lnTo>
                    <a:pt x="11706" y="38407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9" name="object 429" descr=""/>
          <p:cNvGrpSpPr/>
          <p:nvPr/>
        </p:nvGrpSpPr>
        <p:grpSpPr>
          <a:xfrm>
            <a:off x="13650914" y="7983849"/>
            <a:ext cx="384175" cy="1181100"/>
            <a:chOff x="13650914" y="7983849"/>
            <a:chExt cx="384175" cy="1181100"/>
          </a:xfrm>
        </p:grpSpPr>
        <p:pic>
          <p:nvPicPr>
            <p:cNvPr id="430" name="object 430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3729923" y="8365197"/>
              <a:ext cx="117849" cy="138822"/>
            </a:xfrm>
            <a:prstGeom prst="rect">
              <a:avLst/>
            </a:prstGeom>
          </p:spPr>
        </p:pic>
        <p:sp>
          <p:nvSpPr>
            <p:cNvPr id="431" name="object 431" descr=""/>
            <p:cNvSpPr/>
            <p:nvPr/>
          </p:nvSpPr>
          <p:spPr>
            <a:xfrm>
              <a:off x="13653733" y="8168379"/>
              <a:ext cx="189230" cy="280035"/>
            </a:xfrm>
            <a:custGeom>
              <a:avLst/>
              <a:gdLst/>
              <a:ahLst/>
              <a:cxnLst/>
              <a:rect l="l" t="t" r="r" b="b"/>
              <a:pathLst>
                <a:path w="189230" h="280034">
                  <a:moveTo>
                    <a:pt x="188645" y="122453"/>
                  </a:moveTo>
                  <a:lnTo>
                    <a:pt x="178066" y="67005"/>
                  </a:lnTo>
                  <a:lnTo>
                    <a:pt x="154000" y="17081"/>
                  </a:lnTo>
                  <a:lnTo>
                    <a:pt x="112356" y="3086"/>
                  </a:lnTo>
                  <a:lnTo>
                    <a:pt x="70764" y="508"/>
                  </a:lnTo>
                  <a:lnTo>
                    <a:pt x="36182" y="0"/>
                  </a:lnTo>
                  <a:lnTo>
                    <a:pt x="20713" y="1460"/>
                  </a:lnTo>
                  <a:lnTo>
                    <a:pt x="18262" y="13652"/>
                  </a:lnTo>
                  <a:lnTo>
                    <a:pt x="15824" y="41554"/>
                  </a:lnTo>
                  <a:lnTo>
                    <a:pt x="15163" y="79260"/>
                  </a:lnTo>
                  <a:lnTo>
                    <a:pt x="18008" y="120904"/>
                  </a:lnTo>
                  <a:lnTo>
                    <a:pt x="17957" y="136486"/>
                  </a:lnTo>
                  <a:lnTo>
                    <a:pt x="17272" y="145923"/>
                  </a:lnTo>
                  <a:lnTo>
                    <a:pt x="16243" y="146507"/>
                  </a:lnTo>
                  <a:lnTo>
                    <a:pt x="9207" y="154419"/>
                  </a:lnTo>
                  <a:lnTo>
                    <a:pt x="3035" y="163639"/>
                  </a:lnTo>
                  <a:lnTo>
                    <a:pt x="0" y="170853"/>
                  </a:lnTo>
                  <a:lnTo>
                    <a:pt x="1536" y="176923"/>
                  </a:lnTo>
                  <a:lnTo>
                    <a:pt x="6108" y="183616"/>
                  </a:lnTo>
                  <a:lnTo>
                    <a:pt x="11391" y="189026"/>
                  </a:lnTo>
                  <a:lnTo>
                    <a:pt x="15062" y="191249"/>
                  </a:lnTo>
                  <a:lnTo>
                    <a:pt x="18732" y="202755"/>
                  </a:lnTo>
                  <a:lnTo>
                    <a:pt x="27825" y="228117"/>
                  </a:lnTo>
                  <a:lnTo>
                    <a:pt x="33096" y="255752"/>
                  </a:lnTo>
                  <a:lnTo>
                    <a:pt x="36182" y="270192"/>
                  </a:lnTo>
                  <a:lnTo>
                    <a:pt x="38252" y="276123"/>
                  </a:lnTo>
                  <a:lnTo>
                    <a:pt x="40500" y="278244"/>
                  </a:lnTo>
                  <a:lnTo>
                    <a:pt x="62128" y="279844"/>
                  </a:lnTo>
                  <a:lnTo>
                    <a:pt x="93599" y="272364"/>
                  </a:lnTo>
                  <a:lnTo>
                    <a:pt x="122910" y="262255"/>
                  </a:lnTo>
                  <a:lnTo>
                    <a:pt x="138074" y="255993"/>
                  </a:lnTo>
                  <a:lnTo>
                    <a:pt x="172897" y="219214"/>
                  </a:lnTo>
                  <a:lnTo>
                    <a:pt x="187083" y="169799"/>
                  </a:lnTo>
                  <a:lnTo>
                    <a:pt x="188645" y="122453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13660502" y="8077040"/>
              <a:ext cx="295275" cy="374015"/>
            </a:xfrm>
            <a:custGeom>
              <a:avLst/>
              <a:gdLst/>
              <a:ahLst/>
              <a:cxnLst/>
              <a:rect l="l" t="t" r="r" b="b"/>
              <a:pathLst>
                <a:path w="295275" h="374015">
                  <a:moveTo>
                    <a:pt x="63" y="150368"/>
                  </a:moveTo>
                  <a:lnTo>
                    <a:pt x="12" y="150888"/>
                  </a:lnTo>
                  <a:lnTo>
                    <a:pt x="63" y="150368"/>
                  </a:lnTo>
                  <a:close/>
                </a:path>
                <a:path w="295275" h="374015">
                  <a:moveTo>
                    <a:pt x="294944" y="209969"/>
                  </a:moveTo>
                  <a:lnTo>
                    <a:pt x="291846" y="188493"/>
                  </a:lnTo>
                  <a:lnTo>
                    <a:pt x="282409" y="149517"/>
                  </a:lnTo>
                  <a:lnTo>
                    <a:pt x="273748" y="110451"/>
                  </a:lnTo>
                  <a:lnTo>
                    <a:pt x="263779" y="73583"/>
                  </a:lnTo>
                  <a:lnTo>
                    <a:pt x="228765" y="20218"/>
                  </a:lnTo>
                  <a:lnTo>
                    <a:pt x="153187" y="0"/>
                  </a:lnTo>
                  <a:lnTo>
                    <a:pt x="106794" y="6159"/>
                  </a:lnTo>
                  <a:lnTo>
                    <a:pt x="66192" y="21361"/>
                  </a:lnTo>
                  <a:lnTo>
                    <a:pt x="19659" y="62039"/>
                  </a:lnTo>
                  <a:lnTo>
                    <a:pt x="4279" y="103962"/>
                  </a:lnTo>
                  <a:lnTo>
                    <a:pt x="63" y="150355"/>
                  </a:lnTo>
                  <a:lnTo>
                    <a:pt x="8331" y="149809"/>
                  </a:lnTo>
                  <a:lnTo>
                    <a:pt x="16357" y="149542"/>
                  </a:lnTo>
                  <a:lnTo>
                    <a:pt x="24574" y="149529"/>
                  </a:lnTo>
                  <a:lnTo>
                    <a:pt x="31508" y="149694"/>
                  </a:lnTo>
                  <a:lnTo>
                    <a:pt x="31521" y="149517"/>
                  </a:lnTo>
                  <a:lnTo>
                    <a:pt x="36690" y="105587"/>
                  </a:lnTo>
                  <a:lnTo>
                    <a:pt x="45008" y="88493"/>
                  </a:lnTo>
                  <a:lnTo>
                    <a:pt x="38481" y="105841"/>
                  </a:lnTo>
                  <a:lnTo>
                    <a:pt x="35217" y="118008"/>
                  </a:lnTo>
                  <a:lnTo>
                    <a:pt x="34201" y="130759"/>
                  </a:lnTo>
                  <a:lnTo>
                    <a:pt x="34467" y="149834"/>
                  </a:lnTo>
                  <a:lnTo>
                    <a:pt x="52209" y="151269"/>
                  </a:lnTo>
                  <a:lnTo>
                    <a:pt x="66078" y="153174"/>
                  </a:lnTo>
                  <a:lnTo>
                    <a:pt x="88938" y="190715"/>
                  </a:lnTo>
                  <a:lnTo>
                    <a:pt x="97142" y="232003"/>
                  </a:lnTo>
                  <a:lnTo>
                    <a:pt x="98526" y="257200"/>
                  </a:lnTo>
                  <a:lnTo>
                    <a:pt x="98361" y="303796"/>
                  </a:lnTo>
                  <a:lnTo>
                    <a:pt x="95059" y="340791"/>
                  </a:lnTo>
                  <a:lnTo>
                    <a:pt x="91186" y="365188"/>
                  </a:lnTo>
                  <a:lnTo>
                    <a:pt x="89331" y="373989"/>
                  </a:lnTo>
                  <a:lnTo>
                    <a:pt x="112001" y="343649"/>
                  </a:lnTo>
                  <a:lnTo>
                    <a:pt x="126885" y="303085"/>
                  </a:lnTo>
                  <a:lnTo>
                    <a:pt x="135026" y="267563"/>
                  </a:lnTo>
                  <a:lnTo>
                    <a:pt x="137490" y="252323"/>
                  </a:lnTo>
                  <a:lnTo>
                    <a:pt x="148894" y="257695"/>
                  </a:lnTo>
                  <a:lnTo>
                    <a:pt x="157861" y="280606"/>
                  </a:lnTo>
                  <a:lnTo>
                    <a:pt x="167081" y="305282"/>
                  </a:lnTo>
                  <a:lnTo>
                    <a:pt x="179247" y="316026"/>
                  </a:lnTo>
                  <a:lnTo>
                    <a:pt x="240334" y="300126"/>
                  </a:lnTo>
                  <a:lnTo>
                    <a:pt x="275666" y="272605"/>
                  </a:lnTo>
                  <a:lnTo>
                    <a:pt x="285724" y="252323"/>
                  </a:lnTo>
                  <a:lnTo>
                    <a:pt x="291706" y="240271"/>
                  </a:lnTo>
                  <a:lnTo>
                    <a:pt x="294944" y="209969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3" name="object 433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3660506" y="8227397"/>
              <a:ext cx="185948" cy="102122"/>
            </a:xfrm>
            <a:prstGeom prst="rect">
              <a:avLst/>
            </a:prstGeom>
          </p:spPr>
        </p:pic>
        <p:sp>
          <p:nvSpPr>
            <p:cNvPr id="434" name="object 434" descr=""/>
            <p:cNvSpPr/>
            <p:nvPr/>
          </p:nvSpPr>
          <p:spPr>
            <a:xfrm>
              <a:off x="13660573" y="8077031"/>
              <a:ext cx="295275" cy="374015"/>
            </a:xfrm>
            <a:custGeom>
              <a:avLst/>
              <a:gdLst/>
              <a:ahLst/>
              <a:cxnLst/>
              <a:rect l="l" t="t" r="r" b="b"/>
              <a:pathLst>
                <a:path w="295275" h="374015">
                  <a:moveTo>
                    <a:pt x="267750" y="88501"/>
                  </a:moveTo>
                  <a:lnTo>
                    <a:pt x="44941" y="88501"/>
                  </a:lnTo>
                  <a:lnTo>
                    <a:pt x="38421" y="105845"/>
                  </a:lnTo>
                  <a:lnTo>
                    <a:pt x="35149" y="118016"/>
                  </a:lnTo>
                  <a:lnTo>
                    <a:pt x="34137" y="130764"/>
                  </a:lnTo>
                  <a:lnTo>
                    <a:pt x="34396" y="149840"/>
                  </a:lnTo>
                  <a:lnTo>
                    <a:pt x="52149" y="151269"/>
                  </a:lnTo>
                  <a:lnTo>
                    <a:pt x="66008" y="153179"/>
                  </a:lnTo>
                  <a:lnTo>
                    <a:pt x="88867" y="190716"/>
                  </a:lnTo>
                  <a:lnTo>
                    <a:pt x="97081" y="232003"/>
                  </a:lnTo>
                  <a:lnTo>
                    <a:pt x="98457" y="257198"/>
                  </a:lnTo>
                  <a:lnTo>
                    <a:pt x="98297" y="303802"/>
                  </a:lnTo>
                  <a:lnTo>
                    <a:pt x="94995" y="340799"/>
                  </a:lnTo>
                  <a:lnTo>
                    <a:pt x="91126" y="365193"/>
                  </a:lnTo>
                  <a:lnTo>
                    <a:pt x="89264" y="373990"/>
                  </a:lnTo>
                  <a:lnTo>
                    <a:pt x="111941" y="343650"/>
                  </a:lnTo>
                  <a:lnTo>
                    <a:pt x="126815" y="303088"/>
                  </a:lnTo>
                  <a:lnTo>
                    <a:pt x="134954" y="267561"/>
                  </a:lnTo>
                  <a:lnTo>
                    <a:pt x="137430" y="252329"/>
                  </a:lnTo>
                  <a:lnTo>
                    <a:pt x="285662" y="252329"/>
                  </a:lnTo>
                  <a:lnTo>
                    <a:pt x="291642" y="240278"/>
                  </a:lnTo>
                  <a:lnTo>
                    <a:pt x="294877" y="209968"/>
                  </a:lnTo>
                  <a:lnTo>
                    <a:pt x="291781" y="188498"/>
                  </a:lnTo>
                  <a:lnTo>
                    <a:pt x="282346" y="149519"/>
                  </a:lnTo>
                  <a:lnTo>
                    <a:pt x="273685" y="110448"/>
                  </a:lnTo>
                  <a:lnTo>
                    <a:pt x="267750" y="88501"/>
                  </a:lnTo>
                  <a:close/>
                </a:path>
                <a:path w="295275" h="374015">
                  <a:moveTo>
                    <a:pt x="285662" y="252329"/>
                  </a:moveTo>
                  <a:lnTo>
                    <a:pt x="137430" y="252329"/>
                  </a:lnTo>
                  <a:lnTo>
                    <a:pt x="148828" y="257702"/>
                  </a:lnTo>
                  <a:lnTo>
                    <a:pt x="157791" y="280603"/>
                  </a:lnTo>
                  <a:lnTo>
                    <a:pt x="167012" y="305290"/>
                  </a:lnTo>
                  <a:lnTo>
                    <a:pt x="179188" y="316023"/>
                  </a:lnTo>
                  <a:lnTo>
                    <a:pt x="240274" y="300127"/>
                  </a:lnTo>
                  <a:lnTo>
                    <a:pt x="275600" y="272604"/>
                  </a:lnTo>
                  <a:lnTo>
                    <a:pt x="285662" y="252329"/>
                  </a:lnTo>
                  <a:close/>
                </a:path>
                <a:path w="295275" h="374015">
                  <a:moveTo>
                    <a:pt x="153123" y="0"/>
                  </a:moveTo>
                  <a:lnTo>
                    <a:pt x="106729" y="6158"/>
                  </a:lnTo>
                  <a:lnTo>
                    <a:pt x="67267" y="21550"/>
                  </a:lnTo>
                  <a:lnTo>
                    <a:pt x="25766" y="63046"/>
                  </a:lnTo>
                  <a:lnTo>
                    <a:pt x="10379" y="104971"/>
                  </a:lnTo>
                  <a:lnTo>
                    <a:pt x="0" y="150363"/>
                  </a:lnTo>
                  <a:lnTo>
                    <a:pt x="8264" y="149811"/>
                  </a:lnTo>
                  <a:lnTo>
                    <a:pt x="16287" y="149543"/>
                  </a:lnTo>
                  <a:lnTo>
                    <a:pt x="31455" y="149519"/>
                  </a:lnTo>
                  <a:lnTo>
                    <a:pt x="32068" y="139842"/>
                  </a:lnTo>
                  <a:lnTo>
                    <a:pt x="33116" y="127458"/>
                  </a:lnTo>
                  <a:lnTo>
                    <a:pt x="44941" y="88501"/>
                  </a:lnTo>
                  <a:lnTo>
                    <a:pt x="267750" y="88501"/>
                  </a:lnTo>
                  <a:lnTo>
                    <a:pt x="263719" y="73593"/>
                  </a:lnTo>
                  <a:lnTo>
                    <a:pt x="250767" y="43047"/>
                  </a:lnTo>
                  <a:lnTo>
                    <a:pt x="228704" y="20222"/>
                  </a:lnTo>
                  <a:lnTo>
                    <a:pt x="194969" y="5280"/>
                  </a:lnTo>
                  <a:lnTo>
                    <a:pt x="153123" y="0"/>
                  </a:lnTo>
                  <a:close/>
                </a:path>
                <a:path w="295275" h="374015">
                  <a:moveTo>
                    <a:pt x="31455" y="149519"/>
                  </a:moveTo>
                  <a:lnTo>
                    <a:pt x="24027" y="149519"/>
                  </a:lnTo>
                  <a:lnTo>
                    <a:pt x="31444" y="149704"/>
                  </a:lnTo>
                  <a:lnTo>
                    <a:pt x="31455" y="149519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5" name="object 435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3786710" y="7983849"/>
              <a:ext cx="197108" cy="151967"/>
            </a:xfrm>
            <a:prstGeom prst="rect">
              <a:avLst/>
            </a:prstGeom>
          </p:spPr>
        </p:pic>
        <p:sp>
          <p:nvSpPr>
            <p:cNvPr id="436" name="object 436" descr=""/>
            <p:cNvSpPr/>
            <p:nvPr/>
          </p:nvSpPr>
          <p:spPr>
            <a:xfrm>
              <a:off x="13795579" y="8242806"/>
              <a:ext cx="37465" cy="86995"/>
            </a:xfrm>
            <a:custGeom>
              <a:avLst/>
              <a:gdLst/>
              <a:ahLst/>
              <a:cxnLst/>
              <a:rect l="l" t="t" r="r" b="b"/>
              <a:pathLst>
                <a:path w="37465" h="86995">
                  <a:moveTo>
                    <a:pt x="25623" y="0"/>
                  </a:moveTo>
                  <a:lnTo>
                    <a:pt x="21200" y="468"/>
                  </a:lnTo>
                  <a:lnTo>
                    <a:pt x="13585" y="4279"/>
                  </a:lnTo>
                  <a:lnTo>
                    <a:pt x="0" y="12418"/>
                  </a:lnTo>
                  <a:lnTo>
                    <a:pt x="3972" y="35664"/>
                  </a:lnTo>
                  <a:lnTo>
                    <a:pt x="5548" y="51136"/>
                  </a:lnTo>
                  <a:lnTo>
                    <a:pt x="4954" y="65785"/>
                  </a:lnTo>
                  <a:lnTo>
                    <a:pt x="2418" y="86563"/>
                  </a:lnTo>
                  <a:lnTo>
                    <a:pt x="7054" y="85311"/>
                  </a:lnTo>
                  <a:lnTo>
                    <a:pt x="17551" y="81906"/>
                  </a:lnTo>
                  <a:lnTo>
                    <a:pt x="28799" y="76871"/>
                  </a:lnTo>
                  <a:lnTo>
                    <a:pt x="35684" y="70731"/>
                  </a:lnTo>
                  <a:lnTo>
                    <a:pt x="37313" y="56816"/>
                  </a:lnTo>
                  <a:lnTo>
                    <a:pt x="36522" y="34415"/>
                  </a:lnTo>
                  <a:lnTo>
                    <a:pt x="33800" y="12960"/>
                  </a:lnTo>
                  <a:lnTo>
                    <a:pt x="29632" y="1885"/>
                  </a:lnTo>
                  <a:lnTo>
                    <a:pt x="25623" y="0"/>
                  </a:lnTo>
                  <a:close/>
                </a:path>
              </a:pathLst>
            </a:custGeom>
            <a:solidFill>
              <a:srgbClr val="E1B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13656658" y="8456257"/>
              <a:ext cx="269875" cy="515620"/>
            </a:xfrm>
            <a:custGeom>
              <a:avLst/>
              <a:gdLst/>
              <a:ahLst/>
              <a:cxnLst/>
              <a:rect l="l" t="t" r="r" b="b"/>
              <a:pathLst>
                <a:path w="269875" h="515620">
                  <a:moveTo>
                    <a:pt x="191012" y="0"/>
                  </a:moveTo>
                  <a:lnTo>
                    <a:pt x="170844" y="26986"/>
                  </a:lnTo>
                  <a:lnTo>
                    <a:pt x="152725" y="37784"/>
                  </a:lnTo>
                  <a:lnTo>
                    <a:pt x="126400" y="34014"/>
                  </a:lnTo>
                  <a:lnTo>
                    <a:pt x="81612" y="17297"/>
                  </a:lnTo>
                  <a:lnTo>
                    <a:pt x="40566" y="153429"/>
                  </a:lnTo>
                  <a:lnTo>
                    <a:pt x="12010" y="185661"/>
                  </a:lnTo>
                  <a:lnTo>
                    <a:pt x="0" y="207018"/>
                  </a:lnTo>
                  <a:lnTo>
                    <a:pt x="2294" y="227054"/>
                  </a:lnTo>
                  <a:lnTo>
                    <a:pt x="16651" y="255322"/>
                  </a:lnTo>
                  <a:lnTo>
                    <a:pt x="30878" y="281818"/>
                  </a:lnTo>
                  <a:lnTo>
                    <a:pt x="36200" y="292200"/>
                  </a:lnTo>
                  <a:lnTo>
                    <a:pt x="56187" y="351086"/>
                  </a:lnTo>
                  <a:lnTo>
                    <a:pt x="74785" y="411860"/>
                  </a:lnTo>
                  <a:lnTo>
                    <a:pt x="88852" y="460617"/>
                  </a:lnTo>
                  <a:lnTo>
                    <a:pt x="95245" y="483451"/>
                  </a:lnTo>
                  <a:lnTo>
                    <a:pt x="107545" y="497557"/>
                  </a:lnTo>
                  <a:lnTo>
                    <a:pt x="135307" y="511420"/>
                  </a:lnTo>
                  <a:lnTo>
                    <a:pt x="174338" y="515415"/>
                  </a:lnTo>
                  <a:lnTo>
                    <a:pt x="220449" y="499918"/>
                  </a:lnTo>
                  <a:lnTo>
                    <a:pt x="269449" y="455305"/>
                  </a:lnTo>
                  <a:lnTo>
                    <a:pt x="267804" y="405221"/>
                  </a:lnTo>
                  <a:lnTo>
                    <a:pt x="267084" y="359024"/>
                  </a:lnTo>
                  <a:lnTo>
                    <a:pt x="267136" y="290160"/>
                  </a:lnTo>
                  <a:lnTo>
                    <a:pt x="267805" y="172078"/>
                  </a:lnTo>
                  <a:lnTo>
                    <a:pt x="256811" y="108136"/>
                  </a:lnTo>
                  <a:lnTo>
                    <a:pt x="231670" y="54339"/>
                  </a:lnTo>
                  <a:lnTo>
                    <a:pt x="205399" y="16392"/>
                  </a:lnTo>
                  <a:lnTo>
                    <a:pt x="191012" y="0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13673883" y="8472486"/>
              <a:ext cx="295275" cy="478790"/>
            </a:xfrm>
            <a:custGeom>
              <a:avLst/>
              <a:gdLst/>
              <a:ahLst/>
              <a:cxnLst/>
              <a:rect l="l" t="t" r="r" b="b"/>
              <a:pathLst>
                <a:path w="295275" h="478790">
                  <a:moveTo>
                    <a:pt x="192037" y="0"/>
                  </a:moveTo>
                  <a:lnTo>
                    <a:pt x="133939" y="5592"/>
                  </a:lnTo>
                  <a:lnTo>
                    <a:pt x="82494" y="24973"/>
                  </a:lnTo>
                  <a:lnTo>
                    <a:pt x="47077" y="78717"/>
                  </a:lnTo>
                  <a:lnTo>
                    <a:pt x="19474" y="140118"/>
                  </a:lnTo>
                  <a:lnTo>
                    <a:pt x="8953" y="163303"/>
                  </a:lnTo>
                  <a:lnTo>
                    <a:pt x="1967" y="188360"/>
                  </a:lnTo>
                  <a:lnTo>
                    <a:pt x="0" y="222206"/>
                  </a:lnTo>
                  <a:lnTo>
                    <a:pt x="2349" y="259466"/>
                  </a:lnTo>
                  <a:lnTo>
                    <a:pt x="8315" y="294765"/>
                  </a:lnTo>
                  <a:lnTo>
                    <a:pt x="18504" y="340978"/>
                  </a:lnTo>
                  <a:lnTo>
                    <a:pt x="46387" y="473451"/>
                  </a:lnTo>
                  <a:lnTo>
                    <a:pt x="96848" y="461702"/>
                  </a:lnTo>
                  <a:lnTo>
                    <a:pt x="131043" y="456967"/>
                  </a:lnTo>
                  <a:lnTo>
                    <a:pt x="164607" y="458511"/>
                  </a:lnTo>
                  <a:lnTo>
                    <a:pt x="213178" y="465598"/>
                  </a:lnTo>
                  <a:lnTo>
                    <a:pt x="294903" y="478404"/>
                  </a:lnTo>
                  <a:lnTo>
                    <a:pt x="275874" y="373394"/>
                  </a:lnTo>
                  <a:lnTo>
                    <a:pt x="265689" y="315500"/>
                  </a:lnTo>
                  <a:lnTo>
                    <a:pt x="258024" y="258662"/>
                  </a:lnTo>
                  <a:lnTo>
                    <a:pt x="256290" y="193187"/>
                  </a:lnTo>
                  <a:lnTo>
                    <a:pt x="254795" y="155183"/>
                  </a:lnTo>
                  <a:lnTo>
                    <a:pt x="249396" y="113483"/>
                  </a:lnTo>
                  <a:lnTo>
                    <a:pt x="238380" y="72243"/>
                  </a:lnTo>
                  <a:lnTo>
                    <a:pt x="223461" y="37646"/>
                  </a:lnTo>
                  <a:lnTo>
                    <a:pt x="207170" y="12597"/>
                  </a:lnTo>
                  <a:lnTo>
                    <a:pt x="192037" y="0"/>
                  </a:lnTo>
                  <a:close/>
                </a:path>
              </a:pathLst>
            </a:custGeom>
            <a:solidFill>
              <a:srgbClr val="F7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9" name="object 439" descr=""/>
            <p:cNvSpPr/>
            <p:nvPr/>
          </p:nvSpPr>
          <p:spPr>
            <a:xfrm>
              <a:off x="13650914" y="8587753"/>
              <a:ext cx="296545" cy="249554"/>
            </a:xfrm>
            <a:custGeom>
              <a:avLst/>
              <a:gdLst/>
              <a:ahLst/>
              <a:cxnLst/>
              <a:rect l="l" t="t" r="r" b="b"/>
              <a:pathLst>
                <a:path w="296544" h="249554">
                  <a:moveTo>
                    <a:pt x="52929" y="0"/>
                  </a:moveTo>
                  <a:lnTo>
                    <a:pt x="22689" y="57013"/>
                  </a:lnTo>
                  <a:lnTo>
                    <a:pt x="4215" y="82866"/>
                  </a:lnTo>
                  <a:lnTo>
                    <a:pt x="0" y="111483"/>
                  </a:lnTo>
                  <a:lnTo>
                    <a:pt x="11791" y="160864"/>
                  </a:lnTo>
                  <a:lnTo>
                    <a:pt x="41337" y="249008"/>
                  </a:lnTo>
                  <a:lnTo>
                    <a:pt x="296439" y="212360"/>
                  </a:lnTo>
                  <a:lnTo>
                    <a:pt x="279361" y="75432"/>
                  </a:lnTo>
                  <a:lnTo>
                    <a:pt x="263833" y="78781"/>
                  </a:lnTo>
                  <a:lnTo>
                    <a:pt x="226881" y="84917"/>
                  </a:lnTo>
                  <a:lnTo>
                    <a:pt x="182956" y="87973"/>
                  </a:lnTo>
                  <a:lnTo>
                    <a:pt x="124124" y="71557"/>
                  </a:lnTo>
                  <a:lnTo>
                    <a:pt x="86108" y="38212"/>
                  </a:lnTo>
                  <a:lnTo>
                    <a:pt x="52929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0" name="object 440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3703034" y="8501149"/>
              <a:ext cx="221124" cy="171230"/>
            </a:xfrm>
            <a:prstGeom prst="rect">
              <a:avLst/>
            </a:prstGeom>
          </p:spPr>
        </p:pic>
        <p:sp>
          <p:nvSpPr>
            <p:cNvPr id="441" name="object 441" descr=""/>
            <p:cNvSpPr/>
            <p:nvPr/>
          </p:nvSpPr>
          <p:spPr>
            <a:xfrm>
              <a:off x="13749958" y="8513956"/>
              <a:ext cx="132715" cy="393700"/>
            </a:xfrm>
            <a:custGeom>
              <a:avLst/>
              <a:gdLst/>
              <a:ahLst/>
              <a:cxnLst/>
              <a:rect l="l" t="t" r="r" b="b"/>
              <a:pathLst>
                <a:path w="132715" h="393700">
                  <a:moveTo>
                    <a:pt x="40702" y="0"/>
                  </a:moveTo>
                  <a:lnTo>
                    <a:pt x="11762" y="16531"/>
                  </a:lnTo>
                  <a:lnTo>
                    <a:pt x="0" y="53377"/>
                  </a:lnTo>
                  <a:lnTo>
                    <a:pt x="2481" y="78654"/>
                  </a:lnTo>
                  <a:lnTo>
                    <a:pt x="8566" y="128121"/>
                  </a:lnTo>
                  <a:lnTo>
                    <a:pt x="17027" y="191709"/>
                  </a:lnTo>
                  <a:lnTo>
                    <a:pt x="26633" y="259346"/>
                  </a:lnTo>
                  <a:lnTo>
                    <a:pt x="36155" y="320961"/>
                  </a:lnTo>
                  <a:lnTo>
                    <a:pt x="44363" y="366482"/>
                  </a:lnTo>
                  <a:lnTo>
                    <a:pt x="77009" y="393672"/>
                  </a:lnTo>
                  <a:lnTo>
                    <a:pt x="104077" y="386308"/>
                  </a:lnTo>
                  <a:lnTo>
                    <a:pt x="124757" y="371899"/>
                  </a:lnTo>
                  <a:lnTo>
                    <a:pt x="132571" y="358593"/>
                  </a:lnTo>
                  <a:lnTo>
                    <a:pt x="131362" y="299884"/>
                  </a:lnTo>
                  <a:lnTo>
                    <a:pt x="129457" y="245532"/>
                  </a:lnTo>
                  <a:lnTo>
                    <a:pt x="125743" y="183789"/>
                  </a:lnTo>
                  <a:lnTo>
                    <a:pt x="119514" y="121608"/>
                  </a:lnTo>
                  <a:lnTo>
                    <a:pt x="110065" y="65946"/>
                  </a:lnTo>
                  <a:lnTo>
                    <a:pt x="96688" y="23755"/>
                  </a:lnTo>
                  <a:lnTo>
                    <a:pt x="40702" y="0"/>
                  </a:lnTo>
                  <a:close/>
                </a:path>
              </a:pathLst>
            </a:custGeom>
            <a:solidFill>
              <a:srgbClr val="E1B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3743475" y="8504871"/>
              <a:ext cx="160020" cy="278130"/>
            </a:xfrm>
            <a:custGeom>
              <a:avLst/>
              <a:gdLst/>
              <a:ahLst/>
              <a:cxnLst/>
              <a:rect l="l" t="t" r="r" b="b"/>
              <a:pathLst>
                <a:path w="160019" h="278129">
                  <a:moveTo>
                    <a:pt x="60151" y="0"/>
                  </a:moveTo>
                  <a:lnTo>
                    <a:pt x="32296" y="7322"/>
                  </a:lnTo>
                  <a:lnTo>
                    <a:pt x="11476" y="26310"/>
                  </a:lnTo>
                  <a:lnTo>
                    <a:pt x="0" y="62956"/>
                  </a:lnTo>
                  <a:lnTo>
                    <a:pt x="174" y="123252"/>
                  </a:lnTo>
                  <a:lnTo>
                    <a:pt x="6314" y="178172"/>
                  </a:lnTo>
                  <a:lnTo>
                    <a:pt x="23220" y="277761"/>
                  </a:lnTo>
                  <a:lnTo>
                    <a:pt x="75692" y="277825"/>
                  </a:lnTo>
                  <a:lnTo>
                    <a:pt x="119067" y="273190"/>
                  </a:lnTo>
                  <a:lnTo>
                    <a:pt x="148567" y="267424"/>
                  </a:lnTo>
                  <a:lnTo>
                    <a:pt x="159415" y="264096"/>
                  </a:lnTo>
                  <a:lnTo>
                    <a:pt x="157840" y="242098"/>
                  </a:lnTo>
                  <a:lnTo>
                    <a:pt x="153591" y="191682"/>
                  </a:lnTo>
                  <a:lnTo>
                    <a:pt x="147170" y="133456"/>
                  </a:lnTo>
                  <a:lnTo>
                    <a:pt x="139081" y="88028"/>
                  </a:lnTo>
                  <a:lnTo>
                    <a:pt x="123989" y="48722"/>
                  </a:lnTo>
                  <a:lnTo>
                    <a:pt x="82441" y="3996"/>
                  </a:lnTo>
                  <a:lnTo>
                    <a:pt x="60151" y="0"/>
                  </a:lnTo>
                  <a:close/>
                </a:path>
              </a:pathLst>
            </a:custGeom>
            <a:solidFill>
              <a:srgbClr val="ECE2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3679774" y="8454213"/>
              <a:ext cx="354965" cy="710565"/>
            </a:xfrm>
            <a:custGeom>
              <a:avLst/>
              <a:gdLst/>
              <a:ahLst/>
              <a:cxnLst/>
              <a:rect l="l" t="t" r="r" b="b"/>
              <a:pathLst>
                <a:path w="354965" h="710565">
                  <a:moveTo>
                    <a:pt x="167887" y="0"/>
                  </a:moveTo>
                  <a:lnTo>
                    <a:pt x="104638" y="16588"/>
                  </a:lnTo>
                  <a:lnTo>
                    <a:pt x="69496" y="32960"/>
                  </a:lnTo>
                  <a:lnTo>
                    <a:pt x="32930" y="104076"/>
                  </a:lnTo>
                  <a:lnTo>
                    <a:pt x="17565" y="184411"/>
                  </a:lnTo>
                  <a:lnTo>
                    <a:pt x="12584" y="237345"/>
                  </a:lnTo>
                  <a:lnTo>
                    <a:pt x="8887" y="295947"/>
                  </a:lnTo>
                  <a:lnTo>
                    <a:pt x="6190" y="355752"/>
                  </a:lnTo>
                  <a:lnTo>
                    <a:pt x="4041" y="416025"/>
                  </a:lnTo>
                  <a:lnTo>
                    <a:pt x="2099" y="473545"/>
                  </a:lnTo>
                  <a:lnTo>
                    <a:pt x="0" y="525717"/>
                  </a:lnTo>
                  <a:lnTo>
                    <a:pt x="630" y="595391"/>
                  </a:lnTo>
                  <a:lnTo>
                    <a:pt x="11951" y="649289"/>
                  </a:lnTo>
                  <a:lnTo>
                    <a:pt x="65628" y="690314"/>
                  </a:lnTo>
                  <a:lnTo>
                    <a:pt x="109537" y="700101"/>
                  </a:lnTo>
                  <a:lnTo>
                    <a:pt x="174927" y="707020"/>
                  </a:lnTo>
                  <a:lnTo>
                    <a:pt x="245075" y="710144"/>
                  </a:lnTo>
                  <a:lnTo>
                    <a:pt x="303258" y="708549"/>
                  </a:lnTo>
                  <a:lnTo>
                    <a:pt x="332751" y="701308"/>
                  </a:lnTo>
                  <a:lnTo>
                    <a:pt x="349190" y="674216"/>
                  </a:lnTo>
                  <a:lnTo>
                    <a:pt x="354900" y="641487"/>
                  </a:lnTo>
                  <a:lnTo>
                    <a:pt x="352532" y="602204"/>
                  </a:lnTo>
                  <a:lnTo>
                    <a:pt x="344734" y="555445"/>
                  </a:lnTo>
                  <a:lnTo>
                    <a:pt x="337766" y="519120"/>
                  </a:lnTo>
                  <a:lnTo>
                    <a:pt x="336498" y="513087"/>
                  </a:lnTo>
                  <a:lnTo>
                    <a:pt x="335685" y="508272"/>
                  </a:lnTo>
                  <a:lnTo>
                    <a:pt x="334154" y="500294"/>
                  </a:lnTo>
                  <a:lnTo>
                    <a:pt x="323411" y="435595"/>
                  </a:lnTo>
                  <a:lnTo>
                    <a:pt x="317569" y="394328"/>
                  </a:lnTo>
                  <a:lnTo>
                    <a:pt x="310612" y="346935"/>
                  </a:lnTo>
                  <a:lnTo>
                    <a:pt x="302383" y="295746"/>
                  </a:lnTo>
                  <a:lnTo>
                    <a:pt x="292693" y="242846"/>
                  </a:lnTo>
                  <a:lnTo>
                    <a:pt x="281350" y="190323"/>
                  </a:lnTo>
                  <a:lnTo>
                    <a:pt x="269686" y="148831"/>
                  </a:lnTo>
                  <a:lnTo>
                    <a:pt x="251589" y="104042"/>
                  </a:lnTo>
                  <a:lnTo>
                    <a:pt x="229048" y="63471"/>
                  </a:lnTo>
                  <a:lnTo>
                    <a:pt x="201376" y="28371"/>
                  </a:lnTo>
                  <a:lnTo>
                    <a:pt x="167887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4" name="object 444" descr=""/>
            <p:cNvSpPr/>
            <p:nvPr/>
          </p:nvSpPr>
          <p:spPr>
            <a:xfrm>
              <a:off x="13679768" y="8840945"/>
              <a:ext cx="212090" cy="225425"/>
            </a:xfrm>
            <a:custGeom>
              <a:avLst/>
              <a:gdLst/>
              <a:ahLst/>
              <a:cxnLst/>
              <a:rect l="l" t="t" r="r" b="b"/>
              <a:pathLst>
                <a:path w="212090" h="225425">
                  <a:moveTo>
                    <a:pt x="21920" y="144640"/>
                  </a:moveTo>
                  <a:lnTo>
                    <a:pt x="660" y="122580"/>
                  </a:lnTo>
                  <a:lnTo>
                    <a:pt x="0" y="138988"/>
                  </a:lnTo>
                  <a:lnTo>
                    <a:pt x="711" y="216649"/>
                  </a:lnTo>
                  <a:lnTo>
                    <a:pt x="2844" y="225412"/>
                  </a:lnTo>
                  <a:lnTo>
                    <a:pt x="21920" y="144640"/>
                  </a:lnTo>
                  <a:close/>
                </a:path>
                <a:path w="212090" h="225425">
                  <a:moveTo>
                    <a:pt x="117005" y="112026"/>
                  </a:moveTo>
                  <a:lnTo>
                    <a:pt x="41224" y="33388"/>
                  </a:lnTo>
                  <a:lnTo>
                    <a:pt x="21958" y="144907"/>
                  </a:lnTo>
                  <a:lnTo>
                    <a:pt x="93484" y="211632"/>
                  </a:lnTo>
                  <a:lnTo>
                    <a:pt x="117005" y="112026"/>
                  </a:lnTo>
                  <a:close/>
                </a:path>
                <a:path w="212090" h="225425">
                  <a:moveTo>
                    <a:pt x="212001" y="78638"/>
                  </a:moveTo>
                  <a:lnTo>
                    <a:pt x="136207" y="0"/>
                  </a:lnTo>
                  <a:lnTo>
                    <a:pt x="116941" y="111506"/>
                  </a:lnTo>
                  <a:lnTo>
                    <a:pt x="188480" y="178244"/>
                  </a:lnTo>
                  <a:lnTo>
                    <a:pt x="212001" y="78638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5" name="object 445" descr=""/>
            <p:cNvSpPr/>
            <p:nvPr/>
          </p:nvSpPr>
          <p:spPr>
            <a:xfrm>
              <a:off x="13690029" y="9052464"/>
              <a:ext cx="160020" cy="107950"/>
            </a:xfrm>
            <a:custGeom>
              <a:avLst/>
              <a:gdLst/>
              <a:ahLst/>
              <a:cxnLst/>
              <a:rect l="l" t="t" r="r" b="b"/>
              <a:pathLst>
                <a:path w="160019" h="107950">
                  <a:moveTo>
                    <a:pt x="37934" y="83489"/>
                  </a:moveTo>
                  <a:lnTo>
                    <a:pt x="0" y="44119"/>
                  </a:lnTo>
                  <a:lnTo>
                    <a:pt x="1689" y="51041"/>
                  </a:lnTo>
                  <a:lnTo>
                    <a:pt x="23368" y="76314"/>
                  </a:lnTo>
                  <a:lnTo>
                    <a:pt x="37934" y="83489"/>
                  </a:lnTo>
                  <a:close/>
                </a:path>
                <a:path w="160019" h="107950">
                  <a:moveTo>
                    <a:pt x="159943" y="78638"/>
                  </a:moveTo>
                  <a:lnTo>
                    <a:pt x="84150" y="0"/>
                  </a:lnTo>
                  <a:lnTo>
                    <a:pt x="67767" y="94830"/>
                  </a:lnTo>
                  <a:lnTo>
                    <a:pt x="99275" y="101854"/>
                  </a:lnTo>
                  <a:lnTo>
                    <a:pt x="153111" y="107556"/>
                  </a:lnTo>
                  <a:lnTo>
                    <a:pt x="159943" y="78638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13891769" y="8803430"/>
              <a:ext cx="111760" cy="178435"/>
            </a:xfrm>
            <a:custGeom>
              <a:avLst/>
              <a:gdLst/>
              <a:ahLst/>
              <a:cxnLst/>
              <a:rect l="l" t="t" r="r" b="b"/>
              <a:pathLst>
                <a:path w="111759" h="178434">
                  <a:moveTo>
                    <a:pt x="104013" y="78638"/>
                  </a:moveTo>
                  <a:lnTo>
                    <a:pt x="28232" y="0"/>
                  </a:lnTo>
                  <a:lnTo>
                    <a:pt x="0" y="116154"/>
                  </a:lnTo>
                  <a:lnTo>
                    <a:pt x="80492" y="178244"/>
                  </a:lnTo>
                  <a:lnTo>
                    <a:pt x="104013" y="78638"/>
                  </a:lnTo>
                  <a:close/>
                </a:path>
                <a:path w="111759" h="178434">
                  <a:moveTo>
                    <a:pt x="111150" y="84467"/>
                  </a:moveTo>
                  <a:lnTo>
                    <a:pt x="108153" y="62141"/>
                  </a:lnTo>
                  <a:lnTo>
                    <a:pt x="104063" y="78994"/>
                  </a:lnTo>
                  <a:lnTo>
                    <a:pt x="111150" y="84467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7" name="object 447" descr=""/>
            <p:cNvSpPr/>
            <p:nvPr/>
          </p:nvSpPr>
          <p:spPr>
            <a:xfrm>
              <a:off x="13849910" y="8981560"/>
              <a:ext cx="184785" cy="182880"/>
            </a:xfrm>
            <a:custGeom>
              <a:avLst/>
              <a:gdLst/>
              <a:ahLst/>
              <a:cxnLst/>
              <a:rect l="l" t="t" r="r" b="b"/>
              <a:pathLst>
                <a:path w="184784" h="182879">
                  <a:moveTo>
                    <a:pt x="95059" y="116154"/>
                  </a:moveTo>
                  <a:lnTo>
                    <a:pt x="19265" y="37515"/>
                  </a:lnTo>
                  <a:lnTo>
                    <a:pt x="0" y="149034"/>
                  </a:lnTo>
                  <a:lnTo>
                    <a:pt x="34264" y="180987"/>
                  </a:lnTo>
                  <a:lnTo>
                    <a:pt x="74930" y="182803"/>
                  </a:lnTo>
                  <a:lnTo>
                    <a:pt x="79349" y="182689"/>
                  </a:lnTo>
                  <a:lnTo>
                    <a:pt x="95059" y="116154"/>
                  </a:lnTo>
                  <a:close/>
                </a:path>
                <a:path w="184784" h="182879">
                  <a:moveTo>
                    <a:pt x="184759" y="114147"/>
                  </a:moveTo>
                  <a:lnTo>
                    <a:pt x="182397" y="74866"/>
                  </a:lnTo>
                  <a:lnTo>
                    <a:pt x="179666" y="58496"/>
                  </a:lnTo>
                  <a:lnTo>
                    <a:pt x="123278" y="0"/>
                  </a:lnTo>
                  <a:lnTo>
                    <a:pt x="95059" y="116154"/>
                  </a:lnTo>
                  <a:lnTo>
                    <a:pt x="164973" y="170078"/>
                  </a:lnTo>
                  <a:lnTo>
                    <a:pt x="179044" y="146875"/>
                  </a:lnTo>
                  <a:lnTo>
                    <a:pt x="184759" y="114147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13684822" y="8627306"/>
              <a:ext cx="296545" cy="249554"/>
            </a:xfrm>
            <a:custGeom>
              <a:avLst/>
              <a:gdLst/>
              <a:ahLst/>
              <a:cxnLst/>
              <a:rect l="l" t="t" r="r" b="b"/>
              <a:pathLst>
                <a:path w="296544" h="249554">
                  <a:moveTo>
                    <a:pt x="60655" y="149542"/>
                  </a:moveTo>
                  <a:lnTo>
                    <a:pt x="5740" y="92557"/>
                  </a:lnTo>
                  <a:lnTo>
                    <a:pt x="3835" y="122859"/>
                  </a:lnTo>
                  <a:lnTo>
                    <a:pt x="1143" y="182664"/>
                  </a:lnTo>
                  <a:lnTo>
                    <a:pt x="0" y="214503"/>
                  </a:lnTo>
                  <a:lnTo>
                    <a:pt x="37134" y="249148"/>
                  </a:lnTo>
                  <a:lnTo>
                    <a:pt x="60655" y="149542"/>
                  </a:lnTo>
                  <a:close/>
                </a:path>
                <a:path w="296544" h="249554">
                  <a:moveTo>
                    <a:pt x="155651" y="116141"/>
                  </a:moveTo>
                  <a:lnTo>
                    <a:pt x="79857" y="37503"/>
                  </a:lnTo>
                  <a:lnTo>
                    <a:pt x="60591" y="149021"/>
                  </a:lnTo>
                  <a:lnTo>
                    <a:pt x="132130" y="215747"/>
                  </a:lnTo>
                  <a:lnTo>
                    <a:pt x="155651" y="116141"/>
                  </a:lnTo>
                  <a:close/>
                </a:path>
                <a:path w="296544" h="249554">
                  <a:moveTo>
                    <a:pt x="259664" y="78625"/>
                  </a:moveTo>
                  <a:lnTo>
                    <a:pt x="183883" y="0"/>
                  </a:lnTo>
                  <a:lnTo>
                    <a:pt x="155651" y="116141"/>
                  </a:lnTo>
                  <a:lnTo>
                    <a:pt x="236143" y="178244"/>
                  </a:lnTo>
                  <a:lnTo>
                    <a:pt x="259664" y="78625"/>
                  </a:lnTo>
                  <a:close/>
                </a:path>
                <a:path w="296544" h="249554">
                  <a:moveTo>
                    <a:pt x="296329" y="107111"/>
                  </a:moveTo>
                  <a:lnTo>
                    <a:pt x="290245" y="72948"/>
                  </a:lnTo>
                  <a:lnTo>
                    <a:pt x="278968" y="23495"/>
                  </a:lnTo>
                  <a:lnTo>
                    <a:pt x="275755" y="12776"/>
                  </a:lnTo>
                  <a:lnTo>
                    <a:pt x="259689" y="78854"/>
                  </a:lnTo>
                  <a:lnTo>
                    <a:pt x="296329" y="107111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3701866" y="8460034"/>
              <a:ext cx="230504" cy="207010"/>
            </a:xfrm>
            <a:custGeom>
              <a:avLst/>
              <a:gdLst/>
              <a:ahLst/>
              <a:cxnLst/>
              <a:rect l="l" t="t" r="r" b="b"/>
              <a:pathLst>
                <a:path w="230505" h="207009">
                  <a:moveTo>
                    <a:pt x="86855" y="107276"/>
                  </a:moveTo>
                  <a:lnTo>
                    <a:pt x="30746" y="49060"/>
                  </a:lnTo>
                  <a:lnTo>
                    <a:pt x="27711" y="53060"/>
                  </a:lnTo>
                  <a:lnTo>
                    <a:pt x="10833" y="98259"/>
                  </a:lnTo>
                  <a:lnTo>
                    <a:pt x="2120" y="133311"/>
                  </a:lnTo>
                  <a:lnTo>
                    <a:pt x="0" y="147789"/>
                  </a:lnTo>
                  <a:lnTo>
                    <a:pt x="63334" y="206883"/>
                  </a:lnTo>
                  <a:lnTo>
                    <a:pt x="86855" y="107276"/>
                  </a:lnTo>
                  <a:close/>
                </a:path>
                <a:path w="230505" h="207009">
                  <a:moveTo>
                    <a:pt x="190881" y="69761"/>
                  </a:moveTo>
                  <a:lnTo>
                    <a:pt x="123634" y="0"/>
                  </a:lnTo>
                  <a:lnTo>
                    <a:pt x="112204" y="2997"/>
                  </a:lnTo>
                  <a:lnTo>
                    <a:pt x="86855" y="107276"/>
                  </a:lnTo>
                  <a:lnTo>
                    <a:pt x="167360" y="169367"/>
                  </a:lnTo>
                  <a:lnTo>
                    <a:pt x="190881" y="69761"/>
                  </a:lnTo>
                  <a:close/>
                </a:path>
                <a:path w="230505" h="207009">
                  <a:moveTo>
                    <a:pt x="230378" y="100431"/>
                  </a:moveTo>
                  <a:lnTo>
                    <a:pt x="229489" y="98221"/>
                  </a:lnTo>
                  <a:lnTo>
                    <a:pt x="206946" y="57658"/>
                  </a:lnTo>
                  <a:lnTo>
                    <a:pt x="196977" y="44996"/>
                  </a:lnTo>
                  <a:lnTo>
                    <a:pt x="190906" y="69977"/>
                  </a:lnTo>
                  <a:lnTo>
                    <a:pt x="230378" y="100431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3684740" y="8538021"/>
              <a:ext cx="191770" cy="389255"/>
            </a:xfrm>
            <a:custGeom>
              <a:avLst/>
              <a:gdLst/>
              <a:ahLst/>
              <a:cxnLst/>
              <a:rect l="l" t="t" r="r" b="b"/>
              <a:pathLst>
                <a:path w="191769" h="389254">
                  <a:moveTo>
                    <a:pt x="150588" y="0"/>
                  </a:moveTo>
                  <a:lnTo>
                    <a:pt x="111494" y="11313"/>
                  </a:lnTo>
                  <a:lnTo>
                    <a:pt x="78992" y="36555"/>
                  </a:lnTo>
                  <a:lnTo>
                    <a:pt x="52719" y="75498"/>
                  </a:lnTo>
                  <a:lnTo>
                    <a:pt x="34302" y="121752"/>
                  </a:lnTo>
                  <a:lnTo>
                    <a:pt x="19007" y="171553"/>
                  </a:lnTo>
                  <a:lnTo>
                    <a:pt x="7649" y="221911"/>
                  </a:lnTo>
                  <a:lnTo>
                    <a:pt x="1041" y="269839"/>
                  </a:lnTo>
                  <a:lnTo>
                    <a:pt x="0" y="312349"/>
                  </a:lnTo>
                  <a:lnTo>
                    <a:pt x="5338" y="346453"/>
                  </a:lnTo>
                  <a:lnTo>
                    <a:pt x="34792" y="377880"/>
                  </a:lnTo>
                  <a:lnTo>
                    <a:pt x="83157" y="389147"/>
                  </a:lnTo>
                  <a:lnTo>
                    <a:pt x="130020" y="385805"/>
                  </a:lnTo>
                  <a:lnTo>
                    <a:pt x="162920" y="347359"/>
                  </a:lnTo>
                  <a:lnTo>
                    <a:pt x="171510" y="304042"/>
                  </a:lnTo>
                  <a:lnTo>
                    <a:pt x="179380" y="250444"/>
                  </a:lnTo>
                  <a:lnTo>
                    <a:pt x="185173" y="193555"/>
                  </a:lnTo>
                  <a:lnTo>
                    <a:pt x="188734" y="142637"/>
                  </a:lnTo>
                  <a:lnTo>
                    <a:pt x="190754" y="100693"/>
                  </a:lnTo>
                  <a:lnTo>
                    <a:pt x="191148" y="65343"/>
                  </a:lnTo>
                  <a:lnTo>
                    <a:pt x="189831" y="34201"/>
                  </a:lnTo>
                  <a:lnTo>
                    <a:pt x="178056" y="9519"/>
                  </a:lnTo>
                  <a:lnTo>
                    <a:pt x="177555" y="8895"/>
                  </a:lnTo>
                  <a:lnTo>
                    <a:pt x="152222" y="233"/>
                  </a:lnTo>
                  <a:lnTo>
                    <a:pt x="150588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1" name="object 451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3685641" y="8554362"/>
              <a:ext cx="190246" cy="370220"/>
            </a:xfrm>
            <a:prstGeom prst="rect">
              <a:avLst/>
            </a:prstGeom>
          </p:spPr>
        </p:pic>
      </p:grpSp>
      <p:grpSp>
        <p:nvGrpSpPr>
          <p:cNvPr id="452" name="object 452" descr=""/>
          <p:cNvGrpSpPr/>
          <p:nvPr/>
        </p:nvGrpSpPr>
        <p:grpSpPr>
          <a:xfrm>
            <a:off x="13407350" y="8816473"/>
            <a:ext cx="436245" cy="167640"/>
            <a:chOff x="13407350" y="8816473"/>
            <a:chExt cx="436245" cy="167640"/>
          </a:xfrm>
        </p:grpSpPr>
        <p:pic>
          <p:nvPicPr>
            <p:cNvPr id="453" name="object 453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3407350" y="8875882"/>
              <a:ext cx="91908" cy="87253"/>
            </a:xfrm>
            <a:prstGeom prst="rect">
              <a:avLst/>
            </a:prstGeom>
          </p:spPr>
        </p:pic>
        <p:sp>
          <p:nvSpPr>
            <p:cNvPr id="454" name="object 454" descr=""/>
            <p:cNvSpPr/>
            <p:nvPr/>
          </p:nvSpPr>
          <p:spPr>
            <a:xfrm>
              <a:off x="13472773" y="8816473"/>
              <a:ext cx="370840" cy="167640"/>
            </a:xfrm>
            <a:custGeom>
              <a:avLst/>
              <a:gdLst/>
              <a:ahLst/>
              <a:cxnLst/>
              <a:rect l="l" t="t" r="r" b="b"/>
              <a:pathLst>
                <a:path w="370840" h="167640">
                  <a:moveTo>
                    <a:pt x="204265" y="166922"/>
                  </a:moveTo>
                  <a:lnTo>
                    <a:pt x="150684" y="167066"/>
                  </a:lnTo>
                  <a:lnTo>
                    <a:pt x="165541" y="167352"/>
                  </a:lnTo>
                  <a:lnTo>
                    <a:pt x="204265" y="166922"/>
                  </a:lnTo>
                  <a:close/>
                </a:path>
                <a:path w="370840" h="167640">
                  <a:moveTo>
                    <a:pt x="289407" y="0"/>
                  </a:moveTo>
                  <a:lnTo>
                    <a:pt x="250788" y="4706"/>
                  </a:lnTo>
                  <a:lnTo>
                    <a:pt x="196309" y="12892"/>
                  </a:lnTo>
                  <a:lnTo>
                    <a:pt x="135519" y="23173"/>
                  </a:lnTo>
                  <a:lnTo>
                    <a:pt x="77979" y="34162"/>
                  </a:lnTo>
                  <a:lnTo>
                    <a:pt x="33252" y="44474"/>
                  </a:lnTo>
                  <a:lnTo>
                    <a:pt x="2187" y="71447"/>
                  </a:lnTo>
                  <a:lnTo>
                    <a:pt x="0" y="100950"/>
                  </a:lnTo>
                  <a:lnTo>
                    <a:pt x="4362" y="131628"/>
                  </a:lnTo>
                  <a:lnTo>
                    <a:pt x="32874" y="163047"/>
                  </a:lnTo>
                  <a:lnTo>
                    <a:pt x="69168" y="167155"/>
                  </a:lnTo>
                  <a:lnTo>
                    <a:pt x="150034" y="167053"/>
                  </a:lnTo>
                  <a:lnTo>
                    <a:pt x="148406" y="167022"/>
                  </a:lnTo>
                  <a:lnTo>
                    <a:pt x="204265" y="166922"/>
                  </a:lnTo>
                  <a:lnTo>
                    <a:pt x="272922" y="162954"/>
                  </a:lnTo>
                  <a:lnTo>
                    <a:pt x="315518" y="156823"/>
                  </a:lnTo>
                  <a:lnTo>
                    <a:pt x="351023" y="128754"/>
                  </a:lnTo>
                  <a:lnTo>
                    <a:pt x="370805" y="79639"/>
                  </a:lnTo>
                  <a:lnTo>
                    <a:pt x="366899" y="52101"/>
                  </a:lnTo>
                  <a:lnTo>
                    <a:pt x="343278" y="18367"/>
                  </a:lnTo>
                  <a:lnTo>
                    <a:pt x="313932" y="3586"/>
                  </a:lnTo>
                  <a:lnTo>
                    <a:pt x="289407" y="0"/>
                  </a:lnTo>
                  <a:close/>
                </a:path>
                <a:path w="370840" h="167640">
                  <a:moveTo>
                    <a:pt x="150034" y="167053"/>
                  </a:moveTo>
                  <a:lnTo>
                    <a:pt x="108618" y="167053"/>
                  </a:lnTo>
                  <a:lnTo>
                    <a:pt x="124393" y="167136"/>
                  </a:lnTo>
                  <a:lnTo>
                    <a:pt x="150684" y="167066"/>
                  </a:lnTo>
                  <a:lnTo>
                    <a:pt x="150034" y="167053"/>
                  </a:lnTo>
                  <a:close/>
                </a:path>
                <a:path w="370840" h="167640">
                  <a:moveTo>
                    <a:pt x="204265" y="166922"/>
                  </a:moveTo>
                  <a:lnTo>
                    <a:pt x="132188" y="166922"/>
                  </a:lnTo>
                  <a:lnTo>
                    <a:pt x="148406" y="167022"/>
                  </a:lnTo>
                  <a:lnTo>
                    <a:pt x="150684" y="167066"/>
                  </a:lnTo>
                  <a:lnTo>
                    <a:pt x="204265" y="166922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5" name="object 455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13472771" y="8825471"/>
              <a:ext cx="370816" cy="156181"/>
            </a:xfrm>
            <a:prstGeom prst="rect">
              <a:avLst/>
            </a:prstGeom>
          </p:spPr>
        </p:pic>
      </p:grpSp>
      <p:grpSp>
        <p:nvGrpSpPr>
          <p:cNvPr id="456" name="object 456" descr=""/>
          <p:cNvGrpSpPr/>
          <p:nvPr/>
        </p:nvGrpSpPr>
        <p:grpSpPr>
          <a:xfrm>
            <a:off x="13393185" y="9644119"/>
            <a:ext cx="309245" cy="228600"/>
            <a:chOff x="13393185" y="9644119"/>
            <a:chExt cx="309245" cy="228600"/>
          </a:xfrm>
        </p:grpSpPr>
        <p:sp>
          <p:nvSpPr>
            <p:cNvPr id="457" name="object 457" descr=""/>
            <p:cNvSpPr/>
            <p:nvPr/>
          </p:nvSpPr>
          <p:spPr>
            <a:xfrm>
              <a:off x="13428237" y="9644119"/>
              <a:ext cx="257810" cy="228600"/>
            </a:xfrm>
            <a:custGeom>
              <a:avLst/>
              <a:gdLst/>
              <a:ahLst/>
              <a:cxnLst/>
              <a:rect l="l" t="t" r="r" b="b"/>
              <a:pathLst>
                <a:path w="257809" h="228600">
                  <a:moveTo>
                    <a:pt x="211861" y="0"/>
                  </a:moveTo>
                  <a:lnTo>
                    <a:pt x="182568" y="4612"/>
                  </a:lnTo>
                  <a:lnTo>
                    <a:pt x="165554" y="7925"/>
                  </a:lnTo>
                  <a:lnTo>
                    <a:pt x="154297" y="11533"/>
                  </a:lnTo>
                  <a:lnTo>
                    <a:pt x="142273" y="17035"/>
                  </a:lnTo>
                  <a:lnTo>
                    <a:pt x="155620" y="43927"/>
                  </a:lnTo>
                  <a:lnTo>
                    <a:pt x="162125" y="58334"/>
                  </a:lnTo>
                  <a:lnTo>
                    <a:pt x="117569" y="119955"/>
                  </a:lnTo>
                  <a:lnTo>
                    <a:pt x="86109" y="153377"/>
                  </a:lnTo>
                  <a:lnTo>
                    <a:pt x="30270" y="190213"/>
                  </a:lnTo>
                  <a:lnTo>
                    <a:pt x="10707" y="201919"/>
                  </a:lnTo>
                  <a:lnTo>
                    <a:pt x="527" y="211894"/>
                  </a:lnTo>
                  <a:lnTo>
                    <a:pt x="0" y="219451"/>
                  </a:lnTo>
                  <a:lnTo>
                    <a:pt x="5536" y="225100"/>
                  </a:lnTo>
                  <a:lnTo>
                    <a:pt x="19156" y="228167"/>
                  </a:lnTo>
                  <a:lnTo>
                    <a:pt x="42870" y="227978"/>
                  </a:lnTo>
                  <a:lnTo>
                    <a:pt x="100549" y="218781"/>
                  </a:lnTo>
                  <a:lnTo>
                    <a:pt x="144869" y="202999"/>
                  </a:lnTo>
                  <a:lnTo>
                    <a:pt x="181985" y="182071"/>
                  </a:lnTo>
                  <a:lnTo>
                    <a:pt x="201456" y="172127"/>
                  </a:lnTo>
                  <a:lnTo>
                    <a:pt x="219033" y="165456"/>
                  </a:lnTo>
                  <a:lnTo>
                    <a:pt x="234246" y="160896"/>
                  </a:lnTo>
                  <a:lnTo>
                    <a:pt x="246809" y="155374"/>
                  </a:lnTo>
                  <a:lnTo>
                    <a:pt x="255096" y="148245"/>
                  </a:lnTo>
                  <a:lnTo>
                    <a:pt x="257482" y="138860"/>
                  </a:lnTo>
                  <a:lnTo>
                    <a:pt x="252915" y="122567"/>
                  </a:lnTo>
                  <a:lnTo>
                    <a:pt x="244028" y="99351"/>
                  </a:lnTo>
                  <a:lnTo>
                    <a:pt x="234719" y="75574"/>
                  </a:lnTo>
                  <a:lnTo>
                    <a:pt x="228886" y="57596"/>
                  </a:lnTo>
                  <a:lnTo>
                    <a:pt x="224657" y="41307"/>
                  </a:lnTo>
                  <a:lnTo>
                    <a:pt x="218979" y="22317"/>
                  </a:lnTo>
                  <a:lnTo>
                    <a:pt x="213998" y="6566"/>
                  </a:lnTo>
                  <a:lnTo>
                    <a:pt x="211861" y="0"/>
                  </a:lnTo>
                  <a:close/>
                </a:path>
              </a:pathLst>
            </a:custGeom>
            <a:solidFill>
              <a:srgbClr val="3A2C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8" name="object 458" descr=""/>
            <p:cNvSpPr/>
            <p:nvPr/>
          </p:nvSpPr>
          <p:spPr>
            <a:xfrm>
              <a:off x="13561188" y="9737972"/>
              <a:ext cx="29209" cy="34925"/>
            </a:xfrm>
            <a:custGeom>
              <a:avLst/>
              <a:gdLst/>
              <a:ahLst/>
              <a:cxnLst/>
              <a:rect l="l" t="t" r="r" b="b"/>
              <a:pathLst>
                <a:path w="29209" h="34925">
                  <a:moveTo>
                    <a:pt x="50" y="23126"/>
                  </a:moveTo>
                  <a:close/>
                </a:path>
                <a:path w="29209" h="34925">
                  <a:moveTo>
                    <a:pt x="4330" y="10185"/>
                  </a:moveTo>
                  <a:close/>
                </a:path>
                <a:path w="29209" h="34925">
                  <a:moveTo>
                    <a:pt x="5664" y="28651"/>
                  </a:moveTo>
                  <a:lnTo>
                    <a:pt x="4356" y="27444"/>
                  </a:lnTo>
                  <a:lnTo>
                    <a:pt x="3149" y="26162"/>
                  </a:lnTo>
                  <a:lnTo>
                    <a:pt x="1879" y="24917"/>
                  </a:lnTo>
                  <a:lnTo>
                    <a:pt x="1308" y="25171"/>
                  </a:lnTo>
                  <a:lnTo>
                    <a:pt x="698" y="25374"/>
                  </a:lnTo>
                  <a:lnTo>
                    <a:pt x="114" y="25603"/>
                  </a:lnTo>
                  <a:lnTo>
                    <a:pt x="381" y="27368"/>
                  </a:lnTo>
                  <a:lnTo>
                    <a:pt x="1130" y="29057"/>
                  </a:lnTo>
                  <a:lnTo>
                    <a:pt x="2387" y="30619"/>
                  </a:lnTo>
                  <a:lnTo>
                    <a:pt x="3479" y="29972"/>
                  </a:lnTo>
                  <a:lnTo>
                    <a:pt x="4559" y="29286"/>
                  </a:lnTo>
                  <a:lnTo>
                    <a:pt x="5664" y="28651"/>
                  </a:lnTo>
                  <a:close/>
                </a:path>
                <a:path w="29209" h="34925">
                  <a:moveTo>
                    <a:pt x="5664" y="20370"/>
                  </a:moveTo>
                  <a:lnTo>
                    <a:pt x="4191" y="19037"/>
                  </a:lnTo>
                  <a:lnTo>
                    <a:pt x="2794" y="17614"/>
                  </a:lnTo>
                  <a:lnTo>
                    <a:pt x="1663" y="16078"/>
                  </a:lnTo>
                  <a:lnTo>
                    <a:pt x="965" y="17881"/>
                  </a:lnTo>
                  <a:lnTo>
                    <a:pt x="406" y="19735"/>
                  </a:lnTo>
                  <a:lnTo>
                    <a:pt x="139" y="21564"/>
                  </a:lnTo>
                  <a:lnTo>
                    <a:pt x="546" y="21882"/>
                  </a:lnTo>
                  <a:lnTo>
                    <a:pt x="1371" y="22479"/>
                  </a:lnTo>
                  <a:lnTo>
                    <a:pt x="2806" y="21780"/>
                  </a:lnTo>
                  <a:lnTo>
                    <a:pt x="4267" y="21145"/>
                  </a:lnTo>
                  <a:lnTo>
                    <a:pt x="5664" y="20370"/>
                  </a:lnTo>
                  <a:close/>
                </a:path>
                <a:path w="29209" h="34925">
                  <a:moveTo>
                    <a:pt x="11049" y="17145"/>
                  </a:moveTo>
                  <a:lnTo>
                    <a:pt x="9194" y="15367"/>
                  </a:lnTo>
                  <a:lnTo>
                    <a:pt x="7188" y="13525"/>
                  </a:lnTo>
                  <a:lnTo>
                    <a:pt x="5499" y="11569"/>
                  </a:lnTo>
                  <a:lnTo>
                    <a:pt x="4724" y="11938"/>
                  </a:lnTo>
                  <a:lnTo>
                    <a:pt x="3924" y="12230"/>
                  </a:lnTo>
                  <a:lnTo>
                    <a:pt x="3149" y="12560"/>
                  </a:lnTo>
                  <a:lnTo>
                    <a:pt x="2832" y="13258"/>
                  </a:lnTo>
                  <a:lnTo>
                    <a:pt x="2273" y="14566"/>
                  </a:lnTo>
                  <a:lnTo>
                    <a:pt x="4127" y="15862"/>
                  </a:lnTo>
                  <a:lnTo>
                    <a:pt x="5778" y="17653"/>
                  </a:lnTo>
                  <a:lnTo>
                    <a:pt x="7340" y="19380"/>
                  </a:lnTo>
                  <a:lnTo>
                    <a:pt x="8597" y="18669"/>
                  </a:lnTo>
                  <a:lnTo>
                    <a:pt x="11049" y="17145"/>
                  </a:lnTo>
                  <a:close/>
                </a:path>
                <a:path w="29209" h="34925">
                  <a:moveTo>
                    <a:pt x="11137" y="25565"/>
                  </a:moveTo>
                  <a:lnTo>
                    <a:pt x="8813" y="23266"/>
                  </a:lnTo>
                  <a:lnTo>
                    <a:pt x="8128" y="22669"/>
                  </a:lnTo>
                  <a:lnTo>
                    <a:pt x="7442" y="22034"/>
                  </a:lnTo>
                  <a:lnTo>
                    <a:pt x="6159" y="22783"/>
                  </a:lnTo>
                  <a:lnTo>
                    <a:pt x="4851" y="23469"/>
                  </a:lnTo>
                  <a:lnTo>
                    <a:pt x="3517" y="24117"/>
                  </a:lnTo>
                  <a:lnTo>
                    <a:pt x="4876" y="25222"/>
                  </a:lnTo>
                  <a:lnTo>
                    <a:pt x="6210" y="26365"/>
                  </a:lnTo>
                  <a:lnTo>
                    <a:pt x="7505" y="27559"/>
                  </a:lnTo>
                  <a:lnTo>
                    <a:pt x="11137" y="25565"/>
                  </a:lnTo>
                  <a:close/>
                </a:path>
                <a:path w="29209" h="34925">
                  <a:moveTo>
                    <a:pt x="11366" y="6883"/>
                  </a:moveTo>
                  <a:lnTo>
                    <a:pt x="10477" y="5880"/>
                  </a:lnTo>
                  <a:lnTo>
                    <a:pt x="9601" y="4851"/>
                  </a:lnTo>
                  <a:lnTo>
                    <a:pt x="8724" y="3848"/>
                  </a:lnTo>
                  <a:lnTo>
                    <a:pt x="7302" y="5219"/>
                  </a:lnTo>
                  <a:lnTo>
                    <a:pt x="6108" y="6883"/>
                  </a:lnTo>
                  <a:lnTo>
                    <a:pt x="5092" y="8674"/>
                  </a:lnTo>
                  <a:lnTo>
                    <a:pt x="5397" y="8902"/>
                  </a:lnTo>
                  <a:lnTo>
                    <a:pt x="5740" y="9042"/>
                  </a:lnTo>
                  <a:lnTo>
                    <a:pt x="6045" y="9296"/>
                  </a:lnTo>
                  <a:lnTo>
                    <a:pt x="7823" y="8445"/>
                  </a:lnTo>
                  <a:lnTo>
                    <a:pt x="9639" y="7683"/>
                  </a:lnTo>
                  <a:lnTo>
                    <a:pt x="11366" y="6883"/>
                  </a:lnTo>
                  <a:close/>
                </a:path>
                <a:path w="29209" h="34925">
                  <a:moveTo>
                    <a:pt x="12446" y="34442"/>
                  </a:moveTo>
                  <a:lnTo>
                    <a:pt x="10617" y="32943"/>
                  </a:lnTo>
                  <a:lnTo>
                    <a:pt x="8763" y="31508"/>
                  </a:lnTo>
                  <a:lnTo>
                    <a:pt x="6985" y="29908"/>
                  </a:lnTo>
                  <a:lnTo>
                    <a:pt x="5816" y="30594"/>
                  </a:lnTo>
                  <a:lnTo>
                    <a:pt x="4635" y="31216"/>
                  </a:lnTo>
                  <a:lnTo>
                    <a:pt x="3429" y="31750"/>
                  </a:lnTo>
                  <a:lnTo>
                    <a:pt x="5842" y="34023"/>
                  </a:lnTo>
                  <a:lnTo>
                    <a:pt x="9220" y="34925"/>
                  </a:lnTo>
                  <a:lnTo>
                    <a:pt x="12446" y="34442"/>
                  </a:lnTo>
                  <a:close/>
                </a:path>
                <a:path w="29209" h="34925">
                  <a:moveTo>
                    <a:pt x="15709" y="4813"/>
                  </a:moveTo>
                  <a:lnTo>
                    <a:pt x="14554" y="3721"/>
                  </a:lnTo>
                  <a:lnTo>
                    <a:pt x="13500" y="2565"/>
                  </a:lnTo>
                  <a:lnTo>
                    <a:pt x="12547" y="1346"/>
                  </a:lnTo>
                  <a:lnTo>
                    <a:pt x="11353" y="1803"/>
                  </a:lnTo>
                  <a:lnTo>
                    <a:pt x="10248" y="2463"/>
                  </a:lnTo>
                  <a:lnTo>
                    <a:pt x="9271" y="3314"/>
                  </a:lnTo>
                  <a:lnTo>
                    <a:pt x="11188" y="5461"/>
                  </a:lnTo>
                  <a:lnTo>
                    <a:pt x="12166" y="6515"/>
                  </a:lnTo>
                  <a:lnTo>
                    <a:pt x="13296" y="5969"/>
                  </a:lnTo>
                  <a:lnTo>
                    <a:pt x="14490" y="5372"/>
                  </a:lnTo>
                  <a:lnTo>
                    <a:pt x="15709" y="4813"/>
                  </a:lnTo>
                  <a:close/>
                </a:path>
                <a:path w="29209" h="34925">
                  <a:moveTo>
                    <a:pt x="16179" y="22720"/>
                  </a:moveTo>
                  <a:lnTo>
                    <a:pt x="14211" y="20396"/>
                  </a:lnTo>
                  <a:lnTo>
                    <a:pt x="13042" y="19126"/>
                  </a:lnTo>
                  <a:lnTo>
                    <a:pt x="12700" y="18796"/>
                  </a:lnTo>
                  <a:lnTo>
                    <a:pt x="11480" y="19596"/>
                  </a:lnTo>
                  <a:lnTo>
                    <a:pt x="10248" y="20383"/>
                  </a:lnTo>
                  <a:lnTo>
                    <a:pt x="9004" y="21145"/>
                  </a:lnTo>
                  <a:lnTo>
                    <a:pt x="9359" y="21526"/>
                  </a:lnTo>
                  <a:lnTo>
                    <a:pt x="10528" y="22720"/>
                  </a:lnTo>
                  <a:lnTo>
                    <a:pt x="12585" y="24765"/>
                  </a:lnTo>
                  <a:lnTo>
                    <a:pt x="14389" y="23774"/>
                  </a:lnTo>
                  <a:lnTo>
                    <a:pt x="15582" y="23114"/>
                  </a:lnTo>
                  <a:lnTo>
                    <a:pt x="15875" y="22898"/>
                  </a:lnTo>
                  <a:lnTo>
                    <a:pt x="16179" y="22720"/>
                  </a:lnTo>
                  <a:close/>
                </a:path>
                <a:path w="29209" h="34925">
                  <a:moveTo>
                    <a:pt x="17018" y="13347"/>
                  </a:moveTo>
                  <a:lnTo>
                    <a:pt x="15468" y="11480"/>
                  </a:lnTo>
                  <a:lnTo>
                    <a:pt x="13855" y="9728"/>
                  </a:lnTo>
                  <a:lnTo>
                    <a:pt x="12280" y="7924"/>
                  </a:lnTo>
                  <a:lnTo>
                    <a:pt x="10668" y="8826"/>
                  </a:lnTo>
                  <a:lnTo>
                    <a:pt x="7429" y="10566"/>
                  </a:lnTo>
                  <a:lnTo>
                    <a:pt x="9271" y="12344"/>
                  </a:lnTo>
                  <a:lnTo>
                    <a:pt x="10934" y="14389"/>
                  </a:lnTo>
                  <a:lnTo>
                    <a:pt x="12534" y="16268"/>
                  </a:lnTo>
                  <a:lnTo>
                    <a:pt x="13081" y="15925"/>
                  </a:lnTo>
                  <a:lnTo>
                    <a:pt x="13614" y="15646"/>
                  </a:lnTo>
                  <a:lnTo>
                    <a:pt x="15074" y="14693"/>
                  </a:lnTo>
                  <a:lnTo>
                    <a:pt x="17018" y="13347"/>
                  </a:lnTo>
                  <a:close/>
                </a:path>
                <a:path w="29209" h="34925">
                  <a:moveTo>
                    <a:pt x="17957" y="31915"/>
                  </a:moveTo>
                  <a:lnTo>
                    <a:pt x="15976" y="30251"/>
                  </a:lnTo>
                  <a:lnTo>
                    <a:pt x="14084" y="28473"/>
                  </a:lnTo>
                  <a:lnTo>
                    <a:pt x="12230" y="26644"/>
                  </a:lnTo>
                  <a:lnTo>
                    <a:pt x="11125" y="27368"/>
                  </a:lnTo>
                  <a:lnTo>
                    <a:pt x="8839" y="28803"/>
                  </a:lnTo>
                  <a:lnTo>
                    <a:pt x="10629" y="30505"/>
                  </a:lnTo>
                  <a:lnTo>
                    <a:pt x="12306" y="32308"/>
                  </a:lnTo>
                  <a:lnTo>
                    <a:pt x="13931" y="34137"/>
                  </a:lnTo>
                  <a:lnTo>
                    <a:pt x="14935" y="33832"/>
                  </a:lnTo>
                  <a:lnTo>
                    <a:pt x="15938" y="33464"/>
                  </a:lnTo>
                  <a:lnTo>
                    <a:pt x="17208" y="32600"/>
                  </a:lnTo>
                  <a:lnTo>
                    <a:pt x="17957" y="31915"/>
                  </a:lnTo>
                  <a:close/>
                </a:path>
                <a:path w="29209" h="34925">
                  <a:moveTo>
                    <a:pt x="21107" y="28219"/>
                  </a:moveTo>
                  <a:lnTo>
                    <a:pt x="19672" y="26746"/>
                  </a:lnTo>
                  <a:lnTo>
                    <a:pt x="18275" y="25209"/>
                  </a:lnTo>
                  <a:lnTo>
                    <a:pt x="16929" y="23622"/>
                  </a:lnTo>
                  <a:lnTo>
                    <a:pt x="16268" y="24053"/>
                  </a:lnTo>
                  <a:lnTo>
                    <a:pt x="15595" y="24523"/>
                  </a:lnTo>
                  <a:lnTo>
                    <a:pt x="14922" y="24930"/>
                  </a:lnTo>
                  <a:lnTo>
                    <a:pt x="14478" y="25184"/>
                  </a:lnTo>
                  <a:lnTo>
                    <a:pt x="14033" y="25501"/>
                  </a:lnTo>
                  <a:lnTo>
                    <a:pt x="13589" y="25768"/>
                  </a:lnTo>
                  <a:lnTo>
                    <a:pt x="15367" y="27559"/>
                  </a:lnTo>
                  <a:lnTo>
                    <a:pt x="17068" y="29387"/>
                  </a:lnTo>
                  <a:lnTo>
                    <a:pt x="18681" y="31280"/>
                  </a:lnTo>
                  <a:lnTo>
                    <a:pt x="19545" y="30403"/>
                  </a:lnTo>
                  <a:lnTo>
                    <a:pt x="20345" y="29349"/>
                  </a:lnTo>
                  <a:lnTo>
                    <a:pt x="21107" y="28219"/>
                  </a:lnTo>
                  <a:close/>
                </a:path>
                <a:path w="29209" h="34925">
                  <a:moveTo>
                    <a:pt x="21285" y="10693"/>
                  </a:moveTo>
                  <a:lnTo>
                    <a:pt x="20777" y="10071"/>
                  </a:lnTo>
                  <a:lnTo>
                    <a:pt x="20307" y="9436"/>
                  </a:lnTo>
                  <a:lnTo>
                    <a:pt x="19786" y="8839"/>
                  </a:lnTo>
                  <a:lnTo>
                    <a:pt x="18821" y="7734"/>
                  </a:lnTo>
                  <a:lnTo>
                    <a:pt x="16598" y="5651"/>
                  </a:lnTo>
                  <a:lnTo>
                    <a:pt x="15392" y="6235"/>
                  </a:lnTo>
                  <a:lnTo>
                    <a:pt x="14224" y="6858"/>
                  </a:lnTo>
                  <a:lnTo>
                    <a:pt x="13055" y="7505"/>
                  </a:lnTo>
                  <a:lnTo>
                    <a:pt x="16268" y="11023"/>
                  </a:lnTo>
                  <a:lnTo>
                    <a:pt x="17843" y="12801"/>
                  </a:lnTo>
                  <a:lnTo>
                    <a:pt x="18961" y="12026"/>
                  </a:lnTo>
                  <a:lnTo>
                    <a:pt x="20104" y="11328"/>
                  </a:lnTo>
                  <a:lnTo>
                    <a:pt x="21285" y="10693"/>
                  </a:lnTo>
                  <a:close/>
                </a:path>
                <a:path w="29209" h="34925">
                  <a:moveTo>
                    <a:pt x="21691" y="19202"/>
                  </a:moveTo>
                  <a:lnTo>
                    <a:pt x="20612" y="17754"/>
                  </a:lnTo>
                  <a:lnTo>
                    <a:pt x="19443" y="16383"/>
                  </a:lnTo>
                  <a:lnTo>
                    <a:pt x="18313" y="14973"/>
                  </a:lnTo>
                  <a:lnTo>
                    <a:pt x="13982" y="17945"/>
                  </a:lnTo>
                  <a:lnTo>
                    <a:pt x="17576" y="21856"/>
                  </a:lnTo>
                  <a:lnTo>
                    <a:pt x="18935" y="20993"/>
                  </a:lnTo>
                  <a:lnTo>
                    <a:pt x="21691" y="19202"/>
                  </a:lnTo>
                  <a:close/>
                </a:path>
                <a:path w="29209" h="34925">
                  <a:moveTo>
                    <a:pt x="24193" y="22733"/>
                  </a:moveTo>
                  <a:lnTo>
                    <a:pt x="23545" y="21805"/>
                  </a:lnTo>
                  <a:lnTo>
                    <a:pt x="22936" y="20853"/>
                  </a:lnTo>
                  <a:lnTo>
                    <a:pt x="22263" y="19926"/>
                  </a:lnTo>
                  <a:lnTo>
                    <a:pt x="19634" y="21793"/>
                  </a:lnTo>
                  <a:lnTo>
                    <a:pt x="18326" y="22694"/>
                  </a:lnTo>
                  <a:lnTo>
                    <a:pt x="19583" y="24104"/>
                  </a:lnTo>
                  <a:lnTo>
                    <a:pt x="20764" y="25565"/>
                  </a:lnTo>
                  <a:lnTo>
                    <a:pt x="21869" y="27076"/>
                  </a:lnTo>
                  <a:lnTo>
                    <a:pt x="22720" y="25692"/>
                  </a:lnTo>
                  <a:lnTo>
                    <a:pt x="23507" y="24218"/>
                  </a:lnTo>
                  <a:lnTo>
                    <a:pt x="24193" y="22733"/>
                  </a:lnTo>
                  <a:close/>
                </a:path>
                <a:path w="29209" h="34925">
                  <a:moveTo>
                    <a:pt x="25882" y="16700"/>
                  </a:moveTo>
                  <a:lnTo>
                    <a:pt x="24765" y="15176"/>
                  </a:lnTo>
                  <a:lnTo>
                    <a:pt x="23634" y="13652"/>
                  </a:lnTo>
                  <a:lnTo>
                    <a:pt x="22479" y="12153"/>
                  </a:lnTo>
                  <a:lnTo>
                    <a:pt x="20320" y="13589"/>
                  </a:lnTo>
                  <a:lnTo>
                    <a:pt x="19240" y="14338"/>
                  </a:lnTo>
                  <a:lnTo>
                    <a:pt x="20459" y="15735"/>
                  </a:lnTo>
                  <a:lnTo>
                    <a:pt x="21704" y="17056"/>
                  </a:lnTo>
                  <a:lnTo>
                    <a:pt x="22923" y="18427"/>
                  </a:lnTo>
                  <a:lnTo>
                    <a:pt x="23901" y="17818"/>
                  </a:lnTo>
                  <a:lnTo>
                    <a:pt x="24879" y="17233"/>
                  </a:lnTo>
                  <a:lnTo>
                    <a:pt x="25882" y="16700"/>
                  </a:lnTo>
                  <a:close/>
                </a:path>
                <a:path w="29209" h="34925">
                  <a:moveTo>
                    <a:pt x="26428" y="17424"/>
                  </a:moveTo>
                  <a:lnTo>
                    <a:pt x="26301" y="17259"/>
                  </a:lnTo>
                  <a:lnTo>
                    <a:pt x="25361" y="17830"/>
                  </a:lnTo>
                  <a:lnTo>
                    <a:pt x="23520" y="19088"/>
                  </a:lnTo>
                  <a:lnTo>
                    <a:pt x="24041" y="19697"/>
                  </a:lnTo>
                  <a:lnTo>
                    <a:pt x="24498" y="20320"/>
                  </a:lnTo>
                  <a:lnTo>
                    <a:pt x="24993" y="20955"/>
                  </a:lnTo>
                  <a:lnTo>
                    <a:pt x="25527" y="19723"/>
                  </a:lnTo>
                  <a:lnTo>
                    <a:pt x="26009" y="18529"/>
                  </a:lnTo>
                  <a:lnTo>
                    <a:pt x="26428" y="17424"/>
                  </a:lnTo>
                  <a:close/>
                </a:path>
                <a:path w="29209" h="34925">
                  <a:moveTo>
                    <a:pt x="28638" y="11214"/>
                  </a:moveTo>
                  <a:lnTo>
                    <a:pt x="27787" y="5740"/>
                  </a:lnTo>
                  <a:lnTo>
                    <a:pt x="22948" y="3746"/>
                  </a:lnTo>
                  <a:lnTo>
                    <a:pt x="22631" y="3632"/>
                  </a:lnTo>
                  <a:lnTo>
                    <a:pt x="20891" y="1282"/>
                  </a:lnTo>
                  <a:lnTo>
                    <a:pt x="18059" y="0"/>
                  </a:lnTo>
                  <a:lnTo>
                    <a:pt x="13843" y="901"/>
                  </a:lnTo>
                  <a:lnTo>
                    <a:pt x="15024" y="1968"/>
                  </a:lnTo>
                  <a:lnTo>
                    <a:pt x="16217" y="2984"/>
                  </a:lnTo>
                  <a:lnTo>
                    <a:pt x="17360" y="4178"/>
                  </a:lnTo>
                  <a:lnTo>
                    <a:pt x="18681" y="3721"/>
                  </a:lnTo>
                  <a:lnTo>
                    <a:pt x="20027" y="3378"/>
                  </a:lnTo>
                  <a:lnTo>
                    <a:pt x="21539" y="3530"/>
                  </a:lnTo>
                  <a:lnTo>
                    <a:pt x="21526" y="3708"/>
                  </a:lnTo>
                  <a:lnTo>
                    <a:pt x="20269" y="4076"/>
                  </a:lnTo>
                  <a:lnTo>
                    <a:pt x="19189" y="4584"/>
                  </a:lnTo>
                  <a:lnTo>
                    <a:pt x="18110" y="5054"/>
                  </a:lnTo>
                  <a:lnTo>
                    <a:pt x="19596" y="6680"/>
                  </a:lnTo>
                  <a:lnTo>
                    <a:pt x="21069" y="8343"/>
                  </a:lnTo>
                  <a:lnTo>
                    <a:pt x="22428" y="10109"/>
                  </a:lnTo>
                  <a:lnTo>
                    <a:pt x="23914" y="9385"/>
                  </a:lnTo>
                  <a:lnTo>
                    <a:pt x="25438" y="8801"/>
                  </a:lnTo>
                  <a:lnTo>
                    <a:pt x="27330" y="8610"/>
                  </a:lnTo>
                  <a:lnTo>
                    <a:pt x="27444" y="9004"/>
                  </a:lnTo>
                  <a:lnTo>
                    <a:pt x="25933" y="9893"/>
                  </a:lnTo>
                  <a:lnTo>
                    <a:pt x="23507" y="11455"/>
                  </a:lnTo>
                  <a:lnTo>
                    <a:pt x="24663" y="13055"/>
                  </a:lnTo>
                  <a:lnTo>
                    <a:pt x="25755" y="14693"/>
                  </a:lnTo>
                  <a:lnTo>
                    <a:pt x="26746" y="16332"/>
                  </a:lnTo>
                  <a:lnTo>
                    <a:pt x="28638" y="11214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9" name="object 459" descr=""/>
            <p:cNvSpPr/>
            <p:nvPr/>
          </p:nvSpPr>
          <p:spPr>
            <a:xfrm>
              <a:off x="13573112" y="9724888"/>
              <a:ext cx="25400" cy="23495"/>
            </a:xfrm>
            <a:custGeom>
              <a:avLst/>
              <a:gdLst/>
              <a:ahLst/>
              <a:cxnLst/>
              <a:rect l="l" t="t" r="r" b="b"/>
              <a:pathLst>
                <a:path w="25400" h="23495">
                  <a:moveTo>
                    <a:pt x="15958" y="16009"/>
                  </a:moveTo>
                  <a:lnTo>
                    <a:pt x="9361" y="16009"/>
                  </a:lnTo>
                  <a:lnTo>
                    <a:pt x="16104" y="23224"/>
                  </a:lnTo>
                  <a:lnTo>
                    <a:pt x="24146" y="22135"/>
                  </a:lnTo>
                  <a:lnTo>
                    <a:pt x="21015" y="17570"/>
                  </a:lnTo>
                  <a:lnTo>
                    <a:pt x="15968" y="16135"/>
                  </a:lnTo>
                  <a:lnTo>
                    <a:pt x="15612" y="16062"/>
                  </a:lnTo>
                  <a:lnTo>
                    <a:pt x="15958" y="16009"/>
                  </a:lnTo>
                  <a:close/>
                </a:path>
                <a:path w="25400" h="23495">
                  <a:moveTo>
                    <a:pt x="3367" y="4920"/>
                  </a:moveTo>
                  <a:lnTo>
                    <a:pt x="2468" y="5993"/>
                  </a:lnTo>
                  <a:lnTo>
                    <a:pt x="0" y="8745"/>
                  </a:lnTo>
                  <a:lnTo>
                    <a:pt x="10" y="8879"/>
                  </a:lnTo>
                  <a:lnTo>
                    <a:pt x="7068" y="16072"/>
                  </a:lnTo>
                  <a:lnTo>
                    <a:pt x="9361" y="16009"/>
                  </a:lnTo>
                  <a:lnTo>
                    <a:pt x="15958" y="16009"/>
                  </a:lnTo>
                  <a:lnTo>
                    <a:pt x="21486" y="15172"/>
                  </a:lnTo>
                  <a:lnTo>
                    <a:pt x="24427" y="12240"/>
                  </a:lnTo>
                  <a:lnTo>
                    <a:pt x="14345" y="12240"/>
                  </a:lnTo>
                  <a:lnTo>
                    <a:pt x="16277" y="10230"/>
                  </a:lnTo>
                  <a:lnTo>
                    <a:pt x="6995" y="10230"/>
                  </a:lnTo>
                  <a:lnTo>
                    <a:pt x="3906" y="5141"/>
                  </a:lnTo>
                  <a:lnTo>
                    <a:pt x="3367" y="4920"/>
                  </a:lnTo>
                  <a:close/>
                </a:path>
                <a:path w="25400" h="23495">
                  <a:moveTo>
                    <a:pt x="19549" y="10135"/>
                  </a:moveTo>
                  <a:lnTo>
                    <a:pt x="14670" y="12083"/>
                  </a:lnTo>
                  <a:lnTo>
                    <a:pt x="14345" y="12240"/>
                  </a:lnTo>
                  <a:lnTo>
                    <a:pt x="24427" y="12240"/>
                  </a:lnTo>
                  <a:lnTo>
                    <a:pt x="24816" y="11853"/>
                  </a:lnTo>
                  <a:lnTo>
                    <a:pt x="19549" y="10135"/>
                  </a:lnTo>
                  <a:close/>
                </a:path>
                <a:path w="25400" h="23495">
                  <a:moveTo>
                    <a:pt x="9298" y="0"/>
                  </a:moveTo>
                  <a:lnTo>
                    <a:pt x="6303" y="4659"/>
                  </a:lnTo>
                  <a:lnTo>
                    <a:pt x="6900" y="9664"/>
                  </a:lnTo>
                  <a:lnTo>
                    <a:pt x="6995" y="10230"/>
                  </a:lnTo>
                  <a:lnTo>
                    <a:pt x="16277" y="10230"/>
                  </a:lnTo>
                  <a:lnTo>
                    <a:pt x="16508" y="9989"/>
                  </a:lnTo>
                  <a:lnTo>
                    <a:pt x="11015" y="9989"/>
                  </a:lnTo>
                  <a:lnTo>
                    <a:pt x="11665" y="4073"/>
                  </a:lnTo>
                  <a:lnTo>
                    <a:pt x="9298" y="0"/>
                  </a:lnTo>
                  <a:close/>
                </a:path>
                <a:path w="25400" h="23495">
                  <a:moveTo>
                    <a:pt x="19078" y="3287"/>
                  </a:moveTo>
                  <a:lnTo>
                    <a:pt x="13853" y="5141"/>
                  </a:lnTo>
                  <a:lnTo>
                    <a:pt x="11172" y="9664"/>
                  </a:lnTo>
                  <a:lnTo>
                    <a:pt x="11015" y="9989"/>
                  </a:lnTo>
                  <a:lnTo>
                    <a:pt x="16508" y="9989"/>
                  </a:lnTo>
                  <a:lnTo>
                    <a:pt x="18460" y="7957"/>
                  </a:lnTo>
                  <a:lnTo>
                    <a:pt x="19078" y="3287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0" name="object 460" descr=""/>
            <p:cNvSpPr/>
            <p:nvPr/>
          </p:nvSpPr>
          <p:spPr>
            <a:xfrm>
              <a:off x="13624256" y="9664541"/>
              <a:ext cx="27305" cy="34925"/>
            </a:xfrm>
            <a:custGeom>
              <a:avLst/>
              <a:gdLst/>
              <a:ahLst/>
              <a:cxnLst/>
              <a:rect l="l" t="t" r="r" b="b"/>
              <a:pathLst>
                <a:path w="27305" h="34925">
                  <a:moveTo>
                    <a:pt x="50" y="23126"/>
                  </a:moveTo>
                  <a:close/>
                </a:path>
                <a:path w="27305" h="34925">
                  <a:moveTo>
                    <a:pt x="4318" y="10185"/>
                  </a:moveTo>
                  <a:close/>
                </a:path>
                <a:path w="27305" h="34925">
                  <a:moveTo>
                    <a:pt x="5664" y="28651"/>
                  </a:moveTo>
                  <a:lnTo>
                    <a:pt x="4356" y="27444"/>
                  </a:lnTo>
                  <a:lnTo>
                    <a:pt x="3136" y="26149"/>
                  </a:lnTo>
                  <a:lnTo>
                    <a:pt x="1879" y="24917"/>
                  </a:lnTo>
                  <a:lnTo>
                    <a:pt x="1295" y="25171"/>
                  </a:lnTo>
                  <a:lnTo>
                    <a:pt x="698" y="25374"/>
                  </a:lnTo>
                  <a:lnTo>
                    <a:pt x="101" y="25603"/>
                  </a:lnTo>
                  <a:lnTo>
                    <a:pt x="381" y="27368"/>
                  </a:lnTo>
                  <a:lnTo>
                    <a:pt x="1117" y="29057"/>
                  </a:lnTo>
                  <a:lnTo>
                    <a:pt x="2374" y="30619"/>
                  </a:lnTo>
                  <a:lnTo>
                    <a:pt x="3479" y="29972"/>
                  </a:lnTo>
                  <a:lnTo>
                    <a:pt x="4559" y="29286"/>
                  </a:lnTo>
                  <a:lnTo>
                    <a:pt x="5664" y="28651"/>
                  </a:lnTo>
                  <a:close/>
                </a:path>
                <a:path w="27305" h="34925">
                  <a:moveTo>
                    <a:pt x="5664" y="20370"/>
                  </a:moveTo>
                  <a:lnTo>
                    <a:pt x="4191" y="19024"/>
                  </a:lnTo>
                  <a:lnTo>
                    <a:pt x="2794" y="17602"/>
                  </a:lnTo>
                  <a:lnTo>
                    <a:pt x="1663" y="16078"/>
                  </a:lnTo>
                  <a:lnTo>
                    <a:pt x="965" y="17881"/>
                  </a:lnTo>
                  <a:lnTo>
                    <a:pt x="406" y="19735"/>
                  </a:lnTo>
                  <a:lnTo>
                    <a:pt x="139" y="21564"/>
                  </a:lnTo>
                  <a:lnTo>
                    <a:pt x="546" y="21882"/>
                  </a:lnTo>
                  <a:lnTo>
                    <a:pt x="1371" y="22479"/>
                  </a:lnTo>
                  <a:lnTo>
                    <a:pt x="2794" y="21780"/>
                  </a:lnTo>
                  <a:lnTo>
                    <a:pt x="4267" y="21132"/>
                  </a:lnTo>
                  <a:lnTo>
                    <a:pt x="5664" y="20370"/>
                  </a:lnTo>
                  <a:close/>
                </a:path>
                <a:path w="27305" h="34925">
                  <a:moveTo>
                    <a:pt x="11049" y="17157"/>
                  </a:moveTo>
                  <a:lnTo>
                    <a:pt x="9182" y="15367"/>
                  </a:lnTo>
                  <a:lnTo>
                    <a:pt x="7188" y="13525"/>
                  </a:lnTo>
                  <a:lnTo>
                    <a:pt x="5486" y="11557"/>
                  </a:lnTo>
                  <a:lnTo>
                    <a:pt x="4724" y="11938"/>
                  </a:lnTo>
                  <a:lnTo>
                    <a:pt x="3924" y="12217"/>
                  </a:lnTo>
                  <a:lnTo>
                    <a:pt x="3136" y="12560"/>
                  </a:lnTo>
                  <a:lnTo>
                    <a:pt x="2260" y="14566"/>
                  </a:lnTo>
                  <a:lnTo>
                    <a:pt x="4114" y="15849"/>
                  </a:lnTo>
                  <a:lnTo>
                    <a:pt x="5778" y="17640"/>
                  </a:lnTo>
                  <a:lnTo>
                    <a:pt x="7340" y="19367"/>
                  </a:lnTo>
                  <a:lnTo>
                    <a:pt x="8585" y="18656"/>
                  </a:lnTo>
                  <a:lnTo>
                    <a:pt x="11049" y="17157"/>
                  </a:lnTo>
                  <a:close/>
                </a:path>
                <a:path w="27305" h="34925">
                  <a:moveTo>
                    <a:pt x="11125" y="25565"/>
                  </a:moveTo>
                  <a:lnTo>
                    <a:pt x="8801" y="23266"/>
                  </a:lnTo>
                  <a:lnTo>
                    <a:pt x="7442" y="22047"/>
                  </a:lnTo>
                  <a:lnTo>
                    <a:pt x="6159" y="22771"/>
                  </a:lnTo>
                  <a:lnTo>
                    <a:pt x="4851" y="23469"/>
                  </a:lnTo>
                  <a:lnTo>
                    <a:pt x="3517" y="24117"/>
                  </a:lnTo>
                  <a:lnTo>
                    <a:pt x="4876" y="25222"/>
                  </a:lnTo>
                  <a:lnTo>
                    <a:pt x="6210" y="26365"/>
                  </a:lnTo>
                  <a:lnTo>
                    <a:pt x="7505" y="27546"/>
                  </a:lnTo>
                  <a:lnTo>
                    <a:pt x="11125" y="25565"/>
                  </a:lnTo>
                  <a:close/>
                </a:path>
                <a:path w="27305" h="34925">
                  <a:moveTo>
                    <a:pt x="11366" y="6883"/>
                  </a:moveTo>
                  <a:lnTo>
                    <a:pt x="10477" y="5880"/>
                  </a:lnTo>
                  <a:lnTo>
                    <a:pt x="9601" y="4851"/>
                  </a:lnTo>
                  <a:lnTo>
                    <a:pt x="8712" y="3848"/>
                  </a:lnTo>
                  <a:lnTo>
                    <a:pt x="7315" y="5219"/>
                  </a:lnTo>
                  <a:lnTo>
                    <a:pt x="6096" y="6883"/>
                  </a:lnTo>
                  <a:lnTo>
                    <a:pt x="5080" y="8661"/>
                  </a:lnTo>
                  <a:lnTo>
                    <a:pt x="5397" y="8890"/>
                  </a:lnTo>
                  <a:lnTo>
                    <a:pt x="5727" y="9042"/>
                  </a:lnTo>
                  <a:lnTo>
                    <a:pt x="6032" y="9296"/>
                  </a:lnTo>
                  <a:lnTo>
                    <a:pt x="7810" y="8445"/>
                  </a:lnTo>
                  <a:lnTo>
                    <a:pt x="9639" y="7683"/>
                  </a:lnTo>
                  <a:lnTo>
                    <a:pt x="11366" y="6883"/>
                  </a:lnTo>
                  <a:close/>
                </a:path>
                <a:path w="27305" h="34925">
                  <a:moveTo>
                    <a:pt x="12446" y="34442"/>
                  </a:moveTo>
                  <a:lnTo>
                    <a:pt x="10617" y="32943"/>
                  </a:lnTo>
                  <a:lnTo>
                    <a:pt x="8750" y="31496"/>
                  </a:lnTo>
                  <a:lnTo>
                    <a:pt x="6985" y="29908"/>
                  </a:lnTo>
                  <a:lnTo>
                    <a:pt x="5816" y="30594"/>
                  </a:lnTo>
                  <a:lnTo>
                    <a:pt x="4635" y="31216"/>
                  </a:lnTo>
                  <a:lnTo>
                    <a:pt x="3429" y="31737"/>
                  </a:lnTo>
                  <a:lnTo>
                    <a:pt x="5842" y="34023"/>
                  </a:lnTo>
                  <a:lnTo>
                    <a:pt x="9220" y="34925"/>
                  </a:lnTo>
                  <a:lnTo>
                    <a:pt x="12446" y="34442"/>
                  </a:lnTo>
                  <a:close/>
                </a:path>
                <a:path w="27305" h="34925">
                  <a:moveTo>
                    <a:pt x="15697" y="4813"/>
                  </a:moveTo>
                  <a:lnTo>
                    <a:pt x="14554" y="3721"/>
                  </a:lnTo>
                  <a:lnTo>
                    <a:pt x="13487" y="2565"/>
                  </a:lnTo>
                  <a:lnTo>
                    <a:pt x="12534" y="1346"/>
                  </a:lnTo>
                  <a:lnTo>
                    <a:pt x="11341" y="1803"/>
                  </a:lnTo>
                  <a:lnTo>
                    <a:pt x="10248" y="2463"/>
                  </a:lnTo>
                  <a:lnTo>
                    <a:pt x="9258" y="3314"/>
                  </a:lnTo>
                  <a:lnTo>
                    <a:pt x="12166" y="6527"/>
                  </a:lnTo>
                  <a:lnTo>
                    <a:pt x="13296" y="5969"/>
                  </a:lnTo>
                  <a:lnTo>
                    <a:pt x="14490" y="5372"/>
                  </a:lnTo>
                  <a:lnTo>
                    <a:pt x="15697" y="4813"/>
                  </a:lnTo>
                  <a:close/>
                </a:path>
                <a:path w="27305" h="34925">
                  <a:moveTo>
                    <a:pt x="16167" y="22720"/>
                  </a:moveTo>
                  <a:lnTo>
                    <a:pt x="14198" y="20383"/>
                  </a:lnTo>
                  <a:lnTo>
                    <a:pt x="13042" y="19113"/>
                  </a:lnTo>
                  <a:lnTo>
                    <a:pt x="12687" y="18796"/>
                  </a:lnTo>
                  <a:lnTo>
                    <a:pt x="11480" y="19596"/>
                  </a:lnTo>
                  <a:lnTo>
                    <a:pt x="10248" y="20383"/>
                  </a:lnTo>
                  <a:lnTo>
                    <a:pt x="9004" y="21132"/>
                  </a:lnTo>
                  <a:lnTo>
                    <a:pt x="9347" y="21526"/>
                  </a:lnTo>
                  <a:lnTo>
                    <a:pt x="11557" y="23749"/>
                  </a:lnTo>
                  <a:lnTo>
                    <a:pt x="12573" y="24765"/>
                  </a:lnTo>
                  <a:lnTo>
                    <a:pt x="14389" y="23774"/>
                  </a:lnTo>
                  <a:lnTo>
                    <a:pt x="15570" y="23101"/>
                  </a:lnTo>
                  <a:lnTo>
                    <a:pt x="15875" y="22898"/>
                  </a:lnTo>
                  <a:lnTo>
                    <a:pt x="16167" y="22720"/>
                  </a:lnTo>
                  <a:close/>
                </a:path>
                <a:path w="27305" h="34925">
                  <a:moveTo>
                    <a:pt x="17005" y="13335"/>
                  </a:moveTo>
                  <a:lnTo>
                    <a:pt x="15481" y="11468"/>
                  </a:lnTo>
                  <a:lnTo>
                    <a:pt x="13843" y="9728"/>
                  </a:lnTo>
                  <a:lnTo>
                    <a:pt x="12268" y="7912"/>
                  </a:lnTo>
                  <a:lnTo>
                    <a:pt x="10668" y="8813"/>
                  </a:lnTo>
                  <a:lnTo>
                    <a:pt x="7429" y="10566"/>
                  </a:lnTo>
                  <a:lnTo>
                    <a:pt x="9258" y="12331"/>
                  </a:lnTo>
                  <a:lnTo>
                    <a:pt x="10934" y="14389"/>
                  </a:lnTo>
                  <a:lnTo>
                    <a:pt x="12522" y="16268"/>
                  </a:lnTo>
                  <a:lnTo>
                    <a:pt x="13068" y="15925"/>
                  </a:lnTo>
                  <a:lnTo>
                    <a:pt x="13614" y="15633"/>
                  </a:lnTo>
                  <a:lnTo>
                    <a:pt x="15087" y="14693"/>
                  </a:lnTo>
                  <a:lnTo>
                    <a:pt x="17005" y="13335"/>
                  </a:lnTo>
                  <a:close/>
                </a:path>
                <a:path w="27305" h="34925">
                  <a:moveTo>
                    <a:pt x="17945" y="31915"/>
                  </a:moveTo>
                  <a:lnTo>
                    <a:pt x="15976" y="30251"/>
                  </a:lnTo>
                  <a:lnTo>
                    <a:pt x="14071" y="28473"/>
                  </a:lnTo>
                  <a:lnTo>
                    <a:pt x="12230" y="26644"/>
                  </a:lnTo>
                  <a:lnTo>
                    <a:pt x="11125" y="27368"/>
                  </a:lnTo>
                  <a:lnTo>
                    <a:pt x="8839" y="28790"/>
                  </a:lnTo>
                  <a:lnTo>
                    <a:pt x="10617" y="30518"/>
                  </a:lnTo>
                  <a:lnTo>
                    <a:pt x="12306" y="32308"/>
                  </a:lnTo>
                  <a:lnTo>
                    <a:pt x="13931" y="34137"/>
                  </a:lnTo>
                  <a:lnTo>
                    <a:pt x="14935" y="33832"/>
                  </a:lnTo>
                  <a:lnTo>
                    <a:pt x="15925" y="33464"/>
                  </a:lnTo>
                  <a:lnTo>
                    <a:pt x="17208" y="32600"/>
                  </a:lnTo>
                  <a:lnTo>
                    <a:pt x="17945" y="31915"/>
                  </a:lnTo>
                  <a:close/>
                </a:path>
                <a:path w="27305" h="34925">
                  <a:moveTo>
                    <a:pt x="21107" y="28219"/>
                  </a:moveTo>
                  <a:lnTo>
                    <a:pt x="19659" y="26746"/>
                  </a:lnTo>
                  <a:lnTo>
                    <a:pt x="18275" y="25209"/>
                  </a:lnTo>
                  <a:lnTo>
                    <a:pt x="16929" y="23609"/>
                  </a:lnTo>
                  <a:lnTo>
                    <a:pt x="16256" y="24053"/>
                  </a:lnTo>
                  <a:lnTo>
                    <a:pt x="15582" y="24523"/>
                  </a:lnTo>
                  <a:lnTo>
                    <a:pt x="14922" y="24917"/>
                  </a:lnTo>
                  <a:lnTo>
                    <a:pt x="14490" y="25184"/>
                  </a:lnTo>
                  <a:lnTo>
                    <a:pt x="13589" y="25768"/>
                  </a:lnTo>
                  <a:lnTo>
                    <a:pt x="15354" y="27546"/>
                  </a:lnTo>
                  <a:lnTo>
                    <a:pt x="17068" y="29387"/>
                  </a:lnTo>
                  <a:lnTo>
                    <a:pt x="18681" y="31280"/>
                  </a:lnTo>
                  <a:lnTo>
                    <a:pt x="19545" y="30403"/>
                  </a:lnTo>
                  <a:lnTo>
                    <a:pt x="20345" y="29349"/>
                  </a:lnTo>
                  <a:lnTo>
                    <a:pt x="21107" y="28219"/>
                  </a:lnTo>
                  <a:close/>
                </a:path>
                <a:path w="27305" h="34925">
                  <a:moveTo>
                    <a:pt x="21272" y="10680"/>
                  </a:moveTo>
                  <a:lnTo>
                    <a:pt x="20777" y="10071"/>
                  </a:lnTo>
                  <a:lnTo>
                    <a:pt x="20307" y="9436"/>
                  </a:lnTo>
                  <a:lnTo>
                    <a:pt x="19773" y="8839"/>
                  </a:lnTo>
                  <a:lnTo>
                    <a:pt x="18821" y="7734"/>
                  </a:lnTo>
                  <a:lnTo>
                    <a:pt x="16598" y="5651"/>
                  </a:lnTo>
                  <a:lnTo>
                    <a:pt x="15392" y="6235"/>
                  </a:lnTo>
                  <a:lnTo>
                    <a:pt x="13042" y="7493"/>
                  </a:lnTo>
                  <a:lnTo>
                    <a:pt x="16256" y="11010"/>
                  </a:lnTo>
                  <a:lnTo>
                    <a:pt x="17843" y="12801"/>
                  </a:lnTo>
                  <a:lnTo>
                    <a:pt x="18948" y="12026"/>
                  </a:lnTo>
                  <a:lnTo>
                    <a:pt x="20104" y="11328"/>
                  </a:lnTo>
                  <a:lnTo>
                    <a:pt x="21272" y="10680"/>
                  </a:lnTo>
                  <a:close/>
                </a:path>
                <a:path w="27305" h="34925">
                  <a:moveTo>
                    <a:pt x="21691" y="19189"/>
                  </a:moveTo>
                  <a:lnTo>
                    <a:pt x="20612" y="17754"/>
                  </a:lnTo>
                  <a:lnTo>
                    <a:pt x="19431" y="16383"/>
                  </a:lnTo>
                  <a:lnTo>
                    <a:pt x="18313" y="14973"/>
                  </a:lnTo>
                  <a:lnTo>
                    <a:pt x="13982" y="17932"/>
                  </a:lnTo>
                  <a:lnTo>
                    <a:pt x="17576" y="21856"/>
                  </a:lnTo>
                  <a:lnTo>
                    <a:pt x="18935" y="20980"/>
                  </a:lnTo>
                  <a:lnTo>
                    <a:pt x="21691" y="19189"/>
                  </a:lnTo>
                  <a:close/>
                </a:path>
                <a:path w="27305" h="34925">
                  <a:moveTo>
                    <a:pt x="24193" y="22733"/>
                  </a:moveTo>
                  <a:lnTo>
                    <a:pt x="23545" y="21805"/>
                  </a:lnTo>
                  <a:lnTo>
                    <a:pt x="22936" y="20853"/>
                  </a:lnTo>
                  <a:lnTo>
                    <a:pt x="22250" y="19926"/>
                  </a:lnTo>
                  <a:lnTo>
                    <a:pt x="19634" y="21793"/>
                  </a:lnTo>
                  <a:lnTo>
                    <a:pt x="18326" y="22694"/>
                  </a:lnTo>
                  <a:lnTo>
                    <a:pt x="19583" y="24091"/>
                  </a:lnTo>
                  <a:lnTo>
                    <a:pt x="20764" y="25565"/>
                  </a:lnTo>
                  <a:lnTo>
                    <a:pt x="21869" y="27063"/>
                  </a:lnTo>
                  <a:lnTo>
                    <a:pt x="22720" y="25692"/>
                  </a:lnTo>
                  <a:lnTo>
                    <a:pt x="23495" y="24206"/>
                  </a:lnTo>
                  <a:lnTo>
                    <a:pt x="24193" y="22733"/>
                  </a:lnTo>
                  <a:close/>
                </a:path>
                <a:path w="27305" h="34925">
                  <a:moveTo>
                    <a:pt x="25057" y="8940"/>
                  </a:moveTo>
                  <a:lnTo>
                    <a:pt x="23583" y="4000"/>
                  </a:lnTo>
                  <a:lnTo>
                    <a:pt x="22860" y="3695"/>
                  </a:lnTo>
                  <a:lnTo>
                    <a:pt x="22733" y="3670"/>
                  </a:lnTo>
                  <a:lnTo>
                    <a:pt x="22440" y="3378"/>
                  </a:lnTo>
                  <a:lnTo>
                    <a:pt x="20891" y="1282"/>
                  </a:lnTo>
                  <a:lnTo>
                    <a:pt x="18059" y="0"/>
                  </a:lnTo>
                  <a:lnTo>
                    <a:pt x="13843" y="889"/>
                  </a:lnTo>
                  <a:lnTo>
                    <a:pt x="15024" y="1968"/>
                  </a:lnTo>
                  <a:lnTo>
                    <a:pt x="16217" y="2984"/>
                  </a:lnTo>
                  <a:lnTo>
                    <a:pt x="17360" y="4178"/>
                  </a:lnTo>
                  <a:lnTo>
                    <a:pt x="18846" y="3670"/>
                  </a:lnTo>
                  <a:lnTo>
                    <a:pt x="20027" y="3378"/>
                  </a:lnTo>
                  <a:lnTo>
                    <a:pt x="21539" y="3530"/>
                  </a:lnTo>
                  <a:lnTo>
                    <a:pt x="21488" y="3721"/>
                  </a:lnTo>
                  <a:lnTo>
                    <a:pt x="20269" y="4076"/>
                  </a:lnTo>
                  <a:lnTo>
                    <a:pt x="19189" y="4584"/>
                  </a:lnTo>
                  <a:lnTo>
                    <a:pt x="18097" y="5054"/>
                  </a:lnTo>
                  <a:lnTo>
                    <a:pt x="19596" y="6680"/>
                  </a:lnTo>
                  <a:lnTo>
                    <a:pt x="21069" y="8343"/>
                  </a:lnTo>
                  <a:lnTo>
                    <a:pt x="22428" y="10109"/>
                  </a:lnTo>
                  <a:lnTo>
                    <a:pt x="23914" y="9385"/>
                  </a:lnTo>
                  <a:lnTo>
                    <a:pt x="25057" y="8940"/>
                  </a:lnTo>
                  <a:close/>
                </a:path>
                <a:path w="27305" h="34925">
                  <a:moveTo>
                    <a:pt x="25882" y="16700"/>
                  </a:moveTo>
                  <a:lnTo>
                    <a:pt x="24765" y="15176"/>
                  </a:lnTo>
                  <a:lnTo>
                    <a:pt x="23634" y="13652"/>
                  </a:lnTo>
                  <a:lnTo>
                    <a:pt x="22466" y="12141"/>
                  </a:lnTo>
                  <a:lnTo>
                    <a:pt x="20320" y="13589"/>
                  </a:lnTo>
                  <a:lnTo>
                    <a:pt x="19240" y="14338"/>
                  </a:lnTo>
                  <a:lnTo>
                    <a:pt x="20459" y="15722"/>
                  </a:lnTo>
                  <a:lnTo>
                    <a:pt x="21704" y="17056"/>
                  </a:lnTo>
                  <a:lnTo>
                    <a:pt x="22923" y="18427"/>
                  </a:lnTo>
                  <a:lnTo>
                    <a:pt x="23901" y="17805"/>
                  </a:lnTo>
                  <a:lnTo>
                    <a:pt x="24879" y="17221"/>
                  </a:lnTo>
                  <a:lnTo>
                    <a:pt x="25882" y="16700"/>
                  </a:lnTo>
                  <a:close/>
                </a:path>
                <a:path w="27305" h="34925">
                  <a:moveTo>
                    <a:pt x="26428" y="17424"/>
                  </a:moveTo>
                  <a:lnTo>
                    <a:pt x="26301" y="17259"/>
                  </a:lnTo>
                  <a:lnTo>
                    <a:pt x="25361" y="17830"/>
                  </a:lnTo>
                  <a:lnTo>
                    <a:pt x="23507" y="19088"/>
                  </a:lnTo>
                  <a:lnTo>
                    <a:pt x="24041" y="19697"/>
                  </a:lnTo>
                  <a:lnTo>
                    <a:pt x="24498" y="20320"/>
                  </a:lnTo>
                  <a:lnTo>
                    <a:pt x="24993" y="20955"/>
                  </a:lnTo>
                  <a:lnTo>
                    <a:pt x="25527" y="19710"/>
                  </a:lnTo>
                  <a:lnTo>
                    <a:pt x="26009" y="18529"/>
                  </a:lnTo>
                  <a:lnTo>
                    <a:pt x="26428" y="17424"/>
                  </a:lnTo>
                  <a:close/>
                </a:path>
                <a:path w="27305" h="34925">
                  <a:moveTo>
                    <a:pt x="27063" y="15659"/>
                  </a:moveTo>
                  <a:lnTo>
                    <a:pt x="25438" y="10210"/>
                  </a:lnTo>
                  <a:lnTo>
                    <a:pt x="23507" y="11455"/>
                  </a:lnTo>
                  <a:lnTo>
                    <a:pt x="24663" y="13055"/>
                  </a:lnTo>
                  <a:lnTo>
                    <a:pt x="25755" y="14693"/>
                  </a:lnTo>
                  <a:lnTo>
                    <a:pt x="26733" y="16332"/>
                  </a:lnTo>
                  <a:lnTo>
                    <a:pt x="27063" y="15659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3635737" y="9654580"/>
              <a:ext cx="13335" cy="16510"/>
            </a:xfrm>
            <a:custGeom>
              <a:avLst/>
              <a:gdLst/>
              <a:ahLst/>
              <a:cxnLst/>
              <a:rect l="l" t="t" r="r" b="b"/>
              <a:pathLst>
                <a:path w="13334" h="16509">
                  <a:moveTo>
                    <a:pt x="11787" y="12883"/>
                  </a:moveTo>
                  <a:lnTo>
                    <a:pt x="9800" y="12883"/>
                  </a:lnTo>
                  <a:lnTo>
                    <a:pt x="12720" y="16002"/>
                  </a:lnTo>
                  <a:lnTo>
                    <a:pt x="11787" y="12883"/>
                  </a:lnTo>
                  <a:close/>
                </a:path>
                <a:path w="13334" h="16509">
                  <a:moveTo>
                    <a:pt x="0" y="235"/>
                  </a:moveTo>
                  <a:lnTo>
                    <a:pt x="450" y="5753"/>
                  </a:lnTo>
                  <a:lnTo>
                    <a:pt x="7507" y="12946"/>
                  </a:lnTo>
                  <a:lnTo>
                    <a:pt x="9800" y="12883"/>
                  </a:lnTo>
                  <a:lnTo>
                    <a:pt x="11787" y="12883"/>
                  </a:lnTo>
                  <a:lnTo>
                    <a:pt x="11480" y="11856"/>
                  </a:lnTo>
                  <a:lnTo>
                    <a:pt x="9977" y="7103"/>
                  </a:lnTo>
                  <a:lnTo>
                    <a:pt x="7434" y="7103"/>
                  </a:lnTo>
                  <a:lnTo>
                    <a:pt x="4345" y="2025"/>
                  </a:lnTo>
                  <a:lnTo>
                    <a:pt x="0" y="235"/>
                  </a:lnTo>
                  <a:close/>
                </a:path>
                <a:path w="13334" h="16509">
                  <a:moveTo>
                    <a:pt x="7731" y="0"/>
                  </a:moveTo>
                  <a:lnTo>
                    <a:pt x="6743" y="1533"/>
                  </a:lnTo>
                  <a:lnTo>
                    <a:pt x="7340" y="6538"/>
                  </a:lnTo>
                  <a:lnTo>
                    <a:pt x="7434" y="7103"/>
                  </a:lnTo>
                  <a:lnTo>
                    <a:pt x="9977" y="7103"/>
                  </a:lnTo>
                  <a:lnTo>
                    <a:pt x="773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13637020" y="9755689"/>
              <a:ext cx="34925" cy="30480"/>
            </a:xfrm>
            <a:custGeom>
              <a:avLst/>
              <a:gdLst/>
              <a:ahLst/>
              <a:cxnLst/>
              <a:rect l="l" t="t" r="r" b="b"/>
              <a:pathLst>
                <a:path w="34925" h="30479">
                  <a:moveTo>
                    <a:pt x="9969" y="20955"/>
                  </a:moveTo>
                  <a:lnTo>
                    <a:pt x="8851" y="20828"/>
                  </a:lnTo>
                  <a:lnTo>
                    <a:pt x="7747" y="20688"/>
                  </a:lnTo>
                  <a:lnTo>
                    <a:pt x="6642" y="20612"/>
                  </a:lnTo>
                  <a:lnTo>
                    <a:pt x="6616" y="20815"/>
                  </a:lnTo>
                  <a:lnTo>
                    <a:pt x="7493" y="21615"/>
                  </a:lnTo>
                  <a:lnTo>
                    <a:pt x="8470" y="22440"/>
                  </a:lnTo>
                  <a:lnTo>
                    <a:pt x="9512" y="23291"/>
                  </a:lnTo>
                  <a:lnTo>
                    <a:pt x="9664" y="22504"/>
                  </a:lnTo>
                  <a:lnTo>
                    <a:pt x="9779" y="21729"/>
                  </a:lnTo>
                  <a:lnTo>
                    <a:pt x="9969" y="20955"/>
                  </a:lnTo>
                  <a:close/>
                </a:path>
                <a:path w="34925" h="30479">
                  <a:moveTo>
                    <a:pt x="10134" y="355"/>
                  </a:moveTo>
                  <a:lnTo>
                    <a:pt x="5981" y="1511"/>
                  </a:lnTo>
                  <a:lnTo>
                    <a:pt x="4064" y="3949"/>
                  </a:lnTo>
                  <a:lnTo>
                    <a:pt x="3606" y="6832"/>
                  </a:lnTo>
                  <a:lnTo>
                    <a:pt x="3365" y="7073"/>
                  </a:lnTo>
                  <a:lnTo>
                    <a:pt x="0" y="11087"/>
                  </a:lnTo>
                  <a:lnTo>
                    <a:pt x="1778" y="16332"/>
                  </a:lnTo>
                  <a:lnTo>
                    <a:pt x="5727" y="20015"/>
                  </a:lnTo>
                  <a:lnTo>
                    <a:pt x="5930" y="18097"/>
                  </a:lnTo>
                  <a:lnTo>
                    <a:pt x="6159" y="16129"/>
                  </a:lnTo>
                  <a:lnTo>
                    <a:pt x="6451" y="14173"/>
                  </a:lnTo>
                  <a:lnTo>
                    <a:pt x="3568" y="13919"/>
                  </a:lnTo>
                  <a:lnTo>
                    <a:pt x="1816" y="13830"/>
                  </a:lnTo>
                  <a:lnTo>
                    <a:pt x="1739" y="13423"/>
                  </a:lnTo>
                  <a:lnTo>
                    <a:pt x="3505" y="12712"/>
                  </a:lnTo>
                  <a:lnTo>
                    <a:pt x="5130" y="12534"/>
                  </a:lnTo>
                  <a:lnTo>
                    <a:pt x="6769" y="12484"/>
                  </a:lnTo>
                  <a:lnTo>
                    <a:pt x="7162" y="10287"/>
                  </a:lnTo>
                  <a:lnTo>
                    <a:pt x="8280" y="6007"/>
                  </a:lnTo>
                  <a:lnTo>
                    <a:pt x="7086" y="6108"/>
                  </a:lnTo>
                  <a:lnTo>
                    <a:pt x="5905" y="6134"/>
                  </a:lnTo>
                  <a:lnTo>
                    <a:pt x="4610" y="6400"/>
                  </a:lnTo>
                  <a:lnTo>
                    <a:pt x="4521" y="6235"/>
                  </a:lnTo>
                  <a:lnTo>
                    <a:pt x="5803" y="5410"/>
                  </a:lnTo>
                  <a:lnTo>
                    <a:pt x="7137" y="5092"/>
                  </a:lnTo>
                  <a:lnTo>
                    <a:pt x="8534" y="4889"/>
                  </a:lnTo>
                  <a:lnTo>
                    <a:pt x="8991" y="3302"/>
                  </a:lnTo>
                  <a:lnTo>
                    <a:pt x="9575" y="1841"/>
                  </a:lnTo>
                  <a:lnTo>
                    <a:pt x="10134" y="355"/>
                  </a:lnTo>
                  <a:close/>
                </a:path>
                <a:path w="34925" h="30479">
                  <a:moveTo>
                    <a:pt x="11557" y="14757"/>
                  </a:moveTo>
                  <a:lnTo>
                    <a:pt x="8978" y="14452"/>
                  </a:lnTo>
                  <a:lnTo>
                    <a:pt x="7683" y="14325"/>
                  </a:lnTo>
                  <a:lnTo>
                    <a:pt x="7353" y="16179"/>
                  </a:lnTo>
                  <a:lnTo>
                    <a:pt x="6756" y="19939"/>
                  </a:lnTo>
                  <a:lnTo>
                    <a:pt x="7886" y="19939"/>
                  </a:lnTo>
                  <a:lnTo>
                    <a:pt x="10172" y="20091"/>
                  </a:lnTo>
                  <a:lnTo>
                    <a:pt x="10629" y="18326"/>
                  </a:lnTo>
                  <a:lnTo>
                    <a:pt x="11125" y="16560"/>
                  </a:lnTo>
                  <a:lnTo>
                    <a:pt x="11557" y="14757"/>
                  </a:lnTo>
                  <a:close/>
                </a:path>
                <a:path w="34925" h="30479">
                  <a:moveTo>
                    <a:pt x="13893" y="5842"/>
                  </a:moveTo>
                  <a:lnTo>
                    <a:pt x="11214" y="5791"/>
                  </a:lnTo>
                  <a:lnTo>
                    <a:pt x="9893" y="5842"/>
                  </a:lnTo>
                  <a:lnTo>
                    <a:pt x="8877" y="8724"/>
                  </a:lnTo>
                  <a:lnTo>
                    <a:pt x="8534" y="10134"/>
                  </a:lnTo>
                  <a:lnTo>
                    <a:pt x="8343" y="10909"/>
                  </a:lnTo>
                  <a:lnTo>
                    <a:pt x="8229" y="11684"/>
                  </a:lnTo>
                  <a:lnTo>
                    <a:pt x="8051" y="12471"/>
                  </a:lnTo>
                  <a:lnTo>
                    <a:pt x="9410" y="12509"/>
                  </a:lnTo>
                  <a:lnTo>
                    <a:pt x="10744" y="12585"/>
                  </a:lnTo>
                  <a:lnTo>
                    <a:pt x="12090" y="12750"/>
                  </a:lnTo>
                  <a:lnTo>
                    <a:pt x="12661" y="10439"/>
                  </a:lnTo>
                  <a:lnTo>
                    <a:pt x="13893" y="5842"/>
                  </a:lnTo>
                  <a:close/>
                </a:path>
                <a:path w="34925" h="30479">
                  <a:moveTo>
                    <a:pt x="15316" y="393"/>
                  </a:moveTo>
                  <a:lnTo>
                    <a:pt x="14046" y="76"/>
                  </a:lnTo>
                  <a:lnTo>
                    <a:pt x="12763" y="0"/>
                  </a:lnTo>
                  <a:lnTo>
                    <a:pt x="11493" y="152"/>
                  </a:lnTo>
                  <a:lnTo>
                    <a:pt x="11214" y="1676"/>
                  </a:lnTo>
                  <a:lnTo>
                    <a:pt x="10820" y="3175"/>
                  </a:lnTo>
                  <a:lnTo>
                    <a:pt x="10299" y="4686"/>
                  </a:lnTo>
                  <a:lnTo>
                    <a:pt x="11620" y="4610"/>
                  </a:lnTo>
                  <a:lnTo>
                    <a:pt x="12954" y="4597"/>
                  </a:lnTo>
                  <a:lnTo>
                    <a:pt x="14224" y="4559"/>
                  </a:lnTo>
                  <a:lnTo>
                    <a:pt x="15316" y="393"/>
                  </a:lnTo>
                  <a:close/>
                </a:path>
                <a:path w="34925" h="30479">
                  <a:moveTo>
                    <a:pt x="16230" y="21755"/>
                  </a:moveTo>
                  <a:lnTo>
                    <a:pt x="14643" y="21551"/>
                  </a:lnTo>
                  <a:lnTo>
                    <a:pt x="11468" y="21120"/>
                  </a:lnTo>
                  <a:lnTo>
                    <a:pt x="11290" y="22250"/>
                  </a:lnTo>
                  <a:lnTo>
                    <a:pt x="11188" y="23368"/>
                  </a:lnTo>
                  <a:lnTo>
                    <a:pt x="11049" y="24498"/>
                  </a:lnTo>
                  <a:lnTo>
                    <a:pt x="12344" y="25488"/>
                  </a:lnTo>
                  <a:lnTo>
                    <a:pt x="13716" y="26441"/>
                  </a:lnTo>
                  <a:lnTo>
                    <a:pt x="15113" y="27279"/>
                  </a:lnTo>
                  <a:lnTo>
                    <a:pt x="15392" y="25425"/>
                  </a:lnTo>
                  <a:lnTo>
                    <a:pt x="15760" y="23583"/>
                  </a:lnTo>
                  <a:lnTo>
                    <a:pt x="16230" y="21755"/>
                  </a:lnTo>
                  <a:close/>
                </a:path>
                <a:path w="34925" h="30479">
                  <a:moveTo>
                    <a:pt x="17881" y="15519"/>
                  </a:moveTo>
                  <a:lnTo>
                    <a:pt x="14401" y="15113"/>
                  </a:lnTo>
                  <a:lnTo>
                    <a:pt x="12661" y="14897"/>
                  </a:lnTo>
                  <a:lnTo>
                    <a:pt x="12319" y="16662"/>
                  </a:lnTo>
                  <a:lnTo>
                    <a:pt x="11912" y="18440"/>
                  </a:lnTo>
                  <a:lnTo>
                    <a:pt x="11633" y="20205"/>
                  </a:lnTo>
                  <a:lnTo>
                    <a:pt x="14897" y="20523"/>
                  </a:lnTo>
                  <a:lnTo>
                    <a:pt x="16510" y="20650"/>
                  </a:lnTo>
                  <a:lnTo>
                    <a:pt x="16967" y="18923"/>
                  </a:lnTo>
                  <a:lnTo>
                    <a:pt x="17437" y="17208"/>
                  </a:lnTo>
                  <a:lnTo>
                    <a:pt x="17881" y="15519"/>
                  </a:lnTo>
                  <a:close/>
                </a:path>
                <a:path w="34925" h="30479">
                  <a:moveTo>
                    <a:pt x="20281" y="5969"/>
                  </a:moveTo>
                  <a:lnTo>
                    <a:pt x="16611" y="5905"/>
                  </a:lnTo>
                  <a:lnTo>
                    <a:pt x="14770" y="5854"/>
                  </a:lnTo>
                  <a:lnTo>
                    <a:pt x="14198" y="8191"/>
                  </a:lnTo>
                  <a:lnTo>
                    <a:pt x="13576" y="10490"/>
                  </a:lnTo>
                  <a:lnTo>
                    <a:pt x="13068" y="12852"/>
                  </a:lnTo>
                  <a:lnTo>
                    <a:pt x="15405" y="13157"/>
                  </a:lnTo>
                  <a:lnTo>
                    <a:pt x="17145" y="13322"/>
                  </a:lnTo>
                  <a:lnTo>
                    <a:pt x="17767" y="13322"/>
                  </a:lnTo>
                  <a:lnTo>
                    <a:pt x="18389" y="13373"/>
                  </a:lnTo>
                  <a:lnTo>
                    <a:pt x="18935" y="10972"/>
                  </a:lnTo>
                  <a:lnTo>
                    <a:pt x="19481" y="8382"/>
                  </a:lnTo>
                  <a:lnTo>
                    <a:pt x="20281" y="5969"/>
                  </a:lnTo>
                  <a:close/>
                </a:path>
                <a:path w="34925" h="30479">
                  <a:moveTo>
                    <a:pt x="21488" y="3200"/>
                  </a:moveTo>
                  <a:lnTo>
                    <a:pt x="19761" y="2095"/>
                  </a:lnTo>
                  <a:lnTo>
                    <a:pt x="17919" y="1168"/>
                  </a:lnTo>
                  <a:lnTo>
                    <a:pt x="16052" y="596"/>
                  </a:lnTo>
                  <a:lnTo>
                    <a:pt x="15722" y="1905"/>
                  </a:lnTo>
                  <a:lnTo>
                    <a:pt x="15417" y="3225"/>
                  </a:lnTo>
                  <a:lnTo>
                    <a:pt x="15100" y="4533"/>
                  </a:lnTo>
                  <a:lnTo>
                    <a:pt x="16992" y="4419"/>
                  </a:lnTo>
                  <a:lnTo>
                    <a:pt x="18973" y="4267"/>
                  </a:lnTo>
                  <a:lnTo>
                    <a:pt x="20942" y="4191"/>
                  </a:lnTo>
                  <a:lnTo>
                    <a:pt x="21094" y="3835"/>
                  </a:lnTo>
                  <a:lnTo>
                    <a:pt x="21323" y="3543"/>
                  </a:lnTo>
                  <a:lnTo>
                    <a:pt x="21488" y="3200"/>
                  </a:lnTo>
                  <a:close/>
                </a:path>
                <a:path w="34925" h="30479">
                  <a:moveTo>
                    <a:pt x="21844" y="22301"/>
                  </a:moveTo>
                  <a:lnTo>
                    <a:pt x="21336" y="22250"/>
                  </a:lnTo>
                  <a:lnTo>
                    <a:pt x="20777" y="22186"/>
                  </a:lnTo>
                  <a:lnTo>
                    <a:pt x="20281" y="22161"/>
                  </a:lnTo>
                  <a:lnTo>
                    <a:pt x="19494" y="22110"/>
                  </a:lnTo>
                  <a:lnTo>
                    <a:pt x="18681" y="21996"/>
                  </a:lnTo>
                  <a:lnTo>
                    <a:pt x="17894" y="21920"/>
                  </a:lnTo>
                  <a:lnTo>
                    <a:pt x="17437" y="23952"/>
                  </a:lnTo>
                  <a:lnTo>
                    <a:pt x="16916" y="25971"/>
                  </a:lnTo>
                  <a:lnTo>
                    <a:pt x="16319" y="27940"/>
                  </a:lnTo>
                  <a:lnTo>
                    <a:pt x="17513" y="28587"/>
                  </a:lnTo>
                  <a:lnTo>
                    <a:pt x="18707" y="29159"/>
                  </a:lnTo>
                  <a:lnTo>
                    <a:pt x="19875" y="29527"/>
                  </a:lnTo>
                  <a:lnTo>
                    <a:pt x="20434" y="27101"/>
                  </a:lnTo>
                  <a:lnTo>
                    <a:pt x="21107" y="24688"/>
                  </a:lnTo>
                  <a:lnTo>
                    <a:pt x="21844" y="22301"/>
                  </a:lnTo>
                  <a:close/>
                </a:path>
                <a:path w="34925" h="30479">
                  <a:moveTo>
                    <a:pt x="22936" y="4191"/>
                  </a:moveTo>
                  <a:close/>
                </a:path>
                <a:path w="34925" h="30479">
                  <a:moveTo>
                    <a:pt x="23774" y="16078"/>
                  </a:moveTo>
                  <a:lnTo>
                    <a:pt x="22326" y="15976"/>
                  </a:lnTo>
                  <a:lnTo>
                    <a:pt x="20866" y="15849"/>
                  </a:lnTo>
                  <a:lnTo>
                    <a:pt x="19405" y="15697"/>
                  </a:lnTo>
                  <a:lnTo>
                    <a:pt x="19354" y="15913"/>
                  </a:lnTo>
                  <a:lnTo>
                    <a:pt x="19265" y="16141"/>
                  </a:lnTo>
                  <a:lnTo>
                    <a:pt x="18821" y="17805"/>
                  </a:lnTo>
                  <a:lnTo>
                    <a:pt x="18478" y="19291"/>
                  </a:lnTo>
                  <a:lnTo>
                    <a:pt x="18148" y="20789"/>
                  </a:lnTo>
                  <a:lnTo>
                    <a:pt x="18503" y="20802"/>
                  </a:lnTo>
                  <a:lnTo>
                    <a:pt x="18859" y="20853"/>
                  </a:lnTo>
                  <a:lnTo>
                    <a:pt x="20218" y="20891"/>
                  </a:lnTo>
                  <a:lnTo>
                    <a:pt x="22275" y="20929"/>
                  </a:lnTo>
                  <a:lnTo>
                    <a:pt x="22720" y="19558"/>
                  </a:lnTo>
                  <a:lnTo>
                    <a:pt x="23647" y="16573"/>
                  </a:lnTo>
                  <a:lnTo>
                    <a:pt x="23710" y="16319"/>
                  </a:lnTo>
                  <a:lnTo>
                    <a:pt x="23774" y="16078"/>
                  </a:lnTo>
                  <a:close/>
                </a:path>
                <a:path w="34925" h="30479">
                  <a:moveTo>
                    <a:pt x="26720" y="7124"/>
                  </a:moveTo>
                  <a:lnTo>
                    <a:pt x="25603" y="6223"/>
                  </a:lnTo>
                  <a:lnTo>
                    <a:pt x="25006" y="5740"/>
                  </a:lnTo>
                  <a:lnTo>
                    <a:pt x="24168" y="5803"/>
                  </a:lnTo>
                  <a:lnTo>
                    <a:pt x="23329" y="5930"/>
                  </a:lnTo>
                  <a:lnTo>
                    <a:pt x="22466" y="5956"/>
                  </a:lnTo>
                  <a:lnTo>
                    <a:pt x="21869" y="8470"/>
                  </a:lnTo>
                  <a:lnTo>
                    <a:pt x="20942" y="11036"/>
                  </a:lnTo>
                  <a:lnTo>
                    <a:pt x="20116" y="13474"/>
                  </a:lnTo>
                  <a:lnTo>
                    <a:pt x="22999" y="13677"/>
                  </a:lnTo>
                  <a:lnTo>
                    <a:pt x="24422" y="13741"/>
                  </a:lnTo>
                  <a:lnTo>
                    <a:pt x="25666" y="9131"/>
                  </a:lnTo>
                  <a:lnTo>
                    <a:pt x="26720" y="7124"/>
                  </a:lnTo>
                  <a:close/>
                </a:path>
                <a:path w="34925" h="30479">
                  <a:moveTo>
                    <a:pt x="27457" y="22796"/>
                  </a:moveTo>
                  <a:lnTo>
                    <a:pt x="24777" y="22567"/>
                  </a:lnTo>
                  <a:lnTo>
                    <a:pt x="23456" y="22440"/>
                  </a:lnTo>
                  <a:lnTo>
                    <a:pt x="22669" y="24917"/>
                  </a:lnTo>
                  <a:lnTo>
                    <a:pt x="21805" y="27368"/>
                  </a:lnTo>
                  <a:lnTo>
                    <a:pt x="20828" y="29768"/>
                  </a:lnTo>
                  <a:lnTo>
                    <a:pt x="21310" y="29883"/>
                  </a:lnTo>
                  <a:lnTo>
                    <a:pt x="21793" y="30022"/>
                  </a:lnTo>
                  <a:lnTo>
                    <a:pt x="23342" y="30200"/>
                  </a:lnTo>
                  <a:lnTo>
                    <a:pt x="24384" y="30073"/>
                  </a:lnTo>
                  <a:lnTo>
                    <a:pt x="25425" y="29870"/>
                  </a:lnTo>
                  <a:lnTo>
                    <a:pt x="26009" y="27495"/>
                  </a:lnTo>
                  <a:lnTo>
                    <a:pt x="26670" y="25133"/>
                  </a:lnTo>
                  <a:lnTo>
                    <a:pt x="27457" y="22796"/>
                  </a:lnTo>
                  <a:close/>
                </a:path>
                <a:path w="34925" h="30479">
                  <a:moveTo>
                    <a:pt x="30022" y="16179"/>
                  </a:moveTo>
                  <a:lnTo>
                    <a:pt x="28536" y="16217"/>
                  </a:lnTo>
                  <a:lnTo>
                    <a:pt x="27051" y="16205"/>
                  </a:lnTo>
                  <a:lnTo>
                    <a:pt x="25577" y="16141"/>
                  </a:lnTo>
                  <a:lnTo>
                    <a:pt x="24930" y="17868"/>
                  </a:lnTo>
                  <a:lnTo>
                    <a:pt x="23939" y="20967"/>
                  </a:lnTo>
                  <a:lnTo>
                    <a:pt x="28067" y="21069"/>
                  </a:lnTo>
                  <a:lnTo>
                    <a:pt x="28663" y="19405"/>
                  </a:lnTo>
                  <a:lnTo>
                    <a:pt x="29324" y="17780"/>
                  </a:lnTo>
                  <a:lnTo>
                    <a:pt x="30022" y="16179"/>
                  </a:lnTo>
                  <a:close/>
                </a:path>
                <a:path w="34925" h="30479">
                  <a:moveTo>
                    <a:pt x="31838" y="12357"/>
                  </a:moveTo>
                  <a:lnTo>
                    <a:pt x="30759" y="10845"/>
                  </a:lnTo>
                  <a:lnTo>
                    <a:pt x="29400" y="9461"/>
                  </a:lnTo>
                  <a:lnTo>
                    <a:pt x="27952" y="8191"/>
                  </a:lnTo>
                  <a:lnTo>
                    <a:pt x="27660" y="10071"/>
                  </a:lnTo>
                  <a:lnTo>
                    <a:pt x="27063" y="11976"/>
                  </a:lnTo>
                  <a:lnTo>
                    <a:pt x="26390" y="13843"/>
                  </a:lnTo>
                  <a:lnTo>
                    <a:pt x="27965" y="13868"/>
                  </a:lnTo>
                  <a:lnTo>
                    <a:pt x="29578" y="13766"/>
                  </a:lnTo>
                  <a:lnTo>
                    <a:pt x="31165" y="13741"/>
                  </a:lnTo>
                  <a:lnTo>
                    <a:pt x="31381" y="13258"/>
                  </a:lnTo>
                  <a:lnTo>
                    <a:pt x="31610" y="12814"/>
                  </a:lnTo>
                  <a:lnTo>
                    <a:pt x="31838" y="12357"/>
                  </a:lnTo>
                  <a:close/>
                </a:path>
                <a:path w="34925" h="30479">
                  <a:moveTo>
                    <a:pt x="32689" y="13703"/>
                  </a:moveTo>
                  <a:close/>
                </a:path>
                <a:path w="34925" h="30479">
                  <a:moveTo>
                    <a:pt x="33616" y="22898"/>
                  </a:moveTo>
                  <a:lnTo>
                    <a:pt x="32308" y="22987"/>
                  </a:lnTo>
                  <a:lnTo>
                    <a:pt x="30975" y="22974"/>
                  </a:lnTo>
                  <a:lnTo>
                    <a:pt x="29616" y="22910"/>
                  </a:lnTo>
                  <a:lnTo>
                    <a:pt x="28778" y="25146"/>
                  </a:lnTo>
                  <a:lnTo>
                    <a:pt x="27813" y="27279"/>
                  </a:lnTo>
                  <a:lnTo>
                    <a:pt x="26860" y="29464"/>
                  </a:lnTo>
                  <a:lnTo>
                    <a:pt x="29959" y="28397"/>
                  </a:lnTo>
                  <a:lnTo>
                    <a:pt x="32524" y="26035"/>
                  </a:lnTo>
                  <a:lnTo>
                    <a:pt x="33616" y="22898"/>
                  </a:lnTo>
                  <a:close/>
                </a:path>
                <a:path w="34925" h="30479">
                  <a:moveTo>
                    <a:pt x="34417" y="19443"/>
                  </a:moveTo>
                  <a:lnTo>
                    <a:pt x="34302" y="17602"/>
                  </a:lnTo>
                  <a:lnTo>
                    <a:pt x="33731" y="15913"/>
                  </a:lnTo>
                  <a:lnTo>
                    <a:pt x="33096" y="15976"/>
                  </a:lnTo>
                  <a:lnTo>
                    <a:pt x="32473" y="16090"/>
                  </a:lnTo>
                  <a:lnTo>
                    <a:pt x="31851" y="16129"/>
                  </a:lnTo>
                  <a:lnTo>
                    <a:pt x="31292" y="17818"/>
                  </a:lnTo>
                  <a:lnTo>
                    <a:pt x="30810" y="19507"/>
                  </a:lnTo>
                  <a:lnTo>
                    <a:pt x="30200" y="21183"/>
                  </a:lnTo>
                  <a:lnTo>
                    <a:pt x="31496" y="21234"/>
                  </a:lnTo>
                  <a:lnTo>
                    <a:pt x="32753" y="21336"/>
                  </a:lnTo>
                  <a:lnTo>
                    <a:pt x="34036" y="21412"/>
                  </a:lnTo>
                  <a:lnTo>
                    <a:pt x="34417" y="19443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3625875" y="9745525"/>
              <a:ext cx="20955" cy="28575"/>
            </a:xfrm>
            <a:custGeom>
              <a:avLst/>
              <a:gdLst/>
              <a:ahLst/>
              <a:cxnLst/>
              <a:rect l="l" t="t" r="r" b="b"/>
              <a:pathLst>
                <a:path w="20955" h="28575">
                  <a:moveTo>
                    <a:pt x="18481" y="0"/>
                  </a:moveTo>
                  <a:lnTo>
                    <a:pt x="15444" y="3591"/>
                  </a:lnTo>
                  <a:lnTo>
                    <a:pt x="15057" y="9528"/>
                  </a:lnTo>
                  <a:lnTo>
                    <a:pt x="13099" y="4261"/>
                  </a:lnTo>
                  <a:lnTo>
                    <a:pt x="8282" y="1528"/>
                  </a:lnTo>
                  <a:lnTo>
                    <a:pt x="8073" y="6230"/>
                  </a:lnTo>
                  <a:lnTo>
                    <a:pt x="11381" y="11172"/>
                  </a:lnTo>
                  <a:lnTo>
                    <a:pt x="6628" y="8188"/>
                  </a:lnTo>
                  <a:lnTo>
                    <a:pt x="1141" y="8952"/>
                  </a:lnTo>
                  <a:lnTo>
                    <a:pt x="3832" y="12805"/>
                  </a:lnTo>
                  <a:lnTo>
                    <a:pt x="9465" y="14711"/>
                  </a:lnTo>
                  <a:lnTo>
                    <a:pt x="3884" y="15245"/>
                  </a:lnTo>
                  <a:lnTo>
                    <a:pt x="0" y="19193"/>
                  </a:lnTo>
                  <a:lnTo>
                    <a:pt x="4481" y="20606"/>
                  </a:lnTo>
                  <a:lnTo>
                    <a:pt x="10114" y="18680"/>
                  </a:lnTo>
                  <a:lnTo>
                    <a:pt x="6010" y="22512"/>
                  </a:lnTo>
                  <a:lnTo>
                    <a:pt x="5340" y="28009"/>
                  </a:lnTo>
                  <a:lnTo>
                    <a:pt x="12983" y="25266"/>
                  </a:lnTo>
                  <a:lnTo>
                    <a:pt x="15633" y="15748"/>
                  </a:lnTo>
                  <a:lnTo>
                    <a:pt x="17695" y="14743"/>
                  </a:lnTo>
                  <a:lnTo>
                    <a:pt x="20627" y="5099"/>
                  </a:lnTo>
                  <a:lnTo>
                    <a:pt x="18481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3515684" y="9658953"/>
              <a:ext cx="73660" cy="165735"/>
            </a:xfrm>
            <a:custGeom>
              <a:avLst/>
              <a:gdLst/>
              <a:ahLst/>
              <a:cxnLst/>
              <a:rect l="l" t="t" r="r" b="b"/>
              <a:pathLst>
                <a:path w="73659" h="165734">
                  <a:moveTo>
                    <a:pt x="9956" y="156298"/>
                  </a:moveTo>
                  <a:lnTo>
                    <a:pt x="8851" y="156159"/>
                  </a:lnTo>
                  <a:lnTo>
                    <a:pt x="7747" y="156032"/>
                  </a:lnTo>
                  <a:lnTo>
                    <a:pt x="6642" y="155956"/>
                  </a:lnTo>
                  <a:lnTo>
                    <a:pt x="6616" y="156159"/>
                  </a:lnTo>
                  <a:lnTo>
                    <a:pt x="7493" y="156959"/>
                  </a:lnTo>
                  <a:lnTo>
                    <a:pt x="8458" y="157784"/>
                  </a:lnTo>
                  <a:lnTo>
                    <a:pt x="9512" y="158635"/>
                  </a:lnTo>
                  <a:lnTo>
                    <a:pt x="9652" y="157861"/>
                  </a:lnTo>
                  <a:lnTo>
                    <a:pt x="9779" y="157073"/>
                  </a:lnTo>
                  <a:lnTo>
                    <a:pt x="9956" y="156298"/>
                  </a:lnTo>
                  <a:close/>
                </a:path>
                <a:path w="73659" h="165734">
                  <a:moveTo>
                    <a:pt x="10134" y="135699"/>
                  </a:moveTo>
                  <a:lnTo>
                    <a:pt x="5969" y="136855"/>
                  </a:lnTo>
                  <a:lnTo>
                    <a:pt x="4064" y="139293"/>
                  </a:lnTo>
                  <a:lnTo>
                    <a:pt x="3606" y="142189"/>
                  </a:lnTo>
                  <a:lnTo>
                    <a:pt x="3365" y="142417"/>
                  </a:lnTo>
                  <a:lnTo>
                    <a:pt x="0" y="146431"/>
                  </a:lnTo>
                  <a:lnTo>
                    <a:pt x="1778" y="151676"/>
                  </a:lnTo>
                  <a:lnTo>
                    <a:pt x="5727" y="155359"/>
                  </a:lnTo>
                  <a:lnTo>
                    <a:pt x="5930" y="153441"/>
                  </a:lnTo>
                  <a:lnTo>
                    <a:pt x="6146" y="151485"/>
                  </a:lnTo>
                  <a:lnTo>
                    <a:pt x="6451" y="149517"/>
                  </a:lnTo>
                  <a:lnTo>
                    <a:pt x="3568" y="149275"/>
                  </a:lnTo>
                  <a:lnTo>
                    <a:pt x="1816" y="149174"/>
                  </a:lnTo>
                  <a:lnTo>
                    <a:pt x="1739" y="148767"/>
                  </a:lnTo>
                  <a:lnTo>
                    <a:pt x="3505" y="148056"/>
                  </a:lnTo>
                  <a:lnTo>
                    <a:pt x="5130" y="147878"/>
                  </a:lnTo>
                  <a:lnTo>
                    <a:pt x="6769" y="147828"/>
                  </a:lnTo>
                  <a:lnTo>
                    <a:pt x="7162" y="145643"/>
                  </a:lnTo>
                  <a:lnTo>
                    <a:pt x="8280" y="141351"/>
                  </a:lnTo>
                  <a:lnTo>
                    <a:pt x="7099" y="141452"/>
                  </a:lnTo>
                  <a:lnTo>
                    <a:pt x="5905" y="141478"/>
                  </a:lnTo>
                  <a:lnTo>
                    <a:pt x="4610" y="141744"/>
                  </a:lnTo>
                  <a:lnTo>
                    <a:pt x="4521" y="141592"/>
                  </a:lnTo>
                  <a:lnTo>
                    <a:pt x="5791" y="140754"/>
                  </a:lnTo>
                  <a:lnTo>
                    <a:pt x="7137" y="140436"/>
                  </a:lnTo>
                  <a:lnTo>
                    <a:pt x="8534" y="140233"/>
                  </a:lnTo>
                  <a:lnTo>
                    <a:pt x="8991" y="138645"/>
                  </a:lnTo>
                  <a:lnTo>
                    <a:pt x="9575" y="137185"/>
                  </a:lnTo>
                  <a:lnTo>
                    <a:pt x="10134" y="135699"/>
                  </a:lnTo>
                  <a:close/>
                </a:path>
                <a:path w="73659" h="165734">
                  <a:moveTo>
                    <a:pt x="11557" y="150101"/>
                  </a:moveTo>
                  <a:lnTo>
                    <a:pt x="8966" y="149796"/>
                  </a:lnTo>
                  <a:lnTo>
                    <a:pt x="7683" y="149669"/>
                  </a:lnTo>
                  <a:lnTo>
                    <a:pt x="7353" y="151536"/>
                  </a:lnTo>
                  <a:lnTo>
                    <a:pt x="6756" y="155282"/>
                  </a:lnTo>
                  <a:lnTo>
                    <a:pt x="7886" y="155282"/>
                  </a:lnTo>
                  <a:lnTo>
                    <a:pt x="10172" y="155435"/>
                  </a:lnTo>
                  <a:lnTo>
                    <a:pt x="10629" y="153670"/>
                  </a:lnTo>
                  <a:lnTo>
                    <a:pt x="11112" y="151904"/>
                  </a:lnTo>
                  <a:lnTo>
                    <a:pt x="11557" y="150101"/>
                  </a:lnTo>
                  <a:close/>
                </a:path>
                <a:path w="73659" h="165734">
                  <a:moveTo>
                    <a:pt x="13881" y="141185"/>
                  </a:moveTo>
                  <a:lnTo>
                    <a:pt x="11214" y="141135"/>
                  </a:lnTo>
                  <a:lnTo>
                    <a:pt x="9893" y="141185"/>
                  </a:lnTo>
                  <a:lnTo>
                    <a:pt x="8877" y="144068"/>
                  </a:lnTo>
                  <a:lnTo>
                    <a:pt x="8534" y="145478"/>
                  </a:lnTo>
                  <a:lnTo>
                    <a:pt x="8343" y="146253"/>
                  </a:lnTo>
                  <a:lnTo>
                    <a:pt x="8216" y="147027"/>
                  </a:lnTo>
                  <a:lnTo>
                    <a:pt x="8051" y="147815"/>
                  </a:lnTo>
                  <a:lnTo>
                    <a:pt x="9398" y="147853"/>
                  </a:lnTo>
                  <a:lnTo>
                    <a:pt x="10744" y="147929"/>
                  </a:lnTo>
                  <a:lnTo>
                    <a:pt x="12090" y="148094"/>
                  </a:lnTo>
                  <a:lnTo>
                    <a:pt x="12661" y="145783"/>
                  </a:lnTo>
                  <a:lnTo>
                    <a:pt x="13881" y="141185"/>
                  </a:lnTo>
                  <a:close/>
                </a:path>
                <a:path w="73659" h="165734">
                  <a:moveTo>
                    <a:pt x="15303" y="135737"/>
                  </a:moveTo>
                  <a:lnTo>
                    <a:pt x="14046" y="135420"/>
                  </a:lnTo>
                  <a:lnTo>
                    <a:pt x="12763" y="135343"/>
                  </a:lnTo>
                  <a:lnTo>
                    <a:pt x="11480" y="135496"/>
                  </a:lnTo>
                  <a:lnTo>
                    <a:pt x="11214" y="137020"/>
                  </a:lnTo>
                  <a:lnTo>
                    <a:pt x="10820" y="138518"/>
                  </a:lnTo>
                  <a:lnTo>
                    <a:pt x="10287" y="140030"/>
                  </a:lnTo>
                  <a:lnTo>
                    <a:pt x="11620" y="139954"/>
                  </a:lnTo>
                  <a:lnTo>
                    <a:pt x="12966" y="139954"/>
                  </a:lnTo>
                  <a:lnTo>
                    <a:pt x="14224" y="139903"/>
                  </a:lnTo>
                  <a:lnTo>
                    <a:pt x="15303" y="135737"/>
                  </a:lnTo>
                  <a:close/>
                </a:path>
                <a:path w="73659" h="165734">
                  <a:moveTo>
                    <a:pt x="16230" y="157099"/>
                  </a:moveTo>
                  <a:lnTo>
                    <a:pt x="14643" y="156895"/>
                  </a:lnTo>
                  <a:lnTo>
                    <a:pt x="11455" y="156464"/>
                  </a:lnTo>
                  <a:lnTo>
                    <a:pt x="11290" y="157594"/>
                  </a:lnTo>
                  <a:lnTo>
                    <a:pt x="11188" y="158724"/>
                  </a:lnTo>
                  <a:lnTo>
                    <a:pt x="11036" y="159842"/>
                  </a:lnTo>
                  <a:lnTo>
                    <a:pt x="12344" y="160832"/>
                  </a:lnTo>
                  <a:lnTo>
                    <a:pt x="13716" y="161785"/>
                  </a:lnTo>
                  <a:lnTo>
                    <a:pt x="15100" y="162623"/>
                  </a:lnTo>
                  <a:lnTo>
                    <a:pt x="15392" y="160769"/>
                  </a:lnTo>
                  <a:lnTo>
                    <a:pt x="15748" y="158927"/>
                  </a:lnTo>
                  <a:lnTo>
                    <a:pt x="16230" y="157099"/>
                  </a:lnTo>
                  <a:close/>
                </a:path>
                <a:path w="73659" h="165734">
                  <a:moveTo>
                    <a:pt x="17881" y="150863"/>
                  </a:moveTo>
                  <a:lnTo>
                    <a:pt x="14401" y="150456"/>
                  </a:lnTo>
                  <a:lnTo>
                    <a:pt x="12661" y="150241"/>
                  </a:lnTo>
                  <a:lnTo>
                    <a:pt x="12319" y="152006"/>
                  </a:lnTo>
                  <a:lnTo>
                    <a:pt x="11912" y="153784"/>
                  </a:lnTo>
                  <a:lnTo>
                    <a:pt x="11633" y="155549"/>
                  </a:lnTo>
                  <a:lnTo>
                    <a:pt x="16510" y="156006"/>
                  </a:lnTo>
                  <a:lnTo>
                    <a:pt x="16967" y="154266"/>
                  </a:lnTo>
                  <a:lnTo>
                    <a:pt x="17437" y="152552"/>
                  </a:lnTo>
                  <a:lnTo>
                    <a:pt x="17881" y="150863"/>
                  </a:lnTo>
                  <a:close/>
                </a:path>
                <a:path w="73659" h="165734">
                  <a:moveTo>
                    <a:pt x="20281" y="141312"/>
                  </a:moveTo>
                  <a:lnTo>
                    <a:pt x="16611" y="141262"/>
                  </a:lnTo>
                  <a:lnTo>
                    <a:pt x="14770" y="141211"/>
                  </a:lnTo>
                  <a:lnTo>
                    <a:pt x="14198" y="143535"/>
                  </a:lnTo>
                  <a:lnTo>
                    <a:pt x="13563" y="145834"/>
                  </a:lnTo>
                  <a:lnTo>
                    <a:pt x="13068" y="148196"/>
                  </a:lnTo>
                  <a:lnTo>
                    <a:pt x="15405" y="148501"/>
                  </a:lnTo>
                  <a:lnTo>
                    <a:pt x="17145" y="148666"/>
                  </a:lnTo>
                  <a:lnTo>
                    <a:pt x="17767" y="148666"/>
                  </a:lnTo>
                  <a:lnTo>
                    <a:pt x="18389" y="148717"/>
                  </a:lnTo>
                  <a:lnTo>
                    <a:pt x="18935" y="146316"/>
                  </a:lnTo>
                  <a:lnTo>
                    <a:pt x="19481" y="143725"/>
                  </a:lnTo>
                  <a:lnTo>
                    <a:pt x="20281" y="141312"/>
                  </a:lnTo>
                  <a:close/>
                </a:path>
                <a:path w="73659" h="165734">
                  <a:moveTo>
                    <a:pt x="21488" y="138544"/>
                  </a:moveTo>
                  <a:lnTo>
                    <a:pt x="19761" y="137439"/>
                  </a:lnTo>
                  <a:lnTo>
                    <a:pt x="17919" y="136512"/>
                  </a:lnTo>
                  <a:lnTo>
                    <a:pt x="16040" y="135953"/>
                  </a:lnTo>
                  <a:lnTo>
                    <a:pt x="15722" y="137248"/>
                  </a:lnTo>
                  <a:lnTo>
                    <a:pt x="15417" y="138569"/>
                  </a:lnTo>
                  <a:lnTo>
                    <a:pt x="15087" y="139877"/>
                  </a:lnTo>
                  <a:lnTo>
                    <a:pt x="16992" y="139763"/>
                  </a:lnTo>
                  <a:lnTo>
                    <a:pt x="18961" y="139611"/>
                  </a:lnTo>
                  <a:lnTo>
                    <a:pt x="20929" y="139534"/>
                  </a:lnTo>
                  <a:lnTo>
                    <a:pt x="21094" y="139179"/>
                  </a:lnTo>
                  <a:lnTo>
                    <a:pt x="21323" y="138887"/>
                  </a:lnTo>
                  <a:lnTo>
                    <a:pt x="21488" y="138544"/>
                  </a:lnTo>
                  <a:close/>
                </a:path>
                <a:path w="73659" h="165734">
                  <a:moveTo>
                    <a:pt x="21856" y="157645"/>
                  </a:moveTo>
                  <a:lnTo>
                    <a:pt x="21336" y="157594"/>
                  </a:lnTo>
                  <a:lnTo>
                    <a:pt x="20777" y="157530"/>
                  </a:lnTo>
                  <a:lnTo>
                    <a:pt x="20281" y="157505"/>
                  </a:lnTo>
                  <a:lnTo>
                    <a:pt x="19494" y="157467"/>
                  </a:lnTo>
                  <a:lnTo>
                    <a:pt x="18681" y="157353"/>
                  </a:lnTo>
                  <a:lnTo>
                    <a:pt x="17894" y="157264"/>
                  </a:lnTo>
                  <a:lnTo>
                    <a:pt x="17437" y="159296"/>
                  </a:lnTo>
                  <a:lnTo>
                    <a:pt x="16916" y="161315"/>
                  </a:lnTo>
                  <a:lnTo>
                    <a:pt x="16319" y="163283"/>
                  </a:lnTo>
                  <a:lnTo>
                    <a:pt x="17513" y="163931"/>
                  </a:lnTo>
                  <a:lnTo>
                    <a:pt x="18707" y="164503"/>
                  </a:lnTo>
                  <a:lnTo>
                    <a:pt x="19875" y="164871"/>
                  </a:lnTo>
                  <a:lnTo>
                    <a:pt x="20434" y="162445"/>
                  </a:lnTo>
                  <a:lnTo>
                    <a:pt x="21107" y="160032"/>
                  </a:lnTo>
                  <a:lnTo>
                    <a:pt x="21856" y="157645"/>
                  </a:lnTo>
                  <a:close/>
                </a:path>
                <a:path w="73659" h="165734">
                  <a:moveTo>
                    <a:pt x="22936" y="139534"/>
                  </a:moveTo>
                  <a:close/>
                </a:path>
                <a:path w="73659" h="165734">
                  <a:moveTo>
                    <a:pt x="23774" y="151422"/>
                  </a:moveTo>
                  <a:lnTo>
                    <a:pt x="22326" y="151320"/>
                  </a:lnTo>
                  <a:lnTo>
                    <a:pt x="19418" y="151041"/>
                  </a:lnTo>
                  <a:lnTo>
                    <a:pt x="19354" y="151257"/>
                  </a:lnTo>
                  <a:lnTo>
                    <a:pt x="19265" y="151498"/>
                  </a:lnTo>
                  <a:lnTo>
                    <a:pt x="18821" y="153149"/>
                  </a:lnTo>
                  <a:lnTo>
                    <a:pt x="18478" y="154635"/>
                  </a:lnTo>
                  <a:lnTo>
                    <a:pt x="18148" y="156133"/>
                  </a:lnTo>
                  <a:lnTo>
                    <a:pt x="18503" y="156146"/>
                  </a:lnTo>
                  <a:lnTo>
                    <a:pt x="18859" y="156197"/>
                  </a:lnTo>
                  <a:lnTo>
                    <a:pt x="20218" y="156248"/>
                  </a:lnTo>
                  <a:lnTo>
                    <a:pt x="22275" y="156273"/>
                  </a:lnTo>
                  <a:lnTo>
                    <a:pt x="22720" y="154901"/>
                  </a:lnTo>
                  <a:lnTo>
                    <a:pt x="23571" y="152158"/>
                  </a:lnTo>
                  <a:lnTo>
                    <a:pt x="23698" y="151663"/>
                  </a:lnTo>
                  <a:lnTo>
                    <a:pt x="23774" y="151422"/>
                  </a:lnTo>
                  <a:close/>
                </a:path>
                <a:path w="73659" h="165734">
                  <a:moveTo>
                    <a:pt x="26720" y="142468"/>
                  </a:moveTo>
                  <a:lnTo>
                    <a:pt x="25603" y="141566"/>
                  </a:lnTo>
                  <a:lnTo>
                    <a:pt x="25006" y="141097"/>
                  </a:lnTo>
                  <a:lnTo>
                    <a:pt x="24155" y="141160"/>
                  </a:lnTo>
                  <a:lnTo>
                    <a:pt x="23317" y="141274"/>
                  </a:lnTo>
                  <a:lnTo>
                    <a:pt x="22466" y="141300"/>
                  </a:lnTo>
                  <a:lnTo>
                    <a:pt x="21869" y="143814"/>
                  </a:lnTo>
                  <a:lnTo>
                    <a:pt x="20942" y="146380"/>
                  </a:lnTo>
                  <a:lnTo>
                    <a:pt x="20116" y="148818"/>
                  </a:lnTo>
                  <a:lnTo>
                    <a:pt x="22999" y="149034"/>
                  </a:lnTo>
                  <a:lnTo>
                    <a:pt x="24434" y="149085"/>
                  </a:lnTo>
                  <a:lnTo>
                    <a:pt x="25666" y="144475"/>
                  </a:lnTo>
                  <a:lnTo>
                    <a:pt x="26720" y="142468"/>
                  </a:lnTo>
                  <a:close/>
                </a:path>
                <a:path w="73659" h="165734">
                  <a:moveTo>
                    <a:pt x="27457" y="158127"/>
                  </a:moveTo>
                  <a:lnTo>
                    <a:pt x="24777" y="157911"/>
                  </a:lnTo>
                  <a:lnTo>
                    <a:pt x="23456" y="157784"/>
                  </a:lnTo>
                  <a:lnTo>
                    <a:pt x="22669" y="160261"/>
                  </a:lnTo>
                  <a:lnTo>
                    <a:pt x="21805" y="162712"/>
                  </a:lnTo>
                  <a:lnTo>
                    <a:pt x="20815" y="165112"/>
                  </a:lnTo>
                  <a:lnTo>
                    <a:pt x="21297" y="165227"/>
                  </a:lnTo>
                  <a:lnTo>
                    <a:pt x="21793" y="165379"/>
                  </a:lnTo>
                  <a:lnTo>
                    <a:pt x="23329" y="165557"/>
                  </a:lnTo>
                  <a:lnTo>
                    <a:pt x="24384" y="165417"/>
                  </a:lnTo>
                  <a:lnTo>
                    <a:pt x="25412" y="165214"/>
                  </a:lnTo>
                  <a:lnTo>
                    <a:pt x="26009" y="162839"/>
                  </a:lnTo>
                  <a:lnTo>
                    <a:pt x="26670" y="160477"/>
                  </a:lnTo>
                  <a:lnTo>
                    <a:pt x="27457" y="158127"/>
                  </a:lnTo>
                  <a:close/>
                </a:path>
                <a:path w="73659" h="165734">
                  <a:moveTo>
                    <a:pt x="30022" y="151523"/>
                  </a:moveTo>
                  <a:lnTo>
                    <a:pt x="28536" y="151561"/>
                  </a:lnTo>
                  <a:lnTo>
                    <a:pt x="27051" y="151549"/>
                  </a:lnTo>
                  <a:lnTo>
                    <a:pt x="25577" y="151485"/>
                  </a:lnTo>
                  <a:lnTo>
                    <a:pt x="24930" y="153212"/>
                  </a:lnTo>
                  <a:lnTo>
                    <a:pt x="23926" y="156311"/>
                  </a:lnTo>
                  <a:lnTo>
                    <a:pt x="28054" y="156413"/>
                  </a:lnTo>
                  <a:lnTo>
                    <a:pt x="28663" y="154762"/>
                  </a:lnTo>
                  <a:lnTo>
                    <a:pt x="29324" y="153123"/>
                  </a:lnTo>
                  <a:lnTo>
                    <a:pt x="30022" y="151523"/>
                  </a:lnTo>
                  <a:close/>
                </a:path>
                <a:path w="73659" h="165734">
                  <a:moveTo>
                    <a:pt x="31838" y="147701"/>
                  </a:moveTo>
                  <a:lnTo>
                    <a:pt x="30759" y="146189"/>
                  </a:lnTo>
                  <a:lnTo>
                    <a:pt x="29400" y="144818"/>
                  </a:lnTo>
                  <a:lnTo>
                    <a:pt x="27952" y="143548"/>
                  </a:lnTo>
                  <a:lnTo>
                    <a:pt x="27660" y="145415"/>
                  </a:lnTo>
                  <a:lnTo>
                    <a:pt x="27063" y="147320"/>
                  </a:lnTo>
                  <a:lnTo>
                    <a:pt x="26390" y="149186"/>
                  </a:lnTo>
                  <a:lnTo>
                    <a:pt x="27965" y="149212"/>
                  </a:lnTo>
                  <a:lnTo>
                    <a:pt x="29565" y="149110"/>
                  </a:lnTo>
                  <a:lnTo>
                    <a:pt x="31165" y="149085"/>
                  </a:lnTo>
                  <a:lnTo>
                    <a:pt x="31381" y="148615"/>
                  </a:lnTo>
                  <a:lnTo>
                    <a:pt x="31610" y="148158"/>
                  </a:lnTo>
                  <a:lnTo>
                    <a:pt x="31838" y="147701"/>
                  </a:lnTo>
                  <a:close/>
                </a:path>
                <a:path w="73659" h="165734">
                  <a:moveTo>
                    <a:pt x="32677" y="149047"/>
                  </a:moveTo>
                  <a:close/>
                </a:path>
                <a:path w="73659" h="165734">
                  <a:moveTo>
                    <a:pt x="33616" y="158242"/>
                  </a:moveTo>
                  <a:lnTo>
                    <a:pt x="32321" y="158330"/>
                  </a:lnTo>
                  <a:lnTo>
                    <a:pt x="30962" y="158318"/>
                  </a:lnTo>
                  <a:lnTo>
                    <a:pt x="29616" y="158254"/>
                  </a:lnTo>
                  <a:lnTo>
                    <a:pt x="28778" y="160489"/>
                  </a:lnTo>
                  <a:lnTo>
                    <a:pt x="27800" y="162623"/>
                  </a:lnTo>
                  <a:lnTo>
                    <a:pt x="26873" y="164807"/>
                  </a:lnTo>
                  <a:lnTo>
                    <a:pt x="29959" y="163741"/>
                  </a:lnTo>
                  <a:lnTo>
                    <a:pt x="32524" y="161378"/>
                  </a:lnTo>
                  <a:lnTo>
                    <a:pt x="33616" y="158242"/>
                  </a:lnTo>
                  <a:close/>
                </a:path>
                <a:path w="73659" h="165734">
                  <a:moveTo>
                    <a:pt x="34417" y="154787"/>
                  </a:moveTo>
                  <a:lnTo>
                    <a:pt x="34302" y="152946"/>
                  </a:lnTo>
                  <a:lnTo>
                    <a:pt x="33731" y="151269"/>
                  </a:lnTo>
                  <a:lnTo>
                    <a:pt x="33096" y="151333"/>
                  </a:lnTo>
                  <a:lnTo>
                    <a:pt x="32473" y="151434"/>
                  </a:lnTo>
                  <a:lnTo>
                    <a:pt x="31838" y="151472"/>
                  </a:lnTo>
                  <a:lnTo>
                    <a:pt x="31292" y="153162"/>
                  </a:lnTo>
                  <a:lnTo>
                    <a:pt x="30810" y="154851"/>
                  </a:lnTo>
                  <a:lnTo>
                    <a:pt x="30200" y="156527"/>
                  </a:lnTo>
                  <a:lnTo>
                    <a:pt x="31483" y="156578"/>
                  </a:lnTo>
                  <a:lnTo>
                    <a:pt x="32753" y="156692"/>
                  </a:lnTo>
                  <a:lnTo>
                    <a:pt x="34036" y="156756"/>
                  </a:lnTo>
                  <a:lnTo>
                    <a:pt x="34417" y="154787"/>
                  </a:lnTo>
                  <a:close/>
                </a:path>
                <a:path w="73659" h="165734">
                  <a:moveTo>
                    <a:pt x="59359" y="3378"/>
                  </a:moveTo>
                  <a:lnTo>
                    <a:pt x="55372" y="3314"/>
                  </a:lnTo>
                  <a:lnTo>
                    <a:pt x="57962" y="8547"/>
                  </a:lnTo>
                  <a:lnTo>
                    <a:pt x="58547" y="5791"/>
                  </a:lnTo>
                  <a:lnTo>
                    <a:pt x="59359" y="3378"/>
                  </a:lnTo>
                  <a:close/>
                </a:path>
                <a:path w="73659" h="165734">
                  <a:moveTo>
                    <a:pt x="60553" y="609"/>
                  </a:moveTo>
                  <a:lnTo>
                    <a:pt x="59626" y="0"/>
                  </a:lnTo>
                  <a:lnTo>
                    <a:pt x="55562" y="1866"/>
                  </a:lnTo>
                  <a:lnTo>
                    <a:pt x="58039" y="1676"/>
                  </a:lnTo>
                  <a:lnTo>
                    <a:pt x="60007" y="1600"/>
                  </a:lnTo>
                  <a:lnTo>
                    <a:pt x="60159" y="1244"/>
                  </a:lnTo>
                  <a:lnTo>
                    <a:pt x="60388" y="952"/>
                  </a:lnTo>
                  <a:lnTo>
                    <a:pt x="60553" y="609"/>
                  </a:lnTo>
                  <a:close/>
                </a:path>
                <a:path w="73659" h="165734">
                  <a:moveTo>
                    <a:pt x="62001" y="1600"/>
                  </a:moveTo>
                  <a:close/>
                </a:path>
                <a:path w="73659" h="165734">
                  <a:moveTo>
                    <a:pt x="62839" y="13487"/>
                  </a:moveTo>
                  <a:lnTo>
                    <a:pt x="61391" y="13385"/>
                  </a:lnTo>
                  <a:lnTo>
                    <a:pt x="60325" y="13284"/>
                  </a:lnTo>
                  <a:lnTo>
                    <a:pt x="61925" y="16522"/>
                  </a:lnTo>
                  <a:lnTo>
                    <a:pt x="62712" y="13982"/>
                  </a:lnTo>
                  <a:lnTo>
                    <a:pt x="62776" y="13728"/>
                  </a:lnTo>
                  <a:lnTo>
                    <a:pt x="62839" y="13487"/>
                  </a:lnTo>
                  <a:close/>
                </a:path>
                <a:path w="73659" h="165734">
                  <a:moveTo>
                    <a:pt x="65786" y="4533"/>
                  </a:moveTo>
                  <a:lnTo>
                    <a:pt x="64668" y="3632"/>
                  </a:lnTo>
                  <a:lnTo>
                    <a:pt x="64071" y="3162"/>
                  </a:lnTo>
                  <a:lnTo>
                    <a:pt x="63233" y="3225"/>
                  </a:lnTo>
                  <a:lnTo>
                    <a:pt x="62395" y="3340"/>
                  </a:lnTo>
                  <a:lnTo>
                    <a:pt x="61531" y="3365"/>
                  </a:lnTo>
                  <a:lnTo>
                    <a:pt x="60934" y="5880"/>
                  </a:lnTo>
                  <a:lnTo>
                    <a:pt x="60020" y="8445"/>
                  </a:lnTo>
                  <a:lnTo>
                    <a:pt x="59182" y="10883"/>
                  </a:lnTo>
                  <a:lnTo>
                    <a:pt x="62064" y="11099"/>
                  </a:lnTo>
                  <a:lnTo>
                    <a:pt x="63487" y="11150"/>
                  </a:lnTo>
                  <a:lnTo>
                    <a:pt x="64731" y="6540"/>
                  </a:lnTo>
                  <a:lnTo>
                    <a:pt x="65786" y="4533"/>
                  </a:lnTo>
                  <a:close/>
                </a:path>
                <a:path w="73659" h="165734">
                  <a:moveTo>
                    <a:pt x="66535" y="20205"/>
                  </a:moveTo>
                  <a:lnTo>
                    <a:pt x="63627" y="19951"/>
                  </a:lnTo>
                  <a:lnTo>
                    <a:pt x="65443" y="23596"/>
                  </a:lnTo>
                  <a:lnTo>
                    <a:pt x="65735" y="22542"/>
                  </a:lnTo>
                  <a:lnTo>
                    <a:pt x="66535" y="20205"/>
                  </a:lnTo>
                  <a:close/>
                </a:path>
                <a:path w="73659" h="165734">
                  <a:moveTo>
                    <a:pt x="69088" y="13589"/>
                  </a:moveTo>
                  <a:lnTo>
                    <a:pt x="67602" y="13627"/>
                  </a:lnTo>
                  <a:lnTo>
                    <a:pt x="66128" y="13614"/>
                  </a:lnTo>
                  <a:lnTo>
                    <a:pt x="64643" y="13550"/>
                  </a:lnTo>
                  <a:lnTo>
                    <a:pt x="64008" y="15278"/>
                  </a:lnTo>
                  <a:lnTo>
                    <a:pt x="63246" y="17614"/>
                  </a:lnTo>
                  <a:lnTo>
                    <a:pt x="63004" y="18376"/>
                  </a:lnTo>
                  <a:lnTo>
                    <a:pt x="67132" y="18478"/>
                  </a:lnTo>
                  <a:lnTo>
                    <a:pt x="67729" y="16814"/>
                  </a:lnTo>
                  <a:lnTo>
                    <a:pt x="68389" y="15189"/>
                  </a:lnTo>
                  <a:lnTo>
                    <a:pt x="69088" y="13589"/>
                  </a:lnTo>
                  <a:close/>
                </a:path>
                <a:path w="73659" h="165734">
                  <a:moveTo>
                    <a:pt x="70904" y="9766"/>
                  </a:moveTo>
                  <a:lnTo>
                    <a:pt x="69824" y="8255"/>
                  </a:lnTo>
                  <a:lnTo>
                    <a:pt x="68478" y="6883"/>
                  </a:lnTo>
                  <a:lnTo>
                    <a:pt x="67017" y="5600"/>
                  </a:lnTo>
                  <a:lnTo>
                    <a:pt x="66725" y="7480"/>
                  </a:lnTo>
                  <a:lnTo>
                    <a:pt x="66128" y="9385"/>
                  </a:lnTo>
                  <a:lnTo>
                    <a:pt x="65455" y="11252"/>
                  </a:lnTo>
                  <a:lnTo>
                    <a:pt x="67043" y="11277"/>
                  </a:lnTo>
                  <a:lnTo>
                    <a:pt x="68643" y="11176"/>
                  </a:lnTo>
                  <a:lnTo>
                    <a:pt x="70231" y="11150"/>
                  </a:lnTo>
                  <a:lnTo>
                    <a:pt x="70446" y="10668"/>
                  </a:lnTo>
                  <a:lnTo>
                    <a:pt x="70688" y="10223"/>
                  </a:lnTo>
                  <a:lnTo>
                    <a:pt x="70904" y="9766"/>
                  </a:lnTo>
                  <a:close/>
                </a:path>
                <a:path w="73659" h="165734">
                  <a:moveTo>
                    <a:pt x="71755" y="11112"/>
                  </a:moveTo>
                  <a:close/>
                </a:path>
                <a:path w="73659" h="165734">
                  <a:moveTo>
                    <a:pt x="72694" y="20307"/>
                  </a:moveTo>
                  <a:lnTo>
                    <a:pt x="71462" y="20396"/>
                  </a:lnTo>
                  <a:lnTo>
                    <a:pt x="70040" y="20383"/>
                  </a:lnTo>
                  <a:lnTo>
                    <a:pt x="68681" y="20320"/>
                  </a:lnTo>
                  <a:lnTo>
                    <a:pt x="67843" y="22555"/>
                  </a:lnTo>
                  <a:lnTo>
                    <a:pt x="66878" y="24688"/>
                  </a:lnTo>
                  <a:lnTo>
                    <a:pt x="66459" y="25666"/>
                  </a:lnTo>
                  <a:lnTo>
                    <a:pt x="66890" y="26543"/>
                  </a:lnTo>
                  <a:lnTo>
                    <a:pt x="69024" y="25806"/>
                  </a:lnTo>
                  <a:lnTo>
                    <a:pt x="71602" y="23444"/>
                  </a:lnTo>
                  <a:lnTo>
                    <a:pt x="72656" y="20396"/>
                  </a:lnTo>
                  <a:close/>
                </a:path>
                <a:path w="73659" h="165734">
                  <a:moveTo>
                    <a:pt x="73482" y="16852"/>
                  </a:moveTo>
                  <a:lnTo>
                    <a:pt x="73367" y="15011"/>
                  </a:lnTo>
                  <a:lnTo>
                    <a:pt x="72796" y="13322"/>
                  </a:lnTo>
                  <a:lnTo>
                    <a:pt x="72161" y="13385"/>
                  </a:lnTo>
                  <a:lnTo>
                    <a:pt x="71539" y="13500"/>
                  </a:lnTo>
                  <a:lnTo>
                    <a:pt x="70916" y="13538"/>
                  </a:lnTo>
                  <a:lnTo>
                    <a:pt x="70358" y="15227"/>
                  </a:lnTo>
                  <a:lnTo>
                    <a:pt x="69875" y="16916"/>
                  </a:lnTo>
                  <a:lnTo>
                    <a:pt x="69265" y="18592"/>
                  </a:lnTo>
                  <a:lnTo>
                    <a:pt x="70548" y="18643"/>
                  </a:lnTo>
                  <a:lnTo>
                    <a:pt x="71818" y="18757"/>
                  </a:lnTo>
                  <a:lnTo>
                    <a:pt x="73101" y="18821"/>
                  </a:lnTo>
                  <a:lnTo>
                    <a:pt x="73482" y="16852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3507130" y="9787003"/>
              <a:ext cx="18415" cy="25400"/>
            </a:xfrm>
            <a:custGeom>
              <a:avLst/>
              <a:gdLst/>
              <a:ahLst/>
              <a:cxnLst/>
              <a:rect l="l" t="t" r="r" b="b"/>
              <a:pathLst>
                <a:path w="18415" h="25400">
                  <a:moveTo>
                    <a:pt x="12223" y="15812"/>
                  </a:moveTo>
                  <a:lnTo>
                    <a:pt x="7521" y="15812"/>
                  </a:lnTo>
                  <a:lnTo>
                    <a:pt x="7081" y="16189"/>
                  </a:lnTo>
                  <a:lnTo>
                    <a:pt x="3417" y="19644"/>
                  </a:lnTo>
                  <a:lnTo>
                    <a:pt x="2746" y="25142"/>
                  </a:lnTo>
                  <a:lnTo>
                    <a:pt x="10390" y="22398"/>
                  </a:lnTo>
                  <a:lnTo>
                    <a:pt x="12223" y="15812"/>
                  </a:lnTo>
                  <a:close/>
                </a:path>
                <a:path w="18415" h="25400">
                  <a:moveTo>
                    <a:pt x="12014" y="5397"/>
                  </a:moveTo>
                  <a:lnTo>
                    <a:pt x="7217" y="10493"/>
                  </a:lnTo>
                  <a:lnTo>
                    <a:pt x="6055" y="11564"/>
                  </a:lnTo>
                  <a:lnTo>
                    <a:pt x="6882" y="11844"/>
                  </a:lnTo>
                  <a:lnTo>
                    <a:pt x="6307" y="11875"/>
                  </a:lnTo>
                  <a:lnTo>
                    <a:pt x="5646" y="11941"/>
                  </a:lnTo>
                  <a:lnTo>
                    <a:pt x="0" y="17143"/>
                  </a:lnTo>
                  <a:lnTo>
                    <a:pt x="1888" y="17739"/>
                  </a:lnTo>
                  <a:lnTo>
                    <a:pt x="7521" y="15812"/>
                  </a:lnTo>
                  <a:lnTo>
                    <a:pt x="12223" y="15812"/>
                  </a:lnTo>
                  <a:lnTo>
                    <a:pt x="13039" y="12880"/>
                  </a:lnTo>
                  <a:lnTo>
                    <a:pt x="15102" y="11875"/>
                  </a:lnTo>
                  <a:lnTo>
                    <a:pt x="16687" y="6660"/>
                  </a:lnTo>
                  <a:lnTo>
                    <a:pt x="12463" y="6660"/>
                  </a:lnTo>
                  <a:lnTo>
                    <a:pt x="12285" y="6116"/>
                  </a:lnTo>
                  <a:lnTo>
                    <a:pt x="12014" y="5397"/>
                  </a:lnTo>
                  <a:close/>
                </a:path>
                <a:path w="18415" h="25400">
                  <a:moveTo>
                    <a:pt x="17094" y="0"/>
                  </a:moveTo>
                  <a:lnTo>
                    <a:pt x="12586" y="4790"/>
                  </a:lnTo>
                  <a:lnTo>
                    <a:pt x="12463" y="6660"/>
                  </a:lnTo>
                  <a:lnTo>
                    <a:pt x="16687" y="6660"/>
                  </a:lnTo>
                  <a:lnTo>
                    <a:pt x="18034" y="2231"/>
                  </a:lnTo>
                  <a:lnTo>
                    <a:pt x="17094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13453416" y="9837654"/>
              <a:ext cx="33020" cy="31750"/>
            </a:xfrm>
            <a:custGeom>
              <a:avLst/>
              <a:gdLst/>
              <a:ahLst/>
              <a:cxnLst/>
              <a:rect l="l" t="t" r="r" b="b"/>
              <a:pathLst>
                <a:path w="33019" h="31750">
                  <a:moveTo>
                    <a:pt x="1041" y="14884"/>
                  </a:moveTo>
                  <a:close/>
                </a:path>
                <a:path w="33019" h="31750">
                  <a:moveTo>
                    <a:pt x="4610" y="7861"/>
                  </a:moveTo>
                  <a:lnTo>
                    <a:pt x="3352" y="7620"/>
                  </a:lnTo>
                  <a:lnTo>
                    <a:pt x="2120" y="7302"/>
                  </a:lnTo>
                  <a:lnTo>
                    <a:pt x="876" y="7035"/>
                  </a:lnTo>
                  <a:lnTo>
                    <a:pt x="177" y="8928"/>
                  </a:lnTo>
                  <a:lnTo>
                    <a:pt x="0" y="10756"/>
                  </a:lnTo>
                  <a:lnTo>
                    <a:pt x="304" y="12522"/>
                  </a:lnTo>
                  <a:lnTo>
                    <a:pt x="939" y="12547"/>
                  </a:lnTo>
                  <a:lnTo>
                    <a:pt x="1574" y="12547"/>
                  </a:lnTo>
                  <a:lnTo>
                    <a:pt x="2197" y="12598"/>
                  </a:lnTo>
                  <a:lnTo>
                    <a:pt x="3009" y="11023"/>
                  </a:lnTo>
                  <a:lnTo>
                    <a:pt x="3746" y="9423"/>
                  </a:lnTo>
                  <a:lnTo>
                    <a:pt x="4610" y="7861"/>
                  </a:lnTo>
                  <a:close/>
                </a:path>
                <a:path w="33019" h="31750">
                  <a:moveTo>
                    <a:pt x="7226" y="15722"/>
                  </a:moveTo>
                  <a:lnTo>
                    <a:pt x="5676" y="15430"/>
                  </a:lnTo>
                  <a:lnTo>
                    <a:pt x="4064" y="15290"/>
                  </a:lnTo>
                  <a:lnTo>
                    <a:pt x="2501" y="15074"/>
                  </a:lnTo>
                  <a:lnTo>
                    <a:pt x="1612" y="16332"/>
                  </a:lnTo>
                  <a:lnTo>
                    <a:pt x="2451" y="17995"/>
                  </a:lnTo>
                  <a:lnTo>
                    <a:pt x="3568" y="19558"/>
                  </a:lnTo>
                  <a:lnTo>
                    <a:pt x="4800" y="21056"/>
                  </a:lnTo>
                  <a:lnTo>
                    <a:pt x="5384" y="19240"/>
                  </a:lnTo>
                  <a:lnTo>
                    <a:pt x="6273" y="17449"/>
                  </a:lnTo>
                  <a:lnTo>
                    <a:pt x="7226" y="15722"/>
                  </a:lnTo>
                  <a:close/>
                </a:path>
                <a:path w="33019" h="31750">
                  <a:moveTo>
                    <a:pt x="9194" y="25806"/>
                  </a:moveTo>
                  <a:close/>
                </a:path>
                <a:path w="33019" h="31750">
                  <a:moveTo>
                    <a:pt x="9207" y="215"/>
                  </a:moveTo>
                  <a:lnTo>
                    <a:pt x="5981" y="787"/>
                  </a:lnTo>
                  <a:lnTo>
                    <a:pt x="3073" y="2705"/>
                  </a:lnTo>
                  <a:lnTo>
                    <a:pt x="1511" y="5638"/>
                  </a:lnTo>
                  <a:lnTo>
                    <a:pt x="2819" y="5753"/>
                  </a:lnTo>
                  <a:lnTo>
                    <a:pt x="4140" y="5981"/>
                  </a:lnTo>
                  <a:lnTo>
                    <a:pt x="5461" y="6248"/>
                  </a:lnTo>
                  <a:lnTo>
                    <a:pt x="6642" y="4191"/>
                  </a:lnTo>
                  <a:lnTo>
                    <a:pt x="7950" y="2222"/>
                  </a:lnTo>
                  <a:lnTo>
                    <a:pt x="9207" y="215"/>
                  </a:lnTo>
                  <a:close/>
                </a:path>
                <a:path w="33019" h="31750">
                  <a:moveTo>
                    <a:pt x="10782" y="9067"/>
                  </a:moveTo>
                  <a:lnTo>
                    <a:pt x="6705" y="8318"/>
                  </a:lnTo>
                  <a:lnTo>
                    <a:pt x="5854" y="9855"/>
                  </a:lnTo>
                  <a:lnTo>
                    <a:pt x="4940" y="11366"/>
                  </a:lnTo>
                  <a:lnTo>
                    <a:pt x="4013" y="12839"/>
                  </a:lnTo>
                  <a:lnTo>
                    <a:pt x="5473" y="13030"/>
                  </a:lnTo>
                  <a:lnTo>
                    <a:pt x="6946" y="13271"/>
                  </a:lnTo>
                  <a:lnTo>
                    <a:pt x="8394" y="13563"/>
                  </a:lnTo>
                  <a:lnTo>
                    <a:pt x="9296" y="11963"/>
                  </a:lnTo>
                  <a:lnTo>
                    <a:pt x="10782" y="9067"/>
                  </a:lnTo>
                  <a:close/>
                </a:path>
                <a:path w="33019" h="31750">
                  <a:moveTo>
                    <a:pt x="13373" y="17056"/>
                  </a:moveTo>
                  <a:lnTo>
                    <a:pt x="10553" y="16408"/>
                  </a:lnTo>
                  <a:lnTo>
                    <a:pt x="9156" y="16129"/>
                  </a:lnTo>
                  <a:lnTo>
                    <a:pt x="7188" y="20485"/>
                  </a:lnTo>
                  <a:lnTo>
                    <a:pt x="5854" y="22301"/>
                  </a:lnTo>
                  <a:lnTo>
                    <a:pt x="7315" y="23926"/>
                  </a:lnTo>
                  <a:lnTo>
                    <a:pt x="8166" y="23990"/>
                  </a:lnTo>
                  <a:lnTo>
                    <a:pt x="9017" y="24015"/>
                  </a:lnTo>
                  <a:lnTo>
                    <a:pt x="9867" y="24130"/>
                  </a:lnTo>
                  <a:lnTo>
                    <a:pt x="10845" y="21729"/>
                  </a:lnTo>
                  <a:lnTo>
                    <a:pt x="12166" y="19342"/>
                  </a:lnTo>
                  <a:lnTo>
                    <a:pt x="13373" y="17056"/>
                  </a:lnTo>
                  <a:close/>
                </a:path>
                <a:path w="33019" h="31750">
                  <a:moveTo>
                    <a:pt x="15227" y="863"/>
                  </a:moveTo>
                  <a:lnTo>
                    <a:pt x="14770" y="673"/>
                  </a:lnTo>
                  <a:lnTo>
                    <a:pt x="14312" y="457"/>
                  </a:lnTo>
                  <a:lnTo>
                    <a:pt x="12814" y="38"/>
                  </a:lnTo>
                  <a:lnTo>
                    <a:pt x="11747" y="0"/>
                  </a:lnTo>
                  <a:lnTo>
                    <a:pt x="10706" y="38"/>
                  </a:lnTo>
                  <a:lnTo>
                    <a:pt x="9753" y="2286"/>
                  </a:lnTo>
                  <a:lnTo>
                    <a:pt x="8724" y="4521"/>
                  </a:lnTo>
                  <a:lnTo>
                    <a:pt x="7569" y="6718"/>
                  </a:lnTo>
                  <a:lnTo>
                    <a:pt x="10198" y="7353"/>
                  </a:lnTo>
                  <a:lnTo>
                    <a:pt x="11468" y="7683"/>
                  </a:lnTo>
                  <a:lnTo>
                    <a:pt x="12636" y="5359"/>
                  </a:lnTo>
                  <a:lnTo>
                    <a:pt x="13881" y="3086"/>
                  </a:lnTo>
                  <a:lnTo>
                    <a:pt x="15227" y="863"/>
                  </a:lnTo>
                  <a:close/>
                </a:path>
                <a:path w="33019" h="31750">
                  <a:moveTo>
                    <a:pt x="16446" y="10160"/>
                  </a:moveTo>
                  <a:lnTo>
                    <a:pt x="16116" y="10083"/>
                  </a:lnTo>
                  <a:lnTo>
                    <a:pt x="15773" y="9982"/>
                  </a:lnTo>
                  <a:lnTo>
                    <a:pt x="14427" y="9715"/>
                  </a:lnTo>
                  <a:lnTo>
                    <a:pt x="13411" y="9550"/>
                  </a:lnTo>
                  <a:lnTo>
                    <a:pt x="12395" y="9359"/>
                  </a:lnTo>
                  <a:lnTo>
                    <a:pt x="11099" y="11950"/>
                  </a:lnTo>
                  <a:lnTo>
                    <a:pt x="10363" y="13449"/>
                  </a:lnTo>
                  <a:lnTo>
                    <a:pt x="10261" y="13703"/>
                  </a:lnTo>
                  <a:lnTo>
                    <a:pt x="10160" y="13919"/>
                  </a:lnTo>
                  <a:lnTo>
                    <a:pt x="11569" y="14249"/>
                  </a:lnTo>
                  <a:lnTo>
                    <a:pt x="12992" y="14605"/>
                  </a:lnTo>
                  <a:lnTo>
                    <a:pt x="14414" y="14986"/>
                  </a:lnTo>
                  <a:lnTo>
                    <a:pt x="14503" y="14782"/>
                  </a:lnTo>
                  <a:lnTo>
                    <a:pt x="14630" y="14566"/>
                  </a:lnTo>
                  <a:lnTo>
                    <a:pt x="15328" y="12992"/>
                  </a:lnTo>
                  <a:lnTo>
                    <a:pt x="15900" y="11582"/>
                  </a:lnTo>
                  <a:lnTo>
                    <a:pt x="16446" y="10160"/>
                  </a:lnTo>
                  <a:close/>
                </a:path>
                <a:path w="33019" h="31750">
                  <a:moveTo>
                    <a:pt x="16929" y="26682"/>
                  </a:moveTo>
                  <a:lnTo>
                    <a:pt x="15024" y="26492"/>
                  </a:lnTo>
                  <a:lnTo>
                    <a:pt x="13055" y="26339"/>
                  </a:lnTo>
                  <a:lnTo>
                    <a:pt x="11099" y="26098"/>
                  </a:lnTo>
                  <a:lnTo>
                    <a:pt x="10896" y="26428"/>
                  </a:lnTo>
                  <a:lnTo>
                    <a:pt x="10617" y="26682"/>
                  </a:lnTo>
                  <a:lnTo>
                    <a:pt x="10401" y="26987"/>
                  </a:lnTo>
                  <a:lnTo>
                    <a:pt x="11925" y="28371"/>
                  </a:lnTo>
                  <a:lnTo>
                    <a:pt x="13601" y="29565"/>
                  </a:lnTo>
                  <a:lnTo>
                    <a:pt x="15367" y="30416"/>
                  </a:lnTo>
                  <a:lnTo>
                    <a:pt x="15887" y="29184"/>
                  </a:lnTo>
                  <a:lnTo>
                    <a:pt x="16929" y="26682"/>
                  </a:lnTo>
                  <a:close/>
                </a:path>
                <a:path w="33019" h="31750">
                  <a:moveTo>
                    <a:pt x="19380" y="3378"/>
                  </a:moveTo>
                  <a:lnTo>
                    <a:pt x="18313" y="2540"/>
                  </a:lnTo>
                  <a:lnTo>
                    <a:pt x="17221" y="1803"/>
                  </a:lnTo>
                  <a:lnTo>
                    <a:pt x="16116" y="1244"/>
                  </a:lnTo>
                  <a:lnTo>
                    <a:pt x="15189" y="3556"/>
                  </a:lnTo>
                  <a:lnTo>
                    <a:pt x="14147" y="5829"/>
                  </a:lnTo>
                  <a:lnTo>
                    <a:pt x="13042" y="8077"/>
                  </a:lnTo>
                  <a:lnTo>
                    <a:pt x="13538" y="8204"/>
                  </a:lnTo>
                  <a:lnTo>
                    <a:pt x="14071" y="8356"/>
                  </a:lnTo>
                  <a:lnTo>
                    <a:pt x="14566" y="8458"/>
                  </a:lnTo>
                  <a:lnTo>
                    <a:pt x="15328" y="8636"/>
                  </a:lnTo>
                  <a:lnTo>
                    <a:pt x="16116" y="8864"/>
                  </a:lnTo>
                  <a:lnTo>
                    <a:pt x="16891" y="9067"/>
                  </a:lnTo>
                  <a:lnTo>
                    <a:pt x="17653" y="7137"/>
                  </a:lnTo>
                  <a:lnTo>
                    <a:pt x="18491" y="5232"/>
                  </a:lnTo>
                  <a:lnTo>
                    <a:pt x="19380" y="3378"/>
                  </a:lnTo>
                  <a:close/>
                </a:path>
                <a:path w="33019" h="31750">
                  <a:moveTo>
                    <a:pt x="20231" y="18783"/>
                  </a:moveTo>
                  <a:lnTo>
                    <a:pt x="17970" y="18110"/>
                  </a:lnTo>
                  <a:lnTo>
                    <a:pt x="16281" y="17678"/>
                  </a:lnTo>
                  <a:lnTo>
                    <a:pt x="15671" y="17589"/>
                  </a:lnTo>
                  <a:lnTo>
                    <a:pt x="15049" y="17437"/>
                  </a:lnTo>
                  <a:lnTo>
                    <a:pt x="14135" y="19710"/>
                  </a:lnTo>
                  <a:lnTo>
                    <a:pt x="13195" y="22199"/>
                  </a:lnTo>
                  <a:lnTo>
                    <a:pt x="12026" y="24447"/>
                  </a:lnTo>
                  <a:lnTo>
                    <a:pt x="15633" y="25082"/>
                  </a:lnTo>
                  <a:lnTo>
                    <a:pt x="17449" y="25425"/>
                  </a:lnTo>
                  <a:lnTo>
                    <a:pt x="18376" y="23215"/>
                  </a:lnTo>
                  <a:lnTo>
                    <a:pt x="19367" y="21043"/>
                  </a:lnTo>
                  <a:lnTo>
                    <a:pt x="20231" y="18783"/>
                  </a:lnTo>
                  <a:close/>
                </a:path>
                <a:path w="33019" h="31750">
                  <a:moveTo>
                    <a:pt x="21691" y="27279"/>
                  </a:moveTo>
                  <a:lnTo>
                    <a:pt x="20358" y="27152"/>
                  </a:lnTo>
                  <a:lnTo>
                    <a:pt x="19037" y="26949"/>
                  </a:lnTo>
                  <a:lnTo>
                    <a:pt x="17780" y="26797"/>
                  </a:lnTo>
                  <a:lnTo>
                    <a:pt x="16052" y="30734"/>
                  </a:lnTo>
                  <a:lnTo>
                    <a:pt x="17259" y="31242"/>
                  </a:lnTo>
                  <a:lnTo>
                    <a:pt x="18503" y="31521"/>
                  </a:lnTo>
                  <a:lnTo>
                    <a:pt x="19799" y="31572"/>
                  </a:lnTo>
                  <a:lnTo>
                    <a:pt x="20307" y="30124"/>
                  </a:lnTo>
                  <a:lnTo>
                    <a:pt x="20929" y="28689"/>
                  </a:lnTo>
                  <a:lnTo>
                    <a:pt x="21691" y="27279"/>
                  </a:lnTo>
                  <a:close/>
                </a:path>
                <a:path w="33019" h="31750">
                  <a:moveTo>
                    <a:pt x="22809" y="11747"/>
                  </a:moveTo>
                  <a:lnTo>
                    <a:pt x="18059" y="10528"/>
                  </a:lnTo>
                  <a:lnTo>
                    <a:pt x="16598" y="13792"/>
                  </a:lnTo>
                  <a:lnTo>
                    <a:pt x="15887" y="15392"/>
                  </a:lnTo>
                  <a:lnTo>
                    <a:pt x="17576" y="15849"/>
                  </a:lnTo>
                  <a:lnTo>
                    <a:pt x="20942" y="16827"/>
                  </a:lnTo>
                  <a:lnTo>
                    <a:pt x="21564" y="15125"/>
                  </a:lnTo>
                  <a:lnTo>
                    <a:pt x="22237" y="13462"/>
                  </a:lnTo>
                  <a:lnTo>
                    <a:pt x="22809" y="11747"/>
                  </a:lnTo>
                  <a:close/>
                </a:path>
                <a:path w="33019" h="31750">
                  <a:moveTo>
                    <a:pt x="24053" y="7607"/>
                  </a:moveTo>
                  <a:lnTo>
                    <a:pt x="22923" y="6413"/>
                  </a:lnTo>
                  <a:lnTo>
                    <a:pt x="21717" y="5270"/>
                  </a:lnTo>
                  <a:lnTo>
                    <a:pt x="20472" y="4216"/>
                  </a:lnTo>
                  <a:lnTo>
                    <a:pt x="19913" y="5994"/>
                  </a:lnTo>
                  <a:lnTo>
                    <a:pt x="19253" y="7759"/>
                  </a:lnTo>
                  <a:lnTo>
                    <a:pt x="18503" y="9499"/>
                  </a:lnTo>
                  <a:lnTo>
                    <a:pt x="20040" y="9931"/>
                  </a:lnTo>
                  <a:lnTo>
                    <a:pt x="21564" y="10401"/>
                  </a:lnTo>
                  <a:lnTo>
                    <a:pt x="23114" y="10871"/>
                  </a:lnTo>
                  <a:lnTo>
                    <a:pt x="23456" y="9779"/>
                  </a:lnTo>
                  <a:lnTo>
                    <a:pt x="23736" y="8686"/>
                  </a:lnTo>
                  <a:lnTo>
                    <a:pt x="24053" y="7607"/>
                  </a:lnTo>
                  <a:close/>
                </a:path>
                <a:path w="33019" h="31750">
                  <a:moveTo>
                    <a:pt x="25120" y="19951"/>
                  </a:moveTo>
                  <a:lnTo>
                    <a:pt x="23799" y="19710"/>
                  </a:lnTo>
                  <a:lnTo>
                    <a:pt x="22491" y="19405"/>
                  </a:lnTo>
                  <a:lnTo>
                    <a:pt x="21196" y="19050"/>
                  </a:lnTo>
                  <a:lnTo>
                    <a:pt x="20256" y="21221"/>
                  </a:lnTo>
                  <a:lnTo>
                    <a:pt x="18326" y="25577"/>
                  </a:lnTo>
                  <a:lnTo>
                    <a:pt x="19634" y="25819"/>
                  </a:lnTo>
                  <a:lnTo>
                    <a:pt x="20955" y="26035"/>
                  </a:lnTo>
                  <a:lnTo>
                    <a:pt x="22275" y="26212"/>
                  </a:lnTo>
                  <a:lnTo>
                    <a:pt x="23710" y="23520"/>
                  </a:lnTo>
                  <a:lnTo>
                    <a:pt x="24282" y="22174"/>
                  </a:lnTo>
                  <a:lnTo>
                    <a:pt x="24587" y="21437"/>
                  </a:lnTo>
                  <a:lnTo>
                    <a:pt x="24841" y="20688"/>
                  </a:lnTo>
                  <a:lnTo>
                    <a:pt x="25120" y="19951"/>
                  </a:lnTo>
                  <a:close/>
                </a:path>
                <a:path w="33019" h="31750">
                  <a:moveTo>
                    <a:pt x="27571" y="12776"/>
                  </a:moveTo>
                  <a:lnTo>
                    <a:pt x="26454" y="12598"/>
                  </a:lnTo>
                  <a:lnTo>
                    <a:pt x="24218" y="12090"/>
                  </a:lnTo>
                  <a:lnTo>
                    <a:pt x="23495" y="13766"/>
                  </a:lnTo>
                  <a:lnTo>
                    <a:pt x="22745" y="15430"/>
                  </a:lnTo>
                  <a:lnTo>
                    <a:pt x="22072" y="17018"/>
                  </a:lnTo>
                  <a:lnTo>
                    <a:pt x="25781" y="18186"/>
                  </a:lnTo>
                  <a:lnTo>
                    <a:pt x="26403" y="16383"/>
                  </a:lnTo>
                  <a:lnTo>
                    <a:pt x="27000" y="14579"/>
                  </a:lnTo>
                  <a:lnTo>
                    <a:pt x="27571" y="12776"/>
                  </a:lnTo>
                  <a:close/>
                </a:path>
                <a:path w="33019" h="31750">
                  <a:moveTo>
                    <a:pt x="27851" y="11925"/>
                  </a:moveTo>
                  <a:lnTo>
                    <a:pt x="27114" y="11010"/>
                  </a:lnTo>
                  <a:lnTo>
                    <a:pt x="26276" y="10033"/>
                  </a:lnTo>
                  <a:lnTo>
                    <a:pt x="25387" y="9042"/>
                  </a:lnTo>
                  <a:lnTo>
                    <a:pt x="25107" y="9779"/>
                  </a:lnTo>
                  <a:lnTo>
                    <a:pt x="24866" y="10528"/>
                  </a:lnTo>
                  <a:lnTo>
                    <a:pt x="24574" y="11264"/>
                  </a:lnTo>
                  <a:lnTo>
                    <a:pt x="25641" y="11582"/>
                  </a:lnTo>
                  <a:lnTo>
                    <a:pt x="26720" y="11874"/>
                  </a:lnTo>
                  <a:lnTo>
                    <a:pt x="27787" y="12128"/>
                  </a:lnTo>
                  <a:lnTo>
                    <a:pt x="27851" y="11925"/>
                  </a:lnTo>
                  <a:close/>
                </a:path>
                <a:path w="33019" h="31750">
                  <a:moveTo>
                    <a:pt x="32854" y="22580"/>
                  </a:moveTo>
                  <a:lnTo>
                    <a:pt x="31940" y="17119"/>
                  </a:lnTo>
                  <a:lnTo>
                    <a:pt x="28600" y="12865"/>
                  </a:lnTo>
                  <a:lnTo>
                    <a:pt x="28092" y="14732"/>
                  </a:lnTo>
                  <a:lnTo>
                    <a:pt x="27584" y="16624"/>
                  </a:lnTo>
                  <a:lnTo>
                    <a:pt x="26987" y="18516"/>
                  </a:lnTo>
                  <a:lnTo>
                    <a:pt x="29781" y="19227"/>
                  </a:lnTo>
                  <a:lnTo>
                    <a:pt x="31483" y="19583"/>
                  </a:lnTo>
                  <a:lnTo>
                    <a:pt x="31521" y="20002"/>
                  </a:lnTo>
                  <a:lnTo>
                    <a:pt x="29654" y="20421"/>
                  </a:lnTo>
                  <a:lnTo>
                    <a:pt x="28016" y="20345"/>
                  </a:lnTo>
                  <a:lnTo>
                    <a:pt x="26390" y="20129"/>
                  </a:lnTo>
                  <a:lnTo>
                    <a:pt x="25666" y="22237"/>
                  </a:lnTo>
                  <a:lnTo>
                    <a:pt x="24790" y="24282"/>
                  </a:lnTo>
                  <a:lnTo>
                    <a:pt x="23888" y="26289"/>
                  </a:lnTo>
                  <a:lnTo>
                    <a:pt x="25082" y="26390"/>
                  </a:lnTo>
                  <a:lnTo>
                    <a:pt x="26250" y="26543"/>
                  </a:lnTo>
                  <a:lnTo>
                    <a:pt x="27571" y="26492"/>
                  </a:lnTo>
                  <a:lnTo>
                    <a:pt x="27635" y="26657"/>
                  </a:lnTo>
                  <a:lnTo>
                    <a:pt x="26250" y="27266"/>
                  </a:lnTo>
                  <a:lnTo>
                    <a:pt x="24866" y="27381"/>
                  </a:lnTo>
                  <a:lnTo>
                    <a:pt x="23456" y="27355"/>
                  </a:lnTo>
                  <a:lnTo>
                    <a:pt x="22758" y="28854"/>
                  </a:lnTo>
                  <a:lnTo>
                    <a:pt x="21945" y="30213"/>
                  </a:lnTo>
                  <a:lnTo>
                    <a:pt x="21170" y="31584"/>
                  </a:lnTo>
                  <a:lnTo>
                    <a:pt x="25450" y="31102"/>
                  </a:lnTo>
                  <a:lnTo>
                    <a:pt x="27736" y="28994"/>
                  </a:lnTo>
                  <a:lnTo>
                    <a:pt x="28625" y="26212"/>
                  </a:lnTo>
                  <a:lnTo>
                    <a:pt x="28905" y="26009"/>
                  </a:lnTo>
                  <a:lnTo>
                    <a:pt x="32854" y="22580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7" name="object 467" descr=""/>
            <p:cNvSpPr/>
            <p:nvPr/>
          </p:nvSpPr>
          <p:spPr>
            <a:xfrm>
              <a:off x="13475920" y="9854451"/>
              <a:ext cx="21590" cy="17145"/>
            </a:xfrm>
            <a:custGeom>
              <a:avLst/>
              <a:gdLst/>
              <a:ahLst/>
              <a:cxnLst/>
              <a:rect l="l" t="t" r="r" b="b"/>
              <a:pathLst>
                <a:path w="21590" h="17145">
                  <a:moveTo>
                    <a:pt x="17158" y="0"/>
                  </a:moveTo>
                  <a:lnTo>
                    <a:pt x="9190" y="1518"/>
                  </a:lnTo>
                  <a:lnTo>
                    <a:pt x="5075" y="10502"/>
                  </a:lnTo>
                  <a:lnTo>
                    <a:pt x="2876" y="11161"/>
                  </a:lnTo>
                  <a:lnTo>
                    <a:pt x="0" y="17085"/>
                  </a:lnTo>
                  <a:lnTo>
                    <a:pt x="8728" y="16070"/>
                  </a:lnTo>
                  <a:lnTo>
                    <a:pt x="8551" y="15685"/>
                  </a:lnTo>
                  <a:lnTo>
                    <a:pt x="12036" y="15685"/>
                  </a:lnTo>
                  <a:lnTo>
                    <a:pt x="16170" y="15204"/>
                  </a:lnTo>
                  <a:lnTo>
                    <a:pt x="10991" y="12491"/>
                  </a:lnTo>
                  <a:lnTo>
                    <a:pt x="17069" y="12491"/>
                  </a:lnTo>
                  <a:lnTo>
                    <a:pt x="21053" y="9538"/>
                  </a:lnTo>
                  <a:lnTo>
                    <a:pt x="18906" y="8470"/>
                  </a:lnTo>
                  <a:lnTo>
                    <a:pt x="10980" y="8470"/>
                  </a:lnTo>
                  <a:lnTo>
                    <a:pt x="11305" y="8282"/>
                  </a:lnTo>
                  <a:lnTo>
                    <a:pt x="15640" y="5329"/>
                  </a:lnTo>
                  <a:lnTo>
                    <a:pt x="17158" y="0"/>
                  </a:lnTo>
                  <a:close/>
                </a:path>
                <a:path w="21590" h="17145">
                  <a:moveTo>
                    <a:pt x="8551" y="15685"/>
                  </a:moveTo>
                  <a:lnTo>
                    <a:pt x="8728" y="16070"/>
                  </a:lnTo>
                  <a:lnTo>
                    <a:pt x="8928" y="16047"/>
                  </a:lnTo>
                  <a:lnTo>
                    <a:pt x="8551" y="15685"/>
                  </a:lnTo>
                  <a:close/>
                </a:path>
                <a:path w="21590" h="17145">
                  <a:moveTo>
                    <a:pt x="12036" y="15685"/>
                  </a:moveTo>
                  <a:lnTo>
                    <a:pt x="8551" y="15685"/>
                  </a:lnTo>
                  <a:lnTo>
                    <a:pt x="8928" y="16047"/>
                  </a:lnTo>
                  <a:lnTo>
                    <a:pt x="12036" y="15685"/>
                  </a:lnTo>
                  <a:close/>
                </a:path>
                <a:path w="21590" h="17145">
                  <a:moveTo>
                    <a:pt x="17069" y="12491"/>
                  </a:moveTo>
                  <a:lnTo>
                    <a:pt x="10991" y="12491"/>
                  </a:lnTo>
                  <a:lnTo>
                    <a:pt x="16603" y="12837"/>
                  </a:lnTo>
                  <a:lnTo>
                    <a:pt x="17069" y="12491"/>
                  </a:lnTo>
                  <a:close/>
                </a:path>
                <a:path w="21590" h="17145">
                  <a:moveTo>
                    <a:pt x="16844" y="7444"/>
                  </a:moveTo>
                  <a:lnTo>
                    <a:pt x="10980" y="8470"/>
                  </a:lnTo>
                  <a:lnTo>
                    <a:pt x="18906" y="8470"/>
                  </a:lnTo>
                  <a:lnTo>
                    <a:pt x="16844" y="7444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13528587" y="9799491"/>
              <a:ext cx="92075" cy="62230"/>
            </a:xfrm>
            <a:custGeom>
              <a:avLst/>
              <a:gdLst/>
              <a:ahLst/>
              <a:cxnLst/>
              <a:rect l="l" t="t" r="r" b="b"/>
              <a:pathLst>
                <a:path w="92075" h="62229">
                  <a:moveTo>
                    <a:pt x="4610" y="56832"/>
                  </a:moveTo>
                  <a:lnTo>
                    <a:pt x="3352" y="56591"/>
                  </a:lnTo>
                  <a:lnTo>
                    <a:pt x="2120" y="56273"/>
                  </a:lnTo>
                  <a:lnTo>
                    <a:pt x="876" y="55994"/>
                  </a:lnTo>
                  <a:lnTo>
                    <a:pt x="177" y="57899"/>
                  </a:lnTo>
                  <a:lnTo>
                    <a:pt x="0" y="59728"/>
                  </a:lnTo>
                  <a:lnTo>
                    <a:pt x="304" y="61480"/>
                  </a:lnTo>
                  <a:lnTo>
                    <a:pt x="952" y="61518"/>
                  </a:lnTo>
                  <a:lnTo>
                    <a:pt x="1574" y="61506"/>
                  </a:lnTo>
                  <a:lnTo>
                    <a:pt x="2197" y="61569"/>
                  </a:lnTo>
                  <a:lnTo>
                    <a:pt x="3009" y="59994"/>
                  </a:lnTo>
                  <a:lnTo>
                    <a:pt x="3746" y="58381"/>
                  </a:lnTo>
                  <a:lnTo>
                    <a:pt x="4610" y="56832"/>
                  </a:lnTo>
                  <a:close/>
                </a:path>
                <a:path w="92075" h="62229">
                  <a:moveTo>
                    <a:pt x="9207" y="49187"/>
                  </a:moveTo>
                  <a:lnTo>
                    <a:pt x="5994" y="49745"/>
                  </a:lnTo>
                  <a:lnTo>
                    <a:pt x="3073" y="51676"/>
                  </a:lnTo>
                  <a:lnTo>
                    <a:pt x="1511" y="54610"/>
                  </a:lnTo>
                  <a:lnTo>
                    <a:pt x="2819" y="54724"/>
                  </a:lnTo>
                  <a:lnTo>
                    <a:pt x="4140" y="54940"/>
                  </a:lnTo>
                  <a:lnTo>
                    <a:pt x="5461" y="55219"/>
                  </a:lnTo>
                  <a:lnTo>
                    <a:pt x="6642" y="53149"/>
                  </a:lnTo>
                  <a:lnTo>
                    <a:pt x="7950" y="51181"/>
                  </a:lnTo>
                  <a:lnTo>
                    <a:pt x="9207" y="49187"/>
                  </a:lnTo>
                  <a:close/>
                </a:path>
                <a:path w="92075" h="62229">
                  <a:moveTo>
                    <a:pt x="10782" y="58026"/>
                  </a:moveTo>
                  <a:lnTo>
                    <a:pt x="6705" y="57289"/>
                  </a:lnTo>
                  <a:lnTo>
                    <a:pt x="5854" y="58826"/>
                  </a:lnTo>
                  <a:lnTo>
                    <a:pt x="4940" y="60337"/>
                  </a:lnTo>
                  <a:lnTo>
                    <a:pt x="4013" y="61810"/>
                  </a:lnTo>
                  <a:lnTo>
                    <a:pt x="5118" y="61950"/>
                  </a:lnTo>
                  <a:lnTo>
                    <a:pt x="9436" y="60667"/>
                  </a:lnTo>
                  <a:lnTo>
                    <a:pt x="10782" y="58026"/>
                  </a:lnTo>
                  <a:close/>
                </a:path>
                <a:path w="92075" h="62229">
                  <a:moveTo>
                    <a:pt x="15227" y="49822"/>
                  </a:moveTo>
                  <a:lnTo>
                    <a:pt x="14770" y="49644"/>
                  </a:lnTo>
                  <a:lnTo>
                    <a:pt x="14312" y="49415"/>
                  </a:lnTo>
                  <a:lnTo>
                    <a:pt x="12827" y="48996"/>
                  </a:lnTo>
                  <a:lnTo>
                    <a:pt x="11760" y="48971"/>
                  </a:lnTo>
                  <a:lnTo>
                    <a:pt x="10706" y="48996"/>
                  </a:lnTo>
                  <a:lnTo>
                    <a:pt x="9740" y="51244"/>
                  </a:lnTo>
                  <a:lnTo>
                    <a:pt x="8724" y="53492"/>
                  </a:lnTo>
                  <a:lnTo>
                    <a:pt x="7581" y="55676"/>
                  </a:lnTo>
                  <a:lnTo>
                    <a:pt x="10198" y="56324"/>
                  </a:lnTo>
                  <a:lnTo>
                    <a:pt x="11468" y="56654"/>
                  </a:lnTo>
                  <a:lnTo>
                    <a:pt x="12649" y="54330"/>
                  </a:lnTo>
                  <a:lnTo>
                    <a:pt x="13881" y="52031"/>
                  </a:lnTo>
                  <a:lnTo>
                    <a:pt x="15227" y="49822"/>
                  </a:lnTo>
                  <a:close/>
                </a:path>
                <a:path w="92075" h="62229">
                  <a:moveTo>
                    <a:pt x="15430" y="58877"/>
                  </a:moveTo>
                  <a:lnTo>
                    <a:pt x="14427" y="58674"/>
                  </a:lnTo>
                  <a:lnTo>
                    <a:pt x="12407" y="58318"/>
                  </a:lnTo>
                  <a:lnTo>
                    <a:pt x="11544" y="60032"/>
                  </a:lnTo>
                  <a:lnTo>
                    <a:pt x="15430" y="58877"/>
                  </a:lnTo>
                  <a:close/>
                </a:path>
                <a:path w="92075" h="62229">
                  <a:moveTo>
                    <a:pt x="19392" y="52336"/>
                  </a:moveTo>
                  <a:lnTo>
                    <a:pt x="18313" y="51511"/>
                  </a:lnTo>
                  <a:lnTo>
                    <a:pt x="17221" y="50761"/>
                  </a:lnTo>
                  <a:lnTo>
                    <a:pt x="16116" y="50215"/>
                  </a:lnTo>
                  <a:lnTo>
                    <a:pt x="15189" y="52514"/>
                  </a:lnTo>
                  <a:lnTo>
                    <a:pt x="14147" y="54800"/>
                  </a:lnTo>
                  <a:lnTo>
                    <a:pt x="13042" y="57035"/>
                  </a:lnTo>
                  <a:lnTo>
                    <a:pt x="13550" y="57162"/>
                  </a:lnTo>
                  <a:lnTo>
                    <a:pt x="14084" y="57327"/>
                  </a:lnTo>
                  <a:lnTo>
                    <a:pt x="14566" y="57429"/>
                  </a:lnTo>
                  <a:lnTo>
                    <a:pt x="15341" y="57594"/>
                  </a:lnTo>
                  <a:lnTo>
                    <a:pt x="16116" y="57823"/>
                  </a:lnTo>
                  <a:lnTo>
                    <a:pt x="16891" y="58039"/>
                  </a:lnTo>
                  <a:lnTo>
                    <a:pt x="17665" y="56095"/>
                  </a:lnTo>
                  <a:lnTo>
                    <a:pt x="18491" y="54190"/>
                  </a:lnTo>
                  <a:lnTo>
                    <a:pt x="19392" y="52336"/>
                  </a:lnTo>
                  <a:close/>
                </a:path>
                <a:path w="92075" h="62229">
                  <a:moveTo>
                    <a:pt x="23863" y="56362"/>
                  </a:moveTo>
                  <a:lnTo>
                    <a:pt x="22923" y="55384"/>
                  </a:lnTo>
                  <a:lnTo>
                    <a:pt x="21729" y="54229"/>
                  </a:lnTo>
                  <a:lnTo>
                    <a:pt x="20485" y="53200"/>
                  </a:lnTo>
                  <a:lnTo>
                    <a:pt x="19913" y="54965"/>
                  </a:lnTo>
                  <a:lnTo>
                    <a:pt x="19253" y="56718"/>
                  </a:lnTo>
                  <a:lnTo>
                    <a:pt x="18757" y="57886"/>
                  </a:lnTo>
                  <a:lnTo>
                    <a:pt x="23863" y="56362"/>
                  </a:lnTo>
                  <a:close/>
                </a:path>
                <a:path w="92075" h="62229">
                  <a:moveTo>
                    <a:pt x="59918" y="14871"/>
                  </a:moveTo>
                  <a:close/>
                </a:path>
                <a:path w="92075" h="62229">
                  <a:moveTo>
                    <a:pt x="63474" y="7861"/>
                  </a:moveTo>
                  <a:lnTo>
                    <a:pt x="62230" y="7620"/>
                  </a:lnTo>
                  <a:lnTo>
                    <a:pt x="60985" y="7302"/>
                  </a:lnTo>
                  <a:lnTo>
                    <a:pt x="59740" y="7035"/>
                  </a:lnTo>
                  <a:lnTo>
                    <a:pt x="59055" y="8928"/>
                  </a:lnTo>
                  <a:lnTo>
                    <a:pt x="58877" y="10756"/>
                  </a:lnTo>
                  <a:lnTo>
                    <a:pt x="59182" y="12522"/>
                  </a:lnTo>
                  <a:lnTo>
                    <a:pt x="59817" y="12547"/>
                  </a:lnTo>
                  <a:lnTo>
                    <a:pt x="60439" y="12534"/>
                  </a:lnTo>
                  <a:lnTo>
                    <a:pt x="61074" y="12598"/>
                  </a:lnTo>
                  <a:lnTo>
                    <a:pt x="61887" y="11023"/>
                  </a:lnTo>
                  <a:lnTo>
                    <a:pt x="62623" y="9423"/>
                  </a:lnTo>
                  <a:lnTo>
                    <a:pt x="63474" y="7861"/>
                  </a:lnTo>
                  <a:close/>
                </a:path>
                <a:path w="92075" h="62229">
                  <a:moveTo>
                    <a:pt x="66103" y="15709"/>
                  </a:moveTo>
                  <a:lnTo>
                    <a:pt x="64541" y="15430"/>
                  </a:lnTo>
                  <a:lnTo>
                    <a:pt x="62941" y="15278"/>
                  </a:lnTo>
                  <a:lnTo>
                    <a:pt x="61366" y="15074"/>
                  </a:lnTo>
                  <a:lnTo>
                    <a:pt x="60490" y="16332"/>
                  </a:lnTo>
                  <a:lnTo>
                    <a:pt x="61315" y="17983"/>
                  </a:lnTo>
                  <a:lnTo>
                    <a:pt x="62433" y="19570"/>
                  </a:lnTo>
                  <a:lnTo>
                    <a:pt x="63677" y="21056"/>
                  </a:lnTo>
                  <a:lnTo>
                    <a:pt x="64262" y="19240"/>
                  </a:lnTo>
                  <a:lnTo>
                    <a:pt x="65138" y="17449"/>
                  </a:lnTo>
                  <a:lnTo>
                    <a:pt x="66103" y="15709"/>
                  </a:lnTo>
                  <a:close/>
                </a:path>
                <a:path w="92075" h="62229">
                  <a:moveTo>
                    <a:pt x="68072" y="25806"/>
                  </a:moveTo>
                  <a:close/>
                </a:path>
                <a:path w="92075" h="62229">
                  <a:moveTo>
                    <a:pt x="68072" y="215"/>
                  </a:moveTo>
                  <a:lnTo>
                    <a:pt x="64858" y="774"/>
                  </a:lnTo>
                  <a:lnTo>
                    <a:pt x="61950" y="2705"/>
                  </a:lnTo>
                  <a:lnTo>
                    <a:pt x="60375" y="5638"/>
                  </a:lnTo>
                  <a:lnTo>
                    <a:pt x="61683" y="5753"/>
                  </a:lnTo>
                  <a:lnTo>
                    <a:pt x="63004" y="5969"/>
                  </a:lnTo>
                  <a:lnTo>
                    <a:pt x="64338" y="6248"/>
                  </a:lnTo>
                  <a:lnTo>
                    <a:pt x="65506" y="4178"/>
                  </a:lnTo>
                  <a:lnTo>
                    <a:pt x="66814" y="2209"/>
                  </a:lnTo>
                  <a:lnTo>
                    <a:pt x="68072" y="215"/>
                  </a:lnTo>
                  <a:close/>
                </a:path>
                <a:path w="92075" h="62229">
                  <a:moveTo>
                    <a:pt x="69646" y="9055"/>
                  </a:moveTo>
                  <a:lnTo>
                    <a:pt x="65570" y="8318"/>
                  </a:lnTo>
                  <a:lnTo>
                    <a:pt x="64731" y="9855"/>
                  </a:lnTo>
                  <a:lnTo>
                    <a:pt x="63830" y="11366"/>
                  </a:lnTo>
                  <a:lnTo>
                    <a:pt x="62877" y="12839"/>
                  </a:lnTo>
                  <a:lnTo>
                    <a:pt x="64350" y="13030"/>
                  </a:lnTo>
                  <a:lnTo>
                    <a:pt x="65811" y="13271"/>
                  </a:lnTo>
                  <a:lnTo>
                    <a:pt x="67271" y="13563"/>
                  </a:lnTo>
                  <a:lnTo>
                    <a:pt x="68173" y="11963"/>
                  </a:lnTo>
                  <a:lnTo>
                    <a:pt x="69646" y="9055"/>
                  </a:lnTo>
                  <a:close/>
                </a:path>
                <a:path w="92075" h="62229">
                  <a:moveTo>
                    <a:pt x="72237" y="17056"/>
                  </a:moveTo>
                  <a:lnTo>
                    <a:pt x="69430" y="16395"/>
                  </a:lnTo>
                  <a:lnTo>
                    <a:pt x="68021" y="16129"/>
                  </a:lnTo>
                  <a:lnTo>
                    <a:pt x="66065" y="20485"/>
                  </a:lnTo>
                  <a:lnTo>
                    <a:pt x="64731" y="22288"/>
                  </a:lnTo>
                  <a:lnTo>
                    <a:pt x="65684" y="23355"/>
                  </a:lnTo>
                  <a:lnTo>
                    <a:pt x="66192" y="23914"/>
                  </a:lnTo>
                  <a:lnTo>
                    <a:pt x="67043" y="23990"/>
                  </a:lnTo>
                  <a:lnTo>
                    <a:pt x="67894" y="24015"/>
                  </a:lnTo>
                  <a:lnTo>
                    <a:pt x="68732" y="24130"/>
                  </a:lnTo>
                  <a:lnTo>
                    <a:pt x="69735" y="21729"/>
                  </a:lnTo>
                  <a:lnTo>
                    <a:pt x="71043" y="19342"/>
                  </a:lnTo>
                  <a:lnTo>
                    <a:pt x="72237" y="17056"/>
                  </a:lnTo>
                  <a:close/>
                </a:path>
                <a:path w="92075" h="62229">
                  <a:moveTo>
                    <a:pt x="74104" y="850"/>
                  </a:moveTo>
                  <a:lnTo>
                    <a:pt x="73634" y="673"/>
                  </a:lnTo>
                  <a:lnTo>
                    <a:pt x="73177" y="444"/>
                  </a:lnTo>
                  <a:lnTo>
                    <a:pt x="71691" y="25"/>
                  </a:lnTo>
                  <a:lnTo>
                    <a:pt x="70624" y="0"/>
                  </a:lnTo>
                  <a:lnTo>
                    <a:pt x="69570" y="25"/>
                  </a:lnTo>
                  <a:lnTo>
                    <a:pt x="68618" y="2286"/>
                  </a:lnTo>
                  <a:lnTo>
                    <a:pt x="67602" y="4521"/>
                  </a:lnTo>
                  <a:lnTo>
                    <a:pt x="66446" y="6705"/>
                  </a:lnTo>
                  <a:lnTo>
                    <a:pt x="69062" y="7353"/>
                  </a:lnTo>
                  <a:lnTo>
                    <a:pt x="70345" y="7683"/>
                  </a:lnTo>
                  <a:lnTo>
                    <a:pt x="71513" y="5359"/>
                  </a:lnTo>
                  <a:lnTo>
                    <a:pt x="72745" y="3073"/>
                  </a:lnTo>
                  <a:lnTo>
                    <a:pt x="74104" y="850"/>
                  </a:lnTo>
                  <a:close/>
                </a:path>
                <a:path w="92075" h="62229">
                  <a:moveTo>
                    <a:pt x="75323" y="10147"/>
                  </a:moveTo>
                  <a:lnTo>
                    <a:pt x="74993" y="10083"/>
                  </a:lnTo>
                  <a:lnTo>
                    <a:pt x="74650" y="9969"/>
                  </a:lnTo>
                  <a:lnTo>
                    <a:pt x="73304" y="9715"/>
                  </a:lnTo>
                  <a:lnTo>
                    <a:pt x="71272" y="9359"/>
                  </a:lnTo>
                  <a:lnTo>
                    <a:pt x="70624" y="10642"/>
                  </a:lnTo>
                  <a:lnTo>
                    <a:pt x="69240" y="13436"/>
                  </a:lnTo>
                  <a:lnTo>
                    <a:pt x="69138" y="13703"/>
                  </a:lnTo>
                  <a:lnTo>
                    <a:pt x="69037" y="13919"/>
                  </a:lnTo>
                  <a:lnTo>
                    <a:pt x="70459" y="14249"/>
                  </a:lnTo>
                  <a:lnTo>
                    <a:pt x="71869" y="14605"/>
                  </a:lnTo>
                  <a:lnTo>
                    <a:pt x="73279" y="14973"/>
                  </a:lnTo>
                  <a:lnTo>
                    <a:pt x="73380" y="14782"/>
                  </a:lnTo>
                  <a:lnTo>
                    <a:pt x="73507" y="14554"/>
                  </a:lnTo>
                  <a:lnTo>
                    <a:pt x="74206" y="12992"/>
                  </a:lnTo>
                  <a:lnTo>
                    <a:pt x="74764" y="11569"/>
                  </a:lnTo>
                  <a:lnTo>
                    <a:pt x="75323" y="10147"/>
                  </a:lnTo>
                  <a:close/>
                </a:path>
                <a:path w="92075" h="62229">
                  <a:moveTo>
                    <a:pt x="75793" y="26682"/>
                  </a:moveTo>
                  <a:lnTo>
                    <a:pt x="73901" y="26479"/>
                  </a:lnTo>
                  <a:lnTo>
                    <a:pt x="71932" y="26339"/>
                  </a:lnTo>
                  <a:lnTo>
                    <a:pt x="69977" y="26098"/>
                  </a:lnTo>
                  <a:lnTo>
                    <a:pt x="69761" y="26428"/>
                  </a:lnTo>
                  <a:lnTo>
                    <a:pt x="69494" y="26682"/>
                  </a:lnTo>
                  <a:lnTo>
                    <a:pt x="69278" y="27000"/>
                  </a:lnTo>
                  <a:lnTo>
                    <a:pt x="70802" y="28371"/>
                  </a:lnTo>
                  <a:lnTo>
                    <a:pt x="72478" y="29565"/>
                  </a:lnTo>
                  <a:lnTo>
                    <a:pt x="74231" y="30416"/>
                  </a:lnTo>
                  <a:lnTo>
                    <a:pt x="74764" y="29171"/>
                  </a:lnTo>
                  <a:lnTo>
                    <a:pt x="75793" y="26682"/>
                  </a:lnTo>
                  <a:close/>
                </a:path>
                <a:path w="92075" h="62229">
                  <a:moveTo>
                    <a:pt x="78257" y="3365"/>
                  </a:moveTo>
                  <a:lnTo>
                    <a:pt x="77177" y="2540"/>
                  </a:lnTo>
                  <a:lnTo>
                    <a:pt x="76085" y="1803"/>
                  </a:lnTo>
                  <a:lnTo>
                    <a:pt x="74993" y="1244"/>
                  </a:lnTo>
                  <a:lnTo>
                    <a:pt x="74066" y="3543"/>
                  </a:lnTo>
                  <a:lnTo>
                    <a:pt x="73025" y="5829"/>
                  </a:lnTo>
                  <a:lnTo>
                    <a:pt x="71907" y="8064"/>
                  </a:lnTo>
                  <a:lnTo>
                    <a:pt x="72415" y="8191"/>
                  </a:lnTo>
                  <a:lnTo>
                    <a:pt x="72948" y="8356"/>
                  </a:lnTo>
                  <a:lnTo>
                    <a:pt x="73444" y="8458"/>
                  </a:lnTo>
                  <a:lnTo>
                    <a:pt x="74206" y="8623"/>
                  </a:lnTo>
                  <a:lnTo>
                    <a:pt x="75755" y="9067"/>
                  </a:lnTo>
                  <a:lnTo>
                    <a:pt x="76530" y="7124"/>
                  </a:lnTo>
                  <a:lnTo>
                    <a:pt x="77355" y="5219"/>
                  </a:lnTo>
                  <a:lnTo>
                    <a:pt x="78257" y="3365"/>
                  </a:lnTo>
                  <a:close/>
                </a:path>
                <a:path w="92075" h="62229">
                  <a:moveTo>
                    <a:pt x="79095" y="18783"/>
                  </a:moveTo>
                  <a:lnTo>
                    <a:pt x="76835" y="18110"/>
                  </a:lnTo>
                  <a:lnTo>
                    <a:pt x="75145" y="17678"/>
                  </a:lnTo>
                  <a:lnTo>
                    <a:pt x="74549" y="17589"/>
                  </a:lnTo>
                  <a:lnTo>
                    <a:pt x="73926" y="17424"/>
                  </a:lnTo>
                  <a:lnTo>
                    <a:pt x="72999" y="19710"/>
                  </a:lnTo>
                  <a:lnTo>
                    <a:pt x="72059" y="22186"/>
                  </a:lnTo>
                  <a:lnTo>
                    <a:pt x="70904" y="24447"/>
                  </a:lnTo>
                  <a:lnTo>
                    <a:pt x="74510" y="25069"/>
                  </a:lnTo>
                  <a:lnTo>
                    <a:pt x="76327" y="25425"/>
                  </a:lnTo>
                  <a:lnTo>
                    <a:pt x="77241" y="23202"/>
                  </a:lnTo>
                  <a:lnTo>
                    <a:pt x="78232" y="21043"/>
                  </a:lnTo>
                  <a:lnTo>
                    <a:pt x="79095" y="18783"/>
                  </a:lnTo>
                  <a:close/>
                </a:path>
                <a:path w="92075" h="62229">
                  <a:moveTo>
                    <a:pt x="80556" y="27279"/>
                  </a:moveTo>
                  <a:lnTo>
                    <a:pt x="79235" y="27139"/>
                  </a:lnTo>
                  <a:lnTo>
                    <a:pt x="77914" y="26949"/>
                  </a:lnTo>
                  <a:lnTo>
                    <a:pt x="76669" y="26784"/>
                  </a:lnTo>
                  <a:lnTo>
                    <a:pt x="75069" y="30403"/>
                  </a:lnTo>
                  <a:lnTo>
                    <a:pt x="80543" y="27317"/>
                  </a:lnTo>
                  <a:close/>
                </a:path>
                <a:path w="92075" h="62229">
                  <a:moveTo>
                    <a:pt x="81673" y="11747"/>
                  </a:moveTo>
                  <a:lnTo>
                    <a:pt x="76936" y="10528"/>
                  </a:lnTo>
                  <a:lnTo>
                    <a:pt x="75463" y="13792"/>
                  </a:lnTo>
                  <a:lnTo>
                    <a:pt x="74764" y="15392"/>
                  </a:lnTo>
                  <a:lnTo>
                    <a:pt x="76454" y="15849"/>
                  </a:lnTo>
                  <a:lnTo>
                    <a:pt x="79806" y="16827"/>
                  </a:lnTo>
                  <a:lnTo>
                    <a:pt x="80441" y="15125"/>
                  </a:lnTo>
                  <a:lnTo>
                    <a:pt x="81114" y="13449"/>
                  </a:lnTo>
                  <a:lnTo>
                    <a:pt x="81673" y="11747"/>
                  </a:lnTo>
                  <a:close/>
                </a:path>
                <a:path w="92075" h="62229">
                  <a:moveTo>
                    <a:pt x="82931" y="7594"/>
                  </a:moveTo>
                  <a:lnTo>
                    <a:pt x="81800" y="6413"/>
                  </a:lnTo>
                  <a:lnTo>
                    <a:pt x="80594" y="5257"/>
                  </a:lnTo>
                  <a:lnTo>
                    <a:pt x="79349" y="4216"/>
                  </a:lnTo>
                  <a:lnTo>
                    <a:pt x="78778" y="5994"/>
                  </a:lnTo>
                  <a:lnTo>
                    <a:pt x="78130" y="7759"/>
                  </a:lnTo>
                  <a:lnTo>
                    <a:pt x="77381" y="9486"/>
                  </a:lnTo>
                  <a:lnTo>
                    <a:pt x="78905" y="9931"/>
                  </a:lnTo>
                  <a:lnTo>
                    <a:pt x="81978" y="10858"/>
                  </a:lnTo>
                  <a:lnTo>
                    <a:pt x="82334" y="9779"/>
                  </a:lnTo>
                  <a:lnTo>
                    <a:pt x="82600" y="8686"/>
                  </a:lnTo>
                  <a:lnTo>
                    <a:pt x="82931" y="7594"/>
                  </a:lnTo>
                  <a:close/>
                </a:path>
                <a:path w="92075" h="62229">
                  <a:moveTo>
                    <a:pt x="83985" y="19939"/>
                  </a:moveTo>
                  <a:lnTo>
                    <a:pt x="82677" y="19697"/>
                  </a:lnTo>
                  <a:lnTo>
                    <a:pt x="81368" y="19405"/>
                  </a:lnTo>
                  <a:lnTo>
                    <a:pt x="80060" y="19024"/>
                  </a:lnTo>
                  <a:lnTo>
                    <a:pt x="79121" y="21221"/>
                  </a:lnTo>
                  <a:lnTo>
                    <a:pt x="77190" y="25577"/>
                  </a:lnTo>
                  <a:lnTo>
                    <a:pt x="78498" y="25819"/>
                  </a:lnTo>
                  <a:lnTo>
                    <a:pt x="79819" y="26035"/>
                  </a:lnTo>
                  <a:lnTo>
                    <a:pt x="81140" y="26200"/>
                  </a:lnTo>
                  <a:lnTo>
                    <a:pt x="82588" y="23507"/>
                  </a:lnTo>
                  <a:lnTo>
                    <a:pt x="83159" y="22174"/>
                  </a:lnTo>
                  <a:lnTo>
                    <a:pt x="83451" y="21437"/>
                  </a:lnTo>
                  <a:lnTo>
                    <a:pt x="83705" y="20688"/>
                  </a:lnTo>
                  <a:lnTo>
                    <a:pt x="83985" y="19939"/>
                  </a:lnTo>
                  <a:close/>
                </a:path>
                <a:path w="92075" h="62229">
                  <a:moveTo>
                    <a:pt x="86448" y="12776"/>
                  </a:moveTo>
                  <a:lnTo>
                    <a:pt x="85331" y="12598"/>
                  </a:lnTo>
                  <a:lnTo>
                    <a:pt x="83083" y="12090"/>
                  </a:lnTo>
                  <a:lnTo>
                    <a:pt x="82372" y="13766"/>
                  </a:lnTo>
                  <a:lnTo>
                    <a:pt x="81610" y="15430"/>
                  </a:lnTo>
                  <a:lnTo>
                    <a:pt x="80937" y="17018"/>
                  </a:lnTo>
                  <a:lnTo>
                    <a:pt x="84645" y="18173"/>
                  </a:lnTo>
                  <a:lnTo>
                    <a:pt x="85280" y="16383"/>
                  </a:lnTo>
                  <a:lnTo>
                    <a:pt x="85877" y="14579"/>
                  </a:lnTo>
                  <a:lnTo>
                    <a:pt x="86448" y="12776"/>
                  </a:lnTo>
                  <a:close/>
                </a:path>
                <a:path w="92075" h="62229">
                  <a:moveTo>
                    <a:pt x="86728" y="11925"/>
                  </a:moveTo>
                  <a:lnTo>
                    <a:pt x="85991" y="10998"/>
                  </a:lnTo>
                  <a:lnTo>
                    <a:pt x="85153" y="10033"/>
                  </a:lnTo>
                  <a:lnTo>
                    <a:pt x="84264" y="9029"/>
                  </a:lnTo>
                  <a:lnTo>
                    <a:pt x="83985" y="9779"/>
                  </a:lnTo>
                  <a:lnTo>
                    <a:pt x="83743" y="10528"/>
                  </a:lnTo>
                  <a:lnTo>
                    <a:pt x="83439" y="11264"/>
                  </a:lnTo>
                  <a:lnTo>
                    <a:pt x="84518" y="11582"/>
                  </a:lnTo>
                  <a:lnTo>
                    <a:pt x="85585" y="11874"/>
                  </a:lnTo>
                  <a:lnTo>
                    <a:pt x="86664" y="12115"/>
                  </a:lnTo>
                  <a:lnTo>
                    <a:pt x="86728" y="11925"/>
                  </a:lnTo>
                  <a:close/>
                </a:path>
                <a:path w="92075" h="62229">
                  <a:moveTo>
                    <a:pt x="91567" y="21628"/>
                  </a:moveTo>
                  <a:lnTo>
                    <a:pt x="91363" y="20408"/>
                  </a:lnTo>
                  <a:lnTo>
                    <a:pt x="90805" y="17119"/>
                  </a:lnTo>
                  <a:lnTo>
                    <a:pt x="87477" y="12865"/>
                  </a:lnTo>
                  <a:lnTo>
                    <a:pt x="86969" y="14732"/>
                  </a:lnTo>
                  <a:lnTo>
                    <a:pt x="86448" y="16624"/>
                  </a:lnTo>
                  <a:lnTo>
                    <a:pt x="85852" y="18503"/>
                  </a:lnTo>
                  <a:lnTo>
                    <a:pt x="88646" y="19215"/>
                  </a:lnTo>
                  <a:lnTo>
                    <a:pt x="90360" y="19583"/>
                  </a:lnTo>
                  <a:lnTo>
                    <a:pt x="90385" y="19989"/>
                  </a:lnTo>
                  <a:lnTo>
                    <a:pt x="88519" y="20408"/>
                  </a:lnTo>
                  <a:lnTo>
                    <a:pt x="86893" y="20345"/>
                  </a:lnTo>
                  <a:lnTo>
                    <a:pt x="85255" y="20129"/>
                  </a:lnTo>
                  <a:lnTo>
                    <a:pt x="84531" y="22237"/>
                  </a:lnTo>
                  <a:lnTo>
                    <a:pt x="83667" y="24282"/>
                  </a:lnTo>
                  <a:lnTo>
                    <a:pt x="82854" y="26073"/>
                  </a:lnTo>
                  <a:lnTo>
                    <a:pt x="91567" y="21628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13616865" y="9816284"/>
              <a:ext cx="10795" cy="6985"/>
            </a:xfrm>
            <a:custGeom>
              <a:avLst/>
              <a:gdLst/>
              <a:ahLst/>
              <a:cxnLst/>
              <a:rect l="l" t="t" r="r" b="b"/>
              <a:pathLst>
                <a:path w="10794" h="6984">
                  <a:moveTo>
                    <a:pt x="10256" y="0"/>
                  </a:moveTo>
                  <a:lnTo>
                    <a:pt x="2288" y="1518"/>
                  </a:lnTo>
                  <a:lnTo>
                    <a:pt x="0" y="6513"/>
                  </a:lnTo>
                  <a:lnTo>
                    <a:pt x="9830" y="1493"/>
                  </a:lnTo>
                  <a:lnTo>
                    <a:pt x="10256" y="0"/>
                  </a:lnTo>
                  <a:close/>
                </a:path>
              </a:pathLst>
            </a:custGeom>
            <a:solidFill>
              <a:srgbClr val="85BB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13397235" y="9724419"/>
              <a:ext cx="301625" cy="125095"/>
            </a:xfrm>
            <a:custGeom>
              <a:avLst/>
              <a:gdLst/>
              <a:ahLst/>
              <a:cxnLst/>
              <a:rect l="l" t="t" r="r" b="b"/>
              <a:pathLst>
                <a:path w="301625" h="125095">
                  <a:moveTo>
                    <a:pt x="275394" y="0"/>
                  </a:moveTo>
                  <a:lnTo>
                    <a:pt x="259459" y="4501"/>
                  </a:lnTo>
                  <a:lnTo>
                    <a:pt x="249729" y="7659"/>
                  </a:lnTo>
                  <a:lnTo>
                    <a:pt x="242227" y="10966"/>
                  </a:lnTo>
                  <a:lnTo>
                    <a:pt x="232977" y="15915"/>
                  </a:lnTo>
                  <a:lnTo>
                    <a:pt x="223873" y="17035"/>
                  </a:lnTo>
                  <a:lnTo>
                    <a:pt x="216397" y="11358"/>
                  </a:lnTo>
                  <a:lnTo>
                    <a:pt x="205955" y="4130"/>
                  </a:lnTo>
                  <a:lnTo>
                    <a:pt x="187952" y="596"/>
                  </a:lnTo>
                  <a:lnTo>
                    <a:pt x="185244" y="647"/>
                  </a:lnTo>
                  <a:lnTo>
                    <a:pt x="181565" y="2612"/>
                  </a:lnTo>
                  <a:lnTo>
                    <a:pt x="174414" y="8244"/>
                  </a:lnTo>
                  <a:lnTo>
                    <a:pt x="161293" y="19297"/>
                  </a:lnTo>
                  <a:lnTo>
                    <a:pt x="140667" y="35744"/>
                  </a:lnTo>
                  <a:lnTo>
                    <a:pt x="115157" y="53762"/>
                  </a:lnTo>
                  <a:lnTo>
                    <a:pt x="88499" y="69432"/>
                  </a:lnTo>
                  <a:lnTo>
                    <a:pt x="64427" y="78835"/>
                  </a:lnTo>
                  <a:lnTo>
                    <a:pt x="43056" y="85022"/>
                  </a:lnTo>
                  <a:lnTo>
                    <a:pt x="23602" y="92946"/>
                  </a:lnTo>
                  <a:lnTo>
                    <a:pt x="8454" y="101539"/>
                  </a:lnTo>
                  <a:lnTo>
                    <a:pt x="0" y="109734"/>
                  </a:lnTo>
                  <a:lnTo>
                    <a:pt x="1559" y="116477"/>
                  </a:lnTo>
                  <a:lnTo>
                    <a:pt x="13697" y="121305"/>
                  </a:lnTo>
                  <a:lnTo>
                    <a:pt x="34663" y="124044"/>
                  </a:lnTo>
                  <a:lnTo>
                    <a:pt x="62710" y="124519"/>
                  </a:lnTo>
                  <a:lnTo>
                    <a:pt x="100214" y="120217"/>
                  </a:lnTo>
                  <a:lnTo>
                    <a:pt x="145326" y="111166"/>
                  </a:lnTo>
                  <a:lnTo>
                    <a:pt x="189985" y="100980"/>
                  </a:lnTo>
                  <a:lnTo>
                    <a:pt x="226129" y="93274"/>
                  </a:lnTo>
                  <a:lnTo>
                    <a:pt x="254466" y="88599"/>
                  </a:lnTo>
                  <a:lnTo>
                    <a:pt x="278771" y="84980"/>
                  </a:lnTo>
                  <a:lnTo>
                    <a:pt x="295576" y="82214"/>
                  </a:lnTo>
                  <a:lnTo>
                    <a:pt x="301414" y="80102"/>
                  </a:lnTo>
                  <a:lnTo>
                    <a:pt x="293171" y="46577"/>
                  </a:lnTo>
                  <a:lnTo>
                    <a:pt x="285123" y="20552"/>
                  </a:lnTo>
                  <a:lnTo>
                    <a:pt x="275394" y="0"/>
                  </a:lnTo>
                  <a:close/>
                </a:path>
              </a:pathLst>
            </a:custGeom>
            <a:solidFill>
              <a:srgbClr val="422F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1" name="object 471" descr=""/>
            <p:cNvSpPr/>
            <p:nvPr/>
          </p:nvSpPr>
          <p:spPr>
            <a:xfrm>
              <a:off x="13393185" y="9800041"/>
              <a:ext cx="309245" cy="71120"/>
            </a:xfrm>
            <a:custGeom>
              <a:avLst/>
              <a:gdLst/>
              <a:ahLst/>
              <a:cxnLst/>
              <a:rect l="l" t="t" r="r" b="b"/>
              <a:pathLst>
                <a:path w="309244" h="71120">
                  <a:moveTo>
                    <a:pt x="4052" y="34114"/>
                  </a:moveTo>
                  <a:lnTo>
                    <a:pt x="366" y="37161"/>
                  </a:lnTo>
                  <a:lnTo>
                    <a:pt x="0" y="54186"/>
                  </a:lnTo>
                  <a:lnTo>
                    <a:pt x="10029" y="64381"/>
                  </a:lnTo>
                  <a:lnTo>
                    <a:pt x="36026" y="69738"/>
                  </a:lnTo>
                  <a:lnTo>
                    <a:pt x="71024" y="70725"/>
                  </a:lnTo>
                  <a:lnTo>
                    <a:pt x="108059" y="67809"/>
                  </a:lnTo>
                  <a:lnTo>
                    <a:pt x="139934" y="62341"/>
                  </a:lnTo>
                  <a:lnTo>
                    <a:pt x="166316" y="56036"/>
                  </a:lnTo>
                  <a:lnTo>
                    <a:pt x="190558" y="49905"/>
                  </a:lnTo>
                  <a:lnTo>
                    <a:pt x="216014" y="44961"/>
                  </a:lnTo>
                  <a:lnTo>
                    <a:pt x="243314" y="41235"/>
                  </a:lnTo>
                  <a:lnTo>
                    <a:pt x="52866" y="41235"/>
                  </a:lnTo>
                  <a:lnTo>
                    <a:pt x="19655" y="38799"/>
                  </a:lnTo>
                  <a:lnTo>
                    <a:pt x="4052" y="34114"/>
                  </a:lnTo>
                  <a:close/>
                </a:path>
                <a:path w="309244" h="71120">
                  <a:moveTo>
                    <a:pt x="304336" y="0"/>
                  </a:moveTo>
                  <a:lnTo>
                    <a:pt x="283679" y="2020"/>
                  </a:lnTo>
                  <a:lnTo>
                    <a:pt x="243974" y="10466"/>
                  </a:lnTo>
                  <a:lnTo>
                    <a:pt x="144424" y="33161"/>
                  </a:lnTo>
                  <a:lnTo>
                    <a:pt x="96763" y="39872"/>
                  </a:lnTo>
                  <a:lnTo>
                    <a:pt x="52866" y="41235"/>
                  </a:lnTo>
                  <a:lnTo>
                    <a:pt x="243314" y="41235"/>
                  </a:lnTo>
                  <a:lnTo>
                    <a:pt x="275104" y="37056"/>
                  </a:lnTo>
                  <a:lnTo>
                    <a:pt x="298295" y="33541"/>
                  </a:lnTo>
                  <a:lnTo>
                    <a:pt x="308451" y="30627"/>
                  </a:lnTo>
                  <a:lnTo>
                    <a:pt x="309220" y="24590"/>
                  </a:lnTo>
                  <a:lnTo>
                    <a:pt x="308722" y="14512"/>
                  </a:lnTo>
                  <a:lnTo>
                    <a:pt x="307059" y="4835"/>
                  </a:lnTo>
                  <a:lnTo>
                    <a:pt x="304336" y="0"/>
                  </a:lnTo>
                  <a:close/>
                </a:path>
              </a:pathLst>
            </a:custGeom>
            <a:solidFill>
              <a:srgbClr val="F5E6D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2" name="object 472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3399623" y="9732528"/>
              <a:ext cx="302733" cy="133317"/>
            </a:xfrm>
            <a:prstGeom prst="rect">
              <a:avLst/>
            </a:prstGeom>
          </p:spPr>
        </p:pic>
      </p:grpSp>
      <p:grpSp>
        <p:nvGrpSpPr>
          <p:cNvPr id="473" name="object 473" descr=""/>
          <p:cNvGrpSpPr/>
          <p:nvPr/>
        </p:nvGrpSpPr>
        <p:grpSpPr>
          <a:xfrm>
            <a:off x="15101047" y="7968737"/>
            <a:ext cx="666750" cy="1229995"/>
            <a:chOff x="15101047" y="7968737"/>
            <a:chExt cx="666750" cy="1229995"/>
          </a:xfrm>
        </p:grpSpPr>
        <p:pic>
          <p:nvPicPr>
            <p:cNvPr id="474" name="object 474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5390354" y="8360538"/>
              <a:ext cx="100415" cy="104022"/>
            </a:xfrm>
            <a:prstGeom prst="rect">
              <a:avLst/>
            </a:prstGeom>
          </p:spPr>
        </p:pic>
        <p:sp>
          <p:nvSpPr>
            <p:cNvPr id="475" name="object 475" descr=""/>
            <p:cNvSpPr/>
            <p:nvPr/>
          </p:nvSpPr>
          <p:spPr>
            <a:xfrm>
              <a:off x="15319629" y="8237569"/>
              <a:ext cx="229235" cy="79375"/>
            </a:xfrm>
            <a:custGeom>
              <a:avLst/>
              <a:gdLst/>
              <a:ahLst/>
              <a:cxnLst/>
              <a:rect l="l" t="t" r="r" b="b"/>
              <a:pathLst>
                <a:path w="229234" h="79375">
                  <a:moveTo>
                    <a:pt x="38341" y="79095"/>
                  </a:moveTo>
                  <a:lnTo>
                    <a:pt x="33515" y="59766"/>
                  </a:lnTo>
                  <a:lnTo>
                    <a:pt x="31229" y="46012"/>
                  </a:lnTo>
                  <a:lnTo>
                    <a:pt x="30899" y="31203"/>
                  </a:lnTo>
                  <a:lnTo>
                    <a:pt x="31902" y="8788"/>
                  </a:lnTo>
                  <a:lnTo>
                    <a:pt x="18110" y="2705"/>
                  </a:lnTo>
                  <a:lnTo>
                    <a:pt x="10477" y="0"/>
                  </a:lnTo>
                  <a:lnTo>
                    <a:pt x="6235" y="88"/>
                  </a:lnTo>
                  <a:lnTo>
                    <a:pt x="2679" y="2336"/>
                  </a:lnTo>
                  <a:lnTo>
                    <a:pt x="50" y="13284"/>
                  </a:lnTo>
                  <a:lnTo>
                    <a:pt x="0" y="33870"/>
                  </a:lnTo>
                  <a:lnTo>
                    <a:pt x="1892" y="55118"/>
                  </a:lnTo>
                  <a:lnTo>
                    <a:pt x="5067" y="68059"/>
                  </a:lnTo>
                  <a:lnTo>
                    <a:pt x="12293" y="73050"/>
                  </a:lnTo>
                  <a:lnTo>
                    <a:pt x="23507" y="76479"/>
                  </a:lnTo>
                  <a:lnTo>
                    <a:pt x="33820" y="78460"/>
                  </a:lnTo>
                  <a:lnTo>
                    <a:pt x="38341" y="79095"/>
                  </a:lnTo>
                  <a:close/>
                </a:path>
                <a:path w="229234" h="79375">
                  <a:moveTo>
                    <a:pt x="228676" y="33870"/>
                  </a:moveTo>
                  <a:lnTo>
                    <a:pt x="228638" y="13284"/>
                  </a:lnTo>
                  <a:lnTo>
                    <a:pt x="225996" y="2336"/>
                  </a:lnTo>
                  <a:lnTo>
                    <a:pt x="222440" y="88"/>
                  </a:lnTo>
                  <a:lnTo>
                    <a:pt x="218211" y="0"/>
                  </a:lnTo>
                  <a:lnTo>
                    <a:pt x="210566" y="2705"/>
                  </a:lnTo>
                  <a:lnTo>
                    <a:pt x="196773" y="8788"/>
                  </a:lnTo>
                  <a:lnTo>
                    <a:pt x="197789" y="31203"/>
                  </a:lnTo>
                  <a:lnTo>
                    <a:pt x="197459" y="46012"/>
                  </a:lnTo>
                  <a:lnTo>
                    <a:pt x="195173" y="59766"/>
                  </a:lnTo>
                  <a:lnTo>
                    <a:pt x="190334" y="79095"/>
                  </a:lnTo>
                  <a:lnTo>
                    <a:pt x="194856" y="78460"/>
                  </a:lnTo>
                  <a:lnTo>
                    <a:pt x="205181" y="76479"/>
                  </a:lnTo>
                  <a:lnTo>
                    <a:pt x="216395" y="73050"/>
                  </a:lnTo>
                  <a:lnTo>
                    <a:pt x="223608" y="68059"/>
                  </a:lnTo>
                  <a:lnTo>
                    <a:pt x="226783" y="55118"/>
                  </a:lnTo>
                  <a:lnTo>
                    <a:pt x="228676" y="33870"/>
                  </a:lnTo>
                  <a:close/>
                </a:path>
              </a:pathLst>
            </a:custGeom>
            <a:solidFill>
              <a:srgbClr val="E1B8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15337522" y="8128208"/>
              <a:ext cx="192405" cy="272415"/>
            </a:xfrm>
            <a:custGeom>
              <a:avLst/>
              <a:gdLst/>
              <a:ahLst/>
              <a:cxnLst/>
              <a:rect l="l" t="t" r="r" b="b"/>
              <a:pathLst>
                <a:path w="192405" h="272415">
                  <a:moveTo>
                    <a:pt x="102090" y="0"/>
                  </a:moveTo>
                  <a:lnTo>
                    <a:pt x="47362" y="3154"/>
                  </a:lnTo>
                  <a:lnTo>
                    <a:pt x="6774" y="20965"/>
                  </a:lnTo>
                  <a:lnTo>
                    <a:pt x="2276" y="73064"/>
                  </a:lnTo>
                  <a:lnTo>
                    <a:pt x="0" y="132050"/>
                  </a:lnTo>
                  <a:lnTo>
                    <a:pt x="2006" y="147853"/>
                  </a:lnTo>
                  <a:lnTo>
                    <a:pt x="11935" y="195605"/>
                  </a:lnTo>
                  <a:lnTo>
                    <a:pt x="50702" y="242873"/>
                  </a:lnTo>
                  <a:lnTo>
                    <a:pt x="82594" y="270768"/>
                  </a:lnTo>
                  <a:lnTo>
                    <a:pt x="98021" y="271990"/>
                  </a:lnTo>
                  <a:lnTo>
                    <a:pt x="107860" y="271468"/>
                  </a:lnTo>
                  <a:lnTo>
                    <a:pt x="147185" y="240387"/>
                  </a:lnTo>
                  <a:lnTo>
                    <a:pt x="180182" y="202907"/>
                  </a:lnTo>
                  <a:lnTo>
                    <a:pt x="186991" y="164759"/>
                  </a:lnTo>
                  <a:lnTo>
                    <a:pt x="192056" y="116009"/>
                  </a:lnTo>
                  <a:lnTo>
                    <a:pt x="190887" y="89393"/>
                  </a:lnTo>
                  <a:lnTo>
                    <a:pt x="188763" y="55941"/>
                  </a:lnTo>
                  <a:lnTo>
                    <a:pt x="185816" y="15185"/>
                  </a:lnTo>
                  <a:lnTo>
                    <a:pt x="102090" y="0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7" name="object 477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5375522" y="7968737"/>
              <a:ext cx="143059" cy="117674"/>
            </a:xfrm>
            <a:prstGeom prst="rect">
              <a:avLst/>
            </a:prstGeom>
          </p:spPr>
        </p:pic>
        <p:sp>
          <p:nvSpPr>
            <p:cNvPr id="478" name="object 478" descr=""/>
            <p:cNvSpPr/>
            <p:nvPr/>
          </p:nvSpPr>
          <p:spPr>
            <a:xfrm>
              <a:off x="15287523" y="8037721"/>
              <a:ext cx="288290" cy="347345"/>
            </a:xfrm>
            <a:custGeom>
              <a:avLst/>
              <a:gdLst/>
              <a:ahLst/>
              <a:cxnLst/>
              <a:rect l="l" t="t" r="r" b="b"/>
              <a:pathLst>
                <a:path w="288290" h="347345">
                  <a:moveTo>
                    <a:pt x="287972" y="197573"/>
                  </a:moveTo>
                  <a:lnTo>
                    <a:pt x="284607" y="152984"/>
                  </a:lnTo>
                  <a:lnTo>
                    <a:pt x="276440" y="120269"/>
                  </a:lnTo>
                  <a:lnTo>
                    <a:pt x="275069" y="114782"/>
                  </a:lnTo>
                  <a:lnTo>
                    <a:pt x="268884" y="89979"/>
                  </a:lnTo>
                  <a:lnTo>
                    <a:pt x="246583" y="46659"/>
                  </a:lnTo>
                  <a:lnTo>
                    <a:pt x="214795" y="18834"/>
                  </a:lnTo>
                  <a:lnTo>
                    <a:pt x="176784" y="4076"/>
                  </a:lnTo>
                  <a:lnTo>
                    <a:pt x="135788" y="0"/>
                  </a:lnTo>
                  <a:lnTo>
                    <a:pt x="94411" y="11607"/>
                  </a:lnTo>
                  <a:lnTo>
                    <a:pt x="56007" y="42240"/>
                  </a:lnTo>
                  <a:lnTo>
                    <a:pt x="24993" y="86944"/>
                  </a:lnTo>
                  <a:lnTo>
                    <a:pt x="5740" y="140804"/>
                  </a:lnTo>
                  <a:lnTo>
                    <a:pt x="0" y="184404"/>
                  </a:lnTo>
                  <a:lnTo>
                    <a:pt x="3975" y="208203"/>
                  </a:lnTo>
                  <a:lnTo>
                    <a:pt x="13703" y="222034"/>
                  </a:lnTo>
                  <a:lnTo>
                    <a:pt x="25285" y="235737"/>
                  </a:lnTo>
                  <a:lnTo>
                    <a:pt x="32105" y="253453"/>
                  </a:lnTo>
                  <a:lnTo>
                    <a:pt x="42989" y="309816"/>
                  </a:lnTo>
                  <a:lnTo>
                    <a:pt x="71323" y="339813"/>
                  </a:lnTo>
                  <a:lnTo>
                    <a:pt x="74739" y="342582"/>
                  </a:lnTo>
                  <a:lnTo>
                    <a:pt x="63830" y="318820"/>
                  </a:lnTo>
                  <a:lnTo>
                    <a:pt x="59118" y="304215"/>
                  </a:lnTo>
                  <a:lnTo>
                    <a:pt x="59613" y="292773"/>
                  </a:lnTo>
                  <a:lnTo>
                    <a:pt x="64350" y="278472"/>
                  </a:lnTo>
                  <a:lnTo>
                    <a:pt x="66116" y="257784"/>
                  </a:lnTo>
                  <a:lnTo>
                    <a:pt x="66116" y="256832"/>
                  </a:lnTo>
                  <a:lnTo>
                    <a:pt x="62953" y="229285"/>
                  </a:lnTo>
                  <a:lnTo>
                    <a:pt x="58470" y="202755"/>
                  </a:lnTo>
                  <a:lnTo>
                    <a:pt x="56438" y="185851"/>
                  </a:lnTo>
                  <a:lnTo>
                    <a:pt x="103505" y="178765"/>
                  </a:lnTo>
                  <a:lnTo>
                    <a:pt x="121551" y="178562"/>
                  </a:lnTo>
                  <a:lnTo>
                    <a:pt x="132740" y="178587"/>
                  </a:lnTo>
                  <a:lnTo>
                    <a:pt x="138455" y="178701"/>
                  </a:lnTo>
                  <a:lnTo>
                    <a:pt x="140055" y="178765"/>
                  </a:lnTo>
                  <a:lnTo>
                    <a:pt x="140055" y="178562"/>
                  </a:lnTo>
                  <a:lnTo>
                    <a:pt x="140055" y="114782"/>
                  </a:lnTo>
                  <a:lnTo>
                    <a:pt x="144640" y="139636"/>
                  </a:lnTo>
                  <a:lnTo>
                    <a:pt x="146900" y="154546"/>
                  </a:lnTo>
                  <a:lnTo>
                    <a:pt x="147497" y="165493"/>
                  </a:lnTo>
                  <a:lnTo>
                    <a:pt x="147091" y="178422"/>
                  </a:lnTo>
                  <a:lnTo>
                    <a:pt x="179717" y="178498"/>
                  </a:lnTo>
                  <a:lnTo>
                    <a:pt x="193789" y="178422"/>
                  </a:lnTo>
                  <a:lnTo>
                    <a:pt x="194246" y="154546"/>
                  </a:lnTo>
                  <a:lnTo>
                    <a:pt x="194246" y="154330"/>
                  </a:lnTo>
                  <a:lnTo>
                    <a:pt x="194271" y="152984"/>
                  </a:lnTo>
                  <a:lnTo>
                    <a:pt x="194246" y="144868"/>
                  </a:lnTo>
                  <a:lnTo>
                    <a:pt x="194246" y="140893"/>
                  </a:lnTo>
                  <a:lnTo>
                    <a:pt x="194906" y="144691"/>
                  </a:lnTo>
                  <a:lnTo>
                    <a:pt x="197167" y="158889"/>
                  </a:lnTo>
                  <a:lnTo>
                    <a:pt x="198158" y="168313"/>
                  </a:lnTo>
                  <a:lnTo>
                    <a:pt x="198640" y="178422"/>
                  </a:lnTo>
                  <a:lnTo>
                    <a:pt x="213995" y="180809"/>
                  </a:lnTo>
                  <a:lnTo>
                    <a:pt x="222389" y="182372"/>
                  </a:lnTo>
                  <a:lnTo>
                    <a:pt x="226809" y="183819"/>
                  </a:lnTo>
                  <a:lnTo>
                    <a:pt x="230187" y="185851"/>
                  </a:lnTo>
                  <a:lnTo>
                    <a:pt x="230886" y="199364"/>
                  </a:lnTo>
                  <a:lnTo>
                    <a:pt x="227812" y="226949"/>
                  </a:lnTo>
                  <a:lnTo>
                    <a:pt x="227736" y="227711"/>
                  </a:lnTo>
                  <a:lnTo>
                    <a:pt x="224777" y="256832"/>
                  </a:lnTo>
                  <a:lnTo>
                    <a:pt x="225539" y="277253"/>
                  </a:lnTo>
                  <a:lnTo>
                    <a:pt x="229069" y="303580"/>
                  </a:lnTo>
                  <a:lnTo>
                    <a:pt x="224929" y="325793"/>
                  </a:lnTo>
                  <a:lnTo>
                    <a:pt x="218490" y="341134"/>
                  </a:lnTo>
                  <a:lnTo>
                    <a:pt x="215163" y="346849"/>
                  </a:lnTo>
                  <a:lnTo>
                    <a:pt x="234848" y="333794"/>
                  </a:lnTo>
                  <a:lnTo>
                    <a:pt x="244602" y="324662"/>
                  </a:lnTo>
                  <a:lnTo>
                    <a:pt x="247256" y="315163"/>
                  </a:lnTo>
                  <a:lnTo>
                    <a:pt x="245681" y="301002"/>
                  </a:lnTo>
                  <a:lnTo>
                    <a:pt x="247548" y="283616"/>
                  </a:lnTo>
                  <a:lnTo>
                    <a:pt x="256044" y="269544"/>
                  </a:lnTo>
                  <a:lnTo>
                    <a:pt x="266687" y="257784"/>
                  </a:lnTo>
                  <a:lnTo>
                    <a:pt x="274993" y="247345"/>
                  </a:lnTo>
                  <a:lnTo>
                    <a:pt x="283311" y="227711"/>
                  </a:lnTo>
                  <a:lnTo>
                    <a:pt x="287972" y="197573"/>
                  </a:lnTo>
                  <a:close/>
                </a:path>
              </a:pathLst>
            </a:custGeom>
            <a:solidFill>
              <a:srgbClr val="B9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15143010" y="8429085"/>
              <a:ext cx="587375" cy="517525"/>
            </a:xfrm>
            <a:custGeom>
              <a:avLst/>
              <a:gdLst/>
              <a:ahLst/>
              <a:cxnLst/>
              <a:rect l="l" t="t" r="r" b="b"/>
              <a:pathLst>
                <a:path w="587375" h="517525">
                  <a:moveTo>
                    <a:pt x="586905" y="391528"/>
                  </a:moveTo>
                  <a:lnTo>
                    <a:pt x="577443" y="332447"/>
                  </a:lnTo>
                  <a:lnTo>
                    <a:pt x="567524" y="277914"/>
                  </a:lnTo>
                  <a:lnTo>
                    <a:pt x="554469" y="216433"/>
                  </a:lnTo>
                  <a:lnTo>
                    <a:pt x="538530" y="155308"/>
                  </a:lnTo>
                  <a:lnTo>
                    <a:pt x="519976" y="101815"/>
                  </a:lnTo>
                  <a:lnTo>
                    <a:pt x="501688" y="68122"/>
                  </a:lnTo>
                  <a:lnTo>
                    <a:pt x="502615" y="63995"/>
                  </a:lnTo>
                  <a:lnTo>
                    <a:pt x="473837" y="44564"/>
                  </a:lnTo>
                  <a:lnTo>
                    <a:pt x="420763" y="23622"/>
                  </a:lnTo>
                  <a:lnTo>
                    <a:pt x="369671" y="6858"/>
                  </a:lnTo>
                  <a:lnTo>
                    <a:pt x="346798" y="0"/>
                  </a:lnTo>
                  <a:lnTo>
                    <a:pt x="319430" y="18046"/>
                  </a:lnTo>
                  <a:lnTo>
                    <a:pt x="299910" y="24066"/>
                  </a:lnTo>
                  <a:lnTo>
                    <a:pt x="278841" y="18046"/>
                  </a:lnTo>
                  <a:lnTo>
                    <a:pt x="246888" y="0"/>
                  </a:lnTo>
                  <a:lnTo>
                    <a:pt x="169075" y="28308"/>
                  </a:lnTo>
                  <a:lnTo>
                    <a:pt x="128257" y="45008"/>
                  </a:lnTo>
                  <a:lnTo>
                    <a:pt x="111048" y="56642"/>
                  </a:lnTo>
                  <a:lnTo>
                    <a:pt x="104063" y="69773"/>
                  </a:lnTo>
                  <a:lnTo>
                    <a:pt x="105803" y="79463"/>
                  </a:lnTo>
                  <a:lnTo>
                    <a:pt x="87045" y="108889"/>
                  </a:lnTo>
                  <a:lnTo>
                    <a:pt x="64795" y="160947"/>
                  </a:lnTo>
                  <a:lnTo>
                    <a:pt x="44615" y="220814"/>
                  </a:lnTo>
                  <a:lnTo>
                    <a:pt x="27292" y="281228"/>
                  </a:lnTo>
                  <a:lnTo>
                    <a:pt x="13576" y="334924"/>
                  </a:lnTo>
                  <a:lnTo>
                    <a:pt x="0" y="393204"/>
                  </a:lnTo>
                  <a:lnTo>
                    <a:pt x="3746" y="406361"/>
                  </a:lnTo>
                  <a:lnTo>
                    <a:pt x="17894" y="421436"/>
                  </a:lnTo>
                  <a:lnTo>
                    <a:pt x="39458" y="430733"/>
                  </a:lnTo>
                  <a:lnTo>
                    <a:pt x="65443" y="426554"/>
                  </a:lnTo>
                  <a:lnTo>
                    <a:pt x="95707" y="353885"/>
                  </a:lnTo>
                  <a:lnTo>
                    <a:pt x="116370" y="293154"/>
                  </a:lnTo>
                  <a:lnTo>
                    <a:pt x="133629" y="238861"/>
                  </a:lnTo>
                  <a:lnTo>
                    <a:pt x="138188" y="222389"/>
                  </a:lnTo>
                  <a:lnTo>
                    <a:pt x="144411" y="247561"/>
                  </a:lnTo>
                  <a:lnTo>
                    <a:pt x="158673" y="317004"/>
                  </a:lnTo>
                  <a:lnTo>
                    <a:pt x="168821" y="386588"/>
                  </a:lnTo>
                  <a:lnTo>
                    <a:pt x="175958" y="441490"/>
                  </a:lnTo>
                  <a:lnTo>
                    <a:pt x="181190" y="466915"/>
                  </a:lnTo>
                  <a:lnTo>
                    <a:pt x="212839" y="493166"/>
                  </a:lnTo>
                  <a:lnTo>
                    <a:pt x="255155" y="510222"/>
                  </a:lnTo>
                  <a:lnTo>
                    <a:pt x="303174" y="517093"/>
                  </a:lnTo>
                  <a:lnTo>
                    <a:pt x="351904" y="512826"/>
                  </a:lnTo>
                  <a:lnTo>
                    <a:pt x="396367" y="496430"/>
                  </a:lnTo>
                  <a:lnTo>
                    <a:pt x="431596" y="466915"/>
                  </a:lnTo>
                  <a:lnTo>
                    <a:pt x="461340" y="247561"/>
                  </a:lnTo>
                  <a:lnTo>
                    <a:pt x="465074" y="230949"/>
                  </a:lnTo>
                  <a:lnTo>
                    <a:pt x="477824" y="283565"/>
                  </a:lnTo>
                  <a:lnTo>
                    <a:pt x="494182" y="345605"/>
                  </a:lnTo>
                  <a:lnTo>
                    <a:pt x="509371" y="396938"/>
                  </a:lnTo>
                  <a:lnTo>
                    <a:pt x="544906" y="426199"/>
                  </a:lnTo>
                  <a:lnTo>
                    <a:pt x="567067" y="418439"/>
                  </a:lnTo>
                  <a:lnTo>
                    <a:pt x="582244" y="404393"/>
                  </a:lnTo>
                  <a:lnTo>
                    <a:pt x="586905" y="391528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15191232" y="8481815"/>
              <a:ext cx="517525" cy="274320"/>
            </a:xfrm>
            <a:custGeom>
              <a:avLst/>
              <a:gdLst/>
              <a:ahLst/>
              <a:cxnLst/>
              <a:rect l="l" t="t" r="r" b="b"/>
              <a:pathLst>
                <a:path w="517525" h="274320">
                  <a:moveTo>
                    <a:pt x="127063" y="171323"/>
                  </a:moveTo>
                  <a:lnTo>
                    <a:pt x="123913" y="117030"/>
                  </a:lnTo>
                  <a:lnTo>
                    <a:pt x="110883" y="79540"/>
                  </a:lnTo>
                  <a:lnTo>
                    <a:pt x="87744" y="42672"/>
                  </a:lnTo>
                  <a:lnTo>
                    <a:pt x="55829" y="3378"/>
                  </a:lnTo>
                  <a:lnTo>
                    <a:pt x="41452" y="32981"/>
                  </a:lnTo>
                  <a:lnTo>
                    <a:pt x="28155" y="70599"/>
                  </a:lnTo>
                  <a:lnTo>
                    <a:pt x="16065" y="139738"/>
                  </a:lnTo>
                  <a:lnTo>
                    <a:pt x="8509" y="194678"/>
                  </a:lnTo>
                  <a:lnTo>
                    <a:pt x="2476" y="241858"/>
                  </a:lnTo>
                  <a:lnTo>
                    <a:pt x="0" y="262407"/>
                  </a:lnTo>
                  <a:lnTo>
                    <a:pt x="10071" y="265671"/>
                  </a:lnTo>
                  <a:lnTo>
                    <a:pt x="36423" y="270903"/>
                  </a:lnTo>
                  <a:lnTo>
                    <a:pt x="73342" y="274015"/>
                  </a:lnTo>
                  <a:lnTo>
                    <a:pt x="115049" y="270903"/>
                  </a:lnTo>
                  <a:lnTo>
                    <a:pt x="123367" y="208241"/>
                  </a:lnTo>
                  <a:lnTo>
                    <a:pt x="127063" y="171323"/>
                  </a:lnTo>
                  <a:close/>
                </a:path>
                <a:path w="517525" h="274320">
                  <a:moveTo>
                    <a:pt x="517004" y="262394"/>
                  </a:moveTo>
                  <a:lnTo>
                    <a:pt x="508838" y="194602"/>
                  </a:lnTo>
                  <a:lnTo>
                    <a:pt x="501319" y="139661"/>
                  </a:lnTo>
                  <a:lnTo>
                    <a:pt x="493928" y="95961"/>
                  </a:lnTo>
                  <a:lnTo>
                    <a:pt x="480441" y="46253"/>
                  </a:lnTo>
                  <a:lnTo>
                    <a:pt x="455383" y="4686"/>
                  </a:lnTo>
                  <a:lnTo>
                    <a:pt x="445947" y="0"/>
                  </a:lnTo>
                  <a:lnTo>
                    <a:pt x="424611" y="368"/>
                  </a:lnTo>
                  <a:lnTo>
                    <a:pt x="407568" y="18084"/>
                  </a:lnTo>
                  <a:lnTo>
                    <a:pt x="396494" y="56019"/>
                  </a:lnTo>
                  <a:lnTo>
                    <a:pt x="393090" y="117017"/>
                  </a:lnTo>
                  <a:lnTo>
                    <a:pt x="393585" y="145923"/>
                  </a:lnTo>
                  <a:lnTo>
                    <a:pt x="394665" y="171577"/>
                  </a:lnTo>
                  <a:lnTo>
                    <a:pt x="397192" y="208432"/>
                  </a:lnTo>
                  <a:lnTo>
                    <a:pt x="401967" y="270903"/>
                  </a:lnTo>
                  <a:lnTo>
                    <a:pt x="443674" y="274015"/>
                  </a:lnTo>
                  <a:lnTo>
                    <a:pt x="480580" y="270903"/>
                  </a:lnTo>
                  <a:lnTo>
                    <a:pt x="506933" y="265658"/>
                  </a:lnTo>
                  <a:lnTo>
                    <a:pt x="517004" y="262394"/>
                  </a:lnTo>
                  <a:close/>
                </a:path>
              </a:pathLst>
            </a:custGeom>
            <a:solidFill>
              <a:srgbClr val="ECE2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1" name="object 481" descr=""/>
            <p:cNvSpPr/>
            <p:nvPr/>
          </p:nvSpPr>
          <p:spPr>
            <a:xfrm>
              <a:off x="15247061" y="8446881"/>
              <a:ext cx="390525" cy="505459"/>
            </a:xfrm>
            <a:custGeom>
              <a:avLst/>
              <a:gdLst/>
              <a:ahLst/>
              <a:cxnLst/>
              <a:rect l="l" t="t" r="r" b="b"/>
              <a:pathLst>
                <a:path w="390525" h="505459">
                  <a:moveTo>
                    <a:pt x="308734" y="0"/>
                  </a:moveTo>
                  <a:lnTo>
                    <a:pt x="279439" y="27486"/>
                  </a:lnTo>
                  <a:lnTo>
                    <a:pt x="240361" y="46895"/>
                  </a:lnTo>
                  <a:lnTo>
                    <a:pt x="182811" y="56794"/>
                  </a:lnTo>
                  <a:lnTo>
                    <a:pt x="129454" y="57871"/>
                  </a:lnTo>
                  <a:lnTo>
                    <a:pt x="92626" y="56304"/>
                  </a:lnTo>
                  <a:lnTo>
                    <a:pt x="55187" y="50359"/>
                  </a:lnTo>
                  <a:lnTo>
                    <a:pt x="0" y="38302"/>
                  </a:lnTo>
                  <a:lnTo>
                    <a:pt x="33828" y="196772"/>
                  </a:lnTo>
                  <a:lnTo>
                    <a:pt x="40375" y="229762"/>
                  </a:lnTo>
                  <a:lnTo>
                    <a:pt x="44325" y="286033"/>
                  </a:lnTo>
                  <a:lnTo>
                    <a:pt x="46763" y="324745"/>
                  </a:lnTo>
                  <a:lnTo>
                    <a:pt x="47851" y="349685"/>
                  </a:lnTo>
                  <a:lnTo>
                    <a:pt x="47688" y="361653"/>
                  </a:lnTo>
                  <a:lnTo>
                    <a:pt x="46545" y="381187"/>
                  </a:lnTo>
                  <a:lnTo>
                    <a:pt x="37402" y="498916"/>
                  </a:lnTo>
                  <a:lnTo>
                    <a:pt x="39756" y="500203"/>
                  </a:lnTo>
                  <a:lnTo>
                    <a:pt x="51270" y="502823"/>
                  </a:lnTo>
                  <a:lnTo>
                    <a:pt x="78616" y="504919"/>
                  </a:lnTo>
                  <a:lnTo>
                    <a:pt x="128467" y="504633"/>
                  </a:lnTo>
                  <a:lnTo>
                    <a:pt x="197178" y="501611"/>
                  </a:lnTo>
                  <a:lnTo>
                    <a:pt x="243251" y="494827"/>
                  </a:lnTo>
                  <a:lnTo>
                    <a:pt x="287538" y="479083"/>
                  </a:lnTo>
                  <a:lnTo>
                    <a:pt x="350889" y="449180"/>
                  </a:lnTo>
                  <a:lnTo>
                    <a:pt x="348279" y="366721"/>
                  </a:lnTo>
                  <a:lnTo>
                    <a:pt x="346649" y="306188"/>
                  </a:lnTo>
                  <a:lnTo>
                    <a:pt x="347366" y="256668"/>
                  </a:lnTo>
                  <a:lnTo>
                    <a:pt x="365190" y="160928"/>
                  </a:lnTo>
                  <a:lnTo>
                    <a:pt x="390124" y="34930"/>
                  </a:lnTo>
                  <a:lnTo>
                    <a:pt x="308734" y="0"/>
                  </a:lnTo>
                  <a:close/>
                </a:path>
              </a:pathLst>
            </a:custGeom>
            <a:solidFill>
              <a:srgbClr val="F7F0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15101049" y="8460758"/>
              <a:ext cx="522605" cy="419734"/>
            </a:xfrm>
            <a:custGeom>
              <a:avLst/>
              <a:gdLst/>
              <a:ahLst/>
              <a:cxnLst/>
              <a:rect l="l" t="t" r="r" b="b"/>
              <a:pathLst>
                <a:path w="522605" h="419734">
                  <a:moveTo>
                    <a:pt x="522376" y="12141"/>
                  </a:moveTo>
                  <a:lnTo>
                    <a:pt x="513664" y="8470"/>
                  </a:lnTo>
                  <a:lnTo>
                    <a:pt x="482346" y="77584"/>
                  </a:lnTo>
                  <a:lnTo>
                    <a:pt x="465810" y="113334"/>
                  </a:lnTo>
                  <a:lnTo>
                    <a:pt x="458520" y="127114"/>
                  </a:lnTo>
                  <a:lnTo>
                    <a:pt x="455015" y="130390"/>
                  </a:lnTo>
                  <a:lnTo>
                    <a:pt x="435013" y="137883"/>
                  </a:lnTo>
                  <a:lnTo>
                    <a:pt x="339509" y="171805"/>
                  </a:lnTo>
                  <a:lnTo>
                    <a:pt x="275450" y="149656"/>
                  </a:lnTo>
                  <a:lnTo>
                    <a:pt x="242557" y="138036"/>
                  </a:lnTo>
                  <a:lnTo>
                    <a:pt x="230416" y="133134"/>
                  </a:lnTo>
                  <a:lnTo>
                    <a:pt x="228650" y="131140"/>
                  </a:lnTo>
                  <a:lnTo>
                    <a:pt x="223075" y="109613"/>
                  </a:lnTo>
                  <a:lnTo>
                    <a:pt x="218313" y="92163"/>
                  </a:lnTo>
                  <a:lnTo>
                    <a:pt x="218313" y="137680"/>
                  </a:lnTo>
                  <a:lnTo>
                    <a:pt x="217246" y="141414"/>
                  </a:lnTo>
                  <a:lnTo>
                    <a:pt x="214337" y="115506"/>
                  </a:lnTo>
                  <a:lnTo>
                    <a:pt x="214604" y="116420"/>
                  </a:lnTo>
                  <a:lnTo>
                    <a:pt x="218262" y="131978"/>
                  </a:lnTo>
                  <a:lnTo>
                    <a:pt x="218313" y="137680"/>
                  </a:lnTo>
                  <a:lnTo>
                    <a:pt x="218313" y="92163"/>
                  </a:lnTo>
                  <a:lnTo>
                    <a:pt x="193167" y="0"/>
                  </a:lnTo>
                  <a:lnTo>
                    <a:pt x="183413" y="6540"/>
                  </a:lnTo>
                  <a:lnTo>
                    <a:pt x="204076" y="78714"/>
                  </a:lnTo>
                  <a:lnTo>
                    <a:pt x="210096" y="100304"/>
                  </a:lnTo>
                  <a:lnTo>
                    <a:pt x="186143" y="62128"/>
                  </a:lnTo>
                  <a:lnTo>
                    <a:pt x="142709" y="43548"/>
                  </a:lnTo>
                  <a:lnTo>
                    <a:pt x="142113" y="43624"/>
                  </a:lnTo>
                  <a:lnTo>
                    <a:pt x="105981" y="85331"/>
                  </a:lnTo>
                  <a:lnTo>
                    <a:pt x="73736" y="151917"/>
                  </a:lnTo>
                  <a:lnTo>
                    <a:pt x="54165" y="196659"/>
                  </a:lnTo>
                  <a:lnTo>
                    <a:pt x="33845" y="247459"/>
                  </a:lnTo>
                  <a:lnTo>
                    <a:pt x="16738" y="296379"/>
                  </a:lnTo>
                  <a:lnTo>
                    <a:pt x="4813" y="336905"/>
                  </a:lnTo>
                  <a:lnTo>
                    <a:pt x="0" y="362508"/>
                  </a:lnTo>
                  <a:lnTo>
                    <a:pt x="15646" y="384086"/>
                  </a:lnTo>
                  <a:lnTo>
                    <a:pt x="53886" y="407708"/>
                  </a:lnTo>
                  <a:lnTo>
                    <a:pt x="99872" y="419608"/>
                  </a:lnTo>
                  <a:lnTo>
                    <a:pt x="138772" y="406031"/>
                  </a:lnTo>
                  <a:lnTo>
                    <a:pt x="162179" y="372897"/>
                  </a:lnTo>
                  <a:lnTo>
                    <a:pt x="182981" y="326263"/>
                  </a:lnTo>
                  <a:lnTo>
                    <a:pt x="188734" y="307695"/>
                  </a:lnTo>
                  <a:lnTo>
                    <a:pt x="190207" y="351485"/>
                  </a:lnTo>
                  <a:lnTo>
                    <a:pt x="247815" y="344512"/>
                  </a:lnTo>
                  <a:lnTo>
                    <a:pt x="283629" y="341261"/>
                  </a:lnTo>
                  <a:lnTo>
                    <a:pt x="312623" y="340893"/>
                  </a:lnTo>
                  <a:lnTo>
                    <a:pt x="349745" y="342569"/>
                  </a:lnTo>
                  <a:lnTo>
                    <a:pt x="399262" y="346722"/>
                  </a:lnTo>
                  <a:lnTo>
                    <a:pt x="448157" y="352704"/>
                  </a:lnTo>
                  <a:lnTo>
                    <a:pt x="485508" y="358063"/>
                  </a:lnTo>
                  <a:lnTo>
                    <a:pt x="500392" y="360400"/>
                  </a:lnTo>
                  <a:lnTo>
                    <a:pt x="500392" y="239725"/>
                  </a:lnTo>
                  <a:lnTo>
                    <a:pt x="479590" y="181140"/>
                  </a:lnTo>
                  <a:lnTo>
                    <a:pt x="469163" y="150736"/>
                  </a:lnTo>
                  <a:lnTo>
                    <a:pt x="465950" y="138696"/>
                  </a:lnTo>
                  <a:lnTo>
                    <a:pt x="466813" y="135255"/>
                  </a:lnTo>
                  <a:lnTo>
                    <a:pt x="476529" y="114642"/>
                  </a:lnTo>
                  <a:lnTo>
                    <a:pt x="522376" y="12141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3" name="object 483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5101047" y="8518008"/>
              <a:ext cx="218820" cy="356597"/>
            </a:xfrm>
            <a:prstGeom prst="rect">
              <a:avLst/>
            </a:prstGeom>
          </p:spPr>
        </p:pic>
        <p:sp>
          <p:nvSpPr>
            <p:cNvPr id="484" name="object 484" descr=""/>
            <p:cNvSpPr/>
            <p:nvPr/>
          </p:nvSpPr>
          <p:spPr>
            <a:xfrm>
              <a:off x="15210531" y="8425963"/>
              <a:ext cx="185420" cy="718185"/>
            </a:xfrm>
            <a:custGeom>
              <a:avLst/>
              <a:gdLst/>
              <a:ahLst/>
              <a:cxnLst/>
              <a:rect l="l" t="t" r="r" b="b"/>
              <a:pathLst>
                <a:path w="185419" h="718184">
                  <a:moveTo>
                    <a:pt x="149942" y="0"/>
                  </a:moveTo>
                  <a:lnTo>
                    <a:pt x="92373" y="22714"/>
                  </a:lnTo>
                  <a:lnTo>
                    <a:pt x="44716" y="47600"/>
                  </a:lnTo>
                  <a:lnTo>
                    <a:pt x="14257" y="88025"/>
                  </a:lnTo>
                  <a:lnTo>
                    <a:pt x="9551" y="97857"/>
                  </a:lnTo>
                  <a:lnTo>
                    <a:pt x="18566" y="262586"/>
                  </a:lnTo>
                  <a:lnTo>
                    <a:pt x="22583" y="352725"/>
                  </a:lnTo>
                  <a:lnTo>
                    <a:pt x="22510" y="399980"/>
                  </a:lnTo>
                  <a:lnTo>
                    <a:pt x="19257" y="436056"/>
                  </a:lnTo>
                  <a:lnTo>
                    <a:pt x="12443" y="486615"/>
                  </a:lnTo>
                  <a:lnTo>
                    <a:pt x="4381" y="548255"/>
                  </a:lnTo>
                  <a:lnTo>
                    <a:pt x="0" y="609086"/>
                  </a:lnTo>
                  <a:lnTo>
                    <a:pt x="4229" y="657226"/>
                  </a:lnTo>
                  <a:lnTo>
                    <a:pt x="17383" y="688235"/>
                  </a:lnTo>
                  <a:lnTo>
                    <a:pt x="33110" y="707262"/>
                  </a:lnTo>
                  <a:lnTo>
                    <a:pt x="46292" y="716831"/>
                  </a:lnTo>
                  <a:lnTo>
                    <a:pt x="48132" y="717706"/>
                  </a:lnTo>
                  <a:lnTo>
                    <a:pt x="95125" y="705692"/>
                  </a:lnTo>
                  <a:lnTo>
                    <a:pt x="128466" y="699589"/>
                  </a:lnTo>
                  <a:lnTo>
                    <a:pt x="129744" y="699589"/>
                  </a:lnTo>
                  <a:lnTo>
                    <a:pt x="129895" y="699559"/>
                  </a:lnTo>
                  <a:lnTo>
                    <a:pt x="185050" y="699559"/>
                  </a:lnTo>
                  <a:lnTo>
                    <a:pt x="182684" y="569947"/>
                  </a:lnTo>
                  <a:lnTo>
                    <a:pt x="181097" y="490231"/>
                  </a:lnTo>
                  <a:lnTo>
                    <a:pt x="179719" y="435825"/>
                  </a:lnTo>
                  <a:lnTo>
                    <a:pt x="177868" y="375779"/>
                  </a:lnTo>
                  <a:lnTo>
                    <a:pt x="172195" y="275899"/>
                  </a:lnTo>
                  <a:lnTo>
                    <a:pt x="162741" y="151298"/>
                  </a:lnTo>
                  <a:lnTo>
                    <a:pt x="153870" y="44993"/>
                  </a:lnTo>
                  <a:lnTo>
                    <a:pt x="149942" y="0"/>
                  </a:lnTo>
                  <a:close/>
                </a:path>
                <a:path w="185419" h="718184">
                  <a:moveTo>
                    <a:pt x="185050" y="699559"/>
                  </a:moveTo>
                  <a:lnTo>
                    <a:pt x="129895" y="699559"/>
                  </a:lnTo>
                  <a:lnTo>
                    <a:pt x="154134" y="700096"/>
                  </a:lnTo>
                  <a:lnTo>
                    <a:pt x="185166" y="705926"/>
                  </a:lnTo>
                  <a:lnTo>
                    <a:pt x="185050" y="699559"/>
                  </a:lnTo>
                  <a:close/>
                </a:path>
                <a:path w="185419" h="718184">
                  <a:moveTo>
                    <a:pt x="129744" y="699589"/>
                  </a:moveTo>
                  <a:lnTo>
                    <a:pt x="128466" y="699589"/>
                  </a:lnTo>
                  <a:lnTo>
                    <a:pt x="129629" y="699613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5220073" y="8436667"/>
              <a:ext cx="153670" cy="202565"/>
            </a:xfrm>
            <a:custGeom>
              <a:avLst/>
              <a:gdLst/>
              <a:ahLst/>
              <a:cxnLst/>
              <a:rect l="l" t="t" r="r" b="b"/>
              <a:pathLst>
                <a:path w="153669" h="202565">
                  <a:moveTo>
                    <a:pt x="69088" y="107264"/>
                  </a:moveTo>
                  <a:lnTo>
                    <a:pt x="24993" y="48399"/>
                  </a:lnTo>
                  <a:lnTo>
                    <a:pt x="23075" y="50558"/>
                  </a:lnTo>
                  <a:lnTo>
                    <a:pt x="11785" y="65798"/>
                  </a:lnTo>
                  <a:lnTo>
                    <a:pt x="4711" y="77317"/>
                  </a:lnTo>
                  <a:lnTo>
                    <a:pt x="1041" y="84607"/>
                  </a:lnTo>
                  <a:lnTo>
                    <a:pt x="0" y="87147"/>
                  </a:lnTo>
                  <a:lnTo>
                    <a:pt x="4356" y="166725"/>
                  </a:lnTo>
                  <a:lnTo>
                    <a:pt x="33858" y="202031"/>
                  </a:lnTo>
                  <a:lnTo>
                    <a:pt x="69088" y="107264"/>
                  </a:lnTo>
                  <a:close/>
                </a:path>
                <a:path w="153669" h="202565">
                  <a:moveTo>
                    <a:pt x="153377" y="143052"/>
                  </a:moveTo>
                  <a:lnTo>
                    <a:pt x="153200" y="140601"/>
                  </a:lnTo>
                  <a:lnTo>
                    <a:pt x="144995" y="42316"/>
                  </a:lnTo>
                  <a:lnTo>
                    <a:pt x="113284" y="0"/>
                  </a:lnTo>
                  <a:lnTo>
                    <a:pt x="109156" y="1625"/>
                  </a:lnTo>
                  <a:lnTo>
                    <a:pt x="69088" y="107264"/>
                  </a:lnTo>
                  <a:lnTo>
                    <a:pt x="140398" y="177977"/>
                  </a:lnTo>
                  <a:lnTo>
                    <a:pt x="153377" y="143052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5230284" y="8613832"/>
              <a:ext cx="158115" cy="205740"/>
            </a:xfrm>
            <a:custGeom>
              <a:avLst/>
              <a:gdLst/>
              <a:ahLst/>
              <a:cxnLst/>
              <a:rect l="l" t="t" r="r" b="b"/>
              <a:pathLst>
                <a:path w="158115" h="205740">
                  <a:moveTo>
                    <a:pt x="157619" y="179197"/>
                  </a:moveTo>
                  <a:lnTo>
                    <a:pt x="152438" y="88036"/>
                  </a:lnTo>
                  <a:lnTo>
                    <a:pt x="147523" y="23279"/>
                  </a:lnTo>
                  <a:lnTo>
                    <a:pt x="130086" y="0"/>
                  </a:lnTo>
                  <a:lnTo>
                    <a:pt x="88214" y="110388"/>
                  </a:lnTo>
                  <a:lnTo>
                    <a:pt x="23545" y="24053"/>
                  </a:lnTo>
                  <a:lnTo>
                    <a:pt x="0" y="101498"/>
                  </a:lnTo>
                  <a:lnTo>
                    <a:pt x="1892" y="144005"/>
                  </a:lnTo>
                  <a:lnTo>
                    <a:pt x="52984" y="205143"/>
                  </a:lnTo>
                  <a:lnTo>
                    <a:pt x="88214" y="110401"/>
                  </a:lnTo>
                  <a:lnTo>
                    <a:pt x="157619" y="179197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7" name="object 487" descr=""/>
            <p:cNvSpPr/>
            <p:nvPr/>
          </p:nvSpPr>
          <p:spPr>
            <a:xfrm>
              <a:off x="15211920" y="8818975"/>
              <a:ext cx="137160" cy="202565"/>
            </a:xfrm>
            <a:custGeom>
              <a:avLst/>
              <a:gdLst/>
              <a:ahLst/>
              <a:cxnLst/>
              <a:rect l="l" t="t" r="r" b="b"/>
              <a:pathLst>
                <a:path w="137159" h="202565">
                  <a:moveTo>
                    <a:pt x="39776" y="107454"/>
                  </a:moveTo>
                  <a:lnTo>
                    <a:pt x="13843" y="72847"/>
                  </a:lnTo>
                  <a:lnTo>
                    <a:pt x="11049" y="93599"/>
                  </a:lnTo>
                  <a:lnTo>
                    <a:pt x="2984" y="155244"/>
                  </a:lnTo>
                  <a:lnTo>
                    <a:pt x="0" y="196773"/>
                  </a:lnTo>
                  <a:lnTo>
                    <a:pt x="4533" y="202222"/>
                  </a:lnTo>
                  <a:lnTo>
                    <a:pt x="39776" y="107454"/>
                  </a:lnTo>
                  <a:close/>
                </a:path>
                <a:path w="137159" h="202565">
                  <a:moveTo>
                    <a:pt x="136956" y="86334"/>
                  </a:moveTo>
                  <a:lnTo>
                    <a:pt x="72275" y="0"/>
                  </a:lnTo>
                  <a:lnTo>
                    <a:pt x="39763" y="106946"/>
                  </a:lnTo>
                  <a:lnTo>
                    <a:pt x="101727" y="181102"/>
                  </a:lnTo>
                  <a:lnTo>
                    <a:pt x="136956" y="86334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8" name="object 488" descr=""/>
            <p:cNvSpPr/>
            <p:nvPr/>
          </p:nvSpPr>
          <p:spPr>
            <a:xfrm>
              <a:off x="15211124" y="9021184"/>
              <a:ext cx="71120" cy="125095"/>
            </a:xfrm>
            <a:custGeom>
              <a:avLst/>
              <a:gdLst/>
              <a:ahLst/>
              <a:cxnLst/>
              <a:rect l="l" t="t" r="r" b="b"/>
              <a:pathLst>
                <a:path w="71119" h="125095">
                  <a:moveTo>
                    <a:pt x="6266" y="0"/>
                  </a:moveTo>
                  <a:lnTo>
                    <a:pt x="0" y="20615"/>
                  </a:lnTo>
                  <a:lnTo>
                    <a:pt x="3636" y="62005"/>
                  </a:lnTo>
                  <a:lnTo>
                    <a:pt x="15006" y="93044"/>
                  </a:lnTo>
                  <a:lnTo>
                    <a:pt x="26787" y="112154"/>
                  </a:lnTo>
                  <a:lnTo>
                    <a:pt x="36025" y="121806"/>
                  </a:lnTo>
                  <a:lnTo>
                    <a:pt x="39761" y="124474"/>
                  </a:lnTo>
                  <a:lnTo>
                    <a:pt x="58549" y="119671"/>
                  </a:lnTo>
                  <a:lnTo>
                    <a:pt x="70945" y="86332"/>
                  </a:lnTo>
                  <a:lnTo>
                    <a:pt x="6266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15348879" y="8801176"/>
              <a:ext cx="43815" cy="147320"/>
            </a:xfrm>
            <a:custGeom>
              <a:avLst/>
              <a:gdLst/>
              <a:ahLst/>
              <a:cxnLst/>
              <a:rect l="l" t="t" r="r" b="b"/>
              <a:pathLst>
                <a:path w="43815" h="147320">
                  <a:moveTo>
                    <a:pt x="39488" y="0"/>
                  </a:moveTo>
                  <a:lnTo>
                    <a:pt x="0" y="104133"/>
                  </a:lnTo>
                  <a:lnTo>
                    <a:pt x="43389" y="147153"/>
                  </a:lnTo>
                  <a:lnTo>
                    <a:pt x="42749" y="115018"/>
                  </a:lnTo>
                  <a:lnTo>
                    <a:pt x="41372" y="60612"/>
                  </a:lnTo>
                  <a:lnTo>
                    <a:pt x="39520" y="566"/>
                  </a:lnTo>
                  <a:lnTo>
                    <a:pt x="39488" y="0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5282062" y="9000064"/>
              <a:ext cx="113664" cy="132715"/>
            </a:xfrm>
            <a:custGeom>
              <a:avLst/>
              <a:gdLst/>
              <a:ahLst/>
              <a:cxnLst/>
              <a:rect l="l" t="t" r="r" b="b"/>
              <a:pathLst>
                <a:path w="113665" h="132715">
                  <a:moveTo>
                    <a:pt x="113093" y="102120"/>
                  </a:moveTo>
                  <a:lnTo>
                    <a:pt x="112077" y="47053"/>
                  </a:lnTo>
                  <a:lnTo>
                    <a:pt x="97180" y="86334"/>
                  </a:lnTo>
                  <a:lnTo>
                    <a:pt x="32512" y="0"/>
                  </a:lnTo>
                  <a:lnTo>
                    <a:pt x="0" y="106959"/>
                  </a:lnTo>
                  <a:lnTo>
                    <a:pt x="21120" y="132232"/>
                  </a:lnTo>
                  <a:lnTo>
                    <a:pt x="23583" y="131597"/>
                  </a:lnTo>
                  <a:lnTo>
                    <a:pt x="56934" y="125501"/>
                  </a:lnTo>
                  <a:lnTo>
                    <a:pt x="82435" y="126009"/>
                  </a:lnTo>
                  <a:lnTo>
                    <a:pt x="82626" y="125501"/>
                  </a:lnTo>
                  <a:lnTo>
                    <a:pt x="97180" y="86360"/>
                  </a:lnTo>
                  <a:lnTo>
                    <a:pt x="113093" y="10212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5563591" y="8496868"/>
              <a:ext cx="203835" cy="378460"/>
            </a:xfrm>
            <a:custGeom>
              <a:avLst/>
              <a:gdLst/>
              <a:ahLst/>
              <a:cxnLst/>
              <a:rect l="l" t="t" r="r" b="b"/>
              <a:pathLst>
                <a:path w="203834" h="378459">
                  <a:moveTo>
                    <a:pt x="83940" y="0"/>
                  </a:moveTo>
                  <a:lnTo>
                    <a:pt x="38262" y="16136"/>
                  </a:lnTo>
                  <a:lnTo>
                    <a:pt x="15055" y="47256"/>
                  </a:lnTo>
                  <a:lnTo>
                    <a:pt x="0" y="106217"/>
                  </a:lnTo>
                  <a:lnTo>
                    <a:pt x="2399" y="163662"/>
                  </a:lnTo>
                  <a:lnTo>
                    <a:pt x="10569" y="223016"/>
                  </a:lnTo>
                  <a:lnTo>
                    <a:pt x="23768" y="279214"/>
                  </a:lnTo>
                  <a:lnTo>
                    <a:pt x="41249" y="327190"/>
                  </a:lnTo>
                  <a:lnTo>
                    <a:pt x="62266" y="361877"/>
                  </a:lnTo>
                  <a:lnTo>
                    <a:pt x="100130" y="378142"/>
                  </a:lnTo>
                  <a:lnTo>
                    <a:pt x="146845" y="369491"/>
                  </a:lnTo>
                  <a:lnTo>
                    <a:pt x="186648" y="348607"/>
                  </a:lnTo>
                  <a:lnTo>
                    <a:pt x="203763" y="328178"/>
                  </a:lnTo>
                  <a:lnTo>
                    <a:pt x="200762" y="302306"/>
                  </a:lnTo>
                  <a:lnTo>
                    <a:pt x="191697" y="261044"/>
                  </a:lnTo>
                  <a:lnTo>
                    <a:pt x="178064" y="211044"/>
                  </a:lnTo>
                  <a:lnTo>
                    <a:pt x="161345" y="158958"/>
                  </a:lnTo>
                  <a:lnTo>
                    <a:pt x="144959" y="112952"/>
                  </a:lnTo>
                  <a:lnTo>
                    <a:pt x="130655" y="75408"/>
                  </a:lnTo>
                  <a:lnTo>
                    <a:pt x="104367" y="17472"/>
                  </a:lnTo>
                  <a:lnTo>
                    <a:pt x="83940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2" name="object 492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5563587" y="8511981"/>
              <a:ext cx="203773" cy="356747"/>
            </a:xfrm>
            <a:prstGeom prst="rect">
              <a:avLst/>
            </a:prstGeom>
          </p:spPr>
        </p:pic>
        <p:sp>
          <p:nvSpPr>
            <p:cNvPr id="493" name="object 493" descr=""/>
            <p:cNvSpPr/>
            <p:nvPr/>
          </p:nvSpPr>
          <p:spPr>
            <a:xfrm>
              <a:off x="15496982" y="8425963"/>
              <a:ext cx="185420" cy="720725"/>
            </a:xfrm>
            <a:custGeom>
              <a:avLst/>
              <a:gdLst/>
              <a:ahLst/>
              <a:cxnLst/>
              <a:rect l="l" t="t" r="r" b="b"/>
              <a:pathLst>
                <a:path w="185419" h="720725">
                  <a:moveTo>
                    <a:pt x="167768" y="699881"/>
                  </a:moveTo>
                  <a:lnTo>
                    <a:pt x="58441" y="699881"/>
                  </a:lnTo>
                  <a:lnTo>
                    <a:pt x="95885" y="706678"/>
                  </a:lnTo>
                  <a:lnTo>
                    <a:pt x="121415" y="712927"/>
                  </a:lnTo>
                  <a:lnTo>
                    <a:pt x="142446" y="716580"/>
                  </a:lnTo>
                  <a:lnTo>
                    <a:pt x="159593" y="720206"/>
                  </a:lnTo>
                  <a:lnTo>
                    <a:pt x="160219" y="719005"/>
                  </a:lnTo>
                  <a:lnTo>
                    <a:pt x="164707" y="708550"/>
                  </a:lnTo>
                  <a:lnTo>
                    <a:pt x="167768" y="699881"/>
                  </a:lnTo>
                  <a:close/>
                </a:path>
                <a:path w="185419" h="720725">
                  <a:moveTo>
                    <a:pt x="35234" y="0"/>
                  </a:moveTo>
                  <a:lnTo>
                    <a:pt x="31303" y="44992"/>
                  </a:lnTo>
                  <a:lnTo>
                    <a:pt x="22430" y="151298"/>
                  </a:lnTo>
                  <a:lnTo>
                    <a:pt x="12976" y="275899"/>
                  </a:lnTo>
                  <a:lnTo>
                    <a:pt x="7314" y="375613"/>
                  </a:lnTo>
                  <a:lnTo>
                    <a:pt x="4859" y="468530"/>
                  </a:lnTo>
                  <a:lnTo>
                    <a:pt x="2492" y="577444"/>
                  </a:lnTo>
                  <a:lnTo>
                    <a:pt x="706" y="668062"/>
                  </a:lnTo>
                  <a:lnTo>
                    <a:pt x="0" y="705926"/>
                  </a:lnTo>
                  <a:lnTo>
                    <a:pt x="31436" y="700136"/>
                  </a:lnTo>
                  <a:lnTo>
                    <a:pt x="167768" y="699881"/>
                  </a:lnTo>
                  <a:lnTo>
                    <a:pt x="171738" y="688637"/>
                  </a:lnTo>
                  <a:lnTo>
                    <a:pt x="180944" y="657233"/>
                  </a:lnTo>
                  <a:lnTo>
                    <a:pt x="185173" y="609089"/>
                  </a:lnTo>
                  <a:lnTo>
                    <a:pt x="180793" y="548255"/>
                  </a:lnTo>
                  <a:lnTo>
                    <a:pt x="172732" y="486615"/>
                  </a:lnTo>
                  <a:lnTo>
                    <a:pt x="165918" y="436056"/>
                  </a:lnTo>
                  <a:lnTo>
                    <a:pt x="162665" y="399980"/>
                  </a:lnTo>
                  <a:lnTo>
                    <a:pt x="162592" y="352725"/>
                  </a:lnTo>
                  <a:lnTo>
                    <a:pt x="166608" y="262586"/>
                  </a:lnTo>
                  <a:lnTo>
                    <a:pt x="175617" y="97850"/>
                  </a:lnTo>
                  <a:lnTo>
                    <a:pt x="174581" y="95314"/>
                  </a:lnTo>
                  <a:lnTo>
                    <a:pt x="152562" y="61282"/>
                  </a:lnTo>
                  <a:lnTo>
                    <a:pt x="87051" y="22161"/>
                  </a:lnTo>
                  <a:lnTo>
                    <a:pt x="50999" y="6396"/>
                  </a:lnTo>
                  <a:lnTo>
                    <a:pt x="35234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5518701" y="8437162"/>
              <a:ext cx="154305" cy="201930"/>
            </a:xfrm>
            <a:custGeom>
              <a:avLst/>
              <a:gdLst/>
              <a:ahLst/>
              <a:cxnLst/>
              <a:rect l="l" t="t" r="r" b="b"/>
              <a:pathLst>
                <a:path w="154305" h="201929">
                  <a:moveTo>
                    <a:pt x="84810" y="106781"/>
                  </a:moveTo>
                  <a:lnTo>
                    <a:pt x="45135" y="2133"/>
                  </a:lnTo>
                  <a:lnTo>
                    <a:pt x="40246" y="0"/>
                  </a:lnTo>
                  <a:lnTo>
                    <a:pt x="8788" y="41973"/>
                  </a:lnTo>
                  <a:lnTo>
                    <a:pt x="0" y="141147"/>
                  </a:lnTo>
                  <a:lnTo>
                    <a:pt x="13500" y="177482"/>
                  </a:lnTo>
                  <a:lnTo>
                    <a:pt x="84810" y="106781"/>
                  </a:lnTo>
                  <a:close/>
                </a:path>
                <a:path w="154305" h="201929">
                  <a:moveTo>
                    <a:pt x="153898" y="86652"/>
                  </a:moveTo>
                  <a:lnTo>
                    <a:pt x="130810" y="50063"/>
                  </a:lnTo>
                  <a:lnTo>
                    <a:pt x="128549" y="48399"/>
                  </a:lnTo>
                  <a:lnTo>
                    <a:pt x="84810" y="106768"/>
                  </a:lnTo>
                  <a:lnTo>
                    <a:pt x="120040" y="201536"/>
                  </a:lnTo>
                  <a:lnTo>
                    <a:pt x="149961" y="165722"/>
                  </a:lnTo>
                  <a:lnTo>
                    <a:pt x="151523" y="131800"/>
                  </a:lnTo>
                  <a:lnTo>
                    <a:pt x="153898" y="86652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5504592" y="8613832"/>
              <a:ext cx="159385" cy="205740"/>
            </a:xfrm>
            <a:custGeom>
              <a:avLst/>
              <a:gdLst/>
              <a:ahLst/>
              <a:cxnLst/>
              <a:rect l="l" t="t" r="r" b="b"/>
              <a:pathLst>
                <a:path w="159384" h="205740">
                  <a:moveTo>
                    <a:pt x="159359" y="106616"/>
                  </a:moveTo>
                  <a:lnTo>
                    <a:pt x="134251" y="24053"/>
                  </a:lnTo>
                  <a:lnTo>
                    <a:pt x="69570" y="110388"/>
                  </a:lnTo>
                  <a:lnTo>
                    <a:pt x="27724" y="0"/>
                  </a:lnTo>
                  <a:lnTo>
                    <a:pt x="9055" y="24917"/>
                  </a:lnTo>
                  <a:lnTo>
                    <a:pt x="5511" y="67754"/>
                  </a:lnTo>
                  <a:lnTo>
                    <a:pt x="1879" y="127152"/>
                  </a:lnTo>
                  <a:lnTo>
                    <a:pt x="0" y="179387"/>
                  </a:lnTo>
                  <a:lnTo>
                    <a:pt x="69570" y="110401"/>
                  </a:lnTo>
                  <a:lnTo>
                    <a:pt x="104813" y="205143"/>
                  </a:lnTo>
                  <a:lnTo>
                    <a:pt x="158254" y="141185"/>
                  </a:lnTo>
                  <a:lnTo>
                    <a:pt x="159359" y="106616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5543796" y="8818975"/>
              <a:ext cx="137160" cy="202565"/>
            </a:xfrm>
            <a:custGeom>
              <a:avLst/>
              <a:gdLst/>
              <a:ahLst/>
              <a:cxnLst/>
              <a:rect l="l" t="t" r="r" b="b"/>
              <a:pathLst>
                <a:path w="137159" h="202565">
                  <a:moveTo>
                    <a:pt x="97193" y="106946"/>
                  </a:moveTo>
                  <a:lnTo>
                    <a:pt x="64681" y="0"/>
                  </a:lnTo>
                  <a:lnTo>
                    <a:pt x="0" y="86334"/>
                  </a:lnTo>
                  <a:lnTo>
                    <a:pt x="35242" y="181102"/>
                  </a:lnTo>
                  <a:lnTo>
                    <a:pt x="97193" y="106946"/>
                  </a:lnTo>
                  <a:close/>
                </a:path>
                <a:path w="137159" h="202565">
                  <a:moveTo>
                    <a:pt x="136969" y="196773"/>
                  </a:moveTo>
                  <a:lnTo>
                    <a:pt x="133972" y="155244"/>
                  </a:lnTo>
                  <a:lnTo>
                    <a:pt x="125920" y="93599"/>
                  </a:lnTo>
                  <a:lnTo>
                    <a:pt x="123113" y="72847"/>
                  </a:lnTo>
                  <a:lnTo>
                    <a:pt x="97193" y="107454"/>
                  </a:lnTo>
                  <a:lnTo>
                    <a:pt x="132422" y="202222"/>
                  </a:lnTo>
                  <a:lnTo>
                    <a:pt x="136969" y="196773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5610619" y="9021184"/>
              <a:ext cx="71120" cy="125730"/>
            </a:xfrm>
            <a:custGeom>
              <a:avLst/>
              <a:gdLst/>
              <a:ahLst/>
              <a:cxnLst/>
              <a:rect l="l" t="t" r="r" b="b"/>
              <a:pathLst>
                <a:path w="71119" h="125729">
                  <a:moveTo>
                    <a:pt x="64678" y="0"/>
                  </a:moveTo>
                  <a:lnTo>
                    <a:pt x="0" y="86332"/>
                  </a:lnTo>
                  <a:lnTo>
                    <a:pt x="11934" y="118428"/>
                  </a:lnTo>
                  <a:lnTo>
                    <a:pt x="28809" y="121360"/>
                  </a:lnTo>
                  <a:lnTo>
                    <a:pt x="46609" y="125123"/>
                  </a:lnTo>
                  <a:lnTo>
                    <a:pt x="67310" y="62005"/>
                  </a:lnTo>
                  <a:lnTo>
                    <a:pt x="70946" y="20618"/>
                  </a:lnTo>
                  <a:lnTo>
                    <a:pt x="64678" y="0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15500677" y="8801153"/>
              <a:ext cx="43180" cy="147320"/>
            </a:xfrm>
            <a:custGeom>
              <a:avLst/>
              <a:gdLst/>
              <a:ahLst/>
              <a:cxnLst/>
              <a:rect l="l" t="t" r="r" b="b"/>
              <a:pathLst>
                <a:path w="43180" h="147320">
                  <a:moveTo>
                    <a:pt x="3635" y="0"/>
                  </a:moveTo>
                  <a:lnTo>
                    <a:pt x="1164" y="93340"/>
                  </a:lnTo>
                  <a:lnTo>
                    <a:pt x="0" y="146922"/>
                  </a:lnTo>
                  <a:lnTo>
                    <a:pt x="43132" y="104157"/>
                  </a:lnTo>
                  <a:lnTo>
                    <a:pt x="3635" y="0"/>
                  </a:lnTo>
                  <a:close/>
                </a:path>
              </a:pathLst>
            </a:custGeom>
            <a:solidFill>
              <a:srgbClr val="6CC5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15497530" y="9000064"/>
              <a:ext cx="113664" cy="134620"/>
            </a:xfrm>
            <a:custGeom>
              <a:avLst/>
              <a:gdLst/>
              <a:ahLst/>
              <a:cxnLst/>
              <a:rect l="l" t="t" r="r" b="b"/>
              <a:pathLst>
                <a:path w="113665" h="134620">
                  <a:moveTo>
                    <a:pt x="15900" y="86347"/>
                  </a:moveTo>
                  <a:lnTo>
                    <a:pt x="1079" y="47244"/>
                  </a:lnTo>
                  <a:lnTo>
                    <a:pt x="0" y="102108"/>
                  </a:lnTo>
                  <a:lnTo>
                    <a:pt x="15900" y="86347"/>
                  </a:lnTo>
                  <a:close/>
                </a:path>
                <a:path w="113665" h="134620">
                  <a:moveTo>
                    <a:pt x="113093" y="106959"/>
                  </a:moveTo>
                  <a:lnTo>
                    <a:pt x="80581" y="0"/>
                  </a:lnTo>
                  <a:lnTo>
                    <a:pt x="15900" y="86334"/>
                  </a:lnTo>
                  <a:lnTo>
                    <a:pt x="32219" y="130238"/>
                  </a:lnTo>
                  <a:lnTo>
                    <a:pt x="46202" y="129552"/>
                  </a:lnTo>
                  <a:lnTo>
                    <a:pt x="90385" y="134137"/>
                  </a:lnTo>
                  <a:lnTo>
                    <a:pt x="94208" y="129552"/>
                  </a:lnTo>
                  <a:lnTo>
                    <a:pt x="113093" y="106959"/>
                  </a:lnTo>
                  <a:close/>
                </a:path>
              </a:pathLst>
            </a:custGeom>
            <a:solidFill>
              <a:srgbClr val="009E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0" name="object 500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5250884" y="9128151"/>
              <a:ext cx="147430" cy="65428"/>
            </a:xfrm>
            <a:prstGeom prst="rect">
              <a:avLst/>
            </a:prstGeom>
          </p:spPr>
        </p:pic>
        <p:sp>
          <p:nvSpPr>
            <p:cNvPr id="501" name="object 501" descr=""/>
            <p:cNvSpPr/>
            <p:nvPr/>
          </p:nvSpPr>
          <p:spPr>
            <a:xfrm>
              <a:off x="15494282" y="9123535"/>
              <a:ext cx="163195" cy="74930"/>
            </a:xfrm>
            <a:custGeom>
              <a:avLst/>
              <a:gdLst/>
              <a:ahLst/>
              <a:cxnLst/>
              <a:rect l="l" t="t" r="r" b="b"/>
              <a:pathLst>
                <a:path w="163194" h="74929">
                  <a:moveTo>
                    <a:pt x="66969" y="0"/>
                  </a:moveTo>
                  <a:lnTo>
                    <a:pt x="38382" y="963"/>
                  </a:lnTo>
                  <a:lnTo>
                    <a:pt x="2701" y="8359"/>
                  </a:lnTo>
                  <a:lnTo>
                    <a:pt x="0" y="62410"/>
                  </a:lnTo>
                  <a:lnTo>
                    <a:pt x="50293" y="70465"/>
                  </a:lnTo>
                  <a:lnTo>
                    <a:pt x="83905" y="74273"/>
                  </a:lnTo>
                  <a:lnTo>
                    <a:pt x="115998" y="74846"/>
                  </a:lnTo>
                  <a:lnTo>
                    <a:pt x="161733" y="73195"/>
                  </a:lnTo>
                  <a:lnTo>
                    <a:pt x="162947" y="22778"/>
                  </a:lnTo>
                  <a:lnTo>
                    <a:pt x="103483" y="6820"/>
                  </a:lnTo>
                  <a:lnTo>
                    <a:pt x="66969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2" name="object 502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5332850" y="8216594"/>
              <a:ext cx="200410" cy="87312"/>
            </a:xfrm>
            <a:prstGeom prst="rect">
              <a:avLst/>
            </a:prstGeom>
          </p:spPr>
        </p:pic>
      </p:grpSp>
      <p:sp>
        <p:nvSpPr>
          <p:cNvPr id="503" name="object 503" descr=""/>
          <p:cNvSpPr/>
          <p:nvPr/>
        </p:nvSpPr>
        <p:spPr>
          <a:xfrm>
            <a:off x="15209004" y="9301785"/>
            <a:ext cx="462280" cy="483234"/>
          </a:xfrm>
          <a:custGeom>
            <a:avLst/>
            <a:gdLst/>
            <a:ahLst/>
            <a:cxnLst/>
            <a:rect l="l" t="t" r="r" b="b"/>
            <a:pathLst>
              <a:path w="462280" h="483234">
                <a:moveTo>
                  <a:pt x="386490" y="0"/>
                </a:moveTo>
                <a:lnTo>
                  <a:pt x="75233" y="0"/>
                </a:lnTo>
                <a:lnTo>
                  <a:pt x="46020" y="5936"/>
                </a:lnTo>
                <a:lnTo>
                  <a:pt x="22098" y="22098"/>
                </a:lnTo>
                <a:lnTo>
                  <a:pt x="5936" y="46020"/>
                </a:lnTo>
                <a:lnTo>
                  <a:pt x="0" y="75233"/>
                </a:lnTo>
                <a:lnTo>
                  <a:pt x="0" y="407893"/>
                </a:lnTo>
                <a:lnTo>
                  <a:pt x="5936" y="437106"/>
                </a:lnTo>
                <a:lnTo>
                  <a:pt x="22098" y="461027"/>
                </a:lnTo>
                <a:lnTo>
                  <a:pt x="46020" y="477190"/>
                </a:lnTo>
                <a:lnTo>
                  <a:pt x="75233" y="483126"/>
                </a:lnTo>
                <a:lnTo>
                  <a:pt x="386490" y="483126"/>
                </a:lnTo>
                <a:lnTo>
                  <a:pt x="415705" y="477190"/>
                </a:lnTo>
                <a:lnTo>
                  <a:pt x="439630" y="461027"/>
                </a:lnTo>
                <a:lnTo>
                  <a:pt x="455796" y="437106"/>
                </a:lnTo>
                <a:lnTo>
                  <a:pt x="461734" y="407893"/>
                </a:lnTo>
                <a:lnTo>
                  <a:pt x="461734" y="75243"/>
                </a:lnTo>
                <a:lnTo>
                  <a:pt x="455796" y="46024"/>
                </a:lnTo>
                <a:lnTo>
                  <a:pt x="439630" y="22100"/>
                </a:lnTo>
                <a:lnTo>
                  <a:pt x="415705" y="5936"/>
                </a:lnTo>
                <a:lnTo>
                  <a:pt x="386490" y="0"/>
                </a:lnTo>
                <a:close/>
              </a:path>
            </a:pathLst>
          </a:custGeom>
          <a:solidFill>
            <a:srgbClr val="E1B89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04" name="object 504" descr="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15098262" y="8775531"/>
            <a:ext cx="147827" cy="131734"/>
          </a:xfrm>
          <a:prstGeom prst="rect">
            <a:avLst/>
          </a:prstGeom>
        </p:spPr>
      </p:pic>
      <p:pic>
        <p:nvPicPr>
          <p:cNvPr id="505" name="object 505" descr=""/>
          <p:cNvPicPr/>
          <p:nvPr/>
        </p:nvPicPr>
        <p:blipFill>
          <a:blip r:embed="rId106" cstate="print"/>
          <a:stretch>
            <a:fillRect/>
          </a:stretch>
        </p:blipFill>
        <p:spPr>
          <a:xfrm>
            <a:off x="15626306" y="8774842"/>
            <a:ext cx="147827" cy="131734"/>
          </a:xfrm>
          <a:prstGeom prst="rect">
            <a:avLst/>
          </a:prstGeom>
        </p:spPr>
      </p:pic>
      <p:grpSp>
        <p:nvGrpSpPr>
          <p:cNvPr id="506" name="object 506" descr=""/>
          <p:cNvGrpSpPr/>
          <p:nvPr/>
        </p:nvGrpSpPr>
        <p:grpSpPr>
          <a:xfrm>
            <a:off x="15228884" y="9019045"/>
            <a:ext cx="426720" cy="471805"/>
            <a:chOff x="15228884" y="9019045"/>
            <a:chExt cx="426720" cy="471805"/>
          </a:xfrm>
        </p:grpSpPr>
        <p:sp>
          <p:nvSpPr>
            <p:cNvPr id="507" name="object 507" descr=""/>
            <p:cNvSpPr/>
            <p:nvPr/>
          </p:nvSpPr>
          <p:spPr>
            <a:xfrm>
              <a:off x="15229533" y="9231526"/>
              <a:ext cx="395605" cy="259079"/>
            </a:xfrm>
            <a:custGeom>
              <a:avLst/>
              <a:gdLst/>
              <a:ahLst/>
              <a:cxnLst/>
              <a:rect l="l" t="t" r="r" b="b"/>
              <a:pathLst>
                <a:path w="395605" h="259079">
                  <a:moveTo>
                    <a:pt x="315435" y="0"/>
                  </a:moveTo>
                  <a:lnTo>
                    <a:pt x="79966" y="0"/>
                  </a:lnTo>
                  <a:lnTo>
                    <a:pt x="48918" y="6310"/>
                  </a:lnTo>
                  <a:lnTo>
                    <a:pt x="23491" y="23491"/>
                  </a:lnTo>
                  <a:lnTo>
                    <a:pt x="6310" y="48918"/>
                  </a:lnTo>
                  <a:lnTo>
                    <a:pt x="0" y="79966"/>
                  </a:lnTo>
                  <a:lnTo>
                    <a:pt x="0" y="158173"/>
                  </a:lnTo>
                  <a:lnTo>
                    <a:pt x="7937" y="197238"/>
                  </a:lnTo>
                  <a:lnTo>
                    <a:pt x="29550" y="229227"/>
                  </a:lnTo>
                  <a:lnTo>
                    <a:pt x="61538" y="250840"/>
                  </a:lnTo>
                  <a:lnTo>
                    <a:pt x="100604" y="258777"/>
                  </a:lnTo>
                  <a:lnTo>
                    <a:pt x="294807" y="258777"/>
                  </a:lnTo>
                  <a:lnTo>
                    <a:pt x="333874" y="250840"/>
                  </a:lnTo>
                  <a:lnTo>
                    <a:pt x="365867" y="229227"/>
                  </a:lnTo>
                  <a:lnTo>
                    <a:pt x="387483" y="197238"/>
                  </a:lnTo>
                  <a:lnTo>
                    <a:pt x="395422" y="158173"/>
                  </a:lnTo>
                  <a:lnTo>
                    <a:pt x="395422" y="79987"/>
                  </a:lnTo>
                  <a:lnTo>
                    <a:pt x="389110" y="48927"/>
                  </a:lnTo>
                  <a:lnTo>
                    <a:pt x="371924" y="23494"/>
                  </a:lnTo>
                  <a:lnTo>
                    <a:pt x="346490" y="6310"/>
                  </a:lnTo>
                  <a:lnTo>
                    <a:pt x="315435" y="0"/>
                  </a:lnTo>
                  <a:close/>
                </a:path>
              </a:pathLst>
            </a:custGeom>
            <a:solidFill>
              <a:srgbClr val="5E3A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15278219" y="9238730"/>
              <a:ext cx="311785" cy="53340"/>
            </a:xfrm>
            <a:custGeom>
              <a:avLst/>
              <a:gdLst/>
              <a:ahLst/>
              <a:cxnLst/>
              <a:rect l="l" t="t" r="r" b="b"/>
              <a:pathLst>
                <a:path w="311784" h="53340">
                  <a:moveTo>
                    <a:pt x="287865" y="0"/>
                  </a:moveTo>
                  <a:lnTo>
                    <a:pt x="23412" y="0"/>
                  </a:lnTo>
                  <a:lnTo>
                    <a:pt x="14321" y="1847"/>
                  </a:lnTo>
                  <a:lnTo>
                    <a:pt x="6876" y="6876"/>
                  </a:lnTo>
                  <a:lnTo>
                    <a:pt x="1847" y="14321"/>
                  </a:lnTo>
                  <a:lnTo>
                    <a:pt x="0" y="23412"/>
                  </a:lnTo>
                  <a:lnTo>
                    <a:pt x="2324" y="34847"/>
                  </a:lnTo>
                  <a:lnTo>
                    <a:pt x="8652" y="44209"/>
                  </a:lnTo>
                  <a:lnTo>
                    <a:pt x="18018" y="50534"/>
                  </a:lnTo>
                  <a:lnTo>
                    <a:pt x="29454" y="52857"/>
                  </a:lnTo>
                  <a:lnTo>
                    <a:pt x="281823" y="52857"/>
                  </a:lnTo>
                  <a:lnTo>
                    <a:pt x="293259" y="50534"/>
                  </a:lnTo>
                  <a:lnTo>
                    <a:pt x="302625" y="44209"/>
                  </a:lnTo>
                  <a:lnTo>
                    <a:pt x="308954" y="34847"/>
                  </a:lnTo>
                  <a:lnTo>
                    <a:pt x="311278" y="23412"/>
                  </a:lnTo>
                  <a:lnTo>
                    <a:pt x="309431" y="14321"/>
                  </a:lnTo>
                  <a:lnTo>
                    <a:pt x="304401" y="6876"/>
                  </a:lnTo>
                  <a:lnTo>
                    <a:pt x="296957" y="1847"/>
                  </a:lnTo>
                  <a:lnTo>
                    <a:pt x="287865" y="0"/>
                  </a:lnTo>
                  <a:close/>
                </a:path>
              </a:pathLst>
            </a:custGeom>
            <a:solidFill>
              <a:srgbClr val="8252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15229791" y="9146229"/>
              <a:ext cx="424180" cy="179070"/>
            </a:xfrm>
            <a:custGeom>
              <a:avLst/>
              <a:gdLst/>
              <a:ahLst/>
              <a:cxnLst/>
              <a:rect l="l" t="t" r="r" b="b"/>
              <a:pathLst>
                <a:path w="424180" h="179070">
                  <a:moveTo>
                    <a:pt x="19153" y="0"/>
                  </a:moveTo>
                  <a:lnTo>
                    <a:pt x="5750" y="44516"/>
                  </a:lnTo>
                  <a:lnTo>
                    <a:pt x="0" y="72790"/>
                  </a:lnTo>
                  <a:lnTo>
                    <a:pt x="748" y="96914"/>
                  </a:lnTo>
                  <a:lnTo>
                    <a:pt x="6840" y="128980"/>
                  </a:lnTo>
                  <a:lnTo>
                    <a:pt x="76783" y="126301"/>
                  </a:lnTo>
                  <a:lnTo>
                    <a:pt x="121034" y="130596"/>
                  </a:lnTo>
                  <a:lnTo>
                    <a:pt x="158435" y="146536"/>
                  </a:lnTo>
                  <a:lnTo>
                    <a:pt x="207828" y="178790"/>
                  </a:lnTo>
                  <a:lnTo>
                    <a:pt x="227011" y="178790"/>
                  </a:lnTo>
                  <a:lnTo>
                    <a:pt x="238554" y="161985"/>
                  </a:lnTo>
                  <a:lnTo>
                    <a:pt x="262927" y="151471"/>
                  </a:lnTo>
                  <a:lnTo>
                    <a:pt x="318606" y="142826"/>
                  </a:lnTo>
                  <a:lnTo>
                    <a:pt x="424063" y="131629"/>
                  </a:lnTo>
                  <a:lnTo>
                    <a:pt x="424094" y="119900"/>
                  </a:lnTo>
                  <a:lnTo>
                    <a:pt x="422551" y="89734"/>
                  </a:lnTo>
                  <a:lnTo>
                    <a:pt x="416973" y="48657"/>
                  </a:lnTo>
                  <a:lnTo>
                    <a:pt x="404901" y="4198"/>
                  </a:lnTo>
                  <a:lnTo>
                    <a:pt x="382633" y="7050"/>
                  </a:lnTo>
                  <a:lnTo>
                    <a:pt x="329910" y="13155"/>
                  </a:lnTo>
                  <a:lnTo>
                    <a:pt x="267851" y="18833"/>
                  </a:lnTo>
                  <a:lnTo>
                    <a:pt x="217577" y="20407"/>
                  </a:lnTo>
                  <a:lnTo>
                    <a:pt x="185280" y="18763"/>
                  </a:lnTo>
                  <a:lnTo>
                    <a:pt x="153846" y="16089"/>
                  </a:lnTo>
                  <a:lnTo>
                    <a:pt x="104671" y="10473"/>
                  </a:lnTo>
                  <a:lnTo>
                    <a:pt x="19153" y="0"/>
                  </a:lnTo>
                  <a:close/>
                </a:path>
              </a:pathLst>
            </a:custGeom>
            <a:solidFill>
              <a:srgbClr val="F1C5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15228884" y="9019045"/>
              <a:ext cx="426720" cy="340360"/>
            </a:xfrm>
            <a:custGeom>
              <a:avLst/>
              <a:gdLst/>
              <a:ahLst/>
              <a:cxnLst/>
              <a:rect l="l" t="t" r="r" b="b"/>
              <a:pathLst>
                <a:path w="426719" h="340359">
                  <a:moveTo>
                    <a:pt x="362932" y="0"/>
                  </a:moveTo>
                  <a:lnTo>
                    <a:pt x="343701" y="4460"/>
                  </a:lnTo>
                  <a:lnTo>
                    <a:pt x="298801" y="14130"/>
                  </a:lnTo>
                  <a:lnTo>
                    <a:pt x="247417" y="23438"/>
                  </a:lnTo>
                  <a:lnTo>
                    <a:pt x="208738" y="26815"/>
                  </a:lnTo>
                  <a:lnTo>
                    <a:pt x="186887" y="25370"/>
                  </a:lnTo>
                  <a:lnTo>
                    <a:pt x="163629" y="22478"/>
                  </a:lnTo>
                  <a:lnTo>
                    <a:pt x="124586" y="15969"/>
                  </a:lnTo>
                  <a:lnTo>
                    <a:pt x="55381" y="3675"/>
                  </a:lnTo>
                  <a:lnTo>
                    <a:pt x="52297" y="15342"/>
                  </a:lnTo>
                  <a:lnTo>
                    <a:pt x="32613" y="69049"/>
                  </a:lnTo>
                  <a:lnTo>
                    <a:pt x="16953" y="113630"/>
                  </a:lnTo>
                  <a:lnTo>
                    <a:pt x="4344" y="167482"/>
                  </a:lnTo>
                  <a:lnTo>
                    <a:pt x="0" y="221786"/>
                  </a:lnTo>
                  <a:lnTo>
                    <a:pt x="2053" y="269034"/>
                  </a:lnTo>
                  <a:lnTo>
                    <a:pt x="27611" y="320674"/>
                  </a:lnTo>
                  <a:lnTo>
                    <a:pt x="67694" y="332580"/>
                  </a:lnTo>
                  <a:lnTo>
                    <a:pt x="128349" y="338687"/>
                  </a:lnTo>
                  <a:lnTo>
                    <a:pt x="209042" y="340251"/>
                  </a:lnTo>
                  <a:lnTo>
                    <a:pt x="277640" y="338028"/>
                  </a:lnTo>
                  <a:lnTo>
                    <a:pt x="336587" y="331639"/>
                  </a:lnTo>
                  <a:lnTo>
                    <a:pt x="382887" y="320806"/>
                  </a:lnTo>
                  <a:lnTo>
                    <a:pt x="425559" y="284692"/>
                  </a:lnTo>
                  <a:lnTo>
                    <a:pt x="426693" y="252528"/>
                  </a:lnTo>
                  <a:lnTo>
                    <a:pt x="425852" y="216926"/>
                  </a:lnTo>
                  <a:lnTo>
                    <a:pt x="418229" y="153503"/>
                  </a:lnTo>
                  <a:lnTo>
                    <a:pt x="405529" y="109719"/>
                  </a:lnTo>
                  <a:lnTo>
                    <a:pt x="390560" y="70296"/>
                  </a:lnTo>
                  <a:lnTo>
                    <a:pt x="362932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15274431" y="9028347"/>
              <a:ext cx="326390" cy="335280"/>
            </a:xfrm>
            <a:custGeom>
              <a:avLst/>
              <a:gdLst/>
              <a:ahLst/>
              <a:cxnLst/>
              <a:rect l="l" t="t" r="r" b="b"/>
              <a:pathLst>
                <a:path w="326390" h="335279">
                  <a:moveTo>
                    <a:pt x="16814" y="8636"/>
                  </a:moveTo>
                  <a:lnTo>
                    <a:pt x="15494" y="6426"/>
                  </a:lnTo>
                  <a:lnTo>
                    <a:pt x="8343" y="4673"/>
                  </a:lnTo>
                  <a:lnTo>
                    <a:pt x="5549" y="3924"/>
                  </a:lnTo>
                  <a:lnTo>
                    <a:pt x="3365" y="3390"/>
                  </a:lnTo>
                  <a:lnTo>
                    <a:pt x="1168" y="4635"/>
                  </a:lnTo>
                  <a:lnTo>
                    <a:pt x="0" y="8940"/>
                  </a:lnTo>
                  <a:lnTo>
                    <a:pt x="1270" y="11176"/>
                  </a:lnTo>
                  <a:lnTo>
                    <a:pt x="6273" y="12509"/>
                  </a:lnTo>
                  <a:lnTo>
                    <a:pt x="11684" y="13855"/>
                  </a:lnTo>
                  <a:lnTo>
                    <a:pt x="12014" y="13893"/>
                  </a:lnTo>
                  <a:lnTo>
                    <a:pt x="14147" y="13893"/>
                  </a:lnTo>
                  <a:lnTo>
                    <a:pt x="15811" y="12661"/>
                  </a:lnTo>
                  <a:lnTo>
                    <a:pt x="16814" y="8636"/>
                  </a:lnTo>
                  <a:close/>
                </a:path>
                <a:path w="326390" h="335279">
                  <a:moveTo>
                    <a:pt x="48094" y="15595"/>
                  </a:moveTo>
                  <a:lnTo>
                    <a:pt x="46672" y="13449"/>
                  </a:lnTo>
                  <a:lnTo>
                    <a:pt x="33502" y="10642"/>
                  </a:lnTo>
                  <a:lnTo>
                    <a:pt x="28841" y="9575"/>
                  </a:lnTo>
                  <a:lnTo>
                    <a:pt x="26631" y="9055"/>
                  </a:lnTo>
                  <a:lnTo>
                    <a:pt x="24472" y="10464"/>
                  </a:lnTo>
                  <a:lnTo>
                    <a:pt x="23482" y="14833"/>
                  </a:lnTo>
                  <a:lnTo>
                    <a:pt x="24853" y="17005"/>
                  </a:lnTo>
                  <a:lnTo>
                    <a:pt x="37058" y="19723"/>
                  </a:lnTo>
                  <a:lnTo>
                    <a:pt x="43103" y="20993"/>
                  </a:lnTo>
                  <a:lnTo>
                    <a:pt x="43662" y="21018"/>
                  </a:lnTo>
                  <a:lnTo>
                    <a:pt x="45542" y="21018"/>
                  </a:lnTo>
                  <a:lnTo>
                    <a:pt x="47231" y="19697"/>
                  </a:lnTo>
                  <a:lnTo>
                    <a:pt x="48094" y="15595"/>
                  </a:lnTo>
                  <a:close/>
                </a:path>
                <a:path w="326390" h="335279">
                  <a:moveTo>
                    <a:pt x="79629" y="21437"/>
                  </a:moveTo>
                  <a:lnTo>
                    <a:pt x="78155" y="19329"/>
                  </a:lnTo>
                  <a:lnTo>
                    <a:pt x="70497" y="18021"/>
                  </a:lnTo>
                  <a:lnTo>
                    <a:pt x="58000" y="15709"/>
                  </a:lnTo>
                  <a:lnTo>
                    <a:pt x="55854" y="17132"/>
                  </a:lnTo>
                  <a:lnTo>
                    <a:pt x="55029" y="21551"/>
                  </a:lnTo>
                  <a:lnTo>
                    <a:pt x="56464" y="23660"/>
                  </a:lnTo>
                  <a:lnTo>
                    <a:pt x="63766" y="25057"/>
                  </a:lnTo>
                  <a:lnTo>
                    <a:pt x="74803" y="27000"/>
                  </a:lnTo>
                  <a:lnTo>
                    <a:pt x="75260" y="27012"/>
                  </a:lnTo>
                  <a:lnTo>
                    <a:pt x="77203" y="27012"/>
                  </a:lnTo>
                  <a:lnTo>
                    <a:pt x="78917" y="25615"/>
                  </a:lnTo>
                  <a:lnTo>
                    <a:pt x="79629" y="21437"/>
                  </a:lnTo>
                  <a:close/>
                </a:path>
                <a:path w="326390" h="335279">
                  <a:moveTo>
                    <a:pt x="111353" y="25933"/>
                  </a:moveTo>
                  <a:lnTo>
                    <a:pt x="109778" y="23914"/>
                  </a:lnTo>
                  <a:lnTo>
                    <a:pt x="102196" y="22961"/>
                  </a:lnTo>
                  <a:lnTo>
                    <a:pt x="96913" y="22237"/>
                  </a:lnTo>
                  <a:lnTo>
                    <a:pt x="89560" y="21132"/>
                  </a:lnTo>
                  <a:lnTo>
                    <a:pt x="87426" y="22669"/>
                  </a:lnTo>
                  <a:lnTo>
                    <a:pt x="86779" y="27101"/>
                  </a:lnTo>
                  <a:lnTo>
                    <a:pt x="88315" y="29171"/>
                  </a:lnTo>
                  <a:lnTo>
                    <a:pt x="101142" y="31026"/>
                  </a:lnTo>
                  <a:lnTo>
                    <a:pt x="106718" y="31711"/>
                  </a:lnTo>
                  <a:lnTo>
                    <a:pt x="109080" y="31711"/>
                  </a:lnTo>
                  <a:lnTo>
                    <a:pt x="110820" y="30226"/>
                  </a:lnTo>
                  <a:lnTo>
                    <a:pt x="111353" y="25933"/>
                  </a:lnTo>
                  <a:close/>
                </a:path>
                <a:path w="326390" h="335279">
                  <a:moveTo>
                    <a:pt x="143281" y="28765"/>
                  </a:moveTo>
                  <a:lnTo>
                    <a:pt x="141592" y="26835"/>
                  </a:lnTo>
                  <a:lnTo>
                    <a:pt x="134073" y="26339"/>
                  </a:lnTo>
                  <a:lnTo>
                    <a:pt x="128752" y="25908"/>
                  </a:lnTo>
                  <a:lnTo>
                    <a:pt x="123431" y="25387"/>
                  </a:lnTo>
                  <a:lnTo>
                    <a:pt x="121272" y="25285"/>
                  </a:lnTo>
                  <a:lnTo>
                    <a:pt x="119214" y="26822"/>
                  </a:lnTo>
                  <a:lnTo>
                    <a:pt x="118795" y="31280"/>
                  </a:lnTo>
                  <a:lnTo>
                    <a:pt x="120421" y="33261"/>
                  </a:lnTo>
                  <a:lnTo>
                    <a:pt x="128054" y="33997"/>
                  </a:lnTo>
                  <a:lnTo>
                    <a:pt x="133451" y="34442"/>
                  </a:lnTo>
                  <a:lnTo>
                    <a:pt x="139090" y="34798"/>
                  </a:lnTo>
                  <a:lnTo>
                    <a:pt x="141211" y="34798"/>
                  </a:lnTo>
                  <a:lnTo>
                    <a:pt x="142989" y="33147"/>
                  </a:lnTo>
                  <a:lnTo>
                    <a:pt x="143281" y="28765"/>
                  </a:lnTo>
                  <a:close/>
                </a:path>
                <a:path w="326390" h="335279">
                  <a:moveTo>
                    <a:pt x="155321" y="79438"/>
                  </a:moveTo>
                  <a:lnTo>
                    <a:pt x="155041" y="58686"/>
                  </a:lnTo>
                  <a:lnTo>
                    <a:pt x="153365" y="57073"/>
                  </a:lnTo>
                  <a:lnTo>
                    <a:pt x="150977" y="56908"/>
                  </a:lnTo>
                  <a:lnTo>
                    <a:pt x="148729" y="56946"/>
                  </a:lnTo>
                  <a:lnTo>
                    <a:pt x="146926" y="58788"/>
                  </a:lnTo>
                  <a:lnTo>
                    <a:pt x="147193" y="79527"/>
                  </a:lnTo>
                  <a:lnTo>
                    <a:pt x="149021" y="81305"/>
                  </a:lnTo>
                  <a:lnTo>
                    <a:pt x="151282" y="81305"/>
                  </a:lnTo>
                  <a:lnTo>
                    <a:pt x="153530" y="81280"/>
                  </a:lnTo>
                  <a:lnTo>
                    <a:pt x="155321" y="79438"/>
                  </a:lnTo>
                  <a:close/>
                </a:path>
                <a:path w="326390" h="335279">
                  <a:moveTo>
                    <a:pt x="155727" y="111988"/>
                  </a:moveTo>
                  <a:lnTo>
                    <a:pt x="155460" y="91224"/>
                  </a:lnTo>
                  <a:lnTo>
                    <a:pt x="153365" y="89496"/>
                  </a:lnTo>
                  <a:lnTo>
                    <a:pt x="151384" y="89471"/>
                  </a:lnTo>
                  <a:lnTo>
                    <a:pt x="149136" y="89496"/>
                  </a:lnTo>
                  <a:lnTo>
                    <a:pt x="147345" y="91325"/>
                  </a:lnTo>
                  <a:lnTo>
                    <a:pt x="147612" y="112077"/>
                  </a:lnTo>
                  <a:lnTo>
                    <a:pt x="149415" y="113868"/>
                  </a:lnTo>
                  <a:lnTo>
                    <a:pt x="151701" y="113868"/>
                  </a:lnTo>
                  <a:lnTo>
                    <a:pt x="153924" y="113830"/>
                  </a:lnTo>
                  <a:lnTo>
                    <a:pt x="155727" y="111988"/>
                  </a:lnTo>
                  <a:close/>
                </a:path>
                <a:path w="326390" h="335279">
                  <a:moveTo>
                    <a:pt x="156121" y="144538"/>
                  </a:moveTo>
                  <a:lnTo>
                    <a:pt x="155879" y="123786"/>
                  </a:lnTo>
                  <a:lnTo>
                    <a:pt x="154051" y="122008"/>
                  </a:lnTo>
                  <a:lnTo>
                    <a:pt x="149542" y="122034"/>
                  </a:lnTo>
                  <a:lnTo>
                    <a:pt x="147751" y="123875"/>
                  </a:lnTo>
                  <a:lnTo>
                    <a:pt x="148005" y="144614"/>
                  </a:lnTo>
                  <a:lnTo>
                    <a:pt x="149809" y="146392"/>
                  </a:lnTo>
                  <a:lnTo>
                    <a:pt x="154330" y="146380"/>
                  </a:lnTo>
                  <a:lnTo>
                    <a:pt x="156121" y="144538"/>
                  </a:lnTo>
                  <a:close/>
                </a:path>
                <a:path w="326390" h="335279">
                  <a:moveTo>
                    <a:pt x="156540" y="177088"/>
                  </a:moveTo>
                  <a:lnTo>
                    <a:pt x="156298" y="158559"/>
                  </a:lnTo>
                  <a:lnTo>
                    <a:pt x="156260" y="156349"/>
                  </a:lnTo>
                  <a:lnTo>
                    <a:pt x="154457" y="154559"/>
                  </a:lnTo>
                  <a:lnTo>
                    <a:pt x="152184" y="154559"/>
                  </a:lnTo>
                  <a:lnTo>
                    <a:pt x="149948" y="154597"/>
                  </a:lnTo>
                  <a:lnTo>
                    <a:pt x="148234" y="156349"/>
                  </a:lnTo>
                  <a:lnTo>
                    <a:pt x="148170" y="158559"/>
                  </a:lnTo>
                  <a:lnTo>
                    <a:pt x="148424" y="177165"/>
                  </a:lnTo>
                  <a:lnTo>
                    <a:pt x="150215" y="178955"/>
                  </a:lnTo>
                  <a:lnTo>
                    <a:pt x="152501" y="178955"/>
                  </a:lnTo>
                  <a:lnTo>
                    <a:pt x="154749" y="178930"/>
                  </a:lnTo>
                  <a:lnTo>
                    <a:pt x="156540" y="177088"/>
                  </a:lnTo>
                  <a:close/>
                </a:path>
                <a:path w="326390" h="335279">
                  <a:moveTo>
                    <a:pt x="156921" y="209638"/>
                  </a:moveTo>
                  <a:lnTo>
                    <a:pt x="156654" y="188899"/>
                  </a:lnTo>
                  <a:lnTo>
                    <a:pt x="154863" y="187109"/>
                  </a:lnTo>
                  <a:lnTo>
                    <a:pt x="152590" y="187109"/>
                  </a:lnTo>
                  <a:lnTo>
                    <a:pt x="150342" y="187134"/>
                  </a:lnTo>
                  <a:lnTo>
                    <a:pt x="148539" y="188988"/>
                  </a:lnTo>
                  <a:lnTo>
                    <a:pt x="148805" y="209727"/>
                  </a:lnTo>
                  <a:lnTo>
                    <a:pt x="150622" y="211505"/>
                  </a:lnTo>
                  <a:lnTo>
                    <a:pt x="152882" y="211505"/>
                  </a:lnTo>
                  <a:lnTo>
                    <a:pt x="155130" y="211467"/>
                  </a:lnTo>
                  <a:lnTo>
                    <a:pt x="156921" y="209638"/>
                  </a:lnTo>
                  <a:close/>
                </a:path>
                <a:path w="326390" h="335279">
                  <a:moveTo>
                    <a:pt x="157289" y="242227"/>
                  </a:moveTo>
                  <a:lnTo>
                    <a:pt x="157060" y="221462"/>
                  </a:lnTo>
                  <a:lnTo>
                    <a:pt x="155244" y="219671"/>
                  </a:lnTo>
                  <a:lnTo>
                    <a:pt x="150749" y="219697"/>
                  </a:lnTo>
                  <a:lnTo>
                    <a:pt x="148945" y="221526"/>
                  </a:lnTo>
                  <a:lnTo>
                    <a:pt x="149174" y="242303"/>
                  </a:lnTo>
                  <a:lnTo>
                    <a:pt x="150990" y="244094"/>
                  </a:lnTo>
                  <a:lnTo>
                    <a:pt x="155486" y="244068"/>
                  </a:lnTo>
                  <a:lnTo>
                    <a:pt x="157289" y="242227"/>
                  </a:lnTo>
                  <a:close/>
                </a:path>
                <a:path w="326390" h="335279">
                  <a:moveTo>
                    <a:pt x="160032" y="274053"/>
                  </a:moveTo>
                  <a:lnTo>
                    <a:pt x="158965" y="266534"/>
                  </a:lnTo>
                  <a:lnTo>
                    <a:pt x="158330" y="261175"/>
                  </a:lnTo>
                  <a:lnTo>
                    <a:pt x="157721" y="253707"/>
                  </a:lnTo>
                  <a:lnTo>
                    <a:pt x="155702" y="252044"/>
                  </a:lnTo>
                  <a:lnTo>
                    <a:pt x="151295" y="252399"/>
                  </a:lnTo>
                  <a:lnTo>
                    <a:pt x="149644" y="254355"/>
                  </a:lnTo>
                  <a:lnTo>
                    <a:pt x="150266" y="262001"/>
                  </a:lnTo>
                  <a:lnTo>
                    <a:pt x="150914" y="267512"/>
                  </a:lnTo>
                  <a:lnTo>
                    <a:pt x="151955" y="275005"/>
                  </a:lnTo>
                  <a:lnTo>
                    <a:pt x="153695" y="276466"/>
                  </a:lnTo>
                  <a:lnTo>
                    <a:pt x="155879" y="276466"/>
                  </a:lnTo>
                  <a:lnTo>
                    <a:pt x="158496" y="276110"/>
                  </a:lnTo>
                  <a:lnTo>
                    <a:pt x="160032" y="274053"/>
                  </a:lnTo>
                  <a:close/>
                </a:path>
                <a:path w="326390" h="335279">
                  <a:moveTo>
                    <a:pt x="166014" y="305676"/>
                  </a:moveTo>
                  <a:lnTo>
                    <a:pt x="164465" y="298615"/>
                  </a:lnTo>
                  <a:lnTo>
                    <a:pt x="163360" y="293268"/>
                  </a:lnTo>
                  <a:lnTo>
                    <a:pt x="161899" y="285496"/>
                  </a:lnTo>
                  <a:lnTo>
                    <a:pt x="159791" y="284010"/>
                  </a:lnTo>
                  <a:lnTo>
                    <a:pt x="157581" y="284454"/>
                  </a:lnTo>
                  <a:lnTo>
                    <a:pt x="155384" y="284861"/>
                  </a:lnTo>
                  <a:lnTo>
                    <a:pt x="153924" y="286994"/>
                  </a:lnTo>
                  <a:lnTo>
                    <a:pt x="155397" y="294868"/>
                  </a:lnTo>
                  <a:lnTo>
                    <a:pt x="156514" y="300278"/>
                  </a:lnTo>
                  <a:lnTo>
                    <a:pt x="158026" y="307136"/>
                  </a:lnTo>
                  <a:lnTo>
                    <a:pt x="159702" y="308419"/>
                  </a:lnTo>
                  <a:lnTo>
                    <a:pt x="161848" y="308419"/>
                  </a:lnTo>
                  <a:lnTo>
                    <a:pt x="162140" y="308394"/>
                  </a:lnTo>
                  <a:lnTo>
                    <a:pt x="164630" y="307848"/>
                  </a:lnTo>
                  <a:lnTo>
                    <a:pt x="166014" y="305676"/>
                  </a:lnTo>
                  <a:close/>
                </a:path>
                <a:path w="326390" h="335279">
                  <a:moveTo>
                    <a:pt x="170116" y="165722"/>
                  </a:moveTo>
                  <a:lnTo>
                    <a:pt x="168300" y="163931"/>
                  </a:lnTo>
                  <a:lnTo>
                    <a:pt x="166077" y="163918"/>
                  </a:lnTo>
                  <a:lnTo>
                    <a:pt x="163817" y="164185"/>
                  </a:lnTo>
                  <a:lnTo>
                    <a:pt x="162013" y="165722"/>
                  </a:lnTo>
                  <a:lnTo>
                    <a:pt x="162052" y="186474"/>
                  </a:lnTo>
                  <a:lnTo>
                    <a:pt x="163868" y="188252"/>
                  </a:lnTo>
                  <a:lnTo>
                    <a:pt x="168376" y="188226"/>
                  </a:lnTo>
                  <a:lnTo>
                    <a:pt x="170091" y="186474"/>
                  </a:lnTo>
                  <a:lnTo>
                    <a:pt x="170116" y="165722"/>
                  </a:lnTo>
                  <a:close/>
                </a:path>
                <a:path w="326390" h="335279">
                  <a:moveTo>
                    <a:pt x="170383" y="133172"/>
                  </a:moveTo>
                  <a:lnTo>
                    <a:pt x="168719" y="131445"/>
                  </a:lnTo>
                  <a:lnTo>
                    <a:pt x="166484" y="131406"/>
                  </a:lnTo>
                  <a:lnTo>
                    <a:pt x="164198" y="131406"/>
                  </a:lnTo>
                  <a:lnTo>
                    <a:pt x="162382" y="133172"/>
                  </a:lnTo>
                  <a:lnTo>
                    <a:pt x="162242" y="140779"/>
                  </a:lnTo>
                  <a:lnTo>
                    <a:pt x="162140" y="153974"/>
                  </a:lnTo>
                  <a:lnTo>
                    <a:pt x="163880" y="155740"/>
                  </a:lnTo>
                  <a:lnTo>
                    <a:pt x="166166" y="155765"/>
                  </a:lnTo>
                  <a:lnTo>
                    <a:pt x="168389" y="155765"/>
                  </a:lnTo>
                  <a:lnTo>
                    <a:pt x="170205" y="153974"/>
                  </a:lnTo>
                  <a:lnTo>
                    <a:pt x="170357" y="140779"/>
                  </a:lnTo>
                  <a:lnTo>
                    <a:pt x="170383" y="133172"/>
                  </a:lnTo>
                  <a:close/>
                </a:path>
                <a:path w="326390" h="335279">
                  <a:moveTo>
                    <a:pt x="171170" y="218719"/>
                  </a:moveTo>
                  <a:lnTo>
                    <a:pt x="170624" y="205752"/>
                  </a:lnTo>
                  <a:lnTo>
                    <a:pt x="170408" y="198069"/>
                  </a:lnTo>
                  <a:lnTo>
                    <a:pt x="168567" y="196532"/>
                  </a:lnTo>
                  <a:lnTo>
                    <a:pt x="166293" y="196380"/>
                  </a:lnTo>
                  <a:lnTo>
                    <a:pt x="164045" y="196443"/>
                  </a:lnTo>
                  <a:lnTo>
                    <a:pt x="162280" y="198310"/>
                  </a:lnTo>
                  <a:lnTo>
                    <a:pt x="162509" y="206044"/>
                  </a:lnTo>
                  <a:lnTo>
                    <a:pt x="162712" y="211480"/>
                  </a:lnTo>
                  <a:lnTo>
                    <a:pt x="163068" y="219036"/>
                  </a:lnTo>
                  <a:lnTo>
                    <a:pt x="164858" y="220726"/>
                  </a:lnTo>
                  <a:lnTo>
                    <a:pt x="167157" y="220726"/>
                  </a:lnTo>
                  <a:lnTo>
                    <a:pt x="169443" y="220611"/>
                  </a:lnTo>
                  <a:lnTo>
                    <a:pt x="171170" y="218719"/>
                  </a:lnTo>
                  <a:close/>
                </a:path>
                <a:path w="326390" h="335279">
                  <a:moveTo>
                    <a:pt x="171208" y="100825"/>
                  </a:moveTo>
                  <a:lnTo>
                    <a:pt x="169443" y="98958"/>
                  </a:lnTo>
                  <a:lnTo>
                    <a:pt x="167208" y="98907"/>
                  </a:lnTo>
                  <a:lnTo>
                    <a:pt x="164706" y="98983"/>
                  </a:lnTo>
                  <a:lnTo>
                    <a:pt x="163093" y="100609"/>
                  </a:lnTo>
                  <a:lnTo>
                    <a:pt x="162598" y="121361"/>
                  </a:lnTo>
                  <a:lnTo>
                    <a:pt x="164376" y="123215"/>
                  </a:lnTo>
                  <a:lnTo>
                    <a:pt x="166700" y="123266"/>
                  </a:lnTo>
                  <a:lnTo>
                    <a:pt x="168910" y="123266"/>
                  </a:lnTo>
                  <a:lnTo>
                    <a:pt x="170713" y="121513"/>
                  </a:lnTo>
                  <a:lnTo>
                    <a:pt x="170878" y="113779"/>
                  </a:lnTo>
                  <a:lnTo>
                    <a:pt x="171208" y="100825"/>
                  </a:lnTo>
                  <a:close/>
                </a:path>
                <a:path w="326390" h="335279">
                  <a:moveTo>
                    <a:pt x="172224" y="68364"/>
                  </a:moveTo>
                  <a:lnTo>
                    <a:pt x="170472" y="66497"/>
                  </a:lnTo>
                  <a:lnTo>
                    <a:pt x="168224" y="66408"/>
                  </a:lnTo>
                  <a:lnTo>
                    <a:pt x="166230" y="66522"/>
                  </a:lnTo>
                  <a:lnTo>
                    <a:pt x="164109" y="68097"/>
                  </a:lnTo>
                  <a:lnTo>
                    <a:pt x="163436" y="88836"/>
                  </a:lnTo>
                  <a:lnTo>
                    <a:pt x="165188" y="90703"/>
                  </a:lnTo>
                  <a:lnTo>
                    <a:pt x="167563" y="90779"/>
                  </a:lnTo>
                  <a:lnTo>
                    <a:pt x="169748" y="90779"/>
                  </a:lnTo>
                  <a:lnTo>
                    <a:pt x="171551" y="89039"/>
                  </a:lnTo>
                  <a:lnTo>
                    <a:pt x="172224" y="68364"/>
                  </a:lnTo>
                  <a:close/>
                </a:path>
                <a:path w="326390" h="335279">
                  <a:moveTo>
                    <a:pt x="173177" y="251028"/>
                  </a:moveTo>
                  <a:lnTo>
                    <a:pt x="172643" y="243560"/>
                  </a:lnTo>
                  <a:lnTo>
                    <a:pt x="172275" y="238150"/>
                  </a:lnTo>
                  <a:lnTo>
                    <a:pt x="171792" y="230416"/>
                  </a:lnTo>
                  <a:lnTo>
                    <a:pt x="169773" y="228714"/>
                  </a:lnTo>
                  <a:lnTo>
                    <a:pt x="165379" y="228968"/>
                  </a:lnTo>
                  <a:lnTo>
                    <a:pt x="163690" y="230898"/>
                  </a:lnTo>
                  <a:lnTo>
                    <a:pt x="164172" y="238696"/>
                  </a:lnTo>
                  <a:lnTo>
                    <a:pt x="164528" y="244132"/>
                  </a:lnTo>
                  <a:lnTo>
                    <a:pt x="165074" y="251536"/>
                  </a:lnTo>
                  <a:lnTo>
                    <a:pt x="166852" y="253161"/>
                  </a:lnTo>
                  <a:lnTo>
                    <a:pt x="169176" y="253161"/>
                  </a:lnTo>
                  <a:lnTo>
                    <a:pt x="171513" y="252984"/>
                  </a:lnTo>
                  <a:lnTo>
                    <a:pt x="173177" y="251028"/>
                  </a:lnTo>
                  <a:close/>
                </a:path>
                <a:path w="326390" h="335279">
                  <a:moveTo>
                    <a:pt x="174332" y="18275"/>
                  </a:moveTo>
                  <a:lnTo>
                    <a:pt x="172618" y="16370"/>
                  </a:lnTo>
                  <a:lnTo>
                    <a:pt x="170370" y="16268"/>
                  </a:lnTo>
                  <a:lnTo>
                    <a:pt x="168160" y="16052"/>
                  </a:lnTo>
                  <a:lnTo>
                    <a:pt x="166230" y="17881"/>
                  </a:lnTo>
                  <a:lnTo>
                    <a:pt x="165938" y="23749"/>
                  </a:lnTo>
                  <a:lnTo>
                    <a:pt x="167652" y="25666"/>
                  </a:lnTo>
                  <a:lnTo>
                    <a:pt x="170103" y="25781"/>
                  </a:lnTo>
                  <a:lnTo>
                    <a:pt x="172250" y="25781"/>
                  </a:lnTo>
                  <a:lnTo>
                    <a:pt x="174040" y="24091"/>
                  </a:lnTo>
                  <a:lnTo>
                    <a:pt x="174332" y="18275"/>
                  </a:lnTo>
                  <a:close/>
                </a:path>
                <a:path w="326390" h="335279">
                  <a:moveTo>
                    <a:pt x="175298" y="33578"/>
                  </a:moveTo>
                  <a:lnTo>
                    <a:pt x="175209" y="29044"/>
                  </a:lnTo>
                  <a:lnTo>
                    <a:pt x="173736" y="27470"/>
                  </a:lnTo>
                  <a:lnTo>
                    <a:pt x="173469" y="27190"/>
                  </a:lnTo>
                  <a:lnTo>
                    <a:pt x="171094" y="27355"/>
                  </a:lnTo>
                  <a:lnTo>
                    <a:pt x="167360" y="27444"/>
                  </a:lnTo>
                  <a:lnTo>
                    <a:pt x="160324" y="27470"/>
                  </a:lnTo>
                  <a:lnTo>
                    <a:pt x="157784" y="27444"/>
                  </a:lnTo>
                  <a:lnTo>
                    <a:pt x="155244" y="27368"/>
                  </a:lnTo>
                  <a:lnTo>
                    <a:pt x="154647" y="27368"/>
                  </a:lnTo>
                  <a:lnTo>
                    <a:pt x="154635" y="26060"/>
                  </a:lnTo>
                  <a:lnTo>
                    <a:pt x="152831" y="24269"/>
                  </a:lnTo>
                  <a:lnTo>
                    <a:pt x="150558" y="24269"/>
                  </a:lnTo>
                  <a:lnTo>
                    <a:pt x="148310" y="24295"/>
                  </a:lnTo>
                  <a:lnTo>
                    <a:pt x="146507" y="26136"/>
                  </a:lnTo>
                  <a:lnTo>
                    <a:pt x="146799" y="46964"/>
                  </a:lnTo>
                  <a:lnTo>
                    <a:pt x="148602" y="48742"/>
                  </a:lnTo>
                  <a:lnTo>
                    <a:pt x="150876" y="48742"/>
                  </a:lnTo>
                  <a:lnTo>
                    <a:pt x="153111" y="48717"/>
                  </a:lnTo>
                  <a:lnTo>
                    <a:pt x="154914" y="46875"/>
                  </a:lnTo>
                  <a:lnTo>
                    <a:pt x="154749" y="35496"/>
                  </a:lnTo>
                  <a:lnTo>
                    <a:pt x="157657" y="35560"/>
                  </a:lnTo>
                  <a:lnTo>
                    <a:pt x="160261" y="35585"/>
                  </a:lnTo>
                  <a:lnTo>
                    <a:pt x="162826" y="35585"/>
                  </a:lnTo>
                  <a:lnTo>
                    <a:pt x="165392" y="35572"/>
                  </a:lnTo>
                  <a:lnTo>
                    <a:pt x="164541" y="56311"/>
                  </a:lnTo>
                  <a:lnTo>
                    <a:pt x="166293" y="58204"/>
                  </a:lnTo>
                  <a:lnTo>
                    <a:pt x="168694" y="58280"/>
                  </a:lnTo>
                  <a:lnTo>
                    <a:pt x="170865" y="58280"/>
                  </a:lnTo>
                  <a:lnTo>
                    <a:pt x="172669" y="56565"/>
                  </a:lnTo>
                  <a:lnTo>
                    <a:pt x="173520" y="35915"/>
                  </a:lnTo>
                  <a:lnTo>
                    <a:pt x="173062" y="35433"/>
                  </a:lnTo>
                  <a:lnTo>
                    <a:pt x="173570" y="35407"/>
                  </a:lnTo>
                  <a:lnTo>
                    <a:pt x="175298" y="33578"/>
                  </a:lnTo>
                  <a:close/>
                </a:path>
                <a:path w="326390" h="335279">
                  <a:moveTo>
                    <a:pt x="176022" y="283311"/>
                  </a:moveTo>
                  <a:lnTo>
                    <a:pt x="174802" y="270611"/>
                  </a:lnTo>
                  <a:lnTo>
                    <a:pt x="174117" y="262712"/>
                  </a:lnTo>
                  <a:lnTo>
                    <a:pt x="172046" y="261073"/>
                  </a:lnTo>
                  <a:lnTo>
                    <a:pt x="167690" y="261442"/>
                  </a:lnTo>
                  <a:lnTo>
                    <a:pt x="166039" y="263410"/>
                  </a:lnTo>
                  <a:lnTo>
                    <a:pt x="167208" y="276771"/>
                  </a:lnTo>
                  <a:lnTo>
                    <a:pt x="167932" y="283972"/>
                  </a:lnTo>
                  <a:lnTo>
                    <a:pt x="169697" y="285546"/>
                  </a:lnTo>
                  <a:lnTo>
                    <a:pt x="171881" y="285546"/>
                  </a:lnTo>
                  <a:lnTo>
                    <a:pt x="174383" y="285305"/>
                  </a:lnTo>
                  <a:lnTo>
                    <a:pt x="176022" y="283311"/>
                  </a:lnTo>
                  <a:close/>
                </a:path>
                <a:path w="326390" h="335279">
                  <a:moveTo>
                    <a:pt x="178422" y="330123"/>
                  </a:moveTo>
                  <a:lnTo>
                    <a:pt x="178003" y="327660"/>
                  </a:lnTo>
                  <a:lnTo>
                    <a:pt x="176403" y="326466"/>
                  </a:lnTo>
                  <a:lnTo>
                    <a:pt x="174675" y="325170"/>
                  </a:lnTo>
                  <a:lnTo>
                    <a:pt x="172593" y="325335"/>
                  </a:lnTo>
                  <a:lnTo>
                    <a:pt x="171183" y="326466"/>
                  </a:lnTo>
                  <a:lnTo>
                    <a:pt x="170675" y="324662"/>
                  </a:lnTo>
                  <a:lnTo>
                    <a:pt x="168706" y="317004"/>
                  </a:lnTo>
                  <a:lnTo>
                    <a:pt x="166497" y="315645"/>
                  </a:lnTo>
                  <a:lnTo>
                    <a:pt x="164338" y="316242"/>
                  </a:lnTo>
                  <a:lnTo>
                    <a:pt x="162153" y="316788"/>
                  </a:lnTo>
                  <a:lnTo>
                    <a:pt x="160832" y="318998"/>
                  </a:lnTo>
                  <a:lnTo>
                    <a:pt x="162852" y="326809"/>
                  </a:lnTo>
                  <a:lnTo>
                    <a:pt x="164401" y="332422"/>
                  </a:lnTo>
                  <a:lnTo>
                    <a:pt x="167754" y="334962"/>
                  </a:lnTo>
                  <a:lnTo>
                    <a:pt x="171742" y="334962"/>
                  </a:lnTo>
                  <a:lnTo>
                    <a:pt x="173164" y="334937"/>
                  </a:lnTo>
                  <a:lnTo>
                    <a:pt x="175234" y="334403"/>
                  </a:lnTo>
                  <a:lnTo>
                    <a:pt x="178422" y="330123"/>
                  </a:lnTo>
                  <a:close/>
                </a:path>
                <a:path w="326390" h="335279">
                  <a:moveTo>
                    <a:pt x="179578" y="315544"/>
                  </a:moveTo>
                  <a:lnTo>
                    <a:pt x="178790" y="308876"/>
                  </a:lnTo>
                  <a:lnTo>
                    <a:pt x="177203" y="294982"/>
                  </a:lnTo>
                  <a:lnTo>
                    <a:pt x="175196" y="293344"/>
                  </a:lnTo>
                  <a:lnTo>
                    <a:pt x="172986" y="293624"/>
                  </a:lnTo>
                  <a:lnTo>
                    <a:pt x="170751" y="293852"/>
                  </a:lnTo>
                  <a:lnTo>
                    <a:pt x="169138" y="295871"/>
                  </a:lnTo>
                  <a:lnTo>
                    <a:pt x="170713" y="309829"/>
                  </a:lnTo>
                  <a:lnTo>
                    <a:pt x="171500" y="316344"/>
                  </a:lnTo>
                  <a:lnTo>
                    <a:pt x="173253" y="317855"/>
                  </a:lnTo>
                  <a:lnTo>
                    <a:pt x="175450" y="317855"/>
                  </a:lnTo>
                  <a:lnTo>
                    <a:pt x="177990" y="317563"/>
                  </a:lnTo>
                  <a:lnTo>
                    <a:pt x="179578" y="315544"/>
                  </a:lnTo>
                  <a:close/>
                </a:path>
                <a:path w="326390" h="335279">
                  <a:moveTo>
                    <a:pt x="207543" y="30899"/>
                  </a:moveTo>
                  <a:lnTo>
                    <a:pt x="207048" y="26454"/>
                  </a:lnTo>
                  <a:lnTo>
                    <a:pt x="205028" y="24853"/>
                  </a:lnTo>
                  <a:lnTo>
                    <a:pt x="197548" y="25666"/>
                  </a:lnTo>
                  <a:lnTo>
                    <a:pt x="192239" y="26162"/>
                  </a:lnTo>
                  <a:lnTo>
                    <a:pt x="184721" y="26708"/>
                  </a:lnTo>
                  <a:lnTo>
                    <a:pt x="183045" y="28651"/>
                  </a:lnTo>
                  <a:lnTo>
                    <a:pt x="183362" y="33020"/>
                  </a:lnTo>
                  <a:lnTo>
                    <a:pt x="185140" y="34658"/>
                  </a:lnTo>
                  <a:lnTo>
                    <a:pt x="187452" y="34658"/>
                  </a:lnTo>
                  <a:lnTo>
                    <a:pt x="192925" y="34251"/>
                  </a:lnTo>
                  <a:lnTo>
                    <a:pt x="198323" y="33743"/>
                  </a:lnTo>
                  <a:lnTo>
                    <a:pt x="205943" y="32905"/>
                  </a:lnTo>
                  <a:lnTo>
                    <a:pt x="207543" y="30899"/>
                  </a:lnTo>
                  <a:close/>
                </a:path>
                <a:path w="326390" h="335279">
                  <a:moveTo>
                    <a:pt x="239483" y="26174"/>
                  </a:moveTo>
                  <a:lnTo>
                    <a:pt x="238747" y="21755"/>
                  </a:lnTo>
                  <a:lnTo>
                    <a:pt x="236588" y="20256"/>
                  </a:lnTo>
                  <a:lnTo>
                    <a:pt x="229260" y="21513"/>
                  </a:lnTo>
                  <a:lnTo>
                    <a:pt x="223989" y="22352"/>
                  </a:lnTo>
                  <a:lnTo>
                    <a:pt x="216433" y="23418"/>
                  </a:lnTo>
                  <a:lnTo>
                    <a:pt x="214896" y="25463"/>
                  </a:lnTo>
                  <a:lnTo>
                    <a:pt x="215493" y="29705"/>
                  </a:lnTo>
                  <a:lnTo>
                    <a:pt x="217233" y="31178"/>
                  </a:lnTo>
                  <a:lnTo>
                    <a:pt x="219608" y="31165"/>
                  </a:lnTo>
                  <a:lnTo>
                    <a:pt x="225196" y="30365"/>
                  </a:lnTo>
                  <a:lnTo>
                    <a:pt x="230543" y="29527"/>
                  </a:lnTo>
                  <a:lnTo>
                    <a:pt x="237998" y="28270"/>
                  </a:lnTo>
                  <a:lnTo>
                    <a:pt x="239483" y="26174"/>
                  </a:lnTo>
                  <a:close/>
                </a:path>
                <a:path w="326390" h="335279">
                  <a:moveTo>
                    <a:pt x="271106" y="19837"/>
                  </a:moveTo>
                  <a:lnTo>
                    <a:pt x="270154" y="15481"/>
                  </a:lnTo>
                  <a:lnTo>
                    <a:pt x="268084" y="14058"/>
                  </a:lnTo>
                  <a:lnTo>
                    <a:pt x="260794" y="15633"/>
                  </a:lnTo>
                  <a:lnTo>
                    <a:pt x="255562" y="16713"/>
                  </a:lnTo>
                  <a:lnTo>
                    <a:pt x="247954" y="18186"/>
                  </a:lnTo>
                  <a:lnTo>
                    <a:pt x="246519" y="20320"/>
                  </a:lnTo>
                  <a:lnTo>
                    <a:pt x="247319" y="24460"/>
                  </a:lnTo>
                  <a:lnTo>
                    <a:pt x="249021" y="25806"/>
                  </a:lnTo>
                  <a:lnTo>
                    <a:pt x="251180" y="25806"/>
                  </a:lnTo>
                  <a:lnTo>
                    <a:pt x="251434" y="25781"/>
                  </a:lnTo>
                  <a:lnTo>
                    <a:pt x="257162" y="24676"/>
                  </a:lnTo>
                  <a:lnTo>
                    <a:pt x="262458" y="23583"/>
                  </a:lnTo>
                  <a:lnTo>
                    <a:pt x="269735" y="21996"/>
                  </a:lnTo>
                  <a:lnTo>
                    <a:pt x="271106" y="19837"/>
                  </a:lnTo>
                  <a:close/>
                </a:path>
                <a:path w="326390" h="335279">
                  <a:moveTo>
                    <a:pt x="302463" y="12204"/>
                  </a:moveTo>
                  <a:lnTo>
                    <a:pt x="301345" y="7861"/>
                  </a:lnTo>
                  <a:lnTo>
                    <a:pt x="299135" y="6553"/>
                  </a:lnTo>
                  <a:lnTo>
                    <a:pt x="287096" y="9639"/>
                  </a:lnTo>
                  <a:lnTo>
                    <a:pt x="279234" y="11506"/>
                  </a:lnTo>
                  <a:lnTo>
                    <a:pt x="277888" y="13690"/>
                  </a:lnTo>
                  <a:lnTo>
                    <a:pt x="278853" y="17741"/>
                  </a:lnTo>
                  <a:lnTo>
                    <a:pt x="280517" y="18999"/>
                  </a:lnTo>
                  <a:lnTo>
                    <a:pt x="282676" y="18999"/>
                  </a:lnTo>
                  <a:lnTo>
                    <a:pt x="282981" y="18961"/>
                  </a:lnTo>
                  <a:lnTo>
                    <a:pt x="289039" y="17513"/>
                  </a:lnTo>
                  <a:lnTo>
                    <a:pt x="301167" y="14414"/>
                  </a:lnTo>
                  <a:lnTo>
                    <a:pt x="302463" y="12204"/>
                  </a:lnTo>
                  <a:close/>
                </a:path>
                <a:path w="326390" h="335279">
                  <a:moveTo>
                    <a:pt x="325780" y="5499"/>
                  </a:moveTo>
                  <a:lnTo>
                    <a:pt x="324472" y="1206"/>
                  </a:lnTo>
                  <a:lnTo>
                    <a:pt x="322224" y="0"/>
                  </a:lnTo>
                  <a:lnTo>
                    <a:pt x="317271" y="1524"/>
                  </a:lnTo>
                  <a:lnTo>
                    <a:pt x="310222" y="3530"/>
                  </a:lnTo>
                  <a:lnTo>
                    <a:pt x="308965" y="5791"/>
                  </a:lnTo>
                  <a:lnTo>
                    <a:pt x="310095" y="9728"/>
                  </a:lnTo>
                  <a:lnTo>
                    <a:pt x="311721" y="10883"/>
                  </a:lnTo>
                  <a:lnTo>
                    <a:pt x="313855" y="10883"/>
                  </a:lnTo>
                  <a:lnTo>
                    <a:pt x="314236" y="10833"/>
                  </a:lnTo>
                  <a:lnTo>
                    <a:pt x="319620" y="9296"/>
                  </a:lnTo>
                  <a:lnTo>
                    <a:pt x="324573" y="7759"/>
                  </a:lnTo>
                  <a:lnTo>
                    <a:pt x="325780" y="5499"/>
                  </a:lnTo>
                  <a:close/>
                </a:path>
              </a:pathLst>
            </a:custGeom>
            <a:solidFill>
              <a:srgbClr val="4535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5417736" y="9046375"/>
              <a:ext cx="20320" cy="20955"/>
            </a:xfrm>
            <a:custGeom>
              <a:avLst/>
              <a:gdLst/>
              <a:ahLst/>
              <a:cxnLst/>
              <a:rect l="l" t="t" r="r" b="b"/>
              <a:pathLst>
                <a:path w="20319" h="20954">
                  <a:moveTo>
                    <a:pt x="9942" y="0"/>
                  </a:moveTo>
                  <a:lnTo>
                    <a:pt x="2488" y="3214"/>
                  </a:lnTo>
                  <a:lnTo>
                    <a:pt x="0" y="10287"/>
                  </a:lnTo>
                  <a:lnTo>
                    <a:pt x="2482" y="17360"/>
                  </a:lnTo>
                  <a:lnTo>
                    <a:pt x="9942" y="20575"/>
                  </a:lnTo>
                  <a:lnTo>
                    <a:pt x="17395" y="17360"/>
                  </a:lnTo>
                  <a:lnTo>
                    <a:pt x="19884" y="10287"/>
                  </a:lnTo>
                  <a:lnTo>
                    <a:pt x="17401" y="321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BEA99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3" name="object 513" descr=""/>
          <p:cNvSpPr/>
          <p:nvPr/>
        </p:nvSpPr>
        <p:spPr>
          <a:xfrm>
            <a:off x="15200007" y="9772208"/>
            <a:ext cx="479425" cy="92710"/>
          </a:xfrm>
          <a:custGeom>
            <a:avLst/>
            <a:gdLst/>
            <a:ahLst/>
            <a:cxnLst/>
            <a:rect l="l" t="t" r="r" b="b"/>
            <a:pathLst>
              <a:path w="479425" h="92709">
                <a:moveTo>
                  <a:pt x="473074" y="0"/>
                </a:moveTo>
                <a:lnTo>
                  <a:pt x="6135" y="0"/>
                </a:lnTo>
                <a:lnTo>
                  <a:pt x="0" y="6135"/>
                </a:lnTo>
                <a:lnTo>
                  <a:pt x="0" y="86510"/>
                </a:lnTo>
                <a:lnTo>
                  <a:pt x="6135" y="92635"/>
                </a:lnTo>
                <a:lnTo>
                  <a:pt x="465577" y="92635"/>
                </a:lnTo>
                <a:lnTo>
                  <a:pt x="473074" y="92635"/>
                </a:lnTo>
                <a:lnTo>
                  <a:pt x="479200" y="86510"/>
                </a:lnTo>
                <a:lnTo>
                  <a:pt x="479200" y="6135"/>
                </a:lnTo>
                <a:lnTo>
                  <a:pt x="473074" y="0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4" name="object 514" descr=""/>
          <p:cNvGrpSpPr/>
          <p:nvPr/>
        </p:nvGrpSpPr>
        <p:grpSpPr>
          <a:xfrm>
            <a:off x="15186640" y="9017185"/>
            <a:ext cx="207645" cy="796290"/>
            <a:chOff x="15186640" y="9017185"/>
            <a:chExt cx="207645" cy="796290"/>
          </a:xfrm>
        </p:grpSpPr>
        <p:sp>
          <p:nvSpPr>
            <p:cNvPr id="515" name="object 515" descr=""/>
            <p:cNvSpPr/>
            <p:nvPr/>
          </p:nvSpPr>
          <p:spPr>
            <a:xfrm>
              <a:off x="15201106" y="9063295"/>
              <a:ext cx="140335" cy="554355"/>
            </a:xfrm>
            <a:custGeom>
              <a:avLst/>
              <a:gdLst/>
              <a:ahLst/>
              <a:cxnLst/>
              <a:rect l="l" t="t" r="r" b="b"/>
              <a:pathLst>
                <a:path w="140334" h="554354">
                  <a:moveTo>
                    <a:pt x="94401" y="0"/>
                  </a:moveTo>
                  <a:lnTo>
                    <a:pt x="36423" y="18483"/>
                  </a:lnTo>
                  <a:lnTo>
                    <a:pt x="2801" y="77298"/>
                  </a:lnTo>
                  <a:lnTo>
                    <a:pt x="0" y="132424"/>
                  </a:lnTo>
                  <a:lnTo>
                    <a:pt x="1776" y="195253"/>
                  </a:lnTo>
                  <a:lnTo>
                    <a:pt x="7010" y="262091"/>
                  </a:lnTo>
                  <a:lnTo>
                    <a:pt x="14585" y="329246"/>
                  </a:lnTo>
                  <a:lnTo>
                    <a:pt x="23382" y="393026"/>
                  </a:lnTo>
                  <a:lnTo>
                    <a:pt x="32283" y="449737"/>
                  </a:lnTo>
                  <a:lnTo>
                    <a:pt x="40168" y="495686"/>
                  </a:lnTo>
                  <a:lnTo>
                    <a:pt x="48422" y="540530"/>
                  </a:lnTo>
                  <a:lnTo>
                    <a:pt x="74590" y="554333"/>
                  </a:lnTo>
                  <a:lnTo>
                    <a:pt x="91520" y="551028"/>
                  </a:lnTo>
                  <a:lnTo>
                    <a:pt x="106610" y="486171"/>
                  </a:lnTo>
                  <a:lnTo>
                    <a:pt x="111558" y="427065"/>
                  </a:lnTo>
                  <a:lnTo>
                    <a:pt x="137720" y="99668"/>
                  </a:lnTo>
                  <a:lnTo>
                    <a:pt x="140021" y="74282"/>
                  </a:lnTo>
                  <a:lnTo>
                    <a:pt x="136957" y="33910"/>
                  </a:lnTo>
                  <a:lnTo>
                    <a:pt x="120093" y="9652"/>
                  </a:lnTo>
                  <a:lnTo>
                    <a:pt x="94401" y="0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6" name="object 516" descr=""/>
            <p:cNvSpPr/>
            <p:nvPr/>
          </p:nvSpPr>
          <p:spPr>
            <a:xfrm>
              <a:off x="15186640" y="9017185"/>
              <a:ext cx="165735" cy="523240"/>
            </a:xfrm>
            <a:custGeom>
              <a:avLst/>
              <a:gdLst/>
              <a:ahLst/>
              <a:cxnLst/>
              <a:rect l="l" t="t" r="r" b="b"/>
              <a:pathLst>
                <a:path w="165734" h="523240">
                  <a:moveTo>
                    <a:pt x="93337" y="0"/>
                  </a:moveTo>
                  <a:lnTo>
                    <a:pt x="51701" y="127"/>
                  </a:lnTo>
                  <a:lnTo>
                    <a:pt x="21758" y="10404"/>
                  </a:lnTo>
                  <a:lnTo>
                    <a:pt x="4270" y="31206"/>
                  </a:lnTo>
                  <a:lnTo>
                    <a:pt x="0" y="62909"/>
                  </a:lnTo>
                  <a:lnTo>
                    <a:pt x="918" y="153120"/>
                  </a:lnTo>
                  <a:lnTo>
                    <a:pt x="2281" y="210451"/>
                  </a:lnTo>
                  <a:lnTo>
                    <a:pt x="5040" y="259439"/>
                  </a:lnTo>
                  <a:lnTo>
                    <a:pt x="10146" y="324618"/>
                  </a:lnTo>
                  <a:lnTo>
                    <a:pt x="17269" y="397796"/>
                  </a:lnTo>
                  <a:lnTo>
                    <a:pt x="24365" y="452908"/>
                  </a:lnTo>
                  <a:lnTo>
                    <a:pt x="31988" y="499754"/>
                  </a:lnTo>
                  <a:lnTo>
                    <a:pt x="68031" y="516129"/>
                  </a:lnTo>
                  <a:lnTo>
                    <a:pt x="90235" y="522616"/>
                  </a:lnTo>
                  <a:lnTo>
                    <a:pt x="107770" y="520140"/>
                  </a:lnTo>
                  <a:lnTo>
                    <a:pt x="129807" y="509628"/>
                  </a:lnTo>
                  <a:lnTo>
                    <a:pt x="156427" y="189309"/>
                  </a:lnTo>
                  <a:lnTo>
                    <a:pt x="161392" y="134704"/>
                  </a:lnTo>
                  <a:lnTo>
                    <a:pt x="165220" y="99159"/>
                  </a:lnTo>
                  <a:lnTo>
                    <a:pt x="162157" y="62401"/>
                  </a:lnTo>
                  <a:lnTo>
                    <a:pt x="146697" y="31717"/>
                  </a:lnTo>
                  <a:lnTo>
                    <a:pt x="122527" y="9964"/>
                  </a:lnTo>
                  <a:lnTo>
                    <a:pt x="93337" y="0"/>
                  </a:lnTo>
                  <a:close/>
                </a:path>
              </a:pathLst>
            </a:custGeom>
            <a:solidFill>
              <a:srgbClr val="3039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7" name="object 517" descr=""/>
            <p:cNvSpPr/>
            <p:nvPr/>
          </p:nvSpPr>
          <p:spPr>
            <a:xfrm>
              <a:off x="15218719" y="9502519"/>
              <a:ext cx="97790" cy="19050"/>
            </a:xfrm>
            <a:custGeom>
              <a:avLst/>
              <a:gdLst/>
              <a:ahLst/>
              <a:cxnLst/>
              <a:rect l="l" t="t" r="r" b="b"/>
              <a:pathLst>
                <a:path w="97790" h="19050">
                  <a:moveTo>
                    <a:pt x="3507" y="0"/>
                  </a:moveTo>
                  <a:lnTo>
                    <a:pt x="1361" y="1026"/>
                  </a:lnTo>
                  <a:lnTo>
                    <a:pt x="0" y="4942"/>
                  </a:lnTo>
                  <a:lnTo>
                    <a:pt x="1036" y="7067"/>
                  </a:lnTo>
                  <a:lnTo>
                    <a:pt x="8847" y="9769"/>
                  </a:lnTo>
                  <a:lnTo>
                    <a:pt x="18041" y="12083"/>
                  </a:lnTo>
                  <a:lnTo>
                    <a:pt x="18344" y="12114"/>
                  </a:lnTo>
                  <a:lnTo>
                    <a:pt x="20334" y="12114"/>
                  </a:lnTo>
                  <a:lnTo>
                    <a:pt x="21852" y="10983"/>
                  </a:lnTo>
                  <a:lnTo>
                    <a:pt x="22784" y="7277"/>
                  </a:lnTo>
                  <a:lnTo>
                    <a:pt x="21570" y="5235"/>
                  </a:lnTo>
                  <a:lnTo>
                    <a:pt x="11015" y="2586"/>
                  </a:lnTo>
                  <a:lnTo>
                    <a:pt x="3507" y="0"/>
                  </a:lnTo>
                  <a:close/>
                </a:path>
                <a:path w="97790" h="19050">
                  <a:moveTo>
                    <a:pt x="94196" y="6774"/>
                  </a:moveTo>
                  <a:lnTo>
                    <a:pt x="92227" y="7329"/>
                  </a:lnTo>
                  <a:lnTo>
                    <a:pt x="89672" y="8156"/>
                  </a:lnTo>
                  <a:lnTo>
                    <a:pt x="88814" y="10146"/>
                  </a:lnTo>
                  <a:lnTo>
                    <a:pt x="89871" y="13695"/>
                  </a:lnTo>
                  <a:lnTo>
                    <a:pt x="91473" y="14701"/>
                  </a:lnTo>
                  <a:lnTo>
                    <a:pt x="93473" y="14701"/>
                  </a:lnTo>
                  <a:lnTo>
                    <a:pt x="93808" y="14659"/>
                  </a:lnTo>
                  <a:lnTo>
                    <a:pt x="96143" y="14051"/>
                  </a:lnTo>
                  <a:lnTo>
                    <a:pt x="97337" y="11999"/>
                  </a:lnTo>
                  <a:lnTo>
                    <a:pt x="96290" y="7999"/>
                  </a:lnTo>
                  <a:lnTo>
                    <a:pt x="94196" y="6774"/>
                  </a:lnTo>
                  <a:close/>
                </a:path>
                <a:path w="97790" h="19050">
                  <a:moveTo>
                    <a:pt x="31915" y="7518"/>
                  </a:moveTo>
                  <a:lnTo>
                    <a:pt x="29999" y="8837"/>
                  </a:lnTo>
                  <a:lnTo>
                    <a:pt x="29245" y="12910"/>
                  </a:lnTo>
                  <a:lnTo>
                    <a:pt x="30595" y="14858"/>
                  </a:lnTo>
                  <a:lnTo>
                    <a:pt x="37737" y="16177"/>
                  </a:lnTo>
                  <a:lnTo>
                    <a:pt x="42825" y="16920"/>
                  </a:lnTo>
                  <a:lnTo>
                    <a:pt x="47757" y="17465"/>
                  </a:lnTo>
                  <a:lnTo>
                    <a:pt x="48166" y="17486"/>
                  </a:lnTo>
                  <a:lnTo>
                    <a:pt x="50061" y="17486"/>
                  </a:lnTo>
                  <a:lnTo>
                    <a:pt x="51684" y="16062"/>
                  </a:lnTo>
                  <a:lnTo>
                    <a:pt x="52113" y="12083"/>
                  </a:lnTo>
                  <a:lnTo>
                    <a:pt x="50626" y="10230"/>
                  </a:lnTo>
                  <a:lnTo>
                    <a:pt x="43820" y="9497"/>
                  </a:lnTo>
                  <a:lnTo>
                    <a:pt x="38920" y="8764"/>
                  </a:lnTo>
                  <a:lnTo>
                    <a:pt x="33988" y="7863"/>
                  </a:lnTo>
                  <a:lnTo>
                    <a:pt x="31915" y="7518"/>
                  </a:lnTo>
                  <a:close/>
                </a:path>
                <a:path w="97790" h="19050">
                  <a:moveTo>
                    <a:pt x="79767" y="10031"/>
                  </a:moveTo>
                  <a:lnTo>
                    <a:pt x="73725" y="10722"/>
                  </a:lnTo>
                  <a:lnTo>
                    <a:pt x="69495" y="10942"/>
                  </a:lnTo>
                  <a:lnTo>
                    <a:pt x="61044" y="10942"/>
                  </a:lnTo>
                  <a:lnTo>
                    <a:pt x="59390" y="12575"/>
                  </a:lnTo>
                  <a:lnTo>
                    <a:pt x="59348" y="16701"/>
                  </a:lnTo>
                  <a:lnTo>
                    <a:pt x="61013" y="18397"/>
                  </a:lnTo>
                  <a:lnTo>
                    <a:pt x="65139" y="18439"/>
                  </a:lnTo>
                  <a:lnTo>
                    <a:pt x="69777" y="18439"/>
                  </a:lnTo>
                  <a:lnTo>
                    <a:pt x="74280" y="18198"/>
                  </a:lnTo>
                  <a:lnTo>
                    <a:pt x="80562" y="17507"/>
                  </a:lnTo>
                  <a:lnTo>
                    <a:pt x="82049" y="15643"/>
                  </a:lnTo>
                  <a:lnTo>
                    <a:pt x="81589" y="11528"/>
                  </a:lnTo>
                  <a:lnTo>
                    <a:pt x="80875" y="10942"/>
                  </a:lnTo>
                  <a:lnTo>
                    <a:pt x="65181" y="10942"/>
                  </a:lnTo>
                  <a:lnTo>
                    <a:pt x="80850" y="10921"/>
                  </a:lnTo>
                  <a:lnTo>
                    <a:pt x="79767" y="10031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8" name="object 518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5239184" y="9540557"/>
              <a:ext cx="154485" cy="272309"/>
            </a:xfrm>
            <a:prstGeom prst="rect">
              <a:avLst/>
            </a:prstGeom>
          </p:spPr>
        </p:pic>
      </p:grpSp>
      <p:grpSp>
        <p:nvGrpSpPr>
          <p:cNvPr id="519" name="object 519" descr=""/>
          <p:cNvGrpSpPr/>
          <p:nvPr/>
        </p:nvGrpSpPr>
        <p:grpSpPr>
          <a:xfrm>
            <a:off x="15255752" y="9024832"/>
            <a:ext cx="420370" cy="1180465"/>
            <a:chOff x="15255752" y="9024832"/>
            <a:chExt cx="420370" cy="1180465"/>
          </a:xfrm>
        </p:grpSpPr>
        <p:sp>
          <p:nvSpPr>
            <p:cNvPr id="520" name="object 520" descr=""/>
            <p:cNvSpPr/>
            <p:nvPr/>
          </p:nvSpPr>
          <p:spPr>
            <a:xfrm>
              <a:off x="15521567" y="9070943"/>
              <a:ext cx="140335" cy="554355"/>
            </a:xfrm>
            <a:custGeom>
              <a:avLst/>
              <a:gdLst/>
              <a:ahLst/>
              <a:cxnLst/>
              <a:rect l="l" t="t" r="r" b="b"/>
              <a:pathLst>
                <a:path w="140334" h="554354">
                  <a:moveTo>
                    <a:pt x="45620" y="0"/>
                  </a:moveTo>
                  <a:lnTo>
                    <a:pt x="19928" y="9652"/>
                  </a:lnTo>
                  <a:lnTo>
                    <a:pt x="3064" y="33910"/>
                  </a:lnTo>
                  <a:lnTo>
                    <a:pt x="0" y="74282"/>
                  </a:lnTo>
                  <a:lnTo>
                    <a:pt x="2301" y="99668"/>
                  </a:lnTo>
                  <a:lnTo>
                    <a:pt x="28459" y="427065"/>
                  </a:lnTo>
                  <a:lnTo>
                    <a:pt x="33407" y="486171"/>
                  </a:lnTo>
                  <a:lnTo>
                    <a:pt x="37190" y="527664"/>
                  </a:lnTo>
                  <a:lnTo>
                    <a:pt x="65431" y="554333"/>
                  </a:lnTo>
                  <a:lnTo>
                    <a:pt x="82382" y="551830"/>
                  </a:lnTo>
                  <a:lnTo>
                    <a:pt x="99851" y="495686"/>
                  </a:lnTo>
                  <a:lnTo>
                    <a:pt x="107736" y="449737"/>
                  </a:lnTo>
                  <a:lnTo>
                    <a:pt x="116635" y="393026"/>
                  </a:lnTo>
                  <a:lnTo>
                    <a:pt x="125431" y="329246"/>
                  </a:lnTo>
                  <a:lnTo>
                    <a:pt x="133006" y="262091"/>
                  </a:lnTo>
                  <a:lnTo>
                    <a:pt x="138241" y="195253"/>
                  </a:lnTo>
                  <a:lnTo>
                    <a:pt x="140019" y="132424"/>
                  </a:lnTo>
                  <a:lnTo>
                    <a:pt x="137220" y="77298"/>
                  </a:lnTo>
                  <a:lnTo>
                    <a:pt x="125940" y="43603"/>
                  </a:lnTo>
                  <a:lnTo>
                    <a:pt x="103598" y="18483"/>
                  </a:lnTo>
                  <a:lnTo>
                    <a:pt x="75168" y="3446"/>
                  </a:lnTo>
                  <a:lnTo>
                    <a:pt x="45620" y="0"/>
                  </a:lnTo>
                  <a:close/>
                </a:path>
              </a:pathLst>
            </a:custGeom>
            <a:solidFill>
              <a:srgbClr val="EBD2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1" name="object 521" descr=""/>
            <p:cNvSpPr/>
            <p:nvPr/>
          </p:nvSpPr>
          <p:spPr>
            <a:xfrm>
              <a:off x="15510836" y="9024832"/>
              <a:ext cx="165735" cy="523240"/>
            </a:xfrm>
            <a:custGeom>
              <a:avLst/>
              <a:gdLst/>
              <a:ahLst/>
              <a:cxnLst/>
              <a:rect l="l" t="t" r="r" b="b"/>
              <a:pathLst>
                <a:path w="165734" h="523240">
                  <a:moveTo>
                    <a:pt x="71882" y="0"/>
                  </a:moveTo>
                  <a:lnTo>
                    <a:pt x="42692" y="9964"/>
                  </a:lnTo>
                  <a:lnTo>
                    <a:pt x="18522" y="31717"/>
                  </a:lnTo>
                  <a:lnTo>
                    <a:pt x="3062" y="62401"/>
                  </a:lnTo>
                  <a:lnTo>
                    <a:pt x="0" y="99159"/>
                  </a:lnTo>
                  <a:lnTo>
                    <a:pt x="3828" y="134704"/>
                  </a:lnTo>
                  <a:lnTo>
                    <a:pt x="8792" y="189309"/>
                  </a:lnTo>
                  <a:lnTo>
                    <a:pt x="35412" y="509628"/>
                  </a:lnTo>
                  <a:lnTo>
                    <a:pt x="57449" y="520140"/>
                  </a:lnTo>
                  <a:lnTo>
                    <a:pt x="74984" y="522616"/>
                  </a:lnTo>
                  <a:lnTo>
                    <a:pt x="97188" y="516129"/>
                  </a:lnTo>
                  <a:lnTo>
                    <a:pt x="133231" y="499754"/>
                  </a:lnTo>
                  <a:lnTo>
                    <a:pt x="140854" y="452908"/>
                  </a:lnTo>
                  <a:lnTo>
                    <a:pt x="147950" y="397796"/>
                  </a:lnTo>
                  <a:lnTo>
                    <a:pt x="155073" y="324618"/>
                  </a:lnTo>
                  <a:lnTo>
                    <a:pt x="160179" y="259439"/>
                  </a:lnTo>
                  <a:lnTo>
                    <a:pt x="162938" y="210451"/>
                  </a:lnTo>
                  <a:lnTo>
                    <a:pt x="164301" y="153120"/>
                  </a:lnTo>
                  <a:lnTo>
                    <a:pt x="165220" y="62909"/>
                  </a:lnTo>
                  <a:lnTo>
                    <a:pt x="160949" y="31206"/>
                  </a:lnTo>
                  <a:lnTo>
                    <a:pt x="143461" y="10404"/>
                  </a:lnTo>
                  <a:lnTo>
                    <a:pt x="113518" y="127"/>
                  </a:lnTo>
                  <a:lnTo>
                    <a:pt x="71882" y="0"/>
                  </a:lnTo>
                  <a:close/>
                </a:path>
              </a:pathLst>
            </a:custGeom>
            <a:solidFill>
              <a:srgbClr val="30396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2" name="object 522" descr=""/>
            <p:cNvSpPr/>
            <p:nvPr/>
          </p:nvSpPr>
          <p:spPr>
            <a:xfrm>
              <a:off x="15547606" y="9509651"/>
              <a:ext cx="96520" cy="18415"/>
            </a:xfrm>
            <a:custGeom>
              <a:avLst/>
              <a:gdLst/>
              <a:ahLst/>
              <a:cxnLst/>
              <a:rect l="l" t="t" r="r" b="b"/>
              <a:pathLst>
                <a:path w="96519" h="18415">
                  <a:moveTo>
                    <a:pt x="92960" y="0"/>
                  </a:moveTo>
                  <a:lnTo>
                    <a:pt x="85526" y="2554"/>
                  </a:lnTo>
                  <a:lnTo>
                    <a:pt x="75076" y="5183"/>
                  </a:lnTo>
                  <a:lnTo>
                    <a:pt x="73872" y="7203"/>
                  </a:lnTo>
                  <a:lnTo>
                    <a:pt x="74793" y="10879"/>
                  </a:lnTo>
                  <a:lnTo>
                    <a:pt x="76301" y="11999"/>
                  </a:lnTo>
                  <a:lnTo>
                    <a:pt x="78259" y="11999"/>
                  </a:lnTo>
                  <a:lnTo>
                    <a:pt x="78877" y="11894"/>
                  </a:lnTo>
                  <a:lnTo>
                    <a:pt x="87672" y="9675"/>
                  </a:lnTo>
                  <a:lnTo>
                    <a:pt x="95410" y="7005"/>
                  </a:lnTo>
                  <a:lnTo>
                    <a:pt x="96436" y="4889"/>
                  </a:lnTo>
                  <a:lnTo>
                    <a:pt x="95096" y="1015"/>
                  </a:lnTo>
                  <a:lnTo>
                    <a:pt x="92960" y="0"/>
                  </a:lnTo>
                  <a:close/>
                </a:path>
                <a:path w="96519" h="18415">
                  <a:moveTo>
                    <a:pt x="3245" y="6711"/>
                  </a:moveTo>
                  <a:lnTo>
                    <a:pt x="1151" y="7832"/>
                  </a:lnTo>
                  <a:lnTo>
                    <a:pt x="0" y="11769"/>
                  </a:lnTo>
                  <a:lnTo>
                    <a:pt x="1120" y="13832"/>
                  </a:lnTo>
                  <a:lnTo>
                    <a:pt x="3099" y="14407"/>
                  </a:lnTo>
                  <a:lnTo>
                    <a:pt x="4533" y="10973"/>
                  </a:lnTo>
                  <a:lnTo>
                    <a:pt x="5183" y="7287"/>
                  </a:lnTo>
                  <a:lnTo>
                    <a:pt x="3245" y="6711"/>
                  </a:lnTo>
                  <a:close/>
                </a:path>
                <a:path w="96519" h="18415">
                  <a:moveTo>
                    <a:pt x="64793" y="7455"/>
                  </a:moveTo>
                  <a:lnTo>
                    <a:pt x="62762" y="7779"/>
                  </a:lnTo>
                  <a:lnTo>
                    <a:pt x="57893" y="8680"/>
                  </a:lnTo>
                  <a:lnTo>
                    <a:pt x="53035" y="9392"/>
                  </a:lnTo>
                  <a:lnTo>
                    <a:pt x="46302" y="10125"/>
                  </a:lnTo>
                  <a:lnTo>
                    <a:pt x="44815" y="11957"/>
                  </a:lnTo>
                  <a:lnTo>
                    <a:pt x="45244" y="15905"/>
                  </a:lnTo>
                  <a:lnTo>
                    <a:pt x="46857" y="17308"/>
                  </a:lnTo>
                  <a:lnTo>
                    <a:pt x="48867" y="17308"/>
                  </a:lnTo>
                  <a:lnTo>
                    <a:pt x="54019" y="16753"/>
                  </a:lnTo>
                  <a:lnTo>
                    <a:pt x="59066" y="16020"/>
                  </a:lnTo>
                  <a:lnTo>
                    <a:pt x="66134" y="14711"/>
                  </a:lnTo>
                  <a:lnTo>
                    <a:pt x="67463" y="12774"/>
                  </a:lnTo>
                  <a:lnTo>
                    <a:pt x="66720" y="8743"/>
                  </a:lnTo>
                  <a:lnTo>
                    <a:pt x="64793" y="7455"/>
                  </a:lnTo>
                  <a:close/>
                </a:path>
                <a:path w="96519" h="18415">
                  <a:moveTo>
                    <a:pt x="17371" y="9947"/>
                  </a:moveTo>
                  <a:lnTo>
                    <a:pt x="15622" y="11423"/>
                  </a:lnTo>
                  <a:lnTo>
                    <a:pt x="15172" y="15496"/>
                  </a:lnTo>
                  <a:lnTo>
                    <a:pt x="16638" y="17339"/>
                  </a:lnTo>
                  <a:lnTo>
                    <a:pt x="22868" y="18020"/>
                  </a:lnTo>
                  <a:lnTo>
                    <a:pt x="27329" y="18261"/>
                  </a:lnTo>
                  <a:lnTo>
                    <a:pt x="31925" y="18261"/>
                  </a:lnTo>
                  <a:lnTo>
                    <a:pt x="35998" y="18229"/>
                  </a:lnTo>
                  <a:lnTo>
                    <a:pt x="37653" y="16543"/>
                  </a:lnTo>
                  <a:lnTo>
                    <a:pt x="37600" y="12460"/>
                  </a:lnTo>
                  <a:lnTo>
                    <a:pt x="35957" y="10837"/>
                  </a:lnTo>
                  <a:lnTo>
                    <a:pt x="27601" y="10837"/>
                  </a:lnTo>
                  <a:lnTo>
                    <a:pt x="23423" y="10617"/>
                  </a:lnTo>
                  <a:lnTo>
                    <a:pt x="17371" y="9947"/>
                  </a:lnTo>
                  <a:close/>
                </a:path>
                <a:path w="96519" h="18415">
                  <a:moveTo>
                    <a:pt x="35946" y="10826"/>
                  </a:moveTo>
                  <a:lnTo>
                    <a:pt x="27601" y="10837"/>
                  </a:lnTo>
                  <a:lnTo>
                    <a:pt x="35957" y="10837"/>
                  </a:lnTo>
                  <a:close/>
                </a:path>
              </a:pathLst>
            </a:custGeom>
            <a:solidFill>
              <a:srgbClr val="5A608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3" name="object 523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5469026" y="9549845"/>
              <a:ext cx="154031" cy="270669"/>
            </a:xfrm>
            <a:prstGeom prst="rect">
              <a:avLst/>
            </a:prstGeom>
          </p:spPr>
        </p:pic>
        <p:sp>
          <p:nvSpPr>
            <p:cNvPr id="524" name="object 524" descr=""/>
            <p:cNvSpPr/>
            <p:nvPr/>
          </p:nvSpPr>
          <p:spPr>
            <a:xfrm>
              <a:off x="15255752" y="9345178"/>
              <a:ext cx="363220" cy="497840"/>
            </a:xfrm>
            <a:custGeom>
              <a:avLst/>
              <a:gdLst/>
              <a:ahLst/>
              <a:cxnLst/>
              <a:rect l="l" t="t" r="r" b="b"/>
              <a:pathLst>
                <a:path w="363219" h="497840">
                  <a:moveTo>
                    <a:pt x="299333" y="0"/>
                  </a:moveTo>
                  <a:lnTo>
                    <a:pt x="49320" y="0"/>
                  </a:lnTo>
                  <a:lnTo>
                    <a:pt x="16543" y="256547"/>
                  </a:lnTo>
                  <a:lnTo>
                    <a:pt x="1375" y="391675"/>
                  </a:lnTo>
                  <a:lnTo>
                    <a:pt x="0" y="450031"/>
                  </a:lnTo>
                  <a:lnTo>
                    <a:pt x="8599" y="476268"/>
                  </a:lnTo>
                  <a:lnTo>
                    <a:pt x="28007" y="486705"/>
                  </a:lnTo>
                  <a:lnTo>
                    <a:pt x="69071" y="493322"/>
                  </a:lnTo>
                  <a:lnTo>
                    <a:pt x="124517" y="496660"/>
                  </a:lnTo>
                  <a:lnTo>
                    <a:pt x="187071" y="497264"/>
                  </a:lnTo>
                  <a:lnTo>
                    <a:pt x="249461" y="495679"/>
                  </a:lnTo>
                  <a:lnTo>
                    <a:pt x="304413" y="492447"/>
                  </a:lnTo>
                  <a:lnTo>
                    <a:pt x="344655" y="488113"/>
                  </a:lnTo>
                  <a:lnTo>
                    <a:pt x="362912" y="483220"/>
                  </a:lnTo>
                  <a:lnTo>
                    <a:pt x="358434" y="402103"/>
                  </a:lnTo>
                  <a:lnTo>
                    <a:pt x="335972" y="236619"/>
                  </a:lnTo>
                  <a:lnTo>
                    <a:pt x="311086" y="73631"/>
                  </a:lnTo>
                  <a:lnTo>
                    <a:pt x="299333" y="0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5" name="object 525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5347242" y="9795158"/>
              <a:ext cx="188434" cy="212286"/>
            </a:xfrm>
            <a:prstGeom prst="rect">
              <a:avLst/>
            </a:prstGeom>
          </p:spPr>
        </p:pic>
        <p:sp>
          <p:nvSpPr>
            <p:cNvPr id="526" name="object 526" descr=""/>
            <p:cNvSpPr/>
            <p:nvPr/>
          </p:nvSpPr>
          <p:spPr>
            <a:xfrm>
              <a:off x="15386015" y="9669523"/>
              <a:ext cx="111125" cy="535940"/>
            </a:xfrm>
            <a:custGeom>
              <a:avLst/>
              <a:gdLst/>
              <a:ahLst/>
              <a:cxnLst/>
              <a:rect l="l" t="t" r="r" b="b"/>
              <a:pathLst>
                <a:path w="111125" h="535940">
                  <a:moveTo>
                    <a:pt x="55370" y="0"/>
                  </a:moveTo>
                  <a:lnTo>
                    <a:pt x="33872" y="4059"/>
                  </a:lnTo>
                  <a:lnTo>
                    <a:pt x="16266" y="15113"/>
                  </a:lnTo>
                  <a:lnTo>
                    <a:pt x="4369" y="31474"/>
                  </a:lnTo>
                  <a:lnTo>
                    <a:pt x="0" y="51453"/>
                  </a:lnTo>
                  <a:lnTo>
                    <a:pt x="0" y="483880"/>
                  </a:lnTo>
                  <a:lnTo>
                    <a:pt x="4369" y="503854"/>
                  </a:lnTo>
                  <a:lnTo>
                    <a:pt x="16266" y="520211"/>
                  </a:lnTo>
                  <a:lnTo>
                    <a:pt x="33872" y="531264"/>
                  </a:lnTo>
                  <a:lnTo>
                    <a:pt x="55370" y="535324"/>
                  </a:lnTo>
                  <a:lnTo>
                    <a:pt x="76867" y="531264"/>
                  </a:lnTo>
                  <a:lnTo>
                    <a:pt x="94473" y="520211"/>
                  </a:lnTo>
                  <a:lnTo>
                    <a:pt x="106370" y="503854"/>
                  </a:lnTo>
                  <a:lnTo>
                    <a:pt x="110740" y="483880"/>
                  </a:lnTo>
                  <a:lnTo>
                    <a:pt x="110740" y="51453"/>
                  </a:lnTo>
                  <a:lnTo>
                    <a:pt x="106370" y="31474"/>
                  </a:lnTo>
                  <a:lnTo>
                    <a:pt x="94473" y="15113"/>
                  </a:lnTo>
                  <a:lnTo>
                    <a:pt x="76867" y="4059"/>
                  </a:lnTo>
                  <a:lnTo>
                    <a:pt x="55370" y="0"/>
                  </a:lnTo>
                  <a:close/>
                </a:path>
              </a:pathLst>
            </a:custGeom>
            <a:solidFill>
              <a:srgbClr val="22292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7" name="object 527" descr=""/>
          <p:cNvSpPr/>
          <p:nvPr/>
        </p:nvSpPr>
        <p:spPr>
          <a:xfrm>
            <a:off x="15535673" y="8630066"/>
            <a:ext cx="254635" cy="240665"/>
          </a:xfrm>
          <a:custGeom>
            <a:avLst/>
            <a:gdLst/>
            <a:ahLst/>
            <a:cxnLst/>
            <a:rect l="l" t="t" r="r" b="b"/>
            <a:pathLst>
              <a:path w="254634" h="240665">
                <a:moveTo>
                  <a:pt x="209532" y="0"/>
                </a:moveTo>
                <a:lnTo>
                  <a:pt x="189414" y="6082"/>
                </a:lnTo>
                <a:lnTo>
                  <a:pt x="167780" y="23724"/>
                </a:lnTo>
                <a:lnTo>
                  <a:pt x="147536" y="46317"/>
                </a:lnTo>
                <a:lnTo>
                  <a:pt x="131587" y="67254"/>
                </a:lnTo>
                <a:lnTo>
                  <a:pt x="115092" y="84420"/>
                </a:lnTo>
                <a:lnTo>
                  <a:pt x="77861" y="123744"/>
                </a:lnTo>
                <a:lnTo>
                  <a:pt x="38227" y="167011"/>
                </a:lnTo>
                <a:lnTo>
                  <a:pt x="6833" y="211794"/>
                </a:lnTo>
                <a:lnTo>
                  <a:pt x="0" y="240264"/>
                </a:lnTo>
                <a:lnTo>
                  <a:pt x="18303" y="238840"/>
                </a:lnTo>
                <a:lnTo>
                  <a:pt x="19431" y="220527"/>
                </a:lnTo>
                <a:lnTo>
                  <a:pt x="22890" y="207851"/>
                </a:lnTo>
                <a:lnTo>
                  <a:pt x="47904" y="175753"/>
                </a:lnTo>
                <a:lnTo>
                  <a:pt x="88643" y="133566"/>
                </a:lnTo>
                <a:lnTo>
                  <a:pt x="129493" y="94237"/>
                </a:lnTo>
                <a:lnTo>
                  <a:pt x="145211" y="104687"/>
                </a:lnTo>
                <a:lnTo>
                  <a:pt x="164663" y="109713"/>
                </a:lnTo>
                <a:lnTo>
                  <a:pt x="185575" y="114693"/>
                </a:lnTo>
                <a:lnTo>
                  <a:pt x="205669" y="125001"/>
                </a:lnTo>
                <a:lnTo>
                  <a:pt x="226374" y="132230"/>
                </a:lnTo>
                <a:lnTo>
                  <a:pt x="242770" y="122866"/>
                </a:lnTo>
                <a:lnTo>
                  <a:pt x="252832" y="102235"/>
                </a:lnTo>
                <a:lnTo>
                  <a:pt x="254536" y="75662"/>
                </a:lnTo>
                <a:lnTo>
                  <a:pt x="250380" y="48698"/>
                </a:lnTo>
                <a:lnTo>
                  <a:pt x="242852" y="25223"/>
                </a:lnTo>
                <a:lnTo>
                  <a:pt x="229915" y="8051"/>
                </a:lnTo>
                <a:lnTo>
                  <a:pt x="20953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8" name="object 528" descr=""/>
          <p:cNvGrpSpPr/>
          <p:nvPr/>
        </p:nvGrpSpPr>
        <p:grpSpPr>
          <a:xfrm>
            <a:off x="15092706" y="8630066"/>
            <a:ext cx="481965" cy="443230"/>
            <a:chOff x="15092706" y="8630066"/>
            <a:chExt cx="481965" cy="443230"/>
          </a:xfrm>
        </p:grpSpPr>
        <p:sp>
          <p:nvSpPr>
            <p:cNvPr id="529" name="object 529" descr=""/>
            <p:cNvSpPr/>
            <p:nvPr/>
          </p:nvSpPr>
          <p:spPr>
            <a:xfrm>
              <a:off x="15092706" y="8630066"/>
              <a:ext cx="254635" cy="240665"/>
            </a:xfrm>
            <a:custGeom>
              <a:avLst/>
              <a:gdLst/>
              <a:ahLst/>
              <a:cxnLst/>
              <a:rect l="l" t="t" r="r" b="b"/>
              <a:pathLst>
                <a:path w="254634" h="240665">
                  <a:moveTo>
                    <a:pt x="45003" y="0"/>
                  </a:moveTo>
                  <a:lnTo>
                    <a:pt x="24621" y="8051"/>
                  </a:lnTo>
                  <a:lnTo>
                    <a:pt x="11684" y="25223"/>
                  </a:lnTo>
                  <a:lnTo>
                    <a:pt x="4156" y="48698"/>
                  </a:lnTo>
                  <a:lnTo>
                    <a:pt x="0" y="75662"/>
                  </a:lnTo>
                  <a:lnTo>
                    <a:pt x="1704" y="102235"/>
                  </a:lnTo>
                  <a:lnTo>
                    <a:pt x="11766" y="122866"/>
                  </a:lnTo>
                  <a:lnTo>
                    <a:pt x="28162" y="132230"/>
                  </a:lnTo>
                  <a:lnTo>
                    <a:pt x="48867" y="125001"/>
                  </a:lnTo>
                  <a:lnTo>
                    <a:pt x="68961" y="114693"/>
                  </a:lnTo>
                  <a:lnTo>
                    <a:pt x="89872" y="109713"/>
                  </a:lnTo>
                  <a:lnTo>
                    <a:pt x="109325" y="104687"/>
                  </a:lnTo>
                  <a:lnTo>
                    <a:pt x="125043" y="94237"/>
                  </a:lnTo>
                  <a:lnTo>
                    <a:pt x="143640" y="111939"/>
                  </a:lnTo>
                  <a:lnTo>
                    <a:pt x="188117" y="155907"/>
                  </a:lnTo>
                  <a:lnTo>
                    <a:pt x="223080" y="194898"/>
                  </a:lnTo>
                  <a:lnTo>
                    <a:pt x="236233" y="238840"/>
                  </a:lnTo>
                  <a:lnTo>
                    <a:pt x="254536" y="240264"/>
                  </a:lnTo>
                  <a:lnTo>
                    <a:pt x="240013" y="196004"/>
                  </a:lnTo>
                  <a:lnTo>
                    <a:pt x="176675" y="123744"/>
                  </a:lnTo>
                  <a:lnTo>
                    <a:pt x="139444" y="84420"/>
                  </a:lnTo>
                  <a:lnTo>
                    <a:pt x="122949" y="67254"/>
                  </a:lnTo>
                  <a:lnTo>
                    <a:pt x="107000" y="46317"/>
                  </a:lnTo>
                  <a:lnTo>
                    <a:pt x="86756" y="23724"/>
                  </a:lnTo>
                  <a:lnTo>
                    <a:pt x="65122" y="6082"/>
                  </a:lnTo>
                  <a:lnTo>
                    <a:pt x="4500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0" name="object 530" descr=""/>
            <p:cNvSpPr/>
            <p:nvPr/>
          </p:nvSpPr>
          <p:spPr>
            <a:xfrm>
              <a:off x="15123597" y="8867468"/>
              <a:ext cx="133350" cy="41910"/>
            </a:xfrm>
            <a:custGeom>
              <a:avLst/>
              <a:gdLst/>
              <a:ahLst/>
              <a:cxnLst/>
              <a:rect l="l" t="t" r="r" b="b"/>
              <a:pathLst>
                <a:path w="133350" h="41909">
                  <a:moveTo>
                    <a:pt x="126310" y="0"/>
                  </a:moveTo>
                  <a:lnTo>
                    <a:pt x="14627" y="0"/>
                  </a:lnTo>
                  <a:lnTo>
                    <a:pt x="6586" y="0"/>
                  </a:lnTo>
                  <a:lnTo>
                    <a:pt x="0" y="6586"/>
                  </a:lnTo>
                  <a:lnTo>
                    <a:pt x="0" y="35328"/>
                  </a:lnTo>
                  <a:lnTo>
                    <a:pt x="6575" y="41914"/>
                  </a:lnTo>
                  <a:lnTo>
                    <a:pt x="126310" y="41914"/>
                  </a:lnTo>
                  <a:lnTo>
                    <a:pt x="132886" y="35328"/>
                  </a:lnTo>
                  <a:lnTo>
                    <a:pt x="132886" y="6575"/>
                  </a:lnTo>
                  <a:lnTo>
                    <a:pt x="126310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1" name="object 531" descr=""/>
            <p:cNvSpPr/>
            <p:nvPr/>
          </p:nvSpPr>
          <p:spPr>
            <a:xfrm>
              <a:off x="15147751" y="8867468"/>
              <a:ext cx="144780" cy="41910"/>
            </a:xfrm>
            <a:custGeom>
              <a:avLst/>
              <a:gdLst/>
              <a:ahLst/>
              <a:cxnLst/>
              <a:rect l="l" t="t" r="r" b="b"/>
              <a:pathLst>
                <a:path w="144780" h="41909">
                  <a:moveTo>
                    <a:pt x="140309" y="0"/>
                  </a:moveTo>
                  <a:lnTo>
                    <a:pt x="9402" y="0"/>
                  </a:lnTo>
                  <a:lnTo>
                    <a:pt x="4230" y="0"/>
                  </a:lnTo>
                  <a:lnTo>
                    <a:pt x="0" y="4230"/>
                  </a:lnTo>
                  <a:lnTo>
                    <a:pt x="0" y="37684"/>
                  </a:lnTo>
                  <a:lnTo>
                    <a:pt x="4230" y="41914"/>
                  </a:lnTo>
                  <a:lnTo>
                    <a:pt x="140309" y="41914"/>
                  </a:lnTo>
                  <a:lnTo>
                    <a:pt x="144540" y="37684"/>
                  </a:lnTo>
                  <a:lnTo>
                    <a:pt x="144540" y="4230"/>
                  </a:lnTo>
                  <a:lnTo>
                    <a:pt x="140309" y="0"/>
                  </a:lnTo>
                  <a:close/>
                </a:path>
              </a:pathLst>
            </a:custGeom>
            <a:solidFill>
              <a:srgbClr val="2229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2" name="object 532" descr=""/>
            <p:cNvSpPr/>
            <p:nvPr/>
          </p:nvSpPr>
          <p:spPr>
            <a:xfrm>
              <a:off x="15292285" y="8850294"/>
              <a:ext cx="281940" cy="222885"/>
            </a:xfrm>
            <a:custGeom>
              <a:avLst/>
              <a:gdLst/>
              <a:ahLst/>
              <a:cxnLst/>
              <a:rect l="l" t="t" r="r" b="b"/>
              <a:pathLst>
                <a:path w="281940" h="222884">
                  <a:moveTo>
                    <a:pt x="265164" y="0"/>
                  </a:moveTo>
                  <a:lnTo>
                    <a:pt x="22062" y="0"/>
                  </a:lnTo>
                  <a:lnTo>
                    <a:pt x="13477" y="4997"/>
                  </a:lnTo>
                  <a:lnTo>
                    <a:pt x="6464" y="18623"/>
                  </a:lnTo>
                  <a:lnTo>
                    <a:pt x="1734" y="38833"/>
                  </a:lnTo>
                  <a:lnTo>
                    <a:pt x="0" y="63579"/>
                  </a:lnTo>
                  <a:lnTo>
                    <a:pt x="0" y="127556"/>
                  </a:lnTo>
                  <a:lnTo>
                    <a:pt x="5146" y="168357"/>
                  </a:lnTo>
                  <a:lnTo>
                    <a:pt x="80929" y="222474"/>
                  </a:lnTo>
                  <a:lnTo>
                    <a:pt x="216328" y="222474"/>
                  </a:lnTo>
                  <a:lnTo>
                    <a:pt x="269321" y="183093"/>
                  </a:lnTo>
                  <a:lnTo>
                    <a:pt x="281802" y="136665"/>
                  </a:lnTo>
                  <a:lnTo>
                    <a:pt x="281802" y="47946"/>
                  </a:lnTo>
                  <a:lnTo>
                    <a:pt x="280496" y="29282"/>
                  </a:lnTo>
                  <a:lnTo>
                    <a:pt x="276931" y="14042"/>
                  </a:lnTo>
                  <a:lnTo>
                    <a:pt x="271642" y="3767"/>
                  </a:lnTo>
                  <a:lnTo>
                    <a:pt x="265164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3" name="object 533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5304444" y="8867221"/>
              <a:ext cx="251664" cy="171418"/>
            </a:xfrm>
            <a:prstGeom prst="rect">
              <a:avLst/>
            </a:prstGeom>
          </p:spPr>
        </p:pic>
      </p:grpSp>
      <p:sp>
        <p:nvSpPr>
          <p:cNvPr id="534" name="object 534" descr=""/>
          <p:cNvSpPr/>
          <p:nvPr/>
        </p:nvSpPr>
        <p:spPr>
          <a:xfrm>
            <a:off x="15255616" y="9256525"/>
            <a:ext cx="365125" cy="464184"/>
          </a:xfrm>
          <a:custGeom>
            <a:avLst/>
            <a:gdLst/>
            <a:ahLst/>
            <a:cxnLst/>
            <a:rect l="l" t="t" r="r" b="b"/>
            <a:pathLst>
              <a:path w="365125" h="464184">
                <a:moveTo>
                  <a:pt x="260013" y="0"/>
                </a:moveTo>
                <a:lnTo>
                  <a:pt x="80280" y="8638"/>
                </a:lnTo>
                <a:lnTo>
                  <a:pt x="42844" y="44459"/>
                </a:lnTo>
                <a:lnTo>
                  <a:pt x="0" y="413966"/>
                </a:lnTo>
                <a:lnTo>
                  <a:pt x="3952" y="433413"/>
                </a:lnTo>
                <a:lnTo>
                  <a:pt x="14715" y="449338"/>
                </a:lnTo>
                <a:lnTo>
                  <a:pt x="30643" y="460097"/>
                </a:lnTo>
                <a:lnTo>
                  <a:pt x="50092" y="464048"/>
                </a:lnTo>
                <a:lnTo>
                  <a:pt x="314440" y="464048"/>
                </a:lnTo>
                <a:lnTo>
                  <a:pt x="333888" y="460097"/>
                </a:lnTo>
                <a:lnTo>
                  <a:pt x="349812" y="449338"/>
                </a:lnTo>
                <a:lnTo>
                  <a:pt x="360571" y="433413"/>
                </a:lnTo>
                <a:lnTo>
                  <a:pt x="364522" y="413966"/>
                </a:lnTo>
                <a:lnTo>
                  <a:pt x="296933" y="61663"/>
                </a:lnTo>
                <a:lnTo>
                  <a:pt x="295037" y="40406"/>
                </a:lnTo>
                <a:lnTo>
                  <a:pt x="288800" y="20500"/>
                </a:lnTo>
                <a:lnTo>
                  <a:pt x="277399" y="5760"/>
                </a:lnTo>
                <a:lnTo>
                  <a:pt x="260013" y="0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5" name="object 535" descr=""/>
          <p:cNvSpPr/>
          <p:nvPr/>
        </p:nvSpPr>
        <p:spPr>
          <a:xfrm>
            <a:off x="15141156" y="8891868"/>
            <a:ext cx="154305" cy="50800"/>
          </a:xfrm>
          <a:custGeom>
            <a:avLst/>
            <a:gdLst/>
            <a:ahLst/>
            <a:cxnLst/>
            <a:rect l="l" t="t" r="r" b="b"/>
            <a:pathLst>
              <a:path w="154305" h="50800">
                <a:moveTo>
                  <a:pt x="151094" y="83"/>
                </a:moveTo>
                <a:lnTo>
                  <a:pt x="93154" y="4577"/>
                </a:lnTo>
                <a:lnTo>
                  <a:pt x="46750" y="16928"/>
                </a:lnTo>
                <a:lnTo>
                  <a:pt x="2554" y="41799"/>
                </a:lnTo>
                <a:lnTo>
                  <a:pt x="0" y="43925"/>
                </a:lnTo>
                <a:lnTo>
                  <a:pt x="251" y="47171"/>
                </a:lnTo>
                <a:lnTo>
                  <a:pt x="4460" y="49925"/>
                </a:lnTo>
                <a:lnTo>
                  <a:pt x="6114" y="50354"/>
                </a:lnTo>
                <a:lnTo>
                  <a:pt x="7758" y="50354"/>
                </a:lnTo>
                <a:lnTo>
                  <a:pt x="9685" y="50354"/>
                </a:lnTo>
                <a:lnTo>
                  <a:pt x="11591" y="49778"/>
                </a:lnTo>
                <a:lnTo>
                  <a:pt x="12973" y="48637"/>
                </a:lnTo>
                <a:lnTo>
                  <a:pt x="50862" y="27052"/>
                </a:lnTo>
                <a:lnTo>
                  <a:pt x="91615" y="15592"/>
                </a:lnTo>
                <a:lnTo>
                  <a:pt x="126147" y="11061"/>
                </a:lnTo>
                <a:lnTo>
                  <a:pt x="147199" y="10261"/>
                </a:lnTo>
                <a:lnTo>
                  <a:pt x="146885" y="10271"/>
                </a:lnTo>
                <a:lnTo>
                  <a:pt x="150780" y="10271"/>
                </a:lnTo>
                <a:lnTo>
                  <a:pt x="153880" y="8073"/>
                </a:lnTo>
                <a:lnTo>
                  <a:pt x="154110" y="2450"/>
                </a:lnTo>
                <a:lnTo>
                  <a:pt x="151094" y="83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6" name="object 536" descr="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15568375" y="8867468"/>
            <a:ext cx="168803" cy="74754"/>
          </a:xfrm>
          <a:prstGeom prst="rect">
            <a:avLst/>
          </a:prstGeom>
        </p:spPr>
      </p:pic>
      <p:grpSp>
        <p:nvGrpSpPr>
          <p:cNvPr id="537" name="object 537" descr=""/>
          <p:cNvGrpSpPr/>
          <p:nvPr/>
        </p:nvGrpSpPr>
        <p:grpSpPr>
          <a:xfrm>
            <a:off x="15119404" y="8815102"/>
            <a:ext cx="617220" cy="984250"/>
            <a:chOff x="15119404" y="8815102"/>
            <a:chExt cx="617220" cy="984250"/>
          </a:xfrm>
        </p:grpSpPr>
        <p:sp>
          <p:nvSpPr>
            <p:cNvPr id="538" name="object 538" descr=""/>
            <p:cNvSpPr/>
            <p:nvPr/>
          </p:nvSpPr>
          <p:spPr>
            <a:xfrm>
              <a:off x="15305210" y="8992525"/>
              <a:ext cx="250190" cy="466090"/>
            </a:xfrm>
            <a:custGeom>
              <a:avLst/>
              <a:gdLst/>
              <a:ahLst/>
              <a:cxnLst/>
              <a:rect l="l" t="t" r="r" b="b"/>
              <a:pathLst>
                <a:path w="250190" h="466090">
                  <a:moveTo>
                    <a:pt x="187177" y="0"/>
                  </a:moveTo>
                  <a:lnTo>
                    <a:pt x="62971" y="0"/>
                  </a:lnTo>
                  <a:lnTo>
                    <a:pt x="45151" y="3871"/>
                  </a:lnTo>
                  <a:lnTo>
                    <a:pt x="30407" y="14485"/>
                  </a:lnTo>
                  <a:lnTo>
                    <a:pt x="20155" y="30343"/>
                  </a:lnTo>
                  <a:lnTo>
                    <a:pt x="15811" y="49946"/>
                  </a:lnTo>
                  <a:lnTo>
                    <a:pt x="0" y="410888"/>
                  </a:lnTo>
                  <a:lnTo>
                    <a:pt x="3016" y="432128"/>
                  </a:lnTo>
                  <a:lnTo>
                    <a:pt x="12961" y="449649"/>
                  </a:lnTo>
                  <a:lnTo>
                    <a:pt x="28213" y="461554"/>
                  </a:lnTo>
                  <a:lnTo>
                    <a:pt x="47150" y="465943"/>
                  </a:lnTo>
                  <a:lnTo>
                    <a:pt x="202663" y="465943"/>
                  </a:lnTo>
                  <a:lnTo>
                    <a:pt x="221588" y="461560"/>
                  </a:lnTo>
                  <a:lnTo>
                    <a:pt x="236838" y="449672"/>
                  </a:lnTo>
                  <a:lnTo>
                    <a:pt x="246790" y="432168"/>
                  </a:lnTo>
                  <a:lnTo>
                    <a:pt x="249824" y="410940"/>
                  </a:lnTo>
                  <a:lnTo>
                    <a:pt x="234338" y="50008"/>
                  </a:lnTo>
                  <a:lnTo>
                    <a:pt x="230005" y="30382"/>
                  </a:lnTo>
                  <a:lnTo>
                    <a:pt x="219757" y="14504"/>
                  </a:lnTo>
                  <a:lnTo>
                    <a:pt x="205009" y="3876"/>
                  </a:lnTo>
                  <a:lnTo>
                    <a:pt x="187177" y="0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9" name="object 539" descr=""/>
            <p:cNvSpPr/>
            <p:nvPr/>
          </p:nvSpPr>
          <p:spPr>
            <a:xfrm>
              <a:off x="15295856" y="8966536"/>
              <a:ext cx="261620" cy="499745"/>
            </a:xfrm>
            <a:custGeom>
              <a:avLst/>
              <a:gdLst/>
              <a:ahLst/>
              <a:cxnLst/>
              <a:rect l="l" t="t" r="r" b="b"/>
              <a:pathLst>
                <a:path w="261619" h="499745">
                  <a:moveTo>
                    <a:pt x="66268" y="290766"/>
                  </a:moveTo>
                  <a:lnTo>
                    <a:pt x="64427" y="232994"/>
                  </a:lnTo>
                  <a:lnTo>
                    <a:pt x="59397" y="206032"/>
                  </a:lnTo>
                  <a:lnTo>
                    <a:pt x="54470" y="172770"/>
                  </a:lnTo>
                  <a:lnTo>
                    <a:pt x="46723" y="111379"/>
                  </a:lnTo>
                  <a:lnTo>
                    <a:pt x="33261" y="0"/>
                  </a:lnTo>
                  <a:lnTo>
                    <a:pt x="24523" y="11150"/>
                  </a:lnTo>
                  <a:lnTo>
                    <a:pt x="12217" y="100342"/>
                  </a:lnTo>
                  <a:lnTo>
                    <a:pt x="8204" y="165544"/>
                  </a:lnTo>
                  <a:lnTo>
                    <a:pt x="5321" y="235915"/>
                  </a:lnTo>
                  <a:lnTo>
                    <a:pt x="3327" y="305066"/>
                  </a:lnTo>
                  <a:lnTo>
                    <a:pt x="457" y="440867"/>
                  </a:lnTo>
                  <a:lnTo>
                    <a:pt x="0" y="471906"/>
                  </a:lnTo>
                  <a:lnTo>
                    <a:pt x="5448" y="487438"/>
                  </a:lnTo>
                  <a:lnTo>
                    <a:pt x="21882" y="492163"/>
                  </a:lnTo>
                  <a:lnTo>
                    <a:pt x="54317" y="490753"/>
                  </a:lnTo>
                  <a:lnTo>
                    <a:pt x="57035" y="456311"/>
                  </a:lnTo>
                  <a:lnTo>
                    <a:pt x="62407" y="377418"/>
                  </a:lnTo>
                  <a:lnTo>
                    <a:pt x="66268" y="290766"/>
                  </a:lnTo>
                  <a:close/>
                </a:path>
                <a:path w="261619" h="499745">
                  <a:moveTo>
                    <a:pt x="261289" y="470674"/>
                  </a:moveTo>
                  <a:lnTo>
                    <a:pt x="258483" y="323354"/>
                  </a:lnTo>
                  <a:lnTo>
                    <a:pt x="256679" y="260108"/>
                  </a:lnTo>
                  <a:lnTo>
                    <a:pt x="254050" y="195745"/>
                  </a:lnTo>
                  <a:lnTo>
                    <a:pt x="250393" y="136105"/>
                  </a:lnTo>
                  <a:lnTo>
                    <a:pt x="245516" y="87071"/>
                  </a:lnTo>
                  <a:lnTo>
                    <a:pt x="231216" y="44310"/>
                  </a:lnTo>
                  <a:lnTo>
                    <a:pt x="218935" y="145897"/>
                  </a:lnTo>
                  <a:lnTo>
                    <a:pt x="211886" y="201891"/>
                  </a:lnTo>
                  <a:lnTo>
                    <a:pt x="207391" y="232232"/>
                  </a:lnTo>
                  <a:lnTo>
                    <a:pt x="202793" y="256832"/>
                  </a:lnTo>
                  <a:lnTo>
                    <a:pt x="201231" y="310680"/>
                  </a:lnTo>
                  <a:lnTo>
                    <a:pt x="204990" y="392290"/>
                  </a:lnTo>
                  <a:lnTo>
                    <a:pt x="210146" y="466801"/>
                  </a:lnTo>
                  <a:lnTo>
                    <a:pt x="212737" y="499376"/>
                  </a:lnTo>
                  <a:lnTo>
                    <a:pt x="241655" y="491744"/>
                  </a:lnTo>
                  <a:lnTo>
                    <a:pt x="256324" y="483806"/>
                  </a:lnTo>
                  <a:lnTo>
                    <a:pt x="261289" y="470674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0" name="object 540" descr=""/>
            <p:cNvSpPr/>
            <p:nvPr/>
          </p:nvSpPr>
          <p:spPr>
            <a:xfrm>
              <a:off x="15296200" y="9455186"/>
              <a:ext cx="278130" cy="344170"/>
            </a:xfrm>
            <a:custGeom>
              <a:avLst/>
              <a:gdLst/>
              <a:ahLst/>
              <a:cxnLst/>
              <a:rect l="l" t="t" r="r" b="b"/>
              <a:pathLst>
                <a:path w="278130" h="344170">
                  <a:moveTo>
                    <a:pt x="91265" y="0"/>
                  </a:moveTo>
                  <a:lnTo>
                    <a:pt x="64072" y="2745"/>
                  </a:lnTo>
                  <a:lnTo>
                    <a:pt x="39811" y="15717"/>
                  </a:lnTo>
                  <a:lnTo>
                    <a:pt x="6610" y="42544"/>
                  </a:lnTo>
                  <a:lnTo>
                    <a:pt x="0" y="70727"/>
                  </a:lnTo>
                  <a:lnTo>
                    <a:pt x="8081" y="121450"/>
                  </a:lnTo>
                  <a:lnTo>
                    <a:pt x="25886" y="183331"/>
                  </a:lnTo>
                  <a:lnTo>
                    <a:pt x="48447" y="244990"/>
                  </a:lnTo>
                  <a:lnTo>
                    <a:pt x="70797" y="295045"/>
                  </a:lnTo>
                  <a:lnTo>
                    <a:pt x="100617" y="331591"/>
                  </a:lnTo>
                  <a:lnTo>
                    <a:pt x="133915" y="342985"/>
                  </a:lnTo>
                  <a:lnTo>
                    <a:pt x="134355" y="343027"/>
                  </a:lnTo>
                  <a:lnTo>
                    <a:pt x="140198" y="343665"/>
                  </a:lnTo>
                  <a:lnTo>
                    <a:pt x="143894" y="343403"/>
                  </a:lnTo>
                  <a:lnTo>
                    <a:pt x="143873" y="342587"/>
                  </a:lnTo>
                  <a:lnTo>
                    <a:pt x="153349" y="340928"/>
                  </a:lnTo>
                  <a:lnTo>
                    <a:pt x="164737" y="337366"/>
                  </a:lnTo>
                  <a:lnTo>
                    <a:pt x="207018" y="294637"/>
                  </a:lnTo>
                  <a:lnTo>
                    <a:pt x="229365" y="244582"/>
                  </a:lnTo>
                  <a:lnTo>
                    <a:pt x="251924" y="182924"/>
                  </a:lnTo>
                  <a:lnTo>
                    <a:pt x="269729" y="121045"/>
                  </a:lnTo>
                  <a:lnTo>
                    <a:pt x="277809" y="70325"/>
                  </a:lnTo>
                  <a:lnTo>
                    <a:pt x="271199" y="42146"/>
                  </a:lnTo>
                  <a:lnTo>
                    <a:pt x="226230" y="16496"/>
                  </a:lnTo>
                  <a:lnTo>
                    <a:pt x="181417" y="5518"/>
                  </a:lnTo>
                  <a:lnTo>
                    <a:pt x="155814" y="3854"/>
                  </a:lnTo>
                  <a:lnTo>
                    <a:pt x="133266" y="3854"/>
                  </a:lnTo>
                  <a:lnTo>
                    <a:pt x="91265" y="0"/>
                  </a:lnTo>
                  <a:close/>
                </a:path>
                <a:path w="278130" h="344170">
                  <a:moveTo>
                    <a:pt x="147012" y="3281"/>
                  </a:moveTo>
                  <a:lnTo>
                    <a:pt x="133266" y="3854"/>
                  </a:lnTo>
                  <a:lnTo>
                    <a:pt x="155814" y="3854"/>
                  </a:lnTo>
                  <a:lnTo>
                    <a:pt x="147012" y="3281"/>
                  </a:lnTo>
                  <a:close/>
                </a:path>
              </a:pathLst>
            </a:custGeom>
            <a:solidFill>
              <a:srgbClr val="A3D3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1" name="object 541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5338615" y="9110608"/>
              <a:ext cx="192201" cy="203032"/>
            </a:xfrm>
            <a:prstGeom prst="rect">
              <a:avLst/>
            </a:prstGeom>
          </p:spPr>
        </p:pic>
        <p:pic>
          <p:nvPicPr>
            <p:cNvPr id="542" name="object 542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5354355" y="9377831"/>
              <a:ext cx="171565" cy="253449"/>
            </a:xfrm>
            <a:prstGeom prst="rect">
              <a:avLst/>
            </a:prstGeom>
          </p:spPr>
        </p:pic>
        <p:sp>
          <p:nvSpPr>
            <p:cNvPr id="543" name="object 543" descr=""/>
            <p:cNvSpPr/>
            <p:nvPr/>
          </p:nvSpPr>
          <p:spPr>
            <a:xfrm>
              <a:off x="15271572" y="8841301"/>
              <a:ext cx="325120" cy="199390"/>
            </a:xfrm>
            <a:custGeom>
              <a:avLst/>
              <a:gdLst/>
              <a:ahLst/>
              <a:cxnLst/>
              <a:rect l="l" t="t" r="r" b="b"/>
              <a:pathLst>
                <a:path w="325119" h="199390">
                  <a:moveTo>
                    <a:pt x="149157" y="0"/>
                  </a:moveTo>
                  <a:lnTo>
                    <a:pt x="100742" y="17820"/>
                  </a:lnTo>
                  <a:lnTo>
                    <a:pt x="60620" y="51755"/>
                  </a:lnTo>
                  <a:lnTo>
                    <a:pt x="29790" y="93689"/>
                  </a:lnTo>
                  <a:lnTo>
                    <a:pt x="9250" y="135505"/>
                  </a:lnTo>
                  <a:lnTo>
                    <a:pt x="0" y="169087"/>
                  </a:lnTo>
                  <a:lnTo>
                    <a:pt x="3036" y="186318"/>
                  </a:lnTo>
                  <a:lnTo>
                    <a:pt x="29881" y="193282"/>
                  </a:lnTo>
                  <a:lnTo>
                    <a:pt x="73312" y="196279"/>
                  </a:lnTo>
                  <a:lnTo>
                    <a:pt x="120484" y="197050"/>
                  </a:lnTo>
                  <a:lnTo>
                    <a:pt x="158549" y="197334"/>
                  </a:lnTo>
                  <a:lnTo>
                    <a:pt x="196860" y="198556"/>
                  </a:lnTo>
                  <a:lnTo>
                    <a:pt x="243832" y="199031"/>
                  </a:lnTo>
                  <a:lnTo>
                    <a:pt x="288515" y="195904"/>
                  </a:lnTo>
                  <a:lnTo>
                    <a:pt x="319958" y="186318"/>
                  </a:lnTo>
                  <a:lnTo>
                    <a:pt x="324867" y="169481"/>
                  </a:lnTo>
                  <a:lnTo>
                    <a:pt x="316714" y="138889"/>
                  </a:lnTo>
                  <a:lnTo>
                    <a:pt x="297475" y="100840"/>
                  </a:lnTo>
                  <a:lnTo>
                    <a:pt x="269124" y="61630"/>
                  </a:lnTo>
                  <a:lnTo>
                    <a:pt x="233638" y="27556"/>
                  </a:lnTo>
                  <a:lnTo>
                    <a:pt x="192990" y="4913"/>
                  </a:lnTo>
                  <a:lnTo>
                    <a:pt x="149157" y="0"/>
                  </a:lnTo>
                  <a:close/>
                </a:path>
              </a:pathLst>
            </a:custGeom>
            <a:solidFill>
              <a:srgbClr val="CCCCCC">
                <a:alpha val="47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4" name="object 544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5604830" y="8816990"/>
              <a:ext cx="131739" cy="114839"/>
            </a:xfrm>
            <a:prstGeom prst="rect">
              <a:avLst/>
            </a:prstGeom>
          </p:spPr>
        </p:pic>
        <p:pic>
          <p:nvPicPr>
            <p:cNvPr id="545" name="object 545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15119404" y="8815102"/>
              <a:ext cx="141602" cy="112901"/>
            </a:xfrm>
            <a:prstGeom prst="rect">
              <a:avLst/>
            </a:prstGeom>
          </p:spPr>
        </p:pic>
      </p:grpSp>
      <p:grpSp>
        <p:nvGrpSpPr>
          <p:cNvPr id="546" name="object 546" descr=""/>
          <p:cNvGrpSpPr/>
          <p:nvPr/>
        </p:nvGrpSpPr>
        <p:grpSpPr>
          <a:xfrm>
            <a:off x="17921988" y="7620656"/>
            <a:ext cx="1298575" cy="269240"/>
            <a:chOff x="17921988" y="7620656"/>
            <a:chExt cx="1298575" cy="269240"/>
          </a:xfrm>
        </p:grpSpPr>
        <p:sp>
          <p:nvSpPr>
            <p:cNvPr id="547" name="object 547" descr=""/>
            <p:cNvSpPr/>
            <p:nvPr/>
          </p:nvSpPr>
          <p:spPr>
            <a:xfrm>
              <a:off x="18123360" y="7718924"/>
              <a:ext cx="860425" cy="59690"/>
            </a:xfrm>
            <a:custGeom>
              <a:avLst/>
              <a:gdLst/>
              <a:ahLst/>
              <a:cxnLst/>
              <a:rect l="l" t="t" r="r" b="b"/>
              <a:pathLst>
                <a:path w="860425" h="59690">
                  <a:moveTo>
                    <a:pt x="15413" y="0"/>
                  </a:moveTo>
                  <a:lnTo>
                    <a:pt x="5612" y="3581"/>
                  </a:lnTo>
                  <a:lnTo>
                    <a:pt x="0" y="16229"/>
                  </a:lnTo>
                  <a:lnTo>
                    <a:pt x="5266" y="22910"/>
                  </a:lnTo>
                  <a:lnTo>
                    <a:pt x="94143" y="41161"/>
                  </a:lnTo>
                  <a:lnTo>
                    <a:pt x="138275" y="49042"/>
                  </a:lnTo>
                  <a:lnTo>
                    <a:pt x="183052" y="54693"/>
                  </a:lnTo>
                  <a:lnTo>
                    <a:pt x="228315" y="58095"/>
                  </a:lnTo>
                  <a:lnTo>
                    <a:pt x="273907" y="59233"/>
                  </a:lnTo>
                  <a:lnTo>
                    <a:pt x="588086" y="59233"/>
                  </a:lnTo>
                  <a:lnTo>
                    <a:pt x="632292" y="58162"/>
                  </a:lnTo>
                  <a:lnTo>
                    <a:pt x="676205" y="54961"/>
                  </a:lnTo>
                  <a:lnTo>
                    <a:pt x="719673" y="49648"/>
                  </a:lnTo>
                  <a:lnTo>
                    <a:pt x="762542" y="42239"/>
                  </a:lnTo>
                  <a:lnTo>
                    <a:pt x="854832" y="23894"/>
                  </a:lnTo>
                  <a:lnTo>
                    <a:pt x="860183" y="17245"/>
                  </a:lnTo>
                  <a:lnTo>
                    <a:pt x="854759" y="4544"/>
                  </a:lnTo>
                  <a:lnTo>
                    <a:pt x="844979" y="900"/>
                  </a:lnTo>
                  <a:lnTo>
                    <a:pt x="752710" y="19245"/>
                  </a:lnTo>
                  <a:lnTo>
                    <a:pt x="712252" y="26240"/>
                  </a:lnTo>
                  <a:lnTo>
                    <a:pt x="671234" y="31255"/>
                  </a:lnTo>
                  <a:lnTo>
                    <a:pt x="629798" y="34276"/>
                  </a:lnTo>
                  <a:lnTo>
                    <a:pt x="588086" y="35286"/>
                  </a:lnTo>
                  <a:lnTo>
                    <a:pt x="273907" y="35286"/>
                  </a:lnTo>
                  <a:lnTo>
                    <a:pt x="230886" y="34213"/>
                  </a:lnTo>
                  <a:lnTo>
                    <a:pt x="188180" y="31004"/>
                  </a:lnTo>
                  <a:lnTo>
                    <a:pt x="145932" y="25674"/>
                  </a:lnTo>
                  <a:lnTo>
                    <a:pt x="104290" y="18240"/>
                  </a:lnTo>
                  <a:lnTo>
                    <a:pt x="15413" y="0"/>
                  </a:lnTo>
                  <a:close/>
                </a:path>
              </a:pathLst>
            </a:custGeom>
            <a:solidFill>
              <a:srgbClr val="A9B1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8" name="object 548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8136305" y="7737912"/>
              <a:ext cx="151429" cy="151429"/>
            </a:xfrm>
            <a:prstGeom prst="rect">
              <a:avLst/>
            </a:prstGeom>
          </p:spPr>
        </p:pic>
        <p:pic>
          <p:nvPicPr>
            <p:cNvPr id="549" name="object 549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8834265" y="7737912"/>
              <a:ext cx="151440" cy="151429"/>
            </a:xfrm>
            <a:prstGeom prst="rect">
              <a:avLst/>
            </a:prstGeom>
          </p:spPr>
        </p:pic>
        <p:sp>
          <p:nvSpPr>
            <p:cNvPr id="550" name="object 550" descr=""/>
            <p:cNvSpPr/>
            <p:nvPr/>
          </p:nvSpPr>
          <p:spPr>
            <a:xfrm>
              <a:off x="17921988" y="7620656"/>
              <a:ext cx="1298575" cy="128905"/>
            </a:xfrm>
            <a:custGeom>
              <a:avLst/>
              <a:gdLst/>
              <a:ahLst/>
              <a:cxnLst/>
              <a:rect l="l" t="t" r="r" b="b"/>
              <a:pathLst>
                <a:path w="1298575" h="128904">
                  <a:moveTo>
                    <a:pt x="23660" y="0"/>
                  </a:moveTo>
                  <a:lnTo>
                    <a:pt x="13903" y="3024"/>
                  </a:lnTo>
                  <a:lnTo>
                    <a:pt x="5990" y="9484"/>
                  </a:lnTo>
                  <a:lnTo>
                    <a:pt x="989" y="18806"/>
                  </a:lnTo>
                  <a:lnTo>
                    <a:pt x="0" y="29337"/>
                  </a:lnTo>
                  <a:lnTo>
                    <a:pt x="3025" y="39093"/>
                  </a:lnTo>
                  <a:lnTo>
                    <a:pt x="139550" y="88374"/>
                  </a:lnTo>
                  <a:lnTo>
                    <a:pt x="193019" y="102796"/>
                  </a:lnTo>
                  <a:lnTo>
                    <a:pt x="247145" y="114045"/>
                  </a:lnTo>
                  <a:lnTo>
                    <a:pt x="301806" y="122103"/>
                  </a:lnTo>
                  <a:lnTo>
                    <a:pt x="356879" y="126952"/>
                  </a:lnTo>
                  <a:lnTo>
                    <a:pt x="412243" y="128572"/>
                  </a:lnTo>
                  <a:lnTo>
                    <a:pt x="888815" y="128572"/>
                  </a:lnTo>
                  <a:lnTo>
                    <a:pt x="942493" y="127048"/>
                  </a:lnTo>
                  <a:lnTo>
                    <a:pt x="995917" y="122488"/>
                  </a:lnTo>
                  <a:lnTo>
                    <a:pt x="1048966" y="114909"/>
                  </a:lnTo>
                  <a:lnTo>
                    <a:pt x="1101522" y="104328"/>
                  </a:lnTo>
                  <a:lnTo>
                    <a:pt x="1153467" y="90762"/>
                  </a:lnTo>
                  <a:lnTo>
                    <a:pt x="1279337" y="54051"/>
                  </a:lnTo>
                  <a:lnTo>
                    <a:pt x="1298354" y="31552"/>
                  </a:lnTo>
                  <a:lnTo>
                    <a:pt x="1297462" y="21005"/>
                  </a:lnTo>
                  <a:lnTo>
                    <a:pt x="1138546" y="39601"/>
                  </a:lnTo>
                  <a:lnTo>
                    <a:pt x="1089530" y="52402"/>
                  </a:lnTo>
                  <a:lnTo>
                    <a:pt x="1039938" y="62386"/>
                  </a:lnTo>
                  <a:lnTo>
                    <a:pt x="989880" y="69536"/>
                  </a:lnTo>
                  <a:lnTo>
                    <a:pt x="939469" y="73838"/>
                  </a:lnTo>
                  <a:lnTo>
                    <a:pt x="888815" y="75275"/>
                  </a:lnTo>
                  <a:lnTo>
                    <a:pt x="412243" y="75275"/>
                  </a:lnTo>
                  <a:lnTo>
                    <a:pt x="360003" y="73747"/>
                  </a:lnTo>
                  <a:lnTo>
                    <a:pt x="308037" y="69172"/>
                  </a:lnTo>
                  <a:lnTo>
                    <a:pt x="256459" y="61569"/>
                  </a:lnTo>
                  <a:lnTo>
                    <a:pt x="205382" y="50956"/>
                  </a:lnTo>
                  <a:lnTo>
                    <a:pt x="154921" y="37350"/>
                  </a:lnTo>
                  <a:lnTo>
                    <a:pt x="34192" y="984"/>
                  </a:lnTo>
                  <a:lnTo>
                    <a:pt x="23660" y="0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1" name="object 551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8168213" y="7769817"/>
              <a:ext cx="87609" cy="87620"/>
            </a:xfrm>
            <a:prstGeom prst="rect">
              <a:avLst/>
            </a:prstGeom>
          </p:spPr>
        </p:pic>
        <p:pic>
          <p:nvPicPr>
            <p:cNvPr id="552" name="object 552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8866181" y="7769817"/>
              <a:ext cx="87609" cy="87620"/>
            </a:xfrm>
            <a:prstGeom prst="rect">
              <a:avLst/>
            </a:prstGeom>
          </p:spPr>
        </p:pic>
      </p:grpSp>
      <p:pic>
        <p:nvPicPr>
          <p:cNvPr id="553" name="object 553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16418861" y="8287108"/>
            <a:ext cx="168989" cy="201261"/>
          </a:xfrm>
          <a:prstGeom prst="rect">
            <a:avLst/>
          </a:prstGeom>
        </p:spPr>
      </p:pic>
      <p:grpSp>
        <p:nvGrpSpPr>
          <p:cNvPr id="554" name="object 554" descr=""/>
          <p:cNvGrpSpPr/>
          <p:nvPr/>
        </p:nvGrpSpPr>
        <p:grpSpPr>
          <a:xfrm>
            <a:off x="16253552" y="8152764"/>
            <a:ext cx="1117600" cy="335915"/>
            <a:chOff x="16253552" y="8152764"/>
            <a:chExt cx="1117600" cy="335915"/>
          </a:xfrm>
        </p:grpSpPr>
        <p:pic>
          <p:nvPicPr>
            <p:cNvPr id="555" name="object 555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6983856" y="8287108"/>
              <a:ext cx="168989" cy="201261"/>
            </a:xfrm>
            <a:prstGeom prst="rect">
              <a:avLst/>
            </a:prstGeom>
          </p:spPr>
        </p:pic>
        <p:sp>
          <p:nvSpPr>
            <p:cNvPr id="556" name="object 556" descr=""/>
            <p:cNvSpPr/>
            <p:nvPr/>
          </p:nvSpPr>
          <p:spPr>
            <a:xfrm>
              <a:off x="16253552" y="8152764"/>
              <a:ext cx="1117600" cy="141605"/>
            </a:xfrm>
            <a:custGeom>
              <a:avLst/>
              <a:gdLst/>
              <a:ahLst/>
              <a:cxnLst/>
              <a:rect l="l" t="t" r="r" b="b"/>
              <a:pathLst>
                <a:path w="1117600" h="141604">
                  <a:moveTo>
                    <a:pt x="1094152" y="0"/>
                  </a:moveTo>
                  <a:lnTo>
                    <a:pt x="1086155" y="2382"/>
                  </a:lnTo>
                  <a:lnTo>
                    <a:pt x="1014084" y="39931"/>
                  </a:lnTo>
                  <a:lnTo>
                    <a:pt x="966242" y="61938"/>
                  </a:lnTo>
                  <a:lnTo>
                    <a:pt x="916368" y="79246"/>
                  </a:lnTo>
                  <a:lnTo>
                    <a:pt x="864921" y="91745"/>
                  </a:lnTo>
                  <a:lnTo>
                    <a:pt x="812358" y="99325"/>
                  </a:lnTo>
                  <a:lnTo>
                    <a:pt x="759139" y="101877"/>
                  </a:lnTo>
                  <a:lnTo>
                    <a:pt x="21151" y="101877"/>
                  </a:lnTo>
                  <a:lnTo>
                    <a:pt x="12920" y="103435"/>
                  </a:lnTo>
                  <a:lnTo>
                    <a:pt x="6197" y="107685"/>
                  </a:lnTo>
                  <a:lnTo>
                    <a:pt x="1663" y="113989"/>
                  </a:lnTo>
                  <a:lnTo>
                    <a:pt x="0" y="121708"/>
                  </a:lnTo>
                  <a:lnTo>
                    <a:pt x="1663" y="129422"/>
                  </a:lnTo>
                  <a:lnTo>
                    <a:pt x="6197" y="135722"/>
                  </a:lnTo>
                  <a:lnTo>
                    <a:pt x="12920" y="139972"/>
                  </a:lnTo>
                  <a:lnTo>
                    <a:pt x="21151" y="141530"/>
                  </a:lnTo>
                  <a:lnTo>
                    <a:pt x="759139" y="141530"/>
                  </a:lnTo>
                  <a:lnTo>
                    <a:pt x="807103" y="139613"/>
                  </a:lnTo>
                  <a:lnTo>
                    <a:pt x="854632" y="133908"/>
                  </a:lnTo>
                  <a:lnTo>
                    <a:pt x="901437" y="124485"/>
                  </a:lnTo>
                  <a:lnTo>
                    <a:pt x="947232" y="111411"/>
                  </a:lnTo>
                  <a:lnTo>
                    <a:pt x="991732" y="94756"/>
                  </a:lnTo>
                  <a:lnTo>
                    <a:pt x="1034649" y="74590"/>
                  </a:lnTo>
                  <a:lnTo>
                    <a:pt x="1106720" y="37030"/>
                  </a:lnTo>
                  <a:lnTo>
                    <a:pt x="1117482" y="17579"/>
                  </a:lnTo>
                  <a:lnTo>
                    <a:pt x="1114929" y="10089"/>
                  </a:lnTo>
                  <a:lnTo>
                    <a:pt x="1109464" y="4096"/>
                  </a:lnTo>
                  <a:lnTo>
                    <a:pt x="1102230" y="652"/>
                  </a:lnTo>
                  <a:lnTo>
                    <a:pt x="1094152" y="0"/>
                  </a:lnTo>
                  <a:close/>
                </a:path>
              </a:pathLst>
            </a:custGeom>
            <a:solidFill>
              <a:srgbClr val="80CFF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57" name="object 557" descr="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18834265" y="8001148"/>
            <a:ext cx="151440" cy="88824"/>
          </a:xfrm>
          <a:prstGeom prst="rect">
            <a:avLst/>
          </a:prstGeom>
        </p:spPr>
      </p:pic>
      <p:pic>
        <p:nvPicPr>
          <p:cNvPr id="558" name="object 558" descr=""/>
          <p:cNvPicPr/>
          <p:nvPr/>
        </p:nvPicPr>
        <p:blipFill>
          <a:blip r:embed="rId123" cstate="print"/>
          <a:stretch>
            <a:fillRect/>
          </a:stretch>
        </p:blipFill>
        <p:spPr>
          <a:xfrm>
            <a:off x="18136296" y="8001148"/>
            <a:ext cx="151440" cy="88824"/>
          </a:xfrm>
          <a:prstGeom prst="rect">
            <a:avLst/>
          </a:prstGeom>
        </p:spPr>
      </p:pic>
      <p:pic>
        <p:nvPicPr>
          <p:cNvPr id="559" name="object 559" descr=""/>
          <p:cNvPicPr/>
          <p:nvPr/>
        </p:nvPicPr>
        <p:blipFill>
          <a:blip r:embed="rId122" cstate="print"/>
          <a:stretch>
            <a:fillRect/>
          </a:stretch>
        </p:blipFill>
        <p:spPr>
          <a:xfrm>
            <a:off x="18834265" y="8330793"/>
            <a:ext cx="151440" cy="88824"/>
          </a:xfrm>
          <a:prstGeom prst="rect">
            <a:avLst/>
          </a:prstGeom>
        </p:spPr>
      </p:pic>
      <p:grpSp>
        <p:nvGrpSpPr>
          <p:cNvPr id="560" name="object 560" descr=""/>
          <p:cNvGrpSpPr/>
          <p:nvPr/>
        </p:nvGrpSpPr>
        <p:grpSpPr>
          <a:xfrm>
            <a:off x="17921844" y="8055433"/>
            <a:ext cx="1299210" cy="364490"/>
            <a:chOff x="17921844" y="8055433"/>
            <a:chExt cx="1299210" cy="364490"/>
          </a:xfrm>
        </p:grpSpPr>
        <p:pic>
          <p:nvPicPr>
            <p:cNvPr id="561" name="object 561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8136296" y="8330793"/>
              <a:ext cx="151440" cy="88824"/>
            </a:xfrm>
            <a:prstGeom prst="rect">
              <a:avLst/>
            </a:prstGeom>
          </p:spPr>
        </p:pic>
        <p:sp>
          <p:nvSpPr>
            <p:cNvPr id="562" name="object 562" descr=""/>
            <p:cNvSpPr/>
            <p:nvPr/>
          </p:nvSpPr>
          <p:spPr>
            <a:xfrm>
              <a:off x="17921844" y="8055433"/>
              <a:ext cx="1299210" cy="320040"/>
            </a:xfrm>
            <a:custGeom>
              <a:avLst/>
              <a:gdLst/>
              <a:ahLst/>
              <a:cxnLst/>
              <a:rect l="l" t="t" r="r" b="b"/>
              <a:pathLst>
                <a:path w="1299209" h="320040">
                  <a:moveTo>
                    <a:pt x="1138792" y="0"/>
                  </a:moveTo>
                  <a:lnTo>
                    <a:pt x="159879" y="0"/>
                  </a:lnTo>
                  <a:lnTo>
                    <a:pt x="109485" y="8185"/>
                  </a:lnTo>
                  <a:lnTo>
                    <a:pt x="65614" y="30953"/>
                  </a:lnTo>
                  <a:lnTo>
                    <a:pt x="30952" y="65616"/>
                  </a:lnTo>
                  <a:lnTo>
                    <a:pt x="8185" y="109490"/>
                  </a:lnTo>
                  <a:lnTo>
                    <a:pt x="0" y="159890"/>
                  </a:lnTo>
                  <a:lnTo>
                    <a:pt x="8185" y="210280"/>
                  </a:lnTo>
                  <a:lnTo>
                    <a:pt x="30952" y="254151"/>
                  </a:lnTo>
                  <a:lnTo>
                    <a:pt x="65614" y="288814"/>
                  </a:lnTo>
                  <a:lnTo>
                    <a:pt x="109485" y="311583"/>
                  </a:lnTo>
                  <a:lnTo>
                    <a:pt x="159879" y="319770"/>
                  </a:lnTo>
                  <a:lnTo>
                    <a:pt x="1138792" y="319770"/>
                  </a:lnTo>
                  <a:lnTo>
                    <a:pt x="1189188" y="311583"/>
                  </a:lnTo>
                  <a:lnTo>
                    <a:pt x="1233061" y="288814"/>
                  </a:lnTo>
                  <a:lnTo>
                    <a:pt x="1267726" y="254151"/>
                  </a:lnTo>
                  <a:lnTo>
                    <a:pt x="1290496" y="210280"/>
                  </a:lnTo>
                  <a:lnTo>
                    <a:pt x="1298682" y="159890"/>
                  </a:lnTo>
                  <a:lnTo>
                    <a:pt x="1290496" y="109490"/>
                  </a:lnTo>
                  <a:lnTo>
                    <a:pt x="1267726" y="65616"/>
                  </a:lnTo>
                  <a:lnTo>
                    <a:pt x="1233061" y="30953"/>
                  </a:lnTo>
                  <a:lnTo>
                    <a:pt x="1189188" y="8185"/>
                  </a:lnTo>
                  <a:lnTo>
                    <a:pt x="1138792" y="0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18144567" y="8144566"/>
              <a:ext cx="831215" cy="118745"/>
            </a:xfrm>
            <a:custGeom>
              <a:avLst/>
              <a:gdLst/>
              <a:ahLst/>
              <a:cxnLst/>
              <a:rect l="l" t="t" r="r" b="b"/>
              <a:pathLst>
                <a:path w="831215" h="118745">
                  <a:moveTo>
                    <a:pt x="25527" y="98425"/>
                  </a:moveTo>
                  <a:lnTo>
                    <a:pt x="19812" y="92710"/>
                  </a:lnTo>
                  <a:lnTo>
                    <a:pt x="12763" y="92710"/>
                  </a:lnTo>
                  <a:lnTo>
                    <a:pt x="5702" y="92710"/>
                  </a:lnTo>
                  <a:lnTo>
                    <a:pt x="0" y="98425"/>
                  </a:lnTo>
                  <a:lnTo>
                    <a:pt x="0" y="112534"/>
                  </a:lnTo>
                  <a:lnTo>
                    <a:pt x="5702" y="118249"/>
                  </a:lnTo>
                  <a:lnTo>
                    <a:pt x="19812" y="118249"/>
                  </a:lnTo>
                  <a:lnTo>
                    <a:pt x="25527" y="112534"/>
                  </a:lnTo>
                  <a:lnTo>
                    <a:pt x="25527" y="98425"/>
                  </a:lnTo>
                  <a:close/>
                </a:path>
                <a:path w="831215" h="118745">
                  <a:moveTo>
                    <a:pt x="25527" y="5715"/>
                  </a:moveTo>
                  <a:lnTo>
                    <a:pt x="19812" y="0"/>
                  </a:lnTo>
                  <a:lnTo>
                    <a:pt x="12763" y="0"/>
                  </a:lnTo>
                  <a:lnTo>
                    <a:pt x="5702" y="0"/>
                  </a:lnTo>
                  <a:lnTo>
                    <a:pt x="0" y="5715"/>
                  </a:lnTo>
                  <a:lnTo>
                    <a:pt x="0" y="19824"/>
                  </a:lnTo>
                  <a:lnTo>
                    <a:pt x="5702" y="25539"/>
                  </a:lnTo>
                  <a:lnTo>
                    <a:pt x="19812" y="25539"/>
                  </a:lnTo>
                  <a:lnTo>
                    <a:pt x="25527" y="19824"/>
                  </a:lnTo>
                  <a:lnTo>
                    <a:pt x="25527" y="5715"/>
                  </a:lnTo>
                  <a:close/>
                </a:path>
                <a:path w="831215" h="118745">
                  <a:moveTo>
                    <a:pt x="134886" y="98425"/>
                  </a:moveTo>
                  <a:lnTo>
                    <a:pt x="129171" y="92710"/>
                  </a:lnTo>
                  <a:lnTo>
                    <a:pt x="122123" y="92710"/>
                  </a:lnTo>
                  <a:lnTo>
                    <a:pt x="115087" y="92710"/>
                  </a:lnTo>
                  <a:lnTo>
                    <a:pt x="109359" y="98425"/>
                  </a:lnTo>
                  <a:lnTo>
                    <a:pt x="109359" y="112534"/>
                  </a:lnTo>
                  <a:lnTo>
                    <a:pt x="115087" y="118249"/>
                  </a:lnTo>
                  <a:lnTo>
                    <a:pt x="129171" y="118249"/>
                  </a:lnTo>
                  <a:lnTo>
                    <a:pt x="134886" y="112534"/>
                  </a:lnTo>
                  <a:lnTo>
                    <a:pt x="134886" y="98425"/>
                  </a:lnTo>
                  <a:close/>
                </a:path>
                <a:path w="831215" h="118745">
                  <a:moveTo>
                    <a:pt x="134886" y="5715"/>
                  </a:moveTo>
                  <a:lnTo>
                    <a:pt x="129171" y="0"/>
                  </a:lnTo>
                  <a:lnTo>
                    <a:pt x="115087" y="0"/>
                  </a:lnTo>
                  <a:lnTo>
                    <a:pt x="109359" y="5715"/>
                  </a:lnTo>
                  <a:lnTo>
                    <a:pt x="109359" y="19824"/>
                  </a:lnTo>
                  <a:lnTo>
                    <a:pt x="115087" y="25539"/>
                  </a:lnTo>
                  <a:lnTo>
                    <a:pt x="122123" y="25539"/>
                  </a:lnTo>
                  <a:lnTo>
                    <a:pt x="129171" y="25539"/>
                  </a:lnTo>
                  <a:lnTo>
                    <a:pt x="134886" y="19824"/>
                  </a:lnTo>
                  <a:lnTo>
                    <a:pt x="134886" y="5715"/>
                  </a:lnTo>
                  <a:close/>
                </a:path>
                <a:path w="831215" h="118745">
                  <a:moveTo>
                    <a:pt x="721245" y="98425"/>
                  </a:moveTo>
                  <a:lnTo>
                    <a:pt x="715518" y="92710"/>
                  </a:lnTo>
                  <a:lnTo>
                    <a:pt x="708482" y="92710"/>
                  </a:lnTo>
                  <a:lnTo>
                    <a:pt x="701433" y="92710"/>
                  </a:lnTo>
                  <a:lnTo>
                    <a:pt x="695718" y="98425"/>
                  </a:lnTo>
                  <a:lnTo>
                    <a:pt x="695718" y="112534"/>
                  </a:lnTo>
                  <a:lnTo>
                    <a:pt x="701433" y="118249"/>
                  </a:lnTo>
                  <a:lnTo>
                    <a:pt x="715518" y="118249"/>
                  </a:lnTo>
                  <a:lnTo>
                    <a:pt x="721245" y="112534"/>
                  </a:lnTo>
                  <a:lnTo>
                    <a:pt x="721245" y="98425"/>
                  </a:lnTo>
                  <a:close/>
                </a:path>
                <a:path w="831215" h="118745">
                  <a:moveTo>
                    <a:pt x="721245" y="5715"/>
                  </a:moveTo>
                  <a:lnTo>
                    <a:pt x="715518" y="0"/>
                  </a:lnTo>
                  <a:lnTo>
                    <a:pt x="708482" y="0"/>
                  </a:lnTo>
                  <a:lnTo>
                    <a:pt x="701433" y="0"/>
                  </a:lnTo>
                  <a:lnTo>
                    <a:pt x="695718" y="5715"/>
                  </a:lnTo>
                  <a:lnTo>
                    <a:pt x="695718" y="19824"/>
                  </a:lnTo>
                  <a:lnTo>
                    <a:pt x="701433" y="25539"/>
                  </a:lnTo>
                  <a:lnTo>
                    <a:pt x="715518" y="25539"/>
                  </a:lnTo>
                  <a:lnTo>
                    <a:pt x="721245" y="19824"/>
                  </a:lnTo>
                  <a:lnTo>
                    <a:pt x="721245" y="5715"/>
                  </a:lnTo>
                  <a:close/>
                </a:path>
                <a:path w="831215" h="118745">
                  <a:moveTo>
                    <a:pt x="830605" y="98425"/>
                  </a:moveTo>
                  <a:lnTo>
                    <a:pt x="824890" y="92710"/>
                  </a:lnTo>
                  <a:lnTo>
                    <a:pt x="817841" y="92710"/>
                  </a:lnTo>
                  <a:lnTo>
                    <a:pt x="810793" y="92710"/>
                  </a:lnTo>
                  <a:lnTo>
                    <a:pt x="805078" y="98425"/>
                  </a:lnTo>
                  <a:lnTo>
                    <a:pt x="805078" y="112534"/>
                  </a:lnTo>
                  <a:lnTo>
                    <a:pt x="810793" y="118249"/>
                  </a:lnTo>
                  <a:lnTo>
                    <a:pt x="824890" y="118249"/>
                  </a:lnTo>
                  <a:lnTo>
                    <a:pt x="830605" y="112534"/>
                  </a:lnTo>
                  <a:lnTo>
                    <a:pt x="830605" y="98425"/>
                  </a:lnTo>
                  <a:close/>
                </a:path>
                <a:path w="831215" h="118745">
                  <a:moveTo>
                    <a:pt x="830605" y="5715"/>
                  </a:moveTo>
                  <a:lnTo>
                    <a:pt x="824890" y="0"/>
                  </a:lnTo>
                  <a:lnTo>
                    <a:pt x="810793" y="0"/>
                  </a:lnTo>
                  <a:lnTo>
                    <a:pt x="805078" y="5715"/>
                  </a:lnTo>
                  <a:lnTo>
                    <a:pt x="805078" y="19824"/>
                  </a:lnTo>
                  <a:lnTo>
                    <a:pt x="810793" y="25539"/>
                  </a:lnTo>
                  <a:lnTo>
                    <a:pt x="817841" y="25539"/>
                  </a:lnTo>
                  <a:lnTo>
                    <a:pt x="824890" y="25539"/>
                  </a:lnTo>
                  <a:lnTo>
                    <a:pt x="830605" y="19824"/>
                  </a:lnTo>
                  <a:lnTo>
                    <a:pt x="830605" y="5715"/>
                  </a:lnTo>
                  <a:close/>
                </a:path>
              </a:pathLst>
            </a:custGeom>
            <a:solidFill>
              <a:srgbClr val="A9B1B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64" name="object 564" descr=""/>
          <p:cNvPicPr/>
          <p:nvPr/>
        </p:nvPicPr>
        <p:blipFill>
          <a:blip r:embed="rId124" cstate="print"/>
          <a:stretch>
            <a:fillRect/>
          </a:stretch>
        </p:blipFill>
        <p:spPr>
          <a:xfrm>
            <a:off x="16234444" y="8709329"/>
            <a:ext cx="1179350" cy="378449"/>
          </a:xfrm>
          <a:prstGeom prst="rect">
            <a:avLst/>
          </a:prstGeom>
        </p:spPr>
      </p:pic>
      <p:pic>
        <p:nvPicPr>
          <p:cNvPr id="565" name="object 565" descr=""/>
          <p:cNvPicPr/>
          <p:nvPr/>
        </p:nvPicPr>
        <p:blipFill>
          <a:blip r:embed="rId125" cstate="print"/>
          <a:stretch>
            <a:fillRect/>
          </a:stretch>
        </p:blipFill>
        <p:spPr>
          <a:xfrm>
            <a:off x="14230951" y="2828417"/>
            <a:ext cx="196151" cy="265547"/>
          </a:xfrm>
          <a:prstGeom prst="rect">
            <a:avLst/>
          </a:prstGeom>
        </p:spPr>
      </p:pic>
      <p:pic>
        <p:nvPicPr>
          <p:cNvPr id="566" name="object 566" descr=""/>
          <p:cNvPicPr/>
          <p:nvPr/>
        </p:nvPicPr>
        <p:blipFill>
          <a:blip r:embed="rId126" cstate="print"/>
          <a:stretch>
            <a:fillRect/>
          </a:stretch>
        </p:blipFill>
        <p:spPr>
          <a:xfrm>
            <a:off x="13914056" y="2701498"/>
            <a:ext cx="237255" cy="385001"/>
          </a:xfrm>
          <a:prstGeom prst="rect">
            <a:avLst/>
          </a:prstGeom>
        </p:spPr>
      </p:pic>
      <p:grpSp>
        <p:nvGrpSpPr>
          <p:cNvPr id="567" name="object 567" descr=""/>
          <p:cNvGrpSpPr/>
          <p:nvPr/>
        </p:nvGrpSpPr>
        <p:grpSpPr>
          <a:xfrm>
            <a:off x="14157828" y="2463636"/>
            <a:ext cx="93980" cy="173990"/>
            <a:chOff x="14157828" y="2463636"/>
            <a:chExt cx="93980" cy="173990"/>
          </a:xfrm>
        </p:grpSpPr>
        <p:sp>
          <p:nvSpPr>
            <p:cNvPr id="568" name="object 568" descr=""/>
            <p:cNvSpPr/>
            <p:nvPr/>
          </p:nvSpPr>
          <p:spPr>
            <a:xfrm>
              <a:off x="14157828" y="2463636"/>
              <a:ext cx="93980" cy="173990"/>
            </a:xfrm>
            <a:custGeom>
              <a:avLst/>
              <a:gdLst/>
              <a:ahLst/>
              <a:cxnLst/>
              <a:rect l="l" t="t" r="r" b="b"/>
              <a:pathLst>
                <a:path w="93980" h="173989">
                  <a:moveTo>
                    <a:pt x="55118" y="0"/>
                  </a:moveTo>
                  <a:lnTo>
                    <a:pt x="36551" y="1800"/>
                  </a:lnTo>
                  <a:lnTo>
                    <a:pt x="19011" y="13006"/>
                  </a:lnTo>
                  <a:lnTo>
                    <a:pt x="5745" y="38577"/>
                  </a:lnTo>
                  <a:lnTo>
                    <a:pt x="0" y="83473"/>
                  </a:lnTo>
                  <a:lnTo>
                    <a:pt x="3097" y="127787"/>
                  </a:lnTo>
                  <a:lnTo>
                    <a:pt x="12853" y="155634"/>
                  </a:lnTo>
                  <a:lnTo>
                    <a:pt x="27343" y="170004"/>
                  </a:lnTo>
                  <a:lnTo>
                    <a:pt x="44647" y="173889"/>
                  </a:lnTo>
                  <a:lnTo>
                    <a:pt x="67069" y="167128"/>
                  </a:lnTo>
                  <a:lnTo>
                    <a:pt x="81464" y="149356"/>
                  </a:lnTo>
                  <a:lnTo>
                    <a:pt x="89642" y="122718"/>
                  </a:lnTo>
                  <a:lnTo>
                    <a:pt x="93410" y="89358"/>
                  </a:lnTo>
                  <a:lnTo>
                    <a:pt x="93719" y="55482"/>
                  </a:lnTo>
                  <a:lnTo>
                    <a:pt x="88859" y="27598"/>
                  </a:lnTo>
                  <a:lnTo>
                    <a:pt x="76702" y="8254"/>
                  </a:lnTo>
                  <a:lnTo>
                    <a:pt x="55118" y="0"/>
                  </a:lnTo>
                  <a:close/>
                </a:path>
              </a:pathLst>
            </a:custGeom>
            <a:solidFill>
              <a:srgbClr val="EC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9" name="object 569" descr=""/>
            <p:cNvSpPr/>
            <p:nvPr/>
          </p:nvSpPr>
          <p:spPr>
            <a:xfrm>
              <a:off x="14202729" y="2478283"/>
              <a:ext cx="48895" cy="149225"/>
            </a:xfrm>
            <a:custGeom>
              <a:avLst/>
              <a:gdLst/>
              <a:ahLst/>
              <a:cxnLst/>
              <a:rect l="l" t="t" r="r" b="b"/>
              <a:pathLst>
                <a:path w="48894" h="149225">
                  <a:moveTo>
                    <a:pt x="28700" y="0"/>
                  </a:moveTo>
                  <a:lnTo>
                    <a:pt x="18919" y="5319"/>
                  </a:lnTo>
                  <a:lnTo>
                    <a:pt x="10262" y="20827"/>
                  </a:lnTo>
                  <a:lnTo>
                    <a:pt x="3649" y="44175"/>
                  </a:lnTo>
                  <a:lnTo>
                    <a:pt x="0" y="73013"/>
                  </a:lnTo>
                  <a:lnTo>
                    <a:pt x="161" y="102064"/>
                  </a:lnTo>
                  <a:lnTo>
                    <a:pt x="3929" y="125990"/>
                  </a:lnTo>
                  <a:lnTo>
                    <a:pt x="10669" y="142354"/>
                  </a:lnTo>
                  <a:lnTo>
                    <a:pt x="19748" y="148717"/>
                  </a:lnTo>
                  <a:lnTo>
                    <a:pt x="29532" y="143398"/>
                  </a:lnTo>
                  <a:lnTo>
                    <a:pt x="38195" y="127890"/>
                  </a:lnTo>
                  <a:lnTo>
                    <a:pt x="44812" y="104542"/>
                  </a:lnTo>
                  <a:lnTo>
                    <a:pt x="48459" y="75704"/>
                  </a:lnTo>
                  <a:lnTo>
                    <a:pt x="48296" y="46655"/>
                  </a:lnTo>
                  <a:lnTo>
                    <a:pt x="44524" y="22730"/>
                  </a:lnTo>
                  <a:lnTo>
                    <a:pt x="37780" y="6367"/>
                  </a:lnTo>
                  <a:lnTo>
                    <a:pt x="28700" y="0"/>
                  </a:lnTo>
                  <a:close/>
                </a:path>
              </a:pathLst>
            </a:custGeom>
            <a:solidFill>
              <a:srgbClr val="FFE8E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0" name="object 570" descr=""/>
          <p:cNvGrpSpPr/>
          <p:nvPr/>
        </p:nvGrpSpPr>
        <p:grpSpPr>
          <a:xfrm>
            <a:off x="13846871" y="2468081"/>
            <a:ext cx="97155" cy="173990"/>
            <a:chOff x="13846871" y="2468081"/>
            <a:chExt cx="97155" cy="173990"/>
          </a:xfrm>
        </p:grpSpPr>
        <p:sp>
          <p:nvSpPr>
            <p:cNvPr id="571" name="object 571" descr=""/>
            <p:cNvSpPr/>
            <p:nvPr/>
          </p:nvSpPr>
          <p:spPr>
            <a:xfrm>
              <a:off x="13846871" y="2468081"/>
              <a:ext cx="97155" cy="173990"/>
            </a:xfrm>
            <a:custGeom>
              <a:avLst/>
              <a:gdLst/>
              <a:ahLst/>
              <a:cxnLst/>
              <a:rect l="l" t="t" r="r" b="b"/>
              <a:pathLst>
                <a:path w="97155" h="173989">
                  <a:moveTo>
                    <a:pt x="37985" y="0"/>
                  </a:moveTo>
                  <a:lnTo>
                    <a:pt x="16123" y="8869"/>
                  </a:lnTo>
                  <a:lnTo>
                    <a:pt x="4212" y="28556"/>
                  </a:lnTo>
                  <a:lnTo>
                    <a:pt x="0" y="56572"/>
                  </a:lnTo>
                  <a:lnTo>
                    <a:pt x="1232" y="90426"/>
                  </a:lnTo>
                  <a:lnTo>
                    <a:pt x="6009" y="123674"/>
                  </a:lnTo>
                  <a:lnTo>
                    <a:pt x="15114" y="150070"/>
                  </a:lnTo>
                  <a:lnTo>
                    <a:pt x="30340" y="167420"/>
                  </a:lnTo>
                  <a:lnTo>
                    <a:pt x="53482" y="173533"/>
                  </a:lnTo>
                  <a:lnTo>
                    <a:pt x="71092" y="169165"/>
                  </a:lnTo>
                  <a:lnTo>
                    <a:pt x="85538" y="154387"/>
                  </a:lnTo>
                  <a:lnTo>
                    <a:pt x="94770" y="126267"/>
                  </a:lnTo>
                  <a:lnTo>
                    <a:pt x="96737" y="81871"/>
                  </a:lnTo>
                  <a:lnTo>
                    <a:pt x="89614" y="37156"/>
                  </a:lnTo>
                  <a:lnTo>
                    <a:pt x="75328" y="11973"/>
                  </a:lnTo>
                  <a:lnTo>
                    <a:pt x="57058" y="1271"/>
                  </a:lnTo>
                  <a:lnTo>
                    <a:pt x="37985" y="0"/>
                  </a:lnTo>
                  <a:close/>
                </a:path>
              </a:pathLst>
            </a:custGeom>
            <a:solidFill>
              <a:srgbClr val="EC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 descr=""/>
            <p:cNvSpPr/>
            <p:nvPr/>
          </p:nvSpPr>
          <p:spPr>
            <a:xfrm>
              <a:off x="13847560" y="2483259"/>
              <a:ext cx="50800" cy="148590"/>
            </a:xfrm>
            <a:custGeom>
              <a:avLst/>
              <a:gdLst/>
              <a:ahLst/>
              <a:cxnLst/>
              <a:rect l="l" t="t" r="r" b="b"/>
              <a:pathLst>
                <a:path w="50800" h="148589">
                  <a:moveTo>
                    <a:pt x="18775" y="0"/>
                  </a:moveTo>
                  <a:lnTo>
                    <a:pt x="9657" y="6623"/>
                  </a:lnTo>
                  <a:lnTo>
                    <a:pt x="3203" y="23174"/>
                  </a:lnTo>
                  <a:lnTo>
                    <a:pt x="0" y="47198"/>
                  </a:lnTo>
                  <a:lnTo>
                    <a:pt x="629" y="76238"/>
                  </a:lnTo>
                  <a:lnTo>
                    <a:pt x="5157" y="104969"/>
                  </a:lnTo>
                  <a:lnTo>
                    <a:pt x="12571" y="128124"/>
                  </a:lnTo>
                  <a:lnTo>
                    <a:pt x="21862" y="143383"/>
                  </a:lnTo>
                  <a:lnTo>
                    <a:pt x="32021" y="148424"/>
                  </a:lnTo>
                  <a:lnTo>
                    <a:pt x="41139" y="141802"/>
                  </a:lnTo>
                  <a:lnTo>
                    <a:pt x="47593" y="125252"/>
                  </a:lnTo>
                  <a:lnTo>
                    <a:pt x="50800" y="101226"/>
                  </a:lnTo>
                  <a:lnTo>
                    <a:pt x="50177" y="72175"/>
                  </a:lnTo>
                  <a:lnTo>
                    <a:pt x="45645" y="43446"/>
                  </a:lnTo>
                  <a:lnTo>
                    <a:pt x="38230" y="20295"/>
                  </a:lnTo>
                  <a:lnTo>
                    <a:pt x="28938" y="5040"/>
                  </a:lnTo>
                  <a:lnTo>
                    <a:pt x="18775" y="0"/>
                  </a:lnTo>
                  <a:close/>
                </a:path>
              </a:pathLst>
            </a:custGeom>
            <a:solidFill>
              <a:srgbClr val="FFE8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3" name="object 573" descr=""/>
          <p:cNvSpPr/>
          <p:nvPr/>
        </p:nvSpPr>
        <p:spPr>
          <a:xfrm>
            <a:off x="14186791" y="2450057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69" h="22860">
                <a:moveTo>
                  <a:pt x="37129" y="0"/>
                </a:moveTo>
                <a:lnTo>
                  <a:pt x="0" y="2858"/>
                </a:lnTo>
                <a:lnTo>
                  <a:pt x="1633" y="22250"/>
                </a:lnTo>
                <a:lnTo>
                  <a:pt x="38752" y="19381"/>
                </a:lnTo>
                <a:lnTo>
                  <a:pt x="37129" y="0"/>
                </a:lnTo>
                <a:close/>
              </a:path>
            </a:pathLst>
          </a:custGeom>
          <a:solidFill>
            <a:srgbClr val="ECD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4" name="object 574" descr=""/>
          <p:cNvSpPr/>
          <p:nvPr/>
        </p:nvSpPr>
        <p:spPr>
          <a:xfrm>
            <a:off x="13875791" y="2342533"/>
            <a:ext cx="346710" cy="133985"/>
          </a:xfrm>
          <a:custGeom>
            <a:avLst/>
            <a:gdLst/>
            <a:ahLst/>
            <a:cxnLst/>
            <a:rect l="l" t="t" r="r" b="b"/>
            <a:pathLst>
              <a:path w="346709" h="133985">
                <a:moveTo>
                  <a:pt x="346341" y="117792"/>
                </a:moveTo>
                <a:lnTo>
                  <a:pt x="321017" y="57734"/>
                </a:lnTo>
                <a:lnTo>
                  <a:pt x="290525" y="29413"/>
                </a:lnTo>
                <a:lnTo>
                  <a:pt x="242227" y="7975"/>
                </a:lnTo>
                <a:lnTo>
                  <a:pt x="172046" y="0"/>
                </a:lnTo>
                <a:lnTo>
                  <a:pt x="101930" y="10350"/>
                </a:lnTo>
                <a:lnTo>
                  <a:pt x="55067" y="34531"/>
                </a:lnTo>
                <a:lnTo>
                  <a:pt x="26466" y="65608"/>
                </a:lnTo>
                <a:lnTo>
                  <a:pt x="11607" y="96596"/>
                </a:lnTo>
                <a:lnTo>
                  <a:pt x="7797" y="112852"/>
                </a:lnTo>
                <a:lnTo>
                  <a:pt x="1041" y="112509"/>
                </a:lnTo>
                <a:lnTo>
                  <a:pt x="0" y="131914"/>
                </a:lnTo>
                <a:lnTo>
                  <a:pt x="37185" y="133794"/>
                </a:lnTo>
                <a:lnTo>
                  <a:pt x="38252" y="114376"/>
                </a:lnTo>
                <a:lnTo>
                  <a:pt x="36779" y="114312"/>
                </a:lnTo>
                <a:lnTo>
                  <a:pt x="43446" y="93116"/>
                </a:lnTo>
                <a:lnTo>
                  <a:pt x="64541" y="63652"/>
                </a:lnTo>
                <a:lnTo>
                  <a:pt x="105232" y="38950"/>
                </a:lnTo>
                <a:lnTo>
                  <a:pt x="171945" y="28003"/>
                </a:lnTo>
                <a:lnTo>
                  <a:pt x="239814" y="36537"/>
                </a:lnTo>
                <a:lnTo>
                  <a:pt x="282219" y="58432"/>
                </a:lnTo>
                <a:lnTo>
                  <a:pt x="305409" y="85204"/>
                </a:lnTo>
                <a:lnTo>
                  <a:pt x="315150" y="108369"/>
                </a:lnTo>
                <a:lnTo>
                  <a:pt x="317220" y="119468"/>
                </a:lnTo>
                <a:lnTo>
                  <a:pt x="346341" y="117792"/>
                </a:lnTo>
                <a:close/>
              </a:path>
            </a:pathLst>
          </a:custGeom>
          <a:solidFill>
            <a:srgbClr val="ECD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5" name="object 575" descr=""/>
          <p:cNvSpPr/>
          <p:nvPr/>
        </p:nvSpPr>
        <p:spPr>
          <a:xfrm>
            <a:off x="15525866" y="2449803"/>
            <a:ext cx="39370" cy="22860"/>
          </a:xfrm>
          <a:custGeom>
            <a:avLst/>
            <a:gdLst/>
            <a:ahLst/>
            <a:cxnLst/>
            <a:rect l="l" t="t" r="r" b="b"/>
            <a:pathLst>
              <a:path w="39369" h="22860">
                <a:moveTo>
                  <a:pt x="37140" y="0"/>
                </a:moveTo>
                <a:lnTo>
                  <a:pt x="0" y="2869"/>
                </a:lnTo>
                <a:lnTo>
                  <a:pt x="1622" y="22250"/>
                </a:lnTo>
                <a:lnTo>
                  <a:pt x="38752" y="19381"/>
                </a:lnTo>
                <a:lnTo>
                  <a:pt x="37140" y="0"/>
                </a:lnTo>
                <a:close/>
              </a:path>
            </a:pathLst>
          </a:custGeom>
          <a:solidFill>
            <a:srgbClr val="ECD6D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76" name="object 576" descr=""/>
          <p:cNvGrpSpPr/>
          <p:nvPr/>
        </p:nvGrpSpPr>
        <p:grpSpPr>
          <a:xfrm>
            <a:off x="15196210" y="2342272"/>
            <a:ext cx="385445" cy="298450"/>
            <a:chOff x="15196210" y="2342272"/>
            <a:chExt cx="385445" cy="298450"/>
          </a:xfrm>
        </p:grpSpPr>
        <p:sp>
          <p:nvSpPr>
            <p:cNvPr id="577" name="object 577" descr=""/>
            <p:cNvSpPr/>
            <p:nvPr/>
          </p:nvSpPr>
          <p:spPr>
            <a:xfrm>
              <a:off x="15214855" y="2342279"/>
              <a:ext cx="346710" cy="133985"/>
            </a:xfrm>
            <a:custGeom>
              <a:avLst/>
              <a:gdLst/>
              <a:ahLst/>
              <a:cxnLst/>
              <a:rect l="l" t="t" r="r" b="b"/>
              <a:pathLst>
                <a:path w="346709" h="133985">
                  <a:moveTo>
                    <a:pt x="346367" y="117805"/>
                  </a:moveTo>
                  <a:lnTo>
                    <a:pt x="321030" y="57734"/>
                  </a:lnTo>
                  <a:lnTo>
                    <a:pt x="290537" y="29425"/>
                  </a:lnTo>
                  <a:lnTo>
                    <a:pt x="242239" y="7975"/>
                  </a:lnTo>
                  <a:lnTo>
                    <a:pt x="172072" y="0"/>
                  </a:lnTo>
                  <a:lnTo>
                    <a:pt x="101942" y="10350"/>
                  </a:lnTo>
                  <a:lnTo>
                    <a:pt x="55092" y="34544"/>
                  </a:lnTo>
                  <a:lnTo>
                    <a:pt x="26479" y="65608"/>
                  </a:lnTo>
                  <a:lnTo>
                    <a:pt x="11620" y="96596"/>
                  </a:lnTo>
                  <a:lnTo>
                    <a:pt x="7810" y="112852"/>
                  </a:lnTo>
                  <a:lnTo>
                    <a:pt x="1079" y="112509"/>
                  </a:lnTo>
                  <a:lnTo>
                    <a:pt x="0" y="131914"/>
                  </a:lnTo>
                  <a:lnTo>
                    <a:pt x="37198" y="133794"/>
                  </a:lnTo>
                  <a:lnTo>
                    <a:pt x="38265" y="114376"/>
                  </a:lnTo>
                  <a:lnTo>
                    <a:pt x="36779" y="114312"/>
                  </a:lnTo>
                  <a:lnTo>
                    <a:pt x="43459" y="93116"/>
                  </a:lnTo>
                  <a:lnTo>
                    <a:pt x="64554" y="63652"/>
                  </a:lnTo>
                  <a:lnTo>
                    <a:pt x="105244" y="38963"/>
                  </a:lnTo>
                  <a:lnTo>
                    <a:pt x="171945" y="28003"/>
                  </a:lnTo>
                  <a:lnTo>
                    <a:pt x="239826" y="36537"/>
                  </a:lnTo>
                  <a:lnTo>
                    <a:pt x="282232" y="58432"/>
                  </a:lnTo>
                  <a:lnTo>
                    <a:pt x="305422" y="85204"/>
                  </a:lnTo>
                  <a:lnTo>
                    <a:pt x="315163" y="108369"/>
                  </a:lnTo>
                  <a:lnTo>
                    <a:pt x="317246" y="119468"/>
                  </a:lnTo>
                  <a:lnTo>
                    <a:pt x="346367" y="117805"/>
                  </a:lnTo>
                  <a:close/>
                </a:path>
              </a:pathLst>
            </a:custGeom>
            <a:solidFill>
              <a:srgbClr val="ECD6D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8" name="object 578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5196210" y="2467040"/>
              <a:ext cx="76861" cy="173554"/>
            </a:xfrm>
            <a:prstGeom prst="rect">
              <a:avLst/>
            </a:prstGeom>
          </p:spPr>
        </p:pic>
        <p:pic>
          <p:nvPicPr>
            <p:cNvPr id="579" name="object 579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5504427" y="2463796"/>
              <a:ext cx="76853" cy="173554"/>
            </a:xfrm>
            <a:prstGeom prst="rect">
              <a:avLst/>
            </a:prstGeom>
          </p:spPr>
        </p:pic>
      </p:grpSp>
      <p:grpSp>
        <p:nvGrpSpPr>
          <p:cNvPr id="580" name="object 580" descr=""/>
          <p:cNvGrpSpPr/>
          <p:nvPr/>
        </p:nvGrpSpPr>
        <p:grpSpPr>
          <a:xfrm>
            <a:off x="14955192" y="2457945"/>
            <a:ext cx="100330" cy="172085"/>
            <a:chOff x="14955192" y="2457945"/>
            <a:chExt cx="100330" cy="172085"/>
          </a:xfrm>
        </p:grpSpPr>
        <p:sp>
          <p:nvSpPr>
            <p:cNvPr id="581" name="object 581" descr=""/>
            <p:cNvSpPr/>
            <p:nvPr/>
          </p:nvSpPr>
          <p:spPr>
            <a:xfrm>
              <a:off x="14955192" y="2457945"/>
              <a:ext cx="100330" cy="172085"/>
            </a:xfrm>
            <a:custGeom>
              <a:avLst/>
              <a:gdLst/>
              <a:ahLst/>
              <a:cxnLst/>
              <a:rect l="l" t="t" r="r" b="b"/>
              <a:pathLst>
                <a:path w="100330" h="172085">
                  <a:moveTo>
                    <a:pt x="58438" y="0"/>
                  </a:moveTo>
                  <a:lnTo>
                    <a:pt x="38563" y="1663"/>
                  </a:lnTo>
                  <a:lnTo>
                    <a:pt x="19865" y="12617"/>
                  </a:lnTo>
                  <a:lnTo>
                    <a:pt x="5844" y="37777"/>
                  </a:lnTo>
                  <a:lnTo>
                    <a:pt x="0" y="82060"/>
                  </a:lnTo>
                  <a:lnTo>
                    <a:pt x="3614" y="125821"/>
                  </a:lnTo>
                  <a:lnTo>
                    <a:pt x="14243" y="153365"/>
                  </a:lnTo>
                  <a:lnTo>
                    <a:pt x="29846" y="167635"/>
                  </a:lnTo>
                  <a:lnTo>
                    <a:pt x="48385" y="171575"/>
                  </a:lnTo>
                  <a:lnTo>
                    <a:pt x="72339" y="165033"/>
                  </a:lnTo>
                  <a:lnTo>
                    <a:pt x="87626" y="147576"/>
                  </a:lnTo>
                  <a:lnTo>
                    <a:pt x="96201" y="121332"/>
                  </a:lnTo>
                  <a:lnTo>
                    <a:pt x="100017" y="88426"/>
                  </a:lnTo>
                  <a:lnTo>
                    <a:pt x="100113" y="54990"/>
                  </a:lnTo>
                  <a:lnTo>
                    <a:pt x="94726" y="27438"/>
                  </a:lnTo>
                  <a:lnTo>
                    <a:pt x="81589" y="8274"/>
                  </a:lnTo>
                  <a:lnTo>
                    <a:pt x="58438" y="0"/>
                  </a:lnTo>
                  <a:close/>
                </a:path>
              </a:pathLst>
            </a:custGeom>
            <a:solidFill>
              <a:srgbClr val="EC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2" name="object 582" descr=""/>
            <p:cNvSpPr/>
            <p:nvPr/>
          </p:nvSpPr>
          <p:spPr>
            <a:xfrm>
              <a:off x="15003286" y="2472503"/>
              <a:ext cx="52069" cy="147320"/>
            </a:xfrm>
            <a:custGeom>
              <a:avLst/>
              <a:gdLst/>
              <a:ahLst/>
              <a:cxnLst/>
              <a:rect l="l" t="t" r="r" b="b"/>
              <a:pathLst>
                <a:path w="52069" h="147319">
                  <a:moveTo>
                    <a:pt x="30229" y="0"/>
                  </a:moveTo>
                  <a:lnTo>
                    <a:pt x="19800" y="5191"/>
                  </a:lnTo>
                  <a:lnTo>
                    <a:pt x="10634" y="20449"/>
                  </a:lnTo>
                  <a:lnTo>
                    <a:pt x="3708" y="43458"/>
                  </a:lnTo>
                  <a:lnTo>
                    <a:pt x="0" y="71903"/>
                  </a:lnTo>
                  <a:lnTo>
                    <a:pt x="365" y="100578"/>
                  </a:lnTo>
                  <a:lnTo>
                    <a:pt x="4561" y="124216"/>
                  </a:lnTo>
                  <a:lnTo>
                    <a:pt x="11884" y="140408"/>
                  </a:lnTo>
                  <a:lnTo>
                    <a:pt x="21632" y="146749"/>
                  </a:lnTo>
                  <a:lnTo>
                    <a:pt x="32070" y="141553"/>
                  </a:lnTo>
                  <a:lnTo>
                    <a:pt x="41235" y="126295"/>
                  </a:lnTo>
                  <a:lnTo>
                    <a:pt x="48156" y="103289"/>
                  </a:lnTo>
                  <a:lnTo>
                    <a:pt x="51862" y="74845"/>
                  </a:lnTo>
                  <a:lnTo>
                    <a:pt x="51497" y="46173"/>
                  </a:lnTo>
                  <a:lnTo>
                    <a:pt x="47304" y="22533"/>
                  </a:lnTo>
                  <a:lnTo>
                    <a:pt x="39982" y="6337"/>
                  </a:lnTo>
                  <a:lnTo>
                    <a:pt x="30229" y="0"/>
                  </a:lnTo>
                  <a:close/>
                </a:path>
              </a:pathLst>
            </a:custGeom>
            <a:solidFill>
              <a:srgbClr val="FFE8E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3" name="object 583" descr=""/>
          <p:cNvGrpSpPr/>
          <p:nvPr/>
        </p:nvGrpSpPr>
        <p:grpSpPr>
          <a:xfrm>
            <a:off x="14663001" y="2463410"/>
            <a:ext cx="74930" cy="171450"/>
            <a:chOff x="14663001" y="2463410"/>
            <a:chExt cx="74930" cy="171450"/>
          </a:xfrm>
        </p:grpSpPr>
        <p:sp>
          <p:nvSpPr>
            <p:cNvPr id="584" name="object 584" descr=""/>
            <p:cNvSpPr/>
            <p:nvPr/>
          </p:nvSpPr>
          <p:spPr>
            <a:xfrm>
              <a:off x="14663001" y="2463410"/>
              <a:ext cx="74930" cy="171450"/>
            </a:xfrm>
            <a:custGeom>
              <a:avLst/>
              <a:gdLst/>
              <a:ahLst/>
              <a:cxnLst/>
              <a:rect l="l" t="t" r="r" b="b"/>
              <a:pathLst>
                <a:path w="74930" h="171450">
                  <a:moveTo>
                    <a:pt x="28100" y="0"/>
                  </a:moveTo>
                  <a:lnTo>
                    <a:pt x="11491" y="8354"/>
                  </a:lnTo>
                  <a:lnTo>
                    <a:pt x="2716" y="27543"/>
                  </a:lnTo>
                  <a:lnTo>
                    <a:pt x="0" y="55073"/>
                  </a:lnTo>
                  <a:lnTo>
                    <a:pt x="1567" y="88447"/>
                  </a:lnTo>
                  <a:lnTo>
                    <a:pt x="5838" y="121286"/>
                  </a:lnTo>
                  <a:lnTo>
                    <a:pt x="13303" y="147452"/>
                  </a:lnTo>
                  <a:lnTo>
                    <a:pt x="25299" y="164817"/>
                  </a:lnTo>
                  <a:lnTo>
                    <a:pt x="43157" y="171251"/>
                  </a:lnTo>
                  <a:lnTo>
                    <a:pt x="56585" y="167253"/>
                  </a:lnTo>
                  <a:lnTo>
                    <a:pt x="67391" y="152946"/>
                  </a:lnTo>
                  <a:lnTo>
                    <a:pt x="73954" y="125406"/>
                  </a:lnTo>
                  <a:lnTo>
                    <a:pt x="74654" y="81704"/>
                  </a:lnTo>
                  <a:lnTo>
                    <a:pt x="68374" y="37517"/>
                  </a:lnTo>
                  <a:lnTo>
                    <a:pt x="56957" y="12451"/>
                  </a:lnTo>
                  <a:lnTo>
                    <a:pt x="42750" y="1585"/>
                  </a:lnTo>
                  <a:lnTo>
                    <a:pt x="28100" y="0"/>
                  </a:lnTo>
                  <a:close/>
                </a:path>
              </a:pathLst>
            </a:custGeom>
            <a:solidFill>
              <a:srgbClr val="ECD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5" name="object 585" descr=""/>
            <p:cNvSpPr/>
            <p:nvPr/>
          </p:nvSpPr>
          <p:spPr>
            <a:xfrm>
              <a:off x="14663402" y="2478304"/>
              <a:ext cx="34290" cy="146685"/>
            </a:xfrm>
            <a:custGeom>
              <a:avLst/>
              <a:gdLst/>
              <a:ahLst/>
              <a:cxnLst/>
              <a:rect l="l" t="t" r="r" b="b"/>
              <a:pathLst>
                <a:path w="34290" h="146685">
                  <a:moveTo>
                    <a:pt x="10654" y="0"/>
                  </a:moveTo>
                  <a:lnTo>
                    <a:pt x="5003" y="6262"/>
                  </a:lnTo>
                  <a:lnTo>
                    <a:pt x="1351" y="22368"/>
                  </a:lnTo>
                  <a:lnTo>
                    <a:pt x="0" y="45923"/>
                  </a:lnTo>
                  <a:lnTo>
                    <a:pt x="1251" y="74531"/>
                  </a:lnTo>
                  <a:lnTo>
                    <a:pt x="4988" y="102937"/>
                  </a:lnTo>
                  <a:lnTo>
                    <a:pt x="10413" y="125939"/>
                  </a:lnTo>
                  <a:lnTo>
                    <a:pt x="16812" y="141224"/>
                  </a:lnTo>
                  <a:lnTo>
                    <a:pt x="23471" y="146477"/>
                  </a:lnTo>
                  <a:lnTo>
                    <a:pt x="29122" y="140214"/>
                  </a:lnTo>
                  <a:lnTo>
                    <a:pt x="32774" y="124108"/>
                  </a:lnTo>
                  <a:lnTo>
                    <a:pt x="34125" y="100553"/>
                  </a:lnTo>
                  <a:lnTo>
                    <a:pt x="32873" y="71945"/>
                  </a:lnTo>
                  <a:lnTo>
                    <a:pt x="29137" y="43545"/>
                  </a:lnTo>
                  <a:lnTo>
                    <a:pt x="23711" y="20545"/>
                  </a:lnTo>
                  <a:lnTo>
                    <a:pt x="17312" y="5258"/>
                  </a:lnTo>
                  <a:lnTo>
                    <a:pt x="10654" y="0"/>
                  </a:lnTo>
                  <a:close/>
                </a:path>
              </a:pathLst>
            </a:custGeom>
            <a:solidFill>
              <a:srgbClr val="FFE8E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6" name="object 586" descr=""/>
          <p:cNvSpPr/>
          <p:nvPr/>
        </p:nvSpPr>
        <p:spPr>
          <a:xfrm>
            <a:off x="14992663" y="2444798"/>
            <a:ext cx="38100" cy="22225"/>
          </a:xfrm>
          <a:custGeom>
            <a:avLst/>
            <a:gdLst/>
            <a:ahLst/>
            <a:cxnLst/>
            <a:rect l="l" t="t" r="r" b="b"/>
            <a:pathLst>
              <a:path w="38100" h="22225">
                <a:moveTo>
                  <a:pt x="35977" y="0"/>
                </a:moveTo>
                <a:lnTo>
                  <a:pt x="0" y="2837"/>
                </a:lnTo>
                <a:lnTo>
                  <a:pt x="1581" y="21946"/>
                </a:lnTo>
                <a:lnTo>
                  <a:pt x="37569" y="19130"/>
                </a:lnTo>
                <a:lnTo>
                  <a:pt x="35977" y="0"/>
                </a:lnTo>
                <a:close/>
              </a:path>
            </a:pathLst>
          </a:custGeom>
          <a:solidFill>
            <a:srgbClr val="ECD6D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7" name="object 587" descr=""/>
          <p:cNvSpPr/>
          <p:nvPr/>
        </p:nvSpPr>
        <p:spPr>
          <a:xfrm>
            <a:off x="14677733" y="2338863"/>
            <a:ext cx="349250" cy="132080"/>
          </a:xfrm>
          <a:custGeom>
            <a:avLst/>
            <a:gdLst/>
            <a:ahLst/>
            <a:cxnLst/>
            <a:rect l="l" t="t" r="r" b="b"/>
            <a:pathLst>
              <a:path w="349250" h="132080">
                <a:moveTo>
                  <a:pt x="349173" y="116065"/>
                </a:moveTo>
                <a:lnTo>
                  <a:pt x="323265" y="56819"/>
                </a:lnTo>
                <a:lnTo>
                  <a:pt x="292049" y="28917"/>
                </a:lnTo>
                <a:lnTo>
                  <a:pt x="242620" y="7797"/>
                </a:lnTo>
                <a:lnTo>
                  <a:pt x="170789" y="0"/>
                </a:lnTo>
                <a:lnTo>
                  <a:pt x="99047" y="10274"/>
                </a:lnTo>
                <a:lnTo>
                  <a:pt x="51092" y="34175"/>
                </a:lnTo>
                <a:lnTo>
                  <a:pt x="21831" y="64858"/>
                </a:lnTo>
                <a:lnTo>
                  <a:pt x="6629" y="95453"/>
                </a:lnTo>
                <a:lnTo>
                  <a:pt x="2857" y="110998"/>
                </a:lnTo>
                <a:lnTo>
                  <a:pt x="1028" y="110896"/>
                </a:lnTo>
                <a:lnTo>
                  <a:pt x="190" y="126733"/>
                </a:lnTo>
                <a:lnTo>
                  <a:pt x="0" y="128930"/>
                </a:lnTo>
                <a:lnTo>
                  <a:pt x="25" y="130048"/>
                </a:lnTo>
                <a:lnTo>
                  <a:pt x="36055" y="131889"/>
                </a:lnTo>
                <a:lnTo>
                  <a:pt x="37071" y="112737"/>
                </a:lnTo>
                <a:lnTo>
                  <a:pt x="32512" y="112509"/>
                </a:lnTo>
                <a:lnTo>
                  <a:pt x="39204" y="91986"/>
                </a:lnTo>
                <a:lnTo>
                  <a:pt x="60794" y="62903"/>
                </a:lnTo>
                <a:lnTo>
                  <a:pt x="102425" y="38493"/>
                </a:lnTo>
                <a:lnTo>
                  <a:pt x="170700" y="27622"/>
                </a:lnTo>
                <a:lnTo>
                  <a:pt x="240157" y="35991"/>
                </a:lnTo>
                <a:lnTo>
                  <a:pt x="283552" y="57556"/>
                </a:lnTo>
                <a:lnTo>
                  <a:pt x="307289" y="83947"/>
                </a:lnTo>
                <a:lnTo>
                  <a:pt x="317258" y="106794"/>
                </a:lnTo>
                <a:lnTo>
                  <a:pt x="319392" y="117741"/>
                </a:lnTo>
                <a:lnTo>
                  <a:pt x="349173" y="116065"/>
                </a:lnTo>
                <a:close/>
              </a:path>
            </a:pathLst>
          </a:custGeom>
          <a:solidFill>
            <a:srgbClr val="ECD6D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88" name="object 588" descr=""/>
          <p:cNvPicPr/>
          <p:nvPr/>
        </p:nvPicPr>
        <p:blipFill>
          <a:blip r:embed="rId129" cstate="print"/>
          <a:stretch>
            <a:fillRect/>
          </a:stretch>
        </p:blipFill>
        <p:spPr>
          <a:xfrm>
            <a:off x="14315692" y="2320313"/>
            <a:ext cx="217012" cy="325999"/>
          </a:xfrm>
          <a:prstGeom prst="rect">
            <a:avLst/>
          </a:prstGeom>
        </p:spPr>
      </p:pic>
      <p:pic>
        <p:nvPicPr>
          <p:cNvPr id="589" name="object 589" descr="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16537114" y="2825874"/>
            <a:ext cx="537059" cy="196386"/>
          </a:xfrm>
          <a:prstGeom prst="rect">
            <a:avLst/>
          </a:prstGeom>
        </p:spPr>
      </p:pic>
      <p:pic>
        <p:nvPicPr>
          <p:cNvPr id="590" name="object 590" descr="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16019330" y="2642800"/>
            <a:ext cx="408332" cy="501649"/>
          </a:xfrm>
          <a:prstGeom prst="rect">
            <a:avLst/>
          </a:prstGeom>
        </p:spPr>
      </p:pic>
      <p:pic>
        <p:nvPicPr>
          <p:cNvPr id="591" name="object 591" descr="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16471524" y="1919131"/>
            <a:ext cx="523734" cy="155809"/>
          </a:xfrm>
          <a:prstGeom prst="rect">
            <a:avLst/>
          </a:prstGeom>
        </p:spPr>
      </p:pic>
      <p:grpSp>
        <p:nvGrpSpPr>
          <p:cNvPr id="592" name="object 592" descr=""/>
          <p:cNvGrpSpPr/>
          <p:nvPr/>
        </p:nvGrpSpPr>
        <p:grpSpPr>
          <a:xfrm>
            <a:off x="15704883" y="2644658"/>
            <a:ext cx="152400" cy="512445"/>
            <a:chOff x="15704883" y="2644658"/>
            <a:chExt cx="152400" cy="512445"/>
          </a:xfrm>
        </p:grpSpPr>
        <p:sp>
          <p:nvSpPr>
            <p:cNvPr id="593" name="object 593" descr=""/>
            <p:cNvSpPr/>
            <p:nvPr/>
          </p:nvSpPr>
          <p:spPr>
            <a:xfrm>
              <a:off x="15704883" y="2648986"/>
              <a:ext cx="152400" cy="508000"/>
            </a:xfrm>
            <a:custGeom>
              <a:avLst/>
              <a:gdLst/>
              <a:ahLst/>
              <a:cxnLst/>
              <a:rect l="l" t="t" r="r" b="b"/>
              <a:pathLst>
                <a:path w="152400" h="508000">
                  <a:moveTo>
                    <a:pt x="108536" y="0"/>
                  </a:moveTo>
                  <a:lnTo>
                    <a:pt x="76003" y="2513"/>
                  </a:lnTo>
                  <a:lnTo>
                    <a:pt x="41533" y="1560"/>
                  </a:lnTo>
                  <a:lnTo>
                    <a:pt x="40007" y="21585"/>
                  </a:lnTo>
                  <a:lnTo>
                    <a:pt x="39499" y="32345"/>
                  </a:lnTo>
                  <a:lnTo>
                    <a:pt x="40007" y="37516"/>
                  </a:lnTo>
                  <a:lnTo>
                    <a:pt x="41533" y="40773"/>
                  </a:lnTo>
                  <a:lnTo>
                    <a:pt x="43660" y="43516"/>
                  </a:lnTo>
                  <a:lnTo>
                    <a:pt x="45636" y="47387"/>
                  </a:lnTo>
                  <a:lnTo>
                    <a:pt x="46950" y="56427"/>
                  </a:lnTo>
                  <a:lnTo>
                    <a:pt x="47093" y="74678"/>
                  </a:lnTo>
                  <a:lnTo>
                    <a:pt x="46980" y="98049"/>
                  </a:lnTo>
                  <a:lnTo>
                    <a:pt x="46349" y="119355"/>
                  </a:lnTo>
                  <a:lnTo>
                    <a:pt x="42899" y="137970"/>
                  </a:lnTo>
                  <a:lnTo>
                    <a:pt x="34329" y="153272"/>
                  </a:lnTo>
                  <a:lnTo>
                    <a:pt x="22358" y="165171"/>
                  </a:lnTo>
                  <a:lnTo>
                    <a:pt x="11490" y="177066"/>
                  </a:lnTo>
                  <a:lnTo>
                    <a:pt x="3597" y="193593"/>
                  </a:lnTo>
                  <a:lnTo>
                    <a:pt x="550" y="219385"/>
                  </a:lnTo>
                  <a:lnTo>
                    <a:pt x="1216" y="271033"/>
                  </a:lnTo>
                  <a:lnTo>
                    <a:pt x="3938" y="411902"/>
                  </a:lnTo>
                  <a:lnTo>
                    <a:pt x="4256" y="447494"/>
                  </a:lnTo>
                  <a:lnTo>
                    <a:pt x="3069" y="458365"/>
                  </a:lnTo>
                  <a:lnTo>
                    <a:pt x="1245" y="469561"/>
                  </a:lnTo>
                  <a:lnTo>
                    <a:pt x="0" y="480663"/>
                  </a:lnTo>
                  <a:lnTo>
                    <a:pt x="32068" y="504495"/>
                  </a:lnTo>
                  <a:lnTo>
                    <a:pt x="76003" y="507544"/>
                  </a:lnTo>
                  <a:lnTo>
                    <a:pt x="95471" y="506910"/>
                  </a:lnTo>
                  <a:lnTo>
                    <a:pt x="119937" y="504495"/>
                  </a:lnTo>
                  <a:lnTo>
                    <a:pt x="141300" y="499531"/>
                  </a:lnTo>
                  <a:lnTo>
                    <a:pt x="151456" y="491252"/>
                  </a:lnTo>
                  <a:lnTo>
                    <a:pt x="152006" y="480663"/>
                  </a:lnTo>
                  <a:lnTo>
                    <a:pt x="150761" y="469561"/>
                  </a:lnTo>
                  <a:lnTo>
                    <a:pt x="148937" y="458365"/>
                  </a:lnTo>
                  <a:lnTo>
                    <a:pt x="147749" y="447494"/>
                  </a:lnTo>
                  <a:lnTo>
                    <a:pt x="148068" y="411902"/>
                  </a:lnTo>
                  <a:lnTo>
                    <a:pt x="150790" y="271033"/>
                  </a:lnTo>
                  <a:lnTo>
                    <a:pt x="151456" y="219385"/>
                  </a:lnTo>
                  <a:lnTo>
                    <a:pt x="148409" y="193593"/>
                  </a:lnTo>
                  <a:lnTo>
                    <a:pt x="140515" y="177066"/>
                  </a:lnTo>
                  <a:lnTo>
                    <a:pt x="129647" y="165171"/>
                  </a:lnTo>
                  <a:lnTo>
                    <a:pt x="117677" y="153272"/>
                  </a:lnTo>
                  <a:lnTo>
                    <a:pt x="109105" y="137970"/>
                  </a:lnTo>
                  <a:lnTo>
                    <a:pt x="105653" y="119355"/>
                  </a:lnTo>
                  <a:lnTo>
                    <a:pt x="105021" y="98049"/>
                  </a:lnTo>
                  <a:lnTo>
                    <a:pt x="104753" y="56183"/>
                  </a:lnTo>
                  <a:lnTo>
                    <a:pt x="105401" y="46607"/>
                  </a:lnTo>
                  <a:lnTo>
                    <a:pt x="106711" y="42200"/>
                  </a:lnTo>
                  <a:lnTo>
                    <a:pt x="108536" y="39213"/>
                  </a:lnTo>
                  <a:lnTo>
                    <a:pt x="109676" y="31107"/>
                  </a:lnTo>
                  <a:lnTo>
                    <a:pt x="109549" y="17847"/>
                  </a:lnTo>
                  <a:lnTo>
                    <a:pt x="108536" y="0"/>
                  </a:lnTo>
                  <a:close/>
                </a:path>
              </a:pathLst>
            </a:custGeom>
            <a:solidFill>
              <a:srgbClr val="C4E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4" name="object 594" descr=""/>
            <p:cNvSpPr/>
            <p:nvPr/>
          </p:nvSpPr>
          <p:spPr>
            <a:xfrm>
              <a:off x="15718470" y="2745239"/>
              <a:ext cx="125730" cy="389255"/>
            </a:xfrm>
            <a:custGeom>
              <a:avLst/>
              <a:gdLst/>
              <a:ahLst/>
              <a:cxnLst/>
              <a:rect l="l" t="t" r="r" b="b"/>
              <a:pathLst>
                <a:path w="125730" h="389255">
                  <a:moveTo>
                    <a:pt x="86620" y="0"/>
                  </a:moveTo>
                  <a:lnTo>
                    <a:pt x="38883" y="0"/>
                  </a:lnTo>
                  <a:lnTo>
                    <a:pt x="40156" y="31784"/>
                  </a:lnTo>
                  <a:lnTo>
                    <a:pt x="39482" y="49738"/>
                  </a:lnTo>
                  <a:lnTo>
                    <a:pt x="35872" y="60484"/>
                  </a:lnTo>
                  <a:lnTo>
                    <a:pt x="28339" y="70647"/>
                  </a:lnTo>
                  <a:lnTo>
                    <a:pt x="18461" y="81336"/>
                  </a:lnTo>
                  <a:lnTo>
                    <a:pt x="9489" y="92024"/>
                  </a:lnTo>
                  <a:lnTo>
                    <a:pt x="2972" y="106877"/>
                  </a:lnTo>
                  <a:lnTo>
                    <a:pt x="455" y="130058"/>
                  </a:lnTo>
                  <a:lnTo>
                    <a:pt x="1005" y="176471"/>
                  </a:lnTo>
                  <a:lnTo>
                    <a:pt x="3252" y="303069"/>
                  </a:lnTo>
                  <a:lnTo>
                    <a:pt x="3513" y="335057"/>
                  </a:lnTo>
                  <a:lnTo>
                    <a:pt x="2531" y="344829"/>
                  </a:lnTo>
                  <a:lnTo>
                    <a:pt x="1026" y="354889"/>
                  </a:lnTo>
                  <a:lnTo>
                    <a:pt x="0" y="364863"/>
                  </a:lnTo>
                  <a:lnTo>
                    <a:pt x="46675" y="388454"/>
                  </a:lnTo>
                  <a:lnTo>
                    <a:pt x="62747" y="389024"/>
                  </a:lnTo>
                  <a:lnTo>
                    <a:pt x="78819" y="388454"/>
                  </a:lnTo>
                  <a:lnTo>
                    <a:pt x="99016" y="386282"/>
                  </a:lnTo>
                  <a:lnTo>
                    <a:pt x="116652" y="381820"/>
                  </a:lnTo>
                  <a:lnTo>
                    <a:pt x="125038" y="374376"/>
                  </a:lnTo>
                  <a:lnTo>
                    <a:pt x="125494" y="364863"/>
                  </a:lnTo>
                  <a:lnTo>
                    <a:pt x="124467" y="354889"/>
                  </a:lnTo>
                  <a:lnTo>
                    <a:pt x="122962" y="344829"/>
                  </a:lnTo>
                  <a:lnTo>
                    <a:pt x="121980" y="335057"/>
                  </a:lnTo>
                  <a:lnTo>
                    <a:pt x="122242" y="303069"/>
                  </a:lnTo>
                  <a:lnTo>
                    <a:pt x="124488" y="176471"/>
                  </a:lnTo>
                  <a:lnTo>
                    <a:pt x="125038" y="130058"/>
                  </a:lnTo>
                  <a:lnTo>
                    <a:pt x="122523" y="106877"/>
                  </a:lnTo>
                  <a:lnTo>
                    <a:pt x="116008" y="92024"/>
                  </a:lnTo>
                  <a:lnTo>
                    <a:pt x="107037" y="81336"/>
                  </a:lnTo>
                  <a:lnTo>
                    <a:pt x="97154" y="70647"/>
                  </a:lnTo>
                  <a:lnTo>
                    <a:pt x="89982" y="52814"/>
                  </a:lnTo>
                  <a:lnTo>
                    <a:pt x="86975" y="29284"/>
                  </a:lnTo>
                  <a:lnTo>
                    <a:pt x="86424" y="8773"/>
                  </a:lnTo>
                  <a:lnTo>
                    <a:pt x="86620" y="0"/>
                  </a:lnTo>
                  <a:close/>
                </a:path>
              </a:pathLst>
            </a:custGeom>
            <a:solidFill>
              <a:srgbClr val="C8393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5" name="object 595" descr=""/>
            <p:cNvPicPr/>
            <p:nvPr/>
          </p:nvPicPr>
          <p:blipFill>
            <a:blip r:embed="rId133" cstate="print"/>
            <a:stretch>
              <a:fillRect/>
            </a:stretch>
          </p:blipFill>
          <p:spPr>
            <a:xfrm>
              <a:off x="15740950" y="2644658"/>
              <a:ext cx="75903" cy="202605"/>
            </a:xfrm>
            <a:prstGeom prst="rect">
              <a:avLst/>
            </a:prstGeom>
          </p:spPr>
        </p:pic>
        <p:pic>
          <p:nvPicPr>
            <p:cNvPr id="596" name="object 596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15718402" y="2931706"/>
              <a:ext cx="129177" cy="216640"/>
            </a:xfrm>
            <a:prstGeom prst="rect">
              <a:avLst/>
            </a:prstGeom>
          </p:spPr>
        </p:pic>
      </p:grpSp>
      <p:grpSp>
        <p:nvGrpSpPr>
          <p:cNvPr id="597" name="object 597" descr=""/>
          <p:cNvGrpSpPr/>
          <p:nvPr/>
        </p:nvGrpSpPr>
        <p:grpSpPr>
          <a:xfrm>
            <a:off x="16268620" y="2219347"/>
            <a:ext cx="128270" cy="376555"/>
            <a:chOff x="16268620" y="2219347"/>
            <a:chExt cx="128270" cy="376555"/>
          </a:xfrm>
        </p:grpSpPr>
        <p:sp>
          <p:nvSpPr>
            <p:cNvPr id="598" name="object 598" descr=""/>
            <p:cNvSpPr/>
            <p:nvPr/>
          </p:nvSpPr>
          <p:spPr>
            <a:xfrm>
              <a:off x="16324669" y="2371208"/>
              <a:ext cx="22225" cy="224790"/>
            </a:xfrm>
            <a:custGeom>
              <a:avLst/>
              <a:gdLst/>
              <a:ahLst/>
              <a:cxnLst/>
              <a:rect l="l" t="t" r="r" b="b"/>
              <a:pathLst>
                <a:path w="22225" h="224789">
                  <a:moveTo>
                    <a:pt x="17140" y="0"/>
                  </a:moveTo>
                  <a:lnTo>
                    <a:pt x="11057" y="0"/>
                  </a:lnTo>
                  <a:lnTo>
                    <a:pt x="4973" y="0"/>
                  </a:lnTo>
                  <a:lnTo>
                    <a:pt x="0" y="4973"/>
                  </a:lnTo>
                  <a:lnTo>
                    <a:pt x="0" y="219637"/>
                  </a:lnTo>
                  <a:lnTo>
                    <a:pt x="4973" y="224621"/>
                  </a:lnTo>
                  <a:lnTo>
                    <a:pt x="17140" y="224621"/>
                  </a:lnTo>
                  <a:lnTo>
                    <a:pt x="22124" y="219637"/>
                  </a:lnTo>
                  <a:lnTo>
                    <a:pt x="22124" y="4973"/>
                  </a:lnTo>
                  <a:lnTo>
                    <a:pt x="17140" y="0"/>
                  </a:lnTo>
                  <a:close/>
                </a:path>
              </a:pathLst>
            </a:custGeom>
            <a:solidFill>
              <a:srgbClr val="EFDA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 descr=""/>
            <p:cNvSpPr/>
            <p:nvPr/>
          </p:nvSpPr>
          <p:spPr>
            <a:xfrm>
              <a:off x="16268620" y="2219872"/>
              <a:ext cx="128270" cy="269240"/>
            </a:xfrm>
            <a:custGeom>
              <a:avLst/>
              <a:gdLst/>
              <a:ahLst/>
              <a:cxnLst/>
              <a:rect l="l" t="t" r="r" b="b"/>
              <a:pathLst>
                <a:path w="128269" h="269239">
                  <a:moveTo>
                    <a:pt x="52008" y="0"/>
                  </a:moveTo>
                  <a:lnTo>
                    <a:pt x="15329" y="12963"/>
                  </a:lnTo>
                  <a:lnTo>
                    <a:pt x="7194" y="91358"/>
                  </a:lnTo>
                  <a:lnTo>
                    <a:pt x="4019" y="154186"/>
                  </a:lnTo>
                  <a:lnTo>
                    <a:pt x="1757" y="211504"/>
                  </a:lnTo>
                  <a:lnTo>
                    <a:pt x="649" y="247364"/>
                  </a:lnTo>
                  <a:lnTo>
                    <a:pt x="157" y="248401"/>
                  </a:lnTo>
                  <a:lnTo>
                    <a:pt x="0" y="249647"/>
                  </a:lnTo>
                  <a:lnTo>
                    <a:pt x="575" y="251553"/>
                  </a:lnTo>
                  <a:lnTo>
                    <a:pt x="575" y="252160"/>
                  </a:lnTo>
                  <a:lnTo>
                    <a:pt x="1047" y="253061"/>
                  </a:lnTo>
                  <a:lnTo>
                    <a:pt x="4732" y="264065"/>
                  </a:lnTo>
                  <a:lnTo>
                    <a:pt x="9444" y="265448"/>
                  </a:lnTo>
                  <a:lnTo>
                    <a:pt x="19967" y="263207"/>
                  </a:lnTo>
                  <a:lnTo>
                    <a:pt x="26393" y="262503"/>
                  </a:lnTo>
                  <a:lnTo>
                    <a:pt x="33578" y="262534"/>
                  </a:lnTo>
                  <a:lnTo>
                    <a:pt x="40863" y="262789"/>
                  </a:lnTo>
                  <a:lnTo>
                    <a:pt x="47736" y="262757"/>
                  </a:lnTo>
                  <a:lnTo>
                    <a:pt x="65107" y="263521"/>
                  </a:lnTo>
                  <a:lnTo>
                    <a:pt x="70008" y="264526"/>
                  </a:lnTo>
                  <a:lnTo>
                    <a:pt x="78196" y="267270"/>
                  </a:lnTo>
                  <a:lnTo>
                    <a:pt x="77358" y="268934"/>
                  </a:lnTo>
                  <a:lnTo>
                    <a:pt x="90384" y="268327"/>
                  </a:lnTo>
                  <a:lnTo>
                    <a:pt x="93986" y="265071"/>
                  </a:lnTo>
                  <a:lnTo>
                    <a:pt x="106939" y="267510"/>
                  </a:lnTo>
                  <a:lnTo>
                    <a:pt x="108708" y="268882"/>
                  </a:lnTo>
                  <a:lnTo>
                    <a:pt x="114813" y="266673"/>
                  </a:lnTo>
                  <a:lnTo>
                    <a:pt x="122964" y="261904"/>
                  </a:lnTo>
                  <a:lnTo>
                    <a:pt x="126922" y="255478"/>
                  </a:lnTo>
                  <a:lnTo>
                    <a:pt x="127888" y="247668"/>
                  </a:lnTo>
                  <a:lnTo>
                    <a:pt x="127064" y="238747"/>
                  </a:lnTo>
                  <a:lnTo>
                    <a:pt x="127240" y="192938"/>
                  </a:lnTo>
                  <a:lnTo>
                    <a:pt x="124732" y="134222"/>
                  </a:lnTo>
                  <a:lnTo>
                    <a:pt x="120735" y="75285"/>
                  </a:lnTo>
                  <a:lnTo>
                    <a:pt x="116440" y="28814"/>
                  </a:lnTo>
                  <a:lnTo>
                    <a:pt x="80053" y="253"/>
                  </a:lnTo>
                  <a:lnTo>
                    <a:pt x="52008" y="0"/>
                  </a:lnTo>
                  <a:close/>
                </a:path>
              </a:pathLst>
            </a:custGeom>
            <a:solidFill>
              <a:srgbClr val="ECDC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 descr=""/>
            <p:cNvSpPr/>
            <p:nvPr/>
          </p:nvSpPr>
          <p:spPr>
            <a:xfrm>
              <a:off x="16268647" y="2219872"/>
              <a:ext cx="111760" cy="269240"/>
            </a:xfrm>
            <a:custGeom>
              <a:avLst/>
              <a:gdLst/>
              <a:ahLst/>
              <a:cxnLst/>
              <a:rect l="l" t="t" r="r" b="b"/>
              <a:pathLst>
                <a:path w="111759" h="269239">
                  <a:moveTo>
                    <a:pt x="45208" y="0"/>
                  </a:moveTo>
                  <a:lnTo>
                    <a:pt x="9594" y="38967"/>
                  </a:lnTo>
                  <a:lnTo>
                    <a:pt x="6248" y="91358"/>
                  </a:lnTo>
                  <a:lnTo>
                    <a:pt x="3489" y="154186"/>
                  </a:lnTo>
                  <a:lnTo>
                    <a:pt x="1525" y="211504"/>
                  </a:lnTo>
                  <a:lnTo>
                    <a:pt x="565" y="247364"/>
                  </a:lnTo>
                  <a:lnTo>
                    <a:pt x="136" y="248401"/>
                  </a:lnTo>
                  <a:lnTo>
                    <a:pt x="0" y="249647"/>
                  </a:lnTo>
                  <a:lnTo>
                    <a:pt x="502" y="251553"/>
                  </a:lnTo>
                  <a:lnTo>
                    <a:pt x="659" y="252610"/>
                  </a:lnTo>
                  <a:lnTo>
                    <a:pt x="910" y="253061"/>
                  </a:lnTo>
                  <a:lnTo>
                    <a:pt x="4115" y="264065"/>
                  </a:lnTo>
                  <a:lnTo>
                    <a:pt x="8209" y="265448"/>
                  </a:lnTo>
                  <a:lnTo>
                    <a:pt x="24114" y="261552"/>
                  </a:lnTo>
                  <a:lnTo>
                    <a:pt x="34145" y="263217"/>
                  </a:lnTo>
                  <a:lnTo>
                    <a:pt x="41370" y="262757"/>
                  </a:lnTo>
                  <a:lnTo>
                    <a:pt x="56605" y="263521"/>
                  </a:lnTo>
                  <a:lnTo>
                    <a:pt x="60856" y="264526"/>
                  </a:lnTo>
                  <a:lnTo>
                    <a:pt x="67976" y="267270"/>
                  </a:lnTo>
                  <a:lnTo>
                    <a:pt x="67244" y="268934"/>
                  </a:lnTo>
                  <a:lnTo>
                    <a:pt x="78573" y="268327"/>
                  </a:lnTo>
                  <a:lnTo>
                    <a:pt x="81704" y="265071"/>
                  </a:lnTo>
                  <a:lnTo>
                    <a:pt x="92970" y="267510"/>
                  </a:lnTo>
                  <a:lnTo>
                    <a:pt x="94499" y="268882"/>
                  </a:lnTo>
                  <a:lnTo>
                    <a:pt x="99808" y="266673"/>
                  </a:lnTo>
                  <a:lnTo>
                    <a:pt x="106895" y="261904"/>
                  </a:lnTo>
                  <a:lnTo>
                    <a:pt x="110335" y="255478"/>
                  </a:lnTo>
                  <a:lnTo>
                    <a:pt x="111174" y="247668"/>
                  </a:lnTo>
                  <a:lnTo>
                    <a:pt x="110457" y="238747"/>
                  </a:lnTo>
                  <a:lnTo>
                    <a:pt x="110610" y="192938"/>
                  </a:lnTo>
                  <a:lnTo>
                    <a:pt x="108430" y="134222"/>
                  </a:lnTo>
                  <a:lnTo>
                    <a:pt x="104955" y="75285"/>
                  </a:lnTo>
                  <a:lnTo>
                    <a:pt x="101222" y="28814"/>
                  </a:lnTo>
                  <a:lnTo>
                    <a:pt x="69589" y="253"/>
                  </a:lnTo>
                  <a:lnTo>
                    <a:pt x="45208" y="0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1" name="object 601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16269333" y="2219347"/>
              <a:ext cx="126995" cy="230190"/>
            </a:xfrm>
            <a:prstGeom prst="rect">
              <a:avLst/>
            </a:prstGeom>
          </p:spPr>
        </p:pic>
      </p:grpSp>
      <p:pic>
        <p:nvPicPr>
          <p:cNvPr id="602" name="object 602" descr=""/>
          <p:cNvPicPr/>
          <p:nvPr/>
        </p:nvPicPr>
        <p:blipFill>
          <a:blip r:embed="rId136" cstate="print"/>
          <a:stretch>
            <a:fillRect/>
          </a:stretch>
        </p:blipFill>
        <p:spPr>
          <a:xfrm>
            <a:off x="16813241" y="2310210"/>
            <a:ext cx="221226" cy="246061"/>
          </a:xfrm>
          <a:prstGeom prst="rect">
            <a:avLst/>
          </a:prstGeom>
        </p:spPr>
      </p:pic>
      <p:grpSp>
        <p:nvGrpSpPr>
          <p:cNvPr id="603" name="object 603" descr=""/>
          <p:cNvGrpSpPr/>
          <p:nvPr/>
        </p:nvGrpSpPr>
        <p:grpSpPr>
          <a:xfrm>
            <a:off x="4584655" y="2097948"/>
            <a:ext cx="457834" cy="525780"/>
            <a:chOff x="4584655" y="2097948"/>
            <a:chExt cx="457834" cy="525780"/>
          </a:xfrm>
        </p:grpSpPr>
        <p:sp>
          <p:nvSpPr>
            <p:cNvPr id="604" name="object 604" descr=""/>
            <p:cNvSpPr/>
            <p:nvPr/>
          </p:nvSpPr>
          <p:spPr>
            <a:xfrm>
              <a:off x="4584655" y="2119672"/>
              <a:ext cx="457834" cy="504190"/>
            </a:xfrm>
            <a:custGeom>
              <a:avLst/>
              <a:gdLst/>
              <a:ahLst/>
              <a:cxnLst/>
              <a:rect l="l" t="t" r="r" b="b"/>
              <a:pathLst>
                <a:path w="457835" h="504189">
                  <a:moveTo>
                    <a:pt x="401066" y="0"/>
                  </a:moveTo>
                  <a:lnTo>
                    <a:pt x="324785" y="192566"/>
                  </a:lnTo>
                  <a:lnTo>
                    <a:pt x="281371" y="303424"/>
                  </a:lnTo>
                  <a:lnTo>
                    <a:pt x="254632" y="374573"/>
                  </a:lnTo>
                  <a:lnTo>
                    <a:pt x="228380" y="448017"/>
                  </a:lnTo>
                  <a:lnTo>
                    <a:pt x="183727" y="328182"/>
                  </a:lnTo>
                  <a:lnTo>
                    <a:pt x="126325" y="179713"/>
                  </a:lnTo>
                  <a:lnTo>
                    <a:pt x="55684" y="0"/>
                  </a:lnTo>
                  <a:lnTo>
                    <a:pt x="27673" y="92152"/>
                  </a:lnTo>
                  <a:lnTo>
                    <a:pt x="12536" y="150745"/>
                  </a:lnTo>
                  <a:lnTo>
                    <a:pt x="5051" y="200866"/>
                  </a:lnTo>
                  <a:lnTo>
                    <a:pt x="0" y="267604"/>
                  </a:lnTo>
                  <a:lnTo>
                    <a:pt x="1465" y="335849"/>
                  </a:lnTo>
                  <a:lnTo>
                    <a:pt x="10599" y="380905"/>
                  </a:lnTo>
                  <a:lnTo>
                    <a:pt x="17781" y="413477"/>
                  </a:lnTo>
                  <a:lnTo>
                    <a:pt x="13392" y="444269"/>
                  </a:lnTo>
                  <a:lnTo>
                    <a:pt x="21344" y="433360"/>
                  </a:lnTo>
                  <a:lnTo>
                    <a:pt x="26042" y="425284"/>
                  </a:lnTo>
                  <a:lnTo>
                    <a:pt x="29328" y="416043"/>
                  </a:lnTo>
                  <a:lnTo>
                    <a:pt x="33046" y="401642"/>
                  </a:lnTo>
                  <a:lnTo>
                    <a:pt x="34284" y="418073"/>
                  </a:lnTo>
                  <a:lnTo>
                    <a:pt x="44427" y="458823"/>
                  </a:lnTo>
                  <a:lnTo>
                    <a:pt x="76955" y="486660"/>
                  </a:lnTo>
                  <a:lnTo>
                    <a:pt x="98175" y="496403"/>
                  </a:lnTo>
                  <a:lnTo>
                    <a:pt x="94829" y="475422"/>
                  </a:lnTo>
                  <a:lnTo>
                    <a:pt x="93714" y="462688"/>
                  </a:lnTo>
                  <a:lnTo>
                    <a:pt x="94829" y="453035"/>
                  </a:lnTo>
                  <a:lnTo>
                    <a:pt x="98175" y="441295"/>
                  </a:lnTo>
                  <a:lnTo>
                    <a:pt x="96837" y="455405"/>
                  </a:lnTo>
                  <a:lnTo>
                    <a:pt x="97330" y="464532"/>
                  </a:lnTo>
                  <a:lnTo>
                    <a:pt x="126062" y="501784"/>
                  </a:lnTo>
                  <a:lnTo>
                    <a:pt x="134875" y="503775"/>
                  </a:lnTo>
                  <a:lnTo>
                    <a:pt x="158550" y="480268"/>
                  </a:lnTo>
                  <a:lnTo>
                    <a:pt x="159387" y="485576"/>
                  </a:lnTo>
                  <a:lnTo>
                    <a:pt x="195564" y="502064"/>
                  </a:lnTo>
                  <a:lnTo>
                    <a:pt x="229720" y="503775"/>
                  </a:lnTo>
                  <a:lnTo>
                    <a:pt x="245534" y="503364"/>
                  </a:lnTo>
                  <a:lnTo>
                    <a:pt x="287928" y="496403"/>
                  </a:lnTo>
                  <a:lnTo>
                    <a:pt x="298200" y="480268"/>
                  </a:lnTo>
                  <a:lnTo>
                    <a:pt x="297394" y="503775"/>
                  </a:lnTo>
                  <a:lnTo>
                    <a:pt x="340722" y="489440"/>
                  </a:lnTo>
                  <a:lnTo>
                    <a:pt x="359132" y="447638"/>
                  </a:lnTo>
                  <a:lnTo>
                    <a:pt x="358575" y="441295"/>
                  </a:lnTo>
                  <a:lnTo>
                    <a:pt x="366652" y="456977"/>
                  </a:lnTo>
                  <a:lnTo>
                    <a:pt x="378621" y="472620"/>
                  </a:lnTo>
                  <a:lnTo>
                    <a:pt x="389476" y="484637"/>
                  </a:lnTo>
                  <a:lnTo>
                    <a:pt x="394207" y="489440"/>
                  </a:lnTo>
                  <a:lnTo>
                    <a:pt x="396198" y="485310"/>
                  </a:lnTo>
                  <a:lnTo>
                    <a:pt x="398749" y="480744"/>
                  </a:lnTo>
                  <a:lnTo>
                    <a:pt x="420310" y="433990"/>
                  </a:lnTo>
                  <a:lnTo>
                    <a:pt x="423704" y="401642"/>
                  </a:lnTo>
                  <a:lnTo>
                    <a:pt x="426649" y="420230"/>
                  </a:lnTo>
                  <a:lnTo>
                    <a:pt x="427218" y="437316"/>
                  </a:lnTo>
                  <a:lnTo>
                    <a:pt x="426650" y="449824"/>
                  </a:lnTo>
                  <a:lnTo>
                    <a:pt x="426185" y="454677"/>
                  </a:lnTo>
                  <a:lnTo>
                    <a:pt x="439852" y="420213"/>
                  </a:lnTo>
                  <a:lnTo>
                    <a:pt x="451229" y="384291"/>
                  </a:lnTo>
                  <a:lnTo>
                    <a:pt x="457726" y="336794"/>
                  </a:lnTo>
                  <a:lnTo>
                    <a:pt x="456750" y="267604"/>
                  </a:lnTo>
                  <a:lnTo>
                    <a:pt x="444913" y="178873"/>
                  </a:lnTo>
                  <a:lnTo>
                    <a:pt x="426120" y="92097"/>
                  </a:lnTo>
                  <a:lnTo>
                    <a:pt x="408721" y="26174"/>
                  </a:lnTo>
                  <a:lnTo>
                    <a:pt x="401066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5" name="object 605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4742936" y="2440645"/>
              <a:ext cx="158476" cy="168289"/>
            </a:xfrm>
            <a:prstGeom prst="rect">
              <a:avLst/>
            </a:prstGeom>
          </p:spPr>
        </p:pic>
        <p:sp>
          <p:nvSpPr>
            <p:cNvPr id="606" name="object 606" descr=""/>
            <p:cNvSpPr/>
            <p:nvPr/>
          </p:nvSpPr>
          <p:spPr>
            <a:xfrm>
              <a:off x="4631334" y="2246572"/>
              <a:ext cx="361315" cy="125095"/>
            </a:xfrm>
            <a:custGeom>
              <a:avLst/>
              <a:gdLst/>
              <a:ahLst/>
              <a:cxnLst/>
              <a:rect l="l" t="t" r="r" b="b"/>
              <a:pathLst>
                <a:path w="361314" h="125094">
                  <a:moveTo>
                    <a:pt x="60502" y="124815"/>
                  </a:moveTo>
                  <a:lnTo>
                    <a:pt x="52870" y="94322"/>
                  </a:lnTo>
                  <a:lnTo>
                    <a:pt x="49263" y="72605"/>
                  </a:lnTo>
                  <a:lnTo>
                    <a:pt x="48742" y="49250"/>
                  </a:lnTo>
                  <a:lnTo>
                    <a:pt x="50342" y="13868"/>
                  </a:lnTo>
                  <a:lnTo>
                    <a:pt x="28587" y="4254"/>
                  </a:lnTo>
                  <a:lnTo>
                    <a:pt x="16522" y="0"/>
                  </a:lnTo>
                  <a:lnTo>
                    <a:pt x="9842" y="127"/>
                  </a:lnTo>
                  <a:lnTo>
                    <a:pt x="4216" y="3683"/>
                  </a:lnTo>
                  <a:lnTo>
                    <a:pt x="63" y="20955"/>
                  </a:lnTo>
                  <a:lnTo>
                    <a:pt x="0" y="53441"/>
                  </a:lnTo>
                  <a:lnTo>
                    <a:pt x="2984" y="86969"/>
                  </a:lnTo>
                  <a:lnTo>
                    <a:pt x="7988" y="107403"/>
                  </a:lnTo>
                  <a:lnTo>
                    <a:pt x="19392" y="115277"/>
                  </a:lnTo>
                  <a:lnTo>
                    <a:pt x="37096" y="120688"/>
                  </a:lnTo>
                  <a:lnTo>
                    <a:pt x="53365" y="123812"/>
                  </a:lnTo>
                  <a:lnTo>
                    <a:pt x="60502" y="124815"/>
                  </a:lnTo>
                  <a:close/>
                </a:path>
                <a:path w="361314" h="125094">
                  <a:moveTo>
                    <a:pt x="360883" y="53441"/>
                  </a:moveTo>
                  <a:lnTo>
                    <a:pt x="360807" y="20955"/>
                  </a:lnTo>
                  <a:lnTo>
                    <a:pt x="356654" y="3683"/>
                  </a:lnTo>
                  <a:lnTo>
                    <a:pt x="351028" y="127"/>
                  </a:lnTo>
                  <a:lnTo>
                    <a:pt x="344347" y="0"/>
                  </a:lnTo>
                  <a:lnTo>
                    <a:pt x="332295" y="4254"/>
                  </a:lnTo>
                  <a:lnTo>
                    <a:pt x="310527" y="13868"/>
                  </a:lnTo>
                  <a:lnTo>
                    <a:pt x="312140" y="49250"/>
                  </a:lnTo>
                  <a:lnTo>
                    <a:pt x="311607" y="72605"/>
                  </a:lnTo>
                  <a:lnTo>
                    <a:pt x="308000" y="94322"/>
                  </a:lnTo>
                  <a:lnTo>
                    <a:pt x="300367" y="124815"/>
                  </a:lnTo>
                  <a:lnTo>
                    <a:pt x="307505" y="123812"/>
                  </a:lnTo>
                  <a:lnTo>
                    <a:pt x="323786" y="120688"/>
                  </a:lnTo>
                  <a:lnTo>
                    <a:pt x="341477" y="115277"/>
                  </a:lnTo>
                  <a:lnTo>
                    <a:pt x="352882" y="107403"/>
                  </a:lnTo>
                  <a:lnTo>
                    <a:pt x="357898" y="86969"/>
                  </a:lnTo>
                  <a:lnTo>
                    <a:pt x="360883" y="53441"/>
                  </a:lnTo>
                  <a:close/>
                </a:path>
              </a:pathLst>
            </a:custGeom>
            <a:solidFill>
              <a:srgbClr val="F5D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 descr=""/>
            <p:cNvSpPr/>
            <p:nvPr/>
          </p:nvSpPr>
          <p:spPr>
            <a:xfrm>
              <a:off x="4659559" y="2097948"/>
              <a:ext cx="303530" cy="405765"/>
            </a:xfrm>
            <a:custGeom>
              <a:avLst/>
              <a:gdLst/>
              <a:ahLst/>
              <a:cxnLst/>
              <a:rect l="l" t="t" r="r" b="b"/>
              <a:pathLst>
                <a:path w="303529" h="405764">
                  <a:moveTo>
                    <a:pt x="293247" y="0"/>
                  </a:moveTo>
                  <a:lnTo>
                    <a:pt x="220162" y="1491"/>
                  </a:lnTo>
                  <a:lnTo>
                    <a:pt x="152850" y="3086"/>
                  </a:lnTo>
                  <a:lnTo>
                    <a:pt x="85343" y="5007"/>
                  </a:lnTo>
                  <a:lnTo>
                    <a:pt x="32880" y="7075"/>
                  </a:lnTo>
                  <a:lnTo>
                    <a:pt x="7268" y="35567"/>
                  </a:lnTo>
                  <a:lnTo>
                    <a:pt x="3591" y="91337"/>
                  </a:lnTo>
                  <a:lnTo>
                    <a:pt x="794" y="149824"/>
                  </a:lnTo>
                  <a:lnTo>
                    <a:pt x="0" y="184434"/>
                  </a:lnTo>
                  <a:lnTo>
                    <a:pt x="3162" y="209372"/>
                  </a:lnTo>
                  <a:lnTo>
                    <a:pt x="10116" y="247394"/>
                  </a:lnTo>
                  <a:lnTo>
                    <a:pt x="18831" y="284731"/>
                  </a:lnTo>
                  <a:lnTo>
                    <a:pt x="46281" y="327556"/>
                  </a:lnTo>
                  <a:lnTo>
                    <a:pt x="80019" y="359325"/>
                  </a:lnTo>
                  <a:lnTo>
                    <a:pt x="113155" y="389172"/>
                  </a:lnTo>
                  <a:lnTo>
                    <a:pt x="154694" y="405278"/>
                  </a:lnTo>
                  <a:lnTo>
                    <a:pt x="170217" y="404453"/>
                  </a:lnTo>
                  <a:lnTo>
                    <a:pt x="232282" y="355401"/>
                  </a:lnTo>
                  <a:lnTo>
                    <a:pt x="266099" y="321192"/>
                  </a:lnTo>
                  <a:lnTo>
                    <a:pt x="288677" y="275293"/>
                  </a:lnTo>
                  <a:lnTo>
                    <a:pt x="295106" y="236049"/>
                  </a:lnTo>
                  <a:lnTo>
                    <a:pt x="300843" y="192624"/>
                  </a:lnTo>
                  <a:lnTo>
                    <a:pt x="303090" y="159126"/>
                  </a:lnTo>
                  <a:lnTo>
                    <a:pt x="301243" y="117118"/>
                  </a:lnTo>
                  <a:lnTo>
                    <a:pt x="297894" y="64323"/>
                  </a:lnTo>
                  <a:lnTo>
                    <a:pt x="293247" y="0"/>
                  </a:lnTo>
                  <a:close/>
                </a:path>
              </a:pathLst>
            </a:custGeom>
            <a:solidFill>
              <a:srgbClr val="F7E1C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8" name="object 608" descr=""/>
          <p:cNvGrpSpPr/>
          <p:nvPr/>
        </p:nvGrpSpPr>
        <p:grpSpPr>
          <a:xfrm>
            <a:off x="4629410" y="1906696"/>
            <a:ext cx="370205" cy="379095"/>
            <a:chOff x="4629410" y="1906696"/>
            <a:chExt cx="370205" cy="379095"/>
          </a:xfrm>
        </p:grpSpPr>
        <p:pic>
          <p:nvPicPr>
            <p:cNvPr id="609" name="object 609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4753477" y="1906696"/>
              <a:ext cx="128066" cy="104504"/>
            </a:xfrm>
            <a:prstGeom prst="rect">
              <a:avLst/>
            </a:prstGeom>
          </p:spPr>
        </p:pic>
        <p:sp>
          <p:nvSpPr>
            <p:cNvPr id="610" name="object 610" descr=""/>
            <p:cNvSpPr/>
            <p:nvPr/>
          </p:nvSpPr>
          <p:spPr>
            <a:xfrm>
              <a:off x="4629410" y="1983526"/>
              <a:ext cx="370205" cy="302260"/>
            </a:xfrm>
            <a:custGeom>
              <a:avLst/>
              <a:gdLst/>
              <a:ahLst/>
              <a:cxnLst/>
              <a:rect l="l" t="t" r="r" b="b"/>
              <a:pathLst>
                <a:path w="370204" h="302260">
                  <a:moveTo>
                    <a:pt x="170477" y="0"/>
                  </a:moveTo>
                  <a:lnTo>
                    <a:pt x="127650" y="4291"/>
                  </a:lnTo>
                  <a:lnTo>
                    <a:pt x="63644" y="36724"/>
                  </a:lnTo>
                  <a:lnTo>
                    <a:pt x="23472" y="98827"/>
                  </a:lnTo>
                  <a:lnTo>
                    <a:pt x="6640" y="155913"/>
                  </a:lnTo>
                  <a:lnTo>
                    <a:pt x="0" y="215631"/>
                  </a:lnTo>
                  <a:lnTo>
                    <a:pt x="5262" y="242834"/>
                  </a:lnTo>
                  <a:lnTo>
                    <a:pt x="15794" y="262017"/>
                  </a:lnTo>
                  <a:lnTo>
                    <a:pt x="30094" y="268588"/>
                  </a:lnTo>
                  <a:lnTo>
                    <a:pt x="34634" y="232591"/>
                  </a:lnTo>
                  <a:lnTo>
                    <a:pt x="39516" y="210981"/>
                  </a:lnTo>
                  <a:lnTo>
                    <a:pt x="62438" y="176329"/>
                  </a:lnTo>
                  <a:lnTo>
                    <a:pt x="100364" y="142008"/>
                  </a:lnTo>
                  <a:lnTo>
                    <a:pt x="140897" y="125263"/>
                  </a:lnTo>
                  <a:lnTo>
                    <a:pt x="193047" y="119597"/>
                  </a:lnTo>
                  <a:lnTo>
                    <a:pt x="219880" y="120970"/>
                  </a:lnTo>
                  <a:lnTo>
                    <a:pt x="259580" y="135003"/>
                  </a:lnTo>
                  <a:lnTo>
                    <a:pt x="290749" y="168215"/>
                  </a:lnTo>
                  <a:lnTo>
                    <a:pt x="312181" y="211848"/>
                  </a:lnTo>
                  <a:lnTo>
                    <a:pt x="321652" y="251191"/>
                  </a:lnTo>
                  <a:lnTo>
                    <a:pt x="331498" y="302210"/>
                  </a:lnTo>
                  <a:lnTo>
                    <a:pt x="347723" y="273600"/>
                  </a:lnTo>
                  <a:lnTo>
                    <a:pt x="363225" y="248296"/>
                  </a:lnTo>
                  <a:lnTo>
                    <a:pt x="369929" y="222272"/>
                  </a:lnTo>
                  <a:lnTo>
                    <a:pt x="368606" y="186308"/>
                  </a:lnTo>
                  <a:lnTo>
                    <a:pt x="361689" y="147870"/>
                  </a:lnTo>
                  <a:lnTo>
                    <a:pt x="338849" y="88644"/>
                  </a:lnTo>
                  <a:lnTo>
                    <a:pt x="306091" y="50159"/>
                  </a:lnTo>
                  <a:lnTo>
                    <a:pt x="269929" y="22035"/>
                  </a:lnTo>
                  <a:lnTo>
                    <a:pt x="212299" y="2554"/>
                  </a:lnTo>
                  <a:lnTo>
                    <a:pt x="170477" y="0"/>
                  </a:lnTo>
                  <a:close/>
                </a:path>
              </a:pathLst>
            </a:custGeom>
            <a:solidFill>
              <a:srgbClr val="EFBD4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1" name="object 611" descr=""/>
          <p:cNvGrpSpPr/>
          <p:nvPr/>
        </p:nvGrpSpPr>
        <p:grpSpPr>
          <a:xfrm>
            <a:off x="5408650" y="1982908"/>
            <a:ext cx="283210" cy="631825"/>
            <a:chOff x="5408650" y="1982908"/>
            <a:chExt cx="283210" cy="631825"/>
          </a:xfrm>
        </p:grpSpPr>
        <p:pic>
          <p:nvPicPr>
            <p:cNvPr id="612" name="object 612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5509193" y="2390383"/>
              <a:ext cx="176099" cy="223985"/>
            </a:xfrm>
            <a:prstGeom prst="rect">
              <a:avLst/>
            </a:prstGeom>
          </p:spPr>
        </p:pic>
        <p:sp>
          <p:nvSpPr>
            <p:cNvPr id="613" name="object 613" descr=""/>
            <p:cNvSpPr/>
            <p:nvPr/>
          </p:nvSpPr>
          <p:spPr>
            <a:xfrm>
              <a:off x="5409189" y="1982908"/>
              <a:ext cx="176530" cy="419734"/>
            </a:xfrm>
            <a:custGeom>
              <a:avLst/>
              <a:gdLst/>
              <a:ahLst/>
              <a:cxnLst/>
              <a:rect l="l" t="t" r="r" b="b"/>
              <a:pathLst>
                <a:path w="176529" h="419735">
                  <a:moveTo>
                    <a:pt x="176430" y="0"/>
                  </a:moveTo>
                  <a:lnTo>
                    <a:pt x="115301" y="10012"/>
                  </a:lnTo>
                  <a:lnTo>
                    <a:pt x="57777" y="46756"/>
                  </a:lnTo>
                  <a:lnTo>
                    <a:pt x="34832" y="90447"/>
                  </a:lnTo>
                  <a:lnTo>
                    <a:pt x="13012" y="138625"/>
                  </a:lnTo>
                  <a:lnTo>
                    <a:pt x="1880" y="175198"/>
                  </a:lnTo>
                  <a:lnTo>
                    <a:pt x="0" y="207311"/>
                  </a:lnTo>
                  <a:lnTo>
                    <a:pt x="11363" y="275096"/>
                  </a:lnTo>
                  <a:lnTo>
                    <a:pt x="10880" y="300349"/>
                  </a:lnTo>
                  <a:lnTo>
                    <a:pt x="7381" y="322881"/>
                  </a:lnTo>
                  <a:lnTo>
                    <a:pt x="3765" y="347706"/>
                  </a:lnTo>
                  <a:lnTo>
                    <a:pt x="7881" y="374445"/>
                  </a:lnTo>
                  <a:lnTo>
                    <a:pt x="20469" y="397345"/>
                  </a:lnTo>
                  <a:lnTo>
                    <a:pt x="33736" y="413336"/>
                  </a:lnTo>
                  <a:lnTo>
                    <a:pt x="39890" y="419348"/>
                  </a:lnTo>
                  <a:lnTo>
                    <a:pt x="23380" y="399052"/>
                  </a:lnTo>
                  <a:lnTo>
                    <a:pt x="15441" y="384748"/>
                  </a:lnTo>
                  <a:lnTo>
                    <a:pt x="13881" y="369654"/>
                  </a:lnTo>
                  <a:lnTo>
                    <a:pt x="16508" y="346984"/>
                  </a:lnTo>
                  <a:lnTo>
                    <a:pt x="20930" y="318246"/>
                  </a:lnTo>
                  <a:lnTo>
                    <a:pt x="24995" y="289137"/>
                  </a:lnTo>
                  <a:lnTo>
                    <a:pt x="26868" y="259133"/>
                  </a:lnTo>
                  <a:lnTo>
                    <a:pt x="24717" y="227710"/>
                  </a:lnTo>
                  <a:lnTo>
                    <a:pt x="27146" y="185908"/>
                  </a:lnTo>
                  <a:lnTo>
                    <a:pt x="41246" y="133554"/>
                  </a:lnTo>
                  <a:lnTo>
                    <a:pt x="62916" y="83303"/>
                  </a:lnTo>
                  <a:lnTo>
                    <a:pt x="88056" y="47810"/>
                  </a:lnTo>
                  <a:lnTo>
                    <a:pt x="144996" y="11956"/>
                  </a:lnTo>
                  <a:lnTo>
                    <a:pt x="167404" y="2989"/>
                  </a:lnTo>
                  <a:lnTo>
                    <a:pt x="176430" y="0"/>
                  </a:lnTo>
                  <a:close/>
                </a:path>
              </a:pathLst>
            </a:custGeom>
            <a:solidFill>
              <a:srgbClr val="EFBD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4" name="object 614" descr=""/>
            <p:cNvSpPr/>
            <p:nvPr/>
          </p:nvSpPr>
          <p:spPr>
            <a:xfrm>
              <a:off x="5408650" y="2039105"/>
              <a:ext cx="283210" cy="438784"/>
            </a:xfrm>
            <a:custGeom>
              <a:avLst/>
              <a:gdLst/>
              <a:ahLst/>
              <a:cxnLst/>
              <a:rect l="l" t="t" r="r" b="b"/>
              <a:pathLst>
                <a:path w="283210" h="438785">
                  <a:moveTo>
                    <a:pt x="45276" y="0"/>
                  </a:moveTo>
                  <a:lnTo>
                    <a:pt x="39144" y="18392"/>
                  </a:lnTo>
                  <a:lnTo>
                    <a:pt x="30004" y="61045"/>
                  </a:lnTo>
                  <a:lnTo>
                    <a:pt x="21704" y="119208"/>
                  </a:lnTo>
                  <a:lnTo>
                    <a:pt x="18093" y="184130"/>
                  </a:lnTo>
                  <a:lnTo>
                    <a:pt x="15000" y="208208"/>
                  </a:lnTo>
                  <a:lnTo>
                    <a:pt x="2027" y="273322"/>
                  </a:lnTo>
                  <a:lnTo>
                    <a:pt x="0" y="292305"/>
                  </a:lnTo>
                  <a:lnTo>
                    <a:pt x="3422" y="310800"/>
                  </a:lnTo>
                  <a:lnTo>
                    <a:pt x="7583" y="330215"/>
                  </a:lnTo>
                  <a:lnTo>
                    <a:pt x="12575" y="351758"/>
                  </a:lnTo>
                  <a:lnTo>
                    <a:pt x="15404" y="395491"/>
                  </a:lnTo>
                  <a:lnTo>
                    <a:pt x="17382" y="418393"/>
                  </a:lnTo>
                  <a:lnTo>
                    <a:pt x="19441" y="427956"/>
                  </a:lnTo>
                  <a:lnTo>
                    <a:pt x="22512" y="431672"/>
                  </a:lnTo>
                  <a:lnTo>
                    <a:pt x="55647" y="438324"/>
                  </a:lnTo>
                  <a:lnTo>
                    <a:pt x="105729" y="432821"/>
                  </a:lnTo>
                  <a:lnTo>
                    <a:pt x="152984" y="422846"/>
                  </a:lnTo>
                  <a:lnTo>
                    <a:pt x="221997" y="386481"/>
                  </a:lnTo>
                  <a:lnTo>
                    <a:pt x="251844" y="342817"/>
                  </a:lnTo>
                  <a:lnTo>
                    <a:pt x="270012" y="292294"/>
                  </a:lnTo>
                  <a:lnTo>
                    <a:pt x="279332" y="242117"/>
                  </a:lnTo>
                  <a:lnTo>
                    <a:pt x="282636" y="199490"/>
                  </a:lnTo>
                  <a:lnTo>
                    <a:pt x="282755" y="171617"/>
                  </a:lnTo>
                  <a:lnTo>
                    <a:pt x="275868" y="131664"/>
                  </a:lnTo>
                  <a:lnTo>
                    <a:pt x="261963" y="86634"/>
                  </a:lnTo>
                  <a:lnTo>
                    <a:pt x="248297" y="49849"/>
                  </a:lnTo>
                  <a:lnTo>
                    <a:pt x="186637" y="20199"/>
                  </a:lnTo>
                  <a:lnTo>
                    <a:pt x="122832" y="8180"/>
                  </a:lnTo>
                  <a:lnTo>
                    <a:pt x="69462" y="728"/>
                  </a:lnTo>
                  <a:lnTo>
                    <a:pt x="45276" y="0"/>
                  </a:lnTo>
                  <a:close/>
                </a:path>
              </a:pathLst>
            </a:custGeom>
            <a:solidFill>
              <a:srgbClr val="F7E1C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15" name="object 615" descr="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5797302" y="1909541"/>
            <a:ext cx="118009" cy="126223"/>
          </a:xfrm>
          <a:prstGeom prst="rect">
            <a:avLst/>
          </a:prstGeom>
        </p:spPr>
      </p:pic>
      <p:grpSp>
        <p:nvGrpSpPr>
          <p:cNvPr id="616" name="object 616" descr=""/>
          <p:cNvGrpSpPr/>
          <p:nvPr/>
        </p:nvGrpSpPr>
        <p:grpSpPr>
          <a:xfrm>
            <a:off x="5438569" y="1945278"/>
            <a:ext cx="450850" cy="671195"/>
            <a:chOff x="5438569" y="1945278"/>
            <a:chExt cx="450850" cy="671195"/>
          </a:xfrm>
        </p:grpSpPr>
        <p:pic>
          <p:nvPicPr>
            <p:cNvPr id="617" name="object 617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466453" y="2054969"/>
              <a:ext cx="201931" cy="158933"/>
            </a:xfrm>
            <a:prstGeom prst="rect">
              <a:avLst/>
            </a:prstGeom>
          </p:spPr>
        </p:pic>
        <p:sp>
          <p:nvSpPr>
            <p:cNvPr id="618" name="object 618" descr=""/>
            <p:cNvSpPr/>
            <p:nvPr/>
          </p:nvSpPr>
          <p:spPr>
            <a:xfrm>
              <a:off x="5438569" y="1945278"/>
              <a:ext cx="450850" cy="671195"/>
            </a:xfrm>
            <a:custGeom>
              <a:avLst/>
              <a:gdLst/>
              <a:ahLst/>
              <a:cxnLst/>
              <a:rect l="l" t="t" r="r" b="b"/>
              <a:pathLst>
                <a:path w="450850" h="671194">
                  <a:moveTo>
                    <a:pt x="417671" y="124633"/>
                  </a:moveTo>
                  <a:lnTo>
                    <a:pt x="30204" y="124633"/>
                  </a:lnTo>
                  <a:lnTo>
                    <a:pt x="47394" y="127217"/>
                  </a:lnTo>
                  <a:lnTo>
                    <a:pt x="75400" y="139815"/>
                  </a:lnTo>
                  <a:lnTo>
                    <a:pt x="111211" y="164409"/>
                  </a:lnTo>
                  <a:lnTo>
                    <a:pt x="146406" y="198122"/>
                  </a:lnTo>
                  <a:lnTo>
                    <a:pt x="179940" y="232236"/>
                  </a:lnTo>
                  <a:lnTo>
                    <a:pt x="210768" y="258031"/>
                  </a:lnTo>
                  <a:lnTo>
                    <a:pt x="224769" y="288253"/>
                  </a:lnTo>
                  <a:lnTo>
                    <a:pt x="224135" y="305904"/>
                  </a:lnTo>
                  <a:lnTo>
                    <a:pt x="207381" y="365063"/>
                  </a:lnTo>
                  <a:lnTo>
                    <a:pt x="180616" y="416204"/>
                  </a:lnTo>
                  <a:lnTo>
                    <a:pt x="167617" y="441879"/>
                  </a:lnTo>
                  <a:lnTo>
                    <a:pt x="158305" y="465252"/>
                  </a:lnTo>
                  <a:lnTo>
                    <a:pt x="151022" y="492655"/>
                  </a:lnTo>
                  <a:lnTo>
                    <a:pt x="148830" y="520471"/>
                  </a:lnTo>
                  <a:lnTo>
                    <a:pt x="154791" y="545080"/>
                  </a:lnTo>
                  <a:lnTo>
                    <a:pt x="150188" y="561443"/>
                  </a:lnTo>
                  <a:lnTo>
                    <a:pt x="145212" y="580970"/>
                  </a:lnTo>
                  <a:lnTo>
                    <a:pt x="140955" y="600947"/>
                  </a:lnTo>
                  <a:lnTo>
                    <a:pt x="138508" y="618659"/>
                  </a:lnTo>
                  <a:lnTo>
                    <a:pt x="139776" y="639359"/>
                  </a:lnTo>
                  <a:lnTo>
                    <a:pt x="144740" y="655886"/>
                  </a:lnTo>
                  <a:lnTo>
                    <a:pt x="150122" y="666832"/>
                  </a:lnTo>
                  <a:lnTo>
                    <a:pt x="152644" y="670794"/>
                  </a:lnTo>
                  <a:lnTo>
                    <a:pt x="152745" y="657799"/>
                  </a:lnTo>
                  <a:lnTo>
                    <a:pt x="153834" y="650070"/>
                  </a:lnTo>
                  <a:lnTo>
                    <a:pt x="157299" y="641422"/>
                  </a:lnTo>
                  <a:lnTo>
                    <a:pt x="164110" y="628648"/>
                  </a:lnTo>
                  <a:lnTo>
                    <a:pt x="301052" y="628648"/>
                  </a:lnTo>
                  <a:lnTo>
                    <a:pt x="330400" y="617578"/>
                  </a:lnTo>
                  <a:lnTo>
                    <a:pt x="369987" y="596927"/>
                  </a:lnTo>
                  <a:lnTo>
                    <a:pt x="401521" y="564659"/>
                  </a:lnTo>
                  <a:lnTo>
                    <a:pt x="407453" y="546912"/>
                  </a:lnTo>
                  <a:lnTo>
                    <a:pt x="417696" y="545260"/>
                  </a:lnTo>
                  <a:lnTo>
                    <a:pt x="427022" y="539427"/>
                  </a:lnTo>
                  <a:lnTo>
                    <a:pt x="434539" y="530549"/>
                  </a:lnTo>
                  <a:lnTo>
                    <a:pt x="435583" y="528211"/>
                  </a:lnTo>
                  <a:lnTo>
                    <a:pt x="170507" y="528211"/>
                  </a:lnTo>
                  <a:lnTo>
                    <a:pt x="169157" y="522515"/>
                  </a:lnTo>
                  <a:lnTo>
                    <a:pt x="168466" y="516683"/>
                  </a:lnTo>
                  <a:lnTo>
                    <a:pt x="168466" y="510715"/>
                  </a:lnTo>
                  <a:lnTo>
                    <a:pt x="168644" y="510599"/>
                  </a:lnTo>
                  <a:lnTo>
                    <a:pt x="168822" y="510547"/>
                  </a:lnTo>
                  <a:lnTo>
                    <a:pt x="173020" y="507008"/>
                  </a:lnTo>
                  <a:lnTo>
                    <a:pt x="176957" y="503406"/>
                  </a:lnTo>
                  <a:lnTo>
                    <a:pt x="180863" y="499710"/>
                  </a:lnTo>
                  <a:lnTo>
                    <a:pt x="416598" y="499710"/>
                  </a:lnTo>
                  <a:lnTo>
                    <a:pt x="417778" y="491972"/>
                  </a:lnTo>
                  <a:lnTo>
                    <a:pt x="170392" y="491972"/>
                  </a:lnTo>
                  <a:lnTo>
                    <a:pt x="183224" y="452337"/>
                  </a:lnTo>
                  <a:lnTo>
                    <a:pt x="202794" y="412347"/>
                  </a:lnTo>
                  <a:lnTo>
                    <a:pt x="222624" y="373828"/>
                  </a:lnTo>
                  <a:lnTo>
                    <a:pt x="236233" y="338605"/>
                  </a:lnTo>
                  <a:lnTo>
                    <a:pt x="238149" y="331024"/>
                  </a:lnTo>
                  <a:lnTo>
                    <a:pt x="239531" y="323212"/>
                  </a:lnTo>
                  <a:lnTo>
                    <a:pt x="240432" y="315359"/>
                  </a:lnTo>
                  <a:lnTo>
                    <a:pt x="428602" y="315359"/>
                  </a:lnTo>
                  <a:lnTo>
                    <a:pt x="428753" y="308145"/>
                  </a:lnTo>
                  <a:lnTo>
                    <a:pt x="428431" y="255572"/>
                  </a:lnTo>
                  <a:lnTo>
                    <a:pt x="426761" y="213101"/>
                  </a:lnTo>
                  <a:lnTo>
                    <a:pt x="437201" y="213101"/>
                  </a:lnTo>
                  <a:lnTo>
                    <a:pt x="436206" y="208033"/>
                  </a:lnTo>
                  <a:lnTo>
                    <a:pt x="431372" y="184156"/>
                  </a:lnTo>
                  <a:lnTo>
                    <a:pt x="425574" y="154773"/>
                  </a:lnTo>
                  <a:lnTo>
                    <a:pt x="418043" y="125507"/>
                  </a:lnTo>
                  <a:lnTo>
                    <a:pt x="417671" y="124633"/>
                  </a:lnTo>
                  <a:close/>
                </a:path>
                <a:path w="450850" h="671194">
                  <a:moveTo>
                    <a:pt x="301052" y="628648"/>
                  </a:moveTo>
                  <a:lnTo>
                    <a:pt x="164110" y="628648"/>
                  </a:lnTo>
                  <a:lnTo>
                    <a:pt x="164895" y="630365"/>
                  </a:lnTo>
                  <a:lnTo>
                    <a:pt x="160173" y="637580"/>
                  </a:lnTo>
                  <a:lnTo>
                    <a:pt x="159712" y="639674"/>
                  </a:lnTo>
                  <a:lnTo>
                    <a:pt x="158024" y="654533"/>
                  </a:lnTo>
                  <a:lnTo>
                    <a:pt x="159383" y="664120"/>
                  </a:lnTo>
                  <a:lnTo>
                    <a:pt x="161719" y="669263"/>
                  </a:lnTo>
                  <a:lnTo>
                    <a:pt x="162958" y="670794"/>
                  </a:lnTo>
                  <a:lnTo>
                    <a:pt x="176743" y="657799"/>
                  </a:lnTo>
                  <a:lnTo>
                    <a:pt x="189174" y="650750"/>
                  </a:lnTo>
                  <a:lnTo>
                    <a:pt x="207303" y="647199"/>
                  </a:lnTo>
                  <a:lnTo>
                    <a:pt x="238181" y="644700"/>
                  </a:lnTo>
                  <a:lnTo>
                    <a:pt x="282847" y="635515"/>
                  </a:lnTo>
                  <a:lnTo>
                    <a:pt x="301052" y="628648"/>
                  </a:lnTo>
                  <a:close/>
                </a:path>
                <a:path w="450850" h="671194">
                  <a:moveTo>
                    <a:pt x="416598" y="499710"/>
                  </a:moveTo>
                  <a:lnTo>
                    <a:pt x="180863" y="499710"/>
                  </a:lnTo>
                  <a:lnTo>
                    <a:pt x="170507" y="528211"/>
                  </a:lnTo>
                  <a:lnTo>
                    <a:pt x="435583" y="528211"/>
                  </a:lnTo>
                  <a:lnTo>
                    <a:pt x="437576" y="523751"/>
                  </a:lnTo>
                  <a:lnTo>
                    <a:pt x="412929" y="523751"/>
                  </a:lnTo>
                  <a:lnTo>
                    <a:pt x="416598" y="499710"/>
                  </a:lnTo>
                  <a:close/>
                </a:path>
                <a:path w="450850" h="671194">
                  <a:moveTo>
                    <a:pt x="437201" y="213101"/>
                  </a:moveTo>
                  <a:lnTo>
                    <a:pt x="426761" y="213101"/>
                  </a:lnTo>
                  <a:lnTo>
                    <a:pt x="430932" y="238417"/>
                  </a:lnTo>
                  <a:lnTo>
                    <a:pt x="433738" y="263918"/>
                  </a:lnTo>
                  <a:lnTo>
                    <a:pt x="435322" y="289534"/>
                  </a:lnTo>
                  <a:lnTo>
                    <a:pt x="435646" y="305904"/>
                  </a:lnTo>
                  <a:lnTo>
                    <a:pt x="435726" y="321627"/>
                  </a:lnTo>
                  <a:lnTo>
                    <a:pt x="435403" y="341871"/>
                  </a:lnTo>
                  <a:lnTo>
                    <a:pt x="434184" y="368530"/>
                  </a:lnTo>
                  <a:lnTo>
                    <a:pt x="432335" y="395159"/>
                  </a:lnTo>
                  <a:lnTo>
                    <a:pt x="430018" y="421744"/>
                  </a:lnTo>
                  <a:lnTo>
                    <a:pt x="428856" y="439421"/>
                  </a:lnTo>
                  <a:lnTo>
                    <a:pt x="426358" y="468173"/>
                  </a:lnTo>
                  <a:lnTo>
                    <a:pt x="421419" y="499212"/>
                  </a:lnTo>
                  <a:lnTo>
                    <a:pt x="412929" y="523751"/>
                  </a:lnTo>
                  <a:lnTo>
                    <a:pt x="437576" y="523751"/>
                  </a:lnTo>
                  <a:lnTo>
                    <a:pt x="439358" y="519761"/>
                  </a:lnTo>
                  <a:lnTo>
                    <a:pt x="442919" y="501430"/>
                  </a:lnTo>
                  <a:lnTo>
                    <a:pt x="444483" y="482215"/>
                  </a:lnTo>
                  <a:lnTo>
                    <a:pt x="445145" y="462871"/>
                  </a:lnTo>
                  <a:lnTo>
                    <a:pt x="445996" y="444151"/>
                  </a:lnTo>
                  <a:lnTo>
                    <a:pt x="447548" y="421744"/>
                  </a:lnTo>
                  <a:lnTo>
                    <a:pt x="448746" y="402143"/>
                  </a:lnTo>
                  <a:lnTo>
                    <a:pt x="449750" y="381119"/>
                  </a:lnTo>
                  <a:lnTo>
                    <a:pt x="450373" y="360080"/>
                  </a:lnTo>
                  <a:lnTo>
                    <a:pt x="450237" y="321627"/>
                  </a:lnTo>
                  <a:lnTo>
                    <a:pt x="448119" y="283581"/>
                  </a:lnTo>
                  <a:lnTo>
                    <a:pt x="443576" y="245586"/>
                  </a:lnTo>
                  <a:lnTo>
                    <a:pt x="437201" y="213101"/>
                  </a:lnTo>
                  <a:close/>
                </a:path>
                <a:path w="450850" h="671194">
                  <a:moveTo>
                    <a:pt x="428602" y="315359"/>
                  </a:moveTo>
                  <a:lnTo>
                    <a:pt x="240432" y="315359"/>
                  </a:lnTo>
                  <a:lnTo>
                    <a:pt x="241397" y="321627"/>
                  </a:lnTo>
                  <a:lnTo>
                    <a:pt x="242035" y="328030"/>
                  </a:lnTo>
                  <a:lnTo>
                    <a:pt x="242159" y="331024"/>
                  </a:lnTo>
                  <a:lnTo>
                    <a:pt x="242232" y="338270"/>
                  </a:lnTo>
                  <a:lnTo>
                    <a:pt x="242170" y="341306"/>
                  </a:lnTo>
                  <a:lnTo>
                    <a:pt x="242086" y="342929"/>
                  </a:lnTo>
                  <a:lnTo>
                    <a:pt x="241856" y="344479"/>
                  </a:lnTo>
                  <a:lnTo>
                    <a:pt x="241720" y="346070"/>
                  </a:lnTo>
                  <a:lnTo>
                    <a:pt x="238645" y="356409"/>
                  </a:lnTo>
                  <a:lnTo>
                    <a:pt x="234894" y="366589"/>
                  </a:lnTo>
                  <a:lnTo>
                    <a:pt x="230619" y="376528"/>
                  </a:lnTo>
                  <a:lnTo>
                    <a:pt x="225972" y="386142"/>
                  </a:lnTo>
                  <a:lnTo>
                    <a:pt x="220987" y="396720"/>
                  </a:lnTo>
                  <a:lnTo>
                    <a:pt x="215087" y="410464"/>
                  </a:lnTo>
                  <a:lnTo>
                    <a:pt x="208473" y="426756"/>
                  </a:lnTo>
                  <a:lnTo>
                    <a:pt x="201344" y="444978"/>
                  </a:lnTo>
                  <a:lnTo>
                    <a:pt x="193569" y="456675"/>
                  </a:lnTo>
                  <a:lnTo>
                    <a:pt x="185719" y="468361"/>
                  </a:lnTo>
                  <a:lnTo>
                    <a:pt x="177944" y="480104"/>
                  </a:lnTo>
                  <a:lnTo>
                    <a:pt x="170392" y="491972"/>
                  </a:lnTo>
                  <a:lnTo>
                    <a:pt x="417778" y="491972"/>
                  </a:lnTo>
                  <a:lnTo>
                    <a:pt x="419815" y="478622"/>
                  </a:lnTo>
                  <a:lnTo>
                    <a:pt x="424627" y="424455"/>
                  </a:lnTo>
                  <a:lnTo>
                    <a:pt x="427545" y="366034"/>
                  </a:lnTo>
                  <a:lnTo>
                    <a:pt x="428602" y="315359"/>
                  </a:lnTo>
                  <a:close/>
                </a:path>
                <a:path w="450850" h="671194">
                  <a:moveTo>
                    <a:pt x="196410" y="0"/>
                  </a:moveTo>
                  <a:lnTo>
                    <a:pt x="150232" y="2735"/>
                  </a:lnTo>
                  <a:lnTo>
                    <a:pt x="107368" y="12810"/>
                  </a:lnTo>
                  <a:lnTo>
                    <a:pt x="69453" y="29712"/>
                  </a:lnTo>
                  <a:lnTo>
                    <a:pt x="38122" y="52928"/>
                  </a:lnTo>
                  <a:lnTo>
                    <a:pt x="1760" y="116246"/>
                  </a:lnTo>
                  <a:lnTo>
                    <a:pt x="0" y="155322"/>
                  </a:lnTo>
                  <a:lnTo>
                    <a:pt x="16762" y="133517"/>
                  </a:lnTo>
                  <a:lnTo>
                    <a:pt x="30204" y="124633"/>
                  </a:lnTo>
                  <a:lnTo>
                    <a:pt x="417671" y="124633"/>
                  </a:lnTo>
                  <a:lnTo>
                    <a:pt x="408008" y="101984"/>
                  </a:lnTo>
                  <a:lnTo>
                    <a:pt x="384850" y="66832"/>
                  </a:lnTo>
                  <a:lnTo>
                    <a:pt x="350646" y="40035"/>
                  </a:lnTo>
                  <a:lnTo>
                    <a:pt x="304187" y="19997"/>
                  </a:lnTo>
                  <a:lnTo>
                    <a:pt x="244264" y="5117"/>
                  </a:lnTo>
                  <a:lnTo>
                    <a:pt x="196410" y="0"/>
                  </a:lnTo>
                  <a:close/>
                </a:path>
              </a:pathLst>
            </a:custGeom>
            <a:solidFill>
              <a:srgbClr val="EFBD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 descr=""/>
            <p:cNvSpPr/>
            <p:nvPr/>
          </p:nvSpPr>
          <p:spPr>
            <a:xfrm>
              <a:off x="5632946" y="2201091"/>
              <a:ext cx="62865" cy="129539"/>
            </a:xfrm>
            <a:custGeom>
              <a:avLst/>
              <a:gdLst/>
              <a:ahLst/>
              <a:cxnLst/>
              <a:rect l="l" t="t" r="r" b="b"/>
              <a:pathLst>
                <a:path w="62864" h="129539">
                  <a:moveTo>
                    <a:pt x="45620" y="0"/>
                  </a:moveTo>
                  <a:lnTo>
                    <a:pt x="33113" y="4420"/>
                  </a:lnTo>
                  <a:lnTo>
                    <a:pt x="10544" y="14380"/>
                  </a:lnTo>
                  <a:lnTo>
                    <a:pt x="12205" y="51075"/>
                  </a:lnTo>
                  <a:lnTo>
                    <a:pt x="11660" y="75294"/>
                  </a:lnTo>
                  <a:lnTo>
                    <a:pt x="7921" y="97825"/>
                  </a:lnTo>
                  <a:lnTo>
                    <a:pt x="0" y="129455"/>
                  </a:lnTo>
                  <a:lnTo>
                    <a:pt x="7405" y="128414"/>
                  </a:lnTo>
                  <a:lnTo>
                    <a:pt x="54469" y="111393"/>
                  </a:lnTo>
                  <a:lnTo>
                    <a:pt x="62761" y="55425"/>
                  </a:lnTo>
                  <a:lnTo>
                    <a:pt x="62690" y="21736"/>
                  </a:lnTo>
                  <a:lnTo>
                    <a:pt x="58385" y="3815"/>
                  </a:lnTo>
                  <a:lnTo>
                    <a:pt x="52549" y="128"/>
                  </a:lnTo>
                  <a:lnTo>
                    <a:pt x="45620" y="0"/>
                  </a:lnTo>
                  <a:close/>
                </a:path>
              </a:pathLst>
            </a:custGeom>
            <a:solidFill>
              <a:srgbClr val="F5D5B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0" name="object 620" descr=""/>
          <p:cNvGrpSpPr/>
          <p:nvPr/>
        </p:nvGrpSpPr>
        <p:grpSpPr>
          <a:xfrm>
            <a:off x="6212576" y="2087206"/>
            <a:ext cx="457834" cy="567055"/>
            <a:chOff x="6212576" y="2087206"/>
            <a:chExt cx="457834" cy="567055"/>
          </a:xfrm>
        </p:grpSpPr>
        <p:sp>
          <p:nvSpPr>
            <p:cNvPr id="621" name="object 621" descr=""/>
            <p:cNvSpPr/>
            <p:nvPr/>
          </p:nvSpPr>
          <p:spPr>
            <a:xfrm>
              <a:off x="6212576" y="2150360"/>
              <a:ext cx="457834" cy="504190"/>
            </a:xfrm>
            <a:custGeom>
              <a:avLst/>
              <a:gdLst/>
              <a:ahLst/>
              <a:cxnLst/>
              <a:rect l="l" t="t" r="r" b="b"/>
              <a:pathLst>
                <a:path w="457834" h="504189">
                  <a:moveTo>
                    <a:pt x="401066" y="0"/>
                  </a:moveTo>
                  <a:lnTo>
                    <a:pt x="324785" y="192566"/>
                  </a:lnTo>
                  <a:lnTo>
                    <a:pt x="281371" y="303424"/>
                  </a:lnTo>
                  <a:lnTo>
                    <a:pt x="254632" y="374573"/>
                  </a:lnTo>
                  <a:lnTo>
                    <a:pt x="228380" y="448017"/>
                  </a:lnTo>
                  <a:lnTo>
                    <a:pt x="183727" y="328182"/>
                  </a:lnTo>
                  <a:lnTo>
                    <a:pt x="126325" y="179713"/>
                  </a:lnTo>
                  <a:lnTo>
                    <a:pt x="55684" y="0"/>
                  </a:lnTo>
                  <a:lnTo>
                    <a:pt x="27673" y="92152"/>
                  </a:lnTo>
                  <a:lnTo>
                    <a:pt x="12536" y="150745"/>
                  </a:lnTo>
                  <a:lnTo>
                    <a:pt x="5051" y="200866"/>
                  </a:lnTo>
                  <a:lnTo>
                    <a:pt x="0" y="267604"/>
                  </a:lnTo>
                  <a:lnTo>
                    <a:pt x="1465" y="335849"/>
                  </a:lnTo>
                  <a:lnTo>
                    <a:pt x="10599" y="380905"/>
                  </a:lnTo>
                  <a:lnTo>
                    <a:pt x="17781" y="413477"/>
                  </a:lnTo>
                  <a:lnTo>
                    <a:pt x="13392" y="444269"/>
                  </a:lnTo>
                  <a:lnTo>
                    <a:pt x="21344" y="433366"/>
                  </a:lnTo>
                  <a:lnTo>
                    <a:pt x="26042" y="425292"/>
                  </a:lnTo>
                  <a:lnTo>
                    <a:pt x="29328" y="416049"/>
                  </a:lnTo>
                  <a:lnTo>
                    <a:pt x="33046" y="401642"/>
                  </a:lnTo>
                  <a:lnTo>
                    <a:pt x="34284" y="418073"/>
                  </a:lnTo>
                  <a:lnTo>
                    <a:pt x="44427" y="458823"/>
                  </a:lnTo>
                  <a:lnTo>
                    <a:pt x="76961" y="486660"/>
                  </a:lnTo>
                  <a:lnTo>
                    <a:pt x="98185" y="496403"/>
                  </a:lnTo>
                  <a:lnTo>
                    <a:pt x="94834" y="475422"/>
                  </a:lnTo>
                  <a:lnTo>
                    <a:pt x="93717" y="462688"/>
                  </a:lnTo>
                  <a:lnTo>
                    <a:pt x="94834" y="453035"/>
                  </a:lnTo>
                  <a:lnTo>
                    <a:pt x="98185" y="441295"/>
                  </a:lnTo>
                  <a:lnTo>
                    <a:pt x="96842" y="455405"/>
                  </a:lnTo>
                  <a:lnTo>
                    <a:pt x="97333" y="464532"/>
                  </a:lnTo>
                  <a:lnTo>
                    <a:pt x="126064" y="501784"/>
                  </a:lnTo>
                  <a:lnTo>
                    <a:pt x="134875" y="503775"/>
                  </a:lnTo>
                  <a:lnTo>
                    <a:pt x="158550" y="480268"/>
                  </a:lnTo>
                  <a:lnTo>
                    <a:pt x="159387" y="485576"/>
                  </a:lnTo>
                  <a:lnTo>
                    <a:pt x="195560" y="502064"/>
                  </a:lnTo>
                  <a:lnTo>
                    <a:pt x="229720" y="503775"/>
                  </a:lnTo>
                  <a:lnTo>
                    <a:pt x="245538" y="503364"/>
                  </a:lnTo>
                  <a:lnTo>
                    <a:pt x="287928" y="496403"/>
                  </a:lnTo>
                  <a:lnTo>
                    <a:pt x="298200" y="480268"/>
                  </a:lnTo>
                  <a:lnTo>
                    <a:pt x="297394" y="503775"/>
                  </a:lnTo>
                  <a:lnTo>
                    <a:pt x="340722" y="489440"/>
                  </a:lnTo>
                  <a:lnTo>
                    <a:pt x="359132" y="447638"/>
                  </a:lnTo>
                  <a:lnTo>
                    <a:pt x="358575" y="441295"/>
                  </a:lnTo>
                  <a:lnTo>
                    <a:pt x="366652" y="456977"/>
                  </a:lnTo>
                  <a:lnTo>
                    <a:pt x="378621" y="472620"/>
                  </a:lnTo>
                  <a:lnTo>
                    <a:pt x="389476" y="484637"/>
                  </a:lnTo>
                  <a:lnTo>
                    <a:pt x="394207" y="489440"/>
                  </a:lnTo>
                  <a:lnTo>
                    <a:pt x="396198" y="485310"/>
                  </a:lnTo>
                  <a:lnTo>
                    <a:pt x="398749" y="480744"/>
                  </a:lnTo>
                  <a:lnTo>
                    <a:pt x="420310" y="433990"/>
                  </a:lnTo>
                  <a:lnTo>
                    <a:pt x="423704" y="401642"/>
                  </a:lnTo>
                  <a:lnTo>
                    <a:pt x="426649" y="420234"/>
                  </a:lnTo>
                  <a:lnTo>
                    <a:pt x="427218" y="437320"/>
                  </a:lnTo>
                  <a:lnTo>
                    <a:pt x="426650" y="449825"/>
                  </a:lnTo>
                  <a:lnTo>
                    <a:pt x="426185" y="454677"/>
                  </a:lnTo>
                  <a:lnTo>
                    <a:pt x="439852" y="420213"/>
                  </a:lnTo>
                  <a:lnTo>
                    <a:pt x="451229" y="384291"/>
                  </a:lnTo>
                  <a:lnTo>
                    <a:pt x="457726" y="336794"/>
                  </a:lnTo>
                  <a:lnTo>
                    <a:pt x="456750" y="267604"/>
                  </a:lnTo>
                  <a:lnTo>
                    <a:pt x="444913" y="178873"/>
                  </a:lnTo>
                  <a:lnTo>
                    <a:pt x="426120" y="92097"/>
                  </a:lnTo>
                  <a:lnTo>
                    <a:pt x="408721" y="26174"/>
                  </a:lnTo>
                  <a:lnTo>
                    <a:pt x="401066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 descr=""/>
            <p:cNvSpPr/>
            <p:nvPr/>
          </p:nvSpPr>
          <p:spPr>
            <a:xfrm>
              <a:off x="6253930" y="2256608"/>
              <a:ext cx="62230" cy="127635"/>
            </a:xfrm>
            <a:custGeom>
              <a:avLst/>
              <a:gdLst/>
              <a:ahLst/>
              <a:cxnLst/>
              <a:rect l="l" t="t" r="r" b="b"/>
              <a:pathLst>
                <a:path w="62229" h="127635">
                  <a:moveTo>
                    <a:pt x="16822" y="0"/>
                  </a:moveTo>
                  <a:lnTo>
                    <a:pt x="10022" y="128"/>
                  </a:lnTo>
                  <a:lnTo>
                    <a:pt x="4294" y="3753"/>
                  </a:lnTo>
                  <a:lnTo>
                    <a:pt x="69" y="21338"/>
                  </a:lnTo>
                  <a:lnTo>
                    <a:pt x="0" y="54402"/>
                  </a:lnTo>
                  <a:lnTo>
                    <a:pt x="3038" y="88537"/>
                  </a:lnTo>
                  <a:lnTo>
                    <a:pt x="37763" y="122860"/>
                  </a:lnTo>
                  <a:lnTo>
                    <a:pt x="61601" y="127058"/>
                  </a:lnTo>
                  <a:lnTo>
                    <a:pt x="53824" y="96015"/>
                  </a:lnTo>
                  <a:lnTo>
                    <a:pt x="50152" y="73903"/>
                  </a:lnTo>
                  <a:lnTo>
                    <a:pt x="49617" y="50134"/>
                  </a:lnTo>
                  <a:lnTo>
                    <a:pt x="51245" y="14119"/>
                  </a:lnTo>
                  <a:lnTo>
                    <a:pt x="29096" y="4339"/>
                  </a:lnTo>
                  <a:lnTo>
                    <a:pt x="16822" y="0"/>
                  </a:lnTo>
                  <a:close/>
                </a:path>
              </a:pathLst>
            </a:custGeom>
            <a:solidFill>
              <a:srgbClr val="F5D5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3" name="object 623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366044" y="2440645"/>
              <a:ext cx="158476" cy="168289"/>
            </a:xfrm>
            <a:prstGeom prst="rect">
              <a:avLst/>
            </a:prstGeom>
          </p:spPr>
        </p:pic>
        <p:sp>
          <p:nvSpPr>
            <p:cNvPr id="624" name="object 624" descr=""/>
            <p:cNvSpPr/>
            <p:nvPr/>
          </p:nvSpPr>
          <p:spPr>
            <a:xfrm>
              <a:off x="6278098" y="2087206"/>
              <a:ext cx="311785" cy="424815"/>
            </a:xfrm>
            <a:custGeom>
              <a:avLst/>
              <a:gdLst/>
              <a:ahLst/>
              <a:cxnLst/>
              <a:rect l="l" t="t" r="r" b="b"/>
              <a:pathLst>
                <a:path w="311784" h="424814">
                  <a:moveTo>
                    <a:pt x="178198" y="0"/>
                  </a:moveTo>
                  <a:lnTo>
                    <a:pt x="103825" y="163"/>
                  </a:lnTo>
                  <a:lnTo>
                    <a:pt x="40954" y="972"/>
                  </a:lnTo>
                  <a:lnTo>
                    <a:pt x="9316" y="32528"/>
                  </a:lnTo>
                  <a:lnTo>
                    <a:pt x="4794" y="95525"/>
                  </a:lnTo>
                  <a:lnTo>
                    <a:pt x="1165" y="161286"/>
                  </a:lnTo>
                  <a:lnTo>
                    <a:pt x="0" y="199344"/>
                  </a:lnTo>
                  <a:lnTo>
                    <a:pt x="4055" y="226634"/>
                  </a:lnTo>
                  <a:lnTo>
                    <a:pt x="12968" y="269525"/>
                  </a:lnTo>
                  <a:lnTo>
                    <a:pt x="23671" y="311717"/>
                  </a:lnTo>
                  <a:lnTo>
                    <a:pt x="50623" y="355464"/>
                  </a:lnTo>
                  <a:lnTo>
                    <a:pt x="80960" y="383955"/>
                  </a:lnTo>
                  <a:lnTo>
                    <a:pt x="110685" y="410488"/>
                  </a:lnTo>
                  <a:lnTo>
                    <a:pt x="150289" y="424765"/>
                  </a:lnTo>
                  <a:lnTo>
                    <a:pt x="165501" y="423677"/>
                  </a:lnTo>
                  <a:lnTo>
                    <a:pt x="234245" y="376006"/>
                  </a:lnTo>
                  <a:lnTo>
                    <a:pt x="272680" y="342813"/>
                  </a:lnTo>
                  <a:lnTo>
                    <a:pt x="298572" y="295704"/>
                  </a:lnTo>
                  <a:lnTo>
                    <a:pt x="306632" y="253466"/>
                  </a:lnTo>
                  <a:lnTo>
                    <a:pt x="311782" y="207433"/>
                  </a:lnTo>
                  <a:lnTo>
                    <a:pt x="308535" y="173585"/>
                  </a:lnTo>
                  <a:lnTo>
                    <a:pt x="296855" y="133889"/>
                  </a:lnTo>
                  <a:lnTo>
                    <a:pt x="283206" y="75714"/>
                  </a:lnTo>
                  <a:lnTo>
                    <a:pt x="271873" y="23146"/>
                  </a:lnTo>
                  <a:lnTo>
                    <a:pt x="267143" y="271"/>
                  </a:lnTo>
                  <a:lnTo>
                    <a:pt x="178198" y="0"/>
                  </a:lnTo>
                  <a:close/>
                </a:path>
              </a:pathLst>
            </a:custGeom>
            <a:solidFill>
              <a:srgbClr val="F7E1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5" name="object 625" descr=""/>
            <p:cNvSpPr/>
            <p:nvPr/>
          </p:nvSpPr>
          <p:spPr>
            <a:xfrm>
              <a:off x="6576685" y="2250460"/>
              <a:ext cx="62230" cy="127635"/>
            </a:xfrm>
            <a:custGeom>
              <a:avLst/>
              <a:gdLst/>
              <a:ahLst/>
              <a:cxnLst/>
              <a:rect l="l" t="t" r="r" b="b"/>
              <a:pathLst>
                <a:path w="62229" h="127635">
                  <a:moveTo>
                    <a:pt x="44778" y="0"/>
                  </a:moveTo>
                  <a:lnTo>
                    <a:pt x="32504" y="4339"/>
                  </a:lnTo>
                  <a:lnTo>
                    <a:pt x="10355" y="14119"/>
                  </a:lnTo>
                  <a:lnTo>
                    <a:pt x="11984" y="50134"/>
                  </a:lnTo>
                  <a:lnTo>
                    <a:pt x="11448" y="73903"/>
                  </a:lnTo>
                  <a:lnTo>
                    <a:pt x="7777" y="96015"/>
                  </a:lnTo>
                  <a:lnTo>
                    <a:pt x="0" y="127058"/>
                  </a:lnTo>
                  <a:lnTo>
                    <a:pt x="7268" y="126038"/>
                  </a:lnTo>
                  <a:lnTo>
                    <a:pt x="53474" y="109331"/>
                  </a:lnTo>
                  <a:lnTo>
                    <a:pt x="61606" y="54402"/>
                  </a:lnTo>
                  <a:lnTo>
                    <a:pt x="61533" y="21338"/>
                  </a:lnTo>
                  <a:lnTo>
                    <a:pt x="57307" y="3753"/>
                  </a:lnTo>
                  <a:lnTo>
                    <a:pt x="51578" y="128"/>
                  </a:lnTo>
                  <a:lnTo>
                    <a:pt x="44778" y="0"/>
                  </a:lnTo>
                  <a:close/>
                </a:path>
              </a:pathLst>
            </a:custGeom>
            <a:solidFill>
              <a:srgbClr val="F5D5B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6" name="object 626" descr=""/>
          <p:cNvGrpSpPr/>
          <p:nvPr/>
        </p:nvGrpSpPr>
        <p:grpSpPr>
          <a:xfrm>
            <a:off x="6249623" y="1918925"/>
            <a:ext cx="374015" cy="379095"/>
            <a:chOff x="6249623" y="1918925"/>
            <a:chExt cx="374015" cy="379095"/>
          </a:xfrm>
        </p:grpSpPr>
        <p:pic>
          <p:nvPicPr>
            <p:cNvPr id="627" name="object 627" descr=""/>
            <p:cNvPicPr/>
            <p:nvPr/>
          </p:nvPicPr>
          <p:blipFill>
            <a:blip r:embed="rId142" cstate="print"/>
            <a:stretch>
              <a:fillRect/>
            </a:stretch>
          </p:blipFill>
          <p:spPr>
            <a:xfrm>
              <a:off x="6377197" y="1918925"/>
              <a:ext cx="128056" cy="104504"/>
            </a:xfrm>
            <a:prstGeom prst="rect">
              <a:avLst/>
            </a:prstGeom>
          </p:spPr>
        </p:pic>
        <p:sp>
          <p:nvSpPr>
            <p:cNvPr id="628" name="object 628" descr=""/>
            <p:cNvSpPr/>
            <p:nvPr/>
          </p:nvSpPr>
          <p:spPr>
            <a:xfrm>
              <a:off x="6249623" y="1995759"/>
              <a:ext cx="374015" cy="302260"/>
            </a:xfrm>
            <a:custGeom>
              <a:avLst/>
              <a:gdLst/>
              <a:ahLst/>
              <a:cxnLst/>
              <a:rect l="l" t="t" r="r" b="b"/>
              <a:pathLst>
                <a:path w="374015" h="302260">
                  <a:moveTo>
                    <a:pt x="173980" y="0"/>
                  </a:moveTo>
                  <a:lnTo>
                    <a:pt x="131153" y="4291"/>
                  </a:lnTo>
                  <a:lnTo>
                    <a:pt x="67151" y="36720"/>
                  </a:lnTo>
                  <a:lnTo>
                    <a:pt x="26554" y="95121"/>
                  </a:lnTo>
                  <a:lnTo>
                    <a:pt x="7850" y="135944"/>
                  </a:lnTo>
                  <a:lnTo>
                    <a:pt x="0" y="191650"/>
                  </a:lnTo>
                  <a:lnTo>
                    <a:pt x="3748" y="221283"/>
                  </a:lnTo>
                  <a:lnTo>
                    <a:pt x="13306" y="250693"/>
                  </a:lnTo>
                  <a:lnTo>
                    <a:pt x="28434" y="280337"/>
                  </a:lnTo>
                  <a:lnTo>
                    <a:pt x="27139" y="234466"/>
                  </a:lnTo>
                  <a:lnTo>
                    <a:pt x="29025" y="207785"/>
                  </a:lnTo>
                  <a:lnTo>
                    <a:pt x="50685" y="170989"/>
                  </a:lnTo>
                  <a:lnTo>
                    <a:pt x="87633" y="134878"/>
                  </a:lnTo>
                  <a:lnTo>
                    <a:pt x="127573" y="118195"/>
                  </a:lnTo>
                  <a:lnTo>
                    <a:pt x="159302" y="115387"/>
                  </a:lnTo>
                  <a:lnTo>
                    <a:pt x="192260" y="116322"/>
                  </a:lnTo>
                  <a:lnTo>
                    <a:pt x="245286" y="125263"/>
                  </a:lnTo>
                  <a:lnTo>
                    <a:pt x="279729" y="150431"/>
                  </a:lnTo>
                  <a:lnTo>
                    <a:pt x="305714" y="184999"/>
                  </a:lnTo>
                  <a:lnTo>
                    <a:pt x="325161" y="251186"/>
                  </a:lnTo>
                  <a:lnTo>
                    <a:pt x="335011" y="302200"/>
                  </a:lnTo>
                  <a:lnTo>
                    <a:pt x="351227" y="273591"/>
                  </a:lnTo>
                  <a:lnTo>
                    <a:pt x="366728" y="248296"/>
                  </a:lnTo>
                  <a:lnTo>
                    <a:pt x="373432" y="222267"/>
                  </a:lnTo>
                  <a:lnTo>
                    <a:pt x="372110" y="186303"/>
                  </a:lnTo>
                  <a:lnTo>
                    <a:pt x="365196" y="147864"/>
                  </a:lnTo>
                  <a:lnTo>
                    <a:pt x="342360" y="88639"/>
                  </a:lnTo>
                  <a:lnTo>
                    <a:pt x="309600" y="50159"/>
                  </a:lnTo>
                  <a:lnTo>
                    <a:pt x="273438" y="22035"/>
                  </a:lnTo>
                  <a:lnTo>
                    <a:pt x="215806" y="2554"/>
                  </a:lnTo>
                  <a:lnTo>
                    <a:pt x="173980" y="0"/>
                  </a:lnTo>
                  <a:close/>
                </a:path>
              </a:pathLst>
            </a:custGeom>
            <a:solidFill>
              <a:srgbClr val="EFBD4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9" name="object 629" descr=""/>
          <p:cNvGrpSpPr/>
          <p:nvPr/>
        </p:nvGrpSpPr>
        <p:grpSpPr>
          <a:xfrm>
            <a:off x="7012194" y="1915215"/>
            <a:ext cx="458470" cy="728345"/>
            <a:chOff x="7012194" y="1915215"/>
            <a:chExt cx="458470" cy="728345"/>
          </a:xfrm>
        </p:grpSpPr>
        <p:pic>
          <p:nvPicPr>
            <p:cNvPr id="630" name="object 630" descr=""/>
            <p:cNvPicPr/>
            <p:nvPr/>
          </p:nvPicPr>
          <p:blipFill>
            <a:blip r:embed="rId143" cstate="print"/>
            <a:stretch>
              <a:fillRect/>
            </a:stretch>
          </p:blipFill>
          <p:spPr>
            <a:xfrm>
              <a:off x="7169765" y="2475188"/>
              <a:ext cx="158476" cy="168289"/>
            </a:xfrm>
            <a:prstGeom prst="rect">
              <a:avLst/>
            </a:prstGeom>
          </p:spPr>
        </p:pic>
        <p:sp>
          <p:nvSpPr>
            <p:cNvPr id="631" name="object 631" descr=""/>
            <p:cNvSpPr/>
            <p:nvPr/>
          </p:nvSpPr>
          <p:spPr>
            <a:xfrm>
              <a:off x="7012194" y="1954969"/>
              <a:ext cx="458470" cy="584200"/>
            </a:xfrm>
            <a:custGeom>
              <a:avLst/>
              <a:gdLst/>
              <a:ahLst/>
              <a:cxnLst/>
              <a:rect l="l" t="t" r="r" b="b"/>
              <a:pathLst>
                <a:path w="458470" h="584200">
                  <a:moveTo>
                    <a:pt x="143427" y="579120"/>
                  </a:moveTo>
                  <a:lnTo>
                    <a:pt x="132851" y="579120"/>
                  </a:lnTo>
                  <a:lnTo>
                    <a:pt x="136526" y="584200"/>
                  </a:lnTo>
                  <a:lnTo>
                    <a:pt x="143427" y="579120"/>
                  </a:lnTo>
                  <a:close/>
                </a:path>
                <a:path w="458470" h="584200">
                  <a:moveTo>
                    <a:pt x="425287" y="557530"/>
                  </a:moveTo>
                  <a:lnTo>
                    <a:pt x="412549" y="557530"/>
                  </a:lnTo>
                  <a:lnTo>
                    <a:pt x="410089" y="563880"/>
                  </a:lnTo>
                  <a:lnTo>
                    <a:pt x="407544" y="571500"/>
                  </a:lnTo>
                  <a:lnTo>
                    <a:pt x="403796" y="581660"/>
                  </a:lnTo>
                  <a:lnTo>
                    <a:pt x="408696" y="584200"/>
                  </a:lnTo>
                  <a:lnTo>
                    <a:pt x="410864" y="581660"/>
                  </a:lnTo>
                  <a:lnTo>
                    <a:pt x="423826" y="561340"/>
                  </a:lnTo>
                  <a:lnTo>
                    <a:pt x="425287" y="557530"/>
                  </a:lnTo>
                  <a:close/>
                </a:path>
                <a:path w="458470" h="584200">
                  <a:moveTo>
                    <a:pt x="424078" y="464820"/>
                  </a:moveTo>
                  <a:lnTo>
                    <a:pt x="22729" y="464820"/>
                  </a:lnTo>
                  <a:lnTo>
                    <a:pt x="25172" y="480060"/>
                  </a:lnTo>
                  <a:lnTo>
                    <a:pt x="37735" y="527050"/>
                  </a:lnTo>
                  <a:lnTo>
                    <a:pt x="46592" y="551180"/>
                  </a:lnTo>
                  <a:lnTo>
                    <a:pt x="50267" y="560070"/>
                  </a:lnTo>
                  <a:lnTo>
                    <a:pt x="55126" y="568960"/>
                  </a:lnTo>
                  <a:lnTo>
                    <a:pt x="61744" y="575310"/>
                  </a:lnTo>
                  <a:lnTo>
                    <a:pt x="70696" y="576580"/>
                  </a:lnTo>
                  <a:lnTo>
                    <a:pt x="73136" y="579120"/>
                  </a:lnTo>
                  <a:lnTo>
                    <a:pt x="75691" y="580390"/>
                  </a:lnTo>
                  <a:lnTo>
                    <a:pt x="80329" y="580390"/>
                  </a:lnTo>
                  <a:lnTo>
                    <a:pt x="81334" y="579120"/>
                  </a:lnTo>
                  <a:lnTo>
                    <a:pt x="81125" y="576580"/>
                  </a:lnTo>
                  <a:lnTo>
                    <a:pt x="96465" y="576580"/>
                  </a:lnTo>
                  <a:lnTo>
                    <a:pt x="96307" y="575387"/>
                  </a:lnTo>
                  <a:lnTo>
                    <a:pt x="142453" y="575310"/>
                  </a:lnTo>
                  <a:lnTo>
                    <a:pt x="141804" y="572770"/>
                  </a:lnTo>
                  <a:lnTo>
                    <a:pt x="141437" y="571500"/>
                  </a:lnTo>
                  <a:lnTo>
                    <a:pt x="141102" y="570230"/>
                  </a:lnTo>
                  <a:lnTo>
                    <a:pt x="243352" y="570230"/>
                  </a:lnTo>
                  <a:lnTo>
                    <a:pt x="283503" y="566420"/>
                  </a:lnTo>
                  <a:lnTo>
                    <a:pt x="292263" y="565150"/>
                  </a:lnTo>
                  <a:lnTo>
                    <a:pt x="62508" y="565150"/>
                  </a:lnTo>
                  <a:lnTo>
                    <a:pt x="59544" y="561340"/>
                  </a:lnTo>
                  <a:lnTo>
                    <a:pt x="56958" y="556260"/>
                  </a:lnTo>
                  <a:lnTo>
                    <a:pt x="54728" y="551180"/>
                  </a:lnTo>
                  <a:lnTo>
                    <a:pt x="427723" y="551180"/>
                  </a:lnTo>
                  <a:lnTo>
                    <a:pt x="432596" y="538480"/>
                  </a:lnTo>
                  <a:lnTo>
                    <a:pt x="437495" y="513080"/>
                  </a:lnTo>
                  <a:lnTo>
                    <a:pt x="437991" y="504190"/>
                  </a:lnTo>
                  <a:lnTo>
                    <a:pt x="422832" y="504190"/>
                  </a:lnTo>
                  <a:lnTo>
                    <a:pt x="423212" y="495300"/>
                  </a:lnTo>
                  <a:lnTo>
                    <a:pt x="423549" y="485140"/>
                  </a:lnTo>
                  <a:lnTo>
                    <a:pt x="423958" y="469900"/>
                  </a:lnTo>
                  <a:lnTo>
                    <a:pt x="424078" y="464820"/>
                  </a:lnTo>
                  <a:close/>
                </a:path>
                <a:path w="458470" h="584200">
                  <a:moveTo>
                    <a:pt x="96632" y="577850"/>
                  </a:moveTo>
                  <a:lnTo>
                    <a:pt x="89753" y="577850"/>
                  </a:lnTo>
                  <a:lnTo>
                    <a:pt x="90852" y="579120"/>
                  </a:lnTo>
                  <a:lnTo>
                    <a:pt x="91973" y="579120"/>
                  </a:lnTo>
                  <a:lnTo>
                    <a:pt x="95355" y="580390"/>
                  </a:lnTo>
                  <a:lnTo>
                    <a:pt x="96800" y="579120"/>
                  </a:lnTo>
                  <a:lnTo>
                    <a:pt x="96632" y="577850"/>
                  </a:lnTo>
                  <a:close/>
                </a:path>
                <a:path w="458470" h="584200">
                  <a:moveTo>
                    <a:pt x="142777" y="576580"/>
                  </a:moveTo>
                  <a:lnTo>
                    <a:pt x="124579" y="576580"/>
                  </a:lnTo>
                  <a:lnTo>
                    <a:pt x="126045" y="579120"/>
                  </a:lnTo>
                  <a:lnTo>
                    <a:pt x="127898" y="580390"/>
                  </a:lnTo>
                  <a:lnTo>
                    <a:pt x="131438" y="580390"/>
                  </a:lnTo>
                  <a:lnTo>
                    <a:pt x="132191" y="579120"/>
                  </a:lnTo>
                  <a:lnTo>
                    <a:pt x="143427" y="579120"/>
                  </a:lnTo>
                  <a:lnTo>
                    <a:pt x="142777" y="576580"/>
                  </a:lnTo>
                  <a:close/>
                </a:path>
                <a:path w="458470" h="584200">
                  <a:moveTo>
                    <a:pt x="219821" y="572770"/>
                  </a:moveTo>
                  <a:lnTo>
                    <a:pt x="148484" y="572770"/>
                  </a:lnTo>
                  <a:lnTo>
                    <a:pt x="149248" y="574040"/>
                  </a:lnTo>
                  <a:lnTo>
                    <a:pt x="150154" y="575387"/>
                  </a:lnTo>
                  <a:lnTo>
                    <a:pt x="153835" y="580390"/>
                  </a:lnTo>
                  <a:lnTo>
                    <a:pt x="158515" y="579120"/>
                  </a:lnTo>
                  <a:lnTo>
                    <a:pt x="160484" y="575310"/>
                  </a:lnTo>
                  <a:lnTo>
                    <a:pt x="170044" y="575310"/>
                  </a:lnTo>
                  <a:lnTo>
                    <a:pt x="170934" y="574040"/>
                  </a:lnTo>
                  <a:lnTo>
                    <a:pt x="208055" y="574040"/>
                  </a:lnTo>
                  <a:lnTo>
                    <a:pt x="219821" y="572770"/>
                  </a:lnTo>
                  <a:close/>
                </a:path>
                <a:path w="458470" h="584200">
                  <a:moveTo>
                    <a:pt x="96465" y="576580"/>
                  </a:moveTo>
                  <a:lnTo>
                    <a:pt x="81125" y="576580"/>
                  </a:lnTo>
                  <a:lnTo>
                    <a:pt x="83240" y="579120"/>
                  </a:lnTo>
                  <a:lnTo>
                    <a:pt x="89428" y="579120"/>
                  </a:lnTo>
                  <a:lnTo>
                    <a:pt x="89753" y="577850"/>
                  </a:lnTo>
                  <a:lnTo>
                    <a:pt x="96632" y="577850"/>
                  </a:lnTo>
                  <a:lnTo>
                    <a:pt x="96465" y="576580"/>
                  </a:lnTo>
                  <a:close/>
                </a:path>
                <a:path w="458470" h="584200">
                  <a:moveTo>
                    <a:pt x="104852" y="575310"/>
                  </a:moveTo>
                  <a:lnTo>
                    <a:pt x="96297" y="575310"/>
                  </a:lnTo>
                  <a:lnTo>
                    <a:pt x="98381" y="576580"/>
                  </a:lnTo>
                  <a:lnTo>
                    <a:pt x="100810" y="577850"/>
                  </a:lnTo>
                  <a:lnTo>
                    <a:pt x="104580" y="577850"/>
                  </a:lnTo>
                  <a:lnTo>
                    <a:pt x="105501" y="576580"/>
                  </a:lnTo>
                  <a:lnTo>
                    <a:pt x="105072" y="576580"/>
                  </a:lnTo>
                  <a:lnTo>
                    <a:pt x="104954" y="575387"/>
                  </a:lnTo>
                  <a:close/>
                </a:path>
                <a:path w="458470" h="584200">
                  <a:moveTo>
                    <a:pt x="111983" y="575310"/>
                  </a:moveTo>
                  <a:lnTo>
                    <a:pt x="104946" y="575310"/>
                  </a:lnTo>
                  <a:lnTo>
                    <a:pt x="106517" y="576580"/>
                  </a:lnTo>
                  <a:lnTo>
                    <a:pt x="108276" y="576580"/>
                  </a:lnTo>
                  <a:lnTo>
                    <a:pt x="111155" y="577850"/>
                  </a:lnTo>
                  <a:lnTo>
                    <a:pt x="111742" y="576580"/>
                  </a:lnTo>
                  <a:lnTo>
                    <a:pt x="111983" y="575310"/>
                  </a:lnTo>
                  <a:close/>
                </a:path>
                <a:path w="458470" h="584200">
                  <a:moveTo>
                    <a:pt x="142453" y="575310"/>
                  </a:moveTo>
                  <a:lnTo>
                    <a:pt x="118412" y="575310"/>
                  </a:lnTo>
                  <a:lnTo>
                    <a:pt x="119448" y="576580"/>
                  </a:lnTo>
                  <a:lnTo>
                    <a:pt x="120642" y="577850"/>
                  </a:lnTo>
                  <a:lnTo>
                    <a:pt x="123898" y="577850"/>
                  </a:lnTo>
                  <a:lnTo>
                    <a:pt x="124579" y="576580"/>
                  </a:lnTo>
                  <a:lnTo>
                    <a:pt x="142777" y="576580"/>
                  </a:lnTo>
                  <a:lnTo>
                    <a:pt x="142453" y="575310"/>
                  </a:lnTo>
                  <a:close/>
                </a:path>
                <a:path w="458470" h="584200">
                  <a:moveTo>
                    <a:pt x="170044" y="575310"/>
                  </a:moveTo>
                  <a:lnTo>
                    <a:pt x="160484" y="575310"/>
                  </a:lnTo>
                  <a:lnTo>
                    <a:pt x="162232" y="576580"/>
                  </a:lnTo>
                  <a:lnTo>
                    <a:pt x="164159" y="577850"/>
                  </a:lnTo>
                  <a:lnTo>
                    <a:pt x="168138" y="576580"/>
                  </a:lnTo>
                  <a:lnTo>
                    <a:pt x="170044" y="575310"/>
                  </a:lnTo>
                  <a:close/>
                </a:path>
                <a:path w="458470" h="584200">
                  <a:moveTo>
                    <a:pt x="118412" y="575310"/>
                  </a:moveTo>
                  <a:lnTo>
                    <a:pt x="111983" y="575310"/>
                  </a:lnTo>
                  <a:lnTo>
                    <a:pt x="113354" y="576580"/>
                  </a:lnTo>
                  <a:lnTo>
                    <a:pt x="118077" y="576580"/>
                  </a:lnTo>
                  <a:lnTo>
                    <a:pt x="118412" y="575310"/>
                  </a:lnTo>
                  <a:close/>
                </a:path>
                <a:path w="458470" h="584200">
                  <a:moveTo>
                    <a:pt x="208055" y="574040"/>
                  </a:moveTo>
                  <a:lnTo>
                    <a:pt x="170934" y="574040"/>
                  </a:lnTo>
                  <a:lnTo>
                    <a:pt x="182462" y="576580"/>
                  </a:lnTo>
                  <a:lnTo>
                    <a:pt x="187582" y="576580"/>
                  </a:lnTo>
                  <a:lnTo>
                    <a:pt x="208055" y="574040"/>
                  </a:lnTo>
                  <a:close/>
                </a:path>
                <a:path w="458470" h="584200">
                  <a:moveTo>
                    <a:pt x="407984" y="562610"/>
                  </a:moveTo>
                  <a:lnTo>
                    <a:pt x="378425" y="562610"/>
                  </a:lnTo>
                  <a:lnTo>
                    <a:pt x="376090" y="567690"/>
                  </a:lnTo>
                  <a:lnTo>
                    <a:pt x="373284" y="574040"/>
                  </a:lnTo>
                  <a:lnTo>
                    <a:pt x="381304" y="576580"/>
                  </a:lnTo>
                  <a:lnTo>
                    <a:pt x="383398" y="575310"/>
                  </a:lnTo>
                  <a:lnTo>
                    <a:pt x="385220" y="574040"/>
                  </a:lnTo>
                  <a:lnTo>
                    <a:pt x="394293" y="574040"/>
                  </a:lnTo>
                  <a:lnTo>
                    <a:pt x="395147" y="572770"/>
                  </a:lnTo>
                  <a:lnTo>
                    <a:pt x="396309" y="572770"/>
                  </a:lnTo>
                  <a:lnTo>
                    <a:pt x="402780" y="568960"/>
                  </a:lnTo>
                  <a:lnTo>
                    <a:pt x="407984" y="562610"/>
                  </a:lnTo>
                  <a:close/>
                </a:path>
                <a:path w="458470" h="584200">
                  <a:moveTo>
                    <a:pt x="394293" y="574040"/>
                  </a:moveTo>
                  <a:lnTo>
                    <a:pt x="385220" y="574040"/>
                  </a:lnTo>
                  <a:lnTo>
                    <a:pt x="385754" y="576580"/>
                  </a:lnTo>
                  <a:lnTo>
                    <a:pt x="391482" y="576580"/>
                  </a:lnTo>
                  <a:lnTo>
                    <a:pt x="393440" y="575310"/>
                  </a:lnTo>
                  <a:lnTo>
                    <a:pt x="394293" y="574040"/>
                  </a:lnTo>
                  <a:close/>
                </a:path>
                <a:path w="458470" h="584200">
                  <a:moveTo>
                    <a:pt x="104946" y="575310"/>
                  </a:moveTo>
                  <a:close/>
                </a:path>
                <a:path w="458470" h="584200">
                  <a:moveTo>
                    <a:pt x="96297" y="575310"/>
                  </a:moveTo>
                  <a:close/>
                </a:path>
                <a:path w="458470" h="584200">
                  <a:moveTo>
                    <a:pt x="243352" y="570230"/>
                  </a:moveTo>
                  <a:lnTo>
                    <a:pt x="141102" y="570230"/>
                  </a:lnTo>
                  <a:lnTo>
                    <a:pt x="142851" y="572770"/>
                  </a:lnTo>
                  <a:lnTo>
                    <a:pt x="144893" y="574040"/>
                  </a:lnTo>
                  <a:lnTo>
                    <a:pt x="147699" y="572770"/>
                  </a:lnTo>
                  <a:lnTo>
                    <a:pt x="219821" y="572770"/>
                  </a:lnTo>
                  <a:lnTo>
                    <a:pt x="243352" y="570230"/>
                  </a:lnTo>
                  <a:close/>
                </a:path>
                <a:path w="458470" h="584200">
                  <a:moveTo>
                    <a:pt x="362232" y="567690"/>
                  </a:moveTo>
                  <a:lnTo>
                    <a:pt x="352268" y="567690"/>
                  </a:lnTo>
                  <a:lnTo>
                    <a:pt x="352813" y="570230"/>
                  </a:lnTo>
                  <a:lnTo>
                    <a:pt x="356206" y="572770"/>
                  </a:lnTo>
                  <a:lnTo>
                    <a:pt x="361828" y="568960"/>
                  </a:lnTo>
                  <a:lnTo>
                    <a:pt x="362232" y="567690"/>
                  </a:lnTo>
                  <a:close/>
                </a:path>
                <a:path w="458470" h="584200">
                  <a:moveTo>
                    <a:pt x="342761" y="566420"/>
                  </a:moveTo>
                  <a:lnTo>
                    <a:pt x="331808" y="566420"/>
                  </a:lnTo>
                  <a:lnTo>
                    <a:pt x="331965" y="567690"/>
                  </a:lnTo>
                  <a:lnTo>
                    <a:pt x="334740" y="571500"/>
                  </a:lnTo>
                  <a:lnTo>
                    <a:pt x="339944" y="571500"/>
                  </a:lnTo>
                  <a:lnTo>
                    <a:pt x="342614" y="567690"/>
                  </a:lnTo>
                  <a:lnTo>
                    <a:pt x="342761" y="566420"/>
                  </a:lnTo>
                  <a:close/>
                </a:path>
                <a:path w="458470" h="584200">
                  <a:moveTo>
                    <a:pt x="410267" y="560070"/>
                  </a:moveTo>
                  <a:lnTo>
                    <a:pt x="368498" y="560070"/>
                  </a:lnTo>
                  <a:lnTo>
                    <a:pt x="366938" y="562610"/>
                  </a:lnTo>
                  <a:lnTo>
                    <a:pt x="364676" y="565150"/>
                  </a:lnTo>
                  <a:lnTo>
                    <a:pt x="364875" y="570230"/>
                  </a:lnTo>
                  <a:lnTo>
                    <a:pt x="366174" y="571500"/>
                  </a:lnTo>
                  <a:lnTo>
                    <a:pt x="371399" y="570230"/>
                  </a:lnTo>
                  <a:lnTo>
                    <a:pt x="375472" y="562610"/>
                  </a:lnTo>
                  <a:lnTo>
                    <a:pt x="407984" y="562610"/>
                  </a:lnTo>
                  <a:lnTo>
                    <a:pt x="410267" y="560070"/>
                  </a:lnTo>
                  <a:close/>
                </a:path>
                <a:path w="458470" h="584200">
                  <a:moveTo>
                    <a:pt x="364938" y="561340"/>
                  </a:moveTo>
                  <a:lnTo>
                    <a:pt x="318542" y="561340"/>
                  </a:lnTo>
                  <a:lnTo>
                    <a:pt x="319034" y="565150"/>
                  </a:lnTo>
                  <a:lnTo>
                    <a:pt x="319955" y="567690"/>
                  </a:lnTo>
                  <a:lnTo>
                    <a:pt x="323348" y="570230"/>
                  </a:lnTo>
                  <a:lnTo>
                    <a:pt x="324531" y="570230"/>
                  </a:lnTo>
                  <a:lnTo>
                    <a:pt x="325117" y="568960"/>
                  </a:lnTo>
                  <a:lnTo>
                    <a:pt x="330782" y="568960"/>
                  </a:lnTo>
                  <a:lnTo>
                    <a:pt x="331808" y="566420"/>
                  </a:lnTo>
                  <a:lnTo>
                    <a:pt x="362635" y="566420"/>
                  </a:lnTo>
                  <a:lnTo>
                    <a:pt x="364938" y="561340"/>
                  </a:lnTo>
                  <a:close/>
                </a:path>
                <a:path w="458470" h="584200">
                  <a:moveTo>
                    <a:pt x="330782" y="568960"/>
                  </a:moveTo>
                  <a:lnTo>
                    <a:pt x="325117" y="568960"/>
                  </a:lnTo>
                  <a:lnTo>
                    <a:pt x="327641" y="570230"/>
                  </a:lnTo>
                  <a:lnTo>
                    <a:pt x="330782" y="568960"/>
                  </a:lnTo>
                  <a:close/>
                </a:path>
                <a:path w="458470" h="584200">
                  <a:moveTo>
                    <a:pt x="362635" y="566420"/>
                  </a:moveTo>
                  <a:lnTo>
                    <a:pt x="345033" y="566420"/>
                  </a:lnTo>
                  <a:lnTo>
                    <a:pt x="345473" y="570230"/>
                  </a:lnTo>
                  <a:lnTo>
                    <a:pt x="350394" y="570230"/>
                  </a:lnTo>
                  <a:lnTo>
                    <a:pt x="352268" y="567690"/>
                  </a:lnTo>
                  <a:lnTo>
                    <a:pt x="362232" y="567690"/>
                  </a:lnTo>
                  <a:lnTo>
                    <a:pt x="362635" y="566420"/>
                  </a:lnTo>
                  <a:close/>
                </a:path>
                <a:path w="458470" h="584200">
                  <a:moveTo>
                    <a:pt x="218597" y="0"/>
                  </a:moveTo>
                  <a:lnTo>
                    <a:pt x="175770" y="5080"/>
                  </a:lnTo>
                  <a:lnTo>
                    <a:pt x="111768" y="36830"/>
                  </a:lnTo>
                  <a:lnTo>
                    <a:pt x="88455" y="67310"/>
                  </a:lnTo>
                  <a:lnTo>
                    <a:pt x="65915" y="113030"/>
                  </a:lnTo>
                  <a:lnTo>
                    <a:pt x="54927" y="154940"/>
                  </a:lnTo>
                  <a:lnTo>
                    <a:pt x="43508" y="195580"/>
                  </a:lnTo>
                  <a:lnTo>
                    <a:pt x="32942" y="236220"/>
                  </a:lnTo>
                  <a:lnTo>
                    <a:pt x="13274" y="318770"/>
                  </a:lnTo>
                  <a:lnTo>
                    <a:pt x="6727" y="360680"/>
                  </a:lnTo>
                  <a:lnTo>
                    <a:pt x="6536" y="381000"/>
                  </a:lnTo>
                  <a:lnTo>
                    <a:pt x="8834" y="402590"/>
                  </a:lnTo>
                  <a:lnTo>
                    <a:pt x="8645" y="403860"/>
                  </a:lnTo>
                  <a:lnTo>
                    <a:pt x="8415" y="403860"/>
                  </a:lnTo>
                  <a:lnTo>
                    <a:pt x="8248" y="405130"/>
                  </a:lnTo>
                  <a:lnTo>
                    <a:pt x="3611" y="434340"/>
                  </a:lnTo>
                  <a:lnTo>
                    <a:pt x="5" y="469900"/>
                  </a:lnTo>
                  <a:lnTo>
                    <a:pt x="0" y="472440"/>
                  </a:lnTo>
                  <a:lnTo>
                    <a:pt x="3209" y="505460"/>
                  </a:lnTo>
                  <a:lnTo>
                    <a:pt x="19776" y="529590"/>
                  </a:lnTo>
                  <a:lnTo>
                    <a:pt x="22994" y="543560"/>
                  </a:lnTo>
                  <a:lnTo>
                    <a:pt x="28356" y="554990"/>
                  </a:lnTo>
                  <a:lnTo>
                    <a:pt x="36463" y="562610"/>
                  </a:lnTo>
                  <a:lnTo>
                    <a:pt x="47922" y="565150"/>
                  </a:lnTo>
                  <a:lnTo>
                    <a:pt x="49450" y="563880"/>
                  </a:lnTo>
                  <a:lnTo>
                    <a:pt x="49608" y="562610"/>
                  </a:lnTo>
                  <a:lnTo>
                    <a:pt x="48267" y="562610"/>
                  </a:lnTo>
                  <a:lnTo>
                    <a:pt x="41652" y="557530"/>
                  </a:lnTo>
                  <a:lnTo>
                    <a:pt x="36266" y="551180"/>
                  </a:lnTo>
                  <a:lnTo>
                    <a:pt x="31986" y="543560"/>
                  </a:lnTo>
                  <a:lnTo>
                    <a:pt x="28687" y="533400"/>
                  </a:lnTo>
                  <a:lnTo>
                    <a:pt x="35189" y="533400"/>
                  </a:lnTo>
                  <a:lnTo>
                    <a:pt x="36770" y="532130"/>
                  </a:lnTo>
                  <a:lnTo>
                    <a:pt x="22969" y="488950"/>
                  </a:lnTo>
                  <a:lnTo>
                    <a:pt x="22729" y="464820"/>
                  </a:lnTo>
                  <a:lnTo>
                    <a:pt x="440287" y="464820"/>
                  </a:lnTo>
                  <a:lnTo>
                    <a:pt x="440212" y="457200"/>
                  </a:lnTo>
                  <a:lnTo>
                    <a:pt x="440001" y="449580"/>
                  </a:lnTo>
                  <a:lnTo>
                    <a:pt x="439677" y="441960"/>
                  </a:lnTo>
                  <a:lnTo>
                    <a:pt x="439261" y="433070"/>
                  </a:lnTo>
                  <a:lnTo>
                    <a:pt x="453413" y="433070"/>
                  </a:lnTo>
                  <a:lnTo>
                    <a:pt x="454876" y="411480"/>
                  </a:lnTo>
                  <a:lnTo>
                    <a:pt x="426329" y="411480"/>
                  </a:lnTo>
                  <a:lnTo>
                    <a:pt x="424821" y="405130"/>
                  </a:lnTo>
                  <a:lnTo>
                    <a:pt x="424130" y="401320"/>
                  </a:lnTo>
                  <a:lnTo>
                    <a:pt x="423543" y="381000"/>
                  </a:lnTo>
                  <a:lnTo>
                    <a:pt x="422930" y="369570"/>
                  </a:lnTo>
                  <a:lnTo>
                    <a:pt x="15127" y="369570"/>
                  </a:lnTo>
                  <a:lnTo>
                    <a:pt x="16553" y="350520"/>
                  </a:lnTo>
                  <a:lnTo>
                    <a:pt x="31642" y="283210"/>
                  </a:lnTo>
                  <a:lnTo>
                    <a:pt x="40571" y="248920"/>
                  </a:lnTo>
                  <a:lnTo>
                    <a:pt x="426145" y="248920"/>
                  </a:lnTo>
                  <a:lnTo>
                    <a:pt x="422541" y="227330"/>
                  </a:lnTo>
                  <a:lnTo>
                    <a:pt x="413274" y="186690"/>
                  </a:lnTo>
                  <a:lnTo>
                    <a:pt x="410644" y="180340"/>
                  </a:lnTo>
                  <a:lnTo>
                    <a:pt x="400884" y="124460"/>
                  </a:lnTo>
                  <a:lnTo>
                    <a:pt x="380956" y="82550"/>
                  </a:lnTo>
                  <a:lnTo>
                    <a:pt x="337117" y="35560"/>
                  </a:lnTo>
                  <a:lnTo>
                    <a:pt x="293033" y="11430"/>
                  </a:lnTo>
                  <a:lnTo>
                    <a:pt x="260424" y="2540"/>
                  </a:lnTo>
                  <a:lnTo>
                    <a:pt x="218597" y="0"/>
                  </a:lnTo>
                  <a:close/>
                </a:path>
                <a:path w="458470" h="584200">
                  <a:moveTo>
                    <a:pt x="427723" y="551180"/>
                  </a:moveTo>
                  <a:lnTo>
                    <a:pt x="54728" y="551180"/>
                  </a:lnTo>
                  <a:lnTo>
                    <a:pt x="55806" y="552450"/>
                  </a:lnTo>
                  <a:lnTo>
                    <a:pt x="58246" y="552450"/>
                  </a:lnTo>
                  <a:lnTo>
                    <a:pt x="59000" y="556260"/>
                  </a:lnTo>
                  <a:lnTo>
                    <a:pt x="60162" y="560070"/>
                  </a:lnTo>
                  <a:lnTo>
                    <a:pt x="62068" y="563880"/>
                  </a:lnTo>
                  <a:lnTo>
                    <a:pt x="62508" y="565150"/>
                  </a:lnTo>
                  <a:lnTo>
                    <a:pt x="292263" y="565150"/>
                  </a:lnTo>
                  <a:lnTo>
                    <a:pt x="318542" y="561340"/>
                  </a:lnTo>
                  <a:lnTo>
                    <a:pt x="364938" y="561340"/>
                  </a:lnTo>
                  <a:lnTo>
                    <a:pt x="365514" y="560070"/>
                  </a:lnTo>
                  <a:lnTo>
                    <a:pt x="410267" y="560070"/>
                  </a:lnTo>
                  <a:lnTo>
                    <a:pt x="412549" y="557530"/>
                  </a:lnTo>
                  <a:lnTo>
                    <a:pt x="425287" y="557530"/>
                  </a:lnTo>
                  <a:lnTo>
                    <a:pt x="427723" y="551180"/>
                  </a:lnTo>
                  <a:close/>
                </a:path>
                <a:path w="458470" h="584200">
                  <a:moveTo>
                    <a:pt x="453413" y="433070"/>
                  </a:moveTo>
                  <a:lnTo>
                    <a:pt x="439261" y="433070"/>
                  </a:lnTo>
                  <a:lnTo>
                    <a:pt x="442811" y="461010"/>
                  </a:lnTo>
                  <a:lnTo>
                    <a:pt x="443709" y="485140"/>
                  </a:lnTo>
                  <a:lnTo>
                    <a:pt x="443682" y="488950"/>
                  </a:lnTo>
                  <a:lnTo>
                    <a:pt x="441253" y="514350"/>
                  </a:lnTo>
                  <a:lnTo>
                    <a:pt x="434172" y="541020"/>
                  </a:lnTo>
                  <a:lnTo>
                    <a:pt x="433250" y="543560"/>
                  </a:lnTo>
                  <a:lnTo>
                    <a:pt x="436632" y="546100"/>
                  </a:lnTo>
                  <a:lnTo>
                    <a:pt x="438821" y="544830"/>
                  </a:lnTo>
                  <a:lnTo>
                    <a:pt x="453358" y="524510"/>
                  </a:lnTo>
                  <a:lnTo>
                    <a:pt x="458239" y="497840"/>
                  </a:lnTo>
                  <a:lnTo>
                    <a:pt x="456909" y="469900"/>
                  </a:lnTo>
                  <a:lnTo>
                    <a:pt x="452810" y="441960"/>
                  </a:lnTo>
                  <a:lnTo>
                    <a:pt x="453413" y="433070"/>
                  </a:lnTo>
                  <a:close/>
                </a:path>
                <a:path w="458470" h="584200">
                  <a:moveTo>
                    <a:pt x="35189" y="533400"/>
                  </a:moveTo>
                  <a:lnTo>
                    <a:pt x="30247" y="533400"/>
                  </a:lnTo>
                  <a:lnTo>
                    <a:pt x="33608" y="534670"/>
                  </a:lnTo>
                  <a:lnTo>
                    <a:pt x="35189" y="533400"/>
                  </a:lnTo>
                  <a:close/>
                </a:path>
                <a:path w="458470" h="584200">
                  <a:moveTo>
                    <a:pt x="440287" y="464820"/>
                  </a:moveTo>
                  <a:lnTo>
                    <a:pt x="424078" y="464820"/>
                  </a:lnTo>
                  <a:lnTo>
                    <a:pt x="425230" y="471170"/>
                  </a:lnTo>
                  <a:lnTo>
                    <a:pt x="426078" y="478790"/>
                  </a:lnTo>
                  <a:lnTo>
                    <a:pt x="426360" y="486410"/>
                  </a:lnTo>
                  <a:lnTo>
                    <a:pt x="425554" y="491490"/>
                  </a:lnTo>
                  <a:lnTo>
                    <a:pt x="424402" y="497840"/>
                  </a:lnTo>
                  <a:lnTo>
                    <a:pt x="422832" y="504190"/>
                  </a:lnTo>
                  <a:lnTo>
                    <a:pt x="437991" y="504190"/>
                  </a:lnTo>
                  <a:lnTo>
                    <a:pt x="438842" y="488950"/>
                  </a:lnTo>
                  <a:lnTo>
                    <a:pt x="439816" y="480060"/>
                  </a:lnTo>
                  <a:lnTo>
                    <a:pt x="440297" y="472440"/>
                  </a:lnTo>
                  <a:lnTo>
                    <a:pt x="440287" y="464820"/>
                  </a:lnTo>
                  <a:close/>
                </a:path>
                <a:path w="458470" h="584200">
                  <a:moveTo>
                    <a:pt x="437036" y="327660"/>
                  </a:moveTo>
                  <a:lnTo>
                    <a:pt x="418675" y="327660"/>
                  </a:lnTo>
                  <a:lnTo>
                    <a:pt x="419848" y="335280"/>
                  </a:lnTo>
                  <a:lnTo>
                    <a:pt x="421261" y="344170"/>
                  </a:lnTo>
                  <a:lnTo>
                    <a:pt x="422790" y="351790"/>
                  </a:lnTo>
                  <a:lnTo>
                    <a:pt x="423657" y="367030"/>
                  </a:lnTo>
                  <a:lnTo>
                    <a:pt x="425932" y="405130"/>
                  </a:lnTo>
                  <a:lnTo>
                    <a:pt x="426329" y="411480"/>
                  </a:lnTo>
                  <a:lnTo>
                    <a:pt x="454876" y="411480"/>
                  </a:lnTo>
                  <a:lnTo>
                    <a:pt x="455306" y="405130"/>
                  </a:lnTo>
                  <a:lnTo>
                    <a:pt x="447934" y="367030"/>
                  </a:lnTo>
                  <a:lnTo>
                    <a:pt x="437498" y="330200"/>
                  </a:lnTo>
                  <a:lnTo>
                    <a:pt x="437036" y="327660"/>
                  </a:lnTo>
                  <a:close/>
                </a:path>
                <a:path w="458470" h="584200">
                  <a:moveTo>
                    <a:pt x="426145" y="248920"/>
                  </a:moveTo>
                  <a:lnTo>
                    <a:pt x="40571" y="248920"/>
                  </a:lnTo>
                  <a:lnTo>
                    <a:pt x="39044" y="260350"/>
                  </a:lnTo>
                  <a:lnTo>
                    <a:pt x="37595" y="271780"/>
                  </a:lnTo>
                  <a:lnTo>
                    <a:pt x="35954" y="283210"/>
                  </a:lnTo>
                  <a:lnTo>
                    <a:pt x="33849" y="294640"/>
                  </a:lnTo>
                  <a:lnTo>
                    <a:pt x="29320" y="313690"/>
                  </a:lnTo>
                  <a:lnTo>
                    <a:pt x="19685" y="350520"/>
                  </a:lnTo>
                  <a:lnTo>
                    <a:pt x="15127" y="369570"/>
                  </a:lnTo>
                  <a:lnTo>
                    <a:pt x="422930" y="369570"/>
                  </a:lnTo>
                  <a:lnTo>
                    <a:pt x="422590" y="363220"/>
                  </a:lnTo>
                  <a:lnTo>
                    <a:pt x="421234" y="346710"/>
                  </a:lnTo>
                  <a:lnTo>
                    <a:pt x="419439" y="332740"/>
                  </a:lnTo>
                  <a:lnTo>
                    <a:pt x="418654" y="327660"/>
                  </a:lnTo>
                  <a:lnTo>
                    <a:pt x="437036" y="327660"/>
                  </a:lnTo>
                  <a:lnTo>
                    <a:pt x="430800" y="293370"/>
                  </a:lnTo>
                  <a:lnTo>
                    <a:pt x="429095" y="273050"/>
                  </a:lnTo>
                  <a:lnTo>
                    <a:pt x="417795" y="273050"/>
                  </a:lnTo>
                  <a:lnTo>
                    <a:pt x="417575" y="270510"/>
                  </a:lnTo>
                  <a:lnTo>
                    <a:pt x="417062" y="266700"/>
                  </a:lnTo>
                  <a:lnTo>
                    <a:pt x="417722" y="259080"/>
                  </a:lnTo>
                  <a:lnTo>
                    <a:pt x="427433" y="259080"/>
                  </a:lnTo>
                  <a:lnTo>
                    <a:pt x="426145" y="248920"/>
                  </a:lnTo>
                  <a:close/>
                </a:path>
                <a:path w="458470" h="584200">
                  <a:moveTo>
                    <a:pt x="427433" y="259080"/>
                  </a:moveTo>
                  <a:lnTo>
                    <a:pt x="417722" y="259080"/>
                  </a:lnTo>
                  <a:lnTo>
                    <a:pt x="418239" y="266700"/>
                  </a:lnTo>
                  <a:lnTo>
                    <a:pt x="418392" y="269240"/>
                  </a:lnTo>
                  <a:lnTo>
                    <a:pt x="417795" y="273050"/>
                  </a:lnTo>
                  <a:lnTo>
                    <a:pt x="429095" y="273050"/>
                  </a:lnTo>
                  <a:lnTo>
                    <a:pt x="428882" y="270510"/>
                  </a:lnTo>
                  <a:lnTo>
                    <a:pt x="427433" y="259080"/>
                  </a:lnTo>
                  <a:close/>
                </a:path>
              </a:pathLst>
            </a:custGeom>
            <a:solidFill>
              <a:srgbClr val="EFBD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2" name="object 632" descr=""/>
            <p:cNvPicPr/>
            <p:nvPr/>
          </p:nvPicPr>
          <p:blipFill>
            <a:blip r:embed="rId144" cstate="print"/>
            <a:stretch>
              <a:fillRect/>
            </a:stretch>
          </p:blipFill>
          <p:spPr>
            <a:xfrm>
              <a:off x="7184916" y="1915215"/>
              <a:ext cx="128056" cy="120455"/>
            </a:xfrm>
            <a:prstGeom prst="rect">
              <a:avLst/>
            </a:prstGeom>
          </p:spPr>
        </p:pic>
        <p:sp>
          <p:nvSpPr>
            <p:cNvPr id="633" name="object 633" descr=""/>
            <p:cNvSpPr/>
            <p:nvPr/>
          </p:nvSpPr>
          <p:spPr>
            <a:xfrm>
              <a:off x="7012552" y="2110981"/>
              <a:ext cx="457834" cy="504190"/>
            </a:xfrm>
            <a:custGeom>
              <a:avLst/>
              <a:gdLst/>
              <a:ahLst/>
              <a:cxnLst/>
              <a:rect l="l" t="t" r="r" b="b"/>
              <a:pathLst>
                <a:path w="457834" h="504189">
                  <a:moveTo>
                    <a:pt x="408102" y="0"/>
                  </a:moveTo>
                  <a:lnTo>
                    <a:pt x="374884" y="33633"/>
                  </a:lnTo>
                  <a:lnTo>
                    <a:pt x="345124" y="50904"/>
                  </a:lnTo>
                  <a:lnTo>
                    <a:pt x="302004" y="57267"/>
                  </a:lnTo>
                  <a:lnTo>
                    <a:pt x="228705" y="58176"/>
                  </a:lnTo>
                  <a:lnTo>
                    <a:pt x="148798" y="49086"/>
                  </a:lnTo>
                  <a:lnTo>
                    <a:pt x="95197" y="29088"/>
                  </a:lnTo>
                  <a:lnTo>
                    <a:pt x="65094" y="9090"/>
                  </a:lnTo>
                  <a:lnTo>
                    <a:pt x="55684" y="0"/>
                  </a:lnTo>
                  <a:lnTo>
                    <a:pt x="27673" y="92152"/>
                  </a:lnTo>
                  <a:lnTo>
                    <a:pt x="12536" y="150745"/>
                  </a:lnTo>
                  <a:lnTo>
                    <a:pt x="5051" y="200866"/>
                  </a:lnTo>
                  <a:lnTo>
                    <a:pt x="0" y="267604"/>
                  </a:lnTo>
                  <a:lnTo>
                    <a:pt x="1465" y="335849"/>
                  </a:lnTo>
                  <a:lnTo>
                    <a:pt x="10599" y="380905"/>
                  </a:lnTo>
                  <a:lnTo>
                    <a:pt x="17781" y="413477"/>
                  </a:lnTo>
                  <a:lnTo>
                    <a:pt x="13392" y="444269"/>
                  </a:lnTo>
                  <a:lnTo>
                    <a:pt x="21344" y="433360"/>
                  </a:lnTo>
                  <a:lnTo>
                    <a:pt x="26042" y="425284"/>
                  </a:lnTo>
                  <a:lnTo>
                    <a:pt x="29328" y="416043"/>
                  </a:lnTo>
                  <a:lnTo>
                    <a:pt x="33046" y="401642"/>
                  </a:lnTo>
                  <a:lnTo>
                    <a:pt x="34284" y="418073"/>
                  </a:lnTo>
                  <a:lnTo>
                    <a:pt x="44427" y="458834"/>
                  </a:lnTo>
                  <a:lnTo>
                    <a:pt x="76955" y="486661"/>
                  </a:lnTo>
                  <a:lnTo>
                    <a:pt x="98175" y="496403"/>
                  </a:lnTo>
                  <a:lnTo>
                    <a:pt x="94829" y="475422"/>
                  </a:lnTo>
                  <a:lnTo>
                    <a:pt x="93714" y="462688"/>
                  </a:lnTo>
                  <a:lnTo>
                    <a:pt x="94829" y="453035"/>
                  </a:lnTo>
                  <a:lnTo>
                    <a:pt x="98175" y="441295"/>
                  </a:lnTo>
                  <a:lnTo>
                    <a:pt x="96837" y="455405"/>
                  </a:lnTo>
                  <a:lnTo>
                    <a:pt x="97330" y="464532"/>
                  </a:lnTo>
                  <a:lnTo>
                    <a:pt x="126062" y="501784"/>
                  </a:lnTo>
                  <a:lnTo>
                    <a:pt x="134875" y="503775"/>
                  </a:lnTo>
                  <a:lnTo>
                    <a:pt x="158550" y="480257"/>
                  </a:lnTo>
                  <a:lnTo>
                    <a:pt x="159387" y="485576"/>
                  </a:lnTo>
                  <a:lnTo>
                    <a:pt x="195560" y="502064"/>
                  </a:lnTo>
                  <a:lnTo>
                    <a:pt x="229720" y="503775"/>
                  </a:lnTo>
                  <a:lnTo>
                    <a:pt x="245534" y="503364"/>
                  </a:lnTo>
                  <a:lnTo>
                    <a:pt x="287928" y="496403"/>
                  </a:lnTo>
                  <a:lnTo>
                    <a:pt x="298200" y="480257"/>
                  </a:lnTo>
                  <a:lnTo>
                    <a:pt x="297394" y="503775"/>
                  </a:lnTo>
                  <a:lnTo>
                    <a:pt x="340722" y="489440"/>
                  </a:lnTo>
                  <a:lnTo>
                    <a:pt x="359124" y="447638"/>
                  </a:lnTo>
                  <a:lnTo>
                    <a:pt x="358564" y="441295"/>
                  </a:lnTo>
                  <a:lnTo>
                    <a:pt x="366647" y="456977"/>
                  </a:lnTo>
                  <a:lnTo>
                    <a:pt x="378620" y="472620"/>
                  </a:lnTo>
                  <a:lnTo>
                    <a:pt x="389476" y="484637"/>
                  </a:lnTo>
                  <a:lnTo>
                    <a:pt x="394207" y="489440"/>
                  </a:lnTo>
                  <a:lnTo>
                    <a:pt x="396198" y="485310"/>
                  </a:lnTo>
                  <a:lnTo>
                    <a:pt x="398749" y="480745"/>
                  </a:lnTo>
                  <a:lnTo>
                    <a:pt x="420310" y="433992"/>
                  </a:lnTo>
                  <a:lnTo>
                    <a:pt x="423704" y="401642"/>
                  </a:lnTo>
                  <a:lnTo>
                    <a:pt x="426649" y="420230"/>
                  </a:lnTo>
                  <a:lnTo>
                    <a:pt x="427218" y="437316"/>
                  </a:lnTo>
                  <a:lnTo>
                    <a:pt x="426650" y="449824"/>
                  </a:lnTo>
                  <a:lnTo>
                    <a:pt x="426185" y="454677"/>
                  </a:lnTo>
                  <a:lnTo>
                    <a:pt x="439852" y="420213"/>
                  </a:lnTo>
                  <a:lnTo>
                    <a:pt x="451229" y="384291"/>
                  </a:lnTo>
                  <a:lnTo>
                    <a:pt x="457726" y="336794"/>
                  </a:lnTo>
                  <a:lnTo>
                    <a:pt x="456750" y="267604"/>
                  </a:lnTo>
                  <a:lnTo>
                    <a:pt x="446012" y="178873"/>
                  </a:lnTo>
                  <a:lnTo>
                    <a:pt x="429638" y="92097"/>
                  </a:lnTo>
                  <a:lnTo>
                    <a:pt x="414658" y="26174"/>
                  </a:lnTo>
                  <a:lnTo>
                    <a:pt x="408102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4" name="object 634" descr=""/>
          <p:cNvGrpSpPr/>
          <p:nvPr/>
        </p:nvGrpSpPr>
        <p:grpSpPr>
          <a:xfrm>
            <a:off x="7740228" y="1930333"/>
            <a:ext cx="469265" cy="678815"/>
            <a:chOff x="7740228" y="1930333"/>
            <a:chExt cx="469265" cy="678815"/>
          </a:xfrm>
        </p:grpSpPr>
        <p:sp>
          <p:nvSpPr>
            <p:cNvPr id="635" name="object 635" descr=""/>
            <p:cNvSpPr/>
            <p:nvPr/>
          </p:nvSpPr>
          <p:spPr>
            <a:xfrm>
              <a:off x="7957723" y="2061724"/>
              <a:ext cx="252095" cy="415290"/>
            </a:xfrm>
            <a:custGeom>
              <a:avLst/>
              <a:gdLst/>
              <a:ahLst/>
              <a:cxnLst/>
              <a:rect l="l" t="t" r="r" b="b"/>
              <a:pathLst>
                <a:path w="252095" h="415289">
                  <a:moveTo>
                    <a:pt x="167669" y="0"/>
                  </a:moveTo>
                  <a:lnTo>
                    <a:pt x="97104" y="7999"/>
                  </a:lnTo>
                  <a:lnTo>
                    <a:pt x="38959" y="20266"/>
                  </a:lnTo>
                  <a:lnTo>
                    <a:pt x="9305" y="58012"/>
                  </a:lnTo>
                  <a:lnTo>
                    <a:pt x="4785" y="121006"/>
                  </a:lnTo>
                  <a:lnTo>
                    <a:pt x="1159" y="186767"/>
                  </a:lnTo>
                  <a:lnTo>
                    <a:pt x="0" y="224829"/>
                  </a:lnTo>
                  <a:lnTo>
                    <a:pt x="4051" y="252119"/>
                  </a:lnTo>
                  <a:lnTo>
                    <a:pt x="12964" y="295009"/>
                  </a:lnTo>
                  <a:lnTo>
                    <a:pt x="23669" y="337198"/>
                  </a:lnTo>
                  <a:lnTo>
                    <a:pt x="33098" y="362385"/>
                  </a:lnTo>
                  <a:lnTo>
                    <a:pt x="39086" y="372229"/>
                  </a:lnTo>
                  <a:lnTo>
                    <a:pt x="44052" y="381550"/>
                  </a:lnTo>
                  <a:lnTo>
                    <a:pt x="80595" y="402355"/>
                  </a:lnTo>
                  <a:lnTo>
                    <a:pt x="98635" y="406682"/>
                  </a:lnTo>
                  <a:lnTo>
                    <a:pt x="109829" y="406447"/>
                  </a:lnTo>
                  <a:lnTo>
                    <a:pt x="128928" y="407511"/>
                  </a:lnTo>
                  <a:lnTo>
                    <a:pt x="164493" y="412875"/>
                  </a:lnTo>
                  <a:lnTo>
                    <a:pt x="200060" y="415024"/>
                  </a:lnTo>
                  <a:lnTo>
                    <a:pt x="219166" y="406447"/>
                  </a:lnTo>
                  <a:lnTo>
                    <a:pt x="227041" y="381288"/>
                  </a:lnTo>
                  <a:lnTo>
                    <a:pt x="240503" y="328394"/>
                  </a:lnTo>
                  <a:lnTo>
                    <a:pt x="251416" y="259892"/>
                  </a:lnTo>
                  <a:lnTo>
                    <a:pt x="251646" y="187909"/>
                  </a:lnTo>
                  <a:lnTo>
                    <a:pt x="230736" y="4815"/>
                  </a:lnTo>
                  <a:lnTo>
                    <a:pt x="167669" y="0"/>
                  </a:lnTo>
                  <a:close/>
                </a:path>
              </a:pathLst>
            </a:custGeom>
            <a:solidFill>
              <a:srgbClr val="F7E1C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6" name="object 636" descr=""/>
            <p:cNvPicPr/>
            <p:nvPr/>
          </p:nvPicPr>
          <p:blipFill>
            <a:blip r:embed="rId145" cstate="print"/>
            <a:stretch>
              <a:fillRect/>
            </a:stretch>
          </p:blipFill>
          <p:spPr>
            <a:xfrm>
              <a:off x="7943635" y="2440645"/>
              <a:ext cx="158476" cy="168289"/>
            </a:xfrm>
            <a:prstGeom prst="rect">
              <a:avLst/>
            </a:prstGeom>
          </p:spPr>
        </p:pic>
        <p:sp>
          <p:nvSpPr>
            <p:cNvPr id="637" name="object 637" descr=""/>
            <p:cNvSpPr/>
            <p:nvPr/>
          </p:nvSpPr>
          <p:spPr>
            <a:xfrm>
              <a:off x="7780136" y="1964757"/>
              <a:ext cx="414020" cy="591820"/>
            </a:xfrm>
            <a:custGeom>
              <a:avLst/>
              <a:gdLst/>
              <a:ahLst/>
              <a:cxnLst/>
              <a:rect l="l" t="t" r="r" b="b"/>
              <a:pathLst>
                <a:path w="414020" h="591819">
                  <a:moveTo>
                    <a:pt x="372387" y="565150"/>
                  </a:moveTo>
                  <a:lnTo>
                    <a:pt x="359551" y="565150"/>
                  </a:lnTo>
                  <a:lnTo>
                    <a:pt x="356798" y="572770"/>
                  </a:lnTo>
                  <a:lnTo>
                    <a:pt x="353949" y="579120"/>
                  </a:lnTo>
                  <a:lnTo>
                    <a:pt x="349761" y="589280"/>
                  </a:lnTo>
                  <a:lnTo>
                    <a:pt x="354515" y="591820"/>
                  </a:lnTo>
                  <a:lnTo>
                    <a:pt x="356798" y="589280"/>
                  </a:lnTo>
                  <a:lnTo>
                    <a:pt x="370662" y="568960"/>
                  </a:lnTo>
                  <a:lnTo>
                    <a:pt x="372387" y="565150"/>
                  </a:lnTo>
                  <a:close/>
                </a:path>
                <a:path w="414020" h="591819">
                  <a:moveTo>
                    <a:pt x="339720" y="581660"/>
                  </a:moveTo>
                  <a:lnTo>
                    <a:pt x="331510" y="581660"/>
                  </a:lnTo>
                  <a:lnTo>
                    <a:pt x="331971" y="582930"/>
                  </a:lnTo>
                  <a:lnTo>
                    <a:pt x="333573" y="584200"/>
                  </a:lnTo>
                  <a:lnTo>
                    <a:pt x="337699" y="582930"/>
                  </a:lnTo>
                  <a:lnTo>
                    <a:pt x="339720" y="581660"/>
                  </a:lnTo>
                  <a:close/>
                </a:path>
                <a:path w="414020" h="591819">
                  <a:moveTo>
                    <a:pt x="357148" y="567690"/>
                  </a:moveTo>
                  <a:lnTo>
                    <a:pt x="322725" y="567690"/>
                  </a:lnTo>
                  <a:lnTo>
                    <a:pt x="324453" y="568960"/>
                  </a:lnTo>
                  <a:lnTo>
                    <a:pt x="325238" y="568960"/>
                  </a:lnTo>
                  <a:lnTo>
                    <a:pt x="322715" y="574040"/>
                  </a:lnTo>
                  <a:lnTo>
                    <a:pt x="319615" y="580390"/>
                  </a:lnTo>
                  <a:lnTo>
                    <a:pt x="327521" y="582930"/>
                  </a:lnTo>
                  <a:lnTo>
                    <a:pt x="329636" y="582930"/>
                  </a:lnTo>
                  <a:lnTo>
                    <a:pt x="331510" y="581660"/>
                  </a:lnTo>
                  <a:lnTo>
                    <a:pt x="339720" y="581660"/>
                  </a:lnTo>
                  <a:lnTo>
                    <a:pt x="341489" y="580390"/>
                  </a:lnTo>
                  <a:lnTo>
                    <a:pt x="342651" y="580390"/>
                  </a:lnTo>
                  <a:lnTo>
                    <a:pt x="349321" y="575310"/>
                  </a:lnTo>
                  <a:lnTo>
                    <a:pt x="354745" y="570230"/>
                  </a:lnTo>
                  <a:lnTo>
                    <a:pt x="357148" y="567690"/>
                  </a:lnTo>
                  <a:close/>
                </a:path>
                <a:path w="414020" h="591819">
                  <a:moveTo>
                    <a:pt x="138436" y="574040"/>
                  </a:moveTo>
                  <a:lnTo>
                    <a:pt x="128124" y="574040"/>
                  </a:lnTo>
                  <a:lnTo>
                    <a:pt x="131600" y="579120"/>
                  </a:lnTo>
                  <a:lnTo>
                    <a:pt x="138710" y="575310"/>
                  </a:lnTo>
                  <a:lnTo>
                    <a:pt x="138436" y="574040"/>
                  </a:lnTo>
                  <a:close/>
                </a:path>
                <a:path w="414020" h="591819">
                  <a:moveTo>
                    <a:pt x="308846" y="572770"/>
                  </a:moveTo>
                  <a:lnTo>
                    <a:pt x="298883" y="572770"/>
                  </a:lnTo>
                  <a:lnTo>
                    <a:pt x="299312" y="575310"/>
                  </a:lnTo>
                  <a:lnTo>
                    <a:pt x="302579" y="579120"/>
                  </a:lnTo>
                  <a:lnTo>
                    <a:pt x="308380" y="574040"/>
                  </a:lnTo>
                  <a:lnTo>
                    <a:pt x="308846" y="572770"/>
                  </a:lnTo>
                  <a:close/>
                </a:path>
                <a:path w="414020" h="591819">
                  <a:moveTo>
                    <a:pt x="237900" y="568960"/>
                  </a:moveTo>
                  <a:lnTo>
                    <a:pt x="144008" y="568960"/>
                  </a:lnTo>
                  <a:lnTo>
                    <a:pt x="144710" y="570230"/>
                  </a:lnTo>
                  <a:lnTo>
                    <a:pt x="145506" y="571500"/>
                  </a:lnTo>
                  <a:lnTo>
                    <a:pt x="149045" y="576580"/>
                  </a:lnTo>
                  <a:lnTo>
                    <a:pt x="153778" y="575310"/>
                  </a:lnTo>
                  <a:lnTo>
                    <a:pt x="155882" y="572770"/>
                  </a:lnTo>
                  <a:lnTo>
                    <a:pt x="165421" y="572770"/>
                  </a:lnTo>
                  <a:lnTo>
                    <a:pt x="166384" y="571500"/>
                  </a:lnTo>
                  <a:lnTo>
                    <a:pt x="214409" y="571500"/>
                  </a:lnTo>
                  <a:lnTo>
                    <a:pt x="237900" y="568960"/>
                  </a:lnTo>
                  <a:close/>
                </a:path>
                <a:path w="414020" h="591819">
                  <a:moveTo>
                    <a:pt x="289271" y="571500"/>
                  </a:moveTo>
                  <a:lnTo>
                    <a:pt x="278737" y="571500"/>
                  </a:lnTo>
                  <a:lnTo>
                    <a:pt x="281219" y="575310"/>
                  </a:lnTo>
                  <a:lnTo>
                    <a:pt x="286402" y="576580"/>
                  </a:lnTo>
                  <a:lnTo>
                    <a:pt x="289271" y="571500"/>
                  </a:lnTo>
                  <a:close/>
                </a:path>
                <a:path w="414020" h="591819">
                  <a:moveTo>
                    <a:pt x="359551" y="565150"/>
                  </a:moveTo>
                  <a:lnTo>
                    <a:pt x="312485" y="565150"/>
                  </a:lnTo>
                  <a:lnTo>
                    <a:pt x="315427" y="566420"/>
                  </a:lnTo>
                  <a:lnTo>
                    <a:pt x="313762" y="568960"/>
                  </a:lnTo>
                  <a:lnTo>
                    <a:pt x="311375" y="571500"/>
                  </a:lnTo>
                  <a:lnTo>
                    <a:pt x="311364" y="576580"/>
                  </a:lnTo>
                  <a:lnTo>
                    <a:pt x="317888" y="576580"/>
                  </a:lnTo>
                  <a:lnTo>
                    <a:pt x="322285" y="568960"/>
                  </a:lnTo>
                  <a:lnTo>
                    <a:pt x="322474" y="568960"/>
                  </a:lnTo>
                  <a:lnTo>
                    <a:pt x="322725" y="567690"/>
                  </a:lnTo>
                  <a:lnTo>
                    <a:pt x="357148" y="567690"/>
                  </a:lnTo>
                  <a:lnTo>
                    <a:pt x="359551" y="565150"/>
                  </a:lnTo>
                  <a:close/>
                </a:path>
                <a:path w="414020" h="591819">
                  <a:moveTo>
                    <a:pt x="137613" y="570230"/>
                  </a:moveTo>
                  <a:lnTo>
                    <a:pt x="113842" y="570230"/>
                  </a:lnTo>
                  <a:lnTo>
                    <a:pt x="114836" y="571500"/>
                  </a:lnTo>
                  <a:lnTo>
                    <a:pt x="115999" y="572770"/>
                  </a:lnTo>
                  <a:lnTo>
                    <a:pt x="119946" y="572770"/>
                  </a:lnTo>
                  <a:lnTo>
                    <a:pt x="121328" y="574040"/>
                  </a:lnTo>
                  <a:lnTo>
                    <a:pt x="123108" y="575310"/>
                  </a:lnTo>
                  <a:lnTo>
                    <a:pt x="127454" y="575310"/>
                  </a:lnTo>
                  <a:lnTo>
                    <a:pt x="127946" y="574040"/>
                  </a:lnTo>
                  <a:lnTo>
                    <a:pt x="138436" y="574040"/>
                  </a:lnTo>
                  <a:lnTo>
                    <a:pt x="137613" y="570230"/>
                  </a:lnTo>
                  <a:close/>
                </a:path>
                <a:path w="414020" h="591819">
                  <a:moveTo>
                    <a:pt x="309947" y="570230"/>
                  </a:moveTo>
                  <a:lnTo>
                    <a:pt x="289690" y="570230"/>
                  </a:lnTo>
                  <a:lnTo>
                    <a:pt x="290339" y="571500"/>
                  </a:lnTo>
                  <a:lnTo>
                    <a:pt x="291721" y="571500"/>
                  </a:lnTo>
                  <a:lnTo>
                    <a:pt x="292014" y="574040"/>
                  </a:lnTo>
                  <a:lnTo>
                    <a:pt x="296894" y="575310"/>
                  </a:lnTo>
                  <a:lnTo>
                    <a:pt x="298883" y="572770"/>
                  </a:lnTo>
                  <a:lnTo>
                    <a:pt x="308846" y="572770"/>
                  </a:lnTo>
                  <a:lnTo>
                    <a:pt x="309312" y="571500"/>
                  </a:lnTo>
                  <a:lnTo>
                    <a:pt x="309947" y="570230"/>
                  </a:lnTo>
                  <a:close/>
                </a:path>
                <a:path w="414020" h="591819">
                  <a:moveTo>
                    <a:pt x="391717" y="455930"/>
                  </a:moveTo>
                  <a:lnTo>
                    <a:pt x="23090" y="455930"/>
                  </a:lnTo>
                  <a:lnTo>
                    <a:pt x="24886" y="471170"/>
                  </a:lnTo>
                  <a:lnTo>
                    <a:pt x="27347" y="485140"/>
                  </a:lnTo>
                  <a:lnTo>
                    <a:pt x="30279" y="497840"/>
                  </a:lnTo>
                  <a:lnTo>
                    <a:pt x="33488" y="510540"/>
                  </a:lnTo>
                  <a:lnTo>
                    <a:pt x="35356" y="519430"/>
                  </a:lnTo>
                  <a:lnTo>
                    <a:pt x="37631" y="527050"/>
                  </a:lnTo>
                  <a:lnTo>
                    <a:pt x="40245" y="535940"/>
                  </a:lnTo>
                  <a:lnTo>
                    <a:pt x="43132" y="543560"/>
                  </a:lnTo>
                  <a:lnTo>
                    <a:pt x="46430" y="552450"/>
                  </a:lnTo>
                  <a:lnTo>
                    <a:pt x="50896" y="561340"/>
                  </a:lnTo>
                  <a:lnTo>
                    <a:pt x="57223" y="567690"/>
                  </a:lnTo>
                  <a:lnTo>
                    <a:pt x="66105" y="570230"/>
                  </a:lnTo>
                  <a:lnTo>
                    <a:pt x="68471" y="571500"/>
                  </a:lnTo>
                  <a:lnTo>
                    <a:pt x="70974" y="572770"/>
                  </a:lnTo>
                  <a:lnTo>
                    <a:pt x="75591" y="574040"/>
                  </a:lnTo>
                  <a:lnTo>
                    <a:pt x="76670" y="571500"/>
                  </a:lnTo>
                  <a:lnTo>
                    <a:pt x="76534" y="570230"/>
                  </a:lnTo>
                  <a:lnTo>
                    <a:pt x="91748" y="570230"/>
                  </a:lnTo>
                  <a:lnTo>
                    <a:pt x="91675" y="568960"/>
                  </a:lnTo>
                  <a:lnTo>
                    <a:pt x="137338" y="568960"/>
                  </a:lnTo>
                  <a:lnTo>
                    <a:pt x="136731" y="566420"/>
                  </a:lnTo>
                  <a:lnTo>
                    <a:pt x="256280" y="566420"/>
                  </a:lnTo>
                  <a:lnTo>
                    <a:pt x="265470" y="565150"/>
                  </a:lnTo>
                  <a:lnTo>
                    <a:pt x="372387" y="565150"/>
                  </a:lnTo>
                  <a:lnTo>
                    <a:pt x="375836" y="557530"/>
                  </a:lnTo>
                  <a:lnTo>
                    <a:pt x="58042" y="557530"/>
                  </a:lnTo>
                  <a:lnTo>
                    <a:pt x="57700" y="556517"/>
                  </a:lnTo>
                  <a:lnTo>
                    <a:pt x="55655" y="553720"/>
                  </a:lnTo>
                  <a:lnTo>
                    <a:pt x="53278" y="548640"/>
                  </a:lnTo>
                  <a:lnTo>
                    <a:pt x="51268" y="543560"/>
                  </a:lnTo>
                  <a:lnTo>
                    <a:pt x="381330" y="543560"/>
                  </a:lnTo>
                  <a:lnTo>
                    <a:pt x="386400" y="521970"/>
                  </a:lnTo>
                  <a:lnTo>
                    <a:pt x="387427" y="511810"/>
                  </a:lnTo>
                  <a:lnTo>
                    <a:pt x="372169" y="511810"/>
                  </a:lnTo>
                  <a:lnTo>
                    <a:pt x="373705" y="494030"/>
                  </a:lnTo>
                  <a:lnTo>
                    <a:pt x="375132" y="473710"/>
                  </a:lnTo>
                  <a:lnTo>
                    <a:pt x="391320" y="473710"/>
                  </a:lnTo>
                  <a:lnTo>
                    <a:pt x="391583" y="466090"/>
                  </a:lnTo>
                  <a:lnTo>
                    <a:pt x="391669" y="461010"/>
                  </a:lnTo>
                  <a:lnTo>
                    <a:pt x="391717" y="455930"/>
                  </a:lnTo>
                  <a:close/>
                </a:path>
                <a:path w="414020" h="591819">
                  <a:moveTo>
                    <a:pt x="92005" y="571500"/>
                  </a:moveTo>
                  <a:lnTo>
                    <a:pt x="85099" y="571500"/>
                  </a:lnTo>
                  <a:lnTo>
                    <a:pt x="86167" y="572770"/>
                  </a:lnTo>
                  <a:lnTo>
                    <a:pt x="87256" y="572770"/>
                  </a:lnTo>
                  <a:lnTo>
                    <a:pt x="90607" y="574040"/>
                  </a:lnTo>
                  <a:lnTo>
                    <a:pt x="92125" y="572770"/>
                  </a:lnTo>
                  <a:lnTo>
                    <a:pt x="92005" y="571500"/>
                  </a:lnTo>
                  <a:close/>
                </a:path>
                <a:path w="414020" h="591819">
                  <a:moveTo>
                    <a:pt x="165421" y="572770"/>
                  </a:moveTo>
                  <a:lnTo>
                    <a:pt x="155882" y="572770"/>
                  </a:lnTo>
                  <a:lnTo>
                    <a:pt x="157589" y="574040"/>
                  </a:lnTo>
                  <a:lnTo>
                    <a:pt x="163474" y="574040"/>
                  </a:lnTo>
                  <a:lnTo>
                    <a:pt x="165421" y="572770"/>
                  </a:lnTo>
                  <a:close/>
                </a:path>
                <a:path w="414020" h="591819">
                  <a:moveTo>
                    <a:pt x="214409" y="571500"/>
                  </a:moveTo>
                  <a:lnTo>
                    <a:pt x="166384" y="571500"/>
                  </a:lnTo>
                  <a:lnTo>
                    <a:pt x="177787" y="574040"/>
                  </a:lnTo>
                  <a:lnTo>
                    <a:pt x="182918" y="574040"/>
                  </a:lnTo>
                  <a:lnTo>
                    <a:pt x="195811" y="572770"/>
                  </a:lnTo>
                  <a:lnTo>
                    <a:pt x="214409" y="571500"/>
                  </a:lnTo>
                  <a:close/>
                </a:path>
                <a:path w="414020" h="591819">
                  <a:moveTo>
                    <a:pt x="312485" y="565150"/>
                  </a:moveTo>
                  <a:lnTo>
                    <a:pt x="265470" y="565150"/>
                  </a:lnTo>
                  <a:lnTo>
                    <a:pt x="265816" y="568960"/>
                  </a:lnTo>
                  <a:lnTo>
                    <a:pt x="266633" y="571500"/>
                  </a:lnTo>
                  <a:lnTo>
                    <a:pt x="269910" y="574040"/>
                  </a:lnTo>
                  <a:lnTo>
                    <a:pt x="277344" y="574040"/>
                  </a:lnTo>
                  <a:lnTo>
                    <a:pt x="278496" y="571500"/>
                  </a:lnTo>
                  <a:lnTo>
                    <a:pt x="289438" y="571500"/>
                  </a:lnTo>
                  <a:lnTo>
                    <a:pt x="289690" y="570230"/>
                  </a:lnTo>
                  <a:lnTo>
                    <a:pt x="309947" y="570230"/>
                  </a:lnTo>
                  <a:lnTo>
                    <a:pt x="312485" y="565150"/>
                  </a:lnTo>
                  <a:close/>
                </a:path>
                <a:path w="414020" h="591819">
                  <a:moveTo>
                    <a:pt x="91884" y="570230"/>
                  </a:moveTo>
                  <a:lnTo>
                    <a:pt x="76534" y="570230"/>
                  </a:lnTo>
                  <a:lnTo>
                    <a:pt x="78565" y="572770"/>
                  </a:lnTo>
                  <a:lnTo>
                    <a:pt x="84753" y="572770"/>
                  </a:lnTo>
                  <a:lnTo>
                    <a:pt x="85099" y="571500"/>
                  </a:lnTo>
                  <a:lnTo>
                    <a:pt x="92005" y="571500"/>
                  </a:lnTo>
                  <a:lnTo>
                    <a:pt x="91884" y="570230"/>
                  </a:lnTo>
                  <a:close/>
                </a:path>
                <a:path w="414020" h="591819">
                  <a:moveTo>
                    <a:pt x="137338" y="568960"/>
                  </a:moveTo>
                  <a:lnTo>
                    <a:pt x="91675" y="568960"/>
                  </a:lnTo>
                  <a:lnTo>
                    <a:pt x="93769" y="571500"/>
                  </a:lnTo>
                  <a:lnTo>
                    <a:pt x="96156" y="572770"/>
                  </a:lnTo>
                  <a:lnTo>
                    <a:pt x="99905" y="572770"/>
                  </a:lnTo>
                  <a:lnTo>
                    <a:pt x="100879" y="571500"/>
                  </a:lnTo>
                  <a:lnTo>
                    <a:pt x="100562" y="570432"/>
                  </a:lnTo>
                  <a:lnTo>
                    <a:pt x="100303" y="570230"/>
                  </a:lnTo>
                  <a:lnTo>
                    <a:pt x="137613" y="570230"/>
                  </a:lnTo>
                  <a:lnTo>
                    <a:pt x="137338" y="568960"/>
                  </a:lnTo>
                  <a:close/>
                </a:path>
                <a:path w="414020" h="591819">
                  <a:moveTo>
                    <a:pt x="107412" y="570230"/>
                  </a:moveTo>
                  <a:lnTo>
                    <a:pt x="100502" y="570230"/>
                  </a:lnTo>
                  <a:lnTo>
                    <a:pt x="100562" y="570432"/>
                  </a:lnTo>
                  <a:lnTo>
                    <a:pt x="101926" y="571500"/>
                  </a:lnTo>
                  <a:lnTo>
                    <a:pt x="107140" y="571500"/>
                  </a:lnTo>
                  <a:lnTo>
                    <a:pt x="107412" y="570230"/>
                  </a:lnTo>
                  <a:close/>
                </a:path>
                <a:path w="414020" h="591819">
                  <a:moveTo>
                    <a:pt x="113842" y="570230"/>
                  </a:moveTo>
                  <a:lnTo>
                    <a:pt x="107412" y="570230"/>
                  </a:lnTo>
                  <a:lnTo>
                    <a:pt x="108753" y="571500"/>
                  </a:lnTo>
                  <a:lnTo>
                    <a:pt x="113475" y="571500"/>
                  </a:lnTo>
                  <a:lnTo>
                    <a:pt x="113842" y="570230"/>
                  </a:lnTo>
                  <a:close/>
                </a:path>
                <a:path w="414020" h="591819">
                  <a:moveTo>
                    <a:pt x="100502" y="570230"/>
                  </a:moveTo>
                  <a:lnTo>
                    <a:pt x="100303" y="570230"/>
                  </a:lnTo>
                  <a:lnTo>
                    <a:pt x="100562" y="570432"/>
                  </a:lnTo>
                  <a:lnTo>
                    <a:pt x="100502" y="570230"/>
                  </a:lnTo>
                  <a:close/>
                </a:path>
                <a:path w="414020" h="591819">
                  <a:moveTo>
                    <a:pt x="256280" y="566420"/>
                  </a:moveTo>
                  <a:lnTo>
                    <a:pt x="136731" y="566420"/>
                  </a:lnTo>
                  <a:lnTo>
                    <a:pt x="138406" y="568960"/>
                  </a:lnTo>
                  <a:lnTo>
                    <a:pt x="140396" y="570230"/>
                  </a:lnTo>
                  <a:lnTo>
                    <a:pt x="143212" y="570230"/>
                  </a:lnTo>
                  <a:lnTo>
                    <a:pt x="144008" y="568960"/>
                  </a:lnTo>
                  <a:lnTo>
                    <a:pt x="237900" y="568960"/>
                  </a:lnTo>
                  <a:lnTo>
                    <a:pt x="256280" y="566420"/>
                  </a:lnTo>
                  <a:close/>
                </a:path>
                <a:path w="414020" h="591819">
                  <a:moveTo>
                    <a:pt x="57700" y="556517"/>
                  </a:moveTo>
                  <a:lnTo>
                    <a:pt x="58042" y="557530"/>
                  </a:lnTo>
                  <a:lnTo>
                    <a:pt x="58440" y="557530"/>
                  </a:lnTo>
                  <a:lnTo>
                    <a:pt x="57700" y="556517"/>
                  </a:lnTo>
                  <a:close/>
                </a:path>
                <a:path w="414020" h="591819">
                  <a:moveTo>
                    <a:pt x="381330" y="543560"/>
                  </a:moveTo>
                  <a:lnTo>
                    <a:pt x="51268" y="543560"/>
                  </a:lnTo>
                  <a:lnTo>
                    <a:pt x="52325" y="544830"/>
                  </a:lnTo>
                  <a:lnTo>
                    <a:pt x="54754" y="544830"/>
                  </a:lnTo>
                  <a:lnTo>
                    <a:pt x="55341" y="548640"/>
                  </a:lnTo>
                  <a:lnTo>
                    <a:pt x="56325" y="552450"/>
                  </a:lnTo>
                  <a:lnTo>
                    <a:pt x="57700" y="556517"/>
                  </a:lnTo>
                  <a:lnTo>
                    <a:pt x="58440" y="557530"/>
                  </a:lnTo>
                  <a:lnTo>
                    <a:pt x="375836" y="557530"/>
                  </a:lnTo>
                  <a:lnTo>
                    <a:pt x="380436" y="547370"/>
                  </a:lnTo>
                  <a:lnTo>
                    <a:pt x="381330" y="543560"/>
                  </a:lnTo>
                  <a:close/>
                </a:path>
                <a:path w="414020" h="591819">
                  <a:moveTo>
                    <a:pt x="239031" y="0"/>
                  </a:moveTo>
                  <a:lnTo>
                    <a:pt x="193110" y="2540"/>
                  </a:lnTo>
                  <a:lnTo>
                    <a:pt x="150877" y="11430"/>
                  </a:lnTo>
                  <a:lnTo>
                    <a:pt x="114770" y="29210"/>
                  </a:lnTo>
                  <a:lnTo>
                    <a:pt x="87225" y="57150"/>
                  </a:lnTo>
                  <a:lnTo>
                    <a:pt x="57236" y="107950"/>
                  </a:lnTo>
                  <a:lnTo>
                    <a:pt x="38996" y="153670"/>
                  </a:lnTo>
                  <a:lnTo>
                    <a:pt x="30471" y="193040"/>
                  </a:lnTo>
                  <a:lnTo>
                    <a:pt x="28363" y="231140"/>
                  </a:lnTo>
                  <a:lnTo>
                    <a:pt x="26827" y="269240"/>
                  </a:lnTo>
                  <a:lnTo>
                    <a:pt x="20022" y="308610"/>
                  </a:lnTo>
                  <a:lnTo>
                    <a:pt x="14912" y="330200"/>
                  </a:lnTo>
                  <a:lnTo>
                    <a:pt x="11642" y="350520"/>
                  </a:lnTo>
                  <a:lnTo>
                    <a:pt x="10541" y="372110"/>
                  </a:lnTo>
                  <a:lnTo>
                    <a:pt x="11939" y="392430"/>
                  </a:lnTo>
                  <a:lnTo>
                    <a:pt x="11709" y="393700"/>
                  </a:lnTo>
                  <a:lnTo>
                    <a:pt x="11426" y="394970"/>
                  </a:lnTo>
                  <a:lnTo>
                    <a:pt x="11206" y="396240"/>
                  </a:lnTo>
                  <a:lnTo>
                    <a:pt x="5335" y="424180"/>
                  </a:lnTo>
                  <a:lnTo>
                    <a:pt x="0" y="461010"/>
                  </a:lnTo>
                  <a:lnTo>
                    <a:pt x="1791" y="496570"/>
                  </a:lnTo>
                  <a:lnTo>
                    <a:pt x="17300" y="520700"/>
                  </a:lnTo>
                  <a:lnTo>
                    <a:pt x="19920" y="534670"/>
                  </a:lnTo>
                  <a:lnTo>
                    <a:pt x="24784" y="546100"/>
                  </a:lnTo>
                  <a:lnTo>
                    <a:pt x="32558" y="553720"/>
                  </a:lnTo>
                  <a:lnTo>
                    <a:pt x="43907" y="556260"/>
                  </a:lnTo>
                  <a:lnTo>
                    <a:pt x="45435" y="556260"/>
                  </a:lnTo>
                  <a:lnTo>
                    <a:pt x="45676" y="554990"/>
                  </a:lnTo>
                  <a:lnTo>
                    <a:pt x="44367" y="553720"/>
                  </a:lnTo>
                  <a:lnTo>
                    <a:pt x="37939" y="549910"/>
                  </a:lnTo>
                  <a:lnTo>
                    <a:pt x="32839" y="542290"/>
                  </a:lnTo>
                  <a:lnTo>
                    <a:pt x="28924" y="534670"/>
                  </a:lnTo>
                  <a:lnTo>
                    <a:pt x="26054" y="524510"/>
                  </a:lnTo>
                  <a:lnTo>
                    <a:pt x="32556" y="524510"/>
                  </a:lnTo>
                  <a:lnTo>
                    <a:pt x="34200" y="523240"/>
                  </a:lnTo>
                  <a:lnTo>
                    <a:pt x="22261" y="478790"/>
                  </a:lnTo>
                  <a:lnTo>
                    <a:pt x="22490" y="469900"/>
                  </a:lnTo>
                  <a:lnTo>
                    <a:pt x="22615" y="466090"/>
                  </a:lnTo>
                  <a:lnTo>
                    <a:pt x="23090" y="455930"/>
                  </a:lnTo>
                  <a:lnTo>
                    <a:pt x="391717" y="455930"/>
                  </a:lnTo>
                  <a:lnTo>
                    <a:pt x="391655" y="443230"/>
                  </a:lnTo>
                  <a:lnTo>
                    <a:pt x="405698" y="443230"/>
                  </a:lnTo>
                  <a:lnTo>
                    <a:pt x="408245" y="417830"/>
                  </a:lnTo>
                  <a:lnTo>
                    <a:pt x="401003" y="387350"/>
                  </a:lnTo>
                  <a:lnTo>
                    <a:pt x="391983" y="360680"/>
                  </a:lnTo>
                  <a:lnTo>
                    <a:pt x="19635" y="360680"/>
                  </a:lnTo>
                  <a:lnTo>
                    <a:pt x="21888" y="341630"/>
                  </a:lnTo>
                  <a:lnTo>
                    <a:pt x="25916" y="322580"/>
                  </a:lnTo>
                  <a:lnTo>
                    <a:pt x="31019" y="304800"/>
                  </a:lnTo>
                  <a:lnTo>
                    <a:pt x="39891" y="275590"/>
                  </a:lnTo>
                  <a:lnTo>
                    <a:pt x="43337" y="264160"/>
                  </a:lnTo>
                  <a:lnTo>
                    <a:pt x="50315" y="241300"/>
                  </a:lnTo>
                  <a:lnTo>
                    <a:pt x="381151" y="241300"/>
                  </a:lnTo>
                  <a:lnTo>
                    <a:pt x="380954" y="231140"/>
                  </a:lnTo>
                  <a:lnTo>
                    <a:pt x="382320" y="213360"/>
                  </a:lnTo>
                  <a:lnTo>
                    <a:pt x="385832" y="196850"/>
                  </a:lnTo>
                  <a:lnTo>
                    <a:pt x="386239" y="195580"/>
                  </a:lnTo>
                  <a:lnTo>
                    <a:pt x="370221" y="195580"/>
                  </a:lnTo>
                  <a:lnTo>
                    <a:pt x="374007" y="170180"/>
                  </a:lnTo>
                  <a:lnTo>
                    <a:pt x="380569" y="153670"/>
                  </a:lnTo>
                  <a:lnTo>
                    <a:pt x="388721" y="140970"/>
                  </a:lnTo>
                  <a:lnTo>
                    <a:pt x="397278" y="133350"/>
                  </a:lnTo>
                  <a:lnTo>
                    <a:pt x="408866" y="133350"/>
                  </a:lnTo>
                  <a:lnTo>
                    <a:pt x="409533" y="130810"/>
                  </a:lnTo>
                  <a:lnTo>
                    <a:pt x="410974" y="119380"/>
                  </a:lnTo>
                  <a:lnTo>
                    <a:pt x="413016" y="116840"/>
                  </a:lnTo>
                  <a:lnTo>
                    <a:pt x="414010" y="113030"/>
                  </a:lnTo>
                  <a:lnTo>
                    <a:pt x="397440" y="67310"/>
                  </a:lnTo>
                  <a:lnTo>
                    <a:pt x="365749" y="36830"/>
                  </a:lnTo>
                  <a:lnTo>
                    <a:pt x="324591" y="16510"/>
                  </a:lnTo>
                  <a:lnTo>
                    <a:pt x="280254" y="5080"/>
                  </a:lnTo>
                  <a:lnTo>
                    <a:pt x="239031" y="0"/>
                  </a:lnTo>
                  <a:close/>
                </a:path>
                <a:path w="414020" h="591819">
                  <a:moveTo>
                    <a:pt x="405698" y="443230"/>
                  </a:moveTo>
                  <a:lnTo>
                    <a:pt x="391655" y="443230"/>
                  </a:lnTo>
                  <a:lnTo>
                    <a:pt x="394018" y="469900"/>
                  </a:lnTo>
                  <a:lnTo>
                    <a:pt x="393828" y="496570"/>
                  </a:lnTo>
                  <a:lnTo>
                    <a:pt x="390112" y="523240"/>
                  </a:lnTo>
                  <a:lnTo>
                    <a:pt x="381896" y="549910"/>
                  </a:lnTo>
                  <a:lnTo>
                    <a:pt x="380860" y="552450"/>
                  </a:lnTo>
                  <a:lnTo>
                    <a:pt x="384116" y="554990"/>
                  </a:lnTo>
                  <a:lnTo>
                    <a:pt x="386378" y="553720"/>
                  </a:lnTo>
                  <a:lnTo>
                    <a:pt x="401756" y="534670"/>
                  </a:lnTo>
                  <a:lnTo>
                    <a:pt x="407788" y="508000"/>
                  </a:lnTo>
                  <a:lnTo>
                    <a:pt x="407723" y="478790"/>
                  </a:lnTo>
                  <a:lnTo>
                    <a:pt x="404807" y="452120"/>
                  </a:lnTo>
                  <a:lnTo>
                    <a:pt x="405698" y="443230"/>
                  </a:lnTo>
                  <a:close/>
                </a:path>
                <a:path w="414020" h="591819">
                  <a:moveTo>
                    <a:pt x="32556" y="524510"/>
                  </a:moveTo>
                  <a:lnTo>
                    <a:pt x="27582" y="524510"/>
                  </a:lnTo>
                  <a:lnTo>
                    <a:pt x="30912" y="525780"/>
                  </a:lnTo>
                  <a:lnTo>
                    <a:pt x="32556" y="524510"/>
                  </a:lnTo>
                  <a:close/>
                </a:path>
                <a:path w="414020" h="591819">
                  <a:moveTo>
                    <a:pt x="391320" y="473710"/>
                  </a:moveTo>
                  <a:lnTo>
                    <a:pt x="375132" y="473710"/>
                  </a:lnTo>
                  <a:lnTo>
                    <a:pt x="375980" y="480060"/>
                  </a:lnTo>
                  <a:lnTo>
                    <a:pt x="376514" y="487680"/>
                  </a:lnTo>
                  <a:lnTo>
                    <a:pt x="376493" y="494030"/>
                  </a:lnTo>
                  <a:lnTo>
                    <a:pt x="375415" y="500380"/>
                  </a:lnTo>
                  <a:lnTo>
                    <a:pt x="373991" y="506730"/>
                  </a:lnTo>
                  <a:lnTo>
                    <a:pt x="372169" y="511810"/>
                  </a:lnTo>
                  <a:lnTo>
                    <a:pt x="387427" y="511810"/>
                  </a:lnTo>
                  <a:lnTo>
                    <a:pt x="388838" y="497840"/>
                  </a:lnTo>
                  <a:lnTo>
                    <a:pt x="390168" y="490220"/>
                  </a:lnTo>
                  <a:lnTo>
                    <a:pt x="390985" y="481330"/>
                  </a:lnTo>
                  <a:lnTo>
                    <a:pt x="391320" y="473710"/>
                  </a:lnTo>
                  <a:close/>
                </a:path>
                <a:path w="414020" h="591819">
                  <a:moveTo>
                    <a:pt x="381151" y="241300"/>
                  </a:moveTo>
                  <a:lnTo>
                    <a:pt x="50315" y="241300"/>
                  </a:lnTo>
                  <a:lnTo>
                    <a:pt x="48291" y="252730"/>
                  </a:lnTo>
                  <a:lnTo>
                    <a:pt x="46348" y="264160"/>
                  </a:lnTo>
                  <a:lnTo>
                    <a:pt x="44217" y="275590"/>
                  </a:lnTo>
                  <a:lnTo>
                    <a:pt x="41634" y="285750"/>
                  </a:lnTo>
                  <a:lnTo>
                    <a:pt x="36284" y="304800"/>
                  </a:lnTo>
                  <a:lnTo>
                    <a:pt x="25015" y="341630"/>
                  </a:lnTo>
                  <a:lnTo>
                    <a:pt x="19635" y="360680"/>
                  </a:lnTo>
                  <a:lnTo>
                    <a:pt x="391983" y="360680"/>
                  </a:lnTo>
                  <a:lnTo>
                    <a:pt x="390694" y="356870"/>
                  </a:lnTo>
                  <a:lnTo>
                    <a:pt x="384933" y="322580"/>
                  </a:lnTo>
                  <a:lnTo>
                    <a:pt x="384455" y="308610"/>
                  </a:lnTo>
                  <a:lnTo>
                    <a:pt x="383993" y="300990"/>
                  </a:lnTo>
                  <a:lnTo>
                    <a:pt x="372839" y="300990"/>
                  </a:lnTo>
                  <a:lnTo>
                    <a:pt x="372703" y="298450"/>
                  </a:lnTo>
                  <a:lnTo>
                    <a:pt x="372462" y="297180"/>
                  </a:lnTo>
                  <a:lnTo>
                    <a:pt x="372378" y="294640"/>
                  </a:lnTo>
                  <a:lnTo>
                    <a:pt x="373362" y="287020"/>
                  </a:lnTo>
                  <a:lnTo>
                    <a:pt x="382948" y="287020"/>
                  </a:lnTo>
                  <a:lnTo>
                    <a:pt x="382631" y="283210"/>
                  </a:lnTo>
                  <a:lnTo>
                    <a:pt x="381299" y="270510"/>
                  </a:lnTo>
                  <a:lnTo>
                    <a:pt x="381803" y="261620"/>
                  </a:lnTo>
                  <a:lnTo>
                    <a:pt x="381594" y="251460"/>
                  </a:lnTo>
                  <a:lnTo>
                    <a:pt x="381151" y="241300"/>
                  </a:lnTo>
                  <a:close/>
                </a:path>
                <a:path w="414020" h="591819">
                  <a:moveTo>
                    <a:pt x="382948" y="287020"/>
                  </a:moveTo>
                  <a:lnTo>
                    <a:pt x="373362" y="287020"/>
                  </a:lnTo>
                  <a:lnTo>
                    <a:pt x="373467" y="290830"/>
                  </a:lnTo>
                  <a:lnTo>
                    <a:pt x="373561" y="298450"/>
                  </a:lnTo>
                  <a:lnTo>
                    <a:pt x="372839" y="300990"/>
                  </a:lnTo>
                  <a:lnTo>
                    <a:pt x="383993" y="300990"/>
                  </a:lnTo>
                  <a:lnTo>
                    <a:pt x="383685" y="295910"/>
                  </a:lnTo>
                  <a:lnTo>
                    <a:pt x="382948" y="287020"/>
                  </a:lnTo>
                  <a:close/>
                </a:path>
                <a:path w="414020" h="591819">
                  <a:moveTo>
                    <a:pt x="408866" y="133350"/>
                  </a:moveTo>
                  <a:lnTo>
                    <a:pt x="397278" y="133350"/>
                  </a:lnTo>
                  <a:lnTo>
                    <a:pt x="390429" y="148590"/>
                  </a:lnTo>
                  <a:lnTo>
                    <a:pt x="382925" y="163830"/>
                  </a:lnTo>
                  <a:lnTo>
                    <a:pt x="375833" y="179070"/>
                  </a:lnTo>
                  <a:lnTo>
                    <a:pt x="370221" y="195580"/>
                  </a:lnTo>
                  <a:lnTo>
                    <a:pt x="386239" y="195580"/>
                  </a:lnTo>
                  <a:lnTo>
                    <a:pt x="391124" y="180340"/>
                  </a:lnTo>
                  <a:lnTo>
                    <a:pt x="397833" y="163830"/>
                  </a:lnTo>
                  <a:lnTo>
                    <a:pt x="402466" y="153670"/>
                  </a:lnTo>
                  <a:lnTo>
                    <a:pt x="406532" y="142240"/>
                  </a:lnTo>
                  <a:lnTo>
                    <a:pt x="408866" y="133350"/>
                  </a:lnTo>
                  <a:close/>
                </a:path>
              </a:pathLst>
            </a:custGeom>
            <a:solidFill>
              <a:srgbClr val="EFBD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8" name="object 638" descr=""/>
            <p:cNvPicPr/>
            <p:nvPr/>
          </p:nvPicPr>
          <p:blipFill>
            <a:blip r:embed="rId146" cstate="print"/>
            <a:stretch>
              <a:fillRect/>
            </a:stretch>
          </p:blipFill>
          <p:spPr>
            <a:xfrm>
              <a:off x="7868845" y="1930333"/>
              <a:ext cx="117013" cy="124043"/>
            </a:xfrm>
            <a:prstGeom prst="rect">
              <a:avLst/>
            </a:prstGeom>
          </p:spPr>
        </p:pic>
        <p:sp>
          <p:nvSpPr>
            <p:cNvPr id="639" name="object 639" descr=""/>
            <p:cNvSpPr/>
            <p:nvPr/>
          </p:nvSpPr>
          <p:spPr>
            <a:xfrm>
              <a:off x="7740228" y="2103098"/>
              <a:ext cx="432434" cy="504190"/>
            </a:xfrm>
            <a:custGeom>
              <a:avLst/>
              <a:gdLst/>
              <a:ahLst/>
              <a:cxnLst/>
              <a:rect l="l" t="t" r="r" b="b"/>
              <a:pathLst>
                <a:path w="432434" h="504189">
                  <a:moveTo>
                    <a:pt x="401066" y="0"/>
                  </a:moveTo>
                  <a:lnTo>
                    <a:pt x="369415" y="27761"/>
                  </a:lnTo>
                  <a:lnTo>
                    <a:pt x="340460" y="42017"/>
                  </a:lnTo>
                  <a:lnTo>
                    <a:pt x="297637" y="47269"/>
                  </a:lnTo>
                  <a:lnTo>
                    <a:pt x="224380" y="48019"/>
                  </a:lnTo>
                  <a:lnTo>
                    <a:pt x="149465" y="40516"/>
                  </a:lnTo>
                  <a:lnTo>
                    <a:pt x="106846" y="24009"/>
                  </a:lnTo>
                  <a:lnTo>
                    <a:pt x="87725" y="7503"/>
                  </a:lnTo>
                  <a:lnTo>
                    <a:pt x="83306" y="0"/>
                  </a:lnTo>
                  <a:lnTo>
                    <a:pt x="39326" y="92152"/>
                  </a:lnTo>
                  <a:lnTo>
                    <a:pt x="15989" y="150745"/>
                  </a:lnTo>
                  <a:lnTo>
                    <a:pt x="5483" y="200866"/>
                  </a:lnTo>
                  <a:lnTo>
                    <a:pt x="0" y="267604"/>
                  </a:lnTo>
                  <a:lnTo>
                    <a:pt x="1466" y="335849"/>
                  </a:lnTo>
                  <a:lnTo>
                    <a:pt x="10603" y="380905"/>
                  </a:lnTo>
                  <a:lnTo>
                    <a:pt x="17785" y="413477"/>
                  </a:lnTo>
                  <a:lnTo>
                    <a:pt x="13392" y="444269"/>
                  </a:lnTo>
                  <a:lnTo>
                    <a:pt x="21344" y="433366"/>
                  </a:lnTo>
                  <a:lnTo>
                    <a:pt x="26042" y="425292"/>
                  </a:lnTo>
                  <a:lnTo>
                    <a:pt x="29328" y="416049"/>
                  </a:lnTo>
                  <a:lnTo>
                    <a:pt x="33046" y="401642"/>
                  </a:lnTo>
                  <a:lnTo>
                    <a:pt x="34284" y="418073"/>
                  </a:lnTo>
                  <a:lnTo>
                    <a:pt x="44427" y="458823"/>
                  </a:lnTo>
                  <a:lnTo>
                    <a:pt x="76961" y="486660"/>
                  </a:lnTo>
                  <a:lnTo>
                    <a:pt x="98185" y="496403"/>
                  </a:lnTo>
                  <a:lnTo>
                    <a:pt x="94834" y="475422"/>
                  </a:lnTo>
                  <a:lnTo>
                    <a:pt x="93717" y="462688"/>
                  </a:lnTo>
                  <a:lnTo>
                    <a:pt x="94834" y="453035"/>
                  </a:lnTo>
                  <a:lnTo>
                    <a:pt x="98185" y="441295"/>
                  </a:lnTo>
                  <a:lnTo>
                    <a:pt x="96848" y="455405"/>
                  </a:lnTo>
                  <a:lnTo>
                    <a:pt x="97341" y="464532"/>
                  </a:lnTo>
                  <a:lnTo>
                    <a:pt x="126064" y="501784"/>
                  </a:lnTo>
                  <a:lnTo>
                    <a:pt x="134875" y="503775"/>
                  </a:lnTo>
                  <a:lnTo>
                    <a:pt x="158550" y="480257"/>
                  </a:lnTo>
                  <a:lnTo>
                    <a:pt x="159387" y="485576"/>
                  </a:lnTo>
                  <a:lnTo>
                    <a:pt x="195564" y="502064"/>
                  </a:lnTo>
                  <a:lnTo>
                    <a:pt x="229720" y="503775"/>
                  </a:lnTo>
                  <a:lnTo>
                    <a:pt x="245538" y="503364"/>
                  </a:lnTo>
                  <a:lnTo>
                    <a:pt x="287928" y="496403"/>
                  </a:lnTo>
                  <a:lnTo>
                    <a:pt x="298200" y="480257"/>
                  </a:lnTo>
                  <a:lnTo>
                    <a:pt x="297394" y="503775"/>
                  </a:lnTo>
                  <a:lnTo>
                    <a:pt x="340722" y="489440"/>
                  </a:lnTo>
                  <a:lnTo>
                    <a:pt x="359132" y="447638"/>
                  </a:lnTo>
                  <a:lnTo>
                    <a:pt x="358575" y="441295"/>
                  </a:lnTo>
                  <a:lnTo>
                    <a:pt x="366652" y="456977"/>
                  </a:lnTo>
                  <a:lnTo>
                    <a:pt x="378621" y="472620"/>
                  </a:lnTo>
                  <a:lnTo>
                    <a:pt x="389476" y="484637"/>
                  </a:lnTo>
                  <a:lnTo>
                    <a:pt x="394207" y="489440"/>
                  </a:lnTo>
                  <a:lnTo>
                    <a:pt x="396204" y="485310"/>
                  </a:lnTo>
                  <a:lnTo>
                    <a:pt x="398757" y="480744"/>
                  </a:lnTo>
                  <a:lnTo>
                    <a:pt x="420310" y="433990"/>
                  </a:lnTo>
                  <a:lnTo>
                    <a:pt x="423704" y="401642"/>
                  </a:lnTo>
                  <a:lnTo>
                    <a:pt x="426649" y="420234"/>
                  </a:lnTo>
                  <a:lnTo>
                    <a:pt x="427218" y="437320"/>
                  </a:lnTo>
                  <a:lnTo>
                    <a:pt x="426650" y="449825"/>
                  </a:lnTo>
                  <a:lnTo>
                    <a:pt x="426185" y="454677"/>
                  </a:lnTo>
                  <a:lnTo>
                    <a:pt x="432287" y="422723"/>
                  </a:lnTo>
                  <a:lnTo>
                    <a:pt x="430426" y="385348"/>
                  </a:lnTo>
                  <a:lnTo>
                    <a:pt x="423829" y="341227"/>
                  </a:lnTo>
                  <a:lnTo>
                    <a:pt x="415721" y="289035"/>
                  </a:lnTo>
                  <a:lnTo>
                    <a:pt x="409327" y="227448"/>
                  </a:lnTo>
                  <a:lnTo>
                    <a:pt x="404900" y="144992"/>
                  </a:lnTo>
                  <a:lnTo>
                    <a:pt x="402409" y="72020"/>
                  </a:lnTo>
                  <a:lnTo>
                    <a:pt x="401311" y="19899"/>
                  </a:lnTo>
                  <a:lnTo>
                    <a:pt x="401066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0" name="object 640" descr=""/>
          <p:cNvGrpSpPr/>
          <p:nvPr/>
        </p:nvGrpSpPr>
        <p:grpSpPr>
          <a:xfrm>
            <a:off x="2979261" y="2812769"/>
            <a:ext cx="414655" cy="597535"/>
            <a:chOff x="2979261" y="2812769"/>
            <a:chExt cx="414655" cy="597535"/>
          </a:xfrm>
        </p:grpSpPr>
        <p:pic>
          <p:nvPicPr>
            <p:cNvPr id="641" name="object 641" descr=""/>
            <p:cNvPicPr/>
            <p:nvPr/>
          </p:nvPicPr>
          <p:blipFill>
            <a:blip r:embed="rId147" cstate="print"/>
            <a:stretch>
              <a:fillRect/>
            </a:stretch>
          </p:blipFill>
          <p:spPr>
            <a:xfrm>
              <a:off x="3098802" y="3240329"/>
              <a:ext cx="174664" cy="169776"/>
            </a:xfrm>
            <a:prstGeom prst="rect">
              <a:avLst/>
            </a:prstGeom>
          </p:spPr>
        </p:pic>
        <p:sp>
          <p:nvSpPr>
            <p:cNvPr id="642" name="object 642" descr=""/>
            <p:cNvSpPr/>
            <p:nvPr/>
          </p:nvSpPr>
          <p:spPr>
            <a:xfrm>
              <a:off x="3040693" y="2928677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43" y="473"/>
                  </a:lnTo>
                  <a:lnTo>
                    <a:pt x="51228" y="70609"/>
                  </a:lnTo>
                  <a:lnTo>
                    <a:pt x="22366" y="124766"/>
                  </a:lnTo>
                  <a:lnTo>
                    <a:pt x="4096" y="161861"/>
                  </a:lnTo>
                  <a:lnTo>
                    <a:pt x="0" y="192493"/>
                  </a:lnTo>
                  <a:lnTo>
                    <a:pt x="2565" y="233134"/>
                  </a:lnTo>
                  <a:lnTo>
                    <a:pt x="12012" y="290129"/>
                  </a:lnTo>
                  <a:lnTo>
                    <a:pt x="58459" y="349231"/>
                  </a:lnTo>
                  <a:lnTo>
                    <a:pt x="88505" y="380652"/>
                  </a:lnTo>
                  <a:lnTo>
                    <a:pt x="139397" y="400261"/>
                  </a:lnTo>
                  <a:lnTo>
                    <a:pt x="160880" y="400341"/>
                  </a:lnTo>
                  <a:lnTo>
                    <a:pt x="172740" y="399226"/>
                  </a:lnTo>
                  <a:lnTo>
                    <a:pt x="212379" y="363216"/>
                  </a:lnTo>
                  <a:lnTo>
                    <a:pt x="259690" y="316872"/>
                  </a:lnTo>
                  <a:lnTo>
                    <a:pt x="265962" y="309311"/>
                  </a:lnTo>
                  <a:lnTo>
                    <a:pt x="272024" y="302873"/>
                  </a:lnTo>
                  <a:lnTo>
                    <a:pt x="287468" y="246766"/>
                  </a:lnTo>
                  <a:lnTo>
                    <a:pt x="290820" y="187368"/>
                  </a:lnTo>
                  <a:lnTo>
                    <a:pt x="289729" y="151545"/>
                  </a:lnTo>
                  <a:lnTo>
                    <a:pt x="286322" y="89646"/>
                  </a:lnTo>
                  <a:lnTo>
                    <a:pt x="282072" y="30350"/>
                  </a:lnTo>
                  <a:lnTo>
                    <a:pt x="278454" y="2337"/>
                  </a:lnTo>
                  <a:lnTo>
                    <a:pt x="247583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3" name="object 643" descr=""/>
            <p:cNvSpPr/>
            <p:nvPr/>
          </p:nvSpPr>
          <p:spPr>
            <a:xfrm>
              <a:off x="3008846" y="31718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01"/>
                  </a:lnTo>
                  <a:lnTo>
                    <a:pt x="23695" y="30501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4" name="object 644" descr=""/>
            <p:cNvSpPr/>
            <p:nvPr/>
          </p:nvSpPr>
          <p:spPr>
            <a:xfrm>
              <a:off x="2992501" y="308207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19" h="120014">
                  <a:moveTo>
                    <a:pt x="15828" y="0"/>
                  </a:moveTo>
                  <a:lnTo>
                    <a:pt x="9427" y="124"/>
                  </a:lnTo>
                  <a:lnTo>
                    <a:pt x="4036" y="3541"/>
                  </a:lnTo>
                  <a:lnTo>
                    <a:pt x="58" y="20087"/>
                  </a:lnTo>
                  <a:lnTo>
                    <a:pt x="0" y="51207"/>
                  </a:lnTo>
                  <a:lnTo>
                    <a:pt x="2870" y="83337"/>
                  </a:lnTo>
                  <a:lnTo>
                    <a:pt x="35553" y="115636"/>
                  </a:lnTo>
                  <a:lnTo>
                    <a:pt x="57992" y="119590"/>
                  </a:lnTo>
                  <a:lnTo>
                    <a:pt x="50666" y="90376"/>
                  </a:lnTo>
                  <a:lnTo>
                    <a:pt x="47207" y="69564"/>
                  </a:lnTo>
                  <a:lnTo>
                    <a:pt x="46702" y="47187"/>
                  </a:lnTo>
                  <a:lnTo>
                    <a:pt x="48234" y="13279"/>
                  </a:lnTo>
                  <a:lnTo>
                    <a:pt x="27382" y="4080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5" name="object 645" descr=""/>
            <p:cNvSpPr/>
            <p:nvPr/>
          </p:nvSpPr>
          <p:spPr>
            <a:xfrm>
              <a:off x="3336425" y="31718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01"/>
                  </a:lnTo>
                  <a:lnTo>
                    <a:pt x="23664" y="30501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 descr=""/>
            <p:cNvSpPr/>
            <p:nvPr/>
          </p:nvSpPr>
          <p:spPr>
            <a:xfrm>
              <a:off x="3325302" y="308207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42154" y="0"/>
                  </a:moveTo>
                  <a:lnTo>
                    <a:pt x="30604" y="4080"/>
                  </a:lnTo>
                  <a:lnTo>
                    <a:pt x="9758" y="13279"/>
                  </a:lnTo>
                  <a:lnTo>
                    <a:pt x="11284" y="47187"/>
                  </a:lnTo>
                  <a:lnTo>
                    <a:pt x="10777" y="69564"/>
                  </a:lnTo>
                  <a:lnTo>
                    <a:pt x="7320" y="90376"/>
                  </a:lnTo>
                  <a:lnTo>
                    <a:pt x="0" y="119590"/>
                  </a:lnTo>
                  <a:lnTo>
                    <a:pt x="6842" y="118629"/>
                  </a:lnTo>
                  <a:lnTo>
                    <a:pt x="50312" y="102910"/>
                  </a:lnTo>
                  <a:lnTo>
                    <a:pt x="57986" y="51207"/>
                  </a:lnTo>
                  <a:lnTo>
                    <a:pt x="57920" y="20087"/>
                  </a:lnTo>
                  <a:lnTo>
                    <a:pt x="53935" y="3541"/>
                  </a:lnTo>
                  <a:lnTo>
                    <a:pt x="48551" y="124"/>
                  </a:lnTo>
                  <a:lnTo>
                    <a:pt x="42154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 descr=""/>
            <p:cNvSpPr/>
            <p:nvPr/>
          </p:nvSpPr>
          <p:spPr>
            <a:xfrm>
              <a:off x="2979261" y="2812769"/>
              <a:ext cx="414655" cy="466090"/>
            </a:xfrm>
            <a:custGeom>
              <a:avLst/>
              <a:gdLst/>
              <a:ahLst/>
              <a:cxnLst/>
              <a:rect l="l" t="t" r="r" b="b"/>
              <a:pathLst>
                <a:path w="414654" h="466089">
                  <a:moveTo>
                    <a:pt x="202110" y="0"/>
                  </a:moveTo>
                  <a:lnTo>
                    <a:pt x="144855" y="3065"/>
                  </a:lnTo>
                  <a:lnTo>
                    <a:pt x="99131" y="10448"/>
                  </a:lnTo>
                  <a:lnTo>
                    <a:pt x="60212" y="38330"/>
                  </a:lnTo>
                  <a:lnTo>
                    <a:pt x="19651" y="95243"/>
                  </a:lnTo>
                  <a:lnTo>
                    <a:pt x="6238" y="138892"/>
                  </a:lnTo>
                  <a:lnTo>
                    <a:pt x="2726" y="178523"/>
                  </a:lnTo>
                  <a:lnTo>
                    <a:pt x="115" y="218160"/>
                  </a:lnTo>
                  <a:lnTo>
                    <a:pt x="0" y="240632"/>
                  </a:lnTo>
                  <a:lnTo>
                    <a:pt x="15448" y="294270"/>
                  </a:lnTo>
                  <a:lnTo>
                    <a:pt x="38438" y="348216"/>
                  </a:lnTo>
                  <a:lnTo>
                    <a:pt x="65749" y="397855"/>
                  </a:lnTo>
                  <a:lnTo>
                    <a:pt x="94162" y="438570"/>
                  </a:lnTo>
                  <a:lnTo>
                    <a:pt x="120457" y="465746"/>
                  </a:lnTo>
                  <a:lnTo>
                    <a:pt x="145127" y="443743"/>
                  </a:lnTo>
                  <a:lnTo>
                    <a:pt x="162368" y="432490"/>
                  </a:lnTo>
                  <a:lnTo>
                    <a:pt x="180293" y="428463"/>
                  </a:lnTo>
                  <a:lnTo>
                    <a:pt x="207019" y="428134"/>
                  </a:lnTo>
                  <a:lnTo>
                    <a:pt x="235965" y="434453"/>
                  </a:lnTo>
                  <a:lnTo>
                    <a:pt x="262642" y="447820"/>
                  </a:lnTo>
                  <a:lnTo>
                    <a:pt x="283251" y="460747"/>
                  </a:lnTo>
                  <a:lnTo>
                    <a:pt x="293991" y="465746"/>
                  </a:lnTo>
                  <a:lnTo>
                    <a:pt x="316117" y="448237"/>
                  </a:lnTo>
                  <a:lnTo>
                    <a:pt x="338121" y="414122"/>
                  </a:lnTo>
                  <a:lnTo>
                    <a:pt x="361102" y="369323"/>
                  </a:lnTo>
                  <a:lnTo>
                    <a:pt x="386156" y="319763"/>
                  </a:lnTo>
                  <a:lnTo>
                    <a:pt x="414385" y="271364"/>
                  </a:lnTo>
                  <a:lnTo>
                    <a:pt x="413688" y="156649"/>
                  </a:lnTo>
                  <a:lnTo>
                    <a:pt x="406766" y="92781"/>
                  </a:lnTo>
                  <a:lnTo>
                    <a:pt x="387599" y="56693"/>
                  </a:lnTo>
                  <a:lnTo>
                    <a:pt x="350167" y="25319"/>
                  </a:lnTo>
                  <a:lnTo>
                    <a:pt x="314055" y="10266"/>
                  </a:lnTo>
                  <a:lnTo>
                    <a:pt x="261606" y="2113"/>
                  </a:lnTo>
                  <a:lnTo>
                    <a:pt x="202110" y="0"/>
                  </a:lnTo>
                  <a:close/>
                </a:path>
              </a:pathLst>
            </a:custGeom>
            <a:solidFill>
              <a:srgbClr val="F4CE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8" name="object 648" descr=""/>
          <p:cNvGrpSpPr/>
          <p:nvPr/>
        </p:nvGrpSpPr>
        <p:grpSpPr>
          <a:xfrm>
            <a:off x="3718996" y="2812769"/>
            <a:ext cx="414655" cy="597535"/>
            <a:chOff x="3718996" y="2812769"/>
            <a:chExt cx="414655" cy="597535"/>
          </a:xfrm>
        </p:grpSpPr>
        <p:sp>
          <p:nvSpPr>
            <p:cNvPr id="649" name="object 649" descr=""/>
            <p:cNvSpPr/>
            <p:nvPr/>
          </p:nvSpPr>
          <p:spPr>
            <a:xfrm>
              <a:off x="3828708" y="2906278"/>
              <a:ext cx="301625" cy="409575"/>
            </a:xfrm>
            <a:custGeom>
              <a:avLst/>
              <a:gdLst/>
              <a:ahLst/>
              <a:cxnLst/>
              <a:rect l="l" t="t" r="r" b="b"/>
              <a:pathLst>
                <a:path w="301625" h="409575">
                  <a:moveTo>
                    <a:pt x="12627" y="0"/>
                  </a:moveTo>
                  <a:lnTo>
                    <a:pt x="8933" y="28562"/>
                  </a:lnTo>
                  <a:lnTo>
                    <a:pt x="4590" y="89014"/>
                  </a:lnTo>
                  <a:lnTo>
                    <a:pt x="1108" y="152122"/>
                  </a:lnTo>
                  <a:lnTo>
                    <a:pt x="0" y="188653"/>
                  </a:lnTo>
                  <a:lnTo>
                    <a:pt x="1694" y="212427"/>
                  </a:lnTo>
                  <a:lnTo>
                    <a:pt x="8959" y="281787"/>
                  </a:lnTo>
                  <a:lnTo>
                    <a:pt x="22109" y="324227"/>
                  </a:lnTo>
                  <a:lnTo>
                    <a:pt x="47222" y="366699"/>
                  </a:lnTo>
                  <a:lnTo>
                    <a:pt x="68259" y="375559"/>
                  </a:lnTo>
                  <a:lnTo>
                    <a:pt x="74297" y="386851"/>
                  </a:lnTo>
                  <a:lnTo>
                    <a:pt x="115652" y="407487"/>
                  </a:lnTo>
                  <a:lnTo>
                    <a:pt x="161052" y="409168"/>
                  </a:lnTo>
                  <a:lnTo>
                    <a:pt x="174811" y="408217"/>
                  </a:lnTo>
                  <a:lnTo>
                    <a:pt x="195933" y="400189"/>
                  </a:lnTo>
                  <a:lnTo>
                    <a:pt x="210068" y="392214"/>
                  </a:lnTo>
                  <a:lnTo>
                    <a:pt x="217985" y="386102"/>
                  </a:lnTo>
                  <a:lnTo>
                    <a:pt x="220454" y="383663"/>
                  </a:lnTo>
                  <a:lnTo>
                    <a:pt x="250105" y="373370"/>
                  </a:lnTo>
                  <a:lnTo>
                    <a:pt x="278781" y="318935"/>
                  </a:lnTo>
                  <a:lnTo>
                    <a:pt x="286790" y="274905"/>
                  </a:lnTo>
                  <a:lnTo>
                    <a:pt x="290915" y="241249"/>
                  </a:lnTo>
                  <a:lnTo>
                    <a:pt x="296002" y="203713"/>
                  </a:lnTo>
                  <a:lnTo>
                    <a:pt x="301393" y="173575"/>
                  </a:lnTo>
                  <a:lnTo>
                    <a:pt x="301517" y="134818"/>
                  </a:lnTo>
                  <a:lnTo>
                    <a:pt x="294081" y="82426"/>
                  </a:lnTo>
                  <a:lnTo>
                    <a:pt x="285162" y="36356"/>
                  </a:lnTo>
                  <a:lnTo>
                    <a:pt x="186869" y="9633"/>
                  </a:lnTo>
                  <a:lnTo>
                    <a:pt x="108249" y="4179"/>
                  </a:lnTo>
                  <a:lnTo>
                    <a:pt x="41842" y="255"/>
                  </a:lnTo>
                  <a:lnTo>
                    <a:pt x="12627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0" name="object 650" descr=""/>
            <p:cNvPicPr/>
            <p:nvPr/>
          </p:nvPicPr>
          <p:blipFill>
            <a:blip r:embed="rId148" cstate="print"/>
            <a:stretch>
              <a:fillRect/>
            </a:stretch>
          </p:blipFill>
          <p:spPr>
            <a:xfrm>
              <a:off x="3838534" y="3240329"/>
              <a:ext cx="174664" cy="169776"/>
            </a:xfrm>
            <a:prstGeom prst="rect">
              <a:avLst/>
            </a:prstGeom>
          </p:spPr>
        </p:pic>
        <p:sp>
          <p:nvSpPr>
            <p:cNvPr id="651" name="object 651" descr=""/>
            <p:cNvSpPr/>
            <p:nvPr/>
          </p:nvSpPr>
          <p:spPr>
            <a:xfrm>
              <a:off x="3780429" y="2928677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39" y="473"/>
                  </a:lnTo>
                  <a:lnTo>
                    <a:pt x="51224" y="70609"/>
                  </a:lnTo>
                  <a:lnTo>
                    <a:pt x="22362" y="124766"/>
                  </a:lnTo>
                  <a:lnTo>
                    <a:pt x="4091" y="161861"/>
                  </a:lnTo>
                  <a:lnTo>
                    <a:pt x="0" y="192493"/>
                  </a:lnTo>
                  <a:lnTo>
                    <a:pt x="2564" y="233134"/>
                  </a:lnTo>
                  <a:lnTo>
                    <a:pt x="12007" y="290129"/>
                  </a:lnTo>
                  <a:lnTo>
                    <a:pt x="58455" y="349231"/>
                  </a:lnTo>
                  <a:lnTo>
                    <a:pt x="88501" y="380652"/>
                  </a:lnTo>
                  <a:lnTo>
                    <a:pt x="139392" y="400261"/>
                  </a:lnTo>
                  <a:lnTo>
                    <a:pt x="160875" y="400341"/>
                  </a:lnTo>
                  <a:lnTo>
                    <a:pt x="172736" y="399226"/>
                  </a:lnTo>
                  <a:lnTo>
                    <a:pt x="212374" y="363216"/>
                  </a:lnTo>
                  <a:lnTo>
                    <a:pt x="259686" y="316872"/>
                  </a:lnTo>
                  <a:lnTo>
                    <a:pt x="265958" y="309311"/>
                  </a:lnTo>
                  <a:lnTo>
                    <a:pt x="272019" y="302873"/>
                  </a:lnTo>
                  <a:lnTo>
                    <a:pt x="287465" y="246766"/>
                  </a:lnTo>
                  <a:lnTo>
                    <a:pt x="290826" y="187368"/>
                  </a:lnTo>
                  <a:lnTo>
                    <a:pt x="289729" y="151545"/>
                  </a:lnTo>
                  <a:lnTo>
                    <a:pt x="286318" y="89646"/>
                  </a:lnTo>
                  <a:lnTo>
                    <a:pt x="282068" y="30350"/>
                  </a:lnTo>
                  <a:lnTo>
                    <a:pt x="278450" y="2337"/>
                  </a:lnTo>
                  <a:lnTo>
                    <a:pt x="247580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2" name="object 652" descr=""/>
            <p:cNvSpPr/>
            <p:nvPr/>
          </p:nvSpPr>
          <p:spPr>
            <a:xfrm>
              <a:off x="3748581" y="31718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01"/>
                  </a:lnTo>
                  <a:lnTo>
                    <a:pt x="23695" y="30501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3" name="object 653" descr=""/>
            <p:cNvSpPr/>
            <p:nvPr/>
          </p:nvSpPr>
          <p:spPr>
            <a:xfrm>
              <a:off x="3732235" y="308207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15828" y="0"/>
                  </a:moveTo>
                  <a:lnTo>
                    <a:pt x="9430" y="124"/>
                  </a:lnTo>
                  <a:lnTo>
                    <a:pt x="4045" y="3541"/>
                  </a:lnTo>
                  <a:lnTo>
                    <a:pt x="62" y="20087"/>
                  </a:lnTo>
                  <a:lnTo>
                    <a:pt x="0" y="51207"/>
                  </a:lnTo>
                  <a:lnTo>
                    <a:pt x="2869" y="83337"/>
                  </a:lnTo>
                  <a:lnTo>
                    <a:pt x="35552" y="115636"/>
                  </a:lnTo>
                  <a:lnTo>
                    <a:pt x="57991" y="119590"/>
                  </a:lnTo>
                  <a:lnTo>
                    <a:pt x="50665" y="90376"/>
                  </a:lnTo>
                  <a:lnTo>
                    <a:pt x="47206" y="69564"/>
                  </a:lnTo>
                  <a:lnTo>
                    <a:pt x="46700" y="47187"/>
                  </a:lnTo>
                  <a:lnTo>
                    <a:pt x="48232" y="13279"/>
                  </a:lnTo>
                  <a:lnTo>
                    <a:pt x="27381" y="4080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 descr=""/>
            <p:cNvSpPr/>
            <p:nvPr/>
          </p:nvSpPr>
          <p:spPr>
            <a:xfrm>
              <a:off x="4076156" y="317187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01"/>
                  </a:lnTo>
                  <a:lnTo>
                    <a:pt x="23664" y="30501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 descr=""/>
            <p:cNvSpPr/>
            <p:nvPr/>
          </p:nvSpPr>
          <p:spPr>
            <a:xfrm>
              <a:off x="4065035" y="308207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42155" y="0"/>
                  </a:moveTo>
                  <a:lnTo>
                    <a:pt x="30604" y="4080"/>
                  </a:lnTo>
                  <a:lnTo>
                    <a:pt x="9758" y="13279"/>
                  </a:lnTo>
                  <a:lnTo>
                    <a:pt x="11284" y="47187"/>
                  </a:lnTo>
                  <a:lnTo>
                    <a:pt x="10777" y="69564"/>
                  </a:lnTo>
                  <a:lnTo>
                    <a:pt x="7320" y="90376"/>
                  </a:lnTo>
                  <a:lnTo>
                    <a:pt x="0" y="119590"/>
                  </a:lnTo>
                  <a:lnTo>
                    <a:pt x="6842" y="118629"/>
                  </a:lnTo>
                  <a:lnTo>
                    <a:pt x="50312" y="102910"/>
                  </a:lnTo>
                  <a:lnTo>
                    <a:pt x="57987" y="51207"/>
                  </a:lnTo>
                  <a:lnTo>
                    <a:pt x="57925" y="20087"/>
                  </a:lnTo>
                  <a:lnTo>
                    <a:pt x="53946" y="3541"/>
                  </a:lnTo>
                  <a:lnTo>
                    <a:pt x="48555" y="124"/>
                  </a:lnTo>
                  <a:lnTo>
                    <a:pt x="42155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6" name="object 656" descr=""/>
            <p:cNvSpPr/>
            <p:nvPr/>
          </p:nvSpPr>
          <p:spPr>
            <a:xfrm>
              <a:off x="3718996" y="2812769"/>
              <a:ext cx="414655" cy="466090"/>
            </a:xfrm>
            <a:custGeom>
              <a:avLst/>
              <a:gdLst/>
              <a:ahLst/>
              <a:cxnLst/>
              <a:rect l="l" t="t" r="r" b="b"/>
              <a:pathLst>
                <a:path w="414654" h="466089">
                  <a:moveTo>
                    <a:pt x="202110" y="0"/>
                  </a:moveTo>
                  <a:lnTo>
                    <a:pt x="144855" y="3065"/>
                  </a:lnTo>
                  <a:lnTo>
                    <a:pt x="99131" y="10448"/>
                  </a:lnTo>
                  <a:lnTo>
                    <a:pt x="60207" y="38330"/>
                  </a:lnTo>
                  <a:lnTo>
                    <a:pt x="19649" y="95243"/>
                  </a:lnTo>
                  <a:lnTo>
                    <a:pt x="6234" y="138892"/>
                  </a:lnTo>
                  <a:lnTo>
                    <a:pt x="2722" y="178523"/>
                  </a:lnTo>
                  <a:lnTo>
                    <a:pt x="113" y="218160"/>
                  </a:lnTo>
                  <a:lnTo>
                    <a:pt x="0" y="240632"/>
                  </a:lnTo>
                  <a:lnTo>
                    <a:pt x="15448" y="294270"/>
                  </a:lnTo>
                  <a:lnTo>
                    <a:pt x="38438" y="348216"/>
                  </a:lnTo>
                  <a:lnTo>
                    <a:pt x="65749" y="397855"/>
                  </a:lnTo>
                  <a:lnTo>
                    <a:pt x="94162" y="438570"/>
                  </a:lnTo>
                  <a:lnTo>
                    <a:pt x="120457" y="465746"/>
                  </a:lnTo>
                  <a:lnTo>
                    <a:pt x="145127" y="443743"/>
                  </a:lnTo>
                  <a:lnTo>
                    <a:pt x="162368" y="432490"/>
                  </a:lnTo>
                  <a:lnTo>
                    <a:pt x="180293" y="428463"/>
                  </a:lnTo>
                  <a:lnTo>
                    <a:pt x="207019" y="428134"/>
                  </a:lnTo>
                  <a:lnTo>
                    <a:pt x="235965" y="434453"/>
                  </a:lnTo>
                  <a:lnTo>
                    <a:pt x="262642" y="447820"/>
                  </a:lnTo>
                  <a:lnTo>
                    <a:pt x="283251" y="460747"/>
                  </a:lnTo>
                  <a:lnTo>
                    <a:pt x="293991" y="465746"/>
                  </a:lnTo>
                  <a:lnTo>
                    <a:pt x="316117" y="448237"/>
                  </a:lnTo>
                  <a:lnTo>
                    <a:pt x="338121" y="414122"/>
                  </a:lnTo>
                  <a:lnTo>
                    <a:pt x="361102" y="369323"/>
                  </a:lnTo>
                  <a:lnTo>
                    <a:pt x="386156" y="319763"/>
                  </a:lnTo>
                  <a:lnTo>
                    <a:pt x="414385" y="271364"/>
                  </a:lnTo>
                  <a:lnTo>
                    <a:pt x="413688" y="156649"/>
                  </a:lnTo>
                  <a:lnTo>
                    <a:pt x="406766" y="92781"/>
                  </a:lnTo>
                  <a:lnTo>
                    <a:pt x="387599" y="56693"/>
                  </a:lnTo>
                  <a:lnTo>
                    <a:pt x="350167" y="25319"/>
                  </a:lnTo>
                  <a:lnTo>
                    <a:pt x="314055" y="10266"/>
                  </a:lnTo>
                  <a:lnTo>
                    <a:pt x="261606" y="2113"/>
                  </a:lnTo>
                  <a:lnTo>
                    <a:pt x="202110" y="0"/>
                  </a:lnTo>
                  <a:close/>
                </a:path>
              </a:pathLst>
            </a:custGeom>
            <a:solidFill>
              <a:srgbClr val="F4CE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7" name="object 657" descr=""/>
          <p:cNvGrpSpPr/>
          <p:nvPr/>
        </p:nvGrpSpPr>
        <p:grpSpPr>
          <a:xfrm>
            <a:off x="1625108" y="2814474"/>
            <a:ext cx="427355" cy="541020"/>
            <a:chOff x="1625108" y="2814474"/>
            <a:chExt cx="427355" cy="541020"/>
          </a:xfrm>
        </p:grpSpPr>
        <p:pic>
          <p:nvPicPr>
            <p:cNvPr id="658" name="object 658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1731443" y="3117954"/>
              <a:ext cx="172738" cy="237185"/>
            </a:xfrm>
            <a:prstGeom prst="rect">
              <a:avLst/>
            </a:prstGeom>
          </p:spPr>
        </p:pic>
        <p:sp>
          <p:nvSpPr>
            <p:cNvPr id="659" name="object 659" descr=""/>
            <p:cNvSpPr/>
            <p:nvPr/>
          </p:nvSpPr>
          <p:spPr>
            <a:xfrm>
              <a:off x="1631163" y="2814474"/>
              <a:ext cx="421005" cy="391160"/>
            </a:xfrm>
            <a:custGeom>
              <a:avLst/>
              <a:gdLst/>
              <a:ahLst/>
              <a:cxnLst/>
              <a:rect l="l" t="t" r="r" b="b"/>
              <a:pathLst>
                <a:path w="421005" h="391160">
                  <a:moveTo>
                    <a:pt x="206717" y="0"/>
                  </a:moveTo>
                  <a:lnTo>
                    <a:pt x="152650" y="3790"/>
                  </a:lnTo>
                  <a:lnTo>
                    <a:pt x="102800" y="16288"/>
                  </a:lnTo>
                  <a:lnTo>
                    <a:pt x="64931" y="40361"/>
                  </a:lnTo>
                  <a:lnTo>
                    <a:pt x="25322" y="95675"/>
                  </a:lnTo>
                  <a:lnTo>
                    <a:pt x="5301" y="151786"/>
                  </a:lnTo>
                  <a:lnTo>
                    <a:pt x="0" y="204975"/>
                  </a:lnTo>
                  <a:lnTo>
                    <a:pt x="4554" y="251521"/>
                  </a:lnTo>
                  <a:lnTo>
                    <a:pt x="14097" y="287706"/>
                  </a:lnTo>
                  <a:lnTo>
                    <a:pt x="23765" y="309809"/>
                  </a:lnTo>
                  <a:lnTo>
                    <a:pt x="28691" y="314112"/>
                  </a:lnTo>
                  <a:lnTo>
                    <a:pt x="37365" y="259268"/>
                  </a:lnTo>
                  <a:lnTo>
                    <a:pt x="42679" y="223726"/>
                  </a:lnTo>
                  <a:lnTo>
                    <a:pt x="46812" y="191951"/>
                  </a:lnTo>
                  <a:lnTo>
                    <a:pt x="51947" y="148410"/>
                  </a:lnTo>
                  <a:lnTo>
                    <a:pt x="72863" y="183405"/>
                  </a:lnTo>
                  <a:lnTo>
                    <a:pt x="112564" y="236946"/>
                  </a:lnTo>
                  <a:lnTo>
                    <a:pt x="151976" y="288627"/>
                  </a:lnTo>
                  <a:lnTo>
                    <a:pt x="172027" y="318038"/>
                  </a:lnTo>
                  <a:lnTo>
                    <a:pt x="176479" y="327768"/>
                  </a:lnTo>
                  <a:lnTo>
                    <a:pt x="187576" y="338585"/>
                  </a:lnTo>
                  <a:lnTo>
                    <a:pt x="213972" y="357306"/>
                  </a:lnTo>
                  <a:lnTo>
                    <a:pt x="264317" y="390748"/>
                  </a:lnTo>
                  <a:lnTo>
                    <a:pt x="312733" y="371980"/>
                  </a:lnTo>
                  <a:lnTo>
                    <a:pt x="359486" y="343863"/>
                  </a:lnTo>
                  <a:lnTo>
                    <a:pt x="395831" y="314897"/>
                  </a:lnTo>
                  <a:lnTo>
                    <a:pt x="420085" y="250774"/>
                  </a:lnTo>
                  <a:lnTo>
                    <a:pt x="420943" y="198352"/>
                  </a:lnTo>
                  <a:lnTo>
                    <a:pt x="417557" y="149113"/>
                  </a:lnTo>
                  <a:lnTo>
                    <a:pt x="397107" y="93411"/>
                  </a:lnTo>
                  <a:lnTo>
                    <a:pt x="368433" y="60639"/>
                  </a:lnTo>
                  <a:lnTo>
                    <a:pt x="337661" y="29565"/>
                  </a:lnTo>
                  <a:lnTo>
                    <a:pt x="296449" y="7079"/>
                  </a:lnTo>
                  <a:lnTo>
                    <a:pt x="257237" y="2051"/>
                  </a:lnTo>
                  <a:lnTo>
                    <a:pt x="206717" y="0"/>
                  </a:lnTo>
                  <a:close/>
                </a:path>
              </a:pathLst>
            </a:custGeom>
            <a:solidFill>
              <a:srgbClr val="F4C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0" name="object 660" descr=""/>
            <p:cNvSpPr/>
            <p:nvPr/>
          </p:nvSpPr>
          <p:spPr>
            <a:xfrm>
              <a:off x="1641737" y="2930396"/>
              <a:ext cx="241935" cy="388620"/>
            </a:xfrm>
            <a:custGeom>
              <a:avLst/>
              <a:gdLst/>
              <a:ahLst/>
              <a:cxnLst/>
              <a:rect l="l" t="t" r="r" b="b"/>
              <a:pathLst>
                <a:path w="241935" h="388620">
                  <a:moveTo>
                    <a:pt x="38794" y="0"/>
                  </a:moveTo>
                  <a:lnTo>
                    <a:pt x="33539" y="15761"/>
                  </a:lnTo>
                  <a:lnTo>
                    <a:pt x="25704" y="52313"/>
                  </a:lnTo>
                  <a:lnTo>
                    <a:pt x="18590" y="102155"/>
                  </a:lnTo>
                  <a:lnTo>
                    <a:pt x="15496" y="157785"/>
                  </a:lnTo>
                  <a:lnTo>
                    <a:pt x="12847" y="178417"/>
                  </a:lnTo>
                  <a:lnTo>
                    <a:pt x="1736" y="234217"/>
                  </a:lnTo>
                  <a:lnTo>
                    <a:pt x="0" y="250484"/>
                  </a:lnTo>
                  <a:lnTo>
                    <a:pt x="2932" y="266336"/>
                  </a:lnTo>
                  <a:lnTo>
                    <a:pt x="6493" y="282978"/>
                  </a:lnTo>
                  <a:lnTo>
                    <a:pt x="10764" y="301446"/>
                  </a:lnTo>
                  <a:lnTo>
                    <a:pt x="7657" y="334050"/>
                  </a:lnTo>
                  <a:lnTo>
                    <a:pt x="33893" y="377577"/>
                  </a:lnTo>
                  <a:lnTo>
                    <a:pt x="49434" y="380017"/>
                  </a:lnTo>
                  <a:lnTo>
                    <a:pt x="61788" y="379688"/>
                  </a:lnTo>
                  <a:lnTo>
                    <a:pt x="66825" y="379035"/>
                  </a:lnTo>
                  <a:lnTo>
                    <a:pt x="92402" y="387895"/>
                  </a:lnTo>
                  <a:lnTo>
                    <a:pt x="131188" y="382074"/>
                  </a:lnTo>
                  <a:lnTo>
                    <a:pt x="193446" y="327202"/>
                  </a:lnTo>
                  <a:lnTo>
                    <a:pt x="219882" y="283194"/>
                  </a:lnTo>
                  <a:lnTo>
                    <a:pt x="233043" y="245977"/>
                  </a:lnTo>
                  <a:lnTo>
                    <a:pt x="241512" y="201161"/>
                  </a:lnTo>
                  <a:lnTo>
                    <a:pt x="241317" y="166479"/>
                  </a:lnTo>
                  <a:lnTo>
                    <a:pt x="235993" y="137149"/>
                  </a:lnTo>
                  <a:lnTo>
                    <a:pt x="222694" y="132676"/>
                  </a:lnTo>
                  <a:lnTo>
                    <a:pt x="209135" y="152907"/>
                  </a:lnTo>
                  <a:lnTo>
                    <a:pt x="202459" y="179059"/>
                  </a:lnTo>
                  <a:lnTo>
                    <a:pt x="200236" y="201682"/>
                  </a:lnTo>
                  <a:lnTo>
                    <a:pt x="200035" y="211323"/>
                  </a:lnTo>
                  <a:lnTo>
                    <a:pt x="164933" y="189556"/>
                  </a:lnTo>
                  <a:lnTo>
                    <a:pt x="138943" y="160183"/>
                  </a:lnTo>
                  <a:lnTo>
                    <a:pt x="120413" y="126821"/>
                  </a:lnTo>
                  <a:lnTo>
                    <a:pt x="107693" y="93086"/>
                  </a:lnTo>
                  <a:lnTo>
                    <a:pt x="90525" y="56963"/>
                  </a:lnTo>
                  <a:lnTo>
                    <a:pt x="68139" y="26776"/>
                  </a:lnTo>
                  <a:lnTo>
                    <a:pt x="48305" y="6472"/>
                  </a:lnTo>
                  <a:lnTo>
                    <a:pt x="38794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 descr=""/>
            <p:cNvSpPr/>
            <p:nvPr/>
          </p:nvSpPr>
          <p:spPr>
            <a:xfrm>
              <a:off x="1854318" y="3045102"/>
              <a:ext cx="59055" cy="121920"/>
            </a:xfrm>
            <a:custGeom>
              <a:avLst/>
              <a:gdLst/>
              <a:ahLst/>
              <a:cxnLst/>
              <a:rect l="l" t="t" r="r" b="b"/>
              <a:pathLst>
                <a:path w="59055" h="121919">
                  <a:moveTo>
                    <a:pt x="42928" y="0"/>
                  </a:moveTo>
                  <a:lnTo>
                    <a:pt x="31161" y="4159"/>
                  </a:lnTo>
                  <a:lnTo>
                    <a:pt x="9926" y="13532"/>
                  </a:lnTo>
                  <a:lnTo>
                    <a:pt x="11479" y="48060"/>
                  </a:lnTo>
                  <a:lnTo>
                    <a:pt x="10963" y="70849"/>
                  </a:lnTo>
                  <a:lnTo>
                    <a:pt x="7446" y="92053"/>
                  </a:lnTo>
                  <a:lnTo>
                    <a:pt x="0" y="121822"/>
                  </a:lnTo>
                  <a:lnTo>
                    <a:pt x="6969" y="120842"/>
                  </a:lnTo>
                  <a:lnTo>
                    <a:pt x="51254" y="104817"/>
                  </a:lnTo>
                  <a:lnTo>
                    <a:pt x="59049" y="52148"/>
                  </a:lnTo>
                  <a:lnTo>
                    <a:pt x="58983" y="20450"/>
                  </a:lnTo>
                  <a:lnTo>
                    <a:pt x="54930" y="3595"/>
                  </a:lnTo>
                  <a:lnTo>
                    <a:pt x="49444" y="122"/>
                  </a:lnTo>
                  <a:lnTo>
                    <a:pt x="42928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 descr=""/>
            <p:cNvSpPr/>
            <p:nvPr/>
          </p:nvSpPr>
          <p:spPr>
            <a:xfrm>
              <a:off x="1625108" y="3118419"/>
              <a:ext cx="51435" cy="62865"/>
            </a:xfrm>
            <a:custGeom>
              <a:avLst/>
              <a:gdLst/>
              <a:ahLst/>
              <a:cxnLst/>
              <a:rect l="l" t="t" r="r" b="b"/>
              <a:pathLst>
                <a:path w="51435" h="62864">
                  <a:moveTo>
                    <a:pt x="33601" y="0"/>
                  </a:moveTo>
                  <a:lnTo>
                    <a:pt x="25547" y="3395"/>
                  </a:lnTo>
                  <a:lnTo>
                    <a:pt x="14907" y="12702"/>
                  </a:lnTo>
                  <a:lnTo>
                    <a:pt x="5214" y="23896"/>
                  </a:lnTo>
                  <a:lnTo>
                    <a:pt x="0" y="32951"/>
                  </a:lnTo>
                  <a:lnTo>
                    <a:pt x="1048" y="41245"/>
                  </a:lnTo>
                  <a:lnTo>
                    <a:pt x="5995" y="50875"/>
                  </a:lnTo>
                  <a:lnTo>
                    <a:pt x="12099" y="58923"/>
                  </a:lnTo>
                  <a:lnTo>
                    <a:pt x="16617" y="62469"/>
                  </a:lnTo>
                  <a:lnTo>
                    <a:pt x="23382" y="60818"/>
                  </a:lnTo>
                  <a:lnTo>
                    <a:pt x="34690" y="56444"/>
                  </a:lnTo>
                  <a:lnTo>
                    <a:pt x="45518" y="51162"/>
                  </a:lnTo>
                  <a:lnTo>
                    <a:pt x="50846" y="46783"/>
                  </a:lnTo>
                  <a:lnTo>
                    <a:pt x="49246" y="37701"/>
                  </a:lnTo>
                  <a:lnTo>
                    <a:pt x="44238" y="21986"/>
                  </a:lnTo>
                  <a:lnTo>
                    <a:pt x="38223" y="6974"/>
                  </a:lnTo>
                  <a:lnTo>
                    <a:pt x="33601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 descr=""/>
            <p:cNvSpPr/>
            <p:nvPr/>
          </p:nvSpPr>
          <p:spPr>
            <a:xfrm>
              <a:off x="1865631" y="313655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4114" y="0"/>
                  </a:moveTo>
                  <a:lnTo>
                    <a:pt x="6963" y="0"/>
                  </a:lnTo>
                  <a:lnTo>
                    <a:pt x="0" y="6952"/>
                  </a:lnTo>
                  <a:lnTo>
                    <a:pt x="0" y="24114"/>
                  </a:lnTo>
                  <a:lnTo>
                    <a:pt x="6963" y="31067"/>
                  </a:lnTo>
                  <a:lnTo>
                    <a:pt x="24114" y="31067"/>
                  </a:lnTo>
                  <a:lnTo>
                    <a:pt x="31088" y="24114"/>
                  </a:lnTo>
                  <a:lnTo>
                    <a:pt x="31088" y="15538"/>
                  </a:lnTo>
                  <a:lnTo>
                    <a:pt x="31088" y="6952"/>
                  </a:lnTo>
                  <a:lnTo>
                    <a:pt x="24114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4" name="object 664" descr=""/>
          <p:cNvGrpSpPr/>
          <p:nvPr/>
        </p:nvGrpSpPr>
        <p:grpSpPr>
          <a:xfrm>
            <a:off x="2283436" y="2807820"/>
            <a:ext cx="406400" cy="553085"/>
            <a:chOff x="2283436" y="2807820"/>
            <a:chExt cx="406400" cy="553085"/>
          </a:xfrm>
        </p:grpSpPr>
        <p:pic>
          <p:nvPicPr>
            <p:cNvPr id="665" name="object 665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2412984" y="3190599"/>
              <a:ext cx="174654" cy="169786"/>
            </a:xfrm>
            <a:prstGeom prst="rect">
              <a:avLst/>
            </a:prstGeom>
          </p:spPr>
        </p:pic>
        <p:sp>
          <p:nvSpPr>
            <p:cNvPr id="666" name="object 666" descr=""/>
            <p:cNvSpPr/>
            <p:nvPr/>
          </p:nvSpPr>
          <p:spPr>
            <a:xfrm>
              <a:off x="2349723" y="2905200"/>
              <a:ext cx="304800" cy="410845"/>
            </a:xfrm>
            <a:custGeom>
              <a:avLst/>
              <a:gdLst/>
              <a:ahLst/>
              <a:cxnLst/>
              <a:rect l="l" t="t" r="r" b="b"/>
              <a:pathLst>
                <a:path w="304800" h="41084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2103" y="325305"/>
                  </a:lnTo>
                  <a:lnTo>
                    <a:pt x="47216" y="367780"/>
                  </a:lnTo>
                  <a:lnTo>
                    <a:pt x="68259" y="376641"/>
                  </a:lnTo>
                  <a:lnTo>
                    <a:pt x="74297" y="387928"/>
                  </a:lnTo>
                  <a:lnTo>
                    <a:pt x="115693" y="408679"/>
                  </a:lnTo>
                  <a:lnTo>
                    <a:pt x="161175" y="410586"/>
                  </a:lnTo>
                  <a:lnTo>
                    <a:pt x="174811" y="409290"/>
                  </a:lnTo>
                  <a:lnTo>
                    <a:pt x="191304" y="399918"/>
                  </a:lnTo>
                  <a:lnTo>
                    <a:pt x="202055" y="389949"/>
                  </a:lnTo>
                  <a:lnTo>
                    <a:pt x="207896" y="382027"/>
                  </a:lnTo>
                  <a:lnTo>
                    <a:pt x="209658" y="378798"/>
                  </a:lnTo>
                  <a:lnTo>
                    <a:pt x="240992" y="369434"/>
                  </a:lnTo>
                  <a:lnTo>
                    <a:pt x="277093" y="319088"/>
                  </a:lnTo>
                  <a:lnTo>
                    <a:pt x="286790" y="275982"/>
                  </a:lnTo>
                  <a:lnTo>
                    <a:pt x="290915" y="242324"/>
                  </a:lnTo>
                  <a:lnTo>
                    <a:pt x="296002" y="204790"/>
                  </a:lnTo>
                  <a:lnTo>
                    <a:pt x="301393" y="174658"/>
                  </a:lnTo>
                  <a:lnTo>
                    <a:pt x="304192" y="133824"/>
                  </a:lnTo>
                  <a:lnTo>
                    <a:pt x="302641" y="76872"/>
                  </a:lnTo>
                  <a:lnTo>
                    <a:pt x="299607" y="26244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7" name="object 667" descr=""/>
            <p:cNvSpPr/>
            <p:nvPr/>
          </p:nvSpPr>
          <p:spPr>
            <a:xfrm>
              <a:off x="2636206" y="3060289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39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5"/>
                  </a:lnTo>
                  <a:lnTo>
                    <a:pt x="45349" y="104918"/>
                  </a:lnTo>
                  <a:lnTo>
                    <a:pt x="53155" y="52206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8" name="object 668" descr=""/>
            <p:cNvSpPr/>
            <p:nvPr/>
          </p:nvSpPr>
          <p:spPr>
            <a:xfrm>
              <a:off x="2638309" y="315263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40" y="0"/>
                  </a:moveTo>
                  <a:lnTo>
                    <a:pt x="6994" y="0"/>
                  </a:lnTo>
                  <a:lnTo>
                    <a:pt x="0" y="6984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40" y="31213"/>
                  </a:lnTo>
                  <a:lnTo>
                    <a:pt x="31224" y="24229"/>
                  </a:lnTo>
                  <a:lnTo>
                    <a:pt x="31224" y="15612"/>
                  </a:lnTo>
                  <a:lnTo>
                    <a:pt x="31224" y="6984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9" name="object 669" descr=""/>
            <p:cNvSpPr/>
            <p:nvPr/>
          </p:nvSpPr>
          <p:spPr>
            <a:xfrm>
              <a:off x="2305389" y="3060289"/>
              <a:ext cx="52705" cy="127000"/>
            </a:xfrm>
            <a:custGeom>
              <a:avLst/>
              <a:gdLst/>
              <a:ahLst/>
              <a:cxnLst/>
              <a:rect l="l" t="t" r="r" b="b"/>
              <a:pathLst>
                <a:path w="52705" h="127000">
                  <a:moveTo>
                    <a:pt x="16142" y="0"/>
                  </a:moveTo>
                  <a:lnTo>
                    <a:pt x="9617" y="123"/>
                  </a:lnTo>
                  <a:lnTo>
                    <a:pt x="4125" y="3601"/>
                  </a:lnTo>
                  <a:lnTo>
                    <a:pt x="69" y="20476"/>
                  </a:lnTo>
                  <a:lnTo>
                    <a:pt x="0" y="52206"/>
                  </a:lnTo>
                  <a:lnTo>
                    <a:pt x="2915" y="84963"/>
                  </a:lnTo>
                  <a:lnTo>
                    <a:pt x="32953" y="120264"/>
                  </a:lnTo>
                  <a:lnTo>
                    <a:pt x="52542" y="126666"/>
                  </a:lnTo>
                  <a:lnTo>
                    <a:pt x="48891" y="94136"/>
                  </a:lnTo>
                  <a:lnTo>
                    <a:pt x="47324" y="71509"/>
                  </a:lnTo>
                  <a:lnTo>
                    <a:pt x="47526" y="48182"/>
                  </a:lnTo>
                  <a:lnTo>
                    <a:pt x="49181" y="13549"/>
                  </a:lnTo>
                  <a:lnTo>
                    <a:pt x="27922" y="4164"/>
                  </a:lnTo>
                  <a:lnTo>
                    <a:pt x="16142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 descr=""/>
            <p:cNvSpPr/>
            <p:nvPr/>
          </p:nvSpPr>
          <p:spPr>
            <a:xfrm>
              <a:off x="2315849" y="316257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29" y="0"/>
                  </a:moveTo>
                  <a:lnTo>
                    <a:pt x="6994" y="0"/>
                  </a:lnTo>
                  <a:lnTo>
                    <a:pt x="0" y="6994"/>
                  </a:lnTo>
                  <a:lnTo>
                    <a:pt x="0" y="15612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29" y="31213"/>
                  </a:lnTo>
                  <a:lnTo>
                    <a:pt x="31213" y="24229"/>
                  </a:lnTo>
                  <a:lnTo>
                    <a:pt x="31213" y="6994"/>
                  </a:lnTo>
                  <a:lnTo>
                    <a:pt x="24229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 descr=""/>
            <p:cNvSpPr/>
            <p:nvPr/>
          </p:nvSpPr>
          <p:spPr>
            <a:xfrm>
              <a:off x="2283436" y="2807820"/>
              <a:ext cx="406400" cy="421640"/>
            </a:xfrm>
            <a:custGeom>
              <a:avLst/>
              <a:gdLst/>
              <a:ahLst/>
              <a:cxnLst/>
              <a:rect l="l" t="t" r="r" b="b"/>
              <a:pathLst>
                <a:path w="406400" h="421639">
                  <a:moveTo>
                    <a:pt x="161339" y="0"/>
                  </a:moveTo>
                  <a:lnTo>
                    <a:pt x="106561" y="6318"/>
                  </a:lnTo>
                  <a:lnTo>
                    <a:pt x="60694" y="39164"/>
                  </a:lnTo>
                  <a:lnTo>
                    <a:pt x="36871" y="74927"/>
                  </a:lnTo>
                  <a:lnTo>
                    <a:pt x="14191" y="112075"/>
                  </a:lnTo>
                  <a:lnTo>
                    <a:pt x="661" y="159309"/>
                  </a:lnTo>
                  <a:lnTo>
                    <a:pt x="0" y="199272"/>
                  </a:lnTo>
                  <a:lnTo>
                    <a:pt x="593" y="240408"/>
                  </a:lnTo>
                  <a:lnTo>
                    <a:pt x="14813" y="321645"/>
                  </a:lnTo>
                  <a:lnTo>
                    <a:pt x="25045" y="362310"/>
                  </a:lnTo>
                  <a:lnTo>
                    <a:pt x="69674" y="421337"/>
                  </a:lnTo>
                  <a:lnTo>
                    <a:pt x="68843" y="345186"/>
                  </a:lnTo>
                  <a:lnTo>
                    <a:pt x="74802" y="300316"/>
                  </a:lnTo>
                  <a:lnTo>
                    <a:pt x="129547" y="234275"/>
                  </a:lnTo>
                  <a:lnTo>
                    <a:pt x="162951" y="212473"/>
                  </a:lnTo>
                  <a:lnTo>
                    <a:pt x="214807" y="186413"/>
                  </a:lnTo>
                  <a:lnTo>
                    <a:pt x="270250" y="163042"/>
                  </a:lnTo>
                  <a:lnTo>
                    <a:pt x="314416" y="149307"/>
                  </a:lnTo>
                  <a:lnTo>
                    <a:pt x="332441" y="152152"/>
                  </a:lnTo>
                  <a:lnTo>
                    <a:pt x="335940" y="253988"/>
                  </a:lnTo>
                  <a:lnTo>
                    <a:pt x="343755" y="312957"/>
                  </a:lnTo>
                  <a:lnTo>
                    <a:pt x="351860" y="339522"/>
                  </a:lnTo>
                  <a:lnTo>
                    <a:pt x="356231" y="344146"/>
                  </a:lnTo>
                  <a:lnTo>
                    <a:pt x="368784" y="325012"/>
                  </a:lnTo>
                  <a:lnTo>
                    <a:pt x="384764" y="306770"/>
                  </a:lnTo>
                  <a:lnTo>
                    <a:pt x="399000" y="281092"/>
                  </a:lnTo>
                  <a:lnTo>
                    <a:pt x="406324" y="239647"/>
                  </a:lnTo>
                  <a:lnTo>
                    <a:pt x="405891" y="216321"/>
                  </a:lnTo>
                  <a:lnTo>
                    <a:pt x="400653" y="149358"/>
                  </a:lnTo>
                  <a:lnTo>
                    <a:pt x="388040" y="106596"/>
                  </a:lnTo>
                  <a:lnTo>
                    <a:pt x="351716" y="48361"/>
                  </a:lnTo>
                  <a:lnTo>
                    <a:pt x="287595" y="9201"/>
                  </a:lnTo>
                  <a:lnTo>
                    <a:pt x="226361" y="605"/>
                  </a:lnTo>
                  <a:lnTo>
                    <a:pt x="161339" y="0"/>
                  </a:lnTo>
                  <a:close/>
                </a:path>
              </a:pathLst>
            </a:custGeom>
            <a:solidFill>
              <a:srgbClr val="F4CE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2" name="object 672" descr=""/>
          <p:cNvGrpSpPr/>
          <p:nvPr/>
        </p:nvGrpSpPr>
        <p:grpSpPr>
          <a:xfrm>
            <a:off x="917470" y="2815972"/>
            <a:ext cx="412750" cy="546100"/>
            <a:chOff x="917470" y="2815972"/>
            <a:chExt cx="412750" cy="546100"/>
          </a:xfrm>
        </p:grpSpPr>
        <p:pic>
          <p:nvPicPr>
            <p:cNvPr id="673" name="object 673" descr=""/>
            <p:cNvPicPr/>
            <p:nvPr/>
          </p:nvPicPr>
          <p:blipFill>
            <a:blip r:embed="rId151" cstate="print"/>
            <a:stretch>
              <a:fillRect/>
            </a:stretch>
          </p:blipFill>
          <p:spPr>
            <a:xfrm>
              <a:off x="1048521" y="3191745"/>
              <a:ext cx="174654" cy="169786"/>
            </a:xfrm>
            <a:prstGeom prst="rect">
              <a:avLst/>
            </a:prstGeom>
          </p:spPr>
        </p:pic>
        <p:sp>
          <p:nvSpPr>
            <p:cNvPr id="674" name="object 674" descr=""/>
            <p:cNvSpPr/>
            <p:nvPr/>
          </p:nvSpPr>
          <p:spPr>
            <a:xfrm>
              <a:off x="980991" y="2913350"/>
              <a:ext cx="304800" cy="407034"/>
            </a:xfrm>
            <a:custGeom>
              <a:avLst/>
              <a:gdLst/>
              <a:ahLst/>
              <a:cxnLst/>
              <a:rect l="l" t="t" r="r" b="b"/>
              <a:pathLst>
                <a:path w="304800" h="40703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3471" y="325206"/>
                  </a:lnTo>
                  <a:lnTo>
                    <a:pt x="57778" y="366862"/>
                  </a:lnTo>
                  <a:lnTo>
                    <a:pt x="85484" y="374987"/>
                  </a:lnTo>
                  <a:lnTo>
                    <a:pt x="91412" y="386564"/>
                  </a:lnTo>
                  <a:lnTo>
                    <a:pt x="97023" y="393624"/>
                  </a:lnTo>
                  <a:lnTo>
                    <a:pt x="105586" y="399049"/>
                  </a:lnTo>
                  <a:lnTo>
                    <a:pt x="120373" y="405719"/>
                  </a:lnTo>
                  <a:lnTo>
                    <a:pt x="132357" y="406665"/>
                  </a:lnTo>
                  <a:lnTo>
                    <a:pt x="154089" y="406251"/>
                  </a:lnTo>
                  <a:lnTo>
                    <a:pt x="206542" y="393040"/>
                  </a:lnTo>
                  <a:lnTo>
                    <a:pt x="227710" y="370652"/>
                  </a:lnTo>
                  <a:lnTo>
                    <a:pt x="256474" y="360393"/>
                  </a:lnTo>
                  <a:lnTo>
                    <a:pt x="280652" y="311313"/>
                  </a:lnTo>
                  <a:lnTo>
                    <a:pt x="291307" y="242430"/>
                  </a:lnTo>
                  <a:lnTo>
                    <a:pt x="296149" y="204830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 descr=""/>
            <p:cNvSpPr/>
            <p:nvPr/>
          </p:nvSpPr>
          <p:spPr>
            <a:xfrm>
              <a:off x="1267474" y="3068439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40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6"/>
                  </a:lnTo>
                  <a:lnTo>
                    <a:pt x="45349" y="104918"/>
                  </a:lnTo>
                  <a:lnTo>
                    <a:pt x="53155" y="52206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 descr=""/>
            <p:cNvSpPr/>
            <p:nvPr/>
          </p:nvSpPr>
          <p:spPr>
            <a:xfrm>
              <a:off x="1269579" y="3160788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40" y="0"/>
                  </a:moveTo>
                  <a:lnTo>
                    <a:pt x="6994" y="0"/>
                  </a:lnTo>
                  <a:lnTo>
                    <a:pt x="0" y="6984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40" y="31213"/>
                  </a:lnTo>
                  <a:lnTo>
                    <a:pt x="31224" y="24229"/>
                  </a:lnTo>
                  <a:lnTo>
                    <a:pt x="31224" y="15612"/>
                  </a:lnTo>
                  <a:lnTo>
                    <a:pt x="31224" y="6984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7" name="object 677" descr=""/>
            <p:cNvSpPr/>
            <p:nvPr/>
          </p:nvSpPr>
          <p:spPr>
            <a:xfrm>
              <a:off x="936656" y="3068439"/>
              <a:ext cx="52705" cy="127000"/>
            </a:xfrm>
            <a:custGeom>
              <a:avLst/>
              <a:gdLst/>
              <a:ahLst/>
              <a:cxnLst/>
              <a:rect l="l" t="t" r="r" b="b"/>
              <a:pathLst>
                <a:path w="52705" h="127000">
                  <a:moveTo>
                    <a:pt x="16146" y="0"/>
                  </a:moveTo>
                  <a:lnTo>
                    <a:pt x="9621" y="123"/>
                  </a:lnTo>
                  <a:lnTo>
                    <a:pt x="4129" y="3601"/>
                  </a:lnTo>
                  <a:lnTo>
                    <a:pt x="71" y="20476"/>
                  </a:lnTo>
                  <a:lnTo>
                    <a:pt x="0" y="52206"/>
                  </a:lnTo>
                  <a:lnTo>
                    <a:pt x="2914" y="84963"/>
                  </a:lnTo>
                  <a:lnTo>
                    <a:pt x="32957" y="120268"/>
                  </a:lnTo>
                  <a:lnTo>
                    <a:pt x="52546" y="126666"/>
                  </a:lnTo>
                  <a:lnTo>
                    <a:pt x="48895" y="94136"/>
                  </a:lnTo>
                  <a:lnTo>
                    <a:pt x="47328" y="71509"/>
                  </a:lnTo>
                  <a:lnTo>
                    <a:pt x="47530" y="48182"/>
                  </a:lnTo>
                  <a:lnTo>
                    <a:pt x="49185" y="13549"/>
                  </a:lnTo>
                  <a:lnTo>
                    <a:pt x="27926" y="4164"/>
                  </a:lnTo>
                  <a:lnTo>
                    <a:pt x="16146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8" name="object 678" descr=""/>
            <p:cNvSpPr/>
            <p:nvPr/>
          </p:nvSpPr>
          <p:spPr>
            <a:xfrm>
              <a:off x="947118" y="3170726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29" y="0"/>
                  </a:moveTo>
                  <a:lnTo>
                    <a:pt x="6994" y="0"/>
                  </a:lnTo>
                  <a:lnTo>
                    <a:pt x="0" y="6994"/>
                  </a:lnTo>
                  <a:lnTo>
                    <a:pt x="0" y="15612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29" y="31213"/>
                  </a:lnTo>
                  <a:lnTo>
                    <a:pt x="31213" y="24229"/>
                  </a:lnTo>
                  <a:lnTo>
                    <a:pt x="31213" y="6994"/>
                  </a:lnTo>
                  <a:lnTo>
                    <a:pt x="24229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9" name="object 679" descr=""/>
            <p:cNvSpPr/>
            <p:nvPr/>
          </p:nvSpPr>
          <p:spPr>
            <a:xfrm>
              <a:off x="917470" y="2815972"/>
              <a:ext cx="412750" cy="421640"/>
            </a:xfrm>
            <a:custGeom>
              <a:avLst/>
              <a:gdLst/>
              <a:ahLst/>
              <a:cxnLst/>
              <a:rect l="l" t="t" r="r" b="b"/>
              <a:pathLst>
                <a:path w="412750" h="421639">
                  <a:moveTo>
                    <a:pt x="158573" y="0"/>
                  </a:moveTo>
                  <a:lnTo>
                    <a:pt x="103796" y="6316"/>
                  </a:lnTo>
                  <a:lnTo>
                    <a:pt x="61189" y="36225"/>
                  </a:lnTo>
                  <a:lnTo>
                    <a:pt x="29033" y="96193"/>
                  </a:lnTo>
                  <a:lnTo>
                    <a:pt x="15503" y="143422"/>
                  </a:lnTo>
                  <a:lnTo>
                    <a:pt x="7668" y="189860"/>
                  </a:lnTo>
                  <a:lnTo>
                    <a:pt x="1088" y="237467"/>
                  </a:lnTo>
                  <a:lnTo>
                    <a:pt x="0" y="266323"/>
                  </a:lnTo>
                  <a:lnTo>
                    <a:pt x="15563" y="321642"/>
                  </a:lnTo>
                  <a:lnTo>
                    <a:pt x="33530" y="362307"/>
                  </a:lnTo>
                  <a:lnTo>
                    <a:pt x="57084" y="393733"/>
                  </a:lnTo>
                  <a:lnTo>
                    <a:pt x="89410" y="421334"/>
                  </a:lnTo>
                  <a:lnTo>
                    <a:pt x="92706" y="340361"/>
                  </a:lnTo>
                  <a:lnTo>
                    <a:pt x="102698" y="294018"/>
                  </a:lnTo>
                  <a:lnTo>
                    <a:pt x="127391" y="264886"/>
                  </a:lnTo>
                  <a:lnTo>
                    <a:pt x="174790" y="235550"/>
                  </a:lnTo>
                  <a:lnTo>
                    <a:pt x="211553" y="210681"/>
                  </a:lnTo>
                  <a:lnTo>
                    <a:pt x="256793" y="177487"/>
                  </a:lnTo>
                  <a:lnTo>
                    <a:pt x="297187" y="149718"/>
                  </a:lnTo>
                  <a:lnTo>
                    <a:pt x="319414" y="141123"/>
                  </a:lnTo>
                  <a:lnTo>
                    <a:pt x="341246" y="174404"/>
                  </a:lnTo>
                  <a:lnTo>
                    <a:pt x="351698" y="226960"/>
                  </a:lnTo>
                  <a:lnTo>
                    <a:pt x="354639" y="283177"/>
                  </a:lnTo>
                  <a:lnTo>
                    <a:pt x="353939" y="327443"/>
                  </a:lnTo>
                  <a:lnTo>
                    <a:pt x="353465" y="344143"/>
                  </a:lnTo>
                  <a:lnTo>
                    <a:pt x="367375" y="325896"/>
                  </a:lnTo>
                  <a:lnTo>
                    <a:pt x="386339" y="309598"/>
                  </a:lnTo>
                  <a:lnTo>
                    <a:pt x="403559" y="285861"/>
                  </a:lnTo>
                  <a:lnTo>
                    <a:pt x="412238" y="245298"/>
                  </a:lnTo>
                  <a:lnTo>
                    <a:pt x="410450" y="221089"/>
                  </a:lnTo>
                  <a:lnTo>
                    <a:pt x="399244" y="150243"/>
                  </a:lnTo>
                  <a:lnTo>
                    <a:pt x="385274" y="106602"/>
                  </a:lnTo>
                  <a:lnTo>
                    <a:pt x="348951" y="48360"/>
                  </a:lnTo>
                  <a:lnTo>
                    <a:pt x="284829" y="9202"/>
                  </a:lnTo>
                  <a:lnTo>
                    <a:pt x="223595" y="606"/>
                  </a:lnTo>
                  <a:lnTo>
                    <a:pt x="158573" y="0"/>
                  </a:lnTo>
                  <a:close/>
                </a:path>
              </a:pathLst>
            </a:custGeom>
            <a:solidFill>
              <a:srgbClr val="F4CE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0" name="object 680" descr=""/>
          <p:cNvGrpSpPr/>
          <p:nvPr/>
        </p:nvGrpSpPr>
        <p:grpSpPr>
          <a:xfrm>
            <a:off x="895464" y="1942378"/>
            <a:ext cx="484505" cy="547370"/>
            <a:chOff x="895464" y="1942378"/>
            <a:chExt cx="484505" cy="547370"/>
          </a:xfrm>
        </p:grpSpPr>
        <p:pic>
          <p:nvPicPr>
            <p:cNvPr id="681" name="object 681" descr=""/>
            <p:cNvPicPr/>
            <p:nvPr/>
          </p:nvPicPr>
          <p:blipFill>
            <a:blip r:embed="rId152" cstate="print"/>
            <a:stretch>
              <a:fillRect/>
            </a:stretch>
          </p:blipFill>
          <p:spPr>
            <a:xfrm>
              <a:off x="1048522" y="2319557"/>
              <a:ext cx="174654" cy="169775"/>
            </a:xfrm>
            <a:prstGeom prst="rect">
              <a:avLst/>
            </a:prstGeom>
          </p:spPr>
        </p:pic>
        <p:sp>
          <p:nvSpPr>
            <p:cNvPr id="682" name="object 682" descr=""/>
            <p:cNvSpPr/>
            <p:nvPr/>
          </p:nvSpPr>
          <p:spPr>
            <a:xfrm>
              <a:off x="980991" y="2041155"/>
              <a:ext cx="304800" cy="407034"/>
            </a:xfrm>
            <a:custGeom>
              <a:avLst/>
              <a:gdLst/>
              <a:ahLst/>
              <a:cxnLst/>
              <a:rect l="l" t="t" r="r" b="b"/>
              <a:pathLst>
                <a:path w="304800" h="40703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3471" y="325206"/>
                  </a:lnTo>
                  <a:lnTo>
                    <a:pt x="57778" y="366857"/>
                  </a:lnTo>
                  <a:lnTo>
                    <a:pt x="85484" y="374977"/>
                  </a:lnTo>
                  <a:lnTo>
                    <a:pt x="91412" y="386559"/>
                  </a:lnTo>
                  <a:lnTo>
                    <a:pt x="97023" y="393623"/>
                  </a:lnTo>
                  <a:lnTo>
                    <a:pt x="105586" y="399049"/>
                  </a:lnTo>
                  <a:lnTo>
                    <a:pt x="120373" y="405719"/>
                  </a:lnTo>
                  <a:lnTo>
                    <a:pt x="132357" y="406664"/>
                  </a:lnTo>
                  <a:lnTo>
                    <a:pt x="154089" y="406247"/>
                  </a:lnTo>
                  <a:lnTo>
                    <a:pt x="206542" y="393040"/>
                  </a:lnTo>
                  <a:lnTo>
                    <a:pt x="227710" y="370652"/>
                  </a:lnTo>
                  <a:lnTo>
                    <a:pt x="256474" y="360393"/>
                  </a:lnTo>
                  <a:lnTo>
                    <a:pt x="280652" y="311313"/>
                  </a:lnTo>
                  <a:lnTo>
                    <a:pt x="291307" y="242430"/>
                  </a:lnTo>
                  <a:lnTo>
                    <a:pt x="296149" y="204830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 descr=""/>
            <p:cNvSpPr/>
            <p:nvPr/>
          </p:nvSpPr>
          <p:spPr>
            <a:xfrm>
              <a:off x="1267474" y="2196244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40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5"/>
                  </a:lnTo>
                  <a:lnTo>
                    <a:pt x="45349" y="104918"/>
                  </a:lnTo>
                  <a:lnTo>
                    <a:pt x="53155" y="52202"/>
                  </a:lnTo>
                  <a:lnTo>
                    <a:pt x="53085" y="20475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F4D3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4" name="object 684" descr=""/>
            <p:cNvSpPr/>
            <p:nvPr/>
          </p:nvSpPr>
          <p:spPr>
            <a:xfrm>
              <a:off x="895464" y="1942378"/>
              <a:ext cx="484505" cy="467359"/>
            </a:xfrm>
            <a:custGeom>
              <a:avLst/>
              <a:gdLst/>
              <a:ahLst/>
              <a:cxnLst/>
              <a:rect l="l" t="t" r="r" b="b"/>
              <a:pathLst>
                <a:path w="484505" h="467360">
                  <a:moveTo>
                    <a:pt x="206121" y="0"/>
                  </a:moveTo>
                  <a:lnTo>
                    <a:pt x="158882" y="6138"/>
                  </a:lnTo>
                  <a:lnTo>
                    <a:pt x="106600" y="41114"/>
                  </a:lnTo>
                  <a:lnTo>
                    <a:pt x="71711" y="82109"/>
                  </a:lnTo>
                  <a:lnTo>
                    <a:pt x="38272" y="124820"/>
                  </a:lnTo>
                  <a:lnTo>
                    <a:pt x="15106" y="182350"/>
                  </a:lnTo>
                  <a:lnTo>
                    <a:pt x="5239" y="241997"/>
                  </a:lnTo>
                  <a:lnTo>
                    <a:pt x="0" y="309606"/>
                  </a:lnTo>
                  <a:lnTo>
                    <a:pt x="7489" y="363611"/>
                  </a:lnTo>
                  <a:lnTo>
                    <a:pt x="40527" y="414211"/>
                  </a:lnTo>
                  <a:lnTo>
                    <a:pt x="80275" y="445920"/>
                  </a:lnTo>
                  <a:lnTo>
                    <a:pt x="113689" y="462319"/>
                  </a:lnTo>
                  <a:lnTo>
                    <a:pt x="127726" y="466990"/>
                  </a:lnTo>
                  <a:lnTo>
                    <a:pt x="121821" y="371597"/>
                  </a:lnTo>
                  <a:lnTo>
                    <a:pt x="126878" y="290367"/>
                  </a:lnTo>
                  <a:lnTo>
                    <a:pt x="135407" y="233874"/>
                  </a:lnTo>
                  <a:lnTo>
                    <a:pt x="139914" y="212694"/>
                  </a:lnTo>
                  <a:lnTo>
                    <a:pt x="216075" y="202482"/>
                  </a:lnTo>
                  <a:lnTo>
                    <a:pt x="275431" y="182824"/>
                  </a:lnTo>
                  <a:lnTo>
                    <a:pt x="313981" y="163706"/>
                  </a:lnTo>
                  <a:lnTo>
                    <a:pt x="327720" y="155114"/>
                  </a:lnTo>
                  <a:lnTo>
                    <a:pt x="344266" y="181951"/>
                  </a:lnTo>
                  <a:lnTo>
                    <a:pt x="353852" y="229919"/>
                  </a:lnTo>
                  <a:lnTo>
                    <a:pt x="358123" y="289720"/>
                  </a:lnTo>
                  <a:lnTo>
                    <a:pt x="358727" y="352056"/>
                  </a:lnTo>
                  <a:lnTo>
                    <a:pt x="357309" y="407628"/>
                  </a:lnTo>
                  <a:lnTo>
                    <a:pt x="354997" y="461283"/>
                  </a:lnTo>
                  <a:lnTo>
                    <a:pt x="372848" y="448196"/>
                  </a:lnTo>
                  <a:lnTo>
                    <a:pt x="404975" y="438535"/>
                  </a:lnTo>
                  <a:lnTo>
                    <a:pt x="441118" y="423040"/>
                  </a:lnTo>
                  <a:lnTo>
                    <a:pt x="471018" y="392450"/>
                  </a:lnTo>
                  <a:lnTo>
                    <a:pt x="484417" y="337507"/>
                  </a:lnTo>
                  <a:lnTo>
                    <a:pt x="481493" y="302498"/>
                  </a:lnTo>
                  <a:lnTo>
                    <a:pt x="472737" y="251746"/>
                  </a:lnTo>
                  <a:lnTo>
                    <a:pt x="459983" y="192759"/>
                  </a:lnTo>
                  <a:lnTo>
                    <a:pt x="445067" y="133042"/>
                  </a:lnTo>
                  <a:lnTo>
                    <a:pt x="427070" y="93600"/>
                  </a:lnTo>
                  <a:lnTo>
                    <a:pt x="401464" y="65160"/>
                  </a:lnTo>
                  <a:lnTo>
                    <a:pt x="350243" y="28260"/>
                  </a:lnTo>
                  <a:lnTo>
                    <a:pt x="311211" y="10334"/>
                  </a:lnTo>
                  <a:lnTo>
                    <a:pt x="260034" y="1156"/>
                  </a:lnTo>
                  <a:lnTo>
                    <a:pt x="206121" y="0"/>
                  </a:lnTo>
                  <a:close/>
                </a:path>
              </a:pathLst>
            </a:custGeom>
            <a:solidFill>
              <a:srgbClr val="E7E0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5" name="object 685" descr=""/>
          <p:cNvGrpSpPr/>
          <p:nvPr/>
        </p:nvGrpSpPr>
        <p:grpSpPr>
          <a:xfrm>
            <a:off x="2943924" y="1942380"/>
            <a:ext cx="484505" cy="595630"/>
            <a:chOff x="2943924" y="1942380"/>
            <a:chExt cx="484505" cy="595630"/>
          </a:xfrm>
        </p:grpSpPr>
        <p:pic>
          <p:nvPicPr>
            <p:cNvPr id="686" name="object 686" descr=""/>
            <p:cNvPicPr/>
            <p:nvPr/>
          </p:nvPicPr>
          <p:blipFill>
            <a:blip r:embed="rId153" cstate="print"/>
            <a:stretch>
              <a:fillRect/>
            </a:stretch>
          </p:blipFill>
          <p:spPr>
            <a:xfrm>
              <a:off x="3098801" y="2368131"/>
              <a:ext cx="174664" cy="169776"/>
            </a:xfrm>
            <a:prstGeom prst="rect">
              <a:avLst/>
            </a:prstGeom>
          </p:spPr>
        </p:pic>
        <p:sp>
          <p:nvSpPr>
            <p:cNvPr id="687" name="object 687" descr=""/>
            <p:cNvSpPr/>
            <p:nvPr/>
          </p:nvSpPr>
          <p:spPr>
            <a:xfrm>
              <a:off x="3040693" y="2056482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43" y="473"/>
                  </a:lnTo>
                  <a:lnTo>
                    <a:pt x="51228" y="70609"/>
                  </a:lnTo>
                  <a:lnTo>
                    <a:pt x="22366" y="124766"/>
                  </a:lnTo>
                  <a:lnTo>
                    <a:pt x="4096" y="161861"/>
                  </a:lnTo>
                  <a:lnTo>
                    <a:pt x="0" y="192493"/>
                  </a:lnTo>
                  <a:lnTo>
                    <a:pt x="2565" y="233134"/>
                  </a:lnTo>
                  <a:lnTo>
                    <a:pt x="12012" y="290129"/>
                  </a:lnTo>
                  <a:lnTo>
                    <a:pt x="58459" y="349231"/>
                  </a:lnTo>
                  <a:lnTo>
                    <a:pt x="88505" y="380652"/>
                  </a:lnTo>
                  <a:lnTo>
                    <a:pt x="139397" y="400261"/>
                  </a:lnTo>
                  <a:lnTo>
                    <a:pt x="160880" y="400341"/>
                  </a:lnTo>
                  <a:lnTo>
                    <a:pt x="172740" y="399226"/>
                  </a:lnTo>
                  <a:lnTo>
                    <a:pt x="212379" y="363216"/>
                  </a:lnTo>
                  <a:lnTo>
                    <a:pt x="259690" y="316872"/>
                  </a:lnTo>
                  <a:lnTo>
                    <a:pt x="265962" y="309311"/>
                  </a:lnTo>
                  <a:lnTo>
                    <a:pt x="272024" y="302873"/>
                  </a:lnTo>
                  <a:lnTo>
                    <a:pt x="287468" y="246766"/>
                  </a:lnTo>
                  <a:lnTo>
                    <a:pt x="290820" y="187368"/>
                  </a:lnTo>
                  <a:lnTo>
                    <a:pt x="289729" y="151545"/>
                  </a:lnTo>
                  <a:lnTo>
                    <a:pt x="286322" y="89646"/>
                  </a:lnTo>
                  <a:lnTo>
                    <a:pt x="282072" y="30350"/>
                  </a:lnTo>
                  <a:lnTo>
                    <a:pt x="278454" y="2337"/>
                  </a:lnTo>
                  <a:lnTo>
                    <a:pt x="247583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8" name="object 688" descr=""/>
            <p:cNvSpPr/>
            <p:nvPr/>
          </p:nvSpPr>
          <p:spPr>
            <a:xfrm>
              <a:off x="3008846" y="2299673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12"/>
                  </a:lnTo>
                  <a:lnTo>
                    <a:pt x="23695" y="30512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FBE4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9" name="object 689" descr=""/>
            <p:cNvSpPr/>
            <p:nvPr/>
          </p:nvSpPr>
          <p:spPr>
            <a:xfrm>
              <a:off x="2992501" y="2209885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19" h="120014">
                  <a:moveTo>
                    <a:pt x="15828" y="0"/>
                  </a:moveTo>
                  <a:lnTo>
                    <a:pt x="9427" y="124"/>
                  </a:lnTo>
                  <a:lnTo>
                    <a:pt x="4036" y="3541"/>
                  </a:lnTo>
                  <a:lnTo>
                    <a:pt x="58" y="20087"/>
                  </a:lnTo>
                  <a:lnTo>
                    <a:pt x="0" y="51207"/>
                  </a:lnTo>
                  <a:lnTo>
                    <a:pt x="2870" y="83337"/>
                  </a:lnTo>
                  <a:lnTo>
                    <a:pt x="35553" y="115636"/>
                  </a:lnTo>
                  <a:lnTo>
                    <a:pt x="57992" y="119590"/>
                  </a:lnTo>
                  <a:lnTo>
                    <a:pt x="50666" y="90376"/>
                  </a:lnTo>
                  <a:lnTo>
                    <a:pt x="47207" y="69564"/>
                  </a:lnTo>
                  <a:lnTo>
                    <a:pt x="46702" y="47187"/>
                  </a:lnTo>
                  <a:lnTo>
                    <a:pt x="48234" y="13279"/>
                  </a:lnTo>
                  <a:lnTo>
                    <a:pt x="27382" y="4080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F4D3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 descr=""/>
            <p:cNvSpPr/>
            <p:nvPr/>
          </p:nvSpPr>
          <p:spPr>
            <a:xfrm>
              <a:off x="3336425" y="2299673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12"/>
                  </a:lnTo>
                  <a:lnTo>
                    <a:pt x="23664" y="30512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FBE4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 descr=""/>
            <p:cNvSpPr/>
            <p:nvPr/>
          </p:nvSpPr>
          <p:spPr>
            <a:xfrm>
              <a:off x="3325302" y="2209885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42154" y="0"/>
                  </a:moveTo>
                  <a:lnTo>
                    <a:pt x="30604" y="4080"/>
                  </a:lnTo>
                  <a:lnTo>
                    <a:pt x="9758" y="13279"/>
                  </a:lnTo>
                  <a:lnTo>
                    <a:pt x="11284" y="47187"/>
                  </a:lnTo>
                  <a:lnTo>
                    <a:pt x="10777" y="69564"/>
                  </a:lnTo>
                  <a:lnTo>
                    <a:pt x="7320" y="90376"/>
                  </a:lnTo>
                  <a:lnTo>
                    <a:pt x="0" y="119590"/>
                  </a:lnTo>
                  <a:lnTo>
                    <a:pt x="6842" y="118629"/>
                  </a:lnTo>
                  <a:lnTo>
                    <a:pt x="50312" y="102910"/>
                  </a:lnTo>
                  <a:lnTo>
                    <a:pt x="57986" y="51207"/>
                  </a:lnTo>
                  <a:lnTo>
                    <a:pt x="57920" y="20087"/>
                  </a:lnTo>
                  <a:lnTo>
                    <a:pt x="53935" y="3541"/>
                  </a:lnTo>
                  <a:lnTo>
                    <a:pt x="48551" y="124"/>
                  </a:lnTo>
                  <a:lnTo>
                    <a:pt x="42154" y="0"/>
                  </a:lnTo>
                  <a:close/>
                </a:path>
              </a:pathLst>
            </a:custGeom>
            <a:solidFill>
              <a:srgbClr val="F4D3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 descr=""/>
            <p:cNvSpPr/>
            <p:nvPr/>
          </p:nvSpPr>
          <p:spPr>
            <a:xfrm>
              <a:off x="2943924" y="1942380"/>
              <a:ext cx="484505" cy="501015"/>
            </a:xfrm>
            <a:custGeom>
              <a:avLst/>
              <a:gdLst/>
              <a:ahLst/>
              <a:cxnLst/>
              <a:rect l="l" t="t" r="r" b="b"/>
              <a:pathLst>
                <a:path w="484504" h="501014">
                  <a:moveTo>
                    <a:pt x="278300" y="0"/>
                  </a:moveTo>
                  <a:lnTo>
                    <a:pt x="224388" y="1154"/>
                  </a:lnTo>
                  <a:lnTo>
                    <a:pt x="173210" y="10329"/>
                  </a:lnTo>
                  <a:lnTo>
                    <a:pt x="134173" y="28250"/>
                  </a:lnTo>
                  <a:lnTo>
                    <a:pt x="82952" y="65160"/>
                  </a:lnTo>
                  <a:lnTo>
                    <a:pt x="57346" y="93601"/>
                  </a:lnTo>
                  <a:lnTo>
                    <a:pt x="39349" y="133042"/>
                  </a:lnTo>
                  <a:lnTo>
                    <a:pt x="24438" y="192759"/>
                  </a:lnTo>
                  <a:lnTo>
                    <a:pt x="11684" y="251747"/>
                  </a:lnTo>
                  <a:lnTo>
                    <a:pt x="2925" y="302498"/>
                  </a:lnTo>
                  <a:lnTo>
                    <a:pt x="0" y="337507"/>
                  </a:lnTo>
                  <a:lnTo>
                    <a:pt x="13026" y="394642"/>
                  </a:lnTo>
                  <a:lnTo>
                    <a:pt x="42041" y="430456"/>
                  </a:lnTo>
                  <a:lnTo>
                    <a:pt x="77125" y="452185"/>
                  </a:lnTo>
                  <a:lnTo>
                    <a:pt x="108364" y="467068"/>
                  </a:lnTo>
                  <a:lnTo>
                    <a:pt x="125839" y="482341"/>
                  </a:lnTo>
                  <a:lnTo>
                    <a:pt x="138207" y="481850"/>
                  </a:lnTo>
                  <a:lnTo>
                    <a:pt x="166848" y="479719"/>
                  </a:lnTo>
                  <a:lnTo>
                    <a:pt x="202572" y="483535"/>
                  </a:lnTo>
                  <a:lnTo>
                    <a:pt x="236191" y="500885"/>
                  </a:lnTo>
                  <a:lnTo>
                    <a:pt x="243183" y="496042"/>
                  </a:lnTo>
                  <a:lnTo>
                    <a:pt x="262616" y="485388"/>
                  </a:lnTo>
                  <a:lnTo>
                    <a:pt x="292173" y="474734"/>
                  </a:lnTo>
                  <a:lnTo>
                    <a:pt x="329539" y="469891"/>
                  </a:lnTo>
                  <a:lnTo>
                    <a:pt x="358072" y="483304"/>
                  </a:lnTo>
                  <a:lnTo>
                    <a:pt x="371893" y="476083"/>
                  </a:lnTo>
                  <a:lnTo>
                    <a:pt x="404834" y="454073"/>
                  </a:lnTo>
                  <a:lnTo>
                    <a:pt x="444110" y="416756"/>
                  </a:lnTo>
                  <a:lnTo>
                    <a:pt x="476938" y="363611"/>
                  </a:lnTo>
                  <a:lnTo>
                    <a:pt x="484426" y="309607"/>
                  </a:lnTo>
                  <a:lnTo>
                    <a:pt x="479184" y="241997"/>
                  </a:lnTo>
                  <a:lnTo>
                    <a:pt x="469316" y="182350"/>
                  </a:lnTo>
                  <a:lnTo>
                    <a:pt x="446155" y="124816"/>
                  </a:lnTo>
                  <a:lnTo>
                    <a:pt x="412716" y="82105"/>
                  </a:lnTo>
                  <a:lnTo>
                    <a:pt x="377827" y="41113"/>
                  </a:lnTo>
                  <a:lnTo>
                    <a:pt x="325540" y="6139"/>
                  </a:lnTo>
                  <a:lnTo>
                    <a:pt x="278300" y="0"/>
                  </a:lnTo>
                  <a:close/>
                </a:path>
              </a:pathLst>
            </a:custGeom>
            <a:solidFill>
              <a:srgbClr val="E7E0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3" name="object 693" descr=""/>
          <p:cNvGrpSpPr/>
          <p:nvPr/>
        </p:nvGrpSpPr>
        <p:grpSpPr>
          <a:xfrm>
            <a:off x="3681662" y="1946703"/>
            <a:ext cx="461645" cy="591820"/>
            <a:chOff x="3681662" y="1946703"/>
            <a:chExt cx="461645" cy="591820"/>
          </a:xfrm>
        </p:grpSpPr>
        <p:sp>
          <p:nvSpPr>
            <p:cNvPr id="694" name="object 694" descr=""/>
            <p:cNvSpPr/>
            <p:nvPr/>
          </p:nvSpPr>
          <p:spPr>
            <a:xfrm>
              <a:off x="3780429" y="2056482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39" y="473"/>
                  </a:lnTo>
                  <a:lnTo>
                    <a:pt x="51224" y="70609"/>
                  </a:lnTo>
                  <a:lnTo>
                    <a:pt x="22362" y="124766"/>
                  </a:lnTo>
                  <a:lnTo>
                    <a:pt x="4091" y="161861"/>
                  </a:lnTo>
                  <a:lnTo>
                    <a:pt x="0" y="192493"/>
                  </a:lnTo>
                  <a:lnTo>
                    <a:pt x="2564" y="233134"/>
                  </a:lnTo>
                  <a:lnTo>
                    <a:pt x="12007" y="290129"/>
                  </a:lnTo>
                  <a:lnTo>
                    <a:pt x="58455" y="349231"/>
                  </a:lnTo>
                  <a:lnTo>
                    <a:pt x="88501" y="380652"/>
                  </a:lnTo>
                  <a:lnTo>
                    <a:pt x="139392" y="400261"/>
                  </a:lnTo>
                  <a:lnTo>
                    <a:pt x="160875" y="400341"/>
                  </a:lnTo>
                  <a:lnTo>
                    <a:pt x="172736" y="399226"/>
                  </a:lnTo>
                  <a:lnTo>
                    <a:pt x="212374" y="363216"/>
                  </a:lnTo>
                  <a:lnTo>
                    <a:pt x="259686" y="316872"/>
                  </a:lnTo>
                  <a:lnTo>
                    <a:pt x="265958" y="309311"/>
                  </a:lnTo>
                  <a:lnTo>
                    <a:pt x="272019" y="302873"/>
                  </a:lnTo>
                  <a:lnTo>
                    <a:pt x="287465" y="246766"/>
                  </a:lnTo>
                  <a:lnTo>
                    <a:pt x="290826" y="187368"/>
                  </a:lnTo>
                  <a:lnTo>
                    <a:pt x="289729" y="151545"/>
                  </a:lnTo>
                  <a:lnTo>
                    <a:pt x="286318" y="89646"/>
                  </a:lnTo>
                  <a:lnTo>
                    <a:pt x="282068" y="30350"/>
                  </a:lnTo>
                  <a:lnTo>
                    <a:pt x="278450" y="2337"/>
                  </a:lnTo>
                  <a:lnTo>
                    <a:pt x="247580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 descr=""/>
            <p:cNvSpPr/>
            <p:nvPr/>
          </p:nvSpPr>
          <p:spPr>
            <a:xfrm>
              <a:off x="3828708" y="2034081"/>
              <a:ext cx="301625" cy="409575"/>
            </a:xfrm>
            <a:custGeom>
              <a:avLst/>
              <a:gdLst/>
              <a:ahLst/>
              <a:cxnLst/>
              <a:rect l="l" t="t" r="r" b="b"/>
              <a:pathLst>
                <a:path w="301625" h="409575">
                  <a:moveTo>
                    <a:pt x="12627" y="0"/>
                  </a:moveTo>
                  <a:lnTo>
                    <a:pt x="8933" y="28562"/>
                  </a:lnTo>
                  <a:lnTo>
                    <a:pt x="4590" y="89014"/>
                  </a:lnTo>
                  <a:lnTo>
                    <a:pt x="1108" y="152122"/>
                  </a:lnTo>
                  <a:lnTo>
                    <a:pt x="0" y="188653"/>
                  </a:lnTo>
                  <a:lnTo>
                    <a:pt x="1694" y="212427"/>
                  </a:lnTo>
                  <a:lnTo>
                    <a:pt x="8959" y="281787"/>
                  </a:lnTo>
                  <a:lnTo>
                    <a:pt x="22109" y="324227"/>
                  </a:lnTo>
                  <a:lnTo>
                    <a:pt x="47222" y="366699"/>
                  </a:lnTo>
                  <a:lnTo>
                    <a:pt x="68259" y="375559"/>
                  </a:lnTo>
                  <a:lnTo>
                    <a:pt x="74297" y="386845"/>
                  </a:lnTo>
                  <a:lnTo>
                    <a:pt x="115652" y="407483"/>
                  </a:lnTo>
                  <a:lnTo>
                    <a:pt x="161052" y="409168"/>
                  </a:lnTo>
                  <a:lnTo>
                    <a:pt x="174811" y="408217"/>
                  </a:lnTo>
                  <a:lnTo>
                    <a:pt x="195933" y="400189"/>
                  </a:lnTo>
                  <a:lnTo>
                    <a:pt x="210068" y="392214"/>
                  </a:lnTo>
                  <a:lnTo>
                    <a:pt x="217985" y="386102"/>
                  </a:lnTo>
                  <a:lnTo>
                    <a:pt x="220454" y="383663"/>
                  </a:lnTo>
                  <a:lnTo>
                    <a:pt x="250105" y="373370"/>
                  </a:lnTo>
                  <a:lnTo>
                    <a:pt x="278781" y="318935"/>
                  </a:lnTo>
                  <a:lnTo>
                    <a:pt x="286790" y="274905"/>
                  </a:lnTo>
                  <a:lnTo>
                    <a:pt x="290915" y="241249"/>
                  </a:lnTo>
                  <a:lnTo>
                    <a:pt x="296002" y="203713"/>
                  </a:lnTo>
                  <a:lnTo>
                    <a:pt x="301393" y="173575"/>
                  </a:lnTo>
                  <a:lnTo>
                    <a:pt x="301517" y="134818"/>
                  </a:lnTo>
                  <a:lnTo>
                    <a:pt x="294081" y="82426"/>
                  </a:lnTo>
                  <a:lnTo>
                    <a:pt x="285162" y="36356"/>
                  </a:lnTo>
                  <a:lnTo>
                    <a:pt x="186869" y="9633"/>
                  </a:lnTo>
                  <a:lnTo>
                    <a:pt x="108249" y="4179"/>
                  </a:lnTo>
                  <a:lnTo>
                    <a:pt x="41842" y="255"/>
                  </a:lnTo>
                  <a:lnTo>
                    <a:pt x="12627" y="0"/>
                  </a:lnTo>
                  <a:close/>
                </a:path>
              </a:pathLst>
            </a:custGeom>
            <a:solidFill>
              <a:srgbClr val="F4D3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6" name="object 696" descr=""/>
            <p:cNvPicPr/>
            <p:nvPr/>
          </p:nvPicPr>
          <p:blipFill>
            <a:blip r:embed="rId154" cstate="print"/>
            <a:stretch>
              <a:fillRect/>
            </a:stretch>
          </p:blipFill>
          <p:spPr>
            <a:xfrm>
              <a:off x="3834581" y="2354672"/>
              <a:ext cx="178612" cy="183235"/>
            </a:xfrm>
            <a:prstGeom prst="rect">
              <a:avLst/>
            </a:prstGeom>
          </p:spPr>
        </p:pic>
        <p:sp>
          <p:nvSpPr>
            <p:cNvPr id="697" name="object 697" descr=""/>
            <p:cNvSpPr/>
            <p:nvPr/>
          </p:nvSpPr>
          <p:spPr>
            <a:xfrm>
              <a:off x="3748581" y="2299673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12"/>
                  </a:lnTo>
                  <a:lnTo>
                    <a:pt x="23695" y="30512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FBE4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 descr=""/>
            <p:cNvSpPr/>
            <p:nvPr/>
          </p:nvSpPr>
          <p:spPr>
            <a:xfrm>
              <a:off x="3732235" y="2209885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15828" y="0"/>
                  </a:moveTo>
                  <a:lnTo>
                    <a:pt x="9430" y="124"/>
                  </a:lnTo>
                  <a:lnTo>
                    <a:pt x="4045" y="3541"/>
                  </a:lnTo>
                  <a:lnTo>
                    <a:pt x="62" y="20087"/>
                  </a:lnTo>
                  <a:lnTo>
                    <a:pt x="0" y="51207"/>
                  </a:lnTo>
                  <a:lnTo>
                    <a:pt x="2869" y="83337"/>
                  </a:lnTo>
                  <a:lnTo>
                    <a:pt x="35552" y="115636"/>
                  </a:lnTo>
                  <a:lnTo>
                    <a:pt x="57991" y="119590"/>
                  </a:lnTo>
                  <a:lnTo>
                    <a:pt x="50665" y="90376"/>
                  </a:lnTo>
                  <a:lnTo>
                    <a:pt x="47206" y="69564"/>
                  </a:lnTo>
                  <a:lnTo>
                    <a:pt x="46700" y="47187"/>
                  </a:lnTo>
                  <a:lnTo>
                    <a:pt x="48232" y="13279"/>
                  </a:lnTo>
                  <a:lnTo>
                    <a:pt x="27381" y="4080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 descr=""/>
            <p:cNvSpPr/>
            <p:nvPr/>
          </p:nvSpPr>
          <p:spPr>
            <a:xfrm>
              <a:off x="4076156" y="2299673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12"/>
                  </a:lnTo>
                  <a:lnTo>
                    <a:pt x="23664" y="30512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FBE4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 descr=""/>
            <p:cNvSpPr/>
            <p:nvPr/>
          </p:nvSpPr>
          <p:spPr>
            <a:xfrm>
              <a:off x="4065035" y="2209885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42155" y="0"/>
                  </a:moveTo>
                  <a:lnTo>
                    <a:pt x="30604" y="4080"/>
                  </a:lnTo>
                  <a:lnTo>
                    <a:pt x="9758" y="13279"/>
                  </a:lnTo>
                  <a:lnTo>
                    <a:pt x="11284" y="47187"/>
                  </a:lnTo>
                  <a:lnTo>
                    <a:pt x="10777" y="69564"/>
                  </a:lnTo>
                  <a:lnTo>
                    <a:pt x="7320" y="90376"/>
                  </a:lnTo>
                  <a:lnTo>
                    <a:pt x="0" y="119590"/>
                  </a:lnTo>
                  <a:lnTo>
                    <a:pt x="6842" y="118629"/>
                  </a:lnTo>
                  <a:lnTo>
                    <a:pt x="50312" y="102910"/>
                  </a:lnTo>
                  <a:lnTo>
                    <a:pt x="57987" y="51207"/>
                  </a:lnTo>
                  <a:lnTo>
                    <a:pt x="57925" y="20087"/>
                  </a:lnTo>
                  <a:lnTo>
                    <a:pt x="53946" y="3541"/>
                  </a:lnTo>
                  <a:lnTo>
                    <a:pt x="48555" y="124"/>
                  </a:lnTo>
                  <a:lnTo>
                    <a:pt x="42155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 descr=""/>
            <p:cNvSpPr/>
            <p:nvPr/>
          </p:nvSpPr>
          <p:spPr>
            <a:xfrm>
              <a:off x="3681662" y="1946703"/>
              <a:ext cx="461645" cy="500380"/>
            </a:xfrm>
            <a:custGeom>
              <a:avLst/>
              <a:gdLst/>
              <a:ahLst/>
              <a:cxnLst/>
              <a:rect l="l" t="t" r="r" b="b"/>
              <a:pathLst>
                <a:path w="461645" h="500380">
                  <a:moveTo>
                    <a:pt x="252245" y="0"/>
                  </a:moveTo>
                  <a:lnTo>
                    <a:pt x="195260" y="1127"/>
                  </a:lnTo>
                  <a:lnTo>
                    <a:pt x="145738" y="8926"/>
                  </a:lnTo>
                  <a:lnTo>
                    <a:pt x="87315" y="40139"/>
                  </a:lnTo>
                  <a:lnTo>
                    <a:pt x="34198" y="89278"/>
                  </a:lnTo>
                  <a:lnTo>
                    <a:pt x="16201" y="128719"/>
                  </a:lnTo>
                  <a:lnTo>
                    <a:pt x="5035" y="181959"/>
                  </a:lnTo>
                  <a:lnTo>
                    <a:pt x="520" y="226697"/>
                  </a:lnTo>
                  <a:lnTo>
                    <a:pt x="0" y="263198"/>
                  </a:lnTo>
                  <a:lnTo>
                    <a:pt x="819" y="291730"/>
                  </a:lnTo>
                  <a:lnTo>
                    <a:pt x="7452" y="347714"/>
                  </a:lnTo>
                  <a:lnTo>
                    <a:pt x="23650" y="397193"/>
                  </a:lnTo>
                  <a:lnTo>
                    <a:pt x="48183" y="437959"/>
                  </a:lnTo>
                  <a:lnTo>
                    <a:pt x="79822" y="467805"/>
                  </a:lnTo>
                  <a:lnTo>
                    <a:pt x="117336" y="484526"/>
                  </a:lnTo>
                  <a:lnTo>
                    <a:pt x="159495" y="485913"/>
                  </a:lnTo>
                  <a:lnTo>
                    <a:pt x="164048" y="482307"/>
                  </a:lnTo>
                  <a:lnTo>
                    <a:pt x="173044" y="477671"/>
                  </a:lnTo>
                  <a:lnTo>
                    <a:pt x="188653" y="479818"/>
                  </a:lnTo>
                  <a:lnTo>
                    <a:pt x="213043" y="496562"/>
                  </a:lnTo>
                  <a:lnTo>
                    <a:pt x="220066" y="491041"/>
                  </a:lnTo>
                  <a:lnTo>
                    <a:pt x="239550" y="479258"/>
                  </a:lnTo>
                  <a:lnTo>
                    <a:pt x="269118" y="468379"/>
                  </a:lnTo>
                  <a:lnTo>
                    <a:pt x="306391" y="465568"/>
                  </a:lnTo>
                  <a:lnTo>
                    <a:pt x="341967" y="469185"/>
                  </a:lnTo>
                  <a:lnTo>
                    <a:pt x="361845" y="473972"/>
                  </a:lnTo>
                  <a:lnTo>
                    <a:pt x="373241" y="483151"/>
                  </a:lnTo>
                  <a:lnTo>
                    <a:pt x="383373" y="499944"/>
                  </a:lnTo>
                  <a:lnTo>
                    <a:pt x="389624" y="489447"/>
                  </a:lnTo>
                  <a:lnTo>
                    <a:pt x="405910" y="460232"/>
                  </a:lnTo>
                  <a:lnTo>
                    <a:pt x="428532" y="415708"/>
                  </a:lnTo>
                  <a:lnTo>
                    <a:pt x="453790" y="359288"/>
                  </a:lnTo>
                  <a:lnTo>
                    <a:pt x="461273" y="305284"/>
                  </a:lnTo>
                  <a:lnTo>
                    <a:pt x="456032" y="237674"/>
                  </a:lnTo>
                  <a:lnTo>
                    <a:pt x="446167" y="178027"/>
                  </a:lnTo>
                  <a:lnTo>
                    <a:pt x="432598" y="123025"/>
                  </a:lnTo>
                  <a:lnTo>
                    <a:pt x="420223" y="85933"/>
                  </a:lnTo>
                  <a:lnTo>
                    <a:pt x="394493" y="31319"/>
                  </a:lnTo>
                  <a:lnTo>
                    <a:pt x="359209" y="15627"/>
                  </a:lnTo>
                  <a:lnTo>
                    <a:pt x="309344" y="5010"/>
                  </a:lnTo>
                  <a:lnTo>
                    <a:pt x="252245" y="0"/>
                  </a:lnTo>
                  <a:close/>
                </a:path>
              </a:pathLst>
            </a:custGeom>
            <a:solidFill>
              <a:srgbClr val="E7E0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2" name="object 702" descr=""/>
          <p:cNvSpPr/>
          <p:nvPr/>
        </p:nvSpPr>
        <p:spPr>
          <a:xfrm>
            <a:off x="2307293" y="2188091"/>
            <a:ext cx="52705" cy="127000"/>
          </a:xfrm>
          <a:custGeom>
            <a:avLst/>
            <a:gdLst/>
            <a:ahLst/>
            <a:cxnLst/>
            <a:rect l="l" t="t" r="r" b="b"/>
            <a:pathLst>
              <a:path w="52705" h="127000">
                <a:moveTo>
                  <a:pt x="16142" y="0"/>
                </a:moveTo>
                <a:lnTo>
                  <a:pt x="9617" y="123"/>
                </a:lnTo>
                <a:lnTo>
                  <a:pt x="4125" y="3601"/>
                </a:lnTo>
                <a:lnTo>
                  <a:pt x="69" y="20476"/>
                </a:lnTo>
                <a:lnTo>
                  <a:pt x="0" y="52207"/>
                </a:lnTo>
                <a:lnTo>
                  <a:pt x="2915" y="84967"/>
                </a:lnTo>
                <a:lnTo>
                  <a:pt x="32953" y="120269"/>
                </a:lnTo>
                <a:lnTo>
                  <a:pt x="52542" y="126666"/>
                </a:lnTo>
                <a:lnTo>
                  <a:pt x="48891" y="94136"/>
                </a:lnTo>
                <a:lnTo>
                  <a:pt x="47324" y="71509"/>
                </a:lnTo>
                <a:lnTo>
                  <a:pt x="47526" y="48182"/>
                </a:lnTo>
                <a:lnTo>
                  <a:pt x="49181" y="13549"/>
                </a:lnTo>
                <a:lnTo>
                  <a:pt x="27922" y="4164"/>
                </a:lnTo>
                <a:lnTo>
                  <a:pt x="16142" y="0"/>
                </a:lnTo>
                <a:close/>
              </a:path>
            </a:pathLst>
          </a:custGeom>
          <a:solidFill>
            <a:srgbClr val="F4D3B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03" name="object 703" descr=""/>
          <p:cNvGrpSpPr/>
          <p:nvPr/>
        </p:nvGrpSpPr>
        <p:grpSpPr>
          <a:xfrm>
            <a:off x="2277495" y="1956096"/>
            <a:ext cx="460375" cy="532130"/>
            <a:chOff x="2277495" y="1956096"/>
            <a:chExt cx="460375" cy="532130"/>
          </a:xfrm>
        </p:grpSpPr>
        <p:pic>
          <p:nvPicPr>
            <p:cNvPr id="704" name="object 704" descr=""/>
            <p:cNvPicPr/>
            <p:nvPr/>
          </p:nvPicPr>
          <p:blipFill>
            <a:blip r:embed="rId155" cstate="print"/>
            <a:stretch>
              <a:fillRect/>
            </a:stretch>
          </p:blipFill>
          <p:spPr>
            <a:xfrm>
              <a:off x="2412984" y="2318403"/>
              <a:ext cx="174654" cy="169786"/>
            </a:xfrm>
            <a:prstGeom prst="rect">
              <a:avLst/>
            </a:prstGeom>
          </p:spPr>
        </p:pic>
        <p:sp>
          <p:nvSpPr>
            <p:cNvPr id="705" name="object 705" descr=""/>
            <p:cNvSpPr/>
            <p:nvPr/>
          </p:nvSpPr>
          <p:spPr>
            <a:xfrm>
              <a:off x="2349723" y="2033001"/>
              <a:ext cx="304800" cy="410845"/>
            </a:xfrm>
            <a:custGeom>
              <a:avLst/>
              <a:gdLst/>
              <a:ahLst/>
              <a:cxnLst/>
              <a:rect l="l" t="t" r="r" b="b"/>
              <a:pathLst>
                <a:path w="304800" h="410844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2103" y="325310"/>
                  </a:lnTo>
                  <a:lnTo>
                    <a:pt x="47216" y="367782"/>
                  </a:lnTo>
                  <a:lnTo>
                    <a:pt x="68259" y="376641"/>
                  </a:lnTo>
                  <a:lnTo>
                    <a:pt x="74297" y="387928"/>
                  </a:lnTo>
                  <a:lnTo>
                    <a:pt x="115693" y="408679"/>
                  </a:lnTo>
                  <a:lnTo>
                    <a:pt x="161175" y="410586"/>
                  </a:lnTo>
                  <a:lnTo>
                    <a:pt x="174811" y="409290"/>
                  </a:lnTo>
                  <a:lnTo>
                    <a:pt x="191304" y="399918"/>
                  </a:lnTo>
                  <a:lnTo>
                    <a:pt x="202055" y="389949"/>
                  </a:lnTo>
                  <a:lnTo>
                    <a:pt x="207896" y="382027"/>
                  </a:lnTo>
                  <a:lnTo>
                    <a:pt x="209658" y="378798"/>
                  </a:lnTo>
                  <a:lnTo>
                    <a:pt x="240992" y="369434"/>
                  </a:lnTo>
                  <a:lnTo>
                    <a:pt x="277093" y="319088"/>
                  </a:lnTo>
                  <a:lnTo>
                    <a:pt x="286790" y="275987"/>
                  </a:lnTo>
                  <a:lnTo>
                    <a:pt x="290915" y="242331"/>
                  </a:lnTo>
                  <a:lnTo>
                    <a:pt x="296002" y="204796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 descr=""/>
            <p:cNvSpPr/>
            <p:nvPr/>
          </p:nvSpPr>
          <p:spPr>
            <a:xfrm>
              <a:off x="2636206" y="2188091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39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6"/>
                  </a:lnTo>
                  <a:lnTo>
                    <a:pt x="45349" y="104928"/>
                  </a:lnTo>
                  <a:lnTo>
                    <a:pt x="53155" y="52207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F4D3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 descr=""/>
            <p:cNvSpPr/>
            <p:nvPr/>
          </p:nvSpPr>
          <p:spPr>
            <a:xfrm>
              <a:off x="2638309" y="228044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40" y="0"/>
                  </a:moveTo>
                  <a:lnTo>
                    <a:pt x="6994" y="0"/>
                  </a:lnTo>
                  <a:lnTo>
                    <a:pt x="0" y="6984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40" y="31213"/>
                  </a:lnTo>
                  <a:lnTo>
                    <a:pt x="31224" y="24229"/>
                  </a:lnTo>
                  <a:lnTo>
                    <a:pt x="31224" y="15612"/>
                  </a:lnTo>
                  <a:lnTo>
                    <a:pt x="31224" y="6984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FBE4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 descr=""/>
            <p:cNvSpPr/>
            <p:nvPr/>
          </p:nvSpPr>
          <p:spPr>
            <a:xfrm>
              <a:off x="2315849" y="2290381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29" y="0"/>
                  </a:moveTo>
                  <a:lnTo>
                    <a:pt x="6994" y="0"/>
                  </a:lnTo>
                  <a:lnTo>
                    <a:pt x="0" y="6994"/>
                  </a:lnTo>
                  <a:lnTo>
                    <a:pt x="0" y="15612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29" y="31213"/>
                  </a:lnTo>
                  <a:lnTo>
                    <a:pt x="31213" y="24229"/>
                  </a:lnTo>
                  <a:lnTo>
                    <a:pt x="31213" y="6994"/>
                  </a:lnTo>
                  <a:lnTo>
                    <a:pt x="24229" y="0"/>
                  </a:lnTo>
                  <a:close/>
                </a:path>
              </a:pathLst>
            </a:custGeom>
            <a:solidFill>
              <a:srgbClr val="472D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 descr=""/>
            <p:cNvSpPr/>
            <p:nvPr/>
          </p:nvSpPr>
          <p:spPr>
            <a:xfrm>
              <a:off x="2277495" y="1956096"/>
              <a:ext cx="460375" cy="456565"/>
            </a:xfrm>
            <a:custGeom>
              <a:avLst/>
              <a:gdLst/>
              <a:ahLst/>
              <a:cxnLst/>
              <a:rect l="l" t="t" r="r" b="b"/>
              <a:pathLst>
                <a:path w="460375" h="456564">
                  <a:moveTo>
                    <a:pt x="279183" y="0"/>
                  </a:moveTo>
                  <a:lnTo>
                    <a:pt x="229483" y="115"/>
                  </a:lnTo>
                  <a:lnTo>
                    <a:pt x="178229" y="7214"/>
                  </a:lnTo>
                  <a:lnTo>
                    <a:pt x="132033" y="20146"/>
                  </a:lnTo>
                  <a:lnTo>
                    <a:pt x="97507" y="37763"/>
                  </a:lnTo>
                  <a:lnTo>
                    <a:pt x="56491" y="90379"/>
                  </a:lnTo>
                  <a:lnTo>
                    <a:pt x="33509" y="125964"/>
                  </a:lnTo>
                  <a:lnTo>
                    <a:pt x="15106" y="180272"/>
                  </a:lnTo>
                  <a:lnTo>
                    <a:pt x="5239" y="239919"/>
                  </a:lnTo>
                  <a:lnTo>
                    <a:pt x="0" y="307529"/>
                  </a:lnTo>
                  <a:lnTo>
                    <a:pt x="7489" y="361533"/>
                  </a:lnTo>
                  <a:lnTo>
                    <a:pt x="35358" y="409974"/>
                  </a:lnTo>
                  <a:lnTo>
                    <a:pt x="63736" y="436932"/>
                  </a:lnTo>
                  <a:lnTo>
                    <a:pt x="85780" y="448580"/>
                  </a:lnTo>
                  <a:lnTo>
                    <a:pt x="94649" y="451091"/>
                  </a:lnTo>
                  <a:lnTo>
                    <a:pt x="88743" y="355698"/>
                  </a:lnTo>
                  <a:lnTo>
                    <a:pt x="93800" y="274468"/>
                  </a:lnTo>
                  <a:lnTo>
                    <a:pt x="102329" y="217975"/>
                  </a:lnTo>
                  <a:lnTo>
                    <a:pt x="106837" y="196795"/>
                  </a:lnTo>
                  <a:lnTo>
                    <a:pt x="157508" y="189374"/>
                  </a:lnTo>
                  <a:lnTo>
                    <a:pt x="214203" y="168116"/>
                  </a:lnTo>
                  <a:lnTo>
                    <a:pt x="260362" y="145911"/>
                  </a:lnTo>
                  <a:lnTo>
                    <a:pt x="279428" y="135645"/>
                  </a:lnTo>
                  <a:lnTo>
                    <a:pt x="298013" y="164130"/>
                  </a:lnTo>
                  <a:lnTo>
                    <a:pt x="309963" y="214398"/>
                  </a:lnTo>
                  <a:lnTo>
                    <a:pt x="316722" y="276838"/>
                  </a:lnTo>
                  <a:lnTo>
                    <a:pt x="319732" y="341842"/>
                  </a:lnTo>
                  <a:lnTo>
                    <a:pt x="320439" y="399801"/>
                  </a:lnTo>
                  <a:lnTo>
                    <a:pt x="320285" y="441106"/>
                  </a:lnTo>
                  <a:lnTo>
                    <a:pt x="320715" y="456148"/>
                  </a:lnTo>
                  <a:lnTo>
                    <a:pt x="343570" y="445947"/>
                  </a:lnTo>
                  <a:lnTo>
                    <a:pt x="378697" y="438116"/>
                  </a:lnTo>
                  <a:lnTo>
                    <a:pt x="416348" y="423632"/>
                  </a:lnTo>
                  <a:lnTo>
                    <a:pt x="446778" y="393475"/>
                  </a:lnTo>
                  <a:lnTo>
                    <a:pt x="460240" y="338623"/>
                  </a:lnTo>
                  <a:lnTo>
                    <a:pt x="460315" y="302045"/>
                  </a:lnTo>
                  <a:lnTo>
                    <a:pt x="458157" y="247843"/>
                  </a:lnTo>
                  <a:lnTo>
                    <a:pt x="452004" y="185407"/>
                  </a:lnTo>
                  <a:lnTo>
                    <a:pt x="440094" y="124127"/>
                  </a:lnTo>
                  <a:lnTo>
                    <a:pt x="419867" y="81979"/>
                  </a:lnTo>
                  <a:lnTo>
                    <a:pt x="388505" y="48091"/>
                  </a:lnTo>
                  <a:lnTo>
                    <a:pt x="353093" y="23194"/>
                  </a:lnTo>
                  <a:lnTo>
                    <a:pt x="320715" y="8015"/>
                  </a:lnTo>
                  <a:lnTo>
                    <a:pt x="279183" y="0"/>
                  </a:lnTo>
                  <a:close/>
                </a:path>
              </a:pathLst>
            </a:custGeom>
            <a:solidFill>
              <a:srgbClr val="E7E0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0" name="object 710" descr=""/>
          <p:cNvGrpSpPr/>
          <p:nvPr/>
        </p:nvGrpSpPr>
        <p:grpSpPr>
          <a:xfrm>
            <a:off x="1625108" y="1954955"/>
            <a:ext cx="401955" cy="528320"/>
            <a:chOff x="1625108" y="1954955"/>
            <a:chExt cx="401955" cy="528320"/>
          </a:xfrm>
        </p:grpSpPr>
        <p:pic>
          <p:nvPicPr>
            <p:cNvPr id="711" name="object 711" descr=""/>
            <p:cNvPicPr/>
            <p:nvPr/>
          </p:nvPicPr>
          <p:blipFill>
            <a:blip r:embed="rId156" cstate="print"/>
            <a:stretch>
              <a:fillRect/>
            </a:stretch>
          </p:blipFill>
          <p:spPr>
            <a:xfrm>
              <a:off x="1731443" y="2245757"/>
              <a:ext cx="172738" cy="237185"/>
            </a:xfrm>
            <a:prstGeom prst="rect">
              <a:avLst/>
            </a:prstGeom>
          </p:spPr>
        </p:pic>
        <p:sp>
          <p:nvSpPr>
            <p:cNvPr id="712" name="object 712" descr=""/>
            <p:cNvSpPr/>
            <p:nvPr/>
          </p:nvSpPr>
          <p:spPr>
            <a:xfrm>
              <a:off x="1641732" y="2058206"/>
              <a:ext cx="241935" cy="388620"/>
            </a:xfrm>
            <a:custGeom>
              <a:avLst/>
              <a:gdLst/>
              <a:ahLst/>
              <a:cxnLst/>
              <a:rect l="l" t="t" r="r" b="b"/>
              <a:pathLst>
                <a:path w="241935" h="388619">
                  <a:moveTo>
                    <a:pt x="38794" y="0"/>
                  </a:moveTo>
                  <a:lnTo>
                    <a:pt x="33545" y="15755"/>
                  </a:lnTo>
                  <a:lnTo>
                    <a:pt x="25713" y="52304"/>
                  </a:lnTo>
                  <a:lnTo>
                    <a:pt x="18601" y="102145"/>
                  </a:lnTo>
                  <a:lnTo>
                    <a:pt x="15507" y="157775"/>
                  </a:lnTo>
                  <a:lnTo>
                    <a:pt x="12856" y="178413"/>
                  </a:lnTo>
                  <a:lnTo>
                    <a:pt x="1738" y="234217"/>
                  </a:lnTo>
                  <a:lnTo>
                    <a:pt x="0" y="250484"/>
                  </a:lnTo>
                  <a:lnTo>
                    <a:pt x="2933" y="266335"/>
                  </a:lnTo>
                  <a:lnTo>
                    <a:pt x="6498" y="282973"/>
                  </a:lnTo>
                  <a:lnTo>
                    <a:pt x="10774" y="301435"/>
                  </a:lnTo>
                  <a:lnTo>
                    <a:pt x="7668" y="334046"/>
                  </a:lnTo>
                  <a:lnTo>
                    <a:pt x="33899" y="377576"/>
                  </a:lnTo>
                  <a:lnTo>
                    <a:pt x="49440" y="380011"/>
                  </a:lnTo>
                  <a:lnTo>
                    <a:pt x="61797" y="379679"/>
                  </a:lnTo>
                  <a:lnTo>
                    <a:pt x="66835" y="379025"/>
                  </a:lnTo>
                  <a:lnTo>
                    <a:pt x="92406" y="387886"/>
                  </a:lnTo>
                  <a:lnTo>
                    <a:pt x="131188" y="382068"/>
                  </a:lnTo>
                  <a:lnTo>
                    <a:pt x="193452" y="327196"/>
                  </a:lnTo>
                  <a:lnTo>
                    <a:pt x="219891" y="283189"/>
                  </a:lnTo>
                  <a:lnTo>
                    <a:pt x="233054" y="245972"/>
                  </a:lnTo>
                  <a:lnTo>
                    <a:pt x="241517" y="201159"/>
                  </a:lnTo>
                  <a:lnTo>
                    <a:pt x="241319" y="166473"/>
                  </a:lnTo>
                  <a:lnTo>
                    <a:pt x="235998" y="137140"/>
                  </a:lnTo>
                  <a:lnTo>
                    <a:pt x="222705" y="132666"/>
                  </a:lnTo>
                  <a:lnTo>
                    <a:pt x="206246" y="142921"/>
                  </a:lnTo>
                  <a:lnTo>
                    <a:pt x="193193" y="147117"/>
                  </a:lnTo>
                  <a:lnTo>
                    <a:pt x="184591" y="147781"/>
                  </a:lnTo>
                  <a:lnTo>
                    <a:pt x="181491" y="147440"/>
                  </a:lnTo>
                  <a:lnTo>
                    <a:pt x="151348" y="130098"/>
                  </a:lnTo>
                  <a:lnTo>
                    <a:pt x="136268" y="110461"/>
                  </a:lnTo>
                  <a:lnTo>
                    <a:pt x="128647" y="86832"/>
                  </a:lnTo>
                  <a:lnTo>
                    <a:pt x="120886" y="57516"/>
                  </a:lnTo>
                  <a:lnTo>
                    <a:pt x="101657" y="26952"/>
                  </a:lnTo>
                  <a:lnTo>
                    <a:pt x="74735" y="8991"/>
                  </a:lnTo>
                  <a:lnTo>
                    <a:pt x="50366" y="914"/>
                  </a:lnTo>
                  <a:lnTo>
                    <a:pt x="38794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 descr=""/>
            <p:cNvSpPr/>
            <p:nvPr/>
          </p:nvSpPr>
          <p:spPr>
            <a:xfrm>
              <a:off x="1854318" y="2172903"/>
              <a:ext cx="59055" cy="121920"/>
            </a:xfrm>
            <a:custGeom>
              <a:avLst/>
              <a:gdLst/>
              <a:ahLst/>
              <a:cxnLst/>
              <a:rect l="l" t="t" r="r" b="b"/>
              <a:pathLst>
                <a:path w="59055" h="121919">
                  <a:moveTo>
                    <a:pt x="42928" y="0"/>
                  </a:moveTo>
                  <a:lnTo>
                    <a:pt x="31161" y="4159"/>
                  </a:lnTo>
                  <a:lnTo>
                    <a:pt x="9926" y="13532"/>
                  </a:lnTo>
                  <a:lnTo>
                    <a:pt x="11479" y="48060"/>
                  </a:lnTo>
                  <a:lnTo>
                    <a:pt x="10963" y="70849"/>
                  </a:lnTo>
                  <a:lnTo>
                    <a:pt x="7446" y="92053"/>
                  </a:lnTo>
                  <a:lnTo>
                    <a:pt x="0" y="121822"/>
                  </a:lnTo>
                  <a:lnTo>
                    <a:pt x="6969" y="120842"/>
                  </a:lnTo>
                  <a:lnTo>
                    <a:pt x="51254" y="104817"/>
                  </a:lnTo>
                  <a:lnTo>
                    <a:pt x="59049" y="52156"/>
                  </a:lnTo>
                  <a:lnTo>
                    <a:pt x="58983" y="20456"/>
                  </a:lnTo>
                  <a:lnTo>
                    <a:pt x="54930" y="3595"/>
                  </a:lnTo>
                  <a:lnTo>
                    <a:pt x="49444" y="122"/>
                  </a:lnTo>
                  <a:lnTo>
                    <a:pt x="42928" y="0"/>
                  </a:lnTo>
                  <a:close/>
                </a:path>
              </a:pathLst>
            </a:custGeom>
            <a:solidFill>
              <a:srgbClr val="F4D3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 descr=""/>
            <p:cNvSpPr/>
            <p:nvPr/>
          </p:nvSpPr>
          <p:spPr>
            <a:xfrm>
              <a:off x="1625108" y="2246219"/>
              <a:ext cx="51435" cy="62865"/>
            </a:xfrm>
            <a:custGeom>
              <a:avLst/>
              <a:gdLst/>
              <a:ahLst/>
              <a:cxnLst/>
              <a:rect l="l" t="t" r="r" b="b"/>
              <a:pathLst>
                <a:path w="51435" h="62864">
                  <a:moveTo>
                    <a:pt x="33601" y="0"/>
                  </a:moveTo>
                  <a:lnTo>
                    <a:pt x="25547" y="3395"/>
                  </a:lnTo>
                  <a:lnTo>
                    <a:pt x="14907" y="12703"/>
                  </a:lnTo>
                  <a:lnTo>
                    <a:pt x="5214" y="23901"/>
                  </a:lnTo>
                  <a:lnTo>
                    <a:pt x="0" y="32962"/>
                  </a:lnTo>
                  <a:lnTo>
                    <a:pt x="1048" y="41249"/>
                  </a:lnTo>
                  <a:lnTo>
                    <a:pt x="5995" y="50876"/>
                  </a:lnTo>
                  <a:lnTo>
                    <a:pt x="12099" y="58923"/>
                  </a:lnTo>
                  <a:lnTo>
                    <a:pt x="16617" y="62469"/>
                  </a:lnTo>
                  <a:lnTo>
                    <a:pt x="23382" y="60819"/>
                  </a:lnTo>
                  <a:lnTo>
                    <a:pt x="34690" y="56448"/>
                  </a:lnTo>
                  <a:lnTo>
                    <a:pt x="45518" y="51166"/>
                  </a:lnTo>
                  <a:lnTo>
                    <a:pt x="50846" y="46783"/>
                  </a:lnTo>
                  <a:lnTo>
                    <a:pt x="49246" y="37701"/>
                  </a:lnTo>
                  <a:lnTo>
                    <a:pt x="44238" y="21986"/>
                  </a:lnTo>
                  <a:lnTo>
                    <a:pt x="38223" y="6974"/>
                  </a:lnTo>
                  <a:lnTo>
                    <a:pt x="33601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 descr=""/>
            <p:cNvSpPr/>
            <p:nvPr/>
          </p:nvSpPr>
          <p:spPr>
            <a:xfrm>
              <a:off x="1865631" y="2264356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4114" y="0"/>
                  </a:moveTo>
                  <a:lnTo>
                    <a:pt x="6963" y="0"/>
                  </a:lnTo>
                  <a:lnTo>
                    <a:pt x="0" y="6952"/>
                  </a:lnTo>
                  <a:lnTo>
                    <a:pt x="0" y="24114"/>
                  </a:lnTo>
                  <a:lnTo>
                    <a:pt x="6963" y="31067"/>
                  </a:lnTo>
                  <a:lnTo>
                    <a:pt x="24114" y="31067"/>
                  </a:lnTo>
                  <a:lnTo>
                    <a:pt x="31088" y="24114"/>
                  </a:lnTo>
                  <a:lnTo>
                    <a:pt x="31088" y="15538"/>
                  </a:lnTo>
                  <a:lnTo>
                    <a:pt x="31088" y="6952"/>
                  </a:lnTo>
                  <a:lnTo>
                    <a:pt x="24114" y="0"/>
                  </a:lnTo>
                  <a:close/>
                </a:path>
              </a:pathLst>
            </a:custGeom>
            <a:solidFill>
              <a:srgbClr val="FBE4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 descr=""/>
            <p:cNvSpPr/>
            <p:nvPr/>
          </p:nvSpPr>
          <p:spPr>
            <a:xfrm>
              <a:off x="1640289" y="1954955"/>
              <a:ext cx="386715" cy="448945"/>
            </a:xfrm>
            <a:custGeom>
              <a:avLst/>
              <a:gdLst/>
              <a:ahLst/>
              <a:cxnLst/>
              <a:rect l="l" t="t" r="r" b="b"/>
              <a:pathLst>
                <a:path w="386714" h="448944">
                  <a:moveTo>
                    <a:pt x="175893" y="0"/>
                  </a:moveTo>
                  <a:lnTo>
                    <a:pt x="115376" y="12366"/>
                  </a:lnTo>
                  <a:lnTo>
                    <a:pt x="58372" y="33771"/>
                  </a:lnTo>
                  <a:lnTo>
                    <a:pt x="24161" y="60008"/>
                  </a:lnTo>
                  <a:lnTo>
                    <a:pt x="1833" y="115310"/>
                  </a:lnTo>
                  <a:lnTo>
                    <a:pt x="0" y="158373"/>
                  </a:lnTo>
                  <a:lnTo>
                    <a:pt x="7260" y="186321"/>
                  </a:lnTo>
                  <a:lnTo>
                    <a:pt x="12214" y="196277"/>
                  </a:lnTo>
                  <a:lnTo>
                    <a:pt x="32732" y="170878"/>
                  </a:lnTo>
                  <a:lnTo>
                    <a:pt x="63272" y="154295"/>
                  </a:lnTo>
                  <a:lnTo>
                    <a:pt x="91006" y="145269"/>
                  </a:lnTo>
                  <a:lnTo>
                    <a:pt x="103101" y="142540"/>
                  </a:lnTo>
                  <a:lnTo>
                    <a:pt x="119647" y="169376"/>
                  </a:lnTo>
                  <a:lnTo>
                    <a:pt x="129233" y="217345"/>
                  </a:lnTo>
                  <a:lnTo>
                    <a:pt x="133504" y="277146"/>
                  </a:lnTo>
                  <a:lnTo>
                    <a:pt x="134108" y="339482"/>
                  </a:lnTo>
                  <a:lnTo>
                    <a:pt x="132690" y="395053"/>
                  </a:lnTo>
                  <a:lnTo>
                    <a:pt x="130378" y="448709"/>
                  </a:lnTo>
                  <a:lnTo>
                    <a:pt x="145077" y="438380"/>
                  </a:lnTo>
                  <a:lnTo>
                    <a:pt x="175193" y="430910"/>
                  </a:lnTo>
                  <a:lnTo>
                    <a:pt x="215385" y="423249"/>
                  </a:lnTo>
                  <a:lnTo>
                    <a:pt x="260309" y="412345"/>
                  </a:lnTo>
                  <a:lnTo>
                    <a:pt x="304624" y="395147"/>
                  </a:lnTo>
                  <a:lnTo>
                    <a:pt x="342987" y="368604"/>
                  </a:lnTo>
                  <a:lnTo>
                    <a:pt x="370056" y="329665"/>
                  </a:lnTo>
                  <a:lnTo>
                    <a:pt x="380298" y="291056"/>
                  </a:lnTo>
                  <a:lnTo>
                    <a:pt x="386316" y="235529"/>
                  </a:lnTo>
                  <a:lnTo>
                    <a:pt x="385610" y="172373"/>
                  </a:lnTo>
                  <a:lnTo>
                    <a:pt x="375679" y="110876"/>
                  </a:lnTo>
                  <a:lnTo>
                    <a:pt x="349029" y="69108"/>
                  </a:lnTo>
                  <a:lnTo>
                    <a:pt x="303990" y="36363"/>
                  </a:lnTo>
                  <a:lnTo>
                    <a:pt x="256038" y="13375"/>
                  </a:lnTo>
                  <a:lnTo>
                    <a:pt x="220647" y="879"/>
                  </a:lnTo>
                  <a:lnTo>
                    <a:pt x="175893" y="0"/>
                  </a:lnTo>
                  <a:close/>
                </a:path>
              </a:pathLst>
            </a:custGeom>
            <a:solidFill>
              <a:srgbClr val="E7E0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7" name="object 717" descr=""/>
          <p:cNvGrpSpPr/>
          <p:nvPr/>
        </p:nvGrpSpPr>
        <p:grpSpPr>
          <a:xfrm>
            <a:off x="865251" y="3801329"/>
            <a:ext cx="505459" cy="598805"/>
            <a:chOff x="865251" y="3801329"/>
            <a:chExt cx="505459" cy="598805"/>
          </a:xfrm>
        </p:grpSpPr>
        <p:pic>
          <p:nvPicPr>
            <p:cNvPr id="718" name="object 718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048521" y="4230122"/>
              <a:ext cx="174654" cy="169786"/>
            </a:xfrm>
            <a:prstGeom prst="rect">
              <a:avLst/>
            </a:prstGeom>
          </p:spPr>
        </p:pic>
        <p:sp>
          <p:nvSpPr>
            <p:cNvPr id="719" name="object 719" descr=""/>
            <p:cNvSpPr/>
            <p:nvPr/>
          </p:nvSpPr>
          <p:spPr>
            <a:xfrm>
              <a:off x="980991" y="3951729"/>
              <a:ext cx="304800" cy="407034"/>
            </a:xfrm>
            <a:custGeom>
              <a:avLst/>
              <a:gdLst/>
              <a:ahLst/>
              <a:cxnLst/>
              <a:rect l="l" t="t" r="r" b="b"/>
              <a:pathLst>
                <a:path w="304800" h="40703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3471" y="325206"/>
                  </a:lnTo>
                  <a:lnTo>
                    <a:pt x="57778" y="366862"/>
                  </a:lnTo>
                  <a:lnTo>
                    <a:pt x="85484" y="374987"/>
                  </a:lnTo>
                  <a:lnTo>
                    <a:pt x="91412" y="386564"/>
                  </a:lnTo>
                  <a:lnTo>
                    <a:pt x="97023" y="393624"/>
                  </a:lnTo>
                  <a:lnTo>
                    <a:pt x="105586" y="399049"/>
                  </a:lnTo>
                  <a:lnTo>
                    <a:pt x="120373" y="405719"/>
                  </a:lnTo>
                  <a:lnTo>
                    <a:pt x="132357" y="406664"/>
                  </a:lnTo>
                  <a:lnTo>
                    <a:pt x="154089" y="406247"/>
                  </a:lnTo>
                  <a:lnTo>
                    <a:pt x="206542" y="393040"/>
                  </a:lnTo>
                  <a:lnTo>
                    <a:pt x="227710" y="370652"/>
                  </a:lnTo>
                  <a:lnTo>
                    <a:pt x="256474" y="360393"/>
                  </a:lnTo>
                  <a:lnTo>
                    <a:pt x="280652" y="311313"/>
                  </a:lnTo>
                  <a:lnTo>
                    <a:pt x="291307" y="242430"/>
                  </a:lnTo>
                  <a:lnTo>
                    <a:pt x="296149" y="204830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 descr=""/>
            <p:cNvSpPr/>
            <p:nvPr/>
          </p:nvSpPr>
          <p:spPr>
            <a:xfrm>
              <a:off x="1267474" y="4106818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40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5"/>
                  </a:lnTo>
                  <a:lnTo>
                    <a:pt x="45349" y="104918"/>
                  </a:lnTo>
                  <a:lnTo>
                    <a:pt x="53155" y="52206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 descr=""/>
            <p:cNvSpPr/>
            <p:nvPr/>
          </p:nvSpPr>
          <p:spPr>
            <a:xfrm>
              <a:off x="1269579" y="419916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40" y="0"/>
                  </a:moveTo>
                  <a:lnTo>
                    <a:pt x="6994" y="0"/>
                  </a:lnTo>
                  <a:lnTo>
                    <a:pt x="0" y="6984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40" y="31213"/>
                  </a:lnTo>
                  <a:lnTo>
                    <a:pt x="31224" y="24229"/>
                  </a:lnTo>
                  <a:lnTo>
                    <a:pt x="31224" y="15612"/>
                  </a:lnTo>
                  <a:lnTo>
                    <a:pt x="31224" y="6984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 descr=""/>
            <p:cNvSpPr/>
            <p:nvPr/>
          </p:nvSpPr>
          <p:spPr>
            <a:xfrm>
              <a:off x="936656" y="4106818"/>
              <a:ext cx="52705" cy="127000"/>
            </a:xfrm>
            <a:custGeom>
              <a:avLst/>
              <a:gdLst/>
              <a:ahLst/>
              <a:cxnLst/>
              <a:rect l="l" t="t" r="r" b="b"/>
              <a:pathLst>
                <a:path w="52705" h="127000">
                  <a:moveTo>
                    <a:pt x="16146" y="0"/>
                  </a:moveTo>
                  <a:lnTo>
                    <a:pt x="9621" y="123"/>
                  </a:lnTo>
                  <a:lnTo>
                    <a:pt x="4129" y="3601"/>
                  </a:lnTo>
                  <a:lnTo>
                    <a:pt x="71" y="20476"/>
                  </a:lnTo>
                  <a:lnTo>
                    <a:pt x="0" y="52206"/>
                  </a:lnTo>
                  <a:lnTo>
                    <a:pt x="2914" y="84963"/>
                  </a:lnTo>
                  <a:lnTo>
                    <a:pt x="32957" y="120264"/>
                  </a:lnTo>
                  <a:lnTo>
                    <a:pt x="52546" y="126666"/>
                  </a:lnTo>
                  <a:lnTo>
                    <a:pt x="48895" y="94136"/>
                  </a:lnTo>
                  <a:lnTo>
                    <a:pt x="47328" y="71509"/>
                  </a:lnTo>
                  <a:lnTo>
                    <a:pt x="47530" y="48182"/>
                  </a:lnTo>
                  <a:lnTo>
                    <a:pt x="49185" y="13549"/>
                  </a:lnTo>
                  <a:lnTo>
                    <a:pt x="27926" y="4164"/>
                  </a:lnTo>
                  <a:lnTo>
                    <a:pt x="16146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 descr=""/>
            <p:cNvSpPr/>
            <p:nvPr/>
          </p:nvSpPr>
          <p:spPr>
            <a:xfrm>
              <a:off x="947118" y="420910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29" y="0"/>
                  </a:moveTo>
                  <a:lnTo>
                    <a:pt x="6994" y="0"/>
                  </a:lnTo>
                  <a:lnTo>
                    <a:pt x="0" y="6994"/>
                  </a:lnTo>
                  <a:lnTo>
                    <a:pt x="0" y="15612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29" y="31213"/>
                  </a:lnTo>
                  <a:lnTo>
                    <a:pt x="31213" y="24229"/>
                  </a:lnTo>
                  <a:lnTo>
                    <a:pt x="31213" y="6994"/>
                  </a:lnTo>
                  <a:lnTo>
                    <a:pt x="24229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 descr=""/>
            <p:cNvSpPr/>
            <p:nvPr/>
          </p:nvSpPr>
          <p:spPr>
            <a:xfrm>
              <a:off x="865251" y="3801329"/>
              <a:ext cx="505459" cy="410209"/>
            </a:xfrm>
            <a:custGeom>
              <a:avLst/>
              <a:gdLst/>
              <a:ahLst/>
              <a:cxnLst/>
              <a:rect l="l" t="t" r="r" b="b"/>
              <a:pathLst>
                <a:path w="505459" h="410210">
                  <a:moveTo>
                    <a:pt x="296795" y="0"/>
                  </a:moveTo>
                  <a:lnTo>
                    <a:pt x="250614" y="108"/>
                  </a:lnTo>
                  <a:lnTo>
                    <a:pt x="202823" y="12477"/>
                  </a:lnTo>
                  <a:lnTo>
                    <a:pt x="157944" y="39459"/>
                  </a:lnTo>
                  <a:lnTo>
                    <a:pt x="74880" y="46016"/>
                  </a:lnTo>
                  <a:lnTo>
                    <a:pt x="36126" y="63365"/>
                  </a:lnTo>
                  <a:lnTo>
                    <a:pt x="31721" y="105156"/>
                  </a:lnTo>
                  <a:lnTo>
                    <a:pt x="51707" y="185036"/>
                  </a:lnTo>
                  <a:lnTo>
                    <a:pt x="16215" y="240772"/>
                  </a:lnTo>
                  <a:lnTo>
                    <a:pt x="227" y="275293"/>
                  </a:lnTo>
                  <a:lnTo>
                    <a:pt x="0" y="302950"/>
                  </a:lnTo>
                  <a:lnTo>
                    <a:pt x="11792" y="338089"/>
                  </a:lnTo>
                  <a:lnTo>
                    <a:pt x="43213" y="386637"/>
                  </a:lnTo>
                  <a:lnTo>
                    <a:pt x="79405" y="406554"/>
                  </a:lnTo>
                  <a:lnTo>
                    <a:pt x="109263" y="409761"/>
                  </a:lnTo>
                  <a:lnTo>
                    <a:pt x="121684" y="408181"/>
                  </a:lnTo>
                  <a:lnTo>
                    <a:pt x="142004" y="333902"/>
                  </a:lnTo>
                  <a:lnTo>
                    <a:pt x="149048" y="276265"/>
                  </a:lnTo>
                  <a:lnTo>
                    <a:pt x="148849" y="238969"/>
                  </a:lnTo>
                  <a:lnTo>
                    <a:pt x="147442" y="225715"/>
                  </a:lnTo>
                  <a:lnTo>
                    <a:pt x="229687" y="263281"/>
                  </a:lnTo>
                  <a:lnTo>
                    <a:pt x="306411" y="264385"/>
                  </a:lnTo>
                  <a:lnTo>
                    <a:pt x="363094" y="249809"/>
                  </a:lnTo>
                  <a:lnTo>
                    <a:pt x="385215" y="240332"/>
                  </a:lnTo>
                  <a:lnTo>
                    <a:pt x="383803" y="301179"/>
                  </a:lnTo>
                  <a:lnTo>
                    <a:pt x="387598" y="346345"/>
                  </a:lnTo>
                  <a:lnTo>
                    <a:pt x="392747" y="375231"/>
                  </a:lnTo>
                  <a:lnTo>
                    <a:pt x="395393" y="387239"/>
                  </a:lnTo>
                  <a:lnTo>
                    <a:pt x="407476" y="397593"/>
                  </a:lnTo>
                  <a:lnTo>
                    <a:pt x="434932" y="395353"/>
                  </a:lnTo>
                  <a:lnTo>
                    <a:pt x="466190" y="377687"/>
                  </a:lnTo>
                  <a:lnTo>
                    <a:pt x="489683" y="341764"/>
                  </a:lnTo>
                  <a:lnTo>
                    <a:pt x="505041" y="262584"/>
                  </a:lnTo>
                  <a:lnTo>
                    <a:pt x="498136" y="207224"/>
                  </a:lnTo>
                  <a:lnTo>
                    <a:pt x="483404" y="174715"/>
                  </a:lnTo>
                  <a:lnTo>
                    <a:pt x="475285" y="164094"/>
                  </a:lnTo>
                  <a:lnTo>
                    <a:pt x="463809" y="99840"/>
                  </a:lnTo>
                  <a:lnTo>
                    <a:pt x="430842" y="65678"/>
                  </a:lnTo>
                  <a:lnTo>
                    <a:pt x="396391" y="52130"/>
                  </a:lnTo>
                  <a:lnTo>
                    <a:pt x="380461" y="49720"/>
                  </a:lnTo>
                  <a:lnTo>
                    <a:pt x="366241" y="27158"/>
                  </a:lnTo>
                  <a:lnTo>
                    <a:pt x="336844" y="9800"/>
                  </a:lnTo>
                  <a:lnTo>
                    <a:pt x="296795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5" name="object 725" descr=""/>
          <p:cNvSpPr/>
          <p:nvPr/>
        </p:nvSpPr>
        <p:spPr>
          <a:xfrm>
            <a:off x="2307293" y="4098668"/>
            <a:ext cx="52705" cy="127000"/>
          </a:xfrm>
          <a:custGeom>
            <a:avLst/>
            <a:gdLst/>
            <a:ahLst/>
            <a:cxnLst/>
            <a:rect l="l" t="t" r="r" b="b"/>
            <a:pathLst>
              <a:path w="52705" h="127000">
                <a:moveTo>
                  <a:pt x="16142" y="0"/>
                </a:moveTo>
                <a:lnTo>
                  <a:pt x="9617" y="123"/>
                </a:lnTo>
                <a:lnTo>
                  <a:pt x="4125" y="3601"/>
                </a:lnTo>
                <a:lnTo>
                  <a:pt x="69" y="20476"/>
                </a:lnTo>
                <a:lnTo>
                  <a:pt x="0" y="52206"/>
                </a:lnTo>
                <a:lnTo>
                  <a:pt x="2915" y="84963"/>
                </a:lnTo>
                <a:lnTo>
                  <a:pt x="32953" y="120264"/>
                </a:lnTo>
                <a:lnTo>
                  <a:pt x="52542" y="126666"/>
                </a:lnTo>
                <a:lnTo>
                  <a:pt x="48891" y="94136"/>
                </a:lnTo>
                <a:lnTo>
                  <a:pt x="47324" y="71509"/>
                </a:lnTo>
                <a:lnTo>
                  <a:pt x="47526" y="48182"/>
                </a:lnTo>
                <a:lnTo>
                  <a:pt x="49181" y="13549"/>
                </a:lnTo>
                <a:lnTo>
                  <a:pt x="27922" y="4164"/>
                </a:lnTo>
                <a:lnTo>
                  <a:pt x="16142" y="0"/>
                </a:lnTo>
                <a:close/>
              </a:path>
            </a:pathLst>
          </a:custGeom>
          <a:solidFill>
            <a:srgbClr val="EEC9A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26" name="object 726" descr=""/>
          <p:cNvGrpSpPr/>
          <p:nvPr/>
        </p:nvGrpSpPr>
        <p:grpSpPr>
          <a:xfrm>
            <a:off x="2253836" y="3787180"/>
            <a:ext cx="496570" cy="612140"/>
            <a:chOff x="2253836" y="3787180"/>
            <a:chExt cx="496570" cy="612140"/>
          </a:xfrm>
        </p:grpSpPr>
        <p:pic>
          <p:nvPicPr>
            <p:cNvPr id="727" name="object 727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2412984" y="4228978"/>
              <a:ext cx="174654" cy="169786"/>
            </a:xfrm>
            <a:prstGeom prst="rect">
              <a:avLst/>
            </a:prstGeom>
          </p:spPr>
        </p:pic>
        <p:sp>
          <p:nvSpPr>
            <p:cNvPr id="728" name="object 728" descr=""/>
            <p:cNvSpPr/>
            <p:nvPr/>
          </p:nvSpPr>
          <p:spPr>
            <a:xfrm>
              <a:off x="2349723" y="3943576"/>
              <a:ext cx="304800" cy="410845"/>
            </a:xfrm>
            <a:custGeom>
              <a:avLst/>
              <a:gdLst/>
              <a:ahLst/>
              <a:cxnLst/>
              <a:rect l="l" t="t" r="r" b="b"/>
              <a:pathLst>
                <a:path w="304800" h="41084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2103" y="325305"/>
                  </a:lnTo>
                  <a:lnTo>
                    <a:pt x="47216" y="367780"/>
                  </a:lnTo>
                  <a:lnTo>
                    <a:pt x="68259" y="376641"/>
                  </a:lnTo>
                  <a:lnTo>
                    <a:pt x="74297" y="387928"/>
                  </a:lnTo>
                  <a:lnTo>
                    <a:pt x="115693" y="408679"/>
                  </a:lnTo>
                  <a:lnTo>
                    <a:pt x="161175" y="410586"/>
                  </a:lnTo>
                  <a:lnTo>
                    <a:pt x="174811" y="409290"/>
                  </a:lnTo>
                  <a:lnTo>
                    <a:pt x="191304" y="399918"/>
                  </a:lnTo>
                  <a:lnTo>
                    <a:pt x="202055" y="389949"/>
                  </a:lnTo>
                  <a:lnTo>
                    <a:pt x="207896" y="382027"/>
                  </a:lnTo>
                  <a:lnTo>
                    <a:pt x="209658" y="378798"/>
                  </a:lnTo>
                  <a:lnTo>
                    <a:pt x="240992" y="369434"/>
                  </a:lnTo>
                  <a:lnTo>
                    <a:pt x="277093" y="319088"/>
                  </a:lnTo>
                  <a:lnTo>
                    <a:pt x="286790" y="275987"/>
                  </a:lnTo>
                  <a:lnTo>
                    <a:pt x="290915" y="242331"/>
                  </a:lnTo>
                  <a:lnTo>
                    <a:pt x="296002" y="204796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 descr=""/>
            <p:cNvSpPr/>
            <p:nvPr/>
          </p:nvSpPr>
          <p:spPr>
            <a:xfrm>
              <a:off x="2315849" y="420095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29" y="0"/>
                  </a:moveTo>
                  <a:lnTo>
                    <a:pt x="6994" y="0"/>
                  </a:lnTo>
                  <a:lnTo>
                    <a:pt x="0" y="6994"/>
                  </a:lnTo>
                  <a:lnTo>
                    <a:pt x="0" y="15612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29" y="31213"/>
                  </a:lnTo>
                  <a:lnTo>
                    <a:pt x="31213" y="24229"/>
                  </a:lnTo>
                  <a:lnTo>
                    <a:pt x="31213" y="6994"/>
                  </a:lnTo>
                  <a:lnTo>
                    <a:pt x="24229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 descr=""/>
            <p:cNvSpPr/>
            <p:nvPr/>
          </p:nvSpPr>
          <p:spPr>
            <a:xfrm>
              <a:off x="2253836" y="3787180"/>
              <a:ext cx="496570" cy="408305"/>
            </a:xfrm>
            <a:custGeom>
              <a:avLst/>
              <a:gdLst/>
              <a:ahLst/>
              <a:cxnLst/>
              <a:rect l="l" t="t" r="r" b="b"/>
              <a:pathLst>
                <a:path w="496569" h="408304">
                  <a:moveTo>
                    <a:pt x="273516" y="0"/>
                  </a:moveTo>
                  <a:lnTo>
                    <a:pt x="227335" y="108"/>
                  </a:lnTo>
                  <a:lnTo>
                    <a:pt x="179544" y="12477"/>
                  </a:lnTo>
                  <a:lnTo>
                    <a:pt x="134661" y="39459"/>
                  </a:lnTo>
                  <a:lnTo>
                    <a:pt x="51604" y="46016"/>
                  </a:lnTo>
                  <a:lnTo>
                    <a:pt x="12852" y="63365"/>
                  </a:lnTo>
                  <a:lnTo>
                    <a:pt x="8449" y="105156"/>
                  </a:lnTo>
                  <a:lnTo>
                    <a:pt x="28434" y="185036"/>
                  </a:lnTo>
                  <a:lnTo>
                    <a:pt x="11251" y="226748"/>
                  </a:lnTo>
                  <a:lnTo>
                    <a:pt x="2638" y="254475"/>
                  </a:lnTo>
                  <a:lnTo>
                    <a:pt x="0" y="280656"/>
                  </a:lnTo>
                  <a:lnTo>
                    <a:pt x="739" y="317733"/>
                  </a:lnTo>
                  <a:lnTo>
                    <a:pt x="17647" y="368190"/>
                  </a:lnTo>
                  <a:lnTo>
                    <a:pt x="52037" y="395245"/>
                  </a:lnTo>
                  <a:lnTo>
                    <a:pt x="85887" y="406156"/>
                  </a:lnTo>
                  <a:lnTo>
                    <a:pt x="101176" y="408181"/>
                  </a:lnTo>
                  <a:lnTo>
                    <a:pt x="98451" y="337975"/>
                  </a:lnTo>
                  <a:lnTo>
                    <a:pt x="99971" y="284215"/>
                  </a:lnTo>
                  <a:lnTo>
                    <a:pt x="102937" y="249818"/>
                  </a:lnTo>
                  <a:lnTo>
                    <a:pt x="104547" y="237704"/>
                  </a:lnTo>
                  <a:lnTo>
                    <a:pt x="189858" y="273397"/>
                  </a:lnTo>
                  <a:lnTo>
                    <a:pt x="273327" y="270380"/>
                  </a:lnTo>
                  <a:lnTo>
                    <a:pt x="336755" y="251682"/>
                  </a:lnTo>
                  <a:lnTo>
                    <a:pt x="361943" y="240332"/>
                  </a:lnTo>
                  <a:lnTo>
                    <a:pt x="360529" y="301179"/>
                  </a:lnTo>
                  <a:lnTo>
                    <a:pt x="364322" y="346345"/>
                  </a:lnTo>
                  <a:lnTo>
                    <a:pt x="372120" y="387239"/>
                  </a:lnTo>
                  <a:lnTo>
                    <a:pt x="419373" y="399347"/>
                  </a:lnTo>
                  <a:lnTo>
                    <a:pt x="455936" y="384428"/>
                  </a:lnTo>
                  <a:lnTo>
                    <a:pt x="481845" y="349753"/>
                  </a:lnTo>
                  <a:lnTo>
                    <a:pt x="496138" y="269132"/>
                  </a:lnTo>
                  <a:lnTo>
                    <a:pt x="486889" y="210600"/>
                  </a:lnTo>
                  <a:lnTo>
                    <a:pt x="469815" y="174921"/>
                  </a:lnTo>
                  <a:lnTo>
                    <a:pt x="460631" y="162858"/>
                  </a:lnTo>
                  <a:lnTo>
                    <a:pt x="447806" y="98798"/>
                  </a:lnTo>
                  <a:lnTo>
                    <a:pt x="411873" y="65060"/>
                  </a:lnTo>
                  <a:lnTo>
                    <a:pt x="374456" y="51937"/>
                  </a:lnTo>
                  <a:lnTo>
                    <a:pt x="357178" y="49720"/>
                  </a:lnTo>
                  <a:lnTo>
                    <a:pt x="342958" y="27158"/>
                  </a:lnTo>
                  <a:lnTo>
                    <a:pt x="313564" y="9800"/>
                  </a:lnTo>
                  <a:lnTo>
                    <a:pt x="273516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 descr=""/>
            <p:cNvSpPr/>
            <p:nvPr/>
          </p:nvSpPr>
          <p:spPr>
            <a:xfrm>
              <a:off x="2636206" y="4098669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39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5"/>
                  </a:lnTo>
                  <a:lnTo>
                    <a:pt x="45349" y="104918"/>
                  </a:lnTo>
                  <a:lnTo>
                    <a:pt x="53155" y="52206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2" name="object 732" descr=""/>
            <p:cNvSpPr/>
            <p:nvPr/>
          </p:nvSpPr>
          <p:spPr>
            <a:xfrm>
              <a:off x="2638309" y="4191014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40" y="0"/>
                  </a:moveTo>
                  <a:lnTo>
                    <a:pt x="6994" y="0"/>
                  </a:lnTo>
                  <a:lnTo>
                    <a:pt x="0" y="6984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40" y="31213"/>
                  </a:lnTo>
                  <a:lnTo>
                    <a:pt x="31224" y="24229"/>
                  </a:lnTo>
                  <a:lnTo>
                    <a:pt x="31224" y="15612"/>
                  </a:lnTo>
                  <a:lnTo>
                    <a:pt x="31224" y="6984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3" name="object 733" descr=""/>
          <p:cNvGrpSpPr/>
          <p:nvPr/>
        </p:nvGrpSpPr>
        <p:grpSpPr>
          <a:xfrm>
            <a:off x="1625108" y="3811532"/>
            <a:ext cx="452755" cy="582295"/>
            <a:chOff x="1625108" y="3811532"/>
            <a:chExt cx="452755" cy="582295"/>
          </a:xfrm>
        </p:grpSpPr>
        <p:pic>
          <p:nvPicPr>
            <p:cNvPr id="734" name="object 734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731443" y="4156333"/>
              <a:ext cx="172738" cy="237185"/>
            </a:xfrm>
            <a:prstGeom prst="rect">
              <a:avLst/>
            </a:prstGeom>
          </p:spPr>
        </p:pic>
        <p:sp>
          <p:nvSpPr>
            <p:cNvPr id="735" name="object 735" descr=""/>
            <p:cNvSpPr/>
            <p:nvPr/>
          </p:nvSpPr>
          <p:spPr>
            <a:xfrm>
              <a:off x="1641732" y="3968780"/>
              <a:ext cx="241935" cy="388620"/>
            </a:xfrm>
            <a:custGeom>
              <a:avLst/>
              <a:gdLst/>
              <a:ahLst/>
              <a:cxnLst/>
              <a:rect l="l" t="t" r="r" b="b"/>
              <a:pathLst>
                <a:path w="241935" h="388620">
                  <a:moveTo>
                    <a:pt x="38794" y="0"/>
                  </a:moveTo>
                  <a:lnTo>
                    <a:pt x="33545" y="15755"/>
                  </a:lnTo>
                  <a:lnTo>
                    <a:pt x="25713" y="52304"/>
                  </a:lnTo>
                  <a:lnTo>
                    <a:pt x="18601" y="102145"/>
                  </a:lnTo>
                  <a:lnTo>
                    <a:pt x="15507" y="157775"/>
                  </a:lnTo>
                  <a:lnTo>
                    <a:pt x="12856" y="178413"/>
                  </a:lnTo>
                  <a:lnTo>
                    <a:pt x="1738" y="234217"/>
                  </a:lnTo>
                  <a:lnTo>
                    <a:pt x="0" y="250484"/>
                  </a:lnTo>
                  <a:lnTo>
                    <a:pt x="2933" y="266335"/>
                  </a:lnTo>
                  <a:lnTo>
                    <a:pt x="6498" y="282973"/>
                  </a:lnTo>
                  <a:lnTo>
                    <a:pt x="10774" y="301435"/>
                  </a:lnTo>
                  <a:lnTo>
                    <a:pt x="7668" y="334046"/>
                  </a:lnTo>
                  <a:lnTo>
                    <a:pt x="33899" y="377576"/>
                  </a:lnTo>
                  <a:lnTo>
                    <a:pt x="49440" y="380011"/>
                  </a:lnTo>
                  <a:lnTo>
                    <a:pt x="61797" y="379679"/>
                  </a:lnTo>
                  <a:lnTo>
                    <a:pt x="66835" y="379025"/>
                  </a:lnTo>
                  <a:lnTo>
                    <a:pt x="92406" y="387886"/>
                  </a:lnTo>
                  <a:lnTo>
                    <a:pt x="131188" y="382068"/>
                  </a:lnTo>
                  <a:lnTo>
                    <a:pt x="193452" y="327196"/>
                  </a:lnTo>
                  <a:lnTo>
                    <a:pt x="219891" y="283189"/>
                  </a:lnTo>
                  <a:lnTo>
                    <a:pt x="233054" y="245972"/>
                  </a:lnTo>
                  <a:lnTo>
                    <a:pt x="241517" y="201159"/>
                  </a:lnTo>
                  <a:lnTo>
                    <a:pt x="241319" y="166473"/>
                  </a:lnTo>
                  <a:lnTo>
                    <a:pt x="235998" y="137140"/>
                  </a:lnTo>
                  <a:lnTo>
                    <a:pt x="222705" y="132666"/>
                  </a:lnTo>
                  <a:lnTo>
                    <a:pt x="206246" y="142921"/>
                  </a:lnTo>
                  <a:lnTo>
                    <a:pt x="193193" y="147117"/>
                  </a:lnTo>
                  <a:lnTo>
                    <a:pt x="184591" y="147781"/>
                  </a:lnTo>
                  <a:lnTo>
                    <a:pt x="181491" y="147440"/>
                  </a:lnTo>
                  <a:lnTo>
                    <a:pt x="151348" y="130099"/>
                  </a:lnTo>
                  <a:lnTo>
                    <a:pt x="136268" y="110462"/>
                  </a:lnTo>
                  <a:lnTo>
                    <a:pt x="128647" y="86836"/>
                  </a:lnTo>
                  <a:lnTo>
                    <a:pt x="120886" y="57527"/>
                  </a:lnTo>
                  <a:lnTo>
                    <a:pt x="101657" y="26956"/>
                  </a:lnTo>
                  <a:lnTo>
                    <a:pt x="74735" y="8993"/>
                  </a:lnTo>
                  <a:lnTo>
                    <a:pt x="50366" y="915"/>
                  </a:lnTo>
                  <a:lnTo>
                    <a:pt x="38794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 descr=""/>
            <p:cNvSpPr/>
            <p:nvPr/>
          </p:nvSpPr>
          <p:spPr>
            <a:xfrm>
              <a:off x="1854318" y="4083479"/>
              <a:ext cx="59055" cy="121920"/>
            </a:xfrm>
            <a:custGeom>
              <a:avLst/>
              <a:gdLst/>
              <a:ahLst/>
              <a:cxnLst/>
              <a:rect l="l" t="t" r="r" b="b"/>
              <a:pathLst>
                <a:path w="59055" h="121920">
                  <a:moveTo>
                    <a:pt x="42928" y="0"/>
                  </a:moveTo>
                  <a:lnTo>
                    <a:pt x="31161" y="4159"/>
                  </a:lnTo>
                  <a:lnTo>
                    <a:pt x="9926" y="13532"/>
                  </a:lnTo>
                  <a:lnTo>
                    <a:pt x="11479" y="48060"/>
                  </a:lnTo>
                  <a:lnTo>
                    <a:pt x="10963" y="70849"/>
                  </a:lnTo>
                  <a:lnTo>
                    <a:pt x="7446" y="92053"/>
                  </a:lnTo>
                  <a:lnTo>
                    <a:pt x="0" y="121822"/>
                  </a:lnTo>
                  <a:lnTo>
                    <a:pt x="6969" y="120842"/>
                  </a:lnTo>
                  <a:lnTo>
                    <a:pt x="51254" y="104817"/>
                  </a:lnTo>
                  <a:lnTo>
                    <a:pt x="59049" y="52156"/>
                  </a:lnTo>
                  <a:lnTo>
                    <a:pt x="58983" y="20456"/>
                  </a:lnTo>
                  <a:lnTo>
                    <a:pt x="54930" y="3595"/>
                  </a:lnTo>
                  <a:lnTo>
                    <a:pt x="49444" y="122"/>
                  </a:lnTo>
                  <a:lnTo>
                    <a:pt x="42928" y="0"/>
                  </a:lnTo>
                  <a:close/>
                </a:path>
              </a:pathLst>
            </a:custGeom>
            <a:solidFill>
              <a:srgbClr val="F4D3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7" name="object 737" descr=""/>
            <p:cNvSpPr/>
            <p:nvPr/>
          </p:nvSpPr>
          <p:spPr>
            <a:xfrm>
              <a:off x="1625108" y="4156796"/>
              <a:ext cx="51435" cy="62865"/>
            </a:xfrm>
            <a:custGeom>
              <a:avLst/>
              <a:gdLst/>
              <a:ahLst/>
              <a:cxnLst/>
              <a:rect l="l" t="t" r="r" b="b"/>
              <a:pathLst>
                <a:path w="51435" h="62864">
                  <a:moveTo>
                    <a:pt x="33601" y="0"/>
                  </a:moveTo>
                  <a:lnTo>
                    <a:pt x="25547" y="3395"/>
                  </a:lnTo>
                  <a:lnTo>
                    <a:pt x="14907" y="12703"/>
                  </a:lnTo>
                  <a:lnTo>
                    <a:pt x="5214" y="23901"/>
                  </a:lnTo>
                  <a:lnTo>
                    <a:pt x="0" y="32962"/>
                  </a:lnTo>
                  <a:lnTo>
                    <a:pt x="1048" y="41249"/>
                  </a:lnTo>
                  <a:lnTo>
                    <a:pt x="5995" y="50876"/>
                  </a:lnTo>
                  <a:lnTo>
                    <a:pt x="12099" y="58923"/>
                  </a:lnTo>
                  <a:lnTo>
                    <a:pt x="16617" y="62469"/>
                  </a:lnTo>
                  <a:lnTo>
                    <a:pt x="23382" y="60818"/>
                  </a:lnTo>
                  <a:lnTo>
                    <a:pt x="34690" y="56444"/>
                  </a:lnTo>
                  <a:lnTo>
                    <a:pt x="45518" y="51162"/>
                  </a:lnTo>
                  <a:lnTo>
                    <a:pt x="50846" y="46783"/>
                  </a:lnTo>
                  <a:lnTo>
                    <a:pt x="49246" y="37701"/>
                  </a:lnTo>
                  <a:lnTo>
                    <a:pt x="44238" y="21986"/>
                  </a:lnTo>
                  <a:lnTo>
                    <a:pt x="38223" y="6974"/>
                  </a:lnTo>
                  <a:lnTo>
                    <a:pt x="33601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8" name="object 738" descr=""/>
            <p:cNvSpPr/>
            <p:nvPr/>
          </p:nvSpPr>
          <p:spPr>
            <a:xfrm>
              <a:off x="1865631" y="417493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4114" y="0"/>
                  </a:moveTo>
                  <a:lnTo>
                    <a:pt x="6963" y="0"/>
                  </a:lnTo>
                  <a:lnTo>
                    <a:pt x="0" y="6952"/>
                  </a:lnTo>
                  <a:lnTo>
                    <a:pt x="0" y="24114"/>
                  </a:lnTo>
                  <a:lnTo>
                    <a:pt x="6963" y="31067"/>
                  </a:lnTo>
                  <a:lnTo>
                    <a:pt x="24114" y="31067"/>
                  </a:lnTo>
                  <a:lnTo>
                    <a:pt x="31088" y="24114"/>
                  </a:lnTo>
                  <a:lnTo>
                    <a:pt x="31088" y="15538"/>
                  </a:lnTo>
                  <a:lnTo>
                    <a:pt x="31088" y="6952"/>
                  </a:lnTo>
                  <a:lnTo>
                    <a:pt x="2411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 descr=""/>
            <p:cNvSpPr/>
            <p:nvPr/>
          </p:nvSpPr>
          <p:spPr>
            <a:xfrm>
              <a:off x="1652500" y="3811532"/>
              <a:ext cx="424815" cy="454025"/>
            </a:xfrm>
            <a:custGeom>
              <a:avLst/>
              <a:gdLst/>
              <a:ahLst/>
              <a:cxnLst/>
              <a:rect l="l" t="t" r="r" b="b"/>
              <a:pathLst>
                <a:path w="424814" h="454025">
                  <a:moveTo>
                    <a:pt x="235540" y="0"/>
                  </a:moveTo>
                  <a:lnTo>
                    <a:pt x="196635" y="1688"/>
                  </a:lnTo>
                  <a:lnTo>
                    <a:pt x="163157" y="17486"/>
                  </a:lnTo>
                  <a:lnTo>
                    <a:pt x="71494" y="17941"/>
                  </a:lnTo>
                  <a:lnTo>
                    <a:pt x="23944" y="29649"/>
                  </a:lnTo>
                  <a:lnTo>
                    <a:pt x="5211" y="63010"/>
                  </a:lnTo>
                  <a:lnTo>
                    <a:pt x="0" y="128425"/>
                  </a:lnTo>
                  <a:lnTo>
                    <a:pt x="10024" y="167615"/>
                  </a:lnTo>
                  <a:lnTo>
                    <a:pt x="34641" y="192424"/>
                  </a:lnTo>
                  <a:lnTo>
                    <a:pt x="59751" y="205425"/>
                  </a:lnTo>
                  <a:lnTo>
                    <a:pt x="71254" y="209187"/>
                  </a:lnTo>
                  <a:lnTo>
                    <a:pt x="73040" y="253347"/>
                  </a:lnTo>
                  <a:lnTo>
                    <a:pt x="90393" y="280924"/>
                  </a:lnTo>
                  <a:lnTo>
                    <a:pt x="110329" y="295122"/>
                  </a:lnTo>
                  <a:lnTo>
                    <a:pt x="119860" y="299142"/>
                  </a:lnTo>
                  <a:lnTo>
                    <a:pt x="109002" y="359667"/>
                  </a:lnTo>
                  <a:lnTo>
                    <a:pt x="123315" y="398275"/>
                  </a:lnTo>
                  <a:lnTo>
                    <a:pt x="152380" y="420000"/>
                  </a:lnTo>
                  <a:lnTo>
                    <a:pt x="185777" y="429873"/>
                  </a:lnTo>
                  <a:lnTo>
                    <a:pt x="223898" y="434196"/>
                  </a:lnTo>
                  <a:lnTo>
                    <a:pt x="234821" y="446951"/>
                  </a:lnTo>
                  <a:lnTo>
                    <a:pt x="271075" y="453439"/>
                  </a:lnTo>
                  <a:lnTo>
                    <a:pt x="318669" y="449062"/>
                  </a:lnTo>
                  <a:lnTo>
                    <a:pt x="363611" y="429222"/>
                  </a:lnTo>
                  <a:lnTo>
                    <a:pt x="410692" y="374459"/>
                  </a:lnTo>
                  <a:lnTo>
                    <a:pt x="423519" y="321800"/>
                  </a:lnTo>
                  <a:lnTo>
                    <a:pt x="418895" y="282183"/>
                  </a:lnTo>
                  <a:lnTo>
                    <a:pt x="413620" y="266547"/>
                  </a:lnTo>
                  <a:lnTo>
                    <a:pt x="424814" y="187568"/>
                  </a:lnTo>
                  <a:lnTo>
                    <a:pt x="403704" y="145003"/>
                  </a:lnTo>
                  <a:lnTo>
                    <a:pt x="373799" y="127666"/>
                  </a:lnTo>
                  <a:lnTo>
                    <a:pt x="358606" y="124373"/>
                  </a:lnTo>
                  <a:lnTo>
                    <a:pt x="358081" y="89298"/>
                  </a:lnTo>
                  <a:lnTo>
                    <a:pt x="341144" y="57071"/>
                  </a:lnTo>
                  <a:lnTo>
                    <a:pt x="312163" y="29944"/>
                  </a:lnTo>
                  <a:lnTo>
                    <a:pt x="275506" y="10169"/>
                  </a:lnTo>
                  <a:lnTo>
                    <a:pt x="235540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0" name="object 740" descr=""/>
          <p:cNvGrpSpPr/>
          <p:nvPr/>
        </p:nvGrpSpPr>
        <p:grpSpPr>
          <a:xfrm>
            <a:off x="2941810" y="3807276"/>
            <a:ext cx="481965" cy="641350"/>
            <a:chOff x="2941810" y="3807276"/>
            <a:chExt cx="481965" cy="641350"/>
          </a:xfrm>
        </p:grpSpPr>
        <p:sp>
          <p:nvSpPr>
            <p:cNvPr id="741" name="object 741" descr=""/>
            <p:cNvSpPr/>
            <p:nvPr/>
          </p:nvSpPr>
          <p:spPr>
            <a:xfrm>
              <a:off x="3040693" y="3967055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43" y="473"/>
                  </a:lnTo>
                  <a:lnTo>
                    <a:pt x="51228" y="70609"/>
                  </a:lnTo>
                  <a:lnTo>
                    <a:pt x="22366" y="124766"/>
                  </a:lnTo>
                  <a:lnTo>
                    <a:pt x="4096" y="161861"/>
                  </a:lnTo>
                  <a:lnTo>
                    <a:pt x="0" y="192493"/>
                  </a:lnTo>
                  <a:lnTo>
                    <a:pt x="2565" y="233134"/>
                  </a:lnTo>
                  <a:lnTo>
                    <a:pt x="12012" y="290129"/>
                  </a:lnTo>
                  <a:lnTo>
                    <a:pt x="58459" y="349231"/>
                  </a:lnTo>
                  <a:lnTo>
                    <a:pt x="88505" y="380652"/>
                  </a:lnTo>
                  <a:lnTo>
                    <a:pt x="139397" y="400261"/>
                  </a:lnTo>
                  <a:lnTo>
                    <a:pt x="160880" y="400341"/>
                  </a:lnTo>
                  <a:lnTo>
                    <a:pt x="172740" y="399226"/>
                  </a:lnTo>
                  <a:lnTo>
                    <a:pt x="212379" y="363216"/>
                  </a:lnTo>
                  <a:lnTo>
                    <a:pt x="259690" y="316872"/>
                  </a:lnTo>
                  <a:lnTo>
                    <a:pt x="265962" y="309311"/>
                  </a:lnTo>
                  <a:lnTo>
                    <a:pt x="272024" y="302873"/>
                  </a:lnTo>
                  <a:lnTo>
                    <a:pt x="287468" y="246766"/>
                  </a:lnTo>
                  <a:lnTo>
                    <a:pt x="290820" y="187368"/>
                  </a:lnTo>
                  <a:lnTo>
                    <a:pt x="289729" y="151545"/>
                  </a:lnTo>
                  <a:lnTo>
                    <a:pt x="286322" y="89646"/>
                  </a:lnTo>
                  <a:lnTo>
                    <a:pt x="282072" y="30350"/>
                  </a:lnTo>
                  <a:lnTo>
                    <a:pt x="278454" y="2337"/>
                  </a:lnTo>
                  <a:lnTo>
                    <a:pt x="247583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2" name="object 742" descr=""/>
            <p:cNvPicPr/>
            <p:nvPr/>
          </p:nvPicPr>
          <p:blipFill>
            <a:blip r:embed="rId160" cstate="print"/>
            <a:stretch>
              <a:fillRect/>
            </a:stretch>
          </p:blipFill>
          <p:spPr>
            <a:xfrm>
              <a:off x="3098802" y="4278705"/>
              <a:ext cx="174664" cy="169776"/>
            </a:xfrm>
            <a:prstGeom prst="rect">
              <a:avLst/>
            </a:prstGeom>
          </p:spPr>
        </p:pic>
        <p:sp>
          <p:nvSpPr>
            <p:cNvPr id="743" name="object 743" descr=""/>
            <p:cNvSpPr/>
            <p:nvPr/>
          </p:nvSpPr>
          <p:spPr>
            <a:xfrm>
              <a:off x="3008846" y="421024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12"/>
                  </a:lnTo>
                  <a:lnTo>
                    <a:pt x="23695" y="30512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4" name="object 744" descr=""/>
            <p:cNvSpPr/>
            <p:nvPr/>
          </p:nvSpPr>
          <p:spPr>
            <a:xfrm>
              <a:off x="2992501" y="412045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19" h="120014">
                  <a:moveTo>
                    <a:pt x="15828" y="0"/>
                  </a:moveTo>
                  <a:lnTo>
                    <a:pt x="9427" y="124"/>
                  </a:lnTo>
                  <a:lnTo>
                    <a:pt x="4036" y="3541"/>
                  </a:lnTo>
                  <a:lnTo>
                    <a:pt x="58" y="20085"/>
                  </a:lnTo>
                  <a:lnTo>
                    <a:pt x="0" y="51203"/>
                  </a:lnTo>
                  <a:lnTo>
                    <a:pt x="2870" y="83333"/>
                  </a:lnTo>
                  <a:lnTo>
                    <a:pt x="35553" y="115636"/>
                  </a:lnTo>
                  <a:lnTo>
                    <a:pt x="57992" y="119590"/>
                  </a:lnTo>
                  <a:lnTo>
                    <a:pt x="50666" y="90376"/>
                  </a:lnTo>
                  <a:lnTo>
                    <a:pt x="47207" y="69564"/>
                  </a:lnTo>
                  <a:lnTo>
                    <a:pt x="46702" y="47187"/>
                  </a:lnTo>
                  <a:lnTo>
                    <a:pt x="48234" y="13279"/>
                  </a:lnTo>
                  <a:lnTo>
                    <a:pt x="27382" y="4080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5" name="object 745" descr=""/>
            <p:cNvSpPr/>
            <p:nvPr/>
          </p:nvSpPr>
          <p:spPr>
            <a:xfrm>
              <a:off x="3336425" y="421024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12"/>
                  </a:lnTo>
                  <a:lnTo>
                    <a:pt x="23664" y="30512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6" name="object 746" descr=""/>
            <p:cNvSpPr/>
            <p:nvPr/>
          </p:nvSpPr>
          <p:spPr>
            <a:xfrm>
              <a:off x="3325302" y="412045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42154" y="0"/>
                  </a:moveTo>
                  <a:lnTo>
                    <a:pt x="30604" y="4080"/>
                  </a:lnTo>
                  <a:lnTo>
                    <a:pt x="9758" y="13279"/>
                  </a:lnTo>
                  <a:lnTo>
                    <a:pt x="11284" y="47187"/>
                  </a:lnTo>
                  <a:lnTo>
                    <a:pt x="10777" y="69564"/>
                  </a:lnTo>
                  <a:lnTo>
                    <a:pt x="7320" y="90376"/>
                  </a:lnTo>
                  <a:lnTo>
                    <a:pt x="0" y="119590"/>
                  </a:lnTo>
                  <a:lnTo>
                    <a:pt x="6842" y="118629"/>
                  </a:lnTo>
                  <a:lnTo>
                    <a:pt x="50312" y="102910"/>
                  </a:lnTo>
                  <a:lnTo>
                    <a:pt x="57986" y="51203"/>
                  </a:lnTo>
                  <a:lnTo>
                    <a:pt x="57920" y="20085"/>
                  </a:lnTo>
                  <a:lnTo>
                    <a:pt x="53935" y="3541"/>
                  </a:lnTo>
                  <a:lnTo>
                    <a:pt x="48551" y="124"/>
                  </a:lnTo>
                  <a:lnTo>
                    <a:pt x="42154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7" name="object 747" descr=""/>
            <p:cNvSpPr/>
            <p:nvPr/>
          </p:nvSpPr>
          <p:spPr>
            <a:xfrm>
              <a:off x="2941810" y="3807276"/>
              <a:ext cx="481965" cy="534670"/>
            </a:xfrm>
            <a:custGeom>
              <a:avLst/>
              <a:gdLst/>
              <a:ahLst/>
              <a:cxnLst/>
              <a:rect l="l" t="t" r="r" b="b"/>
              <a:pathLst>
                <a:path w="481964" h="534670">
                  <a:moveTo>
                    <a:pt x="253297" y="0"/>
                  </a:moveTo>
                  <a:lnTo>
                    <a:pt x="204375" y="1145"/>
                  </a:lnTo>
                  <a:lnTo>
                    <a:pt x="156989" y="10817"/>
                  </a:lnTo>
                  <a:lnTo>
                    <a:pt x="97954" y="44186"/>
                  </a:lnTo>
                  <a:lnTo>
                    <a:pt x="69424" y="86011"/>
                  </a:lnTo>
                  <a:lnTo>
                    <a:pt x="59819" y="136907"/>
                  </a:lnTo>
                  <a:lnTo>
                    <a:pt x="11725" y="167317"/>
                  </a:lnTo>
                  <a:lnTo>
                    <a:pt x="1823" y="207807"/>
                  </a:lnTo>
                  <a:lnTo>
                    <a:pt x="10364" y="243218"/>
                  </a:lnTo>
                  <a:lnTo>
                    <a:pt x="17600" y="258391"/>
                  </a:lnTo>
                  <a:lnTo>
                    <a:pt x="0" y="309137"/>
                  </a:lnTo>
                  <a:lnTo>
                    <a:pt x="8996" y="347681"/>
                  </a:lnTo>
                  <a:lnTo>
                    <a:pt x="27168" y="372168"/>
                  </a:lnTo>
                  <a:lnTo>
                    <a:pt x="37097" y="380743"/>
                  </a:lnTo>
                  <a:lnTo>
                    <a:pt x="73686" y="492898"/>
                  </a:lnTo>
                  <a:lnTo>
                    <a:pt x="146994" y="533467"/>
                  </a:lnTo>
                  <a:lnTo>
                    <a:pt x="218920" y="534388"/>
                  </a:lnTo>
                  <a:lnTo>
                    <a:pt x="251363" y="527597"/>
                  </a:lnTo>
                  <a:lnTo>
                    <a:pt x="299437" y="534467"/>
                  </a:lnTo>
                  <a:lnTo>
                    <a:pt x="340279" y="529779"/>
                  </a:lnTo>
                  <a:lnTo>
                    <a:pt x="376994" y="513796"/>
                  </a:lnTo>
                  <a:lnTo>
                    <a:pt x="412688" y="486781"/>
                  </a:lnTo>
                  <a:lnTo>
                    <a:pt x="464273" y="413938"/>
                  </a:lnTo>
                  <a:lnTo>
                    <a:pt x="476445" y="344461"/>
                  </a:lnTo>
                  <a:lnTo>
                    <a:pt x="469133" y="292442"/>
                  </a:lnTo>
                  <a:lnTo>
                    <a:pt x="462267" y="271971"/>
                  </a:lnTo>
                  <a:lnTo>
                    <a:pt x="481815" y="205943"/>
                  </a:lnTo>
                  <a:lnTo>
                    <a:pt x="466232" y="158128"/>
                  </a:lnTo>
                  <a:lnTo>
                    <a:pt x="439381" y="129052"/>
                  </a:lnTo>
                  <a:lnTo>
                    <a:pt x="425127" y="119243"/>
                  </a:lnTo>
                  <a:lnTo>
                    <a:pt x="424725" y="89080"/>
                  </a:lnTo>
                  <a:lnTo>
                    <a:pt x="409362" y="61773"/>
                  </a:lnTo>
                  <a:lnTo>
                    <a:pt x="381789" y="38266"/>
                  </a:lnTo>
                  <a:lnTo>
                    <a:pt x="344754" y="19505"/>
                  </a:lnTo>
                  <a:lnTo>
                    <a:pt x="301007" y="6434"/>
                  </a:lnTo>
                  <a:lnTo>
                    <a:pt x="253297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8" name="object 748" descr=""/>
          <p:cNvGrpSpPr/>
          <p:nvPr/>
        </p:nvGrpSpPr>
        <p:grpSpPr>
          <a:xfrm>
            <a:off x="3672650" y="3807276"/>
            <a:ext cx="481965" cy="641350"/>
            <a:chOff x="3672650" y="3807276"/>
            <a:chExt cx="481965" cy="641350"/>
          </a:xfrm>
        </p:grpSpPr>
        <p:sp>
          <p:nvSpPr>
            <p:cNvPr id="749" name="object 749" descr=""/>
            <p:cNvSpPr/>
            <p:nvPr/>
          </p:nvSpPr>
          <p:spPr>
            <a:xfrm>
              <a:off x="3780429" y="3967055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39" y="473"/>
                  </a:lnTo>
                  <a:lnTo>
                    <a:pt x="51224" y="70609"/>
                  </a:lnTo>
                  <a:lnTo>
                    <a:pt x="22362" y="124766"/>
                  </a:lnTo>
                  <a:lnTo>
                    <a:pt x="4091" y="161861"/>
                  </a:lnTo>
                  <a:lnTo>
                    <a:pt x="0" y="192493"/>
                  </a:lnTo>
                  <a:lnTo>
                    <a:pt x="2564" y="233134"/>
                  </a:lnTo>
                  <a:lnTo>
                    <a:pt x="12007" y="290129"/>
                  </a:lnTo>
                  <a:lnTo>
                    <a:pt x="58455" y="349231"/>
                  </a:lnTo>
                  <a:lnTo>
                    <a:pt x="88501" y="380652"/>
                  </a:lnTo>
                  <a:lnTo>
                    <a:pt x="139392" y="400261"/>
                  </a:lnTo>
                  <a:lnTo>
                    <a:pt x="160875" y="400341"/>
                  </a:lnTo>
                  <a:lnTo>
                    <a:pt x="172736" y="399226"/>
                  </a:lnTo>
                  <a:lnTo>
                    <a:pt x="212374" y="363216"/>
                  </a:lnTo>
                  <a:lnTo>
                    <a:pt x="259686" y="316872"/>
                  </a:lnTo>
                  <a:lnTo>
                    <a:pt x="265958" y="309311"/>
                  </a:lnTo>
                  <a:lnTo>
                    <a:pt x="272019" y="302873"/>
                  </a:lnTo>
                  <a:lnTo>
                    <a:pt x="287465" y="246766"/>
                  </a:lnTo>
                  <a:lnTo>
                    <a:pt x="290826" y="187368"/>
                  </a:lnTo>
                  <a:lnTo>
                    <a:pt x="289729" y="151545"/>
                  </a:lnTo>
                  <a:lnTo>
                    <a:pt x="286318" y="89646"/>
                  </a:lnTo>
                  <a:lnTo>
                    <a:pt x="282068" y="30350"/>
                  </a:lnTo>
                  <a:lnTo>
                    <a:pt x="278450" y="2337"/>
                  </a:lnTo>
                  <a:lnTo>
                    <a:pt x="247580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0" name="object 750" descr=""/>
            <p:cNvSpPr/>
            <p:nvPr/>
          </p:nvSpPr>
          <p:spPr>
            <a:xfrm>
              <a:off x="3840291" y="3954774"/>
              <a:ext cx="301625" cy="409575"/>
            </a:xfrm>
            <a:custGeom>
              <a:avLst/>
              <a:gdLst/>
              <a:ahLst/>
              <a:cxnLst/>
              <a:rect l="l" t="t" r="r" b="b"/>
              <a:pathLst>
                <a:path w="301625" h="409575">
                  <a:moveTo>
                    <a:pt x="12627" y="0"/>
                  </a:moveTo>
                  <a:lnTo>
                    <a:pt x="8933" y="28562"/>
                  </a:lnTo>
                  <a:lnTo>
                    <a:pt x="4590" y="89014"/>
                  </a:lnTo>
                  <a:lnTo>
                    <a:pt x="1108" y="152122"/>
                  </a:lnTo>
                  <a:lnTo>
                    <a:pt x="0" y="188653"/>
                  </a:lnTo>
                  <a:lnTo>
                    <a:pt x="1694" y="212427"/>
                  </a:lnTo>
                  <a:lnTo>
                    <a:pt x="8959" y="281787"/>
                  </a:lnTo>
                  <a:lnTo>
                    <a:pt x="22109" y="324227"/>
                  </a:lnTo>
                  <a:lnTo>
                    <a:pt x="47222" y="366699"/>
                  </a:lnTo>
                  <a:lnTo>
                    <a:pt x="68259" y="375559"/>
                  </a:lnTo>
                  <a:lnTo>
                    <a:pt x="74297" y="386851"/>
                  </a:lnTo>
                  <a:lnTo>
                    <a:pt x="115652" y="407483"/>
                  </a:lnTo>
                  <a:lnTo>
                    <a:pt x="161052" y="409168"/>
                  </a:lnTo>
                  <a:lnTo>
                    <a:pt x="174811" y="408217"/>
                  </a:lnTo>
                  <a:lnTo>
                    <a:pt x="195933" y="400189"/>
                  </a:lnTo>
                  <a:lnTo>
                    <a:pt x="210068" y="392214"/>
                  </a:lnTo>
                  <a:lnTo>
                    <a:pt x="217985" y="386102"/>
                  </a:lnTo>
                  <a:lnTo>
                    <a:pt x="220454" y="383663"/>
                  </a:lnTo>
                  <a:lnTo>
                    <a:pt x="250105" y="373370"/>
                  </a:lnTo>
                  <a:lnTo>
                    <a:pt x="278781" y="318935"/>
                  </a:lnTo>
                  <a:lnTo>
                    <a:pt x="286790" y="274905"/>
                  </a:lnTo>
                  <a:lnTo>
                    <a:pt x="290915" y="241249"/>
                  </a:lnTo>
                  <a:lnTo>
                    <a:pt x="296002" y="203713"/>
                  </a:lnTo>
                  <a:lnTo>
                    <a:pt x="301393" y="173575"/>
                  </a:lnTo>
                  <a:lnTo>
                    <a:pt x="301517" y="134818"/>
                  </a:lnTo>
                  <a:lnTo>
                    <a:pt x="294081" y="82426"/>
                  </a:lnTo>
                  <a:lnTo>
                    <a:pt x="285162" y="36356"/>
                  </a:lnTo>
                  <a:lnTo>
                    <a:pt x="186869" y="9633"/>
                  </a:lnTo>
                  <a:lnTo>
                    <a:pt x="108249" y="4179"/>
                  </a:lnTo>
                  <a:lnTo>
                    <a:pt x="41842" y="255"/>
                  </a:lnTo>
                  <a:lnTo>
                    <a:pt x="12627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1" name="object 751" descr=""/>
            <p:cNvPicPr/>
            <p:nvPr/>
          </p:nvPicPr>
          <p:blipFill>
            <a:blip r:embed="rId161" cstate="print"/>
            <a:stretch>
              <a:fillRect/>
            </a:stretch>
          </p:blipFill>
          <p:spPr>
            <a:xfrm>
              <a:off x="3834581" y="4265247"/>
              <a:ext cx="178612" cy="183235"/>
            </a:xfrm>
            <a:prstGeom prst="rect">
              <a:avLst/>
            </a:prstGeom>
          </p:spPr>
        </p:pic>
        <p:sp>
          <p:nvSpPr>
            <p:cNvPr id="752" name="object 752" descr=""/>
            <p:cNvSpPr/>
            <p:nvPr/>
          </p:nvSpPr>
          <p:spPr>
            <a:xfrm>
              <a:off x="3748580" y="421024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12"/>
                  </a:lnTo>
                  <a:lnTo>
                    <a:pt x="23695" y="30512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3" name="object 753" descr=""/>
            <p:cNvSpPr/>
            <p:nvPr/>
          </p:nvSpPr>
          <p:spPr>
            <a:xfrm>
              <a:off x="3732235" y="412045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15828" y="0"/>
                  </a:moveTo>
                  <a:lnTo>
                    <a:pt x="9430" y="124"/>
                  </a:lnTo>
                  <a:lnTo>
                    <a:pt x="4045" y="3541"/>
                  </a:lnTo>
                  <a:lnTo>
                    <a:pt x="62" y="20085"/>
                  </a:lnTo>
                  <a:lnTo>
                    <a:pt x="0" y="51203"/>
                  </a:lnTo>
                  <a:lnTo>
                    <a:pt x="2869" y="83333"/>
                  </a:lnTo>
                  <a:lnTo>
                    <a:pt x="35552" y="115636"/>
                  </a:lnTo>
                  <a:lnTo>
                    <a:pt x="57991" y="119590"/>
                  </a:lnTo>
                  <a:lnTo>
                    <a:pt x="50665" y="90376"/>
                  </a:lnTo>
                  <a:lnTo>
                    <a:pt x="47206" y="69564"/>
                  </a:lnTo>
                  <a:lnTo>
                    <a:pt x="46700" y="47187"/>
                  </a:lnTo>
                  <a:lnTo>
                    <a:pt x="48232" y="13279"/>
                  </a:lnTo>
                  <a:lnTo>
                    <a:pt x="27381" y="4080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4" name="object 754" descr=""/>
            <p:cNvSpPr/>
            <p:nvPr/>
          </p:nvSpPr>
          <p:spPr>
            <a:xfrm>
              <a:off x="4076156" y="421024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12"/>
                  </a:lnTo>
                  <a:lnTo>
                    <a:pt x="23664" y="30512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 descr=""/>
            <p:cNvSpPr/>
            <p:nvPr/>
          </p:nvSpPr>
          <p:spPr>
            <a:xfrm>
              <a:off x="4065035" y="412045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42155" y="0"/>
                  </a:moveTo>
                  <a:lnTo>
                    <a:pt x="30604" y="4080"/>
                  </a:lnTo>
                  <a:lnTo>
                    <a:pt x="9758" y="13279"/>
                  </a:lnTo>
                  <a:lnTo>
                    <a:pt x="11284" y="47187"/>
                  </a:lnTo>
                  <a:lnTo>
                    <a:pt x="10777" y="69564"/>
                  </a:lnTo>
                  <a:lnTo>
                    <a:pt x="7320" y="90376"/>
                  </a:lnTo>
                  <a:lnTo>
                    <a:pt x="0" y="119590"/>
                  </a:lnTo>
                  <a:lnTo>
                    <a:pt x="6842" y="118629"/>
                  </a:lnTo>
                  <a:lnTo>
                    <a:pt x="50312" y="102910"/>
                  </a:lnTo>
                  <a:lnTo>
                    <a:pt x="57987" y="51203"/>
                  </a:lnTo>
                  <a:lnTo>
                    <a:pt x="57925" y="20085"/>
                  </a:lnTo>
                  <a:lnTo>
                    <a:pt x="53946" y="3541"/>
                  </a:lnTo>
                  <a:lnTo>
                    <a:pt x="48555" y="124"/>
                  </a:lnTo>
                  <a:lnTo>
                    <a:pt x="42155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6" name="object 756" descr=""/>
            <p:cNvSpPr/>
            <p:nvPr/>
          </p:nvSpPr>
          <p:spPr>
            <a:xfrm>
              <a:off x="3672650" y="3807276"/>
              <a:ext cx="481965" cy="540385"/>
            </a:xfrm>
            <a:custGeom>
              <a:avLst/>
              <a:gdLst/>
              <a:ahLst/>
              <a:cxnLst/>
              <a:rect l="l" t="t" r="r" b="b"/>
              <a:pathLst>
                <a:path w="481964" h="540385">
                  <a:moveTo>
                    <a:pt x="253297" y="0"/>
                  </a:moveTo>
                  <a:lnTo>
                    <a:pt x="204375" y="1145"/>
                  </a:lnTo>
                  <a:lnTo>
                    <a:pt x="156989" y="10817"/>
                  </a:lnTo>
                  <a:lnTo>
                    <a:pt x="97956" y="44186"/>
                  </a:lnTo>
                  <a:lnTo>
                    <a:pt x="69430" y="86011"/>
                  </a:lnTo>
                  <a:lnTo>
                    <a:pt x="59829" y="136907"/>
                  </a:lnTo>
                  <a:lnTo>
                    <a:pt x="11729" y="167317"/>
                  </a:lnTo>
                  <a:lnTo>
                    <a:pt x="1824" y="207807"/>
                  </a:lnTo>
                  <a:lnTo>
                    <a:pt x="10365" y="243218"/>
                  </a:lnTo>
                  <a:lnTo>
                    <a:pt x="17600" y="258391"/>
                  </a:lnTo>
                  <a:lnTo>
                    <a:pt x="0" y="309137"/>
                  </a:lnTo>
                  <a:lnTo>
                    <a:pt x="8996" y="347681"/>
                  </a:lnTo>
                  <a:lnTo>
                    <a:pt x="27168" y="372168"/>
                  </a:lnTo>
                  <a:lnTo>
                    <a:pt x="37097" y="380743"/>
                  </a:lnTo>
                  <a:lnTo>
                    <a:pt x="69034" y="493898"/>
                  </a:lnTo>
                  <a:lnTo>
                    <a:pt x="132110" y="536666"/>
                  </a:lnTo>
                  <a:lnTo>
                    <a:pt x="193803" y="539786"/>
                  </a:lnTo>
                  <a:lnTo>
                    <a:pt x="221594" y="533995"/>
                  </a:lnTo>
                  <a:lnTo>
                    <a:pt x="274324" y="539865"/>
                  </a:lnTo>
                  <a:lnTo>
                    <a:pt x="325398" y="532978"/>
                  </a:lnTo>
                  <a:lnTo>
                    <a:pt x="372344" y="514795"/>
                  </a:lnTo>
                  <a:lnTo>
                    <a:pt x="412688" y="486781"/>
                  </a:lnTo>
                  <a:lnTo>
                    <a:pt x="464273" y="413938"/>
                  </a:lnTo>
                  <a:lnTo>
                    <a:pt x="476445" y="344461"/>
                  </a:lnTo>
                  <a:lnTo>
                    <a:pt x="469133" y="292442"/>
                  </a:lnTo>
                  <a:lnTo>
                    <a:pt x="462267" y="271971"/>
                  </a:lnTo>
                  <a:lnTo>
                    <a:pt x="481815" y="205943"/>
                  </a:lnTo>
                  <a:lnTo>
                    <a:pt x="466232" y="158128"/>
                  </a:lnTo>
                  <a:lnTo>
                    <a:pt x="439381" y="129052"/>
                  </a:lnTo>
                  <a:lnTo>
                    <a:pt x="425127" y="119243"/>
                  </a:lnTo>
                  <a:lnTo>
                    <a:pt x="424725" y="89080"/>
                  </a:lnTo>
                  <a:lnTo>
                    <a:pt x="409362" y="61773"/>
                  </a:lnTo>
                  <a:lnTo>
                    <a:pt x="381789" y="38266"/>
                  </a:lnTo>
                  <a:lnTo>
                    <a:pt x="344754" y="19505"/>
                  </a:lnTo>
                  <a:lnTo>
                    <a:pt x="301007" y="6434"/>
                  </a:lnTo>
                  <a:lnTo>
                    <a:pt x="253297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7" name="object 757" descr=""/>
          <p:cNvGrpSpPr/>
          <p:nvPr/>
        </p:nvGrpSpPr>
        <p:grpSpPr>
          <a:xfrm>
            <a:off x="924192" y="5793847"/>
            <a:ext cx="513715" cy="661670"/>
            <a:chOff x="924192" y="5793847"/>
            <a:chExt cx="513715" cy="661670"/>
          </a:xfrm>
        </p:grpSpPr>
        <p:pic>
          <p:nvPicPr>
            <p:cNvPr id="758" name="object 758" descr=""/>
            <p:cNvPicPr/>
            <p:nvPr/>
          </p:nvPicPr>
          <p:blipFill>
            <a:blip r:embed="rId162" cstate="print"/>
            <a:stretch>
              <a:fillRect/>
            </a:stretch>
          </p:blipFill>
          <p:spPr>
            <a:xfrm>
              <a:off x="1048522" y="6285192"/>
              <a:ext cx="174654" cy="169786"/>
            </a:xfrm>
            <a:prstGeom prst="rect">
              <a:avLst/>
            </a:prstGeom>
          </p:spPr>
        </p:pic>
        <p:sp>
          <p:nvSpPr>
            <p:cNvPr id="759" name="object 759" descr=""/>
            <p:cNvSpPr/>
            <p:nvPr/>
          </p:nvSpPr>
          <p:spPr>
            <a:xfrm>
              <a:off x="980991" y="6006797"/>
              <a:ext cx="304800" cy="407034"/>
            </a:xfrm>
            <a:custGeom>
              <a:avLst/>
              <a:gdLst/>
              <a:ahLst/>
              <a:cxnLst/>
              <a:rect l="l" t="t" r="r" b="b"/>
              <a:pathLst>
                <a:path w="304800" h="40703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3471" y="325210"/>
                  </a:lnTo>
                  <a:lnTo>
                    <a:pt x="57778" y="366863"/>
                  </a:lnTo>
                  <a:lnTo>
                    <a:pt x="85484" y="374987"/>
                  </a:lnTo>
                  <a:lnTo>
                    <a:pt x="91412" y="386564"/>
                  </a:lnTo>
                  <a:lnTo>
                    <a:pt x="97023" y="393624"/>
                  </a:lnTo>
                  <a:lnTo>
                    <a:pt x="105586" y="399049"/>
                  </a:lnTo>
                  <a:lnTo>
                    <a:pt x="120373" y="405719"/>
                  </a:lnTo>
                  <a:lnTo>
                    <a:pt x="132357" y="406670"/>
                  </a:lnTo>
                  <a:lnTo>
                    <a:pt x="154089" y="406254"/>
                  </a:lnTo>
                  <a:lnTo>
                    <a:pt x="206542" y="393044"/>
                  </a:lnTo>
                  <a:lnTo>
                    <a:pt x="227710" y="370652"/>
                  </a:lnTo>
                  <a:lnTo>
                    <a:pt x="256474" y="360393"/>
                  </a:lnTo>
                  <a:lnTo>
                    <a:pt x="280652" y="311313"/>
                  </a:lnTo>
                  <a:lnTo>
                    <a:pt x="291307" y="242434"/>
                  </a:lnTo>
                  <a:lnTo>
                    <a:pt x="296149" y="204834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0" name="object 760" descr=""/>
            <p:cNvSpPr/>
            <p:nvPr/>
          </p:nvSpPr>
          <p:spPr>
            <a:xfrm>
              <a:off x="1267474" y="6161889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40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5"/>
                  </a:lnTo>
                  <a:lnTo>
                    <a:pt x="45349" y="104918"/>
                  </a:lnTo>
                  <a:lnTo>
                    <a:pt x="53155" y="52206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1" name="object 761" descr=""/>
            <p:cNvSpPr/>
            <p:nvPr/>
          </p:nvSpPr>
          <p:spPr>
            <a:xfrm>
              <a:off x="1269579" y="625423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40" y="0"/>
                  </a:moveTo>
                  <a:lnTo>
                    <a:pt x="6994" y="0"/>
                  </a:lnTo>
                  <a:lnTo>
                    <a:pt x="0" y="6984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40" y="31213"/>
                  </a:lnTo>
                  <a:lnTo>
                    <a:pt x="31224" y="24229"/>
                  </a:lnTo>
                  <a:lnTo>
                    <a:pt x="31224" y="15612"/>
                  </a:lnTo>
                  <a:lnTo>
                    <a:pt x="31224" y="6984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2" name="object 762" descr=""/>
            <p:cNvSpPr/>
            <p:nvPr/>
          </p:nvSpPr>
          <p:spPr>
            <a:xfrm>
              <a:off x="936656" y="6161889"/>
              <a:ext cx="52705" cy="127000"/>
            </a:xfrm>
            <a:custGeom>
              <a:avLst/>
              <a:gdLst/>
              <a:ahLst/>
              <a:cxnLst/>
              <a:rect l="l" t="t" r="r" b="b"/>
              <a:pathLst>
                <a:path w="52705" h="127000">
                  <a:moveTo>
                    <a:pt x="16146" y="0"/>
                  </a:moveTo>
                  <a:lnTo>
                    <a:pt x="9621" y="123"/>
                  </a:lnTo>
                  <a:lnTo>
                    <a:pt x="4129" y="3601"/>
                  </a:lnTo>
                  <a:lnTo>
                    <a:pt x="71" y="20476"/>
                  </a:lnTo>
                  <a:lnTo>
                    <a:pt x="0" y="52206"/>
                  </a:lnTo>
                  <a:lnTo>
                    <a:pt x="2914" y="84963"/>
                  </a:lnTo>
                  <a:lnTo>
                    <a:pt x="32957" y="120264"/>
                  </a:lnTo>
                  <a:lnTo>
                    <a:pt x="52546" y="126666"/>
                  </a:lnTo>
                  <a:lnTo>
                    <a:pt x="48895" y="94136"/>
                  </a:lnTo>
                  <a:lnTo>
                    <a:pt x="47328" y="71509"/>
                  </a:lnTo>
                  <a:lnTo>
                    <a:pt x="47530" y="48182"/>
                  </a:lnTo>
                  <a:lnTo>
                    <a:pt x="49185" y="13549"/>
                  </a:lnTo>
                  <a:lnTo>
                    <a:pt x="27926" y="4164"/>
                  </a:lnTo>
                  <a:lnTo>
                    <a:pt x="16146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3" name="object 763" descr=""/>
            <p:cNvSpPr/>
            <p:nvPr/>
          </p:nvSpPr>
          <p:spPr>
            <a:xfrm>
              <a:off x="947118" y="6264173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29" y="0"/>
                  </a:moveTo>
                  <a:lnTo>
                    <a:pt x="6994" y="0"/>
                  </a:lnTo>
                  <a:lnTo>
                    <a:pt x="0" y="6994"/>
                  </a:lnTo>
                  <a:lnTo>
                    <a:pt x="0" y="15612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29" y="31213"/>
                  </a:lnTo>
                  <a:lnTo>
                    <a:pt x="31213" y="24229"/>
                  </a:lnTo>
                  <a:lnTo>
                    <a:pt x="31213" y="6994"/>
                  </a:lnTo>
                  <a:lnTo>
                    <a:pt x="24229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4" name="object 764" descr=""/>
            <p:cNvSpPr/>
            <p:nvPr/>
          </p:nvSpPr>
          <p:spPr>
            <a:xfrm>
              <a:off x="924192" y="5793847"/>
              <a:ext cx="513715" cy="467359"/>
            </a:xfrm>
            <a:custGeom>
              <a:avLst/>
              <a:gdLst/>
              <a:ahLst/>
              <a:cxnLst/>
              <a:rect l="l" t="t" r="r" b="b"/>
              <a:pathLst>
                <a:path w="513715" h="467360">
                  <a:moveTo>
                    <a:pt x="309846" y="0"/>
                  </a:moveTo>
                  <a:lnTo>
                    <a:pt x="268247" y="4541"/>
                  </a:lnTo>
                  <a:lnTo>
                    <a:pt x="230670" y="20917"/>
                  </a:lnTo>
                  <a:lnTo>
                    <a:pt x="203310" y="49749"/>
                  </a:lnTo>
                  <a:lnTo>
                    <a:pt x="118811" y="43255"/>
                  </a:lnTo>
                  <a:lnTo>
                    <a:pt x="70723" y="54811"/>
                  </a:lnTo>
                  <a:lnTo>
                    <a:pt x="41116" y="96764"/>
                  </a:lnTo>
                  <a:lnTo>
                    <a:pt x="12059" y="181463"/>
                  </a:lnTo>
                  <a:lnTo>
                    <a:pt x="78" y="240942"/>
                  </a:lnTo>
                  <a:lnTo>
                    <a:pt x="0" y="283778"/>
                  </a:lnTo>
                  <a:lnTo>
                    <a:pt x="4667" y="346787"/>
                  </a:lnTo>
                  <a:lnTo>
                    <a:pt x="17920" y="410053"/>
                  </a:lnTo>
                  <a:lnTo>
                    <a:pt x="37278" y="446515"/>
                  </a:lnTo>
                  <a:lnTo>
                    <a:pt x="54751" y="463221"/>
                  </a:lnTo>
                  <a:lnTo>
                    <a:pt x="62351" y="467223"/>
                  </a:lnTo>
                  <a:lnTo>
                    <a:pt x="82997" y="385720"/>
                  </a:lnTo>
                  <a:lnTo>
                    <a:pt x="85021" y="323213"/>
                  </a:lnTo>
                  <a:lnTo>
                    <a:pt x="78699" y="283169"/>
                  </a:lnTo>
                  <a:lnTo>
                    <a:pt x="74308" y="269052"/>
                  </a:lnTo>
                  <a:lnTo>
                    <a:pt x="118957" y="278235"/>
                  </a:lnTo>
                  <a:lnTo>
                    <a:pt x="163310" y="264556"/>
                  </a:lnTo>
                  <a:lnTo>
                    <a:pt x="197302" y="244360"/>
                  </a:lnTo>
                  <a:lnTo>
                    <a:pt x="210870" y="233995"/>
                  </a:lnTo>
                  <a:lnTo>
                    <a:pt x="247363" y="269079"/>
                  </a:lnTo>
                  <a:lnTo>
                    <a:pt x="292917" y="283670"/>
                  </a:lnTo>
                  <a:lnTo>
                    <a:pt x="331792" y="286225"/>
                  </a:lnTo>
                  <a:lnTo>
                    <a:pt x="348248" y="285198"/>
                  </a:lnTo>
                  <a:lnTo>
                    <a:pt x="344743" y="345206"/>
                  </a:lnTo>
                  <a:lnTo>
                    <a:pt x="344978" y="379271"/>
                  </a:lnTo>
                  <a:lnTo>
                    <a:pt x="346772" y="395356"/>
                  </a:lnTo>
                  <a:lnTo>
                    <a:pt x="347944" y="401424"/>
                  </a:lnTo>
                  <a:lnTo>
                    <a:pt x="413606" y="399006"/>
                  </a:lnTo>
                  <a:lnTo>
                    <a:pt x="450191" y="391855"/>
                  </a:lnTo>
                  <a:lnTo>
                    <a:pt x="470926" y="374262"/>
                  </a:lnTo>
                  <a:lnTo>
                    <a:pt x="489039" y="340515"/>
                  </a:lnTo>
                  <a:lnTo>
                    <a:pt x="513668" y="264341"/>
                  </a:lnTo>
                  <a:lnTo>
                    <a:pt x="511968" y="211989"/>
                  </a:lnTo>
                  <a:lnTo>
                    <a:pt x="499520" y="181796"/>
                  </a:lnTo>
                  <a:lnTo>
                    <a:pt x="491908" y="172102"/>
                  </a:lnTo>
                  <a:lnTo>
                    <a:pt x="495577" y="107057"/>
                  </a:lnTo>
                  <a:lnTo>
                    <a:pt x="460840" y="70623"/>
                  </a:lnTo>
                  <a:lnTo>
                    <a:pt x="417871" y="54702"/>
                  </a:lnTo>
                  <a:lnTo>
                    <a:pt x="396843" y="51194"/>
                  </a:lnTo>
                  <a:lnTo>
                    <a:pt x="380338" y="23946"/>
                  </a:lnTo>
                  <a:lnTo>
                    <a:pt x="349274" y="6674"/>
                  </a:lnTo>
                  <a:lnTo>
                    <a:pt x="309846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5" name="object 765" descr=""/>
          <p:cNvSpPr/>
          <p:nvPr/>
        </p:nvSpPr>
        <p:spPr>
          <a:xfrm>
            <a:off x="2307293" y="6153736"/>
            <a:ext cx="52705" cy="127000"/>
          </a:xfrm>
          <a:custGeom>
            <a:avLst/>
            <a:gdLst/>
            <a:ahLst/>
            <a:cxnLst/>
            <a:rect l="l" t="t" r="r" b="b"/>
            <a:pathLst>
              <a:path w="52705" h="127000">
                <a:moveTo>
                  <a:pt x="16142" y="0"/>
                </a:moveTo>
                <a:lnTo>
                  <a:pt x="9617" y="123"/>
                </a:lnTo>
                <a:lnTo>
                  <a:pt x="4125" y="3601"/>
                </a:lnTo>
                <a:lnTo>
                  <a:pt x="69" y="20476"/>
                </a:lnTo>
                <a:lnTo>
                  <a:pt x="0" y="52206"/>
                </a:lnTo>
                <a:lnTo>
                  <a:pt x="2915" y="84963"/>
                </a:lnTo>
                <a:lnTo>
                  <a:pt x="32953" y="120268"/>
                </a:lnTo>
                <a:lnTo>
                  <a:pt x="52542" y="126666"/>
                </a:lnTo>
                <a:lnTo>
                  <a:pt x="48891" y="94136"/>
                </a:lnTo>
                <a:lnTo>
                  <a:pt x="47324" y="71509"/>
                </a:lnTo>
                <a:lnTo>
                  <a:pt x="47526" y="48182"/>
                </a:lnTo>
                <a:lnTo>
                  <a:pt x="49181" y="13549"/>
                </a:lnTo>
                <a:lnTo>
                  <a:pt x="27922" y="4164"/>
                </a:lnTo>
                <a:lnTo>
                  <a:pt x="16142" y="0"/>
                </a:lnTo>
                <a:close/>
              </a:path>
            </a:pathLst>
          </a:custGeom>
          <a:solidFill>
            <a:srgbClr val="703B1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66" name="object 766" descr=""/>
          <p:cNvGrpSpPr/>
          <p:nvPr/>
        </p:nvGrpSpPr>
        <p:grpSpPr>
          <a:xfrm>
            <a:off x="2289515" y="5793846"/>
            <a:ext cx="513715" cy="660400"/>
            <a:chOff x="2289515" y="5793846"/>
            <a:chExt cx="513715" cy="660400"/>
          </a:xfrm>
        </p:grpSpPr>
        <p:pic>
          <p:nvPicPr>
            <p:cNvPr id="767" name="object 767" descr=""/>
            <p:cNvPicPr/>
            <p:nvPr/>
          </p:nvPicPr>
          <p:blipFill>
            <a:blip r:embed="rId163" cstate="print"/>
            <a:stretch>
              <a:fillRect/>
            </a:stretch>
          </p:blipFill>
          <p:spPr>
            <a:xfrm>
              <a:off x="2412984" y="6284046"/>
              <a:ext cx="174654" cy="169783"/>
            </a:xfrm>
            <a:prstGeom prst="rect">
              <a:avLst/>
            </a:prstGeom>
          </p:spPr>
        </p:pic>
        <p:sp>
          <p:nvSpPr>
            <p:cNvPr id="768" name="object 768" descr=""/>
            <p:cNvSpPr/>
            <p:nvPr/>
          </p:nvSpPr>
          <p:spPr>
            <a:xfrm>
              <a:off x="2349723" y="5998647"/>
              <a:ext cx="304800" cy="410845"/>
            </a:xfrm>
            <a:custGeom>
              <a:avLst/>
              <a:gdLst/>
              <a:ahLst/>
              <a:cxnLst/>
              <a:rect l="l" t="t" r="r" b="b"/>
              <a:pathLst>
                <a:path w="304800" h="41084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2103" y="325305"/>
                  </a:lnTo>
                  <a:lnTo>
                    <a:pt x="47216" y="367780"/>
                  </a:lnTo>
                  <a:lnTo>
                    <a:pt x="68259" y="376641"/>
                  </a:lnTo>
                  <a:lnTo>
                    <a:pt x="74297" y="387928"/>
                  </a:lnTo>
                  <a:lnTo>
                    <a:pt x="115693" y="408679"/>
                  </a:lnTo>
                  <a:lnTo>
                    <a:pt x="161175" y="410590"/>
                  </a:lnTo>
                  <a:lnTo>
                    <a:pt x="174811" y="409300"/>
                  </a:lnTo>
                  <a:lnTo>
                    <a:pt x="191304" y="399922"/>
                  </a:lnTo>
                  <a:lnTo>
                    <a:pt x="202055" y="389950"/>
                  </a:lnTo>
                  <a:lnTo>
                    <a:pt x="207896" y="382027"/>
                  </a:lnTo>
                  <a:lnTo>
                    <a:pt x="209658" y="378798"/>
                  </a:lnTo>
                  <a:lnTo>
                    <a:pt x="240992" y="369434"/>
                  </a:lnTo>
                  <a:lnTo>
                    <a:pt x="277093" y="319088"/>
                  </a:lnTo>
                  <a:lnTo>
                    <a:pt x="286790" y="275982"/>
                  </a:lnTo>
                  <a:lnTo>
                    <a:pt x="290915" y="242324"/>
                  </a:lnTo>
                  <a:lnTo>
                    <a:pt x="296002" y="204790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9" name="object 769" descr=""/>
            <p:cNvSpPr/>
            <p:nvPr/>
          </p:nvSpPr>
          <p:spPr>
            <a:xfrm>
              <a:off x="2636206" y="6153736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39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6"/>
                  </a:lnTo>
                  <a:lnTo>
                    <a:pt x="45349" y="104918"/>
                  </a:lnTo>
                  <a:lnTo>
                    <a:pt x="53155" y="52206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0" name="object 770" descr=""/>
            <p:cNvSpPr/>
            <p:nvPr/>
          </p:nvSpPr>
          <p:spPr>
            <a:xfrm>
              <a:off x="2315845" y="6246094"/>
              <a:ext cx="353695" cy="41275"/>
            </a:xfrm>
            <a:custGeom>
              <a:avLst/>
              <a:gdLst/>
              <a:ahLst/>
              <a:cxnLst/>
              <a:rect l="l" t="t" r="r" b="b"/>
              <a:pathLst>
                <a:path w="353694" h="41275">
                  <a:moveTo>
                    <a:pt x="31216" y="16929"/>
                  </a:moveTo>
                  <a:lnTo>
                    <a:pt x="24231" y="9931"/>
                  </a:lnTo>
                  <a:lnTo>
                    <a:pt x="6997" y="9931"/>
                  </a:lnTo>
                  <a:lnTo>
                    <a:pt x="0" y="16929"/>
                  </a:lnTo>
                  <a:lnTo>
                    <a:pt x="0" y="25552"/>
                  </a:lnTo>
                  <a:lnTo>
                    <a:pt x="0" y="34163"/>
                  </a:lnTo>
                  <a:lnTo>
                    <a:pt x="6997" y="41148"/>
                  </a:lnTo>
                  <a:lnTo>
                    <a:pt x="24231" y="41148"/>
                  </a:lnTo>
                  <a:lnTo>
                    <a:pt x="31216" y="34163"/>
                  </a:lnTo>
                  <a:lnTo>
                    <a:pt x="31216" y="16929"/>
                  </a:lnTo>
                  <a:close/>
                </a:path>
                <a:path w="353694" h="41275">
                  <a:moveTo>
                    <a:pt x="353682" y="6985"/>
                  </a:moveTo>
                  <a:lnTo>
                    <a:pt x="346697" y="0"/>
                  </a:lnTo>
                  <a:lnTo>
                    <a:pt x="329450" y="0"/>
                  </a:lnTo>
                  <a:lnTo>
                    <a:pt x="322453" y="6985"/>
                  </a:lnTo>
                  <a:lnTo>
                    <a:pt x="322453" y="24231"/>
                  </a:lnTo>
                  <a:lnTo>
                    <a:pt x="329450" y="31216"/>
                  </a:lnTo>
                  <a:lnTo>
                    <a:pt x="346697" y="31216"/>
                  </a:lnTo>
                  <a:lnTo>
                    <a:pt x="353682" y="24231"/>
                  </a:lnTo>
                  <a:lnTo>
                    <a:pt x="353682" y="15608"/>
                  </a:lnTo>
                  <a:lnTo>
                    <a:pt x="353682" y="6985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1" name="object 771" descr=""/>
            <p:cNvSpPr/>
            <p:nvPr/>
          </p:nvSpPr>
          <p:spPr>
            <a:xfrm>
              <a:off x="2289515" y="5793846"/>
              <a:ext cx="513715" cy="467359"/>
            </a:xfrm>
            <a:custGeom>
              <a:avLst/>
              <a:gdLst/>
              <a:ahLst/>
              <a:cxnLst/>
              <a:rect l="l" t="t" r="r" b="b"/>
              <a:pathLst>
                <a:path w="513714" h="467360">
                  <a:moveTo>
                    <a:pt x="309850" y="0"/>
                  </a:moveTo>
                  <a:lnTo>
                    <a:pt x="268251" y="4542"/>
                  </a:lnTo>
                  <a:lnTo>
                    <a:pt x="230674" y="20919"/>
                  </a:lnTo>
                  <a:lnTo>
                    <a:pt x="203310" y="49751"/>
                  </a:lnTo>
                  <a:lnTo>
                    <a:pt x="118811" y="43256"/>
                  </a:lnTo>
                  <a:lnTo>
                    <a:pt x="70725" y="54811"/>
                  </a:lnTo>
                  <a:lnTo>
                    <a:pt x="41120" y="96761"/>
                  </a:lnTo>
                  <a:lnTo>
                    <a:pt x="12069" y="181453"/>
                  </a:lnTo>
                  <a:lnTo>
                    <a:pt x="79" y="240942"/>
                  </a:lnTo>
                  <a:lnTo>
                    <a:pt x="0" y="283780"/>
                  </a:lnTo>
                  <a:lnTo>
                    <a:pt x="4666" y="346789"/>
                  </a:lnTo>
                  <a:lnTo>
                    <a:pt x="17920" y="410050"/>
                  </a:lnTo>
                  <a:lnTo>
                    <a:pt x="37278" y="446512"/>
                  </a:lnTo>
                  <a:lnTo>
                    <a:pt x="54751" y="463221"/>
                  </a:lnTo>
                  <a:lnTo>
                    <a:pt x="62351" y="467225"/>
                  </a:lnTo>
                  <a:lnTo>
                    <a:pt x="63180" y="390268"/>
                  </a:lnTo>
                  <a:lnTo>
                    <a:pt x="65966" y="328372"/>
                  </a:lnTo>
                  <a:lnTo>
                    <a:pt x="68935" y="287132"/>
                  </a:lnTo>
                  <a:lnTo>
                    <a:pt x="70319" y="272142"/>
                  </a:lnTo>
                  <a:lnTo>
                    <a:pt x="115597" y="280843"/>
                  </a:lnTo>
                  <a:lnTo>
                    <a:pt x="161324" y="266101"/>
                  </a:lnTo>
                  <a:lnTo>
                    <a:pt x="196689" y="244844"/>
                  </a:lnTo>
                  <a:lnTo>
                    <a:pt x="210880" y="233996"/>
                  </a:lnTo>
                  <a:lnTo>
                    <a:pt x="247369" y="269080"/>
                  </a:lnTo>
                  <a:lnTo>
                    <a:pt x="292923" y="283671"/>
                  </a:lnTo>
                  <a:lnTo>
                    <a:pt x="331801" y="286226"/>
                  </a:lnTo>
                  <a:lnTo>
                    <a:pt x="348258" y="285199"/>
                  </a:lnTo>
                  <a:lnTo>
                    <a:pt x="344747" y="345207"/>
                  </a:lnTo>
                  <a:lnTo>
                    <a:pt x="344979" y="379272"/>
                  </a:lnTo>
                  <a:lnTo>
                    <a:pt x="346772" y="395357"/>
                  </a:lnTo>
                  <a:lnTo>
                    <a:pt x="347944" y="401426"/>
                  </a:lnTo>
                  <a:lnTo>
                    <a:pt x="413606" y="399007"/>
                  </a:lnTo>
                  <a:lnTo>
                    <a:pt x="450191" y="391857"/>
                  </a:lnTo>
                  <a:lnTo>
                    <a:pt x="470926" y="374263"/>
                  </a:lnTo>
                  <a:lnTo>
                    <a:pt x="489039" y="340517"/>
                  </a:lnTo>
                  <a:lnTo>
                    <a:pt x="513674" y="264343"/>
                  </a:lnTo>
                  <a:lnTo>
                    <a:pt x="511977" y="211990"/>
                  </a:lnTo>
                  <a:lnTo>
                    <a:pt x="499530" y="181798"/>
                  </a:lnTo>
                  <a:lnTo>
                    <a:pt x="491919" y="172103"/>
                  </a:lnTo>
                  <a:lnTo>
                    <a:pt x="495585" y="107056"/>
                  </a:lnTo>
                  <a:lnTo>
                    <a:pt x="460845" y="70619"/>
                  </a:lnTo>
                  <a:lnTo>
                    <a:pt x="417873" y="54694"/>
                  </a:lnTo>
                  <a:lnTo>
                    <a:pt x="396843" y="51185"/>
                  </a:lnTo>
                  <a:lnTo>
                    <a:pt x="380338" y="23941"/>
                  </a:lnTo>
                  <a:lnTo>
                    <a:pt x="349276" y="6673"/>
                  </a:lnTo>
                  <a:lnTo>
                    <a:pt x="30985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2" name="object 772" descr=""/>
          <p:cNvGrpSpPr/>
          <p:nvPr/>
        </p:nvGrpSpPr>
        <p:grpSpPr>
          <a:xfrm>
            <a:off x="1625108" y="5824775"/>
            <a:ext cx="489584" cy="624205"/>
            <a:chOff x="1625108" y="5824775"/>
            <a:chExt cx="489584" cy="624205"/>
          </a:xfrm>
        </p:grpSpPr>
        <p:pic>
          <p:nvPicPr>
            <p:cNvPr id="773" name="object 773" descr=""/>
            <p:cNvPicPr/>
            <p:nvPr/>
          </p:nvPicPr>
          <p:blipFill>
            <a:blip r:embed="rId164" cstate="print"/>
            <a:stretch>
              <a:fillRect/>
            </a:stretch>
          </p:blipFill>
          <p:spPr>
            <a:xfrm>
              <a:off x="1731443" y="6155829"/>
              <a:ext cx="285066" cy="292761"/>
            </a:xfrm>
            <a:prstGeom prst="rect">
              <a:avLst/>
            </a:prstGeom>
          </p:spPr>
        </p:pic>
        <p:sp>
          <p:nvSpPr>
            <p:cNvPr id="774" name="object 774" descr=""/>
            <p:cNvSpPr/>
            <p:nvPr/>
          </p:nvSpPr>
          <p:spPr>
            <a:xfrm>
              <a:off x="1641733" y="6023845"/>
              <a:ext cx="241935" cy="388620"/>
            </a:xfrm>
            <a:custGeom>
              <a:avLst/>
              <a:gdLst/>
              <a:ahLst/>
              <a:cxnLst/>
              <a:rect l="l" t="t" r="r" b="b"/>
              <a:pathLst>
                <a:path w="241935" h="388620">
                  <a:moveTo>
                    <a:pt x="38794" y="0"/>
                  </a:moveTo>
                  <a:lnTo>
                    <a:pt x="33545" y="15761"/>
                  </a:lnTo>
                  <a:lnTo>
                    <a:pt x="25713" y="52313"/>
                  </a:lnTo>
                  <a:lnTo>
                    <a:pt x="18601" y="102155"/>
                  </a:lnTo>
                  <a:lnTo>
                    <a:pt x="15507" y="157785"/>
                  </a:lnTo>
                  <a:lnTo>
                    <a:pt x="12856" y="178417"/>
                  </a:lnTo>
                  <a:lnTo>
                    <a:pt x="1738" y="234217"/>
                  </a:lnTo>
                  <a:lnTo>
                    <a:pt x="0" y="250484"/>
                  </a:lnTo>
                  <a:lnTo>
                    <a:pt x="2933" y="266335"/>
                  </a:lnTo>
                  <a:lnTo>
                    <a:pt x="6498" y="282973"/>
                  </a:lnTo>
                  <a:lnTo>
                    <a:pt x="10774" y="301435"/>
                  </a:lnTo>
                  <a:lnTo>
                    <a:pt x="7662" y="334046"/>
                  </a:lnTo>
                  <a:lnTo>
                    <a:pt x="33899" y="377577"/>
                  </a:lnTo>
                  <a:lnTo>
                    <a:pt x="49440" y="380017"/>
                  </a:lnTo>
                  <a:lnTo>
                    <a:pt x="61797" y="379688"/>
                  </a:lnTo>
                  <a:lnTo>
                    <a:pt x="66835" y="379035"/>
                  </a:lnTo>
                  <a:lnTo>
                    <a:pt x="92406" y="387895"/>
                  </a:lnTo>
                  <a:lnTo>
                    <a:pt x="131188" y="382070"/>
                  </a:lnTo>
                  <a:lnTo>
                    <a:pt x="193452" y="327196"/>
                  </a:lnTo>
                  <a:lnTo>
                    <a:pt x="219891" y="283189"/>
                  </a:lnTo>
                  <a:lnTo>
                    <a:pt x="233054" y="245972"/>
                  </a:lnTo>
                  <a:lnTo>
                    <a:pt x="241473" y="206635"/>
                  </a:lnTo>
                  <a:lnTo>
                    <a:pt x="241202" y="181078"/>
                  </a:lnTo>
                  <a:lnTo>
                    <a:pt x="222705" y="132676"/>
                  </a:lnTo>
                  <a:lnTo>
                    <a:pt x="178120" y="106023"/>
                  </a:lnTo>
                  <a:lnTo>
                    <a:pt x="144263" y="93222"/>
                  </a:lnTo>
                  <a:lnTo>
                    <a:pt x="132069" y="88609"/>
                  </a:lnTo>
                  <a:lnTo>
                    <a:pt x="127335" y="80007"/>
                  </a:lnTo>
                  <a:lnTo>
                    <a:pt x="120886" y="57527"/>
                  </a:lnTo>
                  <a:lnTo>
                    <a:pt x="101657" y="26960"/>
                  </a:lnTo>
                  <a:lnTo>
                    <a:pt x="74735" y="8997"/>
                  </a:lnTo>
                  <a:lnTo>
                    <a:pt x="50366" y="916"/>
                  </a:lnTo>
                  <a:lnTo>
                    <a:pt x="38794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5" name="object 775" descr=""/>
            <p:cNvSpPr/>
            <p:nvPr/>
          </p:nvSpPr>
          <p:spPr>
            <a:xfrm>
              <a:off x="1854318" y="6138549"/>
              <a:ext cx="59055" cy="121920"/>
            </a:xfrm>
            <a:custGeom>
              <a:avLst/>
              <a:gdLst/>
              <a:ahLst/>
              <a:cxnLst/>
              <a:rect l="l" t="t" r="r" b="b"/>
              <a:pathLst>
                <a:path w="59055" h="121920">
                  <a:moveTo>
                    <a:pt x="42928" y="0"/>
                  </a:moveTo>
                  <a:lnTo>
                    <a:pt x="31161" y="4159"/>
                  </a:lnTo>
                  <a:lnTo>
                    <a:pt x="9926" y="13532"/>
                  </a:lnTo>
                  <a:lnTo>
                    <a:pt x="11479" y="48054"/>
                  </a:lnTo>
                  <a:lnTo>
                    <a:pt x="10963" y="70842"/>
                  </a:lnTo>
                  <a:lnTo>
                    <a:pt x="7446" y="92047"/>
                  </a:lnTo>
                  <a:lnTo>
                    <a:pt x="0" y="121822"/>
                  </a:lnTo>
                  <a:lnTo>
                    <a:pt x="6969" y="120842"/>
                  </a:lnTo>
                  <a:lnTo>
                    <a:pt x="51254" y="104817"/>
                  </a:lnTo>
                  <a:lnTo>
                    <a:pt x="59049" y="52156"/>
                  </a:lnTo>
                  <a:lnTo>
                    <a:pt x="58983" y="20456"/>
                  </a:lnTo>
                  <a:lnTo>
                    <a:pt x="54930" y="3595"/>
                  </a:lnTo>
                  <a:lnTo>
                    <a:pt x="49444" y="122"/>
                  </a:lnTo>
                  <a:lnTo>
                    <a:pt x="42928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6" name="object 776" descr=""/>
            <p:cNvSpPr/>
            <p:nvPr/>
          </p:nvSpPr>
          <p:spPr>
            <a:xfrm>
              <a:off x="1625108" y="6211865"/>
              <a:ext cx="51435" cy="62865"/>
            </a:xfrm>
            <a:custGeom>
              <a:avLst/>
              <a:gdLst/>
              <a:ahLst/>
              <a:cxnLst/>
              <a:rect l="l" t="t" r="r" b="b"/>
              <a:pathLst>
                <a:path w="51435" h="62864">
                  <a:moveTo>
                    <a:pt x="33601" y="0"/>
                  </a:moveTo>
                  <a:lnTo>
                    <a:pt x="25547" y="3395"/>
                  </a:lnTo>
                  <a:lnTo>
                    <a:pt x="14907" y="12703"/>
                  </a:lnTo>
                  <a:lnTo>
                    <a:pt x="5214" y="23901"/>
                  </a:lnTo>
                  <a:lnTo>
                    <a:pt x="0" y="32962"/>
                  </a:lnTo>
                  <a:lnTo>
                    <a:pt x="1048" y="41249"/>
                  </a:lnTo>
                  <a:lnTo>
                    <a:pt x="5995" y="50876"/>
                  </a:lnTo>
                  <a:lnTo>
                    <a:pt x="12099" y="58923"/>
                  </a:lnTo>
                  <a:lnTo>
                    <a:pt x="16617" y="62469"/>
                  </a:lnTo>
                  <a:lnTo>
                    <a:pt x="23382" y="60818"/>
                  </a:lnTo>
                  <a:lnTo>
                    <a:pt x="34690" y="56444"/>
                  </a:lnTo>
                  <a:lnTo>
                    <a:pt x="45518" y="51162"/>
                  </a:lnTo>
                  <a:lnTo>
                    <a:pt x="50846" y="46783"/>
                  </a:lnTo>
                  <a:lnTo>
                    <a:pt x="49246" y="37701"/>
                  </a:lnTo>
                  <a:lnTo>
                    <a:pt x="44238" y="21986"/>
                  </a:lnTo>
                  <a:lnTo>
                    <a:pt x="38223" y="6974"/>
                  </a:lnTo>
                  <a:lnTo>
                    <a:pt x="33601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 descr=""/>
            <p:cNvSpPr/>
            <p:nvPr/>
          </p:nvSpPr>
          <p:spPr>
            <a:xfrm>
              <a:off x="1865631" y="6229988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4114" y="0"/>
                  </a:moveTo>
                  <a:lnTo>
                    <a:pt x="6963" y="0"/>
                  </a:lnTo>
                  <a:lnTo>
                    <a:pt x="0" y="6963"/>
                  </a:lnTo>
                  <a:lnTo>
                    <a:pt x="0" y="24124"/>
                  </a:lnTo>
                  <a:lnTo>
                    <a:pt x="6963" y="31077"/>
                  </a:lnTo>
                  <a:lnTo>
                    <a:pt x="24114" y="31077"/>
                  </a:lnTo>
                  <a:lnTo>
                    <a:pt x="31088" y="24124"/>
                  </a:lnTo>
                  <a:lnTo>
                    <a:pt x="31088" y="15549"/>
                  </a:lnTo>
                  <a:lnTo>
                    <a:pt x="31088" y="6963"/>
                  </a:lnTo>
                  <a:lnTo>
                    <a:pt x="2411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 descr=""/>
            <p:cNvSpPr/>
            <p:nvPr/>
          </p:nvSpPr>
          <p:spPr>
            <a:xfrm>
              <a:off x="1680533" y="5824775"/>
              <a:ext cx="433705" cy="411480"/>
            </a:xfrm>
            <a:custGeom>
              <a:avLst/>
              <a:gdLst/>
              <a:ahLst/>
              <a:cxnLst/>
              <a:rect l="l" t="t" r="r" b="b"/>
              <a:pathLst>
                <a:path w="433705" h="411479">
                  <a:moveTo>
                    <a:pt x="270500" y="0"/>
                  </a:moveTo>
                  <a:lnTo>
                    <a:pt x="233244" y="533"/>
                  </a:lnTo>
                  <a:lnTo>
                    <a:pt x="197659" y="10709"/>
                  </a:lnTo>
                  <a:lnTo>
                    <a:pt x="167507" y="30469"/>
                  </a:lnTo>
                  <a:lnTo>
                    <a:pt x="146550" y="59754"/>
                  </a:lnTo>
                  <a:lnTo>
                    <a:pt x="64929" y="60782"/>
                  </a:lnTo>
                  <a:lnTo>
                    <a:pt x="22457" y="75637"/>
                  </a:lnTo>
                  <a:lnTo>
                    <a:pt x="5393" y="117379"/>
                  </a:lnTo>
                  <a:lnTo>
                    <a:pt x="0" y="199069"/>
                  </a:lnTo>
                  <a:lnTo>
                    <a:pt x="7425" y="215308"/>
                  </a:lnTo>
                  <a:lnTo>
                    <a:pt x="24772" y="225376"/>
                  </a:lnTo>
                  <a:lnTo>
                    <a:pt x="42314" y="230511"/>
                  </a:lnTo>
                  <a:lnTo>
                    <a:pt x="50323" y="231948"/>
                  </a:lnTo>
                  <a:lnTo>
                    <a:pt x="52222" y="278881"/>
                  </a:lnTo>
                  <a:lnTo>
                    <a:pt x="70664" y="308188"/>
                  </a:lnTo>
                  <a:lnTo>
                    <a:pt x="91848" y="323275"/>
                  </a:lnTo>
                  <a:lnTo>
                    <a:pt x="101975" y="327547"/>
                  </a:lnTo>
                  <a:lnTo>
                    <a:pt x="171605" y="325449"/>
                  </a:lnTo>
                  <a:lnTo>
                    <a:pt x="207496" y="329770"/>
                  </a:lnTo>
                  <a:lnTo>
                    <a:pt x="221060" y="345025"/>
                  </a:lnTo>
                  <a:lnTo>
                    <a:pt x="223710" y="375734"/>
                  </a:lnTo>
                  <a:lnTo>
                    <a:pt x="237522" y="393677"/>
                  </a:lnTo>
                  <a:lnTo>
                    <a:pt x="271507" y="408355"/>
                  </a:lnTo>
                  <a:lnTo>
                    <a:pt x="315736" y="411125"/>
                  </a:lnTo>
                  <a:lnTo>
                    <a:pt x="360282" y="393346"/>
                  </a:lnTo>
                  <a:lnTo>
                    <a:pt x="411688" y="341088"/>
                  </a:lnTo>
                  <a:lnTo>
                    <a:pt x="428327" y="298197"/>
                  </a:lnTo>
                  <a:lnTo>
                    <a:pt x="426416" y="269167"/>
                  </a:lnTo>
                  <a:lnTo>
                    <a:pt x="422175" y="258492"/>
                  </a:lnTo>
                  <a:lnTo>
                    <a:pt x="433648" y="172691"/>
                  </a:lnTo>
                  <a:lnTo>
                    <a:pt x="410284" y="123356"/>
                  </a:lnTo>
                  <a:lnTo>
                    <a:pt x="377573" y="100833"/>
                  </a:lnTo>
                  <a:lnTo>
                    <a:pt x="361004" y="95470"/>
                  </a:lnTo>
                  <a:lnTo>
                    <a:pt x="354680" y="56844"/>
                  </a:lnTo>
                  <a:lnTo>
                    <a:pt x="334980" y="28096"/>
                  </a:lnTo>
                  <a:lnTo>
                    <a:pt x="305666" y="9168"/>
                  </a:lnTo>
                  <a:lnTo>
                    <a:pt x="27050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9" name="object 779" descr=""/>
          <p:cNvGrpSpPr/>
          <p:nvPr/>
        </p:nvGrpSpPr>
        <p:grpSpPr>
          <a:xfrm>
            <a:off x="2962915" y="5836716"/>
            <a:ext cx="485775" cy="655955"/>
            <a:chOff x="2962915" y="5836716"/>
            <a:chExt cx="485775" cy="655955"/>
          </a:xfrm>
        </p:grpSpPr>
        <p:sp>
          <p:nvSpPr>
            <p:cNvPr id="780" name="object 780" descr=""/>
            <p:cNvSpPr/>
            <p:nvPr/>
          </p:nvSpPr>
          <p:spPr>
            <a:xfrm>
              <a:off x="3096315" y="6011107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39" y="473"/>
                  </a:lnTo>
                  <a:lnTo>
                    <a:pt x="51224" y="70609"/>
                  </a:lnTo>
                  <a:lnTo>
                    <a:pt x="22362" y="124766"/>
                  </a:lnTo>
                  <a:lnTo>
                    <a:pt x="4091" y="161861"/>
                  </a:lnTo>
                  <a:lnTo>
                    <a:pt x="0" y="192493"/>
                  </a:lnTo>
                  <a:lnTo>
                    <a:pt x="2564" y="233134"/>
                  </a:lnTo>
                  <a:lnTo>
                    <a:pt x="12007" y="290129"/>
                  </a:lnTo>
                  <a:lnTo>
                    <a:pt x="58455" y="349231"/>
                  </a:lnTo>
                  <a:lnTo>
                    <a:pt x="88501" y="380652"/>
                  </a:lnTo>
                  <a:lnTo>
                    <a:pt x="139392" y="400261"/>
                  </a:lnTo>
                  <a:lnTo>
                    <a:pt x="160875" y="400341"/>
                  </a:lnTo>
                  <a:lnTo>
                    <a:pt x="172736" y="399226"/>
                  </a:lnTo>
                  <a:lnTo>
                    <a:pt x="212374" y="363216"/>
                  </a:lnTo>
                  <a:lnTo>
                    <a:pt x="259686" y="316872"/>
                  </a:lnTo>
                  <a:lnTo>
                    <a:pt x="265958" y="309311"/>
                  </a:lnTo>
                  <a:lnTo>
                    <a:pt x="272019" y="302873"/>
                  </a:lnTo>
                  <a:lnTo>
                    <a:pt x="287465" y="246766"/>
                  </a:lnTo>
                  <a:lnTo>
                    <a:pt x="290826" y="187368"/>
                  </a:lnTo>
                  <a:lnTo>
                    <a:pt x="289729" y="151545"/>
                  </a:lnTo>
                  <a:lnTo>
                    <a:pt x="286318" y="89646"/>
                  </a:lnTo>
                  <a:lnTo>
                    <a:pt x="282068" y="30350"/>
                  </a:lnTo>
                  <a:lnTo>
                    <a:pt x="278450" y="2337"/>
                  </a:lnTo>
                  <a:lnTo>
                    <a:pt x="247580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1" name="object 781" descr=""/>
            <p:cNvPicPr/>
            <p:nvPr/>
          </p:nvPicPr>
          <p:blipFill>
            <a:blip r:embed="rId165" cstate="print"/>
            <a:stretch>
              <a:fillRect/>
            </a:stretch>
          </p:blipFill>
          <p:spPr>
            <a:xfrm>
              <a:off x="3154422" y="6322759"/>
              <a:ext cx="174654" cy="169776"/>
            </a:xfrm>
            <a:prstGeom prst="rect">
              <a:avLst/>
            </a:prstGeom>
          </p:spPr>
        </p:pic>
        <p:sp>
          <p:nvSpPr>
            <p:cNvPr id="782" name="object 782" descr=""/>
            <p:cNvSpPr/>
            <p:nvPr/>
          </p:nvSpPr>
          <p:spPr>
            <a:xfrm>
              <a:off x="3064466" y="62543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01"/>
                  </a:lnTo>
                  <a:lnTo>
                    <a:pt x="23695" y="30501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3" name="object 783" descr=""/>
            <p:cNvSpPr/>
            <p:nvPr/>
          </p:nvSpPr>
          <p:spPr>
            <a:xfrm>
              <a:off x="3048119" y="6164511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19" h="120014">
                  <a:moveTo>
                    <a:pt x="15828" y="0"/>
                  </a:moveTo>
                  <a:lnTo>
                    <a:pt x="9430" y="121"/>
                  </a:lnTo>
                  <a:lnTo>
                    <a:pt x="4045" y="3532"/>
                  </a:lnTo>
                  <a:lnTo>
                    <a:pt x="62" y="20082"/>
                  </a:lnTo>
                  <a:lnTo>
                    <a:pt x="0" y="51203"/>
                  </a:lnTo>
                  <a:lnTo>
                    <a:pt x="2869" y="83334"/>
                  </a:lnTo>
                  <a:lnTo>
                    <a:pt x="35552" y="115637"/>
                  </a:lnTo>
                  <a:lnTo>
                    <a:pt x="57991" y="119591"/>
                  </a:lnTo>
                  <a:lnTo>
                    <a:pt x="50665" y="90377"/>
                  </a:lnTo>
                  <a:lnTo>
                    <a:pt x="47206" y="69565"/>
                  </a:lnTo>
                  <a:lnTo>
                    <a:pt x="46700" y="47189"/>
                  </a:lnTo>
                  <a:lnTo>
                    <a:pt x="48232" y="13281"/>
                  </a:lnTo>
                  <a:lnTo>
                    <a:pt x="27381" y="4081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4" name="object 784" descr=""/>
            <p:cNvSpPr/>
            <p:nvPr/>
          </p:nvSpPr>
          <p:spPr>
            <a:xfrm>
              <a:off x="3392045" y="625430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01"/>
                  </a:lnTo>
                  <a:lnTo>
                    <a:pt x="23664" y="30501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5" name="object 785" descr=""/>
            <p:cNvSpPr/>
            <p:nvPr/>
          </p:nvSpPr>
          <p:spPr>
            <a:xfrm>
              <a:off x="3380920" y="6164511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42155" y="0"/>
                  </a:moveTo>
                  <a:lnTo>
                    <a:pt x="30604" y="4081"/>
                  </a:lnTo>
                  <a:lnTo>
                    <a:pt x="9758" y="13281"/>
                  </a:lnTo>
                  <a:lnTo>
                    <a:pt x="11284" y="47189"/>
                  </a:lnTo>
                  <a:lnTo>
                    <a:pt x="10777" y="69565"/>
                  </a:lnTo>
                  <a:lnTo>
                    <a:pt x="7320" y="90377"/>
                  </a:lnTo>
                  <a:lnTo>
                    <a:pt x="0" y="119591"/>
                  </a:lnTo>
                  <a:lnTo>
                    <a:pt x="6842" y="118630"/>
                  </a:lnTo>
                  <a:lnTo>
                    <a:pt x="50312" y="102911"/>
                  </a:lnTo>
                  <a:lnTo>
                    <a:pt x="57987" y="51203"/>
                  </a:lnTo>
                  <a:lnTo>
                    <a:pt x="57925" y="20082"/>
                  </a:lnTo>
                  <a:lnTo>
                    <a:pt x="53946" y="3532"/>
                  </a:lnTo>
                  <a:lnTo>
                    <a:pt x="48555" y="121"/>
                  </a:lnTo>
                  <a:lnTo>
                    <a:pt x="42155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 descr=""/>
            <p:cNvSpPr/>
            <p:nvPr/>
          </p:nvSpPr>
          <p:spPr>
            <a:xfrm>
              <a:off x="2962915" y="5836716"/>
              <a:ext cx="485775" cy="552450"/>
            </a:xfrm>
            <a:custGeom>
              <a:avLst/>
              <a:gdLst/>
              <a:ahLst/>
              <a:cxnLst/>
              <a:rect l="l" t="t" r="r" b="b"/>
              <a:pathLst>
                <a:path w="485775" h="552450">
                  <a:moveTo>
                    <a:pt x="261850" y="0"/>
                  </a:moveTo>
                  <a:lnTo>
                    <a:pt x="218375" y="19049"/>
                  </a:lnTo>
                  <a:lnTo>
                    <a:pt x="202294" y="32567"/>
                  </a:lnTo>
                  <a:lnTo>
                    <a:pt x="131364" y="16802"/>
                  </a:lnTo>
                  <a:lnTo>
                    <a:pt x="89863" y="42465"/>
                  </a:lnTo>
                  <a:lnTo>
                    <a:pt x="70391" y="79734"/>
                  </a:lnTo>
                  <a:lnTo>
                    <a:pt x="65545" y="98784"/>
                  </a:lnTo>
                  <a:lnTo>
                    <a:pt x="6031" y="159173"/>
                  </a:lnTo>
                  <a:lnTo>
                    <a:pt x="0" y="210315"/>
                  </a:lnTo>
                  <a:lnTo>
                    <a:pt x="17987" y="245743"/>
                  </a:lnTo>
                  <a:lnTo>
                    <a:pt x="30530" y="258989"/>
                  </a:lnTo>
                  <a:lnTo>
                    <a:pt x="32805" y="380525"/>
                  </a:lnTo>
                  <a:lnTo>
                    <a:pt x="90684" y="471899"/>
                  </a:lnTo>
                  <a:lnTo>
                    <a:pt x="158730" y="529425"/>
                  </a:lnTo>
                  <a:lnTo>
                    <a:pt x="191509" y="549420"/>
                  </a:lnTo>
                  <a:lnTo>
                    <a:pt x="223061" y="539467"/>
                  </a:lnTo>
                  <a:lnTo>
                    <a:pt x="251086" y="538712"/>
                  </a:lnTo>
                  <a:lnTo>
                    <a:pt x="271152" y="542024"/>
                  </a:lnTo>
                  <a:lnTo>
                    <a:pt x="278826" y="544268"/>
                  </a:lnTo>
                  <a:lnTo>
                    <a:pt x="296237" y="531625"/>
                  </a:lnTo>
                  <a:lnTo>
                    <a:pt x="311074" y="528253"/>
                  </a:lnTo>
                  <a:lnTo>
                    <a:pt x="331467" y="534909"/>
                  </a:lnTo>
                  <a:lnTo>
                    <a:pt x="365546" y="552352"/>
                  </a:lnTo>
                  <a:lnTo>
                    <a:pt x="411888" y="540115"/>
                  </a:lnTo>
                  <a:lnTo>
                    <a:pt x="439434" y="513433"/>
                  </a:lnTo>
                  <a:lnTo>
                    <a:pt x="459071" y="451963"/>
                  </a:lnTo>
                  <a:lnTo>
                    <a:pt x="481689" y="335364"/>
                  </a:lnTo>
                  <a:lnTo>
                    <a:pt x="485631" y="205696"/>
                  </a:lnTo>
                  <a:lnTo>
                    <a:pt x="456551" y="125836"/>
                  </a:lnTo>
                  <a:lnTo>
                    <a:pt x="420211" y="85477"/>
                  </a:lnTo>
                  <a:lnTo>
                    <a:pt x="402372" y="74314"/>
                  </a:lnTo>
                  <a:lnTo>
                    <a:pt x="325566" y="7670"/>
                  </a:lnTo>
                  <a:lnTo>
                    <a:pt x="26185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7" name="object 787" descr=""/>
          <p:cNvGrpSpPr/>
          <p:nvPr/>
        </p:nvGrpSpPr>
        <p:grpSpPr>
          <a:xfrm>
            <a:off x="1625108" y="4838112"/>
            <a:ext cx="454025" cy="616585"/>
            <a:chOff x="1625108" y="4838112"/>
            <a:chExt cx="454025" cy="616585"/>
          </a:xfrm>
        </p:grpSpPr>
        <p:sp>
          <p:nvSpPr>
            <p:cNvPr id="788" name="object 788" descr=""/>
            <p:cNvSpPr/>
            <p:nvPr/>
          </p:nvSpPr>
          <p:spPr>
            <a:xfrm>
              <a:off x="1631176" y="4919078"/>
              <a:ext cx="385445" cy="386715"/>
            </a:xfrm>
            <a:custGeom>
              <a:avLst/>
              <a:gdLst/>
              <a:ahLst/>
              <a:cxnLst/>
              <a:rect l="l" t="t" r="r" b="b"/>
              <a:pathLst>
                <a:path w="385444" h="386714">
                  <a:moveTo>
                    <a:pt x="183197" y="0"/>
                  </a:moveTo>
                  <a:lnTo>
                    <a:pt x="135075" y="8675"/>
                  </a:lnTo>
                  <a:lnTo>
                    <a:pt x="88913" y="28346"/>
                  </a:lnTo>
                  <a:lnTo>
                    <a:pt x="47683" y="59439"/>
                  </a:lnTo>
                  <a:lnTo>
                    <a:pt x="14028" y="107780"/>
                  </a:lnTo>
                  <a:lnTo>
                    <a:pt x="0" y="159885"/>
                  </a:lnTo>
                  <a:lnTo>
                    <a:pt x="15" y="209386"/>
                  </a:lnTo>
                  <a:lnTo>
                    <a:pt x="8493" y="249917"/>
                  </a:lnTo>
                  <a:lnTo>
                    <a:pt x="30777" y="289869"/>
                  </a:lnTo>
                  <a:lnTo>
                    <a:pt x="48077" y="298474"/>
                  </a:lnTo>
                  <a:lnTo>
                    <a:pt x="62436" y="296290"/>
                  </a:lnTo>
                  <a:lnTo>
                    <a:pt x="82638" y="259531"/>
                  </a:lnTo>
                  <a:lnTo>
                    <a:pt x="115875" y="258096"/>
                  </a:lnTo>
                  <a:lnTo>
                    <a:pt x="147477" y="271439"/>
                  </a:lnTo>
                  <a:lnTo>
                    <a:pt x="162779" y="279013"/>
                  </a:lnTo>
                  <a:lnTo>
                    <a:pt x="173681" y="279978"/>
                  </a:lnTo>
                  <a:lnTo>
                    <a:pt x="197808" y="284115"/>
                  </a:lnTo>
                  <a:lnTo>
                    <a:pt x="222295" y="293290"/>
                  </a:lnTo>
                  <a:lnTo>
                    <a:pt x="234274" y="309368"/>
                  </a:lnTo>
                  <a:lnTo>
                    <a:pt x="235642" y="325681"/>
                  </a:lnTo>
                  <a:lnTo>
                    <a:pt x="238036" y="339112"/>
                  </a:lnTo>
                  <a:lnTo>
                    <a:pt x="243197" y="356857"/>
                  </a:lnTo>
                  <a:lnTo>
                    <a:pt x="252870" y="386109"/>
                  </a:lnTo>
                  <a:lnTo>
                    <a:pt x="321120" y="347388"/>
                  </a:lnTo>
                  <a:lnTo>
                    <a:pt x="350405" y="301885"/>
                  </a:lnTo>
                  <a:lnTo>
                    <a:pt x="370814" y="257958"/>
                  </a:lnTo>
                  <a:lnTo>
                    <a:pt x="382394" y="215754"/>
                  </a:lnTo>
                  <a:lnTo>
                    <a:pt x="385195" y="175418"/>
                  </a:lnTo>
                  <a:lnTo>
                    <a:pt x="379267" y="137096"/>
                  </a:lnTo>
                  <a:lnTo>
                    <a:pt x="364659" y="100934"/>
                  </a:lnTo>
                  <a:lnTo>
                    <a:pt x="341421" y="67076"/>
                  </a:lnTo>
                  <a:lnTo>
                    <a:pt x="309602" y="35670"/>
                  </a:lnTo>
                  <a:lnTo>
                    <a:pt x="273432" y="13924"/>
                  </a:lnTo>
                  <a:lnTo>
                    <a:pt x="230307" y="1892"/>
                  </a:lnTo>
                  <a:lnTo>
                    <a:pt x="183197" y="0"/>
                  </a:lnTo>
                  <a:close/>
                </a:path>
              </a:pathLst>
            </a:custGeom>
            <a:solidFill>
              <a:srgbClr val="E6EB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9" name="object 789" descr=""/>
            <p:cNvPicPr/>
            <p:nvPr/>
          </p:nvPicPr>
          <p:blipFill>
            <a:blip r:embed="rId159" cstate="print"/>
            <a:stretch>
              <a:fillRect/>
            </a:stretch>
          </p:blipFill>
          <p:spPr>
            <a:xfrm>
              <a:off x="1731443" y="5217494"/>
              <a:ext cx="172738" cy="237185"/>
            </a:xfrm>
            <a:prstGeom prst="rect">
              <a:avLst/>
            </a:prstGeom>
          </p:spPr>
        </p:pic>
        <p:sp>
          <p:nvSpPr>
            <p:cNvPr id="790" name="object 790" descr=""/>
            <p:cNvSpPr/>
            <p:nvPr/>
          </p:nvSpPr>
          <p:spPr>
            <a:xfrm>
              <a:off x="1641736" y="5033916"/>
              <a:ext cx="240029" cy="384810"/>
            </a:xfrm>
            <a:custGeom>
              <a:avLst/>
              <a:gdLst/>
              <a:ahLst/>
              <a:cxnLst/>
              <a:rect l="l" t="t" r="r" b="b"/>
              <a:pathLst>
                <a:path w="240030" h="384810">
                  <a:moveTo>
                    <a:pt x="100394" y="0"/>
                  </a:moveTo>
                  <a:lnTo>
                    <a:pt x="82482" y="10117"/>
                  </a:lnTo>
                  <a:lnTo>
                    <a:pt x="48412" y="36930"/>
                  </a:lnTo>
                  <a:lnTo>
                    <a:pt x="19108" y="83730"/>
                  </a:lnTo>
                  <a:lnTo>
                    <a:pt x="14309" y="174297"/>
                  </a:lnTo>
                  <a:lnTo>
                    <a:pt x="8439" y="202940"/>
                  </a:lnTo>
                  <a:lnTo>
                    <a:pt x="2224" y="230191"/>
                  </a:lnTo>
                  <a:lnTo>
                    <a:pt x="0" y="246505"/>
                  </a:lnTo>
                  <a:lnTo>
                    <a:pt x="2932" y="262357"/>
                  </a:lnTo>
                  <a:lnTo>
                    <a:pt x="6493" y="278999"/>
                  </a:lnTo>
                  <a:lnTo>
                    <a:pt x="10764" y="297467"/>
                  </a:lnTo>
                  <a:lnTo>
                    <a:pt x="7657" y="330071"/>
                  </a:lnTo>
                  <a:lnTo>
                    <a:pt x="33893" y="373598"/>
                  </a:lnTo>
                  <a:lnTo>
                    <a:pt x="49434" y="376038"/>
                  </a:lnTo>
                  <a:lnTo>
                    <a:pt x="61788" y="375709"/>
                  </a:lnTo>
                  <a:lnTo>
                    <a:pt x="66825" y="375056"/>
                  </a:lnTo>
                  <a:lnTo>
                    <a:pt x="92402" y="383916"/>
                  </a:lnTo>
                  <a:lnTo>
                    <a:pt x="131188" y="378095"/>
                  </a:lnTo>
                  <a:lnTo>
                    <a:pt x="193452" y="323221"/>
                  </a:lnTo>
                  <a:lnTo>
                    <a:pt x="219891" y="279211"/>
                  </a:lnTo>
                  <a:lnTo>
                    <a:pt x="233054" y="241993"/>
                  </a:lnTo>
                  <a:lnTo>
                    <a:pt x="239437" y="217710"/>
                  </a:lnTo>
                  <a:lnTo>
                    <a:pt x="237546" y="195565"/>
                  </a:lnTo>
                  <a:lnTo>
                    <a:pt x="230729" y="158188"/>
                  </a:lnTo>
                  <a:lnTo>
                    <a:pt x="224084" y="128320"/>
                  </a:lnTo>
                  <a:lnTo>
                    <a:pt x="222705" y="128697"/>
                  </a:lnTo>
                  <a:lnTo>
                    <a:pt x="221133" y="143912"/>
                  </a:lnTo>
                  <a:lnTo>
                    <a:pt x="214827" y="155035"/>
                  </a:lnTo>
                  <a:lnTo>
                    <a:pt x="207973" y="161862"/>
                  </a:lnTo>
                  <a:lnTo>
                    <a:pt x="204758" y="164183"/>
                  </a:lnTo>
                  <a:lnTo>
                    <a:pt x="173559" y="140547"/>
                  </a:lnTo>
                  <a:lnTo>
                    <a:pt x="150194" y="114127"/>
                  </a:lnTo>
                  <a:lnTo>
                    <a:pt x="133143" y="85076"/>
                  </a:lnTo>
                  <a:lnTo>
                    <a:pt x="120886" y="53548"/>
                  </a:lnTo>
                  <a:lnTo>
                    <a:pt x="111279" y="23603"/>
                  </a:lnTo>
                  <a:lnTo>
                    <a:pt x="105536" y="7007"/>
                  </a:lnTo>
                  <a:lnTo>
                    <a:pt x="102345" y="294"/>
                  </a:lnTo>
                  <a:lnTo>
                    <a:pt x="100394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1" name="object 791" descr=""/>
            <p:cNvSpPr/>
            <p:nvPr/>
          </p:nvSpPr>
          <p:spPr>
            <a:xfrm>
              <a:off x="1854318" y="5144643"/>
              <a:ext cx="59055" cy="121920"/>
            </a:xfrm>
            <a:custGeom>
              <a:avLst/>
              <a:gdLst/>
              <a:ahLst/>
              <a:cxnLst/>
              <a:rect l="l" t="t" r="r" b="b"/>
              <a:pathLst>
                <a:path w="59055" h="121920">
                  <a:moveTo>
                    <a:pt x="42928" y="0"/>
                  </a:moveTo>
                  <a:lnTo>
                    <a:pt x="31161" y="4159"/>
                  </a:lnTo>
                  <a:lnTo>
                    <a:pt x="9926" y="13532"/>
                  </a:lnTo>
                  <a:lnTo>
                    <a:pt x="11479" y="48054"/>
                  </a:lnTo>
                  <a:lnTo>
                    <a:pt x="10963" y="70842"/>
                  </a:lnTo>
                  <a:lnTo>
                    <a:pt x="7446" y="92047"/>
                  </a:lnTo>
                  <a:lnTo>
                    <a:pt x="0" y="121822"/>
                  </a:lnTo>
                  <a:lnTo>
                    <a:pt x="6969" y="120842"/>
                  </a:lnTo>
                  <a:lnTo>
                    <a:pt x="51254" y="104817"/>
                  </a:lnTo>
                  <a:lnTo>
                    <a:pt x="59049" y="52152"/>
                  </a:lnTo>
                  <a:lnTo>
                    <a:pt x="58983" y="20452"/>
                  </a:lnTo>
                  <a:lnTo>
                    <a:pt x="54930" y="3595"/>
                  </a:lnTo>
                  <a:lnTo>
                    <a:pt x="49444" y="122"/>
                  </a:lnTo>
                  <a:lnTo>
                    <a:pt x="42928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2" name="object 792" descr=""/>
            <p:cNvSpPr/>
            <p:nvPr/>
          </p:nvSpPr>
          <p:spPr>
            <a:xfrm>
              <a:off x="1625108" y="5217959"/>
              <a:ext cx="51435" cy="62865"/>
            </a:xfrm>
            <a:custGeom>
              <a:avLst/>
              <a:gdLst/>
              <a:ahLst/>
              <a:cxnLst/>
              <a:rect l="l" t="t" r="r" b="b"/>
              <a:pathLst>
                <a:path w="51435" h="62864">
                  <a:moveTo>
                    <a:pt x="33601" y="0"/>
                  </a:moveTo>
                  <a:lnTo>
                    <a:pt x="25547" y="3390"/>
                  </a:lnTo>
                  <a:lnTo>
                    <a:pt x="14907" y="12699"/>
                  </a:lnTo>
                  <a:lnTo>
                    <a:pt x="5214" y="23899"/>
                  </a:lnTo>
                  <a:lnTo>
                    <a:pt x="0" y="32962"/>
                  </a:lnTo>
                  <a:lnTo>
                    <a:pt x="1048" y="41249"/>
                  </a:lnTo>
                  <a:lnTo>
                    <a:pt x="5995" y="50876"/>
                  </a:lnTo>
                  <a:lnTo>
                    <a:pt x="12099" y="58923"/>
                  </a:lnTo>
                  <a:lnTo>
                    <a:pt x="16617" y="62469"/>
                  </a:lnTo>
                  <a:lnTo>
                    <a:pt x="23382" y="60818"/>
                  </a:lnTo>
                  <a:lnTo>
                    <a:pt x="34690" y="56444"/>
                  </a:lnTo>
                  <a:lnTo>
                    <a:pt x="45518" y="51162"/>
                  </a:lnTo>
                  <a:lnTo>
                    <a:pt x="50846" y="46783"/>
                  </a:lnTo>
                  <a:lnTo>
                    <a:pt x="49246" y="37701"/>
                  </a:lnTo>
                  <a:lnTo>
                    <a:pt x="44238" y="21986"/>
                  </a:lnTo>
                  <a:lnTo>
                    <a:pt x="38223" y="6974"/>
                  </a:lnTo>
                  <a:lnTo>
                    <a:pt x="33601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3" name="object 793" descr=""/>
            <p:cNvSpPr/>
            <p:nvPr/>
          </p:nvSpPr>
          <p:spPr>
            <a:xfrm>
              <a:off x="1865631" y="5236092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4114" y="0"/>
                  </a:moveTo>
                  <a:lnTo>
                    <a:pt x="6963" y="0"/>
                  </a:lnTo>
                  <a:lnTo>
                    <a:pt x="0" y="6952"/>
                  </a:lnTo>
                  <a:lnTo>
                    <a:pt x="0" y="24114"/>
                  </a:lnTo>
                  <a:lnTo>
                    <a:pt x="6963" y="31067"/>
                  </a:lnTo>
                  <a:lnTo>
                    <a:pt x="24114" y="31067"/>
                  </a:lnTo>
                  <a:lnTo>
                    <a:pt x="31088" y="24114"/>
                  </a:lnTo>
                  <a:lnTo>
                    <a:pt x="31088" y="15538"/>
                  </a:lnTo>
                  <a:lnTo>
                    <a:pt x="31088" y="6952"/>
                  </a:lnTo>
                  <a:lnTo>
                    <a:pt x="2411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4" name="object 794" descr=""/>
            <p:cNvPicPr/>
            <p:nvPr/>
          </p:nvPicPr>
          <p:blipFill>
            <a:blip r:embed="rId166" cstate="print"/>
            <a:stretch>
              <a:fillRect/>
            </a:stretch>
          </p:blipFill>
          <p:spPr>
            <a:xfrm>
              <a:off x="1865871" y="4838112"/>
              <a:ext cx="212672" cy="195068"/>
            </a:xfrm>
            <a:prstGeom prst="rect">
              <a:avLst/>
            </a:prstGeom>
          </p:spPr>
        </p:pic>
      </p:grpSp>
      <p:grpSp>
        <p:nvGrpSpPr>
          <p:cNvPr id="795" name="object 795" descr=""/>
          <p:cNvGrpSpPr/>
          <p:nvPr/>
        </p:nvGrpSpPr>
        <p:grpSpPr>
          <a:xfrm>
            <a:off x="928107" y="4816341"/>
            <a:ext cx="407034" cy="645160"/>
            <a:chOff x="928107" y="4816341"/>
            <a:chExt cx="407034" cy="645160"/>
          </a:xfrm>
        </p:grpSpPr>
        <p:pic>
          <p:nvPicPr>
            <p:cNvPr id="796" name="object 796" descr=""/>
            <p:cNvPicPr/>
            <p:nvPr/>
          </p:nvPicPr>
          <p:blipFill>
            <a:blip r:embed="rId157" cstate="print"/>
            <a:stretch>
              <a:fillRect/>
            </a:stretch>
          </p:blipFill>
          <p:spPr>
            <a:xfrm>
              <a:off x="1048521" y="5291287"/>
              <a:ext cx="174654" cy="169786"/>
            </a:xfrm>
            <a:prstGeom prst="rect">
              <a:avLst/>
            </a:prstGeom>
          </p:spPr>
        </p:pic>
        <p:sp>
          <p:nvSpPr>
            <p:cNvPr id="797" name="object 797" descr=""/>
            <p:cNvSpPr/>
            <p:nvPr/>
          </p:nvSpPr>
          <p:spPr>
            <a:xfrm>
              <a:off x="980991" y="5012892"/>
              <a:ext cx="304800" cy="407034"/>
            </a:xfrm>
            <a:custGeom>
              <a:avLst/>
              <a:gdLst/>
              <a:ahLst/>
              <a:cxnLst/>
              <a:rect l="l" t="t" r="r" b="b"/>
              <a:pathLst>
                <a:path w="304800" h="40703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3471" y="325206"/>
                  </a:lnTo>
                  <a:lnTo>
                    <a:pt x="57778" y="366862"/>
                  </a:lnTo>
                  <a:lnTo>
                    <a:pt x="85484" y="374987"/>
                  </a:lnTo>
                  <a:lnTo>
                    <a:pt x="91412" y="386564"/>
                  </a:lnTo>
                  <a:lnTo>
                    <a:pt x="97023" y="393624"/>
                  </a:lnTo>
                  <a:lnTo>
                    <a:pt x="105586" y="399049"/>
                  </a:lnTo>
                  <a:lnTo>
                    <a:pt x="120373" y="405719"/>
                  </a:lnTo>
                  <a:lnTo>
                    <a:pt x="132357" y="406665"/>
                  </a:lnTo>
                  <a:lnTo>
                    <a:pt x="154089" y="406251"/>
                  </a:lnTo>
                  <a:lnTo>
                    <a:pt x="206542" y="393040"/>
                  </a:lnTo>
                  <a:lnTo>
                    <a:pt x="227710" y="370652"/>
                  </a:lnTo>
                  <a:lnTo>
                    <a:pt x="256474" y="360393"/>
                  </a:lnTo>
                  <a:lnTo>
                    <a:pt x="280652" y="311313"/>
                  </a:lnTo>
                  <a:lnTo>
                    <a:pt x="291307" y="242434"/>
                  </a:lnTo>
                  <a:lnTo>
                    <a:pt x="296149" y="204834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 descr=""/>
            <p:cNvSpPr/>
            <p:nvPr/>
          </p:nvSpPr>
          <p:spPr>
            <a:xfrm>
              <a:off x="1267474" y="5167981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40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6"/>
                  </a:lnTo>
                  <a:lnTo>
                    <a:pt x="45349" y="104918"/>
                  </a:lnTo>
                  <a:lnTo>
                    <a:pt x="53155" y="52206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9" name="object 799" descr=""/>
            <p:cNvSpPr/>
            <p:nvPr/>
          </p:nvSpPr>
          <p:spPr>
            <a:xfrm>
              <a:off x="1269579" y="5260329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40" y="0"/>
                  </a:moveTo>
                  <a:lnTo>
                    <a:pt x="6994" y="0"/>
                  </a:lnTo>
                  <a:lnTo>
                    <a:pt x="0" y="6984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40" y="31213"/>
                  </a:lnTo>
                  <a:lnTo>
                    <a:pt x="31224" y="24229"/>
                  </a:lnTo>
                  <a:lnTo>
                    <a:pt x="31224" y="15612"/>
                  </a:lnTo>
                  <a:lnTo>
                    <a:pt x="31224" y="6984"/>
                  </a:lnTo>
                  <a:lnTo>
                    <a:pt x="24240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0" name="object 800" descr=""/>
            <p:cNvSpPr/>
            <p:nvPr/>
          </p:nvSpPr>
          <p:spPr>
            <a:xfrm>
              <a:off x="936656" y="5167981"/>
              <a:ext cx="52705" cy="127000"/>
            </a:xfrm>
            <a:custGeom>
              <a:avLst/>
              <a:gdLst/>
              <a:ahLst/>
              <a:cxnLst/>
              <a:rect l="l" t="t" r="r" b="b"/>
              <a:pathLst>
                <a:path w="52705" h="127000">
                  <a:moveTo>
                    <a:pt x="16146" y="0"/>
                  </a:moveTo>
                  <a:lnTo>
                    <a:pt x="9621" y="123"/>
                  </a:lnTo>
                  <a:lnTo>
                    <a:pt x="4129" y="3601"/>
                  </a:lnTo>
                  <a:lnTo>
                    <a:pt x="71" y="20476"/>
                  </a:lnTo>
                  <a:lnTo>
                    <a:pt x="0" y="52206"/>
                  </a:lnTo>
                  <a:lnTo>
                    <a:pt x="2914" y="84963"/>
                  </a:lnTo>
                  <a:lnTo>
                    <a:pt x="32957" y="120268"/>
                  </a:lnTo>
                  <a:lnTo>
                    <a:pt x="52546" y="126666"/>
                  </a:lnTo>
                  <a:lnTo>
                    <a:pt x="48895" y="94136"/>
                  </a:lnTo>
                  <a:lnTo>
                    <a:pt x="47328" y="71509"/>
                  </a:lnTo>
                  <a:lnTo>
                    <a:pt x="47530" y="48182"/>
                  </a:lnTo>
                  <a:lnTo>
                    <a:pt x="49185" y="13549"/>
                  </a:lnTo>
                  <a:lnTo>
                    <a:pt x="27926" y="4164"/>
                  </a:lnTo>
                  <a:lnTo>
                    <a:pt x="16146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1" name="object 801" descr=""/>
            <p:cNvSpPr/>
            <p:nvPr/>
          </p:nvSpPr>
          <p:spPr>
            <a:xfrm>
              <a:off x="947118" y="527026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24229" y="0"/>
                  </a:moveTo>
                  <a:lnTo>
                    <a:pt x="6994" y="0"/>
                  </a:lnTo>
                  <a:lnTo>
                    <a:pt x="0" y="6994"/>
                  </a:lnTo>
                  <a:lnTo>
                    <a:pt x="0" y="15612"/>
                  </a:lnTo>
                  <a:lnTo>
                    <a:pt x="0" y="24229"/>
                  </a:lnTo>
                  <a:lnTo>
                    <a:pt x="6994" y="31213"/>
                  </a:lnTo>
                  <a:lnTo>
                    <a:pt x="24229" y="31213"/>
                  </a:lnTo>
                  <a:lnTo>
                    <a:pt x="31213" y="24229"/>
                  </a:lnTo>
                  <a:lnTo>
                    <a:pt x="31213" y="6994"/>
                  </a:lnTo>
                  <a:lnTo>
                    <a:pt x="24229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2" name="object 802" descr=""/>
            <p:cNvPicPr/>
            <p:nvPr/>
          </p:nvPicPr>
          <p:blipFill>
            <a:blip r:embed="rId167" cstate="print"/>
            <a:stretch>
              <a:fillRect/>
            </a:stretch>
          </p:blipFill>
          <p:spPr>
            <a:xfrm>
              <a:off x="1022219" y="4816341"/>
              <a:ext cx="227270" cy="179450"/>
            </a:xfrm>
            <a:prstGeom prst="rect">
              <a:avLst/>
            </a:prstGeom>
          </p:spPr>
        </p:pic>
        <p:sp>
          <p:nvSpPr>
            <p:cNvPr id="803" name="object 803" descr=""/>
            <p:cNvSpPr/>
            <p:nvPr/>
          </p:nvSpPr>
          <p:spPr>
            <a:xfrm>
              <a:off x="928107" y="4915465"/>
              <a:ext cx="407034" cy="325120"/>
            </a:xfrm>
            <a:custGeom>
              <a:avLst/>
              <a:gdLst/>
              <a:ahLst/>
              <a:cxnLst/>
              <a:rect l="l" t="t" r="r" b="b"/>
              <a:pathLst>
                <a:path w="407034" h="325120">
                  <a:moveTo>
                    <a:pt x="240396" y="0"/>
                  </a:moveTo>
                  <a:lnTo>
                    <a:pt x="189527" y="555"/>
                  </a:lnTo>
                  <a:lnTo>
                    <a:pt x="138179" y="10946"/>
                  </a:lnTo>
                  <a:lnTo>
                    <a:pt x="89762" y="31627"/>
                  </a:lnTo>
                  <a:lnTo>
                    <a:pt x="47683" y="63051"/>
                  </a:lnTo>
                  <a:lnTo>
                    <a:pt x="14028" y="111391"/>
                  </a:lnTo>
                  <a:lnTo>
                    <a:pt x="0" y="163496"/>
                  </a:lnTo>
                  <a:lnTo>
                    <a:pt x="15" y="212998"/>
                  </a:lnTo>
                  <a:lnTo>
                    <a:pt x="8493" y="253528"/>
                  </a:lnTo>
                  <a:lnTo>
                    <a:pt x="30777" y="293481"/>
                  </a:lnTo>
                  <a:lnTo>
                    <a:pt x="48077" y="302090"/>
                  </a:lnTo>
                  <a:lnTo>
                    <a:pt x="62436" y="299912"/>
                  </a:lnTo>
                  <a:lnTo>
                    <a:pt x="80150" y="265576"/>
                  </a:lnTo>
                  <a:lnTo>
                    <a:pt x="117784" y="233327"/>
                  </a:lnTo>
                  <a:lnTo>
                    <a:pt x="167157" y="204263"/>
                  </a:lnTo>
                  <a:lnTo>
                    <a:pt x="220087" y="179477"/>
                  </a:lnTo>
                  <a:lnTo>
                    <a:pt x="268394" y="160064"/>
                  </a:lnTo>
                  <a:lnTo>
                    <a:pt x="318408" y="141739"/>
                  </a:lnTo>
                  <a:lnTo>
                    <a:pt x="324350" y="182521"/>
                  </a:lnTo>
                  <a:lnTo>
                    <a:pt x="328842" y="216226"/>
                  </a:lnTo>
                  <a:lnTo>
                    <a:pt x="331737" y="243453"/>
                  </a:lnTo>
                  <a:lnTo>
                    <a:pt x="333081" y="259841"/>
                  </a:lnTo>
                  <a:lnTo>
                    <a:pt x="335306" y="273759"/>
                  </a:lnTo>
                  <a:lnTo>
                    <a:pt x="340011" y="292816"/>
                  </a:lnTo>
                  <a:lnTo>
                    <a:pt x="348794" y="324624"/>
                  </a:lnTo>
                  <a:lnTo>
                    <a:pt x="370856" y="295755"/>
                  </a:lnTo>
                  <a:lnTo>
                    <a:pt x="398377" y="243042"/>
                  </a:lnTo>
                  <a:lnTo>
                    <a:pt x="406908" y="191875"/>
                  </a:lnTo>
                  <a:lnTo>
                    <a:pt x="401089" y="144178"/>
                  </a:lnTo>
                  <a:lnTo>
                    <a:pt x="385557" y="101875"/>
                  </a:lnTo>
                  <a:lnTo>
                    <a:pt x="364950" y="66892"/>
                  </a:lnTo>
                  <a:lnTo>
                    <a:pt x="327067" y="26580"/>
                  </a:lnTo>
                  <a:lnTo>
                    <a:pt x="287379" y="8826"/>
                  </a:lnTo>
                  <a:lnTo>
                    <a:pt x="240396" y="0"/>
                  </a:lnTo>
                  <a:close/>
                </a:path>
              </a:pathLst>
            </a:custGeom>
            <a:solidFill>
              <a:srgbClr val="E6EB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4" name="object 804" descr=""/>
          <p:cNvGrpSpPr/>
          <p:nvPr/>
        </p:nvGrpSpPr>
        <p:grpSpPr>
          <a:xfrm>
            <a:off x="2992501" y="4848767"/>
            <a:ext cx="396240" cy="661035"/>
            <a:chOff x="2992501" y="4848767"/>
            <a:chExt cx="396240" cy="661035"/>
          </a:xfrm>
        </p:grpSpPr>
        <p:sp>
          <p:nvSpPr>
            <p:cNvPr id="805" name="object 805" descr=""/>
            <p:cNvSpPr/>
            <p:nvPr/>
          </p:nvSpPr>
          <p:spPr>
            <a:xfrm>
              <a:off x="3040693" y="5028219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43" y="473"/>
                  </a:lnTo>
                  <a:lnTo>
                    <a:pt x="51228" y="70609"/>
                  </a:lnTo>
                  <a:lnTo>
                    <a:pt x="22366" y="124766"/>
                  </a:lnTo>
                  <a:lnTo>
                    <a:pt x="4096" y="161861"/>
                  </a:lnTo>
                  <a:lnTo>
                    <a:pt x="0" y="192493"/>
                  </a:lnTo>
                  <a:lnTo>
                    <a:pt x="2565" y="233134"/>
                  </a:lnTo>
                  <a:lnTo>
                    <a:pt x="12012" y="290129"/>
                  </a:lnTo>
                  <a:lnTo>
                    <a:pt x="58459" y="349231"/>
                  </a:lnTo>
                  <a:lnTo>
                    <a:pt x="88505" y="380652"/>
                  </a:lnTo>
                  <a:lnTo>
                    <a:pt x="139397" y="400261"/>
                  </a:lnTo>
                  <a:lnTo>
                    <a:pt x="160880" y="400341"/>
                  </a:lnTo>
                  <a:lnTo>
                    <a:pt x="172740" y="399226"/>
                  </a:lnTo>
                  <a:lnTo>
                    <a:pt x="212379" y="363216"/>
                  </a:lnTo>
                  <a:lnTo>
                    <a:pt x="259690" y="316872"/>
                  </a:lnTo>
                  <a:lnTo>
                    <a:pt x="265962" y="309311"/>
                  </a:lnTo>
                  <a:lnTo>
                    <a:pt x="272024" y="302873"/>
                  </a:lnTo>
                  <a:lnTo>
                    <a:pt x="287468" y="246766"/>
                  </a:lnTo>
                  <a:lnTo>
                    <a:pt x="290820" y="187368"/>
                  </a:lnTo>
                  <a:lnTo>
                    <a:pt x="289729" y="151545"/>
                  </a:lnTo>
                  <a:lnTo>
                    <a:pt x="286322" y="89646"/>
                  </a:lnTo>
                  <a:lnTo>
                    <a:pt x="282072" y="30350"/>
                  </a:lnTo>
                  <a:lnTo>
                    <a:pt x="278454" y="2337"/>
                  </a:lnTo>
                  <a:lnTo>
                    <a:pt x="247583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6" name="object 806" descr=""/>
            <p:cNvPicPr/>
            <p:nvPr/>
          </p:nvPicPr>
          <p:blipFill>
            <a:blip r:embed="rId168" cstate="print"/>
            <a:stretch>
              <a:fillRect/>
            </a:stretch>
          </p:blipFill>
          <p:spPr>
            <a:xfrm>
              <a:off x="3098802" y="5339867"/>
              <a:ext cx="174664" cy="169776"/>
            </a:xfrm>
            <a:prstGeom prst="rect">
              <a:avLst/>
            </a:prstGeom>
          </p:spPr>
        </p:pic>
        <p:sp>
          <p:nvSpPr>
            <p:cNvPr id="807" name="object 807" descr=""/>
            <p:cNvSpPr/>
            <p:nvPr/>
          </p:nvSpPr>
          <p:spPr>
            <a:xfrm>
              <a:off x="3008846" y="5271413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01"/>
                  </a:lnTo>
                  <a:lnTo>
                    <a:pt x="23695" y="30501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8" name="object 808" descr=""/>
            <p:cNvSpPr/>
            <p:nvPr/>
          </p:nvSpPr>
          <p:spPr>
            <a:xfrm>
              <a:off x="2992501" y="5181622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19" h="120014">
                  <a:moveTo>
                    <a:pt x="15828" y="0"/>
                  </a:moveTo>
                  <a:lnTo>
                    <a:pt x="9427" y="121"/>
                  </a:lnTo>
                  <a:lnTo>
                    <a:pt x="4036" y="3532"/>
                  </a:lnTo>
                  <a:lnTo>
                    <a:pt x="58" y="20082"/>
                  </a:lnTo>
                  <a:lnTo>
                    <a:pt x="0" y="51203"/>
                  </a:lnTo>
                  <a:lnTo>
                    <a:pt x="2870" y="83334"/>
                  </a:lnTo>
                  <a:lnTo>
                    <a:pt x="35553" y="115637"/>
                  </a:lnTo>
                  <a:lnTo>
                    <a:pt x="57992" y="119591"/>
                  </a:lnTo>
                  <a:lnTo>
                    <a:pt x="50666" y="90377"/>
                  </a:lnTo>
                  <a:lnTo>
                    <a:pt x="47207" y="69565"/>
                  </a:lnTo>
                  <a:lnTo>
                    <a:pt x="46702" y="47189"/>
                  </a:lnTo>
                  <a:lnTo>
                    <a:pt x="48234" y="13281"/>
                  </a:lnTo>
                  <a:lnTo>
                    <a:pt x="27382" y="4081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 descr=""/>
            <p:cNvSpPr/>
            <p:nvPr/>
          </p:nvSpPr>
          <p:spPr>
            <a:xfrm>
              <a:off x="3336425" y="5271413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01"/>
                  </a:lnTo>
                  <a:lnTo>
                    <a:pt x="23664" y="30501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0" name="object 810" descr=""/>
            <p:cNvSpPr/>
            <p:nvPr/>
          </p:nvSpPr>
          <p:spPr>
            <a:xfrm>
              <a:off x="3325303" y="5181622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42154" y="0"/>
                  </a:moveTo>
                  <a:lnTo>
                    <a:pt x="30604" y="4081"/>
                  </a:lnTo>
                  <a:lnTo>
                    <a:pt x="9758" y="13281"/>
                  </a:lnTo>
                  <a:lnTo>
                    <a:pt x="11284" y="47189"/>
                  </a:lnTo>
                  <a:lnTo>
                    <a:pt x="10777" y="69565"/>
                  </a:lnTo>
                  <a:lnTo>
                    <a:pt x="7320" y="90377"/>
                  </a:lnTo>
                  <a:lnTo>
                    <a:pt x="0" y="119591"/>
                  </a:lnTo>
                  <a:lnTo>
                    <a:pt x="6842" y="118630"/>
                  </a:lnTo>
                  <a:lnTo>
                    <a:pt x="50312" y="102911"/>
                  </a:lnTo>
                  <a:lnTo>
                    <a:pt x="57986" y="51203"/>
                  </a:lnTo>
                  <a:lnTo>
                    <a:pt x="57920" y="20082"/>
                  </a:lnTo>
                  <a:lnTo>
                    <a:pt x="53935" y="3532"/>
                  </a:lnTo>
                  <a:lnTo>
                    <a:pt x="48551" y="121"/>
                  </a:lnTo>
                  <a:lnTo>
                    <a:pt x="42154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1" name="object 811" descr=""/>
            <p:cNvSpPr/>
            <p:nvPr/>
          </p:nvSpPr>
          <p:spPr>
            <a:xfrm>
              <a:off x="2995291" y="4924021"/>
              <a:ext cx="393700" cy="470534"/>
            </a:xfrm>
            <a:custGeom>
              <a:avLst/>
              <a:gdLst/>
              <a:ahLst/>
              <a:cxnLst/>
              <a:rect l="l" t="t" r="r" b="b"/>
              <a:pathLst>
                <a:path w="393700" h="470535">
                  <a:moveTo>
                    <a:pt x="175607" y="0"/>
                  </a:moveTo>
                  <a:lnTo>
                    <a:pt x="131951" y="7689"/>
                  </a:lnTo>
                  <a:lnTo>
                    <a:pt x="92329" y="23309"/>
                  </a:lnTo>
                  <a:lnTo>
                    <a:pt x="59127" y="46562"/>
                  </a:lnTo>
                  <a:lnTo>
                    <a:pt x="23666" y="88951"/>
                  </a:lnTo>
                  <a:lnTo>
                    <a:pt x="8625" y="126995"/>
                  </a:lnTo>
                  <a:lnTo>
                    <a:pt x="0" y="182768"/>
                  </a:lnTo>
                  <a:lnTo>
                    <a:pt x="1254" y="261142"/>
                  </a:lnTo>
                  <a:lnTo>
                    <a:pt x="22681" y="357261"/>
                  </a:lnTo>
                  <a:lnTo>
                    <a:pt x="57825" y="419587"/>
                  </a:lnTo>
                  <a:lnTo>
                    <a:pt x="90661" y="453234"/>
                  </a:lnTo>
                  <a:lnTo>
                    <a:pt x="105167" y="463314"/>
                  </a:lnTo>
                  <a:lnTo>
                    <a:pt x="131970" y="455461"/>
                  </a:lnTo>
                  <a:lnTo>
                    <a:pt x="159929" y="458920"/>
                  </a:lnTo>
                  <a:lnTo>
                    <a:pt x="181926" y="466366"/>
                  </a:lnTo>
                  <a:lnTo>
                    <a:pt x="190840" y="470476"/>
                  </a:lnTo>
                  <a:lnTo>
                    <a:pt x="214123" y="455301"/>
                  </a:lnTo>
                  <a:lnTo>
                    <a:pt x="230954" y="448932"/>
                  </a:lnTo>
                  <a:lnTo>
                    <a:pt x="249498" y="450188"/>
                  </a:lnTo>
                  <a:lnTo>
                    <a:pt x="277916" y="457890"/>
                  </a:lnTo>
                  <a:lnTo>
                    <a:pt x="325296" y="433959"/>
                  </a:lnTo>
                  <a:lnTo>
                    <a:pt x="352135" y="405488"/>
                  </a:lnTo>
                  <a:lnTo>
                    <a:pt x="368374" y="354031"/>
                  </a:lnTo>
                  <a:lnTo>
                    <a:pt x="383955" y="261142"/>
                  </a:lnTo>
                  <a:lnTo>
                    <a:pt x="388782" y="234798"/>
                  </a:lnTo>
                  <a:lnTo>
                    <a:pt x="393323" y="196242"/>
                  </a:lnTo>
                  <a:lnTo>
                    <a:pt x="391340" y="150195"/>
                  </a:lnTo>
                  <a:lnTo>
                    <a:pt x="376594" y="101374"/>
                  </a:lnTo>
                  <a:lnTo>
                    <a:pt x="342846" y="54499"/>
                  </a:lnTo>
                  <a:lnTo>
                    <a:pt x="306917" y="27490"/>
                  </a:lnTo>
                  <a:lnTo>
                    <a:pt x="265477" y="9602"/>
                  </a:lnTo>
                  <a:lnTo>
                    <a:pt x="220912" y="538"/>
                  </a:lnTo>
                  <a:lnTo>
                    <a:pt x="175607" y="0"/>
                  </a:lnTo>
                  <a:close/>
                </a:path>
              </a:pathLst>
            </a:custGeom>
            <a:solidFill>
              <a:srgbClr val="E6EB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2" name="object 812" descr=""/>
            <p:cNvPicPr/>
            <p:nvPr/>
          </p:nvPicPr>
          <p:blipFill>
            <a:blip r:embed="rId169" cstate="print"/>
            <a:stretch>
              <a:fillRect/>
            </a:stretch>
          </p:blipFill>
          <p:spPr>
            <a:xfrm>
              <a:off x="3078062" y="4848767"/>
              <a:ext cx="227281" cy="179450"/>
            </a:xfrm>
            <a:prstGeom prst="rect">
              <a:avLst/>
            </a:prstGeom>
          </p:spPr>
        </p:pic>
      </p:grpSp>
      <p:sp>
        <p:nvSpPr>
          <p:cNvPr id="813" name="object 813" descr=""/>
          <p:cNvSpPr/>
          <p:nvPr/>
        </p:nvSpPr>
        <p:spPr>
          <a:xfrm>
            <a:off x="2307293" y="5159831"/>
            <a:ext cx="52705" cy="127000"/>
          </a:xfrm>
          <a:custGeom>
            <a:avLst/>
            <a:gdLst/>
            <a:ahLst/>
            <a:cxnLst/>
            <a:rect l="l" t="t" r="r" b="b"/>
            <a:pathLst>
              <a:path w="52705" h="127000">
                <a:moveTo>
                  <a:pt x="16142" y="0"/>
                </a:moveTo>
                <a:lnTo>
                  <a:pt x="9617" y="123"/>
                </a:lnTo>
                <a:lnTo>
                  <a:pt x="4125" y="3601"/>
                </a:lnTo>
                <a:lnTo>
                  <a:pt x="69" y="20476"/>
                </a:lnTo>
                <a:lnTo>
                  <a:pt x="0" y="52206"/>
                </a:lnTo>
                <a:lnTo>
                  <a:pt x="2915" y="84963"/>
                </a:lnTo>
                <a:lnTo>
                  <a:pt x="32953" y="120264"/>
                </a:lnTo>
                <a:lnTo>
                  <a:pt x="52542" y="126666"/>
                </a:lnTo>
                <a:lnTo>
                  <a:pt x="48891" y="94136"/>
                </a:lnTo>
                <a:lnTo>
                  <a:pt x="47324" y="71509"/>
                </a:lnTo>
                <a:lnTo>
                  <a:pt x="47526" y="48182"/>
                </a:lnTo>
                <a:lnTo>
                  <a:pt x="49181" y="13549"/>
                </a:lnTo>
                <a:lnTo>
                  <a:pt x="27922" y="4164"/>
                </a:lnTo>
                <a:lnTo>
                  <a:pt x="16142" y="0"/>
                </a:lnTo>
                <a:close/>
              </a:path>
            </a:pathLst>
          </a:custGeom>
          <a:solidFill>
            <a:srgbClr val="EEC9A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14" name="object 814" descr=""/>
          <p:cNvGrpSpPr/>
          <p:nvPr/>
        </p:nvGrpSpPr>
        <p:grpSpPr>
          <a:xfrm>
            <a:off x="2307957" y="4817275"/>
            <a:ext cx="394970" cy="643255"/>
            <a:chOff x="2307957" y="4817275"/>
            <a:chExt cx="394970" cy="643255"/>
          </a:xfrm>
        </p:grpSpPr>
        <p:pic>
          <p:nvPicPr>
            <p:cNvPr id="815" name="object 815" descr=""/>
            <p:cNvPicPr/>
            <p:nvPr/>
          </p:nvPicPr>
          <p:blipFill>
            <a:blip r:embed="rId158" cstate="print"/>
            <a:stretch>
              <a:fillRect/>
            </a:stretch>
          </p:blipFill>
          <p:spPr>
            <a:xfrm>
              <a:off x="2412984" y="5290140"/>
              <a:ext cx="174654" cy="169786"/>
            </a:xfrm>
            <a:prstGeom prst="rect">
              <a:avLst/>
            </a:prstGeom>
          </p:spPr>
        </p:pic>
        <p:sp>
          <p:nvSpPr>
            <p:cNvPr id="816" name="object 816" descr=""/>
            <p:cNvSpPr/>
            <p:nvPr/>
          </p:nvSpPr>
          <p:spPr>
            <a:xfrm>
              <a:off x="2349723" y="5004740"/>
              <a:ext cx="304800" cy="410845"/>
            </a:xfrm>
            <a:custGeom>
              <a:avLst/>
              <a:gdLst/>
              <a:ahLst/>
              <a:cxnLst/>
              <a:rect l="l" t="t" r="r" b="b"/>
              <a:pathLst>
                <a:path w="304800" h="410845">
                  <a:moveTo>
                    <a:pt x="34984" y="0"/>
                  </a:moveTo>
                  <a:lnTo>
                    <a:pt x="8933" y="29640"/>
                  </a:lnTo>
                  <a:lnTo>
                    <a:pt x="4590" y="90091"/>
                  </a:lnTo>
                  <a:lnTo>
                    <a:pt x="1108" y="153198"/>
                  </a:lnTo>
                  <a:lnTo>
                    <a:pt x="0" y="189726"/>
                  </a:lnTo>
                  <a:lnTo>
                    <a:pt x="1694" y="213501"/>
                  </a:lnTo>
                  <a:lnTo>
                    <a:pt x="8959" y="282868"/>
                  </a:lnTo>
                  <a:lnTo>
                    <a:pt x="22103" y="325310"/>
                  </a:lnTo>
                  <a:lnTo>
                    <a:pt x="47216" y="367782"/>
                  </a:lnTo>
                  <a:lnTo>
                    <a:pt x="68259" y="376641"/>
                  </a:lnTo>
                  <a:lnTo>
                    <a:pt x="74297" y="387928"/>
                  </a:lnTo>
                  <a:lnTo>
                    <a:pt x="115693" y="408679"/>
                  </a:lnTo>
                  <a:lnTo>
                    <a:pt x="161175" y="410590"/>
                  </a:lnTo>
                  <a:lnTo>
                    <a:pt x="174811" y="409300"/>
                  </a:lnTo>
                  <a:lnTo>
                    <a:pt x="191304" y="399922"/>
                  </a:lnTo>
                  <a:lnTo>
                    <a:pt x="202055" y="389950"/>
                  </a:lnTo>
                  <a:lnTo>
                    <a:pt x="207896" y="382027"/>
                  </a:lnTo>
                  <a:lnTo>
                    <a:pt x="209658" y="378798"/>
                  </a:lnTo>
                  <a:lnTo>
                    <a:pt x="240992" y="369434"/>
                  </a:lnTo>
                  <a:lnTo>
                    <a:pt x="277093" y="319088"/>
                  </a:lnTo>
                  <a:lnTo>
                    <a:pt x="286790" y="275982"/>
                  </a:lnTo>
                  <a:lnTo>
                    <a:pt x="290915" y="242324"/>
                  </a:lnTo>
                  <a:lnTo>
                    <a:pt x="296002" y="204790"/>
                  </a:lnTo>
                  <a:lnTo>
                    <a:pt x="301393" y="174658"/>
                  </a:lnTo>
                  <a:lnTo>
                    <a:pt x="304192" y="133828"/>
                  </a:lnTo>
                  <a:lnTo>
                    <a:pt x="302641" y="76876"/>
                  </a:lnTo>
                  <a:lnTo>
                    <a:pt x="299607" y="26245"/>
                  </a:lnTo>
                  <a:lnTo>
                    <a:pt x="297959" y="4381"/>
                  </a:lnTo>
                  <a:lnTo>
                    <a:pt x="156153" y="1298"/>
                  </a:lnTo>
                  <a:lnTo>
                    <a:pt x="87961" y="239"/>
                  </a:lnTo>
                  <a:lnTo>
                    <a:pt x="34984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7" name="object 817" descr=""/>
            <p:cNvSpPr/>
            <p:nvPr/>
          </p:nvSpPr>
          <p:spPr>
            <a:xfrm>
              <a:off x="2636206" y="5159831"/>
              <a:ext cx="53340" cy="127000"/>
            </a:xfrm>
            <a:custGeom>
              <a:avLst/>
              <a:gdLst/>
              <a:ahLst/>
              <a:cxnLst/>
              <a:rect l="l" t="t" r="r" b="b"/>
              <a:pathLst>
                <a:path w="53339" h="127000">
                  <a:moveTo>
                    <a:pt x="37010" y="0"/>
                  </a:moveTo>
                  <a:lnTo>
                    <a:pt x="25236" y="4164"/>
                  </a:lnTo>
                  <a:lnTo>
                    <a:pt x="3989" y="13549"/>
                  </a:lnTo>
                  <a:lnTo>
                    <a:pt x="5635" y="48182"/>
                  </a:lnTo>
                  <a:lnTo>
                    <a:pt x="5768" y="71509"/>
                  </a:lnTo>
                  <a:lnTo>
                    <a:pt x="4014" y="94136"/>
                  </a:lnTo>
                  <a:lnTo>
                    <a:pt x="0" y="126666"/>
                  </a:lnTo>
                  <a:lnTo>
                    <a:pt x="6043" y="124945"/>
                  </a:lnTo>
                  <a:lnTo>
                    <a:pt x="45349" y="104918"/>
                  </a:lnTo>
                  <a:lnTo>
                    <a:pt x="53155" y="52206"/>
                  </a:lnTo>
                  <a:lnTo>
                    <a:pt x="53085" y="20476"/>
                  </a:lnTo>
                  <a:lnTo>
                    <a:pt x="49024" y="3601"/>
                  </a:lnTo>
                  <a:lnTo>
                    <a:pt x="43532" y="123"/>
                  </a:lnTo>
                  <a:lnTo>
                    <a:pt x="37010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 descr=""/>
            <p:cNvSpPr/>
            <p:nvPr/>
          </p:nvSpPr>
          <p:spPr>
            <a:xfrm>
              <a:off x="2315845" y="5252179"/>
              <a:ext cx="353695" cy="41275"/>
            </a:xfrm>
            <a:custGeom>
              <a:avLst/>
              <a:gdLst/>
              <a:ahLst/>
              <a:cxnLst/>
              <a:rect l="l" t="t" r="r" b="b"/>
              <a:pathLst>
                <a:path w="353694" h="41275">
                  <a:moveTo>
                    <a:pt x="31216" y="16941"/>
                  </a:moveTo>
                  <a:lnTo>
                    <a:pt x="24231" y="9944"/>
                  </a:lnTo>
                  <a:lnTo>
                    <a:pt x="6997" y="9944"/>
                  </a:lnTo>
                  <a:lnTo>
                    <a:pt x="0" y="16941"/>
                  </a:lnTo>
                  <a:lnTo>
                    <a:pt x="0" y="25552"/>
                  </a:lnTo>
                  <a:lnTo>
                    <a:pt x="0" y="34175"/>
                  </a:lnTo>
                  <a:lnTo>
                    <a:pt x="6997" y="41160"/>
                  </a:lnTo>
                  <a:lnTo>
                    <a:pt x="24231" y="41160"/>
                  </a:lnTo>
                  <a:lnTo>
                    <a:pt x="31216" y="34175"/>
                  </a:lnTo>
                  <a:lnTo>
                    <a:pt x="31216" y="16941"/>
                  </a:lnTo>
                  <a:close/>
                </a:path>
                <a:path w="353694" h="41275">
                  <a:moveTo>
                    <a:pt x="353682" y="6985"/>
                  </a:moveTo>
                  <a:lnTo>
                    <a:pt x="346697" y="0"/>
                  </a:lnTo>
                  <a:lnTo>
                    <a:pt x="329450" y="0"/>
                  </a:lnTo>
                  <a:lnTo>
                    <a:pt x="322453" y="6985"/>
                  </a:lnTo>
                  <a:lnTo>
                    <a:pt x="322453" y="24231"/>
                  </a:lnTo>
                  <a:lnTo>
                    <a:pt x="329450" y="31216"/>
                  </a:lnTo>
                  <a:lnTo>
                    <a:pt x="346697" y="31216"/>
                  </a:lnTo>
                  <a:lnTo>
                    <a:pt x="353682" y="24231"/>
                  </a:lnTo>
                  <a:lnTo>
                    <a:pt x="353682" y="15621"/>
                  </a:lnTo>
                  <a:lnTo>
                    <a:pt x="353682" y="6985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9" name="object 819" descr=""/>
            <p:cNvPicPr/>
            <p:nvPr/>
          </p:nvPicPr>
          <p:blipFill>
            <a:blip r:embed="rId170" cstate="print"/>
            <a:stretch>
              <a:fillRect/>
            </a:stretch>
          </p:blipFill>
          <p:spPr>
            <a:xfrm>
              <a:off x="2454495" y="4817275"/>
              <a:ext cx="224904" cy="177575"/>
            </a:xfrm>
            <a:prstGeom prst="rect">
              <a:avLst/>
            </a:prstGeom>
          </p:spPr>
        </p:pic>
        <p:sp>
          <p:nvSpPr>
            <p:cNvPr id="820" name="object 820" descr=""/>
            <p:cNvSpPr/>
            <p:nvPr/>
          </p:nvSpPr>
          <p:spPr>
            <a:xfrm>
              <a:off x="2307957" y="4907738"/>
              <a:ext cx="394970" cy="332740"/>
            </a:xfrm>
            <a:custGeom>
              <a:avLst/>
              <a:gdLst/>
              <a:ahLst/>
              <a:cxnLst/>
              <a:rect l="l" t="t" r="r" b="b"/>
              <a:pathLst>
                <a:path w="394969" h="332739">
                  <a:moveTo>
                    <a:pt x="194823" y="0"/>
                  </a:moveTo>
                  <a:lnTo>
                    <a:pt x="151865" y="6403"/>
                  </a:lnTo>
                  <a:lnTo>
                    <a:pt x="109901" y="24016"/>
                  </a:lnTo>
                  <a:lnTo>
                    <a:pt x="70403" y="54213"/>
                  </a:lnTo>
                  <a:lnTo>
                    <a:pt x="33125" y="104272"/>
                  </a:lnTo>
                  <a:lnTo>
                    <a:pt x="10457" y="160485"/>
                  </a:lnTo>
                  <a:lnTo>
                    <a:pt x="161" y="214891"/>
                  </a:lnTo>
                  <a:lnTo>
                    <a:pt x="0" y="259532"/>
                  </a:lnTo>
                  <a:lnTo>
                    <a:pt x="7735" y="286446"/>
                  </a:lnTo>
                  <a:lnTo>
                    <a:pt x="18496" y="301431"/>
                  </a:lnTo>
                  <a:lnTo>
                    <a:pt x="25462" y="310124"/>
                  </a:lnTo>
                  <a:lnTo>
                    <a:pt x="31674" y="315851"/>
                  </a:lnTo>
                  <a:lnTo>
                    <a:pt x="40174" y="321943"/>
                  </a:lnTo>
                  <a:lnTo>
                    <a:pt x="58449" y="286817"/>
                  </a:lnTo>
                  <a:lnTo>
                    <a:pt x="97531" y="252527"/>
                  </a:lnTo>
                  <a:lnTo>
                    <a:pt x="148884" y="220668"/>
                  </a:lnTo>
                  <a:lnTo>
                    <a:pt x="203971" y="192836"/>
                  </a:lnTo>
                  <a:lnTo>
                    <a:pt x="254257" y="170629"/>
                  </a:lnTo>
                  <a:lnTo>
                    <a:pt x="306281" y="149466"/>
                  </a:lnTo>
                  <a:lnTo>
                    <a:pt x="312227" y="190248"/>
                  </a:lnTo>
                  <a:lnTo>
                    <a:pt x="316719" y="223952"/>
                  </a:lnTo>
                  <a:lnTo>
                    <a:pt x="319610" y="251180"/>
                  </a:lnTo>
                  <a:lnTo>
                    <a:pt x="320954" y="267568"/>
                  </a:lnTo>
                  <a:lnTo>
                    <a:pt x="323179" y="281486"/>
                  </a:lnTo>
                  <a:lnTo>
                    <a:pt x="327884" y="300543"/>
                  </a:lnTo>
                  <a:lnTo>
                    <a:pt x="336667" y="332351"/>
                  </a:lnTo>
                  <a:lnTo>
                    <a:pt x="358729" y="303482"/>
                  </a:lnTo>
                  <a:lnTo>
                    <a:pt x="386250" y="250769"/>
                  </a:lnTo>
                  <a:lnTo>
                    <a:pt x="394781" y="199602"/>
                  </a:lnTo>
                  <a:lnTo>
                    <a:pt x="388962" y="151905"/>
                  </a:lnTo>
                  <a:lnTo>
                    <a:pt x="373430" y="109602"/>
                  </a:lnTo>
                  <a:lnTo>
                    <a:pt x="352823" y="74619"/>
                  </a:lnTo>
                  <a:lnTo>
                    <a:pt x="314940" y="34307"/>
                  </a:lnTo>
                  <a:lnTo>
                    <a:pt x="277833" y="15326"/>
                  </a:lnTo>
                  <a:lnTo>
                    <a:pt x="237304" y="3432"/>
                  </a:lnTo>
                  <a:lnTo>
                    <a:pt x="194823" y="0"/>
                  </a:lnTo>
                  <a:close/>
                </a:path>
              </a:pathLst>
            </a:custGeom>
            <a:solidFill>
              <a:srgbClr val="E6EB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1" name="object 821" descr=""/>
          <p:cNvGrpSpPr/>
          <p:nvPr/>
        </p:nvGrpSpPr>
        <p:grpSpPr>
          <a:xfrm>
            <a:off x="3732235" y="4848767"/>
            <a:ext cx="409575" cy="661035"/>
            <a:chOff x="3732235" y="4848767"/>
            <a:chExt cx="409575" cy="661035"/>
          </a:xfrm>
        </p:grpSpPr>
        <p:sp>
          <p:nvSpPr>
            <p:cNvPr id="822" name="object 822" descr=""/>
            <p:cNvSpPr/>
            <p:nvPr/>
          </p:nvSpPr>
          <p:spPr>
            <a:xfrm>
              <a:off x="3780429" y="5028219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39" y="473"/>
                  </a:lnTo>
                  <a:lnTo>
                    <a:pt x="51224" y="70609"/>
                  </a:lnTo>
                  <a:lnTo>
                    <a:pt x="22362" y="124766"/>
                  </a:lnTo>
                  <a:lnTo>
                    <a:pt x="4091" y="161861"/>
                  </a:lnTo>
                  <a:lnTo>
                    <a:pt x="0" y="192493"/>
                  </a:lnTo>
                  <a:lnTo>
                    <a:pt x="2564" y="233134"/>
                  </a:lnTo>
                  <a:lnTo>
                    <a:pt x="12007" y="290129"/>
                  </a:lnTo>
                  <a:lnTo>
                    <a:pt x="58455" y="349231"/>
                  </a:lnTo>
                  <a:lnTo>
                    <a:pt x="88501" y="380652"/>
                  </a:lnTo>
                  <a:lnTo>
                    <a:pt x="139392" y="400261"/>
                  </a:lnTo>
                  <a:lnTo>
                    <a:pt x="160875" y="400341"/>
                  </a:lnTo>
                  <a:lnTo>
                    <a:pt x="172736" y="399226"/>
                  </a:lnTo>
                  <a:lnTo>
                    <a:pt x="212374" y="363216"/>
                  </a:lnTo>
                  <a:lnTo>
                    <a:pt x="259686" y="316872"/>
                  </a:lnTo>
                  <a:lnTo>
                    <a:pt x="265958" y="309311"/>
                  </a:lnTo>
                  <a:lnTo>
                    <a:pt x="272019" y="302873"/>
                  </a:lnTo>
                  <a:lnTo>
                    <a:pt x="287465" y="246766"/>
                  </a:lnTo>
                  <a:lnTo>
                    <a:pt x="290826" y="187368"/>
                  </a:lnTo>
                  <a:lnTo>
                    <a:pt x="289729" y="151545"/>
                  </a:lnTo>
                  <a:lnTo>
                    <a:pt x="286318" y="89646"/>
                  </a:lnTo>
                  <a:lnTo>
                    <a:pt x="282068" y="30350"/>
                  </a:lnTo>
                  <a:lnTo>
                    <a:pt x="278450" y="2337"/>
                  </a:lnTo>
                  <a:lnTo>
                    <a:pt x="247580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3" name="object 823" descr=""/>
            <p:cNvSpPr/>
            <p:nvPr/>
          </p:nvSpPr>
          <p:spPr>
            <a:xfrm>
              <a:off x="3840288" y="5015938"/>
              <a:ext cx="301625" cy="409575"/>
            </a:xfrm>
            <a:custGeom>
              <a:avLst/>
              <a:gdLst/>
              <a:ahLst/>
              <a:cxnLst/>
              <a:rect l="l" t="t" r="r" b="b"/>
              <a:pathLst>
                <a:path w="301625" h="409575">
                  <a:moveTo>
                    <a:pt x="12627" y="0"/>
                  </a:moveTo>
                  <a:lnTo>
                    <a:pt x="8934" y="28562"/>
                  </a:lnTo>
                  <a:lnTo>
                    <a:pt x="4594" y="89012"/>
                  </a:lnTo>
                  <a:lnTo>
                    <a:pt x="1113" y="152117"/>
                  </a:lnTo>
                  <a:lnTo>
                    <a:pt x="0" y="188643"/>
                  </a:lnTo>
                  <a:lnTo>
                    <a:pt x="1694" y="212423"/>
                  </a:lnTo>
                  <a:lnTo>
                    <a:pt x="8959" y="281787"/>
                  </a:lnTo>
                  <a:lnTo>
                    <a:pt x="22109" y="324227"/>
                  </a:lnTo>
                  <a:lnTo>
                    <a:pt x="47226" y="366699"/>
                  </a:lnTo>
                  <a:lnTo>
                    <a:pt x="68270" y="375559"/>
                  </a:lnTo>
                  <a:lnTo>
                    <a:pt x="74307" y="386851"/>
                  </a:lnTo>
                  <a:lnTo>
                    <a:pt x="115652" y="407483"/>
                  </a:lnTo>
                  <a:lnTo>
                    <a:pt x="161056" y="409168"/>
                  </a:lnTo>
                  <a:lnTo>
                    <a:pt x="174821" y="408217"/>
                  </a:lnTo>
                  <a:lnTo>
                    <a:pt x="195941" y="400189"/>
                  </a:lnTo>
                  <a:lnTo>
                    <a:pt x="210073" y="392214"/>
                  </a:lnTo>
                  <a:lnTo>
                    <a:pt x="217987" y="386102"/>
                  </a:lnTo>
                  <a:lnTo>
                    <a:pt x="220454" y="383663"/>
                  </a:lnTo>
                  <a:lnTo>
                    <a:pt x="250105" y="373370"/>
                  </a:lnTo>
                  <a:lnTo>
                    <a:pt x="278785" y="318935"/>
                  </a:lnTo>
                  <a:lnTo>
                    <a:pt x="287751" y="275020"/>
                  </a:lnTo>
                  <a:lnTo>
                    <a:pt x="298873" y="204058"/>
                  </a:lnTo>
                  <a:lnTo>
                    <a:pt x="301393" y="173575"/>
                  </a:lnTo>
                  <a:lnTo>
                    <a:pt x="297000" y="102369"/>
                  </a:lnTo>
                  <a:lnTo>
                    <a:pt x="286304" y="54614"/>
                  </a:lnTo>
                  <a:lnTo>
                    <a:pt x="270421" y="19423"/>
                  </a:lnTo>
                  <a:lnTo>
                    <a:pt x="172693" y="10232"/>
                  </a:lnTo>
                  <a:lnTo>
                    <a:pt x="99634" y="4350"/>
                  </a:lnTo>
                  <a:lnTo>
                    <a:pt x="39112" y="274"/>
                  </a:lnTo>
                  <a:lnTo>
                    <a:pt x="12627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4" name="object 824" descr=""/>
            <p:cNvPicPr/>
            <p:nvPr/>
          </p:nvPicPr>
          <p:blipFill>
            <a:blip r:embed="rId171" cstate="print"/>
            <a:stretch>
              <a:fillRect/>
            </a:stretch>
          </p:blipFill>
          <p:spPr>
            <a:xfrm>
              <a:off x="3834581" y="5326409"/>
              <a:ext cx="178612" cy="183235"/>
            </a:xfrm>
            <a:prstGeom prst="rect">
              <a:avLst/>
            </a:prstGeom>
          </p:spPr>
        </p:pic>
        <p:sp>
          <p:nvSpPr>
            <p:cNvPr id="825" name="object 825" descr=""/>
            <p:cNvSpPr/>
            <p:nvPr/>
          </p:nvSpPr>
          <p:spPr>
            <a:xfrm>
              <a:off x="3748581" y="5271413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01"/>
                  </a:lnTo>
                  <a:lnTo>
                    <a:pt x="23695" y="30501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6" name="object 826" descr=""/>
            <p:cNvSpPr/>
            <p:nvPr/>
          </p:nvSpPr>
          <p:spPr>
            <a:xfrm>
              <a:off x="3732235" y="5181622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15828" y="0"/>
                  </a:moveTo>
                  <a:lnTo>
                    <a:pt x="9430" y="121"/>
                  </a:lnTo>
                  <a:lnTo>
                    <a:pt x="4045" y="3532"/>
                  </a:lnTo>
                  <a:lnTo>
                    <a:pt x="62" y="20082"/>
                  </a:lnTo>
                  <a:lnTo>
                    <a:pt x="0" y="51203"/>
                  </a:lnTo>
                  <a:lnTo>
                    <a:pt x="2869" y="83334"/>
                  </a:lnTo>
                  <a:lnTo>
                    <a:pt x="35552" y="115637"/>
                  </a:lnTo>
                  <a:lnTo>
                    <a:pt x="57991" y="119591"/>
                  </a:lnTo>
                  <a:lnTo>
                    <a:pt x="50665" y="90377"/>
                  </a:lnTo>
                  <a:lnTo>
                    <a:pt x="47206" y="69565"/>
                  </a:lnTo>
                  <a:lnTo>
                    <a:pt x="46700" y="47189"/>
                  </a:lnTo>
                  <a:lnTo>
                    <a:pt x="48232" y="13281"/>
                  </a:lnTo>
                  <a:lnTo>
                    <a:pt x="27381" y="4081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7" name="object 827" descr=""/>
            <p:cNvSpPr/>
            <p:nvPr/>
          </p:nvSpPr>
          <p:spPr>
            <a:xfrm>
              <a:off x="4076156" y="5271413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01"/>
                  </a:lnTo>
                  <a:lnTo>
                    <a:pt x="23664" y="30501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8" name="object 828" descr=""/>
            <p:cNvSpPr/>
            <p:nvPr/>
          </p:nvSpPr>
          <p:spPr>
            <a:xfrm>
              <a:off x="3735495" y="4924021"/>
              <a:ext cx="393700" cy="470534"/>
            </a:xfrm>
            <a:custGeom>
              <a:avLst/>
              <a:gdLst/>
              <a:ahLst/>
              <a:cxnLst/>
              <a:rect l="l" t="t" r="r" b="b"/>
              <a:pathLst>
                <a:path w="393700" h="470535">
                  <a:moveTo>
                    <a:pt x="175610" y="0"/>
                  </a:moveTo>
                  <a:lnTo>
                    <a:pt x="131949" y="7689"/>
                  </a:lnTo>
                  <a:lnTo>
                    <a:pt x="92323" y="23309"/>
                  </a:lnTo>
                  <a:lnTo>
                    <a:pt x="59117" y="46562"/>
                  </a:lnTo>
                  <a:lnTo>
                    <a:pt x="23664" y="88951"/>
                  </a:lnTo>
                  <a:lnTo>
                    <a:pt x="8625" y="126995"/>
                  </a:lnTo>
                  <a:lnTo>
                    <a:pt x="0" y="182768"/>
                  </a:lnTo>
                  <a:lnTo>
                    <a:pt x="1254" y="261142"/>
                  </a:lnTo>
                  <a:lnTo>
                    <a:pt x="22681" y="357261"/>
                  </a:lnTo>
                  <a:lnTo>
                    <a:pt x="57825" y="419587"/>
                  </a:lnTo>
                  <a:lnTo>
                    <a:pt x="90661" y="453234"/>
                  </a:lnTo>
                  <a:lnTo>
                    <a:pt x="105168" y="463314"/>
                  </a:lnTo>
                  <a:lnTo>
                    <a:pt x="131970" y="455461"/>
                  </a:lnTo>
                  <a:lnTo>
                    <a:pt x="159929" y="458920"/>
                  </a:lnTo>
                  <a:lnTo>
                    <a:pt x="181926" y="466366"/>
                  </a:lnTo>
                  <a:lnTo>
                    <a:pt x="190840" y="470476"/>
                  </a:lnTo>
                  <a:lnTo>
                    <a:pt x="214123" y="455301"/>
                  </a:lnTo>
                  <a:lnTo>
                    <a:pt x="230954" y="448932"/>
                  </a:lnTo>
                  <a:lnTo>
                    <a:pt x="249498" y="450188"/>
                  </a:lnTo>
                  <a:lnTo>
                    <a:pt x="277916" y="457890"/>
                  </a:lnTo>
                  <a:lnTo>
                    <a:pt x="325296" y="433959"/>
                  </a:lnTo>
                  <a:lnTo>
                    <a:pt x="352135" y="405488"/>
                  </a:lnTo>
                  <a:lnTo>
                    <a:pt x="368374" y="354031"/>
                  </a:lnTo>
                  <a:lnTo>
                    <a:pt x="383955" y="261142"/>
                  </a:lnTo>
                  <a:lnTo>
                    <a:pt x="388782" y="234798"/>
                  </a:lnTo>
                  <a:lnTo>
                    <a:pt x="393324" y="196242"/>
                  </a:lnTo>
                  <a:lnTo>
                    <a:pt x="391342" y="150195"/>
                  </a:lnTo>
                  <a:lnTo>
                    <a:pt x="376599" y="101374"/>
                  </a:lnTo>
                  <a:lnTo>
                    <a:pt x="342857" y="54499"/>
                  </a:lnTo>
                  <a:lnTo>
                    <a:pt x="306927" y="27490"/>
                  </a:lnTo>
                  <a:lnTo>
                    <a:pt x="265485" y="9602"/>
                  </a:lnTo>
                  <a:lnTo>
                    <a:pt x="220917" y="538"/>
                  </a:lnTo>
                  <a:lnTo>
                    <a:pt x="175610" y="0"/>
                  </a:lnTo>
                  <a:close/>
                </a:path>
              </a:pathLst>
            </a:custGeom>
            <a:solidFill>
              <a:srgbClr val="E6EB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9" name="object 829" descr=""/>
            <p:cNvPicPr/>
            <p:nvPr/>
          </p:nvPicPr>
          <p:blipFill>
            <a:blip r:embed="rId172" cstate="print"/>
            <a:stretch>
              <a:fillRect/>
            </a:stretch>
          </p:blipFill>
          <p:spPr>
            <a:xfrm>
              <a:off x="3818267" y="4848767"/>
              <a:ext cx="227281" cy="179450"/>
            </a:xfrm>
            <a:prstGeom prst="rect">
              <a:avLst/>
            </a:prstGeom>
          </p:spPr>
        </p:pic>
        <p:pic>
          <p:nvPicPr>
            <p:cNvPr id="830" name="object 830" descr=""/>
            <p:cNvPicPr/>
            <p:nvPr/>
          </p:nvPicPr>
          <p:blipFill>
            <a:blip r:embed="rId173" cstate="print"/>
            <a:stretch>
              <a:fillRect/>
            </a:stretch>
          </p:blipFill>
          <p:spPr>
            <a:xfrm>
              <a:off x="4066342" y="5181622"/>
              <a:ext cx="66771" cy="119591"/>
            </a:xfrm>
            <a:prstGeom prst="rect">
              <a:avLst/>
            </a:prstGeom>
          </p:spPr>
        </p:pic>
      </p:grpSp>
      <p:grpSp>
        <p:nvGrpSpPr>
          <p:cNvPr id="831" name="object 831" descr=""/>
          <p:cNvGrpSpPr/>
          <p:nvPr/>
        </p:nvGrpSpPr>
        <p:grpSpPr>
          <a:xfrm>
            <a:off x="3676508" y="5828566"/>
            <a:ext cx="492125" cy="655955"/>
            <a:chOff x="3676508" y="5828566"/>
            <a:chExt cx="492125" cy="655955"/>
          </a:xfrm>
        </p:grpSpPr>
        <p:sp>
          <p:nvSpPr>
            <p:cNvPr id="832" name="object 832" descr=""/>
            <p:cNvSpPr/>
            <p:nvPr/>
          </p:nvSpPr>
          <p:spPr>
            <a:xfrm>
              <a:off x="3806773" y="6002957"/>
              <a:ext cx="290830" cy="400685"/>
            </a:xfrm>
            <a:custGeom>
              <a:avLst/>
              <a:gdLst/>
              <a:ahLst/>
              <a:cxnLst/>
              <a:rect l="l" t="t" r="r" b="b"/>
              <a:pathLst>
                <a:path w="290829" h="400685">
                  <a:moveTo>
                    <a:pt x="183208" y="0"/>
                  </a:moveTo>
                  <a:lnTo>
                    <a:pt x="89639" y="473"/>
                  </a:lnTo>
                  <a:lnTo>
                    <a:pt x="51224" y="70609"/>
                  </a:lnTo>
                  <a:lnTo>
                    <a:pt x="22362" y="124766"/>
                  </a:lnTo>
                  <a:lnTo>
                    <a:pt x="4091" y="161861"/>
                  </a:lnTo>
                  <a:lnTo>
                    <a:pt x="0" y="192493"/>
                  </a:lnTo>
                  <a:lnTo>
                    <a:pt x="2564" y="233134"/>
                  </a:lnTo>
                  <a:lnTo>
                    <a:pt x="12007" y="290129"/>
                  </a:lnTo>
                  <a:lnTo>
                    <a:pt x="58455" y="349231"/>
                  </a:lnTo>
                  <a:lnTo>
                    <a:pt x="88501" y="380652"/>
                  </a:lnTo>
                  <a:lnTo>
                    <a:pt x="139392" y="400261"/>
                  </a:lnTo>
                  <a:lnTo>
                    <a:pt x="160875" y="400341"/>
                  </a:lnTo>
                  <a:lnTo>
                    <a:pt x="172736" y="399226"/>
                  </a:lnTo>
                  <a:lnTo>
                    <a:pt x="212374" y="363216"/>
                  </a:lnTo>
                  <a:lnTo>
                    <a:pt x="259686" y="316872"/>
                  </a:lnTo>
                  <a:lnTo>
                    <a:pt x="265958" y="309311"/>
                  </a:lnTo>
                  <a:lnTo>
                    <a:pt x="272019" y="302873"/>
                  </a:lnTo>
                  <a:lnTo>
                    <a:pt x="287465" y="246766"/>
                  </a:lnTo>
                  <a:lnTo>
                    <a:pt x="290826" y="187368"/>
                  </a:lnTo>
                  <a:lnTo>
                    <a:pt x="289729" y="151545"/>
                  </a:lnTo>
                  <a:lnTo>
                    <a:pt x="286318" y="89646"/>
                  </a:lnTo>
                  <a:lnTo>
                    <a:pt x="282068" y="30350"/>
                  </a:lnTo>
                  <a:lnTo>
                    <a:pt x="278450" y="2337"/>
                  </a:lnTo>
                  <a:lnTo>
                    <a:pt x="247580" y="464"/>
                  </a:lnTo>
                  <a:lnTo>
                    <a:pt x="183208" y="0"/>
                  </a:lnTo>
                  <a:close/>
                </a:path>
              </a:pathLst>
            </a:custGeom>
            <a:solidFill>
              <a:srgbClr val="F9E6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3" name="object 833" descr=""/>
            <p:cNvSpPr/>
            <p:nvPr/>
          </p:nvSpPr>
          <p:spPr>
            <a:xfrm>
              <a:off x="3866631" y="5990675"/>
              <a:ext cx="301625" cy="409575"/>
            </a:xfrm>
            <a:custGeom>
              <a:avLst/>
              <a:gdLst/>
              <a:ahLst/>
              <a:cxnLst/>
              <a:rect l="l" t="t" r="r" b="b"/>
              <a:pathLst>
                <a:path w="301625" h="409575">
                  <a:moveTo>
                    <a:pt x="12627" y="0"/>
                  </a:moveTo>
                  <a:lnTo>
                    <a:pt x="8934" y="28562"/>
                  </a:lnTo>
                  <a:lnTo>
                    <a:pt x="4594" y="89014"/>
                  </a:lnTo>
                  <a:lnTo>
                    <a:pt x="1113" y="152122"/>
                  </a:lnTo>
                  <a:lnTo>
                    <a:pt x="0" y="188653"/>
                  </a:lnTo>
                  <a:lnTo>
                    <a:pt x="1694" y="212427"/>
                  </a:lnTo>
                  <a:lnTo>
                    <a:pt x="8959" y="281787"/>
                  </a:lnTo>
                  <a:lnTo>
                    <a:pt x="22109" y="324227"/>
                  </a:lnTo>
                  <a:lnTo>
                    <a:pt x="47226" y="366699"/>
                  </a:lnTo>
                  <a:lnTo>
                    <a:pt x="68270" y="375559"/>
                  </a:lnTo>
                  <a:lnTo>
                    <a:pt x="74307" y="386851"/>
                  </a:lnTo>
                  <a:lnTo>
                    <a:pt x="115652" y="407483"/>
                  </a:lnTo>
                  <a:lnTo>
                    <a:pt x="161056" y="409168"/>
                  </a:lnTo>
                  <a:lnTo>
                    <a:pt x="174821" y="408217"/>
                  </a:lnTo>
                  <a:lnTo>
                    <a:pt x="195941" y="400189"/>
                  </a:lnTo>
                  <a:lnTo>
                    <a:pt x="210073" y="392214"/>
                  </a:lnTo>
                  <a:lnTo>
                    <a:pt x="217987" y="386102"/>
                  </a:lnTo>
                  <a:lnTo>
                    <a:pt x="220454" y="383663"/>
                  </a:lnTo>
                  <a:lnTo>
                    <a:pt x="250105" y="373370"/>
                  </a:lnTo>
                  <a:lnTo>
                    <a:pt x="278781" y="318935"/>
                  </a:lnTo>
                  <a:lnTo>
                    <a:pt x="286790" y="274905"/>
                  </a:lnTo>
                  <a:lnTo>
                    <a:pt x="290915" y="241249"/>
                  </a:lnTo>
                  <a:lnTo>
                    <a:pt x="296002" y="203713"/>
                  </a:lnTo>
                  <a:lnTo>
                    <a:pt x="301393" y="173575"/>
                  </a:lnTo>
                  <a:lnTo>
                    <a:pt x="301517" y="134818"/>
                  </a:lnTo>
                  <a:lnTo>
                    <a:pt x="294081" y="82426"/>
                  </a:lnTo>
                  <a:lnTo>
                    <a:pt x="285162" y="36356"/>
                  </a:lnTo>
                  <a:lnTo>
                    <a:pt x="186872" y="9633"/>
                  </a:lnTo>
                  <a:lnTo>
                    <a:pt x="108253" y="4179"/>
                  </a:lnTo>
                  <a:lnTo>
                    <a:pt x="41846" y="255"/>
                  </a:lnTo>
                  <a:lnTo>
                    <a:pt x="1262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4" name="object 834" descr=""/>
            <p:cNvPicPr/>
            <p:nvPr/>
          </p:nvPicPr>
          <p:blipFill>
            <a:blip r:embed="rId174" cstate="print"/>
            <a:stretch>
              <a:fillRect/>
            </a:stretch>
          </p:blipFill>
          <p:spPr>
            <a:xfrm>
              <a:off x="3860924" y="6301147"/>
              <a:ext cx="178612" cy="183235"/>
            </a:xfrm>
            <a:prstGeom prst="rect">
              <a:avLst/>
            </a:prstGeom>
          </p:spPr>
        </p:pic>
        <p:sp>
          <p:nvSpPr>
            <p:cNvPr id="835" name="object 835" descr=""/>
            <p:cNvSpPr/>
            <p:nvPr/>
          </p:nvSpPr>
          <p:spPr>
            <a:xfrm>
              <a:off x="3774923" y="624615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95" y="0"/>
                  </a:moveTo>
                  <a:lnTo>
                    <a:pt x="6858" y="0"/>
                  </a:lnTo>
                  <a:lnTo>
                    <a:pt x="0" y="6816"/>
                  </a:lnTo>
                  <a:lnTo>
                    <a:pt x="0" y="15245"/>
                  </a:lnTo>
                  <a:lnTo>
                    <a:pt x="0" y="23674"/>
                  </a:lnTo>
                  <a:lnTo>
                    <a:pt x="6858" y="30501"/>
                  </a:lnTo>
                  <a:lnTo>
                    <a:pt x="23695" y="30501"/>
                  </a:lnTo>
                  <a:lnTo>
                    <a:pt x="30522" y="23674"/>
                  </a:lnTo>
                  <a:lnTo>
                    <a:pt x="30522" y="6816"/>
                  </a:lnTo>
                  <a:lnTo>
                    <a:pt x="23695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6" name="object 836" descr=""/>
            <p:cNvSpPr/>
            <p:nvPr/>
          </p:nvSpPr>
          <p:spPr>
            <a:xfrm>
              <a:off x="3758578" y="6156359"/>
              <a:ext cx="58419" cy="120014"/>
            </a:xfrm>
            <a:custGeom>
              <a:avLst/>
              <a:gdLst/>
              <a:ahLst/>
              <a:cxnLst/>
              <a:rect l="l" t="t" r="r" b="b"/>
              <a:pathLst>
                <a:path w="58420" h="120014">
                  <a:moveTo>
                    <a:pt x="15828" y="0"/>
                  </a:moveTo>
                  <a:lnTo>
                    <a:pt x="9430" y="124"/>
                  </a:lnTo>
                  <a:lnTo>
                    <a:pt x="4045" y="3541"/>
                  </a:lnTo>
                  <a:lnTo>
                    <a:pt x="62" y="20085"/>
                  </a:lnTo>
                  <a:lnTo>
                    <a:pt x="0" y="51203"/>
                  </a:lnTo>
                  <a:lnTo>
                    <a:pt x="2869" y="83333"/>
                  </a:lnTo>
                  <a:lnTo>
                    <a:pt x="35552" y="115636"/>
                  </a:lnTo>
                  <a:lnTo>
                    <a:pt x="57991" y="119590"/>
                  </a:lnTo>
                  <a:lnTo>
                    <a:pt x="50665" y="90376"/>
                  </a:lnTo>
                  <a:lnTo>
                    <a:pt x="47206" y="69564"/>
                  </a:lnTo>
                  <a:lnTo>
                    <a:pt x="46700" y="47187"/>
                  </a:lnTo>
                  <a:lnTo>
                    <a:pt x="48232" y="13279"/>
                  </a:lnTo>
                  <a:lnTo>
                    <a:pt x="27381" y="4080"/>
                  </a:lnTo>
                  <a:lnTo>
                    <a:pt x="15828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7" name="object 837" descr=""/>
            <p:cNvSpPr/>
            <p:nvPr/>
          </p:nvSpPr>
          <p:spPr>
            <a:xfrm>
              <a:off x="4102499" y="6246151"/>
              <a:ext cx="31115" cy="31115"/>
            </a:xfrm>
            <a:custGeom>
              <a:avLst/>
              <a:gdLst/>
              <a:ahLst/>
              <a:cxnLst/>
              <a:rect l="l" t="t" r="r" b="b"/>
              <a:pathLst>
                <a:path w="31114" h="31114">
                  <a:moveTo>
                    <a:pt x="23664" y="0"/>
                  </a:moveTo>
                  <a:lnTo>
                    <a:pt x="6827" y="0"/>
                  </a:lnTo>
                  <a:lnTo>
                    <a:pt x="0" y="6816"/>
                  </a:lnTo>
                  <a:lnTo>
                    <a:pt x="0" y="23674"/>
                  </a:lnTo>
                  <a:lnTo>
                    <a:pt x="6827" y="30501"/>
                  </a:lnTo>
                  <a:lnTo>
                    <a:pt x="23664" y="30501"/>
                  </a:lnTo>
                  <a:lnTo>
                    <a:pt x="30512" y="23674"/>
                  </a:lnTo>
                  <a:lnTo>
                    <a:pt x="30512" y="15245"/>
                  </a:lnTo>
                  <a:lnTo>
                    <a:pt x="30512" y="6816"/>
                  </a:lnTo>
                  <a:lnTo>
                    <a:pt x="2366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8" name="object 838" descr=""/>
            <p:cNvSpPr/>
            <p:nvPr/>
          </p:nvSpPr>
          <p:spPr>
            <a:xfrm>
              <a:off x="3676508" y="5828566"/>
              <a:ext cx="485775" cy="552450"/>
            </a:xfrm>
            <a:custGeom>
              <a:avLst/>
              <a:gdLst/>
              <a:ahLst/>
              <a:cxnLst/>
              <a:rect l="l" t="t" r="r" b="b"/>
              <a:pathLst>
                <a:path w="485775" h="552450">
                  <a:moveTo>
                    <a:pt x="261849" y="0"/>
                  </a:moveTo>
                  <a:lnTo>
                    <a:pt x="218374" y="19049"/>
                  </a:lnTo>
                  <a:lnTo>
                    <a:pt x="202293" y="32567"/>
                  </a:lnTo>
                  <a:lnTo>
                    <a:pt x="131364" y="16802"/>
                  </a:lnTo>
                  <a:lnTo>
                    <a:pt x="89867" y="42465"/>
                  </a:lnTo>
                  <a:lnTo>
                    <a:pt x="70398" y="79734"/>
                  </a:lnTo>
                  <a:lnTo>
                    <a:pt x="65554" y="98784"/>
                  </a:lnTo>
                  <a:lnTo>
                    <a:pt x="6034" y="159169"/>
                  </a:lnTo>
                  <a:lnTo>
                    <a:pt x="0" y="210311"/>
                  </a:lnTo>
                  <a:lnTo>
                    <a:pt x="17986" y="245741"/>
                  </a:lnTo>
                  <a:lnTo>
                    <a:pt x="30529" y="258989"/>
                  </a:lnTo>
                  <a:lnTo>
                    <a:pt x="32808" y="380520"/>
                  </a:lnTo>
                  <a:lnTo>
                    <a:pt x="90687" y="471895"/>
                  </a:lnTo>
                  <a:lnTo>
                    <a:pt x="158731" y="529424"/>
                  </a:lnTo>
                  <a:lnTo>
                    <a:pt x="191508" y="549420"/>
                  </a:lnTo>
                  <a:lnTo>
                    <a:pt x="223066" y="539460"/>
                  </a:lnTo>
                  <a:lnTo>
                    <a:pt x="251094" y="538703"/>
                  </a:lnTo>
                  <a:lnTo>
                    <a:pt x="271161" y="542013"/>
                  </a:lnTo>
                  <a:lnTo>
                    <a:pt x="278835" y="544258"/>
                  </a:lnTo>
                  <a:lnTo>
                    <a:pt x="296240" y="531621"/>
                  </a:lnTo>
                  <a:lnTo>
                    <a:pt x="311075" y="528250"/>
                  </a:lnTo>
                  <a:lnTo>
                    <a:pt x="331470" y="534905"/>
                  </a:lnTo>
                  <a:lnTo>
                    <a:pt x="365555" y="552341"/>
                  </a:lnTo>
                  <a:lnTo>
                    <a:pt x="411897" y="540110"/>
                  </a:lnTo>
                  <a:lnTo>
                    <a:pt x="439443" y="513432"/>
                  </a:lnTo>
                  <a:lnTo>
                    <a:pt x="459080" y="451963"/>
                  </a:lnTo>
                  <a:lnTo>
                    <a:pt x="481698" y="335364"/>
                  </a:lnTo>
                  <a:lnTo>
                    <a:pt x="485634" y="205696"/>
                  </a:lnTo>
                  <a:lnTo>
                    <a:pt x="456551" y="125836"/>
                  </a:lnTo>
                  <a:lnTo>
                    <a:pt x="420209" y="85477"/>
                  </a:lnTo>
                  <a:lnTo>
                    <a:pt x="402371" y="74314"/>
                  </a:lnTo>
                  <a:lnTo>
                    <a:pt x="325565" y="7670"/>
                  </a:lnTo>
                  <a:lnTo>
                    <a:pt x="261849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9" name="object 839" descr=""/>
            <p:cNvPicPr/>
            <p:nvPr/>
          </p:nvPicPr>
          <p:blipFill>
            <a:blip r:embed="rId175" cstate="print"/>
            <a:stretch>
              <a:fillRect/>
            </a:stretch>
          </p:blipFill>
          <p:spPr>
            <a:xfrm>
              <a:off x="4096554" y="6156839"/>
              <a:ext cx="67314" cy="119591"/>
            </a:xfrm>
            <a:prstGeom prst="rect">
              <a:avLst/>
            </a:prstGeom>
          </p:spPr>
        </p:pic>
      </p:grpSp>
      <p:grpSp>
        <p:nvGrpSpPr>
          <p:cNvPr id="840" name="object 840" descr=""/>
          <p:cNvGrpSpPr/>
          <p:nvPr/>
        </p:nvGrpSpPr>
        <p:grpSpPr>
          <a:xfrm>
            <a:off x="8806527" y="4181514"/>
            <a:ext cx="742950" cy="946150"/>
            <a:chOff x="8806527" y="4181514"/>
            <a:chExt cx="742950" cy="946150"/>
          </a:xfrm>
        </p:grpSpPr>
        <p:sp>
          <p:nvSpPr>
            <p:cNvPr id="841" name="object 841" descr=""/>
            <p:cNvSpPr/>
            <p:nvPr/>
          </p:nvSpPr>
          <p:spPr>
            <a:xfrm>
              <a:off x="8845448" y="4181519"/>
              <a:ext cx="664845" cy="811530"/>
            </a:xfrm>
            <a:custGeom>
              <a:avLst/>
              <a:gdLst/>
              <a:ahLst/>
              <a:cxnLst/>
              <a:rect l="l" t="t" r="r" b="b"/>
              <a:pathLst>
                <a:path w="664845" h="811529">
                  <a:moveTo>
                    <a:pt x="664819" y="774750"/>
                  </a:moveTo>
                  <a:lnTo>
                    <a:pt x="653605" y="699211"/>
                  </a:lnTo>
                  <a:lnTo>
                    <a:pt x="644982" y="643242"/>
                  </a:lnTo>
                  <a:lnTo>
                    <a:pt x="625690" y="539254"/>
                  </a:lnTo>
                  <a:lnTo>
                    <a:pt x="614870" y="490461"/>
                  </a:lnTo>
                  <a:lnTo>
                    <a:pt x="604050" y="453720"/>
                  </a:lnTo>
                  <a:lnTo>
                    <a:pt x="601306" y="402958"/>
                  </a:lnTo>
                  <a:lnTo>
                    <a:pt x="597738" y="353644"/>
                  </a:lnTo>
                  <a:lnTo>
                    <a:pt x="592251" y="296062"/>
                  </a:lnTo>
                  <a:lnTo>
                    <a:pt x="584504" y="235496"/>
                  </a:lnTo>
                  <a:lnTo>
                    <a:pt x="574116" y="177215"/>
                  </a:lnTo>
                  <a:lnTo>
                    <a:pt x="560730" y="126530"/>
                  </a:lnTo>
                  <a:lnTo>
                    <a:pt x="543991" y="88709"/>
                  </a:lnTo>
                  <a:lnTo>
                    <a:pt x="531850" y="82219"/>
                  </a:lnTo>
                  <a:lnTo>
                    <a:pt x="532371" y="77254"/>
                  </a:lnTo>
                  <a:lnTo>
                    <a:pt x="461429" y="36156"/>
                  </a:lnTo>
                  <a:lnTo>
                    <a:pt x="424446" y="14414"/>
                  </a:lnTo>
                  <a:lnTo>
                    <a:pt x="409422" y="4775"/>
                  </a:lnTo>
                  <a:lnTo>
                    <a:pt x="404355" y="0"/>
                  </a:lnTo>
                  <a:lnTo>
                    <a:pt x="368731" y="21437"/>
                  </a:lnTo>
                  <a:lnTo>
                    <a:pt x="342938" y="28638"/>
                  </a:lnTo>
                  <a:lnTo>
                    <a:pt x="314439" y="21628"/>
                  </a:lnTo>
                  <a:lnTo>
                    <a:pt x="270713" y="457"/>
                  </a:lnTo>
                  <a:lnTo>
                    <a:pt x="127749" y="80251"/>
                  </a:lnTo>
                  <a:lnTo>
                    <a:pt x="128308" y="84709"/>
                  </a:lnTo>
                  <a:lnTo>
                    <a:pt x="120827" y="88709"/>
                  </a:lnTo>
                  <a:lnTo>
                    <a:pt x="104089" y="126530"/>
                  </a:lnTo>
                  <a:lnTo>
                    <a:pt x="90703" y="177215"/>
                  </a:lnTo>
                  <a:lnTo>
                    <a:pt x="80314" y="235496"/>
                  </a:lnTo>
                  <a:lnTo>
                    <a:pt x="72567" y="296062"/>
                  </a:lnTo>
                  <a:lnTo>
                    <a:pt x="67081" y="353644"/>
                  </a:lnTo>
                  <a:lnTo>
                    <a:pt x="63512" y="402958"/>
                  </a:lnTo>
                  <a:lnTo>
                    <a:pt x="60756" y="453720"/>
                  </a:lnTo>
                  <a:lnTo>
                    <a:pt x="49949" y="490461"/>
                  </a:lnTo>
                  <a:lnTo>
                    <a:pt x="39128" y="539254"/>
                  </a:lnTo>
                  <a:lnTo>
                    <a:pt x="25666" y="609346"/>
                  </a:lnTo>
                  <a:lnTo>
                    <a:pt x="11214" y="699211"/>
                  </a:lnTo>
                  <a:lnTo>
                    <a:pt x="0" y="774750"/>
                  </a:lnTo>
                  <a:lnTo>
                    <a:pt x="4521" y="800646"/>
                  </a:lnTo>
                  <a:lnTo>
                    <a:pt x="11049" y="811199"/>
                  </a:lnTo>
                  <a:lnTo>
                    <a:pt x="24079" y="808126"/>
                  </a:lnTo>
                  <a:lnTo>
                    <a:pt x="58229" y="771321"/>
                  </a:lnTo>
                  <a:lnTo>
                    <a:pt x="77571" y="719937"/>
                  </a:lnTo>
                  <a:lnTo>
                    <a:pt x="101460" y="652576"/>
                  </a:lnTo>
                  <a:lnTo>
                    <a:pt x="125171" y="582803"/>
                  </a:lnTo>
                  <a:lnTo>
                    <a:pt x="144005" y="524192"/>
                  </a:lnTo>
                  <a:lnTo>
                    <a:pt x="153238" y="490296"/>
                  </a:lnTo>
                  <a:lnTo>
                    <a:pt x="152298" y="466940"/>
                  </a:lnTo>
                  <a:lnTo>
                    <a:pt x="157518" y="450265"/>
                  </a:lnTo>
                  <a:lnTo>
                    <a:pt x="167449" y="395630"/>
                  </a:lnTo>
                  <a:lnTo>
                    <a:pt x="172885" y="438785"/>
                  </a:lnTo>
                  <a:lnTo>
                    <a:pt x="179476" y="489610"/>
                  </a:lnTo>
                  <a:lnTo>
                    <a:pt x="226250" y="530694"/>
                  </a:lnTo>
                  <a:lnTo>
                    <a:pt x="271576" y="539762"/>
                  </a:lnTo>
                  <a:lnTo>
                    <a:pt x="325729" y="542798"/>
                  </a:lnTo>
                  <a:lnTo>
                    <a:pt x="383654" y="536359"/>
                  </a:lnTo>
                  <a:lnTo>
                    <a:pt x="440334" y="516978"/>
                  </a:lnTo>
                  <a:lnTo>
                    <a:pt x="490728" y="481203"/>
                  </a:lnTo>
                  <a:lnTo>
                    <a:pt x="498754" y="403288"/>
                  </a:lnTo>
                  <a:lnTo>
                    <a:pt x="507301" y="450265"/>
                  </a:lnTo>
                  <a:lnTo>
                    <a:pt x="512508" y="466915"/>
                  </a:lnTo>
                  <a:lnTo>
                    <a:pt x="511568" y="490296"/>
                  </a:lnTo>
                  <a:lnTo>
                    <a:pt x="520814" y="524192"/>
                  </a:lnTo>
                  <a:lnTo>
                    <a:pt x="539648" y="582803"/>
                  </a:lnTo>
                  <a:lnTo>
                    <a:pt x="563372" y="652576"/>
                  </a:lnTo>
                  <a:lnTo>
                    <a:pt x="587248" y="719937"/>
                  </a:lnTo>
                  <a:lnTo>
                    <a:pt x="606602" y="771321"/>
                  </a:lnTo>
                  <a:lnTo>
                    <a:pt x="640740" y="808126"/>
                  </a:lnTo>
                  <a:lnTo>
                    <a:pt x="653770" y="811199"/>
                  </a:lnTo>
                  <a:lnTo>
                    <a:pt x="660298" y="800646"/>
                  </a:lnTo>
                  <a:lnTo>
                    <a:pt x="664819" y="77475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2" name="object 842" descr=""/>
            <p:cNvPicPr/>
            <p:nvPr/>
          </p:nvPicPr>
          <p:blipFill>
            <a:blip r:embed="rId176" cstate="print"/>
            <a:stretch>
              <a:fillRect/>
            </a:stretch>
          </p:blipFill>
          <p:spPr>
            <a:xfrm>
              <a:off x="8806527" y="4939246"/>
              <a:ext cx="94610" cy="188328"/>
            </a:xfrm>
            <a:prstGeom prst="rect">
              <a:avLst/>
            </a:prstGeom>
          </p:spPr>
        </p:pic>
        <p:sp>
          <p:nvSpPr>
            <p:cNvPr id="843" name="object 843" descr=""/>
            <p:cNvSpPr/>
            <p:nvPr/>
          </p:nvSpPr>
          <p:spPr>
            <a:xfrm>
              <a:off x="8959975" y="4603251"/>
              <a:ext cx="443865" cy="447675"/>
            </a:xfrm>
            <a:custGeom>
              <a:avLst/>
              <a:gdLst/>
              <a:ahLst/>
              <a:cxnLst/>
              <a:rect l="l" t="t" r="r" b="b"/>
              <a:pathLst>
                <a:path w="443865" h="447675">
                  <a:moveTo>
                    <a:pt x="180577" y="0"/>
                  </a:moveTo>
                  <a:lnTo>
                    <a:pt x="127863" y="21116"/>
                  </a:lnTo>
                  <a:lnTo>
                    <a:pt x="66505" y="78510"/>
                  </a:lnTo>
                  <a:lnTo>
                    <a:pt x="35200" y="173065"/>
                  </a:lnTo>
                  <a:lnTo>
                    <a:pt x="18479" y="225740"/>
                  </a:lnTo>
                  <a:lnTo>
                    <a:pt x="6161" y="281614"/>
                  </a:lnTo>
                  <a:lnTo>
                    <a:pt x="0" y="341283"/>
                  </a:lnTo>
                  <a:lnTo>
                    <a:pt x="2595" y="385016"/>
                  </a:lnTo>
                  <a:lnTo>
                    <a:pt x="13476" y="415161"/>
                  </a:lnTo>
                  <a:lnTo>
                    <a:pt x="32169" y="434065"/>
                  </a:lnTo>
                  <a:lnTo>
                    <a:pt x="58202" y="444077"/>
                  </a:lnTo>
                  <a:lnTo>
                    <a:pt x="91102" y="447545"/>
                  </a:lnTo>
                  <a:lnTo>
                    <a:pt x="130396" y="446817"/>
                  </a:lnTo>
                  <a:lnTo>
                    <a:pt x="175613" y="444240"/>
                  </a:lnTo>
                  <a:lnTo>
                    <a:pt x="226280" y="442164"/>
                  </a:lnTo>
                  <a:lnTo>
                    <a:pt x="268694" y="442313"/>
                  </a:lnTo>
                  <a:lnTo>
                    <a:pt x="308367" y="443253"/>
                  </a:lnTo>
                  <a:lnTo>
                    <a:pt x="344486" y="443160"/>
                  </a:lnTo>
                  <a:lnTo>
                    <a:pt x="402809" y="432581"/>
                  </a:lnTo>
                  <a:lnTo>
                    <a:pt x="437152" y="395984"/>
                  </a:lnTo>
                  <a:lnTo>
                    <a:pt x="443297" y="363369"/>
                  </a:lnTo>
                  <a:lnTo>
                    <a:pt x="441007" y="318779"/>
                  </a:lnTo>
                  <a:lnTo>
                    <a:pt x="429468" y="260389"/>
                  </a:lnTo>
                  <a:lnTo>
                    <a:pt x="416650" y="210930"/>
                  </a:lnTo>
                  <a:lnTo>
                    <a:pt x="376213" y="59453"/>
                  </a:lnTo>
                  <a:lnTo>
                    <a:pt x="253682" y="13374"/>
                  </a:lnTo>
                  <a:lnTo>
                    <a:pt x="180577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4" name="object 844" descr=""/>
            <p:cNvSpPr/>
            <p:nvPr/>
          </p:nvSpPr>
          <p:spPr>
            <a:xfrm>
              <a:off x="8975522" y="4247203"/>
              <a:ext cx="400050" cy="309245"/>
            </a:xfrm>
            <a:custGeom>
              <a:avLst/>
              <a:gdLst/>
              <a:ahLst/>
              <a:cxnLst/>
              <a:rect l="l" t="t" r="r" b="b"/>
              <a:pathLst>
                <a:path w="400050" h="309245">
                  <a:moveTo>
                    <a:pt x="203060" y="298234"/>
                  </a:moveTo>
                  <a:lnTo>
                    <a:pt x="180416" y="258495"/>
                  </a:lnTo>
                  <a:lnTo>
                    <a:pt x="156108" y="227279"/>
                  </a:lnTo>
                  <a:lnTo>
                    <a:pt x="126644" y="196291"/>
                  </a:lnTo>
                  <a:lnTo>
                    <a:pt x="77381" y="161315"/>
                  </a:lnTo>
                  <a:lnTo>
                    <a:pt x="59194" y="151574"/>
                  </a:lnTo>
                  <a:lnTo>
                    <a:pt x="51384" y="147027"/>
                  </a:lnTo>
                  <a:lnTo>
                    <a:pt x="44107" y="121437"/>
                  </a:lnTo>
                  <a:lnTo>
                    <a:pt x="31483" y="71183"/>
                  </a:lnTo>
                  <a:lnTo>
                    <a:pt x="14185" y="0"/>
                  </a:lnTo>
                  <a:lnTo>
                    <a:pt x="0" y="8013"/>
                  </a:lnTo>
                  <a:lnTo>
                    <a:pt x="30708" y="128765"/>
                  </a:lnTo>
                  <a:lnTo>
                    <a:pt x="35306" y="145338"/>
                  </a:lnTo>
                  <a:lnTo>
                    <a:pt x="37388" y="150545"/>
                  </a:lnTo>
                  <a:lnTo>
                    <a:pt x="33693" y="162890"/>
                  </a:lnTo>
                  <a:lnTo>
                    <a:pt x="22948" y="185242"/>
                  </a:lnTo>
                  <a:lnTo>
                    <a:pt x="11709" y="207556"/>
                  </a:lnTo>
                  <a:lnTo>
                    <a:pt x="6502" y="219773"/>
                  </a:lnTo>
                  <a:lnTo>
                    <a:pt x="15430" y="264020"/>
                  </a:lnTo>
                  <a:lnTo>
                    <a:pt x="25666" y="307759"/>
                  </a:lnTo>
                  <a:lnTo>
                    <a:pt x="52920" y="308914"/>
                  </a:lnTo>
                  <a:lnTo>
                    <a:pt x="111760" y="306793"/>
                  </a:lnTo>
                  <a:lnTo>
                    <a:pt x="171818" y="303022"/>
                  </a:lnTo>
                  <a:lnTo>
                    <a:pt x="202666" y="299199"/>
                  </a:lnTo>
                  <a:lnTo>
                    <a:pt x="202933" y="299046"/>
                  </a:lnTo>
                  <a:lnTo>
                    <a:pt x="203060" y="298234"/>
                  </a:lnTo>
                  <a:close/>
                </a:path>
                <a:path w="400050" h="309245">
                  <a:moveTo>
                    <a:pt x="399605" y="8166"/>
                  </a:moveTo>
                  <a:lnTo>
                    <a:pt x="384492" y="0"/>
                  </a:lnTo>
                  <a:lnTo>
                    <a:pt x="366382" y="75641"/>
                  </a:lnTo>
                  <a:lnTo>
                    <a:pt x="356717" y="115100"/>
                  </a:lnTo>
                  <a:lnTo>
                    <a:pt x="352272" y="131229"/>
                  </a:lnTo>
                  <a:lnTo>
                    <a:pt x="349758" y="136842"/>
                  </a:lnTo>
                  <a:lnTo>
                    <a:pt x="342252" y="142608"/>
                  </a:lnTo>
                  <a:lnTo>
                    <a:pt x="324777" y="155130"/>
                  </a:lnTo>
                  <a:lnTo>
                    <a:pt x="301561" y="173380"/>
                  </a:lnTo>
                  <a:lnTo>
                    <a:pt x="248526" y="228295"/>
                  </a:lnTo>
                  <a:lnTo>
                    <a:pt x="225056" y="259435"/>
                  </a:lnTo>
                  <a:lnTo>
                    <a:pt x="203060" y="298234"/>
                  </a:lnTo>
                  <a:lnTo>
                    <a:pt x="203187" y="299046"/>
                  </a:lnTo>
                  <a:lnTo>
                    <a:pt x="234289" y="303022"/>
                  </a:lnTo>
                  <a:lnTo>
                    <a:pt x="294347" y="306793"/>
                  </a:lnTo>
                  <a:lnTo>
                    <a:pt x="353199" y="308914"/>
                  </a:lnTo>
                  <a:lnTo>
                    <a:pt x="380441" y="307759"/>
                  </a:lnTo>
                  <a:lnTo>
                    <a:pt x="384162" y="292862"/>
                  </a:lnTo>
                  <a:lnTo>
                    <a:pt x="390664" y="264020"/>
                  </a:lnTo>
                  <a:lnTo>
                    <a:pt x="396849" y="235051"/>
                  </a:lnTo>
                  <a:lnTo>
                    <a:pt x="399605" y="219773"/>
                  </a:lnTo>
                  <a:lnTo>
                    <a:pt x="393141" y="206324"/>
                  </a:lnTo>
                  <a:lnTo>
                    <a:pt x="379120" y="181292"/>
                  </a:lnTo>
                  <a:lnTo>
                    <a:pt x="365594" y="156210"/>
                  </a:lnTo>
                  <a:lnTo>
                    <a:pt x="360654" y="142633"/>
                  </a:lnTo>
                  <a:lnTo>
                    <a:pt x="367868" y="119392"/>
                  </a:lnTo>
                  <a:lnTo>
                    <a:pt x="399605" y="8166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45" name="object 845" descr=""/>
            <p:cNvPicPr/>
            <p:nvPr/>
          </p:nvPicPr>
          <p:blipFill>
            <a:blip r:embed="rId177" cstate="print"/>
            <a:stretch>
              <a:fillRect/>
            </a:stretch>
          </p:blipFill>
          <p:spPr>
            <a:xfrm>
              <a:off x="9454596" y="4939246"/>
              <a:ext cx="94605" cy="188328"/>
            </a:xfrm>
            <a:prstGeom prst="rect">
              <a:avLst/>
            </a:prstGeom>
          </p:spPr>
        </p:pic>
      </p:grpSp>
      <p:grpSp>
        <p:nvGrpSpPr>
          <p:cNvPr id="846" name="object 846" descr=""/>
          <p:cNvGrpSpPr/>
          <p:nvPr/>
        </p:nvGrpSpPr>
        <p:grpSpPr>
          <a:xfrm>
            <a:off x="8962488" y="4948575"/>
            <a:ext cx="227965" cy="1187450"/>
            <a:chOff x="8962488" y="4948575"/>
            <a:chExt cx="227965" cy="1187450"/>
          </a:xfrm>
        </p:grpSpPr>
        <p:pic>
          <p:nvPicPr>
            <p:cNvPr id="847" name="object 847" descr=""/>
            <p:cNvPicPr/>
            <p:nvPr/>
          </p:nvPicPr>
          <p:blipFill>
            <a:blip r:embed="rId178" cstate="print"/>
            <a:stretch>
              <a:fillRect/>
            </a:stretch>
          </p:blipFill>
          <p:spPr>
            <a:xfrm>
              <a:off x="9080038" y="5930652"/>
              <a:ext cx="110309" cy="205120"/>
            </a:xfrm>
            <a:prstGeom prst="rect">
              <a:avLst/>
            </a:prstGeom>
          </p:spPr>
        </p:pic>
        <p:sp>
          <p:nvSpPr>
            <p:cNvPr id="848" name="object 848" descr=""/>
            <p:cNvSpPr/>
            <p:nvPr/>
          </p:nvSpPr>
          <p:spPr>
            <a:xfrm>
              <a:off x="8962479" y="4948586"/>
              <a:ext cx="227329" cy="1014094"/>
            </a:xfrm>
            <a:custGeom>
              <a:avLst/>
              <a:gdLst/>
              <a:ahLst/>
              <a:cxnLst/>
              <a:rect l="l" t="t" r="r" b="b"/>
              <a:pathLst>
                <a:path w="227329" h="1014095">
                  <a:moveTo>
                    <a:pt x="227101" y="989164"/>
                  </a:moveTo>
                  <a:lnTo>
                    <a:pt x="226860" y="940409"/>
                  </a:lnTo>
                  <a:lnTo>
                    <a:pt x="226085" y="872845"/>
                  </a:lnTo>
                  <a:lnTo>
                    <a:pt x="224942" y="795997"/>
                  </a:lnTo>
                  <a:lnTo>
                    <a:pt x="222237" y="652691"/>
                  </a:lnTo>
                  <a:lnTo>
                    <a:pt x="221030" y="605320"/>
                  </a:lnTo>
                  <a:lnTo>
                    <a:pt x="220535" y="595096"/>
                  </a:lnTo>
                  <a:lnTo>
                    <a:pt x="221056" y="586740"/>
                  </a:lnTo>
                  <a:lnTo>
                    <a:pt x="220840" y="535876"/>
                  </a:lnTo>
                  <a:lnTo>
                    <a:pt x="219557" y="470522"/>
                  </a:lnTo>
                  <a:lnTo>
                    <a:pt x="217779" y="404063"/>
                  </a:lnTo>
                  <a:lnTo>
                    <a:pt x="216065" y="349859"/>
                  </a:lnTo>
                  <a:lnTo>
                    <a:pt x="214985" y="321310"/>
                  </a:lnTo>
                  <a:lnTo>
                    <a:pt x="212775" y="219341"/>
                  </a:lnTo>
                  <a:lnTo>
                    <a:pt x="210858" y="143471"/>
                  </a:lnTo>
                  <a:lnTo>
                    <a:pt x="208203" y="78828"/>
                  </a:lnTo>
                  <a:lnTo>
                    <a:pt x="188480" y="34340"/>
                  </a:lnTo>
                  <a:lnTo>
                    <a:pt x="152641" y="18592"/>
                  </a:lnTo>
                  <a:lnTo>
                    <a:pt x="106540" y="5118"/>
                  </a:lnTo>
                  <a:lnTo>
                    <a:pt x="59499" y="0"/>
                  </a:lnTo>
                  <a:lnTo>
                    <a:pt x="20878" y="9334"/>
                  </a:lnTo>
                  <a:lnTo>
                    <a:pt x="0" y="39204"/>
                  </a:lnTo>
                  <a:lnTo>
                    <a:pt x="64287" y="504367"/>
                  </a:lnTo>
                  <a:lnTo>
                    <a:pt x="73380" y="568731"/>
                  </a:lnTo>
                  <a:lnTo>
                    <a:pt x="76695" y="589775"/>
                  </a:lnTo>
                  <a:lnTo>
                    <a:pt x="78244" y="645629"/>
                  </a:lnTo>
                  <a:lnTo>
                    <a:pt x="87693" y="709104"/>
                  </a:lnTo>
                  <a:lnTo>
                    <a:pt x="102590" y="775703"/>
                  </a:lnTo>
                  <a:lnTo>
                    <a:pt x="120446" y="840867"/>
                  </a:lnTo>
                  <a:lnTo>
                    <a:pt x="138811" y="900099"/>
                  </a:lnTo>
                  <a:lnTo>
                    <a:pt x="155219" y="948855"/>
                  </a:lnTo>
                  <a:lnTo>
                    <a:pt x="172300" y="996886"/>
                  </a:lnTo>
                  <a:lnTo>
                    <a:pt x="217855" y="1013714"/>
                  </a:lnTo>
                  <a:lnTo>
                    <a:pt x="226606" y="1009548"/>
                  </a:lnTo>
                  <a:lnTo>
                    <a:pt x="227101" y="989164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49" name="object 849" descr=""/>
          <p:cNvGrpSpPr/>
          <p:nvPr/>
        </p:nvGrpSpPr>
        <p:grpSpPr>
          <a:xfrm>
            <a:off x="8959808" y="4753218"/>
            <a:ext cx="446405" cy="1384935"/>
            <a:chOff x="8959808" y="4753218"/>
            <a:chExt cx="446405" cy="1384935"/>
          </a:xfrm>
        </p:grpSpPr>
        <p:pic>
          <p:nvPicPr>
            <p:cNvPr id="850" name="object 850" descr=""/>
            <p:cNvPicPr/>
            <p:nvPr/>
          </p:nvPicPr>
          <p:blipFill>
            <a:blip r:embed="rId179" cstate="print"/>
            <a:stretch>
              <a:fillRect/>
            </a:stretch>
          </p:blipFill>
          <p:spPr>
            <a:xfrm>
              <a:off x="9236263" y="5935448"/>
              <a:ext cx="119326" cy="202411"/>
            </a:xfrm>
            <a:prstGeom prst="rect">
              <a:avLst/>
            </a:prstGeom>
          </p:spPr>
        </p:pic>
        <p:sp>
          <p:nvSpPr>
            <p:cNvPr id="851" name="object 851" descr=""/>
            <p:cNvSpPr/>
            <p:nvPr/>
          </p:nvSpPr>
          <p:spPr>
            <a:xfrm>
              <a:off x="9197404" y="4946351"/>
              <a:ext cx="205740" cy="1021715"/>
            </a:xfrm>
            <a:custGeom>
              <a:avLst/>
              <a:gdLst/>
              <a:ahLst/>
              <a:cxnLst/>
              <a:rect l="l" t="t" r="r" b="b"/>
              <a:pathLst>
                <a:path w="205740" h="1021714">
                  <a:moveTo>
                    <a:pt x="205346" y="35445"/>
                  </a:moveTo>
                  <a:lnTo>
                    <a:pt x="182651" y="6921"/>
                  </a:lnTo>
                  <a:lnTo>
                    <a:pt x="143522" y="0"/>
                  </a:lnTo>
                  <a:lnTo>
                    <a:pt x="96901" y="8026"/>
                  </a:lnTo>
                  <a:lnTo>
                    <a:pt x="51714" y="24333"/>
                  </a:lnTo>
                  <a:lnTo>
                    <a:pt x="16929" y="42278"/>
                  </a:lnTo>
                  <a:lnTo>
                    <a:pt x="1473" y="55181"/>
                  </a:lnTo>
                  <a:lnTo>
                    <a:pt x="0" y="87909"/>
                  </a:lnTo>
                  <a:lnTo>
                    <a:pt x="1358" y="152590"/>
                  </a:lnTo>
                  <a:lnTo>
                    <a:pt x="4140" y="228434"/>
                  </a:lnTo>
                  <a:lnTo>
                    <a:pt x="8255" y="330339"/>
                  </a:lnTo>
                  <a:lnTo>
                    <a:pt x="8953" y="358902"/>
                  </a:lnTo>
                  <a:lnTo>
                    <a:pt x="10617" y="413105"/>
                  </a:lnTo>
                  <a:lnTo>
                    <a:pt x="12966" y="479552"/>
                  </a:lnTo>
                  <a:lnTo>
                    <a:pt x="15735" y="544855"/>
                  </a:lnTo>
                  <a:lnTo>
                    <a:pt x="18669" y="595630"/>
                  </a:lnTo>
                  <a:lnTo>
                    <a:pt x="19697" y="603948"/>
                  </a:lnTo>
                  <a:lnTo>
                    <a:pt x="19850" y="614172"/>
                  </a:lnTo>
                  <a:lnTo>
                    <a:pt x="21590" y="661530"/>
                  </a:lnTo>
                  <a:lnTo>
                    <a:pt x="27774" y="804735"/>
                  </a:lnTo>
                  <a:lnTo>
                    <a:pt x="31394" y="881494"/>
                  </a:lnTo>
                  <a:lnTo>
                    <a:pt x="34798" y="948982"/>
                  </a:lnTo>
                  <a:lnTo>
                    <a:pt x="37592" y="997661"/>
                  </a:lnTo>
                  <a:lnTo>
                    <a:pt x="48348" y="1021588"/>
                  </a:lnTo>
                  <a:lnTo>
                    <a:pt x="65608" y="1020343"/>
                  </a:lnTo>
                  <a:lnTo>
                    <a:pt x="106845" y="952969"/>
                  </a:lnTo>
                  <a:lnTo>
                    <a:pt x="120192" y="903287"/>
                  </a:lnTo>
                  <a:lnTo>
                    <a:pt x="134848" y="843026"/>
                  </a:lnTo>
                  <a:lnTo>
                    <a:pt x="148628" y="776871"/>
                  </a:lnTo>
                  <a:lnTo>
                    <a:pt x="159359" y="709485"/>
                  </a:lnTo>
                  <a:lnTo>
                    <a:pt x="164858" y="645541"/>
                  </a:lnTo>
                  <a:lnTo>
                    <a:pt x="162941" y="589711"/>
                  </a:lnTo>
                  <a:lnTo>
                    <a:pt x="164947" y="568490"/>
                  </a:lnTo>
                  <a:lnTo>
                    <a:pt x="170027" y="503682"/>
                  </a:lnTo>
                  <a:lnTo>
                    <a:pt x="205346" y="35445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2" name="object 852" descr=""/>
            <p:cNvSpPr/>
            <p:nvPr/>
          </p:nvSpPr>
          <p:spPr>
            <a:xfrm>
              <a:off x="8959808" y="4753218"/>
              <a:ext cx="446405" cy="293370"/>
            </a:xfrm>
            <a:custGeom>
              <a:avLst/>
              <a:gdLst/>
              <a:ahLst/>
              <a:cxnLst/>
              <a:rect l="l" t="t" r="r" b="b"/>
              <a:pathLst>
                <a:path w="446404" h="293370">
                  <a:moveTo>
                    <a:pt x="394549" y="0"/>
                  </a:moveTo>
                  <a:lnTo>
                    <a:pt x="354707" y="147"/>
                  </a:lnTo>
                  <a:lnTo>
                    <a:pt x="247857" y="3492"/>
                  </a:lnTo>
                  <a:lnTo>
                    <a:pt x="40145" y="10841"/>
                  </a:lnTo>
                  <a:lnTo>
                    <a:pt x="18444" y="53297"/>
                  </a:lnTo>
                  <a:lnTo>
                    <a:pt x="2135" y="127314"/>
                  </a:lnTo>
                  <a:lnTo>
                    <a:pt x="0" y="193035"/>
                  </a:lnTo>
                  <a:lnTo>
                    <a:pt x="57700" y="205354"/>
                  </a:lnTo>
                  <a:lnTo>
                    <a:pt x="109420" y="222680"/>
                  </a:lnTo>
                  <a:lnTo>
                    <a:pt x="153473" y="243854"/>
                  </a:lnTo>
                  <a:lnTo>
                    <a:pt x="188177" y="267718"/>
                  </a:lnTo>
                  <a:lnTo>
                    <a:pt x="211846" y="293115"/>
                  </a:lnTo>
                  <a:lnTo>
                    <a:pt x="237228" y="293115"/>
                  </a:lnTo>
                  <a:lnTo>
                    <a:pt x="275039" y="242632"/>
                  </a:lnTo>
                  <a:lnTo>
                    <a:pt x="309384" y="214882"/>
                  </a:lnTo>
                  <a:lnTo>
                    <a:pt x="359830" y="200035"/>
                  </a:lnTo>
                  <a:lnTo>
                    <a:pt x="445944" y="188260"/>
                  </a:lnTo>
                  <a:lnTo>
                    <a:pt x="443087" y="168586"/>
                  </a:lnTo>
                  <a:lnTo>
                    <a:pt x="434599" y="120296"/>
                  </a:lnTo>
                  <a:lnTo>
                    <a:pt x="420606" y="59484"/>
                  </a:lnTo>
                  <a:lnTo>
                    <a:pt x="401233" y="2245"/>
                  </a:lnTo>
                  <a:lnTo>
                    <a:pt x="394549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53" name="object 853" descr=""/>
          <p:cNvGrpSpPr/>
          <p:nvPr/>
        </p:nvGrpSpPr>
        <p:grpSpPr>
          <a:xfrm>
            <a:off x="8962815" y="3735015"/>
            <a:ext cx="412750" cy="487680"/>
            <a:chOff x="8962815" y="3735015"/>
            <a:chExt cx="412750" cy="487680"/>
          </a:xfrm>
        </p:grpSpPr>
        <p:pic>
          <p:nvPicPr>
            <p:cNvPr id="854" name="object 854" descr=""/>
            <p:cNvPicPr/>
            <p:nvPr/>
          </p:nvPicPr>
          <p:blipFill>
            <a:blip r:embed="rId180" cstate="print"/>
            <a:stretch>
              <a:fillRect/>
            </a:stretch>
          </p:blipFill>
          <p:spPr>
            <a:xfrm>
              <a:off x="9112458" y="4086161"/>
              <a:ext cx="142613" cy="136301"/>
            </a:xfrm>
            <a:prstGeom prst="rect">
              <a:avLst/>
            </a:prstGeom>
          </p:spPr>
        </p:pic>
        <p:sp>
          <p:nvSpPr>
            <p:cNvPr id="855" name="object 855" descr=""/>
            <p:cNvSpPr/>
            <p:nvPr/>
          </p:nvSpPr>
          <p:spPr>
            <a:xfrm>
              <a:off x="9057321" y="3858811"/>
              <a:ext cx="248920" cy="332105"/>
            </a:xfrm>
            <a:custGeom>
              <a:avLst/>
              <a:gdLst/>
              <a:ahLst/>
              <a:cxnLst/>
              <a:rect l="l" t="t" r="r" b="b"/>
              <a:pathLst>
                <a:path w="248920" h="332104">
                  <a:moveTo>
                    <a:pt x="35611" y="0"/>
                  </a:moveTo>
                  <a:lnTo>
                    <a:pt x="3745" y="73600"/>
                  </a:lnTo>
                  <a:lnTo>
                    <a:pt x="906" y="125128"/>
                  </a:lnTo>
                  <a:lnTo>
                    <a:pt x="0" y="154954"/>
                  </a:lnTo>
                  <a:lnTo>
                    <a:pt x="1380" y="174366"/>
                  </a:lnTo>
                  <a:lnTo>
                    <a:pt x="7309" y="231001"/>
                  </a:lnTo>
                  <a:lnTo>
                    <a:pt x="30878" y="284654"/>
                  </a:lnTo>
                  <a:lnTo>
                    <a:pt x="69798" y="306216"/>
                  </a:lnTo>
                  <a:lnTo>
                    <a:pt x="74637" y="315667"/>
                  </a:lnTo>
                  <a:lnTo>
                    <a:pt x="79218" y="321431"/>
                  </a:lnTo>
                  <a:lnTo>
                    <a:pt x="86212" y="325859"/>
                  </a:lnTo>
                  <a:lnTo>
                    <a:pt x="98290" y="331305"/>
                  </a:lnTo>
                  <a:lnTo>
                    <a:pt x="108073" y="332080"/>
                  </a:lnTo>
                  <a:lnTo>
                    <a:pt x="125816" y="331742"/>
                  </a:lnTo>
                  <a:lnTo>
                    <a:pt x="168640" y="320956"/>
                  </a:lnTo>
                  <a:lnTo>
                    <a:pt x="185921" y="302677"/>
                  </a:lnTo>
                  <a:lnTo>
                    <a:pt x="209405" y="294300"/>
                  </a:lnTo>
                  <a:lnTo>
                    <a:pt x="229148" y="254223"/>
                  </a:lnTo>
                  <a:lnTo>
                    <a:pt x="237850" y="197981"/>
                  </a:lnTo>
                  <a:lnTo>
                    <a:pt x="241803" y="167284"/>
                  </a:lnTo>
                  <a:lnTo>
                    <a:pt x="246086" y="142651"/>
                  </a:lnTo>
                  <a:lnTo>
                    <a:pt x="248369" y="109309"/>
                  </a:lnTo>
                  <a:lnTo>
                    <a:pt x="247102" y="62808"/>
                  </a:lnTo>
                  <a:lnTo>
                    <a:pt x="244626" y="21469"/>
                  </a:lnTo>
                  <a:lnTo>
                    <a:pt x="243280" y="3618"/>
                  </a:lnTo>
                  <a:lnTo>
                    <a:pt x="161632" y="1769"/>
                  </a:lnTo>
                  <a:lnTo>
                    <a:pt x="93300" y="520"/>
                  </a:lnTo>
                  <a:lnTo>
                    <a:pt x="35611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6" name="object 856" descr=""/>
            <p:cNvSpPr/>
            <p:nvPr/>
          </p:nvSpPr>
          <p:spPr>
            <a:xfrm>
              <a:off x="9291233" y="3985485"/>
              <a:ext cx="43815" cy="103505"/>
            </a:xfrm>
            <a:custGeom>
              <a:avLst/>
              <a:gdLst/>
              <a:ahLst/>
              <a:cxnLst/>
              <a:rect l="l" t="t" r="r" b="b"/>
              <a:pathLst>
                <a:path w="43815" h="103504">
                  <a:moveTo>
                    <a:pt x="35540" y="101"/>
                  </a:moveTo>
                  <a:lnTo>
                    <a:pt x="30217" y="0"/>
                  </a:lnTo>
                  <a:lnTo>
                    <a:pt x="20605" y="3398"/>
                  </a:lnTo>
                  <a:lnTo>
                    <a:pt x="3256" y="11058"/>
                  </a:lnTo>
                  <a:lnTo>
                    <a:pt x="4601" y="39336"/>
                  </a:lnTo>
                  <a:lnTo>
                    <a:pt x="4710" y="58383"/>
                  </a:lnTo>
                  <a:lnTo>
                    <a:pt x="3278" y="76858"/>
                  </a:lnTo>
                  <a:lnTo>
                    <a:pt x="0" y="103422"/>
                  </a:lnTo>
                  <a:lnTo>
                    <a:pt x="4932" y="102016"/>
                  </a:lnTo>
                  <a:lnTo>
                    <a:pt x="41021" y="69365"/>
                  </a:lnTo>
                  <a:lnTo>
                    <a:pt x="43399" y="42619"/>
                  </a:lnTo>
                  <a:lnTo>
                    <a:pt x="43338" y="16715"/>
                  </a:lnTo>
                  <a:lnTo>
                    <a:pt x="40019" y="2943"/>
                  </a:lnTo>
                  <a:lnTo>
                    <a:pt x="35540" y="101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7" name="object 857" descr=""/>
            <p:cNvSpPr/>
            <p:nvPr/>
          </p:nvSpPr>
          <p:spPr>
            <a:xfrm>
              <a:off x="9292946" y="4060884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5">
                  <a:moveTo>
                    <a:pt x="19789" y="0"/>
                  </a:moveTo>
                  <a:lnTo>
                    <a:pt x="5706" y="0"/>
                  </a:lnTo>
                  <a:lnTo>
                    <a:pt x="0" y="5696"/>
                  </a:lnTo>
                  <a:lnTo>
                    <a:pt x="0" y="19779"/>
                  </a:lnTo>
                  <a:lnTo>
                    <a:pt x="5706" y="25486"/>
                  </a:lnTo>
                  <a:lnTo>
                    <a:pt x="19789" y="25486"/>
                  </a:lnTo>
                  <a:lnTo>
                    <a:pt x="25496" y="19779"/>
                  </a:lnTo>
                  <a:lnTo>
                    <a:pt x="25496" y="12743"/>
                  </a:lnTo>
                  <a:lnTo>
                    <a:pt x="25496" y="5696"/>
                  </a:lnTo>
                  <a:lnTo>
                    <a:pt x="19789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8" name="object 858" descr=""/>
            <p:cNvSpPr/>
            <p:nvPr/>
          </p:nvSpPr>
          <p:spPr>
            <a:xfrm>
              <a:off x="9021121" y="3985485"/>
              <a:ext cx="43180" cy="103505"/>
            </a:xfrm>
            <a:custGeom>
              <a:avLst/>
              <a:gdLst/>
              <a:ahLst/>
              <a:cxnLst/>
              <a:rect l="l" t="t" r="r" b="b"/>
              <a:pathLst>
                <a:path w="43179" h="103504">
                  <a:moveTo>
                    <a:pt x="13178" y="0"/>
                  </a:moveTo>
                  <a:lnTo>
                    <a:pt x="7853" y="101"/>
                  </a:lnTo>
                  <a:lnTo>
                    <a:pt x="3374" y="2943"/>
                  </a:lnTo>
                  <a:lnTo>
                    <a:pt x="56" y="16715"/>
                  </a:lnTo>
                  <a:lnTo>
                    <a:pt x="0" y="42619"/>
                  </a:lnTo>
                  <a:lnTo>
                    <a:pt x="2381" y="69365"/>
                  </a:lnTo>
                  <a:lnTo>
                    <a:pt x="38044" y="102016"/>
                  </a:lnTo>
                  <a:lnTo>
                    <a:pt x="42901" y="103422"/>
                  </a:lnTo>
                  <a:lnTo>
                    <a:pt x="39919" y="76858"/>
                  </a:lnTo>
                  <a:lnTo>
                    <a:pt x="38640" y="58383"/>
                  </a:lnTo>
                  <a:lnTo>
                    <a:pt x="38805" y="39336"/>
                  </a:lnTo>
                  <a:lnTo>
                    <a:pt x="40158" y="11058"/>
                  </a:lnTo>
                  <a:lnTo>
                    <a:pt x="22797" y="3398"/>
                  </a:lnTo>
                  <a:lnTo>
                    <a:pt x="13178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9" name="object 859" descr=""/>
            <p:cNvSpPr/>
            <p:nvPr/>
          </p:nvSpPr>
          <p:spPr>
            <a:xfrm>
              <a:off x="9029658" y="4069001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5">
                  <a:moveTo>
                    <a:pt x="19789" y="0"/>
                  </a:moveTo>
                  <a:lnTo>
                    <a:pt x="5717" y="0"/>
                  </a:lnTo>
                  <a:lnTo>
                    <a:pt x="0" y="5706"/>
                  </a:lnTo>
                  <a:lnTo>
                    <a:pt x="0" y="12743"/>
                  </a:lnTo>
                  <a:lnTo>
                    <a:pt x="0" y="19779"/>
                  </a:lnTo>
                  <a:lnTo>
                    <a:pt x="5717" y="25486"/>
                  </a:lnTo>
                  <a:lnTo>
                    <a:pt x="19789" y="25486"/>
                  </a:lnTo>
                  <a:lnTo>
                    <a:pt x="25496" y="19779"/>
                  </a:lnTo>
                  <a:lnTo>
                    <a:pt x="25496" y="5706"/>
                  </a:lnTo>
                  <a:lnTo>
                    <a:pt x="19789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0" name="object 860" descr=""/>
            <p:cNvSpPr/>
            <p:nvPr/>
          </p:nvSpPr>
          <p:spPr>
            <a:xfrm>
              <a:off x="8962815" y="3735015"/>
              <a:ext cx="412750" cy="335915"/>
            </a:xfrm>
            <a:custGeom>
              <a:avLst/>
              <a:gdLst/>
              <a:ahLst/>
              <a:cxnLst/>
              <a:rect l="l" t="t" r="r" b="b"/>
              <a:pathLst>
                <a:path w="412750" h="335914">
                  <a:moveTo>
                    <a:pt x="220072" y="0"/>
                  </a:moveTo>
                  <a:lnTo>
                    <a:pt x="173332" y="8315"/>
                  </a:lnTo>
                  <a:lnTo>
                    <a:pt x="128947" y="33259"/>
                  </a:lnTo>
                  <a:lnTo>
                    <a:pt x="61136" y="38615"/>
                  </a:lnTo>
                  <a:lnTo>
                    <a:pt x="29500" y="52781"/>
                  </a:lnTo>
                  <a:lnTo>
                    <a:pt x="25906" y="86900"/>
                  </a:lnTo>
                  <a:lnTo>
                    <a:pt x="42227" y="152114"/>
                  </a:lnTo>
                  <a:lnTo>
                    <a:pt x="13246" y="197623"/>
                  </a:lnTo>
                  <a:lnTo>
                    <a:pt x="189" y="225810"/>
                  </a:lnTo>
                  <a:lnTo>
                    <a:pt x="0" y="248392"/>
                  </a:lnTo>
                  <a:lnTo>
                    <a:pt x="9621" y="277084"/>
                  </a:lnTo>
                  <a:lnTo>
                    <a:pt x="35282" y="316722"/>
                  </a:lnTo>
                  <a:lnTo>
                    <a:pt x="64835" y="332982"/>
                  </a:lnTo>
                  <a:lnTo>
                    <a:pt x="89215" y="335599"/>
                  </a:lnTo>
                  <a:lnTo>
                    <a:pt x="99356" y="334308"/>
                  </a:lnTo>
                  <a:lnTo>
                    <a:pt x="115947" y="273663"/>
                  </a:lnTo>
                  <a:lnTo>
                    <a:pt x="121696" y="226603"/>
                  </a:lnTo>
                  <a:lnTo>
                    <a:pt x="121531" y="196151"/>
                  </a:lnTo>
                  <a:lnTo>
                    <a:pt x="120382" y="185328"/>
                  </a:lnTo>
                  <a:lnTo>
                    <a:pt x="187537" y="216003"/>
                  </a:lnTo>
                  <a:lnTo>
                    <a:pt x="250185" y="216906"/>
                  </a:lnTo>
                  <a:lnTo>
                    <a:pt x="296470" y="205003"/>
                  </a:lnTo>
                  <a:lnTo>
                    <a:pt x="314533" y="197265"/>
                  </a:lnTo>
                  <a:lnTo>
                    <a:pt x="313376" y="246947"/>
                  </a:lnTo>
                  <a:lnTo>
                    <a:pt x="316474" y="283824"/>
                  </a:lnTo>
                  <a:lnTo>
                    <a:pt x="320677" y="307407"/>
                  </a:lnTo>
                  <a:lnTo>
                    <a:pt x="322836" y="317209"/>
                  </a:lnTo>
                  <a:lnTo>
                    <a:pt x="332705" y="325664"/>
                  </a:lnTo>
                  <a:lnTo>
                    <a:pt x="355119" y="323837"/>
                  </a:lnTo>
                  <a:lnTo>
                    <a:pt x="380638" y="309414"/>
                  </a:lnTo>
                  <a:lnTo>
                    <a:pt x="399818" y="280079"/>
                  </a:lnTo>
                  <a:lnTo>
                    <a:pt x="412366" y="215430"/>
                  </a:lnTo>
                  <a:lnTo>
                    <a:pt x="406729" y="170229"/>
                  </a:lnTo>
                  <a:lnTo>
                    <a:pt x="394700" y="143687"/>
                  </a:lnTo>
                  <a:lnTo>
                    <a:pt x="388070" y="135015"/>
                  </a:lnTo>
                  <a:lnTo>
                    <a:pt x="378698" y="82555"/>
                  </a:lnTo>
                  <a:lnTo>
                    <a:pt x="351782" y="54663"/>
                  </a:lnTo>
                  <a:lnTo>
                    <a:pt x="323654" y="43603"/>
                  </a:lnTo>
                  <a:lnTo>
                    <a:pt x="310648" y="41636"/>
                  </a:lnTo>
                  <a:lnTo>
                    <a:pt x="295108" y="19979"/>
                  </a:lnTo>
                  <a:lnTo>
                    <a:pt x="262790" y="4994"/>
                  </a:lnTo>
                  <a:lnTo>
                    <a:pt x="220072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61" name="object 861" descr=""/>
          <p:cNvPicPr/>
          <p:nvPr/>
        </p:nvPicPr>
        <p:blipFill>
          <a:blip r:embed="rId181" cstate="print"/>
          <a:stretch>
            <a:fillRect/>
          </a:stretch>
        </p:blipFill>
        <p:spPr>
          <a:xfrm>
            <a:off x="10540912" y="5920883"/>
            <a:ext cx="239627" cy="150731"/>
          </a:xfrm>
          <a:prstGeom prst="rect">
            <a:avLst/>
          </a:prstGeom>
        </p:spPr>
      </p:pic>
      <p:sp>
        <p:nvSpPr>
          <p:cNvPr id="862" name="object 862" descr=""/>
          <p:cNvSpPr/>
          <p:nvPr/>
        </p:nvSpPr>
        <p:spPr>
          <a:xfrm>
            <a:off x="10904144" y="4259852"/>
            <a:ext cx="218440" cy="726440"/>
          </a:xfrm>
          <a:custGeom>
            <a:avLst/>
            <a:gdLst/>
            <a:ahLst/>
            <a:cxnLst/>
            <a:rect l="l" t="t" r="r" b="b"/>
            <a:pathLst>
              <a:path w="218440" h="726439">
                <a:moveTo>
                  <a:pt x="218236" y="689317"/>
                </a:moveTo>
                <a:lnTo>
                  <a:pt x="203276" y="614426"/>
                </a:lnTo>
                <a:lnTo>
                  <a:pt x="191871" y="558965"/>
                </a:lnTo>
                <a:lnTo>
                  <a:pt x="167449" y="456057"/>
                </a:lnTo>
                <a:lnTo>
                  <a:pt x="154216" y="407873"/>
                </a:lnTo>
                <a:lnTo>
                  <a:pt x="141554" y="371652"/>
                </a:lnTo>
                <a:lnTo>
                  <a:pt x="136296" y="321144"/>
                </a:lnTo>
                <a:lnTo>
                  <a:pt x="130289" y="272072"/>
                </a:lnTo>
                <a:lnTo>
                  <a:pt x="121945" y="214833"/>
                </a:lnTo>
                <a:lnTo>
                  <a:pt x="111188" y="154724"/>
                </a:lnTo>
                <a:lnTo>
                  <a:pt x="97917" y="97040"/>
                </a:lnTo>
                <a:lnTo>
                  <a:pt x="82029" y="47078"/>
                </a:lnTo>
                <a:lnTo>
                  <a:pt x="63423" y="10147"/>
                </a:lnTo>
                <a:lnTo>
                  <a:pt x="41986" y="0"/>
                </a:lnTo>
                <a:lnTo>
                  <a:pt x="24244" y="24612"/>
                </a:lnTo>
                <a:lnTo>
                  <a:pt x="10896" y="67310"/>
                </a:lnTo>
                <a:lnTo>
                  <a:pt x="2590" y="111379"/>
                </a:lnTo>
                <a:lnTo>
                  <a:pt x="0" y="140157"/>
                </a:lnTo>
                <a:lnTo>
                  <a:pt x="4914" y="176479"/>
                </a:lnTo>
                <a:lnTo>
                  <a:pt x="16319" y="240868"/>
                </a:lnTo>
                <a:lnTo>
                  <a:pt x="30772" y="313131"/>
                </a:lnTo>
                <a:lnTo>
                  <a:pt x="44780" y="373062"/>
                </a:lnTo>
                <a:lnTo>
                  <a:pt x="50800" y="389420"/>
                </a:lnTo>
                <a:lnTo>
                  <a:pt x="51028" y="412826"/>
                </a:lnTo>
                <a:lnTo>
                  <a:pt x="83680" y="503834"/>
                </a:lnTo>
                <a:lnTo>
                  <a:pt x="110832" y="572338"/>
                </a:lnTo>
                <a:lnTo>
                  <a:pt x="138049" y="638429"/>
                </a:lnTo>
                <a:lnTo>
                  <a:pt x="159918" y="688784"/>
                </a:lnTo>
                <a:lnTo>
                  <a:pt x="195859" y="723849"/>
                </a:lnTo>
                <a:lnTo>
                  <a:pt x="209029" y="726274"/>
                </a:lnTo>
                <a:lnTo>
                  <a:pt x="215011" y="715416"/>
                </a:lnTo>
                <a:lnTo>
                  <a:pt x="218236" y="689317"/>
                </a:lnTo>
                <a:close/>
              </a:path>
            </a:pathLst>
          </a:custGeom>
          <a:solidFill>
            <a:srgbClr val="F3D9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63" name="object 863" descr=""/>
          <p:cNvGrpSpPr/>
          <p:nvPr/>
        </p:nvGrpSpPr>
        <p:grpSpPr>
          <a:xfrm>
            <a:off x="10373859" y="4256706"/>
            <a:ext cx="229870" cy="868680"/>
            <a:chOff x="10373859" y="4256706"/>
            <a:chExt cx="229870" cy="868680"/>
          </a:xfrm>
        </p:grpSpPr>
        <p:sp>
          <p:nvSpPr>
            <p:cNvPr id="864" name="object 864" descr=""/>
            <p:cNvSpPr/>
            <p:nvPr/>
          </p:nvSpPr>
          <p:spPr>
            <a:xfrm>
              <a:off x="10412781" y="4256715"/>
              <a:ext cx="191135" cy="734060"/>
            </a:xfrm>
            <a:custGeom>
              <a:avLst/>
              <a:gdLst/>
              <a:ahLst/>
              <a:cxnLst/>
              <a:rect l="l" t="t" r="r" b="b"/>
              <a:pathLst>
                <a:path w="191134" h="734060">
                  <a:moveTo>
                    <a:pt x="190627" y="137896"/>
                  </a:moveTo>
                  <a:lnTo>
                    <a:pt x="186626" y="109283"/>
                  </a:lnTo>
                  <a:lnTo>
                    <a:pt x="176136" y="65671"/>
                  </a:lnTo>
                  <a:lnTo>
                    <a:pt x="160680" y="23698"/>
                  </a:lnTo>
                  <a:lnTo>
                    <a:pt x="141744" y="0"/>
                  </a:lnTo>
                  <a:lnTo>
                    <a:pt x="120827" y="11201"/>
                  </a:lnTo>
                  <a:lnTo>
                    <a:pt x="104089" y="49009"/>
                  </a:lnTo>
                  <a:lnTo>
                    <a:pt x="90703" y="99707"/>
                  </a:lnTo>
                  <a:lnTo>
                    <a:pt x="80314" y="157975"/>
                  </a:lnTo>
                  <a:lnTo>
                    <a:pt x="72555" y="218554"/>
                  </a:lnTo>
                  <a:lnTo>
                    <a:pt x="67081" y="276136"/>
                  </a:lnTo>
                  <a:lnTo>
                    <a:pt x="63512" y="325437"/>
                  </a:lnTo>
                  <a:lnTo>
                    <a:pt x="60756" y="376199"/>
                  </a:lnTo>
                  <a:lnTo>
                    <a:pt x="49949" y="412953"/>
                  </a:lnTo>
                  <a:lnTo>
                    <a:pt x="39128" y="461733"/>
                  </a:lnTo>
                  <a:lnTo>
                    <a:pt x="25666" y="531825"/>
                  </a:lnTo>
                  <a:lnTo>
                    <a:pt x="11214" y="621690"/>
                  </a:lnTo>
                  <a:lnTo>
                    <a:pt x="0" y="697230"/>
                  </a:lnTo>
                  <a:lnTo>
                    <a:pt x="4521" y="723125"/>
                  </a:lnTo>
                  <a:lnTo>
                    <a:pt x="11036" y="733679"/>
                  </a:lnTo>
                  <a:lnTo>
                    <a:pt x="24079" y="730605"/>
                  </a:lnTo>
                  <a:lnTo>
                    <a:pt x="58229" y="693801"/>
                  </a:lnTo>
                  <a:lnTo>
                    <a:pt x="77571" y="642416"/>
                  </a:lnTo>
                  <a:lnTo>
                    <a:pt x="101447" y="575056"/>
                  </a:lnTo>
                  <a:lnTo>
                    <a:pt x="125158" y="505282"/>
                  </a:lnTo>
                  <a:lnTo>
                    <a:pt x="143992" y="446671"/>
                  </a:lnTo>
                  <a:lnTo>
                    <a:pt x="153238" y="412775"/>
                  </a:lnTo>
                  <a:lnTo>
                    <a:pt x="152298" y="389420"/>
                  </a:lnTo>
                  <a:lnTo>
                    <a:pt x="157518" y="372745"/>
                  </a:lnTo>
                  <a:lnTo>
                    <a:pt x="168529" y="312178"/>
                  </a:lnTo>
                  <a:lnTo>
                    <a:pt x="179349" y="239293"/>
                  </a:lnTo>
                  <a:lnTo>
                    <a:pt x="187540" y="174421"/>
                  </a:lnTo>
                  <a:lnTo>
                    <a:pt x="190627" y="137896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5" name="object 865" descr=""/>
            <p:cNvPicPr/>
            <p:nvPr/>
          </p:nvPicPr>
          <p:blipFill>
            <a:blip r:embed="rId182" cstate="print"/>
            <a:stretch>
              <a:fillRect/>
            </a:stretch>
          </p:blipFill>
          <p:spPr>
            <a:xfrm>
              <a:off x="10373859" y="4936922"/>
              <a:ext cx="94610" cy="188328"/>
            </a:xfrm>
            <a:prstGeom prst="rect">
              <a:avLst/>
            </a:prstGeom>
          </p:spPr>
        </p:pic>
      </p:grpSp>
      <p:pic>
        <p:nvPicPr>
          <p:cNvPr id="866" name="object 866" descr=""/>
          <p:cNvPicPr/>
          <p:nvPr/>
        </p:nvPicPr>
        <p:blipFill>
          <a:blip r:embed="rId183" cstate="print"/>
          <a:stretch>
            <a:fillRect/>
          </a:stretch>
        </p:blipFill>
        <p:spPr>
          <a:xfrm>
            <a:off x="11066989" y="4933338"/>
            <a:ext cx="98798" cy="185854"/>
          </a:xfrm>
          <a:prstGeom prst="rect">
            <a:avLst/>
          </a:prstGeom>
        </p:spPr>
      </p:pic>
      <p:sp>
        <p:nvSpPr>
          <p:cNvPr id="867" name="object 867" descr=""/>
          <p:cNvSpPr/>
          <p:nvPr/>
        </p:nvSpPr>
        <p:spPr>
          <a:xfrm>
            <a:off x="10538816" y="4948586"/>
            <a:ext cx="227329" cy="1014094"/>
          </a:xfrm>
          <a:custGeom>
            <a:avLst/>
            <a:gdLst/>
            <a:ahLst/>
            <a:cxnLst/>
            <a:rect l="l" t="t" r="r" b="b"/>
            <a:pathLst>
              <a:path w="227329" h="1014095">
                <a:moveTo>
                  <a:pt x="227101" y="989164"/>
                </a:moveTo>
                <a:lnTo>
                  <a:pt x="226872" y="940409"/>
                </a:lnTo>
                <a:lnTo>
                  <a:pt x="226085" y="872845"/>
                </a:lnTo>
                <a:lnTo>
                  <a:pt x="224942" y="795997"/>
                </a:lnTo>
                <a:lnTo>
                  <a:pt x="222237" y="652691"/>
                </a:lnTo>
                <a:lnTo>
                  <a:pt x="221030" y="605320"/>
                </a:lnTo>
                <a:lnTo>
                  <a:pt x="220535" y="595096"/>
                </a:lnTo>
                <a:lnTo>
                  <a:pt x="221056" y="586740"/>
                </a:lnTo>
                <a:lnTo>
                  <a:pt x="220840" y="535876"/>
                </a:lnTo>
                <a:lnTo>
                  <a:pt x="219557" y="470522"/>
                </a:lnTo>
                <a:lnTo>
                  <a:pt x="217779" y="404063"/>
                </a:lnTo>
                <a:lnTo>
                  <a:pt x="216065" y="349859"/>
                </a:lnTo>
                <a:lnTo>
                  <a:pt x="214985" y="321310"/>
                </a:lnTo>
                <a:lnTo>
                  <a:pt x="212775" y="219341"/>
                </a:lnTo>
                <a:lnTo>
                  <a:pt x="210858" y="143471"/>
                </a:lnTo>
                <a:lnTo>
                  <a:pt x="208203" y="78828"/>
                </a:lnTo>
                <a:lnTo>
                  <a:pt x="188480" y="34340"/>
                </a:lnTo>
                <a:lnTo>
                  <a:pt x="152641" y="18592"/>
                </a:lnTo>
                <a:lnTo>
                  <a:pt x="106540" y="5118"/>
                </a:lnTo>
                <a:lnTo>
                  <a:pt x="59499" y="0"/>
                </a:lnTo>
                <a:lnTo>
                  <a:pt x="20878" y="9334"/>
                </a:lnTo>
                <a:lnTo>
                  <a:pt x="0" y="39204"/>
                </a:lnTo>
                <a:lnTo>
                  <a:pt x="64274" y="504367"/>
                </a:lnTo>
                <a:lnTo>
                  <a:pt x="73380" y="568731"/>
                </a:lnTo>
                <a:lnTo>
                  <a:pt x="76708" y="589775"/>
                </a:lnTo>
                <a:lnTo>
                  <a:pt x="78244" y="645629"/>
                </a:lnTo>
                <a:lnTo>
                  <a:pt x="87706" y="709104"/>
                </a:lnTo>
                <a:lnTo>
                  <a:pt x="102590" y="775703"/>
                </a:lnTo>
                <a:lnTo>
                  <a:pt x="120446" y="840867"/>
                </a:lnTo>
                <a:lnTo>
                  <a:pt x="138811" y="900099"/>
                </a:lnTo>
                <a:lnTo>
                  <a:pt x="155219" y="948855"/>
                </a:lnTo>
                <a:lnTo>
                  <a:pt x="172300" y="996886"/>
                </a:lnTo>
                <a:lnTo>
                  <a:pt x="217855" y="1013714"/>
                </a:lnTo>
                <a:lnTo>
                  <a:pt x="226618" y="1009548"/>
                </a:lnTo>
                <a:lnTo>
                  <a:pt x="227101" y="989164"/>
                </a:lnTo>
                <a:close/>
              </a:path>
            </a:pathLst>
          </a:custGeom>
          <a:solidFill>
            <a:srgbClr val="F3D9C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68" name="object 868" descr=""/>
          <p:cNvGrpSpPr/>
          <p:nvPr/>
        </p:nvGrpSpPr>
        <p:grpSpPr>
          <a:xfrm>
            <a:off x="10526981" y="4170928"/>
            <a:ext cx="575310" cy="1965325"/>
            <a:chOff x="10526981" y="4170928"/>
            <a:chExt cx="575310" cy="1965325"/>
          </a:xfrm>
        </p:grpSpPr>
        <p:pic>
          <p:nvPicPr>
            <p:cNvPr id="869" name="object 869" descr=""/>
            <p:cNvPicPr/>
            <p:nvPr/>
          </p:nvPicPr>
          <p:blipFill>
            <a:blip r:embed="rId184" cstate="print"/>
            <a:stretch>
              <a:fillRect/>
            </a:stretch>
          </p:blipFill>
          <p:spPr>
            <a:xfrm>
              <a:off x="10961595" y="5940856"/>
              <a:ext cx="140561" cy="195274"/>
            </a:xfrm>
            <a:prstGeom prst="rect">
              <a:avLst/>
            </a:prstGeom>
          </p:spPr>
        </p:pic>
        <p:sp>
          <p:nvSpPr>
            <p:cNvPr id="870" name="object 870" descr=""/>
            <p:cNvSpPr/>
            <p:nvPr/>
          </p:nvSpPr>
          <p:spPr>
            <a:xfrm>
              <a:off x="10533583" y="4170939"/>
              <a:ext cx="504190" cy="1805939"/>
            </a:xfrm>
            <a:custGeom>
              <a:avLst/>
              <a:gdLst/>
              <a:ahLst/>
              <a:cxnLst/>
              <a:rect l="l" t="t" r="r" b="b"/>
              <a:pathLst>
                <a:path w="504190" h="1805939">
                  <a:moveTo>
                    <a:pt x="503770" y="1481188"/>
                  </a:moveTo>
                  <a:lnTo>
                    <a:pt x="500087" y="1417116"/>
                  </a:lnTo>
                  <a:lnTo>
                    <a:pt x="490220" y="1362125"/>
                  </a:lnTo>
                  <a:lnTo>
                    <a:pt x="489229" y="1340116"/>
                  </a:lnTo>
                  <a:lnTo>
                    <a:pt x="485355" y="1270190"/>
                  </a:lnTo>
                  <a:lnTo>
                    <a:pt x="456209" y="761212"/>
                  </a:lnTo>
                  <a:lnTo>
                    <a:pt x="453872" y="759155"/>
                  </a:lnTo>
                  <a:lnTo>
                    <a:pt x="453567" y="750620"/>
                  </a:lnTo>
                  <a:lnTo>
                    <a:pt x="442290" y="692721"/>
                  </a:lnTo>
                  <a:lnTo>
                    <a:pt x="428117" y="640105"/>
                  </a:lnTo>
                  <a:lnTo>
                    <a:pt x="407327" y="566140"/>
                  </a:lnTo>
                  <a:lnTo>
                    <a:pt x="380352" y="471678"/>
                  </a:lnTo>
                  <a:lnTo>
                    <a:pt x="421093" y="87871"/>
                  </a:lnTo>
                  <a:lnTo>
                    <a:pt x="342214" y="40640"/>
                  </a:lnTo>
                  <a:lnTo>
                    <a:pt x="301155" y="15735"/>
                  </a:lnTo>
                  <a:lnTo>
                    <a:pt x="284632" y="4940"/>
                  </a:lnTo>
                  <a:lnTo>
                    <a:pt x="279336" y="0"/>
                  </a:lnTo>
                  <a:lnTo>
                    <a:pt x="248767" y="25019"/>
                  </a:lnTo>
                  <a:lnTo>
                    <a:pt x="224637" y="33693"/>
                  </a:lnTo>
                  <a:lnTo>
                    <a:pt x="194411" y="26276"/>
                  </a:lnTo>
                  <a:lnTo>
                    <a:pt x="145567" y="3098"/>
                  </a:lnTo>
                  <a:lnTo>
                    <a:pt x="3251" y="92392"/>
                  </a:lnTo>
                  <a:lnTo>
                    <a:pt x="32486" y="279692"/>
                  </a:lnTo>
                  <a:lnTo>
                    <a:pt x="47028" y="382803"/>
                  </a:lnTo>
                  <a:lnTo>
                    <a:pt x="51206" y="438340"/>
                  </a:lnTo>
                  <a:lnTo>
                    <a:pt x="49326" y="482904"/>
                  </a:lnTo>
                  <a:lnTo>
                    <a:pt x="30683" y="557022"/>
                  </a:lnTo>
                  <a:lnTo>
                    <a:pt x="19875" y="603592"/>
                  </a:lnTo>
                  <a:lnTo>
                    <a:pt x="12763" y="642264"/>
                  </a:lnTo>
                  <a:lnTo>
                    <a:pt x="5232" y="692721"/>
                  </a:lnTo>
                  <a:lnTo>
                    <a:pt x="0" y="747445"/>
                  </a:lnTo>
                  <a:lnTo>
                    <a:pt x="2108" y="790295"/>
                  </a:lnTo>
                  <a:lnTo>
                    <a:pt x="28740" y="845502"/>
                  </a:lnTo>
                  <a:lnTo>
                    <a:pt x="85864" y="868680"/>
                  </a:lnTo>
                  <a:lnTo>
                    <a:pt x="126085" y="871499"/>
                  </a:lnTo>
                  <a:lnTo>
                    <a:pt x="174231" y="870204"/>
                  </a:lnTo>
                  <a:lnTo>
                    <a:pt x="230365" y="866076"/>
                  </a:lnTo>
                  <a:lnTo>
                    <a:pt x="243154" y="865505"/>
                  </a:lnTo>
                  <a:lnTo>
                    <a:pt x="260540" y="958989"/>
                  </a:lnTo>
                  <a:lnTo>
                    <a:pt x="277495" y="1030719"/>
                  </a:lnTo>
                  <a:lnTo>
                    <a:pt x="292506" y="1093355"/>
                  </a:lnTo>
                  <a:lnTo>
                    <a:pt x="300113" y="1127480"/>
                  </a:lnTo>
                  <a:lnTo>
                    <a:pt x="314248" y="1209065"/>
                  </a:lnTo>
                  <a:lnTo>
                    <a:pt x="326047" y="1274495"/>
                  </a:lnTo>
                  <a:lnTo>
                    <a:pt x="338124" y="1338732"/>
                  </a:lnTo>
                  <a:lnTo>
                    <a:pt x="348272" y="1388579"/>
                  </a:lnTo>
                  <a:lnTo>
                    <a:pt x="350469" y="1396644"/>
                  </a:lnTo>
                  <a:lnTo>
                    <a:pt x="352082" y="1406753"/>
                  </a:lnTo>
                  <a:lnTo>
                    <a:pt x="360565" y="1453388"/>
                  </a:lnTo>
                  <a:lnTo>
                    <a:pt x="387121" y="1594231"/>
                  </a:lnTo>
                  <a:lnTo>
                    <a:pt x="401662" y="1669694"/>
                  </a:lnTo>
                  <a:lnTo>
                    <a:pt x="414667" y="1736001"/>
                  </a:lnTo>
                  <a:lnTo>
                    <a:pt x="424383" y="1783778"/>
                  </a:lnTo>
                  <a:lnTo>
                    <a:pt x="438442" y="1805927"/>
                  </a:lnTo>
                  <a:lnTo>
                    <a:pt x="455345" y="1802244"/>
                  </a:lnTo>
                  <a:lnTo>
                    <a:pt x="486537" y="1729676"/>
                  </a:lnTo>
                  <a:lnTo>
                    <a:pt x="492658" y="1678597"/>
                  </a:lnTo>
                  <a:lnTo>
                    <a:pt x="498563" y="1616862"/>
                  </a:lnTo>
                  <a:lnTo>
                    <a:pt x="502767" y="1549412"/>
                  </a:lnTo>
                  <a:lnTo>
                    <a:pt x="503770" y="1481188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1" name="object 871" descr=""/>
            <p:cNvSpPr/>
            <p:nvPr/>
          </p:nvSpPr>
          <p:spPr>
            <a:xfrm>
              <a:off x="10526979" y="4241196"/>
              <a:ext cx="462915" cy="796290"/>
            </a:xfrm>
            <a:custGeom>
              <a:avLst/>
              <a:gdLst/>
              <a:ahLst/>
              <a:cxnLst/>
              <a:rect l="l" t="t" r="r" b="b"/>
              <a:pathLst>
                <a:path w="462915" h="796289">
                  <a:moveTo>
                    <a:pt x="414045" y="218274"/>
                  </a:moveTo>
                  <a:lnTo>
                    <a:pt x="407225" y="204254"/>
                  </a:lnTo>
                  <a:lnTo>
                    <a:pt x="392455" y="177761"/>
                  </a:lnTo>
                  <a:lnTo>
                    <a:pt x="378180" y="151231"/>
                  </a:lnTo>
                  <a:lnTo>
                    <a:pt x="372897" y="137083"/>
                  </a:lnTo>
                  <a:lnTo>
                    <a:pt x="380022" y="114388"/>
                  </a:lnTo>
                  <a:lnTo>
                    <a:pt x="393052" y="69418"/>
                  </a:lnTo>
                  <a:lnTo>
                    <a:pt x="411175" y="5549"/>
                  </a:lnTo>
                  <a:lnTo>
                    <a:pt x="398399" y="0"/>
                  </a:lnTo>
                  <a:lnTo>
                    <a:pt x="379285" y="72720"/>
                  </a:lnTo>
                  <a:lnTo>
                    <a:pt x="369100" y="110667"/>
                  </a:lnTo>
                  <a:lnTo>
                    <a:pt x="364451" y="126161"/>
                  </a:lnTo>
                  <a:lnTo>
                    <a:pt x="361911" y="131546"/>
                  </a:lnTo>
                  <a:lnTo>
                    <a:pt x="350088" y="139738"/>
                  </a:lnTo>
                  <a:lnTo>
                    <a:pt x="322211" y="157607"/>
                  </a:lnTo>
                  <a:lnTo>
                    <a:pt x="285457" y="182194"/>
                  </a:lnTo>
                  <a:lnTo>
                    <a:pt x="246976" y="210591"/>
                  </a:lnTo>
                  <a:lnTo>
                    <a:pt x="197802" y="256895"/>
                  </a:lnTo>
                  <a:lnTo>
                    <a:pt x="178841" y="284200"/>
                  </a:lnTo>
                  <a:lnTo>
                    <a:pt x="178841" y="284683"/>
                  </a:lnTo>
                  <a:lnTo>
                    <a:pt x="177457" y="286385"/>
                  </a:lnTo>
                  <a:lnTo>
                    <a:pt x="178663" y="284670"/>
                  </a:lnTo>
                  <a:lnTo>
                    <a:pt x="178663" y="284200"/>
                  </a:lnTo>
                  <a:lnTo>
                    <a:pt x="147535" y="225666"/>
                  </a:lnTo>
                  <a:lnTo>
                    <a:pt x="106222" y="176720"/>
                  </a:lnTo>
                  <a:lnTo>
                    <a:pt x="70993" y="146875"/>
                  </a:lnTo>
                  <a:lnTo>
                    <a:pt x="64389" y="141287"/>
                  </a:lnTo>
                  <a:lnTo>
                    <a:pt x="57302" y="118376"/>
                  </a:lnTo>
                  <a:lnTo>
                    <a:pt x="44996" y="73748"/>
                  </a:lnTo>
                  <a:lnTo>
                    <a:pt x="28143" y="10655"/>
                  </a:lnTo>
                  <a:lnTo>
                    <a:pt x="13817" y="18034"/>
                  </a:lnTo>
                  <a:lnTo>
                    <a:pt x="44183" y="125031"/>
                  </a:lnTo>
                  <a:lnTo>
                    <a:pt x="48704" y="139827"/>
                  </a:lnTo>
                  <a:lnTo>
                    <a:pt x="50749" y="144665"/>
                  </a:lnTo>
                  <a:lnTo>
                    <a:pt x="47269" y="156476"/>
                  </a:lnTo>
                  <a:lnTo>
                    <a:pt x="36995" y="177888"/>
                  </a:lnTo>
                  <a:lnTo>
                    <a:pt x="26085" y="199237"/>
                  </a:lnTo>
                  <a:lnTo>
                    <a:pt x="20675" y="210896"/>
                  </a:lnTo>
                  <a:lnTo>
                    <a:pt x="29908" y="263131"/>
                  </a:lnTo>
                  <a:lnTo>
                    <a:pt x="63817" y="298386"/>
                  </a:lnTo>
                  <a:lnTo>
                    <a:pt x="106578" y="297192"/>
                  </a:lnTo>
                  <a:lnTo>
                    <a:pt x="150520" y="294411"/>
                  </a:lnTo>
                  <a:lnTo>
                    <a:pt x="174002" y="291045"/>
                  </a:lnTo>
                  <a:lnTo>
                    <a:pt x="200342" y="293763"/>
                  </a:lnTo>
                  <a:lnTo>
                    <a:pt x="256159" y="296214"/>
                  </a:lnTo>
                  <a:lnTo>
                    <a:pt x="321271" y="297916"/>
                  </a:lnTo>
                  <a:lnTo>
                    <a:pt x="375526" y="298335"/>
                  </a:lnTo>
                  <a:lnTo>
                    <a:pt x="398792" y="296913"/>
                  </a:lnTo>
                  <a:lnTo>
                    <a:pt x="401916" y="283514"/>
                  </a:lnTo>
                  <a:lnTo>
                    <a:pt x="407073" y="257822"/>
                  </a:lnTo>
                  <a:lnTo>
                    <a:pt x="411899" y="232016"/>
                  </a:lnTo>
                  <a:lnTo>
                    <a:pt x="414045" y="218274"/>
                  </a:lnTo>
                  <a:close/>
                </a:path>
                <a:path w="462915" h="796289">
                  <a:moveTo>
                    <a:pt x="462826" y="690968"/>
                  </a:moveTo>
                  <a:lnTo>
                    <a:pt x="451218" y="622998"/>
                  </a:lnTo>
                  <a:lnTo>
                    <a:pt x="436892" y="562190"/>
                  </a:lnTo>
                  <a:lnTo>
                    <a:pt x="417080" y="504952"/>
                  </a:lnTo>
                  <a:lnTo>
                    <a:pt x="410006" y="502704"/>
                  </a:lnTo>
                  <a:lnTo>
                    <a:pt x="367563" y="502831"/>
                  </a:lnTo>
                  <a:lnTo>
                    <a:pt x="253720" y="506145"/>
                  </a:lnTo>
                  <a:lnTo>
                    <a:pt x="32397" y="513422"/>
                  </a:lnTo>
                  <a:lnTo>
                    <a:pt x="10439" y="555879"/>
                  </a:lnTo>
                  <a:lnTo>
                    <a:pt x="0" y="629945"/>
                  </a:lnTo>
                  <a:lnTo>
                    <a:pt x="6692" y="695744"/>
                  </a:lnTo>
                  <a:lnTo>
                    <a:pt x="65722" y="708063"/>
                  </a:lnTo>
                  <a:lnTo>
                    <a:pt x="118618" y="725385"/>
                  </a:lnTo>
                  <a:lnTo>
                    <a:pt x="163677" y="746556"/>
                  </a:lnTo>
                  <a:lnTo>
                    <a:pt x="199174" y="770420"/>
                  </a:lnTo>
                  <a:lnTo>
                    <a:pt x="223380" y="795820"/>
                  </a:lnTo>
                  <a:lnTo>
                    <a:pt x="249351" y="795820"/>
                  </a:lnTo>
                  <a:lnTo>
                    <a:pt x="288023" y="745324"/>
                  </a:lnTo>
                  <a:lnTo>
                    <a:pt x="323138" y="717575"/>
                  </a:lnTo>
                  <a:lnTo>
                    <a:pt x="374738" y="702729"/>
                  </a:lnTo>
                  <a:lnTo>
                    <a:pt x="462826" y="690968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72" name="object 872" descr=""/>
          <p:cNvGrpSpPr/>
          <p:nvPr/>
        </p:nvGrpSpPr>
        <p:grpSpPr>
          <a:xfrm>
            <a:off x="10540771" y="3719613"/>
            <a:ext cx="409575" cy="506095"/>
            <a:chOff x="10540771" y="3719613"/>
            <a:chExt cx="409575" cy="506095"/>
          </a:xfrm>
        </p:grpSpPr>
        <p:sp>
          <p:nvSpPr>
            <p:cNvPr id="873" name="object 873" descr=""/>
            <p:cNvSpPr/>
            <p:nvPr/>
          </p:nvSpPr>
          <p:spPr>
            <a:xfrm>
              <a:off x="10584890" y="3977736"/>
              <a:ext cx="43815" cy="104775"/>
            </a:xfrm>
            <a:custGeom>
              <a:avLst/>
              <a:gdLst/>
              <a:ahLst/>
              <a:cxnLst/>
              <a:rect l="l" t="t" r="r" b="b"/>
              <a:pathLst>
                <a:path w="43815" h="104775">
                  <a:moveTo>
                    <a:pt x="13317" y="0"/>
                  </a:moveTo>
                  <a:lnTo>
                    <a:pt x="7933" y="101"/>
                  </a:lnTo>
                  <a:lnTo>
                    <a:pt x="3400" y="2971"/>
                  </a:lnTo>
                  <a:lnTo>
                    <a:pt x="56" y="16895"/>
                  </a:lnTo>
                  <a:lnTo>
                    <a:pt x="0" y="43081"/>
                  </a:lnTo>
                  <a:lnTo>
                    <a:pt x="2405" y="70117"/>
                  </a:lnTo>
                  <a:lnTo>
                    <a:pt x="27195" y="99256"/>
                  </a:lnTo>
                  <a:lnTo>
                    <a:pt x="43357" y="104538"/>
                  </a:lnTo>
                  <a:lnTo>
                    <a:pt x="40345" y="77688"/>
                  </a:lnTo>
                  <a:lnTo>
                    <a:pt x="39052" y="59013"/>
                  </a:lnTo>
                  <a:lnTo>
                    <a:pt x="39218" y="39761"/>
                  </a:lnTo>
                  <a:lnTo>
                    <a:pt x="40582" y="11180"/>
                  </a:lnTo>
                  <a:lnTo>
                    <a:pt x="23038" y="3436"/>
                  </a:lnTo>
                  <a:lnTo>
                    <a:pt x="13317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74" name="object 874" descr=""/>
            <p:cNvPicPr/>
            <p:nvPr/>
          </p:nvPicPr>
          <p:blipFill>
            <a:blip r:embed="rId185" cstate="print"/>
            <a:stretch>
              <a:fillRect/>
            </a:stretch>
          </p:blipFill>
          <p:spPr>
            <a:xfrm>
              <a:off x="10672109" y="4085284"/>
              <a:ext cx="144152" cy="140112"/>
            </a:xfrm>
            <a:prstGeom prst="rect">
              <a:avLst/>
            </a:prstGeom>
          </p:spPr>
        </p:pic>
        <p:sp>
          <p:nvSpPr>
            <p:cNvPr id="875" name="object 875" descr=""/>
            <p:cNvSpPr/>
            <p:nvPr/>
          </p:nvSpPr>
          <p:spPr>
            <a:xfrm>
              <a:off x="10619904" y="3849704"/>
              <a:ext cx="251460" cy="339090"/>
            </a:xfrm>
            <a:custGeom>
              <a:avLst/>
              <a:gdLst/>
              <a:ahLst/>
              <a:cxnLst/>
              <a:rect l="l" t="t" r="r" b="b"/>
              <a:pathLst>
                <a:path w="251459" h="339089">
                  <a:moveTo>
                    <a:pt x="36003" y="0"/>
                  </a:moveTo>
                  <a:lnTo>
                    <a:pt x="3787" y="74390"/>
                  </a:lnTo>
                  <a:lnTo>
                    <a:pt x="915" y="126472"/>
                  </a:lnTo>
                  <a:lnTo>
                    <a:pt x="0" y="156618"/>
                  </a:lnTo>
                  <a:lnTo>
                    <a:pt x="1402" y="176239"/>
                  </a:lnTo>
                  <a:lnTo>
                    <a:pt x="7396" y="233483"/>
                  </a:lnTo>
                  <a:lnTo>
                    <a:pt x="27020" y="288041"/>
                  </a:lnTo>
                  <a:lnTo>
                    <a:pt x="56343" y="310875"/>
                  </a:lnTo>
                  <a:lnTo>
                    <a:pt x="61325" y="320188"/>
                  </a:lnTo>
                  <a:lnTo>
                    <a:pt x="95480" y="337309"/>
                  </a:lnTo>
                  <a:lnTo>
                    <a:pt x="133022" y="338891"/>
                  </a:lnTo>
                  <a:lnTo>
                    <a:pt x="144278" y="337827"/>
                  </a:lnTo>
                  <a:lnTo>
                    <a:pt x="157888" y="330086"/>
                  </a:lnTo>
                  <a:lnTo>
                    <a:pt x="166759" y="321857"/>
                  </a:lnTo>
                  <a:lnTo>
                    <a:pt x="171577" y="315319"/>
                  </a:lnTo>
                  <a:lnTo>
                    <a:pt x="173031" y="312655"/>
                  </a:lnTo>
                  <a:lnTo>
                    <a:pt x="198896" y="304927"/>
                  </a:lnTo>
                  <a:lnTo>
                    <a:pt x="228687" y="263375"/>
                  </a:lnTo>
                  <a:lnTo>
                    <a:pt x="240097" y="200027"/>
                  </a:lnTo>
                  <a:lnTo>
                    <a:pt x="244295" y="169049"/>
                  </a:lnTo>
                  <a:lnTo>
                    <a:pt x="248746" y="144179"/>
                  </a:lnTo>
                  <a:lnTo>
                    <a:pt x="251055" y="110480"/>
                  </a:lnTo>
                  <a:lnTo>
                    <a:pt x="249773" y="63477"/>
                  </a:lnTo>
                  <a:lnTo>
                    <a:pt x="247269" y="21693"/>
                  </a:lnTo>
                  <a:lnTo>
                    <a:pt x="245908" y="3649"/>
                  </a:lnTo>
                  <a:lnTo>
                    <a:pt x="163384" y="1783"/>
                  </a:lnTo>
                  <a:lnTo>
                    <a:pt x="94315" y="523"/>
                  </a:lnTo>
                  <a:lnTo>
                    <a:pt x="36003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6" name="object 876" descr=""/>
            <p:cNvSpPr/>
            <p:nvPr/>
          </p:nvSpPr>
          <p:spPr>
            <a:xfrm>
              <a:off x="10591957" y="4062147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5">
                  <a:moveTo>
                    <a:pt x="19988" y="0"/>
                  </a:moveTo>
                  <a:lnTo>
                    <a:pt x="5758" y="0"/>
                  </a:lnTo>
                  <a:lnTo>
                    <a:pt x="0" y="5769"/>
                  </a:lnTo>
                  <a:lnTo>
                    <a:pt x="0" y="12889"/>
                  </a:lnTo>
                  <a:lnTo>
                    <a:pt x="0" y="19999"/>
                  </a:lnTo>
                  <a:lnTo>
                    <a:pt x="5758" y="25758"/>
                  </a:lnTo>
                  <a:lnTo>
                    <a:pt x="19988" y="25758"/>
                  </a:lnTo>
                  <a:lnTo>
                    <a:pt x="25758" y="19999"/>
                  </a:lnTo>
                  <a:lnTo>
                    <a:pt x="25758" y="5769"/>
                  </a:lnTo>
                  <a:lnTo>
                    <a:pt x="19988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7" name="object 877" descr=""/>
            <p:cNvSpPr/>
            <p:nvPr/>
          </p:nvSpPr>
          <p:spPr>
            <a:xfrm>
              <a:off x="10540771" y="3719613"/>
              <a:ext cx="409575" cy="338455"/>
            </a:xfrm>
            <a:custGeom>
              <a:avLst/>
              <a:gdLst/>
              <a:ahLst/>
              <a:cxnLst/>
              <a:rect l="l" t="t" r="r" b="b"/>
              <a:pathLst>
                <a:path w="409575" h="338454">
                  <a:moveTo>
                    <a:pt x="203233" y="0"/>
                  </a:moveTo>
                  <a:lnTo>
                    <a:pt x="155991" y="8406"/>
                  </a:lnTo>
                  <a:lnTo>
                    <a:pt x="111134" y="33620"/>
                  </a:lnTo>
                  <a:lnTo>
                    <a:pt x="42591" y="39031"/>
                  </a:lnTo>
                  <a:lnTo>
                    <a:pt x="10611" y="53350"/>
                  </a:lnTo>
                  <a:lnTo>
                    <a:pt x="6978" y="87839"/>
                  </a:lnTo>
                  <a:lnTo>
                    <a:pt x="23472" y="153763"/>
                  </a:lnTo>
                  <a:lnTo>
                    <a:pt x="9286" y="188186"/>
                  </a:lnTo>
                  <a:lnTo>
                    <a:pt x="2176" y="211067"/>
                  </a:lnTo>
                  <a:lnTo>
                    <a:pt x="0" y="232672"/>
                  </a:lnTo>
                  <a:lnTo>
                    <a:pt x="614" y="263267"/>
                  </a:lnTo>
                  <a:lnTo>
                    <a:pt x="14568" y="304913"/>
                  </a:lnTo>
                  <a:lnTo>
                    <a:pt x="42949" y="327246"/>
                  </a:lnTo>
                  <a:lnTo>
                    <a:pt x="70885" y="336253"/>
                  </a:lnTo>
                  <a:lnTo>
                    <a:pt x="83502" y="337925"/>
                  </a:lnTo>
                  <a:lnTo>
                    <a:pt x="81256" y="279979"/>
                  </a:lnTo>
                  <a:lnTo>
                    <a:pt x="82511" y="235610"/>
                  </a:lnTo>
                  <a:lnTo>
                    <a:pt x="84958" y="207224"/>
                  </a:lnTo>
                  <a:lnTo>
                    <a:pt x="86287" y="197227"/>
                  </a:lnTo>
                  <a:lnTo>
                    <a:pt x="156690" y="226686"/>
                  </a:lnTo>
                  <a:lnTo>
                    <a:pt x="225576" y="224195"/>
                  </a:lnTo>
                  <a:lnTo>
                    <a:pt x="277923" y="208763"/>
                  </a:lnTo>
                  <a:lnTo>
                    <a:pt x="298710" y="199395"/>
                  </a:lnTo>
                  <a:lnTo>
                    <a:pt x="297544" y="249614"/>
                  </a:lnTo>
                  <a:lnTo>
                    <a:pt x="304922" y="310728"/>
                  </a:lnTo>
                  <a:lnTo>
                    <a:pt x="346105" y="330634"/>
                  </a:lnTo>
                  <a:lnTo>
                    <a:pt x="376280" y="318320"/>
                  </a:lnTo>
                  <a:lnTo>
                    <a:pt x="397660" y="289696"/>
                  </a:lnTo>
                  <a:lnTo>
                    <a:pt x="409459" y="223163"/>
                  </a:lnTo>
                  <a:lnTo>
                    <a:pt x="401830" y="174859"/>
                  </a:lnTo>
                  <a:lnTo>
                    <a:pt x="387741" y="145414"/>
                  </a:lnTo>
                  <a:lnTo>
                    <a:pt x="380163" y="135460"/>
                  </a:lnTo>
                  <a:lnTo>
                    <a:pt x="369574" y="82589"/>
                  </a:lnTo>
                  <a:lnTo>
                    <a:pt x="339919" y="54747"/>
                  </a:lnTo>
                  <a:lnTo>
                    <a:pt x="309041" y="43919"/>
                  </a:lnTo>
                  <a:lnTo>
                    <a:pt x="294783" y="42091"/>
                  </a:lnTo>
                  <a:lnTo>
                    <a:pt x="279077" y="20196"/>
                  </a:lnTo>
                  <a:lnTo>
                    <a:pt x="246411" y="5048"/>
                  </a:lnTo>
                  <a:lnTo>
                    <a:pt x="203233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8" name="object 878" descr=""/>
            <p:cNvSpPr/>
            <p:nvPr/>
          </p:nvSpPr>
          <p:spPr>
            <a:xfrm>
              <a:off x="10856346" y="3977736"/>
              <a:ext cx="44450" cy="104775"/>
            </a:xfrm>
            <a:custGeom>
              <a:avLst/>
              <a:gdLst/>
              <a:ahLst/>
              <a:cxnLst/>
              <a:rect l="l" t="t" r="r" b="b"/>
              <a:pathLst>
                <a:path w="44450" h="104775">
                  <a:moveTo>
                    <a:pt x="35922" y="101"/>
                  </a:moveTo>
                  <a:lnTo>
                    <a:pt x="30542" y="0"/>
                  </a:lnTo>
                  <a:lnTo>
                    <a:pt x="20825" y="3436"/>
                  </a:lnTo>
                  <a:lnTo>
                    <a:pt x="3287" y="11180"/>
                  </a:lnTo>
                  <a:lnTo>
                    <a:pt x="4644" y="39761"/>
                  </a:lnTo>
                  <a:lnTo>
                    <a:pt x="4753" y="59013"/>
                  </a:lnTo>
                  <a:lnTo>
                    <a:pt x="3308" y="77688"/>
                  </a:lnTo>
                  <a:lnTo>
                    <a:pt x="0" y="104538"/>
                  </a:lnTo>
                  <a:lnTo>
                    <a:pt x="4985" y="103118"/>
                  </a:lnTo>
                  <a:lnTo>
                    <a:pt x="41456" y="70117"/>
                  </a:lnTo>
                  <a:lnTo>
                    <a:pt x="43862" y="43081"/>
                  </a:lnTo>
                  <a:lnTo>
                    <a:pt x="43802" y="16895"/>
                  </a:lnTo>
                  <a:lnTo>
                    <a:pt x="40449" y="2971"/>
                  </a:lnTo>
                  <a:lnTo>
                    <a:pt x="35922" y="101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9" name="object 879" descr=""/>
            <p:cNvSpPr/>
            <p:nvPr/>
          </p:nvSpPr>
          <p:spPr>
            <a:xfrm>
              <a:off x="10858075" y="4053944"/>
              <a:ext cx="26034" cy="26034"/>
            </a:xfrm>
            <a:custGeom>
              <a:avLst/>
              <a:gdLst/>
              <a:ahLst/>
              <a:cxnLst/>
              <a:rect l="l" t="t" r="r" b="b"/>
              <a:pathLst>
                <a:path w="26034" h="26035">
                  <a:moveTo>
                    <a:pt x="20009" y="0"/>
                  </a:moveTo>
                  <a:lnTo>
                    <a:pt x="5769" y="0"/>
                  </a:lnTo>
                  <a:lnTo>
                    <a:pt x="0" y="5769"/>
                  </a:lnTo>
                  <a:lnTo>
                    <a:pt x="0" y="19999"/>
                  </a:lnTo>
                  <a:lnTo>
                    <a:pt x="5769" y="25768"/>
                  </a:lnTo>
                  <a:lnTo>
                    <a:pt x="20009" y="25768"/>
                  </a:lnTo>
                  <a:lnTo>
                    <a:pt x="25768" y="19999"/>
                  </a:lnTo>
                  <a:lnTo>
                    <a:pt x="25768" y="12889"/>
                  </a:lnTo>
                  <a:lnTo>
                    <a:pt x="25768" y="5769"/>
                  </a:lnTo>
                  <a:lnTo>
                    <a:pt x="20009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80" name="object 880" descr=""/>
          <p:cNvGrpSpPr/>
          <p:nvPr/>
        </p:nvGrpSpPr>
        <p:grpSpPr>
          <a:xfrm>
            <a:off x="11327810" y="4181514"/>
            <a:ext cx="742950" cy="946150"/>
            <a:chOff x="11327810" y="4181514"/>
            <a:chExt cx="742950" cy="946150"/>
          </a:xfrm>
        </p:grpSpPr>
        <p:sp>
          <p:nvSpPr>
            <p:cNvPr id="881" name="object 881" descr=""/>
            <p:cNvSpPr/>
            <p:nvPr/>
          </p:nvSpPr>
          <p:spPr>
            <a:xfrm>
              <a:off x="11366741" y="4181519"/>
              <a:ext cx="664845" cy="811530"/>
            </a:xfrm>
            <a:custGeom>
              <a:avLst/>
              <a:gdLst/>
              <a:ahLst/>
              <a:cxnLst/>
              <a:rect l="l" t="t" r="r" b="b"/>
              <a:pathLst>
                <a:path w="664845" h="811529">
                  <a:moveTo>
                    <a:pt x="664832" y="774750"/>
                  </a:moveTo>
                  <a:lnTo>
                    <a:pt x="653605" y="699211"/>
                  </a:lnTo>
                  <a:lnTo>
                    <a:pt x="644982" y="643242"/>
                  </a:lnTo>
                  <a:lnTo>
                    <a:pt x="625690" y="539254"/>
                  </a:lnTo>
                  <a:lnTo>
                    <a:pt x="614870" y="490461"/>
                  </a:lnTo>
                  <a:lnTo>
                    <a:pt x="604050" y="453720"/>
                  </a:lnTo>
                  <a:lnTo>
                    <a:pt x="601306" y="402958"/>
                  </a:lnTo>
                  <a:lnTo>
                    <a:pt x="597738" y="353644"/>
                  </a:lnTo>
                  <a:lnTo>
                    <a:pt x="592251" y="296062"/>
                  </a:lnTo>
                  <a:lnTo>
                    <a:pt x="584504" y="235496"/>
                  </a:lnTo>
                  <a:lnTo>
                    <a:pt x="574116" y="177215"/>
                  </a:lnTo>
                  <a:lnTo>
                    <a:pt x="560730" y="126530"/>
                  </a:lnTo>
                  <a:lnTo>
                    <a:pt x="543991" y="88709"/>
                  </a:lnTo>
                  <a:lnTo>
                    <a:pt x="531850" y="82219"/>
                  </a:lnTo>
                  <a:lnTo>
                    <a:pt x="532371" y="77254"/>
                  </a:lnTo>
                  <a:lnTo>
                    <a:pt x="461429" y="36156"/>
                  </a:lnTo>
                  <a:lnTo>
                    <a:pt x="424446" y="14414"/>
                  </a:lnTo>
                  <a:lnTo>
                    <a:pt x="409422" y="4775"/>
                  </a:lnTo>
                  <a:lnTo>
                    <a:pt x="404355" y="0"/>
                  </a:lnTo>
                  <a:lnTo>
                    <a:pt x="368719" y="21437"/>
                  </a:lnTo>
                  <a:lnTo>
                    <a:pt x="342925" y="28638"/>
                  </a:lnTo>
                  <a:lnTo>
                    <a:pt x="314439" y="21628"/>
                  </a:lnTo>
                  <a:lnTo>
                    <a:pt x="270725" y="457"/>
                  </a:lnTo>
                  <a:lnTo>
                    <a:pt x="127749" y="80251"/>
                  </a:lnTo>
                  <a:lnTo>
                    <a:pt x="128308" y="84709"/>
                  </a:lnTo>
                  <a:lnTo>
                    <a:pt x="120827" y="88709"/>
                  </a:lnTo>
                  <a:lnTo>
                    <a:pt x="104089" y="126530"/>
                  </a:lnTo>
                  <a:lnTo>
                    <a:pt x="90703" y="177215"/>
                  </a:lnTo>
                  <a:lnTo>
                    <a:pt x="80314" y="235496"/>
                  </a:lnTo>
                  <a:lnTo>
                    <a:pt x="72567" y="296062"/>
                  </a:lnTo>
                  <a:lnTo>
                    <a:pt x="67081" y="353644"/>
                  </a:lnTo>
                  <a:lnTo>
                    <a:pt x="63512" y="402958"/>
                  </a:lnTo>
                  <a:lnTo>
                    <a:pt x="60756" y="453707"/>
                  </a:lnTo>
                  <a:lnTo>
                    <a:pt x="49936" y="490461"/>
                  </a:lnTo>
                  <a:lnTo>
                    <a:pt x="39116" y="539254"/>
                  </a:lnTo>
                  <a:lnTo>
                    <a:pt x="25666" y="609346"/>
                  </a:lnTo>
                  <a:lnTo>
                    <a:pt x="11214" y="699211"/>
                  </a:lnTo>
                  <a:lnTo>
                    <a:pt x="0" y="774750"/>
                  </a:lnTo>
                  <a:lnTo>
                    <a:pt x="4521" y="800646"/>
                  </a:lnTo>
                  <a:lnTo>
                    <a:pt x="11049" y="811199"/>
                  </a:lnTo>
                  <a:lnTo>
                    <a:pt x="24079" y="808126"/>
                  </a:lnTo>
                  <a:lnTo>
                    <a:pt x="58216" y="771321"/>
                  </a:lnTo>
                  <a:lnTo>
                    <a:pt x="77571" y="719937"/>
                  </a:lnTo>
                  <a:lnTo>
                    <a:pt x="101460" y="652576"/>
                  </a:lnTo>
                  <a:lnTo>
                    <a:pt x="125171" y="582803"/>
                  </a:lnTo>
                  <a:lnTo>
                    <a:pt x="144005" y="524192"/>
                  </a:lnTo>
                  <a:lnTo>
                    <a:pt x="153238" y="490296"/>
                  </a:lnTo>
                  <a:lnTo>
                    <a:pt x="152298" y="466915"/>
                  </a:lnTo>
                  <a:lnTo>
                    <a:pt x="157505" y="450265"/>
                  </a:lnTo>
                  <a:lnTo>
                    <a:pt x="167436" y="395592"/>
                  </a:lnTo>
                  <a:lnTo>
                    <a:pt x="172885" y="438785"/>
                  </a:lnTo>
                  <a:lnTo>
                    <a:pt x="179476" y="489610"/>
                  </a:lnTo>
                  <a:lnTo>
                    <a:pt x="226263" y="530694"/>
                  </a:lnTo>
                  <a:lnTo>
                    <a:pt x="271576" y="539762"/>
                  </a:lnTo>
                  <a:lnTo>
                    <a:pt x="325729" y="542798"/>
                  </a:lnTo>
                  <a:lnTo>
                    <a:pt x="383654" y="536359"/>
                  </a:lnTo>
                  <a:lnTo>
                    <a:pt x="440334" y="516978"/>
                  </a:lnTo>
                  <a:lnTo>
                    <a:pt x="490728" y="481203"/>
                  </a:lnTo>
                  <a:lnTo>
                    <a:pt x="498754" y="403250"/>
                  </a:lnTo>
                  <a:lnTo>
                    <a:pt x="507314" y="450265"/>
                  </a:lnTo>
                  <a:lnTo>
                    <a:pt x="512508" y="466915"/>
                  </a:lnTo>
                  <a:lnTo>
                    <a:pt x="511581" y="490296"/>
                  </a:lnTo>
                  <a:lnTo>
                    <a:pt x="520814" y="524192"/>
                  </a:lnTo>
                  <a:lnTo>
                    <a:pt x="539648" y="582803"/>
                  </a:lnTo>
                  <a:lnTo>
                    <a:pt x="563372" y="652576"/>
                  </a:lnTo>
                  <a:lnTo>
                    <a:pt x="587260" y="719937"/>
                  </a:lnTo>
                  <a:lnTo>
                    <a:pt x="606602" y="771321"/>
                  </a:lnTo>
                  <a:lnTo>
                    <a:pt x="640753" y="808126"/>
                  </a:lnTo>
                  <a:lnTo>
                    <a:pt x="653783" y="811199"/>
                  </a:lnTo>
                  <a:lnTo>
                    <a:pt x="660298" y="800646"/>
                  </a:lnTo>
                  <a:lnTo>
                    <a:pt x="664832" y="77475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2" name="object 882" descr=""/>
            <p:cNvPicPr/>
            <p:nvPr/>
          </p:nvPicPr>
          <p:blipFill>
            <a:blip r:embed="rId186" cstate="print"/>
            <a:stretch>
              <a:fillRect/>
            </a:stretch>
          </p:blipFill>
          <p:spPr>
            <a:xfrm>
              <a:off x="11327810" y="4939246"/>
              <a:ext cx="94622" cy="188328"/>
            </a:xfrm>
            <a:prstGeom prst="rect">
              <a:avLst/>
            </a:prstGeom>
          </p:spPr>
        </p:pic>
        <p:sp>
          <p:nvSpPr>
            <p:cNvPr id="883" name="object 883" descr=""/>
            <p:cNvSpPr/>
            <p:nvPr/>
          </p:nvSpPr>
          <p:spPr>
            <a:xfrm>
              <a:off x="11481266" y="4603251"/>
              <a:ext cx="443865" cy="447675"/>
            </a:xfrm>
            <a:custGeom>
              <a:avLst/>
              <a:gdLst/>
              <a:ahLst/>
              <a:cxnLst/>
              <a:rect l="l" t="t" r="r" b="b"/>
              <a:pathLst>
                <a:path w="443865" h="447675">
                  <a:moveTo>
                    <a:pt x="180575" y="0"/>
                  </a:moveTo>
                  <a:lnTo>
                    <a:pt x="127859" y="21116"/>
                  </a:lnTo>
                  <a:lnTo>
                    <a:pt x="66494" y="78510"/>
                  </a:lnTo>
                  <a:lnTo>
                    <a:pt x="35195" y="173065"/>
                  </a:lnTo>
                  <a:lnTo>
                    <a:pt x="18477" y="225740"/>
                  </a:lnTo>
                  <a:lnTo>
                    <a:pt x="6161" y="281614"/>
                  </a:lnTo>
                  <a:lnTo>
                    <a:pt x="0" y="341283"/>
                  </a:lnTo>
                  <a:lnTo>
                    <a:pt x="2595" y="385016"/>
                  </a:lnTo>
                  <a:lnTo>
                    <a:pt x="13476" y="415161"/>
                  </a:lnTo>
                  <a:lnTo>
                    <a:pt x="32168" y="434065"/>
                  </a:lnTo>
                  <a:lnTo>
                    <a:pt x="58200" y="444077"/>
                  </a:lnTo>
                  <a:lnTo>
                    <a:pt x="91099" y="447545"/>
                  </a:lnTo>
                  <a:lnTo>
                    <a:pt x="130391" y="446817"/>
                  </a:lnTo>
                  <a:lnTo>
                    <a:pt x="175606" y="444240"/>
                  </a:lnTo>
                  <a:lnTo>
                    <a:pt x="226270" y="442164"/>
                  </a:lnTo>
                  <a:lnTo>
                    <a:pt x="268683" y="442313"/>
                  </a:lnTo>
                  <a:lnTo>
                    <a:pt x="308357" y="443253"/>
                  </a:lnTo>
                  <a:lnTo>
                    <a:pt x="344476" y="443160"/>
                  </a:lnTo>
                  <a:lnTo>
                    <a:pt x="402800" y="432581"/>
                  </a:lnTo>
                  <a:lnTo>
                    <a:pt x="437145" y="395984"/>
                  </a:lnTo>
                  <a:lnTo>
                    <a:pt x="443292" y="363369"/>
                  </a:lnTo>
                  <a:lnTo>
                    <a:pt x="441004" y="318779"/>
                  </a:lnTo>
                  <a:lnTo>
                    <a:pt x="429468" y="260389"/>
                  </a:lnTo>
                  <a:lnTo>
                    <a:pt x="416648" y="210930"/>
                  </a:lnTo>
                  <a:lnTo>
                    <a:pt x="376202" y="59453"/>
                  </a:lnTo>
                  <a:lnTo>
                    <a:pt x="253677" y="13374"/>
                  </a:lnTo>
                  <a:lnTo>
                    <a:pt x="180575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4" name="object 884" descr=""/>
            <p:cNvPicPr/>
            <p:nvPr/>
          </p:nvPicPr>
          <p:blipFill>
            <a:blip r:embed="rId187" cstate="print"/>
            <a:stretch>
              <a:fillRect/>
            </a:stretch>
          </p:blipFill>
          <p:spPr>
            <a:xfrm>
              <a:off x="11975889" y="4939246"/>
              <a:ext cx="94606" cy="188328"/>
            </a:xfrm>
            <a:prstGeom prst="rect">
              <a:avLst/>
            </a:prstGeom>
          </p:spPr>
        </p:pic>
      </p:grpSp>
      <p:grpSp>
        <p:nvGrpSpPr>
          <p:cNvPr id="885" name="object 885" descr=""/>
          <p:cNvGrpSpPr/>
          <p:nvPr/>
        </p:nvGrpSpPr>
        <p:grpSpPr>
          <a:xfrm>
            <a:off x="11483775" y="4948575"/>
            <a:ext cx="227965" cy="1187450"/>
            <a:chOff x="11483775" y="4948575"/>
            <a:chExt cx="227965" cy="1187450"/>
          </a:xfrm>
        </p:grpSpPr>
        <p:pic>
          <p:nvPicPr>
            <p:cNvPr id="886" name="object 886" descr=""/>
            <p:cNvPicPr/>
            <p:nvPr/>
          </p:nvPicPr>
          <p:blipFill>
            <a:blip r:embed="rId188" cstate="print"/>
            <a:stretch>
              <a:fillRect/>
            </a:stretch>
          </p:blipFill>
          <p:spPr>
            <a:xfrm>
              <a:off x="11601332" y="5930652"/>
              <a:ext cx="110309" cy="205120"/>
            </a:xfrm>
            <a:prstGeom prst="rect">
              <a:avLst/>
            </a:prstGeom>
          </p:spPr>
        </p:pic>
        <p:sp>
          <p:nvSpPr>
            <p:cNvPr id="887" name="object 887" descr=""/>
            <p:cNvSpPr/>
            <p:nvPr/>
          </p:nvSpPr>
          <p:spPr>
            <a:xfrm>
              <a:off x="11483772" y="4948586"/>
              <a:ext cx="227329" cy="1014094"/>
            </a:xfrm>
            <a:custGeom>
              <a:avLst/>
              <a:gdLst/>
              <a:ahLst/>
              <a:cxnLst/>
              <a:rect l="l" t="t" r="r" b="b"/>
              <a:pathLst>
                <a:path w="227329" h="1014095">
                  <a:moveTo>
                    <a:pt x="227101" y="989164"/>
                  </a:moveTo>
                  <a:lnTo>
                    <a:pt x="226860" y="940409"/>
                  </a:lnTo>
                  <a:lnTo>
                    <a:pt x="226085" y="872845"/>
                  </a:lnTo>
                  <a:lnTo>
                    <a:pt x="224942" y="795997"/>
                  </a:lnTo>
                  <a:lnTo>
                    <a:pt x="222224" y="652691"/>
                  </a:lnTo>
                  <a:lnTo>
                    <a:pt x="221018" y="605320"/>
                  </a:lnTo>
                  <a:lnTo>
                    <a:pt x="220535" y="595096"/>
                  </a:lnTo>
                  <a:lnTo>
                    <a:pt x="221056" y="586740"/>
                  </a:lnTo>
                  <a:lnTo>
                    <a:pt x="220840" y="535876"/>
                  </a:lnTo>
                  <a:lnTo>
                    <a:pt x="219557" y="470522"/>
                  </a:lnTo>
                  <a:lnTo>
                    <a:pt x="217766" y="404063"/>
                  </a:lnTo>
                  <a:lnTo>
                    <a:pt x="216052" y="349859"/>
                  </a:lnTo>
                  <a:lnTo>
                    <a:pt x="214972" y="321310"/>
                  </a:lnTo>
                  <a:lnTo>
                    <a:pt x="212775" y="219341"/>
                  </a:lnTo>
                  <a:lnTo>
                    <a:pt x="210845" y="143471"/>
                  </a:lnTo>
                  <a:lnTo>
                    <a:pt x="208203" y="78828"/>
                  </a:lnTo>
                  <a:lnTo>
                    <a:pt x="188468" y="34340"/>
                  </a:lnTo>
                  <a:lnTo>
                    <a:pt x="152628" y="18592"/>
                  </a:lnTo>
                  <a:lnTo>
                    <a:pt x="106527" y="5118"/>
                  </a:lnTo>
                  <a:lnTo>
                    <a:pt x="59499" y="0"/>
                  </a:lnTo>
                  <a:lnTo>
                    <a:pt x="20878" y="9334"/>
                  </a:lnTo>
                  <a:lnTo>
                    <a:pt x="0" y="39204"/>
                  </a:lnTo>
                  <a:lnTo>
                    <a:pt x="64287" y="504367"/>
                  </a:lnTo>
                  <a:lnTo>
                    <a:pt x="73380" y="568731"/>
                  </a:lnTo>
                  <a:lnTo>
                    <a:pt x="76695" y="589775"/>
                  </a:lnTo>
                  <a:lnTo>
                    <a:pt x="78257" y="645629"/>
                  </a:lnTo>
                  <a:lnTo>
                    <a:pt x="87706" y="709104"/>
                  </a:lnTo>
                  <a:lnTo>
                    <a:pt x="102590" y="775703"/>
                  </a:lnTo>
                  <a:lnTo>
                    <a:pt x="120459" y="840867"/>
                  </a:lnTo>
                  <a:lnTo>
                    <a:pt x="138823" y="900099"/>
                  </a:lnTo>
                  <a:lnTo>
                    <a:pt x="155232" y="948855"/>
                  </a:lnTo>
                  <a:lnTo>
                    <a:pt x="172300" y="996886"/>
                  </a:lnTo>
                  <a:lnTo>
                    <a:pt x="217855" y="1013714"/>
                  </a:lnTo>
                  <a:lnTo>
                    <a:pt x="226606" y="1009548"/>
                  </a:lnTo>
                  <a:lnTo>
                    <a:pt x="227101" y="989164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88" name="object 888" descr=""/>
          <p:cNvGrpSpPr/>
          <p:nvPr/>
        </p:nvGrpSpPr>
        <p:grpSpPr>
          <a:xfrm>
            <a:off x="11481100" y="4753218"/>
            <a:ext cx="446405" cy="1384935"/>
            <a:chOff x="11481100" y="4753218"/>
            <a:chExt cx="446405" cy="1384935"/>
          </a:xfrm>
        </p:grpSpPr>
        <p:pic>
          <p:nvPicPr>
            <p:cNvPr id="889" name="object 889" descr=""/>
            <p:cNvPicPr/>
            <p:nvPr/>
          </p:nvPicPr>
          <p:blipFill>
            <a:blip r:embed="rId189" cstate="print"/>
            <a:stretch>
              <a:fillRect/>
            </a:stretch>
          </p:blipFill>
          <p:spPr>
            <a:xfrm>
              <a:off x="11757556" y="5935448"/>
              <a:ext cx="119326" cy="202411"/>
            </a:xfrm>
            <a:prstGeom prst="rect">
              <a:avLst/>
            </a:prstGeom>
          </p:spPr>
        </p:pic>
        <p:sp>
          <p:nvSpPr>
            <p:cNvPr id="890" name="object 890" descr=""/>
            <p:cNvSpPr/>
            <p:nvPr/>
          </p:nvSpPr>
          <p:spPr>
            <a:xfrm>
              <a:off x="11718696" y="4946351"/>
              <a:ext cx="205740" cy="1021715"/>
            </a:xfrm>
            <a:custGeom>
              <a:avLst/>
              <a:gdLst/>
              <a:ahLst/>
              <a:cxnLst/>
              <a:rect l="l" t="t" r="r" b="b"/>
              <a:pathLst>
                <a:path w="205740" h="1021714">
                  <a:moveTo>
                    <a:pt x="205346" y="35445"/>
                  </a:moveTo>
                  <a:lnTo>
                    <a:pt x="182651" y="6921"/>
                  </a:lnTo>
                  <a:lnTo>
                    <a:pt x="143522" y="0"/>
                  </a:lnTo>
                  <a:lnTo>
                    <a:pt x="96901" y="8026"/>
                  </a:lnTo>
                  <a:lnTo>
                    <a:pt x="51714" y="24333"/>
                  </a:lnTo>
                  <a:lnTo>
                    <a:pt x="16929" y="42278"/>
                  </a:lnTo>
                  <a:lnTo>
                    <a:pt x="1473" y="55181"/>
                  </a:lnTo>
                  <a:lnTo>
                    <a:pt x="0" y="87909"/>
                  </a:lnTo>
                  <a:lnTo>
                    <a:pt x="1358" y="152590"/>
                  </a:lnTo>
                  <a:lnTo>
                    <a:pt x="4140" y="228434"/>
                  </a:lnTo>
                  <a:lnTo>
                    <a:pt x="8267" y="330339"/>
                  </a:lnTo>
                  <a:lnTo>
                    <a:pt x="8966" y="358902"/>
                  </a:lnTo>
                  <a:lnTo>
                    <a:pt x="10617" y="413105"/>
                  </a:lnTo>
                  <a:lnTo>
                    <a:pt x="12954" y="479552"/>
                  </a:lnTo>
                  <a:lnTo>
                    <a:pt x="15735" y="544855"/>
                  </a:lnTo>
                  <a:lnTo>
                    <a:pt x="18669" y="595630"/>
                  </a:lnTo>
                  <a:lnTo>
                    <a:pt x="19697" y="603948"/>
                  </a:lnTo>
                  <a:lnTo>
                    <a:pt x="19850" y="614172"/>
                  </a:lnTo>
                  <a:lnTo>
                    <a:pt x="21590" y="661530"/>
                  </a:lnTo>
                  <a:lnTo>
                    <a:pt x="27774" y="804735"/>
                  </a:lnTo>
                  <a:lnTo>
                    <a:pt x="31394" y="881494"/>
                  </a:lnTo>
                  <a:lnTo>
                    <a:pt x="34798" y="948982"/>
                  </a:lnTo>
                  <a:lnTo>
                    <a:pt x="37592" y="997661"/>
                  </a:lnTo>
                  <a:lnTo>
                    <a:pt x="48348" y="1021588"/>
                  </a:lnTo>
                  <a:lnTo>
                    <a:pt x="65608" y="1020343"/>
                  </a:lnTo>
                  <a:lnTo>
                    <a:pt x="106832" y="952969"/>
                  </a:lnTo>
                  <a:lnTo>
                    <a:pt x="120192" y="903287"/>
                  </a:lnTo>
                  <a:lnTo>
                    <a:pt x="134848" y="843026"/>
                  </a:lnTo>
                  <a:lnTo>
                    <a:pt x="148628" y="776871"/>
                  </a:lnTo>
                  <a:lnTo>
                    <a:pt x="159359" y="709485"/>
                  </a:lnTo>
                  <a:lnTo>
                    <a:pt x="164858" y="645541"/>
                  </a:lnTo>
                  <a:lnTo>
                    <a:pt x="162941" y="589711"/>
                  </a:lnTo>
                  <a:lnTo>
                    <a:pt x="164947" y="568490"/>
                  </a:lnTo>
                  <a:lnTo>
                    <a:pt x="170040" y="503682"/>
                  </a:lnTo>
                  <a:lnTo>
                    <a:pt x="205346" y="35445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1" name="object 891" descr=""/>
            <p:cNvSpPr/>
            <p:nvPr/>
          </p:nvSpPr>
          <p:spPr>
            <a:xfrm>
              <a:off x="11481100" y="4753218"/>
              <a:ext cx="446405" cy="293370"/>
            </a:xfrm>
            <a:custGeom>
              <a:avLst/>
              <a:gdLst/>
              <a:ahLst/>
              <a:cxnLst/>
              <a:rect l="l" t="t" r="r" b="b"/>
              <a:pathLst>
                <a:path w="446404" h="293370">
                  <a:moveTo>
                    <a:pt x="394549" y="0"/>
                  </a:moveTo>
                  <a:lnTo>
                    <a:pt x="354707" y="147"/>
                  </a:lnTo>
                  <a:lnTo>
                    <a:pt x="247857" y="3492"/>
                  </a:lnTo>
                  <a:lnTo>
                    <a:pt x="40145" y="10841"/>
                  </a:lnTo>
                  <a:lnTo>
                    <a:pt x="18444" y="53297"/>
                  </a:lnTo>
                  <a:lnTo>
                    <a:pt x="2135" y="127314"/>
                  </a:lnTo>
                  <a:lnTo>
                    <a:pt x="0" y="193035"/>
                  </a:lnTo>
                  <a:lnTo>
                    <a:pt x="57701" y="205354"/>
                  </a:lnTo>
                  <a:lnTo>
                    <a:pt x="109423" y="222680"/>
                  </a:lnTo>
                  <a:lnTo>
                    <a:pt x="153480" y="243854"/>
                  </a:lnTo>
                  <a:lnTo>
                    <a:pt x="188186" y="267718"/>
                  </a:lnTo>
                  <a:lnTo>
                    <a:pt x="211857" y="293115"/>
                  </a:lnTo>
                  <a:lnTo>
                    <a:pt x="237238" y="293115"/>
                  </a:lnTo>
                  <a:lnTo>
                    <a:pt x="275038" y="242632"/>
                  </a:lnTo>
                  <a:lnTo>
                    <a:pt x="309378" y="214882"/>
                  </a:lnTo>
                  <a:lnTo>
                    <a:pt x="359824" y="200035"/>
                  </a:lnTo>
                  <a:lnTo>
                    <a:pt x="445944" y="188260"/>
                  </a:lnTo>
                  <a:lnTo>
                    <a:pt x="443088" y="168586"/>
                  </a:lnTo>
                  <a:lnTo>
                    <a:pt x="434603" y="120296"/>
                  </a:lnTo>
                  <a:lnTo>
                    <a:pt x="420610" y="59484"/>
                  </a:lnTo>
                  <a:lnTo>
                    <a:pt x="401233" y="2245"/>
                  </a:lnTo>
                  <a:lnTo>
                    <a:pt x="394549" y="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2" name="object 892" descr=""/>
          <p:cNvSpPr/>
          <p:nvPr/>
        </p:nvSpPr>
        <p:spPr>
          <a:xfrm>
            <a:off x="11509515" y="4245197"/>
            <a:ext cx="383540" cy="307340"/>
          </a:xfrm>
          <a:custGeom>
            <a:avLst/>
            <a:gdLst/>
            <a:ahLst/>
            <a:cxnLst/>
            <a:rect l="l" t="t" r="r" b="b"/>
            <a:pathLst>
              <a:path w="383540" h="307339">
                <a:moveTo>
                  <a:pt x="383159" y="9855"/>
                </a:moveTo>
                <a:lnTo>
                  <a:pt x="366636" y="0"/>
                </a:lnTo>
                <a:lnTo>
                  <a:pt x="350151" y="105600"/>
                </a:lnTo>
                <a:lnTo>
                  <a:pt x="341337" y="160451"/>
                </a:lnTo>
                <a:lnTo>
                  <a:pt x="311416" y="199961"/>
                </a:lnTo>
                <a:lnTo>
                  <a:pt x="261569" y="221716"/>
                </a:lnTo>
                <a:lnTo>
                  <a:pt x="189611" y="252361"/>
                </a:lnTo>
                <a:lnTo>
                  <a:pt x="114122" y="213245"/>
                </a:lnTo>
                <a:lnTo>
                  <a:pt x="75171" y="192836"/>
                </a:lnTo>
                <a:lnTo>
                  <a:pt x="49250" y="150609"/>
                </a:lnTo>
                <a:lnTo>
                  <a:pt x="34747" y="88480"/>
                </a:lnTo>
                <a:lnTo>
                  <a:pt x="14668" y="0"/>
                </a:lnTo>
                <a:lnTo>
                  <a:pt x="0" y="8191"/>
                </a:lnTo>
                <a:lnTo>
                  <a:pt x="32639" y="158280"/>
                </a:lnTo>
                <a:lnTo>
                  <a:pt x="37439" y="178511"/>
                </a:lnTo>
                <a:lnTo>
                  <a:pt x="39509" y="184213"/>
                </a:lnTo>
                <a:lnTo>
                  <a:pt x="35242" y="190919"/>
                </a:lnTo>
                <a:lnTo>
                  <a:pt x="23342" y="200926"/>
                </a:lnTo>
                <a:lnTo>
                  <a:pt x="10960" y="210896"/>
                </a:lnTo>
                <a:lnTo>
                  <a:pt x="5232" y="217474"/>
                </a:lnTo>
                <a:lnTo>
                  <a:pt x="13843" y="261251"/>
                </a:lnTo>
                <a:lnTo>
                  <a:pt x="23685" y="304533"/>
                </a:lnTo>
                <a:lnTo>
                  <a:pt x="49212" y="306070"/>
                </a:lnTo>
                <a:lnTo>
                  <a:pt x="104330" y="304876"/>
                </a:lnTo>
                <a:lnTo>
                  <a:pt x="160604" y="302044"/>
                </a:lnTo>
                <a:lnTo>
                  <a:pt x="189611" y="298665"/>
                </a:lnTo>
                <a:lnTo>
                  <a:pt x="218998" y="302221"/>
                </a:lnTo>
                <a:lnTo>
                  <a:pt x="276098" y="305460"/>
                </a:lnTo>
                <a:lnTo>
                  <a:pt x="332041" y="307060"/>
                </a:lnTo>
                <a:lnTo>
                  <a:pt x="357949" y="305689"/>
                </a:lnTo>
                <a:lnTo>
                  <a:pt x="360730" y="291426"/>
                </a:lnTo>
                <a:lnTo>
                  <a:pt x="365226" y="263931"/>
                </a:lnTo>
                <a:lnTo>
                  <a:pt x="369404" y="236308"/>
                </a:lnTo>
                <a:lnTo>
                  <a:pt x="371246" y="221665"/>
                </a:lnTo>
                <a:lnTo>
                  <a:pt x="367296" y="214503"/>
                </a:lnTo>
                <a:lnTo>
                  <a:pt x="358787" y="203238"/>
                </a:lnTo>
                <a:lnTo>
                  <a:pt x="350761" y="191947"/>
                </a:lnTo>
                <a:lnTo>
                  <a:pt x="348259" y="184658"/>
                </a:lnTo>
                <a:lnTo>
                  <a:pt x="354799" y="155130"/>
                </a:lnTo>
                <a:lnTo>
                  <a:pt x="366674" y="95275"/>
                </a:lnTo>
                <a:lnTo>
                  <a:pt x="383159" y="9855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93" name="object 893" descr=""/>
          <p:cNvGrpSpPr/>
          <p:nvPr/>
        </p:nvGrpSpPr>
        <p:grpSpPr>
          <a:xfrm>
            <a:off x="11506940" y="3715730"/>
            <a:ext cx="391160" cy="518159"/>
            <a:chOff x="11506940" y="3715730"/>
            <a:chExt cx="391160" cy="518159"/>
          </a:xfrm>
        </p:grpSpPr>
        <p:sp>
          <p:nvSpPr>
            <p:cNvPr id="894" name="object 894" descr=""/>
            <p:cNvSpPr/>
            <p:nvPr/>
          </p:nvSpPr>
          <p:spPr>
            <a:xfrm>
              <a:off x="11587124" y="3845393"/>
              <a:ext cx="236220" cy="325120"/>
            </a:xfrm>
            <a:custGeom>
              <a:avLst/>
              <a:gdLst/>
              <a:ahLst/>
              <a:cxnLst/>
              <a:rect l="l" t="t" r="r" b="b"/>
              <a:pathLst>
                <a:path w="236220" h="325120">
                  <a:moveTo>
                    <a:pt x="148535" y="0"/>
                  </a:moveTo>
                  <a:lnTo>
                    <a:pt x="72676" y="384"/>
                  </a:lnTo>
                  <a:lnTo>
                    <a:pt x="41530" y="57248"/>
                  </a:lnTo>
                  <a:lnTo>
                    <a:pt x="18130" y="101159"/>
                  </a:lnTo>
                  <a:lnTo>
                    <a:pt x="0" y="156077"/>
                  </a:lnTo>
                  <a:lnTo>
                    <a:pt x="2080" y="189029"/>
                  </a:lnTo>
                  <a:lnTo>
                    <a:pt x="9725" y="235236"/>
                  </a:lnTo>
                  <a:lnTo>
                    <a:pt x="47388" y="283154"/>
                  </a:lnTo>
                  <a:lnTo>
                    <a:pt x="85074" y="321265"/>
                  </a:lnTo>
                  <a:lnTo>
                    <a:pt x="130436" y="324597"/>
                  </a:lnTo>
                  <a:lnTo>
                    <a:pt x="140056" y="323694"/>
                  </a:lnTo>
                  <a:lnTo>
                    <a:pt x="172186" y="294493"/>
                  </a:lnTo>
                  <a:lnTo>
                    <a:pt x="210546" y="256921"/>
                  </a:lnTo>
                  <a:lnTo>
                    <a:pt x="219038" y="245853"/>
                  </a:lnTo>
                  <a:lnTo>
                    <a:pt x="225760" y="241089"/>
                  </a:lnTo>
                  <a:lnTo>
                    <a:pt x="230079" y="227153"/>
                  </a:lnTo>
                  <a:lnTo>
                    <a:pt x="233070" y="200077"/>
                  </a:lnTo>
                  <a:lnTo>
                    <a:pt x="234918" y="171215"/>
                  </a:lnTo>
                  <a:lnTo>
                    <a:pt x="235802" y="151919"/>
                  </a:lnTo>
                  <a:lnTo>
                    <a:pt x="234907" y="122872"/>
                  </a:lnTo>
                  <a:lnTo>
                    <a:pt x="232140" y="72684"/>
                  </a:lnTo>
                  <a:lnTo>
                    <a:pt x="228693" y="24608"/>
                  </a:lnTo>
                  <a:lnTo>
                    <a:pt x="225760" y="1892"/>
                  </a:lnTo>
                  <a:lnTo>
                    <a:pt x="200728" y="375"/>
                  </a:lnTo>
                  <a:lnTo>
                    <a:pt x="148535" y="0"/>
                  </a:lnTo>
                  <a:close/>
                </a:path>
              </a:pathLst>
            </a:custGeom>
            <a:solidFill>
              <a:srgbClr val="F6DB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95" name="object 895" descr=""/>
            <p:cNvPicPr/>
            <p:nvPr/>
          </p:nvPicPr>
          <p:blipFill>
            <a:blip r:embed="rId190" cstate="print"/>
            <a:stretch>
              <a:fillRect/>
            </a:stretch>
          </p:blipFill>
          <p:spPr>
            <a:xfrm>
              <a:off x="11634229" y="4098076"/>
              <a:ext cx="141618" cy="135353"/>
            </a:xfrm>
            <a:prstGeom prst="rect">
              <a:avLst/>
            </a:prstGeom>
          </p:spPr>
        </p:pic>
        <p:sp>
          <p:nvSpPr>
            <p:cNvPr id="896" name="object 896" descr=""/>
            <p:cNvSpPr/>
            <p:nvPr/>
          </p:nvSpPr>
          <p:spPr>
            <a:xfrm>
              <a:off x="11561289" y="4042570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19224" y="0"/>
                  </a:moveTo>
                  <a:lnTo>
                    <a:pt x="5570" y="0"/>
                  </a:lnTo>
                  <a:lnTo>
                    <a:pt x="0" y="5539"/>
                  </a:lnTo>
                  <a:lnTo>
                    <a:pt x="0" y="12366"/>
                  </a:lnTo>
                  <a:lnTo>
                    <a:pt x="0" y="19203"/>
                  </a:lnTo>
                  <a:lnTo>
                    <a:pt x="5570" y="24742"/>
                  </a:lnTo>
                  <a:lnTo>
                    <a:pt x="19224" y="24742"/>
                  </a:lnTo>
                  <a:lnTo>
                    <a:pt x="24763" y="19203"/>
                  </a:lnTo>
                  <a:lnTo>
                    <a:pt x="24763" y="5539"/>
                  </a:lnTo>
                  <a:lnTo>
                    <a:pt x="19224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7" name="object 897" descr=""/>
            <p:cNvSpPr/>
            <p:nvPr/>
          </p:nvSpPr>
          <p:spPr>
            <a:xfrm>
              <a:off x="11548043" y="3969769"/>
              <a:ext cx="47625" cy="97155"/>
            </a:xfrm>
            <a:custGeom>
              <a:avLst/>
              <a:gdLst/>
              <a:ahLst/>
              <a:cxnLst/>
              <a:rect l="l" t="t" r="r" b="b"/>
              <a:pathLst>
                <a:path w="47625" h="97154">
                  <a:moveTo>
                    <a:pt x="12832" y="0"/>
                  </a:moveTo>
                  <a:lnTo>
                    <a:pt x="7641" y="102"/>
                  </a:lnTo>
                  <a:lnTo>
                    <a:pt x="3270" y="2876"/>
                  </a:lnTo>
                  <a:lnTo>
                    <a:pt x="46" y="16290"/>
                  </a:lnTo>
                  <a:lnTo>
                    <a:pt x="0" y="41520"/>
                  </a:lnTo>
                  <a:lnTo>
                    <a:pt x="2326" y="67569"/>
                  </a:lnTo>
                  <a:lnTo>
                    <a:pt x="41478" y="96188"/>
                  </a:lnTo>
                  <a:lnTo>
                    <a:pt x="47028" y="96968"/>
                  </a:lnTo>
                  <a:lnTo>
                    <a:pt x="41079" y="73281"/>
                  </a:lnTo>
                  <a:lnTo>
                    <a:pt x="38272" y="56406"/>
                  </a:lnTo>
                  <a:lnTo>
                    <a:pt x="37864" y="38263"/>
                  </a:lnTo>
                  <a:lnTo>
                    <a:pt x="39112" y="10771"/>
                  </a:lnTo>
                  <a:lnTo>
                    <a:pt x="22202" y="3309"/>
                  </a:lnTo>
                  <a:lnTo>
                    <a:pt x="12832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8" name="object 898" descr=""/>
            <p:cNvSpPr/>
            <p:nvPr/>
          </p:nvSpPr>
          <p:spPr>
            <a:xfrm>
              <a:off x="11826896" y="4042570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4">
                  <a:moveTo>
                    <a:pt x="19193" y="0"/>
                  </a:moveTo>
                  <a:lnTo>
                    <a:pt x="5539" y="0"/>
                  </a:lnTo>
                  <a:lnTo>
                    <a:pt x="0" y="5539"/>
                  </a:lnTo>
                  <a:lnTo>
                    <a:pt x="0" y="19203"/>
                  </a:lnTo>
                  <a:lnTo>
                    <a:pt x="5539" y="24742"/>
                  </a:lnTo>
                  <a:lnTo>
                    <a:pt x="19193" y="24742"/>
                  </a:lnTo>
                  <a:lnTo>
                    <a:pt x="24742" y="19203"/>
                  </a:lnTo>
                  <a:lnTo>
                    <a:pt x="24742" y="12366"/>
                  </a:lnTo>
                  <a:lnTo>
                    <a:pt x="24742" y="5539"/>
                  </a:lnTo>
                  <a:lnTo>
                    <a:pt x="19193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99" name="object 899" descr=""/>
            <p:cNvSpPr/>
            <p:nvPr/>
          </p:nvSpPr>
          <p:spPr>
            <a:xfrm>
              <a:off x="11817879" y="3969769"/>
              <a:ext cx="47625" cy="97155"/>
            </a:xfrm>
            <a:custGeom>
              <a:avLst/>
              <a:gdLst/>
              <a:ahLst/>
              <a:cxnLst/>
              <a:rect l="l" t="t" r="r" b="b"/>
              <a:pathLst>
                <a:path w="47625" h="97154">
                  <a:moveTo>
                    <a:pt x="34176" y="0"/>
                  </a:moveTo>
                  <a:lnTo>
                    <a:pt x="24809" y="3309"/>
                  </a:lnTo>
                  <a:lnTo>
                    <a:pt x="7905" y="10771"/>
                  </a:lnTo>
                  <a:lnTo>
                    <a:pt x="9148" y="38263"/>
                  </a:lnTo>
                  <a:lnTo>
                    <a:pt x="8739" y="56406"/>
                  </a:lnTo>
                  <a:lnTo>
                    <a:pt x="5936" y="73281"/>
                  </a:lnTo>
                  <a:lnTo>
                    <a:pt x="0" y="96968"/>
                  </a:lnTo>
                  <a:lnTo>
                    <a:pt x="5548" y="96188"/>
                  </a:lnTo>
                  <a:lnTo>
                    <a:pt x="44693" y="67569"/>
                  </a:lnTo>
                  <a:lnTo>
                    <a:pt x="47016" y="41520"/>
                  </a:lnTo>
                  <a:lnTo>
                    <a:pt x="46964" y="16290"/>
                  </a:lnTo>
                  <a:lnTo>
                    <a:pt x="43736" y="2876"/>
                  </a:lnTo>
                  <a:lnTo>
                    <a:pt x="39366" y="102"/>
                  </a:lnTo>
                  <a:lnTo>
                    <a:pt x="34176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0" name="object 900" descr=""/>
            <p:cNvSpPr/>
            <p:nvPr/>
          </p:nvSpPr>
          <p:spPr>
            <a:xfrm>
              <a:off x="11506940" y="3715730"/>
              <a:ext cx="391160" cy="433705"/>
            </a:xfrm>
            <a:custGeom>
              <a:avLst/>
              <a:gdLst/>
              <a:ahLst/>
              <a:cxnLst/>
              <a:rect l="l" t="t" r="r" b="b"/>
              <a:pathLst>
                <a:path w="391159" h="433704">
                  <a:moveTo>
                    <a:pt x="178904" y="0"/>
                  </a:moveTo>
                  <a:lnTo>
                    <a:pt x="127289" y="8880"/>
                  </a:lnTo>
                  <a:lnTo>
                    <a:pt x="79428" y="35942"/>
                  </a:lnTo>
                  <a:lnTo>
                    <a:pt x="56297" y="69854"/>
                  </a:lnTo>
                  <a:lnTo>
                    <a:pt x="48506" y="111117"/>
                  </a:lnTo>
                  <a:lnTo>
                    <a:pt x="9511" y="135776"/>
                  </a:lnTo>
                  <a:lnTo>
                    <a:pt x="1483" y="168605"/>
                  </a:lnTo>
                  <a:lnTo>
                    <a:pt x="8410" y="197316"/>
                  </a:lnTo>
                  <a:lnTo>
                    <a:pt x="14277" y="209617"/>
                  </a:lnTo>
                  <a:lnTo>
                    <a:pt x="0" y="250765"/>
                  </a:lnTo>
                  <a:lnTo>
                    <a:pt x="7292" y="282015"/>
                  </a:lnTo>
                  <a:lnTo>
                    <a:pt x="22027" y="301867"/>
                  </a:lnTo>
                  <a:lnTo>
                    <a:pt x="30078" y="308818"/>
                  </a:lnTo>
                  <a:lnTo>
                    <a:pt x="59746" y="399759"/>
                  </a:lnTo>
                  <a:lnTo>
                    <a:pt x="119186" y="432653"/>
                  </a:lnTo>
                  <a:lnTo>
                    <a:pt x="177506" y="433399"/>
                  </a:lnTo>
                  <a:lnTo>
                    <a:pt x="203811" y="427893"/>
                  </a:lnTo>
                  <a:lnTo>
                    <a:pt x="242790" y="433463"/>
                  </a:lnTo>
                  <a:lnTo>
                    <a:pt x="305666" y="416701"/>
                  </a:lnTo>
                  <a:lnTo>
                    <a:pt x="376432" y="335737"/>
                  </a:lnTo>
                  <a:lnTo>
                    <a:pt x="386304" y="279407"/>
                  </a:lnTo>
                  <a:lnTo>
                    <a:pt x="380377" y="237230"/>
                  </a:lnTo>
                  <a:lnTo>
                    <a:pt x="374811" y="220632"/>
                  </a:lnTo>
                  <a:lnTo>
                    <a:pt x="390659" y="167093"/>
                  </a:lnTo>
                  <a:lnTo>
                    <a:pt x="378024" y="128326"/>
                  </a:lnTo>
                  <a:lnTo>
                    <a:pt x="356253" y="104755"/>
                  </a:lnTo>
                  <a:lnTo>
                    <a:pt x="344696" y="96804"/>
                  </a:lnTo>
                  <a:lnTo>
                    <a:pt x="341457" y="64668"/>
                  </a:lnTo>
                  <a:lnTo>
                    <a:pt x="317973" y="37104"/>
                  </a:lnTo>
                  <a:lnTo>
                    <a:pt x="279531" y="15928"/>
                  </a:lnTo>
                  <a:lnTo>
                    <a:pt x="231413" y="2954"/>
                  </a:lnTo>
                  <a:lnTo>
                    <a:pt x="178904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01" name="object 901" descr=""/>
          <p:cNvGrpSpPr/>
          <p:nvPr/>
        </p:nvGrpSpPr>
        <p:grpSpPr>
          <a:xfrm>
            <a:off x="9796823" y="3757965"/>
            <a:ext cx="427990" cy="2342515"/>
            <a:chOff x="9796823" y="3757965"/>
            <a:chExt cx="427990" cy="2342515"/>
          </a:xfrm>
        </p:grpSpPr>
        <p:sp>
          <p:nvSpPr>
            <p:cNvPr id="902" name="object 902" descr=""/>
            <p:cNvSpPr/>
            <p:nvPr/>
          </p:nvSpPr>
          <p:spPr>
            <a:xfrm>
              <a:off x="9822662" y="4173187"/>
              <a:ext cx="336550" cy="1828800"/>
            </a:xfrm>
            <a:custGeom>
              <a:avLst/>
              <a:gdLst/>
              <a:ahLst/>
              <a:cxnLst/>
              <a:rect l="l" t="t" r="r" b="b"/>
              <a:pathLst>
                <a:path w="336550" h="1828800">
                  <a:moveTo>
                    <a:pt x="336042" y="718032"/>
                  </a:moveTo>
                  <a:lnTo>
                    <a:pt x="334556" y="674776"/>
                  </a:lnTo>
                  <a:lnTo>
                    <a:pt x="329590" y="629335"/>
                  </a:lnTo>
                  <a:lnTo>
                    <a:pt x="321805" y="595985"/>
                  </a:lnTo>
                  <a:lnTo>
                    <a:pt x="277329" y="486435"/>
                  </a:lnTo>
                  <a:lnTo>
                    <a:pt x="296202" y="364286"/>
                  </a:lnTo>
                  <a:lnTo>
                    <a:pt x="305409" y="294728"/>
                  </a:lnTo>
                  <a:lnTo>
                    <a:pt x="307695" y="251726"/>
                  </a:lnTo>
                  <a:lnTo>
                    <a:pt x="305689" y="209321"/>
                  </a:lnTo>
                  <a:lnTo>
                    <a:pt x="296532" y="153733"/>
                  </a:lnTo>
                  <a:lnTo>
                    <a:pt x="279552" y="86017"/>
                  </a:lnTo>
                  <a:lnTo>
                    <a:pt x="262318" y="27609"/>
                  </a:lnTo>
                  <a:lnTo>
                    <a:pt x="252412" y="0"/>
                  </a:lnTo>
                  <a:lnTo>
                    <a:pt x="234213" y="30949"/>
                  </a:lnTo>
                  <a:lnTo>
                    <a:pt x="214350" y="41910"/>
                  </a:lnTo>
                  <a:lnTo>
                    <a:pt x="180441" y="33426"/>
                  </a:lnTo>
                  <a:lnTo>
                    <a:pt x="120065" y="6096"/>
                  </a:lnTo>
                  <a:lnTo>
                    <a:pt x="7518" y="230454"/>
                  </a:lnTo>
                  <a:lnTo>
                    <a:pt x="15633" y="456311"/>
                  </a:lnTo>
                  <a:lnTo>
                    <a:pt x="4648" y="500456"/>
                  </a:lnTo>
                  <a:lnTo>
                    <a:pt x="0" y="537895"/>
                  </a:lnTo>
                  <a:lnTo>
                    <a:pt x="4648" y="573747"/>
                  </a:lnTo>
                  <a:lnTo>
                    <a:pt x="18567" y="624928"/>
                  </a:lnTo>
                  <a:lnTo>
                    <a:pt x="26403" y="671626"/>
                  </a:lnTo>
                  <a:lnTo>
                    <a:pt x="33197" y="737323"/>
                  </a:lnTo>
                  <a:lnTo>
                    <a:pt x="39204" y="798385"/>
                  </a:lnTo>
                  <a:lnTo>
                    <a:pt x="41973" y="814933"/>
                  </a:lnTo>
                  <a:lnTo>
                    <a:pt x="40411" y="824242"/>
                  </a:lnTo>
                  <a:lnTo>
                    <a:pt x="41389" y="843940"/>
                  </a:lnTo>
                  <a:lnTo>
                    <a:pt x="44615" y="883589"/>
                  </a:lnTo>
                  <a:lnTo>
                    <a:pt x="49479" y="937323"/>
                  </a:lnTo>
                  <a:lnTo>
                    <a:pt x="55384" y="999274"/>
                  </a:lnTo>
                  <a:lnTo>
                    <a:pt x="67919" y="1124305"/>
                  </a:lnTo>
                  <a:lnTo>
                    <a:pt x="73355" y="1175664"/>
                  </a:lnTo>
                  <a:lnTo>
                    <a:pt x="88544" y="1269669"/>
                  </a:lnTo>
                  <a:lnTo>
                    <a:pt x="105562" y="1321092"/>
                  </a:lnTo>
                  <a:lnTo>
                    <a:pt x="114871" y="1335290"/>
                  </a:lnTo>
                  <a:lnTo>
                    <a:pt x="114566" y="1335722"/>
                  </a:lnTo>
                  <a:lnTo>
                    <a:pt x="122961" y="1386573"/>
                  </a:lnTo>
                  <a:lnTo>
                    <a:pt x="144437" y="1505534"/>
                  </a:lnTo>
                  <a:lnTo>
                    <a:pt x="170751" y="1647659"/>
                  </a:lnTo>
                  <a:lnTo>
                    <a:pt x="183146" y="1713369"/>
                  </a:lnTo>
                  <a:lnTo>
                    <a:pt x="193662" y="1768017"/>
                  </a:lnTo>
                  <a:lnTo>
                    <a:pt x="201282" y="1805990"/>
                  </a:lnTo>
                  <a:lnTo>
                    <a:pt x="232841" y="1828330"/>
                  </a:lnTo>
                  <a:lnTo>
                    <a:pt x="250126" y="1823402"/>
                  </a:lnTo>
                  <a:lnTo>
                    <a:pt x="266242" y="1772996"/>
                  </a:lnTo>
                  <a:lnTo>
                    <a:pt x="273532" y="1734566"/>
                  </a:lnTo>
                  <a:lnTo>
                    <a:pt x="281254" y="1685937"/>
                  </a:lnTo>
                  <a:lnTo>
                    <a:pt x="288061" y="1629359"/>
                  </a:lnTo>
                  <a:lnTo>
                    <a:pt x="292582" y="1567141"/>
                  </a:lnTo>
                  <a:lnTo>
                    <a:pt x="293420" y="1501546"/>
                  </a:lnTo>
                  <a:lnTo>
                    <a:pt x="289217" y="1434858"/>
                  </a:lnTo>
                  <a:lnTo>
                    <a:pt x="278599" y="1369377"/>
                  </a:lnTo>
                  <a:lnTo>
                    <a:pt x="267258" y="1331188"/>
                  </a:lnTo>
                  <a:lnTo>
                    <a:pt x="267970" y="1317701"/>
                  </a:lnTo>
                  <a:lnTo>
                    <a:pt x="271945" y="1255204"/>
                  </a:lnTo>
                  <a:lnTo>
                    <a:pt x="301332" y="807834"/>
                  </a:lnTo>
                  <a:lnTo>
                    <a:pt x="301129" y="805688"/>
                  </a:lnTo>
                  <a:lnTo>
                    <a:pt x="316699" y="781507"/>
                  </a:lnTo>
                  <a:lnTo>
                    <a:pt x="333375" y="744816"/>
                  </a:lnTo>
                  <a:lnTo>
                    <a:pt x="336042" y="718032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3" name="object 903" descr=""/>
            <p:cNvSpPr/>
            <p:nvPr/>
          </p:nvSpPr>
          <p:spPr>
            <a:xfrm>
              <a:off x="9796818" y="4192148"/>
              <a:ext cx="362585" cy="805815"/>
            </a:xfrm>
            <a:custGeom>
              <a:avLst/>
              <a:gdLst/>
              <a:ahLst/>
              <a:cxnLst/>
              <a:rect l="l" t="t" r="r" b="b"/>
              <a:pathLst>
                <a:path w="362584" h="805814">
                  <a:moveTo>
                    <a:pt x="331546" y="258762"/>
                  </a:moveTo>
                  <a:lnTo>
                    <a:pt x="301447" y="261467"/>
                  </a:lnTo>
                  <a:lnTo>
                    <a:pt x="283629" y="92163"/>
                  </a:lnTo>
                  <a:lnTo>
                    <a:pt x="273951" y="81546"/>
                  </a:lnTo>
                  <a:lnTo>
                    <a:pt x="273951" y="263372"/>
                  </a:lnTo>
                  <a:lnTo>
                    <a:pt x="229577" y="270497"/>
                  </a:lnTo>
                  <a:lnTo>
                    <a:pt x="203809" y="274154"/>
                  </a:lnTo>
                  <a:lnTo>
                    <a:pt x="186753" y="275513"/>
                  </a:lnTo>
                  <a:lnTo>
                    <a:pt x="168541" y="275704"/>
                  </a:lnTo>
                  <a:lnTo>
                    <a:pt x="145122" y="268097"/>
                  </a:lnTo>
                  <a:lnTo>
                    <a:pt x="122402" y="249504"/>
                  </a:lnTo>
                  <a:lnTo>
                    <a:pt x="105422" y="226288"/>
                  </a:lnTo>
                  <a:lnTo>
                    <a:pt x="99212" y="204800"/>
                  </a:lnTo>
                  <a:lnTo>
                    <a:pt x="101574" y="183616"/>
                  </a:lnTo>
                  <a:lnTo>
                    <a:pt x="120015" y="128511"/>
                  </a:lnTo>
                  <a:lnTo>
                    <a:pt x="164757" y="73279"/>
                  </a:lnTo>
                  <a:lnTo>
                    <a:pt x="210070" y="61544"/>
                  </a:lnTo>
                  <a:lnTo>
                    <a:pt x="217970" y="62179"/>
                  </a:lnTo>
                  <a:lnTo>
                    <a:pt x="261048" y="81610"/>
                  </a:lnTo>
                  <a:lnTo>
                    <a:pt x="270268" y="137058"/>
                  </a:lnTo>
                  <a:lnTo>
                    <a:pt x="271995" y="191211"/>
                  </a:lnTo>
                  <a:lnTo>
                    <a:pt x="273380" y="241325"/>
                  </a:lnTo>
                  <a:lnTo>
                    <a:pt x="273951" y="263372"/>
                  </a:lnTo>
                  <a:lnTo>
                    <a:pt x="273951" y="81546"/>
                  </a:lnTo>
                  <a:lnTo>
                    <a:pt x="255739" y="61544"/>
                  </a:lnTo>
                  <a:lnTo>
                    <a:pt x="218249" y="20370"/>
                  </a:lnTo>
                  <a:lnTo>
                    <a:pt x="176707" y="0"/>
                  </a:lnTo>
                  <a:lnTo>
                    <a:pt x="141236" y="34264"/>
                  </a:lnTo>
                  <a:lnTo>
                    <a:pt x="94056" y="126339"/>
                  </a:lnTo>
                  <a:lnTo>
                    <a:pt x="56375" y="155917"/>
                  </a:lnTo>
                  <a:lnTo>
                    <a:pt x="27317" y="185204"/>
                  </a:lnTo>
                  <a:lnTo>
                    <a:pt x="5245" y="222034"/>
                  </a:lnTo>
                  <a:lnTo>
                    <a:pt x="0" y="261378"/>
                  </a:lnTo>
                  <a:lnTo>
                    <a:pt x="9601" y="292430"/>
                  </a:lnTo>
                  <a:lnTo>
                    <a:pt x="23495" y="313474"/>
                  </a:lnTo>
                  <a:lnTo>
                    <a:pt x="31140" y="322834"/>
                  </a:lnTo>
                  <a:lnTo>
                    <a:pt x="52679" y="324053"/>
                  </a:lnTo>
                  <a:lnTo>
                    <a:pt x="105702" y="324027"/>
                  </a:lnTo>
                  <a:lnTo>
                    <a:pt x="244322" y="321513"/>
                  </a:lnTo>
                  <a:lnTo>
                    <a:pt x="299021" y="319697"/>
                  </a:lnTo>
                  <a:lnTo>
                    <a:pt x="327545" y="288302"/>
                  </a:lnTo>
                  <a:lnTo>
                    <a:pt x="331177" y="261467"/>
                  </a:lnTo>
                  <a:lnTo>
                    <a:pt x="331546" y="258762"/>
                  </a:lnTo>
                  <a:close/>
                </a:path>
                <a:path w="362584" h="805814">
                  <a:moveTo>
                    <a:pt x="362572" y="633691"/>
                  </a:moveTo>
                  <a:lnTo>
                    <a:pt x="321487" y="512191"/>
                  </a:lnTo>
                  <a:lnTo>
                    <a:pt x="315772" y="510197"/>
                  </a:lnTo>
                  <a:lnTo>
                    <a:pt x="283857" y="511619"/>
                  </a:lnTo>
                  <a:lnTo>
                    <a:pt x="198729" y="518337"/>
                  </a:lnTo>
                  <a:lnTo>
                    <a:pt x="33362" y="532231"/>
                  </a:lnTo>
                  <a:lnTo>
                    <a:pt x="26936" y="659599"/>
                  </a:lnTo>
                  <a:lnTo>
                    <a:pt x="28219" y="730491"/>
                  </a:lnTo>
                  <a:lnTo>
                    <a:pt x="40297" y="770521"/>
                  </a:lnTo>
                  <a:lnTo>
                    <a:pt x="66255" y="805281"/>
                  </a:lnTo>
                  <a:lnTo>
                    <a:pt x="77431" y="747255"/>
                  </a:lnTo>
                  <a:lnTo>
                    <a:pt x="108292" y="726935"/>
                  </a:lnTo>
                  <a:lnTo>
                    <a:pt x="183248" y="743432"/>
                  </a:lnTo>
                  <a:lnTo>
                    <a:pt x="326707" y="795883"/>
                  </a:lnTo>
                  <a:lnTo>
                    <a:pt x="339318" y="777278"/>
                  </a:lnTo>
                  <a:lnTo>
                    <a:pt x="359892" y="722630"/>
                  </a:lnTo>
                  <a:lnTo>
                    <a:pt x="362572" y="633691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4" name="object 904" descr=""/>
            <p:cNvPicPr/>
            <p:nvPr/>
          </p:nvPicPr>
          <p:blipFill>
            <a:blip r:embed="rId191" cstate="print"/>
            <a:stretch>
              <a:fillRect/>
            </a:stretch>
          </p:blipFill>
          <p:spPr>
            <a:xfrm>
              <a:off x="9932374" y="4943762"/>
              <a:ext cx="102094" cy="201446"/>
            </a:xfrm>
            <a:prstGeom prst="rect">
              <a:avLst/>
            </a:prstGeom>
          </p:spPr>
        </p:pic>
        <p:pic>
          <p:nvPicPr>
            <p:cNvPr id="905" name="object 905" descr=""/>
            <p:cNvPicPr/>
            <p:nvPr/>
          </p:nvPicPr>
          <p:blipFill>
            <a:blip r:embed="rId192" cstate="print"/>
            <a:stretch>
              <a:fillRect/>
            </a:stretch>
          </p:blipFill>
          <p:spPr>
            <a:xfrm>
              <a:off x="9852538" y="5949491"/>
              <a:ext cx="239624" cy="150731"/>
            </a:xfrm>
            <a:prstGeom prst="rect">
              <a:avLst/>
            </a:prstGeom>
          </p:spPr>
        </p:pic>
        <p:sp>
          <p:nvSpPr>
            <p:cNvPr id="906" name="object 906" descr=""/>
            <p:cNvSpPr/>
            <p:nvPr/>
          </p:nvSpPr>
          <p:spPr>
            <a:xfrm>
              <a:off x="9927678" y="4264475"/>
              <a:ext cx="142240" cy="747395"/>
            </a:xfrm>
            <a:custGeom>
              <a:avLst/>
              <a:gdLst/>
              <a:ahLst/>
              <a:cxnLst/>
              <a:rect l="l" t="t" r="r" b="b"/>
              <a:pathLst>
                <a:path w="142240" h="747395">
                  <a:moveTo>
                    <a:pt x="141630" y="204241"/>
                  </a:moveTo>
                  <a:lnTo>
                    <a:pt x="140538" y="151333"/>
                  </a:lnTo>
                  <a:lnTo>
                    <a:pt x="136093" y="101688"/>
                  </a:lnTo>
                  <a:lnTo>
                    <a:pt x="127723" y="58534"/>
                  </a:lnTo>
                  <a:lnTo>
                    <a:pt x="97015" y="4483"/>
                  </a:lnTo>
                  <a:lnTo>
                    <a:pt x="73583" y="0"/>
                  </a:lnTo>
                  <a:lnTo>
                    <a:pt x="34391" y="21437"/>
                  </a:lnTo>
                  <a:lnTo>
                    <a:pt x="12611" y="59220"/>
                  </a:lnTo>
                  <a:lnTo>
                    <a:pt x="2933" y="99669"/>
                  </a:lnTo>
                  <a:lnTo>
                    <a:pt x="0" y="129133"/>
                  </a:lnTo>
                  <a:lnTo>
                    <a:pt x="1244" y="165773"/>
                  </a:lnTo>
                  <a:lnTo>
                    <a:pt x="6134" y="230974"/>
                  </a:lnTo>
                  <a:lnTo>
                    <a:pt x="13246" y="304317"/>
                  </a:lnTo>
                  <a:lnTo>
                    <a:pt x="21170" y="365366"/>
                  </a:lnTo>
                  <a:lnTo>
                    <a:pt x="27457" y="389712"/>
                  </a:lnTo>
                  <a:lnTo>
                    <a:pt x="24244" y="399008"/>
                  </a:lnTo>
                  <a:lnTo>
                    <a:pt x="24434" y="495693"/>
                  </a:lnTo>
                  <a:lnTo>
                    <a:pt x="27025" y="569341"/>
                  </a:lnTo>
                  <a:lnTo>
                    <a:pt x="30454" y="640727"/>
                  </a:lnTo>
                  <a:lnTo>
                    <a:pt x="34163" y="695502"/>
                  </a:lnTo>
                  <a:lnTo>
                    <a:pt x="56235" y="740600"/>
                  </a:lnTo>
                  <a:lnTo>
                    <a:pt x="67830" y="747293"/>
                  </a:lnTo>
                  <a:lnTo>
                    <a:pt x="77114" y="739076"/>
                  </a:lnTo>
                  <a:lnTo>
                    <a:pt x="99974" y="640016"/>
                  </a:lnTo>
                  <a:lnTo>
                    <a:pt x="107861" y="583946"/>
                  </a:lnTo>
                  <a:lnTo>
                    <a:pt x="119392" y="478815"/>
                  </a:lnTo>
                  <a:lnTo>
                    <a:pt x="123113" y="428980"/>
                  </a:lnTo>
                  <a:lnTo>
                    <a:pt x="123367" y="384657"/>
                  </a:lnTo>
                  <a:lnTo>
                    <a:pt x="130225" y="350634"/>
                  </a:lnTo>
                  <a:lnTo>
                    <a:pt x="135915" y="307098"/>
                  </a:lnTo>
                  <a:lnTo>
                    <a:pt x="139903" y="257238"/>
                  </a:lnTo>
                  <a:lnTo>
                    <a:pt x="141630" y="204241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07" name="object 907" descr=""/>
            <p:cNvPicPr/>
            <p:nvPr/>
          </p:nvPicPr>
          <p:blipFill>
            <a:blip r:embed="rId193" cstate="print"/>
            <a:stretch>
              <a:fillRect/>
            </a:stretch>
          </p:blipFill>
          <p:spPr>
            <a:xfrm>
              <a:off x="9922477" y="4020561"/>
              <a:ext cx="153066" cy="210168"/>
            </a:xfrm>
            <a:prstGeom prst="rect">
              <a:avLst/>
            </a:prstGeom>
          </p:spPr>
        </p:pic>
        <p:sp>
          <p:nvSpPr>
            <p:cNvPr id="908" name="object 908" descr=""/>
            <p:cNvSpPr/>
            <p:nvPr/>
          </p:nvSpPr>
          <p:spPr>
            <a:xfrm>
              <a:off x="9842993" y="3854371"/>
              <a:ext cx="213995" cy="344170"/>
            </a:xfrm>
            <a:custGeom>
              <a:avLst/>
              <a:gdLst/>
              <a:ahLst/>
              <a:cxnLst/>
              <a:rect l="l" t="t" r="r" b="b"/>
              <a:pathLst>
                <a:path w="213995" h="344170">
                  <a:moveTo>
                    <a:pt x="34375" y="0"/>
                  </a:moveTo>
                  <a:lnTo>
                    <a:pt x="29716" y="13962"/>
                  </a:lnTo>
                  <a:lnTo>
                    <a:pt x="22775" y="46348"/>
                  </a:lnTo>
                  <a:lnTo>
                    <a:pt x="16472" y="90511"/>
                  </a:lnTo>
                  <a:lnTo>
                    <a:pt x="13727" y="139807"/>
                  </a:lnTo>
                  <a:lnTo>
                    <a:pt x="11379" y="158091"/>
                  </a:lnTo>
                  <a:lnTo>
                    <a:pt x="1535" y="207536"/>
                  </a:lnTo>
                  <a:lnTo>
                    <a:pt x="0" y="221951"/>
                  </a:lnTo>
                  <a:lnTo>
                    <a:pt x="2593" y="235994"/>
                  </a:lnTo>
                  <a:lnTo>
                    <a:pt x="9528" y="267101"/>
                  </a:lnTo>
                  <a:lnTo>
                    <a:pt x="6778" y="295991"/>
                  </a:lnTo>
                  <a:lnTo>
                    <a:pt x="30027" y="334563"/>
                  </a:lnTo>
                  <a:lnTo>
                    <a:pt x="43801" y="336725"/>
                  </a:lnTo>
                  <a:lnTo>
                    <a:pt x="54749" y="336432"/>
                  </a:lnTo>
                  <a:lnTo>
                    <a:pt x="59212" y="335853"/>
                  </a:lnTo>
                  <a:lnTo>
                    <a:pt x="81872" y="343702"/>
                  </a:lnTo>
                  <a:lnTo>
                    <a:pt x="130467" y="329497"/>
                  </a:lnTo>
                  <a:lnTo>
                    <a:pt x="171413" y="289923"/>
                  </a:lnTo>
                  <a:lnTo>
                    <a:pt x="194836" y="250926"/>
                  </a:lnTo>
                  <a:lnTo>
                    <a:pt x="212150" y="196433"/>
                  </a:lnTo>
                  <a:lnTo>
                    <a:pt x="213998" y="178244"/>
                  </a:lnTo>
                  <a:lnTo>
                    <a:pt x="213824" y="147512"/>
                  </a:lnTo>
                  <a:lnTo>
                    <a:pt x="209109" y="121521"/>
                  </a:lnTo>
                  <a:lnTo>
                    <a:pt x="197334" y="117556"/>
                  </a:lnTo>
                  <a:lnTo>
                    <a:pt x="182748" y="126643"/>
                  </a:lnTo>
                  <a:lnTo>
                    <a:pt x="171180" y="130359"/>
                  </a:lnTo>
                  <a:lnTo>
                    <a:pt x="163558" y="130947"/>
                  </a:lnTo>
                  <a:lnTo>
                    <a:pt x="160811" y="130645"/>
                  </a:lnTo>
                  <a:lnTo>
                    <a:pt x="134105" y="115282"/>
                  </a:lnTo>
                  <a:lnTo>
                    <a:pt x="120742" y="97880"/>
                  </a:lnTo>
                  <a:lnTo>
                    <a:pt x="113987" y="76942"/>
                  </a:lnTo>
                  <a:lnTo>
                    <a:pt x="107106" y="50972"/>
                  </a:lnTo>
                  <a:lnTo>
                    <a:pt x="90070" y="23883"/>
                  </a:lnTo>
                  <a:lnTo>
                    <a:pt x="66217" y="7965"/>
                  </a:lnTo>
                  <a:lnTo>
                    <a:pt x="44626" y="808"/>
                  </a:lnTo>
                  <a:lnTo>
                    <a:pt x="34375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9" name="object 909" descr=""/>
            <p:cNvSpPr/>
            <p:nvPr/>
          </p:nvSpPr>
          <p:spPr>
            <a:xfrm>
              <a:off x="10031354" y="3956003"/>
              <a:ext cx="52705" cy="107950"/>
            </a:xfrm>
            <a:custGeom>
              <a:avLst/>
              <a:gdLst/>
              <a:ahLst/>
              <a:cxnLst/>
              <a:rect l="l" t="t" r="r" b="b"/>
              <a:pathLst>
                <a:path w="52704" h="107950">
                  <a:moveTo>
                    <a:pt x="38038" y="0"/>
                  </a:moveTo>
                  <a:lnTo>
                    <a:pt x="27612" y="3686"/>
                  </a:lnTo>
                  <a:lnTo>
                    <a:pt x="8795" y="11993"/>
                  </a:lnTo>
                  <a:lnTo>
                    <a:pt x="10171" y="42588"/>
                  </a:lnTo>
                  <a:lnTo>
                    <a:pt x="9714" y="62782"/>
                  </a:lnTo>
                  <a:lnTo>
                    <a:pt x="6598" y="81570"/>
                  </a:lnTo>
                  <a:lnTo>
                    <a:pt x="0" y="107948"/>
                  </a:lnTo>
                  <a:lnTo>
                    <a:pt x="6173" y="107079"/>
                  </a:lnTo>
                  <a:lnTo>
                    <a:pt x="45412" y="92880"/>
                  </a:lnTo>
                  <a:lnTo>
                    <a:pt x="52325" y="46211"/>
                  </a:lnTo>
                  <a:lnTo>
                    <a:pt x="52265" y="18123"/>
                  </a:lnTo>
                  <a:lnTo>
                    <a:pt x="48668" y="3187"/>
                  </a:lnTo>
                  <a:lnTo>
                    <a:pt x="43810" y="108"/>
                  </a:lnTo>
                  <a:lnTo>
                    <a:pt x="38038" y="0"/>
                  </a:lnTo>
                  <a:close/>
                </a:path>
              </a:pathLst>
            </a:custGeom>
            <a:solidFill>
              <a:srgbClr val="EEC9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0" name="object 910" descr=""/>
            <p:cNvSpPr/>
            <p:nvPr/>
          </p:nvSpPr>
          <p:spPr>
            <a:xfrm>
              <a:off x="9828255" y="4020969"/>
              <a:ext cx="45085" cy="55880"/>
            </a:xfrm>
            <a:custGeom>
              <a:avLst/>
              <a:gdLst/>
              <a:ahLst/>
              <a:cxnLst/>
              <a:rect l="l" t="t" r="r" b="b"/>
              <a:pathLst>
                <a:path w="45084" h="55879">
                  <a:moveTo>
                    <a:pt x="29768" y="0"/>
                  </a:moveTo>
                  <a:lnTo>
                    <a:pt x="22637" y="3003"/>
                  </a:lnTo>
                  <a:lnTo>
                    <a:pt x="13211" y="11252"/>
                  </a:lnTo>
                  <a:lnTo>
                    <a:pt x="4621" y="21175"/>
                  </a:lnTo>
                  <a:lnTo>
                    <a:pt x="0" y="29203"/>
                  </a:lnTo>
                  <a:lnTo>
                    <a:pt x="928" y="36548"/>
                  </a:lnTo>
                  <a:lnTo>
                    <a:pt x="5312" y="45079"/>
                  </a:lnTo>
                  <a:lnTo>
                    <a:pt x="10723" y="52209"/>
                  </a:lnTo>
                  <a:lnTo>
                    <a:pt x="14732" y="55349"/>
                  </a:lnTo>
                  <a:lnTo>
                    <a:pt x="20720" y="53889"/>
                  </a:lnTo>
                  <a:lnTo>
                    <a:pt x="30738" y="50015"/>
                  </a:lnTo>
                  <a:lnTo>
                    <a:pt x="40334" y="45334"/>
                  </a:lnTo>
                  <a:lnTo>
                    <a:pt x="45056" y="41454"/>
                  </a:lnTo>
                  <a:lnTo>
                    <a:pt x="43637" y="33404"/>
                  </a:lnTo>
                  <a:lnTo>
                    <a:pt x="39199" y="19478"/>
                  </a:lnTo>
                  <a:lnTo>
                    <a:pt x="33866" y="6176"/>
                  </a:lnTo>
                  <a:lnTo>
                    <a:pt x="29768" y="0"/>
                  </a:lnTo>
                  <a:close/>
                </a:path>
              </a:pathLst>
            </a:custGeom>
            <a:solidFill>
              <a:srgbClr val="F3D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1" name="object 911" descr=""/>
            <p:cNvSpPr/>
            <p:nvPr/>
          </p:nvSpPr>
          <p:spPr>
            <a:xfrm>
              <a:off x="10041382" y="4037039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40" h="27939">
                  <a:moveTo>
                    <a:pt x="21360" y="0"/>
                  </a:moveTo>
                  <a:lnTo>
                    <a:pt x="6156" y="0"/>
                  </a:lnTo>
                  <a:lnTo>
                    <a:pt x="0" y="6156"/>
                  </a:lnTo>
                  <a:lnTo>
                    <a:pt x="0" y="21360"/>
                  </a:lnTo>
                  <a:lnTo>
                    <a:pt x="6156" y="27538"/>
                  </a:lnTo>
                  <a:lnTo>
                    <a:pt x="21360" y="27538"/>
                  </a:lnTo>
                  <a:lnTo>
                    <a:pt x="27538" y="21360"/>
                  </a:lnTo>
                  <a:lnTo>
                    <a:pt x="27538" y="13769"/>
                  </a:lnTo>
                  <a:lnTo>
                    <a:pt x="27538" y="6156"/>
                  </a:lnTo>
                  <a:lnTo>
                    <a:pt x="21360" y="0"/>
                  </a:lnTo>
                  <a:close/>
                </a:path>
              </a:pathLst>
            </a:custGeom>
            <a:solidFill>
              <a:srgbClr val="FFF8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2" name="object 912" descr=""/>
            <p:cNvSpPr/>
            <p:nvPr/>
          </p:nvSpPr>
          <p:spPr>
            <a:xfrm>
              <a:off x="9848052" y="3757965"/>
              <a:ext cx="376555" cy="401955"/>
            </a:xfrm>
            <a:custGeom>
              <a:avLst/>
              <a:gdLst/>
              <a:ahLst/>
              <a:cxnLst/>
              <a:rect l="l" t="t" r="r" b="b"/>
              <a:pathLst>
                <a:path w="376554" h="401954">
                  <a:moveTo>
                    <a:pt x="179747" y="0"/>
                  </a:moveTo>
                  <a:lnTo>
                    <a:pt x="144571" y="15063"/>
                  </a:lnTo>
                  <a:lnTo>
                    <a:pt x="63347" y="15462"/>
                  </a:lnTo>
                  <a:lnTo>
                    <a:pt x="21212" y="25834"/>
                  </a:lnTo>
                  <a:lnTo>
                    <a:pt x="4614" y="55393"/>
                  </a:lnTo>
                  <a:lnTo>
                    <a:pt x="0" y="113353"/>
                  </a:lnTo>
                  <a:lnTo>
                    <a:pt x="8878" y="148081"/>
                  </a:lnTo>
                  <a:lnTo>
                    <a:pt x="30688" y="170066"/>
                  </a:lnTo>
                  <a:lnTo>
                    <a:pt x="52936" y="181587"/>
                  </a:lnTo>
                  <a:lnTo>
                    <a:pt x="63128" y="184922"/>
                  </a:lnTo>
                  <a:lnTo>
                    <a:pt x="64717" y="224054"/>
                  </a:lnTo>
                  <a:lnTo>
                    <a:pt x="80097" y="248492"/>
                  </a:lnTo>
                  <a:lnTo>
                    <a:pt x="97761" y="261073"/>
                  </a:lnTo>
                  <a:lnTo>
                    <a:pt x="106206" y="264637"/>
                  </a:lnTo>
                  <a:lnTo>
                    <a:pt x="96586" y="318266"/>
                  </a:lnTo>
                  <a:lnTo>
                    <a:pt x="109269" y="352475"/>
                  </a:lnTo>
                  <a:lnTo>
                    <a:pt x="135022" y="371724"/>
                  </a:lnTo>
                  <a:lnTo>
                    <a:pt x="164614" y="380471"/>
                  </a:lnTo>
                  <a:lnTo>
                    <a:pt x="198391" y="384298"/>
                  </a:lnTo>
                  <a:lnTo>
                    <a:pt x="208072" y="395596"/>
                  </a:lnTo>
                  <a:lnTo>
                    <a:pt x="240192" y="401346"/>
                  </a:lnTo>
                  <a:lnTo>
                    <a:pt x="282359" y="397469"/>
                  </a:lnTo>
                  <a:lnTo>
                    <a:pt x="322178" y="379890"/>
                  </a:lnTo>
                  <a:lnTo>
                    <a:pt x="363904" y="331367"/>
                  </a:lnTo>
                  <a:lnTo>
                    <a:pt x="375273" y="284707"/>
                  </a:lnTo>
                  <a:lnTo>
                    <a:pt x="371176" y="249603"/>
                  </a:lnTo>
                  <a:lnTo>
                    <a:pt x="366501" y="235747"/>
                  </a:lnTo>
                  <a:lnTo>
                    <a:pt x="376417" y="165766"/>
                  </a:lnTo>
                  <a:lnTo>
                    <a:pt x="357710" y="128047"/>
                  </a:lnTo>
                  <a:lnTo>
                    <a:pt x="331211" y="112682"/>
                  </a:lnTo>
                  <a:lnTo>
                    <a:pt x="317749" y="109762"/>
                  </a:lnTo>
                  <a:lnTo>
                    <a:pt x="315687" y="73697"/>
                  </a:lnTo>
                  <a:lnTo>
                    <a:pt x="294710" y="41519"/>
                  </a:lnTo>
                  <a:lnTo>
                    <a:pt x="260963" y="16397"/>
                  </a:lnTo>
                  <a:lnTo>
                    <a:pt x="220593" y="1501"/>
                  </a:lnTo>
                  <a:lnTo>
                    <a:pt x="179747" y="0"/>
                  </a:lnTo>
                  <a:close/>
                </a:path>
              </a:pathLst>
            </a:custGeom>
            <a:solidFill>
              <a:srgbClr val="EFE9E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13" name="object 913" descr=""/>
          <p:cNvGrpSpPr/>
          <p:nvPr/>
        </p:nvGrpSpPr>
        <p:grpSpPr>
          <a:xfrm>
            <a:off x="3971649" y="8831636"/>
            <a:ext cx="553720" cy="913765"/>
            <a:chOff x="3971649" y="8831636"/>
            <a:chExt cx="553720" cy="913765"/>
          </a:xfrm>
        </p:grpSpPr>
        <p:sp>
          <p:nvSpPr>
            <p:cNvPr id="914" name="object 914" descr=""/>
            <p:cNvSpPr/>
            <p:nvPr/>
          </p:nvSpPr>
          <p:spPr>
            <a:xfrm>
              <a:off x="4122298" y="9037227"/>
              <a:ext cx="232410" cy="414020"/>
            </a:xfrm>
            <a:custGeom>
              <a:avLst/>
              <a:gdLst/>
              <a:ahLst/>
              <a:cxnLst/>
              <a:rect l="l" t="t" r="r" b="b"/>
              <a:pathLst>
                <a:path w="232410" h="414020">
                  <a:moveTo>
                    <a:pt x="148811" y="0"/>
                  </a:moveTo>
                  <a:lnTo>
                    <a:pt x="86040" y="5704"/>
                  </a:lnTo>
                  <a:lnTo>
                    <a:pt x="35067" y="15459"/>
                  </a:lnTo>
                  <a:lnTo>
                    <a:pt x="8839" y="50447"/>
                  </a:lnTo>
                  <a:lnTo>
                    <a:pt x="4545" y="110281"/>
                  </a:lnTo>
                  <a:lnTo>
                    <a:pt x="1102" y="172742"/>
                  </a:lnTo>
                  <a:lnTo>
                    <a:pt x="0" y="208893"/>
                  </a:lnTo>
                  <a:lnTo>
                    <a:pt x="3846" y="234812"/>
                  </a:lnTo>
                  <a:lnTo>
                    <a:pt x="12312" y="275548"/>
                  </a:lnTo>
                  <a:lnTo>
                    <a:pt x="22480" y="315621"/>
                  </a:lnTo>
                  <a:lnTo>
                    <a:pt x="43101" y="354435"/>
                  </a:lnTo>
                  <a:lnTo>
                    <a:pt x="78261" y="394647"/>
                  </a:lnTo>
                  <a:lnTo>
                    <a:pt x="112983" y="413534"/>
                  </a:lnTo>
                  <a:lnTo>
                    <a:pt x="120101" y="412657"/>
                  </a:lnTo>
                  <a:lnTo>
                    <a:pt x="132793" y="412160"/>
                  </a:lnTo>
                  <a:lnTo>
                    <a:pt x="154603" y="413943"/>
                  </a:lnTo>
                  <a:lnTo>
                    <a:pt x="176471" y="412693"/>
                  </a:lnTo>
                  <a:lnTo>
                    <a:pt x="189334" y="403097"/>
                  </a:lnTo>
                  <a:lnTo>
                    <a:pt x="198614" y="377110"/>
                  </a:lnTo>
                  <a:lnTo>
                    <a:pt x="212294" y="333798"/>
                  </a:lnTo>
                  <a:lnTo>
                    <a:pt x="225248" y="278223"/>
                  </a:lnTo>
                  <a:lnTo>
                    <a:pt x="232348" y="215448"/>
                  </a:lnTo>
                  <a:lnTo>
                    <a:pt x="229617" y="149419"/>
                  </a:lnTo>
                  <a:lnTo>
                    <a:pt x="220686" y="80917"/>
                  </a:lnTo>
                  <a:lnTo>
                    <a:pt x="211195" y="27177"/>
                  </a:lnTo>
                  <a:lnTo>
                    <a:pt x="206779" y="5433"/>
                  </a:lnTo>
                  <a:lnTo>
                    <a:pt x="148811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15" name="object 915" descr=""/>
            <p:cNvPicPr/>
            <p:nvPr/>
          </p:nvPicPr>
          <p:blipFill>
            <a:blip r:embed="rId194" cstate="print"/>
            <a:stretch>
              <a:fillRect/>
            </a:stretch>
          </p:blipFill>
          <p:spPr>
            <a:xfrm>
              <a:off x="4123812" y="9338675"/>
              <a:ext cx="150518" cy="177760"/>
            </a:xfrm>
            <a:prstGeom prst="rect">
              <a:avLst/>
            </a:prstGeom>
          </p:spPr>
        </p:pic>
        <p:sp>
          <p:nvSpPr>
            <p:cNvPr id="916" name="object 916" descr=""/>
            <p:cNvSpPr/>
            <p:nvPr/>
          </p:nvSpPr>
          <p:spPr>
            <a:xfrm>
              <a:off x="4274302" y="9151019"/>
              <a:ext cx="40005" cy="124460"/>
            </a:xfrm>
            <a:custGeom>
              <a:avLst/>
              <a:gdLst/>
              <a:ahLst/>
              <a:cxnLst/>
              <a:rect l="l" t="t" r="r" b="b"/>
              <a:pathLst>
                <a:path w="40004" h="124459">
                  <a:moveTo>
                    <a:pt x="10483" y="0"/>
                  </a:moveTo>
                  <a:lnTo>
                    <a:pt x="5293" y="3423"/>
                  </a:lnTo>
                  <a:lnTo>
                    <a:pt x="851" y="19707"/>
                  </a:lnTo>
                  <a:lnTo>
                    <a:pt x="0" y="50085"/>
                  </a:lnTo>
                  <a:lnTo>
                    <a:pt x="2156" y="81498"/>
                  </a:lnTo>
                  <a:lnTo>
                    <a:pt x="21516" y="117067"/>
                  </a:lnTo>
                  <a:lnTo>
                    <a:pt x="30695" y="124226"/>
                  </a:lnTo>
                  <a:lnTo>
                    <a:pt x="37603" y="80495"/>
                  </a:lnTo>
                  <a:lnTo>
                    <a:pt x="39625" y="54935"/>
                  </a:lnTo>
                  <a:lnTo>
                    <a:pt x="36510" y="37659"/>
                  </a:lnTo>
                  <a:lnTo>
                    <a:pt x="28004" y="18784"/>
                  </a:lnTo>
                  <a:lnTo>
                    <a:pt x="19709" y="6240"/>
                  </a:lnTo>
                  <a:lnTo>
                    <a:pt x="14579" y="458"/>
                  </a:lnTo>
                  <a:lnTo>
                    <a:pt x="10483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7" name="object 917" descr=""/>
            <p:cNvSpPr/>
            <p:nvPr/>
          </p:nvSpPr>
          <p:spPr>
            <a:xfrm>
              <a:off x="3971649" y="8831636"/>
              <a:ext cx="553720" cy="913765"/>
            </a:xfrm>
            <a:custGeom>
              <a:avLst/>
              <a:gdLst/>
              <a:ahLst/>
              <a:cxnLst/>
              <a:rect l="l" t="t" r="r" b="b"/>
              <a:pathLst>
                <a:path w="553720" h="913765">
                  <a:moveTo>
                    <a:pt x="248629" y="0"/>
                  </a:moveTo>
                  <a:lnTo>
                    <a:pt x="196887" y="7444"/>
                  </a:lnTo>
                  <a:lnTo>
                    <a:pt x="141229" y="27757"/>
                  </a:lnTo>
                  <a:lnTo>
                    <a:pt x="92031" y="61231"/>
                  </a:lnTo>
                  <a:lnTo>
                    <a:pt x="64327" y="96420"/>
                  </a:lnTo>
                  <a:lnTo>
                    <a:pt x="40695" y="141372"/>
                  </a:lnTo>
                  <a:lnTo>
                    <a:pt x="22030" y="188567"/>
                  </a:lnTo>
                  <a:lnTo>
                    <a:pt x="9227" y="230482"/>
                  </a:lnTo>
                  <a:lnTo>
                    <a:pt x="2057" y="273171"/>
                  </a:lnTo>
                  <a:lnTo>
                    <a:pt x="0" y="322731"/>
                  </a:lnTo>
                  <a:lnTo>
                    <a:pt x="3514" y="371701"/>
                  </a:lnTo>
                  <a:lnTo>
                    <a:pt x="13059" y="412623"/>
                  </a:lnTo>
                  <a:lnTo>
                    <a:pt x="28225" y="449972"/>
                  </a:lnTo>
                  <a:lnTo>
                    <a:pt x="51750" y="499230"/>
                  </a:lnTo>
                  <a:lnTo>
                    <a:pt x="81190" y="548788"/>
                  </a:lnTo>
                  <a:lnTo>
                    <a:pt x="114102" y="587037"/>
                  </a:lnTo>
                  <a:lnTo>
                    <a:pt x="188186" y="611529"/>
                  </a:lnTo>
                  <a:lnTo>
                    <a:pt x="238535" y="634603"/>
                  </a:lnTo>
                  <a:lnTo>
                    <a:pt x="285808" y="664969"/>
                  </a:lnTo>
                  <a:lnTo>
                    <a:pt x="316725" y="696007"/>
                  </a:lnTo>
                  <a:lnTo>
                    <a:pt x="327768" y="728152"/>
                  </a:lnTo>
                  <a:lnTo>
                    <a:pt x="318676" y="747678"/>
                  </a:lnTo>
                  <a:lnTo>
                    <a:pt x="303926" y="763141"/>
                  </a:lnTo>
                  <a:lnTo>
                    <a:pt x="297994" y="783098"/>
                  </a:lnTo>
                  <a:lnTo>
                    <a:pt x="315354" y="816108"/>
                  </a:lnTo>
                  <a:lnTo>
                    <a:pt x="348301" y="865385"/>
                  </a:lnTo>
                  <a:lnTo>
                    <a:pt x="357987" y="895112"/>
                  </a:lnTo>
                  <a:lnTo>
                    <a:pt x="355598" y="909709"/>
                  </a:lnTo>
                  <a:lnTo>
                    <a:pt x="352316" y="913592"/>
                  </a:lnTo>
                  <a:lnTo>
                    <a:pt x="438011" y="904720"/>
                  </a:lnTo>
                  <a:lnTo>
                    <a:pt x="479440" y="890284"/>
                  </a:lnTo>
                  <a:lnTo>
                    <a:pt x="488181" y="859953"/>
                  </a:lnTo>
                  <a:lnTo>
                    <a:pt x="475810" y="803397"/>
                  </a:lnTo>
                  <a:lnTo>
                    <a:pt x="480479" y="789055"/>
                  </a:lnTo>
                  <a:lnTo>
                    <a:pt x="498779" y="779653"/>
                  </a:lnTo>
                  <a:lnTo>
                    <a:pt x="522476" y="769430"/>
                  </a:lnTo>
                  <a:lnTo>
                    <a:pt x="543337" y="752626"/>
                  </a:lnTo>
                  <a:lnTo>
                    <a:pt x="553129" y="723479"/>
                  </a:lnTo>
                  <a:lnTo>
                    <a:pt x="543619" y="676228"/>
                  </a:lnTo>
                  <a:lnTo>
                    <a:pt x="537447" y="646429"/>
                  </a:lnTo>
                  <a:lnTo>
                    <a:pt x="541390" y="622740"/>
                  </a:lnTo>
                  <a:lnTo>
                    <a:pt x="548948" y="596832"/>
                  </a:lnTo>
                  <a:lnTo>
                    <a:pt x="553619" y="560378"/>
                  </a:lnTo>
                  <a:lnTo>
                    <a:pt x="552124" y="523868"/>
                  </a:lnTo>
                  <a:lnTo>
                    <a:pt x="546187" y="497174"/>
                  </a:lnTo>
                  <a:lnTo>
                    <a:pt x="536806" y="471012"/>
                  </a:lnTo>
                  <a:lnTo>
                    <a:pt x="524981" y="436099"/>
                  </a:lnTo>
                  <a:lnTo>
                    <a:pt x="522028" y="415753"/>
                  </a:lnTo>
                  <a:lnTo>
                    <a:pt x="521406" y="386700"/>
                  </a:lnTo>
                  <a:lnTo>
                    <a:pt x="521598" y="350678"/>
                  </a:lnTo>
                  <a:lnTo>
                    <a:pt x="521090" y="309425"/>
                  </a:lnTo>
                  <a:lnTo>
                    <a:pt x="518365" y="264680"/>
                  </a:lnTo>
                  <a:lnTo>
                    <a:pt x="511907" y="218182"/>
                  </a:lnTo>
                  <a:lnTo>
                    <a:pt x="500201" y="171669"/>
                  </a:lnTo>
                  <a:lnTo>
                    <a:pt x="481731" y="126879"/>
                  </a:lnTo>
                  <a:lnTo>
                    <a:pt x="454980" y="85552"/>
                  </a:lnTo>
                  <a:lnTo>
                    <a:pt x="418435" y="49425"/>
                  </a:lnTo>
                  <a:lnTo>
                    <a:pt x="370577" y="20237"/>
                  </a:lnTo>
                  <a:lnTo>
                    <a:pt x="322905" y="4747"/>
                  </a:lnTo>
                  <a:lnTo>
                    <a:pt x="303225" y="3237"/>
                  </a:lnTo>
                  <a:lnTo>
                    <a:pt x="286077" y="5128"/>
                  </a:lnTo>
                  <a:lnTo>
                    <a:pt x="248629" y="0"/>
                  </a:lnTo>
                  <a:close/>
                </a:path>
              </a:pathLst>
            </a:custGeom>
            <a:solidFill>
              <a:srgbClr val="DDA37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18" name="object 918" descr=""/>
          <p:cNvPicPr/>
          <p:nvPr/>
        </p:nvPicPr>
        <p:blipFill>
          <a:blip r:embed="rId195" cstate="print"/>
          <a:stretch>
            <a:fillRect/>
          </a:stretch>
        </p:blipFill>
        <p:spPr>
          <a:xfrm>
            <a:off x="1085758" y="7469271"/>
            <a:ext cx="156068" cy="165740"/>
          </a:xfrm>
          <a:prstGeom prst="rect">
            <a:avLst/>
          </a:prstGeom>
        </p:spPr>
      </p:pic>
      <p:sp>
        <p:nvSpPr>
          <p:cNvPr id="919" name="object 919" descr=""/>
          <p:cNvSpPr/>
          <p:nvPr/>
        </p:nvSpPr>
        <p:spPr>
          <a:xfrm>
            <a:off x="1271658" y="7278146"/>
            <a:ext cx="59690" cy="123189"/>
          </a:xfrm>
          <a:custGeom>
            <a:avLst/>
            <a:gdLst/>
            <a:ahLst/>
            <a:cxnLst/>
            <a:rect l="l" t="t" r="r" b="b"/>
            <a:pathLst>
              <a:path w="59690" h="123190">
                <a:moveTo>
                  <a:pt x="43315" y="0"/>
                </a:moveTo>
                <a:lnTo>
                  <a:pt x="31440" y="4199"/>
                </a:lnTo>
                <a:lnTo>
                  <a:pt x="10010" y="13661"/>
                </a:lnTo>
                <a:lnTo>
                  <a:pt x="11585" y="48505"/>
                </a:lnTo>
                <a:lnTo>
                  <a:pt x="11067" y="71501"/>
                </a:lnTo>
                <a:lnTo>
                  <a:pt x="7518" y="92893"/>
                </a:lnTo>
                <a:lnTo>
                  <a:pt x="0" y="122925"/>
                </a:lnTo>
                <a:lnTo>
                  <a:pt x="7032" y="121937"/>
                </a:lnTo>
                <a:lnTo>
                  <a:pt x="51715" y="105774"/>
                </a:lnTo>
                <a:lnTo>
                  <a:pt x="59593" y="52633"/>
                </a:lnTo>
                <a:lnTo>
                  <a:pt x="59524" y="20646"/>
                </a:lnTo>
                <a:lnTo>
                  <a:pt x="55432" y="3630"/>
                </a:lnTo>
                <a:lnTo>
                  <a:pt x="49893" y="124"/>
                </a:lnTo>
                <a:lnTo>
                  <a:pt x="43315" y="0"/>
                </a:lnTo>
                <a:close/>
              </a:path>
            </a:pathLst>
          </a:custGeom>
          <a:solidFill>
            <a:srgbClr val="F4D1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20" name="object 920" descr=""/>
          <p:cNvGrpSpPr/>
          <p:nvPr/>
        </p:nvGrpSpPr>
        <p:grpSpPr>
          <a:xfrm>
            <a:off x="873398" y="7009507"/>
            <a:ext cx="459740" cy="549910"/>
            <a:chOff x="873398" y="7009507"/>
            <a:chExt cx="459740" cy="549910"/>
          </a:xfrm>
        </p:grpSpPr>
        <p:sp>
          <p:nvSpPr>
            <p:cNvPr id="921" name="object 921" descr=""/>
            <p:cNvSpPr/>
            <p:nvPr/>
          </p:nvSpPr>
          <p:spPr>
            <a:xfrm>
              <a:off x="975852" y="7278146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90" h="123190">
                  <a:moveTo>
                    <a:pt x="16278" y="0"/>
                  </a:moveTo>
                  <a:lnTo>
                    <a:pt x="9700" y="124"/>
                  </a:lnTo>
                  <a:lnTo>
                    <a:pt x="4160" y="3630"/>
                  </a:lnTo>
                  <a:lnTo>
                    <a:pt x="69" y="20646"/>
                  </a:lnTo>
                  <a:lnTo>
                    <a:pt x="0" y="52633"/>
                  </a:lnTo>
                  <a:lnTo>
                    <a:pt x="2940" y="85654"/>
                  </a:lnTo>
                  <a:lnTo>
                    <a:pt x="36531" y="118861"/>
                  </a:lnTo>
                  <a:lnTo>
                    <a:pt x="59593" y="122925"/>
                  </a:lnTo>
                  <a:lnTo>
                    <a:pt x="52074" y="92893"/>
                  </a:lnTo>
                  <a:lnTo>
                    <a:pt x="48526" y="71501"/>
                  </a:lnTo>
                  <a:lnTo>
                    <a:pt x="48008" y="48505"/>
                  </a:lnTo>
                  <a:lnTo>
                    <a:pt x="49583" y="13661"/>
                  </a:lnTo>
                  <a:lnTo>
                    <a:pt x="28153" y="4199"/>
                  </a:lnTo>
                  <a:lnTo>
                    <a:pt x="16278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2" name="object 922" descr=""/>
            <p:cNvSpPr/>
            <p:nvPr/>
          </p:nvSpPr>
          <p:spPr>
            <a:xfrm>
              <a:off x="1003653" y="7110317"/>
              <a:ext cx="299085" cy="421005"/>
            </a:xfrm>
            <a:custGeom>
              <a:avLst/>
              <a:gdLst/>
              <a:ahLst/>
              <a:cxnLst/>
              <a:rect l="l" t="t" r="r" b="b"/>
              <a:pathLst>
                <a:path w="299084" h="421004">
                  <a:moveTo>
                    <a:pt x="132691" y="0"/>
                  </a:moveTo>
                  <a:lnTo>
                    <a:pt x="75005" y="6918"/>
                  </a:lnTo>
                  <a:lnTo>
                    <a:pt x="10533" y="30457"/>
                  </a:lnTo>
                  <a:lnTo>
                    <a:pt x="3150" y="110890"/>
                  </a:lnTo>
                  <a:lnTo>
                    <a:pt x="637" y="168823"/>
                  </a:lnTo>
                  <a:lnTo>
                    <a:pt x="0" y="203111"/>
                  </a:lnTo>
                  <a:lnTo>
                    <a:pt x="3114" y="227668"/>
                  </a:lnTo>
                  <a:lnTo>
                    <a:pt x="18542" y="301876"/>
                  </a:lnTo>
                  <a:lnTo>
                    <a:pt x="45571" y="344053"/>
                  </a:lnTo>
                  <a:lnTo>
                    <a:pt x="78796" y="375340"/>
                  </a:lnTo>
                  <a:lnTo>
                    <a:pt x="111427" y="404734"/>
                  </a:lnTo>
                  <a:lnTo>
                    <a:pt x="152335" y="420593"/>
                  </a:lnTo>
                  <a:lnTo>
                    <a:pt x="167624" y="419782"/>
                  </a:lnTo>
                  <a:lnTo>
                    <a:pt x="228744" y="371473"/>
                  </a:lnTo>
                  <a:lnTo>
                    <a:pt x="262049" y="337781"/>
                  </a:lnTo>
                  <a:lnTo>
                    <a:pt x="284284" y="292579"/>
                  </a:lnTo>
                  <a:lnTo>
                    <a:pt x="290612" y="253932"/>
                  </a:lnTo>
                  <a:lnTo>
                    <a:pt x="296264" y="211169"/>
                  </a:lnTo>
                  <a:lnTo>
                    <a:pt x="298483" y="178180"/>
                  </a:lnTo>
                  <a:lnTo>
                    <a:pt x="295779" y="138675"/>
                  </a:lnTo>
                  <a:lnTo>
                    <a:pt x="290536" y="90782"/>
                  </a:lnTo>
                  <a:lnTo>
                    <a:pt x="283132" y="33399"/>
                  </a:lnTo>
                  <a:lnTo>
                    <a:pt x="274892" y="34921"/>
                  </a:lnTo>
                  <a:lnTo>
                    <a:pt x="223570" y="15302"/>
                  </a:lnTo>
                  <a:lnTo>
                    <a:pt x="182558" y="4521"/>
                  </a:lnTo>
                  <a:lnTo>
                    <a:pt x="132691" y="0"/>
                  </a:lnTo>
                  <a:close/>
                </a:path>
              </a:pathLst>
            </a:custGeom>
            <a:solidFill>
              <a:srgbClr val="F5D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3" name="object 923" descr=""/>
            <p:cNvSpPr/>
            <p:nvPr/>
          </p:nvSpPr>
          <p:spPr>
            <a:xfrm>
              <a:off x="1120781" y="7027326"/>
              <a:ext cx="212090" cy="275590"/>
            </a:xfrm>
            <a:custGeom>
              <a:avLst/>
              <a:gdLst/>
              <a:ahLst/>
              <a:cxnLst/>
              <a:rect l="l" t="t" r="r" b="b"/>
              <a:pathLst>
                <a:path w="212090" h="275590">
                  <a:moveTo>
                    <a:pt x="81500" y="0"/>
                  </a:moveTo>
                  <a:lnTo>
                    <a:pt x="31339" y="3927"/>
                  </a:lnTo>
                  <a:lnTo>
                    <a:pt x="0" y="26032"/>
                  </a:lnTo>
                  <a:lnTo>
                    <a:pt x="15502" y="53716"/>
                  </a:lnTo>
                  <a:lnTo>
                    <a:pt x="47245" y="77370"/>
                  </a:lnTo>
                  <a:lnTo>
                    <a:pt x="64626" y="87390"/>
                  </a:lnTo>
                  <a:lnTo>
                    <a:pt x="92297" y="124539"/>
                  </a:lnTo>
                  <a:lnTo>
                    <a:pt x="109377" y="145260"/>
                  </a:lnTo>
                  <a:lnTo>
                    <a:pt x="122937" y="157055"/>
                  </a:lnTo>
                  <a:lnTo>
                    <a:pt x="140048" y="167429"/>
                  </a:lnTo>
                  <a:lnTo>
                    <a:pt x="158376" y="191102"/>
                  </a:lnTo>
                  <a:lnTo>
                    <a:pt x="171082" y="227369"/>
                  </a:lnTo>
                  <a:lnTo>
                    <a:pt x="178478" y="260594"/>
                  </a:lnTo>
                  <a:lnTo>
                    <a:pt x="180874" y="275143"/>
                  </a:lnTo>
                  <a:lnTo>
                    <a:pt x="198643" y="209292"/>
                  </a:lnTo>
                  <a:lnTo>
                    <a:pt x="204671" y="185799"/>
                  </a:lnTo>
                  <a:lnTo>
                    <a:pt x="210242" y="155735"/>
                  </a:lnTo>
                  <a:lnTo>
                    <a:pt x="211969" y="121973"/>
                  </a:lnTo>
                  <a:lnTo>
                    <a:pt x="206465" y="87390"/>
                  </a:lnTo>
                  <a:lnTo>
                    <a:pt x="191316" y="59221"/>
                  </a:lnTo>
                  <a:lnTo>
                    <a:pt x="163858" y="32218"/>
                  </a:lnTo>
                  <a:lnTo>
                    <a:pt x="126463" y="10954"/>
                  </a:lnTo>
                  <a:lnTo>
                    <a:pt x="81500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4" name="object 924" descr=""/>
            <p:cNvSpPr/>
            <p:nvPr/>
          </p:nvSpPr>
          <p:spPr>
            <a:xfrm>
              <a:off x="873398" y="7009507"/>
              <a:ext cx="367030" cy="549910"/>
            </a:xfrm>
            <a:custGeom>
              <a:avLst/>
              <a:gdLst/>
              <a:ahLst/>
              <a:cxnLst/>
              <a:rect l="l" t="t" r="r" b="b"/>
              <a:pathLst>
                <a:path w="367030" h="549909">
                  <a:moveTo>
                    <a:pt x="247018" y="0"/>
                  </a:moveTo>
                  <a:lnTo>
                    <a:pt x="200976" y="4945"/>
                  </a:lnTo>
                  <a:lnTo>
                    <a:pt x="153586" y="21274"/>
                  </a:lnTo>
                  <a:lnTo>
                    <a:pt x="107395" y="48995"/>
                  </a:lnTo>
                  <a:lnTo>
                    <a:pt x="65250" y="90920"/>
                  </a:lnTo>
                  <a:lnTo>
                    <a:pt x="46103" y="129131"/>
                  </a:lnTo>
                  <a:lnTo>
                    <a:pt x="37272" y="161927"/>
                  </a:lnTo>
                  <a:lnTo>
                    <a:pt x="26078" y="187609"/>
                  </a:lnTo>
                  <a:lnTo>
                    <a:pt x="11205" y="210308"/>
                  </a:lnTo>
                  <a:lnTo>
                    <a:pt x="1604" y="234976"/>
                  </a:lnTo>
                  <a:lnTo>
                    <a:pt x="0" y="261141"/>
                  </a:lnTo>
                  <a:lnTo>
                    <a:pt x="9116" y="288328"/>
                  </a:lnTo>
                  <a:lnTo>
                    <a:pt x="22678" y="310177"/>
                  </a:lnTo>
                  <a:lnTo>
                    <a:pt x="33712" y="328886"/>
                  </a:lnTo>
                  <a:lnTo>
                    <a:pt x="37787" y="345935"/>
                  </a:lnTo>
                  <a:lnTo>
                    <a:pt x="30476" y="362807"/>
                  </a:lnTo>
                  <a:lnTo>
                    <a:pt x="18841" y="393418"/>
                  </a:lnTo>
                  <a:lnTo>
                    <a:pt x="24937" y="429123"/>
                  </a:lnTo>
                  <a:lnTo>
                    <a:pt x="45522" y="462990"/>
                  </a:lnTo>
                  <a:lnTo>
                    <a:pt x="77354" y="488081"/>
                  </a:lnTo>
                  <a:lnTo>
                    <a:pt x="100589" y="500292"/>
                  </a:lnTo>
                  <a:lnTo>
                    <a:pt x="114889" y="510772"/>
                  </a:lnTo>
                  <a:lnTo>
                    <a:pt x="126150" y="525287"/>
                  </a:lnTo>
                  <a:lnTo>
                    <a:pt x="140274" y="549608"/>
                  </a:lnTo>
                  <a:lnTo>
                    <a:pt x="152363" y="522367"/>
                  </a:lnTo>
                  <a:lnTo>
                    <a:pt x="165701" y="497280"/>
                  </a:lnTo>
                  <a:lnTo>
                    <a:pt x="172284" y="472177"/>
                  </a:lnTo>
                  <a:lnTo>
                    <a:pt x="164106" y="444889"/>
                  </a:lnTo>
                  <a:lnTo>
                    <a:pt x="152811" y="424728"/>
                  </a:lnTo>
                  <a:lnTo>
                    <a:pt x="150149" y="409049"/>
                  </a:lnTo>
                  <a:lnTo>
                    <a:pt x="157133" y="391883"/>
                  </a:lnTo>
                  <a:lnTo>
                    <a:pt x="174775" y="367258"/>
                  </a:lnTo>
                  <a:lnTo>
                    <a:pt x="190305" y="337597"/>
                  </a:lnTo>
                  <a:lnTo>
                    <a:pt x="195056" y="309271"/>
                  </a:lnTo>
                  <a:lnTo>
                    <a:pt x="196225" y="282250"/>
                  </a:lnTo>
                  <a:lnTo>
                    <a:pt x="201005" y="256507"/>
                  </a:lnTo>
                  <a:lnTo>
                    <a:pt x="214544" y="231553"/>
                  </a:lnTo>
                  <a:lnTo>
                    <a:pt x="231517" y="219219"/>
                  </a:lnTo>
                  <a:lnTo>
                    <a:pt x="254058" y="208076"/>
                  </a:lnTo>
                  <a:lnTo>
                    <a:pt x="284301" y="186698"/>
                  </a:lnTo>
                  <a:lnTo>
                    <a:pt x="321708" y="157264"/>
                  </a:lnTo>
                  <a:lnTo>
                    <a:pt x="349137" y="136867"/>
                  </a:lnTo>
                  <a:lnTo>
                    <a:pt x="364754" y="118190"/>
                  </a:lnTo>
                  <a:lnTo>
                    <a:pt x="366728" y="93915"/>
                  </a:lnTo>
                  <a:lnTo>
                    <a:pt x="351567" y="53396"/>
                  </a:lnTo>
                  <a:lnTo>
                    <a:pt x="324862" y="24232"/>
                  </a:lnTo>
                  <a:lnTo>
                    <a:pt x="289163" y="6431"/>
                  </a:lnTo>
                  <a:lnTo>
                    <a:pt x="247018" y="0"/>
                  </a:lnTo>
                  <a:close/>
                </a:path>
              </a:pathLst>
            </a:custGeom>
            <a:solidFill>
              <a:srgbClr val="2E835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5" name="object 925" descr=""/>
          <p:cNvSpPr/>
          <p:nvPr/>
        </p:nvSpPr>
        <p:spPr>
          <a:xfrm>
            <a:off x="2527822" y="7292559"/>
            <a:ext cx="57785" cy="118745"/>
          </a:xfrm>
          <a:custGeom>
            <a:avLst/>
            <a:gdLst/>
            <a:ahLst/>
            <a:cxnLst/>
            <a:rect l="l" t="t" r="r" b="b"/>
            <a:pathLst>
              <a:path w="57785" h="118745">
                <a:moveTo>
                  <a:pt x="15697" y="0"/>
                </a:moveTo>
                <a:lnTo>
                  <a:pt x="9352" y="117"/>
                </a:lnTo>
                <a:lnTo>
                  <a:pt x="4009" y="3494"/>
                </a:lnTo>
                <a:lnTo>
                  <a:pt x="67" y="19905"/>
                </a:lnTo>
                <a:lnTo>
                  <a:pt x="0" y="50754"/>
                </a:lnTo>
                <a:lnTo>
                  <a:pt x="2832" y="82601"/>
                </a:lnTo>
                <a:lnTo>
                  <a:pt x="35229" y="114627"/>
                </a:lnTo>
                <a:lnTo>
                  <a:pt x="57473" y="118548"/>
                </a:lnTo>
                <a:lnTo>
                  <a:pt x="50219" y="89584"/>
                </a:lnTo>
                <a:lnTo>
                  <a:pt x="46795" y="68953"/>
                </a:lnTo>
                <a:lnTo>
                  <a:pt x="46297" y="46774"/>
                </a:lnTo>
                <a:lnTo>
                  <a:pt x="47819" y="13169"/>
                </a:lnTo>
                <a:lnTo>
                  <a:pt x="27150" y="4048"/>
                </a:lnTo>
                <a:lnTo>
                  <a:pt x="15697" y="0"/>
                </a:lnTo>
                <a:close/>
              </a:path>
            </a:pathLst>
          </a:custGeom>
          <a:solidFill>
            <a:srgbClr val="F4D1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26" name="object 926" descr=""/>
          <p:cNvGrpSpPr/>
          <p:nvPr/>
        </p:nvGrpSpPr>
        <p:grpSpPr>
          <a:xfrm>
            <a:off x="2399329" y="7010421"/>
            <a:ext cx="468630" cy="609600"/>
            <a:chOff x="2399329" y="7010421"/>
            <a:chExt cx="468630" cy="609600"/>
          </a:xfrm>
        </p:grpSpPr>
        <p:pic>
          <p:nvPicPr>
            <p:cNvPr id="927" name="object 927" descr=""/>
            <p:cNvPicPr/>
            <p:nvPr/>
          </p:nvPicPr>
          <p:blipFill>
            <a:blip r:embed="rId196" cstate="print"/>
            <a:stretch>
              <a:fillRect/>
            </a:stretch>
          </p:blipFill>
          <p:spPr>
            <a:xfrm>
              <a:off x="2618799" y="7459940"/>
              <a:ext cx="150518" cy="159845"/>
            </a:xfrm>
            <a:prstGeom prst="rect">
              <a:avLst/>
            </a:prstGeom>
          </p:spPr>
        </p:pic>
        <p:sp>
          <p:nvSpPr>
            <p:cNvPr id="928" name="object 928" descr=""/>
            <p:cNvSpPr/>
            <p:nvPr/>
          </p:nvSpPr>
          <p:spPr>
            <a:xfrm>
              <a:off x="2535271" y="7124246"/>
              <a:ext cx="296545" cy="403860"/>
            </a:xfrm>
            <a:custGeom>
              <a:avLst/>
              <a:gdLst/>
              <a:ahLst/>
              <a:cxnLst/>
              <a:rect l="l" t="t" r="r" b="b"/>
              <a:pathLst>
                <a:path w="296544" h="403859">
                  <a:moveTo>
                    <a:pt x="169253" y="0"/>
                  </a:moveTo>
                  <a:lnTo>
                    <a:pt x="98614" y="156"/>
                  </a:lnTo>
                  <a:lnTo>
                    <a:pt x="38899" y="924"/>
                  </a:lnTo>
                  <a:lnTo>
                    <a:pt x="8843" y="30892"/>
                  </a:lnTo>
                  <a:lnTo>
                    <a:pt x="4546" y="90726"/>
                  </a:lnTo>
                  <a:lnTo>
                    <a:pt x="1102" y="153187"/>
                  </a:lnTo>
                  <a:lnTo>
                    <a:pt x="0" y="189338"/>
                  </a:lnTo>
                  <a:lnTo>
                    <a:pt x="3851" y="215257"/>
                  </a:lnTo>
                  <a:lnTo>
                    <a:pt x="12317" y="255993"/>
                  </a:lnTo>
                  <a:lnTo>
                    <a:pt x="22486" y="296066"/>
                  </a:lnTo>
                  <a:lnTo>
                    <a:pt x="48081" y="337619"/>
                  </a:lnTo>
                  <a:lnTo>
                    <a:pt x="76892" y="364680"/>
                  </a:lnTo>
                  <a:lnTo>
                    <a:pt x="120017" y="401929"/>
                  </a:lnTo>
                  <a:lnTo>
                    <a:pt x="142740" y="403439"/>
                  </a:lnTo>
                  <a:lnTo>
                    <a:pt x="157189" y="402406"/>
                  </a:lnTo>
                  <a:lnTo>
                    <a:pt x="222481" y="357129"/>
                  </a:lnTo>
                  <a:lnTo>
                    <a:pt x="258986" y="325603"/>
                  </a:lnTo>
                  <a:lnTo>
                    <a:pt x="283582" y="280860"/>
                  </a:lnTo>
                  <a:lnTo>
                    <a:pt x="291241" y="240740"/>
                  </a:lnTo>
                  <a:lnTo>
                    <a:pt x="296133" y="197015"/>
                  </a:lnTo>
                  <a:lnTo>
                    <a:pt x="293048" y="164868"/>
                  </a:lnTo>
                  <a:lnTo>
                    <a:pt x="281953" y="127167"/>
                  </a:lnTo>
                  <a:lnTo>
                    <a:pt x="268987" y="71913"/>
                  </a:lnTo>
                  <a:lnTo>
                    <a:pt x="258223" y="21983"/>
                  </a:lnTo>
                  <a:lnTo>
                    <a:pt x="253730" y="255"/>
                  </a:lnTo>
                  <a:lnTo>
                    <a:pt x="169253" y="0"/>
                  </a:lnTo>
                  <a:close/>
                </a:path>
              </a:pathLst>
            </a:custGeom>
            <a:solidFill>
              <a:srgbClr val="F5D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9" name="object 929" descr=""/>
            <p:cNvSpPr/>
            <p:nvPr/>
          </p:nvSpPr>
          <p:spPr>
            <a:xfrm>
              <a:off x="2810466" y="7292559"/>
              <a:ext cx="57785" cy="118745"/>
            </a:xfrm>
            <a:custGeom>
              <a:avLst/>
              <a:gdLst/>
              <a:ahLst/>
              <a:cxnLst/>
              <a:rect l="l" t="t" r="r" b="b"/>
              <a:pathLst>
                <a:path w="57785" h="118745">
                  <a:moveTo>
                    <a:pt x="41776" y="0"/>
                  </a:moveTo>
                  <a:lnTo>
                    <a:pt x="30323" y="4048"/>
                  </a:lnTo>
                  <a:lnTo>
                    <a:pt x="9654" y="13169"/>
                  </a:lnTo>
                  <a:lnTo>
                    <a:pt x="11176" y="46774"/>
                  </a:lnTo>
                  <a:lnTo>
                    <a:pt x="10677" y="68953"/>
                  </a:lnTo>
                  <a:lnTo>
                    <a:pt x="7254" y="89584"/>
                  </a:lnTo>
                  <a:lnTo>
                    <a:pt x="0" y="118548"/>
                  </a:lnTo>
                  <a:lnTo>
                    <a:pt x="6782" y="117595"/>
                  </a:lnTo>
                  <a:lnTo>
                    <a:pt x="49883" y="102004"/>
                  </a:lnTo>
                  <a:lnTo>
                    <a:pt x="57473" y="50754"/>
                  </a:lnTo>
                  <a:lnTo>
                    <a:pt x="57406" y="19905"/>
                  </a:lnTo>
                  <a:lnTo>
                    <a:pt x="53464" y="3494"/>
                  </a:lnTo>
                  <a:lnTo>
                    <a:pt x="48120" y="117"/>
                  </a:lnTo>
                  <a:lnTo>
                    <a:pt x="41776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0" name="object 930" descr=""/>
            <p:cNvSpPr/>
            <p:nvPr/>
          </p:nvSpPr>
          <p:spPr>
            <a:xfrm>
              <a:off x="2646713" y="7028240"/>
              <a:ext cx="212090" cy="275590"/>
            </a:xfrm>
            <a:custGeom>
              <a:avLst/>
              <a:gdLst/>
              <a:ahLst/>
              <a:cxnLst/>
              <a:rect l="l" t="t" r="r" b="b"/>
              <a:pathLst>
                <a:path w="212089" h="275590">
                  <a:moveTo>
                    <a:pt x="81500" y="0"/>
                  </a:moveTo>
                  <a:lnTo>
                    <a:pt x="31339" y="3927"/>
                  </a:lnTo>
                  <a:lnTo>
                    <a:pt x="0" y="26032"/>
                  </a:lnTo>
                  <a:lnTo>
                    <a:pt x="15502" y="53716"/>
                  </a:lnTo>
                  <a:lnTo>
                    <a:pt x="47245" y="77370"/>
                  </a:lnTo>
                  <a:lnTo>
                    <a:pt x="64626" y="87390"/>
                  </a:lnTo>
                  <a:lnTo>
                    <a:pt x="92297" y="124539"/>
                  </a:lnTo>
                  <a:lnTo>
                    <a:pt x="109377" y="145260"/>
                  </a:lnTo>
                  <a:lnTo>
                    <a:pt x="122937" y="157055"/>
                  </a:lnTo>
                  <a:lnTo>
                    <a:pt x="140048" y="167429"/>
                  </a:lnTo>
                  <a:lnTo>
                    <a:pt x="158376" y="191102"/>
                  </a:lnTo>
                  <a:lnTo>
                    <a:pt x="171082" y="227369"/>
                  </a:lnTo>
                  <a:lnTo>
                    <a:pt x="178478" y="260594"/>
                  </a:lnTo>
                  <a:lnTo>
                    <a:pt x="180874" y="275143"/>
                  </a:lnTo>
                  <a:lnTo>
                    <a:pt x="198643" y="209292"/>
                  </a:lnTo>
                  <a:lnTo>
                    <a:pt x="204671" y="185799"/>
                  </a:lnTo>
                  <a:lnTo>
                    <a:pt x="210242" y="155735"/>
                  </a:lnTo>
                  <a:lnTo>
                    <a:pt x="211969" y="121973"/>
                  </a:lnTo>
                  <a:lnTo>
                    <a:pt x="206465" y="87390"/>
                  </a:lnTo>
                  <a:lnTo>
                    <a:pt x="191316" y="59221"/>
                  </a:lnTo>
                  <a:lnTo>
                    <a:pt x="163858" y="32218"/>
                  </a:lnTo>
                  <a:lnTo>
                    <a:pt x="126463" y="10954"/>
                  </a:lnTo>
                  <a:lnTo>
                    <a:pt x="81500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1" name="object 931" descr=""/>
            <p:cNvSpPr/>
            <p:nvPr/>
          </p:nvSpPr>
          <p:spPr>
            <a:xfrm>
              <a:off x="2399329" y="7010421"/>
              <a:ext cx="367030" cy="549910"/>
            </a:xfrm>
            <a:custGeom>
              <a:avLst/>
              <a:gdLst/>
              <a:ahLst/>
              <a:cxnLst/>
              <a:rect l="l" t="t" r="r" b="b"/>
              <a:pathLst>
                <a:path w="367030" h="549909">
                  <a:moveTo>
                    <a:pt x="247022" y="0"/>
                  </a:moveTo>
                  <a:lnTo>
                    <a:pt x="200978" y="4945"/>
                  </a:lnTo>
                  <a:lnTo>
                    <a:pt x="153586" y="21274"/>
                  </a:lnTo>
                  <a:lnTo>
                    <a:pt x="107395" y="48995"/>
                  </a:lnTo>
                  <a:lnTo>
                    <a:pt x="65250" y="90920"/>
                  </a:lnTo>
                  <a:lnTo>
                    <a:pt x="46103" y="129131"/>
                  </a:lnTo>
                  <a:lnTo>
                    <a:pt x="37272" y="161927"/>
                  </a:lnTo>
                  <a:lnTo>
                    <a:pt x="26078" y="187609"/>
                  </a:lnTo>
                  <a:lnTo>
                    <a:pt x="11205" y="210308"/>
                  </a:lnTo>
                  <a:lnTo>
                    <a:pt x="1604" y="234976"/>
                  </a:lnTo>
                  <a:lnTo>
                    <a:pt x="0" y="261141"/>
                  </a:lnTo>
                  <a:lnTo>
                    <a:pt x="9116" y="288328"/>
                  </a:lnTo>
                  <a:lnTo>
                    <a:pt x="22678" y="310177"/>
                  </a:lnTo>
                  <a:lnTo>
                    <a:pt x="33712" y="328886"/>
                  </a:lnTo>
                  <a:lnTo>
                    <a:pt x="37787" y="345935"/>
                  </a:lnTo>
                  <a:lnTo>
                    <a:pt x="30476" y="362807"/>
                  </a:lnTo>
                  <a:lnTo>
                    <a:pt x="18841" y="393419"/>
                  </a:lnTo>
                  <a:lnTo>
                    <a:pt x="24937" y="429127"/>
                  </a:lnTo>
                  <a:lnTo>
                    <a:pt x="45522" y="462994"/>
                  </a:lnTo>
                  <a:lnTo>
                    <a:pt x="77354" y="488081"/>
                  </a:lnTo>
                  <a:lnTo>
                    <a:pt x="100589" y="500292"/>
                  </a:lnTo>
                  <a:lnTo>
                    <a:pt x="114889" y="510772"/>
                  </a:lnTo>
                  <a:lnTo>
                    <a:pt x="126150" y="525287"/>
                  </a:lnTo>
                  <a:lnTo>
                    <a:pt x="140274" y="549608"/>
                  </a:lnTo>
                  <a:lnTo>
                    <a:pt x="152363" y="522367"/>
                  </a:lnTo>
                  <a:lnTo>
                    <a:pt x="165701" y="497280"/>
                  </a:lnTo>
                  <a:lnTo>
                    <a:pt x="172284" y="472177"/>
                  </a:lnTo>
                  <a:lnTo>
                    <a:pt x="164106" y="444889"/>
                  </a:lnTo>
                  <a:lnTo>
                    <a:pt x="152811" y="424728"/>
                  </a:lnTo>
                  <a:lnTo>
                    <a:pt x="150149" y="409049"/>
                  </a:lnTo>
                  <a:lnTo>
                    <a:pt x="157133" y="391883"/>
                  </a:lnTo>
                  <a:lnTo>
                    <a:pt x="174775" y="367258"/>
                  </a:lnTo>
                  <a:lnTo>
                    <a:pt x="190305" y="337597"/>
                  </a:lnTo>
                  <a:lnTo>
                    <a:pt x="195056" y="309271"/>
                  </a:lnTo>
                  <a:lnTo>
                    <a:pt x="196225" y="282250"/>
                  </a:lnTo>
                  <a:lnTo>
                    <a:pt x="201005" y="256507"/>
                  </a:lnTo>
                  <a:lnTo>
                    <a:pt x="214544" y="231553"/>
                  </a:lnTo>
                  <a:lnTo>
                    <a:pt x="231517" y="219219"/>
                  </a:lnTo>
                  <a:lnTo>
                    <a:pt x="254058" y="208076"/>
                  </a:lnTo>
                  <a:lnTo>
                    <a:pt x="284301" y="186698"/>
                  </a:lnTo>
                  <a:lnTo>
                    <a:pt x="321704" y="157265"/>
                  </a:lnTo>
                  <a:lnTo>
                    <a:pt x="349133" y="136871"/>
                  </a:lnTo>
                  <a:lnTo>
                    <a:pt x="364752" y="118194"/>
                  </a:lnTo>
                  <a:lnTo>
                    <a:pt x="366728" y="93915"/>
                  </a:lnTo>
                  <a:lnTo>
                    <a:pt x="351570" y="53396"/>
                  </a:lnTo>
                  <a:lnTo>
                    <a:pt x="324867" y="24232"/>
                  </a:lnTo>
                  <a:lnTo>
                    <a:pt x="289168" y="6431"/>
                  </a:lnTo>
                  <a:lnTo>
                    <a:pt x="247022" y="0"/>
                  </a:lnTo>
                  <a:close/>
                </a:path>
              </a:pathLst>
            </a:custGeom>
            <a:solidFill>
              <a:srgbClr val="2E835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32" name="object 932" descr=""/>
          <p:cNvPicPr/>
          <p:nvPr/>
        </p:nvPicPr>
        <p:blipFill>
          <a:blip r:embed="rId197" cstate="print"/>
          <a:stretch>
            <a:fillRect/>
          </a:stretch>
        </p:blipFill>
        <p:spPr>
          <a:xfrm>
            <a:off x="3308286" y="7452366"/>
            <a:ext cx="167387" cy="177759"/>
          </a:xfrm>
          <a:prstGeom prst="rect">
            <a:avLst/>
          </a:prstGeom>
        </p:spPr>
      </p:pic>
      <p:sp>
        <p:nvSpPr>
          <p:cNvPr id="933" name="object 933" descr=""/>
          <p:cNvSpPr/>
          <p:nvPr/>
        </p:nvSpPr>
        <p:spPr>
          <a:xfrm>
            <a:off x="3513396" y="7247463"/>
            <a:ext cx="59690" cy="122555"/>
          </a:xfrm>
          <a:custGeom>
            <a:avLst/>
            <a:gdLst/>
            <a:ahLst/>
            <a:cxnLst/>
            <a:rect l="l" t="t" r="r" b="b"/>
            <a:pathLst>
              <a:path w="59689" h="122554">
                <a:moveTo>
                  <a:pt x="43113" y="0"/>
                </a:moveTo>
                <a:lnTo>
                  <a:pt x="31295" y="4177"/>
                </a:lnTo>
                <a:lnTo>
                  <a:pt x="9968" y="13592"/>
                </a:lnTo>
                <a:lnTo>
                  <a:pt x="11538" y="48268"/>
                </a:lnTo>
                <a:lnTo>
                  <a:pt x="11023" y="71154"/>
                </a:lnTo>
                <a:lnTo>
                  <a:pt x="7488" y="92444"/>
                </a:lnTo>
                <a:lnTo>
                  <a:pt x="0" y="122332"/>
                </a:lnTo>
                <a:lnTo>
                  <a:pt x="6999" y="121348"/>
                </a:lnTo>
                <a:lnTo>
                  <a:pt x="51485" y="105265"/>
                </a:lnTo>
                <a:lnTo>
                  <a:pt x="59313" y="52377"/>
                </a:lnTo>
                <a:lnTo>
                  <a:pt x="59246" y="20543"/>
                </a:lnTo>
                <a:lnTo>
                  <a:pt x="55181" y="3613"/>
                </a:lnTo>
                <a:lnTo>
                  <a:pt x="49663" y="123"/>
                </a:lnTo>
                <a:lnTo>
                  <a:pt x="43113" y="0"/>
                </a:lnTo>
                <a:close/>
              </a:path>
            </a:pathLst>
          </a:custGeom>
          <a:solidFill>
            <a:srgbClr val="F4D1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34" name="object 934" descr=""/>
          <p:cNvGrpSpPr/>
          <p:nvPr/>
        </p:nvGrpSpPr>
        <p:grpSpPr>
          <a:xfrm>
            <a:off x="3190916" y="6995211"/>
            <a:ext cx="476250" cy="552450"/>
            <a:chOff x="3190916" y="6995211"/>
            <a:chExt cx="476250" cy="552450"/>
          </a:xfrm>
        </p:grpSpPr>
        <p:sp>
          <p:nvSpPr>
            <p:cNvPr id="935" name="object 935" descr=""/>
            <p:cNvSpPr/>
            <p:nvPr/>
          </p:nvSpPr>
          <p:spPr>
            <a:xfrm>
              <a:off x="3190916" y="7247463"/>
              <a:ext cx="59690" cy="122555"/>
            </a:xfrm>
            <a:custGeom>
              <a:avLst/>
              <a:gdLst/>
              <a:ahLst/>
              <a:cxnLst/>
              <a:rect l="l" t="t" r="r" b="b"/>
              <a:pathLst>
                <a:path w="59689" h="122554">
                  <a:moveTo>
                    <a:pt x="16198" y="0"/>
                  </a:moveTo>
                  <a:lnTo>
                    <a:pt x="9652" y="123"/>
                  </a:lnTo>
                  <a:lnTo>
                    <a:pt x="4139" y="3613"/>
                  </a:lnTo>
                  <a:lnTo>
                    <a:pt x="68" y="20543"/>
                  </a:lnTo>
                  <a:lnTo>
                    <a:pt x="0" y="52377"/>
                  </a:lnTo>
                  <a:lnTo>
                    <a:pt x="2925" y="85242"/>
                  </a:lnTo>
                  <a:lnTo>
                    <a:pt x="36357" y="118286"/>
                  </a:lnTo>
                  <a:lnTo>
                    <a:pt x="59311" y="122332"/>
                  </a:lnTo>
                  <a:lnTo>
                    <a:pt x="51822" y="92444"/>
                  </a:lnTo>
                  <a:lnTo>
                    <a:pt x="48287" y="71154"/>
                  </a:lnTo>
                  <a:lnTo>
                    <a:pt x="47772" y="48268"/>
                  </a:lnTo>
                  <a:lnTo>
                    <a:pt x="49342" y="13592"/>
                  </a:lnTo>
                  <a:lnTo>
                    <a:pt x="28015" y="4177"/>
                  </a:lnTo>
                  <a:lnTo>
                    <a:pt x="16198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6" name="object 936" descr=""/>
            <p:cNvSpPr/>
            <p:nvPr/>
          </p:nvSpPr>
          <p:spPr>
            <a:xfrm>
              <a:off x="3198939" y="7043388"/>
              <a:ext cx="357505" cy="448945"/>
            </a:xfrm>
            <a:custGeom>
              <a:avLst/>
              <a:gdLst/>
              <a:ahLst/>
              <a:cxnLst/>
              <a:rect l="l" t="t" r="r" b="b"/>
              <a:pathLst>
                <a:path w="357504" h="448945">
                  <a:moveTo>
                    <a:pt x="356920" y="154165"/>
                  </a:moveTo>
                  <a:lnTo>
                    <a:pt x="347916" y="105295"/>
                  </a:lnTo>
                  <a:lnTo>
                    <a:pt x="326872" y="70929"/>
                  </a:lnTo>
                  <a:lnTo>
                    <a:pt x="295135" y="46126"/>
                  </a:lnTo>
                  <a:lnTo>
                    <a:pt x="251066" y="32435"/>
                  </a:lnTo>
                  <a:lnTo>
                    <a:pt x="215938" y="31826"/>
                  </a:lnTo>
                  <a:lnTo>
                    <a:pt x="218719" y="26860"/>
                  </a:lnTo>
                  <a:lnTo>
                    <a:pt x="186385" y="4051"/>
                  </a:lnTo>
                  <a:lnTo>
                    <a:pt x="134620" y="0"/>
                  </a:lnTo>
                  <a:lnTo>
                    <a:pt x="88226" y="11303"/>
                  </a:lnTo>
                  <a:lnTo>
                    <a:pt x="49644" y="33248"/>
                  </a:lnTo>
                  <a:lnTo>
                    <a:pt x="21310" y="61112"/>
                  </a:lnTo>
                  <a:lnTo>
                    <a:pt x="5676" y="90182"/>
                  </a:lnTo>
                  <a:lnTo>
                    <a:pt x="0" y="125869"/>
                  </a:lnTo>
                  <a:lnTo>
                    <a:pt x="1778" y="160705"/>
                  </a:lnTo>
                  <a:lnTo>
                    <a:pt x="7518" y="191731"/>
                  </a:lnTo>
                  <a:lnTo>
                    <a:pt x="13741" y="215976"/>
                  </a:lnTo>
                  <a:lnTo>
                    <a:pt x="22161" y="247230"/>
                  </a:lnTo>
                  <a:lnTo>
                    <a:pt x="26136" y="271868"/>
                  </a:lnTo>
                  <a:lnTo>
                    <a:pt x="40309" y="323684"/>
                  </a:lnTo>
                  <a:lnTo>
                    <a:pt x="63830" y="369493"/>
                  </a:lnTo>
                  <a:lnTo>
                    <a:pt x="87337" y="401154"/>
                  </a:lnTo>
                  <a:lnTo>
                    <a:pt x="109347" y="429933"/>
                  </a:lnTo>
                  <a:lnTo>
                    <a:pt x="151333" y="424751"/>
                  </a:lnTo>
                  <a:lnTo>
                    <a:pt x="174980" y="424954"/>
                  </a:lnTo>
                  <a:lnTo>
                    <a:pt x="188925" y="432257"/>
                  </a:lnTo>
                  <a:lnTo>
                    <a:pt x="201853" y="448398"/>
                  </a:lnTo>
                  <a:lnTo>
                    <a:pt x="205016" y="432993"/>
                  </a:lnTo>
                  <a:lnTo>
                    <a:pt x="213868" y="425411"/>
                  </a:lnTo>
                  <a:lnTo>
                    <a:pt x="235432" y="423443"/>
                  </a:lnTo>
                  <a:lnTo>
                    <a:pt x="276733" y="424878"/>
                  </a:lnTo>
                  <a:lnTo>
                    <a:pt x="301663" y="390321"/>
                  </a:lnTo>
                  <a:lnTo>
                    <a:pt x="324942" y="347865"/>
                  </a:lnTo>
                  <a:lnTo>
                    <a:pt x="345401" y="274624"/>
                  </a:lnTo>
                  <a:lnTo>
                    <a:pt x="354558" y="214922"/>
                  </a:lnTo>
                  <a:lnTo>
                    <a:pt x="356920" y="154165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7" name="object 937" descr=""/>
            <p:cNvSpPr/>
            <p:nvPr/>
          </p:nvSpPr>
          <p:spPr>
            <a:xfrm>
              <a:off x="3297778" y="6995211"/>
              <a:ext cx="369570" cy="552450"/>
            </a:xfrm>
            <a:custGeom>
              <a:avLst/>
              <a:gdLst/>
              <a:ahLst/>
              <a:cxnLst/>
              <a:rect l="l" t="t" r="r" b="b"/>
              <a:pathLst>
                <a:path w="369570" h="552450">
                  <a:moveTo>
                    <a:pt x="157207" y="0"/>
                  </a:moveTo>
                  <a:lnTo>
                    <a:pt x="106188" y="2121"/>
                  </a:lnTo>
                  <a:lnTo>
                    <a:pt x="60667" y="12767"/>
                  </a:lnTo>
                  <a:lnTo>
                    <a:pt x="24935" y="28411"/>
                  </a:lnTo>
                  <a:lnTo>
                    <a:pt x="0" y="60577"/>
                  </a:lnTo>
                  <a:lnTo>
                    <a:pt x="6702" y="86418"/>
                  </a:lnTo>
                  <a:lnTo>
                    <a:pt x="5799" y="112046"/>
                  </a:lnTo>
                  <a:lnTo>
                    <a:pt x="11837" y="140334"/>
                  </a:lnTo>
                  <a:lnTo>
                    <a:pt x="39360" y="174155"/>
                  </a:lnTo>
                  <a:lnTo>
                    <a:pt x="64466" y="202670"/>
                  </a:lnTo>
                  <a:lnTo>
                    <a:pt x="74297" y="228359"/>
                  </a:lnTo>
                  <a:lnTo>
                    <a:pt x="86248" y="287471"/>
                  </a:lnTo>
                  <a:lnTo>
                    <a:pt x="106806" y="331000"/>
                  </a:lnTo>
                  <a:lnTo>
                    <a:pt x="142152" y="379908"/>
                  </a:lnTo>
                  <a:lnTo>
                    <a:pt x="191011" y="415014"/>
                  </a:lnTo>
                  <a:lnTo>
                    <a:pt x="204380" y="425681"/>
                  </a:lnTo>
                  <a:lnTo>
                    <a:pt x="200046" y="443979"/>
                  </a:lnTo>
                  <a:lnTo>
                    <a:pt x="191609" y="472137"/>
                  </a:lnTo>
                  <a:lnTo>
                    <a:pt x="198404" y="498042"/>
                  </a:lnTo>
                  <a:lnTo>
                    <a:pt x="212170" y="523933"/>
                  </a:lnTo>
                  <a:lnTo>
                    <a:pt x="224642" y="552049"/>
                  </a:lnTo>
                  <a:lnTo>
                    <a:pt x="239221" y="526950"/>
                  </a:lnTo>
                  <a:lnTo>
                    <a:pt x="250844" y="511969"/>
                  </a:lnTo>
                  <a:lnTo>
                    <a:pt x="265599" y="501155"/>
                  </a:lnTo>
                  <a:lnTo>
                    <a:pt x="289572" y="488554"/>
                  </a:lnTo>
                  <a:lnTo>
                    <a:pt x="322422" y="462659"/>
                  </a:lnTo>
                  <a:lnTo>
                    <a:pt x="343664" y="427710"/>
                  </a:lnTo>
                  <a:lnTo>
                    <a:pt x="349955" y="390864"/>
                  </a:lnTo>
                  <a:lnTo>
                    <a:pt x="337947" y="359280"/>
                  </a:lnTo>
                  <a:lnTo>
                    <a:pt x="330402" y="341866"/>
                  </a:lnTo>
                  <a:lnTo>
                    <a:pt x="334608" y="324272"/>
                  </a:lnTo>
                  <a:lnTo>
                    <a:pt x="345994" y="304968"/>
                  </a:lnTo>
                  <a:lnTo>
                    <a:pt x="359989" y="282424"/>
                  </a:lnTo>
                  <a:lnTo>
                    <a:pt x="369394" y="254369"/>
                  </a:lnTo>
                  <a:lnTo>
                    <a:pt x="367738" y="227371"/>
                  </a:lnTo>
                  <a:lnTo>
                    <a:pt x="357831" y="201915"/>
                  </a:lnTo>
                  <a:lnTo>
                    <a:pt x="342481" y="178490"/>
                  </a:lnTo>
                  <a:lnTo>
                    <a:pt x="330932" y="151987"/>
                  </a:lnTo>
                  <a:lnTo>
                    <a:pt x="321820" y="118144"/>
                  </a:lnTo>
                  <a:lnTo>
                    <a:pt x="302062" y="78713"/>
                  </a:lnTo>
                  <a:lnTo>
                    <a:pt x="258578" y="35447"/>
                  </a:lnTo>
                  <a:lnTo>
                    <a:pt x="209434" y="9932"/>
                  </a:lnTo>
                  <a:lnTo>
                    <a:pt x="157207" y="0"/>
                  </a:lnTo>
                  <a:close/>
                </a:path>
              </a:pathLst>
            </a:custGeom>
            <a:solidFill>
              <a:srgbClr val="2E83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8" name="object 938" descr=""/>
          <p:cNvGrpSpPr/>
          <p:nvPr/>
        </p:nvGrpSpPr>
        <p:grpSpPr>
          <a:xfrm>
            <a:off x="3989894" y="6983193"/>
            <a:ext cx="423545" cy="659765"/>
            <a:chOff x="3989894" y="6983193"/>
            <a:chExt cx="423545" cy="659765"/>
          </a:xfrm>
        </p:grpSpPr>
        <p:sp>
          <p:nvSpPr>
            <p:cNvPr id="939" name="object 939" descr=""/>
            <p:cNvSpPr/>
            <p:nvPr/>
          </p:nvSpPr>
          <p:spPr>
            <a:xfrm>
              <a:off x="4115448" y="7052459"/>
              <a:ext cx="270510" cy="445770"/>
            </a:xfrm>
            <a:custGeom>
              <a:avLst/>
              <a:gdLst/>
              <a:ahLst/>
              <a:cxnLst/>
              <a:rect l="l" t="t" r="r" b="b"/>
              <a:pathLst>
                <a:path w="270510" h="445770">
                  <a:moveTo>
                    <a:pt x="134381" y="0"/>
                  </a:moveTo>
                  <a:lnTo>
                    <a:pt x="77179" y="5945"/>
                  </a:lnTo>
                  <a:lnTo>
                    <a:pt x="33498" y="16173"/>
                  </a:lnTo>
                  <a:lnTo>
                    <a:pt x="10136" y="53122"/>
                  </a:lnTo>
                  <a:lnTo>
                    <a:pt x="5214" y="116372"/>
                  </a:lnTo>
                  <a:lnTo>
                    <a:pt x="1266" y="182399"/>
                  </a:lnTo>
                  <a:lnTo>
                    <a:pt x="0" y="220613"/>
                  </a:lnTo>
                  <a:lnTo>
                    <a:pt x="4412" y="248012"/>
                  </a:lnTo>
                  <a:lnTo>
                    <a:pt x="14116" y="291074"/>
                  </a:lnTo>
                  <a:lnTo>
                    <a:pt x="25769" y="333433"/>
                  </a:lnTo>
                  <a:lnTo>
                    <a:pt x="36030" y="358724"/>
                  </a:lnTo>
                  <a:lnTo>
                    <a:pt x="46577" y="375637"/>
                  </a:lnTo>
                  <a:lnTo>
                    <a:pt x="60835" y="400470"/>
                  </a:lnTo>
                  <a:lnTo>
                    <a:pt x="74426" y="423337"/>
                  </a:lnTo>
                  <a:lnTo>
                    <a:pt x="82971" y="434355"/>
                  </a:lnTo>
                  <a:lnTo>
                    <a:pt x="89313" y="436042"/>
                  </a:lnTo>
                  <a:lnTo>
                    <a:pt x="97931" y="437056"/>
                  </a:lnTo>
                  <a:lnTo>
                    <a:pt x="106875" y="436720"/>
                  </a:lnTo>
                  <a:lnTo>
                    <a:pt x="114195" y="434355"/>
                  </a:lnTo>
                  <a:lnTo>
                    <a:pt x="133324" y="435862"/>
                  </a:lnTo>
                  <a:lnTo>
                    <a:pt x="168378" y="442213"/>
                  </a:lnTo>
                  <a:lnTo>
                    <a:pt x="203434" y="445337"/>
                  </a:lnTo>
                  <a:lnTo>
                    <a:pt x="222569" y="437161"/>
                  </a:lnTo>
                  <a:lnTo>
                    <a:pt x="244171" y="376378"/>
                  </a:lnTo>
                  <a:lnTo>
                    <a:pt x="259364" y="319602"/>
                  </a:lnTo>
                  <a:lnTo>
                    <a:pt x="269269" y="255879"/>
                  </a:lnTo>
                  <a:lnTo>
                    <a:pt x="270033" y="227912"/>
                  </a:lnTo>
                  <a:lnTo>
                    <a:pt x="268350" y="206747"/>
                  </a:lnTo>
                  <a:lnTo>
                    <a:pt x="266224" y="187862"/>
                  </a:lnTo>
                  <a:lnTo>
                    <a:pt x="265656" y="166740"/>
                  </a:lnTo>
                  <a:lnTo>
                    <a:pt x="256056" y="99099"/>
                  </a:lnTo>
                  <a:lnTo>
                    <a:pt x="231290" y="48491"/>
                  </a:lnTo>
                  <a:lnTo>
                    <a:pt x="205823" y="16768"/>
                  </a:lnTo>
                  <a:lnTo>
                    <a:pt x="194119" y="5782"/>
                  </a:lnTo>
                  <a:lnTo>
                    <a:pt x="134381" y="0"/>
                  </a:lnTo>
                  <a:close/>
                </a:path>
              </a:pathLst>
            </a:custGeom>
            <a:solidFill>
              <a:srgbClr val="F5D8B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0" name="object 940" descr=""/>
            <p:cNvPicPr/>
            <p:nvPr/>
          </p:nvPicPr>
          <p:blipFill>
            <a:blip r:embed="rId198" cstate="print"/>
            <a:stretch>
              <a:fillRect/>
            </a:stretch>
          </p:blipFill>
          <p:spPr>
            <a:xfrm>
              <a:off x="4078572" y="7459443"/>
              <a:ext cx="172528" cy="183217"/>
            </a:xfrm>
            <a:prstGeom prst="rect">
              <a:avLst/>
            </a:prstGeom>
          </p:spPr>
        </p:pic>
        <p:sp>
          <p:nvSpPr>
            <p:cNvPr id="941" name="object 941" descr=""/>
            <p:cNvSpPr/>
            <p:nvPr/>
          </p:nvSpPr>
          <p:spPr>
            <a:xfrm>
              <a:off x="4000213" y="7055714"/>
              <a:ext cx="358775" cy="426720"/>
            </a:xfrm>
            <a:custGeom>
              <a:avLst/>
              <a:gdLst/>
              <a:ahLst/>
              <a:cxnLst/>
              <a:rect l="l" t="t" r="r" b="b"/>
              <a:pathLst>
                <a:path w="358775" h="426720">
                  <a:moveTo>
                    <a:pt x="119933" y="0"/>
                  </a:moveTo>
                  <a:lnTo>
                    <a:pt x="74603" y="13036"/>
                  </a:lnTo>
                  <a:lnTo>
                    <a:pt x="41636" y="37701"/>
                  </a:lnTo>
                  <a:lnTo>
                    <a:pt x="19394" y="72376"/>
                  </a:lnTo>
                  <a:lnTo>
                    <a:pt x="5931" y="120049"/>
                  </a:lnTo>
                  <a:lnTo>
                    <a:pt x="0" y="177604"/>
                  </a:lnTo>
                  <a:lnTo>
                    <a:pt x="1030" y="234243"/>
                  </a:lnTo>
                  <a:lnTo>
                    <a:pt x="8452" y="279165"/>
                  </a:lnTo>
                  <a:lnTo>
                    <a:pt x="27627" y="331223"/>
                  </a:lnTo>
                  <a:lnTo>
                    <a:pt x="78356" y="411905"/>
                  </a:lnTo>
                  <a:lnTo>
                    <a:pt x="100131" y="406473"/>
                  </a:lnTo>
                  <a:lnTo>
                    <a:pt x="114461" y="406150"/>
                  </a:lnTo>
                  <a:lnTo>
                    <a:pt x="127708" y="412271"/>
                  </a:lnTo>
                  <a:lnTo>
                    <a:pt x="146239" y="426176"/>
                  </a:lnTo>
                  <a:lnTo>
                    <a:pt x="159835" y="410215"/>
                  </a:lnTo>
                  <a:lnTo>
                    <a:pt x="174476" y="404894"/>
                  </a:lnTo>
                  <a:lnTo>
                    <a:pt x="199259" y="410215"/>
                  </a:lnTo>
                  <a:lnTo>
                    <a:pt x="243283" y="426176"/>
                  </a:lnTo>
                  <a:lnTo>
                    <a:pt x="258344" y="407207"/>
                  </a:lnTo>
                  <a:lnTo>
                    <a:pt x="304056" y="348493"/>
                  </a:lnTo>
                  <a:lnTo>
                    <a:pt x="329071" y="302185"/>
                  </a:lnTo>
                  <a:lnTo>
                    <a:pt x="344663" y="249526"/>
                  </a:lnTo>
                  <a:lnTo>
                    <a:pt x="353582" y="200682"/>
                  </a:lnTo>
                  <a:lnTo>
                    <a:pt x="358578" y="165818"/>
                  </a:lnTo>
                  <a:lnTo>
                    <a:pt x="357323" y="118043"/>
                  </a:lnTo>
                  <a:lnTo>
                    <a:pt x="339374" y="78742"/>
                  </a:lnTo>
                  <a:lnTo>
                    <a:pt x="308662" y="47612"/>
                  </a:lnTo>
                  <a:lnTo>
                    <a:pt x="269118" y="24349"/>
                  </a:lnTo>
                  <a:lnTo>
                    <a:pt x="224675" y="8650"/>
                  </a:lnTo>
                  <a:lnTo>
                    <a:pt x="179264" y="210"/>
                  </a:lnTo>
                  <a:lnTo>
                    <a:pt x="119933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2" name="object 942" descr=""/>
            <p:cNvSpPr/>
            <p:nvPr/>
          </p:nvSpPr>
          <p:spPr>
            <a:xfrm>
              <a:off x="4301991" y="7242613"/>
              <a:ext cx="47625" cy="136525"/>
            </a:xfrm>
            <a:custGeom>
              <a:avLst/>
              <a:gdLst/>
              <a:ahLst/>
              <a:cxnLst/>
              <a:rect l="l" t="t" r="r" b="b"/>
              <a:pathLst>
                <a:path w="47625" h="136525">
                  <a:moveTo>
                    <a:pt x="11381" y="0"/>
                  </a:moveTo>
                  <a:lnTo>
                    <a:pt x="6195" y="72"/>
                  </a:lnTo>
                  <a:lnTo>
                    <a:pt x="2302" y="3762"/>
                  </a:lnTo>
                  <a:lnTo>
                    <a:pt x="0" y="22364"/>
                  </a:lnTo>
                  <a:lnTo>
                    <a:pt x="1102" y="57616"/>
                  </a:lnTo>
                  <a:lnTo>
                    <a:pt x="8627" y="116471"/>
                  </a:lnTo>
                  <a:lnTo>
                    <a:pt x="41401" y="135989"/>
                  </a:lnTo>
                  <a:lnTo>
                    <a:pt x="46026" y="89021"/>
                  </a:lnTo>
                  <a:lnTo>
                    <a:pt x="47382" y="60749"/>
                  </a:lnTo>
                  <a:lnTo>
                    <a:pt x="45303" y="39817"/>
                  </a:lnTo>
                  <a:lnTo>
                    <a:pt x="39621" y="14872"/>
                  </a:lnTo>
                  <a:lnTo>
                    <a:pt x="21356" y="4586"/>
                  </a:lnTo>
                  <a:lnTo>
                    <a:pt x="11381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3" name="object 943" descr=""/>
            <p:cNvSpPr/>
            <p:nvPr/>
          </p:nvSpPr>
          <p:spPr>
            <a:xfrm>
              <a:off x="3989894" y="7038318"/>
              <a:ext cx="212725" cy="291465"/>
            </a:xfrm>
            <a:custGeom>
              <a:avLst/>
              <a:gdLst/>
              <a:ahLst/>
              <a:cxnLst/>
              <a:rect l="l" t="t" r="r" b="b"/>
              <a:pathLst>
                <a:path w="212725" h="291465">
                  <a:moveTo>
                    <a:pt x="117454" y="0"/>
                  </a:moveTo>
                  <a:lnTo>
                    <a:pt x="69769" y="13990"/>
                  </a:lnTo>
                  <a:lnTo>
                    <a:pt x="36512" y="41207"/>
                  </a:lnTo>
                  <a:lnTo>
                    <a:pt x="18120" y="75568"/>
                  </a:lnTo>
                  <a:lnTo>
                    <a:pt x="8606" y="114824"/>
                  </a:lnTo>
                  <a:lnTo>
                    <a:pt x="2275" y="156552"/>
                  </a:lnTo>
                  <a:lnTo>
                    <a:pt x="0" y="194382"/>
                  </a:lnTo>
                  <a:lnTo>
                    <a:pt x="2654" y="221941"/>
                  </a:lnTo>
                  <a:lnTo>
                    <a:pt x="21397" y="291404"/>
                  </a:lnTo>
                  <a:lnTo>
                    <a:pt x="23925" y="276059"/>
                  </a:lnTo>
                  <a:lnTo>
                    <a:pt x="31728" y="241015"/>
                  </a:lnTo>
                  <a:lnTo>
                    <a:pt x="45132" y="202760"/>
                  </a:lnTo>
                  <a:lnTo>
                    <a:pt x="64464" y="177785"/>
                  </a:lnTo>
                  <a:lnTo>
                    <a:pt x="82511" y="166842"/>
                  </a:lnTo>
                  <a:lnTo>
                    <a:pt x="96814" y="154399"/>
                  </a:lnTo>
                  <a:lnTo>
                    <a:pt x="114831" y="132543"/>
                  </a:lnTo>
                  <a:lnTo>
                    <a:pt x="144022" y="93358"/>
                  </a:lnTo>
                  <a:lnTo>
                    <a:pt x="162356" y="82788"/>
                  </a:lnTo>
                  <a:lnTo>
                    <a:pt x="195839" y="57836"/>
                  </a:lnTo>
                  <a:lnTo>
                    <a:pt x="212191" y="28634"/>
                  </a:lnTo>
                  <a:lnTo>
                    <a:pt x="179130" y="5319"/>
                  </a:lnTo>
                  <a:lnTo>
                    <a:pt x="117454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4" name="object 944" descr=""/>
            <p:cNvSpPr/>
            <p:nvPr/>
          </p:nvSpPr>
          <p:spPr>
            <a:xfrm>
              <a:off x="4068420" y="6983193"/>
              <a:ext cx="344805" cy="557530"/>
            </a:xfrm>
            <a:custGeom>
              <a:avLst/>
              <a:gdLst/>
              <a:ahLst/>
              <a:cxnLst/>
              <a:rect l="l" t="t" r="r" b="b"/>
              <a:pathLst>
                <a:path w="344804" h="557529">
                  <a:moveTo>
                    <a:pt x="165303" y="0"/>
                  </a:moveTo>
                  <a:lnTo>
                    <a:pt x="117353" y="643"/>
                  </a:lnTo>
                  <a:lnTo>
                    <a:pt x="75399" y="9865"/>
                  </a:lnTo>
                  <a:lnTo>
                    <a:pt x="24013" y="40711"/>
                  </a:lnTo>
                  <a:lnTo>
                    <a:pt x="21848" y="55668"/>
                  </a:lnTo>
                  <a:lnTo>
                    <a:pt x="22410" y="88472"/>
                  </a:lnTo>
                  <a:lnTo>
                    <a:pt x="7657" y="128725"/>
                  </a:lnTo>
                  <a:lnTo>
                    <a:pt x="0" y="171697"/>
                  </a:lnTo>
                  <a:lnTo>
                    <a:pt x="21848" y="212658"/>
                  </a:lnTo>
                  <a:lnTo>
                    <a:pt x="43946" y="244522"/>
                  </a:lnTo>
                  <a:lnTo>
                    <a:pt x="46157" y="276760"/>
                  </a:lnTo>
                  <a:lnTo>
                    <a:pt x="42496" y="310252"/>
                  </a:lnTo>
                  <a:lnTo>
                    <a:pt x="46978" y="345879"/>
                  </a:lnTo>
                  <a:lnTo>
                    <a:pt x="74773" y="371706"/>
                  </a:lnTo>
                  <a:lnTo>
                    <a:pt x="121998" y="396651"/>
                  </a:lnTo>
                  <a:lnTo>
                    <a:pt x="162825" y="421407"/>
                  </a:lnTo>
                  <a:lnTo>
                    <a:pt x="171425" y="446662"/>
                  </a:lnTo>
                  <a:lnTo>
                    <a:pt x="162800" y="475440"/>
                  </a:lnTo>
                  <a:lnTo>
                    <a:pt x="169747" y="501919"/>
                  </a:lnTo>
                  <a:lnTo>
                    <a:pt x="183820" y="528387"/>
                  </a:lnTo>
                  <a:lnTo>
                    <a:pt x="196576" y="557129"/>
                  </a:lnTo>
                  <a:lnTo>
                    <a:pt x="211471" y="531472"/>
                  </a:lnTo>
                  <a:lnTo>
                    <a:pt x="223350" y="516158"/>
                  </a:lnTo>
                  <a:lnTo>
                    <a:pt x="238432" y="505103"/>
                  </a:lnTo>
                  <a:lnTo>
                    <a:pt x="262940" y="492220"/>
                  </a:lnTo>
                  <a:lnTo>
                    <a:pt x="296519" y="465754"/>
                  </a:lnTo>
                  <a:lnTo>
                    <a:pt x="318236" y="430029"/>
                  </a:lnTo>
                  <a:lnTo>
                    <a:pt x="324667" y="392364"/>
                  </a:lnTo>
                  <a:lnTo>
                    <a:pt x="312394" y="360078"/>
                  </a:lnTo>
                  <a:lnTo>
                    <a:pt x="304677" y="342278"/>
                  </a:lnTo>
                  <a:lnTo>
                    <a:pt x="308974" y="324291"/>
                  </a:lnTo>
                  <a:lnTo>
                    <a:pt x="320612" y="304557"/>
                  </a:lnTo>
                  <a:lnTo>
                    <a:pt x="334917" y="281515"/>
                  </a:lnTo>
                  <a:lnTo>
                    <a:pt x="344535" y="252833"/>
                  </a:lnTo>
                  <a:lnTo>
                    <a:pt x="342843" y="225234"/>
                  </a:lnTo>
                  <a:lnTo>
                    <a:pt x="332717" y="199213"/>
                  </a:lnTo>
                  <a:lnTo>
                    <a:pt x="317033" y="175267"/>
                  </a:lnTo>
                  <a:lnTo>
                    <a:pt x="310444" y="149540"/>
                  </a:lnTo>
                  <a:lnTo>
                    <a:pt x="312610" y="117948"/>
                  </a:lnTo>
                  <a:lnTo>
                    <a:pt x="303894" y="80644"/>
                  </a:lnTo>
                  <a:lnTo>
                    <a:pt x="264657" y="37784"/>
                  </a:lnTo>
                  <a:lnTo>
                    <a:pt x="215616" y="11269"/>
                  </a:lnTo>
                  <a:lnTo>
                    <a:pt x="165303" y="0"/>
                  </a:lnTo>
                  <a:close/>
                </a:path>
              </a:pathLst>
            </a:custGeom>
            <a:solidFill>
              <a:srgbClr val="2E835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5" name="object 945" descr=""/>
          <p:cNvGrpSpPr/>
          <p:nvPr/>
        </p:nvGrpSpPr>
        <p:grpSpPr>
          <a:xfrm>
            <a:off x="2382160" y="9920259"/>
            <a:ext cx="537210" cy="614045"/>
            <a:chOff x="2382160" y="9920259"/>
            <a:chExt cx="537210" cy="614045"/>
          </a:xfrm>
        </p:grpSpPr>
        <p:sp>
          <p:nvSpPr>
            <p:cNvPr id="946" name="object 946" descr=""/>
            <p:cNvSpPr/>
            <p:nvPr/>
          </p:nvSpPr>
          <p:spPr>
            <a:xfrm>
              <a:off x="2479316" y="10215717"/>
              <a:ext cx="333375" cy="276860"/>
            </a:xfrm>
            <a:custGeom>
              <a:avLst/>
              <a:gdLst/>
              <a:ahLst/>
              <a:cxnLst/>
              <a:rect l="l" t="t" r="r" b="b"/>
              <a:pathLst>
                <a:path w="333375" h="276859">
                  <a:moveTo>
                    <a:pt x="301627" y="0"/>
                  </a:moveTo>
                  <a:lnTo>
                    <a:pt x="262121" y="558"/>
                  </a:lnTo>
                  <a:lnTo>
                    <a:pt x="209398" y="8469"/>
                  </a:lnTo>
                  <a:lnTo>
                    <a:pt x="150672" y="21463"/>
                  </a:lnTo>
                  <a:lnTo>
                    <a:pt x="93155" y="37272"/>
                  </a:lnTo>
                  <a:lnTo>
                    <a:pt x="44062" y="53626"/>
                  </a:lnTo>
                  <a:lnTo>
                    <a:pt x="0" y="78893"/>
                  </a:lnTo>
                  <a:lnTo>
                    <a:pt x="15720" y="159191"/>
                  </a:lnTo>
                  <a:lnTo>
                    <a:pt x="25792" y="203363"/>
                  </a:lnTo>
                  <a:lnTo>
                    <a:pt x="46386" y="245988"/>
                  </a:lnTo>
                  <a:lnTo>
                    <a:pt x="93929" y="266671"/>
                  </a:lnTo>
                  <a:lnTo>
                    <a:pt x="116905" y="266621"/>
                  </a:lnTo>
                  <a:lnTo>
                    <a:pt x="126676" y="265610"/>
                  </a:lnTo>
                  <a:lnTo>
                    <a:pt x="199045" y="276237"/>
                  </a:lnTo>
                  <a:lnTo>
                    <a:pt x="240954" y="273782"/>
                  </a:lnTo>
                  <a:lnTo>
                    <a:pt x="297425" y="208041"/>
                  </a:lnTo>
                  <a:lnTo>
                    <a:pt x="323240" y="149511"/>
                  </a:lnTo>
                  <a:lnTo>
                    <a:pt x="333078" y="93918"/>
                  </a:lnTo>
                  <a:lnTo>
                    <a:pt x="330909" y="45641"/>
                  </a:lnTo>
                  <a:lnTo>
                    <a:pt x="320702" y="9063"/>
                  </a:lnTo>
                  <a:lnTo>
                    <a:pt x="301627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7" name="object 947" descr=""/>
            <p:cNvPicPr/>
            <p:nvPr/>
          </p:nvPicPr>
          <p:blipFill>
            <a:blip r:embed="rId199" cstate="print"/>
            <a:stretch>
              <a:fillRect/>
            </a:stretch>
          </p:blipFill>
          <p:spPr>
            <a:xfrm>
              <a:off x="2583361" y="10368501"/>
              <a:ext cx="155921" cy="165574"/>
            </a:xfrm>
            <a:prstGeom prst="rect">
              <a:avLst/>
            </a:prstGeom>
          </p:spPr>
        </p:pic>
        <p:sp>
          <p:nvSpPr>
            <p:cNvPr id="948" name="object 948" descr=""/>
            <p:cNvSpPr/>
            <p:nvPr/>
          </p:nvSpPr>
          <p:spPr>
            <a:xfrm>
              <a:off x="2496843" y="10000749"/>
              <a:ext cx="307340" cy="438150"/>
            </a:xfrm>
            <a:custGeom>
              <a:avLst/>
              <a:gdLst/>
              <a:ahLst/>
              <a:cxnLst/>
              <a:rect l="l" t="t" r="r" b="b"/>
              <a:pathLst>
                <a:path w="307339" h="438150">
                  <a:moveTo>
                    <a:pt x="200816" y="0"/>
                  </a:moveTo>
                  <a:lnTo>
                    <a:pt x="140962" y="3126"/>
                  </a:lnTo>
                  <a:lnTo>
                    <a:pt x="80424" y="10340"/>
                  </a:lnTo>
                  <a:lnTo>
                    <a:pt x="33112" y="18071"/>
                  </a:lnTo>
                  <a:lnTo>
                    <a:pt x="9157" y="52030"/>
                  </a:lnTo>
                  <a:lnTo>
                    <a:pt x="4707" y="114009"/>
                  </a:lnTo>
                  <a:lnTo>
                    <a:pt x="1140" y="178708"/>
                  </a:lnTo>
                  <a:lnTo>
                    <a:pt x="0" y="216155"/>
                  </a:lnTo>
                  <a:lnTo>
                    <a:pt x="3985" y="243004"/>
                  </a:lnTo>
                  <a:lnTo>
                    <a:pt x="12752" y="285201"/>
                  </a:lnTo>
                  <a:lnTo>
                    <a:pt x="23284" y="326709"/>
                  </a:lnTo>
                  <a:lnTo>
                    <a:pt x="49799" y="369749"/>
                  </a:lnTo>
                  <a:lnTo>
                    <a:pt x="79644" y="397781"/>
                  </a:lnTo>
                  <a:lnTo>
                    <a:pt x="108888" y="423888"/>
                  </a:lnTo>
                  <a:lnTo>
                    <a:pt x="147852" y="437936"/>
                  </a:lnTo>
                  <a:lnTo>
                    <a:pt x="162821" y="436866"/>
                  </a:lnTo>
                  <a:lnTo>
                    <a:pt x="230455" y="389962"/>
                  </a:lnTo>
                  <a:lnTo>
                    <a:pt x="268267" y="357305"/>
                  </a:lnTo>
                  <a:lnTo>
                    <a:pt x="293744" y="310961"/>
                  </a:lnTo>
                  <a:lnTo>
                    <a:pt x="301672" y="269402"/>
                  </a:lnTo>
                  <a:lnTo>
                    <a:pt x="306736" y="224108"/>
                  </a:lnTo>
                  <a:lnTo>
                    <a:pt x="303540" y="190805"/>
                  </a:lnTo>
                  <a:lnTo>
                    <a:pt x="292049" y="151754"/>
                  </a:lnTo>
                  <a:lnTo>
                    <a:pt x="278621" y="94521"/>
                  </a:lnTo>
                  <a:lnTo>
                    <a:pt x="267472" y="42802"/>
                  </a:lnTo>
                  <a:lnTo>
                    <a:pt x="262819" y="20297"/>
                  </a:lnTo>
                  <a:lnTo>
                    <a:pt x="246073" y="4533"/>
                  </a:lnTo>
                  <a:lnTo>
                    <a:pt x="200816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9" name="object 949" descr=""/>
            <p:cNvPicPr/>
            <p:nvPr/>
          </p:nvPicPr>
          <p:blipFill>
            <a:blip r:embed="rId200" cstate="print"/>
            <a:stretch>
              <a:fillRect/>
            </a:stretch>
          </p:blipFill>
          <p:spPr>
            <a:xfrm>
              <a:off x="2790599" y="10184185"/>
              <a:ext cx="69654" cy="122218"/>
            </a:xfrm>
            <a:prstGeom prst="rect">
              <a:avLst/>
            </a:prstGeom>
          </p:spPr>
        </p:pic>
        <p:sp>
          <p:nvSpPr>
            <p:cNvPr id="950" name="object 950" descr=""/>
            <p:cNvSpPr/>
            <p:nvPr/>
          </p:nvSpPr>
          <p:spPr>
            <a:xfrm>
              <a:off x="2382160" y="10028260"/>
              <a:ext cx="137795" cy="447675"/>
            </a:xfrm>
            <a:custGeom>
              <a:avLst/>
              <a:gdLst/>
              <a:ahLst/>
              <a:cxnLst/>
              <a:rect l="l" t="t" r="r" b="b"/>
              <a:pathLst>
                <a:path w="137794" h="447675">
                  <a:moveTo>
                    <a:pt x="76256" y="0"/>
                  </a:moveTo>
                  <a:lnTo>
                    <a:pt x="50304" y="37493"/>
                  </a:lnTo>
                  <a:lnTo>
                    <a:pt x="27440" y="85535"/>
                  </a:lnTo>
                  <a:lnTo>
                    <a:pt x="13916" y="153763"/>
                  </a:lnTo>
                  <a:lnTo>
                    <a:pt x="9318" y="201632"/>
                  </a:lnTo>
                  <a:lnTo>
                    <a:pt x="560" y="240423"/>
                  </a:lnTo>
                  <a:lnTo>
                    <a:pt x="6070" y="293875"/>
                  </a:lnTo>
                  <a:lnTo>
                    <a:pt x="30954" y="324158"/>
                  </a:lnTo>
                  <a:lnTo>
                    <a:pt x="45176" y="338233"/>
                  </a:lnTo>
                  <a:lnTo>
                    <a:pt x="51440" y="353884"/>
                  </a:lnTo>
                  <a:lnTo>
                    <a:pt x="50732" y="368785"/>
                  </a:lnTo>
                  <a:lnTo>
                    <a:pt x="49612" y="380870"/>
                  </a:lnTo>
                  <a:lnTo>
                    <a:pt x="49589" y="392268"/>
                  </a:lnTo>
                  <a:lnTo>
                    <a:pt x="74493" y="433461"/>
                  </a:lnTo>
                  <a:lnTo>
                    <a:pt x="92423" y="447546"/>
                  </a:lnTo>
                  <a:lnTo>
                    <a:pt x="75288" y="423355"/>
                  </a:lnTo>
                  <a:lnTo>
                    <a:pt x="72157" y="406998"/>
                  </a:lnTo>
                  <a:lnTo>
                    <a:pt x="85353" y="391009"/>
                  </a:lnTo>
                  <a:lnTo>
                    <a:pt x="117198" y="367925"/>
                  </a:lnTo>
                  <a:lnTo>
                    <a:pt x="133727" y="342479"/>
                  </a:lnTo>
                  <a:lnTo>
                    <a:pt x="137677" y="302938"/>
                  </a:lnTo>
                  <a:lnTo>
                    <a:pt x="132476" y="254565"/>
                  </a:lnTo>
                  <a:lnTo>
                    <a:pt x="121555" y="202623"/>
                  </a:lnTo>
                  <a:lnTo>
                    <a:pt x="108344" y="152374"/>
                  </a:lnTo>
                  <a:lnTo>
                    <a:pt x="96272" y="109081"/>
                  </a:lnTo>
                  <a:lnTo>
                    <a:pt x="88769" y="78008"/>
                  </a:lnTo>
                  <a:lnTo>
                    <a:pt x="82799" y="42972"/>
                  </a:lnTo>
                  <a:lnTo>
                    <a:pt x="78943" y="18695"/>
                  </a:lnTo>
                  <a:lnTo>
                    <a:pt x="76256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1" name="object 951" descr=""/>
            <p:cNvSpPr/>
            <p:nvPr/>
          </p:nvSpPr>
          <p:spPr>
            <a:xfrm>
              <a:off x="2409452" y="9920259"/>
              <a:ext cx="272415" cy="577850"/>
            </a:xfrm>
            <a:custGeom>
              <a:avLst/>
              <a:gdLst/>
              <a:ahLst/>
              <a:cxnLst/>
              <a:rect l="l" t="t" r="r" b="b"/>
              <a:pathLst>
                <a:path w="272414" h="577850">
                  <a:moveTo>
                    <a:pt x="177401" y="0"/>
                  </a:moveTo>
                  <a:lnTo>
                    <a:pt x="135537" y="15410"/>
                  </a:lnTo>
                  <a:lnTo>
                    <a:pt x="99172" y="42171"/>
                  </a:lnTo>
                  <a:lnTo>
                    <a:pt x="69731" y="74998"/>
                  </a:lnTo>
                  <a:lnTo>
                    <a:pt x="48638" y="108605"/>
                  </a:lnTo>
                  <a:lnTo>
                    <a:pt x="25008" y="181321"/>
                  </a:lnTo>
                  <a:lnTo>
                    <a:pt x="11803" y="224548"/>
                  </a:lnTo>
                  <a:lnTo>
                    <a:pt x="2026" y="267694"/>
                  </a:lnTo>
                  <a:lnTo>
                    <a:pt x="0" y="311065"/>
                  </a:lnTo>
                  <a:lnTo>
                    <a:pt x="9093" y="344355"/>
                  </a:lnTo>
                  <a:lnTo>
                    <a:pt x="24427" y="364577"/>
                  </a:lnTo>
                  <a:lnTo>
                    <a:pt x="37976" y="383011"/>
                  </a:lnTo>
                  <a:lnTo>
                    <a:pt x="41716" y="410936"/>
                  </a:lnTo>
                  <a:lnTo>
                    <a:pt x="38790" y="447746"/>
                  </a:lnTo>
                  <a:lnTo>
                    <a:pt x="39514" y="483876"/>
                  </a:lnTo>
                  <a:lnTo>
                    <a:pt x="62835" y="545476"/>
                  </a:lnTo>
                  <a:lnTo>
                    <a:pt x="94391" y="575097"/>
                  </a:lnTo>
                  <a:lnTo>
                    <a:pt x="110851" y="577749"/>
                  </a:lnTo>
                  <a:lnTo>
                    <a:pt x="137042" y="576125"/>
                  </a:lnTo>
                  <a:lnTo>
                    <a:pt x="131690" y="569232"/>
                  </a:lnTo>
                  <a:lnTo>
                    <a:pt x="121616" y="549732"/>
                  </a:lnTo>
                  <a:lnTo>
                    <a:pt x="115795" y="519392"/>
                  </a:lnTo>
                  <a:lnTo>
                    <a:pt x="123200" y="479981"/>
                  </a:lnTo>
                  <a:lnTo>
                    <a:pt x="134931" y="437680"/>
                  </a:lnTo>
                  <a:lnTo>
                    <a:pt x="136955" y="397665"/>
                  </a:lnTo>
                  <a:lnTo>
                    <a:pt x="130570" y="360197"/>
                  </a:lnTo>
                  <a:lnTo>
                    <a:pt x="117074" y="325535"/>
                  </a:lnTo>
                  <a:lnTo>
                    <a:pt x="105983" y="289977"/>
                  </a:lnTo>
                  <a:lnTo>
                    <a:pt x="106182" y="251480"/>
                  </a:lnTo>
                  <a:lnTo>
                    <a:pt x="118032" y="212771"/>
                  </a:lnTo>
                  <a:lnTo>
                    <a:pt x="141890" y="176577"/>
                  </a:lnTo>
                  <a:lnTo>
                    <a:pt x="166410" y="148678"/>
                  </a:lnTo>
                  <a:lnTo>
                    <a:pt x="188129" y="123523"/>
                  </a:lnTo>
                  <a:lnTo>
                    <a:pt x="271928" y="24372"/>
                  </a:lnTo>
                  <a:lnTo>
                    <a:pt x="223340" y="1225"/>
                  </a:lnTo>
                  <a:lnTo>
                    <a:pt x="177401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2" name="object 952" descr=""/>
            <p:cNvSpPr/>
            <p:nvPr/>
          </p:nvSpPr>
          <p:spPr>
            <a:xfrm>
              <a:off x="2761759" y="10028260"/>
              <a:ext cx="157480" cy="456565"/>
            </a:xfrm>
            <a:custGeom>
              <a:avLst/>
              <a:gdLst/>
              <a:ahLst/>
              <a:cxnLst/>
              <a:rect l="l" t="t" r="r" b="b"/>
              <a:pathLst>
                <a:path w="157480" h="456565">
                  <a:moveTo>
                    <a:pt x="66727" y="0"/>
                  </a:moveTo>
                  <a:lnTo>
                    <a:pt x="64487" y="47367"/>
                  </a:lnTo>
                  <a:lnTo>
                    <a:pt x="51092" y="113997"/>
                  </a:lnTo>
                  <a:lnTo>
                    <a:pt x="37165" y="156546"/>
                  </a:lnTo>
                  <a:lnTo>
                    <a:pt x="21418" y="205778"/>
                  </a:lnTo>
                  <a:lnTo>
                    <a:pt x="7735" y="256613"/>
                  </a:lnTo>
                  <a:lnTo>
                    <a:pt x="0" y="303970"/>
                  </a:lnTo>
                  <a:lnTo>
                    <a:pt x="2097" y="342768"/>
                  </a:lnTo>
                  <a:lnTo>
                    <a:pt x="17912" y="367925"/>
                  </a:lnTo>
                  <a:lnTo>
                    <a:pt x="50095" y="391140"/>
                  </a:lnTo>
                  <a:lnTo>
                    <a:pt x="65696" y="408047"/>
                  </a:lnTo>
                  <a:lnTo>
                    <a:pt x="69101" y="426898"/>
                  </a:lnTo>
                  <a:lnTo>
                    <a:pt x="64696" y="455944"/>
                  </a:lnTo>
                  <a:lnTo>
                    <a:pt x="70162" y="451988"/>
                  </a:lnTo>
                  <a:lnTo>
                    <a:pt x="82626" y="441859"/>
                  </a:lnTo>
                  <a:lnTo>
                    <a:pt x="96187" y="428163"/>
                  </a:lnTo>
                  <a:lnTo>
                    <a:pt x="104946" y="413505"/>
                  </a:lnTo>
                  <a:lnTo>
                    <a:pt x="107530" y="400664"/>
                  </a:lnTo>
                  <a:lnTo>
                    <a:pt x="107507" y="389264"/>
                  </a:lnTo>
                  <a:lnTo>
                    <a:pt x="106387" y="377178"/>
                  </a:lnTo>
                  <a:lnTo>
                    <a:pt x="105679" y="362282"/>
                  </a:lnTo>
                  <a:lnTo>
                    <a:pt x="111945" y="346625"/>
                  </a:lnTo>
                  <a:lnTo>
                    <a:pt x="126169" y="332548"/>
                  </a:lnTo>
                  <a:lnTo>
                    <a:pt x="141491" y="318336"/>
                  </a:lnTo>
                  <a:lnTo>
                    <a:pt x="151049" y="302273"/>
                  </a:lnTo>
                  <a:lnTo>
                    <a:pt x="154935" y="284762"/>
                  </a:lnTo>
                  <a:lnTo>
                    <a:pt x="157121" y="267076"/>
                  </a:lnTo>
                  <a:lnTo>
                    <a:pt x="156563" y="248812"/>
                  </a:lnTo>
                  <a:lnTo>
                    <a:pt x="147806" y="210020"/>
                  </a:lnTo>
                  <a:lnTo>
                    <a:pt x="143203" y="162155"/>
                  </a:lnTo>
                  <a:lnTo>
                    <a:pt x="137144" y="126645"/>
                  </a:lnTo>
                  <a:lnTo>
                    <a:pt x="129459" y="93797"/>
                  </a:lnTo>
                  <a:lnTo>
                    <a:pt x="119562" y="69656"/>
                  </a:lnTo>
                  <a:lnTo>
                    <a:pt x="100852" y="42348"/>
                  </a:lnTo>
                  <a:lnTo>
                    <a:pt x="66727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3" name="object 953" descr=""/>
            <p:cNvSpPr/>
            <p:nvPr/>
          </p:nvSpPr>
          <p:spPr>
            <a:xfrm>
              <a:off x="2607740" y="9925723"/>
              <a:ext cx="283845" cy="577215"/>
            </a:xfrm>
            <a:custGeom>
              <a:avLst/>
              <a:gdLst/>
              <a:ahLst/>
              <a:cxnLst/>
              <a:rect l="l" t="t" r="r" b="b"/>
              <a:pathLst>
                <a:path w="283844" h="577215">
                  <a:moveTo>
                    <a:pt x="85230" y="0"/>
                  </a:moveTo>
                  <a:lnTo>
                    <a:pt x="43142" y="4073"/>
                  </a:lnTo>
                  <a:lnTo>
                    <a:pt x="0" y="25558"/>
                  </a:lnTo>
                  <a:lnTo>
                    <a:pt x="27986" y="61480"/>
                  </a:lnTo>
                  <a:lnTo>
                    <a:pt x="46408" y="84525"/>
                  </a:lnTo>
                  <a:lnTo>
                    <a:pt x="63450" y="104656"/>
                  </a:lnTo>
                  <a:lnTo>
                    <a:pt x="87295" y="131838"/>
                  </a:lnTo>
                  <a:lnTo>
                    <a:pt x="115715" y="171243"/>
                  </a:lnTo>
                  <a:lnTo>
                    <a:pt x="138609" y="218577"/>
                  </a:lnTo>
                  <a:lnTo>
                    <a:pt x="152380" y="269600"/>
                  </a:lnTo>
                  <a:lnTo>
                    <a:pt x="153429" y="320073"/>
                  </a:lnTo>
                  <a:lnTo>
                    <a:pt x="140519" y="360293"/>
                  </a:lnTo>
                  <a:lnTo>
                    <a:pt x="120199" y="405303"/>
                  </a:lnTo>
                  <a:lnTo>
                    <a:pt x="105358" y="451959"/>
                  </a:lnTo>
                  <a:lnTo>
                    <a:pt x="108886" y="497115"/>
                  </a:lnTo>
                  <a:lnTo>
                    <a:pt x="120944" y="532995"/>
                  </a:lnTo>
                  <a:lnTo>
                    <a:pt x="125348" y="555567"/>
                  </a:lnTo>
                  <a:lnTo>
                    <a:pt x="125497" y="567300"/>
                  </a:lnTo>
                  <a:lnTo>
                    <a:pt x="124792" y="570662"/>
                  </a:lnTo>
                  <a:lnTo>
                    <a:pt x="163708" y="577141"/>
                  </a:lnTo>
                  <a:lnTo>
                    <a:pt x="202800" y="568097"/>
                  </a:lnTo>
                  <a:lnTo>
                    <a:pt x="237231" y="520098"/>
                  </a:lnTo>
                  <a:lnTo>
                    <a:pt x="245063" y="450679"/>
                  </a:lnTo>
                  <a:lnTo>
                    <a:pt x="242139" y="413871"/>
                  </a:lnTo>
                  <a:lnTo>
                    <a:pt x="245874" y="385944"/>
                  </a:lnTo>
                  <a:lnTo>
                    <a:pt x="259422" y="367507"/>
                  </a:lnTo>
                  <a:lnTo>
                    <a:pt x="274755" y="347282"/>
                  </a:lnTo>
                  <a:lnTo>
                    <a:pt x="283844" y="313989"/>
                  </a:lnTo>
                  <a:lnTo>
                    <a:pt x="281820" y="270624"/>
                  </a:lnTo>
                  <a:lnTo>
                    <a:pt x="272045" y="227481"/>
                  </a:lnTo>
                  <a:lnTo>
                    <a:pt x="258840" y="184256"/>
                  </a:lnTo>
                  <a:lnTo>
                    <a:pt x="246526" y="140644"/>
                  </a:lnTo>
                  <a:lnTo>
                    <a:pt x="218362" y="86195"/>
                  </a:lnTo>
                  <a:lnTo>
                    <a:pt x="192829" y="56436"/>
                  </a:lnTo>
                  <a:lnTo>
                    <a:pt x="161307" y="29762"/>
                  </a:lnTo>
                  <a:lnTo>
                    <a:pt x="125030" y="9756"/>
                  </a:lnTo>
                  <a:lnTo>
                    <a:pt x="85230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4" name="object 954" descr=""/>
            <p:cNvSpPr/>
            <p:nvPr/>
          </p:nvSpPr>
          <p:spPr>
            <a:xfrm>
              <a:off x="2479890" y="9986346"/>
              <a:ext cx="339090" cy="464184"/>
            </a:xfrm>
            <a:custGeom>
              <a:avLst/>
              <a:gdLst/>
              <a:ahLst/>
              <a:cxnLst/>
              <a:rect l="l" t="t" r="r" b="b"/>
              <a:pathLst>
                <a:path w="339089" h="464184">
                  <a:moveTo>
                    <a:pt x="338963" y="266674"/>
                  </a:moveTo>
                  <a:lnTo>
                    <a:pt x="338569" y="216687"/>
                  </a:lnTo>
                  <a:lnTo>
                    <a:pt x="325450" y="166039"/>
                  </a:lnTo>
                  <a:lnTo>
                    <a:pt x="302945" y="122428"/>
                  </a:lnTo>
                  <a:lnTo>
                    <a:pt x="271424" y="76377"/>
                  </a:lnTo>
                  <a:lnTo>
                    <a:pt x="235699" y="35521"/>
                  </a:lnTo>
                  <a:lnTo>
                    <a:pt x="200609" y="7518"/>
                  </a:lnTo>
                  <a:lnTo>
                    <a:pt x="174879" y="1003"/>
                  </a:lnTo>
                  <a:lnTo>
                    <a:pt x="174891" y="0"/>
                  </a:lnTo>
                  <a:lnTo>
                    <a:pt x="172046" y="279"/>
                  </a:lnTo>
                  <a:lnTo>
                    <a:pt x="170967" y="0"/>
                  </a:lnTo>
                  <a:lnTo>
                    <a:pt x="170891" y="393"/>
                  </a:lnTo>
                  <a:lnTo>
                    <a:pt x="118275" y="16243"/>
                  </a:lnTo>
                  <a:lnTo>
                    <a:pt x="78308" y="38049"/>
                  </a:lnTo>
                  <a:lnTo>
                    <a:pt x="41592" y="68110"/>
                  </a:lnTo>
                  <a:lnTo>
                    <a:pt x="18135" y="102196"/>
                  </a:lnTo>
                  <a:lnTo>
                    <a:pt x="5181" y="140804"/>
                  </a:lnTo>
                  <a:lnTo>
                    <a:pt x="0" y="184416"/>
                  </a:lnTo>
                  <a:lnTo>
                    <a:pt x="5168" y="228307"/>
                  </a:lnTo>
                  <a:lnTo>
                    <a:pt x="17894" y="267893"/>
                  </a:lnTo>
                  <a:lnTo>
                    <a:pt x="27470" y="303898"/>
                  </a:lnTo>
                  <a:lnTo>
                    <a:pt x="23164" y="337070"/>
                  </a:lnTo>
                  <a:lnTo>
                    <a:pt x="11912" y="362369"/>
                  </a:lnTo>
                  <a:lnTo>
                    <a:pt x="7327" y="379463"/>
                  </a:lnTo>
                  <a:lnTo>
                    <a:pt x="8623" y="396176"/>
                  </a:lnTo>
                  <a:lnTo>
                    <a:pt x="15074" y="420281"/>
                  </a:lnTo>
                  <a:lnTo>
                    <a:pt x="14541" y="416039"/>
                  </a:lnTo>
                  <a:lnTo>
                    <a:pt x="15532" y="403199"/>
                  </a:lnTo>
                  <a:lnTo>
                    <a:pt x="21945" y="381546"/>
                  </a:lnTo>
                  <a:lnTo>
                    <a:pt x="37668" y="350913"/>
                  </a:lnTo>
                  <a:lnTo>
                    <a:pt x="49403" y="320573"/>
                  </a:lnTo>
                  <a:lnTo>
                    <a:pt x="46088" y="295744"/>
                  </a:lnTo>
                  <a:lnTo>
                    <a:pt x="34950" y="270116"/>
                  </a:lnTo>
                  <a:lnTo>
                    <a:pt x="23164" y="237401"/>
                  </a:lnTo>
                  <a:lnTo>
                    <a:pt x="18808" y="199301"/>
                  </a:lnTo>
                  <a:lnTo>
                    <a:pt x="28181" y="162204"/>
                  </a:lnTo>
                  <a:lnTo>
                    <a:pt x="55791" y="126758"/>
                  </a:lnTo>
                  <a:lnTo>
                    <a:pt x="106108" y="93662"/>
                  </a:lnTo>
                  <a:lnTo>
                    <a:pt x="146558" y="72440"/>
                  </a:lnTo>
                  <a:lnTo>
                    <a:pt x="167208" y="55613"/>
                  </a:lnTo>
                  <a:lnTo>
                    <a:pt x="170103" y="47180"/>
                  </a:lnTo>
                  <a:lnTo>
                    <a:pt x="171894" y="52527"/>
                  </a:lnTo>
                  <a:lnTo>
                    <a:pt x="189318" y="75120"/>
                  </a:lnTo>
                  <a:lnTo>
                    <a:pt x="211861" y="100469"/>
                  </a:lnTo>
                  <a:lnTo>
                    <a:pt x="233235" y="126784"/>
                  </a:lnTo>
                  <a:lnTo>
                    <a:pt x="248970" y="153695"/>
                  </a:lnTo>
                  <a:lnTo>
                    <a:pt x="275717" y="215176"/>
                  </a:lnTo>
                  <a:lnTo>
                    <a:pt x="295427" y="251980"/>
                  </a:lnTo>
                  <a:lnTo>
                    <a:pt x="309384" y="287997"/>
                  </a:lnTo>
                  <a:lnTo>
                    <a:pt x="308419" y="318922"/>
                  </a:lnTo>
                  <a:lnTo>
                    <a:pt x="300164" y="347332"/>
                  </a:lnTo>
                  <a:lnTo>
                    <a:pt x="292290" y="375742"/>
                  </a:lnTo>
                  <a:lnTo>
                    <a:pt x="292671" y="405993"/>
                  </a:lnTo>
                  <a:lnTo>
                    <a:pt x="300151" y="434517"/>
                  </a:lnTo>
                  <a:lnTo>
                    <a:pt x="308902" y="455726"/>
                  </a:lnTo>
                  <a:lnTo>
                    <a:pt x="313118" y="464032"/>
                  </a:lnTo>
                  <a:lnTo>
                    <a:pt x="299593" y="423227"/>
                  </a:lnTo>
                  <a:lnTo>
                    <a:pt x="295122" y="397802"/>
                  </a:lnTo>
                  <a:lnTo>
                    <a:pt x="299783" y="377126"/>
                  </a:lnTo>
                  <a:lnTo>
                    <a:pt x="313601" y="350558"/>
                  </a:lnTo>
                  <a:lnTo>
                    <a:pt x="329641" y="312470"/>
                  </a:lnTo>
                  <a:lnTo>
                    <a:pt x="338963" y="266674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55" name="object 955" descr=""/>
          <p:cNvPicPr/>
          <p:nvPr/>
        </p:nvPicPr>
        <p:blipFill>
          <a:blip r:embed="rId201" cstate="print"/>
          <a:stretch>
            <a:fillRect/>
          </a:stretch>
        </p:blipFill>
        <p:spPr>
          <a:xfrm>
            <a:off x="3389946" y="10368716"/>
            <a:ext cx="144068" cy="152542"/>
          </a:xfrm>
          <a:prstGeom prst="rect">
            <a:avLst/>
          </a:prstGeom>
        </p:spPr>
      </p:pic>
      <p:sp>
        <p:nvSpPr>
          <p:cNvPr id="956" name="object 956" descr=""/>
          <p:cNvSpPr/>
          <p:nvPr/>
        </p:nvSpPr>
        <p:spPr>
          <a:xfrm>
            <a:off x="3192157" y="10015223"/>
            <a:ext cx="142240" cy="437515"/>
          </a:xfrm>
          <a:custGeom>
            <a:avLst/>
            <a:gdLst/>
            <a:ahLst/>
            <a:cxnLst/>
            <a:rect l="l" t="t" r="r" b="b"/>
            <a:pathLst>
              <a:path w="142239" h="437515">
                <a:moveTo>
                  <a:pt x="78535" y="0"/>
                </a:moveTo>
                <a:lnTo>
                  <a:pt x="50639" y="39104"/>
                </a:lnTo>
                <a:lnTo>
                  <a:pt x="26567" y="87524"/>
                </a:lnTo>
                <a:lnTo>
                  <a:pt x="13433" y="153468"/>
                </a:lnTo>
                <a:lnTo>
                  <a:pt x="8994" y="199678"/>
                </a:lnTo>
                <a:lnTo>
                  <a:pt x="540" y="237127"/>
                </a:lnTo>
                <a:lnTo>
                  <a:pt x="5857" y="288734"/>
                </a:lnTo>
                <a:lnTo>
                  <a:pt x="29877" y="317965"/>
                </a:lnTo>
                <a:lnTo>
                  <a:pt x="43608" y="331555"/>
                </a:lnTo>
                <a:lnTo>
                  <a:pt x="49656" y="346670"/>
                </a:lnTo>
                <a:lnTo>
                  <a:pt x="48972" y="361049"/>
                </a:lnTo>
                <a:lnTo>
                  <a:pt x="47892" y="372715"/>
                </a:lnTo>
                <a:lnTo>
                  <a:pt x="47872" y="383718"/>
                </a:lnTo>
                <a:lnTo>
                  <a:pt x="71917" y="423487"/>
                </a:lnTo>
                <a:lnTo>
                  <a:pt x="89226" y="437086"/>
                </a:lnTo>
                <a:lnTo>
                  <a:pt x="79924" y="410827"/>
                </a:lnTo>
                <a:lnTo>
                  <a:pt x="80619" y="393544"/>
                </a:lnTo>
                <a:lnTo>
                  <a:pt x="94727" y="377558"/>
                </a:lnTo>
                <a:lnTo>
                  <a:pt x="125665" y="355193"/>
                </a:lnTo>
                <a:lnTo>
                  <a:pt x="142083" y="325444"/>
                </a:lnTo>
                <a:lnTo>
                  <a:pt x="141331" y="278886"/>
                </a:lnTo>
                <a:lnTo>
                  <a:pt x="129361" y="223307"/>
                </a:lnTo>
                <a:lnTo>
                  <a:pt x="112128" y="166496"/>
                </a:lnTo>
                <a:lnTo>
                  <a:pt x="95585" y="116241"/>
                </a:lnTo>
                <a:lnTo>
                  <a:pt x="85687" y="80332"/>
                </a:lnTo>
                <a:lnTo>
                  <a:pt x="80695" y="45728"/>
                </a:lnTo>
                <a:lnTo>
                  <a:pt x="78667" y="20564"/>
                </a:lnTo>
                <a:lnTo>
                  <a:pt x="78361" y="5201"/>
                </a:lnTo>
                <a:lnTo>
                  <a:pt x="78535" y="0"/>
                </a:lnTo>
                <a:close/>
              </a:path>
            </a:pathLst>
          </a:custGeom>
          <a:solidFill>
            <a:srgbClr val="885D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57" name="object 957" descr=""/>
          <p:cNvGrpSpPr/>
          <p:nvPr/>
        </p:nvGrpSpPr>
        <p:grpSpPr>
          <a:xfrm>
            <a:off x="3218510" y="9909956"/>
            <a:ext cx="495934" cy="588010"/>
            <a:chOff x="3218510" y="9909956"/>
            <a:chExt cx="495934" cy="588010"/>
          </a:xfrm>
        </p:grpSpPr>
        <p:sp>
          <p:nvSpPr>
            <p:cNvPr id="958" name="object 958" descr=""/>
            <p:cNvSpPr/>
            <p:nvPr/>
          </p:nvSpPr>
          <p:spPr>
            <a:xfrm>
              <a:off x="3572015" y="10015224"/>
              <a:ext cx="142240" cy="437515"/>
            </a:xfrm>
            <a:custGeom>
              <a:avLst/>
              <a:gdLst/>
              <a:ahLst/>
              <a:cxnLst/>
              <a:rect l="l" t="t" r="r" b="b"/>
              <a:pathLst>
                <a:path w="142239" h="437515">
                  <a:moveTo>
                    <a:pt x="63547" y="0"/>
                  </a:moveTo>
                  <a:lnTo>
                    <a:pt x="61387" y="45728"/>
                  </a:lnTo>
                  <a:lnTo>
                    <a:pt x="46498" y="116241"/>
                  </a:lnTo>
                  <a:lnTo>
                    <a:pt x="29955" y="166496"/>
                  </a:lnTo>
                  <a:lnTo>
                    <a:pt x="12722" y="223307"/>
                  </a:lnTo>
                  <a:lnTo>
                    <a:pt x="752" y="278886"/>
                  </a:lnTo>
                  <a:lnTo>
                    <a:pt x="0" y="325444"/>
                  </a:lnTo>
                  <a:lnTo>
                    <a:pt x="16418" y="355193"/>
                  </a:lnTo>
                  <a:lnTo>
                    <a:pt x="47356" y="377558"/>
                  </a:lnTo>
                  <a:lnTo>
                    <a:pt x="61464" y="393544"/>
                  </a:lnTo>
                  <a:lnTo>
                    <a:pt x="62159" y="410827"/>
                  </a:lnTo>
                  <a:lnTo>
                    <a:pt x="52857" y="437086"/>
                  </a:lnTo>
                  <a:lnTo>
                    <a:pt x="58133" y="433266"/>
                  </a:lnTo>
                  <a:lnTo>
                    <a:pt x="70165" y="423487"/>
                  </a:lnTo>
                  <a:lnTo>
                    <a:pt x="83257" y="410263"/>
                  </a:lnTo>
                  <a:lnTo>
                    <a:pt x="91714" y="396113"/>
                  </a:lnTo>
                  <a:lnTo>
                    <a:pt x="94211" y="383718"/>
                  </a:lnTo>
                  <a:lnTo>
                    <a:pt x="94191" y="372715"/>
                  </a:lnTo>
                  <a:lnTo>
                    <a:pt x="93110" y="361049"/>
                  </a:lnTo>
                  <a:lnTo>
                    <a:pt x="92426" y="346670"/>
                  </a:lnTo>
                  <a:lnTo>
                    <a:pt x="98475" y="331555"/>
                  </a:lnTo>
                  <a:lnTo>
                    <a:pt x="112206" y="317965"/>
                  </a:lnTo>
                  <a:lnTo>
                    <a:pt x="126997" y="304243"/>
                  </a:lnTo>
                  <a:lnTo>
                    <a:pt x="136226" y="288734"/>
                  </a:lnTo>
                  <a:lnTo>
                    <a:pt x="139975" y="271828"/>
                  </a:lnTo>
                  <a:lnTo>
                    <a:pt x="142083" y="254756"/>
                  </a:lnTo>
                  <a:lnTo>
                    <a:pt x="141543" y="237127"/>
                  </a:lnTo>
                  <a:lnTo>
                    <a:pt x="133089" y="199678"/>
                  </a:lnTo>
                  <a:lnTo>
                    <a:pt x="128650" y="153468"/>
                  </a:lnTo>
                  <a:lnTo>
                    <a:pt x="122802" y="119190"/>
                  </a:lnTo>
                  <a:lnTo>
                    <a:pt x="115515" y="87524"/>
                  </a:lnTo>
                  <a:lnTo>
                    <a:pt x="106914" y="64554"/>
                  </a:lnTo>
                  <a:lnTo>
                    <a:pt x="91443" y="39104"/>
                  </a:lnTo>
                  <a:lnTo>
                    <a:pt x="63547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9" name="object 959" descr=""/>
            <p:cNvSpPr/>
            <p:nvPr/>
          </p:nvSpPr>
          <p:spPr>
            <a:xfrm>
              <a:off x="3218510" y="9909956"/>
              <a:ext cx="469265" cy="588010"/>
            </a:xfrm>
            <a:custGeom>
              <a:avLst/>
              <a:gdLst/>
              <a:ahLst/>
              <a:cxnLst/>
              <a:rect l="l" t="t" r="r" b="b"/>
              <a:pathLst>
                <a:path w="469264" h="588009">
                  <a:moveTo>
                    <a:pt x="198056" y="0"/>
                  </a:moveTo>
                  <a:lnTo>
                    <a:pt x="150655" y="11796"/>
                  </a:lnTo>
                  <a:lnTo>
                    <a:pt x="108504" y="38127"/>
                  </a:lnTo>
                  <a:lnTo>
                    <a:pt x="73851" y="72458"/>
                  </a:lnTo>
                  <a:lnTo>
                    <a:pt x="48940" y="108253"/>
                  </a:lnTo>
                  <a:lnTo>
                    <a:pt x="24136" y="181078"/>
                  </a:lnTo>
                  <a:lnTo>
                    <a:pt x="11389" y="222808"/>
                  </a:lnTo>
                  <a:lnTo>
                    <a:pt x="1952" y="264462"/>
                  </a:lnTo>
                  <a:lnTo>
                    <a:pt x="0" y="306333"/>
                  </a:lnTo>
                  <a:lnTo>
                    <a:pt x="8770" y="338473"/>
                  </a:lnTo>
                  <a:lnTo>
                    <a:pt x="23569" y="357997"/>
                  </a:lnTo>
                  <a:lnTo>
                    <a:pt x="36649" y="375793"/>
                  </a:lnTo>
                  <a:lnTo>
                    <a:pt x="40260" y="402749"/>
                  </a:lnTo>
                  <a:lnTo>
                    <a:pt x="37438" y="438282"/>
                  </a:lnTo>
                  <a:lnTo>
                    <a:pt x="38140" y="473159"/>
                  </a:lnTo>
                  <a:lnTo>
                    <a:pt x="60647" y="532630"/>
                  </a:lnTo>
                  <a:lnTo>
                    <a:pt x="113501" y="568057"/>
                  </a:lnTo>
                  <a:lnTo>
                    <a:pt x="166528" y="581142"/>
                  </a:lnTo>
                  <a:lnTo>
                    <a:pt x="235388" y="586808"/>
                  </a:lnTo>
                  <a:lnTo>
                    <a:pt x="273109" y="587893"/>
                  </a:lnTo>
                  <a:lnTo>
                    <a:pt x="304262" y="586513"/>
                  </a:lnTo>
                  <a:lnTo>
                    <a:pt x="356604" y="570770"/>
                  </a:lnTo>
                  <a:lnTo>
                    <a:pt x="408584" y="532630"/>
                  </a:lnTo>
                  <a:lnTo>
                    <a:pt x="431095" y="473159"/>
                  </a:lnTo>
                  <a:lnTo>
                    <a:pt x="431794" y="438282"/>
                  </a:lnTo>
                  <a:lnTo>
                    <a:pt x="428971" y="402749"/>
                  </a:lnTo>
                  <a:lnTo>
                    <a:pt x="432582" y="375793"/>
                  </a:lnTo>
                  <a:lnTo>
                    <a:pt x="445663" y="357997"/>
                  </a:lnTo>
                  <a:lnTo>
                    <a:pt x="460465" y="338473"/>
                  </a:lnTo>
                  <a:lnTo>
                    <a:pt x="469242" y="306333"/>
                  </a:lnTo>
                  <a:lnTo>
                    <a:pt x="467289" y="264462"/>
                  </a:lnTo>
                  <a:lnTo>
                    <a:pt x="457851" y="222808"/>
                  </a:lnTo>
                  <a:lnTo>
                    <a:pt x="445101" y="181078"/>
                  </a:lnTo>
                  <a:lnTo>
                    <a:pt x="433211" y="138977"/>
                  </a:lnTo>
                  <a:lnTo>
                    <a:pt x="418504" y="104348"/>
                  </a:lnTo>
                  <a:lnTo>
                    <a:pt x="390060" y="65100"/>
                  </a:lnTo>
                  <a:lnTo>
                    <a:pt x="350495" y="30197"/>
                  </a:lnTo>
                  <a:lnTo>
                    <a:pt x="302424" y="8601"/>
                  </a:lnTo>
                  <a:lnTo>
                    <a:pt x="248463" y="9274"/>
                  </a:lnTo>
                  <a:lnTo>
                    <a:pt x="198056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0" name="object 960" descr=""/>
            <p:cNvSpPr/>
            <p:nvPr/>
          </p:nvSpPr>
          <p:spPr>
            <a:xfrm>
              <a:off x="3268497" y="9918909"/>
              <a:ext cx="397510" cy="440690"/>
            </a:xfrm>
            <a:custGeom>
              <a:avLst/>
              <a:gdLst/>
              <a:ahLst/>
              <a:cxnLst/>
              <a:rect l="l" t="t" r="r" b="b"/>
              <a:pathLst>
                <a:path w="397510" h="440690">
                  <a:moveTo>
                    <a:pt x="198335" y="266"/>
                  </a:moveTo>
                  <a:lnTo>
                    <a:pt x="158318" y="2133"/>
                  </a:lnTo>
                  <a:lnTo>
                    <a:pt x="118795" y="11074"/>
                  </a:lnTo>
                  <a:lnTo>
                    <a:pt x="75590" y="31229"/>
                  </a:lnTo>
                  <a:lnTo>
                    <a:pt x="40157" y="60248"/>
                  </a:lnTo>
                  <a:lnTo>
                    <a:pt x="17513" y="93154"/>
                  </a:lnTo>
                  <a:lnTo>
                    <a:pt x="5003" y="130416"/>
                  </a:lnTo>
                  <a:lnTo>
                    <a:pt x="0" y="172529"/>
                  </a:lnTo>
                  <a:lnTo>
                    <a:pt x="4991" y="214909"/>
                  </a:lnTo>
                  <a:lnTo>
                    <a:pt x="17284" y="253123"/>
                  </a:lnTo>
                  <a:lnTo>
                    <a:pt x="26517" y="287883"/>
                  </a:lnTo>
                  <a:lnTo>
                    <a:pt x="22364" y="319900"/>
                  </a:lnTo>
                  <a:lnTo>
                    <a:pt x="11506" y="344322"/>
                  </a:lnTo>
                  <a:lnTo>
                    <a:pt x="7073" y="360832"/>
                  </a:lnTo>
                  <a:lnTo>
                    <a:pt x="8331" y="376948"/>
                  </a:lnTo>
                  <a:lnTo>
                    <a:pt x="14554" y="400227"/>
                  </a:lnTo>
                  <a:lnTo>
                    <a:pt x="14033" y="396138"/>
                  </a:lnTo>
                  <a:lnTo>
                    <a:pt x="14998" y="383730"/>
                  </a:lnTo>
                  <a:lnTo>
                    <a:pt x="21196" y="362839"/>
                  </a:lnTo>
                  <a:lnTo>
                    <a:pt x="36360" y="333260"/>
                  </a:lnTo>
                  <a:lnTo>
                    <a:pt x="47688" y="303974"/>
                  </a:lnTo>
                  <a:lnTo>
                    <a:pt x="44500" y="279996"/>
                  </a:lnTo>
                  <a:lnTo>
                    <a:pt x="33743" y="255270"/>
                  </a:lnTo>
                  <a:lnTo>
                    <a:pt x="22364" y="223685"/>
                  </a:lnTo>
                  <a:lnTo>
                    <a:pt x="27457" y="162598"/>
                  </a:lnTo>
                  <a:lnTo>
                    <a:pt x="47891" y="129044"/>
                  </a:lnTo>
                  <a:lnTo>
                    <a:pt x="80264" y="82105"/>
                  </a:lnTo>
                  <a:lnTo>
                    <a:pt x="110172" y="39509"/>
                  </a:lnTo>
                  <a:lnTo>
                    <a:pt x="158140" y="6261"/>
                  </a:lnTo>
                  <a:lnTo>
                    <a:pt x="198335" y="266"/>
                  </a:lnTo>
                  <a:close/>
                </a:path>
                <a:path w="397510" h="440690">
                  <a:moveTo>
                    <a:pt x="397217" y="249986"/>
                  </a:moveTo>
                  <a:lnTo>
                    <a:pt x="396824" y="201739"/>
                  </a:lnTo>
                  <a:lnTo>
                    <a:pt x="384162" y="152844"/>
                  </a:lnTo>
                  <a:lnTo>
                    <a:pt x="358622" y="111544"/>
                  </a:lnTo>
                  <a:lnTo>
                    <a:pt x="319087" y="68999"/>
                  </a:lnTo>
                  <a:lnTo>
                    <a:pt x="273735" y="31838"/>
                  </a:lnTo>
                  <a:lnTo>
                    <a:pt x="230759" y="6718"/>
                  </a:lnTo>
                  <a:lnTo>
                    <a:pt x="198335" y="266"/>
                  </a:lnTo>
                  <a:lnTo>
                    <a:pt x="202463" y="10731"/>
                  </a:lnTo>
                  <a:lnTo>
                    <a:pt x="209651" y="19062"/>
                  </a:lnTo>
                  <a:lnTo>
                    <a:pt x="225107" y="29629"/>
                  </a:lnTo>
                  <a:lnTo>
                    <a:pt x="254050" y="46786"/>
                  </a:lnTo>
                  <a:lnTo>
                    <a:pt x="268592" y="55079"/>
                  </a:lnTo>
                  <a:lnTo>
                    <a:pt x="285788" y="66128"/>
                  </a:lnTo>
                  <a:lnTo>
                    <a:pt x="304304" y="81648"/>
                  </a:lnTo>
                  <a:lnTo>
                    <a:pt x="322808" y="103301"/>
                  </a:lnTo>
                  <a:lnTo>
                    <a:pt x="333679" y="131102"/>
                  </a:lnTo>
                  <a:lnTo>
                    <a:pt x="336435" y="163182"/>
                  </a:lnTo>
                  <a:lnTo>
                    <a:pt x="340474" y="198462"/>
                  </a:lnTo>
                  <a:lnTo>
                    <a:pt x="368668" y="270586"/>
                  </a:lnTo>
                  <a:lnTo>
                    <a:pt x="367715" y="300443"/>
                  </a:lnTo>
                  <a:lnTo>
                    <a:pt x="359752" y="327863"/>
                  </a:lnTo>
                  <a:lnTo>
                    <a:pt x="352145" y="355295"/>
                  </a:lnTo>
                  <a:lnTo>
                    <a:pt x="352513" y="384505"/>
                  </a:lnTo>
                  <a:lnTo>
                    <a:pt x="359727" y="412038"/>
                  </a:lnTo>
                  <a:lnTo>
                    <a:pt x="368185" y="432498"/>
                  </a:lnTo>
                  <a:lnTo>
                    <a:pt x="372249" y="440524"/>
                  </a:lnTo>
                  <a:lnTo>
                    <a:pt x="359194" y="401129"/>
                  </a:lnTo>
                  <a:lnTo>
                    <a:pt x="354888" y="376593"/>
                  </a:lnTo>
                  <a:lnTo>
                    <a:pt x="359384" y="356628"/>
                  </a:lnTo>
                  <a:lnTo>
                    <a:pt x="372732" y="330974"/>
                  </a:lnTo>
                  <a:lnTo>
                    <a:pt x="388213" y="294208"/>
                  </a:lnTo>
                  <a:lnTo>
                    <a:pt x="397217" y="249986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1" name="object 961" descr=""/>
          <p:cNvGrpSpPr/>
          <p:nvPr/>
        </p:nvGrpSpPr>
        <p:grpSpPr>
          <a:xfrm>
            <a:off x="3981480" y="9883172"/>
            <a:ext cx="488315" cy="641985"/>
            <a:chOff x="3981480" y="9883172"/>
            <a:chExt cx="488315" cy="641985"/>
          </a:xfrm>
        </p:grpSpPr>
        <p:sp>
          <p:nvSpPr>
            <p:cNvPr id="962" name="object 962" descr=""/>
            <p:cNvSpPr/>
            <p:nvPr/>
          </p:nvSpPr>
          <p:spPr>
            <a:xfrm>
              <a:off x="4155806" y="9994449"/>
              <a:ext cx="273050" cy="433070"/>
            </a:xfrm>
            <a:custGeom>
              <a:avLst/>
              <a:gdLst/>
              <a:ahLst/>
              <a:cxnLst/>
              <a:rect l="l" t="t" r="r" b="b"/>
              <a:pathLst>
                <a:path w="273050" h="433070">
                  <a:moveTo>
                    <a:pt x="152851" y="0"/>
                  </a:moveTo>
                  <a:lnTo>
                    <a:pt x="88379" y="5858"/>
                  </a:lnTo>
                  <a:lnTo>
                    <a:pt x="36025" y="15879"/>
                  </a:lnTo>
                  <a:lnTo>
                    <a:pt x="9083" y="51817"/>
                  </a:lnTo>
                  <a:lnTo>
                    <a:pt x="4671" y="113273"/>
                  </a:lnTo>
                  <a:lnTo>
                    <a:pt x="1132" y="177428"/>
                  </a:lnTo>
                  <a:lnTo>
                    <a:pt x="0" y="214559"/>
                  </a:lnTo>
                  <a:lnTo>
                    <a:pt x="3951" y="241181"/>
                  </a:lnTo>
                  <a:lnTo>
                    <a:pt x="12647" y="283024"/>
                  </a:lnTo>
                  <a:lnTo>
                    <a:pt x="23092" y="324185"/>
                  </a:lnTo>
                  <a:lnTo>
                    <a:pt x="49382" y="366864"/>
                  </a:lnTo>
                  <a:lnTo>
                    <a:pt x="78976" y="394658"/>
                  </a:lnTo>
                  <a:lnTo>
                    <a:pt x="107974" y="420544"/>
                  </a:lnTo>
                  <a:lnTo>
                    <a:pt x="123273" y="432919"/>
                  </a:lnTo>
                  <a:lnTo>
                    <a:pt x="124826" y="429173"/>
                  </a:lnTo>
                  <a:lnTo>
                    <a:pt x="123458" y="418317"/>
                  </a:lnTo>
                  <a:lnTo>
                    <a:pt x="122382" y="406149"/>
                  </a:lnTo>
                  <a:lnTo>
                    <a:pt x="124812" y="398469"/>
                  </a:lnTo>
                  <a:lnTo>
                    <a:pt x="147561" y="396590"/>
                  </a:lnTo>
                  <a:lnTo>
                    <a:pt x="191314" y="395394"/>
                  </a:lnTo>
                  <a:lnTo>
                    <a:pt x="235069" y="391060"/>
                  </a:lnTo>
                  <a:lnTo>
                    <a:pt x="264931" y="332929"/>
                  </a:lnTo>
                  <a:lnTo>
                    <a:pt x="269200" y="286146"/>
                  </a:lnTo>
                  <a:lnTo>
                    <a:pt x="272934" y="224820"/>
                  </a:lnTo>
                  <a:lnTo>
                    <a:pt x="265073" y="156457"/>
                  </a:lnTo>
                  <a:lnTo>
                    <a:pt x="244084" y="84883"/>
                  </a:lnTo>
                  <a:lnTo>
                    <a:pt x="222384" y="28468"/>
                  </a:lnTo>
                  <a:lnTo>
                    <a:pt x="212391" y="5581"/>
                  </a:lnTo>
                  <a:lnTo>
                    <a:pt x="152851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3" name="object 963" descr=""/>
            <p:cNvPicPr/>
            <p:nvPr/>
          </p:nvPicPr>
          <p:blipFill>
            <a:blip r:embed="rId202" cstate="print"/>
            <a:stretch>
              <a:fillRect/>
            </a:stretch>
          </p:blipFill>
          <p:spPr>
            <a:xfrm>
              <a:off x="4132223" y="10360428"/>
              <a:ext cx="154602" cy="164181"/>
            </a:xfrm>
            <a:prstGeom prst="rect">
              <a:avLst/>
            </a:prstGeom>
          </p:spPr>
        </p:pic>
        <p:sp>
          <p:nvSpPr>
            <p:cNvPr id="964" name="object 964" descr=""/>
            <p:cNvSpPr/>
            <p:nvPr/>
          </p:nvSpPr>
          <p:spPr>
            <a:xfrm>
              <a:off x="3981475" y="9988442"/>
              <a:ext cx="488315" cy="437515"/>
            </a:xfrm>
            <a:custGeom>
              <a:avLst/>
              <a:gdLst/>
              <a:ahLst/>
              <a:cxnLst/>
              <a:rect l="l" t="t" r="r" b="b"/>
              <a:pathLst>
                <a:path w="488314" h="437515">
                  <a:moveTo>
                    <a:pt x="132905" y="325450"/>
                  </a:moveTo>
                  <a:lnTo>
                    <a:pt x="132194" y="278892"/>
                  </a:lnTo>
                  <a:lnTo>
                    <a:pt x="121005" y="223316"/>
                  </a:lnTo>
                  <a:lnTo>
                    <a:pt x="104889" y="166497"/>
                  </a:lnTo>
                  <a:lnTo>
                    <a:pt x="89408" y="116243"/>
                  </a:lnTo>
                  <a:lnTo>
                    <a:pt x="80149" y="80340"/>
                  </a:lnTo>
                  <a:lnTo>
                    <a:pt x="75488" y="45732"/>
                  </a:lnTo>
                  <a:lnTo>
                    <a:pt x="73583" y="20574"/>
                  </a:lnTo>
                  <a:lnTo>
                    <a:pt x="73291" y="5207"/>
                  </a:lnTo>
                  <a:lnTo>
                    <a:pt x="73456" y="0"/>
                  </a:lnTo>
                  <a:lnTo>
                    <a:pt x="47371" y="39116"/>
                  </a:lnTo>
                  <a:lnTo>
                    <a:pt x="24853" y="87528"/>
                  </a:lnTo>
                  <a:lnTo>
                    <a:pt x="12560" y="153479"/>
                  </a:lnTo>
                  <a:lnTo>
                    <a:pt x="8407" y="199682"/>
                  </a:lnTo>
                  <a:lnTo>
                    <a:pt x="508" y="237134"/>
                  </a:lnTo>
                  <a:lnTo>
                    <a:pt x="5486" y="288734"/>
                  </a:lnTo>
                  <a:lnTo>
                    <a:pt x="27952" y="317969"/>
                  </a:lnTo>
                  <a:lnTo>
                    <a:pt x="40792" y="331558"/>
                  </a:lnTo>
                  <a:lnTo>
                    <a:pt x="46456" y="346659"/>
                  </a:lnTo>
                  <a:lnTo>
                    <a:pt x="45808" y="361048"/>
                  </a:lnTo>
                  <a:lnTo>
                    <a:pt x="44805" y="372719"/>
                  </a:lnTo>
                  <a:lnTo>
                    <a:pt x="44780" y="383730"/>
                  </a:lnTo>
                  <a:lnTo>
                    <a:pt x="67271" y="423494"/>
                  </a:lnTo>
                  <a:lnTo>
                    <a:pt x="83464" y="437095"/>
                  </a:lnTo>
                  <a:lnTo>
                    <a:pt x="74764" y="410832"/>
                  </a:lnTo>
                  <a:lnTo>
                    <a:pt x="75412" y="393547"/>
                  </a:lnTo>
                  <a:lnTo>
                    <a:pt x="88607" y="377558"/>
                  </a:lnTo>
                  <a:lnTo>
                    <a:pt x="117538" y="355193"/>
                  </a:lnTo>
                  <a:lnTo>
                    <a:pt x="132905" y="325450"/>
                  </a:lnTo>
                  <a:close/>
                </a:path>
                <a:path w="488314" h="437515">
                  <a:moveTo>
                    <a:pt x="488200" y="254762"/>
                  </a:moveTo>
                  <a:lnTo>
                    <a:pt x="487705" y="237134"/>
                  </a:lnTo>
                  <a:lnTo>
                    <a:pt x="479793" y="199682"/>
                  </a:lnTo>
                  <a:lnTo>
                    <a:pt x="475640" y="153479"/>
                  </a:lnTo>
                  <a:lnTo>
                    <a:pt x="463359" y="87528"/>
                  </a:lnTo>
                  <a:lnTo>
                    <a:pt x="440842" y="39116"/>
                  </a:lnTo>
                  <a:lnTo>
                    <a:pt x="414743" y="0"/>
                  </a:lnTo>
                  <a:lnTo>
                    <a:pt x="414909" y="5207"/>
                  </a:lnTo>
                  <a:lnTo>
                    <a:pt x="414616" y="20574"/>
                  </a:lnTo>
                  <a:lnTo>
                    <a:pt x="412724" y="45732"/>
                  </a:lnTo>
                  <a:lnTo>
                    <a:pt x="408051" y="80340"/>
                  </a:lnTo>
                  <a:lnTo>
                    <a:pt x="398792" y="116243"/>
                  </a:lnTo>
                  <a:lnTo>
                    <a:pt x="383324" y="166497"/>
                  </a:lnTo>
                  <a:lnTo>
                    <a:pt x="367195" y="223316"/>
                  </a:lnTo>
                  <a:lnTo>
                    <a:pt x="356006" y="278892"/>
                  </a:lnTo>
                  <a:lnTo>
                    <a:pt x="355307" y="325450"/>
                  </a:lnTo>
                  <a:lnTo>
                    <a:pt x="370662" y="355193"/>
                  </a:lnTo>
                  <a:lnTo>
                    <a:pt x="399592" y="377558"/>
                  </a:lnTo>
                  <a:lnTo>
                    <a:pt x="412788" y="393547"/>
                  </a:lnTo>
                  <a:lnTo>
                    <a:pt x="413448" y="410832"/>
                  </a:lnTo>
                  <a:lnTo>
                    <a:pt x="404749" y="437095"/>
                  </a:lnTo>
                  <a:lnTo>
                    <a:pt x="409676" y="433273"/>
                  </a:lnTo>
                  <a:lnTo>
                    <a:pt x="420941" y="423494"/>
                  </a:lnTo>
                  <a:lnTo>
                    <a:pt x="433184" y="410273"/>
                  </a:lnTo>
                  <a:lnTo>
                    <a:pt x="441096" y="396125"/>
                  </a:lnTo>
                  <a:lnTo>
                    <a:pt x="443420" y="383730"/>
                  </a:lnTo>
                  <a:lnTo>
                    <a:pt x="443407" y="372719"/>
                  </a:lnTo>
                  <a:lnTo>
                    <a:pt x="442391" y="361048"/>
                  </a:lnTo>
                  <a:lnTo>
                    <a:pt x="441744" y="346659"/>
                  </a:lnTo>
                  <a:lnTo>
                    <a:pt x="447408" y="331558"/>
                  </a:lnTo>
                  <a:lnTo>
                    <a:pt x="460248" y="317969"/>
                  </a:lnTo>
                  <a:lnTo>
                    <a:pt x="474091" y="304253"/>
                  </a:lnTo>
                  <a:lnTo>
                    <a:pt x="482727" y="288734"/>
                  </a:lnTo>
                  <a:lnTo>
                    <a:pt x="486232" y="271830"/>
                  </a:lnTo>
                  <a:lnTo>
                    <a:pt x="488200" y="254762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5" name="object 965" descr=""/>
            <p:cNvSpPr/>
            <p:nvPr/>
          </p:nvSpPr>
          <p:spPr>
            <a:xfrm>
              <a:off x="4006129" y="9883172"/>
              <a:ext cx="439420" cy="588010"/>
            </a:xfrm>
            <a:custGeom>
              <a:avLst/>
              <a:gdLst/>
              <a:ahLst/>
              <a:cxnLst/>
              <a:rect l="l" t="t" r="r" b="b"/>
              <a:pathLst>
                <a:path w="439420" h="588009">
                  <a:moveTo>
                    <a:pt x="185254" y="0"/>
                  </a:moveTo>
                  <a:lnTo>
                    <a:pt x="140918" y="11796"/>
                  </a:lnTo>
                  <a:lnTo>
                    <a:pt x="101494" y="38127"/>
                  </a:lnTo>
                  <a:lnTo>
                    <a:pt x="69081" y="72458"/>
                  </a:lnTo>
                  <a:lnTo>
                    <a:pt x="45782" y="108253"/>
                  </a:lnTo>
                  <a:lnTo>
                    <a:pt x="22575" y="181078"/>
                  </a:lnTo>
                  <a:lnTo>
                    <a:pt x="10651" y="222808"/>
                  </a:lnTo>
                  <a:lnTo>
                    <a:pt x="1825" y="264462"/>
                  </a:lnTo>
                  <a:lnTo>
                    <a:pt x="0" y="306333"/>
                  </a:lnTo>
                  <a:lnTo>
                    <a:pt x="8209" y="338469"/>
                  </a:lnTo>
                  <a:lnTo>
                    <a:pt x="22055" y="357993"/>
                  </a:lnTo>
                  <a:lnTo>
                    <a:pt x="34289" y="375791"/>
                  </a:lnTo>
                  <a:lnTo>
                    <a:pt x="37663" y="402749"/>
                  </a:lnTo>
                  <a:lnTo>
                    <a:pt x="35021" y="438282"/>
                  </a:lnTo>
                  <a:lnTo>
                    <a:pt x="35676" y="473159"/>
                  </a:lnTo>
                  <a:lnTo>
                    <a:pt x="56731" y="532630"/>
                  </a:lnTo>
                  <a:lnTo>
                    <a:pt x="106165" y="568057"/>
                  </a:lnTo>
                  <a:lnTo>
                    <a:pt x="155764" y="581142"/>
                  </a:lnTo>
                  <a:lnTo>
                    <a:pt x="220173" y="586808"/>
                  </a:lnTo>
                  <a:lnTo>
                    <a:pt x="255456" y="587893"/>
                  </a:lnTo>
                  <a:lnTo>
                    <a:pt x="284598" y="586513"/>
                  </a:lnTo>
                  <a:lnTo>
                    <a:pt x="333556" y="570770"/>
                  </a:lnTo>
                  <a:lnTo>
                    <a:pt x="382176" y="532630"/>
                  </a:lnTo>
                  <a:lnTo>
                    <a:pt x="403235" y="473159"/>
                  </a:lnTo>
                  <a:lnTo>
                    <a:pt x="403888" y="438282"/>
                  </a:lnTo>
                  <a:lnTo>
                    <a:pt x="401244" y="402749"/>
                  </a:lnTo>
                  <a:lnTo>
                    <a:pt x="404624" y="375791"/>
                  </a:lnTo>
                  <a:lnTo>
                    <a:pt x="416860" y="357993"/>
                  </a:lnTo>
                  <a:lnTo>
                    <a:pt x="430703" y="338469"/>
                  </a:lnTo>
                  <a:lnTo>
                    <a:pt x="438908" y="306333"/>
                  </a:lnTo>
                  <a:lnTo>
                    <a:pt x="437082" y="264462"/>
                  </a:lnTo>
                  <a:lnTo>
                    <a:pt x="428256" y="222808"/>
                  </a:lnTo>
                  <a:lnTo>
                    <a:pt x="416332" y="181078"/>
                  </a:lnTo>
                  <a:lnTo>
                    <a:pt x="405212" y="138977"/>
                  </a:lnTo>
                  <a:lnTo>
                    <a:pt x="391457" y="104348"/>
                  </a:lnTo>
                  <a:lnTo>
                    <a:pt x="364851" y="65100"/>
                  </a:lnTo>
                  <a:lnTo>
                    <a:pt x="327842" y="30197"/>
                  </a:lnTo>
                  <a:lnTo>
                    <a:pt x="282876" y="8601"/>
                  </a:lnTo>
                  <a:lnTo>
                    <a:pt x="232401" y="9274"/>
                  </a:lnTo>
                  <a:lnTo>
                    <a:pt x="185254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6" name="object 966" descr=""/>
            <p:cNvSpPr/>
            <p:nvPr/>
          </p:nvSpPr>
          <p:spPr>
            <a:xfrm>
              <a:off x="4052887" y="9892125"/>
              <a:ext cx="372110" cy="440690"/>
            </a:xfrm>
            <a:custGeom>
              <a:avLst/>
              <a:gdLst/>
              <a:ahLst/>
              <a:cxnLst/>
              <a:rect l="l" t="t" r="r" b="b"/>
              <a:pathLst>
                <a:path w="372110" h="440690">
                  <a:moveTo>
                    <a:pt x="185508" y="266"/>
                  </a:moveTo>
                  <a:lnTo>
                    <a:pt x="111112" y="11074"/>
                  </a:lnTo>
                  <a:lnTo>
                    <a:pt x="70713" y="31229"/>
                  </a:lnTo>
                  <a:lnTo>
                    <a:pt x="37566" y="60248"/>
                  </a:lnTo>
                  <a:lnTo>
                    <a:pt x="16370" y="93154"/>
                  </a:lnTo>
                  <a:lnTo>
                    <a:pt x="4673" y="130416"/>
                  </a:lnTo>
                  <a:lnTo>
                    <a:pt x="0" y="172529"/>
                  </a:lnTo>
                  <a:lnTo>
                    <a:pt x="4673" y="214909"/>
                  </a:lnTo>
                  <a:lnTo>
                    <a:pt x="16167" y="253123"/>
                  </a:lnTo>
                  <a:lnTo>
                    <a:pt x="24815" y="287883"/>
                  </a:lnTo>
                  <a:lnTo>
                    <a:pt x="20916" y="319900"/>
                  </a:lnTo>
                  <a:lnTo>
                    <a:pt x="10756" y="344322"/>
                  </a:lnTo>
                  <a:lnTo>
                    <a:pt x="6604" y="360832"/>
                  </a:lnTo>
                  <a:lnTo>
                    <a:pt x="7785" y="376961"/>
                  </a:lnTo>
                  <a:lnTo>
                    <a:pt x="13601" y="400227"/>
                  </a:lnTo>
                  <a:lnTo>
                    <a:pt x="13131" y="396138"/>
                  </a:lnTo>
                  <a:lnTo>
                    <a:pt x="14033" y="383743"/>
                  </a:lnTo>
                  <a:lnTo>
                    <a:pt x="19824" y="362839"/>
                  </a:lnTo>
                  <a:lnTo>
                    <a:pt x="34010" y="333260"/>
                  </a:lnTo>
                  <a:lnTo>
                    <a:pt x="44602" y="303974"/>
                  </a:lnTo>
                  <a:lnTo>
                    <a:pt x="41617" y="280009"/>
                  </a:lnTo>
                  <a:lnTo>
                    <a:pt x="31559" y="255270"/>
                  </a:lnTo>
                  <a:lnTo>
                    <a:pt x="20916" y="223685"/>
                  </a:lnTo>
                  <a:lnTo>
                    <a:pt x="25679" y="162610"/>
                  </a:lnTo>
                  <a:lnTo>
                    <a:pt x="44792" y="129044"/>
                  </a:lnTo>
                  <a:lnTo>
                    <a:pt x="75082" y="82105"/>
                  </a:lnTo>
                  <a:lnTo>
                    <a:pt x="103047" y="39509"/>
                  </a:lnTo>
                  <a:lnTo>
                    <a:pt x="147916" y="6261"/>
                  </a:lnTo>
                  <a:lnTo>
                    <a:pt x="185508" y="266"/>
                  </a:lnTo>
                  <a:close/>
                </a:path>
                <a:path w="372110" h="440690">
                  <a:moveTo>
                    <a:pt x="371538" y="249999"/>
                  </a:moveTo>
                  <a:lnTo>
                    <a:pt x="371182" y="201739"/>
                  </a:lnTo>
                  <a:lnTo>
                    <a:pt x="359333" y="152844"/>
                  </a:lnTo>
                  <a:lnTo>
                    <a:pt x="335445" y="111544"/>
                  </a:lnTo>
                  <a:lnTo>
                    <a:pt x="298462" y="68999"/>
                  </a:lnTo>
                  <a:lnTo>
                    <a:pt x="256044" y="31838"/>
                  </a:lnTo>
                  <a:lnTo>
                    <a:pt x="215849" y="6718"/>
                  </a:lnTo>
                  <a:lnTo>
                    <a:pt x="185508" y="266"/>
                  </a:lnTo>
                  <a:lnTo>
                    <a:pt x="189382" y="10731"/>
                  </a:lnTo>
                  <a:lnTo>
                    <a:pt x="196100" y="19075"/>
                  </a:lnTo>
                  <a:lnTo>
                    <a:pt x="210553" y="29629"/>
                  </a:lnTo>
                  <a:lnTo>
                    <a:pt x="237629" y="46786"/>
                  </a:lnTo>
                  <a:lnTo>
                    <a:pt x="251231" y="55079"/>
                  </a:lnTo>
                  <a:lnTo>
                    <a:pt x="267322" y="66141"/>
                  </a:lnTo>
                  <a:lnTo>
                    <a:pt x="284645" y="81648"/>
                  </a:lnTo>
                  <a:lnTo>
                    <a:pt x="301955" y="103314"/>
                  </a:lnTo>
                  <a:lnTo>
                    <a:pt x="312115" y="131102"/>
                  </a:lnTo>
                  <a:lnTo>
                    <a:pt x="314693" y="163195"/>
                  </a:lnTo>
                  <a:lnTo>
                    <a:pt x="318465" y="198462"/>
                  </a:lnTo>
                  <a:lnTo>
                    <a:pt x="344830" y="270586"/>
                  </a:lnTo>
                  <a:lnTo>
                    <a:pt x="343954" y="300443"/>
                  </a:lnTo>
                  <a:lnTo>
                    <a:pt x="336499" y="327863"/>
                  </a:lnTo>
                  <a:lnTo>
                    <a:pt x="329399" y="355295"/>
                  </a:lnTo>
                  <a:lnTo>
                    <a:pt x="329730" y="384505"/>
                  </a:lnTo>
                  <a:lnTo>
                    <a:pt x="336473" y="412038"/>
                  </a:lnTo>
                  <a:lnTo>
                    <a:pt x="344385" y="432511"/>
                  </a:lnTo>
                  <a:lnTo>
                    <a:pt x="348195" y="440524"/>
                  </a:lnTo>
                  <a:lnTo>
                    <a:pt x="335978" y="401129"/>
                  </a:lnTo>
                  <a:lnTo>
                    <a:pt x="331952" y="376593"/>
                  </a:lnTo>
                  <a:lnTo>
                    <a:pt x="336156" y="356628"/>
                  </a:lnTo>
                  <a:lnTo>
                    <a:pt x="348627" y="330974"/>
                  </a:lnTo>
                  <a:lnTo>
                    <a:pt x="363118" y="294208"/>
                  </a:lnTo>
                  <a:lnTo>
                    <a:pt x="371538" y="249999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7" name="object 967" descr=""/>
          <p:cNvGrpSpPr/>
          <p:nvPr/>
        </p:nvGrpSpPr>
        <p:grpSpPr>
          <a:xfrm>
            <a:off x="852687" y="9977070"/>
            <a:ext cx="521970" cy="577850"/>
            <a:chOff x="852687" y="9977070"/>
            <a:chExt cx="521970" cy="577850"/>
          </a:xfrm>
        </p:grpSpPr>
        <p:sp>
          <p:nvSpPr>
            <p:cNvPr id="968" name="object 968" descr=""/>
            <p:cNvSpPr/>
            <p:nvPr/>
          </p:nvSpPr>
          <p:spPr>
            <a:xfrm>
              <a:off x="945596" y="10235840"/>
              <a:ext cx="321945" cy="267335"/>
            </a:xfrm>
            <a:custGeom>
              <a:avLst/>
              <a:gdLst/>
              <a:ahLst/>
              <a:cxnLst/>
              <a:rect l="l" t="t" r="r" b="b"/>
              <a:pathLst>
                <a:path w="321944" h="267334">
                  <a:moveTo>
                    <a:pt x="286785" y="0"/>
                  </a:moveTo>
                  <a:lnTo>
                    <a:pt x="239504" y="2532"/>
                  </a:lnTo>
                  <a:lnTo>
                    <a:pt x="178156" y="13517"/>
                  </a:lnTo>
                  <a:lnTo>
                    <a:pt x="113137" y="29686"/>
                  </a:lnTo>
                  <a:lnTo>
                    <a:pt x="54841" y="47770"/>
                  </a:lnTo>
                  <a:lnTo>
                    <a:pt x="13663" y="64498"/>
                  </a:lnTo>
                  <a:lnTo>
                    <a:pt x="0" y="76602"/>
                  </a:lnTo>
                  <a:lnTo>
                    <a:pt x="27199" y="143996"/>
                  </a:lnTo>
                  <a:lnTo>
                    <a:pt x="43096" y="181440"/>
                  </a:lnTo>
                  <a:lnTo>
                    <a:pt x="65579" y="220398"/>
                  </a:lnTo>
                  <a:lnTo>
                    <a:pt x="101078" y="249124"/>
                  </a:lnTo>
                  <a:lnTo>
                    <a:pt x="192161" y="267116"/>
                  </a:lnTo>
                  <a:lnTo>
                    <a:pt x="232618" y="264746"/>
                  </a:lnTo>
                  <a:lnTo>
                    <a:pt x="259124" y="244541"/>
                  </a:lnTo>
                  <a:lnTo>
                    <a:pt x="287132" y="201289"/>
                  </a:lnTo>
                  <a:lnTo>
                    <a:pt x="312054" y="144779"/>
                  </a:lnTo>
                  <a:lnTo>
                    <a:pt x="321554" y="91108"/>
                  </a:lnTo>
                  <a:lnTo>
                    <a:pt x="319460" y="44502"/>
                  </a:lnTo>
                  <a:lnTo>
                    <a:pt x="309603" y="9190"/>
                  </a:lnTo>
                  <a:lnTo>
                    <a:pt x="286785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9" name="object 969" descr=""/>
            <p:cNvPicPr/>
            <p:nvPr/>
          </p:nvPicPr>
          <p:blipFill>
            <a:blip r:embed="rId203" cstate="print"/>
            <a:stretch>
              <a:fillRect/>
            </a:stretch>
          </p:blipFill>
          <p:spPr>
            <a:xfrm>
              <a:off x="1050446" y="10397645"/>
              <a:ext cx="148341" cy="157076"/>
            </a:xfrm>
            <a:prstGeom prst="rect">
              <a:avLst/>
            </a:prstGeom>
          </p:spPr>
        </p:pic>
        <p:sp>
          <p:nvSpPr>
            <p:cNvPr id="970" name="object 970" descr=""/>
            <p:cNvSpPr/>
            <p:nvPr/>
          </p:nvSpPr>
          <p:spPr>
            <a:xfrm>
              <a:off x="945972" y="10215988"/>
              <a:ext cx="337820" cy="116839"/>
            </a:xfrm>
            <a:custGeom>
              <a:avLst/>
              <a:gdLst/>
              <a:ahLst/>
              <a:cxnLst/>
              <a:rect l="l" t="t" r="r" b="b"/>
              <a:pathLst>
                <a:path w="337819" h="116840">
                  <a:moveTo>
                    <a:pt x="56654" y="116840"/>
                  </a:moveTo>
                  <a:lnTo>
                    <a:pt x="49491" y="88290"/>
                  </a:lnTo>
                  <a:lnTo>
                    <a:pt x="46126" y="67957"/>
                  </a:lnTo>
                  <a:lnTo>
                    <a:pt x="45631" y="46101"/>
                  </a:lnTo>
                  <a:lnTo>
                    <a:pt x="47129" y="12979"/>
                  </a:lnTo>
                  <a:lnTo>
                    <a:pt x="26758" y="4000"/>
                  </a:lnTo>
                  <a:lnTo>
                    <a:pt x="15468" y="0"/>
                  </a:lnTo>
                  <a:lnTo>
                    <a:pt x="9220" y="114"/>
                  </a:lnTo>
                  <a:lnTo>
                    <a:pt x="3962" y="3441"/>
                  </a:lnTo>
                  <a:lnTo>
                    <a:pt x="76" y="19621"/>
                  </a:lnTo>
                  <a:lnTo>
                    <a:pt x="0" y="50025"/>
                  </a:lnTo>
                  <a:lnTo>
                    <a:pt x="2794" y="81419"/>
                  </a:lnTo>
                  <a:lnTo>
                    <a:pt x="7493" y="100533"/>
                  </a:lnTo>
                  <a:lnTo>
                    <a:pt x="18161" y="107899"/>
                  </a:lnTo>
                  <a:lnTo>
                    <a:pt x="34721" y="112966"/>
                  </a:lnTo>
                  <a:lnTo>
                    <a:pt x="49961" y="115900"/>
                  </a:lnTo>
                  <a:lnTo>
                    <a:pt x="56654" y="116840"/>
                  </a:lnTo>
                  <a:close/>
                </a:path>
                <a:path w="337819" h="116840">
                  <a:moveTo>
                    <a:pt x="337807" y="50025"/>
                  </a:moveTo>
                  <a:lnTo>
                    <a:pt x="337743" y="19621"/>
                  </a:lnTo>
                  <a:lnTo>
                    <a:pt x="333857" y="3441"/>
                  </a:lnTo>
                  <a:lnTo>
                    <a:pt x="328587" y="114"/>
                  </a:lnTo>
                  <a:lnTo>
                    <a:pt x="322338" y="0"/>
                  </a:lnTo>
                  <a:lnTo>
                    <a:pt x="311048" y="4000"/>
                  </a:lnTo>
                  <a:lnTo>
                    <a:pt x="290677" y="12979"/>
                  </a:lnTo>
                  <a:lnTo>
                    <a:pt x="292188" y="46101"/>
                  </a:lnTo>
                  <a:lnTo>
                    <a:pt x="291693" y="67957"/>
                  </a:lnTo>
                  <a:lnTo>
                    <a:pt x="288315" y="88290"/>
                  </a:lnTo>
                  <a:lnTo>
                    <a:pt x="281165" y="116840"/>
                  </a:lnTo>
                  <a:lnTo>
                    <a:pt x="287845" y="115900"/>
                  </a:lnTo>
                  <a:lnTo>
                    <a:pt x="303085" y="112966"/>
                  </a:lnTo>
                  <a:lnTo>
                    <a:pt x="319659" y="107899"/>
                  </a:lnTo>
                  <a:lnTo>
                    <a:pt x="330327" y="100533"/>
                  </a:lnTo>
                  <a:lnTo>
                    <a:pt x="335013" y="81419"/>
                  </a:lnTo>
                  <a:lnTo>
                    <a:pt x="337807" y="50025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1" name="object 971" descr=""/>
            <p:cNvSpPr/>
            <p:nvPr/>
          </p:nvSpPr>
          <p:spPr>
            <a:xfrm>
              <a:off x="972403" y="10056359"/>
              <a:ext cx="283845" cy="400050"/>
            </a:xfrm>
            <a:custGeom>
              <a:avLst/>
              <a:gdLst/>
              <a:ahLst/>
              <a:cxnLst/>
              <a:rect l="l" t="t" r="r" b="b"/>
              <a:pathLst>
                <a:path w="283844" h="400050">
                  <a:moveTo>
                    <a:pt x="113341" y="0"/>
                  </a:moveTo>
                  <a:lnTo>
                    <a:pt x="56912" y="7450"/>
                  </a:lnTo>
                  <a:lnTo>
                    <a:pt x="10010" y="29045"/>
                  </a:lnTo>
                  <a:lnTo>
                    <a:pt x="3187" y="105815"/>
                  </a:lnTo>
                  <a:lnTo>
                    <a:pt x="676" y="160684"/>
                  </a:lnTo>
                  <a:lnTo>
                    <a:pt x="0" y="193156"/>
                  </a:lnTo>
                  <a:lnTo>
                    <a:pt x="2959" y="216501"/>
                  </a:lnTo>
                  <a:lnTo>
                    <a:pt x="17626" y="287037"/>
                  </a:lnTo>
                  <a:lnTo>
                    <a:pt x="43318" y="327123"/>
                  </a:lnTo>
                  <a:lnTo>
                    <a:pt x="74899" y="356861"/>
                  </a:lnTo>
                  <a:lnTo>
                    <a:pt x="105917" y="384799"/>
                  </a:lnTo>
                  <a:lnTo>
                    <a:pt x="144797" y="399874"/>
                  </a:lnTo>
                  <a:lnTo>
                    <a:pt x="159328" y="399104"/>
                  </a:lnTo>
                  <a:lnTo>
                    <a:pt x="217429" y="353190"/>
                  </a:lnTo>
                  <a:lnTo>
                    <a:pt x="249087" y="321166"/>
                  </a:lnTo>
                  <a:lnTo>
                    <a:pt x="270217" y="278199"/>
                  </a:lnTo>
                  <a:lnTo>
                    <a:pt x="281603" y="200816"/>
                  </a:lnTo>
                  <a:lnTo>
                    <a:pt x="283708" y="169460"/>
                  </a:lnTo>
                  <a:lnTo>
                    <a:pt x="281981" y="130138"/>
                  </a:lnTo>
                  <a:lnTo>
                    <a:pt x="278846" y="80720"/>
                  </a:lnTo>
                  <a:lnTo>
                    <a:pt x="274494" y="20512"/>
                  </a:lnTo>
                  <a:lnTo>
                    <a:pt x="222812" y="9307"/>
                  </a:lnTo>
                  <a:lnTo>
                    <a:pt x="171304" y="2138"/>
                  </a:lnTo>
                  <a:lnTo>
                    <a:pt x="113341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2" name="object 972" descr=""/>
            <p:cNvSpPr/>
            <p:nvPr/>
          </p:nvSpPr>
          <p:spPr>
            <a:xfrm>
              <a:off x="852687" y="10080335"/>
              <a:ext cx="142240" cy="437515"/>
            </a:xfrm>
            <a:custGeom>
              <a:avLst/>
              <a:gdLst/>
              <a:ahLst/>
              <a:cxnLst/>
              <a:rect l="l" t="t" r="r" b="b"/>
              <a:pathLst>
                <a:path w="142240" h="437515">
                  <a:moveTo>
                    <a:pt x="78534" y="0"/>
                  </a:moveTo>
                  <a:lnTo>
                    <a:pt x="50638" y="39104"/>
                  </a:lnTo>
                  <a:lnTo>
                    <a:pt x="26566" y="87524"/>
                  </a:lnTo>
                  <a:lnTo>
                    <a:pt x="13431" y="153468"/>
                  </a:lnTo>
                  <a:lnTo>
                    <a:pt x="8992" y="199678"/>
                  </a:lnTo>
                  <a:lnTo>
                    <a:pt x="538" y="237127"/>
                  </a:lnTo>
                  <a:lnTo>
                    <a:pt x="5866" y="288734"/>
                  </a:lnTo>
                  <a:lnTo>
                    <a:pt x="29877" y="317965"/>
                  </a:lnTo>
                  <a:lnTo>
                    <a:pt x="43607" y="331555"/>
                  </a:lnTo>
                  <a:lnTo>
                    <a:pt x="49655" y="346670"/>
                  </a:lnTo>
                  <a:lnTo>
                    <a:pt x="48971" y="361049"/>
                  </a:lnTo>
                  <a:lnTo>
                    <a:pt x="47891" y="372715"/>
                  </a:lnTo>
                  <a:lnTo>
                    <a:pt x="47870" y="383718"/>
                  </a:lnTo>
                  <a:lnTo>
                    <a:pt x="71916" y="423487"/>
                  </a:lnTo>
                  <a:lnTo>
                    <a:pt x="89225" y="437086"/>
                  </a:lnTo>
                  <a:lnTo>
                    <a:pt x="79922" y="410827"/>
                  </a:lnTo>
                  <a:lnTo>
                    <a:pt x="80617" y="393544"/>
                  </a:lnTo>
                  <a:lnTo>
                    <a:pt x="94726" y="377558"/>
                  </a:lnTo>
                  <a:lnTo>
                    <a:pt x="125663" y="355193"/>
                  </a:lnTo>
                  <a:lnTo>
                    <a:pt x="142085" y="325444"/>
                  </a:lnTo>
                  <a:lnTo>
                    <a:pt x="141334" y="278886"/>
                  </a:lnTo>
                  <a:lnTo>
                    <a:pt x="129363" y="223307"/>
                  </a:lnTo>
                  <a:lnTo>
                    <a:pt x="112129" y="166496"/>
                  </a:lnTo>
                  <a:lnTo>
                    <a:pt x="95584" y="116241"/>
                  </a:lnTo>
                  <a:lnTo>
                    <a:pt x="85685" y="80332"/>
                  </a:lnTo>
                  <a:lnTo>
                    <a:pt x="80694" y="45728"/>
                  </a:lnTo>
                  <a:lnTo>
                    <a:pt x="78666" y="20564"/>
                  </a:lnTo>
                  <a:lnTo>
                    <a:pt x="78360" y="5201"/>
                  </a:lnTo>
                  <a:lnTo>
                    <a:pt x="78534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3" name="object 973" descr=""/>
            <p:cNvSpPr/>
            <p:nvPr/>
          </p:nvSpPr>
          <p:spPr>
            <a:xfrm>
              <a:off x="879040" y="9977070"/>
              <a:ext cx="275590" cy="560070"/>
            </a:xfrm>
            <a:custGeom>
              <a:avLst/>
              <a:gdLst/>
              <a:ahLst/>
              <a:cxnLst/>
              <a:rect l="l" t="t" r="r" b="b"/>
              <a:pathLst>
                <a:path w="275590" h="560070">
                  <a:moveTo>
                    <a:pt x="181297" y="0"/>
                  </a:moveTo>
                  <a:lnTo>
                    <a:pt x="138435" y="15859"/>
                  </a:lnTo>
                  <a:lnTo>
                    <a:pt x="100663" y="42763"/>
                  </a:lnTo>
                  <a:lnTo>
                    <a:pt x="69794" y="75437"/>
                  </a:lnTo>
                  <a:lnTo>
                    <a:pt x="47642" y="108600"/>
                  </a:lnTo>
                  <a:lnTo>
                    <a:pt x="24136" y="179077"/>
                  </a:lnTo>
                  <a:lnTo>
                    <a:pt x="11389" y="220808"/>
                  </a:lnTo>
                  <a:lnTo>
                    <a:pt x="1952" y="262462"/>
                  </a:lnTo>
                  <a:lnTo>
                    <a:pt x="0" y="304333"/>
                  </a:lnTo>
                  <a:lnTo>
                    <a:pt x="8771" y="336467"/>
                  </a:lnTo>
                  <a:lnTo>
                    <a:pt x="23573" y="355988"/>
                  </a:lnTo>
                  <a:lnTo>
                    <a:pt x="36654" y="373786"/>
                  </a:lnTo>
                  <a:lnTo>
                    <a:pt x="40260" y="400749"/>
                  </a:lnTo>
                  <a:lnTo>
                    <a:pt x="37436" y="436281"/>
                  </a:lnTo>
                  <a:lnTo>
                    <a:pt x="38136" y="471159"/>
                  </a:lnTo>
                  <a:lnTo>
                    <a:pt x="60647" y="530630"/>
                  </a:lnTo>
                  <a:lnTo>
                    <a:pt x="92677" y="558603"/>
                  </a:lnTo>
                  <a:lnTo>
                    <a:pt x="112286" y="559670"/>
                  </a:lnTo>
                  <a:lnTo>
                    <a:pt x="144812" y="555194"/>
                  </a:lnTo>
                  <a:lnTo>
                    <a:pt x="141843" y="550458"/>
                  </a:lnTo>
                  <a:lnTo>
                    <a:pt x="136953" y="535852"/>
                  </a:lnTo>
                  <a:lnTo>
                    <a:pt x="136171" y="510782"/>
                  </a:lnTo>
                  <a:lnTo>
                    <a:pt x="145524" y="474652"/>
                  </a:lnTo>
                  <a:lnTo>
                    <a:pt x="154647" y="431897"/>
                  </a:lnTo>
                  <a:lnTo>
                    <a:pt x="151767" y="389046"/>
                  </a:lnTo>
                  <a:lnTo>
                    <a:pt x="140771" y="348652"/>
                  </a:lnTo>
                  <a:lnTo>
                    <a:pt x="125545" y="313265"/>
                  </a:lnTo>
                  <a:lnTo>
                    <a:pt x="114836" y="278941"/>
                  </a:lnTo>
                  <a:lnTo>
                    <a:pt x="115029" y="241778"/>
                  </a:lnTo>
                  <a:lnTo>
                    <a:pt x="126469" y="204409"/>
                  </a:lnTo>
                  <a:lnTo>
                    <a:pt x="149503" y="169468"/>
                  </a:lnTo>
                  <a:lnTo>
                    <a:pt x="173168" y="142535"/>
                  </a:lnTo>
                  <a:lnTo>
                    <a:pt x="194134" y="118251"/>
                  </a:lnTo>
                  <a:lnTo>
                    <a:pt x="275038" y="22530"/>
                  </a:lnTo>
                  <a:lnTo>
                    <a:pt x="227436" y="464"/>
                  </a:lnTo>
                  <a:lnTo>
                    <a:pt x="181297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4" name="object 974" descr=""/>
            <p:cNvSpPr/>
            <p:nvPr/>
          </p:nvSpPr>
          <p:spPr>
            <a:xfrm>
              <a:off x="1232541" y="10080335"/>
              <a:ext cx="142240" cy="437515"/>
            </a:xfrm>
            <a:custGeom>
              <a:avLst/>
              <a:gdLst/>
              <a:ahLst/>
              <a:cxnLst/>
              <a:rect l="l" t="t" r="r" b="b"/>
              <a:pathLst>
                <a:path w="142240" h="437515">
                  <a:moveTo>
                    <a:pt x="63551" y="0"/>
                  </a:moveTo>
                  <a:lnTo>
                    <a:pt x="61391" y="45728"/>
                  </a:lnTo>
                  <a:lnTo>
                    <a:pt x="46501" y="116241"/>
                  </a:lnTo>
                  <a:lnTo>
                    <a:pt x="29956" y="166496"/>
                  </a:lnTo>
                  <a:lnTo>
                    <a:pt x="12722" y="223307"/>
                  </a:lnTo>
                  <a:lnTo>
                    <a:pt x="751" y="278886"/>
                  </a:lnTo>
                  <a:lnTo>
                    <a:pt x="0" y="325444"/>
                  </a:lnTo>
                  <a:lnTo>
                    <a:pt x="16422" y="355193"/>
                  </a:lnTo>
                  <a:lnTo>
                    <a:pt x="47359" y="377558"/>
                  </a:lnTo>
                  <a:lnTo>
                    <a:pt x="61467" y="393544"/>
                  </a:lnTo>
                  <a:lnTo>
                    <a:pt x="62162" y="410827"/>
                  </a:lnTo>
                  <a:lnTo>
                    <a:pt x="52860" y="437086"/>
                  </a:lnTo>
                  <a:lnTo>
                    <a:pt x="58137" y="433266"/>
                  </a:lnTo>
                  <a:lnTo>
                    <a:pt x="70169" y="423487"/>
                  </a:lnTo>
                  <a:lnTo>
                    <a:pt x="83261" y="410263"/>
                  </a:lnTo>
                  <a:lnTo>
                    <a:pt x="91718" y="396113"/>
                  </a:lnTo>
                  <a:lnTo>
                    <a:pt x="94214" y="383718"/>
                  </a:lnTo>
                  <a:lnTo>
                    <a:pt x="94194" y="372715"/>
                  </a:lnTo>
                  <a:lnTo>
                    <a:pt x="93114" y="361049"/>
                  </a:lnTo>
                  <a:lnTo>
                    <a:pt x="92430" y="346670"/>
                  </a:lnTo>
                  <a:lnTo>
                    <a:pt x="98478" y="331555"/>
                  </a:lnTo>
                  <a:lnTo>
                    <a:pt x="112209" y="317965"/>
                  </a:lnTo>
                  <a:lnTo>
                    <a:pt x="127000" y="304243"/>
                  </a:lnTo>
                  <a:lnTo>
                    <a:pt x="136230" y="288734"/>
                  </a:lnTo>
                  <a:lnTo>
                    <a:pt x="139978" y="271828"/>
                  </a:lnTo>
                  <a:lnTo>
                    <a:pt x="142087" y="254756"/>
                  </a:lnTo>
                  <a:lnTo>
                    <a:pt x="141547" y="237127"/>
                  </a:lnTo>
                  <a:lnTo>
                    <a:pt x="133093" y="199678"/>
                  </a:lnTo>
                  <a:lnTo>
                    <a:pt x="128654" y="153468"/>
                  </a:lnTo>
                  <a:lnTo>
                    <a:pt x="122806" y="119190"/>
                  </a:lnTo>
                  <a:lnTo>
                    <a:pt x="115519" y="87524"/>
                  </a:lnTo>
                  <a:lnTo>
                    <a:pt x="106918" y="64554"/>
                  </a:lnTo>
                  <a:lnTo>
                    <a:pt x="91447" y="39104"/>
                  </a:lnTo>
                  <a:lnTo>
                    <a:pt x="63551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5" name="object 975" descr=""/>
            <p:cNvSpPr/>
            <p:nvPr/>
          </p:nvSpPr>
          <p:spPr>
            <a:xfrm>
              <a:off x="1082985" y="9982217"/>
              <a:ext cx="265430" cy="554990"/>
            </a:xfrm>
            <a:custGeom>
              <a:avLst/>
              <a:gdLst/>
              <a:ahLst/>
              <a:cxnLst/>
              <a:rect l="l" t="t" r="r" b="b"/>
              <a:pathLst>
                <a:path w="265430" h="554990">
                  <a:moveTo>
                    <a:pt x="91808" y="0"/>
                  </a:moveTo>
                  <a:lnTo>
                    <a:pt x="47062" y="1381"/>
                  </a:lnTo>
                  <a:lnTo>
                    <a:pt x="0" y="23802"/>
                  </a:lnTo>
                  <a:lnTo>
                    <a:pt x="27014" y="58483"/>
                  </a:lnTo>
                  <a:lnTo>
                    <a:pt x="44798" y="80731"/>
                  </a:lnTo>
                  <a:lnTo>
                    <a:pt x="61253" y="100166"/>
                  </a:lnTo>
                  <a:lnTo>
                    <a:pt x="84280" y="126407"/>
                  </a:lnTo>
                  <a:lnTo>
                    <a:pt x="111715" y="164447"/>
                  </a:lnTo>
                  <a:lnTo>
                    <a:pt x="133815" y="210140"/>
                  </a:lnTo>
                  <a:lnTo>
                    <a:pt x="147107" y="259394"/>
                  </a:lnTo>
                  <a:lnTo>
                    <a:pt x="148121" y="308118"/>
                  </a:lnTo>
                  <a:lnTo>
                    <a:pt x="135659" y="346953"/>
                  </a:lnTo>
                  <a:lnTo>
                    <a:pt x="116040" y="390409"/>
                  </a:lnTo>
                  <a:lnTo>
                    <a:pt x="101711" y="435452"/>
                  </a:lnTo>
                  <a:lnTo>
                    <a:pt x="105117" y="479045"/>
                  </a:lnTo>
                  <a:lnTo>
                    <a:pt x="116756" y="513682"/>
                  </a:lnTo>
                  <a:lnTo>
                    <a:pt x="121006" y="535470"/>
                  </a:lnTo>
                  <a:lnTo>
                    <a:pt x="121149" y="546793"/>
                  </a:lnTo>
                  <a:lnTo>
                    <a:pt x="120467" y="550038"/>
                  </a:lnTo>
                  <a:lnTo>
                    <a:pt x="152993" y="554513"/>
                  </a:lnTo>
                  <a:lnTo>
                    <a:pt x="204642" y="525473"/>
                  </a:lnTo>
                  <a:lnTo>
                    <a:pt x="227150" y="466011"/>
                  </a:lnTo>
                  <a:lnTo>
                    <a:pt x="227852" y="431135"/>
                  </a:lnTo>
                  <a:lnTo>
                    <a:pt x="225029" y="395603"/>
                  </a:lnTo>
                  <a:lnTo>
                    <a:pt x="228636" y="368640"/>
                  </a:lnTo>
                  <a:lnTo>
                    <a:pt x="241716" y="350841"/>
                  </a:lnTo>
                  <a:lnTo>
                    <a:pt x="256518" y="331316"/>
                  </a:lnTo>
                  <a:lnTo>
                    <a:pt x="265290" y="299176"/>
                  </a:lnTo>
                  <a:lnTo>
                    <a:pt x="263337" y="257311"/>
                  </a:lnTo>
                  <a:lnTo>
                    <a:pt x="253900" y="215660"/>
                  </a:lnTo>
                  <a:lnTo>
                    <a:pt x="241153" y="173931"/>
                  </a:lnTo>
                  <a:lnTo>
                    <a:pt x="229270" y="131831"/>
                  </a:lnTo>
                  <a:lnTo>
                    <a:pt x="218188" y="103810"/>
                  </a:lnTo>
                  <a:lnTo>
                    <a:pt x="197428" y="71563"/>
                  </a:lnTo>
                  <a:lnTo>
                    <a:pt x="168463" y="40144"/>
                  </a:lnTo>
                  <a:lnTo>
                    <a:pt x="132766" y="14605"/>
                  </a:lnTo>
                  <a:lnTo>
                    <a:pt x="91808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6" name="object 976" descr=""/>
            <p:cNvSpPr/>
            <p:nvPr/>
          </p:nvSpPr>
          <p:spPr>
            <a:xfrm>
              <a:off x="959561" y="10039877"/>
              <a:ext cx="327660" cy="448309"/>
            </a:xfrm>
            <a:custGeom>
              <a:avLst/>
              <a:gdLst/>
              <a:ahLst/>
              <a:cxnLst/>
              <a:rect l="l" t="t" r="r" b="b"/>
              <a:pathLst>
                <a:path w="327659" h="448309">
                  <a:moveTo>
                    <a:pt x="327240" y="257429"/>
                  </a:moveTo>
                  <a:lnTo>
                    <a:pt x="326847" y="209181"/>
                  </a:lnTo>
                  <a:lnTo>
                    <a:pt x="314185" y="160286"/>
                  </a:lnTo>
                  <a:lnTo>
                    <a:pt x="292468" y="118186"/>
                  </a:lnTo>
                  <a:lnTo>
                    <a:pt x="262026" y="73723"/>
                  </a:lnTo>
                  <a:lnTo>
                    <a:pt x="227545" y="34290"/>
                  </a:lnTo>
                  <a:lnTo>
                    <a:pt x="193662" y="7251"/>
                  </a:lnTo>
                  <a:lnTo>
                    <a:pt x="168833" y="965"/>
                  </a:lnTo>
                  <a:lnTo>
                    <a:pt x="168846" y="0"/>
                  </a:lnTo>
                  <a:lnTo>
                    <a:pt x="166090" y="266"/>
                  </a:lnTo>
                  <a:lnTo>
                    <a:pt x="165049" y="0"/>
                  </a:lnTo>
                  <a:lnTo>
                    <a:pt x="164973" y="381"/>
                  </a:lnTo>
                  <a:lnTo>
                    <a:pt x="114185" y="15671"/>
                  </a:lnTo>
                  <a:lnTo>
                    <a:pt x="75590" y="36728"/>
                  </a:lnTo>
                  <a:lnTo>
                    <a:pt x="40157" y="65747"/>
                  </a:lnTo>
                  <a:lnTo>
                    <a:pt x="17513" y="98653"/>
                  </a:lnTo>
                  <a:lnTo>
                    <a:pt x="5003" y="135915"/>
                  </a:lnTo>
                  <a:lnTo>
                    <a:pt x="0" y="178028"/>
                  </a:lnTo>
                  <a:lnTo>
                    <a:pt x="4991" y="220408"/>
                  </a:lnTo>
                  <a:lnTo>
                    <a:pt x="17272" y="258622"/>
                  </a:lnTo>
                  <a:lnTo>
                    <a:pt x="26517" y="293382"/>
                  </a:lnTo>
                  <a:lnTo>
                    <a:pt x="22352" y="325399"/>
                  </a:lnTo>
                  <a:lnTo>
                    <a:pt x="11493" y="349821"/>
                  </a:lnTo>
                  <a:lnTo>
                    <a:pt x="7061" y="366331"/>
                  </a:lnTo>
                  <a:lnTo>
                    <a:pt x="8318" y="382460"/>
                  </a:lnTo>
                  <a:lnTo>
                    <a:pt x="14541" y="405726"/>
                  </a:lnTo>
                  <a:lnTo>
                    <a:pt x="14033" y="401637"/>
                  </a:lnTo>
                  <a:lnTo>
                    <a:pt x="14998" y="389242"/>
                  </a:lnTo>
                  <a:lnTo>
                    <a:pt x="21183" y="368338"/>
                  </a:lnTo>
                  <a:lnTo>
                    <a:pt x="36360" y="338759"/>
                  </a:lnTo>
                  <a:lnTo>
                    <a:pt x="47688" y="309473"/>
                  </a:lnTo>
                  <a:lnTo>
                    <a:pt x="44500" y="285496"/>
                  </a:lnTo>
                  <a:lnTo>
                    <a:pt x="33743" y="260769"/>
                  </a:lnTo>
                  <a:lnTo>
                    <a:pt x="22352" y="229171"/>
                  </a:lnTo>
                  <a:lnTo>
                    <a:pt x="27216" y="156578"/>
                  </a:lnTo>
                  <a:lnTo>
                    <a:pt x="53848" y="122377"/>
                  </a:lnTo>
                  <a:lnTo>
                    <a:pt x="102438" y="90424"/>
                  </a:lnTo>
                  <a:lnTo>
                    <a:pt x="141490" y="69938"/>
                  </a:lnTo>
                  <a:lnTo>
                    <a:pt x="161417" y="53682"/>
                  </a:lnTo>
                  <a:lnTo>
                    <a:pt x="164223" y="45529"/>
                  </a:lnTo>
                  <a:lnTo>
                    <a:pt x="165950" y="50698"/>
                  </a:lnTo>
                  <a:lnTo>
                    <a:pt x="182765" y="72517"/>
                  </a:lnTo>
                  <a:lnTo>
                    <a:pt x="204533" y="96989"/>
                  </a:lnTo>
                  <a:lnTo>
                    <a:pt x="225171" y="122389"/>
                  </a:lnTo>
                  <a:lnTo>
                    <a:pt x="240347" y="148374"/>
                  </a:lnTo>
                  <a:lnTo>
                    <a:pt x="266179" y="207721"/>
                  </a:lnTo>
                  <a:lnTo>
                    <a:pt x="285203" y="243255"/>
                  </a:lnTo>
                  <a:lnTo>
                    <a:pt x="298691" y="278015"/>
                  </a:lnTo>
                  <a:lnTo>
                    <a:pt x="297751" y="307886"/>
                  </a:lnTo>
                  <a:lnTo>
                    <a:pt x="289775" y="335292"/>
                  </a:lnTo>
                  <a:lnTo>
                    <a:pt x="282181" y="362724"/>
                  </a:lnTo>
                  <a:lnTo>
                    <a:pt x="282536" y="391947"/>
                  </a:lnTo>
                  <a:lnTo>
                    <a:pt x="289763" y="419481"/>
                  </a:lnTo>
                  <a:lnTo>
                    <a:pt x="298208" y="439940"/>
                  </a:lnTo>
                  <a:lnTo>
                    <a:pt x="302285" y="447967"/>
                  </a:lnTo>
                  <a:lnTo>
                    <a:pt x="289217" y="408571"/>
                  </a:lnTo>
                  <a:lnTo>
                    <a:pt x="284911" y="384035"/>
                  </a:lnTo>
                  <a:lnTo>
                    <a:pt x="289407" y="364070"/>
                  </a:lnTo>
                  <a:lnTo>
                    <a:pt x="302742" y="338416"/>
                  </a:lnTo>
                  <a:lnTo>
                    <a:pt x="318236" y="301637"/>
                  </a:lnTo>
                  <a:lnTo>
                    <a:pt x="327240" y="257429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77" name="object 977" descr=""/>
          <p:cNvGrpSpPr/>
          <p:nvPr/>
        </p:nvGrpSpPr>
        <p:grpSpPr>
          <a:xfrm>
            <a:off x="1678871" y="9944426"/>
            <a:ext cx="476250" cy="603885"/>
            <a:chOff x="1678871" y="9944426"/>
            <a:chExt cx="476250" cy="603885"/>
          </a:xfrm>
        </p:grpSpPr>
        <p:pic>
          <p:nvPicPr>
            <p:cNvPr id="978" name="object 978" descr=""/>
            <p:cNvPicPr/>
            <p:nvPr/>
          </p:nvPicPr>
          <p:blipFill>
            <a:blip r:embed="rId204" cstate="print"/>
            <a:stretch>
              <a:fillRect/>
            </a:stretch>
          </p:blipFill>
          <p:spPr>
            <a:xfrm>
              <a:off x="1782299" y="10335220"/>
              <a:ext cx="167052" cy="212465"/>
            </a:xfrm>
            <a:prstGeom prst="rect">
              <a:avLst/>
            </a:prstGeom>
          </p:spPr>
        </p:pic>
        <p:sp>
          <p:nvSpPr>
            <p:cNvPr id="979" name="object 979" descr=""/>
            <p:cNvSpPr/>
            <p:nvPr/>
          </p:nvSpPr>
          <p:spPr>
            <a:xfrm>
              <a:off x="1678863" y="10028014"/>
              <a:ext cx="295275" cy="411480"/>
            </a:xfrm>
            <a:custGeom>
              <a:avLst/>
              <a:gdLst/>
              <a:ahLst/>
              <a:cxnLst/>
              <a:rect l="l" t="t" r="r" b="b"/>
              <a:pathLst>
                <a:path w="295275" h="411479">
                  <a:moveTo>
                    <a:pt x="294830" y="151218"/>
                  </a:moveTo>
                  <a:lnTo>
                    <a:pt x="288112" y="112229"/>
                  </a:lnTo>
                  <a:lnTo>
                    <a:pt x="274548" y="68287"/>
                  </a:lnTo>
                  <a:lnTo>
                    <a:pt x="261213" y="32397"/>
                  </a:lnTo>
                  <a:lnTo>
                    <a:pt x="201358" y="5473"/>
                  </a:lnTo>
                  <a:lnTo>
                    <a:pt x="138798" y="0"/>
                  </a:lnTo>
                  <a:lnTo>
                    <a:pt x="83908" y="3530"/>
                  </a:lnTo>
                  <a:lnTo>
                    <a:pt x="49199" y="31394"/>
                  </a:lnTo>
                  <a:lnTo>
                    <a:pt x="38709" y="105625"/>
                  </a:lnTo>
                  <a:lnTo>
                    <a:pt x="36576" y="163410"/>
                  </a:lnTo>
                  <a:lnTo>
                    <a:pt x="33566" y="186918"/>
                  </a:lnTo>
                  <a:lnTo>
                    <a:pt x="30746" y="201028"/>
                  </a:lnTo>
                  <a:lnTo>
                    <a:pt x="29108" y="201714"/>
                  </a:lnTo>
                  <a:lnTo>
                    <a:pt x="16992" y="212305"/>
                  </a:lnTo>
                  <a:lnTo>
                    <a:pt x="5943" y="225056"/>
                  </a:lnTo>
                  <a:lnTo>
                    <a:pt x="0" y="235369"/>
                  </a:lnTo>
                  <a:lnTo>
                    <a:pt x="1206" y="244805"/>
                  </a:lnTo>
                  <a:lnTo>
                    <a:pt x="6832" y="255778"/>
                  </a:lnTo>
                  <a:lnTo>
                    <a:pt x="13792" y="264934"/>
                  </a:lnTo>
                  <a:lnTo>
                    <a:pt x="18923" y="268973"/>
                  </a:lnTo>
                  <a:lnTo>
                    <a:pt x="22275" y="287020"/>
                  </a:lnTo>
                  <a:lnTo>
                    <a:pt x="26339" y="305968"/>
                  </a:lnTo>
                  <a:lnTo>
                    <a:pt x="31203" y="326986"/>
                  </a:lnTo>
                  <a:lnTo>
                    <a:pt x="33972" y="369658"/>
                  </a:lnTo>
                  <a:lnTo>
                    <a:pt x="35902" y="392010"/>
                  </a:lnTo>
                  <a:lnTo>
                    <a:pt x="37909" y="401345"/>
                  </a:lnTo>
                  <a:lnTo>
                    <a:pt x="40894" y="404964"/>
                  </a:lnTo>
                  <a:lnTo>
                    <a:pt x="73228" y="411454"/>
                  </a:lnTo>
                  <a:lnTo>
                    <a:pt x="122097" y="406082"/>
                  </a:lnTo>
                  <a:lnTo>
                    <a:pt x="168211" y="396354"/>
                  </a:lnTo>
                  <a:lnTo>
                    <a:pt x="235546" y="360870"/>
                  </a:lnTo>
                  <a:lnTo>
                    <a:pt x="264668" y="318262"/>
                  </a:lnTo>
                  <a:lnTo>
                    <a:pt x="282397" y="268960"/>
                  </a:lnTo>
                  <a:lnTo>
                    <a:pt x="291490" y="220002"/>
                  </a:lnTo>
                  <a:lnTo>
                    <a:pt x="294716" y="178409"/>
                  </a:lnTo>
                  <a:lnTo>
                    <a:pt x="294830" y="151218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0" name="object 980" descr=""/>
            <p:cNvSpPr/>
            <p:nvPr/>
          </p:nvSpPr>
          <p:spPr>
            <a:xfrm>
              <a:off x="1898333" y="10149322"/>
              <a:ext cx="61594" cy="126364"/>
            </a:xfrm>
            <a:custGeom>
              <a:avLst/>
              <a:gdLst/>
              <a:ahLst/>
              <a:cxnLst/>
              <a:rect l="l" t="t" r="r" b="b"/>
              <a:pathLst>
                <a:path w="61594" h="126365">
                  <a:moveTo>
                    <a:pt x="44516" y="0"/>
                  </a:moveTo>
                  <a:lnTo>
                    <a:pt x="32314" y="4313"/>
                  </a:lnTo>
                  <a:lnTo>
                    <a:pt x="10292" y="14033"/>
                  </a:lnTo>
                  <a:lnTo>
                    <a:pt x="11910" y="49837"/>
                  </a:lnTo>
                  <a:lnTo>
                    <a:pt x="11377" y="73467"/>
                  </a:lnTo>
                  <a:lnTo>
                    <a:pt x="7729" y="95450"/>
                  </a:lnTo>
                  <a:lnTo>
                    <a:pt x="0" y="126312"/>
                  </a:lnTo>
                  <a:lnTo>
                    <a:pt x="7227" y="125298"/>
                  </a:lnTo>
                  <a:lnTo>
                    <a:pt x="53160" y="108690"/>
                  </a:lnTo>
                  <a:lnTo>
                    <a:pt x="61242" y="54082"/>
                  </a:lnTo>
                  <a:lnTo>
                    <a:pt x="61172" y="21211"/>
                  </a:lnTo>
                  <a:lnTo>
                    <a:pt x="56972" y="3730"/>
                  </a:lnTo>
                  <a:lnTo>
                    <a:pt x="51277" y="127"/>
                  </a:lnTo>
                  <a:lnTo>
                    <a:pt x="44516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1" name="object 981" descr=""/>
            <p:cNvSpPr/>
            <p:nvPr/>
          </p:nvSpPr>
          <p:spPr>
            <a:xfrm>
              <a:off x="1722782" y="9944426"/>
              <a:ext cx="432434" cy="589280"/>
            </a:xfrm>
            <a:custGeom>
              <a:avLst/>
              <a:gdLst/>
              <a:ahLst/>
              <a:cxnLst/>
              <a:rect l="l" t="t" r="r" b="b"/>
              <a:pathLst>
                <a:path w="432435" h="589279">
                  <a:moveTo>
                    <a:pt x="171717" y="0"/>
                  </a:moveTo>
                  <a:lnTo>
                    <a:pt x="124050" y="5336"/>
                  </a:lnTo>
                  <a:lnTo>
                    <a:pt x="79977" y="17339"/>
                  </a:lnTo>
                  <a:lnTo>
                    <a:pt x="42564" y="36354"/>
                  </a:lnTo>
                  <a:lnTo>
                    <a:pt x="14882" y="62726"/>
                  </a:lnTo>
                  <a:lnTo>
                    <a:pt x="0" y="96800"/>
                  </a:lnTo>
                  <a:lnTo>
                    <a:pt x="56173" y="161280"/>
                  </a:lnTo>
                  <a:lnTo>
                    <a:pt x="85825" y="198856"/>
                  </a:lnTo>
                  <a:lnTo>
                    <a:pt x="98792" y="224002"/>
                  </a:lnTo>
                  <a:lnTo>
                    <a:pt x="104907" y="251193"/>
                  </a:lnTo>
                  <a:lnTo>
                    <a:pt x="112181" y="302085"/>
                  </a:lnTo>
                  <a:lnTo>
                    <a:pt x="114856" y="351683"/>
                  </a:lnTo>
                  <a:lnTo>
                    <a:pt x="112200" y="400181"/>
                  </a:lnTo>
                  <a:lnTo>
                    <a:pt x="103483" y="447774"/>
                  </a:lnTo>
                  <a:lnTo>
                    <a:pt x="92980" y="496434"/>
                  </a:lnTo>
                  <a:lnTo>
                    <a:pt x="85473" y="542118"/>
                  </a:lnTo>
                  <a:lnTo>
                    <a:pt x="80966" y="576001"/>
                  </a:lnTo>
                  <a:lnTo>
                    <a:pt x="79463" y="589256"/>
                  </a:lnTo>
                  <a:lnTo>
                    <a:pt x="261395" y="573822"/>
                  </a:lnTo>
                  <a:lnTo>
                    <a:pt x="313862" y="561057"/>
                  </a:lnTo>
                  <a:lnTo>
                    <a:pt x="356198" y="536748"/>
                  </a:lnTo>
                  <a:lnTo>
                    <a:pt x="390666" y="507055"/>
                  </a:lnTo>
                  <a:lnTo>
                    <a:pt x="419526" y="478139"/>
                  </a:lnTo>
                  <a:lnTo>
                    <a:pt x="431809" y="422827"/>
                  </a:lnTo>
                  <a:lnTo>
                    <a:pt x="430302" y="376611"/>
                  </a:lnTo>
                  <a:lnTo>
                    <a:pt x="424593" y="322714"/>
                  </a:lnTo>
                  <a:lnTo>
                    <a:pt x="415354" y="264656"/>
                  </a:lnTo>
                  <a:lnTo>
                    <a:pt x="403256" y="205958"/>
                  </a:lnTo>
                  <a:lnTo>
                    <a:pt x="388972" y="150140"/>
                  </a:lnTo>
                  <a:lnTo>
                    <a:pt x="373173" y="100720"/>
                  </a:lnTo>
                  <a:lnTo>
                    <a:pt x="356533" y="61220"/>
                  </a:lnTo>
                  <a:lnTo>
                    <a:pt x="305585" y="20533"/>
                  </a:lnTo>
                  <a:lnTo>
                    <a:pt x="265553" y="7943"/>
                  </a:lnTo>
                  <a:lnTo>
                    <a:pt x="219907" y="984"/>
                  </a:lnTo>
                  <a:lnTo>
                    <a:pt x="171717" y="0"/>
                  </a:lnTo>
                  <a:close/>
                </a:path>
              </a:pathLst>
            </a:custGeom>
            <a:solidFill>
              <a:srgbClr val="9067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2" name="object 982" descr=""/>
            <p:cNvSpPr/>
            <p:nvPr/>
          </p:nvSpPr>
          <p:spPr>
            <a:xfrm>
              <a:off x="1722780" y="9949020"/>
              <a:ext cx="413384" cy="559435"/>
            </a:xfrm>
            <a:custGeom>
              <a:avLst/>
              <a:gdLst/>
              <a:ahLst/>
              <a:cxnLst/>
              <a:rect l="l" t="t" r="r" b="b"/>
              <a:pathLst>
                <a:path w="413385" h="559434">
                  <a:moveTo>
                    <a:pt x="196773" y="274218"/>
                  </a:moveTo>
                  <a:lnTo>
                    <a:pt x="190944" y="230212"/>
                  </a:lnTo>
                  <a:lnTo>
                    <a:pt x="174815" y="193281"/>
                  </a:lnTo>
                  <a:lnTo>
                    <a:pt x="149606" y="155155"/>
                  </a:lnTo>
                  <a:lnTo>
                    <a:pt x="118541" y="119989"/>
                  </a:lnTo>
                  <a:lnTo>
                    <a:pt x="84823" y="91948"/>
                  </a:lnTo>
                  <a:lnTo>
                    <a:pt x="22339" y="73901"/>
                  </a:lnTo>
                  <a:lnTo>
                    <a:pt x="0" y="92214"/>
                  </a:lnTo>
                  <a:lnTo>
                    <a:pt x="17805" y="131305"/>
                  </a:lnTo>
                  <a:lnTo>
                    <a:pt x="47828" y="174472"/>
                  </a:lnTo>
                  <a:lnTo>
                    <a:pt x="108623" y="229044"/>
                  </a:lnTo>
                  <a:lnTo>
                    <a:pt x="141071" y="262699"/>
                  </a:lnTo>
                  <a:lnTo>
                    <a:pt x="163410" y="301612"/>
                  </a:lnTo>
                  <a:lnTo>
                    <a:pt x="167779" y="347980"/>
                  </a:lnTo>
                  <a:lnTo>
                    <a:pt x="157530" y="392353"/>
                  </a:lnTo>
                  <a:lnTo>
                    <a:pt x="145618" y="427596"/>
                  </a:lnTo>
                  <a:lnTo>
                    <a:pt x="138595" y="459346"/>
                  </a:lnTo>
                  <a:lnTo>
                    <a:pt x="143040" y="493242"/>
                  </a:lnTo>
                  <a:lnTo>
                    <a:pt x="151269" y="524243"/>
                  </a:lnTo>
                  <a:lnTo>
                    <a:pt x="153327" y="544512"/>
                  </a:lnTo>
                  <a:lnTo>
                    <a:pt x="152285" y="555561"/>
                  </a:lnTo>
                  <a:lnTo>
                    <a:pt x="151257" y="558914"/>
                  </a:lnTo>
                  <a:lnTo>
                    <a:pt x="168960" y="536460"/>
                  </a:lnTo>
                  <a:lnTo>
                    <a:pt x="176695" y="515962"/>
                  </a:lnTo>
                  <a:lnTo>
                    <a:pt x="176098" y="485724"/>
                  </a:lnTo>
                  <a:lnTo>
                    <a:pt x="168821" y="433997"/>
                  </a:lnTo>
                  <a:lnTo>
                    <a:pt x="168313" y="386664"/>
                  </a:lnTo>
                  <a:lnTo>
                    <a:pt x="177876" y="347535"/>
                  </a:lnTo>
                  <a:lnTo>
                    <a:pt x="189890" y="311683"/>
                  </a:lnTo>
                  <a:lnTo>
                    <a:pt x="196773" y="274218"/>
                  </a:lnTo>
                  <a:close/>
                </a:path>
                <a:path w="413385" h="559434">
                  <a:moveTo>
                    <a:pt x="412902" y="466242"/>
                  </a:moveTo>
                  <a:lnTo>
                    <a:pt x="411899" y="418426"/>
                  </a:lnTo>
                  <a:lnTo>
                    <a:pt x="405180" y="371894"/>
                  </a:lnTo>
                  <a:lnTo>
                    <a:pt x="393306" y="342379"/>
                  </a:lnTo>
                  <a:lnTo>
                    <a:pt x="380403" y="311365"/>
                  </a:lnTo>
                  <a:lnTo>
                    <a:pt x="370586" y="260337"/>
                  </a:lnTo>
                  <a:lnTo>
                    <a:pt x="367538" y="206540"/>
                  </a:lnTo>
                  <a:lnTo>
                    <a:pt x="366191" y="154711"/>
                  </a:lnTo>
                  <a:lnTo>
                    <a:pt x="361784" y="107810"/>
                  </a:lnTo>
                  <a:lnTo>
                    <a:pt x="349554" y="68808"/>
                  </a:lnTo>
                  <a:lnTo>
                    <a:pt x="279895" y="19037"/>
                  </a:lnTo>
                  <a:lnTo>
                    <a:pt x="234505" y="6756"/>
                  </a:lnTo>
                  <a:lnTo>
                    <a:pt x="185216" y="0"/>
                  </a:lnTo>
                  <a:lnTo>
                    <a:pt x="200456" y="4737"/>
                  </a:lnTo>
                  <a:lnTo>
                    <a:pt x="234200" y="19278"/>
                  </a:lnTo>
                  <a:lnTo>
                    <a:pt x="274650" y="46202"/>
                  </a:lnTo>
                  <a:lnTo>
                    <a:pt x="310032" y="88112"/>
                  </a:lnTo>
                  <a:lnTo>
                    <a:pt x="323583" y="131343"/>
                  </a:lnTo>
                  <a:lnTo>
                    <a:pt x="322478" y="178943"/>
                  </a:lnTo>
                  <a:lnTo>
                    <a:pt x="313397" y="228307"/>
                  </a:lnTo>
                  <a:lnTo>
                    <a:pt x="303034" y="276834"/>
                  </a:lnTo>
                  <a:lnTo>
                    <a:pt x="298094" y="321932"/>
                  </a:lnTo>
                  <a:lnTo>
                    <a:pt x="304965" y="355955"/>
                  </a:lnTo>
                  <a:lnTo>
                    <a:pt x="321119" y="388416"/>
                  </a:lnTo>
                  <a:lnTo>
                    <a:pt x="339826" y="421208"/>
                  </a:lnTo>
                  <a:lnTo>
                    <a:pt x="354380" y="456209"/>
                  </a:lnTo>
                  <a:lnTo>
                    <a:pt x="358089" y="495312"/>
                  </a:lnTo>
                  <a:lnTo>
                    <a:pt x="344220" y="540397"/>
                  </a:lnTo>
                  <a:lnTo>
                    <a:pt x="385406" y="515797"/>
                  </a:lnTo>
                  <a:lnTo>
                    <a:pt x="406184" y="494880"/>
                  </a:lnTo>
                  <a:lnTo>
                    <a:pt x="412902" y="466242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3" name="object 983" descr=""/>
          <p:cNvGrpSpPr/>
          <p:nvPr/>
        </p:nvGrpSpPr>
        <p:grpSpPr>
          <a:xfrm>
            <a:off x="3190024" y="8837707"/>
            <a:ext cx="511809" cy="914400"/>
            <a:chOff x="3190024" y="8837707"/>
            <a:chExt cx="511809" cy="914400"/>
          </a:xfrm>
        </p:grpSpPr>
        <p:sp>
          <p:nvSpPr>
            <p:cNvPr id="984" name="object 984" descr=""/>
            <p:cNvSpPr/>
            <p:nvPr/>
          </p:nvSpPr>
          <p:spPr>
            <a:xfrm>
              <a:off x="3275909" y="8993178"/>
              <a:ext cx="288290" cy="408940"/>
            </a:xfrm>
            <a:custGeom>
              <a:avLst/>
              <a:gdLst/>
              <a:ahLst/>
              <a:cxnLst/>
              <a:rect l="l" t="t" r="r" b="b"/>
              <a:pathLst>
                <a:path w="288289" h="408940">
                  <a:moveTo>
                    <a:pt x="121183" y="0"/>
                  </a:moveTo>
                  <a:lnTo>
                    <a:pt x="70988" y="5399"/>
                  </a:lnTo>
                  <a:lnTo>
                    <a:pt x="17487" y="26276"/>
                  </a:lnTo>
                  <a:lnTo>
                    <a:pt x="3413" y="110187"/>
                  </a:lnTo>
                  <a:lnTo>
                    <a:pt x="756" y="165736"/>
                  </a:lnTo>
                  <a:lnTo>
                    <a:pt x="0" y="198609"/>
                  </a:lnTo>
                  <a:lnTo>
                    <a:pt x="3002" y="222296"/>
                  </a:lnTo>
                  <a:lnTo>
                    <a:pt x="17884" y="293869"/>
                  </a:lnTo>
                  <a:lnTo>
                    <a:pt x="43954" y="334545"/>
                  </a:lnTo>
                  <a:lnTo>
                    <a:pt x="75998" y="364721"/>
                  </a:lnTo>
                  <a:lnTo>
                    <a:pt x="107472" y="393069"/>
                  </a:lnTo>
                  <a:lnTo>
                    <a:pt x="146926" y="408366"/>
                  </a:lnTo>
                  <a:lnTo>
                    <a:pt x="161672" y="407583"/>
                  </a:lnTo>
                  <a:lnTo>
                    <a:pt x="220622" y="360992"/>
                  </a:lnTo>
                  <a:lnTo>
                    <a:pt x="252743" y="328500"/>
                  </a:lnTo>
                  <a:lnTo>
                    <a:pt x="274187" y="284906"/>
                  </a:lnTo>
                  <a:lnTo>
                    <a:pt x="285741" y="206387"/>
                  </a:lnTo>
                  <a:lnTo>
                    <a:pt x="287876" y="174568"/>
                  </a:lnTo>
                  <a:lnTo>
                    <a:pt x="286123" y="134670"/>
                  </a:lnTo>
                  <a:lnTo>
                    <a:pt x="282941" y="84526"/>
                  </a:lnTo>
                  <a:lnTo>
                    <a:pt x="278525" y="23431"/>
                  </a:lnTo>
                  <a:lnTo>
                    <a:pt x="189691" y="4400"/>
                  </a:lnTo>
                  <a:lnTo>
                    <a:pt x="121183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5" name="object 985" descr=""/>
            <p:cNvPicPr/>
            <p:nvPr/>
          </p:nvPicPr>
          <p:blipFill>
            <a:blip r:embed="rId205" cstate="print"/>
            <a:stretch>
              <a:fillRect/>
            </a:stretch>
          </p:blipFill>
          <p:spPr>
            <a:xfrm>
              <a:off x="3351920" y="9324187"/>
              <a:ext cx="150518" cy="177760"/>
            </a:xfrm>
            <a:prstGeom prst="rect">
              <a:avLst/>
            </a:prstGeom>
          </p:spPr>
        </p:pic>
        <p:sp>
          <p:nvSpPr>
            <p:cNvPr id="986" name="object 986" descr=""/>
            <p:cNvSpPr/>
            <p:nvPr/>
          </p:nvSpPr>
          <p:spPr>
            <a:xfrm>
              <a:off x="3190024" y="8837707"/>
              <a:ext cx="511809" cy="914400"/>
            </a:xfrm>
            <a:custGeom>
              <a:avLst/>
              <a:gdLst/>
              <a:ahLst/>
              <a:cxnLst/>
              <a:rect l="l" t="t" r="r" b="b"/>
              <a:pathLst>
                <a:path w="511810" h="914400">
                  <a:moveTo>
                    <a:pt x="212771" y="0"/>
                  </a:moveTo>
                  <a:lnTo>
                    <a:pt x="174997" y="6494"/>
                  </a:lnTo>
                  <a:lnTo>
                    <a:pt x="133304" y="25856"/>
                  </a:lnTo>
                  <a:lnTo>
                    <a:pt x="90450" y="58898"/>
                  </a:lnTo>
                  <a:lnTo>
                    <a:pt x="63218" y="96908"/>
                  </a:lnTo>
                  <a:lnTo>
                    <a:pt x="40627" y="148064"/>
                  </a:lnTo>
                  <a:lnTo>
                    <a:pt x="23002" y="201461"/>
                  </a:lnTo>
                  <a:lnTo>
                    <a:pt x="10672" y="246191"/>
                  </a:lnTo>
                  <a:lnTo>
                    <a:pt x="3050" y="286621"/>
                  </a:lnTo>
                  <a:lnTo>
                    <a:pt x="0" y="331208"/>
                  </a:lnTo>
                  <a:lnTo>
                    <a:pt x="2520" y="375204"/>
                  </a:lnTo>
                  <a:lnTo>
                    <a:pt x="11614" y="413861"/>
                  </a:lnTo>
                  <a:lnTo>
                    <a:pt x="28371" y="451130"/>
                  </a:lnTo>
                  <a:lnTo>
                    <a:pt x="55690" y="500189"/>
                  </a:lnTo>
                  <a:lnTo>
                    <a:pt x="89658" y="549507"/>
                  </a:lnTo>
                  <a:lnTo>
                    <a:pt x="126364" y="587553"/>
                  </a:lnTo>
                  <a:lnTo>
                    <a:pt x="161892" y="602798"/>
                  </a:lnTo>
                  <a:lnTo>
                    <a:pt x="193280" y="611961"/>
                  </a:lnTo>
                  <a:lnTo>
                    <a:pt x="224358" y="635035"/>
                  </a:lnTo>
                  <a:lnTo>
                    <a:pt x="252359" y="665401"/>
                  </a:lnTo>
                  <a:lnTo>
                    <a:pt x="274517" y="696439"/>
                  </a:lnTo>
                  <a:lnTo>
                    <a:pt x="285560" y="728584"/>
                  </a:lnTo>
                  <a:lnTo>
                    <a:pt x="276468" y="748110"/>
                  </a:lnTo>
                  <a:lnTo>
                    <a:pt x="261718" y="763573"/>
                  </a:lnTo>
                  <a:lnTo>
                    <a:pt x="255786" y="783530"/>
                  </a:lnTo>
                  <a:lnTo>
                    <a:pt x="273146" y="816540"/>
                  </a:lnTo>
                  <a:lnTo>
                    <a:pt x="306092" y="865812"/>
                  </a:lnTo>
                  <a:lnTo>
                    <a:pt x="315779" y="895540"/>
                  </a:lnTo>
                  <a:lnTo>
                    <a:pt x="313390" y="910139"/>
                  </a:lnTo>
                  <a:lnTo>
                    <a:pt x="310108" y="914024"/>
                  </a:lnTo>
                  <a:lnTo>
                    <a:pt x="395803" y="905152"/>
                  </a:lnTo>
                  <a:lnTo>
                    <a:pt x="437232" y="890716"/>
                  </a:lnTo>
                  <a:lnTo>
                    <a:pt x="445973" y="860385"/>
                  </a:lnTo>
                  <a:lnTo>
                    <a:pt x="433601" y="803828"/>
                  </a:lnTo>
                  <a:lnTo>
                    <a:pt x="438271" y="789486"/>
                  </a:lnTo>
                  <a:lnTo>
                    <a:pt x="456571" y="780085"/>
                  </a:lnTo>
                  <a:lnTo>
                    <a:pt x="480269" y="769862"/>
                  </a:lnTo>
                  <a:lnTo>
                    <a:pt x="501132" y="753058"/>
                  </a:lnTo>
                  <a:lnTo>
                    <a:pt x="510927" y="723911"/>
                  </a:lnTo>
                  <a:lnTo>
                    <a:pt x="501421" y="676660"/>
                  </a:lnTo>
                  <a:lnTo>
                    <a:pt x="495243" y="646861"/>
                  </a:lnTo>
                  <a:lnTo>
                    <a:pt x="499183" y="623172"/>
                  </a:lnTo>
                  <a:lnTo>
                    <a:pt x="506740" y="597264"/>
                  </a:lnTo>
                  <a:lnTo>
                    <a:pt x="511411" y="560810"/>
                  </a:lnTo>
                  <a:lnTo>
                    <a:pt x="509916" y="524300"/>
                  </a:lnTo>
                  <a:lnTo>
                    <a:pt x="503979" y="497606"/>
                  </a:lnTo>
                  <a:lnTo>
                    <a:pt x="494598" y="471444"/>
                  </a:lnTo>
                  <a:lnTo>
                    <a:pt x="482773" y="436531"/>
                  </a:lnTo>
                  <a:lnTo>
                    <a:pt x="479820" y="416185"/>
                  </a:lnTo>
                  <a:lnTo>
                    <a:pt x="479198" y="387132"/>
                  </a:lnTo>
                  <a:lnTo>
                    <a:pt x="479390" y="351110"/>
                  </a:lnTo>
                  <a:lnTo>
                    <a:pt x="478882" y="309857"/>
                  </a:lnTo>
                  <a:lnTo>
                    <a:pt x="476157" y="265112"/>
                  </a:lnTo>
                  <a:lnTo>
                    <a:pt x="469699" y="218614"/>
                  </a:lnTo>
                  <a:lnTo>
                    <a:pt x="457993" y="172101"/>
                  </a:lnTo>
                  <a:lnTo>
                    <a:pt x="439522" y="127311"/>
                  </a:lnTo>
                  <a:lnTo>
                    <a:pt x="412772" y="85984"/>
                  </a:lnTo>
                  <a:lnTo>
                    <a:pt x="376226" y="49857"/>
                  </a:lnTo>
                  <a:lnTo>
                    <a:pt x="328369" y="20669"/>
                  </a:lnTo>
                  <a:lnTo>
                    <a:pt x="280696" y="5179"/>
                  </a:lnTo>
                  <a:lnTo>
                    <a:pt x="261017" y="3669"/>
                  </a:lnTo>
                  <a:lnTo>
                    <a:pt x="243869" y="5560"/>
                  </a:lnTo>
                  <a:lnTo>
                    <a:pt x="212771" y="0"/>
                  </a:lnTo>
                  <a:close/>
                </a:path>
              </a:pathLst>
            </a:custGeom>
            <a:solidFill>
              <a:srgbClr val="DDA3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7" name="object 987" descr=""/>
          <p:cNvGrpSpPr/>
          <p:nvPr/>
        </p:nvGrpSpPr>
        <p:grpSpPr>
          <a:xfrm>
            <a:off x="2397168" y="8870595"/>
            <a:ext cx="539750" cy="909955"/>
            <a:chOff x="2397168" y="8870595"/>
            <a:chExt cx="539750" cy="909955"/>
          </a:xfrm>
        </p:grpSpPr>
        <p:sp>
          <p:nvSpPr>
            <p:cNvPr id="988" name="object 988" descr=""/>
            <p:cNvSpPr/>
            <p:nvPr/>
          </p:nvSpPr>
          <p:spPr>
            <a:xfrm>
              <a:off x="2487716" y="9162475"/>
              <a:ext cx="344805" cy="321945"/>
            </a:xfrm>
            <a:custGeom>
              <a:avLst/>
              <a:gdLst/>
              <a:ahLst/>
              <a:cxnLst/>
              <a:rect l="l" t="t" r="r" b="b"/>
              <a:pathLst>
                <a:path w="344805" h="321945">
                  <a:moveTo>
                    <a:pt x="166717" y="0"/>
                  </a:moveTo>
                  <a:lnTo>
                    <a:pt x="127769" y="5020"/>
                  </a:lnTo>
                  <a:lnTo>
                    <a:pt x="46995" y="43733"/>
                  </a:lnTo>
                  <a:lnTo>
                    <a:pt x="19167" y="81797"/>
                  </a:lnTo>
                  <a:lnTo>
                    <a:pt x="4807" y="125372"/>
                  </a:lnTo>
                  <a:lnTo>
                    <a:pt x="0" y="170132"/>
                  </a:lnTo>
                  <a:lnTo>
                    <a:pt x="831" y="211750"/>
                  </a:lnTo>
                  <a:lnTo>
                    <a:pt x="3388" y="245899"/>
                  </a:lnTo>
                  <a:lnTo>
                    <a:pt x="20935" y="284688"/>
                  </a:lnTo>
                  <a:lnTo>
                    <a:pt x="57763" y="311301"/>
                  </a:lnTo>
                  <a:lnTo>
                    <a:pt x="99696" y="321484"/>
                  </a:lnTo>
                  <a:lnTo>
                    <a:pt x="132557" y="310986"/>
                  </a:lnTo>
                  <a:lnTo>
                    <a:pt x="141389" y="285595"/>
                  </a:lnTo>
                  <a:lnTo>
                    <a:pt x="134278" y="259461"/>
                  </a:lnTo>
                  <a:lnTo>
                    <a:pt x="131587" y="240898"/>
                  </a:lnTo>
                  <a:lnTo>
                    <a:pt x="153677" y="238224"/>
                  </a:lnTo>
                  <a:lnTo>
                    <a:pt x="231364" y="252144"/>
                  </a:lnTo>
                  <a:lnTo>
                    <a:pt x="275436" y="252199"/>
                  </a:lnTo>
                  <a:lnTo>
                    <a:pt x="302253" y="234265"/>
                  </a:lnTo>
                  <a:lnTo>
                    <a:pt x="328174" y="194215"/>
                  </a:lnTo>
                  <a:lnTo>
                    <a:pt x="343730" y="144231"/>
                  </a:lnTo>
                  <a:lnTo>
                    <a:pt x="344545" y="102218"/>
                  </a:lnTo>
                  <a:lnTo>
                    <a:pt x="332883" y="67862"/>
                  </a:lnTo>
                  <a:lnTo>
                    <a:pt x="311011" y="40851"/>
                  </a:lnTo>
                  <a:lnTo>
                    <a:pt x="281193" y="20872"/>
                  </a:lnTo>
                  <a:lnTo>
                    <a:pt x="245694" y="7613"/>
                  </a:lnTo>
                  <a:lnTo>
                    <a:pt x="206780" y="759"/>
                  </a:lnTo>
                  <a:lnTo>
                    <a:pt x="166717" y="0"/>
                  </a:lnTo>
                  <a:close/>
                </a:path>
              </a:pathLst>
            </a:custGeom>
            <a:solidFill>
              <a:srgbClr val="D2997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89" name="object 989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2637019" y="9291001"/>
              <a:ext cx="150518" cy="159845"/>
            </a:xfrm>
            <a:prstGeom prst="rect">
              <a:avLst/>
            </a:prstGeom>
          </p:spPr>
        </p:pic>
        <p:sp>
          <p:nvSpPr>
            <p:cNvPr id="990" name="object 990" descr=""/>
            <p:cNvSpPr/>
            <p:nvPr/>
          </p:nvSpPr>
          <p:spPr>
            <a:xfrm>
              <a:off x="2553489" y="8955308"/>
              <a:ext cx="296545" cy="403860"/>
            </a:xfrm>
            <a:custGeom>
              <a:avLst/>
              <a:gdLst/>
              <a:ahLst/>
              <a:cxnLst/>
              <a:rect l="l" t="t" r="r" b="b"/>
              <a:pathLst>
                <a:path w="296544" h="403859">
                  <a:moveTo>
                    <a:pt x="169253" y="0"/>
                  </a:moveTo>
                  <a:lnTo>
                    <a:pt x="98614" y="156"/>
                  </a:lnTo>
                  <a:lnTo>
                    <a:pt x="38899" y="924"/>
                  </a:lnTo>
                  <a:lnTo>
                    <a:pt x="8843" y="30892"/>
                  </a:lnTo>
                  <a:lnTo>
                    <a:pt x="4546" y="90726"/>
                  </a:lnTo>
                  <a:lnTo>
                    <a:pt x="1102" y="153187"/>
                  </a:lnTo>
                  <a:lnTo>
                    <a:pt x="0" y="189338"/>
                  </a:lnTo>
                  <a:lnTo>
                    <a:pt x="3851" y="215257"/>
                  </a:lnTo>
                  <a:lnTo>
                    <a:pt x="12317" y="255993"/>
                  </a:lnTo>
                  <a:lnTo>
                    <a:pt x="22486" y="296066"/>
                  </a:lnTo>
                  <a:lnTo>
                    <a:pt x="48081" y="337619"/>
                  </a:lnTo>
                  <a:lnTo>
                    <a:pt x="76892" y="364680"/>
                  </a:lnTo>
                  <a:lnTo>
                    <a:pt x="120017" y="401929"/>
                  </a:lnTo>
                  <a:lnTo>
                    <a:pt x="142744" y="403439"/>
                  </a:lnTo>
                  <a:lnTo>
                    <a:pt x="157194" y="402406"/>
                  </a:lnTo>
                  <a:lnTo>
                    <a:pt x="222485" y="357129"/>
                  </a:lnTo>
                  <a:lnTo>
                    <a:pt x="258987" y="325603"/>
                  </a:lnTo>
                  <a:lnTo>
                    <a:pt x="283582" y="280860"/>
                  </a:lnTo>
                  <a:lnTo>
                    <a:pt x="291241" y="240740"/>
                  </a:lnTo>
                  <a:lnTo>
                    <a:pt x="296133" y="197015"/>
                  </a:lnTo>
                  <a:lnTo>
                    <a:pt x="293048" y="164868"/>
                  </a:lnTo>
                  <a:lnTo>
                    <a:pt x="281953" y="127163"/>
                  </a:lnTo>
                  <a:lnTo>
                    <a:pt x="268987" y="71909"/>
                  </a:lnTo>
                  <a:lnTo>
                    <a:pt x="258223" y="21981"/>
                  </a:lnTo>
                  <a:lnTo>
                    <a:pt x="253730" y="255"/>
                  </a:lnTo>
                  <a:lnTo>
                    <a:pt x="169253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1" name="object 991" descr=""/>
            <p:cNvSpPr/>
            <p:nvPr/>
          </p:nvSpPr>
          <p:spPr>
            <a:xfrm>
              <a:off x="2837089" y="9110364"/>
              <a:ext cx="59055" cy="121285"/>
            </a:xfrm>
            <a:custGeom>
              <a:avLst/>
              <a:gdLst/>
              <a:ahLst/>
              <a:cxnLst/>
              <a:rect l="l" t="t" r="r" b="b"/>
              <a:pathLst>
                <a:path w="59055" h="121284">
                  <a:moveTo>
                    <a:pt x="42531" y="0"/>
                  </a:moveTo>
                  <a:lnTo>
                    <a:pt x="30872" y="4122"/>
                  </a:lnTo>
                  <a:lnTo>
                    <a:pt x="9832" y="13411"/>
                  </a:lnTo>
                  <a:lnTo>
                    <a:pt x="11380" y="47617"/>
                  </a:lnTo>
                  <a:lnTo>
                    <a:pt x="10872" y="70194"/>
                  </a:lnTo>
                  <a:lnTo>
                    <a:pt x="7386" y="91197"/>
                  </a:lnTo>
                  <a:lnTo>
                    <a:pt x="0" y="120686"/>
                  </a:lnTo>
                  <a:lnTo>
                    <a:pt x="6904" y="119714"/>
                  </a:lnTo>
                  <a:lnTo>
                    <a:pt x="50783" y="103848"/>
                  </a:lnTo>
                  <a:lnTo>
                    <a:pt x="58507" y="51673"/>
                  </a:lnTo>
                  <a:lnTo>
                    <a:pt x="58439" y="20267"/>
                  </a:lnTo>
                  <a:lnTo>
                    <a:pt x="54427" y="3558"/>
                  </a:lnTo>
                  <a:lnTo>
                    <a:pt x="48989" y="119"/>
                  </a:lnTo>
                  <a:lnTo>
                    <a:pt x="42531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2" name="object 992" descr=""/>
            <p:cNvSpPr/>
            <p:nvPr/>
          </p:nvSpPr>
          <p:spPr>
            <a:xfrm>
              <a:off x="2397163" y="8870600"/>
              <a:ext cx="539750" cy="909955"/>
            </a:xfrm>
            <a:custGeom>
              <a:avLst/>
              <a:gdLst/>
              <a:ahLst/>
              <a:cxnLst/>
              <a:rect l="l" t="t" r="r" b="b"/>
              <a:pathLst>
                <a:path w="539750" h="909954">
                  <a:moveTo>
                    <a:pt x="539432" y="335000"/>
                  </a:moveTo>
                  <a:lnTo>
                    <a:pt x="533857" y="298742"/>
                  </a:lnTo>
                  <a:lnTo>
                    <a:pt x="525640" y="255270"/>
                  </a:lnTo>
                  <a:lnTo>
                    <a:pt x="517220" y="202615"/>
                  </a:lnTo>
                  <a:lnTo>
                    <a:pt x="504228" y="147066"/>
                  </a:lnTo>
                  <a:lnTo>
                    <a:pt x="482295" y="94932"/>
                  </a:lnTo>
                  <a:lnTo>
                    <a:pt x="446747" y="51777"/>
                  </a:lnTo>
                  <a:lnTo>
                    <a:pt x="402374" y="22783"/>
                  </a:lnTo>
                  <a:lnTo>
                    <a:pt x="354672" y="6134"/>
                  </a:lnTo>
                  <a:lnTo>
                    <a:pt x="309092" y="0"/>
                  </a:lnTo>
                  <a:lnTo>
                    <a:pt x="271132" y="2552"/>
                  </a:lnTo>
                  <a:lnTo>
                    <a:pt x="246265" y="11950"/>
                  </a:lnTo>
                  <a:lnTo>
                    <a:pt x="245745" y="16535"/>
                  </a:lnTo>
                  <a:lnTo>
                    <a:pt x="223100" y="21463"/>
                  </a:lnTo>
                  <a:lnTo>
                    <a:pt x="174307" y="50533"/>
                  </a:lnTo>
                  <a:lnTo>
                    <a:pt x="135204" y="86334"/>
                  </a:lnTo>
                  <a:lnTo>
                    <a:pt x="104635" y="127165"/>
                  </a:lnTo>
                  <a:lnTo>
                    <a:pt x="81445" y="171335"/>
                  </a:lnTo>
                  <a:lnTo>
                    <a:pt x="64465" y="217170"/>
                  </a:lnTo>
                  <a:lnTo>
                    <a:pt x="52565" y="262953"/>
                  </a:lnTo>
                  <a:lnTo>
                    <a:pt x="44564" y="307022"/>
                  </a:lnTo>
                  <a:lnTo>
                    <a:pt x="39331" y="347649"/>
                  </a:lnTo>
                  <a:lnTo>
                    <a:pt x="35699" y="383184"/>
                  </a:lnTo>
                  <a:lnTo>
                    <a:pt x="32524" y="411899"/>
                  </a:lnTo>
                  <a:lnTo>
                    <a:pt x="28638" y="432117"/>
                  </a:lnTo>
                  <a:lnTo>
                    <a:pt x="16814" y="467042"/>
                  </a:lnTo>
                  <a:lnTo>
                    <a:pt x="7429" y="493204"/>
                  </a:lnTo>
                  <a:lnTo>
                    <a:pt x="1498" y="519899"/>
                  </a:lnTo>
                  <a:lnTo>
                    <a:pt x="0" y="556399"/>
                  </a:lnTo>
                  <a:lnTo>
                    <a:pt x="4673" y="592861"/>
                  </a:lnTo>
                  <a:lnTo>
                    <a:pt x="12230" y="618769"/>
                  </a:lnTo>
                  <a:lnTo>
                    <a:pt x="16167" y="642454"/>
                  </a:lnTo>
                  <a:lnTo>
                    <a:pt x="9994" y="672261"/>
                  </a:lnTo>
                  <a:lnTo>
                    <a:pt x="482" y="719518"/>
                  </a:lnTo>
                  <a:lnTo>
                    <a:pt x="10274" y="748652"/>
                  </a:lnTo>
                  <a:lnTo>
                    <a:pt x="31140" y="765454"/>
                  </a:lnTo>
                  <a:lnTo>
                    <a:pt x="54838" y="775677"/>
                  </a:lnTo>
                  <a:lnTo>
                    <a:pt x="73139" y="785075"/>
                  </a:lnTo>
                  <a:lnTo>
                    <a:pt x="77812" y="799426"/>
                  </a:lnTo>
                  <a:lnTo>
                    <a:pt x="65430" y="855980"/>
                  </a:lnTo>
                  <a:lnTo>
                    <a:pt x="74168" y="886307"/>
                  </a:lnTo>
                  <a:lnTo>
                    <a:pt x="115595" y="900747"/>
                  </a:lnTo>
                  <a:lnTo>
                    <a:pt x="201307" y="909624"/>
                  </a:lnTo>
                  <a:lnTo>
                    <a:pt x="198018" y="905738"/>
                  </a:lnTo>
                  <a:lnTo>
                    <a:pt x="195630" y="891146"/>
                  </a:lnTo>
                  <a:lnTo>
                    <a:pt x="205308" y="861415"/>
                  </a:lnTo>
                  <a:lnTo>
                    <a:pt x="238252" y="812126"/>
                  </a:lnTo>
                  <a:lnTo>
                    <a:pt x="255612" y="779119"/>
                  </a:lnTo>
                  <a:lnTo>
                    <a:pt x="249682" y="759167"/>
                  </a:lnTo>
                  <a:lnTo>
                    <a:pt x="234937" y="743699"/>
                  </a:lnTo>
                  <a:lnTo>
                    <a:pt x="225844" y="724179"/>
                  </a:lnTo>
                  <a:lnTo>
                    <a:pt x="236880" y="692048"/>
                  </a:lnTo>
                  <a:lnTo>
                    <a:pt x="249694" y="667308"/>
                  </a:lnTo>
                  <a:lnTo>
                    <a:pt x="252260" y="646264"/>
                  </a:lnTo>
                  <a:lnTo>
                    <a:pt x="245757" y="621131"/>
                  </a:lnTo>
                  <a:lnTo>
                    <a:pt x="231343" y="584098"/>
                  </a:lnTo>
                  <a:lnTo>
                    <a:pt x="218795" y="563562"/>
                  </a:lnTo>
                  <a:lnTo>
                    <a:pt x="207175" y="551319"/>
                  </a:lnTo>
                  <a:lnTo>
                    <a:pt x="201637" y="535457"/>
                  </a:lnTo>
                  <a:lnTo>
                    <a:pt x="207327" y="504101"/>
                  </a:lnTo>
                  <a:lnTo>
                    <a:pt x="210172" y="477989"/>
                  </a:lnTo>
                  <a:lnTo>
                    <a:pt x="206019" y="447827"/>
                  </a:lnTo>
                  <a:lnTo>
                    <a:pt x="198208" y="412026"/>
                  </a:lnTo>
                  <a:lnTo>
                    <a:pt x="190055" y="368998"/>
                  </a:lnTo>
                  <a:lnTo>
                    <a:pt x="184873" y="317169"/>
                  </a:lnTo>
                  <a:lnTo>
                    <a:pt x="185991" y="254939"/>
                  </a:lnTo>
                  <a:lnTo>
                    <a:pt x="196735" y="180708"/>
                  </a:lnTo>
                  <a:lnTo>
                    <a:pt x="217881" y="131445"/>
                  </a:lnTo>
                  <a:lnTo>
                    <a:pt x="251358" y="106883"/>
                  </a:lnTo>
                  <a:lnTo>
                    <a:pt x="292684" y="96164"/>
                  </a:lnTo>
                  <a:lnTo>
                    <a:pt x="335229" y="88760"/>
                  </a:lnTo>
                  <a:lnTo>
                    <a:pt x="353072" y="100114"/>
                  </a:lnTo>
                  <a:lnTo>
                    <a:pt x="370090" y="118376"/>
                  </a:lnTo>
                  <a:lnTo>
                    <a:pt x="376809" y="144157"/>
                  </a:lnTo>
                  <a:lnTo>
                    <a:pt x="378726" y="187629"/>
                  </a:lnTo>
                  <a:lnTo>
                    <a:pt x="383273" y="241477"/>
                  </a:lnTo>
                  <a:lnTo>
                    <a:pt x="392887" y="291477"/>
                  </a:lnTo>
                  <a:lnTo>
                    <a:pt x="405485" y="337451"/>
                  </a:lnTo>
                  <a:lnTo>
                    <a:pt x="418985" y="379234"/>
                  </a:lnTo>
                  <a:lnTo>
                    <a:pt x="421690" y="422605"/>
                  </a:lnTo>
                  <a:lnTo>
                    <a:pt x="410400" y="466534"/>
                  </a:lnTo>
                  <a:lnTo>
                    <a:pt x="395795" y="500545"/>
                  </a:lnTo>
                  <a:lnTo>
                    <a:pt x="388543" y="514197"/>
                  </a:lnTo>
                  <a:lnTo>
                    <a:pt x="454850" y="496925"/>
                  </a:lnTo>
                  <a:lnTo>
                    <a:pt x="490626" y="483412"/>
                  </a:lnTo>
                  <a:lnTo>
                    <a:pt x="519734" y="439674"/>
                  </a:lnTo>
                  <a:lnTo>
                    <a:pt x="537946" y="370395"/>
                  </a:lnTo>
                  <a:lnTo>
                    <a:pt x="539432" y="335000"/>
                  </a:lnTo>
                  <a:close/>
                </a:path>
              </a:pathLst>
            </a:custGeom>
            <a:solidFill>
              <a:srgbClr val="DDA3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3" name="object 993" descr=""/>
          <p:cNvGrpSpPr/>
          <p:nvPr/>
        </p:nvGrpSpPr>
        <p:grpSpPr>
          <a:xfrm>
            <a:off x="1592094" y="8843796"/>
            <a:ext cx="572770" cy="833755"/>
            <a:chOff x="1592094" y="8843796"/>
            <a:chExt cx="572770" cy="833755"/>
          </a:xfrm>
        </p:grpSpPr>
        <p:sp>
          <p:nvSpPr>
            <p:cNvPr id="994" name="object 994" descr=""/>
            <p:cNvSpPr/>
            <p:nvPr/>
          </p:nvSpPr>
          <p:spPr>
            <a:xfrm>
              <a:off x="1592094" y="8843796"/>
              <a:ext cx="572770" cy="833755"/>
            </a:xfrm>
            <a:custGeom>
              <a:avLst/>
              <a:gdLst/>
              <a:ahLst/>
              <a:cxnLst/>
              <a:rect l="l" t="t" r="r" b="b"/>
              <a:pathLst>
                <a:path w="572769" h="833754">
                  <a:moveTo>
                    <a:pt x="329174" y="0"/>
                  </a:moveTo>
                  <a:lnTo>
                    <a:pt x="279675" y="1387"/>
                  </a:lnTo>
                  <a:lnTo>
                    <a:pt x="229951" y="13033"/>
                  </a:lnTo>
                  <a:lnTo>
                    <a:pt x="181613" y="35233"/>
                  </a:lnTo>
                  <a:lnTo>
                    <a:pt x="130134" y="75959"/>
                  </a:lnTo>
                  <a:lnTo>
                    <a:pt x="108743" y="111787"/>
                  </a:lnTo>
                  <a:lnTo>
                    <a:pt x="105018" y="137273"/>
                  </a:lnTo>
                  <a:lnTo>
                    <a:pt x="106536" y="146978"/>
                  </a:lnTo>
                  <a:lnTo>
                    <a:pt x="136088" y="137269"/>
                  </a:lnTo>
                  <a:lnTo>
                    <a:pt x="166815" y="152777"/>
                  </a:lnTo>
                  <a:lnTo>
                    <a:pt x="193432" y="185043"/>
                  </a:lnTo>
                  <a:lnTo>
                    <a:pt x="210656" y="225611"/>
                  </a:lnTo>
                  <a:lnTo>
                    <a:pt x="213203" y="266022"/>
                  </a:lnTo>
                  <a:lnTo>
                    <a:pt x="207186" y="314214"/>
                  </a:lnTo>
                  <a:lnTo>
                    <a:pt x="206405" y="363816"/>
                  </a:lnTo>
                  <a:lnTo>
                    <a:pt x="212240" y="413034"/>
                  </a:lnTo>
                  <a:lnTo>
                    <a:pt x="226072" y="460078"/>
                  </a:lnTo>
                  <a:lnTo>
                    <a:pt x="225370" y="487242"/>
                  </a:lnTo>
                  <a:lnTo>
                    <a:pt x="200324" y="501656"/>
                  </a:lnTo>
                  <a:lnTo>
                    <a:pt x="160420" y="511586"/>
                  </a:lnTo>
                  <a:lnTo>
                    <a:pt x="115144" y="525298"/>
                  </a:lnTo>
                  <a:lnTo>
                    <a:pt x="73982" y="551060"/>
                  </a:lnTo>
                  <a:lnTo>
                    <a:pt x="43373" y="597048"/>
                  </a:lnTo>
                  <a:lnTo>
                    <a:pt x="24214" y="654565"/>
                  </a:lnTo>
                  <a:lnTo>
                    <a:pt x="10800" y="670038"/>
                  </a:lnTo>
                  <a:lnTo>
                    <a:pt x="3088" y="683286"/>
                  </a:lnTo>
                  <a:lnTo>
                    <a:pt x="0" y="700556"/>
                  </a:lnTo>
                  <a:lnTo>
                    <a:pt x="456" y="728091"/>
                  </a:lnTo>
                  <a:lnTo>
                    <a:pt x="1649" y="766801"/>
                  </a:lnTo>
                  <a:lnTo>
                    <a:pt x="1516" y="800622"/>
                  </a:lnTo>
                  <a:lnTo>
                    <a:pt x="853" y="824569"/>
                  </a:lnTo>
                  <a:lnTo>
                    <a:pt x="456" y="833659"/>
                  </a:lnTo>
                  <a:lnTo>
                    <a:pt x="14188" y="804743"/>
                  </a:lnTo>
                  <a:lnTo>
                    <a:pt x="25535" y="787746"/>
                  </a:lnTo>
                  <a:lnTo>
                    <a:pt x="40591" y="776047"/>
                  </a:lnTo>
                  <a:lnTo>
                    <a:pt x="65449" y="763022"/>
                  </a:lnTo>
                  <a:lnTo>
                    <a:pt x="95393" y="749860"/>
                  </a:lnTo>
                  <a:lnTo>
                    <a:pt x="120624" y="738260"/>
                  </a:lnTo>
                  <a:lnTo>
                    <a:pt x="139609" y="722366"/>
                  </a:lnTo>
                  <a:lnTo>
                    <a:pt x="150818" y="696323"/>
                  </a:lnTo>
                  <a:lnTo>
                    <a:pt x="153651" y="684921"/>
                  </a:lnTo>
                  <a:lnTo>
                    <a:pt x="156969" y="675198"/>
                  </a:lnTo>
                  <a:lnTo>
                    <a:pt x="184492" y="648806"/>
                  </a:lnTo>
                  <a:lnTo>
                    <a:pt x="220679" y="635690"/>
                  </a:lnTo>
                  <a:lnTo>
                    <a:pt x="291526" y="630073"/>
                  </a:lnTo>
                  <a:lnTo>
                    <a:pt x="338456" y="618901"/>
                  </a:lnTo>
                  <a:lnTo>
                    <a:pt x="365681" y="615855"/>
                  </a:lnTo>
                  <a:lnTo>
                    <a:pt x="388538" y="622359"/>
                  </a:lnTo>
                  <a:lnTo>
                    <a:pt x="414281" y="628831"/>
                  </a:lnTo>
                  <a:lnTo>
                    <a:pt x="503446" y="603362"/>
                  </a:lnTo>
                  <a:lnTo>
                    <a:pt x="540866" y="574308"/>
                  </a:lnTo>
                  <a:lnTo>
                    <a:pt x="563003" y="538855"/>
                  </a:lnTo>
                  <a:lnTo>
                    <a:pt x="572648" y="499308"/>
                  </a:lnTo>
                  <a:lnTo>
                    <a:pt x="572595" y="457974"/>
                  </a:lnTo>
                  <a:lnTo>
                    <a:pt x="565636" y="417160"/>
                  </a:lnTo>
                  <a:lnTo>
                    <a:pt x="554562" y="379170"/>
                  </a:lnTo>
                  <a:lnTo>
                    <a:pt x="542167" y="346312"/>
                  </a:lnTo>
                  <a:lnTo>
                    <a:pt x="532508" y="311832"/>
                  </a:lnTo>
                  <a:lnTo>
                    <a:pt x="526176" y="269582"/>
                  </a:lnTo>
                  <a:lnTo>
                    <a:pt x="520765" y="222782"/>
                  </a:lnTo>
                  <a:lnTo>
                    <a:pt x="513870" y="174648"/>
                  </a:lnTo>
                  <a:lnTo>
                    <a:pt x="503083" y="128399"/>
                  </a:lnTo>
                  <a:lnTo>
                    <a:pt x="485999" y="87252"/>
                  </a:lnTo>
                  <a:lnTo>
                    <a:pt x="460211" y="54426"/>
                  </a:lnTo>
                  <a:lnTo>
                    <a:pt x="421053" y="26815"/>
                  </a:lnTo>
                  <a:lnTo>
                    <a:pt x="376836" y="8574"/>
                  </a:lnTo>
                  <a:lnTo>
                    <a:pt x="329174" y="0"/>
                  </a:lnTo>
                  <a:close/>
                </a:path>
              </a:pathLst>
            </a:custGeom>
            <a:solidFill>
              <a:srgbClr val="DDA3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5" name="object 995" descr=""/>
            <p:cNvSpPr/>
            <p:nvPr/>
          </p:nvSpPr>
          <p:spPr>
            <a:xfrm>
              <a:off x="1773705" y="9228384"/>
              <a:ext cx="173355" cy="307340"/>
            </a:xfrm>
            <a:custGeom>
              <a:avLst/>
              <a:gdLst/>
              <a:ahLst/>
              <a:cxnLst/>
              <a:rect l="l" t="t" r="r" b="b"/>
              <a:pathLst>
                <a:path w="173355" h="307340">
                  <a:moveTo>
                    <a:pt x="155461" y="0"/>
                  </a:moveTo>
                  <a:lnTo>
                    <a:pt x="0" y="122582"/>
                  </a:lnTo>
                  <a:lnTo>
                    <a:pt x="2834" y="256254"/>
                  </a:lnTo>
                  <a:lnTo>
                    <a:pt x="2879" y="264222"/>
                  </a:lnTo>
                  <a:lnTo>
                    <a:pt x="9347" y="275328"/>
                  </a:lnTo>
                  <a:lnTo>
                    <a:pt x="27361" y="292281"/>
                  </a:lnTo>
                  <a:lnTo>
                    <a:pt x="54841" y="305883"/>
                  </a:lnTo>
                  <a:lnTo>
                    <a:pt x="89702" y="306931"/>
                  </a:lnTo>
                  <a:lnTo>
                    <a:pt x="129863" y="286227"/>
                  </a:lnTo>
                  <a:lnTo>
                    <a:pt x="173240" y="234568"/>
                  </a:lnTo>
                  <a:lnTo>
                    <a:pt x="155461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6" name="object 996" descr=""/>
            <p:cNvSpPr/>
            <p:nvPr/>
          </p:nvSpPr>
          <p:spPr>
            <a:xfrm>
              <a:off x="1647113" y="8945885"/>
              <a:ext cx="297815" cy="431800"/>
            </a:xfrm>
            <a:custGeom>
              <a:avLst/>
              <a:gdLst/>
              <a:ahLst/>
              <a:cxnLst/>
              <a:rect l="l" t="t" r="r" b="b"/>
              <a:pathLst>
                <a:path w="297814" h="431800">
                  <a:moveTo>
                    <a:pt x="297256" y="168846"/>
                  </a:moveTo>
                  <a:lnTo>
                    <a:pt x="290474" y="129540"/>
                  </a:lnTo>
                  <a:lnTo>
                    <a:pt x="276796" y="85242"/>
                  </a:lnTo>
                  <a:lnTo>
                    <a:pt x="263347" y="49047"/>
                  </a:lnTo>
                  <a:lnTo>
                    <a:pt x="202692" y="19888"/>
                  </a:lnTo>
                  <a:lnTo>
                    <a:pt x="139928" y="8064"/>
                  </a:lnTo>
                  <a:lnTo>
                    <a:pt x="87426" y="723"/>
                  </a:lnTo>
                  <a:lnTo>
                    <a:pt x="63639" y="0"/>
                  </a:lnTo>
                  <a:lnTo>
                    <a:pt x="57594" y="18097"/>
                  </a:lnTo>
                  <a:lnTo>
                    <a:pt x="48602" y="60058"/>
                  </a:lnTo>
                  <a:lnTo>
                    <a:pt x="40436" y="117284"/>
                  </a:lnTo>
                  <a:lnTo>
                    <a:pt x="36880" y="181152"/>
                  </a:lnTo>
                  <a:lnTo>
                    <a:pt x="33832" y="204838"/>
                  </a:lnTo>
                  <a:lnTo>
                    <a:pt x="31000" y="219049"/>
                  </a:lnTo>
                  <a:lnTo>
                    <a:pt x="29337" y="219748"/>
                  </a:lnTo>
                  <a:lnTo>
                    <a:pt x="17119" y="230441"/>
                  </a:lnTo>
                  <a:lnTo>
                    <a:pt x="5994" y="243293"/>
                  </a:lnTo>
                  <a:lnTo>
                    <a:pt x="0" y="253695"/>
                  </a:lnTo>
                  <a:lnTo>
                    <a:pt x="1206" y="263207"/>
                  </a:lnTo>
                  <a:lnTo>
                    <a:pt x="6896" y="274256"/>
                  </a:lnTo>
                  <a:lnTo>
                    <a:pt x="13893" y="283502"/>
                  </a:lnTo>
                  <a:lnTo>
                    <a:pt x="19075" y="287566"/>
                  </a:lnTo>
                  <a:lnTo>
                    <a:pt x="22453" y="305765"/>
                  </a:lnTo>
                  <a:lnTo>
                    <a:pt x="26543" y="324866"/>
                  </a:lnTo>
                  <a:lnTo>
                    <a:pt x="31457" y="346062"/>
                  </a:lnTo>
                  <a:lnTo>
                    <a:pt x="34239" y="389077"/>
                  </a:lnTo>
                  <a:lnTo>
                    <a:pt x="36182" y="411607"/>
                  </a:lnTo>
                  <a:lnTo>
                    <a:pt x="38214" y="421017"/>
                  </a:lnTo>
                  <a:lnTo>
                    <a:pt x="41224" y="424675"/>
                  </a:lnTo>
                  <a:lnTo>
                    <a:pt x="73825" y="431215"/>
                  </a:lnTo>
                  <a:lnTo>
                    <a:pt x="123101" y="425805"/>
                  </a:lnTo>
                  <a:lnTo>
                    <a:pt x="169583" y="416001"/>
                  </a:lnTo>
                  <a:lnTo>
                    <a:pt x="237477" y="380225"/>
                  </a:lnTo>
                  <a:lnTo>
                    <a:pt x="266839" y="337261"/>
                  </a:lnTo>
                  <a:lnTo>
                    <a:pt x="284708" y="287566"/>
                  </a:lnTo>
                  <a:lnTo>
                    <a:pt x="293878" y="238201"/>
                  </a:lnTo>
                  <a:lnTo>
                    <a:pt x="297129" y="196265"/>
                  </a:lnTo>
                  <a:lnTo>
                    <a:pt x="297256" y="168846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7" name="object 997" descr=""/>
            <p:cNvSpPr/>
            <p:nvPr/>
          </p:nvSpPr>
          <p:spPr>
            <a:xfrm>
              <a:off x="1868381" y="9084580"/>
              <a:ext cx="62230" cy="127635"/>
            </a:xfrm>
            <a:custGeom>
              <a:avLst/>
              <a:gdLst/>
              <a:ahLst/>
              <a:cxnLst/>
              <a:rect l="l" t="t" r="r" b="b"/>
              <a:pathLst>
                <a:path w="62230" h="127634">
                  <a:moveTo>
                    <a:pt x="44883" y="0"/>
                  </a:moveTo>
                  <a:lnTo>
                    <a:pt x="32580" y="4348"/>
                  </a:lnTo>
                  <a:lnTo>
                    <a:pt x="10376" y="14146"/>
                  </a:lnTo>
                  <a:lnTo>
                    <a:pt x="12010" y="50246"/>
                  </a:lnTo>
                  <a:lnTo>
                    <a:pt x="11474" y="74072"/>
                  </a:lnTo>
                  <a:lnTo>
                    <a:pt x="7795" y="96234"/>
                  </a:lnTo>
                  <a:lnTo>
                    <a:pt x="0" y="127346"/>
                  </a:lnTo>
                  <a:lnTo>
                    <a:pt x="7285" y="126324"/>
                  </a:lnTo>
                  <a:lnTo>
                    <a:pt x="53589" y="109577"/>
                  </a:lnTo>
                  <a:lnTo>
                    <a:pt x="61742" y="54524"/>
                  </a:lnTo>
                  <a:lnTo>
                    <a:pt x="61669" y="21385"/>
                  </a:lnTo>
                  <a:lnTo>
                    <a:pt x="57432" y="3759"/>
                  </a:lnTo>
                  <a:lnTo>
                    <a:pt x="51697" y="128"/>
                  </a:lnTo>
                  <a:lnTo>
                    <a:pt x="44883" y="0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8" name="object 998" descr=""/>
            <p:cNvSpPr/>
            <p:nvPr/>
          </p:nvSpPr>
          <p:spPr>
            <a:xfrm>
              <a:off x="1698627" y="8868921"/>
              <a:ext cx="347980" cy="603250"/>
            </a:xfrm>
            <a:custGeom>
              <a:avLst/>
              <a:gdLst/>
              <a:ahLst/>
              <a:cxnLst/>
              <a:rect l="l" t="t" r="r" b="b"/>
              <a:pathLst>
                <a:path w="347980" h="603250">
                  <a:moveTo>
                    <a:pt x="155304" y="0"/>
                  </a:moveTo>
                  <a:lnTo>
                    <a:pt x="97491" y="7970"/>
                  </a:lnTo>
                  <a:lnTo>
                    <a:pt x="53985" y="25466"/>
                  </a:lnTo>
                  <a:lnTo>
                    <a:pt x="23855" y="51163"/>
                  </a:lnTo>
                  <a:lnTo>
                    <a:pt x="0" y="121849"/>
                  </a:lnTo>
                  <a:lnTo>
                    <a:pt x="17846" y="101046"/>
                  </a:lnTo>
                  <a:lnTo>
                    <a:pt x="30355" y="94970"/>
                  </a:lnTo>
                  <a:lnTo>
                    <a:pt x="62971" y="130100"/>
                  </a:lnTo>
                  <a:lnTo>
                    <a:pt x="77522" y="167885"/>
                  </a:lnTo>
                  <a:lnTo>
                    <a:pt x="85834" y="219489"/>
                  </a:lnTo>
                  <a:lnTo>
                    <a:pt x="94288" y="274127"/>
                  </a:lnTo>
                  <a:lnTo>
                    <a:pt x="109262" y="321009"/>
                  </a:lnTo>
                  <a:lnTo>
                    <a:pt x="137137" y="349350"/>
                  </a:lnTo>
                  <a:lnTo>
                    <a:pt x="175731" y="372838"/>
                  </a:lnTo>
                  <a:lnTo>
                    <a:pt x="200503" y="405880"/>
                  </a:lnTo>
                  <a:lnTo>
                    <a:pt x="211651" y="450367"/>
                  </a:lnTo>
                  <a:lnTo>
                    <a:pt x="209375" y="508193"/>
                  </a:lnTo>
                  <a:lnTo>
                    <a:pt x="223630" y="575858"/>
                  </a:lnTo>
                  <a:lnTo>
                    <a:pt x="271897" y="601323"/>
                  </a:lnTo>
                  <a:lnTo>
                    <a:pt x="323415" y="603057"/>
                  </a:lnTo>
                  <a:lnTo>
                    <a:pt x="347423" y="599531"/>
                  </a:lnTo>
                  <a:lnTo>
                    <a:pt x="308966" y="518023"/>
                  </a:lnTo>
                  <a:lnTo>
                    <a:pt x="293581" y="459961"/>
                  </a:lnTo>
                  <a:lnTo>
                    <a:pt x="298957" y="397542"/>
                  </a:lnTo>
                  <a:lnTo>
                    <a:pt x="322785" y="302964"/>
                  </a:lnTo>
                  <a:lnTo>
                    <a:pt x="331958" y="250309"/>
                  </a:lnTo>
                  <a:lnTo>
                    <a:pt x="331541" y="199712"/>
                  </a:lnTo>
                  <a:lnTo>
                    <a:pt x="322667" y="152327"/>
                  </a:lnTo>
                  <a:lnTo>
                    <a:pt x="306470" y="109305"/>
                  </a:lnTo>
                  <a:lnTo>
                    <a:pt x="284084" y="71800"/>
                  </a:lnTo>
                  <a:lnTo>
                    <a:pt x="256641" y="40965"/>
                  </a:lnTo>
                  <a:lnTo>
                    <a:pt x="225274" y="17951"/>
                  </a:lnTo>
                  <a:lnTo>
                    <a:pt x="191117" y="3912"/>
                  </a:lnTo>
                  <a:lnTo>
                    <a:pt x="155304" y="0"/>
                  </a:lnTo>
                  <a:close/>
                </a:path>
              </a:pathLst>
            </a:custGeom>
            <a:solidFill>
              <a:srgbClr val="DDA3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99" name="object 999" descr=""/>
          <p:cNvGrpSpPr/>
          <p:nvPr/>
        </p:nvGrpSpPr>
        <p:grpSpPr>
          <a:xfrm>
            <a:off x="5435653" y="4815701"/>
            <a:ext cx="511809" cy="839469"/>
            <a:chOff x="5435653" y="4815701"/>
            <a:chExt cx="511809" cy="839469"/>
          </a:xfrm>
        </p:grpSpPr>
        <p:sp>
          <p:nvSpPr>
            <p:cNvPr id="1000" name="object 1000" descr=""/>
            <p:cNvSpPr/>
            <p:nvPr/>
          </p:nvSpPr>
          <p:spPr>
            <a:xfrm>
              <a:off x="5435653" y="4912836"/>
              <a:ext cx="458470" cy="742315"/>
            </a:xfrm>
            <a:custGeom>
              <a:avLst/>
              <a:gdLst/>
              <a:ahLst/>
              <a:cxnLst/>
              <a:rect l="l" t="t" r="r" b="b"/>
              <a:pathLst>
                <a:path w="458470" h="742314">
                  <a:moveTo>
                    <a:pt x="118743" y="0"/>
                  </a:moveTo>
                  <a:lnTo>
                    <a:pt x="80294" y="49006"/>
                  </a:lnTo>
                  <a:lnTo>
                    <a:pt x="58998" y="119155"/>
                  </a:lnTo>
                  <a:lnTo>
                    <a:pt x="49513" y="160469"/>
                  </a:lnTo>
                  <a:lnTo>
                    <a:pt x="40745" y="203718"/>
                  </a:lnTo>
                  <a:lnTo>
                    <a:pt x="32645" y="247234"/>
                  </a:lnTo>
                  <a:lnTo>
                    <a:pt x="18273" y="328395"/>
                  </a:lnTo>
                  <a:lnTo>
                    <a:pt x="11910" y="362703"/>
                  </a:lnTo>
                  <a:lnTo>
                    <a:pt x="6033" y="390606"/>
                  </a:lnTo>
                  <a:lnTo>
                    <a:pt x="0" y="444312"/>
                  </a:lnTo>
                  <a:lnTo>
                    <a:pt x="8684" y="479223"/>
                  </a:lnTo>
                  <a:lnTo>
                    <a:pt x="26087" y="503482"/>
                  </a:lnTo>
                  <a:lnTo>
                    <a:pt x="46210" y="525230"/>
                  </a:lnTo>
                  <a:lnTo>
                    <a:pt x="54453" y="545841"/>
                  </a:lnTo>
                  <a:lnTo>
                    <a:pt x="45895" y="567081"/>
                  </a:lnTo>
                  <a:lnTo>
                    <a:pt x="29128" y="597656"/>
                  </a:lnTo>
                  <a:lnTo>
                    <a:pt x="12745" y="646273"/>
                  </a:lnTo>
                  <a:lnTo>
                    <a:pt x="15669" y="695317"/>
                  </a:lnTo>
                  <a:lnTo>
                    <a:pt x="39438" y="724541"/>
                  </a:lnTo>
                  <a:lnTo>
                    <a:pt x="66540" y="738635"/>
                  </a:lnTo>
                  <a:lnTo>
                    <a:pt x="79466" y="742291"/>
                  </a:lnTo>
                  <a:lnTo>
                    <a:pt x="80121" y="702819"/>
                  </a:lnTo>
                  <a:lnTo>
                    <a:pt x="89503" y="680641"/>
                  </a:lnTo>
                  <a:lnTo>
                    <a:pt x="115858" y="667640"/>
                  </a:lnTo>
                  <a:lnTo>
                    <a:pt x="167431" y="655697"/>
                  </a:lnTo>
                  <a:lnTo>
                    <a:pt x="210916" y="644143"/>
                  </a:lnTo>
                  <a:lnTo>
                    <a:pt x="261689" y="626467"/>
                  </a:lnTo>
                  <a:lnTo>
                    <a:pt x="314980" y="603915"/>
                  </a:lnTo>
                  <a:lnTo>
                    <a:pt x="366022" y="577734"/>
                  </a:lnTo>
                  <a:lnTo>
                    <a:pt x="410047" y="549170"/>
                  </a:lnTo>
                  <a:lnTo>
                    <a:pt x="442284" y="519470"/>
                  </a:lnTo>
                  <a:lnTo>
                    <a:pt x="457967" y="489880"/>
                  </a:lnTo>
                  <a:lnTo>
                    <a:pt x="429678" y="335696"/>
                  </a:lnTo>
                  <a:lnTo>
                    <a:pt x="327421" y="197048"/>
                  </a:lnTo>
                  <a:lnTo>
                    <a:pt x="217469" y="96968"/>
                  </a:lnTo>
                  <a:lnTo>
                    <a:pt x="166091" y="58490"/>
                  </a:lnTo>
                  <a:lnTo>
                    <a:pt x="149244" y="24269"/>
                  </a:lnTo>
                  <a:lnTo>
                    <a:pt x="133476" y="5328"/>
                  </a:lnTo>
                  <a:lnTo>
                    <a:pt x="118743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1" name="object 1001" descr=""/>
            <p:cNvSpPr/>
            <p:nvPr/>
          </p:nvSpPr>
          <p:spPr>
            <a:xfrm>
              <a:off x="5620567" y="5182721"/>
              <a:ext cx="154305" cy="276860"/>
            </a:xfrm>
            <a:custGeom>
              <a:avLst/>
              <a:gdLst/>
              <a:ahLst/>
              <a:cxnLst/>
              <a:rect l="l" t="t" r="r" b="b"/>
              <a:pathLst>
                <a:path w="154304" h="276860">
                  <a:moveTo>
                    <a:pt x="143032" y="0"/>
                  </a:moveTo>
                  <a:lnTo>
                    <a:pt x="0" y="110844"/>
                  </a:lnTo>
                  <a:lnTo>
                    <a:pt x="2565" y="236935"/>
                  </a:lnTo>
                  <a:lnTo>
                    <a:pt x="10765" y="249682"/>
                  </a:lnTo>
                  <a:lnTo>
                    <a:pt x="33232" y="267568"/>
                  </a:lnTo>
                  <a:lnTo>
                    <a:pt x="66764" y="276442"/>
                  </a:lnTo>
                  <a:lnTo>
                    <a:pt x="108158" y="262149"/>
                  </a:lnTo>
                  <a:lnTo>
                    <a:pt x="154215" y="210538"/>
                  </a:lnTo>
                  <a:lnTo>
                    <a:pt x="143032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2" name="object 1002" descr=""/>
            <p:cNvSpPr/>
            <p:nvPr/>
          </p:nvSpPr>
          <p:spPr>
            <a:xfrm>
              <a:off x="5482031" y="4851647"/>
              <a:ext cx="402590" cy="483234"/>
            </a:xfrm>
            <a:custGeom>
              <a:avLst/>
              <a:gdLst/>
              <a:ahLst/>
              <a:cxnLst/>
              <a:rect l="l" t="t" r="r" b="b"/>
              <a:pathLst>
                <a:path w="402589" h="483235">
                  <a:moveTo>
                    <a:pt x="402196" y="163728"/>
                  </a:moveTo>
                  <a:lnTo>
                    <a:pt x="399110" y="121627"/>
                  </a:lnTo>
                  <a:lnTo>
                    <a:pt x="383336" y="80314"/>
                  </a:lnTo>
                  <a:lnTo>
                    <a:pt x="354545" y="45643"/>
                  </a:lnTo>
                  <a:lnTo>
                    <a:pt x="317207" y="21424"/>
                  </a:lnTo>
                  <a:lnTo>
                    <a:pt x="272935" y="6578"/>
                  </a:lnTo>
                  <a:lnTo>
                    <a:pt x="223380" y="0"/>
                  </a:lnTo>
                  <a:lnTo>
                    <a:pt x="170180" y="571"/>
                  </a:lnTo>
                  <a:lnTo>
                    <a:pt x="116243" y="13119"/>
                  </a:lnTo>
                  <a:lnTo>
                    <a:pt x="83959" y="34912"/>
                  </a:lnTo>
                  <a:lnTo>
                    <a:pt x="62191" y="66776"/>
                  </a:lnTo>
                  <a:lnTo>
                    <a:pt x="47713" y="124714"/>
                  </a:lnTo>
                  <a:lnTo>
                    <a:pt x="39827" y="179920"/>
                  </a:lnTo>
                  <a:lnTo>
                    <a:pt x="36398" y="241541"/>
                  </a:lnTo>
                  <a:lnTo>
                    <a:pt x="33451" y="264401"/>
                  </a:lnTo>
                  <a:lnTo>
                    <a:pt x="29425" y="284581"/>
                  </a:lnTo>
                  <a:lnTo>
                    <a:pt x="23787" y="286486"/>
                  </a:lnTo>
                  <a:lnTo>
                    <a:pt x="13868" y="295059"/>
                  </a:lnTo>
                  <a:lnTo>
                    <a:pt x="4889" y="305676"/>
                  </a:lnTo>
                  <a:lnTo>
                    <a:pt x="0" y="314439"/>
                  </a:lnTo>
                  <a:lnTo>
                    <a:pt x="1993" y="322846"/>
                  </a:lnTo>
                  <a:lnTo>
                    <a:pt x="9017" y="332892"/>
                  </a:lnTo>
                  <a:lnTo>
                    <a:pt x="17373" y="341439"/>
                  </a:lnTo>
                  <a:lnTo>
                    <a:pt x="19367" y="342734"/>
                  </a:lnTo>
                  <a:lnTo>
                    <a:pt x="19215" y="344208"/>
                  </a:lnTo>
                  <a:lnTo>
                    <a:pt x="22466" y="361759"/>
                  </a:lnTo>
                  <a:lnTo>
                    <a:pt x="26428" y="380187"/>
                  </a:lnTo>
                  <a:lnTo>
                    <a:pt x="31165" y="400646"/>
                  </a:lnTo>
                  <a:lnTo>
                    <a:pt x="33858" y="442150"/>
                  </a:lnTo>
                  <a:lnTo>
                    <a:pt x="35737" y="463880"/>
                  </a:lnTo>
                  <a:lnTo>
                    <a:pt x="37693" y="472960"/>
                  </a:lnTo>
                  <a:lnTo>
                    <a:pt x="40601" y="476504"/>
                  </a:lnTo>
                  <a:lnTo>
                    <a:pt x="72059" y="482803"/>
                  </a:lnTo>
                  <a:lnTo>
                    <a:pt x="119595" y="477583"/>
                  </a:lnTo>
                  <a:lnTo>
                    <a:pt x="164439" y="468122"/>
                  </a:lnTo>
                  <a:lnTo>
                    <a:pt x="211950" y="447332"/>
                  </a:lnTo>
                  <a:lnTo>
                    <a:pt x="251447" y="395986"/>
                  </a:lnTo>
                  <a:lnTo>
                    <a:pt x="265010" y="362737"/>
                  </a:lnTo>
                  <a:lnTo>
                    <a:pt x="323291" y="345071"/>
                  </a:lnTo>
                  <a:lnTo>
                    <a:pt x="355714" y="326161"/>
                  </a:lnTo>
                  <a:lnTo>
                    <a:pt x="373938" y="294259"/>
                  </a:lnTo>
                  <a:lnTo>
                    <a:pt x="389661" y="237655"/>
                  </a:lnTo>
                  <a:lnTo>
                    <a:pt x="397421" y="203466"/>
                  </a:lnTo>
                  <a:lnTo>
                    <a:pt x="402196" y="163728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3" name="object 1003" descr=""/>
            <p:cNvSpPr/>
            <p:nvPr/>
          </p:nvSpPr>
          <p:spPr>
            <a:xfrm>
              <a:off x="5536210" y="4815701"/>
              <a:ext cx="411480" cy="605790"/>
            </a:xfrm>
            <a:custGeom>
              <a:avLst/>
              <a:gdLst/>
              <a:ahLst/>
              <a:cxnLst/>
              <a:rect l="l" t="t" r="r" b="b"/>
              <a:pathLst>
                <a:path w="411479" h="605789">
                  <a:moveTo>
                    <a:pt x="201789" y="0"/>
                  </a:moveTo>
                  <a:lnTo>
                    <a:pt x="149504" y="6595"/>
                  </a:lnTo>
                  <a:lnTo>
                    <a:pt x="100970" y="21121"/>
                  </a:lnTo>
                  <a:lnTo>
                    <a:pt x="46273" y="47882"/>
                  </a:lnTo>
                  <a:lnTo>
                    <a:pt x="14643" y="74254"/>
                  </a:lnTo>
                  <a:lnTo>
                    <a:pt x="0" y="129107"/>
                  </a:lnTo>
                  <a:lnTo>
                    <a:pt x="36948" y="111863"/>
                  </a:lnTo>
                  <a:lnTo>
                    <a:pt x="57871" y="108598"/>
                  </a:lnTo>
                  <a:lnTo>
                    <a:pt x="70515" y="121545"/>
                  </a:lnTo>
                  <a:lnTo>
                    <a:pt x="82625" y="152939"/>
                  </a:lnTo>
                  <a:lnTo>
                    <a:pt x="94443" y="189744"/>
                  </a:lnTo>
                  <a:lnTo>
                    <a:pt x="109172" y="228973"/>
                  </a:lnTo>
                  <a:lnTo>
                    <a:pt x="130310" y="263082"/>
                  </a:lnTo>
                  <a:lnTo>
                    <a:pt x="161359" y="284527"/>
                  </a:lnTo>
                  <a:lnTo>
                    <a:pt x="205815" y="285762"/>
                  </a:lnTo>
                  <a:lnTo>
                    <a:pt x="231102" y="288714"/>
                  </a:lnTo>
                  <a:lnTo>
                    <a:pt x="234508" y="312656"/>
                  </a:lnTo>
                  <a:lnTo>
                    <a:pt x="226492" y="354399"/>
                  </a:lnTo>
                  <a:lnTo>
                    <a:pt x="217511" y="410753"/>
                  </a:lnTo>
                  <a:lnTo>
                    <a:pt x="211261" y="461252"/>
                  </a:lnTo>
                  <a:lnTo>
                    <a:pt x="205944" y="509883"/>
                  </a:lnTo>
                  <a:lnTo>
                    <a:pt x="207385" y="552522"/>
                  </a:lnTo>
                  <a:lnTo>
                    <a:pt x="221410" y="585046"/>
                  </a:lnTo>
                  <a:lnTo>
                    <a:pt x="253845" y="603334"/>
                  </a:lnTo>
                  <a:lnTo>
                    <a:pt x="285592" y="605280"/>
                  </a:lnTo>
                  <a:lnTo>
                    <a:pt x="323417" y="598884"/>
                  </a:lnTo>
                  <a:lnTo>
                    <a:pt x="361108" y="583776"/>
                  </a:lnTo>
                  <a:lnTo>
                    <a:pt x="392452" y="559586"/>
                  </a:lnTo>
                  <a:lnTo>
                    <a:pt x="411238" y="525947"/>
                  </a:lnTo>
                  <a:lnTo>
                    <a:pt x="411254" y="482489"/>
                  </a:lnTo>
                  <a:lnTo>
                    <a:pt x="404330" y="440401"/>
                  </a:lnTo>
                  <a:lnTo>
                    <a:pt x="399968" y="389073"/>
                  </a:lnTo>
                  <a:lnTo>
                    <a:pt x="397083" y="331813"/>
                  </a:lnTo>
                  <a:lnTo>
                    <a:pt x="394590" y="271934"/>
                  </a:lnTo>
                  <a:lnTo>
                    <a:pt x="391401" y="212746"/>
                  </a:lnTo>
                  <a:lnTo>
                    <a:pt x="386431" y="157558"/>
                  </a:lnTo>
                  <a:lnTo>
                    <a:pt x="378595" y="109682"/>
                  </a:lnTo>
                  <a:lnTo>
                    <a:pt x="366805" y="72429"/>
                  </a:lnTo>
                  <a:lnTo>
                    <a:pt x="340334" y="37550"/>
                  </a:lnTo>
                  <a:lnTo>
                    <a:pt x="301287" y="14502"/>
                  </a:lnTo>
                  <a:lnTo>
                    <a:pt x="253744" y="2310"/>
                  </a:lnTo>
                  <a:lnTo>
                    <a:pt x="201789" y="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4" name="object 1004" descr=""/>
            <p:cNvPicPr/>
            <p:nvPr/>
          </p:nvPicPr>
          <p:blipFill>
            <a:blip r:embed="rId207" cstate="print"/>
            <a:stretch>
              <a:fillRect/>
            </a:stretch>
          </p:blipFill>
          <p:spPr>
            <a:xfrm>
              <a:off x="5736603" y="5058562"/>
              <a:ext cx="64420" cy="132841"/>
            </a:xfrm>
            <a:prstGeom prst="rect">
              <a:avLst/>
            </a:prstGeom>
          </p:spPr>
        </p:pic>
      </p:grpSp>
      <p:grpSp>
        <p:nvGrpSpPr>
          <p:cNvPr id="1005" name="object 1005" descr=""/>
          <p:cNvGrpSpPr/>
          <p:nvPr/>
        </p:nvGrpSpPr>
        <p:grpSpPr>
          <a:xfrm>
            <a:off x="6163828" y="4807844"/>
            <a:ext cx="548640" cy="862330"/>
            <a:chOff x="6163828" y="4807844"/>
            <a:chExt cx="548640" cy="862330"/>
          </a:xfrm>
        </p:grpSpPr>
        <p:sp>
          <p:nvSpPr>
            <p:cNvPr id="1006" name="object 1006" descr=""/>
            <p:cNvSpPr/>
            <p:nvPr/>
          </p:nvSpPr>
          <p:spPr>
            <a:xfrm>
              <a:off x="6353710" y="4983152"/>
              <a:ext cx="356870" cy="434340"/>
            </a:xfrm>
            <a:custGeom>
              <a:avLst/>
              <a:gdLst/>
              <a:ahLst/>
              <a:cxnLst/>
              <a:rect l="l" t="t" r="r" b="b"/>
              <a:pathLst>
                <a:path w="356870" h="434339">
                  <a:moveTo>
                    <a:pt x="356287" y="0"/>
                  </a:moveTo>
                  <a:lnTo>
                    <a:pt x="316197" y="25257"/>
                  </a:lnTo>
                  <a:lnTo>
                    <a:pt x="223308" y="88564"/>
                  </a:lnTo>
                  <a:lnTo>
                    <a:pt x="118697" y="171223"/>
                  </a:lnTo>
                  <a:lnTo>
                    <a:pt x="43438" y="254536"/>
                  </a:lnTo>
                  <a:lnTo>
                    <a:pt x="8701" y="315370"/>
                  </a:lnTo>
                  <a:lnTo>
                    <a:pt x="0" y="354317"/>
                  </a:lnTo>
                  <a:lnTo>
                    <a:pt x="19923" y="388182"/>
                  </a:lnTo>
                  <a:lnTo>
                    <a:pt x="71060" y="433766"/>
                  </a:lnTo>
                  <a:lnTo>
                    <a:pt x="83445" y="430363"/>
                  </a:lnTo>
                  <a:lnTo>
                    <a:pt x="115660" y="422369"/>
                  </a:lnTo>
                  <a:lnTo>
                    <a:pt x="160296" y="413111"/>
                  </a:lnTo>
                  <a:lnTo>
                    <a:pt x="209946" y="405914"/>
                  </a:lnTo>
                  <a:lnTo>
                    <a:pt x="248591" y="401809"/>
                  </a:lnTo>
                  <a:lnTo>
                    <a:pt x="282956" y="394018"/>
                  </a:lnTo>
                  <a:lnTo>
                    <a:pt x="309993" y="377243"/>
                  </a:lnTo>
                  <a:lnTo>
                    <a:pt x="326654" y="346186"/>
                  </a:lnTo>
                  <a:lnTo>
                    <a:pt x="329890" y="295551"/>
                  </a:lnTo>
                  <a:lnTo>
                    <a:pt x="326109" y="232623"/>
                  </a:lnTo>
                  <a:lnTo>
                    <a:pt x="327598" y="180860"/>
                  </a:lnTo>
                  <a:lnTo>
                    <a:pt x="336833" y="112555"/>
                  </a:lnTo>
                  <a:lnTo>
                    <a:pt x="356287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7" name="object 1007" descr=""/>
            <p:cNvSpPr/>
            <p:nvPr/>
          </p:nvSpPr>
          <p:spPr>
            <a:xfrm>
              <a:off x="6351897" y="4848457"/>
              <a:ext cx="323850" cy="386080"/>
            </a:xfrm>
            <a:custGeom>
              <a:avLst/>
              <a:gdLst/>
              <a:ahLst/>
              <a:cxnLst/>
              <a:rect l="l" t="t" r="r" b="b"/>
              <a:pathLst>
                <a:path w="323850" h="386079">
                  <a:moveTo>
                    <a:pt x="158507" y="0"/>
                  </a:moveTo>
                  <a:lnTo>
                    <a:pt x="105734" y="4978"/>
                  </a:lnTo>
                  <a:lnTo>
                    <a:pt x="68281" y="15379"/>
                  </a:lnTo>
                  <a:lnTo>
                    <a:pt x="22626" y="58620"/>
                  </a:lnTo>
                  <a:lnTo>
                    <a:pt x="2000" y="123386"/>
                  </a:lnTo>
                  <a:lnTo>
                    <a:pt x="0" y="168986"/>
                  </a:lnTo>
                  <a:lnTo>
                    <a:pt x="5307" y="220762"/>
                  </a:lnTo>
                  <a:lnTo>
                    <a:pt x="12482" y="263202"/>
                  </a:lnTo>
                  <a:lnTo>
                    <a:pt x="16083" y="280795"/>
                  </a:lnTo>
                  <a:lnTo>
                    <a:pt x="109323" y="358622"/>
                  </a:lnTo>
                  <a:lnTo>
                    <a:pt x="171525" y="385494"/>
                  </a:lnTo>
                  <a:lnTo>
                    <a:pt x="230697" y="362246"/>
                  </a:lnTo>
                  <a:lnTo>
                    <a:pt x="314849" y="289716"/>
                  </a:lnTo>
                  <a:lnTo>
                    <a:pt x="320410" y="255195"/>
                  </a:lnTo>
                  <a:lnTo>
                    <a:pt x="323094" y="232338"/>
                  </a:lnTo>
                  <a:lnTo>
                    <a:pt x="323647" y="210930"/>
                  </a:lnTo>
                  <a:lnTo>
                    <a:pt x="321696" y="141874"/>
                  </a:lnTo>
                  <a:lnTo>
                    <a:pt x="318735" y="102595"/>
                  </a:lnTo>
                  <a:lnTo>
                    <a:pt x="310774" y="65057"/>
                  </a:lnTo>
                  <a:lnTo>
                    <a:pt x="264374" y="11831"/>
                  </a:lnTo>
                  <a:lnTo>
                    <a:pt x="215190" y="1824"/>
                  </a:lnTo>
                  <a:lnTo>
                    <a:pt x="158507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8" name="object 1008" descr=""/>
            <p:cNvPicPr/>
            <p:nvPr/>
          </p:nvPicPr>
          <p:blipFill>
            <a:blip r:embed="rId208" cstate="print"/>
            <a:stretch>
              <a:fillRect/>
            </a:stretch>
          </p:blipFill>
          <p:spPr>
            <a:xfrm>
              <a:off x="6334799" y="5085325"/>
              <a:ext cx="65393" cy="122587"/>
            </a:xfrm>
            <a:prstGeom prst="rect">
              <a:avLst/>
            </a:prstGeom>
          </p:spPr>
        </p:pic>
        <p:pic>
          <p:nvPicPr>
            <p:cNvPr id="1009" name="object 1009" descr=""/>
            <p:cNvPicPr/>
            <p:nvPr/>
          </p:nvPicPr>
          <p:blipFill>
            <a:blip r:embed="rId209" cstate="print"/>
            <a:stretch>
              <a:fillRect/>
            </a:stretch>
          </p:blipFill>
          <p:spPr>
            <a:xfrm>
              <a:off x="6454243" y="5278578"/>
              <a:ext cx="158476" cy="168282"/>
            </a:xfrm>
            <a:prstGeom prst="rect">
              <a:avLst/>
            </a:prstGeom>
          </p:spPr>
        </p:pic>
        <p:sp>
          <p:nvSpPr>
            <p:cNvPr id="1010" name="object 1010" descr=""/>
            <p:cNvSpPr/>
            <p:nvPr/>
          </p:nvSpPr>
          <p:spPr>
            <a:xfrm>
              <a:off x="6367322" y="4921078"/>
              <a:ext cx="300990" cy="418465"/>
            </a:xfrm>
            <a:custGeom>
              <a:avLst/>
              <a:gdLst/>
              <a:ahLst/>
              <a:cxnLst/>
              <a:rect l="l" t="t" r="r" b="b"/>
              <a:pathLst>
                <a:path w="300990" h="418464">
                  <a:moveTo>
                    <a:pt x="285195" y="0"/>
                  </a:moveTo>
                  <a:lnTo>
                    <a:pt x="189718" y="2335"/>
                  </a:lnTo>
                  <a:lnTo>
                    <a:pt x="109839" y="4677"/>
                  </a:lnTo>
                  <a:lnTo>
                    <a:pt x="42376" y="7287"/>
                  </a:lnTo>
                  <a:lnTo>
                    <a:pt x="8995" y="38496"/>
                  </a:lnTo>
                  <a:lnTo>
                    <a:pt x="4632" y="99273"/>
                  </a:lnTo>
                  <a:lnTo>
                    <a:pt x="1130" y="162717"/>
                  </a:lnTo>
                  <a:lnTo>
                    <a:pt x="0" y="199438"/>
                  </a:lnTo>
                  <a:lnTo>
                    <a:pt x="4197" y="225638"/>
                  </a:lnTo>
                  <a:lnTo>
                    <a:pt x="13424" y="266740"/>
                  </a:lnTo>
                  <a:lnTo>
                    <a:pt x="24382" y="307167"/>
                  </a:lnTo>
                  <a:lnTo>
                    <a:pt x="49747" y="349374"/>
                  </a:lnTo>
                  <a:lnTo>
                    <a:pt x="76964" y="377156"/>
                  </a:lnTo>
                  <a:lnTo>
                    <a:pt x="117797" y="415432"/>
                  </a:lnTo>
                  <a:lnTo>
                    <a:pt x="145136" y="418144"/>
                  </a:lnTo>
                  <a:lnTo>
                    <a:pt x="162748" y="417906"/>
                  </a:lnTo>
                  <a:lnTo>
                    <a:pt x="227106" y="373781"/>
                  </a:lnTo>
                  <a:lnTo>
                    <a:pt x="261917" y="342797"/>
                  </a:lnTo>
                  <a:lnTo>
                    <a:pt x="286214" y="296972"/>
                  </a:lnTo>
                  <a:lnTo>
                    <a:pt x="294743" y="254358"/>
                  </a:lnTo>
                  <a:lnTo>
                    <a:pt x="300458" y="208085"/>
                  </a:lnTo>
                  <a:lnTo>
                    <a:pt x="297666" y="174581"/>
                  </a:lnTo>
                  <a:lnTo>
                    <a:pt x="290695" y="135137"/>
                  </a:lnTo>
                  <a:lnTo>
                    <a:pt x="286966" y="76476"/>
                  </a:lnTo>
                  <a:lnTo>
                    <a:pt x="285469" y="23223"/>
                  </a:lnTo>
                  <a:lnTo>
                    <a:pt x="285195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1" name="object 1011" descr=""/>
            <p:cNvSpPr/>
            <p:nvPr/>
          </p:nvSpPr>
          <p:spPr>
            <a:xfrm>
              <a:off x="6652521" y="5085325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90" h="123189">
                  <a:moveTo>
                    <a:pt x="43189" y="0"/>
                  </a:moveTo>
                  <a:lnTo>
                    <a:pt x="31352" y="4184"/>
                  </a:lnTo>
                  <a:lnTo>
                    <a:pt x="9989" y="13617"/>
                  </a:lnTo>
                  <a:lnTo>
                    <a:pt x="11558" y="48374"/>
                  </a:lnTo>
                  <a:lnTo>
                    <a:pt x="11041" y="71310"/>
                  </a:lnTo>
                  <a:lnTo>
                    <a:pt x="7500" y="92643"/>
                  </a:lnTo>
                  <a:lnTo>
                    <a:pt x="0" y="122587"/>
                  </a:lnTo>
                  <a:lnTo>
                    <a:pt x="7009" y="121603"/>
                  </a:lnTo>
                  <a:lnTo>
                    <a:pt x="51569" y="105488"/>
                  </a:lnTo>
                  <a:lnTo>
                    <a:pt x="59417" y="52504"/>
                  </a:lnTo>
                  <a:lnTo>
                    <a:pt x="59346" y="20602"/>
                  </a:lnTo>
                  <a:lnTo>
                    <a:pt x="55265" y="3628"/>
                  </a:lnTo>
                  <a:lnTo>
                    <a:pt x="49745" y="126"/>
                  </a:lnTo>
                  <a:lnTo>
                    <a:pt x="4318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2" name="object 1012" descr=""/>
            <p:cNvSpPr/>
            <p:nvPr/>
          </p:nvSpPr>
          <p:spPr>
            <a:xfrm>
              <a:off x="6163818" y="4807845"/>
              <a:ext cx="547370" cy="862330"/>
            </a:xfrm>
            <a:custGeom>
              <a:avLst/>
              <a:gdLst/>
              <a:ahLst/>
              <a:cxnLst/>
              <a:rect l="l" t="t" r="r" b="b"/>
              <a:pathLst>
                <a:path w="547370" h="862329">
                  <a:moveTo>
                    <a:pt x="546976" y="163830"/>
                  </a:moveTo>
                  <a:lnTo>
                    <a:pt x="530987" y="96507"/>
                  </a:lnTo>
                  <a:lnTo>
                    <a:pt x="509384" y="62941"/>
                  </a:lnTo>
                  <a:lnTo>
                    <a:pt x="479856" y="33782"/>
                  </a:lnTo>
                  <a:lnTo>
                    <a:pt x="443242" y="12280"/>
                  </a:lnTo>
                  <a:lnTo>
                    <a:pt x="400392" y="1714"/>
                  </a:lnTo>
                  <a:lnTo>
                    <a:pt x="382447" y="3060"/>
                  </a:lnTo>
                  <a:lnTo>
                    <a:pt x="377875" y="0"/>
                  </a:lnTo>
                  <a:lnTo>
                    <a:pt x="261607" y="17665"/>
                  </a:lnTo>
                  <a:lnTo>
                    <a:pt x="216725" y="42633"/>
                  </a:lnTo>
                  <a:lnTo>
                    <a:pt x="179616" y="76542"/>
                  </a:lnTo>
                  <a:lnTo>
                    <a:pt x="149466" y="116852"/>
                  </a:lnTo>
                  <a:lnTo>
                    <a:pt x="125488" y="161061"/>
                  </a:lnTo>
                  <a:lnTo>
                    <a:pt x="106883" y="206667"/>
                  </a:lnTo>
                  <a:lnTo>
                    <a:pt x="92849" y="251129"/>
                  </a:lnTo>
                  <a:lnTo>
                    <a:pt x="82600" y="291960"/>
                  </a:lnTo>
                  <a:lnTo>
                    <a:pt x="75323" y="326644"/>
                  </a:lnTo>
                  <a:lnTo>
                    <a:pt x="57797" y="378993"/>
                  </a:lnTo>
                  <a:lnTo>
                    <a:pt x="34429" y="418642"/>
                  </a:lnTo>
                  <a:lnTo>
                    <a:pt x="12674" y="454088"/>
                  </a:lnTo>
                  <a:lnTo>
                    <a:pt x="0" y="493826"/>
                  </a:lnTo>
                  <a:lnTo>
                    <a:pt x="2235" y="544131"/>
                  </a:lnTo>
                  <a:lnTo>
                    <a:pt x="17818" y="573608"/>
                  </a:lnTo>
                  <a:lnTo>
                    <a:pt x="35928" y="592239"/>
                  </a:lnTo>
                  <a:lnTo>
                    <a:pt x="45707" y="609993"/>
                  </a:lnTo>
                  <a:lnTo>
                    <a:pt x="36309" y="636828"/>
                  </a:lnTo>
                  <a:lnTo>
                    <a:pt x="16129" y="681304"/>
                  </a:lnTo>
                  <a:lnTo>
                    <a:pt x="14566" y="720750"/>
                  </a:lnTo>
                  <a:lnTo>
                    <a:pt x="56197" y="781888"/>
                  </a:lnTo>
                  <a:lnTo>
                    <a:pt x="93840" y="802220"/>
                  </a:lnTo>
                  <a:lnTo>
                    <a:pt x="138976" y="814819"/>
                  </a:lnTo>
                  <a:lnTo>
                    <a:pt x="189839" y="824369"/>
                  </a:lnTo>
                  <a:lnTo>
                    <a:pt x="215023" y="832497"/>
                  </a:lnTo>
                  <a:lnTo>
                    <a:pt x="221907" y="843673"/>
                  </a:lnTo>
                  <a:lnTo>
                    <a:pt x="217906" y="862330"/>
                  </a:lnTo>
                  <a:lnTo>
                    <a:pt x="222758" y="860247"/>
                  </a:lnTo>
                  <a:lnTo>
                    <a:pt x="234543" y="852246"/>
                  </a:lnTo>
                  <a:lnTo>
                    <a:pt x="249110" y="835672"/>
                  </a:lnTo>
                  <a:lnTo>
                    <a:pt x="262293" y="807872"/>
                  </a:lnTo>
                  <a:lnTo>
                    <a:pt x="267296" y="779284"/>
                  </a:lnTo>
                  <a:lnTo>
                    <a:pt x="263004" y="757262"/>
                  </a:lnTo>
                  <a:lnTo>
                    <a:pt x="253657" y="734491"/>
                  </a:lnTo>
                  <a:lnTo>
                    <a:pt x="243560" y="703643"/>
                  </a:lnTo>
                  <a:lnTo>
                    <a:pt x="240931" y="675106"/>
                  </a:lnTo>
                  <a:lnTo>
                    <a:pt x="247878" y="654951"/>
                  </a:lnTo>
                  <a:lnTo>
                    <a:pt x="259334" y="629373"/>
                  </a:lnTo>
                  <a:lnTo>
                    <a:pt x="270294" y="584568"/>
                  </a:lnTo>
                  <a:lnTo>
                    <a:pt x="268770" y="538784"/>
                  </a:lnTo>
                  <a:lnTo>
                    <a:pt x="255663" y="495465"/>
                  </a:lnTo>
                  <a:lnTo>
                    <a:pt x="239814" y="453986"/>
                  </a:lnTo>
                  <a:lnTo>
                    <a:pt x="230111" y="413727"/>
                  </a:lnTo>
                  <a:lnTo>
                    <a:pt x="235394" y="374091"/>
                  </a:lnTo>
                  <a:lnTo>
                    <a:pt x="252971" y="334264"/>
                  </a:lnTo>
                  <a:lnTo>
                    <a:pt x="266268" y="302234"/>
                  </a:lnTo>
                  <a:lnTo>
                    <a:pt x="275094" y="260908"/>
                  </a:lnTo>
                  <a:lnTo>
                    <a:pt x="279323" y="193192"/>
                  </a:lnTo>
                  <a:lnTo>
                    <a:pt x="289420" y="145846"/>
                  </a:lnTo>
                  <a:lnTo>
                    <a:pt x="314020" y="117119"/>
                  </a:lnTo>
                  <a:lnTo>
                    <a:pt x="348386" y="103720"/>
                  </a:lnTo>
                  <a:lnTo>
                    <a:pt x="387781" y="102349"/>
                  </a:lnTo>
                  <a:lnTo>
                    <a:pt x="427469" y="109740"/>
                  </a:lnTo>
                  <a:lnTo>
                    <a:pt x="455091" y="141185"/>
                  </a:lnTo>
                  <a:lnTo>
                    <a:pt x="462711" y="186461"/>
                  </a:lnTo>
                  <a:lnTo>
                    <a:pt x="470268" y="230492"/>
                  </a:lnTo>
                  <a:lnTo>
                    <a:pt x="482574" y="268719"/>
                  </a:lnTo>
                  <a:lnTo>
                    <a:pt x="494068" y="295681"/>
                  </a:lnTo>
                  <a:lnTo>
                    <a:pt x="499135" y="305879"/>
                  </a:lnTo>
                  <a:lnTo>
                    <a:pt x="522516" y="292061"/>
                  </a:lnTo>
                  <a:lnTo>
                    <a:pt x="535292" y="272656"/>
                  </a:lnTo>
                  <a:lnTo>
                    <a:pt x="541947" y="234353"/>
                  </a:lnTo>
                  <a:lnTo>
                    <a:pt x="546976" y="16383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3" name="object 1013" descr=""/>
            <p:cNvSpPr/>
            <p:nvPr/>
          </p:nvSpPr>
          <p:spPr>
            <a:xfrm>
              <a:off x="6284065" y="4867801"/>
              <a:ext cx="302260" cy="753745"/>
            </a:xfrm>
            <a:custGeom>
              <a:avLst/>
              <a:gdLst/>
              <a:ahLst/>
              <a:cxnLst/>
              <a:rect l="l" t="t" r="r" b="b"/>
              <a:pathLst>
                <a:path w="302259" h="753745">
                  <a:moveTo>
                    <a:pt x="270924" y="0"/>
                  </a:moveTo>
                  <a:lnTo>
                    <a:pt x="182343" y="15271"/>
                  </a:lnTo>
                  <a:lnTo>
                    <a:pt x="133372" y="36312"/>
                  </a:lnTo>
                  <a:lnTo>
                    <a:pt x="102095" y="67668"/>
                  </a:lnTo>
                  <a:lnTo>
                    <a:pt x="85216" y="105285"/>
                  </a:lnTo>
                  <a:lnTo>
                    <a:pt x="79439" y="145110"/>
                  </a:lnTo>
                  <a:lnTo>
                    <a:pt x="81467" y="183088"/>
                  </a:lnTo>
                  <a:lnTo>
                    <a:pt x="79311" y="226600"/>
                  </a:lnTo>
                  <a:lnTo>
                    <a:pt x="64109" y="268317"/>
                  </a:lnTo>
                  <a:lnTo>
                    <a:pt x="40947" y="308921"/>
                  </a:lnTo>
                  <a:lnTo>
                    <a:pt x="14914" y="349094"/>
                  </a:lnTo>
                  <a:lnTo>
                    <a:pt x="0" y="386702"/>
                  </a:lnTo>
                  <a:lnTo>
                    <a:pt x="3188" y="420844"/>
                  </a:lnTo>
                  <a:lnTo>
                    <a:pt x="19124" y="454026"/>
                  </a:lnTo>
                  <a:lnTo>
                    <a:pt x="42452" y="488754"/>
                  </a:lnTo>
                  <a:lnTo>
                    <a:pt x="54906" y="524620"/>
                  </a:lnTo>
                  <a:lnTo>
                    <a:pt x="48135" y="560869"/>
                  </a:lnTo>
                  <a:lnTo>
                    <a:pt x="31638" y="599388"/>
                  </a:lnTo>
                  <a:lnTo>
                    <a:pt x="14914" y="642069"/>
                  </a:lnTo>
                  <a:lnTo>
                    <a:pt x="19993" y="679372"/>
                  </a:lnTo>
                  <a:lnTo>
                    <a:pt x="48092" y="705457"/>
                  </a:lnTo>
                  <a:lnTo>
                    <a:pt x="77584" y="727761"/>
                  </a:lnTo>
                  <a:lnTo>
                    <a:pt x="86838" y="753720"/>
                  </a:lnTo>
                  <a:lnTo>
                    <a:pt x="91147" y="719608"/>
                  </a:lnTo>
                  <a:lnTo>
                    <a:pt x="88209" y="697730"/>
                  </a:lnTo>
                  <a:lnTo>
                    <a:pt x="74085" y="678627"/>
                  </a:lnTo>
                  <a:lnTo>
                    <a:pt x="44840" y="652843"/>
                  </a:lnTo>
                  <a:lnTo>
                    <a:pt x="30490" y="625696"/>
                  </a:lnTo>
                  <a:lnTo>
                    <a:pt x="40285" y="595492"/>
                  </a:lnTo>
                  <a:lnTo>
                    <a:pt x="62046" y="561608"/>
                  </a:lnTo>
                  <a:lnTo>
                    <a:pt x="83592" y="523420"/>
                  </a:lnTo>
                  <a:lnTo>
                    <a:pt x="92744" y="480304"/>
                  </a:lnTo>
                  <a:lnTo>
                    <a:pt x="81410" y="433776"/>
                  </a:lnTo>
                  <a:lnTo>
                    <a:pt x="59918" y="401482"/>
                  </a:lnTo>
                  <a:lnTo>
                    <a:pt x="42863" y="372679"/>
                  </a:lnTo>
                  <a:lnTo>
                    <a:pt x="44840" y="336623"/>
                  </a:lnTo>
                  <a:lnTo>
                    <a:pt x="65254" y="295242"/>
                  </a:lnTo>
                  <a:lnTo>
                    <a:pt x="88930" y="253420"/>
                  </a:lnTo>
                  <a:lnTo>
                    <a:pt x="108636" y="204779"/>
                  </a:lnTo>
                  <a:lnTo>
                    <a:pt x="117141" y="142943"/>
                  </a:lnTo>
                  <a:lnTo>
                    <a:pt x="127487" y="99969"/>
                  </a:lnTo>
                  <a:lnTo>
                    <a:pt x="153890" y="65815"/>
                  </a:lnTo>
                  <a:lnTo>
                    <a:pt x="190435" y="41540"/>
                  </a:lnTo>
                  <a:lnTo>
                    <a:pt x="231204" y="28206"/>
                  </a:lnTo>
                  <a:lnTo>
                    <a:pt x="270282" y="26873"/>
                  </a:lnTo>
                  <a:lnTo>
                    <a:pt x="301753" y="38600"/>
                  </a:lnTo>
                  <a:lnTo>
                    <a:pt x="287960" y="11472"/>
                  </a:lnTo>
                  <a:lnTo>
                    <a:pt x="270924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4" name="object 1014" descr=""/>
          <p:cNvGrpSpPr/>
          <p:nvPr/>
        </p:nvGrpSpPr>
        <p:grpSpPr>
          <a:xfrm>
            <a:off x="4615803" y="4850100"/>
            <a:ext cx="557530" cy="862330"/>
            <a:chOff x="4615803" y="4850100"/>
            <a:chExt cx="557530" cy="862330"/>
          </a:xfrm>
        </p:grpSpPr>
        <p:sp>
          <p:nvSpPr>
            <p:cNvPr id="1015" name="object 1015" descr=""/>
            <p:cNvSpPr/>
            <p:nvPr/>
          </p:nvSpPr>
          <p:spPr>
            <a:xfrm>
              <a:off x="4805710" y="5025403"/>
              <a:ext cx="356870" cy="434340"/>
            </a:xfrm>
            <a:custGeom>
              <a:avLst/>
              <a:gdLst/>
              <a:ahLst/>
              <a:cxnLst/>
              <a:rect l="l" t="t" r="r" b="b"/>
              <a:pathLst>
                <a:path w="356870" h="434339">
                  <a:moveTo>
                    <a:pt x="356264" y="0"/>
                  </a:moveTo>
                  <a:lnTo>
                    <a:pt x="316173" y="25257"/>
                  </a:lnTo>
                  <a:lnTo>
                    <a:pt x="223285" y="88564"/>
                  </a:lnTo>
                  <a:lnTo>
                    <a:pt x="118673" y="171223"/>
                  </a:lnTo>
                  <a:lnTo>
                    <a:pt x="43414" y="254536"/>
                  </a:lnTo>
                  <a:lnTo>
                    <a:pt x="8695" y="315376"/>
                  </a:lnTo>
                  <a:lnTo>
                    <a:pt x="0" y="354326"/>
                  </a:lnTo>
                  <a:lnTo>
                    <a:pt x="19917" y="388192"/>
                  </a:lnTo>
                  <a:lnTo>
                    <a:pt x="71037" y="433777"/>
                  </a:lnTo>
                  <a:lnTo>
                    <a:pt x="83422" y="430372"/>
                  </a:lnTo>
                  <a:lnTo>
                    <a:pt x="115640" y="422375"/>
                  </a:lnTo>
                  <a:lnTo>
                    <a:pt x="160286" y="413117"/>
                  </a:lnTo>
                  <a:lnTo>
                    <a:pt x="209954" y="405924"/>
                  </a:lnTo>
                  <a:lnTo>
                    <a:pt x="248583" y="401820"/>
                  </a:lnTo>
                  <a:lnTo>
                    <a:pt x="282941" y="394028"/>
                  </a:lnTo>
                  <a:lnTo>
                    <a:pt x="309978" y="377251"/>
                  </a:lnTo>
                  <a:lnTo>
                    <a:pt x="326646" y="346191"/>
                  </a:lnTo>
                  <a:lnTo>
                    <a:pt x="329898" y="295551"/>
                  </a:lnTo>
                  <a:lnTo>
                    <a:pt x="326099" y="232629"/>
                  </a:lnTo>
                  <a:lnTo>
                    <a:pt x="327579" y="180868"/>
                  </a:lnTo>
                  <a:lnTo>
                    <a:pt x="336810" y="112561"/>
                  </a:lnTo>
                  <a:lnTo>
                    <a:pt x="356264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6" name="object 1016" descr=""/>
            <p:cNvSpPr/>
            <p:nvPr/>
          </p:nvSpPr>
          <p:spPr>
            <a:xfrm>
              <a:off x="4812582" y="4888356"/>
              <a:ext cx="323850" cy="386080"/>
            </a:xfrm>
            <a:custGeom>
              <a:avLst/>
              <a:gdLst/>
              <a:ahLst/>
              <a:cxnLst/>
              <a:rect l="l" t="t" r="r" b="b"/>
              <a:pathLst>
                <a:path w="323850" h="386079">
                  <a:moveTo>
                    <a:pt x="158507" y="0"/>
                  </a:moveTo>
                  <a:lnTo>
                    <a:pt x="105734" y="4978"/>
                  </a:lnTo>
                  <a:lnTo>
                    <a:pt x="68281" y="15379"/>
                  </a:lnTo>
                  <a:lnTo>
                    <a:pt x="22626" y="58624"/>
                  </a:lnTo>
                  <a:lnTo>
                    <a:pt x="2000" y="123386"/>
                  </a:lnTo>
                  <a:lnTo>
                    <a:pt x="0" y="168986"/>
                  </a:lnTo>
                  <a:lnTo>
                    <a:pt x="5307" y="220762"/>
                  </a:lnTo>
                  <a:lnTo>
                    <a:pt x="12482" y="263202"/>
                  </a:lnTo>
                  <a:lnTo>
                    <a:pt x="16083" y="280795"/>
                  </a:lnTo>
                  <a:lnTo>
                    <a:pt x="109323" y="358622"/>
                  </a:lnTo>
                  <a:lnTo>
                    <a:pt x="171525" y="385494"/>
                  </a:lnTo>
                  <a:lnTo>
                    <a:pt x="230697" y="362246"/>
                  </a:lnTo>
                  <a:lnTo>
                    <a:pt x="314849" y="289716"/>
                  </a:lnTo>
                  <a:lnTo>
                    <a:pt x="320410" y="255213"/>
                  </a:lnTo>
                  <a:lnTo>
                    <a:pt x="323094" y="232361"/>
                  </a:lnTo>
                  <a:lnTo>
                    <a:pt x="323647" y="210944"/>
                  </a:lnTo>
                  <a:lnTo>
                    <a:pt x="321696" y="141874"/>
                  </a:lnTo>
                  <a:lnTo>
                    <a:pt x="318735" y="102606"/>
                  </a:lnTo>
                  <a:lnTo>
                    <a:pt x="310774" y="65070"/>
                  </a:lnTo>
                  <a:lnTo>
                    <a:pt x="264374" y="11831"/>
                  </a:lnTo>
                  <a:lnTo>
                    <a:pt x="215190" y="1824"/>
                  </a:lnTo>
                  <a:lnTo>
                    <a:pt x="158507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7" name="object 1017" descr=""/>
            <p:cNvSpPr/>
            <p:nvPr/>
          </p:nvSpPr>
          <p:spPr>
            <a:xfrm>
              <a:off x="4785070" y="5125256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89" h="123189">
                  <a:moveTo>
                    <a:pt x="16211" y="0"/>
                  </a:moveTo>
                  <a:lnTo>
                    <a:pt x="9652" y="117"/>
                  </a:lnTo>
                  <a:lnTo>
                    <a:pt x="4132" y="3600"/>
                  </a:lnTo>
                  <a:lnTo>
                    <a:pt x="65" y="20573"/>
                  </a:lnTo>
                  <a:lnTo>
                    <a:pt x="0" y="52473"/>
                  </a:lnTo>
                  <a:lnTo>
                    <a:pt x="2932" y="85402"/>
                  </a:lnTo>
                  <a:lnTo>
                    <a:pt x="36428" y="118517"/>
                  </a:lnTo>
                  <a:lnTo>
                    <a:pt x="59428" y="122581"/>
                  </a:lnTo>
                  <a:lnTo>
                    <a:pt x="51928" y="92625"/>
                  </a:lnTo>
                  <a:lnTo>
                    <a:pt x="48387" y="71289"/>
                  </a:lnTo>
                  <a:lnTo>
                    <a:pt x="47869" y="48360"/>
                  </a:lnTo>
                  <a:lnTo>
                    <a:pt x="49439" y="13621"/>
                  </a:lnTo>
                  <a:lnTo>
                    <a:pt x="28058" y="4188"/>
                  </a:lnTo>
                  <a:lnTo>
                    <a:pt x="16211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18" name="object 1018" descr=""/>
            <p:cNvPicPr/>
            <p:nvPr/>
          </p:nvPicPr>
          <p:blipFill>
            <a:blip r:embed="rId210" cstate="print"/>
            <a:stretch>
              <a:fillRect/>
            </a:stretch>
          </p:blipFill>
          <p:spPr>
            <a:xfrm>
              <a:off x="4904132" y="5318477"/>
              <a:ext cx="158455" cy="168282"/>
            </a:xfrm>
            <a:prstGeom prst="rect">
              <a:avLst/>
            </a:prstGeom>
          </p:spPr>
        </p:pic>
        <p:sp>
          <p:nvSpPr>
            <p:cNvPr id="1019" name="object 1019" descr=""/>
            <p:cNvSpPr/>
            <p:nvPr/>
          </p:nvSpPr>
          <p:spPr>
            <a:xfrm>
              <a:off x="4828726" y="4961007"/>
              <a:ext cx="301625" cy="416559"/>
            </a:xfrm>
            <a:custGeom>
              <a:avLst/>
              <a:gdLst/>
              <a:ahLst/>
              <a:cxnLst/>
              <a:rect l="l" t="t" r="r" b="b"/>
              <a:pathLst>
                <a:path w="301625" h="416560">
                  <a:moveTo>
                    <a:pt x="285164" y="0"/>
                  </a:moveTo>
                  <a:lnTo>
                    <a:pt x="189687" y="2325"/>
                  </a:lnTo>
                  <a:lnTo>
                    <a:pt x="109808" y="4659"/>
                  </a:lnTo>
                  <a:lnTo>
                    <a:pt x="42345" y="7264"/>
                  </a:lnTo>
                  <a:lnTo>
                    <a:pt x="8964" y="38469"/>
                  </a:lnTo>
                  <a:lnTo>
                    <a:pt x="4604" y="99243"/>
                  </a:lnTo>
                  <a:lnTo>
                    <a:pt x="1112" y="162686"/>
                  </a:lnTo>
                  <a:lnTo>
                    <a:pt x="0" y="199407"/>
                  </a:lnTo>
                  <a:lnTo>
                    <a:pt x="2794" y="225364"/>
                  </a:lnTo>
                  <a:lnTo>
                    <a:pt x="8968" y="265934"/>
                  </a:lnTo>
                  <a:lnTo>
                    <a:pt x="16877" y="305828"/>
                  </a:lnTo>
                  <a:lnTo>
                    <a:pt x="43844" y="347886"/>
                  </a:lnTo>
                  <a:lnTo>
                    <a:pt x="77631" y="375869"/>
                  </a:lnTo>
                  <a:lnTo>
                    <a:pt x="110820" y="401962"/>
                  </a:lnTo>
                  <a:lnTo>
                    <a:pt x="151912" y="416322"/>
                  </a:lnTo>
                  <a:lnTo>
                    <a:pt x="167159" y="415512"/>
                  </a:lnTo>
                  <a:lnTo>
                    <a:pt x="230949" y="372910"/>
                  </a:lnTo>
                  <a:lnTo>
                    <a:pt x="266121" y="343150"/>
                  </a:lnTo>
                  <a:lnTo>
                    <a:pt x="289903" y="297735"/>
                  </a:lnTo>
                  <a:lnTo>
                    <a:pt x="296925" y="254798"/>
                  </a:lnTo>
                  <a:lnTo>
                    <a:pt x="301140" y="208202"/>
                  </a:lnTo>
                  <a:lnTo>
                    <a:pt x="297666" y="174560"/>
                  </a:lnTo>
                  <a:lnTo>
                    <a:pt x="290677" y="135115"/>
                  </a:lnTo>
                  <a:lnTo>
                    <a:pt x="286938" y="76462"/>
                  </a:lnTo>
                  <a:lnTo>
                    <a:pt x="285438" y="23218"/>
                  </a:lnTo>
                  <a:lnTo>
                    <a:pt x="285164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0" name="object 1020" descr=""/>
            <p:cNvSpPr/>
            <p:nvPr/>
          </p:nvSpPr>
          <p:spPr>
            <a:xfrm>
              <a:off x="5113893" y="5125256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89" h="123189">
                  <a:moveTo>
                    <a:pt x="43193" y="0"/>
                  </a:moveTo>
                  <a:lnTo>
                    <a:pt x="31352" y="4188"/>
                  </a:lnTo>
                  <a:lnTo>
                    <a:pt x="9989" y="13621"/>
                  </a:lnTo>
                  <a:lnTo>
                    <a:pt x="11558" y="48360"/>
                  </a:lnTo>
                  <a:lnTo>
                    <a:pt x="11041" y="71289"/>
                  </a:lnTo>
                  <a:lnTo>
                    <a:pt x="7500" y="92625"/>
                  </a:lnTo>
                  <a:lnTo>
                    <a:pt x="0" y="122581"/>
                  </a:lnTo>
                  <a:lnTo>
                    <a:pt x="7013" y="121592"/>
                  </a:lnTo>
                  <a:lnTo>
                    <a:pt x="51569" y="105461"/>
                  </a:lnTo>
                  <a:lnTo>
                    <a:pt x="59428" y="52473"/>
                  </a:lnTo>
                  <a:lnTo>
                    <a:pt x="59362" y="20573"/>
                  </a:lnTo>
                  <a:lnTo>
                    <a:pt x="55296" y="3600"/>
                  </a:lnTo>
                  <a:lnTo>
                    <a:pt x="49759" y="117"/>
                  </a:lnTo>
                  <a:lnTo>
                    <a:pt x="43193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1" name="object 1021" descr=""/>
            <p:cNvSpPr/>
            <p:nvPr/>
          </p:nvSpPr>
          <p:spPr>
            <a:xfrm>
              <a:off x="4615802" y="4850110"/>
              <a:ext cx="547370" cy="862330"/>
            </a:xfrm>
            <a:custGeom>
              <a:avLst/>
              <a:gdLst/>
              <a:ahLst/>
              <a:cxnLst/>
              <a:rect l="l" t="t" r="r" b="b"/>
              <a:pathLst>
                <a:path w="547370" h="862329">
                  <a:moveTo>
                    <a:pt x="547001" y="163817"/>
                  </a:moveTo>
                  <a:lnTo>
                    <a:pt x="530987" y="96494"/>
                  </a:lnTo>
                  <a:lnTo>
                    <a:pt x="509384" y="62928"/>
                  </a:lnTo>
                  <a:lnTo>
                    <a:pt x="479844" y="33769"/>
                  </a:lnTo>
                  <a:lnTo>
                    <a:pt x="443230" y="12268"/>
                  </a:lnTo>
                  <a:lnTo>
                    <a:pt x="400392" y="1689"/>
                  </a:lnTo>
                  <a:lnTo>
                    <a:pt x="382422" y="3048"/>
                  </a:lnTo>
                  <a:lnTo>
                    <a:pt x="377875" y="0"/>
                  </a:lnTo>
                  <a:lnTo>
                    <a:pt x="261632" y="17653"/>
                  </a:lnTo>
                  <a:lnTo>
                    <a:pt x="216750" y="42633"/>
                  </a:lnTo>
                  <a:lnTo>
                    <a:pt x="179628" y="76530"/>
                  </a:lnTo>
                  <a:lnTo>
                    <a:pt x="149479" y="116840"/>
                  </a:lnTo>
                  <a:lnTo>
                    <a:pt x="125501" y="161061"/>
                  </a:lnTo>
                  <a:lnTo>
                    <a:pt x="106895" y="206654"/>
                  </a:lnTo>
                  <a:lnTo>
                    <a:pt x="92875" y="251117"/>
                  </a:lnTo>
                  <a:lnTo>
                    <a:pt x="82613" y="291947"/>
                  </a:lnTo>
                  <a:lnTo>
                    <a:pt x="75349" y="326618"/>
                  </a:lnTo>
                  <a:lnTo>
                    <a:pt x="57810" y="378980"/>
                  </a:lnTo>
                  <a:lnTo>
                    <a:pt x="34429" y="418630"/>
                  </a:lnTo>
                  <a:lnTo>
                    <a:pt x="12661" y="454075"/>
                  </a:lnTo>
                  <a:lnTo>
                    <a:pt x="0" y="493826"/>
                  </a:lnTo>
                  <a:lnTo>
                    <a:pt x="2235" y="544131"/>
                  </a:lnTo>
                  <a:lnTo>
                    <a:pt x="17830" y="573608"/>
                  </a:lnTo>
                  <a:lnTo>
                    <a:pt x="35941" y="592239"/>
                  </a:lnTo>
                  <a:lnTo>
                    <a:pt x="45720" y="609981"/>
                  </a:lnTo>
                  <a:lnTo>
                    <a:pt x="36334" y="636828"/>
                  </a:lnTo>
                  <a:lnTo>
                    <a:pt x="16129" y="681291"/>
                  </a:lnTo>
                  <a:lnTo>
                    <a:pt x="14566" y="720750"/>
                  </a:lnTo>
                  <a:lnTo>
                    <a:pt x="56197" y="781875"/>
                  </a:lnTo>
                  <a:lnTo>
                    <a:pt x="93840" y="802208"/>
                  </a:lnTo>
                  <a:lnTo>
                    <a:pt x="139001" y="814806"/>
                  </a:lnTo>
                  <a:lnTo>
                    <a:pt x="189865" y="824357"/>
                  </a:lnTo>
                  <a:lnTo>
                    <a:pt x="215036" y="832497"/>
                  </a:lnTo>
                  <a:lnTo>
                    <a:pt x="221919" y="843661"/>
                  </a:lnTo>
                  <a:lnTo>
                    <a:pt x="217893" y="862317"/>
                  </a:lnTo>
                  <a:lnTo>
                    <a:pt x="222745" y="860247"/>
                  </a:lnTo>
                  <a:lnTo>
                    <a:pt x="234543" y="852246"/>
                  </a:lnTo>
                  <a:lnTo>
                    <a:pt x="249097" y="835660"/>
                  </a:lnTo>
                  <a:lnTo>
                    <a:pt x="262280" y="807859"/>
                  </a:lnTo>
                  <a:lnTo>
                    <a:pt x="267296" y="779284"/>
                  </a:lnTo>
                  <a:lnTo>
                    <a:pt x="263004" y="757250"/>
                  </a:lnTo>
                  <a:lnTo>
                    <a:pt x="253669" y="734479"/>
                  </a:lnTo>
                  <a:lnTo>
                    <a:pt x="243547" y="703643"/>
                  </a:lnTo>
                  <a:lnTo>
                    <a:pt x="244919" y="675411"/>
                  </a:lnTo>
                  <a:lnTo>
                    <a:pt x="280898" y="631075"/>
                  </a:lnTo>
                  <a:lnTo>
                    <a:pt x="295833" y="586613"/>
                  </a:lnTo>
                  <a:lnTo>
                    <a:pt x="294322" y="540829"/>
                  </a:lnTo>
                  <a:lnTo>
                    <a:pt x="281216" y="497509"/>
                  </a:lnTo>
                  <a:lnTo>
                    <a:pt x="265366" y="456018"/>
                  </a:lnTo>
                  <a:lnTo>
                    <a:pt x="255663" y="415759"/>
                  </a:lnTo>
                  <a:lnTo>
                    <a:pt x="260934" y="376110"/>
                  </a:lnTo>
                  <a:lnTo>
                    <a:pt x="278523" y="336283"/>
                  </a:lnTo>
                  <a:lnTo>
                    <a:pt x="291807" y="304253"/>
                  </a:lnTo>
                  <a:lnTo>
                    <a:pt x="300647" y="262928"/>
                  </a:lnTo>
                  <a:lnTo>
                    <a:pt x="304876" y="195199"/>
                  </a:lnTo>
                  <a:lnTo>
                    <a:pt x="316230" y="140512"/>
                  </a:lnTo>
                  <a:lnTo>
                    <a:pt x="343420" y="111404"/>
                  </a:lnTo>
                  <a:lnTo>
                    <a:pt x="380733" y="102374"/>
                  </a:lnTo>
                  <a:lnTo>
                    <a:pt x="422402" y="107924"/>
                  </a:lnTo>
                  <a:lnTo>
                    <a:pt x="462699" y="122567"/>
                  </a:lnTo>
                  <a:lnTo>
                    <a:pt x="491248" y="151777"/>
                  </a:lnTo>
                  <a:lnTo>
                    <a:pt x="497801" y="222211"/>
                  </a:lnTo>
                  <a:lnTo>
                    <a:pt x="502666" y="260007"/>
                  </a:lnTo>
                  <a:lnTo>
                    <a:pt x="506691" y="286524"/>
                  </a:lnTo>
                  <a:lnTo>
                    <a:pt x="508381" y="296532"/>
                  </a:lnTo>
                  <a:lnTo>
                    <a:pt x="526415" y="288124"/>
                  </a:lnTo>
                  <a:lnTo>
                    <a:pt x="536448" y="271500"/>
                  </a:lnTo>
                  <a:lnTo>
                    <a:pt x="542099" y="234213"/>
                  </a:lnTo>
                  <a:lnTo>
                    <a:pt x="547001" y="163817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2" name="object 1022" descr=""/>
            <p:cNvSpPr/>
            <p:nvPr/>
          </p:nvSpPr>
          <p:spPr>
            <a:xfrm>
              <a:off x="4769744" y="4922406"/>
              <a:ext cx="302260" cy="753745"/>
            </a:xfrm>
            <a:custGeom>
              <a:avLst/>
              <a:gdLst/>
              <a:ahLst/>
              <a:cxnLst/>
              <a:rect l="l" t="t" r="r" b="b"/>
              <a:pathLst>
                <a:path w="302260" h="753745">
                  <a:moveTo>
                    <a:pt x="270903" y="0"/>
                  </a:moveTo>
                  <a:lnTo>
                    <a:pt x="182327" y="15271"/>
                  </a:lnTo>
                  <a:lnTo>
                    <a:pt x="133363" y="36316"/>
                  </a:lnTo>
                  <a:lnTo>
                    <a:pt x="102084" y="67672"/>
                  </a:lnTo>
                  <a:lnTo>
                    <a:pt x="85200" y="105288"/>
                  </a:lnTo>
                  <a:lnTo>
                    <a:pt x="79416" y="145111"/>
                  </a:lnTo>
                  <a:lnTo>
                    <a:pt x="81440" y="183088"/>
                  </a:lnTo>
                  <a:lnTo>
                    <a:pt x="79285" y="226596"/>
                  </a:lnTo>
                  <a:lnTo>
                    <a:pt x="64086" y="268312"/>
                  </a:lnTo>
                  <a:lnTo>
                    <a:pt x="40934" y="308915"/>
                  </a:lnTo>
                  <a:lnTo>
                    <a:pt x="14919" y="349083"/>
                  </a:lnTo>
                  <a:lnTo>
                    <a:pt x="0" y="386702"/>
                  </a:lnTo>
                  <a:lnTo>
                    <a:pt x="3177" y="420854"/>
                  </a:lnTo>
                  <a:lnTo>
                    <a:pt x="19102" y="454039"/>
                  </a:lnTo>
                  <a:lnTo>
                    <a:pt x="42426" y="488754"/>
                  </a:lnTo>
                  <a:lnTo>
                    <a:pt x="54880" y="524620"/>
                  </a:lnTo>
                  <a:lnTo>
                    <a:pt x="48113" y="560869"/>
                  </a:lnTo>
                  <a:lnTo>
                    <a:pt x="31625" y="599388"/>
                  </a:lnTo>
                  <a:lnTo>
                    <a:pt x="14919" y="642069"/>
                  </a:lnTo>
                  <a:lnTo>
                    <a:pt x="19998" y="679377"/>
                  </a:lnTo>
                  <a:lnTo>
                    <a:pt x="48097" y="705461"/>
                  </a:lnTo>
                  <a:lnTo>
                    <a:pt x="77588" y="727762"/>
                  </a:lnTo>
                  <a:lnTo>
                    <a:pt x="86843" y="753720"/>
                  </a:lnTo>
                  <a:lnTo>
                    <a:pt x="91134" y="719614"/>
                  </a:lnTo>
                  <a:lnTo>
                    <a:pt x="88190" y="697737"/>
                  </a:lnTo>
                  <a:lnTo>
                    <a:pt x="74073" y="678633"/>
                  </a:lnTo>
                  <a:lnTo>
                    <a:pt x="44845" y="652843"/>
                  </a:lnTo>
                  <a:lnTo>
                    <a:pt x="30494" y="625696"/>
                  </a:lnTo>
                  <a:lnTo>
                    <a:pt x="40288" y="595492"/>
                  </a:lnTo>
                  <a:lnTo>
                    <a:pt x="62044" y="561610"/>
                  </a:lnTo>
                  <a:lnTo>
                    <a:pt x="83581" y="523425"/>
                  </a:lnTo>
                  <a:lnTo>
                    <a:pt x="92717" y="480315"/>
                  </a:lnTo>
                  <a:lnTo>
                    <a:pt x="81384" y="433781"/>
                  </a:lnTo>
                  <a:lnTo>
                    <a:pt x="59895" y="401483"/>
                  </a:lnTo>
                  <a:lnTo>
                    <a:pt x="42849" y="372679"/>
                  </a:lnTo>
                  <a:lnTo>
                    <a:pt x="44845" y="336623"/>
                  </a:lnTo>
                  <a:lnTo>
                    <a:pt x="65241" y="295255"/>
                  </a:lnTo>
                  <a:lnTo>
                    <a:pt x="88911" y="253432"/>
                  </a:lnTo>
                  <a:lnTo>
                    <a:pt x="108623" y="204784"/>
                  </a:lnTo>
                  <a:lnTo>
                    <a:pt x="117146" y="142943"/>
                  </a:lnTo>
                  <a:lnTo>
                    <a:pt x="127479" y="99973"/>
                  </a:lnTo>
                  <a:lnTo>
                    <a:pt x="153874" y="65819"/>
                  </a:lnTo>
                  <a:lnTo>
                    <a:pt x="190416" y="41544"/>
                  </a:lnTo>
                  <a:lnTo>
                    <a:pt x="231188" y="28208"/>
                  </a:lnTo>
                  <a:lnTo>
                    <a:pt x="270274" y="26873"/>
                  </a:lnTo>
                  <a:lnTo>
                    <a:pt x="301758" y="38600"/>
                  </a:lnTo>
                  <a:lnTo>
                    <a:pt x="287947" y="11472"/>
                  </a:lnTo>
                  <a:lnTo>
                    <a:pt x="270903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3" name="object 1023" descr=""/>
          <p:cNvGrpSpPr/>
          <p:nvPr/>
        </p:nvGrpSpPr>
        <p:grpSpPr>
          <a:xfrm>
            <a:off x="6948648" y="4790025"/>
            <a:ext cx="562610" cy="868044"/>
            <a:chOff x="6948648" y="4790025"/>
            <a:chExt cx="562610" cy="868044"/>
          </a:xfrm>
        </p:grpSpPr>
        <p:sp>
          <p:nvSpPr>
            <p:cNvPr id="1024" name="object 1024" descr=""/>
            <p:cNvSpPr/>
            <p:nvPr/>
          </p:nvSpPr>
          <p:spPr>
            <a:xfrm>
              <a:off x="6948648" y="5102615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90" h="123189">
                  <a:moveTo>
                    <a:pt x="16227" y="0"/>
                  </a:moveTo>
                  <a:lnTo>
                    <a:pt x="9667" y="117"/>
                  </a:lnTo>
                  <a:lnTo>
                    <a:pt x="4147" y="3600"/>
                  </a:lnTo>
                  <a:lnTo>
                    <a:pt x="67" y="20573"/>
                  </a:lnTo>
                  <a:lnTo>
                    <a:pt x="0" y="52473"/>
                  </a:lnTo>
                  <a:lnTo>
                    <a:pt x="2930" y="85402"/>
                  </a:lnTo>
                  <a:lnTo>
                    <a:pt x="36439" y="118521"/>
                  </a:lnTo>
                  <a:lnTo>
                    <a:pt x="59444" y="122581"/>
                  </a:lnTo>
                  <a:lnTo>
                    <a:pt x="51943" y="92625"/>
                  </a:lnTo>
                  <a:lnTo>
                    <a:pt x="48402" y="71289"/>
                  </a:lnTo>
                  <a:lnTo>
                    <a:pt x="47885" y="48360"/>
                  </a:lnTo>
                  <a:lnTo>
                    <a:pt x="49455" y="13621"/>
                  </a:lnTo>
                  <a:lnTo>
                    <a:pt x="28073" y="4188"/>
                  </a:lnTo>
                  <a:lnTo>
                    <a:pt x="1622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5" name="object 1025" descr=""/>
            <p:cNvSpPr/>
            <p:nvPr/>
          </p:nvSpPr>
          <p:spPr>
            <a:xfrm>
              <a:off x="6992287" y="4938367"/>
              <a:ext cx="301625" cy="416559"/>
            </a:xfrm>
            <a:custGeom>
              <a:avLst/>
              <a:gdLst/>
              <a:ahLst/>
              <a:cxnLst/>
              <a:rect l="l" t="t" r="r" b="b"/>
              <a:pathLst>
                <a:path w="301625" h="416560">
                  <a:moveTo>
                    <a:pt x="285195" y="0"/>
                  </a:moveTo>
                  <a:lnTo>
                    <a:pt x="189718" y="2325"/>
                  </a:lnTo>
                  <a:lnTo>
                    <a:pt x="109839" y="4659"/>
                  </a:lnTo>
                  <a:lnTo>
                    <a:pt x="42376" y="7264"/>
                  </a:lnTo>
                  <a:lnTo>
                    <a:pt x="8995" y="38471"/>
                  </a:lnTo>
                  <a:lnTo>
                    <a:pt x="4632" y="99246"/>
                  </a:lnTo>
                  <a:lnTo>
                    <a:pt x="1130" y="162690"/>
                  </a:lnTo>
                  <a:lnTo>
                    <a:pt x="0" y="199407"/>
                  </a:lnTo>
                  <a:lnTo>
                    <a:pt x="2812" y="225364"/>
                  </a:lnTo>
                  <a:lnTo>
                    <a:pt x="8995" y="265934"/>
                  </a:lnTo>
                  <a:lnTo>
                    <a:pt x="16908" y="305828"/>
                  </a:lnTo>
                  <a:lnTo>
                    <a:pt x="43875" y="347886"/>
                  </a:lnTo>
                  <a:lnTo>
                    <a:pt x="77662" y="375869"/>
                  </a:lnTo>
                  <a:lnTo>
                    <a:pt x="110852" y="401962"/>
                  </a:lnTo>
                  <a:lnTo>
                    <a:pt x="151933" y="416310"/>
                  </a:lnTo>
                  <a:lnTo>
                    <a:pt x="167181" y="415507"/>
                  </a:lnTo>
                  <a:lnTo>
                    <a:pt x="230978" y="372914"/>
                  </a:lnTo>
                  <a:lnTo>
                    <a:pt x="266140" y="343152"/>
                  </a:lnTo>
                  <a:lnTo>
                    <a:pt x="289921" y="297740"/>
                  </a:lnTo>
                  <a:lnTo>
                    <a:pt x="296953" y="254806"/>
                  </a:lnTo>
                  <a:lnTo>
                    <a:pt x="301170" y="208208"/>
                  </a:lnTo>
                  <a:lnTo>
                    <a:pt x="297697" y="174560"/>
                  </a:lnTo>
                  <a:lnTo>
                    <a:pt x="290708" y="135115"/>
                  </a:lnTo>
                  <a:lnTo>
                    <a:pt x="286970" y="76462"/>
                  </a:lnTo>
                  <a:lnTo>
                    <a:pt x="285470" y="23218"/>
                  </a:lnTo>
                  <a:lnTo>
                    <a:pt x="285195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6" name="object 1026" descr=""/>
            <p:cNvPicPr/>
            <p:nvPr/>
          </p:nvPicPr>
          <p:blipFill>
            <a:blip r:embed="rId211" cstate="print"/>
            <a:stretch>
              <a:fillRect/>
            </a:stretch>
          </p:blipFill>
          <p:spPr>
            <a:xfrm>
              <a:off x="7067694" y="5295836"/>
              <a:ext cx="158487" cy="168282"/>
            </a:xfrm>
            <a:prstGeom prst="rect">
              <a:avLst/>
            </a:prstGeom>
          </p:spPr>
        </p:pic>
        <p:sp>
          <p:nvSpPr>
            <p:cNvPr id="1027" name="object 1027" descr=""/>
            <p:cNvSpPr/>
            <p:nvPr/>
          </p:nvSpPr>
          <p:spPr>
            <a:xfrm>
              <a:off x="7277487" y="5102615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90" h="123189">
                  <a:moveTo>
                    <a:pt x="43189" y="0"/>
                  </a:moveTo>
                  <a:lnTo>
                    <a:pt x="31352" y="4188"/>
                  </a:lnTo>
                  <a:lnTo>
                    <a:pt x="9989" y="13621"/>
                  </a:lnTo>
                  <a:lnTo>
                    <a:pt x="11558" y="48360"/>
                  </a:lnTo>
                  <a:lnTo>
                    <a:pt x="11041" y="71289"/>
                  </a:lnTo>
                  <a:lnTo>
                    <a:pt x="7500" y="92625"/>
                  </a:lnTo>
                  <a:lnTo>
                    <a:pt x="0" y="122581"/>
                  </a:lnTo>
                  <a:lnTo>
                    <a:pt x="7013" y="121593"/>
                  </a:lnTo>
                  <a:lnTo>
                    <a:pt x="51569" y="105461"/>
                  </a:lnTo>
                  <a:lnTo>
                    <a:pt x="59424" y="52473"/>
                  </a:lnTo>
                  <a:lnTo>
                    <a:pt x="59349" y="20573"/>
                  </a:lnTo>
                  <a:lnTo>
                    <a:pt x="55265" y="3600"/>
                  </a:lnTo>
                  <a:lnTo>
                    <a:pt x="49745" y="117"/>
                  </a:lnTo>
                  <a:lnTo>
                    <a:pt x="4318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8" name="object 1028" descr=""/>
            <p:cNvSpPr/>
            <p:nvPr/>
          </p:nvSpPr>
          <p:spPr>
            <a:xfrm>
              <a:off x="6978623" y="4914425"/>
              <a:ext cx="324485" cy="422909"/>
            </a:xfrm>
            <a:custGeom>
              <a:avLst/>
              <a:gdLst/>
              <a:ahLst/>
              <a:cxnLst/>
              <a:rect l="l" t="t" r="r" b="b"/>
              <a:pathLst>
                <a:path w="324484" h="422910">
                  <a:moveTo>
                    <a:pt x="274109" y="389857"/>
                  </a:moveTo>
                  <a:lnTo>
                    <a:pt x="159258" y="389857"/>
                  </a:lnTo>
                  <a:lnTo>
                    <a:pt x="185223" y="393947"/>
                  </a:lnTo>
                  <a:lnTo>
                    <a:pt x="214221" y="405384"/>
                  </a:lnTo>
                  <a:lnTo>
                    <a:pt x="237810" y="417290"/>
                  </a:lnTo>
                  <a:lnTo>
                    <a:pt x="247548" y="422788"/>
                  </a:lnTo>
                  <a:lnTo>
                    <a:pt x="272382" y="392281"/>
                  </a:lnTo>
                  <a:lnTo>
                    <a:pt x="274109" y="389857"/>
                  </a:lnTo>
                  <a:close/>
                </a:path>
                <a:path w="324484" h="422910">
                  <a:moveTo>
                    <a:pt x="158833" y="0"/>
                  </a:moveTo>
                  <a:lnTo>
                    <a:pt x="106061" y="4976"/>
                  </a:lnTo>
                  <a:lnTo>
                    <a:pt x="68611" y="15376"/>
                  </a:lnTo>
                  <a:lnTo>
                    <a:pt x="22961" y="58626"/>
                  </a:lnTo>
                  <a:lnTo>
                    <a:pt x="2331" y="123394"/>
                  </a:lnTo>
                  <a:lnTo>
                    <a:pt x="0" y="159760"/>
                  </a:lnTo>
                  <a:lnTo>
                    <a:pt x="1102" y="180753"/>
                  </a:lnTo>
                  <a:lnTo>
                    <a:pt x="3221" y="202166"/>
                  </a:lnTo>
                  <a:lnTo>
                    <a:pt x="3315" y="204166"/>
                  </a:lnTo>
                  <a:lnTo>
                    <a:pt x="3556" y="205538"/>
                  </a:lnTo>
                  <a:lnTo>
                    <a:pt x="7926" y="235648"/>
                  </a:lnTo>
                  <a:lnTo>
                    <a:pt x="11991" y="258884"/>
                  </a:lnTo>
                  <a:lnTo>
                    <a:pt x="15139" y="274861"/>
                  </a:lnTo>
                  <a:lnTo>
                    <a:pt x="16403" y="280803"/>
                  </a:lnTo>
                  <a:lnTo>
                    <a:pt x="17126" y="281399"/>
                  </a:lnTo>
                  <a:lnTo>
                    <a:pt x="21413" y="301230"/>
                  </a:lnTo>
                  <a:lnTo>
                    <a:pt x="34906" y="345324"/>
                  </a:lnTo>
                  <a:lnTo>
                    <a:pt x="67234" y="387892"/>
                  </a:lnTo>
                  <a:lnTo>
                    <a:pt x="89071" y="410977"/>
                  </a:lnTo>
                  <a:lnTo>
                    <a:pt x="113409" y="400192"/>
                  </a:lnTo>
                  <a:lnTo>
                    <a:pt x="128833" y="394397"/>
                  </a:lnTo>
                  <a:lnTo>
                    <a:pt x="141923" y="391612"/>
                  </a:lnTo>
                  <a:lnTo>
                    <a:pt x="159258" y="389857"/>
                  </a:lnTo>
                  <a:lnTo>
                    <a:pt x="274109" y="389857"/>
                  </a:lnTo>
                  <a:lnTo>
                    <a:pt x="286246" y="372825"/>
                  </a:lnTo>
                  <a:lnTo>
                    <a:pt x="301180" y="333628"/>
                  </a:lnTo>
                  <a:lnTo>
                    <a:pt x="310133" y="294163"/>
                  </a:lnTo>
                  <a:lnTo>
                    <a:pt x="313504" y="291242"/>
                  </a:lnTo>
                  <a:lnTo>
                    <a:pt x="315180" y="289713"/>
                  </a:lnTo>
                  <a:lnTo>
                    <a:pt x="320741" y="255210"/>
                  </a:lnTo>
                  <a:lnTo>
                    <a:pt x="323427" y="232359"/>
                  </a:lnTo>
                  <a:lnTo>
                    <a:pt x="323987" y="210945"/>
                  </a:lnTo>
                  <a:lnTo>
                    <a:pt x="323169" y="180739"/>
                  </a:lnTo>
                  <a:lnTo>
                    <a:pt x="322038" y="141880"/>
                  </a:lnTo>
                  <a:lnTo>
                    <a:pt x="319076" y="102608"/>
                  </a:lnTo>
                  <a:lnTo>
                    <a:pt x="311114" y="65069"/>
                  </a:lnTo>
                  <a:lnTo>
                    <a:pt x="264704" y="11832"/>
                  </a:lnTo>
                  <a:lnTo>
                    <a:pt x="215518" y="1825"/>
                  </a:lnTo>
                  <a:lnTo>
                    <a:pt x="158833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9" name="object 1029" descr=""/>
            <p:cNvSpPr/>
            <p:nvPr/>
          </p:nvSpPr>
          <p:spPr>
            <a:xfrm>
              <a:off x="6963676" y="4790027"/>
              <a:ext cx="547370" cy="868044"/>
            </a:xfrm>
            <a:custGeom>
              <a:avLst/>
              <a:gdLst/>
              <a:ahLst/>
              <a:cxnLst/>
              <a:rect l="l" t="t" r="r" b="b"/>
              <a:pathLst>
                <a:path w="547370" h="868045">
                  <a:moveTo>
                    <a:pt x="547154" y="499173"/>
                  </a:moveTo>
                  <a:lnTo>
                    <a:pt x="534479" y="459422"/>
                  </a:lnTo>
                  <a:lnTo>
                    <a:pt x="512724" y="423976"/>
                  </a:lnTo>
                  <a:lnTo>
                    <a:pt x="489356" y="384327"/>
                  </a:lnTo>
                  <a:lnTo>
                    <a:pt x="471843" y="331965"/>
                  </a:lnTo>
                  <a:lnTo>
                    <a:pt x="466839" y="301434"/>
                  </a:lnTo>
                  <a:lnTo>
                    <a:pt x="461581" y="265671"/>
                  </a:lnTo>
                  <a:lnTo>
                    <a:pt x="454558" y="226377"/>
                  </a:lnTo>
                  <a:lnTo>
                    <a:pt x="444246" y="185254"/>
                  </a:lnTo>
                  <a:lnTo>
                    <a:pt x="429158" y="144018"/>
                  </a:lnTo>
                  <a:lnTo>
                    <a:pt x="407758" y="104368"/>
                  </a:lnTo>
                  <a:lnTo>
                    <a:pt x="378548" y="68008"/>
                  </a:lnTo>
                  <a:lnTo>
                    <a:pt x="340017" y="36664"/>
                  </a:lnTo>
                  <a:lnTo>
                    <a:pt x="290652" y="12026"/>
                  </a:lnTo>
                  <a:lnTo>
                    <a:pt x="251002" y="2679"/>
                  </a:lnTo>
                  <a:lnTo>
                    <a:pt x="233895" y="4445"/>
                  </a:lnTo>
                  <a:lnTo>
                    <a:pt x="231444" y="3200"/>
                  </a:lnTo>
                  <a:lnTo>
                    <a:pt x="181190" y="0"/>
                  </a:lnTo>
                  <a:lnTo>
                    <a:pt x="133134" y="11645"/>
                  </a:lnTo>
                  <a:lnTo>
                    <a:pt x="89408" y="34594"/>
                  </a:lnTo>
                  <a:lnTo>
                    <a:pt x="52120" y="65341"/>
                  </a:lnTo>
                  <a:lnTo>
                    <a:pt x="23393" y="100368"/>
                  </a:lnTo>
                  <a:lnTo>
                    <a:pt x="5384" y="136144"/>
                  </a:lnTo>
                  <a:lnTo>
                    <a:pt x="177" y="169164"/>
                  </a:lnTo>
                  <a:lnTo>
                    <a:pt x="977" y="180784"/>
                  </a:lnTo>
                  <a:lnTo>
                    <a:pt x="4610" y="288556"/>
                  </a:lnTo>
                  <a:lnTo>
                    <a:pt x="5715" y="354469"/>
                  </a:lnTo>
                  <a:lnTo>
                    <a:pt x="4203" y="405345"/>
                  </a:lnTo>
                  <a:lnTo>
                    <a:pt x="0" y="468134"/>
                  </a:lnTo>
                  <a:lnTo>
                    <a:pt x="6083" y="519620"/>
                  </a:lnTo>
                  <a:lnTo>
                    <a:pt x="29527" y="552678"/>
                  </a:lnTo>
                  <a:lnTo>
                    <a:pt x="64681" y="571830"/>
                  </a:lnTo>
                  <a:lnTo>
                    <a:pt x="105829" y="581621"/>
                  </a:lnTo>
                  <a:lnTo>
                    <a:pt x="147320" y="586562"/>
                  </a:lnTo>
                  <a:lnTo>
                    <a:pt x="197065" y="601116"/>
                  </a:lnTo>
                  <a:lnTo>
                    <a:pt x="241922" y="626605"/>
                  </a:lnTo>
                  <a:lnTo>
                    <a:pt x="274358" y="650824"/>
                  </a:lnTo>
                  <a:lnTo>
                    <a:pt x="302247" y="680745"/>
                  </a:lnTo>
                  <a:lnTo>
                    <a:pt x="303631" y="708952"/>
                  </a:lnTo>
                  <a:lnTo>
                    <a:pt x="293509" y="739813"/>
                  </a:lnTo>
                  <a:lnTo>
                    <a:pt x="284162" y="762596"/>
                  </a:lnTo>
                  <a:lnTo>
                    <a:pt x="279857" y="784631"/>
                  </a:lnTo>
                  <a:lnTo>
                    <a:pt x="298043" y="841006"/>
                  </a:lnTo>
                  <a:lnTo>
                    <a:pt x="329260" y="867664"/>
                  </a:lnTo>
                  <a:lnTo>
                    <a:pt x="325247" y="849007"/>
                  </a:lnTo>
                  <a:lnTo>
                    <a:pt x="332143" y="837844"/>
                  </a:lnTo>
                  <a:lnTo>
                    <a:pt x="357314" y="829703"/>
                  </a:lnTo>
                  <a:lnTo>
                    <a:pt x="408178" y="820153"/>
                  </a:lnTo>
                  <a:lnTo>
                    <a:pt x="453313" y="807554"/>
                  </a:lnTo>
                  <a:lnTo>
                    <a:pt x="490956" y="787222"/>
                  </a:lnTo>
                  <a:lnTo>
                    <a:pt x="518312" y="759841"/>
                  </a:lnTo>
                  <a:lnTo>
                    <a:pt x="532612" y="726097"/>
                  </a:lnTo>
                  <a:lnTo>
                    <a:pt x="531050" y="686638"/>
                  </a:lnTo>
                  <a:lnTo>
                    <a:pt x="510857" y="642162"/>
                  </a:lnTo>
                  <a:lnTo>
                    <a:pt x="501446" y="615327"/>
                  </a:lnTo>
                  <a:lnTo>
                    <a:pt x="511225" y="597573"/>
                  </a:lnTo>
                  <a:lnTo>
                    <a:pt x="529336" y="578929"/>
                  </a:lnTo>
                  <a:lnTo>
                    <a:pt x="544931" y="549452"/>
                  </a:lnTo>
                  <a:lnTo>
                    <a:pt x="547154" y="499173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0" name="object 1030" descr=""/>
            <p:cNvSpPr/>
            <p:nvPr/>
          </p:nvSpPr>
          <p:spPr>
            <a:xfrm>
              <a:off x="7126249" y="4816929"/>
              <a:ext cx="302260" cy="753745"/>
            </a:xfrm>
            <a:custGeom>
              <a:avLst/>
              <a:gdLst/>
              <a:ahLst/>
              <a:cxnLst/>
              <a:rect l="l" t="t" r="r" b="b"/>
              <a:pathLst>
                <a:path w="302259" h="753745">
                  <a:moveTo>
                    <a:pt x="30852" y="0"/>
                  </a:moveTo>
                  <a:lnTo>
                    <a:pt x="13810" y="11472"/>
                  </a:lnTo>
                  <a:lnTo>
                    <a:pt x="0" y="38600"/>
                  </a:lnTo>
                  <a:lnTo>
                    <a:pt x="31473" y="26873"/>
                  </a:lnTo>
                  <a:lnTo>
                    <a:pt x="70556" y="28206"/>
                  </a:lnTo>
                  <a:lnTo>
                    <a:pt x="111330" y="41540"/>
                  </a:lnTo>
                  <a:lnTo>
                    <a:pt x="147876" y="65815"/>
                  </a:lnTo>
                  <a:lnTo>
                    <a:pt x="174276" y="99969"/>
                  </a:lnTo>
                  <a:lnTo>
                    <a:pt x="184612" y="142943"/>
                  </a:lnTo>
                  <a:lnTo>
                    <a:pt x="193117" y="204779"/>
                  </a:lnTo>
                  <a:lnTo>
                    <a:pt x="212823" y="253420"/>
                  </a:lnTo>
                  <a:lnTo>
                    <a:pt x="236499" y="295242"/>
                  </a:lnTo>
                  <a:lnTo>
                    <a:pt x="256913" y="336623"/>
                  </a:lnTo>
                  <a:lnTo>
                    <a:pt x="258895" y="372679"/>
                  </a:lnTo>
                  <a:lnTo>
                    <a:pt x="241847" y="401483"/>
                  </a:lnTo>
                  <a:lnTo>
                    <a:pt x="220356" y="433781"/>
                  </a:lnTo>
                  <a:lnTo>
                    <a:pt x="209009" y="480315"/>
                  </a:lnTo>
                  <a:lnTo>
                    <a:pt x="218160" y="523425"/>
                  </a:lnTo>
                  <a:lnTo>
                    <a:pt x="239707" y="561610"/>
                  </a:lnTo>
                  <a:lnTo>
                    <a:pt x="261468" y="595492"/>
                  </a:lnTo>
                  <a:lnTo>
                    <a:pt x="271263" y="625696"/>
                  </a:lnTo>
                  <a:lnTo>
                    <a:pt x="256913" y="652843"/>
                  </a:lnTo>
                  <a:lnTo>
                    <a:pt x="227667" y="678627"/>
                  </a:lnTo>
                  <a:lnTo>
                    <a:pt x="213544" y="697730"/>
                  </a:lnTo>
                  <a:lnTo>
                    <a:pt x="210605" y="719608"/>
                  </a:lnTo>
                  <a:lnTo>
                    <a:pt x="214914" y="753720"/>
                  </a:lnTo>
                  <a:lnTo>
                    <a:pt x="224169" y="727762"/>
                  </a:lnTo>
                  <a:lnTo>
                    <a:pt x="253661" y="705461"/>
                  </a:lnTo>
                  <a:lnTo>
                    <a:pt x="281760" y="679377"/>
                  </a:lnTo>
                  <a:lnTo>
                    <a:pt x="286839" y="642069"/>
                  </a:lnTo>
                  <a:lnTo>
                    <a:pt x="270132" y="599388"/>
                  </a:lnTo>
                  <a:lnTo>
                    <a:pt x="253645" y="560869"/>
                  </a:lnTo>
                  <a:lnTo>
                    <a:pt x="246878" y="524620"/>
                  </a:lnTo>
                  <a:lnTo>
                    <a:pt x="259332" y="488754"/>
                  </a:lnTo>
                  <a:lnTo>
                    <a:pt x="282656" y="454026"/>
                  </a:lnTo>
                  <a:lnTo>
                    <a:pt x="298581" y="420844"/>
                  </a:lnTo>
                  <a:lnTo>
                    <a:pt x="301758" y="386702"/>
                  </a:lnTo>
                  <a:lnTo>
                    <a:pt x="286839" y="349094"/>
                  </a:lnTo>
                  <a:lnTo>
                    <a:pt x="260823" y="308921"/>
                  </a:lnTo>
                  <a:lnTo>
                    <a:pt x="237668" y="268317"/>
                  </a:lnTo>
                  <a:lnTo>
                    <a:pt x="222460" y="226600"/>
                  </a:lnTo>
                  <a:lnTo>
                    <a:pt x="220286" y="183088"/>
                  </a:lnTo>
                  <a:lnTo>
                    <a:pt x="222326" y="145110"/>
                  </a:lnTo>
                  <a:lnTo>
                    <a:pt x="216550" y="105285"/>
                  </a:lnTo>
                  <a:lnTo>
                    <a:pt x="199667" y="67668"/>
                  </a:lnTo>
                  <a:lnTo>
                    <a:pt x="168384" y="36312"/>
                  </a:lnTo>
                  <a:lnTo>
                    <a:pt x="119409" y="15271"/>
                  </a:lnTo>
                  <a:lnTo>
                    <a:pt x="62320" y="1995"/>
                  </a:lnTo>
                  <a:lnTo>
                    <a:pt x="30852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1" name="object 1031" descr=""/>
          <p:cNvGrpSpPr/>
          <p:nvPr/>
        </p:nvGrpSpPr>
        <p:grpSpPr>
          <a:xfrm>
            <a:off x="7694528" y="4823438"/>
            <a:ext cx="541655" cy="868044"/>
            <a:chOff x="7694528" y="4823438"/>
            <a:chExt cx="541655" cy="868044"/>
          </a:xfrm>
        </p:grpSpPr>
        <p:sp>
          <p:nvSpPr>
            <p:cNvPr id="1032" name="object 1032" descr=""/>
            <p:cNvSpPr/>
            <p:nvPr/>
          </p:nvSpPr>
          <p:spPr>
            <a:xfrm>
              <a:off x="7753228" y="5099125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90" h="123189">
                  <a:moveTo>
                    <a:pt x="16227" y="0"/>
                  </a:moveTo>
                  <a:lnTo>
                    <a:pt x="9667" y="117"/>
                  </a:lnTo>
                  <a:lnTo>
                    <a:pt x="4147" y="3600"/>
                  </a:lnTo>
                  <a:lnTo>
                    <a:pt x="67" y="20569"/>
                  </a:lnTo>
                  <a:lnTo>
                    <a:pt x="0" y="52469"/>
                  </a:lnTo>
                  <a:lnTo>
                    <a:pt x="2930" y="85400"/>
                  </a:lnTo>
                  <a:lnTo>
                    <a:pt x="36429" y="118526"/>
                  </a:lnTo>
                  <a:lnTo>
                    <a:pt x="59423" y="122591"/>
                  </a:lnTo>
                  <a:lnTo>
                    <a:pt x="51934" y="92629"/>
                  </a:lnTo>
                  <a:lnTo>
                    <a:pt x="48400" y="71291"/>
                  </a:lnTo>
                  <a:lnTo>
                    <a:pt x="47885" y="48360"/>
                  </a:lnTo>
                  <a:lnTo>
                    <a:pt x="49455" y="13621"/>
                  </a:lnTo>
                  <a:lnTo>
                    <a:pt x="28073" y="4188"/>
                  </a:lnTo>
                  <a:lnTo>
                    <a:pt x="1622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3" name="object 1033" descr=""/>
            <p:cNvSpPr/>
            <p:nvPr/>
          </p:nvSpPr>
          <p:spPr>
            <a:xfrm>
              <a:off x="7798474" y="4941562"/>
              <a:ext cx="306070" cy="414655"/>
            </a:xfrm>
            <a:custGeom>
              <a:avLst/>
              <a:gdLst/>
              <a:ahLst/>
              <a:cxnLst/>
              <a:rect l="l" t="t" r="r" b="b"/>
              <a:pathLst>
                <a:path w="306070" h="414654">
                  <a:moveTo>
                    <a:pt x="194371" y="0"/>
                  </a:moveTo>
                  <a:lnTo>
                    <a:pt x="133271" y="1730"/>
                  </a:lnTo>
                  <a:lnTo>
                    <a:pt x="75050" y="3683"/>
                  </a:lnTo>
                  <a:lnTo>
                    <a:pt x="31074" y="5686"/>
                  </a:lnTo>
                  <a:lnTo>
                    <a:pt x="4632" y="97063"/>
                  </a:lnTo>
                  <a:lnTo>
                    <a:pt x="1130" y="160508"/>
                  </a:lnTo>
                  <a:lnTo>
                    <a:pt x="0" y="197229"/>
                  </a:lnTo>
                  <a:lnTo>
                    <a:pt x="2814" y="223182"/>
                  </a:lnTo>
                  <a:lnTo>
                    <a:pt x="8999" y="263744"/>
                  </a:lnTo>
                  <a:lnTo>
                    <a:pt x="16912" y="303637"/>
                  </a:lnTo>
                  <a:lnTo>
                    <a:pt x="43864" y="345702"/>
                  </a:lnTo>
                  <a:lnTo>
                    <a:pt x="77646" y="373674"/>
                  </a:lnTo>
                  <a:lnTo>
                    <a:pt x="110840" y="399762"/>
                  </a:lnTo>
                  <a:lnTo>
                    <a:pt x="151937" y="414115"/>
                  </a:lnTo>
                  <a:lnTo>
                    <a:pt x="167183" y="413312"/>
                  </a:lnTo>
                  <a:lnTo>
                    <a:pt x="201725" y="397143"/>
                  </a:lnTo>
                  <a:lnTo>
                    <a:pt x="259168" y="294992"/>
                  </a:lnTo>
                  <a:lnTo>
                    <a:pt x="283952" y="232931"/>
                  </a:lnTo>
                  <a:lnTo>
                    <a:pt x="302488" y="176732"/>
                  </a:lnTo>
                  <a:lnTo>
                    <a:pt x="305875" y="142812"/>
                  </a:lnTo>
                  <a:lnTo>
                    <a:pt x="302626" y="132632"/>
                  </a:lnTo>
                  <a:lnTo>
                    <a:pt x="299572" y="118896"/>
                  </a:lnTo>
                  <a:lnTo>
                    <a:pt x="296737" y="102593"/>
                  </a:lnTo>
                  <a:lnTo>
                    <a:pt x="294148" y="84709"/>
                  </a:lnTo>
                  <a:lnTo>
                    <a:pt x="282795" y="50371"/>
                  </a:lnTo>
                  <a:lnTo>
                    <a:pt x="260523" y="23267"/>
                  </a:lnTo>
                  <a:lnTo>
                    <a:pt x="230119" y="5707"/>
                  </a:lnTo>
                  <a:lnTo>
                    <a:pt x="194371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34" name="object 1034" descr=""/>
            <p:cNvPicPr/>
            <p:nvPr/>
          </p:nvPicPr>
          <p:blipFill>
            <a:blip r:embed="rId212" cstate="print"/>
            <a:stretch>
              <a:fillRect/>
            </a:stretch>
          </p:blipFill>
          <p:spPr>
            <a:xfrm>
              <a:off x="7842355" y="5292346"/>
              <a:ext cx="158455" cy="168282"/>
            </a:xfrm>
            <a:prstGeom prst="rect">
              <a:avLst/>
            </a:prstGeom>
          </p:spPr>
        </p:pic>
        <p:sp>
          <p:nvSpPr>
            <p:cNvPr id="1035" name="object 1035" descr=""/>
            <p:cNvSpPr/>
            <p:nvPr/>
          </p:nvSpPr>
          <p:spPr>
            <a:xfrm>
              <a:off x="8022614" y="5073800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90" h="123189">
                  <a:moveTo>
                    <a:pt x="16227" y="0"/>
                  </a:moveTo>
                  <a:lnTo>
                    <a:pt x="9667" y="117"/>
                  </a:lnTo>
                  <a:lnTo>
                    <a:pt x="4147" y="3600"/>
                  </a:lnTo>
                  <a:lnTo>
                    <a:pt x="67" y="20573"/>
                  </a:lnTo>
                  <a:lnTo>
                    <a:pt x="0" y="52473"/>
                  </a:lnTo>
                  <a:lnTo>
                    <a:pt x="2930" y="85402"/>
                  </a:lnTo>
                  <a:lnTo>
                    <a:pt x="36424" y="118534"/>
                  </a:lnTo>
                  <a:lnTo>
                    <a:pt x="59413" y="122591"/>
                  </a:lnTo>
                  <a:lnTo>
                    <a:pt x="51930" y="92629"/>
                  </a:lnTo>
                  <a:lnTo>
                    <a:pt x="48399" y="71291"/>
                  </a:lnTo>
                  <a:lnTo>
                    <a:pt x="47885" y="48360"/>
                  </a:lnTo>
                  <a:lnTo>
                    <a:pt x="49455" y="13621"/>
                  </a:lnTo>
                  <a:lnTo>
                    <a:pt x="28073" y="4188"/>
                  </a:lnTo>
                  <a:lnTo>
                    <a:pt x="1622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6" name="object 1036" descr=""/>
            <p:cNvSpPr/>
            <p:nvPr/>
          </p:nvSpPr>
          <p:spPr>
            <a:xfrm>
              <a:off x="7694523" y="4823440"/>
              <a:ext cx="541655" cy="868044"/>
            </a:xfrm>
            <a:custGeom>
              <a:avLst/>
              <a:gdLst/>
              <a:ahLst/>
              <a:cxnLst/>
              <a:rect l="l" t="t" r="r" b="b"/>
              <a:pathLst>
                <a:path w="541654" h="868045">
                  <a:moveTo>
                    <a:pt x="541083" y="499110"/>
                  </a:moveTo>
                  <a:lnTo>
                    <a:pt x="535978" y="459359"/>
                  </a:lnTo>
                  <a:lnTo>
                    <a:pt x="530872" y="423913"/>
                  </a:lnTo>
                  <a:lnTo>
                    <a:pt x="524141" y="384263"/>
                  </a:lnTo>
                  <a:lnTo>
                    <a:pt x="514184" y="331901"/>
                  </a:lnTo>
                  <a:lnTo>
                    <a:pt x="509193" y="301371"/>
                  </a:lnTo>
                  <a:lnTo>
                    <a:pt x="496900" y="226314"/>
                  </a:lnTo>
                  <a:lnTo>
                    <a:pt x="486600" y="185191"/>
                  </a:lnTo>
                  <a:lnTo>
                    <a:pt x="471512" y="143954"/>
                  </a:lnTo>
                  <a:lnTo>
                    <a:pt x="450113" y="104305"/>
                  </a:lnTo>
                  <a:lnTo>
                    <a:pt x="420903" y="67957"/>
                  </a:lnTo>
                  <a:lnTo>
                    <a:pt x="382371" y="36614"/>
                  </a:lnTo>
                  <a:lnTo>
                    <a:pt x="333006" y="11988"/>
                  </a:lnTo>
                  <a:lnTo>
                    <a:pt x="293357" y="2628"/>
                  </a:lnTo>
                  <a:lnTo>
                    <a:pt x="276263" y="4394"/>
                  </a:lnTo>
                  <a:lnTo>
                    <a:pt x="273786" y="3136"/>
                  </a:lnTo>
                  <a:lnTo>
                    <a:pt x="224510" y="0"/>
                  </a:lnTo>
                  <a:lnTo>
                    <a:pt x="178714" y="11798"/>
                  </a:lnTo>
                  <a:lnTo>
                    <a:pt x="137566" y="34925"/>
                  </a:lnTo>
                  <a:lnTo>
                    <a:pt x="102209" y="65798"/>
                  </a:lnTo>
                  <a:lnTo>
                    <a:pt x="73812" y="100850"/>
                  </a:lnTo>
                  <a:lnTo>
                    <a:pt x="53543" y="136474"/>
                  </a:lnTo>
                  <a:lnTo>
                    <a:pt x="10642" y="277101"/>
                  </a:lnTo>
                  <a:lnTo>
                    <a:pt x="0" y="344246"/>
                  </a:lnTo>
                  <a:lnTo>
                    <a:pt x="10579" y="398576"/>
                  </a:lnTo>
                  <a:lnTo>
                    <a:pt x="42354" y="468109"/>
                  </a:lnTo>
                  <a:lnTo>
                    <a:pt x="75412" y="524522"/>
                  </a:lnTo>
                  <a:lnTo>
                    <a:pt x="108483" y="558431"/>
                  </a:lnTo>
                  <a:lnTo>
                    <a:pt x="145326" y="576783"/>
                  </a:lnTo>
                  <a:lnTo>
                    <a:pt x="189674" y="586498"/>
                  </a:lnTo>
                  <a:lnTo>
                    <a:pt x="256832" y="605929"/>
                  </a:lnTo>
                  <a:lnTo>
                    <a:pt x="290893" y="630872"/>
                  </a:lnTo>
                  <a:lnTo>
                    <a:pt x="303098" y="652386"/>
                  </a:lnTo>
                  <a:lnTo>
                    <a:pt x="304647" y="661428"/>
                  </a:lnTo>
                  <a:lnTo>
                    <a:pt x="303733" y="680694"/>
                  </a:lnTo>
                  <a:lnTo>
                    <a:pt x="297535" y="708914"/>
                  </a:lnTo>
                  <a:lnTo>
                    <a:pt x="287426" y="739762"/>
                  </a:lnTo>
                  <a:lnTo>
                    <a:pt x="278079" y="762546"/>
                  </a:lnTo>
                  <a:lnTo>
                    <a:pt x="273786" y="784567"/>
                  </a:lnTo>
                  <a:lnTo>
                    <a:pt x="291985" y="840955"/>
                  </a:lnTo>
                  <a:lnTo>
                    <a:pt x="323189" y="867638"/>
                  </a:lnTo>
                  <a:lnTo>
                    <a:pt x="319189" y="848956"/>
                  </a:lnTo>
                  <a:lnTo>
                    <a:pt x="326072" y="837780"/>
                  </a:lnTo>
                  <a:lnTo>
                    <a:pt x="351243" y="829640"/>
                  </a:lnTo>
                  <a:lnTo>
                    <a:pt x="402094" y="820089"/>
                  </a:lnTo>
                  <a:lnTo>
                    <a:pt x="447243" y="807491"/>
                  </a:lnTo>
                  <a:lnTo>
                    <a:pt x="484886" y="787158"/>
                  </a:lnTo>
                  <a:lnTo>
                    <a:pt x="512241" y="759777"/>
                  </a:lnTo>
                  <a:lnTo>
                    <a:pt x="526529" y="726033"/>
                  </a:lnTo>
                  <a:lnTo>
                    <a:pt x="524967" y="686587"/>
                  </a:lnTo>
                  <a:lnTo>
                    <a:pt x="504761" y="642137"/>
                  </a:lnTo>
                  <a:lnTo>
                    <a:pt x="495376" y="615289"/>
                  </a:lnTo>
                  <a:lnTo>
                    <a:pt x="505155" y="597535"/>
                  </a:lnTo>
                  <a:lnTo>
                    <a:pt x="523278" y="578904"/>
                  </a:lnTo>
                  <a:lnTo>
                    <a:pt x="538861" y="549414"/>
                  </a:lnTo>
                  <a:lnTo>
                    <a:pt x="541083" y="49911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7" name="object 1037" descr=""/>
            <p:cNvSpPr/>
            <p:nvPr/>
          </p:nvSpPr>
          <p:spPr>
            <a:xfrm>
              <a:off x="7899448" y="4850279"/>
              <a:ext cx="294640" cy="753745"/>
            </a:xfrm>
            <a:custGeom>
              <a:avLst/>
              <a:gdLst/>
              <a:ahLst/>
              <a:cxnLst/>
              <a:rect l="l" t="t" r="r" b="b"/>
              <a:pathLst>
                <a:path w="294640" h="753745">
                  <a:moveTo>
                    <a:pt x="30852" y="0"/>
                  </a:moveTo>
                  <a:lnTo>
                    <a:pt x="13810" y="11472"/>
                  </a:lnTo>
                  <a:lnTo>
                    <a:pt x="0" y="38600"/>
                  </a:lnTo>
                  <a:lnTo>
                    <a:pt x="31476" y="26876"/>
                  </a:lnTo>
                  <a:lnTo>
                    <a:pt x="70560" y="28216"/>
                  </a:lnTo>
                  <a:lnTo>
                    <a:pt x="111334" y="41560"/>
                  </a:lnTo>
                  <a:lnTo>
                    <a:pt x="147879" y="65843"/>
                  </a:lnTo>
                  <a:lnTo>
                    <a:pt x="174277" y="100002"/>
                  </a:lnTo>
                  <a:lnTo>
                    <a:pt x="184612" y="142974"/>
                  </a:lnTo>
                  <a:lnTo>
                    <a:pt x="193117" y="204796"/>
                  </a:lnTo>
                  <a:lnTo>
                    <a:pt x="212823" y="253432"/>
                  </a:lnTo>
                  <a:lnTo>
                    <a:pt x="236499" y="295251"/>
                  </a:lnTo>
                  <a:lnTo>
                    <a:pt x="256913" y="336623"/>
                  </a:lnTo>
                  <a:lnTo>
                    <a:pt x="255449" y="366396"/>
                  </a:lnTo>
                  <a:lnTo>
                    <a:pt x="232965" y="390149"/>
                  </a:lnTo>
                  <a:lnTo>
                    <a:pt x="201581" y="413384"/>
                  </a:lnTo>
                  <a:lnTo>
                    <a:pt x="173420" y="441606"/>
                  </a:lnTo>
                  <a:lnTo>
                    <a:pt x="160602" y="480315"/>
                  </a:lnTo>
                  <a:lnTo>
                    <a:pt x="169749" y="523425"/>
                  </a:lnTo>
                  <a:lnTo>
                    <a:pt x="191292" y="561610"/>
                  </a:lnTo>
                  <a:lnTo>
                    <a:pt x="213053" y="595492"/>
                  </a:lnTo>
                  <a:lnTo>
                    <a:pt x="222851" y="625696"/>
                  </a:lnTo>
                  <a:lnTo>
                    <a:pt x="208506" y="652843"/>
                  </a:lnTo>
                  <a:lnTo>
                    <a:pt x="179261" y="678633"/>
                  </a:lnTo>
                  <a:lnTo>
                    <a:pt x="165137" y="697737"/>
                  </a:lnTo>
                  <a:lnTo>
                    <a:pt x="162199" y="719614"/>
                  </a:lnTo>
                  <a:lnTo>
                    <a:pt x="166508" y="753720"/>
                  </a:lnTo>
                  <a:lnTo>
                    <a:pt x="175758" y="727766"/>
                  </a:lnTo>
                  <a:lnTo>
                    <a:pt x="205248" y="705473"/>
                  </a:lnTo>
                  <a:lnTo>
                    <a:pt x="233347" y="679399"/>
                  </a:lnTo>
                  <a:lnTo>
                    <a:pt x="238422" y="642100"/>
                  </a:lnTo>
                  <a:lnTo>
                    <a:pt x="221702" y="599401"/>
                  </a:lnTo>
                  <a:lnTo>
                    <a:pt x="205205" y="560872"/>
                  </a:lnTo>
                  <a:lnTo>
                    <a:pt x="198435" y="524621"/>
                  </a:lnTo>
                  <a:lnTo>
                    <a:pt x="210894" y="488754"/>
                  </a:lnTo>
                  <a:lnTo>
                    <a:pt x="241795" y="454039"/>
                  </a:lnTo>
                  <a:lnTo>
                    <a:pt x="274369" y="420856"/>
                  </a:lnTo>
                  <a:lnTo>
                    <a:pt x="294193" y="386706"/>
                  </a:lnTo>
                  <a:lnTo>
                    <a:pt x="286839" y="349094"/>
                  </a:lnTo>
                  <a:lnTo>
                    <a:pt x="260823" y="308934"/>
                  </a:lnTo>
                  <a:lnTo>
                    <a:pt x="237668" y="268329"/>
                  </a:lnTo>
                  <a:lnTo>
                    <a:pt x="222460" y="226605"/>
                  </a:lnTo>
                  <a:lnTo>
                    <a:pt x="220286" y="183088"/>
                  </a:lnTo>
                  <a:lnTo>
                    <a:pt x="222326" y="145110"/>
                  </a:lnTo>
                  <a:lnTo>
                    <a:pt x="216550" y="105285"/>
                  </a:lnTo>
                  <a:lnTo>
                    <a:pt x="199667" y="67668"/>
                  </a:lnTo>
                  <a:lnTo>
                    <a:pt x="168384" y="36312"/>
                  </a:lnTo>
                  <a:lnTo>
                    <a:pt x="119409" y="15271"/>
                  </a:lnTo>
                  <a:lnTo>
                    <a:pt x="62320" y="1995"/>
                  </a:lnTo>
                  <a:lnTo>
                    <a:pt x="30852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38" name="object 1038" descr=""/>
          <p:cNvGrpSpPr/>
          <p:nvPr/>
        </p:nvGrpSpPr>
        <p:grpSpPr>
          <a:xfrm>
            <a:off x="871047" y="7832881"/>
            <a:ext cx="489584" cy="812800"/>
            <a:chOff x="871047" y="7832881"/>
            <a:chExt cx="489584" cy="812800"/>
          </a:xfrm>
        </p:grpSpPr>
        <p:sp>
          <p:nvSpPr>
            <p:cNvPr id="1039" name="object 1039" descr=""/>
            <p:cNvSpPr/>
            <p:nvPr/>
          </p:nvSpPr>
          <p:spPr>
            <a:xfrm>
              <a:off x="949655" y="8049875"/>
              <a:ext cx="410845" cy="521970"/>
            </a:xfrm>
            <a:custGeom>
              <a:avLst/>
              <a:gdLst/>
              <a:ahLst/>
              <a:cxnLst/>
              <a:rect l="l" t="t" r="r" b="b"/>
              <a:pathLst>
                <a:path w="410844" h="521970">
                  <a:moveTo>
                    <a:pt x="410578" y="44843"/>
                  </a:moveTo>
                  <a:lnTo>
                    <a:pt x="368134" y="52209"/>
                  </a:lnTo>
                  <a:lnTo>
                    <a:pt x="271526" y="77508"/>
                  </a:lnTo>
                  <a:lnTo>
                    <a:pt x="166865" y="125476"/>
                  </a:lnTo>
                  <a:lnTo>
                    <a:pt x="124498" y="173405"/>
                  </a:lnTo>
                  <a:lnTo>
                    <a:pt x="121335" y="163855"/>
                  </a:lnTo>
                  <a:lnTo>
                    <a:pt x="130187" y="78892"/>
                  </a:lnTo>
                  <a:lnTo>
                    <a:pt x="153111" y="35890"/>
                  </a:lnTo>
                  <a:lnTo>
                    <a:pt x="184543" y="0"/>
                  </a:lnTo>
                  <a:lnTo>
                    <a:pt x="167868" y="14922"/>
                  </a:lnTo>
                  <a:lnTo>
                    <a:pt x="136728" y="24942"/>
                  </a:lnTo>
                  <a:lnTo>
                    <a:pt x="97993" y="36118"/>
                  </a:lnTo>
                  <a:lnTo>
                    <a:pt x="58496" y="54571"/>
                  </a:lnTo>
                  <a:lnTo>
                    <a:pt x="25107" y="86398"/>
                  </a:lnTo>
                  <a:lnTo>
                    <a:pt x="4660" y="137680"/>
                  </a:lnTo>
                  <a:lnTo>
                    <a:pt x="0" y="198564"/>
                  </a:lnTo>
                  <a:lnTo>
                    <a:pt x="7010" y="254330"/>
                  </a:lnTo>
                  <a:lnTo>
                    <a:pt x="22110" y="303758"/>
                  </a:lnTo>
                  <a:lnTo>
                    <a:pt x="41681" y="345630"/>
                  </a:lnTo>
                  <a:lnTo>
                    <a:pt x="62166" y="378739"/>
                  </a:lnTo>
                  <a:lnTo>
                    <a:pt x="96888" y="423684"/>
                  </a:lnTo>
                  <a:lnTo>
                    <a:pt x="101358" y="443433"/>
                  </a:lnTo>
                  <a:lnTo>
                    <a:pt x="92278" y="472313"/>
                  </a:lnTo>
                  <a:lnTo>
                    <a:pt x="68592" y="521550"/>
                  </a:lnTo>
                  <a:lnTo>
                    <a:pt x="85953" y="509955"/>
                  </a:lnTo>
                  <a:lnTo>
                    <a:pt x="123101" y="480834"/>
                  </a:lnTo>
                  <a:lnTo>
                    <a:pt x="157645" y="442683"/>
                  </a:lnTo>
                  <a:lnTo>
                    <a:pt x="167170" y="403974"/>
                  </a:lnTo>
                  <a:lnTo>
                    <a:pt x="158254" y="349326"/>
                  </a:lnTo>
                  <a:lnTo>
                    <a:pt x="191643" y="337058"/>
                  </a:lnTo>
                  <a:lnTo>
                    <a:pt x="221818" y="337743"/>
                  </a:lnTo>
                  <a:lnTo>
                    <a:pt x="255587" y="343090"/>
                  </a:lnTo>
                  <a:lnTo>
                    <a:pt x="300951" y="344436"/>
                  </a:lnTo>
                  <a:lnTo>
                    <a:pt x="350088" y="331939"/>
                  </a:lnTo>
                  <a:lnTo>
                    <a:pt x="387273" y="303936"/>
                  </a:lnTo>
                  <a:lnTo>
                    <a:pt x="408698" y="264083"/>
                  </a:lnTo>
                  <a:lnTo>
                    <a:pt x="410578" y="215988"/>
                  </a:lnTo>
                  <a:lnTo>
                    <a:pt x="403707" y="175056"/>
                  </a:lnTo>
                  <a:lnTo>
                    <a:pt x="401421" y="143598"/>
                  </a:lnTo>
                  <a:lnTo>
                    <a:pt x="403707" y="105537"/>
                  </a:lnTo>
                  <a:lnTo>
                    <a:pt x="410578" y="44843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0" name="object 1040" descr=""/>
            <p:cNvPicPr/>
            <p:nvPr/>
          </p:nvPicPr>
          <p:blipFill>
            <a:blip r:embed="rId213" cstate="print"/>
            <a:stretch>
              <a:fillRect/>
            </a:stretch>
          </p:blipFill>
          <p:spPr>
            <a:xfrm>
              <a:off x="1106742" y="8291306"/>
              <a:ext cx="150948" cy="160280"/>
            </a:xfrm>
            <a:prstGeom prst="rect">
              <a:avLst/>
            </a:prstGeom>
          </p:spPr>
        </p:pic>
        <p:sp>
          <p:nvSpPr>
            <p:cNvPr id="1041" name="object 1041" descr=""/>
            <p:cNvSpPr/>
            <p:nvPr/>
          </p:nvSpPr>
          <p:spPr>
            <a:xfrm>
              <a:off x="871047" y="8260475"/>
              <a:ext cx="243840" cy="385445"/>
            </a:xfrm>
            <a:custGeom>
              <a:avLst/>
              <a:gdLst/>
              <a:ahLst/>
              <a:cxnLst/>
              <a:rect l="l" t="t" r="r" b="b"/>
              <a:pathLst>
                <a:path w="243840" h="385445">
                  <a:moveTo>
                    <a:pt x="79252" y="0"/>
                  </a:moveTo>
                  <a:lnTo>
                    <a:pt x="27228" y="52445"/>
                  </a:lnTo>
                  <a:lnTo>
                    <a:pt x="2905" y="90516"/>
                  </a:lnTo>
                  <a:lnTo>
                    <a:pt x="0" y="132744"/>
                  </a:lnTo>
                  <a:lnTo>
                    <a:pt x="12228" y="197658"/>
                  </a:lnTo>
                  <a:lnTo>
                    <a:pt x="33718" y="247385"/>
                  </a:lnTo>
                  <a:lnTo>
                    <a:pt x="67205" y="281001"/>
                  </a:lnTo>
                  <a:lnTo>
                    <a:pt x="104031" y="301267"/>
                  </a:lnTo>
                  <a:lnTo>
                    <a:pt x="135533" y="310943"/>
                  </a:lnTo>
                  <a:lnTo>
                    <a:pt x="178470" y="328634"/>
                  </a:lnTo>
                  <a:lnTo>
                    <a:pt x="203408" y="353363"/>
                  </a:lnTo>
                  <a:lnTo>
                    <a:pt x="214976" y="375363"/>
                  </a:lnTo>
                  <a:lnTo>
                    <a:pt x="217803" y="384867"/>
                  </a:lnTo>
                  <a:lnTo>
                    <a:pt x="232503" y="365320"/>
                  </a:lnTo>
                  <a:lnTo>
                    <a:pt x="240065" y="346441"/>
                  </a:lnTo>
                  <a:lnTo>
                    <a:pt x="242886" y="317103"/>
                  </a:lnTo>
                  <a:lnTo>
                    <a:pt x="243362" y="266180"/>
                  </a:lnTo>
                  <a:lnTo>
                    <a:pt x="232939" y="226244"/>
                  </a:lnTo>
                  <a:lnTo>
                    <a:pt x="206787" y="198931"/>
                  </a:lnTo>
                  <a:lnTo>
                    <a:pt x="172834" y="176933"/>
                  </a:lnTo>
                  <a:lnTo>
                    <a:pt x="139003" y="152942"/>
                  </a:lnTo>
                  <a:lnTo>
                    <a:pt x="113220" y="119650"/>
                  </a:lnTo>
                  <a:lnTo>
                    <a:pt x="94457" y="72577"/>
                  </a:lnTo>
                  <a:lnTo>
                    <a:pt x="84276" y="34601"/>
                  </a:lnTo>
                  <a:lnTo>
                    <a:pt x="80074" y="9236"/>
                  </a:lnTo>
                  <a:lnTo>
                    <a:pt x="79252" y="0"/>
                  </a:lnTo>
                  <a:close/>
                </a:path>
              </a:pathLst>
            </a:custGeom>
            <a:solidFill>
              <a:srgbClr val="5B2F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2" name="object 1042" descr=""/>
            <p:cNvSpPr/>
            <p:nvPr/>
          </p:nvSpPr>
          <p:spPr>
            <a:xfrm>
              <a:off x="1000429" y="8106453"/>
              <a:ext cx="344170" cy="119380"/>
            </a:xfrm>
            <a:custGeom>
              <a:avLst/>
              <a:gdLst/>
              <a:ahLst/>
              <a:cxnLst/>
              <a:rect l="l" t="t" r="r" b="b"/>
              <a:pathLst>
                <a:path w="344169" h="119379">
                  <a:moveTo>
                    <a:pt x="57632" y="118872"/>
                  </a:moveTo>
                  <a:lnTo>
                    <a:pt x="50355" y="89827"/>
                  </a:lnTo>
                  <a:lnTo>
                    <a:pt x="46926" y="69138"/>
                  </a:lnTo>
                  <a:lnTo>
                    <a:pt x="46431" y="46901"/>
                  </a:lnTo>
                  <a:lnTo>
                    <a:pt x="47955" y="13208"/>
                  </a:lnTo>
                  <a:lnTo>
                    <a:pt x="27228" y="4064"/>
                  </a:lnTo>
                  <a:lnTo>
                    <a:pt x="15748" y="0"/>
                  </a:lnTo>
                  <a:lnTo>
                    <a:pt x="9385" y="114"/>
                  </a:lnTo>
                  <a:lnTo>
                    <a:pt x="4038" y="3505"/>
                  </a:lnTo>
                  <a:lnTo>
                    <a:pt x="76" y="19964"/>
                  </a:lnTo>
                  <a:lnTo>
                    <a:pt x="0" y="50901"/>
                  </a:lnTo>
                  <a:lnTo>
                    <a:pt x="2844" y="82829"/>
                  </a:lnTo>
                  <a:lnTo>
                    <a:pt x="7620" y="102285"/>
                  </a:lnTo>
                  <a:lnTo>
                    <a:pt x="18478" y="109791"/>
                  </a:lnTo>
                  <a:lnTo>
                    <a:pt x="35331" y="114947"/>
                  </a:lnTo>
                  <a:lnTo>
                    <a:pt x="50838" y="117919"/>
                  </a:lnTo>
                  <a:lnTo>
                    <a:pt x="57632" y="118872"/>
                  </a:lnTo>
                  <a:close/>
                </a:path>
                <a:path w="344169" h="119379">
                  <a:moveTo>
                    <a:pt x="343712" y="50901"/>
                  </a:moveTo>
                  <a:lnTo>
                    <a:pt x="343649" y="19964"/>
                  </a:lnTo>
                  <a:lnTo>
                    <a:pt x="339699" y="3505"/>
                  </a:lnTo>
                  <a:lnTo>
                    <a:pt x="334340" y="114"/>
                  </a:lnTo>
                  <a:lnTo>
                    <a:pt x="327990" y="0"/>
                  </a:lnTo>
                  <a:lnTo>
                    <a:pt x="316496" y="4064"/>
                  </a:lnTo>
                  <a:lnTo>
                    <a:pt x="295770" y="13208"/>
                  </a:lnTo>
                  <a:lnTo>
                    <a:pt x="297294" y="46901"/>
                  </a:lnTo>
                  <a:lnTo>
                    <a:pt x="296799" y="69138"/>
                  </a:lnTo>
                  <a:lnTo>
                    <a:pt x="293370" y="89827"/>
                  </a:lnTo>
                  <a:lnTo>
                    <a:pt x="286092" y="118872"/>
                  </a:lnTo>
                  <a:lnTo>
                    <a:pt x="292900" y="117919"/>
                  </a:lnTo>
                  <a:lnTo>
                    <a:pt x="308394" y="114947"/>
                  </a:lnTo>
                  <a:lnTo>
                    <a:pt x="325247" y="109791"/>
                  </a:lnTo>
                  <a:lnTo>
                    <a:pt x="336118" y="102285"/>
                  </a:lnTo>
                  <a:lnTo>
                    <a:pt x="340880" y="82829"/>
                  </a:lnTo>
                  <a:lnTo>
                    <a:pt x="343712" y="50901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3" name="object 1043" descr=""/>
            <p:cNvSpPr/>
            <p:nvPr/>
          </p:nvSpPr>
          <p:spPr>
            <a:xfrm>
              <a:off x="1027315" y="7944130"/>
              <a:ext cx="288925" cy="407034"/>
            </a:xfrm>
            <a:custGeom>
              <a:avLst/>
              <a:gdLst/>
              <a:ahLst/>
              <a:cxnLst/>
              <a:rect l="l" t="t" r="r" b="b"/>
              <a:pathLst>
                <a:path w="288925" h="407034">
                  <a:moveTo>
                    <a:pt x="128332" y="0"/>
                  </a:moveTo>
                  <a:lnTo>
                    <a:pt x="72536" y="6688"/>
                  </a:lnTo>
                  <a:lnTo>
                    <a:pt x="10177" y="29446"/>
                  </a:lnTo>
                  <a:lnTo>
                    <a:pt x="3050" y="107245"/>
                  </a:lnTo>
                  <a:lnTo>
                    <a:pt x="622" y="163264"/>
                  </a:lnTo>
                  <a:lnTo>
                    <a:pt x="0" y="196415"/>
                  </a:lnTo>
                  <a:lnTo>
                    <a:pt x="3016" y="220170"/>
                  </a:lnTo>
                  <a:lnTo>
                    <a:pt x="17943" y="291947"/>
                  </a:lnTo>
                  <a:lnTo>
                    <a:pt x="44080" y="332737"/>
                  </a:lnTo>
                  <a:lnTo>
                    <a:pt x="76213" y="362995"/>
                  </a:lnTo>
                  <a:lnTo>
                    <a:pt x="107775" y="391421"/>
                  </a:lnTo>
                  <a:lnTo>
                    <a:pt x="147341" y="406767"/>
                  </a:lnTo>
                  <a:lnTo>
                    <a:pt x="162123" y="405982"/>
                  </a:lnTo>
                  <a:lnTo>
                    <a:pt x="221244" y="359261"/>
                  </a:lnTo>
                  <a:lnTo>
                    <a:pt x="253450" y="326681"/>
                  </a:lnTo>
                  <a:lnTo>
                    <a:pt x="274948" y="282968"/>
                  </a:lnTo>
                  <a:lnTo>
                    <a:pt x="286534" y="204233"/>
                  </a:lnTo>
                  <a:lnTo>
                    <a:pt x="288682" y="172321"/>
                  </a:lnTo>
                  <a:lnTo>
                    <a:pt x="286069" y="134113"/>
                  </a:lnTo>
                  <a:lnTo>
                    <a:pt x="280994" y="87796"/>
                  </a:lnTo>
                  <a:lnTo>
                    <a:pt x="273824" y="32305"/>
                  </a:lnTo>
                  <a:lnTo>
                    <a:pt x="265861" y="33773"/>
                  </a:lnTo>
                  <a:lnTo>
                    <a:pt x="216230" y="14798"/>
                  </a:lnTo>
                  <a:lnTo>
                    <a:pt x="176564" y="4372"/>
                  </a:lnTo>
                  <a:lnTo>
                    <a:pt x="128332" y="0"/>
                  </a:lnTo>
                  <a:close/>
                </a:path>
              </a:pathLst>
            </a:custGeom>
            <a:solidFill>
              <a:srgbClr val="F7E0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4" name="object 1044" descr=""/>
            <p:cNvSpPr/>
            <p:nvPr/>
          </p:nvSpPr>
          <p:spPr>
            <a:xfrm>
              <a:off x="879889" y="7832881"/>
              <a:ext cx="274955" cy="551180"/>
            </a:xfrm>
            <a:custGeom>
              <a:avLst/>
              <a:gdLst/>
              <a:ahLst/>
              <a:cxnLst/>
              <a:rect l="l" t="t" r="r" b="b"/>
              <a:pathLst>
                <a:path w="274955" h="551179">
                  <a:moveTo>
                    <a:pt x="274829" y="0"/>
                  </a:moveTo>
                  <a:lnTo>
                    <a:pt x="217746" y="6374"/>
                  </a:lnTo>
                  <a:lnTo>
                    <a:pt x="173183" y="27341"/>
                  </a:lnTo>
                  <a:lnTo>
                    <a:pt x="139066" y="58173"/>
                  </a:lnTo>
                  <a:lnTo>
                    <a:pt x="113320" y="94145"/>
                  </a:lnTo>
                  <a:lnTo>
                    <a:pt x="93872" y="130530"/>
                  </a:lnTo>
                  <a:lnTo>
                    <a:pt x="59923" y="201618"/>
                  </a:lnTo>
                  <a:lnTo>
                    <a:pt x="39220" y="247410"/>
                  </a:lnTo>
                  <a:lnTo>
                    <a:pt x="20013" y="295116"/>
                  </a:lnTo>
                  <a:lnTo>
                    <a:pt x="5780" y="339875"/>
                  </a:lnTo>
                  <a:lnTo>
                    <a:pt x="0" y="376826"/>
                  </a:lnTo>
                  <a:lnTo>
                    <a:pt x="1225" y="447517"/>
                  </a:lnTo>
                  <a:lnTo>
                    <a:pt x="15458" y="489229"/>
                  </a:lnTo>
                  <a:lnTo>
                    <a:pt x="55142" y="518296"/>
                  </a:lnTo>
                  <a:lnTo>
                    <a:pt x="132718" y="551051"/>
                  </a:lnTo>
                  <a:lnTo>
                    <a:pt x="124669" y="507349"/>
                  </a:lnTo>
                  <a:lnTo>
                    <a:pt x="131969" y="486459"/>
                  </a:lnTo>
                  <a:lnTo>
                    <a:pt x="148615" y="468760"/>
                  </a:lnTo>
                  <a:lnTo>
                    <a:pt x="168602" y="434635"/>
                  </a:lnTo>
                  <a:lnTo>
                    <a:pt x="177202" y="395551"/>
                  </a:lnTo>
                  <a:lnTo>
                    <a:pt x="178869" y="347045"/>
                  </a:lnTo>
                  <a:lnTo>
                    <a:pt x="176702" y="294449"/>
                  </a:lnTo>
                  <a:lnTo>
                    <a:pt x="173800" y="243093"/>
                  </a:lnTo>
                  <a:lnTo>
                    <a:pt x="173261" y="198309"/>
                  </a:lnTo>
                  <a:lnTo>
                    <a:pt x="178183" y="165429"/>
                  </a:lnTo>
                  <a:lnTo>
                    <a:pt x="188654" y="136503"/>
                  </a:lnTo>
                  <a:lnTo>
                    <a:pt x="196812" y="122655"/>
                  </a:lnTo>
                  <a:lnTo>
                    <a:pt x="206856" y="120101"/>
                  </a:lnTo>
                  <a:lnTo>
                    <a:pt x="222987" y="125053"/>
                  </a:lnTo>
                  <a:lnTo>
                    <a:pt x="223797" y="107155"/>
                  </a:lnTo>
                  <a:lnTo>
                    <a:pt x="229468" y="88163"/>
                  </a:lnTo>
                  <a:lnTo>
                    <a:pt x="244858" y="56352"/>
                  </a:lnTo>
                  <a:lnTo>
                    <a:pt x="274829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5" name="object 1045" descr=""/>
            <p:cNvSpPr/>
            <p:nvPr/>
          </p:nvSpPr>
          <p:spPr>
            <a:xfrm>
              <a:off x="951788" y="7833264"/>
              <a:ext cx="408940" cy="546100"/>
            </a:xfrm>
            <a:custGeom>
              <a:avLst/>
              <a:gdLst/>
              <a:ahLst/>
              <a:cxnLst/>
              <a:rect l="l" t="t" r="r" b="b"/>
              <a:pathLst>
                <a:path w="408940" h="546100">
                  <a:moveTo>
                    <a:pt x="137515" y="108381"/>
                  </a:moveTo>
                  <a:lnTo>
                    <a:pt x="91859" y="135204"/>
                  </a:lnTo>
                  <a:lnTo>
                    <a:pt x="75184" y="175310"/>
                  </a:lnTo>
                  <a:lnTo>
                    <a:pt x="65493" y="222237"/>
                  </a:lnTo>
                  <a:lnTo>
                    <a:pt x="56273" y="273697"/>
                  </a:lnTo>
                  <a:lnTo>
                    <a:pt x="42722" y="315709"/>
                  </a:lnTo>
                  <a:lnTo>
                    <a:pt x="26873" y="359778"/>
                  </a:lnTo>
                  <a:lnTo>
                    <a:pt x="10756" y="417449"/>
                  </a:lnTo>
                  <a:lnTo>
                    <a:pt x="0" y="470687"/>
                  </a:lnTo>
                  <a:lnTo>
                    <a:pt x="2717" y="501777"/>
                  </a:lnTo>
                  <a:lnTo>
                    <a:pt x="24561" y="522706"/>
                  </a:lnTo>
                  <a:lnTo>
                    <a:pt x="71208" y="545490"/>
                  </a:lnTo>
                  <a:lnTo>
                    <a:pt x="65443" y="538213"/>
                  </a:lnTo>
                  <a:lnTo>
                    <a:pt x="54787" y="517740"/>
                  </a:lnTo>
                  <a:lnTo>
                    <a:pt x="49288" y="486079"/>
                  </a:lnTo>
                  <a:lnTo>
                    <a:pt x="58928" y="445249"/>
                  </a:lnTo>
                  <a:lnTo>
                    <a:pt x="76784" y="403948"/>
                  </a:lnTo>
                  <a:lnTo>
                    <a:pt x="89128" y="366598"/>
                  </a:lnTo>
                  <a:lnTo>
                    <a:pt x="95796" y="328866"/>
                  </a:lnTo>
                  <a:lnTo>
                    <a:pt x="96596" y="286397"/>
                  </a:lnTo>
                  <a:lnTo>
                    <a:pt x="94615" y="239318"/>
                  </a:lnTo>
                  <a:lnTo>
                    <a:pt x="95148" y="193878"/>
                  </a:lnTo>
                  <a:lnTo>
                    <a:pt x="101295" y="154889"/>
                  </a:lnTo>
                  <a:lnTo>
                    <a:pt x="116141" y="127190"/>
                  </a:lnTo>
                  <a:lnTo>
                    <a:pt x="131889" y="111785"/>
                  </a:lnTo>
                  <a:lnTo>
                    <a:pt x="137515" y="108381"/>
                  </a:lnTo>
                  <a:close/>
                </a:path>
                <a:path w="408940" h="546100">
                  <a:moveTo>
                    <a:pt x="408381" y="253631"/>
                  </a:moveTo>
                  <a:lnTo>
                    <a:pt x="407847" y="213614"/>
                  </a:lnTo>
                  <a:lnTo>
                    <a:pt x="402945" y="167957"/>
                  </a:lnTo>
                  <a:lnTo>
                    <a:pt x="389597" y="120154"/>
                  </a:lnTo>
                  <a:lnTo>
                    <a:pt x="363740" y="73685"/>
                  </a:lnTo>
                  <a:lnTo>
                    <a:pt x="325513" y="36360"/>
                  </a:lnTo>
                  <a:lnTo>
                    <a:pt x="281508" y="12661"/>
                  </a:lnTo>
                  <a:lnTo>
                    <a:pt x="237350" y="1054"/>
                  </a:lnTo>
                  <a:lnTo>
                    <a:pt x="198716" y="0"/>
                  </a:lnTo>
                  <a:lnTo>
                    <a:pt x="172148" y="21577"/>
                  </a:lnTo>
                  <a:lnTo>
                    <a:pt x="157899" y="64198"/>
                  </a:lnTo>
                  <a:lnTo>
                    <a:pt x="152146" y="105892"/>
                  </a:lnTo>
                  <a:lnTo>
                    <a:pt x="151079" y="124675"/>
                  </a:lnTo>
                  <a:lnTo>
                    <a:pt x="173278" y="110451"/>
                  </a:lnTo>
                  <a:lnTo>
                    <a:pt x="187261" y="106603"/>
                  </a:lnTo>
                  <a:lnTo>
                    <a:pt x="198958" y="113919"/>
                  </a:lnTo>
                  <a:lnTo>
                    <a:pt x="214299" y="133184"/>
                  </a:lnTo>
                  <a:lnTo>
                    <a:pt x="234581" y="165163"/>
                  </a:lnTo>
                  <a:lnTo>
                    <a:pt x="258381" y="205422"/>
                  </a:lnTo>
                  <a:lnTo>
                    <a:pt x="287413" y="246976"/>
                  </a:lnTo>
                  <a:lnTo>
                    <a:pt x="323392" y="282816"/>
                  </a:lnTo>
                  <a:lnTo>
                    <a:pt x="358762" y="323418"/>
                  </a:lnTo>
                  <a:lnTo>
                    <a:pt x="366649" y="362089"/>
                  </a:lnTo>
                  <a:lnTo>
                    <a:pt x="360337" y="397230"/>
                  </a:lnTo>
                  <a:lnTo>
                    <a:pt x="353148" y="427291"/>
                  </a:lnTo>
                  <a:lnTo>
                    <a:pt x="384556" y="389115"/>
                  </a:lnTo>
                  <a:lnTo>
                    <a:pt x="400773" y="358305"/>
                  </a:lnTo>
                  <a:lnTo>
                    <a:pt x="406984" y="318566"/>
                  </a:lnTo>
                  <a:lnTo>
                    <a:pt x="408381" y="253631"/>
                  </a:lnTo>
                  <a:close/>
                </a:path>
              </a:pathLst>
            </a:custGeom>
            <a:solidFill>
              <a:srgbClr val="5B2F0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46" name="object 1046" descr=""/>
          <p:cNvGrpSpPr/>
          <p:nvPr/>
        </p:nvGrpSpPr>
        <p:grpSpPr>
          <a:xfrm>
            <a:off x="2438091" y="7843783"/>
            <a:ext cx="523240" cy="805815"/>
            <a:chOff x="2438091" y="7843783"/>
            <a:chExt cx="523240" cy="805815"/>
          </a:xfrm>
        </p:grpSpPr>
        <p:sp>
          <p:nvSpPr>
            <p:cNvPr id="1047" name="object 1047" descr=""/>
            <p:cNvSpPr/>
            <p:nvPr/>
          </p:nvSpPr>
          <p:spPr>
            <a:xfrm>
              <a:off x="2516187" y="8006264"/>
              <a:ext cx="445134" cy="556260"/>
            </a:xfrm>
            <a:custGeom>
              <a:avLst/>
              <a:gdLst/>
              <a:ahLst/>
              <a:cxnLst/>
              <a:rect l="l" t="t" r="r" b="b"/>
              <a:pathLst>
                <a:path w="445135" h="556259">
                  <a:moveTo>
                    <a:pt x="444690" y="269684"/>
                  </a:moveTo>
                  <a:lnTo>
                    <a:pt x="437159" y="227228"/>
                  </a:lnTo>
                  <a:lnTo>
                    <a:pt x="430199" y="184975"/>
                  </a:lnTo>
                  <a:lnTo>
                    <a:pt x="419849" y="117665"/>
                  </a:lnTo>
                  <a:lnTo>
                    <a:pt x="402082" y="0"/>
                  </a:lnTo>
                  <a:lnTo>
                    <a:pt x="366293" y="22771"/>
                  </a:lnTo>
                  <a:lnTo>
                    <a:pt x="284340" y="81940"/>
                  </a:lnTo>
                  <a:lnTo>
                    <a:pt x="194322" y="163766"/>
                  </a:lnTo>
                  <a:lnTo>
                    <a:pt x="134353" y="254533"/>
                  </a:lnTo>
                  <a:lnTo>
                    <a:pt x="133921" y="255752"/>
                  </a:lnTo>
                  <a:lnTo>
                    <a:pt x="132994" y="253568"/>
                  </a:lnTo>
                  <a:lnTo>
                    <a:pt x="121323" y="218389"/>
                  </a:lnTo>
                  <a:lnTo>
                    <a:pt x="117538" y="189966"/>
                  </a:lnTo>
                  <a:lnTo>
                    <a:pt x="130187" y="133413"/>
                  </a:lnTo>
                  <a:lnTo>
                    <a:pt x="153098" y="90411"/>
                  </a:lnTo>
                  <a:lnTo>
                    <a:pt x="174993" y="63334"/>
                  </a:lnTo>
                  <a:lnTo>
                    <a:pt x="184531" y="54521"/>
                  </a:lnTo>
                  <a:lnTo>
                    <a:pt x="167855" y="69456"/>
                  </a:lnTo>
                  <a:lnTo>
                    <a:pt x="136728" y="79463"/>
                  </a:lnTo>
                  <a:lnTo>
                    <a:pt x="97980" y="90652"/>
                  </a:lnTo>
                  <a:lnTo>
                    <a:pt x="58496" y="109093"/>
                  </a:lnTo>
                  <a:lnTo>
                    <a:pt x="25095" y="140919"/>
                  </a:lnTo>
                  <a:lnTo>
                    <a:pt x="4648" y="192201"/>
                  </a:lnTo>
                  <a:lnTo>
                    <a:pt x="0" y="253085"/>
                  </a:lnTo>
                  <a:lnTo>
                    <a:pt x="7010" y="308851"/>
                  </a:lnTo>
                  <a:lnTo>
                    <a:pt x="22098" y="358279"/>
                  </a:lnTo>
                  <a:lnTo>
                    <a:pt x="41668" y="400151"/>
                  </a:lnTo>
                  <a:lnTo>
                    <a:pt x="62141" y="433273"/>
                  </a:lnTo>
                  <a:lnTo>
                    <a:pt x="97269" y="477913"/>
                  </a:lnTo>
                  <a:lnTo>
                    <a:pt x="104571" y="495427"/>
                  </a:lnTo>
                  <a:lnTo>
                    <a:pt x="103162" y="518261"/>
                  </a:lnTo>
                  <a:lnTo>
                    <a:pt x="94386" y="555726"/>
                  </a:lnTo>
                  <a:lnTo>
                    <a:pt x="107823" y="546608"/>
                  </a:lnTo>
                  <a:lnTo>
                    <a:pt x="135432" y="517499"/>
                  </a:lnTo>
                  <a:lnTo>
                    <a:pt x="158153" y="465747"/>
                  </a:lnTo>
                  <a:lnTo>
                    <a:pt x="156972" y="388708"/>
                  </a:lnTo>
                  <a:lnTo>
                    <a:pt x="196888" y="378320"/>
                  </a:lnTo>
                  <a:lnTo>
                    <a:pt x="238823" y="384073"/>
                  </a:lnTo>
                  <a:lnTo>
                    <a:pt x="284353" y="394487"/>
                  </a:lnTo>
                  <a:lnTo>
                    <a:pt x="335064" y="398119"/>
                  </a:lnTo>
                  <a:lnTo>
                    <a:pt x="384200" y="385635"/>
                  </a:lnTo>
                  <a:lnTo>
                    <a:pt x="393903" y="378320"/>
                  </a:lnTo>
                  <a:lnTo>
                    <a:pt x="421386" y="357632"/>
                  </a:lnTo>
                  <a:lnTo>
                    <a:pt x="442810" y="317766"/>
                  </a:lnTo>
                  <a:lnTo>
                    <a:pt x="444690" y="269684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8" name="object 1048" descr=""/>
            <p:cNvSpPr/>
            <p:nvPr/>
          </p:nvSpPr>
          <p:spPr>
            <a:xfrm>
              <a:off x="2581951" y="8118789"/>
              <a:ext cx="57785" cy="119380"/>
            </a:xfrm>
            <a:custGeom>
              <a:avLst/>
              <a:gdLst/>
              <a:ahLst/>
              <a:cxnLst/>
              <a:rect l="l" t="t" r="r" b="b"/>
              <a:pathLst>
                <a:path w="57785" h="119379">
                  <a:moveTo>
                    <a:pt x="15739" y="0"/>
                  </a:moveTo>
                  <a:lnTo>
                    <a:pt x="9379" y="115"/>
                  </a:lnTo>
                  <a:lnTo>
                    <a:pt x="4028" y="3497"/>
                  </a:lnTo>
                  <a:lnTo>
                    <a:pt x="73" y="19967"/>
                  </a:lnTo>
                  <a:lnTo>
                    <a:pt x="0" y="50906"/>
                  </a:lnTo>
                  <a:lnTo>
                    <a:pt x="2835" y="82839"/>
                  </a:lnTo>
                  <a:lnTo>
                    <a:pt x="35328" y="114953"/>
                  </a:lnTo>
                  <a:lnTo>
                    <a:pt x="57629" y="118875"/>
                  </a:lnTo>
                  <a:lnTo>
                    <a:pt x="50357" y="89831"/>
                  </a:lnTo>
                  <a:lnTo>
                    <a:pt x="46925" y="69143"/>
                  </a:lnTo>
                  <a:lnTo>
                    <a:pt x="46426" y="46906"/>
                  </a:lnTo>
                  <a:lnTo>
                    <a:pt x="47954" y="13214"/>
                  </a:lnTo>
                  <a:lnTo>
                    <a:pt x="27224" y="4062"/>
                  </a:lnTo>
                  <a:lnTo>
                    <a:pt x="15739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9" name="object 1049" descr=""/>
            <p:cNvPicPr/>
            <p:nvPr/>
          </p:nvPicPr>
          <p:blipFill>
            <a:blip r:embed="rId214" cstate="print"/>
            <a:stretch>
              <a:fillRect/>
            </a:stretch>
          </p:blipFill>
          <p:spPr>
            <a:xfrm>
              <a:off x="2673171" y="8286655"/>
              <a:ext cx="150948" cy="160280"/>
            </a:xfrm>
            <a:prstGeom prst="rect">
              <a:avLst/>
            </a:prstGeom>
          </p:spPr>
        </p:pic>
        <p:sp>
          <p:nvSpPr>
            <p:cNvPr id="1050" name="object 1050" descr=""/>
            <p:cNvSpPr/>
            <p:nvPr/>
          </p:nvSpPr>
          <p:spPr>
            <a:xfrm>
              <a:off x="2589403" y="7950010"/>
              <a:ext cx="297180" cy="405130"/>
            </a:xfrm>
            <a:custGeom>
              <a:avLst/>
              <a:gdLst/>
              <a:ahLst/>
              <a:cxnLst/>
              <a:rect l="l" t="t" r="r" b="b"/>
              <a:pathLst>
                <a:path w="297180" h="405129">
                  <a:moveTo>
                    <a:pt x="169733" y="0"/>
                  </a:moveTo>
                  <a:lnTo>
                    <a:pt x="98893" y="157"/>
                  </a:lnTo>
                  <a:lnTo>
                    <a:pt x="39006" y="932"/>
                  </a:lnTo>
                  <a:lnTo>
                    <a:pt x="8878" y="30993"/>
                  </a:lnTo>
                  <a:lnTo>
                    <a:pt x="4570" y="90994"/>
                  </a:lnTo>
                  <a:lnTo>
                    <a:pt x="1110" y="153627"/>
                  </a:lnTo>
                  <a:lnTo>
                    <a:pt x="0" y="189874"/>
                  </a:lnTo>
                  <a:lnTo>
                    <a:pt x="3873" y="215868"/>
                  </a:lnTo>
                  <a:lnTo>
                    <a:pt x="12370" y="256720"/>
                  </a:lnTo>
                  <a:lnTo>
                    <a:pt x="22568" y="296905"/>
                  </a:lnTo>
                  <a:lnTo>
                    <a:pt x="48232" y="338571"/>
                  </a:lnTo>
                  <a:lnTo>
                    <a:pt x="77127" y="365701"/>
                  </a:lnTo>
                  <a:lnTo>
                    <a:pt x="120373" y="403030"/>
                  </a:lnTo>
                  <a:lnTo>
                    <a:pt x="143152" y="404561"/>
                  </a:lnTo>
                  <a:lnTo>
                    <a:pt x="157638" y="403525"/>
                  </a:lnTo>
                  <a:lnTo>
                    <a:pt x="223111" y="358123"/>
                  </a:lnTo>
                  <a:lnTo>
                    <a:pt x="259713" y="326515"/>
                  </a:lnTo>
                  <a:lnTo>
                    <a:pt x="284374" y="281657"/>
                  </a:lnTo>
                  <a:lnTo>
                    <a:pt x="292057" y="241422"/>
                  </a:lnTo>
                  <a:lnTo>
                    <a:pt x="296967" y="197575"/>
                  </a:lnTo>
                  <a:lnTo>
                    <a:pt x="293875" y="165341"/>
                  </a:lnTo>
                  <a:lnTo>
                    <a:pt x="282744" y="127522"/>
                  </a:lnTo>
                  <a:lnTo>
                    <a:pt x="269741" y="72111"/>
                  </a:lnTo>
                  <a:lnTo>
                    <a:pt x="258947" y="22043"/>
                  </a:lnTo>
                  <a:lnTo>
                    <a:pt x="254442" y="257"/>
                  </a:lnTo>
                  <a:lnTo>
                    <a:pt x="169733" y="0"/>
                  </a:lnTo>
                  <a:close/>
                </a:path>
              </a:pathLst>
            </a:custGeom>
            <a:solidFill>
              <a:srgbClr val="F7E0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1" name="object 1051" descr=""/>
            <p:cNvSpPr/>
            <p:nvPr/>
          </p:nvSpPr>
          <p:spPr>
            <a:xfrm>
              <a:off x="2865371" y="8118789"/>
              <a:ext cx="57785" cy="119380"/>
            </a:xfrm>
            <a:custGeom>
              <a:avLst/>
              <a:gdLst/>
              <a:ahLst/>
              <a:cxnLst/>
              <a:rect l="l" t="t" r="r" b="b"/>
              <a:pathLst>
                <a:path w="57785" h="119379">
                  <a:moveTo>
                    <a:pt x="41890" y="0"/>
                  </a:moveTo>
                  <a:lnTo>
                    <a:pt x="30404" y="4062"/>
                  </a:lnTo>
                  <a:lnTo>
                    <a:pt x="9675" y="13214"/>
                  </a:lnTo>
                  <a:lnTo>
                    <a:pt x="11202" y="46906"/>
                  </a:lnTo>
                  <a:lnTo>
                    <a:pt x="10703" y="69143"/>
                  </a:lnTo>
                  <a:lnTo>
                    <a:pt x="7272" y="89831"/>
                  </a:lnTo>
                  <a:lnTo>
                    <a:pt x="0" y="118875"/>
                  </a:lnTo>
                  <a:lnTo>
                    <a:pt x="6799" y="117923"/>
                  </a:lnTo>
                  <a:lnTo>
                    <a:pt x="50019" y="102290"/>
                  </a:lnTo>
                  <a:lnTo>
                    <a:pt x="57629" y="50906"/>
                  </a:lnTo>
                  <a:lnTo>
                    <a:pt x="57555" y="19967"/>
                  </a:lnTo>
                  <a:lnTo>
                    <a:pt x="53600" y="3497"/>
                  </a:lnTo>
                  <a:lnTo>
                    <a:pt x="48249" y="115"/>
                  </a:lnTo>
                  <a:lnTo>
                    <a:pt x="4189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2" name="object 1052" descr=""/>
            <p:cNvSpPr/>
            <p:nvPr/>
          </p:nvSpPr>
          <p:spPr>
            <a:xfrm>
              <a:off x="2438091" y="8264267"/>
              <a:ext cx="243840" cy="385445"/>
            </a:xfrm>
            <a:custGeom>
              <a:avLst/>
              <a:gdLst/>
              <a:ahLst/>
              <a:cxnLst/>
              <a:rect l="l" t="t" r="r" b="b"/>
              <a:pathLst>
                <a:path w="243839" h="385445">
                  <a:moveTo>
                    <a:pt x="79252" y="0"/>
                  </a:moveTo>
                  <a:lnTo>
                    <a:pt x="27228" y="52445"/>
                  </a:lnTo>
                  <a:lnTo>
                    <a:pt x="2905" y="90516"/>
                  </a:lnTo>
                  <a:lnTo>
                    <a:pt x="0" y="132744"/>
                  </a:lnTo>
                  <a:lnTo>
                    <a:pt x="12228" y="197658"/>
                  </a:lnTo>
                  <a:lnTo>
                    <a:pt x="33718" y="247385"/>
                  </a:lnTo>
                  <a:lnTo>
                    <a:pt x="67205" y="281001"/>
                  </a:lnTo>
                  <a:lnTo>
                    <a:pt x="104031" y="301267"/>
                  </a:lnTo>
                  <a:lnTo>
                    <a:pt x="135533" y="310943"/>
                  </a:lnTo>
                  <a:lnTo>
                    <a:pt x="178470" y="328634"/>
                  </a:lnTo>
                  <a:lnTo>
                    <a:pt x="203408" y="353363"/>
                  </a:lnTo>
                  <a:lnTo>
                    <a:pt x="214976" y="375363"/>
                  </a:lnTo>
                  <a:lnTo>
                    <a:pt x="217803" y="384867"/>
                  </a:lnTo>
                  <a:lnTo>
                    <a:pt x="232503" y="365320"/>
                  </a:lnTo>
                  <a:lnTo>
                    <a:pt x="240065" y="346441"/>
                  </a:lnTo>
                  <a:lnTo>
                    <a:pt x="242886" y="317103"/>
                  </a:lnTo>
                  <a:lnTo>
                    <a:pt x="243362" y="266180"/>
                  </a:lnTo>
                  <a:lnTo>
                    <a:pt x="232939" y="226244"/>
                  </a:lnTo>
                  <a:lnTo>
                    <a:pt x="206787" y="198931"/>
                  </a:lnTo>
                  <a:lnTo>
                    <a:pt x="172834" y="176933"/>
                  </a:lnTo>
                  <a:lnTo>
                    <a:pt x="139003" y="152942"/>
                  </a:lnTo>
                  <a:lnTo>
                    <a:pt x="113220" y="119650"/>
                  </a:lnTo>
                  <a:lnTo>
                    <a:pt x="94457" y="72577"/>
                  </a:lnTo>
                  <a:lnTo>
                    <a:pt x="84276" y="34601"/>
                  </a:lnTo>
                  <a:lnTo>
                    <a:pt x="80074" y="9236"/>
                  </a:lnTo>
                  <a:lnTo>
                    <a:pt x="79252" y="0"/>
                  </a:lnTo>
                  <a:close/>
                </a:path>
              </a:pathLst>
            </a:custGeom>
            <a:solidFill>
              <a:srgbClr val="5B2F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3" name="object 1053" descr=""/>
            <p:cNvSpPr/>
            <p:nvPr/>
          </p:nvSpPr>
          <p:spPr>
            <a:xfrm>
              <a:off x="2446412" y="7843783"/>
              <a:ext cx="274955" cy="551180"/>
            </a:xfrm>
            <a:custGeom>
              <a:avLst/>
              <a:gdLst/>
              <a:ahLst/>
              <a:cxnLst/>
              <a:rect l="l" t="t" r="r" b="b"/>
              <a:pathLst>
                <a:path w="274955" h="551179">
                  <a:moveTo>
                    <a:pt x="274829" y="0"/>
                  </a:moveTo>
                  <a:lnTo>
                    <a:pt x="217746" y="6376"/>
                  </a:lnTo>
                  <a:lnTo>
                    <a:pt x="173183" y="27348"/>
                  </a:lnTo>
                  <a:lnTo>
                    <a:pt x="139066" y="58185"/>
                  </a:lnTo>
                  <a:lnTo>
                    <a:pt x="113320" y="94159"/>
                  </a:lnTo>
                  <a:lnTo>
                    <a:pt x="93872" y="130541"/>
                  </a:lnTo>
                  <a:lnTo>
                    <a:pt x="59911" y="201618"/>
                  </a:lnTo>
                  <a:lnTo>
                    <a:pt x="39206" y="247411"/>
                  </a:lnTo>
                  <a:lnTo>
                    <a:pt x="20004" y="295121"/>
                  </a:lnTo>
                  <a:lnTo>
                    <a:pt x="5777" y="339886"/>
                  </a:lnTo>
                  <a:lnTo>
                    <a:pt x="0" y="376847"/>
                  </a:lnTo>
                  <a:lnTo>
                    <a:pt x="1225" y="447532"/>
                  </a:lnTo>
                  <a:lnTo>
                    <a:pt x="15458" y="489240"/>
                  </a:lnTo>
                  <a:lnTo>
                    <a:pt x="55142" y="518302"/>
                  </a:lnTo>
                  <a:lnTo>
                    <a:pt x="132718" y="551051"/>
                  </a:lnTo>
                  <a:lnTo>
                    <a:pt x="124669" y="507362"/>
                  </a:lnTo>
                  <a:lnTo>
                    <a:pt x="131969" y="486470"/>
                  </a:lnTo>
                  <a:lnTo>
                    <a:pt x="148615" y="468765"/>
                  </a:lnTo>
                  <a:lnTo>
                    <a:pt x="168602" y="434635"/>
                  </a:lnTo>
                  <a:lnTo>
                    <a:pt x="177202" y="395562"/>
                  </a:lnTo>
                  <a:lnTo>
                    <a:pt x="178869" y="347059"/>
                  </a:lnTo>
                  <a:lnTo>
                    <a:pt x="176702" y="294460"/>
                  </a:lnTo>
                  <a:lnTo>
                    <a:pt x="173800" y="243100"/>
                  </a:lnTo>
                  <a:lnTo>
                    <a:pt x="173261" y="198311"/>
                  </a:lnTo>
                  <a:lnTo>
                    <a:pt x="178183" y="165429"/>
                  </a:lnTo>
                  <a:lnTo>
                    <a:pt x="188654" y="136521"/>
                  </a:lnTo>
                  <a:lnTo>
                    <a:pt x="196812" y="122679"/>
                  </a:lnTo>
                  <a:lnTo>
                    <a:pt x="206856" y="120118"/>
                  </a:lnTo>
                  <a:lnTo>
                    <a:pt x="222987" y="125053"/>
                  </a:lnTo>
                  <a:lnTo>
                    <a:pt x="223797" y="107155"/>
                  </a:lnTo>
                  <a:lnTo>
                    <a:pt x="229468" y="88163"/>
                  </a:lnTo>
                  <a:lnTo>
                    <a:pt x="244858" y="56352"/>
                  </a:lnTo>
                  <a:lnTo>
                    <a:pt x="274829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4" name="object 1054" descr=""/>
            <p:cNvSpPr/>
            <p:nvPr/>
          </p:nvSpPr>
          <p:spPr>
            <a:xfrm>
              <a:off x="2518295" y="7844161"/>
              <a:ext cx="408940" cy="546100"/>
            </a:xfrm>
            <a:custGeom>
              <a:avLst/>
              <a:gdLst/>
              <a:ahLst/>
              <a:cxnLst/>
              <a:rect l="l" t="t" r="r" b="b"/>
              <a:pathLst>
                <a:path w="408939" h="546100">
                  <a:moveTo>
                    <a:pt x="137528" y="108381"/>
                  </a:moveTo>
                  <a:lnTo>
                    <a:pt x="91871" y="135229"/>
                  </a:lnTo>
                  <a:lnTo>
                    <a:pt x="75209" y="175336"/>
                  </a:lnTo>
                  <a:lnTo>
                    <a:pt x="65506" y="222237"/>
                  </a:lnTo>
                  <a:lnTo>
                    <a:pt x="56286" y="273710"/>
                  </a:lnTo>
                  <a:lnTo>
                    <a:pt x="42735" y="315734"/>
                  </a:lnTo>
                  <a:lnTo>
                    <a:pt x="26873" y="359816"/>
                  </a:lnTo>
                  <a:lnTo>
                    <a:pt x="10744" y="417487"/>
                  </a:lnTo>
                  <a:lnTo>
                    <a:pt x="0" y="470725"/>
                  </a:lnTo>
                  <a:lnTo>
                    <a:pt x="2717" y="501802"/>
                  </a:lnTo>
                  <a:lnTo>
                    <a:pt x="24561" y="522732"/>
                  </a:lnTo>
                  <a:lnTo>
                    <a:pt x="71196" y="545515"/>
                  </a:lnTo>
                  <a:lnTo>
                    <a:pt x="65430" y="538238"/>
                  </a:lnTo>
                  <a:lnTo>
                    <a:pt x="54787" y="517753"/>
                  </a:lnTo>
                  <a:lnTo>
                    <a:pt x="49301" y="486092"/>
                  </a:lnTo>
                  <a:lnTo>
                    <a:pt x="58940" y="445274"/>
                  </a:lnTo>
                  <a:lnTo>
                    <a:pt x="76784" y="403961"/>
                  </a:lnTo>
                  <a:lnTo>
                    <a:pt x="89141" y="366610"/>
                  </a:lnTo>
                  <a:lnTo>
                    <a:pt x="95808" y="328866"/>
                  </a:lnTo>
                  <a:lnTo>
                    <a:pt x="96621" y="286410"/>
                  </a:lnTo>
                  <a:lnTo>
                    <a:pt x="94627" y="239344"/>
                  </a:lnTo>
                  <a:lnTo>
                    <a:pt x="95161" y="193890"/>
                  </a:lnTo>
                  <a:lnTo>
                    <a:pt x="101307" y="154901"/>
                  </a:lnTo>
                  <a:lnTo>
                    <a:pt x="116154" y="127190"/>
                  </a:lnTo>
                  <a:lnTo>
                    <a:pt x="131902" y="111798"/>
                  </a:lnTo>
                  <a:lnTo>
                    <a:pt x="137528" y="108381"/>
                  </a:lnTo>
                  <a:close/>
                </a:path>
                <a:path w="408939" h="546100">
                  <a:moveTo>
                    <a:pt x="408393" y="253619"/>
                  </a:moveTo>
                  <a:lnTo>
                    <a:pt x="407860" y="213614"/>
                  </a:lnTo>
                  <a:lnTo>
                    <a:pt x="402945" y="167957"/>
                  </a:lnTo>
                  <a:lnTo>
                    <a:pt x="389597" y="120154"/>
                  </a:lnTo>
                  <a:lnTo>
                    <a:pt x="363753" y="73685"/>
                  </a:lnTo>
                  <a:lnTo>
                    <a:pt x="325526" y="36372"/>
                  </a:lnTo>
                  <a:lnTo>
                    <a:pt x="281508" y="12661"/>
                  </a:lnTo>
                  <a:lnTo>
                    <a:pt x="237363" y="1054"/>
                  </a:lnTo>
                  <a:lnTo>
                    <a:pt x="198729" y="0"/>
                  </a:lnTo>
                  <a:lnTo>
                    <a:pt x="172161" y="21577"/>
                  </a:lnTo>
                  <a:lnTo>
                    <a:pt x="157911" y="64198"/>
                  </a:lnTo>
                  <a:lnTo>
                    <a:pt x="152171" y="105905"/>
                  </a:lnTo>
                  <a:lnTo>
                    <a:pt x="151104" y="124675"/>
                  </a:lnTo>
                  <a:lnTo>
                    <a:pt x="173291" y="110477"/>
                  </a:lnTo>
                  <a:lnTo>
                    <a:pt x="187274" y="106629"/>
                  </a:lnTo>
                  <a:lnTo>
                    <a:pt x="198983" y="113931"/>
                  </a:lnTo>
                  <a:lnTo>
                    <a:pt x="214325" y="133197"/>
                  </a:lnTo>
                  <a:lnTo>
                    <a:pt x="234607" y="165163"/>
                  </a:lnTo>
                  <a:lnTo>
                    <a:pt x="258394" y="205435"/>
                  </a:lnTo>
                  <a:lnTo>
                    <a:pt x="287426" y="246989"/>
                  </a:lnTo>
                  <a:lnTo>
                    <a:pt x="323405" y="282841"/>
                  </a:lnTo>
                  <a:lnTo>
                    <a:pt x="358787" y="323430"/>
                  </a:lnTo>
                  <a:lnTo>
                    <a:pt x="366661" y="362102"/>
                  </a:lnTo>
                  <a:lnTo>
                    <a:pt x="360349" y="397243"/>
                  </a:lnTo>
                  <a:lnTo>
                    <a:pt x="353161" y="427316"/>
                  </a:lnTo>
                  <a:lnTo>
                    <a:pt x="384568" y="389140"/>
                  </a:lnTo>
                  <a:lnTo>
                    <a:pt x="400786" y="358317"/>
                  </a:lnTo>
                  <a:lnTo>
                    <a:pt x="407009" y="318566"/>
                  </a:lnTo>
                  <a:lnTo>
                    <a:pt x="408393" y="253619"/>
                  </a:lnTo>
                  <a:close/>
                </a:path>
              </a:pathLst>
            </a:custGeom>
            <a:solidFill>
              <a:srgbClr val="5B2F0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5" name="object 1055" descr=""/>
          <p:cNvGrpSpPr/>
          <p:nvPr/>
        </p:nvGrpSpPr>
        <p:grpSpPr>
          <a:xfrm>
            <a:off x="3994820" y="7858157"/>
            <a:ext cx="485140" cy="777875"/>
            <a:chOff x="3994820" y="7858157"/>
            <a:chExt cx="485140" cy="777875"/>
          </a:xfrm>
        </p:grpSpPr>
        <p:sp>
          <p:nvSpPr>
            <p:cNvPr id="1056" name="object 1056" descr=""/>
            <p:cNvSpPr/>
            <p:nvPr/>
          </p:nvSpPr>
          <p:spPr>
            <a:xfrm>
              <a:off x="4116290" y="7940892"/>
              <a:ext cx="264795" cy="423545"/>
            </a:xfrm>
            <a:custGeom>
              <a:avLst/>
              <a:gdLst/>
              <a:ahLst/>
              <a:cxnLst/>
              <a:rect l="l" t="t" r="r" b="b"/>
              <a:pathLst>
                <a:path w="264795" h="423545">
                  <a:moveTo>
                    <a:pt x="162155" y="0"/>
                  </a:moveTo>
                  <a:lnTo>
                    <a:pt x="93761" y="5728"/>
                  </a:lnTo>
                  <a:lnTo>
                    <a:pt x="38223" y="15533"/>
                  </a:lnTo>
                  <a:lnTo>
                    <a:pt x="9638" y="50702"/>
                  </a:lnTo>
                  <a:lnTo>
                    <a:pt x="4955" y="110826"/>
                  </a:lnTo>
                  <a:lnTo>
                    <a:pt x="1202" y="173590"/>
                  </a:lnTo>
                  <a:lnTo>
                    <a:pt x="0" y="209916"/>
                  </a:lnTo>
                  <a:lnTo>
                    <a:pt x="4201" y="235958"/>
                  </a:lnTo>
                  <a:lnTo>
                    <a:pt x="13422" y="276899"/>
                  </a:lnTo>
                  <a:lnTo>
                    <a:pt x="24494" y="317175"/>
                  </a:lnTo>
                  <a:lnTo>
                    <a:pt x="34250" y="341221"/>
                  </a:lnTo>
                  <a:lnTo>
                    <a:pt x="44281" y="357285"/>
                  </a:lnTo>
                  <a:lnTo>
                    <a:pt x="57838" y="380886"/>
                  </a:lnTo>
                  <a:lnTo>
                    <a:pt x="70755" y="402627"/>
                  </a:lnTo>
                  <a:lnTo>
                    <a:pt x="78866" y="413114"/>
                  </a:lnTo>
                  <a:lnTo>
                    <a:pt x="84900" y="414709"/>
                  </a:lnTo>
                  <a:lnTo>
                    <a:pt x="93096" y="415670"/>
                  </a:lnTo>
                  <a:lnTo>
                    <a:pt x="101598" y="415354"/>
                  </a:lnTo>
                  <a:lnTo>
                    <a:pt x="108551" y="413114"/>
                  </a:lnTo>
                  <a:lnTo>
                    <a:pt x="126747" y="414547"/>
                  </a:lnTo>
                  <a:lnTo>
                    <a:pt x="160076" y="420582"/>
                  </a:lnTo>
                  <a:lnTo>
                    <a:pt x="193401" y="423551"/>
                  </a:lnTo>
                  <a:lnTo>
                    <a:pt x="211585" y="415784"/>
                  </a:lnTo>
                  <a:lnTo>
                    <a:pt x="232122" y="357991"/>
                  </a:lnTo>
                  <a:lnTo>
                    <a:pt x="246566" y="304022"/>
                  </a:lnTo>
                  <a:lnTo>
                    <a:pt x="255981" y="243444"/>
                  </a:lnTo>
                  <a:lnTo>
                    <a:pt x="260948" y="182425"/>
                  </a:lnTo>
                  <a:lnTo>
                    <a:pt x="264243" y="130075"/>
                  </a:lnTo>
                  <a:lnTo>
                    <a:pt x="259657" y="70216"/>
                  </a:lnTo>
                  <a:lnTo>
                    <a:pt x="246108" y="31868"/>
                  </a:lnTo>
                  <a:lnTo>
                    <a:pt x="231894" y="11470"/>
                  </a:lnTo>
                  <a:lnTo>
                    <a:pt x="225312" y="5461"/>
                  </a:lnTo>
                  <a:lnTo>
                    <a:pt x="162155" y="0"/>
                  </a:lnTo>
                  <a:close/>
                </a:path>
              </a:pathLst>
            </a:custGeom>
            <a:solidFill>
              <a:srgbClr val="F7E0C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57" name="object 1057" descr=""/>
            <p:cNvPicPr/>
            <p:nvPr/>
          </p:nvPicPr>
          <p:blipFill>
            <a:blip r:embed="rId215" cstate="print"/>
            <a:stretch>
              <a:fillRect/>
            </a:stretch>
          </p:blipFill>
          <p:spPr>
            <a:xfrm>
              <a:off x="4081221" y="8327988"/>
              <a:ext cx="164015" cy="174168"/>
            </a:xfrm>
            <a:prstGeom prst="rect">
              <a:avLst/>
            </a:prstGeom>
          </p:spPr>
        </p:pic>
        <p:sp>
          <p:nvSpPr>
            <p:cNvPr id="1058" name="object 1058" descr=""/>
            <p:cNvSpPr/>
            <p:nvPr/>
          </p:nvSpPr>
          <p:spPr>
            <a:xfrm>
              <a:off x="4293630" y="8121868"/>
              <a:ext cx="45085" cy="129539"/>
            </a:xfrm>
            <a:custGeom>
              <a:avLst/>
              <a:gdLst/>
              <a:ahLst/>
              <a:cxnLst/>
              <a:rect l="l" t="t" r="r" b="b"/>
              <a:pathLst>
                <a:path w="45085" h="129540">
                  <a:moveTo>
                    <a:pt x="10818" y="0"/>
                  </a:moveTo>
                  <a:lnTo>
                    <a:pt x="5889" y="61"/>
                  </a:lnTo>
                  <a:lnTo>
                    <a:pt x="2190" y="3553"/>
                  </a:lnTo>
                  <a:lnTo>
                    <a:pt x="0" y="21243"/>
                  </a:lnTo>
                  <a:lnTo>
                    <a:pt x="1043" y="54754"/>
                  </a:lnTo>
                  <a:lnTo>
                    <a:pt x="8189" y="110691"/>
                  </a:lnTo>
                  <a:lnTo>
                    <a:pt x="39361" y="129267"/>
                  </a:lnTo>
                  <a:lnTo>
                    <a:pt x="43752" y="84601"/>
                  </a:lnTo>
                  <a:lnTo>
                    <a:pt x="45039" y="57720"/>
                  </a:lnTo>
                  <a:lnTo>
                    <a:pt x="43063" y="37831"/>
                  </a:lnTo>
                  <a:lnTo>
                    <a:pt x="37665" y="14139"/>
                  </a:lnTo>
                  <a:lnTo>
                    <a:pt x="20301" y="4361"/>
                  </a:lnTo>
                  <a:lnTo>
                    <a:pt x="10818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9" name="object 1059" descr=""/>
            <p:cNvSpPr/>
            <p:nvPr/>
          </p:nvSpPr>
          <p:spPr>
            <a:xfrm>
              <a:off x="4228899" y="8251131"/>
              <a:ext cx="243840" cy="385445"/>
            </a:xfrm>
            <a:custGeom>
              <a:avLst/>
              <a:gdLst/>
              <a:ahLst/>
              <a:cxnLst/>
              <a:rect l="l" t="t" r="r" b="b"/>
              <a:pathLst>
                <a:path w="243839" h="385445">
                  <a:moveTo>
                    <a:pt x="164110" y="0"/>
                  </a:moveTo>
                  <a:lnTo>
                    <a:pt x="148905" y="72577"/>
                  </a:lnTo>
                  <a:lnTo>
                    <a:pt x="130142" y="119650"/>
                  </a:lnTo>
                  <a:lnTo>
                    <a:pt x="104359" y="152942"/>
                  </a:lnTo>
                  <a:lnTo>
                    <a:pt x="70528" y="176933"/>
                  </a:lnTo>
                  <a:lnTo>
                    <a:pt x="36574" y="198931"/>
                  </a:lnTo>
                  <a:lnTo>
                    <a:pt x="10423" y="226244"/>
                  </a:lnTo>
                  <a:lnTo>
                    <a:pt x="0" y="266180"/>
                  </a:lnTo>
                  <a:lnTo>
                    <a:pt x="475" y="317103"/>
                  </a:lnTo>
                  <a:lnTo>
                    <a:pt x="3297" y="346441"/>
                  </a:lnTo>
                  <a:lnTo>
                    <a:pt x="10859" y="365320"/>
                  </a:lnTo>
                  <a:lnTo>
                    <a:pt x="25559" y="384867"/>
                  </a:lnTo>
                  <a:lnTo>
                    <a:pt x="28386" y="375363"/>
                  </a:lnTo>
                  <a:lnTo>
                    <a:pt x="39954" y="353363"/>
                  </a:lnTo>
                  <a:lnTo>
                    <a:pt x="64892" y="328634"/>
                  </a:lnTo>
                  <a:lnTo>
                    <a:pt x="107829" y="310943"/>
                  </a:lnTo>
                  <a:lnTo>
                    <a:pt x="139336" y="301267"/>
                  </a:lnTo>
                  <a:lnTo>
                    <a:pt x="176160" y="281001"/>
                  </a:lnTo>
                  <a:lnTo>
                    <a:pt x="209645" y="247385"/>
                  </a:lnTo>
                  <a:lnTo>
                    <a:pt x="231134" y="197658"/>
                  </a:lnTo>
                  <a:lnTo>
                    <a:pt x="243362" y="132744"/>
                  </a:lnTo>
                  <a:lnTo>
                    <a:pt x="240457" y="90516"/>
                  </a:lnTo>
                  <a:lnTo>
                    <a:pt x="216134" y="52445"/>
                  </a:lnTo>
                  <a:lnTo>
                    <a:pt x="164110" y="0"/>
                  </a:lnTo>
                  <a:close/>
                </a:path>
              </a:pathLst>
            </a:custGeom>
            <a:solidFill>
              <a:srgbClr val="5B2F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0" name="object 1060" descr=""/>
            <p:cNvSpPr/>
            <p:nvPr/>
          </p:nvSpPr>
          <p:spPr>
            <a:xfrm>
              <a:off x="3994810" y="7858169"/>
              <a:ext cx="485140" cy="720090"/>
            </a:xfrm>
            <a:custGeom>
              <a:avLst/>
              <a:gdLst/>
              <a:ahLst/>
              <a:cxnLst/>
              <a:rect l="l" t="t" r="r" b="b"/>
              <a:pathLst>
                <a:path w="485139" h="720090">
                  <a:moveTo>
                    <a:pt x="484632" y="383108"/>
                  </a:moveTo>
                  <a:lnTo>
                    <a:pt x="466509" y="300926"/>
                  </a:lnTo>
                  <a:lnTo>
                    <a:pt x="448411" y="252793"/>
                  </a:lnTo>
                  <a:lnTo>
                    <a:pt x="428764" y="206527"/>
                  </a:lnTo>
                  <a:lnTo>
                    <a:pt x="396468" y="134683"/>
                  </a:lnTo>
                  <a:lnTo>
                    <a:pt x="377863" y="97853"/>
                  </a:lnTo>
                  <a:lnTo>
                    <a:pt x="352958" y="61302"/>
                  </a:lnTo>
                  <a:lnTo>
                    <a:pt x="319570" y="29679"/>
                  </a:lnTo>
                  <a:lnTo>
                    <a:pt x="275501" y="7683"/>
                  </a:lnTo>
                  <a:lnTo>
                    <a:pt x="222986" y="596"/>
                  </a:lnTo>
                  <a:lnTo>
                    <a:pt x="222770" y="457"/>
                  </a:lnTo>
                  <a:lnTo>
                    <a:pt x="221996" y="469"/>
                  </a:lnTo>
                  <a:lnTo>
                    <a:pt x="218592" y="0"/>
                  </a:lnTo>
                  <a:lnTo>
                    <a:pt x="218821" y="482"/>
                  </a:lnTo>
                  <a:lnTo>
                    <a:pt x="139725" y="11226"/>
                  </a:lnTo>
                  <a:lnTo>
                    <a:pt x="95173" y="33896"/>
                  </a:lnTo>
                  <a:lnTo>
                    <a:pt x="56083" y="70307"/>
                  </a:lnTo>
                  <a:lnTo>
                    <a:pt x="29184" y="116166"/>
                  </a:lnTo>
                  <a:lnTo>
                    <a:pt x="14719" y="163664"/>
                  </a:lnTo>
                  <a:lnTo>
                    <a:pt x="8750" y="209194"/>
                  </a:lnTo>
                  <a:lnTo>
                    <a:pt x="7277" y="249186"/>
                  </a:lnTo>
                  <a:lnTo>
                    <a:pt x="7162" y="258076"/>
                  </a:lnTo>
                  <a:lnTo>
                    <a:pt x="7327" y="260007"/>
                  </a:lnTo>
                  <a:lnTo>
                    <a:pt x="7556" y="267995"/>
                  </a:lnTo>
                  <a:lnTo>
                    <a:pt x="7962" y="275793"/>
                  </a:lnTo>
                  <a:lnTo>
                    <a:pt x="8547" y="283425"/>
                  </a:lnTo>
                  <a:lnTo>
                    <a:pt x="9309" y="290880"/>
                  </a:lnTo>
                  <a:lnTo>
                    <a:pt x="9639" y="298069"/>
                  </a:lnTo>
                  <a:lnTo>
                    <a:pt x="9931" y="305727"/>
                  </a:lnTo>
                  <a:lnTo>
                    <a:pt x="10160" y="313804"/>
                  </a:lnTo>
                  <a:lnTo>
                    <a:pt x="10337" y="322237"/>
                  </a:lnTo>
                  <a:lnTo>
                    <a:pt x="8712" y="325323"/>
                  </a:lnTo>
                  <a:lnTo>
                    <a:pt x="8864" y="329095"/>
                  </a:lnTo>
                  <a:lnTo>
                    <a:pt x="10439" y="333489"/>
                  </a:lnTo>
                  <a:lnTo>
                    <a:pt x="10147" y="357289"/>
                  </a:lnTo>
                  <a:lnTo>
                    <a:pt x="8978" y="381647"/>
                  </a:lnTo>
                  <a:lnTo>
                    <a:pt x="6705" y="405574"/>
                  </a:lnTo>
                  <a:lnTo>
                    <a:pt x="3073" y="428091"/>
                  </a:lnTo>
                  <a:lnTo>
                    <a:pt x="0" y="477685"/>
                  </a:lnTo>
                  <a:lnTo>
                    <a:pt x="12052" y="521030"/>
                  </a:lnTo>
                  <a:lnTo>
                    <a:pt x="40157" y="552310"/>
                  </a:lnTo>
                  <a:lnTo>
                    <a:pt x="85242" y="565696"/>
                  </a:lnTo>
                  <a:lnTo>
                    <a:pt x="181190" y="593013"/>
                  </a:lnTo>
                  <a:lnTo>
                    <a:pt x="228346" y="645629"/>
                  </a:lnTo>
                  <a:lnTo>
                    <a:pt x="243979" y="696798"/>
                  </a:lnTo>
                  <a:lnTo>
                    <a:pt x="245364" y="719797"/>
                  </a:lnTo>
                  <a:lnTo>
                    <a:pt x="276326" y="682586"/>
                  </a:lnTo>
                  <a:lnTo>
                    <a:pt x="295402" y="659955"/>
                  </a:lnTo>
                  <a:lnTo>
                    <a:pt x="310451" y="642683"/>
                  </a:lnTo>
                  <a:lnTo>
                    <a:pt x="329349" y="621588"/>
                  </a:lnTo>
                  <a:lnTo>
                    <a:pt x="347662" y="598868"/>
                  </a:lnTo>
                  <a:lnTo>
                    <a:pt x="360997" y="578396"/>
                  </a:lnTo>
                  <a:lnTo>
                    <a:pt x="424395" y="538124"/>
                  </a:lnTo>
                  <a:lnTo>
                    <a:pt x="466026" y="499529"/>
                  </a:lnTo>
                  <a:lnTo>
                    <a:pt x="481698" y="454304"/>
                  </a:lnTo>
                  <a:lnTo>
                    <a:pt x="484632" y="383108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1" name="object 1061" descr=""/>
          <p:cNvGrpSpPr/>
          <p:nvPr/>
        </p:nvGrpSpPr>
        <p:grpSpPr>
          <a:xfrm>
            <a:off x="1733609" y="7836357"/>
            <a:ext cx="457200" cy="718185"/>
            <a:chOff x="1733609" y="7836357"/>
            <a:chExt cx="457200" cy="718185"/>
          </a:xfrm>
        </p:grpSpPr>
        <p:sp>
          <p:nvSpPr>
            <p:cNvPr id="1062" name="object 1062" descr=""/>
            <p:cNvSpPr/>
            <p:nvPr/>
          </p:nvSpPr>
          <p:spPr>
            <a:xfrm>
              <a:off x="1740975" y="7857934"/>
              <a:ext cx="446405" cy="657860"/>
            </a:xfrm>
            <a:custGeom>
              <a:avLst/>
              <a:gdLst/>
              <a:ahLst/>
              <a:cxnLst/>
              <a:rect l="l" t="t" r="r" b="b"/>
              <a:pathLst>
                <a:path w="446405" h="657859">
                  <a:moveTo>
                    <a:pt x="248662" y="0"/>
                  </a:moveTo>
                  <a:lnTo>
                    <a:pt x="206827" y="1810"/>
                  </a:lnTo>
                  <a:lnTo>
                    <a:pt x="177585" y="54085"/>
                  </a:lnTo>
                  <a:lnTo>
                    <a:pt x="171553" y="103023"/>
                  </a:lnTo>
                  <a:lnTo>
                    <a:pt x="168234" y="159058"/>
                  </a:lnTo>
                  <a:lnTo>
                    <a:pt x="165365" y="216113"/>
                  </a:lnTo>
                  <a:lnTo>
                    <a:pt x="160687" y="268110"/>
                  </a:lnTo>
                  <a:lnTo>
                    <a:pt x="151939" y="308974"/>
                  </a:lnTo>
                  <a:lnTo>
                    <a:pt x="129864" y="351081"/>
                  </a:lnTo>
                  <a:lnTo>
                    <a:pt x="99664" y="387087"/>
                  </a:lnTo>
                  <a:lnTo>
                    <a:pt x="66900" y="421276"/>
                  </a:lnTo>
                  <a:lnTo>
                    <a:pt x="37132" y="457931"/>
                  </a:lnTo>
                  <a:lnTo>
                    <a:pt x="15922" y="501335"/>
                  </a:lnTo>
                  <a:lnTo>
                    <a:pt x="2162" y="548990"/>
                  </a:lnTo>
                  <a:lnTo>
                    <a:pt x="0" y="581171"/>
                  </a:lnTo>
                  <a:lnTo>
                    <a:pt x="11618" y="612546"/>
                  </a:lnTo>
                  <a:lnTo>
                    <a:pt x="39199" y="657780"/>
                  </a:lnTo>
                  <a:lnTo>
                    <a:pt x="43457" y="649191"/>
                  </a:lnTo>
                  <a:lnTo>
                    <a:pt x="55657" y="628383"/>
                  </a:lnTo>
                  <a:lnTo>
                    <a:pt x="100443" y="579856"/>
                  </a:lnTo>
                  <a:lnTo>
                    <a:pt x="136042" y="562085"/>
                  </a:lnTo>
                  <a:lnTo>
                    <a:pt x="182258" y="547094"/>
                  </a:lnTo>
                  <a:lnTo>
                    <a:pt x="233243" y="535018"/>
                  </a:lnTo>
                  <a:lnTo>
                    <a:pt x="283149" y="525993"/>
                  </a:lnTo>
                  <a:lnTo>
                    <a:pt x="315786" y="517992"/>
                  </a:lnTo>
                  <a:lnTo>
                    <a:pt x="380242" y="476021"/>
                  </a:lnTo>
                  <a:lnTo>
                    <a:pt x="407329" y="436829"/>
                  </a:lnTo>
                  <a:lnTo>
                    <a:pt x="427836" y="382017"/>
                  </a:lnTo>
                  <a:lnTo>
                    <a:pt x="439396" y="308974"/>
                  </a:lnTo>
                  <a:lnTo>
                    <a:pt x="446156" y="211981"/>
                  </a:lnTo>
                  <a:lnTo>
                    <a:pt x="446201" y="155709"/>
                  </a:lnTo>
                  <a:lnTo>
                    <a:pt x="437542" y="118610"/>
                  </a:lnTo>
                  <a:lnTo>
                    <a:pt x="418192" y="79138"/>
                  </a:lnTo>
                  <a:lnTo>
                    <a:pt x="399613" y="48013"/>
                  </a:lnTo>
                  <a:lnTo>
                    <a:pt x="357121" y="23910"/>
                  </a:lnTo>
                  <a:lnTo>
                    <a:pt x="302782" y="7635"/>
                  </a:lnTo>
                  <a:lnTo>
                    <a:pt x="248662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3" name="object 1063" descr=""/>
            <p:cNvSpPr/>
            <p:nvPr/>
          </p:nvSpPr>
          <p:spPr>
            <a:xfrm>
              <a:off x="1733609" y="8293253"/>
              <a:ext cx="280670" cy="260985"/>
            </a:xfrm>
            <a:custGeom>
              <a:avLst/>
              <a:gdLst/>
              <a:ahLst/>
              <a:cxnLst/>
              <a:rect l="l" t="t" r="r" b="b"/>
              <a:pathLst>
                <a:path w="280669" h="260984">
                  <a:moveTo>
                    <a:pt x="145130" y="0"/>
                  </a:moveTo>
                  <a:lnTo>
                    <a:pt x="96139" y="22636"/>
                  </a:lnTo>
                  <a:lnTo>
                    <a:pt x="43779" y="72150"/>
                  </a:lnTo>
                  <a:lnTo>
                    <a:pt x="16244" y="121881"/>
                  </a:lnTo>
                  <a:lnTo>
                    <a:pt x="0" y="179431"/>
                  </a:lnTo>
                  <a:lnTo>
                    <a:pt x="8497" y="223175"/>
                  </a:lnTo>
                  <a:lnTo>
                    <a:pt x="25502" y="250982"/>
                  </a:lnTo>
                  <a:lnTo>
                    <a:pt x="34778" y="260725"/>
                  </a:lnTo>
                  <a:lnTo>
                    <a:pt x="28045" y="232709"/>
                  </a:lnTo>
                  <a:lnTo>
                    <a:pt x="30271" y="216518"/>
                  </a:lnTo>
                  <a:lnTo>
                    <a:pt x="45481" y="205983"/>
                  </a:lnTo>
                  <a:lnTo>
                    <a:pt x="77698" y="194936"/>
                  </a:lnTo>
                  <a:lnTo>
                    <a:pt x="114929" y="183763"/>
                  </a:lnTo>
                  <a:lnTo>
                    <a:pt x="157028" y="170158"/>
                  </a:lnTo>
                  <a:lnTo>
                    <a:pt x="200571" y="151911"/>
                  </a:lnTo>
                  <a:lnTo>
                    <a:pt x="242133" y="126813"/>
                  </a:lnTo>
                  <a:lnTo>
                    <a:pt x="278289" y="92656"/>
                  </a:lnTo>
                  <a:lnTo>
                    <a:pt x="280201" y="50464"/>
                  </a:lnTo>
                  <a:lnTo>
                    <a:pt x="231904" y="21693"/>
                  </a:lnTo>
                  <a:lnTo>
                    <a:pt x="173509" y="5239"/>
                  </a:lnTo>
                  <a:lnTo>
                    <a:pt x="145130" y="0"/>
                  </a:lnTo>
                  <a:close/>
                </a:path>
              </a:pathLst>
            </a:custGeom>
            <a:solidFill>
              <a:srgbClr val="5B2F0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64" name="object 1064" descr=""/>
            <p:cNvPicPr/>
            <p:nvPr/>
          </p:nvPicPr>
          <p:blipFill>
            <a:blip r:embed="rId216" cstate="print"/>
            <a:stretch>
              <a:fillRect/>
            </a:stretch>
          </p:blipFill>
          <p:spPr>
            <a:xfrm>
              <a:off x="1863942" y="8223661"/>
              <a:ext cx="167754" cy="242783"/>
            </a:xfrm>
            <a:prstGeom prst="rect">
              <a:avLst/>
            </a:prstGeom>
          </p:spPr>
        </p:pic>
        <p:sp>
          <p:nvSpPr>
            <p:cNvPr id="1065" name="object 1065" descr=""/>
            <p:cNvSpPr/>
            <p:nvPr/>
          </p:nvSpPr>
          <p:spPr>
            <a:xfrm>
              <a:off x="1768208" y="7938874"/>
              <a:ext cx="269875" cy="398145"/>
            </a:xfrm>
            <a:custGeom>
              <a:avLst/>
              <a:gdLst/>
              <a:ahLst/>
              <a:cxnLst/>
              <a:rect l="l" t="t" r="r" b="b"/>
              <a:pathLst>
                <a:path w="269875" h="398145">
                  <a:moveTo>
                    <a:pt x="114474" y="0"/>
                  </a:moveTo>
                  <a:lnTo>
                    <a:pt x="61923" y="1130"/>
                  </a:lnTo>
                  <a:lnTo>
                    <a:pt x="26056" y="50338"/>
                  </a:lnTo>
                  <a:lnTo>
                    <a:pt x="19877" y="97509"/>
                  </a:lnTo>
                  <a:lnTo>
                    <a:pt x="17214" y="155610"/>
                  </a:lnTo>
                  <a:lnTo>
                    <a:pt x="14268" y="178543"/>
                  </a:lnTo>
                  <a:lnTo>
                    <a:pt x="1921" y="240558"/>
                  </a:lnTo>
                  <a:lnTo>
                    <a:pt x="0" y="258643"/>
                  </a:lnTo>
                  <a:lnTo>
                    <a:pt x="3248" y="276249"/>
                  </a:lnTo>
                  <a:lnTo>
                    <a:pt x="7209" y="294738"/>
                  </a:lnTo>
                  <a:lnTo>
                    <a:pt x="11968" y="315260"/>
                  </a:lnTo>
                  <a:lnTo>
                    <a:pt x="14660" y="356907"/>
                  </a:lnTo>
                  <a:lnTo>
                    <a:pt x="16542" y="378720"/>
                  </a:lnTo>
                  <a:lnTo>
                    <a:pt x="18501" y="387836"/>
                  </a:lnTo>
                  <a:lnTo>
                    <a:pt x="21423" y="391393"/>
                  </a:lnTo>
                  <a:lnTo>
                    <a:pt x="52992" y="397712"/>
                  </a:lnTo>
                  <a:lnTo>
                    <a:pt x="100690" y="392469"/>
                  </a:lnTo>
                  <a:lnTo>
                    <a:pt x="145690" y="382974"/>
                  </a:lnTo>
                  <a:lnTo>
                    <a:pt x="211423" y="348339"/>
                  </a:lnTo>
                  <a:lnTo>
                    <a:pt x="239855" y="306753"/>
                  </a:lnTo>
                  <a:lnTo>
                    <a:pt x="257161" y="258636"/>
                  </a:lnTo>
                  <a:lnTo>
                    <a:pt x="266038" y="210849"/>
                  </a:lnTo>
                  <a:lnTo>
                    <a:pt x="269186" y="170251"/>
                  </a:lnTo>
                  <a:lnTo>
                    <a:pt x="269300" y="143705"/>
                  </a:lnTo>
                  <a:lnTo>
                    <a:pt x="262735" y="105646"/>
                  </a:lnTo>
                  <a:lnTo>
                    <a:pt x="249485" y="62754"/>
                  </a:lnTo>
                  <a:lnTo>
                    <a:pt x="236466" y="27715"/>
                  </a:lnTo>
                  <a:lnTo>
                    <a:pt x="230589" y="13216"/>
                  </a:lnTo>
                  <a:lnTo>
                    <a:pt x="176961" y="3215"/>
                  </a:lnTo>
                  <a:lnTo>
                    <a:pt x="114474" y="0"/>
                  </a:lnTo>
                  <a:close/>
                </a:path>
              </a:pathLst>
            </a:custGeom>
            <a:solidFill>
              <a:srgbClr val="F7E0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6" name="object 1066" descr=""/>
            <p:cNvSpPr/>
            <p:nvPr/>
          </p:nvSpPr>
          <p:spPr>
            <a:xfrm>
              <a:off x="1963923" y="8053393"/>
              <a:ext cx="60325" cy="123825"/>
            </a:xfrm>
            <a:custGeom>
              <a:avLst/>
              <a:gdLst/>
              <a:ahLst/>
              <a:cxnLst/>
              <a:rect l="l" t="t" r="r" b="b"/>
              <a:pathLst>
                <a:path w="60325" h="123825">
                  <a:moveTo>
                    <a:pt x="43460" y="0"/>
                  </a:moveTo>
                  <a:lnTo>
                    <a:pt x="31549" y="4209"/>
                  </a:lnTo>
                  <a:lnTo>
                    <a:pt x="10052" y="13695"/>
                  </a:lnTo>
                  <a:lnTo>
                    <a:pt x="11626" y="48633"/>
                  </a:lnTo>
                  <a:lnTo>
                    <a:pt x="11104" y="71695"/>
                  </a:lnTo>
                  <a:lnTo>
                    <a:pt x="7542" y="93157"/>
                  </a:lnTo>
                  <a:lnTo>
                    <a:pt x="0" y="123294"/>
                  </a:lnTo>
                  <a:lnTo>
                    <a:pt x="7054" y="122299"/>
                  </a:lnTo>
                  <a:lnTo>
                    <a:pt x="51904" y="106070"/>
                  </a:lnTo>
                  <a:lnTo>
                    <a:pt x="59788" y="52771"/>
                  </a:lnTo>
                  <a:lnTo>
                    <a:pt x="59714" y="20694"/>
                  </a:lnTo>
                  <a:lnTo>
                    <a:pt x="55610" y="3643"/>
                  </a:lnTo>
                  <a:lnTo>
                    <a:pt x="50057" y="125"/>
                  </a:lnTo>
                  <a:lnTo>
                    <a:pt x="4346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7" name="object 1067" descr=""/>
            <p:cNvSpPr/>
            <p:nvPr/>
          </p:nvSpPr>
          <p:spPr>
            <a:xfrm>
              <a:off x="1796702" y="7836357"/>
              <a:ext cx="394335" cy="565785"/>
            </a:xfrm>
            <a:custGeom>
              <a:avLst/>
              <a:gdLst/>
              <a:ahLst/>
              <a:cxnLst/>
              <a:rect l="l" t="t" r="r" b="b"/>
              <a:pathLst>
                <a:path w="394335" h="565784">
                  <a:moveTo>
                    <a:pt x="199276" y="0"/>
                  </a:moveTo>
                  <a:lnTo>
                    <a:pt x="146040" y="3191"/>
                  </a:lnTo>
                  <a:lnTo>
                    <a:pt x="96627" y="11402"/>
                  </a:lnTo>
                  <a:lnTo>
                    <a:pt x="56701" y="22948"/>
                  </a:lnTo>
                  <a:lnTo>
                    <a:pt x="14012" y="62323"/>
                  </a:lnTo>
                  <a:lnTo>
                    <a:pt x="679" y="120017"/>
                  </a:lnTo>
                  <a:lnTo>
                    <a:pt x="0" y="131067"/>
                  </a:lnTo>
                  <a:lnTo>
                    <a:pt x="30865" y="115645"/>
                  </a:lnTo>
                  <a:lnTo>
                    <a:pt x="47803" y="111980"/>
                  </a:lnTo>
                  <a:lnTo>
                    <a:pt x="56800" y="121400"/>
                  </a:lnTo>
                  <a:lnTo>
                    <a:pt x="63840" y="145234"/>
                  </a:lnTo>
                  <a:lnTo>
                    <a:pt x="68495" y="178446"/>
                  </a:lnTo>
                  <a:lnTo>
                    <a:pt x="72183" y="215533"/>
                  </a:lnTo>
                  <a:lnTo>
                    <a:pt x="83689" y="257044"/>
                  </a:lnTo>
                  <a:lnTo>
                    <a:pt x="111797" y="303533"/>
                  </a:lnTo>
                  <a:lnTo>
                    <a:pt x="134304" y="351322"/>
                  </a:lnTo>
                  <a:lnTo>
                    <a:pt x="132510" y="396425"/>
                  </a:lnTo>
                  <a:lnTo>
                    <a:pt x="120360" y="438929"/>
                  </a:lnTo>
                  <a:lnTo>
                    <a:pt x="111797" y="478920"/>
                  </a:lnTo>
                  <a:lnTo>
                    <a:pt x="114345" y="514235"/>
                  </a:lnTo>
                  <a:lnTo>
                    <a:pt x="122705" y="541536"/>
                  </a:lnTo>
                  <a:lnTo>
                    <a:pt x="131596" y="559146"/>
                  </a:lnTo>
                  <a:lnTo>
                    <a:pt x="135734" y="565389"/>
                  </a:lnTo>
                  <a:lnTo>
                    <a:pt x="142451" y="511887"/>
                  </a:lnTo>
                  <a:lnTo>
                    <a:pt x="151423" y="479813"/>
                  </a:lnTo>
                  <a:lnTo>
                    <a:pt x="168710" y="456349"/>
                  </a:lnTo>
                  <a:lnTo>
                    <a:pt x="200370" y="428681"/>
                  </a:lnTo>
                  <a:lnTo>
                    <a:pt x="238066" y="403000"/>
                  </a:lnTo>
                  <a:lnTo>
                    <a:pt x="281652" y="378620"/>
                  </a:lnTo>
                  <a:lnTo>
                    <a:pt x="325000" y="352757"/>
                  </a:lnTo>
                  <a:lnTo>
                    <a:pt x="361983" y="322624"/>
                  </a:lnTo>
                  <a:lnTo>
                    <a:pt x="386469" y="285439"/>
                  </a:lnTo>
                  <a:lnTo>
                    <a:pt x="393903" y="250363"/>
                  </a:lnTo>
                  <a:lnTo>
                    <a:pt x="393452" y="207362"/>
                  </a:lnTo>
                  <a:lnTo>
                    <a:pt x="385734" y="160491"/>
                  </a:lnTo>
                  <a:lnTo>
                    <a:pt x="371369" y="113805"/>
                  </a:lnTo>
                  <a:lnTo>
                    <a:pt x="350973" y="71358"/>
                  </a:lnTo>
                  <a:lnTo>
                    <a:pt x="325166" y="37207"/>
                  </a:lnTo>
                  <a:lnTo>
                    <a:pt x="250672" y="3510"/>
                  </a:lnTo>
                  <a:lnTo>
                    <a:pt x="199276" y="0"/>
                  </a:lnTo>
                  <a:close/>
                </a:path>
              </a:pathLst>
            </a:custGeom>
            <a:solidFill>
              <a:srgbClr val="5B2F0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68" name="object 1068" descr=""/>
          <p:cNvPicPr/>
          <p:nvPr/>
        </p:nvPicPr>
        <p:blipFill>
          <a:blip r:embed="rId217" cstate="print"/>
          <a:stretch>
            <a:fillRect/>
          </a:stretch>
        </p:blipFill>
        <p:spPr>
          <a:xfrm>
            <a:off x="3359036" y="8321100"/>
            <a:ext cx="152361" cy="161814"/>
          </a:xfrm>
          <a:prstGeom prst="rect">
            <a:avLst/>
          </a:prstGeom>
        </p:spPr>
      </p:pic>
      <p:sp>
        <p:nvSpPr>
          <p:cNvPr id="1069" name="object 1069" descr=""/>
          <p:cNvSpPr/>
          <p:nvPr/>
        </p:nvSpPr>
        <p:spPr>
          <a:xfrm>
            <a:off x="3545738" y="8134587"/>
            <a:ext cx="54610" cy="111760"/>
          </a:xfrm>
          <a:custGeom>
            <a:avLst/>
            <a:gdLst/>
            <a:ahLst/>
            <a:cxnLst/>
            <a:rect l="l" t="t" r="r" b="b"/>
            <a:pathLst>
              <a:path w="54610" h="111759">
                <a:moveTo>
                  <a:pt x="39251" y="0"/>
                </a:moveTo>
                <a:lnTo>
                  <a:pt x="28492" y="3796"/>
                </a:lnTo>
                <a:lnTo>
                  <a:pt x="9078" y="12349"/>
                </a:lnTo>
                <a:lnTo>
                  <a:pt x="10509" y="43922"/>
                </a:lnTo>
                <a:lnTo>
                  <a:pt x="10040" y="64759"/>
                </a:lnTo>
                <a:lnTo>
                  <a:pt x="6820" y="84142"/>
                </a:lnTo>
                <a:lnTo>
                  <a:pt x="0" y="111351"/>
                </a:lnTo>
                <a:lnTo>
                  <a:pt x="6374" y="110454"/>
                </a:lnTo>
                <a:lnTo>
                  <a:pt x="46878" y="95791"/>
                </a:lnTo>
                <a:lnTo>
                  <a:pt x="54000" y="47673"/>
                </a:lnTo>
                <a:lnTo>
                  <a:pt x="53937" y="18691"/>
                </a:lnTo>
                <a:lnTo>
                  <a:pt x="50239" y="3270"/>
                </a:lnTo>
                <a:lnTo>
                  <a:pt x="45214" y="108"/>
                </a:lnTo>
                <a:lnTo>
                  <a:pt x="39251" y="0"/>
                </a:lnTo>
                <a:close/>
              </a:path>
            </a:pathLst>
          </a:custGeom>
          <a:solidFill>
            <a:srgbClr val="F4D1A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0" name="object 1070" descr=""/>
          <p:cNvSpPr/>
          <p:nvPr/>
        </p:nvSpPr>
        <p:spPr>
          <a:xfrm>
            <a:off x="3252184" y="8134587"/>
            <a:ext cx="54610" cy="111760"/>
          </a:xfrm>
          <a:custGeom>
            <a:avLst/>
            <a:gdLst/>
            <a:ahLst/>
            <a:cxnLst/>
            <a:rect l="l" t="t" r="r" b="b"/>
            <a:pathLst>
              <a:path w="54610" h="111759">
                <a:moveTo>
                  <a:pt x="14749" y="0"/>
                </a:moveTo>
                <a:lnTo>
                  <a:pt x="8786" y="108"/>
                </a:lnTo>
                <a:lnTo>
                  <a:pt x="3761" y="3270"/>
                </a:lnTo>
                <a:lnTo>
                  <a:pt x="63" y="18691"/>
                </a:lnTo>
                <a:lnTo>
                  <a:pt x="0" y="47673"/>
                </a:lnTo>
                <a:lnTo>
                  <a:pt x="2657" y="77584"/>
                </a:lnTo>
                <a:lnTo>
                  <a:pt x="33094" y="107662"/>
                </a:lnTo>
                <a:lnTo>
                  <a:pt x="54000" y="111351"/>
                </a:lnTo>
                <a:lnTo>
                  <a:pt x="47180" y="84142"/>
                </a:lnTo>
                <a:lnTo>
                  <a:pt x="43960" y="64759"/>
                </a:lnTo>
                <a:lnTo>
                  <a:pt x="43491" y="43922"/>
                </a:lnTo>
                <a:lnTo>
                  <a:pt x="44922" y="12349"/>
                </a:lnTo>
                <a:lnTo>
                  <a:pt x="25508" y="3796"/>
                </a:lnTo>
                <a:lnTo>
                  <a:pt x="14749" y="0"/>
                </a:lnTo>
                <a:close/>
              </a:path>
            </a:pathLst>
          </a:custGeom>
          <a:solidFill>
            <a:srgbClr val="F4D1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71" name="object 1071" descr=""/>
          <p:cNvGrpSpPr/>
          <p:nvPr/>
        </p:nvGrpSpPr>
        <p:grpSpPr>
          <a:xfrm>
            <a:off x="3258618" y="7872193"/>
            <a:ext cx="476884" cy="722630"/>
            <a:chOff x="3258618" y="7872193"/>
            <a:chExt cx="476884" cy="722630"/>
          </a:xfrm>
        </p:grpSpPr>
        <p:sp>
          <p:nvSpPr>
            <p:cNvPr id="1072" name="object 1072" descr=""/>
            <p:cNvSpPr/>
            <p:nvPr/>
          </p:nvSpPr>
          <p:spPr>
            <a:xfrm>
              <a:off x="3492082" y="8209659"/>
              <a:ext cx="243840" cy="385445"/>
            </a:xfrm>
            <a:custGeom>
              <a:avLst/>
              <a:gdLst/>
              <a:ahLst/>
              <a:cxnLst/>
              <a:rect l="l" t="t" r="r" b="b"/>
              <a:pathLst>
                <a:path w="243839" h="385445">
                  <a:moveTo>
                    <a:pt x="164110" y="0"/>
                  </a:moveTo>
                  <a:lnTo>
                    <a:pt x="148905" y="72577"/>
                  </a:lnTo>
                  <a:lnTo>
                    <a:pt x="130142" y="119650"/>
                  </a:lnTo>
                  <a:lnTo>
                    <a:pt x="104359" y="152942"/>
                  </a:lnTo>
                  <a:lnTo>
                    <a:pt x="70528" y="176933"/>
                  </a:lnTo>
                  <a:lnTo>
                    <a:pt x="36574" y="198931"/>
                  </a:lnTo>
                  <a:lnTo>
                    <a:pt x="10423" y="226244"/>
                  </a:lnTo>
                  <a:lnTo>
                    <a:pt x="0" y="266180"/>
                  </a:lnTo>
                  <a:lnTo>
                    <a:pt x="475" y="317103"/>
                  </a:lnTo>
                  <a:lnTo>
                    <a:pt x="3297" y="346441"/>
                  </a:lnTo>
                  <a:lnTo>
                    <a:pt x="10859" y="365320"/>
                  </a:lnTo>
                  <a:lnTo>
                    <a:pt x="25559" y="384867"/>
                  </a:lnTo>
                  <a:lnTo>
                    <a:pt x="28386" y="375363"/>
                  </a:lnTo>
                  <a:lnTo>
                    <a:pt x="39954" y="353363"/>
                  </a:lnTo>
                  <a:lnTo>
                    <a:pt x="64892" y="328634"/>
                  </a:lnTo>
                  <a:lnTo>
                    <a:pt x="107829" y="310943"/>
                  </a:lnTo>
                  <a:lnTo>
                    <a:pt x="139336" y="301267"/>
                  </a:lnTo>
                  <a:lnTo>
                    <a:pt x="176160" y="281001"/>
                  </a:lnTo>
                  <a:lnTo>
                    <a:pt x="209645" y="247385"/>
                  </a:lnTo>
                  <a:lnTo>
                    <a:pt x="231134" y="197658"/>
                  </a:lnTo>
                  <a:lnTo>
                    <a:pt x="243362" y="132744"/>
                  </a:lnTo>
                  <a:lnTo>
                    <a:pt x="240457" y="90516"/>
                  </a:lnTo>
                  <a:lnTo>
                    <a:pt x="216134" y="52445"/>
                  </a:lnTo>
                  <a:lnTo>
                    <a:pt x="164110" y="0"/>
                  </a:lnTo>
                  <a:close/>
                </a:path>
              </a:pathLst>
            </a:custGeom>
            <a:solidFill>
              <a:srgbClr val="5B2F0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3" name="object 1073" descr=""/>
            <p:cNvSpPr/>
            <p:nvPr/>
          </p:nvSpPr>
          <p:spPr>
            <a:xfrm>
              <a:off x="3258616" y="7872202"/>
              <a:ext cx="454025" cy="584200"/>
            </a:xfrm>
            <a:custGeom>
              <a:avLst/>
              <a:gdLst/>
              <a:ahLst/>
              <a:cxnLst/>
              <a:rect l="l" t="t" r="r" b="b"/>
              <a:pathLst>
                <a:path w="454025" h="584200">
                  <a:moveTo>
                    <a:pt x="453961" y="358851"/>
                  </a:moveTo>
                  <a:lnTo>
                    <a:pt x="446874" y="314083"/>
                  </a:lnTo>
                  <a:lnTo>
                    <a:pt x="428904" y="259410"/>
                  </a:lnTo>
                  <a:lnTo>
                    <a:pt x="406222" y="203885"/>
                  </a:lnTo>
                  <a:lnTo>
                    <a:pt x="371386" y="126174"/>
                  </a:lnTo>
                  <a:lnTo>
                    <a:pt x="353961" y="91681"/>
                  </a:lnTo>
                  <a:lnTo>
                    <a:pt x="330631" y="57429"/>
                  </a:lnTo>
                  <a:lnTo>
                    <a:pt x="299351" y="27800"/>
                  </a:lnTo>
                  <a:lnTo>
                    <a:pt x="258076" y="7200"/>
                  </a:lnTo>
                  <a:lnTo>
                    <a:pt x="208876" y="558"/>
                  </a:lnTo>
                  <a:lnTo>
                    <a:pt x="208699" y="444"/>
                  </a:lnTo>
                  <a:lnTo>
                    <a:pt x="208064" y="457"/>
                  </a:lnTo>
                  <a:lnTo>
                    <a:pt x="204762" y="0"/>
                  </a:lnTo>
                  <a:lnTo>
                    <a:pt x="204990" y="469"/>
                  </a:lnTo>
                  <a:lnTo>
                    <a:pt x="130873" y="10502"/>
                  </a:lnTo>
                  <a:lnTo>
                    <a:pt x="89141" y="31737"/>
                  </a:lnTo>
                  <a:lnTo>
                    <a:pt x="52527" y="65849"/>
                  </a:lnTo>
                  <a:lnTo>
                    <a:pt x="27317" y="108813"/>
                  </a:lnTo>
                  <a:lnTo>
                    <a:pt x="13779" y="153301"/>
                  </a:lnTo>
                  <a:lnTo>
                    <a:pt x="8178" y="195961"/>
                  </a:lnTo>
                  <a:lnTo>
                    <a:pt x="6781" y="235902"/>
                  </a:lnTo>
                  <a:lnTo>
                    <a:pt x="6819" y="240779"/>
                  </a:lnTo>
                  <a:lnTo>
                    <a:pt x="6591" y="240741"/>
                  </a:lnTo>
                  <a:lnTo>
                    <a:pt x="6845" y="243573"/>
                  </a:lnTo>
                  <a:lnTo>
                    <a:pt x="7454" y="258356"/>
                  </a:lnTo>
                  <a:lnTo>
                    <a:pt x="8724" y="272478"/>
                  </a:lnTo>
                  <a:lnTo>
                    <a:pt x="9677" y="301853"/>
                  </a:lnTo>
                  <a:lnTo>
                    <a:pt x="8166" y="304749"/>
                  </a:lnTo>
                  <a:lnTo>
                    <a:pt x="8293" y="308292"/>
                  </a:lnTo>
                  <a:lnTo>
                    <a:pt x="9766" y="312407"/>
                  </a:lnTo>
                  <a:lnTo>
                    <a:pt x="9499" y="334695"/>
                  </a:lnTo>
                  <a:lnTo>
                    <a:pt x="8407" y="357505"/>
                  </a:lnTo>
                  <a:lnTo>
                    <a:pt x="6286" y="379933"/>
                  </a:lnTo>
                  <a:lnTo>
                    <a:pt x="2882" y="401040"/>
                  </a:lnTo>
                  <a:lnTo>
                    <a:pt x="0" y="447497"/>
                  </a:lnTo>
                  <a:lnTo>
                    <a:pt x="11277" y="488086"/>
                  </a:lnTo>
                  <a:lnTo>
                    <a:pt x="37617" y="517372"/>
                  </a:lnTo>
                  <a:lnTo>
                    <a:pt x="79870" y="529894"/>
                  </a:lnTo>
                  <a:lnTo>
                    <a:pt x="175882" y="538365"/>
                  </a:lnTo>
                  <a:lnTo>
                    <a:pt x="233578" y="549935"/>
                  </a:lnTo>
                  <a:lnTo>
                    <a:pt x="261734" y="560158"/>
                  </a:lnTo>
                  <a:lnTo>
                    <a:pt x="269176" y="564553"/>
                  </a:lnTo>
                  <a:lnTo>
                    <a:pt x="303212" y="579589"/>
                  </a:lnTo>
                  <a:lnTo>
                    <a:pt x="356552" y="558876"/>
                  </a:lnTo>
                  <a:lnTo>
                    <a:pt x="379323" y="515670"/>
                  </a:lnTo>
                  <a:lnTo>
                    <a:pt x="397548" y="504088"/>
                  </a:lnTo>
                  <a:lnTo>
                    <a:pt x="436549" y="467918"/>
                  </a:lnTo>
                  <a:lnTo>
                    <a:pt x="451218" y="425551"/>
                  </a:lnTo>
                  <a:lnTo>
                    <a:pt x="453961" y="358851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74" name="object 1074" descr=""/>
          <p:cNvGrpSpPr/>
          <p:nvPr/>
        </p:nvGrpSpPr>
        <p:grpSpPr>
          <a:xfrm>
            <a:off x="819592" y="8886861"/>
            <a:ext cx="511809" cy="913765"/>
            <a:chOff x="819592" y="8886861"/>
            <a:chExt cx="511809" cy="913765"/>
          </a:xfrm>
        </p:grpSpPr>
        <p:sp>
          <p:nvSpPr>
            <p:cNvPr id="1075" name="object 1075" descr=""/>
            <p:cNvSpPr/>
            <p:nvPr/>
          </p:nvSpPr>
          <p:spPr>
            <a:xfrm>
              <a:off x="910145" y="9182639"/>
              <a:ext cx="344805" cy="286385"/>
            </a:xfrm>
            <a:custGeom>
              <a:avLst/>
              <a:gdLst/>
              <a:ahLst/>
              <a:cxnLst/>
              <a:rect l="l" t="t" r="r" b="b"/>
              <a:pathLst>
                <a:path w="344805" h="286384">
                  <a:moveTo>
                    <a:pt x="166717" y="0"/>
                  </a:moveTo>
                  <a:lnTo>
                    <a:pt x="127771" y="5020"/>
                  </a:lnTo>
                  <a:lnTo>
                    <a:pt x="46999" y="43733"/>
                  </a:lnTo>
                  <a:lnTo>
                    <a:pt x="19170" y="81797"/>
                  </a:lnTo>
                  <a:lnTo>
                    <a:pt x="4808" y="125372"/>
                  </a:lnTo>
                  <a:lnTo>
                    <a:pt x="0" y="170132"/>
                  </a:lnTo>
                  <a:lnTo>
                    <a:pt x="832" y="211750"/>
                  </a:lnTo>
                  <a:lnTo>
                    <a:pt x="3393" y="245899"/>
                  </a:lnTo>
                  <a:lnTo>
                    <a:pt x="12071" y="276724"/>
                  </a:lnTo>
                  <a:lnTo>
                    <a:pt x="29397" y="285814"/>
                  </a:lnTo>
                  <a:lnTo>
                    <a:pt x="51828" y="278476"/>
                  </a:lnTo>
                  <a:lnTo>
                    <a:pt x="75820" y="260014"/>
                  </a:lnTo>
                  <a:lnTo>
                    <a:pt x="107573" y="243963"/>
                  </a:lnTo>
                  <a:lnTo>
                    <a:pt x="150955" y="237583"/>
                  </a:lnTo>
                  <a:lnTo>
                    <a:pt x="198949" y="236767"/>
                  </a:lnTo>
                  <a:lnTo>
                    <a:pt x="244537" y="237408"/>
                  </a:lnTo>
                  <a:lnTo>
                    <a:pt x="277384" y="236733"/>
                  </a:lnTo>
                  <a:lnTo>
                    <a:pt x="311359" y="219186"/>
                  </a:lnTo>
                  <a:lnTo>
                    <a:pt x="343724" y="144231"/>
                  </a:lnTo>
                  <a:lnTo>
                    <a:pt x="344539" y="102218"/>
                  </a:lnTo>
                  <a:lnTo>
                    <a:pt x="332878" y="67862"/>
                  </a:lnTo>
                  <a:lnTo>
                    <a:pt x="311006" y="40851"/>
                  </a:lnTo>
                  <a:lnTo>
                    <a:pt x="281188" y="20872"/>
                  </a:lnTo>
                  <a:lnTo>
                    <a:pt x="245690" y="7613"/>
                  </a:lnTo>
                  <a:lnTo>
                    <a:pt x="206778" y="759"/>
                  </a:lnTo>
                  <a:lnTo>
                    <a:pt x="166717" y="0"/>
                  </a:lnTo>
                  <a:close/>
                </a:path>
              </a:pathLst>
            </a:custGeom>
            <a:solidFill>
              <a:srgbClr val="D2997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76" name="object 1076" descr=""/>
            <p:cNvPicPr/>
            <p:nvPr/>
          </p:nvPicPr>
          <p:blipFill>
            <a:blip r:embed="rId206" cstate="print"/>
            <a:stretch>
              <a:fillRect/>
            </a:stretch>
          </p:blipFill>
          <p:spPr>
            <a:xfrm>
              <a:off x="1031851" y="9314850"/>
              <a:ext cx="150518" cy="159845"/>
            </a:xfrm>
            <a:prstGeom prst="rect">
              <a:avLst/>
            </a:prstGeom>
          </p:spPr>
        </p:pic>
        <p:sp>
          <p:nvSpPr>
            <p:cNvPr id="1077" name="object 1077" descr=""/>
            <p:cNvSpPr/>
            <p:nvPr/>
          </p:nvSpPr>
          <p:spPr>
            <a:xfrm>
              <a:off x="925842" y="9130518"/>
              <a:ext cx="342900" cy="118745"/>
            </a:xfrm>
            <a:custGeom>
              <a:avLst/>
              <a:gdLst/>
              <a:ahLst/>
              <a:cxnLst/>
              <a:rect l="l" t="t" r="r" b="b"/>
              <a:pathLst>
                <a:path w="342900" h="118745">
                  <a:moveTo>
                    <a:pt x="57480" y="118554"/>
                  </a:moveTo>
                  <a:lnTo>
                    <a:pt x="50228" y="89585"/>
                  </a:lnTo>
                  <a:lnTo>
                    <a:pt x="46799" y="68961"/>
                  </a:lnTo>
                  <a:lnTo>
                    <a:pt x="46304" y="46774"/>
                  </a:lnTo>
                  <a:lnTo>
                    <a:pt x="47828" y="13169"/>
                  </a:lnTo>
                  <a:lnTo>
                    <a:pt x="27152" y="4051"/>
                  </a:lnTo>
                  <a:lnTo>
                    <a:pt x="15697" y="0"/>
                  </a:lnTo>
                  <a:lnTo>
                    <a:pt x="9359" y="114"/>
                  </a:lnTo>
                  <a:lnTo>
                    <a:pt x="4013" y="3492"/>
                  </a:lnTo>
                  <a:lnTo>
                    <a:pt x="76" y="19913"/>
                  </a:lnTo>
                  <a:lnTo>
                    <a:pt x="0" y="50761"/>
                  </a:lnTo>
                  <a:lnTo>
                    <a:pt x="2832" y="82600"/>
                  </a:lnTo>
                  <a:lnTo>
                    <a:pt x="7594" y="102006"/>
                  </a:lnTo>
                  <a:lnTo>
                    <a:pt x="18427" y="109486"/>
                  </a:lnTo>
                  <a:lnTo>
                    <a:pt x="35229" y="114630"/>
                  </a:lnTo>
                  <a:lnTo>
                    <a:pt x="50698" y="117602"/>
                  </a:lnTo>
                  <a:lnTo>
                    <a:pt x="57480" y="118554"/>
                  </a:lnTo>
                  <a:close/>
                </a:path>
                <a:path w="342900" h="118745">
                  <a:moveTo>
                    <a:pt x="342773" y="50761"/>
                  </a:moveTo>
                  <a:lnTo>
                    <a:pt x="342709" y="19913"/>
                  </a:lnTo>
                  <a:lnTo>
                    <a:pt x="338759" y="3492"/>
                  </a:lnTo>
                  <a:lnTo>
                    <a:pt x="333413" y="114"/>
                  </a:lnTo>
                  <a:lnTo>
                    <a:pt x="327075" y="0"/>
                  </a:lnTo>
                  <a:lnTo>
                    <a:pt x="315620" y="4051"/>
                  </a:lnTo>
                  <a:lnTo>
                    <a:pt x="294957" y="13169"/>
                  </a:lnTo>
                  <a:lnTo>
                    <a:pt x="296468" y="46774"/>
                  </a:lnTo>
                  <a:lnTo>
                    <a:pt x="295973" y="68961"/>
                  </a:lnTo>
                  <a:lnTo>
                    <a:pt x="292557" y="89585"/>
                  </a:lnTo>
                  <a:lnTo>
                    <a:pt x="285292" y="118554"/>
                  </a:lnTo>
                  <a:lnTo>
                    <a:pt x="292087" y="117602"/>
                  </a:lnTo>
                  <a:lnTo>
                    <a:pt x="307543" y="114630"/>
                  </a:lnTo>
                  <a:lnTo>
                    <a:pt x="324358" y="109486"/>
                  </a:lnTo>
                  <a:lnTo>
                    <a:pt x="335178" y="102006"/>
                  </a:lnTo>
                  <a:lnTo>
                    <a:pt x="339940" y="82600"/>
                  </a:lnTo>
                  <a:lnTo>
                    <a:pt x="342773" y="50761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8" name="object 1078" descr=""/>
            <p:cNvSpPr/>
            <p:nvPr/>
          </p:nvSpPr>
          <p:spPr>
            <a:xfrm>
              <a:off x="952662" y="8965925"/>
              <a:ext cx="288290" cy="408940"/>
            </a:xfrm>
            <a:custGeom>
              <a:avLst/>
              <a:gdLst/>
              <a:ahLst/>
              <a:cxnLst/>
              <a:rect l="l" t="t" r="r" b="b"/>
              <a:pathLst>
                <a:path w="288290" h="408940">
                  <a:moveTo>
                    <a:pt x="121183" y="0"/>
                  </a:moveTo>
                  <a:lnTo>
                    <a:pt x="70988" y="5399"/>
                  </a:lnTo>
                  <a:lnTo>
                    <a:pt x="17487" y="26276"/>
                  </a:lnTo>
                  <a:lnTo>
                    <a:pt x="3413" y="110187"/>
                  </a:lnTo>
                  <a:lnTo>
                    <a:pt x="756" y="165736"/>
                  </a:lnTo>
                  <a:lnTo>
                    <a:pt x="0" y="198609"/>
                  </a:lnTo>
                  <a:lnTo>
                    <a:pt x="3002" y="222296"/>
                  </a:lnTo>
                  <a:lnTo>
                    <a:pt x="17884" y="293869"/>
                  </a:lnTo>
                  <a:lnTo>
                    <a:pt x="43954" y="334545"/>
                  </a:lnTo>
                  <a:lnTo>
                    <a:pt x="75998" y="364721"/>
                  </a:lnTo>
                  <a:lnTo>
                    <a:pt x="107472" y="393069"/>
                  </a:lnTo>
                  <a:lnTo>
                    <a:pt x="146922" y="408366"/>
                  </a:lnTo>
                  <a:lnTo>
                    <a:pt x="161667" y="407583"/>
                  </a:lnTo>
                  <a:lnTo>
                    <a:pt x="220622" y="360992"/>
                  </a:lnTo>
                  <a:lnTo>
                    <a:pt x="252743" y="328500"/>
                  </a:lnTo>
                  <a:lnTo>
                    <a:pt x="274187" y="284906"/>
                  </a:lnTo>
                  <a:lnTo>
                    <a:pt x="285741" y="206387"/>
                  </a:lnTo>
                  <a:lnTo>
                    <a:pt x="287876" y="174568"/>
                  </a:lnTo>
                  <a:lnTo>
                    <a:pt x="286123" y="134670"/>
                  </a:lnTo>
                  <a:lnTo>
                    <a:pt x="282941" y="84526"/>
                  </a:lnTo>
                  <a:lnTo>
                    <a:pt x="278525" y="23431"/>
                  </a:lnTo>
                  <a:lnTo>
                    <a:pt x="189691" y="4400"/>
                  </a:lnTo>
                  <a:lnTo>
                    <a:pt x="121183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9" name="object 1079" descr=""/>
            <p:cNvSpPr/>
            <p:nvPr/>
          </p:nvSpPr>
          <p:spPr>
            <a:xfrm>
              <a:off x="819581" y="8886869"/>
              <a:ext cx="511809" cy="913765"/>
            </a:xfrm>
            <a:custGeom>
              <a:avLst/>
              <a:gdLst/>
              <a:ahLst/>
              <a:cxnLst/>
              <a:rect l="l" t="t" r="r" b="b"/>
              <a:pathLst>
                <a:path w="511809" h="913765">
                  <a:moveTo>
                    <a:pt x="511416" y="330695"/>
                  </a:moveTo>
                  <a:lnTo>
                    <a:pt x="508355" y="286118"/>
                  </a:lnTo>
                  <a:lnTo>
                    <a:pt x="500735" y="245681"/>
                  </a:lnTo>
                  <a:lnTo>
                    <a:pt x="488403" y="200952"/>
                  </a:lnTo>
                  <a:lnTo>
                    <a:pt x="470789" y="147548"/>
                  </a:lnTo>
                  <a:lnTo>
                    <a:pt x="448195" y="96393"/>
                  </a:lnTo>
                  <a:lnTo>
                    <a:pt x="420954" y="58381"/>
                  </a:lnTo>
                  <a:lnTo>
                    <a:pt x="373176" y="22415"/>
                  </a:lnTo>
                  <a:lnTo>
                    <a:pt x="327202" y="3314"/>
                  </a:lnTo>
                  <a:lnTo>
                    <a:pt x="286905" y="0"/>
                  </a:lnTo>
                  <a:lnTo>
                    <a:pt x="268757" y="6692"/>
                  </a:lnTo>
                  <a:lnTo>
                    <a:pt x="265049" y="4470"/>
                  </a:lnTo>
                  <a:lnTo>
                    <a:pt x="183032" y="20154"/>
                  </a:lnTo>
                  <a:lnTo>
                    <a:pt x="135178" y="49339"/>
                  </a:lnTo>
                  <a:lnTo>
                    <a:pt x="98640" y="85471"/>
                  </a:lnTo>
                  <a:lnTo>
                    <a:pt x="71894" y="126796"/>
                  </a:lnTo>
                  <a:lnTo>
                    <a:pt x="53416" y="171589"/>
                  </a:lnTo>
                  <a:lnTo>
                    <a:pt x="41719" y="218097"/>
                  </a:lnTo>
                  <a:lnTo>
                    <a:pt x="35255" y="264604"/>
                  </a:lnTo>
                  <a:lnTo>
                    <a:pt x="32537" y="309346"/>
                  </a:lnTo>
                  <a:lnTo>
                    <a:pt x="32029" y="350596"/>
                  </a:lnTo>
                  <a:lnTo>
                    <a:pt x="32219" y="386613"/>
                  </a:lnTo>
                  <a:lnTo>
                    <a:pt x="31597" y="415671"/>
                  </a:lnTo>
                  <a:lnTo>
                    <a:pt x="28638" y="436016"/>
                  </a:lnTo>
                  <a:lnTo>
                    <a:pt x="16814" y="470941"/>
                  </a:lnTo>
                  <a:lnTo>
                    <a:pt x="7442" y="497103"/>
                  </a:lnTo>
                  <a:lnTo>
                    <a:pt x="1498" y="523798"/>
                  </a:lnTo>
                  <a:lnTo>
                    <a:pt x="0" y="560298"/>
                  </a:lnTo>
                  <a:lnTo>
                    <a:pt x="4673" y="596747"/>
                  </a:lnTo>
                  <a:lnTo>
                    <a:pt x="12230" y="622655"/>
                  </a:lnTo>
                  <a:lnTo>
                    <a:pt x="16167" y="646353"/>
                  </a:lnTo>
                  <a:lnTo>
                    <a:pt x="9994" y="676160"/>
                  </a:lnTo>
                  <a:lnTo>
                    <a:pt x="482" y="723404"/>
                  </a:lnTo>
                  <a:lnTo>
                    <a:pt x="10287" y="752551"/>
                  </a:lnTo>
                  <a:lnTo>
                    <a:pt x="31140" y="769353"/>
                  </a:lnTo>
                  <a:lnTo>
                    <a:pt x="54838" y="779576"/>
                  </a:lnTo>
                  <a:lnTo>
                    <a:pt x="73139" y="788974"/>
                  </a:lnTo>
                  <a:lnTo>
                    <a:pt x="77812" y="803313"/>
                  </a:lnTo>
                  <a:lnTo>
                    <a:pt x="65443" y="859866"/>
                  </a:lnTo>
                  <a:lnTo>
                    <a:pt x="74180" y="890206"/>
                  </a:lnTo>
                  <a:lnTo>
                    <a:pt x="115608" y="904646"/>
                  </a:lnTo>
                  <a:lnTo>
                    <a:pt x="201307" y="913523"/>
                  </a:lnTo>
                  <a:lnTo>
                    <a:pt x="198031" y="909637"/>
                  </a:lnTo>
                  <a:lnTo>
                    <a:pt x="195630" y="895032"/>
                  </a:lnTo>
                  <a:lnTo>
                    <a:pt x="205320" y="865301"/>
                  </a:lnTo>
                  <a:lnTo>
                    <a:pt x="238264" y="816025"/>
                  </a:lnTo>
                  <a:lnTo>
                    <a:pt x="255612" y="783018"/>
                  </a:lnTo>
                  <a:lnTo>
                    <a:pt x="249682" y="763054"/>
                  </a:lnTo>
                  <a:lnTo>
                    <a:pt x="234937" y="747598"/>
                  </a:lnTo>
                  <a:lnTo>
                    <a:pt x="225844" y="728078"/>
                  </a:lnTo>
                  <a:lnTo>
                    <a:pt x="236893" y="695934"/>
                  </a:lnTo>
                  <a:lnTo>
                    <a:pt x="249694" y="671207"/>
                  </a:lnTo>
                  <a:lnTo>
                    <a:pt x="252272" y="650163"/>
                  </a:lnTo>
                  <a:lnTo>
                    <a:pt x="245757" y="625017"/>
                  </a:lnTo>
                  <a:lnTo>
                    <a:pt x="231343" y="587997"/>
                  </a:lnTo>
                  <a:lnTo>
                    <a:pt x="218795" y="567461"/>
                  </a:lnTo>
                  <a:lnTo>
                    <a:pt x="207187" y="555218"/>
                  </a:lnTo>
                  <a:lnTo>
                    <a:pt x="201637" y="539356"/>
                  </a:lnTo>
                  <a:lnTo>
                    <a:pt x="207327" y="508000"/>
                  </a:lnTo>
                  <a:lnTo>
                    <a:pt x="210172" y="481876"/>
                  </a:lnTo>
                  <a:lnTo>
                    <a:pt x="206032" y="451713"/>
                  </a:lnTo>
                  <a:lnTo>
                    <a:pt x="198221" y="415925"/>
                  </a:lnTo>
                  <a:lnTo>
                    <a:pt x="190055" y="372897"/>
                  </a:lnTo>
                  <a:lnTo>
                    <a:pt x="184886" y="321068"/>
                  </a:lnTo>
                  <a:lnTo>
                    <a:pt x="186004" y="258826"/>
                  </a:lnTo>
                  <a:lnTo>
                    <a:pt x="196748" y="184607"/>
                  </a:lnTo>
                  <a:lnTo>
                    <a:pt x="217881" y="135331"/>
                  </a:lnTo>
                  <a:lnTo>
                    <a:pt x="251371" y="110782"/>
                  </a:lnTo>
                  <a:lnTo>
                    <a:pt x="292684" y="100063"/>
                  </a:lnTo>
                  <a:lnTo>
                    <a:pt x="335254" y="92659"/>
                  </a:lnTo>
                  <a:lnTo>
                    <a:pt x="353072" y="104013"/>
                  </a:lnTo>
                  <a:lnTo>
                    <a:pt x="370090" y="122262"/>
                  </a:lnTo>
                  <a:lnTo>
                    <a:pt x="376809" y="148056"/>
                  </a:lnTo>
                  <a:lnTo>
                    <a:pt x="378726" y="191528"/>
                  </a:lnTo>
                  <a:lnTo>
                    <a:pt x="383286" y="245376"/>
                  </a:lnTo>
                  <a:lnTo>
                    <a:pt x="392887" y="295363"/>
                  </a:lnTo>
                  <a:lnTo>
                    <a:pt x="405485" y="341350"/>
                  </a:lnTo>
                  <a:lnTo>
                    <a:pt x="418985" y="383120"/>
                  </a:lnTo>
                  <a:lnTo>
                    <a:pt x="426415" y="422109"/>
                  </a:lnTo>
                  <a:lnTo>
                    <a:pt x="425500" y="456374"/>
                  </a:lnTo>
                  <a:lnTo>
                    <a:pt x="421259" y="480720"/>
                  </a:lnTo>
                  <a:lnTo>
                    <a:pt x="418731" y="489991"/>
                  </a:lnTo>
                  <a:lnTo>
                    <a:pt x="456057" y="471500"/>
                  </a:lnTo>
                  <a:lnTo>
                    <a:pt x="476948" y="457352"/>
                  </a:lnTo>
                  <a:lnTo>
                    <a:pt x="488988" y="440359"/>
                  </a:lnTo>
                  <a:lnTo>
                    <a:pt x="499795" y="413359"/>
                  </a:lnTo>
                  <a:lnTo>
                    <a:pt x="508889" y="374688"/>
                  </a:lnTo>
                  <a:lnTo>
                    <a:pt x="511416" y="330695"/>
                  </a:lnTo>
                  <a:close/>
                </a:path>
              </a:pathLst>
            </a:custGeom>
            <a:solidFill>
              <a:srgbClr val="DDA37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80" name="object 1080" descr=""/>
          <p:cNvPicPr/>
          <p:nvPr/>
        </p:nvPicPr>
        <p:blipFill>
          <a:blip r:embed="rId218" cstate="print"/>
          <a:stretch>
            <a:fillRect/>
          </a:stretch>
        </p:blipFill>
        <p:spPr>
          <a:xfrm>
            <a:off x="5432607" y="8354356"/>
            <a:ext cx="232726" cy="155622"/>
          </a:xfrm>
          <a:prstGeom prst="rect">
            <a:avLst/>
          </a:prstGeom>
        </p:spPr>
      </p:pic>
      <p:grpSp>
        <p:nvGrpSpPr>
          <p:cNvPr id="1081" name="object 1081" descr=""/>
          <p:cNvGrpSpPr/>
          <p:nvPr/>
        </p:nvGrpSpPr>
        <p:grpSpPr>
          <a:xfrm>
            <a:off x="6191798" y="8067571"/>
            <a:ext cx="377825" cy="464184"/>
            <a:chOff x="6191798" y="8067571"/>
            <a:chExt cx="377825" cy="464184"/>
          </a:xfrm>
        </p:grpSpPr>
        <p:pic>
          <p:nvPicPr>
            <p:cNvPr id="1082" name="object 1082" descr=""/>
            <p:cNvPicPr/>
            <p:nvPr/>
          </p:nvPicPr>
          <p:blipFill>
            <a:blip r:embed="rId219" cstate="print"/>
            <a:stretch>
              <a:fillRect/>
            </a:stretch>
          </p:blipFill>
          <p:spPr>
            <a:xfrm>
              <a:off x="6274684" y="8348334"/>
              <a:ext cx="134951" cy="183098"/>
            </a:xfrm>
            <a:prstGeom prst="rect">
              <a:avLst/>
            </a:prstGeom>
          </p:spPr>
        </p:pic>
        <p:sp>
          <p:nvSpPr>
            <p:cNvPr id="1083" name="object 1083" descr=""/>
            <p:cNvSpPr/>
            <p:nvPr/>
          </p:nvSpPr>
          <p:spPr>
            <a:xfrm>
              <a:off x="6209755" y="8175129"/>
              <a:ext cx="193675" cy="294005"/>
            </a:xfrm>
            <a:custGeom>
              <a:avLst/>
              <a:gdLst/>
              <a:ahLst/>
              <a:cxnLst/>
              <a:rect l="l" t="t" r="r" b="b"/>
              <a:pathLst>
                <a:path w="193675" h="294004">
                  <a:moveTo>
                    <a:pt x="30323" y="0"/>
                  </a:moveTo>
                  <a:lnTo>
                    <a:pt x="26213" y="12314"/>
                  </a:lnTo>
                  <a:lnTo>
                    <a:pt x="20092" y="40874"/>
                  </a:lnTo>
                  <a:lnTo>
                    <a:pt x="14534" y="79818"/>
                  </a:lnTo>
                  <a:lnTo>
                    <a:pt x="12114" y="123284"/>
                  </a:lnTo>
                  <a:lnTo>
                    <a:pt x="10043" y="139401"/>
                  </a:lnTo>
                  <a:lnTo>
                    <a:pt x="1358" y="182994"/>
                  </a:lnTo>
                  <a:lnTo>
                    <a:pt x="0" y="195700"/>
                  </a:lnTo>
                  <a:lnTo>
                    <a:pt x="2293" y="208087"/>
                  </a:lnTo>
                  <a:lnTo>
                    <a:pt x="8429" y="235511"/>
                  </a:lnTo>
                  <a:lnTo>
                    <a:pt x="10317" y="264795"/>
                  </a:lnTo>
                  <a:lnTo>
                    <a:pt x="11639" y="280130"/>
                  </a:lnTo>
                  <a:lnTo>
                    <a:pt x="13018" y="286532"/>
                  </a:lnTo>
                  <a:lnTo>
                    <a:pt x="15078" y="289017"/>
                  </a:lnTo>
                  <a:lnTo>
                    <a:pt x="37265" y="293467"/>
                  </a:lnTo>
                  <a:lnTo>
                    <a:pt x="70796" y="289781"/>
                  </a:lnTo>
                  <a:lnTo>
                    <a:pt x="118928" y="278577"/>
                  </a:lnTo>
                  <a:lnTo>
                    <a:pt x="158512" y="253030"/>
                  </a:lnTo>
                  <a:lnTo>
                    <a:pt x="184052" y="192802"/>
                  </a:lnTo>
                  <a:lnTo>
                    <a:pt x="187072" y="173209"/>
                  </a:lnTo>
                  <a:lnTo>
                    <a:pt x="189722" y="164192"/>
                  </a:lnTo>
                  <a:lnTo>
                    <a:pt x="192551" y="149740"/>
                  </a:lnTo>
                  <a:lnTo>
                    <a:pt x="193201" y="132447"/>
                  </a:lnTo>
                  <a:lnTo>
                    <a:pt x="189313" y="114907"/>
                  </a:lnTo>
                  <a:lnTo>
                    <a:pt x="181082" y="100853"/>
                  </a:lnTo>
                  <a:lnTo>
                    <a:pt x="171999" y="91782"/>
                  </a:lnTo>
                  <a:lnTo>
                    <a:pt x="164652" y="86912"/>
                  </a:lnTo>
                  <a:lnTo>
                    <a:pt x="161628" y="85463"/>
                  </a:lnTo>
                  <a:lnTo>
                    <a:pt x="124555" y="66075"/>
                  </a:lnTo>
                  <a:lnTo>
                    <a:pt x="82005" y="36621"/>
                  </a:lnTo>
                  <a:lnTo>
                    <a:pt x="46440" y="10223"/>
                  </a:lnTo>
                  <a:lnTo>
                    <a:pt x="30323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4" name="object 1084" descr=""/>
            <p:cNvSpPr/>
            <p:nvPr/>
          </p:nvSpPr>
          <p:spPr>
            <a:xfrm>
              <a:off x="6232690" y="8067571"/>
              <a:ext cx="337185" cy="415925"/>
            </a:xfrm>
            <a:custGeom>
              <a:avLst/>
              <a:gdLst/>
              <a:ahLst/>
              <a:cxnLst/>
              <a:rect l="l" t="t" r="r" b="b"/>
              <a:pathLst>
                <a:path w="337184" h="415925">
                  <a:moveTo>
                    <a:pt x="124502" y="0"/>
                  </a:moveTo>
                  <a:lnTo>
                    <a:pt x="52934" y="27724"/>
                  </a:lnTo>
                  <a:lnTo>
                    <a:pt x="16393" y="49757"/>
                  </a:lnTo>
                  <a:lnTo>
                    <a:pt x="0" y="128585"/>
                  </a:lnTo>
                  <a:lnTo>
                    <a:pt x="8842" y="170909"/>
                  </a:lnTo>
                  <a:lnTo>
                    <a:pt x="45281" y="218453"/>
                  </a:lnTo>
                  <a:lnTo>
                    <a:pt x="106005" y="235689"/>
                  </a:lnTo>
                  <a:lnTo>
                    <a:pt x="127005" y="239458"/>
                  </a:lnTo>
                  <a:lnTo>
                    <a:pt x="140651" y="250658"/>
                  </a:lnTo>
                  <a:lnTo>
                    <a:pt x="151695" y="271757"/>
                  </a:lnTo>
                  <a:lnTo>
                    <a:pt x="159511" y="293384"/>
                  </a:lnTo>
                  <a:lnTo>
                    <a:pt x="163475" y="306168"/>
                  </a:lnTo>
                  <a:lnTo>
                    <a:pt x="165056" y="310681"/>
                  </a:lnTo>
                  <a:lnTo>
                    <a:pt x="169642" y="319969"/>
                  </a:lnTo>
                  <a:lnTo>
                    <a:pt x="166270" y="325592"/>
                  </a:lnTo>
                  <a:lnTo>
                    <a:pt x="163642" y="331780"/>
                  </a:lnTo>
                  <a:lnTo>
                    <a:pt x="161894" y="338178"/>
                  </a:lnTo>
                  <a:lnTo>
                    <a:pt x="159600" y="341717"/>
                  </a:lnTo>
                  <a:lnTo>
                    <a:pt x="158826" y="343937"/>
                  </a:lnTo>
                  <a:lnTo>
                    <a:pt x="157315" y="380886"/>
                  </a:lnTo>
                  <a:lnTo>
                    <a:pt x="177422" y="404553"/>
                  </a:lnTo>
                  <a:lnTo>
                    <a:pt x="210447" y="415434"/>
                  </a:lnTo>
                  <a:lnTo>
                    <a:pt x="247692" y="414029"/>
                  </a:lnTo>
                  <a:lnTo>
                    <a:pt x="268330" y="407319"/>
                  </a:lnTo>
                  <a:lnTo>
                    <a:pt x="288260" y="396023"/>
                  </a:lnTo>
                  <a:lnTo>
                    <a:pt x="305974" y="380970"/>
                  </a:lnTo>
                  <a:lnTo>
                    <a:pt x="319962" y="362994"/>
                  </a:lnTo>
                  <a:lnTo>
                    <a:pt x="322632" y="360177"/>
                  </a:lnTo>
                  <a:lnTo>
                    <a:pt x="323847" y="358627"/>
                  </a:lnTo>
                  <a:lnTo>
                    <a:pt x="331086" y="347146"/>
                  </a:lnTo>
                  <a:lnTo>
                    <a:pt x="335558" y="334870"/>
                  </a:lnTo>
                  <a:lnTo>
                    <a:pt x="336866" y="322471"/>
                  </a:lnTo>
                  <a:lnTo>
                    <a:pt x="334611" y="310618"/>
                  </a:lnTo>
                  <a:lnTo>
                    <a:pt x="332700" y="297597"/>
                  </a:lnTo>
                  <a:lnTo>
                    <a:pt x="304758" y="267237"/>
                  </a:lnTo>
                  <a:lnTo>
                    <a:pt x="290382" y="262882"/>
                  </a:lnTo>
                  <a:lnTo>
                    <a:pt x="310589" y="226527"/>
                  </a:lnTo>
                  <a:lnTo>
                    <a:pt x="323397" y="181367"/>
                  </a:lnTo>
                  <a:lnTo>
                    <a:pt x="330118" y="141549"/>
                  </a:lnTo>
                  <a:lnTo>
                    <a:pt x="332066" y="121221"/>
                  </a:lnTo>
                  <a:lnTo>
                    <a:pt x="323552" y="99979"/>
                  </a:lnTo>
                  <a:lnTo>
                    <a:pt x="301840" y="65932"/>
                  </a:lnTo>
                  <a:lnTo>
                    <a:pt x="272750" y="31112"/>
                  </a:lnTo>
                  <a:lnTo>
                    <a:pt x="242101" y="7549"/>
                  </a:lnTo>
                  <a:lnTo>
                    <a:pt x="189395" y="2537"/>
                  </a:lnTo>
                  <a:lnTo>
                    <a:pt x="151694" y="715"/>
                  </a:lnTo>
                  <a:lnTo>
                    <a:pt x="124502" y="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5" name="object 1085" descr=""/>
            <p:cNvSpPr/>
            <p:nvPr/>
          </p:nvSpPr>
          <p:spPr>
            <a:xfrm>
              <a:off x="6191798" y="8325928"/>
              <a:ext cx="50800" cy="45720"/>
            </a:xfrm>
            <a:custGeom>
              <a:avLst/>
              <a:gdLst/>
              <a:ahLst/>
              <a:cxnLst/>
              <a:rect l="l" t="t" r="r" b="b"/>
              <a:pathLst>
                <a:path w="50800" h="45720">
                  <a:moveTo>
                    <a:pt x="26020" y="0"/>
                  </a:moveTo>
                  <a:lnTo>
                    <a:pt x="18639" y="3520"/>
                  </a:lnTo>
                  <a:lnTo>
                    <a:pt x="10116" y="11460"/>
                  </a:lnTo>
                  <a:lnTo>
                    <a:pt x="3039" y="20546"/>
                  </a:lnTo>
                  <a:lnTo>
                    <a:pt x="0" y="27507"/>
                  </a:lnTo>
                  <a:lnTo>
                    <a:pt x="2574" y="33040"/>
                  </a:lnTo>
                  <a:lnTo>
                    <a:pt x="8739" y="38955"/>
                  </a:lnTo>
                  <a:lnTo>
                    <a:pt x="15683" y="43620"/>
                  </a:lnTo>
                  <a:lnTo>
                    <a:pt x="20596" y="45401"/>
                  </a:lnTo>
                  <a:lnTo>
                    <a:pt x="26887" y="43142"/>
                  </a:lnTo>
                  <a:lnTo>
                    <a:pt x="36878" y="38197"/>
                  </a:lnTo>
                  <a:lnTo>
                    <a:pt x="46146" y="32703"/>
                  </a:lnTo>
                  <a:lnTo>
                    <a:pt x="50270" y="28794"/>
                  </a:lnTo>
                  <a:lnTo>
                    <a:pt x="47148" y="22924"/>
                  </a:lnTo>
                  <a:lnTo>
                    <a:pt x="39845" y="13137"/>
                  </a:lnTo>
                  <a:lnTo>
                    <a:pt x="31692" y="3979"/>
                  </a:lnTo>
                  <a:lnTo>
                    <a:pt x="26020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6" name="object 1086" descr=""/>
            <p:cNvSpPr/>
            <p:nvPr/>
          </p:nvSpPr>
          <p:spPr>
            <a:xfrm>
              <a:off x="6364340" y="8275663"/>
              <a:ext cx="52705" cy="92075"/>
            </a:xfrm>
            <a:custGeom>
              <a:avLst/>
              <a:gdLst/>
              <a:ahLst/>
              <a:cxnLst/>
              <a:rect l="l" t="t" r="r" b="b"/>
              <a:pathLst>
                <a:path w="52704" h="92075">
                  <a:moveTo>
                    <a:pt x="33966" y="0"/>
                  </a:moveTo>
                  <a:lnTo>
                    <a:pt x="25187" y="443"/>
                  </a:lnTo>
                  <a:lnTo>
                    <a:pt x="15301" y="4849"/>
                  </a:lnTo>
                  <a:lnTo>
                    <a:pt x="0" y="14335"/>
                  </a:lnTo>
                  <a:lnTo>
                    <a:pt x="1477" y="41206"/>
                  </a:lnTo>
                  <a:lnTo>
                    <a:pt x="2865" y="58256"/>
                  </a:lnTo>
                  <a:lnTo>
                    <a:pt x="4969" y="72769"/>
                  </a:lnTo>
                  <a:lnTo>
                    <a:pt x="8596" y="92029"/>
                  </a:lnTo>
                  <a:lnTo>
                    <a:pt x="14041" y="91265"/>
                  </a:lnTo>
                  <a:lnTo>
                    <a:pt x="51803" y="63157"/>
                  </a:lnTo>
                  <a:lnTo>
                    <a:pt x="52511" y="37784"/>
                  </a:lnTo>
                  <a:lnTo>
                    <a:pt x="50612" y="13806"/>
                  </a:lnTo>
                  <a:lnTo>
                    <a:pt x="45946" y="2399"/>
                  </a:lnTo>
                  <a:lnTo>
                    <a:pt x="33966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7" name="object 1087" descr=""/>
            <p:cNvSpPr/>
            <p:nvPr/>
          </p:nvSpPr>
          <p:spPr>
            <a:xfrm>
              <a:off x="6377771" y="8344340"/>
              <a:ext cx="18415" cy="28575"/>
            </a:xfrm>
            <a:custGeom>
              <a:avLst/>
              <a:gdLst/>
              <a:ahLst/>
              <a:cxnLst/>
              <a:rect l="l" t="t" r="r" b="b"/>
              <a:pathLst>
                <a:path w="18414" h="28575">
                  <a:moveTo>
                    <a:pt x="14282" y="0"/>
                  </a:moveTo>
                  <a:lnTo>
                    <a:pt x="4125" y="0"/>
                  </a:lnTo>
                  <a:lnTo>
                    <a:pt x="0" y="6345"/>
                  </a:lnTo>
                  <a:lnTo>
                    <a:pt x="0" y="22009"/>
                  </a:lnTo>
                  <a:lnTo>
                    <a:pt x="4125" y="28355"/>
                  </a:lnTo>
                  <a:lnTo>
                    <a:pt x="14282" y="28355"/>
                  </a:lnTo>
                  <a:lnTo>
                    <a:pt x="18397" y="22009"/>
                  </a:lnTo>
                  <a:lnTo>
                    <a:pt x="18397" y="14177"/>
                  </a:lnTo>
                  <a:lnTo>
                    <a:pt x="18397" y="6345"/>
                  </a:lnTo>
                  <a:lnTo>
                    <a:pt x="14282" y="0"/>
                  </a:lnTo>
                  <a:close/>
                </a:path>
              </a:pathLst>
            </a:custGeom>
            <a:solidFill>
              <a:srgbClr val="E8DF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88" name="object 1088" descr=""/>
          <p:cNvSpPr/>
          <p:nvPr/>
        </p:nvSpPr>
        <p:spPr>
          <a:xfrm>
            <a:off x="5288617" y="8579509"/>
            <a:ext cx="127635" cy="401320"/>
          </a:xfrm>
          <a:custGeom>
            <a:avLst/>
            <a:gdLst/>
            <a:ahLst/>
            <a:cxnLst/>
            <a:rect l="l" t="t" r="r" b="b"/>
            <a:pathLst>
              <a:path w="127635" h="401320">
                <a:moveTo>
                  <a:pt x="74883" y="0"/>
                </a:moveTo>
                <a:lnTo>
                  <a:pt x="46490" y="2419"/>
                </a:lnTo>
                <a:lnTo>
                  <a:pt x="6879" y="309059"/>
                </a:lnTo>
                <a:lnTo>
                  <a:pt x="1527" y="351606"/>
                </a:lnTo>
                <a:lnTo>
                  <a:pt x="0" y="365717"/>
                </a:lnTo>
                <a:lnTo>
                  <a:pt x="6514" y="379833"/>
                </a:lnTo>
                <a:lnTo>
                  <a:pt x="25041" y="394269"/>
                </a:lnTo>
                <a:lnTo>
                  <a:pt x="50870" y="400922"/>
                </a:lnTo>
                <a:lnTo>
                  <a:pt x="79296" y="391684"/>
                </a:lnTo>
                <a:lnTo>
                  <a:pt x="100539" y="304812"/>
                </a:lnTo>
                <a:lnTo>
                  <a:pt x="113104" y="233022"/>
                </a:lnTo>
                <a:lnTo>
                  <a:pt x="122971" y="169067"/>
                </a:lnTo>
                <a:lnTo>
                  <a:pt x="127147" y="133001"/>
                </a:lnTo>
                <a:lnTo>
                  <a:pt x="123960" y="106159"/>
                </a:lnTo>
                <a:lnTo>
                  <a:pt x="113959" y="65775"/>
                </a:lnTo>
                <a:lnTo>
                  <a:pt x="97487" y="25753"/>
                </a:lnTo>
                <a:lnTo>
                  <a:pt x="74883" y="0"/>
                </a:lnTo>
                <a:close/>
              </a:path>
            </a:pathLst>
          </a:custGeom>
          <a:solidFill>
            <a:srgbClr val="7D4E2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9" name="object 1089" descr=""/>
          <p:cNvSpPr/>
          <p:nvPr/>
        </p:nvSpPr>
        <p:spPr>
          <a:xfrm>
            <a:off x="5683555" y="8572112"/>
            <a:ext cx="172085" cy="727075"/>
          </a:xfrm>
          <a:custGeom>
            <a:avLst/>
            <a:gdLst/>
            <a:ahLst/>
            <a:cxnLst/>
            <a:rect l="l" t="t" r="r" b="b"/>
            <a:pathLst>
              <a:path w="172085" h="727075">
                <a:moveTo>
                  <a:pt x="171742" y="690486"/>
                </a:moveTo>
                <a:lnTo>
                  <a:pt x="162077" y="615619"/>
                </a:lnTo>
                <a:lnTo>
                  <a:pt x="154647" y="560146"/>
                </a:lnTo>
                <a:lnTo>
                  <a:pt x="137934" y="457111"/>
                </a:lnTo>
                <a:lnTo>
                  <a:pt x="128511" y="408774"/>
                </a:lnTo>
                <a:lnTo>
                  <a:pt x="117551" y="366636"/>
                </a:lnTo>
                <a:lnTo>
                  <a:pt x="116725" y="365683"/>
                </a:lnTo>
                <a:lnTo>
                  <a:pt x="116179" y="359892"/>
                </a:lnTo>
                <a:lnTo>
                  <a:pt x="109689" y="316458"/>
                </a:lnTo>
                <a:lnTo>
                  <a:pt x="92646" y="209080"/>
                </a:lnTo>
                <a:lnTo>
                  <a:pt x="59626" y="2921"/>
                </a:lnTo>
                <a:lnTo>
                  <a:pt x="34086" y="0"/>
                </a:lnTo>
                <a:lnTo>
                  <a:pt x="16979" y="26377"/>
                </a:lnTo>
                <a:lnTo>
                  <a:pt x="6667" y="67564"/>
                </a:lnTo>
                <a:lnTo>
                  <a:pt x="1549" y="109080"/>
                </a:lnTo>
                <a:lnTo>
                  <a:pt x="0" y="136436"/>
                </a:lnTo>
                <a:lnTo>
                  <a:pt x="2692" y="172643"/>
                </a:lnTo>
                <a:lnTo>
                  <a:pt x="9944" y="236943"/>
                </a:lnTo>
                <a:lnTo>
                  <a:pt x="19558" y="309194"/>
                </a:lnTo>
                <a:lnTo>
                  <a:pt x="29375" y="369214"/>
                </a:lnTo>
                <a:lnTo>
                  <a:pt x="35458" y="390652"/>
                </a:lnTo>
                <a:lnTo>
                  <a:pt x="34798" y="393979"/>
                </a:lnTo>
                <a:lnTo>
                  <a:pt x="43040" y="421220"/>
                </a:lnTo>
                <a:lnTo>
                  <a:pt x="92341" y="592912"/>
                </a:lnTo>
                <a:lnTo>
                  <a:pt x="109080" y="649884"/>
                </a:lnTo>
                <a:lnTo>
                  <a:pt x="122047" y="691578"/>
                </a:lnTo>
                <a:lnTo>
                  <a:pt x="128866" y="708939"/>
                </a:lnTo>
                <a:lnTo>
                  <a:pt x="150190" y="723684"/>
                </a:lnTo>
                <a:lnTo>
                  <a:pt x="161759" y="726668"/>
                </a:lnTo>
                <a:lnTo>
                  <a:pt x="167614" y="716178"/>
                </a:lnTo>
                <a:lnTo>
                  <a:pt x="171742" y="690486"/>
                </a:lnTo>
                <a:close/>
              </a:path>
            </a:pathLst>
          </a:custGeom>
          <a:solidFill>
            <a:srgbClr val="7D4E2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90" name="object 1090" descr=""/>
          <p:cNvGrpSpPr/>
          <p:nvPr/>
        </p:nvGrpSpPr>
        <p:grpSpPr>
          <a:xfrm>
            <a:off x="5233806" y="8494879"/>
            <a:ext cx="523240" cy="859790"/>
            <a:chOff x="5233806" y="8494879"/>
            <a:chExt cx="523240" cy="859790"/>
          </a:xfrm>
        </p:grpSpPr>
        <p:sp>
          <p:nvSpPr>
            <p:cNvPr id="1091" name="object 1091" descr=""/>
            <p:cNvSpPr/>
            <p:nvPr/>
          </p:nvSpPr>
          <p:spPr>
            <a:xfrm>
              <a:off x="5233797" y="8494884"/>
              <a:ext cx="523240" cy="859790"/>
            </a:xfrm>
            <a:custGeom>
              <a:avLst/>
              <a:gdLst/>
              <a:ahLst/>
              <a:cxnLst/>
              <a:rect l="l" t="t" r="r" b="b"/>
              <a:pathLst>
                <a:path w="523239" h="859790">
                  <a:moveTo>
                    <a:pt x="136944" y="471208"/>
                  </a:moveTo>
                  <a:lnTo>
                    <a:pt x="131533" y="444385"/>
                  </a:lnTo>
                  <a:lnTo>
                    <a:pt x="107543" y="421335"/>
                  </a:lnTo>
                  <a:lnTo>
                    <a:pt x="77546" y="416394"/>
                  </a:lnTo>
                  <a:lnTo>
                    <a:pt x="54190" y="443865"/>
                  </a:lnTo>
                  <a:lnTo>
                    <a:pt x="43230" y="486003"/>
                  </a:lnTo>
                  <a:lnTo>
                    <a:pt x="33807" y="534339"/>
                  </a:lnTo>
                  <a:lnTo>
                    <a:pt x="22123" y="603783"/>
                  </a:lnTo>
                  <a:lnTo>
                    <a:pt x="9664" y="692848"/>
                  </a:lnTo>
                  <a:lnTo>
                    <a:pt x="0" y="767715"/>
                  </a:lnTo>
                  <a:lnTo>
                    <a:pt x="4127" y="793407"/>
                  </a:lnTo>
                  <a:lnTo>
                    <a:pt x="9969" y="803897"/>
                  </a:lnTo>
                  <a:lnTo>
                    <a:pt x="21539" y="800912"/>
                  </a:lnTo>
                  <a:lnTo>
                    <a:pt x="49695" y="768807"/>
                  </a:lnTo>
                  <a:lnTo>
                    <a:pt x="62649" y="727113"/>
                  </a:lnTo>
                  <a:lnTo>
                    <a:pt x="79387" y="670140"/>
                  </a:lnTo>
                  <a:lnTo>
                    <a:pt x="128689" y="498449"/>
                  </a:lnTo>
                  <a:lnTo>
                    <a:pt x="136944" y="471208"/>
                  </a:lnTo>
                  <a:close/>
                </a:path>
                <a:path w="523239" h="859790">
                  <a:moveTo>
                    <a:pt x="522897" y="782561"/>
                  </a:moveTo>
                  <a:lnTo>
                    <a:pt x="521017" y="735291"/>
                  </a:lnTo>
                  <a:lnTo>
                    <a:pt x="508520" y="671652"/>
                  </a:lnTo>
                  <a:lnTo>
                    <a:pt x="493153" y="619213"/>
                  </a:lnTo>
                  <a:lnTo>
                    <a:pt x="469671" y="545249"/>
                  </a:lnTo>
                  <a:lnTo>
                    <a:pt x="438759" y="450697"/>
                  </a:lnTo>
                  <a:lnTo>
                    <a:pt x="509384" y="80149"/>
                  </a:lnTo>
                  <a:lnTo>
                    <a:pt x="437921" y="37350"/>
                  </a:lnTo>
                  <a:lnTo>
                    <a:pt x="400672" y="14732"/>
                  </a:lnTo>
                  <a:lnTo>
                    <a:pt x="385559" y="4787"/>
                  </a:lnTo>
                  <a:lnTo>
                    <a:pt x="380504" y="0"/>
                  </a:lnTo>
                  <a:lnTo>
                    <a:pt x="345160" y="21259"/>
                  </a:lnTo>
                  <a:lnTo>
                    <a:pt x="319582" y="28397"/>
                  </a:lnTo>
                  <a:lnTo>
                    <a:pt x="291325" y="21450"/>
                  </a:lnTo>
                  <a:lnTo>
                    <a:pt x="247954" y="457"/>
                  </a:lnTo>
                  <a:lnTo>
                    <a:pt x="101307" y="87058"/>
                  </a:lnTo>
                  <a:lnTo>
                    <a:pt x="170980" y="399249"/>
                  </a:lnTo>
                  <a:lnTo>
                    <a:pt x="180619" y="444233"/>
                  </a:lnTo>
                  <a:lnTo>
                    <a:pt x="183781" y="462013"/>
                  </a:lnTo>
                  <a:lnTo>
                    <a:pt x="144322" y="567410"/>
                  </a:lnTo>
                  <a:lnTo>
                    <a:pt x="123405" y="625614"/>
                  </a:lnTo>
                  <a:lnTo>
                    <a:pt x="114084" y="657402"/>
                  </a:lnTo>
                  <a:lnTo>
                    <a:pt x="109372" y="683539"/>
                  </a:lnTo>
                  <a:lnTo>
                    <a:pt x="102908" y="743204"/>
                  </a:lnTo>
                  <a:lnTo>
                    <a:pt x="104546" y="787869"/>
                  </a:lnTo>
                  <a:lnTo>
                    <a:pt x="130898" y="840613"/>
                  </a:lnTo>
                  <a:lnTo>
                    <a:pt x="186042" y="858532"/>
                  </a:lnTo>
                  <a:lnTo>
                    <a:pt x="223659" y="859675"/>
                  </a:lnTo>
                  <a:lnTo>
                    <a:pt x="317461" y="856830"/>
                  </a:lnTo>
                  <a:lnTo>
                    <a:pt x="363689" y="856919"/>
                  </a:lnTo>
                  <a:lnTo>
                    <a:pt x="405853" y="857427"/>
                  </a:lnTo>
                  <a:lnTo>
                    <a:pt x="474218" y="850176"/>
                  </a:lnTo>
                  <a:lnTo>
                    <a:pt x="515099" y="815860"/>
                  </a:lnTo>
                  <a:lnTo>
                    <a:pt x="522897" y="782561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2" name="object 1092" descr=""/>
            <p:cNvSpPr/>
            <p:nvPr/>
          </p:nvSpPr>
          <p:spPr>
            <a:xfrm>
              <a:off x="5365712" y="8551068"/>
              <a:ext cx="348615" cy="272415"/>
            </a:xfrm>
            <a:custGeom>
              <a:avLst/>
              <a:gdLst/>
              <a:ahLst/>
              <a:cxnLst/>
              <a:rect l="l" t="t" r="r" b="b"/>
              <a:pathLst>
                <a:path w="348614" h="272415">
                  <a:moveTo>
                    <a:pt x="176999" y="262775"/>
                  </a:moveTo>
                  <a:lnTo>
                    <a:pt x="157314" y="228790"/>
                  </a:lnTo>
                  <a:lnTo>
                    <a:pt x="110566" y="175590"/>
                  </a:lnTo>
                  <a:lnTo>
                    <a:pt x="67729" y="145681"/>
                  </a:lnTo>
                  <a:lnTo>
                    <a:pt x="51930" y="137350"/>
                  </a:lnTo>
                  <a:lnTo>
                    <a:pt x="45135" y="133451"/>
                  </a:lnTo>
                  <a:lnTo>
                    <a:pt x="38455" y="111391"/>
                  </a:lnTo>
                  <a:lnTo>
                    <a:pt x="26708" y="68021"/>
                  </a:lnTo>
                  <a:lnTo>
                    <a:pt x="10553" y="6565"/>
                  </a:lnTo>
                  <a:lnTo>
                    <a:pt x="0" y="12814"/>
                  </a:lnTo>
                  <a:lnTo>
                    <a:pt x="27101" y="117627"/>
                  </a:lnTo>
                  <a:lnTo>
                    <a:pt x="31140" y="132003"/>
                  </a:lnTo>
                  <a:lnTo>
                    <a:pt x="32956" y="136486"/>
                  </a:lnTo>
                  <a:lnTo>
                    <a:pt x="29756" y="147040"/>
                  </a:lnTo>
                  <a:lnTo>
                    <a:pt x="20421" y="166154"/>
                  </a:lnTo>
                  <a:lnTo>
                    <a:pt x="10642" y="185229"/>
                  </a:lnTo>
                  <a:lnTo>
                    <a:pt x="6108" y="195681"/>
                  </a:lnTo>
                  <a:lnTo>
                    <a:pt x="13881" y="233527"/>
                  </a:lnTo>
                  <a:lnTo>
                    <a:pt x="22771" y="270929"/>
                  </a:lnTo>
                  <a:lnTo>
                    <a:pt x="46456" y="271919"/>
                  </a:lnTo>
                  <a:lnTo>
                    <a:pt x="97624" y="270103"/>
                  </a:lnTo>
                  <a:lnTo>
                    <a:pt x="149847" y="266877"/>
                  </a:lnTo>
                  <a:lnTo>
                    <a:pt x="176898" y="263486"/>
                  </a:lnTo>
                  <a:lnTo>
                    <a:pt x="176999" y="262775"/>
                  </a:lnTo>
                  <a:close/>
                </a:path>
                <a:path w="348614" h="272415">
                  <a:moveTo>
                    <a:pt x="348411" y="6565"/>
                  </a:moveTo>
                  <a:lnTo>
                    <a:pt x="337743" y="0"/>
                  </a:lnTo>
                  <a:lnTo>
                    <a:pt x="320255" y="69151"/>
                  </a:lnTo>
                  <a:lnTo>
                    <a:pt x="310972" y="105206"/>
                  </a:lnTo>
                  <a:lnTo>
                    <a:pt x="306768" y="119837"/>
                  </a:lnTo>
                  <a:lnTo>
                    <a:pt x="304546" y="124764"/>
                  </a:lnTo>
                  <a:lnTo>
                    <a:pt x="298018" y="129692"/>
                  </a:lnTo>
                  <a:lnTo>
                    <a:pt x="282829" y="140398"/>
                  </a:lnTo>
                  <a:lnTo>
                    <a:pt x="262648" y="156006"/>
                  </a:lnTo>
                  <a:lnTo>
                    <a:pt x="216535" y="202971"/>
                  </a:lnTo>
                  <a:lnTo>
                    <a:pt x="182168" y="251015"/>
                  </a:lnTo>
                  <a:lnTo>
                    <a:pt x="176999" y="262775"/>
                  </a:lnTo>
                  <a:lnTo>
                    <a:pt x="177114" y="263474"/>
                  </a:lnTo>
                  <a:lnTo>
                    <a:pt x="204152" y="266877"/>
                  </a:lnTo>
                  <a:lnTo>
                    <a:pt x="256374" y="270103"/>
                  </a:lnTo>
                  <a:lnTo>
                    <a:pt x="307543" y="271919"/>
                  </a:lnTo>
                  <a:lnTo>
                    <a:pt x="331228" y="270929"/>
                  </a:lnTo>
                  <a:lnTo>
                    <a:pt x="334467" y="258191"/>
                  </a:lnTo>
                  <a:lnTo>
                    <a:pt x="340118" y="233514"/>
                  </a:lnTo>
                  <a:lnTo>
                    <a:pt x="345478" y="208749"/>
                  </a:lnTo>
                  <a:lnTo>
                    <a:pt x="347878" y="195694"/>
                  </a:lnTo>
                  <a:lnTo>
                    <a:pt x="342252" y="184188"/>
                  </a:lnTo>
                  <a:lnTo>
                    <a:pt x="330060" y="162775"/>
                  </a:lnTo>
                  <a:lnTo>
                    <a:pt x="318312" y="141325"/>
                  </a:lnTo>
                  <a:lnTo>
                    <a:pt x="314007" y="129717"/>
                  </a:lnTo>
                  <a:lnTo>
                    <a:pt x="320370" y="108559"/>
                  </a:lnTo>
                  <a:lnTo>
                    <a:pt x="348411" y="6565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93" name="object 1093" descr=""/>
          <p:cNvPicPr/>
          <p:nvPr/>
        </p:nvPicPr>
        <p:blipFill>
          <a:blip r:embed="rId220" cstate="print"/>
          <a:stretch>
            <a:fillRect/>
          </a:stretch>
        </p:blipFill>
        <p:spPr>
          <a:xfrm>
            <a:off x="5808170" y="9248127"/>
            <a:ext cx="93840" cy="186783"/>
          </a:xfrm>
          <a:prstGeom prst="rect">
            <a:avLst/>
          </a:prstGeom>
        </p:spPr>
      </p:pic>
      <p:pic>
        <p:nvPicPr>
          <p:cNvPr id="1094" name="object 1094" descr=""/>
          <p:cNvPicPr/>
          <p:nvPr/>
        </p:nvPicPr>
        <p:blipFill>
          <a:blip r:embed="rId221" cstate="print"/>
          <a:stretch>
            <a:fillRect/>
          </a:stretch>
        </p:blipFill>
        <p:spPr>
          <a:xfrm>
            <a:off x="5182175" y="9260130"/>
            <a:ext cx="93850" cy="186784"/>
          </a:xfrm>
          <a:prstGeom prst="rect">
            <a:avLst/>
          </a:prstGeom>
        </p:spPr>
      </p:pic>
      <p:grpSp>
        <p:nvGrpSpPr>
          <p:cNvPr id="1095" name="object 1095" descr=""/>
          <p:cNvGrpSpPr/>
          <p:nvPr/>
        </p:nvGrpSpPr>
        <p:grpSpPr>
          <a:xfrm>
            <a:off x="5339202" y="9115294"/>
            <a:ext cx="415925" cy="1318260"/>
            <a:chOff x="5339202" y="9115294"/>
            <a:chExt cx="415925" cy="1318260"/>
          </a:xfrm>
        </p:grpSpPr>
        <p:pic>
          <p:nvPicPr>
            <p:cNvPr id="1096" name="object 1096" descr=""/>
            <p:cNvPicPr/>
            <p:nvPr/>
          </p:nvPicPr>
          <p:blipFill>
            <a:blip r:embed="rId222" cstate="print"/>
            <a:stretch>
              <a:fillRect/>
            </a:stretch>
          </p:blipFill>
          <p:spPr>
            <a:xfrm>
              <a:off x="5445933" y="10233278"/>
              <a:ext cx="109401" cy="199872"/>
            </a:xfrm>
            <a:prstGeom prst="rect">
              <a:avLst/>
            </a:prstGeom>
          </p:spPr>
        </p:pic>
        <p:pic>
          <p:nvPicPr>
            <p:cNvPr id="1097" name="object 1097" descr=""/>
            <p:cNvPicPr/>
            <p:nvPr/>
          </p:nvPicPr>
          <p:blipFill>
            <a:blip r:embed="rId223" cstate="print"/>
            <a:stretch>
              <a:fillRect/>
            </a:stretch>
          </p:blipFill>
          <p:spPr>
            <a:xfrm>
              <a:off x="5583442" y="10233278"/>
              <a:ext cx="109405" cy="199872"/>
            </a:xfrm>
            <a:prstGeom prst="rect">
              <a:avLst/>
            </a:prstGeom>
          </p:spPr>
        </p:pic>
        <p:sp>
          <p:nvSpPr>
            <p:cNvPr id="1098" name="object 1098" descr=""/>
            <p:cNvSpPr/>
            <p:nvPr/>
          </p:nvSpPr>
          <p:spPr>
            <a:xfrm>
              <a:off x="5341455" y="9255270"/>
              <a:ext cx="413384" cy="1016000"/>
            </a:xfrm>
            <a:custGeom>
              <a:avLst/>
              <a:gdLst/>
              <a:ahLst/>
              <a:cxnLst/>
              <a:rect l="l" t="t" r="r" b="b"/>
              <a:pathLst>
                <a:path w="413385" h="1016000">
                  <a:moveTo>
                    <a:pt x="213118" y="981481"/>
                  </a:moveTo>
                  <a:lnTo>
                    <a:pt x="212890" y="933119"/>
                  </a:lnTo>
                  <a:lnTo>
                    <a:pt x="212115" y="866114"/>
                  </a:lnTo>
                  <a:lnTo>
                    <a:pt x="210972" y="789901"/>
                  </a:lnTo>
                  <a:lnTo>
                    <a:pt x="208292" y="647763"/>
                  </a:lnTo>
                  <a:lnTo>
                    <a:pt x="207098" y="600773"/>
                  </a:lnTo>
                  <a:lnTo>
                    <a:pt x="206603" y="590664"/>
                  </a:lnTo>
                  <a:lnTo>
                    <a:pt x="207124" y="582345"/>
                  </a:lnTo>
                  <a:lnTo>
                    <a:pt x="206908" y="531901"/>
                  </a:lnTo>
                  <a:lnTo>
                    <a:pt x="205638" y="467080"/>
                  </a:lnTo>
                  <a:lnTo>
                    <a:pt x="203873" y="401154"/>
                  </a:lnTo>
                  <a:lnTo>
                    <a:pt x="202171" y="347408"/>
                  </a:lnTo>
                  <a:lnTo>
                    <a:pt x="201104" y="319074"/>
                  </a:lnTo>
                  <a:lnTo>
                    <a:pt x="198907" y="217957"/>
                  </a:lnTo>
                  <a:lnTo>
                    <a:pt x="197002" y="142709"/>
                  </a:lnTo>
                  <a:lnTo>
                    <a:pt x="194373" y="78600"/>
                  </a:lnTo>
                  <a:lnTo>
                    <a:pt x="175704" y="34594"/>
                  </a:lnTo>
                  <a:lnTo>
                    <a:pt x="99606" y="6350"/>
                  </a:lnTo>
                  <a:lnTo>
                    <a:pt x="55880" y="1701"/>
                  </a:lnTo>
                  <a:lnTo>
                    <a:pt x="19812" y="11277"/>
                  </a:lnTo>
                  <a:lnTo>
                    <a:pt x="0" y="41033"/>
                  </a:lnTo>
                  <a:lnTo>
                    <a:pt x="85813" y="575233"/>
                  </a:lnTo>
                  <a:lnTo>
                    <a:pt x="89027" y="594563"/>
                  </a:lnTo>
                  <a:lnTo>
                    <a:pt x="87782" y="597471"/>
                  </a:lnTo>
                  <a:lnTo>
                    <a:pt x="88798" y="652894"/>
                  </a:lnTo>
                  <a:lnTo>
                    <a:pt x="96799" y="715937"/>
                  </a:lnTo>
                  <a:lnTo>
                    <a:pt x="109626" y="782104"/>
                  </a:lnTo>
                  <a:lnTo>
                    <a:pt x="125107" y="846874"/>
                  </a:lnTo>
                  <a:lnTo>
                    <a:pt x="141097" y="905764"/>
                  </a:lnTo>
                  <a:lnTo>
                    <a:pt x="155435" y="954239"/>
                  </a:lnTo>
                  <a:lnTo>
                    <a:pt x="170472" y="1002004"/>
                  </a:lnTo>
                  <a:lnTo>
                    <a:pt x="192646" y="1012088"/>
                  </a:lnTo>
                  <a:lnTo>
                    <a:pt x="205778" y="1007833"/>
                  </a:lnTo>
                  <a:lnTo>
                    <a:pt x="212636" y="1001699"/>
                  </a:lnTo>
                  <a:lnTo>
                    <a:pt x="213118" y="981481"/>
                  </a:lnTo>
                  <a:close/>
                </a:path>
                <a:path w="413385" h="1016000">
                  <a:moveTo>
                    <a:pt x="413105" y="36779"/>
                  </a:moveTo>
                  <a:lnTo>
                    <a:pt x="391972" y="7950"/>
                  </a:lnTo>
                  <a:lnTo>
                    <a:pt x="355523" y="0"/>
                  </a:lnTo>
                  <a:lnTo>
                    <a:pt x="312051" y="6616"/>
                  </a:lnTo>
                  <a:lnTo>
                    <a:pt x="269862" y="21475"/>
                  </a:lnTo>
                  <a:lnTo>
                    <a:pt x="237299" y="38252"/>
                  </a:lnTo>
                  <a:lnTo>
                    <a:pt x="222643" y="50622"/>
                  </a:lnTo>
                  <a:lnTo>
                    <a:pt x="220624" y="83045"/>
                  </a:lnTo>
                  <a:lnTo>
                    <a:pt x="220878" y="147205"/>
                  </a:lnTo>
                  <a:lnTo>
                    <a:pt x="222351" y="222465"/>
                  </a:lnTo>
                  <a:lnTo>
                    <a:pt x="224713" y="323596"/>
                  </a:lnTo>
                  <a:lnTo>
                    <a:pt x="224917" y="351929"/>
                  </a:lnTo>
                  <a:lnTo>
                    <a:pt x="225628" y="405714"/>
                  </a:lnTo>
                  <a:lnTo>
                    <a:pt x="226834" y="471639"/>
                  </a:lnTo>
                  <a:lnTo>
                    <a:pt x="228473" y="536448"/>
                  </a:lnTo>
                  <a:lnTo>
                    <a:pt x="230530" y="586854"/>
                  </a:lnTo>
                  <a:lnTo>
                    <a:pt x="231406" y="595058"/>
                  </a:lnTo>
                  <a:lnTo>
                    <a:pt x="231381" y="605256"/>
                  </a:lnTo>
                  <a:lnTo>
                    <a:pt x="232295" y="652259"/>
                  </a:lnTo>
                  <a:lnTo>
                    <a:pt x="236004" y="794372"/>
                  </a:lnTo>
                  <a:lnTo>
                    <a:pt x="238290" y="870559"/>
                  </a:lnTo>
                  <a:lnTo>
                    <a:pt x="240525" y="937539"/>
                  </a:lnTo>
                  <a:lnTo>
                    <a:pt x="242468" y="985850"/>
                  </a:lnTo>
                  <a:lnTo>
                    <a:pt x="264312" y="1015517"/>
                  </a:lnTo>
                  <a:lnTo>
                    <a:pt x="277939" y="1014031"/>
                  </a:lnTo>
                  <a:lnTo>
                    <a:pt x="298881" y="956056"/>
                  </a:lnTo>
                  <a:lnTo>
                    <a:pt x="311010" y="906970"/>
                  </a:lnTo>
                  <a:lnTo>
                    <a:pt x="324345" y="847432"/>
                  </a:lnTo>
                  <a:lnTo>
                    <a:pt x="336905" y="782027"/>
                  </a:lnTo>
                  <a:lnTo>
                    <a:pt x="346748" y="715365"/>
                  </a:lnTo>
                  <a:lnTo>
                    <a:pt x="351904" y="652018"/>
                  </a:lnTo>
                  <a:lnTo>
                    <a:pt x="350431" y="596607"/>
                  </a:lnTo>
                  <a:lnTo>
                    <a:pt x="349034" y="593737"/>
                  </a:lnTo>
                  <a:lnTo>
                    <a:pt x="351396" y="574294"/>
                  </a:lnTo>
                  <a:lnTo>
                    <a:pt x="413105" y="36779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9" name="object 1099" descr=""/>
            <p:cNvSpPr/>
            <p:nvPr/>
          </p:nvSpPr>
          <p:spPr>
            <a:xfrm>
              <a:off x="5339202" y="9115294"/>
              <a:ext cx="407034" cy="237490"/>
            </a:xfrm>
            <a:custGeom>
              <a:avLst/>
              <a:gdLst/>
              <a:ahLst/>
              <a:cxnLst/>
              <a:rect l="l" t="t" r="r" b="b"/>
              <a:pathLst>
                <a:path w="407035" h="237490">
                  <a:moveTo>
                    <a:pt x="21025" y="0"/>
                  </a:moveTo>
                  <a:lnTo>
                    <a:pt x="12156" y="14984"/>
                  </a:lnTo>
                  <a:lnTo>
                    <a:pt x="7010" y="29407"/>
                  </a:lnTo>
                  <a:lnTo>
                    <a:pt x="3615" y="51754"/>
                  </a:lnTo>
                  <a:lnTo>
                    <a:pt x="0" y="90510"/>
                  </a:lnTo>
                  <a:lnTo>
                    <a:pt x="50394" y="99751"/>
                  </a:lnTo>
                  <a:lnTo>
                    <a:pt x="95959" y="120978"/>
                  </a:lnTo>
                  <a:lnTo>
                    <a:pt x="135078" y="149770"/>
                  </a:lnTo>
                  <a:lnTo>
                    <a:pt x="166133" y="181707"/>
                  </a:lnTo>
                  <a:lnTo>
                    <a:pt x="187508" y="212368"/>
                  </a:lnTo>
                  <a:lnTo>
                    <a:pt x="197585" y="237333"/>
                  </a:lnTo>
                  <a:lnTo>
                    <a:pt x="222778" y="237333"/>
                  </a:lnTo>
                  <a:lnTo>
                    <a:pt x="233904" y="192789"/>
                  </a:lnTo>
                  <a:lnTo>
                    <a:pt x="256776" y="160128"/>
                  </a:lnTo>
                  <a:lnTo>
                    <a:pt x="308639" y="123316"/>
                  </a:lnTo>
                  <a:lnTo>
                    <a:pt x="406741" y="66322"/>
                  </a:lnTo>
                  <a:lnTo>
                    <a:pt x="399775" y="36157"/>
                  </a:lnTo>
                  <a:lnTo>
                    <a:pt x="340315" y="2909"/>
                  </a:lnTo>
                  <a:lnTo>
                    <a:pt x="231698" y="1811"/>
                  </a:lnTo>
                  <a:lnTo>
                    <a:pt x="21025" y="0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00" name="object 1100" descr=""/>
          <p:cNvGrpSpPr/>
          <p:nvPr/>
        </p:nvGrpSpPr>
        <p:grpSpPr>
          <a:xfrm>
            <a:off x="6158234" y="8479859"/>
            <a:ext cx="331470" cy="1923414"/>
            <a:chOff x="6158234" y="8479859"/>
            <a:chExt cx="331470" cy="1923414"/>
          </a:xfrm>
        </p:grpSpPr>
        <p:sp>
          <p:nvSpPr>
            <p:cNvPr id="1101" name="object 1101" descr=""/>
            <p:cNvSpPr/>
            <p:nvPr/>
          </p:nvSpPr>
          <p:spPr>
            <a:xfrm>
              <a:off x="6161532" y="8479872"/>
              <a:ext cx="326390" cy="1820545"/>
            </a:xfrm>
            <a:custGeom>
              <a:avLst/>
              <a:gdLst/>
              <a:ahLst/>
              <a:cxnLst/>
              <a:rect l="l" t="t" r="r" b="b"/>
              <a:pathLst>
                <a:path w="326389" h="1820545">
                  <a:moveTo>
                    <a:pt x="325843" y="718921"/>
                  </a:moveTo>
                  <a:lnTo>
                    <a:pt x="324370" y="676008"/>
                  </a:lnTo>
                  <a:lnTo>
                    <a:pt x="319443" y="630936"/>
                  </a:lnTo>
                  <a:lnTo>
                    <a:pt x="311721" y="597865"/>
                  </a:lnTo>
                  <a:lnTo>
                    <a:pt x="256374" y="461556"/>
                  </a:lnTo>
                  <a:lnTo>
                    <a:pt x="304761" y="222542"/>
                  </a:lnTo>
                  <a:lnTo>
                    <a:pt x="274624" y="97650"/>
                  </a:lnTo>
                  <a:lnTo>
                    <a:pt x="258648" y="32842"/>
                  </a:lnTo>
                  <a:lnTo>
                    <a:pt x="251498" y="7239"/>
                  </a:lnTo>
                  <a:lnTo>
                    <a:pt x="247840" y="0"/>
                  </a:lnTo>
                  <a:lnTo>
                    <a:pt x="229920" y="31699"/>
                  </a:lnTo>
                  <a:lnTo>
                    <a:pt x="210286" y="43078"/>
                  </a:lnTo>
                  <a:lnTo>
                    <a:pt x="176682" y="34848"/>
                  </a:lnTo>
                  <a:lnTo>
                    <a:pt x="116789" y="7747"/>
                  </a:lnTo>
                  <a:lnTo>
                    <a:pt x="0" y="235318"/>
                  </a:lnTo>
                  <a:lnTo>
                    <a:pt x="19786" y="357949"/>
                  </a:lnTo>
                  <a:lnTo>
                    <a:pt x="30124" y="423087"/>
                  </a:lnTo>
                  <a:lnTo>
                    <a:pt x="34340" y="452577"/>
                  </a:lnTo>
                  <a:lnTo>
                    <a:pt x="35102" y="460654"/>
                  </a:lnTo>
                  <a:lnTo>
                    <a:pt x="21742" y="526681"/>
                  </a:lnTo>
                  <a:lnTo>
                    <a:pt x="13614" y="571703"/>
                  </a:lnTo>
                  <a:lnTo>
                    <a:pt x="10858" y="599401"/>
                  </a:lnTo>
                  <a:lnTo>
                    <a:pt x="10960" y="626567"/>
                  </a:lnTo>
                  <a:lnTo>
                    <a:pt x="14401" y="673531"/>
                  </a:lnTo>
                  <a:lnTo>
                    <a:pt x="21615" y="738632"/>
                  </a:lnTo>
                  <a:lnTo>
                    <a:pt x="29984" y="798830"/>
                  </a:lnTo>
                  <a:lnTo>
                    <a:pt x="33845" y="816965"/>
                  </a:lnTo>
                  <a:lnTo>
                    <a:pt x="32626" y="824255"/>
                  </a:lnTo>
                  <a:lnTo>
                    <a:pt x="36982" y="857415"/>
                  </a:lnTo>
                  <a:lnTo>
                    <a:pt x="48107" y="921804"/>
                  </a:lnTo>
                  <a:lnTo>
                    <a:pt x="73507" y="1062697"/>
                  </a:lnTo>
                  <a:lnTo>
                    <a:pt x="79197" y="1098435"/>
                  </a:lnTo>
                  <a:lnTo>
                    <a:pt x="92925" y="1194117"/>
                  </a:lnTo>
                  <a:lnTo>
                    <a:pt x="104178" y="1263586"/>
                  </a:lnTo>
                  <a:lnTo>
                    <a:pt x="114668" y="1321549"/>
                  </a:lnTo>
                  <a:lnTo>
                    <a:pt x="114871" y="1322387"/>
                  </a:lnTo>
                  <a:lnTo>
                    <a:pt x="116014" y="1331353"/>
                  </a:lnTo>
                  <a:lnTo>
                    <a:pt x="141008" y="1490510"/>
                  </a:lnTo>
                  <a:lnTo>
                    <a:pt x="164731" y="1635798"/>
                  </a:lnTo>
                  <a:lnTo>
                    <a:pt x="175933" y="1702943"/>
                  </a:lnTo>
                  <a:lnTo>
                    <a:pt x="185470" y="1758784"/>
                  </a:lnTo>
                  <a:lnTo>
                    <a:pt x="192417" y="1797558"/>
                  </a:lnTo>
                  <a:lnTo>
                    <a:pt x="223481" y="1820113"/>
                  </a:lnTo>
                  <a:lnTo>
                    <a:pt x="240614" y="1815236"/>
                  </a:lnTo>
                  <a:lnTo>
                    <a:pt x="253199" y="1761248"/>
                  </a:lnTo>
                  <a:lnTo>
                    <a:pt x="257111" y="1719275"/>
                  </a:lnTo>
                  <a:lnTo>
                    <a:pt x="261264" y="1666925"/>
                  </a:lnTo>
                  <a:lnTo>
                    <a:pt x="264922" y="1607197"/>
                  </a:lnTo>
                  <a:lnTo>
                    <a:pt x="267373" y="1543113"/>
                  </a:lnTo>
                  <a:lnTo>
                    <a:pt x="267893" y="1477683"/>
                  </a:lnTo>
                  <a:lnTo>
                    <a:pt x="265747" y="1413916"/>
                  </a:lnTo>
                  <a:lnTo>
                    <a:pt x="260223" y="1354823"/>
                  </a:lnTo>
                  <a:lnTo>
                    <a:pt x="256679" y="1335938"/>
                  </a:lnTo>
                  <a:lnTo>
                    <a:pt x="257213" y="1334960"/>
                  </a:lnTo>
                  <a:lnTo>
                    <a:pt x="258330" y="1313675"/>
                  </a:lnTo>
                  <a:lnTo>
                    <a:pt x="262267" y="1251686"/>
                  </a:lnTo>
                  <a:lnTo>
                    <a:pt x="291426" y="807974"/>
                  </a:lnTo>
                  <a:lnTo>
                    <a:pt x="291223" y="805815"/>
                  </a:lnTo>
                  <a:lnTo>
                    <a:pt x="306654" y="781862"/>
                  </a:lnTo>
                  <a:lnTo>
                    <a:pt x="323202" y="745477"/>
                  </a:lnTo>
                  <a:lnTo>
                    <a:pt x="325843" y="718921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2" name="object 1102" descr=""/>
            <p:cNvSpPr/>
            <p:nvPr/>
          </p:nvSpPr>
          <p:spPr>
            <a:xfrm>
              <a:off x="6158230" y="8505424"/>
              <a:ext cx="331470" cy="798830"/>
            </a:xfrm>
            <a:custGeom>
              <a:avLst/>
              <a:gdLst/>
              <a:ahLst/>
              <a:cxnLst/>
              <a:rect l="l" t="t" r="r" b="b"/>
              <a:pathLst>
                <a:path w="331470" h="798829">
                  <a:moveTo>
                    <a:pt x="299046" y="256641"/>
                  </a:moveTo>
                  <a:lnTo>
                    <a:pt x="271411" y="259334"/>
                  </a:lnTo>
                  <a:lnTo>
                    <a:pt x="255066" y="91414"/>
                  </a:lnTo>
                  <a:lnTo>
                    <a:pt x="246189" y="80886"/>
                  </a:lnTo>
                  <a:lnTo>
                    <a:pt x="246189" y="261213"/>
                  </a:lnTo>
                  <a:lnTo>
                    <a:pt x="205447" y="268287"/>
                  </a:lnTo>
                  <a:lnTo>
                    <a:pt x="181775" y="271919"/>
                  </a:lnTo>
                  <a:lnTo>
                    <a:pt x="166128" y="273265"/>
                  </a:lnTo>
                  <a:lnTo>
                    <a:pt x="149415" y="273456"/>
                  </a:lnTo>
                  <a:lnTo>
                    <a:pt x="127914" y="265899"/>
                  </a:lnTo>
                  <a:lnTo>
                    <a:pt x="107073" y="247472"/>
                  </a:lnTo>
                  <a:lnTo>
                    <a:pt x="91478" y="224447"/>
                  </a:lnTo>
                  <a:lnTo>
                    <a:pt x="85788" y="203136"/>
                  </a:lnTo>
                  <a:lnTo>
                    <a:pt x="87934" y="182118"/>
                  </a:lnTo>
                  <a:lnTo>
                    <a:pt x="104876" y="127469"/>
                  </a:lnTo>
                  <a:lnTo>
                    <a:pt x="145948" y="72682"/>
                  </a:lnTo>
                  <a:lnTo>
                    <a:pt x="187528" y="61036"/>
                  </a:lnTo>
                  <a:lnTo>
                    <a:pt x="194779" y="61671"/>
                  </a:lnTo>
                  <a:lnTo>
                    <a:pt x="234340" y="80949"/>
                  </a:lnTo>
                  <a:lnTo>
                    <a:pt x="242798" y="135940"/>
                  </a:lnTo>
                  <a:lnTo>
                    <a:pt x="244386" y="189649"/>
                  </a:lnTo>
                  <a:lnTo>
                    <a:pt x="245656" y="239356"/>
                  </a:lnTo>
                  <a:lnTo>
                    <a:pt x="246189" y="261213"/>
                  </a:lnTo>
                  <a:lnTo>
                    <a:pt x="246189" y="80886"/>
                  </a:lnTo>
                  <a:lnTo>
                    <a:pt x="229463" y="61036"/>
                  </a:lnTo>
                  <a:lnTo>
                    <a:pt x="195046" y="20205"/>
                  </a:lnTo>
                  <a:lnTo>
                    <a:pt x="156921" y="0"/>
                  </a:lnTo>
                  <a:lnTo>
                    <a:pt x="124358" y="33985"/>
                  </a:lnTo>
                  <a:lnTo>
                    <a:pt x="81051" y="125323"/>
                  </a:lnTo>
                  <a:lnTo>
                    <a:pt x="68173" y="137528"/>
                  </a:lnTo>
                  <a:lnTo>
                    <a:pt x="15608" y="182714"/>
                  </a:lnTo>
                  <a:lnTo>
                    <a:pt x="3302" y="194678"/>
                  </a:lnTo>
                  <a:lnTo>
                    <a:pt x="0" y="238442"/>
                  </a:lnTo>
                  <a:lnTo>
                    <a:pt x="7277" y="277926"/>
                  </a:lnTo>
                  <a:lnTo>
                    <a:pt x="17564" y="307174"/>
                  </a:lnTo>
                  <a:lnTo>
                    <a:pt x="23279" y="320192"/>
                  </a:lnTo>
                  <a:lnTo>
                    <a:pt x="50292" y="321500"/>
                  </a:lnTo>
                  <a:lnTo>
                    <a:pt x="113906" y="321132"/>
                  </a:lnTo>
                  <a:lnTo>
                    <a:pt x="190233" y="319633"/>
                  </a:lnTo>
                  <a:lnTo>
                    <a:pt x="255333" y="317550"/>
                  </a:lnTo>
                  <a:lnTo>
                    <a:pt x="290220" y="294690"/>
                  </a:lnTo>
                  <a:lnTo>
                    <a:pt x="295109" y="273456"/>
                  </a:lnTo>
                  <a:lnTo>
                    <a:pt x="298411" y="259334"/>
                  </a:lnTo>
                  <a:lnTo>
                    <a:pt x="299046" y="256641"/>
                  </a:lnTo>
                  <a:close/>
                </a:path>
                <a:path w="331470" h="798829">
                  <a:moveTo>
                    <a:pt x="330847" y="659549"/>
                  </a:moveTo>
                  <a:lnTo>
                    <a:pt x="315023" y="572312"/>
                  </a:lnTo>
                  <a:lnTo>
                    <a:pt x="309664" y="570268"/>
                  </a:lnTo>
                  <a:lnTo>
                    <a:pt x="276555" y="572579"/>
                  </a:lnTo>
                  <a:lnTo>
                    <a:pt x="187477" y="581926"/>
                  </a:lnTo>
                  <a:lnTo>
                    <a:pt x="14262" y="601014"/>
                  </a:lnTo>
                  <a:lnTo>
                    <a:pt x="14592" y="682205"/>
                  </a:lnTo>
                  <a:lnTo>
                    <a:pt x="16954" y="729869"/>
                  </a:lnTo>
                  <a:lnTo>
                    <a:pt x="23393" y="762520"/>
                  </a:lnTo>
                  <a:lnTo>
                    <a:pt x="35928" y="798703"/>
                  </a:lnTo>
                  <a:lnTo>
                    <a:pt x="47332" y="740486"/>
                  </a:lnTo>
                  <a:lnTo>
                    <a:pt x="80200" y="715645"/>
                  </a:lnTo>
                  <a:lnTo>
                    <a:pt x="160705" y="719328"/>
                  </a:lnTo>
                  <a:lnTo>
                    <a:pt x="314998" y="746645"/>
                  </a:lnTo>
                  <a:lnTo>
                    <a:pt x="320281" y="739394"/>
                  </a:lnTo>
                  <a:lnTo>
                    <a:pt x="329082" y="712800"/>
                  </a:lnTo>
                  <a:lnTo>
                    <a:pt x="330847" y="659549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3" name="object 1103" descr=""/>
            <p:cNvSpPr/>
            <p:nvPr/>
          </p:nvSpPr>
          <p:spPr>
            <a:xfrm>
              <a:off x="6260127" y="8571925"/>
              <a:ext cx="139700" cy="408940"/>
            </a:xfrm>
            <a:custGeom>
              <a:avLst/>
              <a:gdLst/>
              <a:ahLst/>
              <a:cxnLst/>
              <a:rect l="l" t="t" r="r" b="b"/>
              <a:pathLst>
                <a:path w="139700" h="408940">
                  <a:moveTo>
                    <a:pt x="67176" y="0"/>
                  </a:moveTo>
                  <a:lnTo>
                    <a:pt x="34767" y="17216"/>
                  </a:lnTo>
                  <a:lnTo>
                    <a:pt x="10961" y="42935"/>
                  </a:lnTo>
                  <a:lnTo>
                    <a:pt x="341" y="64482"/>
                  </a:lnTo>
                  <a:lnTo>
                    <a:pt x="0" y="90249"/>
                  </a:lnTo>
                  <a:lnTo>
                    <a:pt x="2108" y="139311"/>
                  </a:lnTo>
                  <a:lnTo>
                    <a:pt x="6011" y="201956"/>
                  </a:lnTo>
                  <a:lnTo>
                    <a:pt x="11048" y="268470"/>
                  </a:lnTo>
                  <a:lnTo>
                    <a:pt x="16565" y="329142"/>
                  </a:lnTo>
                  <a:lnTo>
                    <a:pt x="21902" y="374258"/>
                  </a:lnTo>
                  <a:lnTo>
                    <a:pt x="52655" y="408395"/>
                  </a:lnTo>
                  <a:lnTo>
                    <a:pt x="79272" y="406589"/>
                  </a:lnTo>
                  <a:lnTo>
                    <a:pt x="100134" y="395796"/>
                  </a:lnTo>
                  <a:lnTo>
                    <a:pt x="109123" y="383121"/>
                  </a:lnTo>
                  <a:lnTo>
                    <a:pt x="139478" y="41770"/>
                  </a:lnTo>
                  <a:lnTo>
                    <a:pt x="103607" y="3959"/>
                  </a:lnTo>
                  <a:lnTo>
                    <a:pt x="67176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4" name="object 1104" descr=""/>
            <p:cNvPicPr/>
            <p:nvPr/>
          </p:nvPicPr>
          <p:blipFill>
            <a:blip r:embed="rId224" cstate="print"/>
            <a:stretch>
              <a:fillRect/>
            </a:stretch>
          </p:blipFill>
          <p:spPr>
            <a:xfrm>
              <a:off x="6262886" y="9250889"/>
              <a:ext cx="101270" cy="199791"/>
            </a:xfrm>
            <a:prstGeom prst="rect">
              <a:avLst/>
            </a:prstGeom>
          </p:spPr>
        </p:pic>
        <p:sp>
          <p:nvSpPr>
            <p:cNvPr id="1105" name="object 1105" descr=""/>
            <p:cNvSpPr/>
            <p:nvPr/>
          </p:nvSpPr>
          <p:spPr>
            <a:xfrm>
              <a:off x="6285346" y="8911192"/>
              <a:ext cx="86995" cy="394970"/>
            </a:xfrm>
            <a:custGeom>
              <a:avLst/>
              <a:gdLst/>
              <a:ahLst/>
              <a:cxnLst/>
              <a:rect l="l" t="t" r="r" b="b"/>
              <a:pathLst>
                <a:path w="86995" h="394970">
                  <a:moveTo>
                    <a:pt x="41056" y="0"/>
                  </a:moveTo>
                  <a:lnTo>
                    <a:pt x="12009" y="16229"/>
                  </a:lnTo>
                  <a:lnTo>
                    <a:pt x="0" y="40820"/>
                  </a:lnTo>
                  <a:lnTo>
                    <a:pt x="1099" y="69253"/>
                  </a:lnTo>
                  <a:lnTo>
                    <a:pt x="5360" y="247832"/>
                  </a:lnTo>
                  <a:lnTo>
                    <a:pt x="7147" y="307179"/>
                  </a:lnTo>
                  <a:lnTo>
                    <a:pt x="9139" y="350800"/>
                  </a:lnTo>
                  <a:lnTo>
                    <a:pt x="28256" y="388976"/>
                  </a:lnTo>
                  <a:lnTo>
                    <a:pt x="38699" y="394802"/>
                  </a:lnTo>
                  <a:lnTo>
                    <a:pt x="47003" y="386134"/>
                  </a:lnTo>
                  <a:lnTo>
                    <a:pt x="67089" y="287437"/>
                  </a:lnTo>
                  <a:lnTo>
                    <a:pt x="73928" y="231894"/>
                  </a:lnTo>
                  <a:lnTo>
                    <a:pt x="83811" y="127972"/>
                  </a:lnTo>
                  <a:lnTo>
                    <a:pt x="86924" y="78829"/>
                  </a:lnTo>
                  <a:lnTo>
                    <a:pt x="86981" y="35292"/>
                  </a:lnTo>
                  <a:lnTo>
                    <a:pt x="71320" y="2798"/>
                  </a:lnTo>
                  <a:lnTo>
                    <a:pt x="41056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06" name="object 1106" descr=""/>
            <p:cNvPicPr/>
            <p:nvPr/>
          </p:nvPicPr>
          <p:blipFill>
            <a:blip r:embed="rId225" cstate="print"/>
            <a:stretch>
              <a:fillRect/>
            </a:stretch>
          </p:blipFill>
          <p:spPr>
            <a:xfrm>
              <a:off x="6194408" y="10261217"/>
              <a:ext cx="226987" cy="141846"/>
            </a:xfrm>
            <a:prstGeom prst="rect">
              <a:avLst/>
            </a:prstGeom>
          </p:spPr>
        </p:pic>
      </p:grpSp>
      <p:grpSp>
        <p:nvGrpSpPr>
          <p:cNvPr id="1107" name="object 1107" descr=""/>
          <p:cNvGrpSpPr/>
          <p:nvPr/>
        </p:nvGrpSpPr>
        <p:grpSpPr>
          <a:xfrm>
            <a:off x="7692121" y="8484387"/>
            <a:ext cx="673735" cy="1948814"/>
            <a:chOff x="7692121" y="8484387"/>
            <a:chExt cx="673735" cy="1948814"/>
          </a:xfrm>
        </p:grpSpPr>
        <p:pic>
          <p:nvPicPr>
            <p:cNvPr id="1108" name="object 1108" descr=""/>
            <p:cNvPicPr/>
            <p:nvPr/>
          </p:nvPicPr>
          <p:blipFill>
            <a:blip r:embed="rId226" cstate="print"/>
            <a:stretch>
              <a:fillRect/>
            </a:stretch>
          </p:blipFill>
          <p:spPr>
            <a:xfrm>
              <a:off x="7956010" y="10233278"/>
              <a:ext cx="109411" cy="199872"/>
            </a:xfrm>
            <a:prstGeom prst="rect">
              <a:avLst/>
            </a:prstGeom>
          </p:spPr>
        </p:pic>
        <p:pic>
          <p:nvPicPr>
            <p:cNvPr id="1109" name="object 1109" descr=""/>
            <p:cNvPicPr/>
            <p:nvPr/>
          </p:nvPicPr>
          <p:blipFill>
            <a:blip r:embed="rId227" cstate="print"/>
            <a:stretch>
              <a:fillRect/>
            </a:stretch>
          </p:blipFill>
          <p:spPr>
            <a:xfrm>
              <a:off x="8093533" y="10233278"/>
              <a:ext cx="109406" cy="199872"/>
            </a:xfrm>
            <a:prstGeom prst="rect">
              <a:avLst/>
            </a:prstGeom>
          </p:spPr>
        </p:pic>
        <p:sp>
          <p:nvSpPr>
            <p:cNvPr id="1110" name="object 1110" descr=""/>
            <p:cNvSpPr/>
            <p:nvPr/>
          </p:nvSpPr>
          <p:spPr>
            <a:xfrm>
              <a:off x="7743724" y="8484393"/>
              <a:ext cx="621665" cy="1786889"/>
            </a:xfrm>
            <a:custGeom>
              <a:avLst/>
              <a:gdLst/>
              <a:ahLst/>
              <a:cxnLst/>
              <a:rect l="l" t="t" r="r" b="b"/>
              <a:pathLst>
                <a:path w="621665" h="1786890">
                  <a:moveTo>
                    <a:pt x="621499" y="776147"/>
                  </a:moveTo>
                  <a:lnTo>
                    <a:pt x="611847" y="701281"/>
                  </a:lnTo>
                  <a:lnTo>
                    <a:pt x="604405" y="645820"/>
                  </a:lnTo>
                  <a:lnTo>
                    <a:pt x="587692" y="542785"/>
                  </a:lnTo>
                  <a:lnTo>
                    <a:pt x="578269" y="494449"/>
                  </a:lnTo>
                  <a:lnTo>
                    <a:pt x="567309" y="452310"/>
                  </a:lnTo>
                  <a:lnTo>
                    <a:pt x="566483" y="451358"/>
                  </a:lnTo>
                  <a:lnTo>
                    <a:pt x="565937" y="445554"/>
                  </a:lnTo>
                  <a:lnTo>
                    <a:pt x="559447" y="402120"/>
                  </a:lnTo>
                  <a:lnTo>
                    <a:pt x="509384" y="88582"/>
                  </a:lnTo>
                  <a:lnTo>
                    <a:pt x="437654" y="40906"/>
                  </a:lnTo>
                  <a:lnTo>
                    <a:pt x="400278" y="15786"/>
                  </a:lnTo>
                  <a:lnTo>
                    <a:pt x="385114" y="4914"/>
                  </a:lnTo>
                  <a:lnTo>
                    <a:pt x="380047" y="0"/>
                  </a:lnTo>
                  <a:lnTo>
                    <a:pt x="371017" y="3987"/>
                  </a:lnTo>
                  <a:lnTo>
                    <a:pt x="348462" y="15862"/>
                  </a:lnTo>
                  <a:lnTo>
                    <a:pt x="306984" y="21412"/>
                  </a:lnTo>
                  <a:lnTo>
                    <a:pt x="241198" y="6362"/>
                  </a:lnTo>
                  <a:lnTo>
                    <a:pt x="101307" y="95478"/>
                  </a:lnTo>
                  <a:lnTo>
                    <a:pt x="61696" y="402120"/>
                  </a:lnTo>
                  <a:lnTo>
                    <a:pt x="56349" y="444677"/>
                  </a:lnTo>
                  <a:lnTo>
                    <a:pt x="55702" y="450519"/>
                  </a:lnTo>
                  <a:lnTo>
                    <a:pt x="54190" y="452310"/>
                  </a:lnTo>
                  <a:lnTo>
                    <a:pt x="43230" y="494449"/>
                  </a:lnTo>
                  <a:lnTo>
                    <a:pt x="33807" y="542785"/>
                  </a:lnTo>
                  <a:lnTo>
                    <a:pt x="22136" y="612216"/>
                  </a:lnTo>
                  <a:lnTo>
                    <a:pt x="9664" y="701281"/>
                  </a:lnTo>
                  <a:lnTo>
                    <a:pt x="0" y="776147"/>
                  </a:lnTo>
                  <a:lnTo>
                    <a:pt x="4127" y="801852"/>
                  </a:lnTo>
                  <a:lnTo>
                    <a:pt x="9969" y="812330"/>
                  </a:lnTo>
                  <a:lnTo>
                    <a:pt x="21539" y="809345"/>
                  </a:lnTo>
                  <a:lnTo>
                    <a:pt x="49695" y="777240"/>
                  </a:lnTo>
                  <a:lnTo>
                    <a:pt x="62661" y="735545"/>
                  </a:lnTo>
                  <a:lnTo>
                    <a:pt x="79400" y="678573"/>
                  </a:lnTo>
                  <a:lnTo>
                    <a:pt x="128689" y="506869"/>
                  </a:lnTo>
                  <a:lnTo>
                    <a:pt x="136956" y="479640"/>
                  </a:lnTo>
                  <a:lnTo>
                    <a:pt x="136512" y="477456"/>
                  </a:lnTo>
                  <a:lnTo>
                    <a:pt x="143103" y="457441"/>
                  </a:lnTo>
                  <a:lnTo>
                    <a:pt x="155371" y="397878"/>
                  </a:lnTo>
                  <a:lnTo>
                    <a:pt x="161264" y="364147"/>
                  </a:lnTo>
                  <a:lnTo>
                    <a:pt x="170992" y="407682"/>
                  </a:lnTo>
                  <a:lnTo>
                    <a:pt x="180644" y="452666"/>
                  </a:lnTo>
                  <a:lnTo>
                    <a:pt x="183807" y="470433"/>
                  </a:lnTo>
                  <a:lnTo>
                    <a:pt x="184213" y="470928"/>
                  </a:lnTo>
                  <a:lnTo>
                    <a:pt x="145211" y="575894"/>
                  </a:lnTo>
                  <a:lnTo>
                    <a:pt x="124396" y="634123"/>
                  </a:lnTo>
                  <a:lnTo>
                    <a:pt x="109956" y="691984"/>
                  </a:lnTo>
                  <a:lnTo>
                    <a:pt x="102882" y="751649"/>
                  </a:lnTo>
                  <a:lnTo>
                    <a:pt x="104863" y="796213"/>
                  </a:lnTo>
                  <a:lnTo>
                    <a:pt x="109524" y="809345"/>
                  </a:lnTo>
                  <a:lnTo>
                    <a:pt x="107823" y="811911"/>
                  </a:lnTo>
                  <a:lnTo>
                    <a:pt x="193636" y="1346111"/>
                  </a:lnTo>
                  <a:lnTo>
                    <a:pt x="196850" y="1365440"/>
                  </a:lnTo>
                  <a:lnTo>
                    <a:pt x="195605" y="1368348"/>
                  </a:lnTo>
                  <a:lnTo>
                    <a:pt x="196621" y="1423771"/>
                  </a:lnTo>
                  <a:lnTo>
                    <a:pt x="204622" y="1486814"/>
                  </a:lnTo>
                  <a:lnTo>
                    <a:pt x="217449" y="1552981"/>
                  </a:lnTo>
                  <a:lnTo>
                    <a:pt x="232943" y="1617751"/>
                  </a:lnTo>
                  <a:lnTo>
                    <a:pt x="248932" y="1676641"/>
                  </a:lnTo>
                  <a:lnTo>
                    <a:pt x="263258" y="1725117"/>
                  </a:lnTo>
                  <a:lnTo>
                    <a:pt x="278307" y="1772881"/>
                  </a:lnTo>
                  <a:lnTo>
                    <a:pt x="300469" y="1782965"/>
                  </a:lnTo>
                  <a:lnTo>
                    <a:pt x="313601" y="1778711"/>
                  </a:lnTo>
                  <a:lnTo>
                    <a:pt x="320459" y="1772577"/>
                  </a:lnTo>
                  <a:lnTo>
                    <a:pt x="320941" y="1752358"/>
                  </a:lnTo>
                  <a:lnTo>
                    <a:pt x="320713" y="1703997"/>
                  </a:lnTo>
                  <a:lnTo>
                    <a:pt x="319938" y="1636991"/>
                  </a:lnTo>
                  <a:lnTo>
                    <a:pt x="318808" y="1560779"/>
                  </a:lnTo>
                  <a:lnTo>
                    <a:pt x="316115" y="1418640"/>
                  </a:lnTo>
                  <a:lnTo>
                    <a:pt x="314921" y="1371650"/>
                  </a:lnTo>
                  <a:lnTo>
                    <a:pt x="314439" y="1361478"/>
                  </a:lnTo>
                  <a:lnTo>
                    <a:pt x="314947" y="1353223"/>
                  </a:lnTo>
                  <a:lnTo>
                    <a:pt x="314731" y="1302778"/>
                  </a:lnTo>
                  <a:lnTo>
                    <a:pt x="313461" y="1237957"/>
                  </a:lnTo>
                  <a:lnTo>
                    <a:pt x="311696" y="1172032"/>
                  </a:lnTo>
                  <a:lnTo>
                    <a:pt x="309994" y="1118285"/>
                  </a:lnTo>
                  <a:lnTo>
                    <a:pt x="308927" y="1089952"/>
                  </a:lnTo>
                  <a:lnTo>
                    <a:pt x="306730" y="988834"/>
                  </a:lnTo>
                  <a:lnTo>
                    <a:pt x="304825" y="913587"/>
                  </a:lnTo>
                  <a:lnTo>
                    <a:pt x="302856" y="865644"/>
                  </a:lnTo>
                  <a:lnTo>
                    <a:pt x="318046" y="865263"/>
                  </a:lnTo>
                  <a:lnTo>
                    <a:pt x="328485" y="865200"/>
                  </a:lnTo>
                  <a:lnTo>
                    <a:pt x="328701" y="918083"/>
                  </a:lnTo>
                  <a:lnTo>
                    <a:pt x="330174" y="993343"/>
                  </a:lnTo>
                  <a:lnTo>
                    <a:pt x="332524" y="1094473"/>
                  </a:lnTo>
                  <a:lnTo>
                    <a:pt x="332740" y="1122807"/>
                  </a:lnTo>
                  <a:lnTo>
                    <a:pt x="333451" y="1176591"/>
                  </a:lnTo>
                  <a:lnTo>
                    <a:pt x="334657" y="1242517"/>
                  </a:lnTo>
                  <a:lnTo>
                    <a:pt x="336308" y="1307325"/>
                  </a:lnTo>
                  <a:lnTo>
                    <a:pt x="338366" y="1357731"/>
                  </a:lnTo>
                  <a:lnTo>
                    <a:pt x="339217" y="1365796"/>
                  </a:lnTo>
                  <a:lnTo>
                    <a:pt x="339204" y="1376133"/>
                  </a:lnTo>
                  <a:lnTo>
                    <a:pt x="340118" y="1423136"/>
                  </a:lnTo>
                  <a:lnTo>
                    <a:pt x="343827" y="1565249"/>
                  </a:lnTo>
                  <a:lnTo>
                    <a:pt x="346113" y="1641436"/>
                  </a:lnTo>
                  <a:lnTo>
                    <a:pt x="348361" y="1708416"/>
                  </a:lnTo>
                  <a:lnTo>
                    <a:pt x="350304" y="1756727"/>
                  </a:lnTo>
                  <a:lnTo>
                    <a:pt x="372135" y="1786394"/>
                  </a:lnTo>
                  <a:lnTo>
                    <a:pt x="385749" y="1784908"/>
                  </a:lnTo>
                  <a:lnTo>
                    <a:pt x="406692" y="1726933"/>
                  </a:lnTo>
                  <a:lnTo>
                    <a:pt x="418833" y="1677847"/>
                  </a:lnTo>
                  <a:lnTo>
                    <a:pt x="432168" y="1618310"/>
                  </a:lnTo>
                  <a:lnTo>
                    <a:pt x="444728" y="1552905"/>
                  </a:lnTo>
                  <a:lnTo>
                    <a:pt x="454571" y="1486242"/>
                  </a:lnTo>
                  <a:lnTo>
                    <a:pt x="459727" y="1422895"/>
                  </a:lnTo>
                  <a:lnTo>
                    <a:pt x="458254" y="1367485"/>
                  </a:lnTo>
                  <a:lnTo>
                    <a:pt x="456869" y="1364640"/>
                  </a:lnTo>
                  <a:lnTo>
                    <a:pt x="459219" y="1345171"/>
                  </a:lnTo>
                  <a:lnTo>
                    <a:pt x="520928" y="807656"/>
                  </a:lnTo>
                  <a:lnTo>
                    <a:pt x="519861" y="806221"/>
                  </a:lnTo>
                  <a:lnTo>
                    <a:pt x="523494" y="790829"/>
                  </a:lnTo>
                  <a:lnTo>
                    <a:pt x="521614" y="743673"/>
                  </a:lnTo>
                  <a:lnTo>
                    <a:pt x="509130" y="680085"/>
                  </a:lnTo>
                  <a:lnTo>
                    <a:pt x="493750" y="627646"/>
                  </a:lnTo>
                  <a:lnTo>
                    <a:pt x="470255" y="553681"/>
                  </a:lnTo>
                  <a:lnTo>
                    <a:pt x="439331" y="459130"/>
                  </a:lnTo>
                  <a:lnTo>
                    <a:pt x="438810" y="458851"/>
                  </a:lnTo>
                  <a:lnTo>
                    <a:pt x="461784" y="338302"/>
                  </a:lnTo>
                  <a:lnTo>
                    <a:pt x="469315" y="394855"/>
                  </a:lnTo>
                  <a:lnTo>
                    <a:pt x="479145" y="454875"/>
                  </a:lnTo>
                  <a:lnTo>
                    <a:pt x="485228" y="476275"/>
                  </a:lnTo>
                  <a:lnTo>
                    <a:pt x="484555" y="479640"/>
                  </a:lnTo>
                  <a:lnTo>
                    <a:pt x="492810" y="506869"/>
                  </a:lnTo>
                  <a:lnTo>
                    <a:pt x="542099" y="678573"/>
                  </a:lnTo>
                  <a:lnTo>
                    <a:pt x="558838" y="735545"/>
                  </a:lnTo>
                  <a:lnTo>
                    <a:pt x="571804" y="777240"/>
                  </a:lnTo>
                  <a:lnTo>
                    <a:pt x="578624" y="794588"/>
                  </a:lnTo>
                  <a:lnTo>
                    <a:pt x="599948" y="809345"/>
                  </a:lnTo>
                  <a:lnTo>
                    <a:pt x="611530" y="812330"/>
                  </a:lnTo>
                  <a:lnTo>
                    <a:pt x="617372" y="801852"/>
                  </a:lnTo>
                  <a:lnTo>
                    <a:pt x="621499" y="776147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1" name="object 1111" descr=""/>
            <p:cNvPicPr/>
            <p:nvPr/>
          </p:nvPicPr>
          <p:blipFill>
            <a:blip r:embed="rId228" cstate="print"/>
            <a:stretch>
              <a:fillRect/>
            </a:stretch>
          </p:blipFill>
          <p:spPr>
            <a:xfrm>
              <a:off x="7692121" y="9258073"/>
              <a:ext cx="93839" cy="186778"/>
            </a:xfrm>
            <a:prstGeom prst="rect">
              <a:avLst/>
            </a:prstGeom>
          </p:spPr>
        </p:pic>
        <p:sp>
          <p:nvSpPr>
            <p:cNvPr id="1112" name="object 1112" descr=""/>
            <p:cNvSpPr/>
            <p:nvPr/>
          </p:nvSpPr>
          <p:spPr>
            <a:xfrm>
              <a:off x="7848803" y="8546788"/>
              <a:ext cx="408305" cy="803910"/>
            </a:xfrm>
            <a:custGeom>
              <a:avLst/>
              <a:gdLst/>
              <a:ahLst/>
              <a:cxnLst/>
              <a:rect l="l" t="t" r="r" b="b"/>
              <a:pathLst>
                <a:path w="408304" h="803909">
                  <a:moveTo>
                    <a:pt x="378396" y="7759"/>
                  </a:moveTo>
                  <a:lnTo>
                    <a:pt x="365772" y="0"/>
                  </a:lnTo>
                  <a:lnTo>
                    <a:pt x="348322" y="96951"/>
                  </a:lnTo>
                  <a:lnTo>
                    <a:pt x="339064" y="147269"/>
                  </a:lnTo>
                  <a:lnTo>
                    <a:pt x="311480" y="182638"/>
                  </a:lnTo>
                  <a:lnTo>
                    <a:pt x="266471" y="201434"/>
                  </a:lnTo>
                  <a:lnTo>
                    <a:pt x="201498" y="227926"/>
                  </a:lnTo>
                  <a:lnTo>
                    <a:pt x="133324" y="194119"/>
                  </a:lnTo>
                  <a:lnTo>
                    <a:pt x="98158" y="176479"/>
                  </a:lnTo>
                  <a:lnTo>
                    <a:pt x="74422" y="138976"/>
                  </a:lnTo>
                  <a:lnTo>
                    <a:pt x="60655" y="83058"/>
                  </a:lnTo>
                  <a:lnTo>
                    <a:pt x="41541" y="3365"/>
                  </a:lnTo>
                  <a:lnTo>
                    <a:pt x="28384" y="11544"/>
                  </a:lnTo>
                  <a:lnTo>
                    <a:pt x="59499" y="145935"/>
                  </a:lnTo>
                  <a:lnTo>
                    <a:pt x="64046" y="164020"/>
                  </a:lnTo>
                  <a:lnTo>
                    <a:pt x="65938" y="169024"/>
                  </a:lnTo>
                  <a:lnTo>
                    <a:pt x="62090" y="174815"/>
                  </a:lnTo>
                  <a:lnTo>
                    <a:pt x="51346" y="183464"/>
                  </a:lnTo>
                  <a:lnTo>
                    <a:pt x="40157" y="192074"/>
                  </a:lnTo>
                  <a:lnTo>
                    <a:pt x="34988" y="197764"/>
                  </a:lnTo>
                  <a:lnTo>
                    <a:pt x="42760" y="235610"/>
                  </a:lnTo>
                  <a:lnTo>
                    <a:pt x="51650" y="273024"/>
                  </a:lnTo>
                  <a:lnTo>
                    <a:pt x="74701" y="274358"/>
                  </a:lnTo>
                  <a:lnTo>
                    <a:pt x="124472" y="273316"/>
                  </a:lnTo>
                  <a:lnTo>
                    <a:pt x="175298" y="270865"/>
                  </a:lnTo>
                  <a:lnTo>
                    <a:pt x="201498" y="267944"/>
                  </a:lnTo>
                  <a:lnTo>
                    <a:pt x="228028" y="271018"/>
                  </a:lnTo>
                  <a:lnTo>
                    <a:pt x="279603" y="273812"/>
                  </a:lnTo>
                  <a:lnTo>
                    <a:pt x="330123" y="275196"/>
                  </a:lnTo>
                  <a:lnTo>
                    <a:pt x="353517" y="274027"/>
                  </a:lnTo>
                  <a:lnTo>
                    <a:pt x="356031" y="261683"/>
                  </a:lnTo>
                  <a:lnTo>
                    <a:pt x="360083" y="237921"/>
                  </a:lnTo>
                  <a:lnTo>
                    <a:pt x="363867" y="214045"/>
                  </a:lnTo>
                  <a:lnTo>
                    <a:pt x="365531" y="201383"/>
                  </a:lnTo>
                  <a:lnTo>
                    <a:pt x="361962" y="195186"/>
                  </a:lnTo>
                  <a:lnTo>
                    <a:pt x="354279" y="185470"/>
                  </a:lnTo>
                  <a:lnTo>
                    <a:pt x="347027" y="175704"/>
                  </a:lnTo>
                  <a:lnTo>
                    <a:pt x="344754" y="169405"/>
                  </a:lnTo>
                  <a:lnTo>
                    <a:pt x="351002" y="142227"/>
                  </a:lnTo>
                  <a:lnTo>
                    <a:pt x="362445" y="86880"/>
                  </a:lnTo>
                  <a:lnTo>
                    <a:pt x="378396" y="7759"/>
                  </a:lnTo>
                  <a:close/>
                </a:path>
                <a:path w="408304" h="803909">
                  <a:moveTo>
                    <a:pt x="407911" y="633933"/>
                  </a:moveTo>
                  <a:lnTo>
                    <a:pt x="392747" y="574395"/>
                  </a:lnTo>
                  <a:lnTo>
                    <a:pt x="339267" y="561505"/>
                  </a:lnTo>
                  <a:lnTo>
                    <a:pt x="232168" y="562152"/>
                  </a:lnTo>
                  <a:lnTo>
                    <a:pt x="24447" y="563740"/>
                  </a:lnTo>
                  <a:lnTo>
                    <a:pt x="8801" y="610171"/>
                  </a:lnTo>
                  <a:lnTo>
                    <a:pt x="1651" y="638479"/>
                  </a:lnTo>
                  <a:lnTo>
                    <a:pt x="0" y="652843"/>
                  </a:lnTo>
                  <a:lnTo>
                    <a:pt x="863" y="657415"/>
                  </a:lnTo>
                  <a:lnTo>
                    <a:pt x="27457" y="699719"/>
                  </a:lnTo>
                  <a:lnTo>
                    <a:pt x="62318" y="732320"/>
                  </a:lnTo>
                  <a:lnTo>
                    <a:pt x="100672" y="755827"/>
                  </a:lnTo>
                  <a:lnTo>
                    <a:pt x="137731" y="770877"/>
                  </a:lnTo>
                  <a:lnTo>
                    <a:pt x="161886" y="778738"/>
                  </a:lnTo>
                  <a:lnTo>
                    <a:pt x="176212" y="784745"/>
                  </a:lnTo>
                  <a:lnTo>
                    <a:pt x="186359" y="791921"/>
                  </a:lnTo>
                  <a:lnTo>
                    <a:pt x="197954" y="803325"/>
                  </a:lnTo>
                  <a:lnTo>
                    <a:pt x="223266" y="802881"/>
                  </a:lnTo>
                  <a:lnTo>
                    <a:pt x="226783" y="800049"/>
                  </a:lnTo>
                  <a:lnTo>
                    <a:pt x="237490" y="790587"/>
                  </a:lnTo>
                  <a:lnTo>
                    <a:pt x="257848" y="776795"/>
                  </a:lnTo>
                  <a:lnTo>
                    <a:pt x="290322" y="760996"/>
                  </a:lnTo>
                  <a:lnTo>
                    <a:pt x="352056" y="734580"/>
                  </a:lnTo>
                  <a:lnTo>
                    <a:pt x="384873" y="712533"/>
                  </a:lnTo>
                  <a:lnTo>
                    <a:pt x="399821" y="682955"/>
                  </a:lnTo>
                  <a:lnTo>
                    <a:pt x="407911" y="633933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13" name="object 1113" descr=""/>
          <p:cNvPicPr/>
          <p:nvPr/>
        </p:nvPicPr>
        <p:blipFill>
          <a:blip r:embed="rId229" cstate="print"/>
          <a:stretch>
            <a:fillRect/>
          </a:stretch>
        </p:blipFill>
        <p:spPr>
          <a:xfrm>
            <a:off x="7312342" y="10227849"/>
            <a:ext cx="109405" cy="199862"/>
          </a:xfrm>
          <a:prstGeom prst="rect">
            <a:avLst/>
          </a:prstGeom>
        </p:spPr>
      </p:pic>
      <p:sp>
        <p:nvSpPr>
          <p:cNvPr id="1114" name="object 1114" descr=""/>
          <p:cNvSpPr/>
          <p:nvPr/>
        </p:nvSpPr>
        <p:spPr>
          <a:xfrm>
            <a:off x="6913105" y="9241529"/>
            <a:ext cx="217170" cy="1026160"/>
          </a:xfrm>
          <a:custGeom>
            <a:avLst/>
            <a:gdLst/>
            <a:ahLst/>
            <a:cxnLst/>
            <a:rect l="l" t="t" r="r" b="b"/>
            <a:pathLst>
              <a:path w="217170" h="1026159">
                <a:moveTo>
                  <a:pt x="216827" y="995222"/>
                </a:moveTo>
                <a:lnTo>
                  <a:pt x="216598" y="946861"/>
                </a:lnTo>
                <a:lnTo>
                  <a:pt x="215823" y="879856"/>
                </a:lnTo>
                <a:lnTo>
                  <a:pt x="214693" y="803643"/>
                </a:lnTo>
                <a:lnTo>
                  <a:pt x="212001" y="661504"/>
                </a:lnTo>
                <a:lnTo>
                  <a:pt x="210807" y="614514"/>
                </a:lnTo>
                <a:lnTo>
                  <a:pt x="210324" y="604342"/>
                </a:lnTo>
                <a:lnTo>
                  <a:pt x="210832" y="596087"/>
                </a:lnTo>
                <a:lnTo>
                  <a:pt x="210616" y="545642"/>
                </a:lnTo>
                <a:lnTo>
                  <a:pt x="209346" y="480822"/>
                </a:lnTo>
                <a:lnTo>
                  <a:pt x="207581" y="414909"/>
                </a:lnTo>
                <a:lnTo>
                  <a:pt x="205879" y="361149"/>
                </a:lnTo>
                <a:lnTo>
                  <a:pt x="204812" y="332828"/>
                </a:lnTo>
                <a:lnTo>
                  <a:pt x="204990" y="301866"/>
                </a:lnTo>
                <a:lnTo>
                  <a:pt x="207429" y="184302"/>
                </a:lnTo>
                <a:lnTo>
                  <a:pt x="207619" y="130759"/>
                </a:lnTo>
                <a:lnTo>
                  <a:pt x="205740" y="102743"/>
                </a:lnTo>
                <a:lnTo>
                  <a:pt x="160312" y="50850"/>
                </a:lnTo>
                <a:lnTo>
                  <a:pt x="122897" y="26212"/>
                </a:lnTo>
                <a:lnTo>
                  <a:pt x="82816" y="7899"/>
                </a:lnTo>
                <a:lnTo>
                  <a:pt x="45415" y="0"/>
                </a:lnTo>
                <a:lnTo>
                  <a:pt x="16027" y="6604"/>
                </a:lnTo>
                <a:lnTo>
                  <a:pt x="0" y="31800"/>
                </a:lnTo>
                <a:lnTo>
                  <a:pt x="89458" y="588606"/>
                </a:lnTo>
                <a:lnTo>
                  <a:pt x="92735" y="608304"/>
                </a:lnTo>
                <a:lnTo>
                  <a:pt x="91490" y="611212"/>
                </a:lnTo>
                <a:lnTo>
                  <a:pt x="92506" y="666635"/>
                </a:lnTo>
                <a:lnTo>
                  <a:pt x="100507" y="729678"/>
                </a:lnTo>
                <a:lnTo>
                  <a:pt x="113334" y="795845"/>
                </a:lnTo>
                <a:lnTo>
                  <a:pt x="128828" y="860615"/>
                </a:lnTo>
                <a:lnTo>
                  <a:pt x="144818" y="919505"/>
                </a:lnTo>
                <a:lnTo>
                  <a:pt x="159143" y="967981"/>
                </a:lnTo>
                <a:lnTo>
                  <a:pt x="174180" y="1015746"/>
                </a:lnTo>
                <a:lnTo>
                  <a:pt x="196354" y="1025829"/>
                </a:lnTo>
                <a:lnTo>
                  <a:pt x="209486" y="1021575"/>
                </a:lnTo>
                <a:lnTo>
                  <a:pt x="216344" y="1015441"/>
                </a:lnTo>
                <a:lnTo>
                  <a:pt x="216827" y="995222"/>
                </a:lnTo>
                <a:close/>
              </a:path>
            </a:pathLst>
          </a:custGeom>
          <a:solidFill>
            <a:srgbClr val="7D4E2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15" name="object 1115" descr=""/>
          <p:cNvGrpSpPr/>
          <p:nvPr/>
        </p:nvGrpSpPr>
        <p:grpSpPr>
          <a:xfrm>
            <a:off x="6758406" y="8484386"/>
            <a:ext cx="760095" cy="1891664"/>
            <a:chOff x="6758406" y="8484386"/>
            <a:chExt cx="760095" cy="1891664"/>
          </a:xfrm>
        </p:grpSpPr>
        <p:sp>
          <p:nvSpPr>
            <p:cNvPr id="1116" name="object 1116" descr=""/>
            <p:cNvSpPr/>
            <p:nvPr/>
          </p:nvSpPr>
          <p:spPr>
            <a:xfrm>
              <a:off x="6911861" y="8871642"/>
              <a:ext cx="560705" cy="1407795"/>
            </a:xfrm>
            <a:custGeom>
              <a:avLst/>
              <a:gdLst/>
              <a:ahLst/>
              <a:cxnLst/>
              <a:rect l="l" t="t" r="r" b="b"/>
              <a:pathLst>
                <a:path w="560704" h="1407795">
                  <a:moveTo>
                    <a:pt x="460679" y="1165123"/>
                  </a:moveTo>
                  <a:lnTo>
                    <a:pt x="459752" y="1097737"/>
                  </a:lnTo>
                  <a:lnTo>
                    <a:pt x="454736" y="1034376"/>
                  </a:lnTo>
                  <a:lnTo>
                    <a:pt x="444423" y="979919"/>
                  </a:lnTo>
                  <a:lnTo>
                    <a:pt x="442620" y="977353"/>
                  </a:lnTo>
                  <a:lnTo>
                    <a:pt x="421220" y="393522"/>
                  </a:lnTo>
                  <a:lnTo>
                    <a:pt x="420573" y="392950"/>
                  </a:lnTo>
                  <a:lnTo>
                    <a:pt x="418871" y="349897"/>
                  </a:lnTo>
                  <a:lnTo>
                    <a:pt x="406400" y="286562"/>
                  </a:lnTo>
                  <a:lnTo>
                    <a:pt x="391033" y="234124"/>
                  </a:lnTo>
                  <a:lnTo>
                    <a:pt x="367538" y="160159"/>
                  </a:lnTo>
                  <a:lnTo>
                    <a:pt x="336613" y="65595"/>
                  </a:lnTo>
                  <a:lnTo>
                    <a:pt x="245287" y="15519"/>
                  </a:lnTo>
                  <a:lnTo>
                    <a:pt x="188277" y="0"/>
                  </a:lnTo>
                  <a:lnTo>
                    <a:pt x="141706" y="20116"/>
                  </a:lnTo>
                  <a:lnTo>
                    <a:pt x="81661" y="76911"/>
                  </a:lnTo>
                  <a:lnTo>
                    <a:pt x="42481" y="182372"/>
                  </a:lnTo>
                  <a:lnTo>
                    <a:pt x="21678" y="240588"/>
                  </a:lnTo>
                  <a:lnTo>
                    <a:pt x="7251" y="298450"/>
                  </a:lnTo>
                  <a:lnTo>
                    <a:pt x="0" y="358521"/>
                  </a:lnTo>
                  <a:lnTo>
                    <a:pt x="1587" y="404088"/>
                  </a:lnTo>
                  <a:lnTo>
                    <a:pt x="12344" y="436892"/>
                  </a:lnTo>
                  <a:lnTo>
                    <a:pt x="32600" y="458724"/>
                  </a:lnTo>
                  <a:lnTo>
                    <a:pt x="62699" y="471360"/>
                  </a:lnTo>
                  <a:lnTo>
                    <a:pt x="102958" y="476554"/>
                  </a:lnTo>
                  <a:lnTo>
                    <a:pt x="153733" y="476084"/>
                  </a:lnTo>
                  <a:lnTo>
                    <a:pt x="215328" y="471741"/>
                  </a:lnTo>
                  <a:lnTo>
                    <a:pt x="232079" y="470877"/>
                  </a:lnTo>
                  <a:lnTo>
                    <a:pt x="234327" y="493649"/>
                  </a:lnTo>
                  <a:lnTo>
                    <a:pt x="244830" y="556945"/>
                  </a:lnTo>
                  <a:lnTo>
                    <a:pt x="258292" y="631012"/>
                  </a:lnTo>
                  <a:lnTo>
                    <a:pt x="276745" y="730453"/>
                  </a:lnTo>
                  <a:lnTo>
                    <a:pt x="281482" y="758405"/>
                  </a:lnTo>
                  <a:lnTo>
                    <a:pt x="290779" y="811377"/>
                  </a:lnTo>
                  <a:lnTo>
                    <a:pt x="302475" y="876274"/>
                  </a:lnTo>
                  <a:lnTo>
                    <a:pt x="314452" y="939990"/>
                  </a:lnTo>
                  <a:lnTo>
                    <a:pt x="324523" y="989431"/>
                  </a:lnTo>
                  <a:lnTo>
                    <a:pt x="326682" y="997369"/>
                  </a:lnTo>
                  <a:lnTo>
                    <a:pt x="328295" y="1007452"/>
                  </a:lnTo>
                  <a:lnTo>
                    <a:pt x="336689" y="1053693"/>
                  </a:lnTo>
                  <a:lnTo>
                    <a:pt x="363042" y="1193393"/>
                  </a:lnTo>
                  <a:lnTo>
                    <a:pt x="377456" y="1268247"/>
                  </a:lnTo>
                  <a:lnTo>
                    <a:pt x="390359" y="1334008"/>
                  </a:lnTo>
                  <a:lnTo>
                    <a:pt x="399986" y="1381391"/>
                  </a:lnTo>
                  <a:lnTo>
                    <a:pt x="426275" y="1407198"/>
                  </a:lnTo>
                  <a:lnTo>
                    <a:pt x="439496" y="1403553"/>
                  </a:lnTo>
                  <a:lnTo>
                    <a:pt x="445922" y="1392796"/>
                  </a:lnTo>
                  <a:lnTo>
                    <a:pt x="450913" y="1342986"/>
                  </a:lnTo>
                  <a:lnTo>
                    <a:pt x="455066" y="1292593"/>
                  </a:lnTo>
                  <a:lnTo>
                    <a:pt x="458711" y="1231684"/>
                  </a:lnTo>
                  <a:lnTo>
                    <a:pt x="460679" y="1165123"/>
                  </a:lnTo>
                  <a:close/>
                </a:path>
                <a:path w="560704" h="1407795">
                  <a:moveTo>
                    <a:pt x="560133" y="381457"/>
                  </a:moveTo>
                  <a:lnTo>
                    <a:pt x="549224" y="306755"/>
                  </a:lnTo>
                  <a:lnTo>
                    <a:pt x="540867" y="251421"/>
                  </a:lnTo>
                  <a:lnTo>
                    <a:pt x="522439" y="148678"/>
                  </a:lnTo>
                  <a:lnTo>
                    <a:pt x="512229" y="100507"/>
                  </a:lnTo>
                  <a:lnTo>
                    <a:pt x="500570" y="58559"/>
                  </a:lnTo>
                  <a:lnTo>
                    <a:pt x="476745" y="31483"/>
                  </a:lnTo>
                  <a:lnTo>
                    <a:pt x="446836" y="36918"/>
                  </a:lnTo>
                  <a:lnTo>
                    <a:pt x="423240" y="60363"/>
                  </a:lnTo>
                  <a:lnTo>
                    <a:pt x="418287" y="87261"/>
                  </a:lnTo>
                  <a:lnTo>
                    <a:pt x="426986" y="114363"/>
                  </a:lnTo>
                  <a:lnTo>
                    <a:pt x="479120" y="285229"/>
                  </a:lnTo>
                  <a:lnTo>
                    <a:pt x="496798" y="341909"/>
                  </a:lnTo>
                  <a:lnTo>
                    <a:pt x="510451" y="383387"/>
                  </a:lnTo>
                  <a:lnTo>
                    <a:pt x="539140" y="415010"/>
                  </a:lnTo>
                  <a:lnTo>
                    <a:pt x="550760" y="417804"/>
                  </a:lnTo>
                  <a:lnTo>
                    <a:pt x="556425" y="407212"/>
                  </a:lnTo>
                  <a:lnTo>
                    <a:pt x="560133" y="381457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7" name="object 1117" descr=""/>
            <p:cNvPicPr/>
            <p:nvPr/>
          </p:nvPicPr>
          <p:blipFill>
            <a:blip r:embed="rId230" cstate="print"/>
            <a:stretch>
              <a:fillRect/>
            </a:stretch>
          </p:blipFill>
          <p:spPr>
            <a:xfrm>
              <a:off x="7424191" y="9239794"/>
              <a:ext cx="93842" cy="186783"/>
            </a:xfrm>
            <a:prstGeom prst="rect">
              <a:avLst/>
            </a:prstGeom>
          </p:spPr>
        </p:pic>
        <p:sp>
          <p:nvSpPr>
            <p:cNvPr id="1118" name="object 1118" descr=""/>
            <p:cNvSpPr/>
            <p:nvPr/>
          </p:nvSpPr>
          <p:spPr>
            <a:xfrm>
              <a:off x="6807449" y="8902738"/>
              <a:ext cx="127000" cy="389890"/>
            </a:xfrm>
            <a:custGeom>
              <a:avLst/>
              <a:gdLst/>
              <a:ahLst/>
              <a:cxnLst/>
              <a:rect l="l" t="t" r="r" b="b"/>
              <a:pathLst>
                <a:path w="127000" h="389890">
                  <a:moveTo>
                    <a:pt x="65679" y="0"/>
                  </a:moveTo>
                  <a:lnTo>
                    <a:pt x="33716" y="70730"/>
                  </a:lnTo>
                  <a:lnTo>
                    <a:pt x="25932" y="119352"/>
                  </a:lnTo>
                  <a:lnTo>
                    <a:pt x="16596" y="189147"/>
                  </a:lnTo>
                  <a:lnTo>
                    <a:pt x="7131" y="278580"/>
                  </a:lnTo>
                  <a:lnTo>
                    <a:pt x="0" y="353728"/>
                  </a:lnTo>
                  <a:lnTo>
                    <a:pt x="4990" y="379279"/>
                  </a:lnTo>
                  <a:lnTo>
                    <a:pt x="11182" y="389566"/>
                  </a:lnTo>
                  <a:lnTo>
                    <a:pt x="22652" y="386183"/>
                  </a:lnTo>
                  <a:lnTo>
                    <a:pt x="49707" y="353152"/>
                  </a:lnTo>
                  <a:lnTo>
                    <a:pt x="61254" y="311040"/>
                  </a:lnTo>
                  <a:lnTo>
                    <a:pt x="76065" y="253542"/>
                  </a:lnTo>
                  <a:lnTo>
                    <a:pt x="119543" y="80279"/>
                  </a:lnTo>
                  <a:lnTo>
                    <a:pt x="126875" y="52785"/>
                  </a:lnTo>
                  <a:lnTo>
                    <a:pt x="120577" y="26154"/>
                  </a:lnTo>
                  <a:lnTo>
                    <a:pt x="95816" y="3930"/>
                  </a:lnTo>
                  <a:lnTo>
                    <a:pt x="65679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9" name="object 1119" descr=""/>
            <p:cNvPicPr/>
            <p:nvPr/>
          </p:nvPicPr>
          <p:blipFill>
            <a:blip r:embed="rId231" cstate="print"/>
            <a:stretch>
              <a:fillRect/>
            </a:stretch>
          </p:blipFill>
          <p:spPr>
            <a:xfrm>
              <a:off x="6758406" y="9251793"/>
              <a:ext cx="93832" cy="186784"/>
            </a:xfrm>
            <a:prstGeom prst="rect">
              <a:avLst/>
            </a:prstGeom>
          </p:spPr>
        </p:pic>
        <p:sp>
          <p:nvSpPr>
            <p:cNvPr id="1120" name="object 1120" descr=""/>
            <p:cNvSpPr/>
            <p:nvPr/>
          </p:nvSpPr>
          <p:spPr>
            <a:xfrm>
              <a:off x="6852412" y="8484393"/>
              <a:ext cx="558800" cy="508000"/>
            </a:xfrm>
            <a:custGeom>
              <a:avLst/>
              <a:gdLst/>
              <a:ahLst/>
              <a:cxnLst/>
              <a:rect l="l" t="t" r="r" b="b"/>
              <a:pathLst>
                <a:path w="558800" h="508000">
                  <a:moveTo>
                    <a:pt x="558698" y="444957"/>
                  </a:moveTo>
                  <a:lnTo>
                    <a:pt x="555688" y="431025"/>
                  </a:lnTo>
                  <a:lnTo>
                    <a:pt x="544817" y="389115"/>
                  </a:lnTo>
                  <a:lnTo>
                    <a:pt x="463943" y="87147"/>
                  </a:lnTo>
                  <a:lnTo>
                    <a:pt x="385711" y="40297"/>
                  </a:lnTo>
                  <a:lnTo>
                    <a:pt x="344995" y="15608"/>
                  </a:lnTo>
                  <a:lnTo>
                    <a:pt x="328599" y="4889"/>
                  </a:lnTo>
                  <a:lnTo>
                    <a:pt x="323354" y="0"/>
                  </a:lnTo>
                  <a:lnTo>
                    <a:pt x="294233" y="24739"/>
                  </a:lnTo>
                  <a:lnTo>
                    <a:pt x="270916" y="33286"/>
                  </a:lnTo>
                  <a:lnTo>
                    <a:pt x="241173" y="25920"/>
                  </a:lnTo>
                  <a:lnTo>
                    <a:pt x="192747" y="2921"/>
                  </a:lnTo>
                  <a:lnTo>
                    <a:pt x="48920" y="87757"/>
                  </a:lnTo>
                  <a:lnTo>
                    <a:pt x="49212" y="88976"/>
                  </a:lnTo>
                  <a:lnTo>
                    <a:pt x="46494" y="89204"/>
                  </a:lnTo>
                  <a:lnTo>
                    <a:pt x="6883" y="395846"/>
                  </a:lnTo>
                  <a:lnTo>
                    <a:pt x="1536" y="438391"/>
                  </a:lnTo>
                  <a:lnTo>
                    <a:pt x="0" y="452513"/>
                  </a:lnTo>
                  <a:lnTo>
                    <a:pt x="6515" y="466623"/>
                  </a:lnTo>
                  <a:lnTo>
                    <a:pt x="25044" y="481063"/>
                  </a:lnTo>
                  <a:lnTo>
                    <a:pt x="50876" y="487705"/>
                  </a:lnTo>
                  <a:lnTo>
                    <a:pt x="79298" y="478472"/>
                  </a:lnTo>
                  <a:lnTo>
                    <a:pt x="88277" y="451167"/>
                  </a:lnTo>
                  <a:lnTo>
                    <a:pt x="100545" y="391604"/>
                  </a:lnTo>
                  <a:lnTo>
                    <a:pt x="110439" y="335038"/>
                  </a:lnTo>
                  <a:lnTo>
                    <a:pt x="126809" y="401231"/>
                  </a:lnTo>
                  <a:lnTo>
                    <a:pt x="137490" y="446366"/>
                  </a:lnTo>
                  <a:lnTo>
                    <a:pt x="140792" y="464159"/>
                  </a:lnTo>
                  <a:lnTo>
                    <a:pt x="150444" y="475691"/>
                  </a:lnTo>
                  <a:lnTo>
                    <a:pt x="174358" y="489445"/>
                  </a:lnTo>
                  <a:lnTo>
                    <a:pt x="209346" y="501484"/>
                  </a:lnTo>
                  <a:lnTo>
                    <a:pt x="252183" y="507809"/>
                  </a:lnTo>
                  <a:lnTo>
                    <a:pt x="299669" y="504456"/>
                  </a:lnTo>
                  <a:lnTo>
                    <a:pt x="348602" y="487464"/>
                  </a:lnTo>
                  <a:lnTo>
                    <a:pt x="395757" y="452843"/>
                  </a:lnTo>
                  <a:lnTo>
                    <a:pt x="426313" y="288925"/>
                  </a:lnTo>
                  <a:lnTo>
                    <a:pt x="434530" y="322529"/>
                  </a:lnTo>
                  <a:lnTo>
                    <a:pt x="453250" y="392963"/>
                  </a:lnTo>
                  <a:lnTo>
                    <a:pt x="470623" y="451256"/>
                  </a:lnTo>
                  <a:lnTo>
                    <a:pt x="481926" y="477685"/>
                  </a:lnTo>
                  <a:lnTo>
                    <a:pt x="511048" y="484428"/>
                  </a:lnTo>
                  <a:lnTo>
                    <a:pt x="536206" y="475564"/>
                  </a:lnTo>
                  <a:lnTo>
                    <a:pt x="553427" y="459587"/>
                  </a:lnTo>
                  <a:lnTo>
                    <a:pt x="558698" y="444957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1" name="object 1121" descr=""/>
            <p:cNvSpPr/>
            <p:nvPr/>
          </p:nvSpPr>
          <p:spPr>
            <a:xfrm>
              <a:off x="6915975" y="8544769"/>
              <a:ext cx="405765" cy="800100"/>
            </a:xfrm>
            <a:custGeom>
              <a:avLst/>
              <a:gdLst/>
              <a:ahLst/>
              <a:cxnLst/>
              <a:rect l="l" t="t" r="r" b="b"/>
              <a:pathLst>
                <a:path w="405765" h="800100">
                  <a:moveTo>
                    <a:pt x="368033" y="200240"/>
                  </a:moveTo>
                  <a:lnTo>
                    <a:pt x="362178" y="187706"/>
                  </a:lnTo>
                  <a:lnTo>
                    <a:pt x="349478" y="164033"/>
                  </a:lnTo>
                  <a:lnTo>
                    <a:pt x="337210" y="140322"/>
                  </a:lnTo>
                  <a:lnTo>
                    <a:pt x="332676" y="127673"/>
                  </a:lnTo>
                  <a:lnTo>
                    <a:pt x="338950" y="106819"/>
                  </a:lnTo>
                  <a:lnTo>
                    <a:pt x="366572" y="6451"/>
                  </a:lnTo>
                  <a:lnTo>
                    <a:pt x="355904" y="0"/>
                  </a:lnTo>
                  <a:lnTo>
                    <a:pt x="338709" y="67970"/>
                  </a:lnTo>
                  <a:lnTo>
                    <a:pt x="329577" y="103416"/>
                  </a:lnTo>
                  <a:lnTo>
                    <a:pt x="325437" y="117830"/>
                  </a:lnTo>
                  <a:lnTo>
                    <a:pt x="323215" y="122720"/>
                  </a:lnTo>
                  <a:lnTo>
                    <a:pt x="313055" y="130048"/>
                  </a:lnTo>
                  <a:lnTo>
                    <a:pt x="289102" y="146011"/>
                  </a:lnTo>
                  <a:lnTo>
                    <a:pt x="257505" y="167995"/>
                  </a:lnTo>
                  <a:lnTo>
                    <a:pt x="224421" y="193357"/>
                  </a:lnTo>
                  <a:lnTo>
                    <a:pt x="182156" y="234759"/>
                  </a:lnTo>
                  <a:lnTo>
                    <a:pt x="165862" y="259156"/>
                  </a:lnTo>
                  <a:lnTo>
                    <a:pt x="162217" y="248742"/>
                  </a:lnTo>
                  <a:lnTo>
                    <a:pt x="138049" y="206844"/>
                  </a:lnTo>
                  <a:lnTo>
                    <a:pt x="101155" y="163093"/>
                  </a:lnTo>
                  <a:lnTo>
                    <a:pt x="69710" y="136423"/>
                  </a:lnTo>
                  <a:lnTo>
                    <a:pt x="63804" y="131432"/>
                  </a:lnTo>
                  <a:lnTo>
                    <a:pt x="56934" y="108889"/>
                  </a:lnTo>
                  <a:lnTo>
                    <a:pt x="44754" y="64465"/>
                  </a:lnTo>
                  <a:lnTo>
                    <a:pt x="27965" y="1473"/>
                  </a:lnTo>
                  <a:lnTo>
                    <a:pt x="16878" y="8216"/>
                  </a:lnTo>
                  <a:lnTo>
                    <a:pt x="45529" y="115265"/>
                  </a:lnTo>
                  <a:lnTo>
                    <a:pt x="49771" y="129921"/>
                  </a:lnTo>
                  <a:lnTo>
                    <a:pt x="51625" y="134442"/>
                  </a:lnTo>
                  <a:lnTo>
                    <a:pt x="48514" y="145008"/>
                  </a:lnTo>
                  <a:lnTo>
                    <a:pt x="39331" y="164134"/>
                  </a:lnTo>
                  <a:lnTo>
                    <a:pt x="29591" y="183222"/>
                  </a:lnTo>
                  <a:lnTo>
                    <a:pt x="24777" y="193649"/>
                  </a:lnTo>
                  <a:lnTo>
                    <a:pt x="33007" y="240322"/>
                  </a:lnTo>
                  <a:lnTo>
                    <a:pt x="63296" y="271830"/>
                  </a:lnTo>
                  <a:lnTo>
                    <a:pt x="101485" y="270764"/>
                  </a:lnTo>
                  <a:lnTo>
                    <a:pt x="140728" y="268287"/>
                  </a:lnTo>
                  <a:lnTo>
                    <a:pt x="161696" y="265264"/>
                  </a:lnTo>
                  <a:lnTo>
                    <a:pt x="194640" y="268287"/>
                  </a:lnTo>
                  <a:lnTo>
                    <a:pt x="260388" y="270776"/>
                  </a:lnTo>
                  <a:lnTo>
                    <a:pt x="325081" y="271843"/>
                  </a:lnTo>
                  <a:lnTo>
                    <a:pt x="354926" y="270510"/>
                  </a:lnTo>
                  <a:lnTo>
                    <a:pt x="357619" y="258546"/>
                  </a:lnTo>
                  <a:lnTo>
                    <a:pt x="362051" y="235585"/>
                  </a:lnTo>
                  <a:lnTo>
                    <a:pt x="366204" y="212521"/>
                  </a:lnTo>
                  <a:lnTo>
                    <a:pt x="368033" y="200240"/>
                  </a:lnTo>
                  <a:close/>
                </a:path>
                <a:path w="405765" h="800100">
                  <a:moveTo>
                    <a:pt x="405752" y="627976"/>
                  </a:moveTo>
                  <a:lnTo>
                    <a:pt x="392696" y="575513"/>
                  </a:lnTo>
                  <a:lnTo>
                    <a:pt x="339140" y="563448"/>
                  </a:lnTo>
                  <a:lnTo>
                    <a:pt x="231203" y="563092"/>
                  </a:lnTo>
                  <a:lnTo>
                    <a:pt x="21869" y="562749"/>
                  </a:lnTo>
                  <a:lnTo>
                    <a:pt x="9436" y="586028"/>
                  </a:lnTo>
                  <a:lnTo>
                    <a:pt x="3009" y="603021"/>
                  </a:lnTo>
                  <a:lnTo>
                    <a:pt x="546" y="622046"/>
                  </a:lnTo>
                  <a:lnTo>
                    <a:pt x="0" y="651408"/>
                  </a:lnTo>
                  <a:lnTo>
                    <a:pt x="91249" y="656704"/>
                  </a:lnTo>
                  <a:lnTo>
                    <a:pt x="142798" y="673887"/>
                  </a:lnTo>
                  <a:lnTo>
                    <a:pt x="173672" y="716864"/>
                  </a:lnTo>
                  <a:lnTo>
                    <a:pt x="202882" y="799503"/>
                  </a:lnTo>
                  <a:lnTo>
                    <a:pt x="225640" y="798601"/>
                  </a:lnTo>
                  <a:lnTo>
                    <a:pt x="241490" y="731748"/>
                  </a:lnTo>
                  <a:lnTo>
                    <a:pt x="265531" y="691692"/>
                  </a:lnTo>
                  <a:lnTo>
                    <a:pt x="314655" y="662432"/>
                  </a:lnTo>
                  <a:lnTo>
                    <a:pt x="405752" y="627976"/>
                  </a:lnTo>
                  <a:close/>
                </a:path>
              </a:pathLst>
            </a:custGeom>
            <a:solidFill>
              <a:srgbClr val="F1EF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2" name="object 1122" descr=""/>
            <p:cNvPicPr/>
            <p:nvPr/>
          </p:nvPicPr>
          <p:blipFill>
            <a:blip r:embed="rId232" cstate="print"/>
            <a:stretch>
              <a:fillRect/>
            </a:stretch>
          </p:blipFill>
          <p:spPr>
            <a:xfrm>
              <a:off x="6916973" y="10233888"/>
              <a:ext cx="226981" cy="141845"/>
            </a:xfrm>
            <a:prstGeom prst="rect">
              <a:avLst/>
            </a:prstGeom>
          </p:spPr>
        </p:pic>
      </p:grpSp>
      <p:grpSp>
        <p:nvGrpSpPr>
          <p:cNvPr id="1123" name="object 1123" descr=""/>
          <p:cNvGrpSpPr/>
          <p:nvPr/>
        </p:nvGrpSpPr>
        <p:grpSpPr>
          <a:xfrm>
            <a:off x="5393768" y="8073005"/>
            <a:ext cx="326390" cy="466725"/>
            <a:chOff x="5393768" y="8073005"/>
            <a:chExt cx="326390" cy="466725"/>
          </a:xfrm>
        </p:grpSpPr>
        <p:pic>
          <p:nvPicPr>
            <p:cNvPr id="1124" name="object 1124" descr=""/>
            <p:cNvPicPr/>
            <p:nvPr/>
          </p:nvPicPr>
          <p:blipFill>
            <a:blip r:embed="rId233" cstate="print"/>
            <a:stretch>
              <a:fillRect/>
            </a:stretch>
          </p:blipFill>
          <p:spPr>
            <a:xfrm>
              <a:off x="5478023" y="8407545"/>
              <a:ext cx="137817" cy="131723"/>
            </a:xfrm>
            <a:prstGeom prst="rect">
              <a:avLst/>
            </a:prstGeom>
          </p:spPr>
        </p:pic>
        <p:sp>
          <p:nvSpPr>
            <p:cNvPr id="1125" name="object 1125" descr=""/>
            <p:cNvSpPr/>
            <p:nvPr/>
          </p:nvSpPr>
          <p:spPr>
            <a:xfrm>
              <a:off x="5393768" y="8275722"/>
              <a:ext cx="47625" cy="97790"/>
            </a:xfrm>
            <a:custGeom>
              <a:avLst/>
              <a:gdLst/>
              <a:ahLst/>
              <a:cxnLst/>
              <a:rect l="l" t="t" r="r" b="b"/>
              <a:pathLst>
                <a:path w="47625" h="97790">
                  <a:moveTo>
                    <a:pt x="12883" y="0"/>
                  </a:moveTo>
                  <a:lnTo>
                    <a:pt x="7676" y="97"/>
                  </a:lnTo>
                  <a:lnTo>
                    <a:pt x="3291" y="2871"/>
                  </a:lnTo>
                  <a:lnTo>
                    <a:pt x="54" y="16340"/>
                  </a:lnTo>
                  <a:lnTo>
                    <a:pt x="0" y="41662"/>
                  </a:lnTo>
                  <a:lnTo>
                    <a:pt x="2327" y="67803"/>
                  </a:lnTo>
                  <a:lnTo>
                    <a:pt x="41608" y="96526"/>
                  </a:lnTo>
                  <a:lnTo>
                    <a:pt x="47175" y="97308"/>
                  </a:lnTo>
                  <a:lnTo>
                    <a:pt x="41220" y="73534"/>
                  </a:lnTo>
                  <a:lnTo>
                    <a:pt x="38409" y="56599"/>
                  </a:lnTo>
                  <a:lnTo>
                    <a:pt x="38000" y="38393"/>
                  </a:lnTo>
                  <a:lnTo>
                    <a:pt x="39248" y="10808"/>
                  </a:lnTo>
                  <a:lnTo>
                    <a:pt x="22283" y="3322"/>
                  </a:lnTo>
                  <a:lnTo>
                    <a:pt x="12883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6" name="object 1126" descr=""/>
            <p:cNvSpPr/>
            <p:nvPr/>
          </p:nvSpPr>
          <p:spPr>
            <a:xfrm>
              <a:off x="5428413" y="8145332"/>
              <a:ext cx="239395" cy="330835"/>
            </a:xfrm>
            <a:custGeom>
              <a:avLst/>
              <a:gdLst/>
              <a:ahLst/>
              <a:cxnLst/>
              <a:rect l="l" t="t" r="r" b="b"/>
              <a:pathLst>
                <a:path w="239395" h="330834">
                  <a:moveTo>
                    <a:pt x="226380" y="0"/>
                  </a:moveTo>
                  <a:lnTo>
                    <a:pt x="118913" y="2732"/>
                  </a:lnTo>
                  <a:lnTo>
                    <a:pt x="44988" y="5256"/>
                  </a:lnTo>
                  <a:lnTo>
                    <a:pt x="7128" y="30550"/>
                  </a:lnTo>
                  <a:lnTo>
                    <a:pt x="3666" y="78797"/>
                  </a:lnTo>
                  <a:lnTo>
                    <a:pt x="889" y="129162"/>
                  </a:lnTo>
                  <a:lnTo>
                    <a:pt x="0" y="158309"/>
                  </a:lnTo>
                  <a:lnTo>
                    <a:pt x="2230" y="178916"/>
                  </a:lnTo>
                  <a:lnTo>
                    <a:pt x="13421" y="242783"/>
                  </a:lnTo>
                  <a:lnTo>
                    <a:pt x="34819" y="276168"/>
                  </a:lnTo>
                  <a:lnTo>
                    <a:pt x="87982" y="319092"/>
                  </a:lnTo>
                  <a:lnTo>
                    <a:pt x="120603" y="330486"/>
                  </a:lnTo>
                  <a:lnTo>
                    <a:pt x="132706" y="329843"/>
                  </a:lnTo>
                  <a:lnTo>
                    <a:pt x="183350" y="296030"/>
                  </a:lnTo>
                  <a:lnTo>
                    <a:pt x="226202" y="254348"/>
                  </a:lnTo>
                  <a:lnTo>
                    <a:pt x="235706" y="202276"/>
                  </a:lnTo>
                  <a:lnTo>
                    <a:pt x="239052" y="165290"/>
                  </a:lnTo>
                  <a:lnTo>
                    <a:pt x="236296" y="138582"/>
                  </a:lnTo>
                  <a:lnTo>
                    <a:pt x="230753" y="107263"/>
                  </a:lnTo>
                  <a:lnTo>
                    <a:pt x="227788" y="60699"/>
                  </a:lnTo>
                  <a:lnTo>
                    <a:pt x="226598" y="18431"/>
                  </a:lnTo>
                  <a:lnTo>
                    <a:pt x="226380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7" name="object 1127" descr=""/>
            <p:cNvSpPr/>
            <p:nvPr/>
          </p:nvSpPr>
          <p:spPr>
            <a:xfrm>
              <a:off x="5654797" y="8275722"/>
              <a:ext cx="47625" cy="97790"/>
            </a:xfrm>
            <a:custGeom>
              <a:avLst/>
              <a:gdLst/>
              <a:ahLst/>
              <a:cxnLst/>
              <a:rect l="l" t="t" r="r" b="b"/>
              <a:pathLst>
                <a:path w="47625" h="97790">
                  <a:moveTo>
                    <a:pt x="34292" y="0"/>
                  </a:moveTo>
                  <a:lnTo>
                    <a:pt x="24891" y="3322"/>
                  </a:lnTo>
                  <a:lnTo>
                    <a:pt x="7926" y="10808"/>
                  </a:lnTo>
                  <a:lnTo>
                    <a:pt x="9174" y="38393"/>
                  </a:lnTo>
                  <a:lnTo>
                    <a:pt x="8765" y="56599"/>
                  </a:lnTo>
                  <a:lnTo>
                    <a:pt x="5954" y="73534"/>
                  </a:lnTo>
                  <a:lnTo>
                    <a:pt x="0" y="97308"/>
                  </a:lnTo>
                  <a:lnTo>
                    <a:pt x="5566" y="96526"/>
                  </a:lnTo>
                  <a:lnTo>
                    <a:pt x="44852" y="67803"/>
                  </a:lnTo>
                  <a:lnTo>
                    <a:pt x="47176" y="41662"/>
                  </a:lnTo>
                  <a:lnTo>
                    <a:pt x="47121" y="16340"/>
                  </a:lnTo>
                  <a:lnTo>
                    <a:pt x="43883" y="2871"/>
                  </a:lnTo>
                  <a:lnTo>
                    <a:pt x="39499" y="97"/>
                  </a:lnTo>
                  <a:lnTo>
                    <a:pt x="34292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8" name="object 1128" descr=""/>
            <p:cNvSpPr/>
            <p:nvPr/>
          </p:nvSpPr>
          <p:spPr>
            <a:xfrm>
              <a:off x="5407076" y="8348783"/>
              <a:ext cx="281940" cy="25400"/>
            </a:xfrm>
            <a:custGeom>
              <a:avLst/>
              <a:gdLst/>
              <a:ahLst/>
              <a:cxnLst/>
              <a:rect l="l" t="t" r="r" b="b"/>
              <a:pathLst>
                <a:path w="281939" h="25400">
                  <a:moveTo>
                    <a:pt x="24828" y="5549"/>
                  </a:moveTo>
                  <a:lnTo>
                    <a:pt x="19265" y="0"/>
                  </a:lnTo>
                  <a:lnTo>
                    <a:pt x="5562" y="0"/>
                  </a:lnTo>
                  <a:lnTo>
                    <a:pt x="0" y="5549"/>
                  </a:lnTo>
                  <a:lnTo>
                    <a:pt x="0" y="12407"/>
                  </a:lnTo>
                  <a:lnTo>
                    <a:pt x="0" y="19265"/>
                  </a:lnTo>
                  <a:lnTo>
                    <a:pt x="5562" y="24815"/>
                  </a:lnTo>
                  <a:lnTo>
                    <a:pt x="19265" y="24815"/>
                  </a:lnTo>
                  <a:lnTo>
                    <a:pt x="24828" y="19265"/>
                  </a:lnTo>
                  <a:lnTo>
                    <a:pt x="24828" y="5549"/>
                  </a:lnTo>
                  <a:close/>
                </a:path>
                <a:path w="281939" h="25400">
                  <a:moveTo>
                    <a:pt x="281584" y="5549"/>
                  </a:moveTo>
                  <a:lnTo>
                    <a:pt x="276021" y="0"/>
                  </a:lnTo>
                  <a:lnTo>
                    <a:pt x="262318" y="0"/>
                  </a:lnTo>
                  <a:lnTo>
                    <a:pt x="256755" y="5549"/>
                  </a:lnTo>
                  <a:lnTo>
                    <a:pt x="256755" y="19265"/>
                  </a:lnTo>
                  <a:lnTo>
                    <a:pt x="262318" y="24815"/>
                  </a:lnTo>
                  <a:lnTo>
                    <a:pt x="276021" y="24815"/>
                  </a:lnTo>
                  <a:lnTo>
                    <a:pt x="281584" y="19265"/>
                  </a:lnTo>
                  <a:lnTo>
                    <a:pt x="281584" y="12407"/>
                  </a:lnTo>
                  <a:lnTo>
                    <a:pt x="281584" y="5549"/>
                  </a:lnTo>
                  <a:close/>
                </a:path>
              </a:pathLst>
            </a:custGeom>
            <a:solidFill>
              <a:srgbClr val="E8D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9" name="object 1129" descr=""/>
            <p:cNvSpPr/>
            <p:nvPr/>
          </p:nvSpPr>
          <p:spPr>
            <a:xfrm>
              <a:off x="5401688" y="8073005"/>
              <a:ext cx="318770" cy="237490"/>
            </a:xfrm>
            <a:custGeom>
              <a:avLst/>
              <a:gdLst/>
              <a:ahLst/>
              <a:cxnLst/>
              <a:rect l="l" t="t" r="r" b="b"/>
              <a:pathLst>
                <a:path w="318770" h="237490">
                  <a:moveTo>
                    <a:pt x="117970" y="0"/>
                  </a:moveTo>
                  <a:lnTo>
                    <a:pt x="77104" y="12437"/>
                  </a:lnTo>
                  <a:lnTo>
                    <a:pt x="47832" y="38819"/>
                  </a:lnTo>
                  <a:lnTo>
                    <a:pt x="19105" y="74141"/>
                  </a:lnTo>
                  <a:lnTo>
                    <a:pt x="1961" y="112474"/>
                  </a:lnTo>
                  <a:lnTo>
                    <a:pt x="0" y="163762"/>
                  </a:lnTo>
                  <a:lnTo>
                    <a:pt x="10722" y="202398"/>
                  </a:lnTo>
                  <a:lnTo>
                    <a:pt x="24335" y="226764"/>
                  </a:lnTo>
                  <a:lnTo>
                    <a:pt x="31049" y="235245"/>
                  </a:lnTo>
                  <a:lnTo>
                    <a:pt x="37673" y="171974"/>
                  </a:lnTo>
                  <a:lnTo>
                    <a:pt x="42223" y="138461"/>
                  </a:lnTo>
                  <a:lnTo>
                    <a:pt x="46806" y="123527"/>
                  </a:lnTo>
                  <a:lnTo>
                    <a:pt x="53530" y="115992"/>
                  </a:lnTo>
                  <a:lnTo>
                    <a:pt x="70787" y="117823"/>
                  </a:lnTo>
                  <a:lnTo>
                    <a:pt x="100728" y="134393"/>
                  </a:lnTo>
                  <a:lnTo>
                    <a:pt x="133724" y="161728"/>
                  </a:lnTo>
                  <a:lnTo>
                    <a:pt x="160145" y="195853"/>
                  </a:lnTo>
                  <a:lnTo>
                    <a:pt x="165142" y="206590"/>
                  </a:lnTo>
                  <a:lnTo>
                    <a:pt x="174279" y="216710"/>
                  </a:lnTo>
                  <a:lnTo>
                    <a:pt x="196019" y="224385"/>
                  </a:lnTo>
                  <a:lnTo>
                    <a:pt x="238823" y="227790"/>
                  </a:lnTo>
                  <a:lnTo>
                    <a:pt x="268790" y="235983"/>
                  </a:lnTo>
                  <a:lnTo>
                    <a:pt x="308197" y="189517"/>
                  </a:lnTo>
                  <a:lnTo>
                    <a:pt x="318208" y="130014"/>
                  </a:lnTo>
                  <a:lnTo>
                    <a:pt x="317481" y="112892"/>
                  </a:lnTo>
                  <a:lnTo>
                    <a:pt x="297640" y="79179"/>
                  </a:lnTo>
                  <a:lnTo>
                    <a:pt x="269019" y="46806"/>
                  </a:lnTo>
                  <a:lnTo>
                    <a:pt x="239985" y="21343"/>
                  </a:lnTo>
                  <a:lnTo>
                    <a:pt x="193489" y="4065"/>
                  </a:lnTo>
                  <a:lnTo>
                    <a:pt x="155174" y="1162"/>
                  </a:lnTo>
                  <a:lnTo>
                    <a:pt x="117970" y="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30" name="object 1130" descr=""/>
          <p:cNvGrpSpPr/>
          <p:nvPr/>
        </p:nvGrpSpPr>
        <p:grpSpPr>
          <a:xfrm>
            <a:off x="7886587" y="8059094"/>
            <a:ext cx="321945" cy="466725"/>
            <a:chOff x="7886587" y="8059094"/>
            <a:chExt cx="321945" cy="466725"/>
          </a:xfrm>
        </p:grpSpPr>
        <p:sp>
          <p:nvSpPr>
            <p:cNvPr id="1131" name="object 1131" descr=""/>
            <p:cNvSpPr/>
            <p:nvPr/>
          </p:nvSpPr>
          <p:spPr>
            <a:xfrm>
              <a:off x="7934919" y="8131421"/>
              <a:ext cx="239395" cy="330835"/>
            </a:xfrm>
            <a:custGeom>
              <a:avLst/>
              <a:gdLst/>
              <a:ahLst/>
              <a:cxnLst/>
              <a:rect l="l" t="t" r="r" b="b"/>
              <a:pathLst>
                <a:path w="239395" h="330834">
                  <a:moveTo>
                    <a:pt x="226380" y="0"/>
                  </a:moveTo>
                  <a:lnTo>
                    <a:pt x="118913" y="2732"/>
                  </a:lnTo>
                  <a:lnTo>
                    <a:pt x="44988" y="5256"/>
                  </a:lnTo>
                  <a:lnTo>
                    <a:pt x="7128" y="30549"/>
                  </a:lnTo>
                  <a:lnTo>
                    <a:pt x="3666" y="78793"/>
                  </a:lnTo>
                  <a:lnTo>
                    <a:pt x="889" y="129158"/>
                  </a:lnTo>
                  <a:lnTo>
                    <a:pt x="0" y="158309"/>
                  </a:lnTo>
                  <a:lnTo>
                    <a:pt x="2230" y="178916"/>
                  </a:lnTo>
                  <a:lnTo>
                    <a:pt x="13421" y="242783"/>
                  </a:lnTo>
                  <a:lnTo>
                    <a:pt x="34819" y="276168"/>
                  </a:lnTo>
                  <a:lnTo>
                    <a:pt x="87982" y="319092"/>
                  </a:lnTo>
                  <a:lnTo>
                    <a:pt x="120603" y="330486"/>
                  </a:lnTo>
                  <a:lnTo>
                    <a:pt x="132706" y="329843"/>
                  </a:lnTo>
                  <a:lnTo>
                    <a:pt x="183350" y="296030"/>
                  </a:lnTo>
                  <a:lnTo>
                    <a:pt x="226202" y="254348"/>
                  </a:lnTo>
                  <a:lnTo>
                    <a:pt x="235714" y="202276"/>
                  </a:lnTo>
                  <a:lnTo>
                    <a:pt x="239058" y="165290"/>
                  </a:lnTo>
                  <a:lnTo>
                    <a:pt x="236296" y="138582"/>
                  </a:lnTo>
                  <a:lnTo>
                    <a:pt x="230753" y="107263"/>
                  </a:lnTo>
                  <a:lnTo>
                    <a:pt x="227788" y="60699"/>
                  </a:lnTo>
                  <a:lnTo>
                    <a:pt x="226598" y="18431"/>
                  </a:lnTo>
                  <a:lnTo>
                    <a:pt x="226380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2" name="object 1132" descr=""/>
            <p:cNvPicPr/>
            <p:nvPr/>
          </p:nvPicPr>
          <p:blipFill>
            <a:blip r:embed="rId234" cstate="print"/>
            <a:stretch>
              <a:fillRect/>
            </a:stretch>
          </p:blipFill>
          <p:spPr>
            <a:xfrm>
              <a:off x="7984528" y="8393634"/>
              <a:ext cx="137828" cy="131723"/>
            </a:xfrm>
            <a:prstGeom prst="rect">
              <a:avLst/>
            </a:prstGeom>
          </p:spPr>
        </p:pic>
        <p:sp>
          <p:nvSpPr>
            <p:cNvPr id="1133" name="object 1133" descr=""/>
            <p:cNvSpPr/>
            <p:nvPr/>
          </p:nvSpPr>
          <p:spPr>
            <a:xfrm>
              <a:off x="7900263" y="8261813"/>
              <a:ext cx="308610" cy="97790"/>
            </a:xfrm>
            <a:custGeom>
              <a:avLst/>
              <a:gdLst/>
              <a:ahLst/>
              <a:cxnLst/>
              <a:rect l="l" t="t" r="r" b="b"/>
              <a:pathLst>
                <a:path w="308609" h="97790">
                  <a:moveTo>
                    <a:pt x="47180" y="97307"/>
                  </a:moveTo>
                  <a:lnTo>
                    <a:pt x="41224" y="73533"/>
                  </a:lnTo>
                  <a:lnTo>
                    <a:pt x="38417" y="56603"/>
                  </a:lnTo>
                  <a:lnTo>
                    <a:pt x="37998" y="38392"/>
                  </a:lnTo>
                  <a:lnTo>
                    <a:pt x="39255" y="10807"/>
                  </a:lnTo>
                  <a:lnTo>
                    <a:pt x="22288" y="3327"/>
                  </a:lnTo>
                  <a:lnTo>
                    <a:pt x="12890" y="0"/>
                  </a:lnTo>
                  <a:lnTo>
                    <a:pt x="7683" y="101"/>
                  </a:lnTo>
                  <a:lnTo>
                    <a:pt x="3289" y="2870"/>
                  </a:lnTo>
                  <a:lnTo>
                    <a:pt x="50" y="16344"/>
                  </a:lnTo>
                  <a:lnTo>
                    <a:pt x="0" y="41668"/>
                  </a:lnTo>
                  <a:lnTo>
                    <a:pt x="2324" y="67805"/>
                  </a:lnTo>
                  <a:lnTo>
                    <a:pt x="6235" y="83731"/>
                  </a:lnTo>
                  <a:lnTo>
                    <a:pt x="15125" y="89877"/>
                  </a:lnTo>
                  <a:lnTo>
                    <a:pt x="28917" y="94094"/>
                  </a:lnTo>
                  <a:lnTo>
                    <a:pt x="41617" y="96532"/>
                  </a:lnTo>
                  <a:lnTo>
                    <a:pt x="47180" y="97307"/>
                  </a:lnTo>
                  <a:close/>
                </a:path>
                <a:path w="308609" h="97790">
                  <a:moveTo>
                    <a:pt x="308203" y="41668"/>
                  </a:moveTo>
                  <a:lnTo>
                    <a:pt x="308152" y="16344"/>
                  </a:lnTo>
                  <a:lnTo>
                    <a:pt x="304914" y="2870"/>
                  </a:lnTo>
                  <a:lnTo>
                    <a:pt x="300532" y="101"/>
                  </a:lnTo>
                  <a:lnTo>
                    <a:pt x="295325" y="0"/>
                  </a:lnTo>
                  <a:lnTo>
                    <a:pt x="285927" y="3327"/>
                  </a:lnTo>
                  <a:lnTo>
                    <a:pt x="268960" y="10807"/>
                  </a:lnTo>
                  <a:lnTo>
                    <a:pt x="270205" y="38392"/>
                  </a:lnTo>
                  <a:lnTo>
                    <a:pt x="269798" y="56603"/>
                  </a:lnTo>
                  <a:lnTo>
                    <a:pt x="266992" y="73533"/>
                  </a:lnTo>
                  <a:lnTo>
                    <a:pt x="261035" y="97307"/>
                  </a:lnTo>
                  <a:lnTo>
                    <a:pt x="266598" y="96532"/>
                  </a:lnTo>
                  <a:lnTo>
                    <a:pt x="279285" y="94094"/>
                  </a:lnTo>
                  <a:lnTo>
                    <a:pt x="293090" y="89877"/>
                  </a:lnTo>
                  <a:lnTo>
                    <a:pt x="301980" y="83731"/>
                  </a:lnTo>
                  <a:lnTo>
                    <a:pt x="305879" y="67805"/>
                  </a:lnTo>
                  <a:lnTo>
                    <a:pt x="308203" y="41668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4" name="object 1134" descr=""/>
            <p:cNvSpPr/>
            <p:nvPr/>
          </p:nvSpPr>
          <p:spPr>
            <a:xfrm>
              <a:off x="7913573" y="8334876"/>
              <a:ext cx="281940" cy="25400"/>
            </a:xfrm>
            <a:custGeom>
              <a:avLst/>
              <a:gdLst/>
              <a:ahLst/>
              <a:cxnLst/>
              <a:rect l="l" t="t" r="r" b="b"/>
              <a:pathLst>
                <a:path w="281940" h="25400">
                  <a:moveTo>
                    <a:pt x="24828" y="5549"/>
                  </a:moveTo>
                  <a:lnTo>
                    <a:pt x="19265" y="0"/>
                  </a:lnTo>
                  <a:lnTo>
                    <a:pt x="5562" y="0"/>
                  </a:lnTo>
                  <a:lnTo>
                    <a:pt x="0" y="5549"/>
                  </a:lnTo>
                  <a:lnTo>
                    <a:pt x="0" y="12407"/>
                  </a:lnTo>
                  <a:lnTo>
                    <a:pt x="0" y="19265"/>
                  </a:lnTo>
                  <a:lnTo>
                    <a:pt x="5562" y="24815"/>
                  </a:lnTo>
                  <a:lnTo>
                    <a:pt x="19265" y="24815"/>
                  </a:lnTo>
                  <a:lnTo>
                    <a:pt x="24828" y="19265"/>
                  </a:lnTo>
                  <a:lnTo>
                    <a:pt x="24828" y="5549"/>
                  </a:lnTo>
                  <a:close/>
                </a:path>
                <a:path w="281940" h="25400">
                  <a:moveTo>
                    <a:pt x="281584" y="5549"/>
                  </a:moveTo>
                  <a:lnTo>
                    <a:pt x="276021" y="0"/>
                  </a:lnTo>
                  <a:lnTo>
                    <a:pt x="262318" y="0"/>
                  </a:lnTo>
                  <a:lnTo>
                    <a:pt x="256755" y="5549"/>
                  </a:lnTo>
                  <a:lnTo>
                    <a:pt x="256755" y="19265"/>
                  </a:lnTo>
                  <a:lnTo>
                    <a:pt x="262318" y="24815"/>
                  </a:lnTo>
                  <a:lnTo>
                    <a:pt x="276021" y="24815"/>
                  </a:lnTo>
                  <a:lnTo>
                    <a:pt x="281584" y="19265"/>
                  </a:lnTo>
                  <a:lnTo>
                    <a:pt x="281584" y="12407"/>
                  </a:lnTo>
                  <a:lnTo>
                    <a:pt x="281584" y="5549"/>
                  </a:lnTo>
                  <a:close/>
                </a:path>
              </a:pathLst>
            </a:custGeom>
            <a:solidFill>
              <a:srgbClr val="E8D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5" name="object 1135" descr=""/>
            <p:cNvSpPr/>
            <p:nvPr/>
          </p:nvSpPr>
          <p:spPr>
            <a:xfrm>
              <a:off x="7886587" y="8059094"/>
              <a:ext cx="318135" cy="364490"/>
            </a:xfrm>
            <a:custGeom>
              <a:avLst/>
              <a:gdLst/>
              <a:ahLst/>
              <a:cxnLst/>
              <a:rect l="l" t="t" r="r" b="b"/>
              <a:pathLst>
                <a:path w="318134" h="364490">
                  <a:moveTo>
                    <a:pt x="199668" y="0"/>
                  </a:moveTo>
                  <a:lnTo>
                    <a:pt x="124145" y="4065"/>
                  </a:lnTo>
                  <a:lnTo>
                    <a:pt x="77652" y="21343"/>
                  </a:lnTo>
                  <a:lnTo>
                    <a:pt x="48615" y="46806"/>
                  </a:lnTo>
                  <a:lnTo>
                    <a:pt x="19990" y="79179"/>
                  </a:lnTo>
                  <a:lnTo>
                    <a:pt x="153" y="112892"/>
                  </a:lnTo>
                  <a:lnTo>
                    <a:pt x="0" y="129848"/>
                  </a:lnTo>
                  <a:lnTo>
                    <a:pt x="4566" y="157861"/>
                  </a:lnTo>
                  <a:lnTo>
                    <a:pt x="17021" y="215402"/>
                  </a:lnTo>
                  <a:lnTo>
                    <a:pt x="30885" y="275815"/>
                  </a:lnTo>
                  <a:lnTo>
                    <a:pt x="63946" y="335092"/>
                  </a:lnTo>
                  <a:lnTo>
                    <a:pt x="98401" y="361314"/>
                  </a:lnTo>
                  <a:lnTo>
                    <a:pt x="118502" y="358684"/>
                  </a:lnTo>
                  <a:lnTo>
                    <a:pt x="136236" y="353188"/>
                  </a:lnTo>
                  <a:lnTo>
                    <a:pt x="152421" y="347642"/>
                  </a:lnTo>
                  <a:lnTo>
                    <a:pt x="167875" y="344864"/>
                  </a:lnTo>
                  <a:lnTo>
                    <a:pt x="188351" y="347488"/>
                  </a:lnTo>
                  <a:lnTo>
                    <a:pt x="203243" y="354198"/>
                  </a:lnTo>
                  <a:lnTo>
                    <a:pt x="216749" y="361040"/>
                  </a:lnTo>
                  <a:lnTo>
                    <a:pt x="233067" y="364058"/>
                  </a:lnTo>
                  <a:lnTo>
                    <a:pt x="264540" y="333659"/>
                  </a:lnTo>
                  <a:lnTo>
                    <a:pt x="287453" y="292238"/>
                  </a:lnTo>
                  <a:lnTo>
                    <a:pt x="307346" y="230894"/>
                  </a:lnTo>
                  <a:lnTo>
                    <a:pt x="317769" y="172668"/>
                  </a:lnTo>
                  <a:lnTo>
                    <a:pt x="315672" y="112474"/>
                  </a:lnTo>
                  <a:lnTo>
                    <a:pt x="298528" y="74141"/>
                  </a:lnTo>
                  <a:lnTo>
                    <a:pt x="269801" y="38819"/>
                  </a:lnTo>
                  <a:lnTo>
                    <a:pt x="240529" y="12437"/>
                  </a:lnTo>
                  <a:lnTo>
                    <a:pt x="221748" y="927"/>
                  </a:lnTo>
                  <a:lnTo>
                    <a:pt x="199668" y="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36" name="object 1136" descr=""/>
            <p:cNvPicPr/>
            <p:nvPr/>
          </p:nvPicPr>
          <p:blipFill>
            <a:blip r:embed="rId235" cstate="print"/>
            <a:stretch>
              <a:fillRect/>
            </a:stretch>
          </p:blipFill>
          <p:spPr>
            <a:xfrm>
              <a:off x="7948308" y="8361868"/>
              <a:ext cx="211004" cy="145579"/>
            </a:xfrm>
            <a:prstGeom prst="rect">
              <a:avLst/>
            </a:prstGeom>
          </p:spPr>
        </p:pic>
      </p:grpSp>
      <p:grpSp>
        <p:nvGrpSpPr>
          <p:cNvPr id="1137" name="object 1137" descr=""/>
          <p:cNvGrpSpPr/>
          <p:nvPr/>
        </p:nvGrpSpPr>
        <p:grpSpPr>
          <a:xfrm>
            <a:off x="6955742" y="8052928"/>
            <a:ext cx="312420" cy="473075"/>
            <a:chOff x="6955742" y="8052928"/>
            <a:chExt cx="312420" cy="473075"/>
          </a:xfrm>
        </p:grpSpPr>
        <p:pic>
          <p:nvPicPr>
            <p:cNvPr id="1138" name="object 1138" descr=""/>
            <p:cNvPicPr/>
            <p:nvPr/>
          </p:nvPicPr>
          <p:blipFill>
            <a:blip r:embed="rId236" cstate="print"/>
            <a:stretch>
              <a:fillRect/>
            </a:stretch>
          </p:blipFill>
          <p:spPr>
            <a:xfrm>
              <a:off x="6955742" y="8266472"/>
              <a:ext cx="290799" cy="259449"/>
            </a:xfrm>
            <a:prstGeom prst="rect">
              <a:avLst/>
            </a:prstGeom>
          </p:spPr>
        </p:pic>
        <p:sp>
          <p:nvSpPr>
            <p:cNvPr id="1139" name="object 1139" descr=""/>
            <p:cNvSpPr/>
            <p:nvPr/>
          </p:nvSpPr>
          <p:spPr>
            <a:xfrm>
              <a:off x="6979018" y="8143818"/>
              <a:ext cx="238125" cy="322580"/>
            </a:xfrm>
            <a:custGeom>
              <a:avLst/>
              <a:gdLst/>
              <a:ahLst/>
              <a:cxnLst/>
              <a:rect l="l" t="t" r="r" b="b"/>
              <a:pathLst>
                <a:path w="238125" h="322579">
                  <a:moveTo>
                    <a:pt x="40503" y="0"/>
                  </a:moveTo>
                  <a:lnTo>
                    <a:pt x="7076" y="23309"/>
                  </a:lnTo>
                  <a:lnTo>
                    <a:pt x="3641" y="71185"/>
                  </a:lnTo>
                  <a:lnTo>
                    <a:pt x="885" y="121162"/>
                  </a:lnTo>
                  <a:lnTo>
                    <a:pt x="0" y="150086"/>
                  </a:lnTo>
                  <a:lnTo>
                    <a:pt x="1262" y="168955"/>
                  </a:lnTo>
                  <a:lnTo>
                    <a:pt x="6852" y="223964"/>
                  </a:lnTo>
                  <a:lnTo>
                    <a:pt x="48112" y="283465"/>
                  </a:lnTo>
                  <a:lnTo>
                    <a:pt x="84238" y="320070"/>
                  </a:lnTo>
                  <a:lnTo>
                    <a:pt x="110755" y="322112"/>
                  </a:lnTo>
                  <a:lnTo>
                    <a:pt x="128047" y="321858"/>
                  </a:lnTo>
                  <a:lnTo>
                    <a:pt x="184283" y="285279"/>
                  </a:lnTo>
                  <a:lnTo>
                    <a:pt x="214444" y="259633"/>
                  </a:lnTo>
                  <a:lnTo>
                    <a:pt x="233294" y="223662"/>
                  </a:lnTo>
                  <a:lnTo>
                    <a:pt x="237773" y="156663"/>
                  </a:lnTo>
                  <a:lnTo>
                    <a:pt x="234045" y="130955"/>
                  </a:lnTo>
                  <a:lnTo>
                    <a:pt x="224471" y="101604"/>
                  </a:lnTo>
                  <a:lnTo>
                    <a:pt x="212565" y="59185"/>
                  </a:lnTo>
                  <a:lnTo>
                    <a:pt x="198130" y="4457"/>
                  </a:lnTo>
                  <a:lnTo>
                    <a:pt x="104744" y="1437"/>
                  </a:lnTo>
                  <a:lnTo>
                    <a:pt x="40503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0" name="object 1140" descr=""/>
            <p:cNvSpPr/>
            <p:nvPr/>
          </p:nvSpPr>
          <p:spPr>
            <a:xfrm>
              <a:off x="7205915" y="8266472"/>
              <a:ext cx="46990" cy="97155"/>
            </a:xfrm>
            <a:custGeom>
              <a:avLst/>
              <a:gdLst/>
              <a:ahLst/>
              <a:cxnLst/>
              <a:rect l="l" t="t" r="r" b="b"/>
              <a:pathLst>
                <a:path w="46990" h="97154">
                  <a:moveTo>
                    <a:pt x="39197" y="95"/>
                  </a:moveTo>
                  <a:lnTo>
                    <a:pt x="34031" y="0"/>
                  </a:lnTo>
                  <a:lnTo>
                    <a:pt x="24705" y="3298"/>
                  </a:lnTo>
                  <a:lnTo>
                    <a:pt x="7874" y="10731"/>
                  </a:lnTo>
                  <a:lnTo>
                    <a:pt x="9111" y="38099"/>
                  </a:lnTo>
                  <a:lnTo>
                    <a:pt x="8703" y="56163"/>
                  </a:lnTo>
                  <a:lnTo>
                    <a:pt x="5912" y="72968"/>
                  </a:lnTo>
                  <a:lnTo>
                    <a:pt x="0" y="96561"/>
                  </a:lnTo>
                  <a:lnTo>
                    <a:pt x="5525" y="95783"/>
                  </a:lnTo>
                  <a:lnTo>
                    <a:pt x="44509" y="67283"/>
                  </a:lnTo>
                  <a:lnTo>
                    <a:pt x="46816" y="41344"/>
                  </a:lnTo>
                  <a:lnTo>
                    <a:pt x="46761" y="16215"/>
                  </a:lnTo>
                  <a:lnTo>
                    <a:pt x="43548" y="2846"/>
                  </a:lnTo>
                  <a:lnTo>
                    <a:pt x="39197" y="95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1" name="object 1141" descr=""/>
            <p:cNvSpPr/>
            <p:nvPr/>
          </p:nvSpPr>
          <p:spPr>
            <a:xfrm>
              <a:off x="7214889" y="8338961"/>
              <a:ext cx="24765" cy="24765"/>
            </a:xfrm>
            <a:custGeom>
              <a:avLst/>
              <a:gdLst/>
              <a:ahLst/>
              <a:cxnLst/>
              <a:rect l="l" t="t" r="r" b="b"/>
              <a:pathLst>
                <a:path w="24765" h="24765">
                  <a:moveTo>
                    <a:pt x="19119" y="0"/>
                  </a:moveTo>
                  <a:lnTo>
                    <a:pt x="5518" y="0"/>
                  </a:lnTo>
                  <a:lnTo>
                    <a:pt x="0" y="5507"/>
                  </a:lnTo>
                  <a:lnTo>
                    <a:pt x="0" y="19109"/>
                  </a:lnTo>
                  <a:lnTo>
                    <a:pt x="5518" y="24627"/>
                  </a:lnTo>
                  <a:lnTo>
                    <a:pt x="19119" y="24627"/>
                  </a:lnTo>
                  <a:lnTo>
                    <a:pt x="24637" y="19109"/>
                  </a:lnTo>
                  <a:lnTo>
                    <a:pt x="24637" y="12313"/>
                  </a:lnTo>
                  <a:lnTo>
                    <a:pt x="24637" y="5507"/>
                  </a:lnTo>
                  <a:lnTo>
                    <a:pt x="19119" y="0"/>
                  </a:lnTo>
                  <a:close/>
                </a:path>
              </a:pathLst>
            </a:custGeom>
            <a:solidFill>
              <a:srgbClr val="E8D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2" name="object 1142" descr=""/>
            <p:cNvSpPr/>
            <p:nvPr/>
          </p:nvSpPr>
          <p:spPr>
            <a:xfrm>
              <a:off x="6961933" y="8052928"/>
              <a:ext cx="306070" cy="236854"/>
            </a:xfrm>
            <a:custGeom>
              <a:avLst/>
              <a:gdLst/>
              <a:ahLst/>
              <a:cxnLst/>
              <a:rect l="l" t="t" r="r" b="b"/>
              <a:pathLst>
                <a:path w="306070" h="236854">
                  <a:moveTo>
                    <a:pt x="105645" y="0"/>
                  </a:moveTo>
                  <a:lnTo>
                    <a:pt x="67060" y="11835"/>
                  </a:lnTo>
                  <a:lnTo>
                    <a:pt x="19103" y="70890"/>
                  </a:lnTo>
                  <a:lnTo>
                    <a:pt x="4242" y="108620"/>
                  </a:lnTo>
                  <a:lnTo>
                    <a:pt x="0" y="160511"/>
                  </a:lnTo>
                  <a:lnTo>
                    <a:pt x="5704" y="200471"/>
                  </a:lnTo>
                  <a:lnTo>
                    <a:pt x="14300" y="226162"/>
                  </a:lnTo>
                  <a:lnTo>
                    <a:pt x="18734" y="235245"/>
                  </a:lnTo>
                  <a:lnTo>
                    <a:pt x="25352" y="171974"/>
                  </a:lnTo>
                  <a:lnTo>
                    <a:pt x="29898" y="138461"/>
                  </a:lnTo>
                  <a:lnTo>
                    <a:pt x="34480" y="123527"/>
                  </a:lnTo>
                  <a:lnTo>
                    <a:pt x="41204" y="115992"/>
                  </a:lnTo>
                  <a:lnTo>
                    <a:pt x="55566" y="116643"/>
                  </a:lnTo>
                  <a:lnTo>
                    <a:pt x="79128" y="130620"/>
                  </a:lnTo>
                  <a:lnTo>
                    <a:pt x="105744" y="155363"/>
                  </a:lnTo>
                  <a:lnTo>
                    <a:pt x="129264" y="188314"/>
                  </a:lnTo>
                  <a:lnTo>
                    <a:pt x="135750" y="200671"/>
                  </a:lnTo>
                  <a:lnTo>
                    <a:pt x="148562" y="214740"/>
                  </a:lnTo>
                  <a:lnTo>
                    <a:pt x="174976" y="227329"/>
                  </a:lnTo>
                  <a:lnTo>
                    <a:pt x="222267" y="235245"/>
                  </a:lnTo>
                  <a:lnTo>
                    <a:pt x="237771" y="236482"/>
                  </a:lnTo>
                  <a:lnTo>
                    <a:pt x="257334" y="236004"/>
                  </a:lnTo>
                  <a:lnTo>
                    <a:pt x="295875" y="189517"/>
                  </a:lnTo>
                  <a:lnTo>
                    <a:pt x="305886" y="130014"/>
                  </a:lnTo>
                  <a:lnTo>
                    <a:pt x="305165" y="112892"/>
                  </a:lnTo>
                  <a:lnTo>
                    <a:pt x="285323" y="79179"/>
                  </a:lnTo>
                  <a:lnTo>
                    <a:pt x="256699" y="46806"/>
                  </a:lnTo>
                  <a:lnTo>
                    <a:pt x="227664" y="21343"/>
                  </a:lnTo>
                  <a:lnTo>
                    <a:pt x="181172" y="4065"/>
                  </a:lnTo>
                  <a:lnTo>
                    <a:pt x="142853" y="1162"/>
                  </a:lnTo>
                  <a:lnTo>
                    <a:pt x="105645" y="0"/>
                  </a:lnTo>
                  <a:close/>
                </a:path>
              </a:pathLst>
            </a:custGeom>
            <a:solidFill>
              <a:srgbClr val="3A201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3" name="object 1143" descr=""/>
          <p:cNvGrpSpPr/>
          <p:nvPr/>
        </p:nvGrpSpPr>
        <p:grpSpPr>
          <a:xfrm>
            <a:off x="9406915" y="6930238"/>
            <a:ext cx="469900" cy="304800"/>
            <a:chOff x="9406915" y="6930238"/>
            <a:chExt cx="469900" cy="304800"/>
          </a:xfrm>
        </p:grpSpPr>
        <p:sp>
          <p:nvSpPr>
            <p:cNvPr id="1144" name="object 1144" descr=""/>
            <p:cNvSpPr/>
            <p:nvPr/>
          </p:nvSpPr>
          <p:spPr>
            <a:xfrm>
              <a:off x="9406915" y="6979015"/>
              <a:ext cx="469900" cy="256540"/>
            </a:xfrm>
            <a:custGeom>
              <a:avLst/>
              <a:gdLst/>
              <a:ahLst/>
              <a:cxnLst/>
              <a:rect l="l" t="t" r="r" b="b"/>
              <a:pathLst>
                <a:path w="469900" h="256540">
                  <a:moveTo>
                    <a:pt x="239556" y="0"/>
                  </a:moveTo>
                  <a:lnTo>
                    <a:pt x="162673" y="4528"/>
                  </a:lnTo>
                  <a:lnTo>
                    <a:pt x="109305" y="17240"/>
                  </a:lnTo>
                  <a:lnTo>
                    <a:pt x="73388" y="36823"/>
                  </a:lnTo>
                  <a:lnTo>
                    <a:pt x="29644" y="91351"/>
                  </a:lnTo>
                  <a:lnTo>
                    <a:pt x="0" y="152304"/>
                  </a:lnTo>
                  <a:lnTo>
                    <a:pt x="7112" y="180281"/>
                  </a:lnTo>
                  <a:lnTo>
                    <a:pt x="60092" y="228048"/>
                  </a:lnTo>
                  <a:lnTo>
                    <a:pt x="100138" y="244731"/>
                  </a:lnTo>
                  <a:lnTo>
                    <a:pt x="145338" y="254544"/>
                  </a:lnTo>
                  <a:lnTo>
                    <a:pt x="192781" y="255932"/>
                  </a:lnTo>
                  <a:lnTo>
                    <a:pt x="239556" y="247343"/>
                  </a:lnTo>
                  <a:lnTo>
                    <a:pt x="303553" y="229780"/>
                  </a:lnTo>
                  <a:lnTo>
                    <a:pt x="398381" y="208583"/>
                  </a:lnTo>
                  <a:lnTo>
                    <a:pt x="430215" y="197933"/>
                  </a:lnTo>
                  <a:lnTo>
                    <a:pt x="452332" y="182570"/>
                  </a:lnTo>
                  <a:lnTo>
                    <a:pt x="465234" y="158985"/>
                  </a:lnTo>
                  <a:lnTo>
                    <a:pt x="469423" y="123671"/>
                  </a:lnTo>
                  <a:lnTo>
                    <a:pt x="461212" y="90794"/>
                  </a:lnTo>
                  <a:lnTo>
                    <a:pt x="438039" y="61252"/>
                  </a:lnTo>
                  <a:lnTo>
                    <a:pt x="402095" y="36222"/>
                  </a:lnTo>
                  <a:lnTo>
                    <a:pt x="355573" y="16884"/>
                  </a:lnTo>
                  <a:lnTo>
                    <a:pt x="300662" y="4417"/>
                  </a:lnTo>
                  <a:lnTo>
                    <a:pt x="239556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5" name="object 1145" descr=""/>
            <p:cNvPicPr/>
            <p:nvPr/>
          </p:nvPicPr>
          <p:blipFill>
            <a:blip r:embed="rId237" cstate="print"/>
            <a:stretch>
              <a:fillRect/>
            </a:stretch>
          </p:blipFill>
          <p:spPr>
            <a:xfrm>
              <a:off x="9525231" y="6930238"/>
              <a:ext cx="225888" cy="78629"/>
            </a:xfrm>
            <a:prstGeom prst="rect">
              <a:avLst/>
            </a:prstGeom>
          </p:spPr>
        </p:pic>
        <p:sp>
          <p:nvSpPr>
            <p:cNvPr id="1146" name="object 1146" descr=""/>
            <p:cNvSpPr/>
            <p:nvPr/>
          </p:nvSpPr>
          <p:spPr>
            <a:xfrm>
              <a:off x="9419052" y="6977507"/>
              <a:ext cx="455930" cy="136525"/>
            </a:xfrm>
            <a:custGeom>
              <a:avLst/>
              <a:gdLst/>
              <a:ahLst/>
              <a:cxnLst/>
              <a:rect l="l" t="t" r="r" b="b"/>
              <a:pathLst>
                <a:path w="455929" h="136525">
                  <a:moveTo>
                    <a:pt x="186348" y="0"/>
                  </a:moveTo>
                  <a:lnTo>
                    <a:pt x="131517" y="5543"/>
                  </a:lnTo>
                  <a:lnTo>
                    <a:pt x="89423" y="17768"/>
                  </a:lnTo>
                  <a:lnTo>
                    <a:pt x="33761" y="59859"/>
                  </a:lnTo>
                  <a:lnTo>
                    <a:pt x="0" y="121471"/>
                  </a:lnTo>
                  <a:lnTo>
                    <a:pt x="10485" y="132597"/>
                  </a:lnTo>
                  <a:lnTo>
                    <a:pt x="21571" y="136306"/>
                  </a:lnTo>
                  <a:lnTo>
                    <a:pt x="40087" y="132597"/>
                  </a:lnTo>
                  <a:lnTo>
                    <a:pt x="72866" y="121471"/>
                  </a:lnTo>
                  <a:lnTo>
                    <a:pt x="110799" y="111187"/>
                  </a:lnTo>
                  <a:lnTo>
                    <a:pt x="155643" y="104603"/>
                  </a:lnTo>
                  <a:lnTo>
                    <a:pt x="206478" y="102078"/>
                  </a:lnTo>
                  <a:lnTo>
                    <a:pt x="262386" y="103971"/>
                  </a:lnTo>
                  <a:lnTo>
                    <a:pt x="322448" y="110641"/>
                  </a:lnTo>
                  <a:lnTo>
                    <a:pt x="385747" y="122445"/>
                  </a:lnTo>
                  <a:lnTo>
                    <a:pt x="405298" y="122484"/>
                  </a:lnTo>
                  <a:lnTo>
                    <a:pt x="428361" y="118097"/>
                  </a:lnTo>
                  <a:lnTo>
                    <a:pt x="447588" y="112851"/>
                  </a:lnTo>
                  <a:lnTo>
                    <a:pt x="455630" y="110309"/>
                  </a:lnTo>
                  <a:lnTo>
                    <a:pt x="444358" y="54944"/>
                  </a:lnTo>
                  <a:lnTo>
                    <a:pt x="419841" y="25180"/>
                  </a:lnTo>
                  <a:lnTo>
                    <a:pt x="363396" y="10837"/>
                  </a:lnTo>
                  <a:lnTo>
                    <a:pt x="256337" y="1737"/>
                  </a:lnTo>
                  <a:lnTo>
                    <a:pt x="186348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7" name="object 1147" descr=""/>
          <p:cNvGrpSpPr/>
          <p:nvPr/>
        </p:nvGrpSpPr>
        <p:grpSpPr>
          <a:xfrm>
            <a:off x="10526892" y="6930238"/>
            <a:ext cx="462280" cy="316230"/>
            <a:chOff x="10526892" y="6930238"/>
            <a:chExt cx="462280" cy="316230"/>
          </a:xfrm>
        </p:grpSpPr>
        <p:sp>
          <p:nvSpPr>
            <p:cNvPr id="1148" name="object 1148" descr=""/>
            <p:cNvSpPr/>
            <p:nvPr/>
          </p:nvSpPr>
          <p:spPr>
            <a:xfrm>
              <a:off x="10526892" y="6979015"/>
              <a:ext cx="462280" cy="267970"/>
            </a:xfrm>
            <a:custGeom>
              <a:avLst/>
              <a:gdLst/>
              <a:ahLst/>
              <a:cxnLst/>
              <a:rect l="l" t="t" r="r" b="b"/>
              <a:pathLst>
                <a:path w="462279" h="267970">
                  <a:moveTo>
                    <a:pt x="229867" y="0"/>
                  </a:moveTo>
                  <a:lnTo>
                    <a:pt x="168760" y="4417"/>
                  </a:lnTo>
                  <a:lnTo>
                    <a:pt x="113850" y="16884"/>
                  </a:lnTo>
                  <a:lnTo>
                    <a:pt x="67327" y="36222"/>
                  </a:lnTo>
                  <a:lnTo>
                    <a:pt x="31384" y="61252"/>
                  </a:lnTo>
                  <a:lnTo>
                    <a:pt x="0" y="123671"/>
                  </a:lnTo>
                  <a:lnTo>
                    <a:pt x="3470" y="164458"/>
                  </a:lnTo>
                  <a:lnTo>
                    <a:pt x="15539" y="191308"/>
                  </a:lnTo>
                  <a:lnTo>
                    <a:pt x="38691" y="209176"/>
                  </a:lnTo>
                  <a:lnTo>
                    <a:pt x="75410" y="223017"/>
                  </a:lnTo>
                  <a:lnTo>
                    <a:pt x="128182" y="237783"/>
                  </a:lnTo>
                  <a:lnTo>
                    <a:pt x="199491" y="258431"/>
                  </a:lnTo>
                  <a:lnTo>
                    <a:pt x="246722" y="267455"/>
                  </a:lnTo>
                  <a:lnTo>
                    <a:pt x="295544" y="267016"/>
                  </a:lnTo>
                  <a:lnTo>
                    <a:pt x="343061" y="258150"/>
                  </a:lnTo>
                  <a:lnTo>
                    <a:pt x="386379" y="241893"/>
                  </a:lnTo>
                  <a:lnTo>
                    <a:pt x="422601" y="219280"/>
                  </a:lnTo>
                  <a:lnTo>
                    <a:pt x="448831" y="191349"/>
                  </a:lnTo>
                  <a:lnTo>
                    <a:pt x="462174" y="159134"/>
                  </a:lnTo>
                  <a:lnTo>
                    <a:pt x="459734" y="123671"/>
                  </a:lnTo>
                  <a:lnTo>
                    <a:pt x="436231" y="77949"/>
                  </a:lnTo>
                  <a:lnTo>
                    <a:pt x="409251" y="50311"/>
                  </a:lnTo>
                  <a:lnTo>
                    <a:pt x="367950" y="25233"/>
                  </a:lnTo>
                  <a:lnTo>
                    <a:pt x="309197" y="7026"/>
                  </a:lnTo>
                  <a:lnTo>
                    <a:pt x="229867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9" name="object 1149" descr=""/>
            <p:cNvPicPr/>
            <p:nvPr/>
          </p:nvPicPr>
          <p:blipFill>
            <a:blip r:embed="rId238" cstate="print"/>
            <a:stretch>
              <a:fillRect/>
            </a:stretch>
          </p:blipFill>
          <p:spPr>
            <a:xfrm>
              <a:off x="10645226" y="6930238"/>
              <a:ext cx="225888" cy="78629"/>
            </a:xfrm>
            <a:prstGeom prst="rect">
              <a:avLst/>
            </a:prstGeom>
          </p:spPr>
        </p:pic>
        <p:sp>
          <p:nvSpPr>
            <p:cNvPr id="1150" name="object 1150" descr=""/>
            <p:cNvSpPr/>
            <p:nvPr/>
          </p:nvSpPr>
          <p:spPr>
            <a:xfrm>
              <a:off x="10528856" y="6973228"/>
              <a:ext cx="457834" cy="143510"/>
            </a:xfrm>
            <a:custGeom>
              <a:avLst/>
              <a:gdLst/>
              <a:ahLst/>
              <a:cxnLst/>
              <a:rect l="l" t="t" r="r" b="b"/>
              <a:pathLst>
                <a:path w="457834" h="143509">
                  <a:moveTo>
                    <a:pt x="186019" y="0"/>
                  </a:moveTo>
                  <a:lnTo>
                    <a:pt x="131235" y="6540"/>
                  </a:lnTo>
                  <a:lnTo>
                    <a:pt x="89209" y="20129"/>
                  </a:lnTo>
                  <a:lnTo>
                    <a:pt x="33691" y="65073"/>
                  </a:lnTo>
                  <a:lnTo>
                    <a:pt x="0" y="128072"/>
                  </a:lnTo>
                  <a:lnTo>
                    <a:pt x="10485" y="139198"/>
                  </a:lnTo>
                  <a:lnTo>
                    <a:pt x="21571" y="142907"/>
                  </a:lnTo>
                  <a:lnTo>
                    <a:pt x="40087" y="139198"/>
                  </a:lnTo>
                  <a:lnTo>
                    <a:pt x="72866" y="128072"/>
                  </a:lnTo>
                  <a:lnTo>
                    <a:pt x="110799" y="117787"/>
                  </a:lnTo>
                  <a:lnTo>
                    <a:pt x="155642" y="111203"/>
                  </a:lnTo>
                  <a:lnTo>
                    <a:pt x="206476" y="108679"/>
                  </a:lnTo>
                  <a:lnTo>
                    <a:pt x="262382" y="110572"/>
                  </a:lnTo>
                  <a:lnTo>
                    <a:pt x="322442" y="117241"/>
                  </a:lnTo>
                  <a:lnTo>
                    <a:pt x="385736" y="129046"/>
                  </a:lnTo>
                  <a:lnTo>
                    <a:pt x="405627" y="131044"/>
                  </a:lnTo>
                  <a:lnTo>
                    <a:pt x="429428" y="130970"/>
                  </a:lnTo>
                  <a:lnTo>
                    <a:pt x="449390" y="130035"/>
                  </a:lnTo>
                  <a:lnTo>
                    <a:pt x="457766" y="129454"/>
                  </a:lnTo>
                  <a:lnTo>
                    <a:pt x="445060" y="62793"/>
                  </a:lnTo>
                  <a:lnTo>
                    <a:pt x="419806" y="27229"/>
                  </a:lnTo>
                  <a:lnTo>
                    <a:pt x="363089" y="10753"/>
                  </a:lnTo>
                  <a:lnTo>
                    <a:pt x="255992" y="1353"/>
                  </a:lnTo>
                  <a:lnTo>
                    <a:pt x="186019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1" name="object 1151" descr=""/>
          <p:cNvGrpSpPr/>
          <p:nvPr/>
        </p:nvGrpSpPr>
        <p:grpSpPr>
          <a:xfrm>
            <a:off x="9937306" y="6945250"/>
            <a:ext cx="482600" cy="302260"/>
            <a:chOff x="9937306" y="6945250"/>
            <a:chExt cx="482600" cy="302260"/>
          </a:xfrm>
        </p:grpSpPr>
        <p:sp>
          <p:nvSpPr>
            <p:cNvPr id="1152" name="object 1152" descr=""/>
            <p:cNvSpPr/>
            <p:nvPr/>
          </p:nvSpPr>
          <p:spPr>
            <a:xfrm>
              <a:off x="9937306" y="7011631"/>
              <a:ext cx="482600" cy="236220"/>
            </a:xfrm>
            <a:custGeom>
              <a:avLst/>
              <a:gdLst/>
              <a:ahLst/>
              <a:cxnLst/>
              <a:rect l="l" t="t" r="r" b="b"/>
              <a:pathLst>
                <a:path w="482600" h="236220">
                  <a:moveTo>
                    <a:pt x="14424" y="0"/>
                  </a:moveTo>
                  <a:lnTo>
                    <a:pt x="0" y="3865"/>
                  </a:lnTo>
                  <a:lnTo>
                    <a:pt x="115" y="16432"/>
                  </a:lnTo>
                  <a:lnTo>
                    <a:pt x="21693" y="40068"/>
                  </a:lnTo>
                  <a:lnTo>
                    <a:pt x="87942" y="84836"/>
                  </a:lnTo>
                  <a:lnTo>
                    <a:pt x="133617" y="108569"/>
                  </a:lnTo>
                  <a:lnTo>
                    <a:pt x="185425" y="131184"/>
                  </a:lnTo>
                  <a:lnTo>
                    <a:pt x="241692" y="151171"/>
                  </a:lnTo>
                  <a:lnTo>
                    <a:pt x="376684" y="187618"/>
                  </a:lnTo>
                  <a:lnTo>
                    <a:pt x="428032" y="207771"/>
                  </a:lnTo>
                  <a:lnTo>
                    <a:pt x="459522" y="224731"/>
                  </a:lnTo>
                  <a:lnTo>
                    <a:pt x="475888" y="235748"/>
                  </a:lnTo>
                  <a:lnTo>
                    <a:pt x="480565" y="231976"/>
                  </a:lnTo>
                  <a:lnTo>
                    <a:pt x="482124" y="226737"/>
                  </a:lnTo>
                  <a:lnTo>
                    <a:pt x="480565" y="216446"/>
                  </a:lnTo>
                  <a:lnTo>
                    <a:pt x="475888" y="197519"/>
                  </a:lnTo>
                  <a:lnTo>
                    <a:pt x="434310" y="141472"/>
                  </a:lnTo>
                  <a:lnTo>
                    <a:pt x="398959" y="109857"/>
                  </a:lnTo>
                  <a:lnTo>
                    <a:pt x="303742" y="86299"/>
                  </a:lnTo>
                  <a:lnTo>
                    <a:pt x="246631" y="67933"/>
                  </a:lnTo>
                  <a:lnTo>
                    <a:pt x="204790" y="45296"/>
                  </a:lnTo>
                  <a:lnTo>
                    <a:pt x="155385" y="8928"/>
                  </a:lnTo>
                  <a:lnTo>
                    <a:pt x="104293" y="8827"/>
                  </a:lnTo>
                  <a:lnTo>
                    <a:pt x="74875" y="8120"/>
                  </a:lnTo>
                  <a:lnTo>
                    <a:pt x="55983" y="6202"/>
                  </a:lnTo>
                  <a:lnTo>
                    <a:pt x="36467" y="2467"/>
                  </a:lnTo>
                  <a:lnTo>
                    <a:pt x="14424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3" name="object 1153" descr=""/>
            <p:cNvPicPr/>
            <p:nvPr/>
          </p:nvPicPr>
          <p:blipFill>
            <a:blip r:embed="rId239" cstate="print"/>
            <a:stretch>
              <a:fillRect/>
            </a:stretch>
          </p:blipFill>
          <p:spPr>
            <a:xfrm>
              <a:off x="10092691" y="6945250"/>
              <a:ext cx="250409" cy="176238"/>
            </a:xfrm>
            <a:prstGeom prst="rect">
              <a:avLst/>
            </a:prstGeom>
          </p:spPr>
        </p:pic>
      </p:grpSp>
      <p:grpSp>
        <p:nvGrpSpPr>
          <p:cNvPr id="1154" name="object 1154" descr=""/>
          <p:cNvGrpSpPr/>
          <p:nvPr/>
        </p:nvGrpSpPr>
        <p:grpSpPr>
          <a:xfrm>
            <a:off x="11094113" y="6929629"/>
            <a:ext cx="462280" cy="316865"/>
            <a:chOff x="11094113" y="6929629"/>
            <a:chExt cx="462280" cy="316865"/>
          </a:xfrm>
        </p:grpSpPr>
        <p:sp>
          <p:nvSpPr>
            <p:cNvPr id="1155" name="object 1155" descr=""/>
            <p:cNvSpPr/>
            <p:nvPr/>
          </p:nvSpPr>
          <p:spPr>
            <a:xfrm>
              <a:off x="11094113" y="6979014"/>
              <a:ext cx="462280" cy="267970"/>
            </a:xfrm>
            <a:custGeom>
              <a:avLst/>
              <a:gdLst/>
              <a:ahLst/>
              <a:cxnLst/>
              <a:rect l="l" t="t" r="r" b="b"/>
              <a:pathLst>
                <a:path w="462279" h="267970">
                  <a:moveTo>
                    <a:pt x="229867" y="0"/>
                  </a:moveTo>
                  <a:lnTo>
                    <a:pt x="168760" y="4417"/>
                  </a:lnTo>
                  <a:lnTo>
                    <a:pt x="113850" y="16884"/>
                  </a:lnTo>
                  <a:lnTo>
                    <a:pt x="67327" y="36222"/>
                  </a:lnTo>
                  <a:lnTo>
                    <a:pt x="31384" y="61252"/>
                  </a:lnTo>
                  <a:lnTo>
                    <a:pt x="0" y="123671"/>
                  </a:lnTo>
                  <a:lnTo>
                    <a:pt x="3470" y="164458"/>
                  </a:lnTo>
                  <a:lnTo>
                    <a:pt x="15539" y="191308"/>
                  </a:lnTo>
                  <a:lnTo>
                    <a:pt x="38691" y="209176"/>
                  </a:lnTo>
                  <a:lnTo>
                    <a:pt x="75410" y="223017"/>
                  </a:lnTo>
                  <a:lnTo>
                    <a:pt x="128182" y="237783"/>
                  </a:lnTo>
                  <a:lnTo>
                    <a:pt x="199491" y="258431"/>
                  </a:lnTo>
                  <a:lnTo>
                    <a:pt x="246722" y="267455"/>
                  </a:lnTo>
                  <a:lnTo>
                    <a:pt x="295544" y="267016"/>
                  </a:lnTo>
                  <a:lnTo>
                    <a:pt x="343061" y="258150"/>
                  </a:lnTo>
                  <a:lnTo>
                    <a:pt x="386379" y="241893"/>
                  </a:lnTo>
                  <a:lnTo>
                    <a:pt x="422601" y="219280"/>
                  </a:lnTo>
                  <a:lnTo>
                    <a:pt x="448831" y="191349"/>
                  </a:lnTo>
                  <a:lnTo>
                    <a:pt x="462174" y="159134"/>
                  </a:lnTo>
                  <a:lnTo>
                    <a:pt x="459734" y="123671"/>
                  </a:lnTo>
                  <a:lnTo>
                    <a:pt x="436231" y="77949"/>
                  </a:lnTo>
                  <a:lnTo>
                    <a:pt x="409251" y="50311"/>
                  </a:lnTo>
                  <a:lnTo>
                    <a:pt x="367950" y="25233"/>
                  </a:lnTo>
                  <a:lnTo>
                    <a:pt x="309197" y="7026"/>
                  </a:lnTo>
                  <a:lnTo>
                    <a:pt x="229867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6" name="object 1156" descr=""/>
            <p:cNvSpPr/>
            <p:nvPr/>
          </p:nvSpPr>
          <p:spPr>
            <a:xfrm>
              <a:off x="11192017" y="6929629"/>
              <a:ext cx="266065" cy="195580"/>
            </a:xfrm>
            <a:custGeom>
              <a:avLst/>
              <a:gdLst/>
              <a:ahLst/>
              <a:cxnLst/>
              <a:rect l="l" t="t" r="r" b="b"/>
              <a:pathLst>
                <a:path w="266065" h="195579">
                  <a:moveTo>
                    <a:pt x="112691" y="0"/>
                  </a:moveTo>
                  <a:lnTo>
                    <a:pt x="55390" y="8308"/>
                  </a:lnTo>
                  <a:lnTo>
                    <a:pt x="22716" y="74640"/>
                  </a:lnTo>
                  <a:lnTo>
                    <a:pt x="6337" y="117794"/>
                  </a:lnTo>
                  <a:lnTo>
                    <a:pt x="0" y="137634"/>
                  </a:lnTo>
                  <a:lnTo>
                    <a:pt x="77112" y="180115"/>
                  </a:lnTo>
                  <a:lnTo>
                    <a:pt x="130510" y="195276"/>
                  </a:lnTo>
                  <a:lnTo>
                    <a:pt x="185120" y="184020"/>
                  </a:lnTo>
                  <a:lnTo>
                    <a:pt x="265866" y="147246"/>
                  </a:lnTo>
                  <a:lnTo>
                    <a:pt x="262693" y="132057"/>
                  </a:lnTo>
                  <a:lnTo>
                    <a:pt x="243540" y="56500"/>
                  </a:lnTo>
                  <a:lnTo>
                    <a:pt x="217302" y="11438"/>
                  </a:lnTo>
                  <a:lnTo>
                    <a:pt x="178367" y="676"/>
                  </a:lnTo>
                  <a:lnTo>
                    <a:pt x="158581" y="2308"/>
                  </a:lnTo>
                  <a:lnTo>
                    <a:pt x="137582" y="2465"/>
                  </a:lnTo>
                  <a:lnTo>
                    <a:pt x="112691" y="0"/>
                  </a:lnTo>
                  <a:close/>
                </a:path>
              </a:pathLst>
            </a:custGeom>
            <a:solidFill>
              <a:srgbClr val="3D528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7" name="object 1157" descr=""/>
          <p:cNvGrpSpPr/>
          <p:nvPr/>
        </p:nvGrpSpPr>
        <p:grpSpPr>
          <a:xfrm>
            <a:off x="11702187" y="6909318"/>
            <a:ext cx="429895" cy="330200"/>
            <a:chOff x="11702187" y="6909318"/>
            <a:chExt cx="429895" cy="330200"/>
          </a:xfrm>
        </p:grpSpPr>
        <p:sp>
          <p:nvSpPr>
            <p:cNvPr id="1158" name="object 1158" descr=""/>
            <p:cNvSpPr/>
            <p:nvPr/>
          </p:nvSpPr>
          <p:spPr>
            <a:xfrm>
              <a:off x="11702187" y="6950921"/>
              <a:ext cx="429895" cy="288290"/>
            </a:xfrm>
            <a:custGeom>
              <a:avLst/>
              <a:gdLst/>
              <a:ahLst/>
              <a:cxnLst/>
              <a:rect l="l" t="t" r="r" b="b"/>
              <a:pathLst>
                <a:path w="429895" h="288290">
                  <a:moveTo>
                    <a:pt x="303840" y="0"/>
                  </a:moveTo>
                  <a:lnTo>
                    <a:pt x="235845" y="3719"/>
                  </a:lnTo>
                  <a:lnTo>
                    <a:pt x="162891" y="18721"/>
                  </a:lnTo>
                  <a:lnTo>
                    <a:pt x="106835" y="37745"/>
                  </a:lnTo>
                  <a:lnTo>
                    <a:pt x="65155" y="61494"/>
                  </a:lnTo>
                  <a:lnTo>
                    <a:pt x="35329" y="90671"/>
                  </a:lnTo>
                  <a:lnTo>
                    <a:pt x="14836" y="125977"/>
                  </a:lnTo>
                  <a:lnTo>
                    <a:pt x="0" y="195204"/>
                  </a:lnTo>
                  <a:lnTo>
                    <a:pt x="6475" y="224656"/>
                  </a:lnTo>
                  <a:lnTo>
                    <a:pt x="23040" y="249535"/>
                  </a:lnTo>
                  <a:lnTo>
                    <a:pt x="50318" y="268992"/>
                  </a:lnTo>
                  <a:lnTo>
                    <a:pt x="88928" y="282178"/>
                  </a:lnTo>
                  <a:lnTo>
                    <a:pt x="139492" y="288244"/>
                  </a:lnTo>
                  <a:lnTo>
                    <a:pt x="202632" y="286339"/>
                  </a:lnTo>
                  <a:lnTo>
                    <a:pt x="255574" y="278284"/>
                  </a:lnTo>
                  <a:lnTo>
                    <a:pt x="298146" y="264268"/>
                  </a:lnTo>
                  <a:lnTo>
                    <a:pt x="332470" y="243856"/>
                  </a:lnTo>
                  <a:lnTo>
                    <a:pt x="360671" y="216610"/>
                  </a:lnTo>
                  <a:lnTo>
                    <a:pt x="384871" y="182098"/>
                  </a:lnTo>
                  <a:lnTo>
                    <a:pt x="407195" y="139882"/>
                  </a:lnTo>
                  <a:lnTo>
                    <a:pt x="429766" y="89528"/>
                  </a:lnTo>
                  <a:lnTo>
                    <a:pt x="429335" y="73681"/>
                  </a:lnTo>
                  <a:lnTo>
                    <a:pt x="417663" y="51861"/>
                  </a:lnTo>
                  <a:lnTo>
                    <a:pt x="393613" y="29013"/>
                  </a:lnTo>
                  <a:lnTo>
                    <a:pt x="356050" y="10078"/>
                  </a:lnTo>
                  <a:lnTo>
                    <a:pt x="30384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59" name="object 1159" descr=""/>
            <p:cNvPicPr/>
            <p:nvPr/>
          </p:nvPicPr>
          <p:blipFill>
            <a:blip r:embed="rId240" cstate="print"/>
            <a:stretch>
              <a:fillRect/>
            </a:stretch>
          </p:blipFill>
          <p:spPr>
            <a:xfrm>
              <a:off x="11774413" y="6909318"/>
              <a:ext cx="250526" cy="224813"/>
            </a:xfrm>
            <a:prstGeom prst="rect">
              <a:avLst/>
            </a:prstGeom>
          </p:spPr>
        </p:pic>
      </p:grpSp>
      <p:pic>
        <p:nvPicPr>
          <p:cNvPr id="1160" name="object 1160" descr=""/>
          <p:cNvPicPr/>
          <p:nvPr/>
        </p:nvPicPr>
        <p:blipFill>
          <a:blip r:embed="rId241" cstate="print"/>
          <a:stretch>
            <a:fillRect/>
          </a:stretch>
        </p:blipFill>
        <p:spPr>
          <a:xfrm>
            <a:off x="6662707" y="6954559"/>
            <a:ext cx="456119" cy="149570"/>
          </a:xfrm>
          <a:prstGeom prst="rect">
            <a:avLst/>
          </a:prstGeom>
        </p:spPr>
      </p:pic>
      <p:grpSp>
        <p:nvGrpSpPr>
          <p:cNvPr id="1161" name="object 1161" descr=""/>
          <p:cNvGrpSpPr/>
          <p:nvPr/>
        </p:nvGrpSpPr>
        <p:grpSpPr>
          <a:xfrm>
            <a:off x="6684830" y="7217356"/>
            <a:ext cx="394335" cy="168910"/>
            <a:chOff x="6684830" y="7217356"/>
            <a:chExt cx="394335" cy="168910"/>
          </a:xfrm>
        </p:grpSpPr>
        <p:pic>
          <p:nvPicPr>
            <p:cNvPr id="1162" name="object 1162" descr=""/>
            <p:cNvPicPr/>
            <p:nvPr/>
          </p:nvPicPr>
          <p:blipFill>
            <a:blip r:embed="rId242" cstate="print"/>
            <a:stretch>
              <a:fillRect/>
            </a:stretch>
          </p:blipFill>
          <p:spPr>
            <a:xfrm>
              <a:off x="6684830" y="7217356"/>
              <a:ext cx="139748" cy="168498"/>
            </a:xfrm>
            <a:prstGeom prst="rect">
              <a:avLst/>
            </a:prstGeom>
          </p:spPr>
        </p:pic>
        <p:sp>
          <p:nvSpPr>
            <p:cNvPr id="1163" name="object 1163" descr=""/>
            <p:cNvSpPr/>
            <p:nvPr/>
          </p:nvSpPr>
          <p:spPr>
            <a:xfrm>
              <a:off x="6802952" y="7253435"/>
              <a:ext cx="276225" cy="78740"/>
            </a:xfrm>
            <a:custGeom>
              <a:avLst/>
              <a:gdLst/>
              <a:ahLst/>
              <a:cxnLst/>
              <a:rect l="l" t="t" r="r" b="b"/>
              <a:pathLst>
                <a:path w="276225" h="78740">
                  <a:moveTo>
                    <a:pt x="134674" y="0"/>
                  </a:moveTo>
                  <a:lnTo>
                    <a:pt x="0" y="2320"/>
                  </a:lnTo>
                  <a:lnTo>
                    <a:pt x="1560" y="30570"/>
                  </a:lnTo>
                  <a:lnTo>
                    <a:pt x="37726" y="28933"/>
                  </a:lnTo>
                  <a:lnTo>
                    <a:pt x="117992" y="26107"/>
                  </a:lnTo>
                  <a:lnTo>
                    <a:pt x="200012" y="25216"/>
                  </a:lnTo>
                  <a:lnTo>
                    <a:pt x="241437" y="29387"/>
                  </a:lnTo>
                  <a:lnTo>
                    <a:pt x="253395" y="78474"/>
                  </a:lnTo>
                  <a:lnTo>
                    <a:pt x="275949" y="75480"/>
                  </a:lnTo>
                  <a:lnTo>
                    <a:pt x="265900" y="28046"/>
                  </a:lnTo>
                  <a:lnTo>
                    <a:pt x="205970" y="250"/>
                  </a:lnTo>
                  <a:lnTo>
                    <a:pt x="134674" y="0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64" name="object 1164" descr=""/>
          <p:cNvSpPr/>
          <p:nvPr/>
        </p:nvSpPr>
        <p:spPr>
          <a:xfrm>
            <a:off x="6928561" y="7524895"/>
            <a:ext cx="197485" cy="149860"/>
          </a:xfrm>
          <a:custGeom>
            <a:avLst/>
            <a:gdLst/>
            <a:ahLst/>
            <a:cxnLst/>
            <a:rect l="l" t="t" r="r" b="b"/>
            <a:pathLst>
              <a:path w="197484" h="149859">
                <a:moveTo>
                  <a:pt x="197485" y="11137"/>
                </a:moveTo>
                <a:lnTo>
                  <a:pt x="163283" y="6261"/>
                </a:lnTo>
                <a:lnTo>
                  <a:pt x="163283" y="60591"/>
                </a:lnTo>
                <a:lnTo>
                  <a:pt x="162902" y="76517"/>
                </a:lnTo>
                <a:lnTo>
                  <a:pt x="144830" y="117335"/>
                </a:lnTo>
                <a:lnTo>
                  <a:pt x="109677" y="135813"/>
                </a:lnTo>
                <a:lnTo>
                  <a:pt x="94653" y="137045"/>
                </a:lnTo>
                <a:lnTo>
                  <a:pt x="76479" y="135305"/>
                </a:lnTo>
                <a:lnTo>
                  <a:pt x="28206" y="106514"/>
                </a:lnTo>
                <a:lnTo>
                  <a:pt x="13487" y="69545"/>
                </a:lnTo>
                <a:lnTo>
                  <a:pt x="12573" y="58889"/>
                </a:lnTo>
                <a:lnTo>
                  <a:pt x="13169" y="50698"/>
                </a:lnTo>
                <a:lnTo>
                  <a:pt x="42938" y="21805"/>
                </a:lnTo>
                <a:lnTo>
                  <a:pt x="87045" y="14236"/>
                </a:lnTo>
                <a:lnTo>
                  <a:pt x="93345" y="13830"/>
                </a:lnTo>
                <a:lnTo>
                  <a:pt x="97510" y="13830"/>
                </a:lnTo>
                <a:lnTo>
                  <a:pt x="136372" y="21094"/>
                </a:lnTo>
                <a:lnTo>
                  <a:pt x="161810" y="50977"/>
                </a:lnTo>
                <a:lnTo>
                  <a:pt x="163283" y="60591"/>
                </a:lnTo>
                <a:lnTo>
                  <a:pt x="163283" y="6261"/>
                </a:lnTo>
                <a:lnTo>
                  <a:pt x="147066" y="3937"/>
                </a:lnTo>
                <a:lnTo>
                  <a:pt x="118706" y="533"/>
                </a:lnTo>
                <a:lnTo>
                  <a:pt x="102006" y="0"/>
                </a:lnTo>
                <a:lnTo>
                  <a:pt x="86550" y="1447"/>
                </a:lnTo>
                <a:lnTo>
                  <a:pt x="87464" y="1727"/>
                </a:lnTo>
                <a:lnTo>
                  <a:pt x="86055" y="1765"/>
                </a:lnTo>
                <a:lnTo>
                  <a:pt x="36817" y="10642"/>
                </a:lnTo>
                <a:lnTo>
                  <a:pt x="4140" y="37592"/>
                </a:lnTo>
                <a:lnTo>
                  <a:pt x="0" y="58889"/>
                </a:lnTo>
                <a:lnTo>
                  <a:pt x="1155" y="71589"/>
                </a:lnTo>
                <a:lnTo>
                  <a:pt x="14274" y="108026"/>
                </a:lnTo>
                <a:lnTo>
                  <a:pt x="36830" y="132143"/>
                </a:lnTo>
                <a:lnTo>
                  <a:pt x="64922" y="145465"/>
                </a:lnTo>
                <a:lnTo>
                  <a:pt x="94653" y="149567"/>
                </a:lnTo>
                <a:lnTo>
                  <a:pt x="112179" y="148043"/>
                </a:lnTo>
                <a:lnTo>
                  <a:pt x="128054" y="143522"/>
                </a:lnTo>
                <a:lnTo>
                  <a:pt x="140284" y="137045"/>
                </a:lnTo>
                <a:lnTo>
                  <a:pt x="142074" y="136105"/>
                </a:lnTo>
                <a:lnTo>
                  <a:pt x="171361" y="95859"/>
                </a:lnTo>
                <a:lnTo>
                  <a:pt x="175425" y="73710"/>
                </a:lnTo>
                <a:lnTo>
                  <a:pt x="176377" y="69989"/>
                </a:lnTo>
                <a:lnTo>
                  <a:pt x="179451" y="54622"/>
                </a:lnTo>
                <a:lnTo>
                  <a:pt x="181952" y="45834"/>
                </a:lnTo>
                <a:lnTo>
                  <a:pt x="185166" y="40932"/>
                </a:lnTo>
                <a:lnTo>
                  <a:pt x="197485" y="37541"/>
                </a:lnTo>
                <a:lnTo>
                  <a:pt x="197485" y="11137"/>
                </a:lnTo>
                <a:close/>
              </a:path>
            </a:pathLst>
          </a:custGeom>
          <a:solidFill>
            <a:srgbClr val="283E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5" name="object 1165" descr=""/>
          <p:cNvSpPr/>
          <p:nvPr/>
        </p:nvSpPr>
        <p:spPr>
          <a:xfrm>
            <a:off x="6669951" y="7524895"/>
            <a:ext cx="281940" cy="149860"/>
          </a:xfrm>
          <a:custGeom>
            <a:avLst/>
            <a:gdLst/>
            <a:ahLst/>
            <a:cxnLst/>
            <a:rect l="l" t="t" r="r" b="b"/>
            <a:pathLst>
              <a:path w="281940" h="149859">
                <a:moveTo>
                  <a:pt x="281838" y="24409"/>
                </a:moveTo>
                <a:lnTo>
                  <a:pt x="277253" y="22352"/>
                </a:lnTo>
                <a:lnTo>
                  <a:pt x="265150" y="17907"/>
                </a:lnTo>
                <a:lnTo>
                  <a:pt x="247954" y="13652"/>
                </a:lnTo>
                <a:lnTo>
                  <a:pt x="228117" y="12179"/>
                </a:lnTo>
                <a:lnTo>
                  <a:pt x="212064" y="12852"/>
                </a:lnTo>
                <a:lnTo>
                  <a:pt x="201396" y="13728"/>
                </a:lnTo>
                <a:lnTo>
                  <a:pt x="191338" y="15392"/>
                </a:lnTo>
                <a:lnTo>
                  <a:pt x="184924" y="16764"/>
                </a:lnTo>
                <a:lnTo>
                  <a:pt x="184924" y="58889"/>
                </a:lnTo>
                <a:lnTo>
                  <a:pt x="184873" y="60591"/>
                </a:lnTo>
                <a:lnTo>
                  <a:pt x="169278" y="106514"/>
                </a:lnTo>
                <a:lnTo>
                  <a:pt x="121018" y="135305"/>
                </a:lnTo>
                <a:lnTo>
                  <a:pt x="102870" y="137045"/>
                </a:lnTo>
                <a:lnTo>
                  <a:pt x="87807" y="135813"/>
                </a:lnTo>
                <a:lnTo>
                  <a:pt x="52654" y="117335"/>
                </a:lnTo>
                <a:lnTo>
                  <a:pt x="34582" y="76517"/>
                </a:lnTo>
                <a:lnTo>
                  <a:pt x="34201" y="60591"/>
                </a:lnTo>
                <a:lnTo>
                  <a:pt x="35699" y="50977"/>
                </a:lnTo>
                <a:lnTo>
                  <a:pt x="61112" y="21094"/>
                </a:lnTo>
                <a:lnTo>
                  <a:pt x="99974" y="13830"/>
                </a:lnTo>
                <a:lnTo>
                  <a:pt x="104127" y="13830"/>
                </a:lnTo>
                <a:lnTo>
                  <a:pt x="154559" y="21805"/>
                </a:lnTo>
                <a:lnTo>
                  <a:pt x="184327" y="50698"/>
                </a:lnTo>
                <a:lnTo>
                  <a:pt x="184924" y="58889"/>
                </a:lnTo>
                <a:lnTo>
                  <a:pt x="184924" y="16764"/>
                </a:lnTo>
                <a:lnTo>
                  <a:pt x="177126" y="18427"/>
                </a:lnTo>
                <a:lnTo>
                  <a:pt x="177431" y="19100"/>
                </a:lnTo>
                <a:lnTo>
                  <a:pt x="176720" y="18427"/>
                </a:lnTo>
                <a:lnTo>
                  <a:pt x="167233" y="13830"/>
                </a:lnTo>
                <a:lnTo>
                  <a:pt x="160667" y="10642"/>
                </a:lnTo>
                <a:lnTo>
                  <a:pt x="139153" y="5168"/>
                </a:lnTo>
                <a:lnTo>
                  <a:pt x="111429" y="1765"/>
                </a:lnTo>
                <a:lnTo>
                  <a:pt x="110007" y="1727"/>
                </a:lnTo>
                <a:lnTo>
                  <a:pt x="110921" y="1447"/>
                </a:lnTo>
                <a:lnTo>
                  <a:pt x="95491" y="0"/>
                </a:lnTo>
                <a:lnTo>
                  <a:pt x="78790" y="533"/>
                </a:lnTo>
                <a:lnTo>
                  <a:pt x="50419" y="3937"/>
                </a:lnTo>
                <a:lnTo>
                  <a:pt x="0" y="11137"/>
                </a:lnTo>
                <a:lnTo>
                  <a:pt x="0" y="37541"/>
                </a:lnTo>
                <a:lnTo>
                  <a:pt x="12319" y="40932"/>
                </a:lnTo>
                <a:lnTo>
                  <a:pt x="15532" y="45834"/>
                </a:lnTo>
                <a:lnTo>
                  <a:pt x="18046" y="54622"/>
                </a:lnTo>
                <a:lnTo>
                  <a:pt x="21120" y="69989"/>
                </a:lnTo>
                <a:lnTo>
                  <a:pt x="22085" y="73787"/>
                </a:lnTo>
                <a:lnTo>
                  <a:pt x="33324" y="112014"/>
                </a:lnTo>
                <a:lnTo>
                  <a:pt x="69430" y="143522"/>
                </a:lnTo>
                <a:lnTo>
                  <a:pt x="102870" y="149567"/>
                </a:lnTo>
                <a:lnTo>
                  <a:pt x="132588" y="145465"/>
                </a:lnTo>
                <a:lnTo>
                  <a:pt x="150329" y="137045"/>
                </a:lnTo>
                <a:lnTo>
                  <a:pt x="160667" y="132143"/>
                </a:lnTo>
                <a:lnTo>
                  <a:pt x="183222" y="108026"/>
                </a:lnTo>
                <a:lnTo>
                  <a:pt x="196354" y="71589"/>
                </a:lnTo>
                <a:lnTo>
                  <a:pt x="197497" y="58889"/>
                </a:lnTo>
                <a:lnTo>
                  <a:pt x="196507" y="47586"/>
                </a:lnTo>
                <a:lnTo>
                  <a:pt x="195745" y="45212"/>
                </a:lnTo>
                <a:lnTo>
                  <a:pt x="206248" y="38760"/>
                </a:lnTo>
                <a:lnTo>
                  <a:pt x="218922" y="35458"/>
                </a:lnTo>
                <a:lnTo>
                  <a:pt x="236156" y="37884"/>
                </a:lnTo>
                <a:lnTo>
                  <a:pt x="264871" y="45834"/>
                </a:lnTo>
                <a:lnTo>
                  <a:pt x="281838" y="24409"/>
                </a:lnTo>
                <a:close/>
              </a:path>
            </a:pathLst>
          </a:custGeom>
          <a:solidFill>
            <a:srgbClr val="283E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6" name="object 1166" descr=""/>
          <p:cNvSpPr/>
          <p:nvPr/>
        </p:nvSpPr>
        <p:spPr>
          <a:xfrm>
            <a:off x="7104585" y="7511879"/>
            <a:ext cx="127635" cy="75565"/>
          </a:xfrm>
          <a:custGeom>
            <a:avLst/>
            <a:gdLst/>
            <a:ahLst/>
            <a:cxnLst/>
            <a:rect l="l" t="t" r="r" b="b"/>
            <a:pathLst>
              <a:path w="127634" h="75565">
                <a:moveTo>
                  <a:pt x="102551" y="0"/>
                </a:moveTo>
                <a:lnTo>
                  <a:pt x="50087" y="18202"/>
                </a:lnTo>
                <a:lnTo>
                  <a:pt x="2345" y="39894"/>
                </a:lnTo>
                <a:lnTo>
                  <a:pt x="0" y="74982"/>
                </a:lnTo>
                <a:lnTo>
                  <a:pt x="98426" y="25967"/>
                </a:lnTo>
                <a:lnTo>
                  <a:pt x="102784" y="24209"/>
                </a:lnTo>
                <a:lnTo>
                  <a:pt x="105259" y="25569"/>
                </a:lnTo>
                <a:lnTo>
                  <a:pt x="106770" y="31798"/>
                </a:lnTo>
                <a:lnTo>
                  <a:pt x="108237" y="44647"/>
                </a:lnTo>
                <a:lnTo>
                  <a:pt x="127493" y="35538"/>
                </a:lnTo>
                <a:lnTo>
                  <a:pt x="126137" y="29639"/>
                </a:lnTo>
                <a:lnTo>
                  <a:pt x="121799" y="16846"/>
                </a:lnTo>
                <a:lnTo>
                  <a:pt x="114073" y="4514"/>
                </a:lnTo>
                <a:lnTo>
                  <a:pt x="102551" y="0"/>
                </a:lnTo>
                <a:close/>
              </a:path>
            </a:pathLst>
          </a:custGeom>
          <a:solidFill>
            <a:srgbClr val="283E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7" name="object 1167" descr=""/>
          <p:cNvSpPr/>
          <p:nvPr/>
        </p:nvSpPr>
        <p:spPr>
          <a:xfrm>
            <a:off x="7954155" y="6958449"/>
            <a:ext cx="450215" cy="138430"/>
          </a:xfrm>
          <a:custGeom>
            <a:avLst/>
            <a:gdLst/>
            <a:ahLst/>
            <a:cxnLst/>
            <a:rect l="l" t="t" r="r" b="b"/>
            <a:pathLst>
              <a:path w="450215" h="138429">
                <a:moveTo>
                  <a:pt x="89222" y="0"/>
                </a:moveTo>
                <a:lnTo>
                  <a:pt x="47857" y="1170"/>
                </a:lnTo>
                <a:lnTo>
                  <a:pt x="6115" y="6034"/>
                </a:lnTo>
                <a:lnTo>
                  <a:pt x="0" y="32679"/>
                </a:lnTo>
                <a:lnTo>
                  <a:pt x="14763" y="37045"/>
                </a:lnTo>
                <a:lnTo>
                  <a:pt x="15580" y="37663"/>
                </a:lnTo>
                <a:lnTo>
                  <a:pt x="23763" y="76038"/>
                </a:lnTo>
                <a:lnTo>
                  <a:pt x="42341" y="114374"/>
                </a:lnTo>
                <a:lnTo>
                  <a:pt x="82476" y="132417"/>
                </a:lnTo>
                <a:lnTo>
                  <a:pt x="117964" y="135514"/>
                </a:lnTo>
                <a:lnTo>
                  <a:pt x="125755" y="134938"/>
                </a:lnTo>
                <a:lnTo>
                  <a:pt x="166829" y="119110"/>
                </a:lnTo>
                <a:lnTo>
                  <a:pt x="204182" y="46658"/>
                </a:lnTo>
                <a:lnTo>
                  <a:pt x="207627" y="47883"/>
                </a:lnTo>
                <a:lnTo>
                  <a:pt x="217710" y="49171"/>
                </a:lnTo>
                <a:lnTo>
                  <a:pt x="231961" y="49516"/>
                </a:lnTo>
                <a:lnTo>
                  <a:pt x="239050" y="48553"/>
                </a:lnTo>
                <a:lnTo>
                  <a:pt x="245311" y="46574"/>
                </a:lnTo>
                <a:lnTo>
                  <a:pt x="259604" y="90101"/>
                </a:lnTo>
                <a:lnTo>
                  <a:pt x="296352" y="129764"/>
                </a:lnTo>
                <a:lnTo>
                  <a:pt x="337162" y="138383"/>
                </a:lnTo>
                <a:lnTo>
                  <a:pt x="351336" y="137866"/>
                </a:lnTo>
                <a:lnTo>
                  <a:pt x="398409" y="124946"/>
                </a:lnTo>
                <a:lnTo>
                  <a:pt x="421373" y="93037"/>
                </a:lnTo>
                <a:lnTo>
                  <a:pt x="434321" y="43160"/>
                </a:lnTo>
                <a:lnTo>
                  <a:pt x="435149" y="42564"/>
                </a:lnTo>
                <a:lnTo>
                  <a:pt x="450017" y="38585"/>
                </a:lnTo>
                <a:lnTo>
                  <a:pt x="448918" y="25779"/>
                </a:lnTo>
                <a:lnTo>
                  <a:pt x="448530" y="21528"/>
                </a:lnTo>
                <a:lnTo>
                  <a:pt x="360229" y="3486"/>
                </a:lnTo>
                <a:lnTo>
                  <a:pt x="331281" y="3322"/>
                </a:lnTo>
                <a:lnTo>
                  <a:pt x="305909" y="5282"/>
                </a:lnTo>
                <a:lnTo>
                  <a:pt x="261605" y="15363"/>
                </a:lnTo>
                <a:lnTo>
                  <a:pt x="240306" y="32700"/>
                </a:lnTo>
                <a:lnTo>
                  <a:pt x="233930" y="34888"/>
                </a:lnTo>
                <a:lnTo>
                  <a:pt x="225930" y="35454"/>
                </a:lnTo>
                <a:lnTo>
                  <a:pt x="211941" y="33915"/>
                </a:lnTo>
                <a:lnTo>
                  <a:pt x="209815" y="32983"/>
                </a:lnTo>
                <a:lnTo>
                  <a:pt x="209710" y="31339"/>
                </a:lnTo>
                <a:lnTo>
                  <a:pt x="209438" y="30522"/>
                </a:lnTo>
                <a:lnTo>
                  <a:pt x="165277" y="6801"/>
                </a:lnTo>
                <a:lnTo>
                  <a:pt x="119627" y="541"/>
                </a:lnTo>
                <a:lnTo>
                  <a:pt x="89222" y="0"/>
                </a:lnTo>
                <a:close/>
              </a:path>
            </a:pathLst>
          </a:custGeom>
          <a:solidFill>
            <a:srgbClr val="283E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68" name="object 1168" descr=""/>
          <p:cNvGrpSpPr/>
          <p:nvPr/>
        </p:nvGrpSpPr>
        <p:grpSpPr>
          <a:xfrm>
            <a:off x="7986770" y="7228276"/>
            <a:ext cx="420370" cy="143510"/>
            <a:chOff x="7986770" y="7228276"/>
            <a:chExt cx="420370" cy="143510"/>
          </a:xfrm>
        </p:grpSpPr>
        <p:pic>
          <p:nvPicPr>
            <p:cNvPr id="1169" name="object 1169" descr=""/>
            <p:cNvPicPr/>
            <p:nvPr/>
          </p:nvPicPr>
          <p:blipFill>
            <a:blip r:embed="rId243" cstate="print"/>
            <a:stretch>
              <a:fillRect/>
            </a:stretch>
          </p:blipFill>
          <p:spPr>
            <a:xfrm>
              <a:off x="7986770" y="7228276"/>
              <a:ext cx="131147" cy="143063"/>
            </a:xfrm>
            <a:prstGeom prst="rect">
              <a:avLst/>
            </a:prstGeom>
          </p:spPr>
        </p:pic>
        <p:sp>
          <p:nvSpPr>
            <p:cNvPr id="1170" name="object 1170" descr=""/>
            <p:cNvSpPr/>
            <p:nvPr/>
          </p:nvSpPr>
          <p:spPr>
            <a:xfrm>
              <a:off x="8091364" y="7252595"/>
              <a:ext cx="316230" cy="90170"/>
            </a:xfrm>
            <a:custGeom>
              <a:avLst/>
              <a:gdLst/>
              <a:ahLst/>
              <a:cxnLst/>
              <a:rect l="l" t="t" r="r" b="b"/>
              <a:pathLst>
                <a:path w="316229" h="90170">
                  <a:moveTo>
                    <a:pt x="233390" y="0"/>
                  </a:moveTo>
                  <a:lnTo>
                    <a:pt x="152566" y="2396"/>
                  </a:lnTo>
                  <a:lnTo>
                    <a:pt x="0" y="10188"/>
                  </a:lnTo>
                  <a:lnTo>
                    <a:pt x="2858" y="43160"/>
                  </a:lnTo>
                  <a:lnTo>
                    <a:pt x="43789" y="39883"/>
                  </a:lnTo>
                  <a:lnTo>
                    <a:pt x="134659" y="33552"/>
                  </a:lnTo>
                  <a:lnTo>
                    <a:pt x="227585" y="29418"/>
                  </a:lnTo>
                  <a:lnTo>
                    <a:pt x="274682" y="32731"/>
                  </a:lnTo>
                  <a:lnTo>
                    <a:pt x="281085" y="40206"/>
                  </a:lnTo>
                  <a:lnTo>
                    <a:pt x="284831" y="48628"/>
                  </a:lnTo>
                  <a:lnTo>
                    <a:pt x="287372" y="63334"/>
                  </a:lnTo>
                  <a:lnTo>
                    <a:pt x="290158" y="89662"/>
                  </a:lnTo>
                  <a:lnTo>
                    <a:pt x="315602" y="85316"/>
                  </a:lnTo>
                  <a:lnTo>
                    <a:pt x="302381" y="30227"/>
                  </a:lnTo>
                  <a:lnTo>
                    <a:pt x="269444" y="3179"/>
                  </a:lnTo>
                  <a:lnTo>
                    <a:pt x="233390" y="0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1" name="object 1171" descr=""/>
          <p:cNvGrpSpPr/>
          <p:nvPr/>
        </p:nvGrpSpPr>
        <p:grpSpPr>
          <a:xfrm>
            <a:off x="7971897" y="7483628"/>
            <a:ext cx="560705" cy="168910"/>
            <a:chOff x="7971897" y="7483628"/>
            <a:chExt cx="560705" cy="168910"/>
          </a:xfrm>
        </p:grpSpPr>
        <p:sp>
          <p:nvSpPr>
            <p:cNvPr id="1172" name="object 1172" descr=""/>
            <p:cNvSpPr/>
            <p:nvPr/>
          </p:nvSpPr>
          <p:spPr>
            <a:xfrm>
              <a:off x="7971897" y="7508560"/>
              <a:ext cx="457834" cy="144145"/>
            </a:xfrm>
            <a:custGeom>
              <a:avLst/>
              <a:gdLst/>
              <a:ahLst/>
              <a:cxnLst/>
              <a:rect l="l" t="t" r="r" b="b"/>
              <a:pathLst>
                <a:path w="457834" h="144145">
                  <a:moveTo>
                    <a:pt x="91159" y="0"/>
                  </a:moveTo>
                  <a:lnTo>
                    <a:pt x="49073" y="680"/>
                  </a:lnTo>
                  <a:lnTo>
                    <a:pt x="6550" y="5119"/>
                  </a:lnTo>
                  <a:lnTo>
                    <a:pt x="0" y="32145"/>
                  </a:lnTo>
                  <a:lnTo>
                    <a:pt x="14962" y="36752"/>
                  </a:lnTo>
                  <a:lnTo>
                    <a:pt x="15800" y="37402"/>
                  </a:lnTo>
                  <a:lnTo>
                    <a:pt x="23632" y="76530"/>
                  </a:lnTo>
                  <a:lnTo>
                    <a:pt x="42057" y="115754"/>
                  </a:lnTo>
                  <a:lnTo>
                    <a:pt x="82650" y="134608"/>
                  </a:lnTo>
                  <a:lnTo>
                    <a:pt x="118697" y="138194"/>
                  </a:lnTo>
                  <a:lnTo>
                    <a:pt x="126624" y="137713"/>
                  </a:lnTo>
                  <a:lnTo>
                    <a:pt x="168604" y="122125"/>
                  </a:lnTo>
                  <a:lnTo>
                    <a:pt x="207512" y="48899"/>
                  </a:lnTo>
                  <a:lnTo>
                    <a:pt x="210977" y="50186"/>
                  </a:lnTo>
                  <a:lnTo>
                    <a:pt x="221228" y="51631"/>
                  </a:lnTo>
                  <a:lnTo>
                    <a:pt x="235699" y="52155"/>
                  </a:lnTo>
                  <a:lnTo>
                    <a:pt x="242924" y="51265"/>
                  </a:lnTo>
                  <a:lnTo>
                    <a:pt x="249332" y="49317"/>
                  </a:lnTo>
                  <a:lnTo>
                    <a:pt x="263321" y="93777"/>
                  </a:lnTo>
                  <a:lnTo>
                    <a:pt x="300214" y="134575"/>
                  </a:lnTo>
                  <a:lnTo>
                    <a:pt x="341612" y="143849"/>
                  </a:lnTo>
                  <a:lnTo>
                    <a:pt x="356029" y="143498"/>
                  </a:lnTo>
                  <a:lnTo>
                    <a:pt x="393453" y="136016"/>
                  </a:lnTo>
                  <a:lnTo>
                    <a:pt x="423714" y="107148"/>
                  </a:lnTo>
                  <a:lnTo>
                    <a:pt x="441609" y="48218"/>
                  </a:lnTo>
                  <a:lnTo>
                    <a:pt x="442447" y="47611"/>
                  </a:lnTo>
                  <a:lnTo>
                    <a:pt x="457640" y="43757"/>
                  </a:lnTo>
                  <a:lnTo>
                    <a:pt x="456687" y="30711"/>
                  </a:lnTo>
                  <a:lnTo>
                    <a:pt x="456342" y="26386"/>
                  </a:lnTo>
                  <a:lnTo>
                    <a:pt x="366742" y="6942"/>
                  </a:lnTo>
                  <a:lnTo>
                    <a:pt x="337305" y="6406"/>
                  </a:lnTo>
                  <a:lnTo>
                    <a:pt x="311478" y="8082"/>
                  </a:lnTo>
                  <a:lnTo>
                    <a:pt x="266287" y="17787"/>
                  </a:lnTo>
                  <a:lnTo>
                    <a:pt x="244411" y="35150"/>
                  </a:lnTo>
                  <a:lnTo>
                    <a:pt x="237919" y="37297"/>
                  </a:lnTo>
                  <a:lnTo>
                    <a:pt x="229762" y="37778"/>
                  </a:lnTo>
                  <a:lnTo>
                    <a:pt x="215532" y="36030"/>
                  </a:lnTo>
                  <a:lnTo>
                    <a:pt x="213407" y="35056"/>
                  </a:lnTo>
                  <a:lnTo>
                    <a:pt x="213312" y="33381"/>
                  </a:lnTo>
                  <a:lnTo>
                    <a:pt x="213040" y="32553"/>
                  </a:lnTo>
                  <a:lnTo>
                    <a:pt x="168431" y="7881"/>
                  </a:lnTo>
                  <a:lnTo>
                    <a:pt x="122075" y="946"/>
                  </a:lnTo>
                  <a:lnTo>
                    <a:pt x="91159" y="0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3" name="object 1173" descr=""/>
            <p:cNvPicPr/>
            <p:nvPr/>
          </p:nvPicPr>
          <p:blipFill>
            <a:blip r:embed="rId244" cstate="print"/>
            <a:stretch>
              <a:fillRect/>
            </a:stretch>
          </p:blipFill>
          <p:spPr>
            <a:xfrm>
              <a:off x="8420625" y="7488958"/>
              <a:ext cx="111713" cy="65704"/>
            </a:xfrm>
            <a:prstGeom prst="rect">
              <a:avLst/>
            </a:prstGeom>
          </p:spPr>
        </p:pic>
        <p:sp>
          <p:nvSpPr>
            <p:cNvPr id="1174" name="object 1174" descr=""/>
            <p:cNvSpPr/>
            <p:nvPr/>
          </p:nvSpPr>
          <p:spPr>
            <a:xfrm>
              <a:off x="7985848" y="7483628"/>
              <a:ext cx="111760" cy="59690"/>
            </a:xfrm>
            <a:custGeom>
              <a:avLst/>
              <a:gdLst/>
              <a:ahLst/>
              <a:cxnLst/>
              <a:rect l="l" t="t" r="r" b="b"/>
              <a:pathLst>
                <a:path w="111759" h="59690">
                  <a:moveTo>
                    <a:pt x="89379" y="0"/>
                  </a:moveTo>
                  <a:lnTo>
                    <a:pt x="43435" y="15946"/>
                  </a:lnTo>
                  <a:lnTo>
                    <a:pt x="1612" y="34951"/>
                  </a:lnTo>
                  <a:lnTo>
                    <a:pt x="0" y="59087"/>
                  </a:lnTo>
                  <a:lnTo>
                    <a:pt x="69609" y="29768"/>
                  </a:lnTo>
                  <a:lnTo>
                    <a:pt x="85777" y="22742"/>
                  </a:lnTo>
                  <a:lnTo>
                    <a:pt x="92342" y="19559"/>
                  </a:lnTo>
                  <a:lnTo>
                    <a:pt x="107903" y="19559"/>
                  </a:lnTo>
                  <a:lnTo>
                    <a:pt x="106270" y="14750"/>
                  </a:lnTo>
                  <a:lnTo>
                    <a:pt x="99491" y="3952"/>
                  </a:lnTo>
                  <a:lnTo>
                    <a:pt x="89379" y="0"/>
                  </a:lnTo>
                  <a:close/>
                </a:path>
                <a:path w="111759" h="59690">
                  <a:moveTo>
                    <a:pt x="107903" y="19559"/>
                  </a:moveTo>
                  <a:lnTo>
                    <a:pt x="92342" y="19559"/>
                  </a:lnTo>
                  <a:lnTo>
                    <a:pt x="94363" y="39119"/>
                  </a:lnTo>
                  <a:lnTo>
                    <a:pt x="111263" y="31119"/>
                  </a:lnTo>
                  <a:lnTo>
                    <a:pt x="110075" y="25953"/>
                  </a:lnTo>
                  <a:lnTo>
                    <a:pt x="107903" y="19559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5" name="object 1175" descr=""/>
          <p:cNvSpPr/>
          <p:nvPr/>
        </p:nvSpPr>
        <p:spPr>
          <a:xfrm>
            <a:off x="8611900" y="6959589"/>
            <a:ext cx="438150" cy="135890"/>
          </a:xfrm>
          <a:custGeom>
            <a:avLst/>
            <a:gdLst/>
            <a:ahLst/>
            <a:cxnLst/>
            <a:rect l="l" t="t" r="r" b="b"/>
            <a:pathLst>
              <a:path w="438150" h="135890">
                <a:moveTo>
                  <a:pt x="47609" y="0"/>
                </a:moveTo>
                <a:lnTo>
                  <a:pt x="5401" y="6009"/>
                </a:lnTo>
                <a:lnTo>
                  <a:pt x="0" y="23161"/>
                </a:lnTo>
                <a:lnTo>
                  <a:pt x="1160" y="30248"/>
                </a:lnTo>
                <a:lnTo>
                  <a:pt x="4260" y="34742"/>
                </a:lnTo>
                <a:lnTo>
                  <a:pt x="8383" y="36653"/>
                </a:lnTo>
                <a:lnTo>
                  <a:pt x="12505" y="40051"/>
                </a:lnTo>
                <a:lnTo>
                  <a:pt x="16982" y="48191"/>
                </a:lnTo>
                <a:lnTo>
                  <a:pt x="22165" y="64333"/>
                </a:lnTo>
                <a:lnTo>
                  <a:pt x="26796" y="84254"/>
                </a:lnTo>
                <a:lnTo>
                  <a:pt x="32354" y="101482"/>
                </a:lnTo>
                <a:lnTo>
                  <a:pt x="43302" y="115897"/>
                </a:lnTo>
                <a:lnTo>
                  <a:pt x="64101" y="127378"/>
                </a:lnTo>
                <a:lnTo>
                  <a:pt x="92416" y="134496"/>
                </a:lnTo>
                <a:lnTo>
                  <a:pt x="120997" y="135743"/>
                </a:lnTo>
                <a:lnTo>
                  <a:pt x="146927" y="130878"/>
                </a:lnTo>
                <a:lnTo>
                  <a:pt x="153793" y="127096"/>
                </a:lnTo>
                <a:lnTo>
                  <a:pt x="103809" y="127096"/>
                </a:lnTo>
                <a:lnTo>
                  <a:pt x="81818" y="123943"/>
                </a:lnTo>
                <a:lnTo>
                  <a:pt x="41995" y="96865"/>
                </a:lnTo>
                <a:lnTo>
                  <a:pt x="31341" y="51146"/>
                </a:lnTo>
                <a:lnTo>
                  <a:pt x="31157" y="35385"/>
                </a:lnTo>
                <a:lnTo>
                  <a:pt x="33756" y="23161"/>
                </a:lnTo>
                <a:lnTo>
                  <a:pt x="42657" y="15354"/>
                </a:lnTo>
                <a:lnTo>
                  <a:pt x="58670" y="10885"/>
                </a:lnTo>
                <a:lnTo>
                  <a:pt x="78482" y="9230"/>
                </a:lnTo>
                <a:lnTo>
                  <a:pt x="166650" y="9230"/>
                </a:lnTo>
                <a:lnTo>
                  <a:pt x="149386" y="6439"/>
                </a:lnTo>
                <a:lnTo>
                  <a:pt x="125201" y="2958"/>
                </a:lnTo>
                <a:lnTo>
                  <a:pt x="97261" y="1126"/>
                </a:lnTo>
                <a:lnTo>
                  <a:pt x="69939" y="342"/>
                </a:lnTo>
                <a:lnTo>
                  <a:pt x="47609" y="0"/>
                </a:lnTo>
                <a:close/>
              </a:path>
              <a:path w="438150" h="135890">
                <a:moveTo>
                  <a:pt x="249390" y="49003"/>
                </a:moveTo>
                <a:lnTo>
                  <a:pt x="218829" y="49003"/>
                </a:lnTo>
                <a:lnTo>
                  <a:pt x="220515" y="49097"/>
                </a:lnTo>
                <a:lnTo>
                  <a:pt x="223237" y="49317"/>
                </a:lnTo>
                <a:lnTo>
                  <a:pt x="229363" y="49747"/>
                </a:lnTo>
                <a:lnTo>
                  <a:pt x="230776" y="49747"/>
                </a:lnTo>
                <a:lnTo>
                  <a:pt x="235959" y="59181"/>
                </a:lnTo>
                <a:lnTo>
                  <a:pt x="240429" y="69957"/>
                </a:lnTo>
                <a:lnTo>
                  <a:pt x="246797" y="85726"/>
                </a:lnTo>
                <a:lnTo>
                  <a:pt x="256368" y="103398"/>
                </a:lnTo>
                <a:lnTo>
                  <a:pt x="270356" y="119661"/>
                </a:lnTo>
                <a:lnTo>
                  <a:pt x="290721" y="130878"/>
                </a:lnTo>
                <a:lnTo>
                  <a:pt x="316651" y="135743"/>
                </a:lnTo>
                <a:lnTo>
                  <a:pt x="345231" y="134496"/>
                </a:lnTo>
                <a:lnTo>
                  <a:pt x="373547" y="127378"/>
                </a:lnTo>
                <a:lnTo>
                  <a:pt x="374057" y="127096"/>
                </a:lnTo>
                <a:lnTo>
                  <a:pt x="333650" y="127096"/>
                </a:lnTo>
                <a:lnTo>
                  <a:pt x="313293" y="125984"/>
                </a:lnTo>
                <a:lnTo>
                  <a:pt x="267772" y="101558"/>
                </a:lnTo>
                <a:lnTo>
                  <a:pt x="249153" y="53841"/>
                </a:lnTo>
                <a:lnTo>
                  <a:pt x="249390" y="49003"/>
                </a:lnTo>
                <a:close/>
              </a:path>
              <a:path w="438150" h="135890">
                <a:moveTo>
                  <a:pt x="166650" y="9230"/>
                </a:moveTo>
                <a:lnTo>
                  <a:pt x="78482" y="9230"/>
                </a:lnTo>
                <a:lnTo>
                  <a:pt x="98780" y="9863"/>
                </a:lnTo>
                <a:lnTo>
                  <a:pt x="118821" y="11701"/>
                </a:lnTo>
                <a:lnTo>
                  <a:pt x="157488" y="17948"/>
                </a:lnTo>
                <a:lnTo>
                  <a:pt x="188306" y="53841"/>
                </a:lnTo>
                <a:lnTo>
                  <a:pt x="184515" y="69957"/>
                </a:lnTo>
                <a:lnTo>
                  <a:pt x="157679" y="113221"/>
                </a:lnTo>
                <a:lnTo>
                  <a:pt x="103809" y="127096"/>
                </a:lnTo>
                <a:lnTo>
                  <a:pt x="153793" y="127096"/>
                </a:lnTo>
                <a:lnTo>
                  <a:pt x="167291" y="119661"/>
                </a:lnTo>
                <a:lnTo>
                  <a:pt x="181280" y="103398"/>
                </a:lnTo>
                <a:lnTo>
                  <a:pt x="190851" y="85726"/>
                </a:lnTo>
                <a:lnTo>
                  <a:pt x="197241" y="69902"/>
                </a:lnTo>
                <a:lnTo>
                  <a:pt x="201688" y="59181"/>
                </a:lnTo>
                <a:lnTo>
                  <a:pt x="206871" y="49747"/>
                </a:lnTo>
                <a:lnTo>
                  <a:pt x="208285" y="49747"/>
                </a:lnTo>
                <a:lnTo>
                  <a:pt x="215604" y="49234"/>
                </a:lnTo>
                <a:lnTo>
                  <a:pt x="217133" y="49097"/>
                </a:lnTo>
                <a:lnTo>
                  <a:pt x="218829" y="49003"/>
                </a:lnTo>
                <a:lnTo>
                  <a:pt x="249390" y="49003"/>
                </a:lnTo>
                <a:lnTo>
                  <a:pt x="249805" y="40547"/>
                </a:lnTo>
                <a:lnTo>
                  <a:pt x="298510" y="14262"/>
                </a:lnTo>
                <a:lnTo>
                  <a:pt x="301297" y="13907"/>
                </a:lnTo>
                <a:lnTo>
                  <a:pt x="218824" y="13907"/>
                </a:lnTo>
                <a:lnTo>
                  <a:pt x="184227" y="12072"/>
                </a:lnTo>
                <a:lnTo>
                  <a:pt x="166650" y="9230"/>
                </a:lnTo>
                <a:close/>
              </a:path>
              <a:path w="438150" h="135890">
                <a:moveTo>
                  <a:pt x="436170" y="9230"/>
                </a:moveTo>
                <a:lnTo>
                  <a:pt x="358977" y="9230"/>
                </a:lnTo>
                <a:lnTo>
                  <a:pt x="378789" y="10885"/>
                </a:lnTo>
                <a:lnTo>
                  <a:pt x="394802" y="15354"/>
                </a:lnTo>
                <a:lnTo>
                  <a:pt x="403703" y="23161"/>
                </a:lnTo>
                <a:lnTo>
                  <a:pt x="406165" y="34742"/>
                </a:lnTo>
                <a:lnTo>
                  <a:pt x="406242" y="40547"/>
                </a:lnTo>
                <a:lnTo>
                  <a:pt x="406118" y="51146"/>
                </a:lnTo>
                <a:lnTo>
                  <a:pt x="395465" y="96865"/>
                </a:lnTo>
                <a:lnTo>
                  <a:pt x="355642" y="123943"/>
                </a:lnTo>
                <a:lnTo>
                  <a:pt x="333650" y="127096"/>
                </a:lnTo>
                <a:lnTo>
                  <a:pt x="374057" y="127096"/>
                </a:lnTo>
                <a:lnTo>
                  <a:pt x="394345" y="115897"/>
                </a:lnTo>
                <a:lnTo>
                  <a:pt x="405293" y="101482"/>
                </a:lnTo>
                <a:lnTo>
                  <a:pt x="410852" y="84254"/>
                </a:lnTo>
                <a:lnTo>
                  <a:pt x="415483" y="64333"/>
                </a:lnTo>
                <a:lnTo>
                  <a:pt x="420666" y="48191"/>
                </a:lnTo>
                <a:lnTo>
                  <a:pt x="425142" y="40051"/>
                </a:lnTo>
                <a:lnTo>
                  <a:pt x="429265" y="36653"/>
                </a:lnTo>
                <a:lnTo>
                  <a:pt x="433388" y="34742"/>
                </a:lnTo>
                <a:lnTo>
                  <a:pt x="436488" y="30248"/>
                </a:lnTo>
                <a:lnTo>
                  <a:pt x="437648" y="23161"/>
                </a:lnTo>
                <a:lnTo>
                  <a:pt x="437562" y="15232"/>
                </a:lnTo>
                <a:lnTo>
                  <a:pt x="436686" y="9654"/>
                </a:lnTo>
                <a:lnTo>
                  <a:pt x="436170" y="9230"/>
                </a:lnTo>
                <a:close/>
              </a:path>
              <a:path w="438150" h="135890">
                <a:moveTo>
                  <a:pt x="390038" y="0"/>
                </a:moveTo>
                <a:lnTo>
                  <a:pt x="340387" y="1126"/>
                </a:lnTo>
                <a:lnTo>
                  <a:pt x="288261" y="6439"/>
                </a:lnTo>
                <a:lnTo>
                  <a:pt x="287665" y="6565"/>
                </a:lnTo>
                <a:lnTo>
                  <a:pt x="253421" y="12072"/>
                </a:lnTo>
                <a:lnTo>
                  <a:pt x="218824" y="13907"/>
                </a:lnTo>
                <a:lnTo>
                  <a:pt x="301297" y="13907"/>
                </a:lnTo>
                <a:lnTo>
                  <a:pt x="318639" y="11701"/>
                </a:lnTo>
                <a:lnTo>
                  <a:pt x="338679" y="9863"/>
                </a:lnTo>
                <a:lnTo>
                  <a:pt x="358977" y="9230"/>
                </a:lnTo>
                <a:lnTo>
                  <a:pt x="436170" y="9230"/>
                </a:lnTo>
                <a:lnTo>
                  <a:pt x="432247" y="6009"/>
                </a:lnTo>
                <a:lnTo>
                  <a:pt x="422021" y="2820"/>
                </a:lnTo>
                <a:lnTo>
                  <a:pt x="407465" y="635"/>
                </a:lnTo>
                <a:lnTo>
                  <a:pt x="390038" y="0"/>
                </a:lnTo>
                <a:close/>
              </a:path>
            </a:pathLst>
          </a:custGeom>
          <a:solidFill>
            <a:srgbClr val="1F794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76" name="object 1176" descr=""/>
          <p:cNvGrpSpPr/>
          <p:nvPr/>
        </p:nvGrpSpPr>
        <p:grpSpPr>
          <a:xfrm>
            <a:off x="8641914" y="7226495"/>
            <a:ext cx="398145" cy="146685"/>
            <a:chOff x="8641914" y="7226495"/>
            <a:chExt cx="398145" cy="146685"/>
          </a:xfrm>
        </p:grpSpPr>
        <p:pic>
          <p:nvPicPr>
            <p:cNvPr id="1177" name="object 1177" descr=""/>
            <p:cNvPicPr/>
            <p:nvPr/>
          </p:nvPicPr>
          <p:blipFill>
            <a:blip r:embed="rId245" cstate="print"/>
            <a:stretch>
              <a:fillRect/>
            </a:stretch>
          </p:blipFill>
          <p:spPr>
            <a:xfrm>
              <a:off x="8641914" y="7226495"/>
              <a:ext cx="107342" cy="146214"/>
            </a:xfrm>
            <a:prstGeom prst="rect">
              <a:avLst/>
            </a:prstGeom>
          </p:spPr>
        </p:pic>
        <p:sp>
          <p:nvSpPr>
            <p:cNvPr id="1178" name="object 1178" descr=""/>
            <p:cNvSpPr/>
            <p:nvPr/>
          </p:nvSpPr>
          <p:spPr>
            <a:xfrm>
              <a:off x="8735533" y="7249148"/>
              <a:ext cx="304800" cy="74295"/>
            </a:xfrm>
            <a:custGeom>
              <a:avLst/>
              <a:gdLst/>
              <a:ahLst/>
              <a:cxnLst/>
              <a:rect l="l" t="t" r="r" b="b"/>
              <a:pathLst>
                <a:path w="304800" h="74295">
                  <a:moveTo>
                    <a:pt x="208883" y="0"/>
                  </a:moveTo>
                  <a:lnTo>
                    <a:pt x="138054" y="200"/>
                  </a:lnTo>
                  <a:lnTo>
                    <a:pt x="5936" y="2393"/>
                  </a:lnTo>
                  <a:lnTo>
                    <a:pt x="0" y="22382"/>
                  </a:lnTo>
                  <a:lnTo>
                    <a:pt x="205877" y="17598"/>
                  </a:lnTo>
                  <a:lnTo>
                    <a:pt x="251908" y="16801"/>
                  </a:lnTo>
                  <a:lnTo>
                    <a:pt x="262708" y="21784"/>
                  </a:lnTo>
                  <a:lnTo>
                    <a:pt x="271392" y="33997"/>
                  </a:lnTo>
                  <a:lnTo>
                    <a:pt x="277959" y="49717"/>
                  </a:lnTo>
                  <a:lnTo>
                    <a:pt x="282410" y="65219"/>
                  </a:lnTo>
                  <a:lnTo>
                    <a:pt x="286718" y="73859"/>
                  </a:lnTo>
                  <a:lnTo>
                    <a:pt x="292294" y="73879"/>
                  </a:lnTo>
                  <a:lnTo>
                    <a:pt x="298295" y="68907"/>
                  </a:lnTo>
                  <a:lnTo>
                    <a:pt x="303875" y="62570"/>
                  </a:lnTo>
                  <a:lnTo>
                    <a:pt x="304508" y="51975"/>
                  </a:lnTo>
                  <a:lnTo>
                    <a:pt x="297085" y="35546"/>
                  </a:lnTo>
                  <a:lnTo>
                    <a:pt x="282869" y="18859"/>
                  </a:lnTo>
                  <a:lnTo>
                    <a:pt x="263122" y="7493"/>
                  </a:lnTo>
                  <a:lnTo>
                    <a:pt x="242536" y="2271"/>
                  </a:lnTo>
                  <a:lnTo>
                    <a:pt x="208883" y="0"/>
                  </a:lnTo>
                  <a:close/>
                </a:path>
              </a:pathLst>
            </a:custGeom>
            <a:solidFill>
              <a:srgbClr val="1F79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9" name="object 1179" descr=""/>
          <p:cNvSpPr/>
          <p:nvPr/>
        </p:nvSpPr>
        <p:spPr>
          <a:xfrm>
            <a:off x="8612023" y="7499851"/>
            <a:ext cx="526415" cy="148590"/>
          </a:xfrm>
          <a:custGeom>
            <a:avLst/>
            <a:gdLst/>
            <a:ahLst/>
            <a:cxnLst/>
            <a:rect l="l" t="t" r="r" b="b"/>
            <a:pathLst>
              <a:path w="526415" h="148590">
                <a:moveTo>
                  <a:pt x="525868" y="15151"/>
                </a:moveTo>
                <a:lnTo>
                  <a:pt x="524725" y="10604"/>
                </a:lnTo>
                <a:lnTo>
                  <a:pt x="518604" y="3594"/>
                </a:lnTo>
                <a:lnTo>
                  <a:pt x="513270" y="0"/>
                </a:lnTo>
                <a:lnTo>
                  <a:pt x="493877" y="1371"/>
                </a:lnTo>
                <a:lnTo>
                  <a:pt x="480631" y="3683"/>
                </a:lnTo>
                <a:lnTo>
                  <a:pt x="456361" y="9296"/>
                </a:lnTo>
                <a:lnTo>
                  <a:pt x="430390" y="15633"/>
                </a:lnTo>
                <a:lnTo>
                  <a:pt x="427088" y="13563"/>
                </a:lnTo>
                <a:lnTo>
                  <a:pt x="414350" y="10871"/>
                </a:lnTo>
                <a:lnTo>
                  <a:pt x="397154" y="9220"/>
                </a:lnTo>
                <a:lnTo>
                  <a:pt x="394881" y="9182"/>
                </a:lnTo>
                <a:lnTo>
                  <a:pt x="394881" y="50419"/>
                </a:lnTo>
                <a:lnTo>
                  <a:pt x="394754" y="61290"/>
                </a:lnTo>
                <a:lnTo>
                  <a:pt x="383819" y="108204"/>
                </a:lnTo>
                <a:lnTo>
                  <a:pt x="342963" y="135978"/>
                </a:lnTo>
                <a:lnTo>
                  <a:pt x="319265" y="139217"/>
                </a:lnTo>
                <a:lnTo>
                  <a:pt x="295884" y="138074"/>
                </a:lnTo>
                <a:lnTo>
                  <a:pt x="257848" y="124980"/>
                </a:lnTo>
                <a:lnTo>
                  <a:pt x="230301" y="80530"/>
                </a:lnTo>
                <a:lnTo>
                  <a:pt x="226428" y="64058"/>
                </a:lnTo>
                <a:lnTo>
                  <a:pt x="226682" y="59105"/>
                </a:lnTo>
                <a:lnTo>
                  <a:pt x="227101" y="50419"/>
                </a:lnTo>
                <a:lnTo>
                  <a:pt x="262597" y="27241"/>
                </a:lnTo>
                <a:lnTo>
                  <a:pt x="322326" y="20828"/>
                </a:lnTo>
                <a:lnTo>
                  <a:pt x="364845" y="18300"/>
                </a:lnTo>
                <a:lnTo>
                  <a:pt x="377647" y="19989"/>
                </a:lnTo>
                <a:lnTo>
                  <a:pt x="386562" y="24587"/>
                </a:lnTo>
                <a:lnTo>
                  <a:pt x="392277" y="32588"/>
                </a:lnTo>
                <a:lnTo>
                  <a:pt x="394792" y="44462"/>
                </a:lnTo>
                <a:lnTo>
                  <a:pt x="394881" y="50419"/>
                </a:lnTo>
                <a:lnTo>
                  <a:pt x="394881" y="9182"/>
                </a:lnTo>
                <a:lnTo>
                  <a:pt x="378256" y="8839"/>
                </a:lnTo>
                <a:lnTo>
                  <a:pt x="345948" y="8534"/>
                </a:lnTo>
                <a:lnTo>
                  <a:pt x="326377" y="9182"/>
                </a:lnTo>
                <a:lnTo>
                  <a:pt x="298323" y="11709"/>
                </a:lnTo>
                <a:lnTo>
                  <a:pt x="277736" y="14554"/>
                </a:lnTo>
                <a:lnTo>
                  <a:pt x="260273" y="17221"/>
                </a:lnTo>
                <a:lnTo>
                  <a:pt x="245160" y="19900"/>
                </a:lnTo>
                <a:lnTo>
                  <a:pt x="210235" y="25298"/>
                </a:lnTo>
                <a:lnTo>
                  <a:pt x="182232" y="25641"/>
                </a:lnTo>
                <a:lnTo>
                  <a:pt x="164020" y="23190"/>
                </a:lnTo>
                <a:lnTo>
                  <a:pt x="164020" y="64058"/>
                </a:lnTo>
                <a:lnTo>
                  <a:pt x="144919" y="113017"/>
                </a:lnTo>
                <a:lnTo>
                  <a:pt x="109220" y="136131"/>
                </a:lnTo>
                <a:lnTo>
                  <a:pt x="97917" y="137033"/>
                </a:lnTo>
                <a:lnTo>
                  <a:pt x="83921" y="135978"/>
                </a:lnTo>
                <a:lnTo>
                  <a:pt x="42976" y="108775"/>
                </a:lnTo>
                <a:lnTo>
                  <a:pt x="32143" y="61290"/>
                </a:lnTo>
                <a:lnTo>
                  <a:pt x="32029" y="50419"/>
                </a:lnTo>
                <a:lnTo>
                  <a:pt x="32105" y="44462"/>
                </a:lnTo>
                <a:lnTo>
                  <a:pt x="34632" y="32588"/>
                </a:lnTo>
                <a:lnTo>
                  <a:pt x="43764" y="24587"/>
                </a:lnTo>
                <a:lnTo>
                  <a:pt x="60185" y="19989"/>
                </a:lnTo>
                <a:lnTo>
                  <a:pt x="80505" y="18300"/>
                </a:lnTo>
                <a:lnTo>
                  <a:pt x="101333" y="18948"/>
                </a:lnTo>
                <a:lnTo>
                  <a:pt x="148056" y="32588"/>
                </a:lnTo>
                <a:lnTo>
                  <a:pt x="164020" y="64058"/>
                </a:lnTo>
                <a:lnTo>
                  <a:pt x="164020" y="23190"/>
                </a:lnTo>
                <a:lnTo>
                  <a:pt x="155562" y="22034"/>
                </a:lnTo>
                <a:lnTo>
                  <a:pt x="137756" y="18300"/>
                </a:lnTo>
                <a:lnTo>
                  <a:pt x="124091" y="15430"/>
                </a:lnTo>
                <a:lnTo>
                  <a:pt x="103835" y="11861"/>
                </a:lnTo>
                <a:lnTo>
                  <a:pt x="85191" y="9994"/>
                </a:lnTo>
                <a:lnTo>
                  <a:pt x="67195" y="9182"/>
                </a:lnTo>
                <a:lnTo>
                  <a:pt x="48831" y="8839"/>
                </a:lnTo>
                <a:lnTo>
                  <a:pt x="30962" y="9486"/>
                </a:lnTo>
                <a:lnTo>
                  <a:pt x="0" y="32588"/>
                </a:lnTo>
                <a:lnTo>
                  <a:pt x="1181" y="39852"/>
                </a:lnTo>
                <a:lnTo>
                  <a:pt x="4368" y="44462"/>
                </a:lnTo>
                <a:lnTo>
                  <a:pt x="8597" y="46431"/>
                </a:lnTo>
                <a:lnTo>
                  <a:pt x="12827" y="49911"/>
                </a:lnTo>
                <a:lnTo>
                  <a:pt x="17411" y="58267"/>
                </a:lnTo>
                <a:lnTo>
                  <a:pt x="22733" y="74828"/>
                </a:lnTo>
                <a:lnTo>
                  <a:pt x="27444" y="95377"/>
                </a:lnTo>
                <a:lnTo>
                  <a:pt x="33070" y="113258"/>
                </a:lnTo>
                <a:lnTo>
                  <a:pt x="44297" y="128079"/>
                </a:lnTo>
                <a:lnTo>
                  <a:pt x="65760" y="139496"/>
                </a:lnTo>
                <a:lnTo>
                  <a:pt x="88684" y="145199"/>
                </a:lnTo>
                <a:lnTo>
                  <a:pt x="108394" y="145224"/>
                </a:lnTo>
                <a:lnTo>
                  <a:pt x="126136" y="139395"/>
                </a:lnTo>
                <a:lnTo>
                  <a:pt x="129540" y="137033"/>
                </a:lnTo>
                <a:lnTo>
                  <a:pt x="143141" y="127596"/>
                </a:lnTo>
                <a:lnTo>
                  <a:pt x="157378" y="111531"/>
                </a:lnTo>
                <a:lnTo>
                  <a:pt x="166966" y="94767"/>
                </a:lnTo>
                <a:lnTo>
                  <a:pt x="173291" y="79908"/>
                </a:lnTo>
                <a:lnTo>
                  <a:pt x="177749" y="69545"/>
                </a:lnTo>
                <a:lnTo>
                  <a:pt x="183057" y="59867"/>
                </a:lnTo>
                <a:lnTo>
                  <a:pt x="184505" y="59867"/>
                </a:lnTo>
                <a:lnTo>
                  <a:pt x="192011" y="59334"/>
                </a:lnTo>
                <a:lnTo>
                  <a:pt x="193586" y="59194"/>
                </a:lnTo>
                <a:lnTo>
                  <a:pt x="195326" y="59105"/>
                </a:lnTo>
                <a:lnTo>
                  <a:pt x="197065" y="59194"/>
                </a:lnTo>
                <a:lnTo>
                  <a:pt x="199847" y="59436"/>
                </a:lnTo>
                <a:lnTo>
                  <a:pt x="206133" y="59867"/>
                </a:lnTo>
                <a:lnTo>
                  <a:pt x="207581" y="59867"/>
                </a:lnTo>
                <a:lnTo>
                  <a:pt x="212890" y="69545"/>
                </a:lnTo>
                <a:lnTo>
                  <a:pt x="217487" y="80594"/>
                </a:lnTo>
                <a:lnTo>
                  <a:pt x="224015" y="96774"/>
                </a:lnTo>
                <a:lnTo>
                  <a:pt x="233832" y="114896"/>
                </a:lnTo>
                <a:lnTo>
                  <a:pt x="248183" y="131584"/>
                </a:lnTo>
                <a:lnTo>
                  <a:pt x="270217" y="143090"/>
                </a:lnTo>
                <a:lnTo>
                  <a:pt x="299326" y="148082"/>
                </a:lnTo>
                <a:lnTo>
                  <a:pt x="331152" y="146799"/>
                </a:lnTo>
                <a:lnTo>
                  <a:pt x="383705" y="127457"/>
                </a:lnTo>
                <a:lnTo>
                  <a:pt x="405142" y="93827"/>
                </a:lnTo>
                <a:lnTo>
                  <a:pt x="410921" y="73126"/>
                </a:lnTo>
                <a:lnTo>
                  <a:pt x="416242" y="56565"/>
                </a:lnTo>
                <a:lnTo>
                  <a:pt x="420827" y="48209"/>
                </a:lnTo>
                <a:lnTo>
                  <a:pt x="425056" y="44729"/>
                </a:lnTo>
                <a:lnTo>
                  <a:pt x="429285" y="42773"/>
                </a:lnTo>
                <a:lnTo>
                  <a:pt x="432473" y="38163"/>
                </a:lnTo>
                <a:lnTo>
                  <a:pt x="433374" y="32626"/>
                </a:lnTo>
                <a:lnTo>
                  <a:pt x="503351" y="13779"/>
                </a:lnTo>
                <a:lnTo>
                  <a:pt x="504964" y="14376"/>
                </a:lnTo>
                <a:lnTo>
                  <a:pt x="511556" y="20104"/>
                </a:lnTo>
                <a:lnTo>
                  <a:pt x="518363" y="22517"/>
                </a:lnTo>
                <a:lnTo>
                  <a:pt x="525145" y="20789"/>
                </a:lnTo>
                <a:lnTo>
                  <a:pt x="525868" y="15151"/>
                </a:lnTo>
                <a:close/>
              </a:path>
            </a:pathLst>
          </a:custGeom>
          <a:solidFill>
            <a:srgbClr val="1F794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80" name="object 1180" descr=""/>
          <p:cNvPicPr/>
          <p:nvPr/>
        </p:nvPicPr>
        <p:blipFill>
          <a:blip r:embed="rId246" cstate="print"/>
          <a:stretch>
            <a:fillRect/>
          </a:stretch>
        </p:blipFill>
        <p:spPr>
          <a:xfrm>
            <a:off x="5521216" y="6983569"/>
            <a:ext cx="425332" cy="80540"/>
          </a:xfrm>
          <a:prstGeom prst="rect">
            <a:avLst/>
          </a:prstGeom>
        </p:spPr>
      </p:pic>
      <p:sp>
        <p:nvSpPr>
          <p:cNvPr id="1181" name="object 1181" descr=""/>
          <p:cNvSpPr/>
          <p:nvPr/>
        </p:nvSpPr>
        <p:spPr>
          <a:xfrm>
            <a:off x="5540286" y="7275493"/>
            <a:ext cx="402590" cy="104139"/>
          </a:xfrm>
          <a:custGeom>
            <a:avLst/>
            <a:gdLst/>
            <a:ahLst/>
            <a:cxnLst/>
            <a:rect l="l" t="t" r="r" b="b"/>
            <a:pathLst>
              <a:path w="402589" h="104140">
                <a:moveTo>
                  <a:pt x="402526" y="96342"/>
                </a:moveTo>
                <a:lnTo>
                  <a:pt x="378637" y="41795"/>
                </a:lnTo>
                <a:lnTo>
                  <a:pt x="343306" y="24041"/>
                </a:lnTo>
                <a:lnTo>
                  <a:pt x="304723" y="23279"/>
                </a:lnTo>
                <a:lnTo>
                  <a:pt x="216585" y="26517"/>
                </a:lnTo>
                <a:lnTo>
                  <a:pt x="56438" y="33997"/>
                </a:lnTo>
                <a:lnTo>
                  <a:pt x="57048" y="25234"/>
                </a:lnTo>
                <a:lnTo>
                  <a:pt x="57353" y="18161"/>
                </a:lnTo>
                <a:lnTo>
                  <a:pt x="57607" y="12014"/>
                </a:lnTo>
                <a:lnTo>
                  <a:pt x="57277" y="5549"/>
                </a:lnTo>
                <a:lnTo>
                  <a:pt x="51206" y="3136"/>
                </a:lnTo>
                <a:lnTo>
                  <a:pt x="38163" y="241"/>
                </a:lnTo>
                <a:lnTo>
                  <a:pt x="23025" y="0"/>
                </a:lnTo>
                <a:lnTo>
                  <a:pt x="10680" y="5549"/>
                </a:lnTo>
                <a:lnTo>
                  <a:pt x="3556" y="13690"/>
                </a:lnTo>
                <a:lnTo>
                  <a:pt x="266" y="23037"/>
                </a:lnTo>
                <a:lnTo>
                  <a:pt x="0" y="39585"/>
                </a:lnTo>
                <a:lnTo>
                  <a:pt x="1930" y="69303"/>
                </a:lnTo>
                <a:lnTo>
                  <a:pt x="3187" y="70294"/>
                </a:lnTo>
                <a:lnTo>
                  <a:pt x="5016" y="64147"/>
                </a:lnTo>
                <a:lnTo>
                  <a:pt x="7848" y="35661"/>
                </a:lnTo>
                <a:lnTo>
                  <a:pt x="13868" y="21945"/>
                </a:lnTo>
                <a:lnTo>
                  <a:pt x="21348" y="18161"/>
                </a:lnTo>
                <a:lnTo>
                  <a:pt x="28549" y="19456"/>
                </a:lnTo>
                <a:lnTo>
                  <a:pt x="34086" y="24841"/>
                </a:lnTo>
                <a:lnTo>
                  <a:pt x="37757" y="34975"/>
                </a:lnTo>
                <a:lnTo>
                  <a:pt x="39662" y="47536"/>
                </a:lnTo>
                <a:lnTo>
                  <a:pt x="39776" y="54025"/>
                </a:lnTo>
                <a:lnTo>
                  <a:pt x="39814" y="61607"/>
                </a:lnTo>
                <a:lnTo>
                  <a:pt x="39103" y="76073"/>
                </a:lnTo>
                <a:lnTo>
                  <a:pt x="39103" y="80530"/>
                </a:lnTo>
                <a:lnTo>
                  <a:pt x="41452" y="80530"/>
                </a:lnTo>
                <a:lnTo>
                  <a:pt x="52400" y="77558"/>
                </a:lnTo>
                <a:lnTo>
                  <a:pt x="53492" y="70294"/>
                </a:lnTo>
                <a:lnTo>
                  <a:pt x="53606" y="69303"/>
                </a:lnTo>
                <a:lnTo>
                  <a:pt x="54216" y="61607"/>
                </a:lnTo>
                <a:lnTo>
                  <a:pt x="54660" y="54025"/>
                </a:lnTo>
                <a:lnTo>
                  <a:pt x="54711" y="53441"/>
                </a:lnTo>
                <a:lnTo>
                  <a:pt x="178676" y="50050"/>
                </a:lnTo>
                <a:lnTo>
                  <a:pt x="278968" y="48069"/>
                </a:lnTo>
                <a:lnTo>
                  <a:pt x="341731" y="48260"/>
                </a:lnTo>
                <a:lnTo>
                  <a:pt x="362902" y="55765"/>
                </a:lnTo>
                <a:lnTo>
                  <a:pt x="371856" y="70637"/>
                </a:lnTo>
                <a:lnTo>
                  <a:pt x="373849" y="87071"/>
                </a:lnTo>
                <a:lnTo>
                  <a:pt x="374167" y="99199"/>
                </a:lnTo>
                <a:lnTo>
                  <a:pt x="378701" y="103555"/>
                </a:lnTo>
                <a:lnTo>
                  <a:pt x="387388" y="102552"/>
                </a:lnTo>
                <a:lnTo>
                  <a:pt x="396557" y="99161"/>
                </a:lnTo>
                <a:lnTo>
                  <a:pt x="402526" y="96342"/>
                </a:lnTo>
                <a:close/>
              </a:path>
            </a:pathLst>
          </a:custGeom>
          <a:solidFill>
            <a:srgbClr val="CE554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82" name="object 1182" descr=""/>
          <p:cNvPicPr/>
          <p:nvPr/>
        </p:nvPicPr>
        <p:blipFill>
          <a:blip r:embed="rId247" cstate="print"/>
          <a:stretch>
            <a:fillRect/>
          </a:stretch>
        </p:blipFill>
        <p:spPr>
          <a:xfrm>
            <a:off x="5514785" y="7565912"/>
            <a:ext cx="498440" cy="80540"/>
          </a:xfrm>
          <a:prstGeom prst="rect">
            <a:avLst/>
          </a:prstGeom>
        </p:spPr>
      </p:pic>
      <p:pic>
        <p:nvPicPr>
          <p:cNvPr id="1183" name="object 1183" descr=""/>
          <p:cNvPicPr/>
          <p:nvPr/>
        </p:nvPicPr>
        <p:blipFill>
          <a:blip r:embed="rId248" cstate="print"/>
          <a:stretch>
            <a:fillRect/>
          </a:stretch>
        </p:blipFill>
        <p:spPr>
          <a:xfrm>
            <a:off x="6112522" y="6953306"/>
            <a:ext cx="400805" cy="157309"/>
          </a:xfrm>
          <a:prstGeom prst="rect">
            <a:avLst/>
          </a:prstGeom>
        </p:spPr>
      </p:pic>
      <p:grpSp>
        <p:nvGrpSpPr>
          <p:cNvPr id="1184" name="object 1184" descr=""/>
          <p:cNvGrpSpPr/>
          <p:nvPr/>
        </p:nvGrpSpPr>
        <p:grpSpPr>
          <a:xfrm>
            <a:off x="6135650" y="7218379"/>
            <a:ext cx="385445" cy="189230"/>
            <a:chOff x="6135650" y="7218379"/>
            <a:chExt cx="385445" cy="189230"/>
          </a:xfrm>
        </p:grpSpPr>
        <p:pic>
          <p:nvPicPr>
            <p:cNvPr id="1185" name="object 1185" descr=""/>
            <p:cNvPicPr/>
            <p:nvPr/>
          </p:nvPicPr>
          <p:blipFill>
            <a:blip r:embed="rId249" cstate="print"/>
            <a:stretch>
              <a:fillRect/>
            </a:stretch>
          </p:blipFill>
          <p:spPr>
            <a:xfrm>
              <a:off x="6135650" y="7218379"/>
              <a:ext cx="75680" cy="189050"/>
            </a:xfrm>
            <a:prstGeom prst="rect">
              <a:avLst/>
            </a:prstGeom>
          </p:spPr>
        </p:pic>
        <p:sp>
          <p:nvSpPr>
            <p:cNvPr id="1186" name="object 1186" descr=""/>
            <p:cNvSpPr/>
            <p:nvPr/>
          </p:nvSpPr>
          <p:spPr>
            <a:xfrm>
              <a:off x="6197694" y="7280258"/>
              <a:ext cx="323215" cy="73025"/>
            </a:xfrm>
            <a:custGeom>
              <a:avLst/>
              <a:gdLst/>
              <a:ahLst/>
              <a:cxnLst/>
              <a:rect l="l" t="t" r="r" b="b"/>
              <a:pathLst>
                <a:path w="323215" h="73025">
                  <a:moveTo>
                    <a:pt x="234822" y="0"/>
                  </a:moveTo>
                  <a:lnTo>
                    <a:pt x="155233" y="2921"/>
                  </a:lnTo>
                  <a:lnTo>
                    <a:pt x="4492" y="9969"/>
                  </a:lnTo>
                  <a:lnTo>
                    <a:pt x="0" y="27487"/>
                  </a:lnTo>
                  <a:lnTo>
                    <a:pt x="121006" y="24182"/>
                  </a:lnTo>
                  <a:lnTo>
                    <a:pt x="211576" y="22385"/>
                  </a:lnTo>
                  <a:lnTo>
                    <a:pt x="268243" y="22566"/>
                  </a:lnTo>
                  <a:lnTo>
                    <a:pt x="297244" y="57601"/>
                  </a:lnTo>
                  <a:lnTo>
                    <a:pt x="297530" y="68554"/>
                  </a:lnTo>
                  <a:lnTo>
                    <a:pt x="301627" y="72492"/>
                  </a:lnTo>
                  <a:lnTo>
                    <a:pt x="309476" y="71594"/>
                  </a:lnTo>
                  <a:lnTo>
                    <a:pt x="317754" y="68535"/>
                  </a:lnTo>
                  <a:lnTo>
                    <a:pt x="323141" y="65988"/>
                  </a:lnTo>
                  <a:lnTo>
                    <a:pt x="321987" y="56557"/>
                  </a:lnTo>
                  <a:lnTo>
                    <a:pt x="314147" y="37111"/>
                  </a:lnTo>
                  <a:lnTo>
                    <a:pt x="301564" y="16724"/>
                  </a:lnTo>
                  <a:lnTo>
                    <a:pt x="286179" y="4472"/>
                  </a:lnTo>
                  <a:lnTo>
                    <a:pt x="269668" y="688"/>
                  </a:lnTo>
                  <a:lnTo>
                    <a:pt x="23482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87" name="object 1187" descr=""/>
          <p:cNvPicPr/>
          <p:nvPr/>
        </p:nvPicPr>
        <p:blipFill>
          <a:blip r:embed="rId250" cstate="print"/>
          <a:stretch>
            <a:fillRect/>
          </a:stretch>
        </p:blipFill>
        <p:spPr>
          <a:xfrm>
            <a:off x="6145404" y="7529017"/>
            <a:ext cx="431589" cy="141546"/>
          </a:xfrm>
          <a:prstGeom prst="rect">
            <a:avLst/>
          </a:prstGeom>
        </p:spPr>
      </p:pic>
      <p:sp>
        <p:nvSpPr>
          <p:cNvPr id="1188" name="object 1188" descr=""/>
          <p:cNvSpPr/>
          <p:nvPr/>
        </p:nvSpPr>
        <p:spPr>
          <a:xfrm>
            <a:off x="10667269" y="7517802"/>
            <a:ext cx="29845" cy="17145"/>
          </a:xfrm>
          <a:custGeom>
            <a:avLst/>
            <a:gdLst/>
            <a:ahLst/>
            <a:cxnLst/>
            <a:rect l="l" t="t" r="r" b="b"/>
            <a:pathLst>
              <a:path w="29845" h="17145">
                <a:moveTo>
                  <a:pt x="28041" y="0"/>
                </a:moveTo>
                <a:lnTo>
                  <a:pt x="0" y="2167"/>
                </a:lnTo>
                <a:lnTo>
                  <a:pt x="1225" y="16795"/>
                </a:lnTo>
                <a:lnTo>
                  <a:pt x="29255" y="14638"/>
                </a:lnTo>
                <a:lnTo>
                  <a:pt x="28041" y="0"/>
                </a:lnTo>
                <a:close/>
              </a:path>
            </a:pathLst>
          </a:custGeom>
          <a:solidFill>
            <a:srgbClr val="3535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89" name="object 1189" descr=""/>
          <p:cNvGrpSpPr/>
          <p:nvPr/>
        </p:nvGrpSpPr>
        <p:grpSpPr>
          <a:xfrm>
            <a:off x="10418406" y="7521562"/>
            <a:ext cx="58419" cy="140335"/>
            <a:chOff x="10418406" y="7521562"/>
            <a:chExt cx="58419" cy="140335"/>
          </a:xfrm>
        </p:grpSpPr>
        <p:sp>
          <p:nvSpPr>
            <p:cNvPr id="1190" name="object 1190" descr=""/>
            <p:cNvSpPr/>
            <p:nvPr/>
          </p:nvSpPr>
          <p:spPr>
            <a:xfrm>
              <a:off x="10418394" y="7521568"/>
              <a:ext cx="58419" cy="140335"/>
            </a:xfrm>
            <a:custGeom>
              <a:avLst/>
              <a:gdLst/>
              <a:ahLst/>
              <a:cxnLst/>
              <a:rect l="l" t="t" r="r" b="b"/>
              <a:pathLst>
                <a:path w="58420" h="140334">
                  <a:moveTo>
                    <a:pt x="58026" y="71755"/>
                  </a:moveTo>
                  <a:lnTo>
                    <a:pt x="53174" y="37960"/>
                  </a:lnTo>
                  <a:lnTo>
                    <a:pt x="44310" y="18783"/>
                  </a:lnTo>
                  <a:lnTo>
                    <a:pt x="40589" y="15989"/>
                  </a:lnTo>
                  <a:lnTo>
                    <a:pt x="42164" y="16065"/>
                  </a:lnTo>
                  <a:lnTo>
                    <a:pt x="42964" y="1409"/>
                  </a:lnTo>
                  <a:lnTo>
                    <a:pt x="14897" y="0"/>
                  </a:lnTo>
                  <a:lnTo>
                    <a:pt x="14160" y="13068"/>
                  </a:lnTo>
                  <a:lnTo>
                    <a:pt x="8966" y="15633"/>
                  </a:lnTo>
                  <a:lnTo>
                    <a:pt x="2133" y="30314"/>
                  </a:lnTo>
                  <a:lnTo>
                    <a:pt x="0" y="51371"/>
                  </a:lnTo>
                  <a:lnTo>
                    <a:pt x="1206" y="76911"/>
                  </a:lnTo>
                  <a:lnTo>
                    <a:pt x="4508" y="102044"/>
                  </a:lnTo>
                  <a:lnTo>
                    <a:pt x="10299" y="122059"/>
                  </a:lnTo>
                  <a:lnTo>
                    <a:pt x="19608" y="135356"/>
                  </a:lnTo>
                  <a:lnTo>
                    <a:pt x="33489" y="140284"/>
                  </a:lnTo>
                  <a:lnTo>
                    <a:pt x="43942" y="137223"/>
                  </a:lnTo>
                  <a:lnTo>
                    <a:pt x="52349" y="126276"/>
                  </a:lnTo>
                  <a:lnTo>
                    <a:pt x="57467" y="105194"/>
                  </a:lnTo>
                  <a:lnTo>
                    <a:pt x="58026" y="71755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1" name="object 1191" descr=""/>
            <p:cNvSpPr/>
            <p:nvPr/>
          </p:nvSpPr>
          <p:spPr>
            <a:xfrm>
              <a:off x="10418701" y="7542669"/>
              <a:ext cx="26034" cy="112395"/>
            </a:xfrm>
            <a:custGeom>
              <a:avLst/>
              <a:gdLst/>
              <a:ahLst/>
              <a:cxnLst/>
              <a:rect l="l" t="t" r="r" b="b"/>
              <a:pathLst>
                <a:path w="26034" h="112395">
                  <a:moveTo>
                    <a:pt x="7792" y="0"/>
                  </a:moveTo>
                  <a:lnTo>
                    <a:pt x="3617" y="4761"/>
                  </a:lnTo>
                  <a:lnTo>
                    <a:pt x="946" y="17066"/>
                  </a:lnTo>
                  <a:lnTo>
                    <a:pt x="0" y="35078"/>
                  </a:lnTo>
                  <a:lnTo>
                    <a:pt x="996" y="56961"/>
                  </a:lnTo>
                  <a:lnTo>
                    <a:pt x="3844" y="78696"/>
                  </a:lnTo>
                  <a:lnTo>
                    <a:pt x="7928" y="96305"/>
                  </a:lnTo>
                  <a:lnTo>
                    <a:pt x="12711" y="108017"/>
                  </a:lnTo>
                  <a:lnTo>
                    <a:pt x="17655" y="112059"/>
                  </a:lnTo>
                  <a:lnTo>
                    <a:pt x="21837" y="107287"/>
                  </a:lnTo>
                  <a:lnTo>
                    <a:pt x="24512" y="94980"/>
                  </a:lnTo>
                  <a:lnTo>
                    <a:pt x="25458" y="76969"/>
                  </a:lnTo>
                  <a:lnTo>
                    <a:pt x="24451" y="55087"/>
                  </a:lnTo>
                  <a:lnTo>
                    <a:pt x="21611" y="33351"/>
                  </a:lnTo>
                  <a:lnTo>
                    <a:pt x="17531" y="15740"/>
                  </a:lnTo>
                  <a:lnTo>
                    <a:pt x="12746" y="4030"/>
                  </a:lnTo>
                  <a:lnTo>
                    <a:pt x="7792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2" name="object 1192" descr=""/>
          <p:cNvGrpSpPr/>
          <p:nvPr/>
        </p:nvGrpSpPr>
        <p:grpSpPr>
          <a:xfrm>
            <a:off x="10435951" y="7411847"/>
            <a:ext cx="273685" cy="247650"/>
            <a:chOff x="10435951" y="7411847"/>
            <a:chExt cx="273685" cy="247650"/>
          </a:xfrm>
        </p:grpSpPr>
        <p:sp>
          <p:nvSpPr>
            <p:cNvPr id="1193" name="object 1193" descr=""/>
            <p:cNvSpPr/>
            <p:nvPr/>
          </p:nvSpPr>
          <p:spPr>
            <a:xfrm>
              <a:off x="10651078" y="7528358"/>
              <a:ext cx="58419" cy="131445"/>
            </a:xfrm>
            <a:custGeom>
              <a:avLst/>
              <a:gdLst/>
              <a:ahLst/>
              <a:cxnLst/>
              <a:rect l="l" t="t" r="r" b="b"/>
              <a:pathLst>
                <a:path w="58420" h="131445">
                  <a:moveTo>
                    <a:pt x="36135" y="0"/>
                  </a:moveTo>
                  <a:lnTo>
                    <a:pt x="24746" y="1218"/>
                  </a:lnTo>
                  <a:lnTo>
                    <a:pt x="13709" y="9533"/>
                  </a:lnTo>
                  <a:lnTo>
                    <a:pt x="4850" y="28710"/>
                  </a:lnTo>
                  <a:lnTo>
                    <a:pt x="0" y="62511"/>
                  </a:lnTo>
                  <a:lnTo>
                    <a:pt x="563" y="95952"/>
                  </a:lnTo>
                  <a:lnTo>
                    <a:pt x="5683" y="117023"/>
                  </a:lnTo>
                  <a:lnTo>
                    <a:pt x="14097" y="127966"/>
                  </a:lnTo>
                  <a:lnTo>
                    <a:pt x="24543" y="131022"/>
                  </a:lnTo>
                  <a:lnTo>
                    <a:pt x="38422" y="126100"/>
                  </a:lnTo>
                  <a:lnTo>
                    <a:pt x="47736" y="112814"/>
                  </a:lnTo>
                  <a:lnTo>
                    <a:pt x="53524" y="92792"/>
                  </a:lnTo>
                  <a:lnTo>
                    <a:pt x="56825" y="67662"/>
                  </a:lnTo>
                  <a:lnTo>
                    <a:pt x="58023" y="42130"/>
                  </a:lnTo>
                  <a:lnTo>
                    <a:pt x="55892" y="21070"/>
                  </a:lnTo>
                  <a:lnTo>
                    <a:pt x="49055" y="6390"/>
                  </a:lnTo>
                  <a:lnTo>
                    <a:pt x="36135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4" name="object 1194" descr=""/>
            <p:cNvSpPr/>
            <p:nvPr/>
          </p:nvSpPr>
          <p:spPr>
            <a:xfrm>
              <a:off x="10683349" y="7540210"/>
              <a:ext cx="26034" cy="112395"/>
            </a:xfrm>
            <a:custGeom>
              <a:avLst/>
              <a:gdLst/>
              <a:ahLst/>
              <a:cxnLst/>
              <a:rect l="l" t="t" r="r" b="b"/>
              <a:pathLst>
                <a:path w="26034" h="112395">
                  <a:moveTo>
                    <a:pt x="17661" y="0"/>
                  </a:moveTo>
                  <a:lnTo>
                    <a:pt x="1002" y="55097"/>
                  </a:lnTo>
                  <a:lnTo>
                    <a:pt x="0" y="76979"/>
                  </a:lnTo>
                  <a:lnTo>
                    <a:pt x="944" y="94990"/>
                  </a:lnTo>
                  <a:lnTo>
                    <a:pt x="3617" y="107298"/>
                  </a:lnTo>
                  <a:lnTo>
                    <a:pt x="7798" y="112069"/>
                  </a:lnTo>
                  <a:lnTo>
                    <a:pt x="12748" y="108028"/>
                  </a:lnTo>
                  <a:lnTo>
                    <a:pt x="17533" y="96316"/>
                  </a:lnTo>
                  <a:lnTo>
                    <a:pt x="21615" y="78706"/>
                  </a:lnTo>
                  <a:lnTo>
                    <a:pt x="24457" y="56972"/>
                  </a:lnTo>
                  <a:lnTo>
                    <a:pt x="25454" y="35088"/>
                  </a:lnTo>
                  <a:lnTo>
                    <a:pt x="24507" y="17075"/>
                  </a:lnTo>
                  <a:lnTo>
                    <a:pt x="21836" y="4767"/>
                  </a:lnTo>
                  <a:lnTo>
                    <a:pt x="17661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5" name="object 1195" descr=""/>
            <p:cNvSpPr/>
            <p:nvPr/>
          </p:nvSpPr>
          <p:spPr>
            <a:xfrm>
              <a:off x="10435951" y="7411847"/>
              <a:ext cx="257175" cy="116839"/>
            </a:xfrm>
            <a:custGeom>
              <a:avLst/>
              <a:gdLst/>
              <a:ahLst/>
              <a:cxnLst/>
              <a:rect l="l" t="t" r="r" b="b"/>
              <a:pathLst>
                <a:path w="257175" h="116840">
                  <a:moveTo>
                    <a:pt x="128509" y="0"/>
                  </a:moveTo>
                  <a:lnTo>
                    <a:pt x="67106" y="12690"/>
                  </a:lnTo>
                  <a:lnTo>
                    <a:pt x="29370" y="41535"/>
                  </a:lnTo>
                  <a:lnTo>
                    <a:pt x="9330" y="75715"/>
                  </a:lnTo>
                  <a:lnTo>
                    <a:pt x="0" y="116750"/>
                  </a:lnTo>
                  <a:lnTo>
                    <a:pt x="21957" y="116677"/>
                  </a:lnTo>
                  <a:lnTo>
                    <a:pt x="24220" y="99842"/>
                  </a:lnTo>
                  <a:lnTo>
                    <a:pt x="36913" y="65716"/>
                  </a:lnTo>
                  <a:lnTo>
                    <a:pt x="68868" y="31914"/>
                  </a:lnTo>
                  <a:lnTo>
                    <a:pt x="129022" y="16041"/>
                  </a:lnTo>
                  <a:lnTo>
                    <a:pt x="189060" y="29575"/>
                  </a:lnTo>
                  <a:lnTo>
                    <a:pt x="220535" y="60735"/>
                  </a:lnTo>
                  <a:lnTo>
                    <a:pt x="232796" y="92646"/>
                  </a:lnTo>
                  <a:lnTo>
                    <a:pt x="234966" y="108436"/>
                  </a:lnTo>
                  <a:lnTo>
                    <a:pt x="256882" y="107179"/>
                  </a:lnTo>
                  <a:lnTo>
                    <a:pt x="255432" y="95551"/>
                  </a:lnTo>
                  <a:lnTo>
                    <a:pt x="247434" y="68648"/>
                  </a:lnTo>
                  <a:lnTo>
                    <a:pt x="227324" y="36842"/>
                  </a:lnTo>
                  <a:lnTo>
                    <a:pt x="189537" y="10502"/>
                  </a:lnTo>
                  <a:lnTo>
                    <a:pt x="128509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6" name="object 1196" descr=""/>
          <p:cNvGrpSpPr/>
          <p:nvPr/>
        </p:nvGrpSpPr>
        <p:grpSpPr>
          <a:xfrm>
            <a:off x="10256207" y="7530041"/>
            <a:ext cx="77470" cy="132715"/>
            <a:chOff x="10256207" y="7530041"/>
            <a:chExt cx="77470" cy="132715"/>
          </a:xfrm>
        </p:grpSpPr>
        <p:sp>
          <p:nvSpPr>
            <p:cNvPr id="1197" name="object 1197" descr=""/>
            <p:cNvSpPr/>
            <p:nvPr/>
          </p:nvSpPr>
          <p:spPr>
            <a:xfrm>
              <a:off x="10256207" y="7530041"/>
              <a:ext cx="77470" cy="132715"/>
            </a:xfrm>
            <a:custGeom>
              <a:avLst/>
              <a:gdLst/>
              <a:ahLst/>
              <a:cxnLst/>
              <a:rect l="l" t="t" r="r" b="b"/>
              <a:pathLst>
                <a:path w="77470" h="132715">
                  <a:moveTo>
                    <a:pt x="45098" y="0"/>
                  </a:moveTo>
                  <a:lnTo>
                    <a:pt x="29765" y="1290"/>
                  </a:lnTo>
                  <a:lnTo>
                    <a:pt x="15335" y="9747"/>
                  </a:lnTo>
                  <a:lnTo>
                    <a:pt x="4512" y="29165"/>
                  </a:lnTo>
                  <a:lnTo>
                    <a:pt x="0" y="63338"/>
                  </a:lnTo>
                  <a:lnTo>
                    <a:pt x="2790" y="97111"/>
                  </a:lnTo>
                  <a:lnTo>
                    <a:pt x="10994" y="118366"/>
                  </a:lnTo>
                  <a:lnTo>
                    <a:pt x="23038" y="129380"/>
                  </a:lnTo>
                  <a:lnTo>
                    <a:pt x="37349" y="132425"/>
                  </a:lnTo>
                  <a:lnTo>
                    <a:pt x="55831" y="127376"/>
                  </a:lnTo>
                  <a:lnTo>
                    <a:pt x="67628" y="113903"/>
                  </a:lnTo>
                  <a:lnTo>
                    <a:pt x="74246" y="93647"/>
                  </a:lnTo>
                  <a:lnTo>
                    <a:pt x="77191" y="68249"/>
                  </a:lnTo>
                  <a:lnTo>
                    <a:pt x="77267" y="42443"/>
                  </a:lnTo>
                  <a:lnTo>
                    <a:pt x="73109" y="21178"/>
                  </a:lnTo>
                  <a:lnTo>
                    <a:pt x="62968" y="6386"/>
                  </a:lnTo>
                  <a:lnTo>
                    <a:pt x="45098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8" name="object 1198" descr=""/>
            <p:cNvSpPr/>
            <p:nvPr/>
          </p:nvSpPr>
          <p:spPr>
            <a:xfrm>
              <a:off x="10293321" y="7541287"/>
              <a:ext cx="40640" cy="113664"/>
            </a:xfrm>
            <a:custGeom>
              <a:avLst/>
              <a:gdLst/>
              <a:ahLst/>
              <a:cxnLst/>
              <a:rect l="l" t="t" r="r" b="b"/>
              <a:pathLst>
                <a:path w="40640" h="113665">
                  <a:moveTo>
                    <a:pt x="23329" y="0"/>
                  </a:moveTo>
                  <a:lnTo>
                    <a:pt x="15281" y="4006"/>
                  </a:lnTo>
                  <a:lnTo>
                    <a:pt x="8209" y="15778"/>
                  </a:lnTo>
                  <a:lnTo>
                    <a:pt x="2864" y="33532"/>
                  </a:lnTo>
                  <a:lnTo>
                    <a:pt x="0" y="55485"/>
                  </a:lnTo>
                  <a:lnTo>
                    <a:pt x="288" y="77617"/>
                  </a:lnTo>
                  <a:lnTo>
                    <a:pt x="3528" y="95862"/>
                  </a:lnTo>
                  <a:lnTo>
                    <a:pt x="9179" y="108360"/>
                  </a:lnTo>
                  <a:lnTo>
                    <a:pt x="16701" y="113253"/>
                  </a:lnTo>
                  <a:lnTo>
                    <a:pt x="24754" y="109240"/>
                  </a:lnTo>
                  <a:lnTo>
                    <a:pt x="31828" y="97465"/>
                  </a:lnTo>
                  <a:lnTo>
                    <a:pt x="37171" y="79710"/>
                  </a:lnTo>
                  <a:lnTo>
                    <a:pt x="40030" y="57757"/>
                  </a:lnTo>
                  <a:lnTo>
                    <a:pt x="39748" y="35629"/>
                  </a:lnTo>
                  <a:lnTo>
                    <a:pt x="36513" y="17385"/>
                  </a:lnTo>
                  <a:lnTo>
                    <a:pt x="30861" y="4888"/>
                  </a:lnTo>
                  <a:lnTo>
                    <a:pt x="23329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99" name="object 1199" descr=""/>
          <p:cNvGrpSpPr/>
          <p:nvPr/>
        </p:nvGrpSpPr>
        <p:grpSpPr>
          <a:xfrm>
            <a:off x="10030713" y="7534264"/>
            <a:ext cx="57785" cy="132715"/>
            <a:chOff x="10030713" y="7534264"/>
            <a:chExt cx="57785" cy="132715"/>
          </a:xfrm>
        </p:grpSpPr>
        <p:sp>
          <p:nvSpPr>
            <p:cNvPr id="1200" name="object 1200" descr=""/>
            <p:cNvSpPr/>
            <p:nvPr/>
          </p:nvSpPr>
          <p:spPr>
            <a:xfrm>
              <a:off x="10030713" y="7534264"/>
              <a:ext cx="57785" cy="132715"/>
            </a:xfrm>
            <a:custGeom>
              <a:avLst/>
              <a:gdLst/>
              <a:ahLst/>
              <a:cxnLst/>
              <a:rect l="l" t="t" r="r" b="b"/>
              <a:pathLst>
                <a:path w="57784" h="132715">
                  <a:moveTo>
                    <a:pt x="21677" y="0"/>
                  </a:moveTo>
                  <a:lnTo>
                    <a:pt x="8866" y="6448"/>
                  </a:lnTo>
                  <a:lnTo>
                    <a:pt x="2097" y="21258"/>
                  </a:lnTo>
                  <a:lnTo>
                    <a:pt x="0" y="42504"/>
                  </a:lnTo>
                  <a:lnTo>
                    <a:pt x="1207" y="68259"/>
                  </a:lnTo>
                  <a:lnTo>
                    <a:pt x="4501" y="93605"/>
                  </a:lnTo>
                  <a:lnTo>
                    <a:pt x="10265" y="113797"/>
                  </a:lnTo>
                  <a:lnTo>
                    <a:pt x="19526" y="127196"/>
                  </a:lnTo>
                  <a:lnTo>
                    <a:pt x="33310" y="132163"/>
                  </a:lnTo>
                  <a:lnTo>
                    <a:pt x="43670" y="129075"/>
                  </a:lnTo>
                  <a:lnTo>
                    <a:pt x="52007" y="118035"/>
                  </a:lnTo>
                  <a:lnTo>
                    <a:pt x="57072" y="96783"/>
                  </a:lnTo>
                  <a:lnTo>
                    <a:pt x="57613" y="63055"/>
                  </a:lnTo>
                  <a:lnTo>
                    <a:pt x="52765" y="28954"/>
                  </a:lnTo>
                  <a:lnTo>
                    <a:pt x="43953" y="9609"/>
                  </a:lnTo>
                  <a:lnTo>
                    <a:pt x="32986" y="1223"/>
                  </a:lnTo>
                  <a:lnTo>
                    <a:pt x="21677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1" name="object 1201" descr=""/>
            <p:cNvSpPr/>
            <p:nvPr/>
          </p:nvSpPr>
          <p:spPr>
            <a:xfrm>
              <a:off x="10031018" y="7545763"/>
              <a:ext cx="26670" cy="113664"/>
            </a:xfrm>
            <a:custGeom>
              <a:avLst/>
              <a:gdLst/>
              <a:ahLst/>
              <a:cxnLst/>
              <a:rect l="l" t="t" r="r" b="b"/>
              <a:pathLst>
                <a:path w="26670" h="113665">
                  <a:moveTo>
                    <a:pt x="8223" y="0"/>
                  </a:moveTo>
                  <a:lnTo>
                    <a:pt x="3860" y="4831"/>
                  </a:lnTo>
                  <a:lnTo>
                    <a:pt x="1042" y="17261"/>
                  </a:lnTo>
                  <a:lnTo>
                    <a:pt x="0" y="35439"/>
                  </a:lnTo>
                  <a:lnTo>
                    <a:pt x="967" y="57516"/>
                  </a:lnTo>
                  <a:lnTo>
                    <a:pt x="3851" y="79437"/>
                  </a:lnTo>
                  <a:lnTo>
                    <a:pt x="8039" y="97189"/>
                  </a:lnTo>
                  <a:lnTo>
                    <a:pt x="12978" y="108986"/>
                  </a:lnTo>
                  <a:lnTo>
                    <a:pt x="18118" y="113043"/>
                  </a:lnTo>
                  <a:lnTo>
                    <a:pt x="22477" y="108211"/>
                  </a:lnTo>
                  <a:lnTo>
                    <a:pt x="25296" y="95781"/>
                  </a:lnTo>
                  <a:lnTo>
                    <a:pt x="26340" y="77599"/>
                  </a:lnTo>
                  <a:lnTo>
                    <a:pt x="25375" y="55516"/>
                  </a:lnTo>
                  <a:lnTo>
                    <a:pt x="22490" y="33601"/>
                  </a:lnTo>
                  <a:lnTo>
                    <a:pt x="18303" y="15852"/>
                  </a:lnTo>
                  <a:lnTo>
                    <a:pt x="13364" y="4056"/>
                  </a:lnTo>
                  <a:lnTo>
                    <a:pt x="8223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2" name="object 1202" descr=""/>
          <p:cNvSpPr/>
          <p:nvPr/>
        </p:nvSpPr>
        <p:spPr>
          <a:xfrm>
            <a:off x="10285125" y="7519900"/>
            <a:ext cx="29209" cy="17145"/>
          </a:xfrm>
          <a:custGeom>
            <a:avLst/>
            <a:gdLst/>
            <a:ahLst/>
            <a:cxnLst/>
            <a:rect l="l" t="t" r="r" b="b"/>
            <a:pathLst>
              <a:path w="29209" h="17145">
                <a:moveTo>
                  <a:pt x="27768" y="0"/>
                </a:moveTo>
                <a:lnTo>
                  <a:pt x="0" y="2188"/>
                </a:lnTo>
                <a:lnTo>
                  <a:pt x="1225" y="16941"/>
                </a:lnTo>
                <a:lnTo>
                  <a:pt x="29004" y="14763"/>
                </a:lnTo>
                <a:lnTo>
                  <a:pt x="27768" y="0"/>
                </a:lnTo>
                <a:close/>
              </a:path>
            </a:pathLst>
          </a:custGeom>
          <a:solidFill>
            <a:srgbClr val="3535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3" name="object 1203" descr=""/>
          <p:cNvSpPr/>
          <p:nvPr/>
        </p:nvSpPr>
        <p:spPr>
          <a:xfrm>
            <a:off x="10042094" y="7413885"/>
            <a:ext cx="267970" cy="126364"/>
          </a:xfrm>
          <a:custGeom>
            <a:avLst/>
            <a:gdLst/>
            <a:ahLst/>
            <a:cxnLst/>
            <a:rect l="l" t="t" r="r" b="b"/>
            <a:pathLst>
              <a:path w="267970" h="126365">
                <a:moveTo>
                  <a:pt x="267843" y="109575"/>
                </a:moveTo>
                <a:lnTo>
                  <a:pt x="258178" y="70180"/>
                </a:lnTo>
                <a:lnTo>
                  <a:pt x="237617" y="37668"/>
                </a:lnTo>
                <a:lnTo>
                  <a:pt x="198996" y="10731"/>
                </a:lnTo>
                <a:lnTo>
                  <a:pt x="136601" y="0"/>
                </a:lnTo>
                <a:lnTo>
                  <a:pt x="73837" y="12966"/>
                </a:lnTo>
                <a:lnTo>
                  <a:pt x="35255" y="42456"/>
                </a:lnTo>
                <a:lnTo>
                  <a:pt x="14770" y="77406"/>
                </a:lnTo>
                <a:lnTo>
                  <a:pt x="6667" y="106730"/>
                </a:lnTo>
                <a:lnTo>
                  <a:pt x="6273" y="110134"/>
                </a:lnTo>
                <a:lnTo>
                  <a:pt x="774" y="109842"/>
                </a:lnTo>
                <a:lnTo>
                  <a:pt x="0" y="124625"/>
                </a:lnTo>
                <a:lnTo>
                  <a:pt x="27813" y="126047"/>
                </a:lnTo>
                <a:lnTo>
                  <a:pt x="28473" y="113245"/>
                </a:lnTo>
                <a:lnTo>
                  <a:pt x="29984" y="102069"/>
                </a:lnTo>
                <a:lnTo>
                  <a:pt x="42964" y="67183"/>
                </a:lnTo>
                <a:lnTo>
                  <a:pt x="75628" y="32626"/>
                </a:lnTo>
                <a:lnTo>
                  <a:pt x="137007" y="16408"/>
                </a:lnTo>
                <a:lnTo>
                  <a:pt x="198513" y="30238"/>
                </a:lnTo>
                <a:lnTo>
                  <a:pt x="230682" y="62090"/>
                </a:lnTo>
                <a:lnTo>
                  <a:pt x="243217" y="94716"/>
                </a:lnTo>
                <a:lnTo>
                  <a:pt x="245440" y="110858"/>
                </a:lnTo>
                <a:lnTo>
                  <a:pt x="267843" y="109575"/>
                </a:lnTo>
                <a:close/>
              </a:path>
            </a:pathLst>
          </a:custGeom>
          <a:solidFill>
            <a:srgbClr val="3535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4" name="object 1204" descr=""/>
          <p:cNvSpPr/>
          <p:nvPr/>
        </p:nvSpPr>
        <p:spPr>
          <a:xfrm>
            <a:off x="9714541" y="7520413"/>
            <a:ext cx="29845" cy="17145"/>
          </a:xfrm>
          <a:custGeom>
            <a:avLst/>
            <a:gdLst/>
            <a:ahLst/>
            <a:cxnLst/>
            <a:rect l="l" t="t" r="r" b="b"/>
            <a:pathLst>
              <a:path w="29845" h="17145">
                <a:moveTo>
                  <a:pt x="28575" y="0"/>
                </a:moveTo>
                <a:lnTo>
                  <a:pt x="0" y="2209"/>
                </a:lnTo>
                <a:lnTo>
                  <a:pt x="1256" y="17109"/>
                </a:lnTo>
                <a:lnTo>
                  <a:pt x="29821" y="14910"/>
                </a:lnTo>
                <a:lnTo>
                  <a:pt x="28575" y="0"/>
                </a:lnTo>
                <a:close/>
              </a:path>
            </a:pathLst>
          </a:custGeom>
          <a:solidFill>
            <a:srgbClr val="3535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05" name="object 1205" descr=""/>
          <p:cNvGrpSpPr/>
          <p:nvPr/>
        </p:nvGrpSpPr>
        <p:grpSpPr>
          <a:xfrm>
            <a:off x="9460982" y="7418804"/>
            <a:ext cx="296545" cy="248920"/>
            <a:chOff x="9460982" y="7418804"/>
            <a:chExt cx="296545" cy="248920"/>
          </a:xfrm>
        </p:grpSpPr>
        <p:sp>
          <p:nvSpPr>
            <p:cNvPr id="1206" name="object 1206" descr=""/>
            <p:cNvSpPr/>
            <p:nvPr/>
          </p:nvSpPr>
          <p:spPr>
            <a:xfrm>
              <a:off x="9460979" y="7418812"/>
              <a:ext cx="281305" cy="248920"/>
            </a:xfrm>
            <a:custGeom>
              <a:avLst/>
              <a:gdLst/>
              <a:ahLst/>
              <a:cxnLst/>
              <a:rect l="l" t="t" r="r" b="b"/>
              <a:pathLst>
                <a:path w="281304" h="248920">
                  <a:moveTo>
                    <a:pt x="280758" y="109512"/>
                  </a:moveTo>
                  <a:lnTo>
                    <a:pt x="271094" y="70142"/>
                  </a:lnTo>
                  <a:lnTo>
                    <a:pt x="250545" y="37642"/>
                  </a:lnTo>
                  <a:lnTo>
                    <a:pt x="211937" y="10731"/>
                  </a:lnTo>
                  <a:lnTo>
                    <a:pt x="149593" y="0"/>
                  </a:lnTo>
                  <a:lnTo>
                    <a:pt x="86855" y="12966"/>
                  </a:lnTo>
                  <a:lnTo>
                    <a:pt x="48298" y="42443"/>
                  </a:lnTo>
                  <a:lnTo>
                    <a:pt x="27825" y="77355"/>
                  </a:lnTo>
                  <a:lnTo>
                    <a:pt x="20002" y="105689"/>
                  </a:lnTo>
                  <a:lnTo>
                    <a:pt x="15163" y="105435"/>
                  </a:lnTo>
                  <a:lnTo>
                    <a:pt x="14427" y="118757"/>
                  </a:lnTo>
                  <a:lnTo>
                    <a:pt x="9131" y="121373"/>
                  </a:lnTo>
                  <a:lnTo>
                    <a:pt x="2171" y="136321"/>
                  </a:lnTo>
                  <a:lnTo>
                    <a:pt x="0" y="157784"/>
                  </a:lnTo>
                  <a:lnTo>
                    <a:pt x="1219" y="183794"/>
                  </a:lnTo>
                  <a:lnTo>
                    <a:pt x="4584" y="209397"/>
                  </a:lnTo>
                  <a:lnTo>
                    <a:pt x="10477" y="229806"/>
                  </a:lnTo>
                  <a:lnTo>
                    <a:pt x="19964" y="243344"/>
                  </a:lnTo>
                  <a:lnTo>
                    <a:pt x="34112" y="248361"/>
                  </a:lnTo>
                  <a:lnTo>
                    <a:pt x="44754" y="245237"/>
                  </a:lnTo>
                  <a:lnTo>
                    <a:pt x="53327" y="234086"/>
                  </a:lnTo>
                  <a:lnTo>
                    <a:pt x="58547" y="212623"/>
                  </a:lnTo>
                  <a:lnTo>
                    <a:pt x="59118" y="178549"/>
                  </a:lnTo>
                  <a:lnTo>
                    <a:pt x="54165" y="144119"/>
                  </a:lnTo>
                  <a:lnTo>
                    <a:pt x="45148" y="124574"/>
                  </a:lnTo>
                  <a:lnTo>
                    <a:pt x="41363" y="121729"/>
                  </a:lnTo>
                  <a:lnTo>
                    <a:pt x="42951" y="121805"/>
                  </a:lnTo>
                  <a:lnTo>
                    <a:pt x="43776" y="106870"/>
                  </a:lnTo>
                  <a:lnTo>
                    <a:pt x="42392" y="106807"/>
                  </a:lnTo>
                  <a:lnTo>
                    <a:pt x="43040" y="102006"/>
                  </a:lnTo>
                  <a:lnTo>
                    <a:pt x="56007" y="67132"/>
                  </a:lnTo>
                  <a:lnTo>
                    <a:pt x="88658" y="32600"/>
                  </a:lnTo>
                  <a:lnTo>
                    <a:pt x="149999" y="16395"/>
                  </a:lnTo>
                  <a:lnTo>
                    <a:pt x="211467" y="30226"/>
                  </a:lnTo>
                  <a:lnTo>
                    <a:pt x="243624" y="62052"/>
                  </a:lnTo>
                  <a:lnTo>
                    <a:pt x="256146" y="94653"/>
                  </a:lnTo>
                  <a:lnTo>
                    <a:pt x="258368" y="110794"/>
                  </a:lnTo>
                  <a:lnTo>
                    <a:pt x="280758" y="109512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7" name="object 1207" descr=""/>
            <p:cNvSpPr/>
            <p:nvPr/>
          </p:nvSpPr>
          <p:spPr>
            <a:xfrm>
              <a:off x="9461283" y="7545749"/>
              <a:ext cx="26034" cy="114300"/>
            </a:xfrm>
            <a:custGeom>
              <a:avLst/>
              <a:gdLst/>
              <a:ahLst/>
              <a:cxnLst/>
              <a:rect l="l" t="t" r="r" b="b"/>
              <a:pathLst>
                <a:path w="26034" h="114300">
                  <a:moveTo>
                    <a:pt x="7946" y="0"/>
                  </a:moveTo>
                  <a:lnTo>
                    <a:pt x="3690" y="4856"/>
                  </a:lnTo>
                  <a:lnTo>
                    <a:pt x="966" y="17393"/>
                  </a:lnTo>
                  <a:lnTo>
                    <a:pt x="0" y="35744"/>
                  </a:lnTo>
                  <a:lnTo>
                    <a:pt x="1015" y="58040"/>
                  </a:lnTo>
                  <a:lnTo>
                    <a:pt x="3916" y="80185"/>
                  </a:lnTo>
                  <a:lnTo>
                    <a:pt x="8076" y="98126"/>
                  </a:lnTo>
                  <a:lnTo>
                    <a:pt x="12949" y="110058"/>
                  </a:lnTo>
                  <a:lnTo>
                    <a:pt x="17988" y="114174"/>
                  </a:lnTo>
                  <a:lnTo>
                    <a:pt x="22250" y="109318"/>
                  </a:lnTo>
                  <a:lnTo>
                    <a:pt x="24976" y="96779"/>
                  </a:lnTo>
                  <a:lnTo>
                    <a:pt x="25941" y="78425"/>
                  </a:lnTo>
                  <a:lnTo>
                    <a:pt x="24920" y="56123"/>
                  </a:lnTo>
                  <a:lnTo>
                    <a:pt x="22025" y="33978"/>
                  </a:lnTo>
                  <a:lnTo>
                    <a:pt x="17866" y="16038"/>
                  </a:lnTo>
                  <a:lnTo>
                    <a:pt x="12991" y="4110"/>
                  </a:lnTo>
                  <a:lnTo>
                    <a:pt x="7946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8" name="object 1208" descr=""/>
            <p:cNvSpPr/>
            <p:nvPr/>
          </p:nvSpPr>
          <p:spPr>
            <a:xfrm>
              <a:off x="9698056" y="7531169"/>
              <a:ext cx="59690" cy="133985"/>
            </a:xfrm>
            <a:custGeom>
              <a:avLst/>
              <a:gdLst/>
              <a:ahLst/>
              <a:cxnLst/>
              <a:rect l="l" t="t" r="r" b="b"/>
              <a:pathLst>
                <a:path w="59690" h="133984">
                  <a:moveTo>
                    <a:pt x="36815" y="0"/>
                  </a:moveTo>
                  <a:lnTo>
                    <a:pt x="25207" y="1244"/>
                  </a:lnTo>
                  <a:lnTo>
                    <a:pt x="13958" y="9716"/>
                  </a:lnTo>
                  <a:lnTo>
                    <a:pt x="4935" y="29254"/>
                  </a:lnTo>
                  <a:lnTo>
                    <a:pt x="0" y="63694"/>
                  </a:lnTo>
                  <a:lnTo>
                    <a:pt x="573" y="97761"/>
                  </a:lnTo>
                  <a:lnTo>
                    <a:pt x="5787" y="119229"/>
                  </a:lnTo>
                  <a:lnTo>
                    <a:pt x="14359" y="130382"/>
                  </a:lnTo>
                  <a:lnTo>
                    <a:pt x="25004" y="133503"/>
                  </a:lnTo>
                  <a:lnTo>
                    <a:pt x="39143" y="128485"/>
                  </a:lnTo>
                  <a:lnTo>
                    <a:pt x="48634" y="114945"/>
                  </a:lnTo>
                  <a:lnTo>
                    <a:pt x="54533" y="94543"/>
                  </a:lnTo>
                  <a:lnTo>
                    <a:pt x="57893" y="68940"/>
                  </a:lnTo>
                  <a:lnTo>
                    <a:pt x="59114" y="42922"/>
                  </a:lnTo>
                  <a:lnTo>
                    <a:pt x="56943" y="21465"/>
                  </a:lnTo>
                  <a:lnTo>
                    <a:pt x="49977" y="6510"/>
                  </a:lnTo>
                  <a:lnTo>
                    <a:pt x="36815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9" name="object 1209" descr=""/>
            <p:cNvSpPr/>
            <p:nvPr/>
          </p:nvSpPr>
          <p:spPr>
            <a:xfrm>
              <a:off x="9730927" y="7543253"/>
              <a:ext cx="26034" cy="114300"/>
            </a:xfrm>
            <a:custGeom>
              <a:avLst/>
              <a:gdLst/>
              <a:ahLst/>
              <a:cxnLst/>
              <a:rect l="l" t="t" r="r" b="b"/>
              <a:pathLst>
                <a:path w="26034" h="114300">
                  <a:moveTo>
                    <a:pt x="18000" y="0"/>
                  </a:moveTo>
                  <a:lnTo>
                    <a:pt x="1016" y="56123"/>
                  </a:lnTo>
                  <a:lnTo>
                    <a:pt x="0" y="78424"/>
                  </a:lnTo>
                  <a:lnTo>
                    <a:pt x="964" y="96775"/>
                  </a:lnTo>
                  <a:lnTo>
                    <a:pt x="3687" y="109313"/>
                  </a:lnTo>
                  <a:lnTo>
                    <a:pt x="7948" y="114174"/>
                  </a:lnTo>
                  <a:lnTo>
                    <a:pt x="12988" y="110062"/>
                  </a:lnTo>
                  <a:lnTo>
                    <a:pt x="17864" y="98130"/>
                  </a:lnTo>
                  <a:lnTo>
                    <a:pt x="22025" y="80187"/>
                  </a:lnTo>
                  <a:lnTo>
                    <a:pt x="24921" y="58040"/>
                  </a:lnTo>
                  <a:lnTo>
                    <a:pt x="25938" y="35744"/>
                  </a:lnTo>
                  <a:lnTo>
                    <a:pt x="24975" y="17393"/>
                  </a:lnTo>
                  <a:lnTo>
                    <a:pt x="22255" y="4856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10" name="object 1210" descr=""/>
          <p:cNvPicPr/>
          <p:nvPr/>
        </p:nvPicPr>
        <p:blipFill>
          <a:blip r:embed="rId251" cstate="print"/>
          <a:stretch>
            <a:fillRect/>
          </a:stretch>
        </p:blipFill>
        <p:spPr>
          <a:xfrm>
            <a:off x="9820949" y="7404222"/>
            <a:ext cx="133837" cy="258586"/>
          </a:xfrm>
          <a:prstGeom prst="rect">
            <a:avLst/>
          </a:prstGeom>
        </p:spPr>
      </p:pic>
      <p:sp>
        <p:nvSpPr>
          <p:cNvPr id="1211" name="object 1211" descr=""/>
          <p:cNvSpPr/>
          <p:nvPr/>
        </p:nvSpPr>
        <p:spPr>
          <a:xfrm>
            <a:off x="12154203" y="7517802"/>
            <a:ext cx="29845" cy="17145"/>
          </a:xfrm>
          <a:custGeom>
            <a:avLst/>
            <a:gdLst/>
            <a:ahLst/>
            <a:cxnLst/>
            <a:rect l="l" t="t" r="r" b="b"/>
            <a:pathLst>
              <a:path w="29845" h="17145">
                <a:moveTo>
                  <a:pt x="28041" y="0"/>
                </a:moveTo>
                <a:lnTo>
                  <a:pt x="0" y="2167"/>
                </a:lnTo>
                <a:lnTo>
                  <a:pt x="1225" y="16795"/>
                </a:lnTo>
                <a:lnTo>
                  <a:pt x="29266" y="14638"/>
                </a:lnTo>
                <a:lnTo>
                  <a:pt x="28041" y="0"/>
                </a:lnTo>
                <a:close/>
              </a:path>
            </a:pathLst>
          </a:custGeom>
          <a:solidFill>
            <a:srgbClr val="EADD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12" name="object 1212" descr=""/>
          <p:cNvGrpSpPr/>
          <p:nvPr/>
        </p:nvGrpSpPr>
        <p:grpSpPr>
          <a:xfrm>
            <a:off x="11905341" y="7521562"/>
            <a:ext cx="58419" cy="140335"/>
            <a:chOff x="11905341" y="7521562"/>
            <a:chExt cx="58419" cy="140335"/>
          </a:xfrm>
        </p:grpSpPr>
        <p:sp>
          <p:nvSpPr>
            <p:cNvPr id="1213" name="object 1213" descr=""/>
            <p:cNvSpPr/>
            <p:nvPr/>
          </p:nvSpPr>
          <p:spPr>
            <a:xfrm>
              <a:off x="11905336" y="7521568"/>
              <a:ext cx="58419" cy="140335"/>
            </a:xfrm>
            <a:custGeom>
              <a:avLst/>
              <a:gdLst/>
              <a:ahLst/>
              <a:cxnLst/>
              <a:rect l="l" t="t" r="r" b="b"/>
              <a:pathLst>
                <a:path w="58420" h="140334">
                  <a:moveTo>
                    <a:pt x="58013" y="71755"/>
                  </a:moveTo>
                  <a:lnTo>
                    <a:pt x="53162" y="37960"/>
                  </a:lnTo>
                  <a:lnTo>
                    <a:pt x="44310" y="18783"/>
                  </a:lnTo>
                  <a:lnTo>
                    <a:pt x="40589" y="15989"/>
                  </a:lnTo>
                  <a:lnTo>
                    <a:pt x="42151" y="16065"/>
                  </a:lnTo>
                  <a:lnTo>
                    <a:pt x="42964" y="1409"/>
                  </a:lnTo>
                  <a:lnTo>
                    <a:pt x="14897" y="0"/>
                  </a:lnTo>
                  <a:lnTo>
                    <a:pt x="14160" y="13068"/>
                  </a:lnTo>
                  <a:lnTo>
                    <a:pt x="8966" y="15633"/>
                  </a:lnTo>
                  <a:lnTo>
                    <a:pt x="2133" y="30314"/>
                  </a:lnTo>
                  <a:lnTo>
                    <a:pt x="0" y="51371"/>
                  </a:lnTo>
                  <a:lnTo>
                    <a:pt x="1206" y="76911"/>
                  </a:lnTo>
                  <a:lnTo>
                    <a:pt x="4508" y="102044"/>
                  </a:lnTo>
                  <a:lnTo>
                    <a:pt x="10287" y="122059"/>
                  </a:lnTo>
                  <a:lnTo>
                    <a:pt x="19596" y="135356"/>
                  </a:lnTo>
                  <a:lnTo>
                    <a:pt x="33489" y="140284"/>
                  </a:lnTo>
                  <a:lnTo>
                    <a:pt x="43929" y="137223"/>
                  </a:lnTo>
                  <a:lnTo>
                    <a:pt x="52336" y="126276"/>
                  </a:lnTo>
                  <a:lnTo>
                    <a:pt x="57454" y="105194"/>
                  </a:lnTo>
                  <a:lnTo>
                    <a:pt x="58013" y="71755"/>
                  </a:lnTo>
                  <a:close/>
                </a:path>
              </a:pathLst>
            </a:custGeom>
            <a:solidFill>
              <a:srgbClr val="EA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4" name="object 1214" descr=""/>
            <p:cNvSpPr/>
            <p:nvPr/>
          </p:nvSpPr>
          <p:spPr>
            <a:xfrm>
              <a:off x="11905637" y="7542669"/>
              <a:ext cx="26034" cy="112395"/>
            </a:xfrm>
            <a:custGeom>
              <a:avLst/>
              <a:gdLst/>
              <a:ahLst/>
              <a:cxnLst/>
              <a:rect l="l" t="t" r="r" b="b"/>
              <a:pathLst>
                <a:path w="26034" h="112395">
                  <a:moveTo>
                    <a:pt x="7792" y="0"/>
                  </a:moveTo>
                  <a:lnTo>
                    <a:pt x="3617" y="4761"/>
                  </a:lnTo>
                  <a:lnTo>
                    <a:pt x="946" y="17066"/>
                  </a:lnTo>
                  <a:lnTo>
                    <a:pt x="0" y="35078"/>
                  </a:lnTo>
                  <a:lnTo>
                    <a:pt x="996" y="56961"/>
                  </a:lnTo>
                  <a:lnTo>
                    <a:pt x="3842" y="78696"/>
                  </a:lnTo>
                  <a:lnTo>
                    <a:pt x="7924" y="96305"/>
                  </a:lnTo>
                  <a:lnTo>
                    <a:pt x="12707" y="108017"/>
                  </a:lnTo>
                  <a:lnTo>
                    <a:pt x="17655" y="112059"/>
                  </a:lnTo>
                  <a:lnTo>
                    <a:pt x="21837" y="107287"/>
                  </a:lnTo>
                  <a:lnTo>
                    <a:pt x="24512" y="94980"/>
                  </a:lnTo>
                  <a:lnTo>
                    <a:pt x="25458" y="76969"/>
                  </a:lnTo>
                  <a:lnTo>
                    <a:pt x="24451" y="55087"/>
                  </a:lnTo>
                  <a:lnTo>
                    <a:pt x="21611" y="33351"/>
                  </a:lnTo>
                  <a:lnTo>
                    <a:pt x="17531" y="15740"/>
                  </a:lnTo>
                  <a:lnTo>
                    <a:pt x="12746" y="4030"/>
                  </a:lnTo>
                  <a:lnTo>
                    <a:pt x="779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15" name="object 1215" descr=""/>
          <p:cNvGrpSpPr/>
          <p:nvPr/>
        </p:nvGrpSpPr>
        <p:grpSpPr>
          <a:xfrm>
            <a:off x="11922888" y="7411847"/>
            <a:ext cx="273685" cy="247650"/>
            <a:chOff x="11922888" y="7411847"/>
            <a:chExt cx="273685" cy="247650"/>
          </a:xfrm>
        </p:grpSpPr>
        <p:sp>
          <p:nvSpPr>
            <p:cNvPr id="1216" name="object 1216" descr=""/>
            <p:cNvSpPr/>
            <p:nvPr/>
          </p:nvSpPr>
          <p:spPr>
            <a:xfrm>
              <a:off x="12138014" y="7528358"/>
              <a:ext cx="58419" cy="131445"/>
            </a:xfrm>
            <a:custGeom>
              <a:avLst/>
              <a:gdLst/>
              <a:ahLst/>
              <a:cxnLst/>
              <a:rect l="l" t="t" r="r" b="b"/>
              <a:pathLst>
                <a:path w="58420" h="131445">
                  <a:moveTo>
                    <a:pt x="36135" y="0"/>
                  </a:moveTo>
                  <a:lnTo>
                    <a:pt x="24746" y="1218"/>
                  </a:lnTo>
                  <a:lnTo>
                    <a:pt x="13709" y="9533"/>
                  </a:lnTo>
                  <a:lnTo>
                    <a:pt x="4850" y="28710"/>
                  </a:lnTo>
                  <a:lnTo>
                    <a:pt x="0" y="62511"/>
                  </a:lnTo>
                  <a:lnTo>
                    <a:pt x="563" y="95952"/>
                  </a:lnTo>
                  <a:lnTo>
                    <a:pt x="5683" y="117023"/>
                  </a:lnTo>
                  <a:lnTo>
                    <a:pt x="14097" y="127966"/>
                  </a:lnTo>
                  <a:lnTo>
                    <a:pt x="24543" y="131022"/>
                  </a:lnTo>
                  <a:lnTo>
                    <a:pt x="38422" y="126100"/>
                  </a:lnTo>
                  <a:lnTo>
                    <a:pt x="47736" y="112814"/>
                  </a:lnTo>
                  <a:lnTo>
                    <a:pt x="53524" y="92792"/>
                  </a:lnTo>
                  <a:lnTo>
                    <a:pt x="56825" y="67662"/>
                  </a:lnTo>
                  <a:lnTo>
                    <a:pt x="58023" y="42130"/>
                  </a:lnTo>
                  <a:lnTo>
                    <a:pt x="55892" y="21070"/>
                  </a:lnTo>
                  <a:lnTo>
                    <a:pt x="49055" y="6390"/>
                  </a:lnTo>
                  <a:lnTo>
                    <a:pt x="36135" y="0"/>
                  </a:lnTo>
                  <a:close/>
                </a:path>
              </a:pathLst>
            </a:custGeom>
            <a:solidFill>
              <a:srgbClr val="EA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7" name="object 1217" descr=""/>
            <p:cNvSpPr/>
            <p:nvPr/>
          </p:nvSpPr>
          <p:spPr>
            <a:xfrm>
              <a:off x="12170284" y="7540210"/>
              <a:ext cx="26034" cy="112395"/>
            </a:xfrm>
            <a:custGeom>
              <a:avLst/>
              <a:gdLst/>
              <a:ahLst/>
              <a:cxnLst/>
              <a:rect l="l" t="t" r="r" b="b"/>
              <a:pathLst>
                <a:path w="26034" h="112395">
                  <a:moveTo>
                    <a:pt x="17661" y="0"/>
                  </a:moveTo>
                  <a:lnTo>
                    <a:pt x="1002" y="55097"/>
                  </a:lnTo>
                  <a:lnTo>
                    <a:pt x="0" y="76979"/>
                  </a:lnTo>
                  <a:lnTo>
                    <a:pt x="944" y="94990"/>
                  </a:lnTo>
                  <a:lnTo>
                    <a:pt x="3617" y="107298"/>
                  </a:lnTo>
                  <a:lnTo>
                    <a:pt x="7798" y="112069"/>
                  </a:lnTo>
                  <a:lnTo>
                    <a:pt x="12748" y="108028"/>
                  </a:lnTo>
                  <a:lnTo>
                    <a:pt x="17533" y="96316"/>
                  </a:lnTo>
                  <a:lnTo>
                    <a:pt x="21615" y="78706"/>
                  </a:lnTo>
                  <a:lnTo>
                    <a:pt x="24457" y="56972"/>
                  </a:lnTo>
                  <a:lnTo>
                    <a:pt x="25454" y="35088"/>
                  </a:lnTo>
                  <a:lnTo>
                    <a:pt x="24507" y="17075"/>
                  </a:lnTo>
                  <a:lnTo>
                    <a:pt x="21836" y="4767"/>
                  </a:lnTo>
                  <a:lnTo>
                    <a:pt x="17661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8" name="object 1218" descr=""/>
            <p:cNvSpPr/>
            <p:nvPr/>
          </p:nvSpPr>
          <p:spPr>
            <a:xfrm>
              <a:off x="11922888" y="7411847"/>
              <a:ext cx="257175" cy="116839"/>
            </a:xfrm>
            <a:custGeom>
              <a:avLst/>
              <a:gdLst/>
              <a:ahLst/>
              <a:cxnLst/>
              <a:rect l="l" t="t" r="r" b="b"/>
              <a:pathLst>
                <a:path w="257175" h="116840">
                  <a:moveTo>
                    <a:pt x="128509" y="0"/>
                  </a:moveTo>
                  <a:lnTo>
                    <a:pt x="67106" y="12690"/>
                  </a:lnTo>
                  <a:lnTo>
                    <a:pt x="29370" y="41535"/>
                  </a:lnTo>
                  <a:lnTo>
                    <a:pt x="9330" y="75715"/>
                  </a:lnTo>
                  <a:lnTo>
                    <a:pt x="0" y="116750"/>
                  </a:lnTo>
                  <a:lnTo>
                    <a:pt x="21957" y="116677"/>
                  </a:lnTo>
                  <a:lnTo>
                    <a:pt x="24220" y="99842"/>
                  </a:lnTo>
                  <a:lnTo>
                    <a:pt x="36912" y="65716"/>
                  </a:lnTo>
                  <a:lnTo>
                    <a:pt x="68864" y="31914"/>
                  </a:lnTo>
                  <a:lnTo>
                    <a:pt x="128907" y="16051"/>
                  </a:lnTo>
                  <a:lnTo>
                    <a:pt x="189060" y="29575"/>
                  </a:lnTo>
                  <a:lnTo>
                    <a:pt x="220535" y="60735"/>
                  </a:lnTo>
                  <a:lnTo>
                    <a:pt x="232796" y="92646"/>
                  </a:lnTo>
                  <a:lnTo>
                    <a:pt x="234966" y="108436"/>
                  </a:lnTo>
                  <a:lnTo>
                    <a:pt x="256882" y="107179"/>
                  </a:lnTo>
                  <a:lnTo>
                    <a:pt x="255431" y="95551"/>
                  </a:lnTo>
                  <a:lnTo>
                    <a:pt x="247431" y="68648"/>
                  </a:lnTo>
                  <a:lnTo>
                    <a:pt x="227320" y="36842"/>
                  </a:lnTo>
                  <a:lnTo>
                    <a:pt x="189533" y="10502"/>
                  </a:lnTo>
                  <a:lnTo>
                    <a:pt x="128509" y="0"/>
                  </a:lnTo>
                  <a:close/>
                </a:path>
              </a:pathLst>
            </a:custGeom>
            <a:solidFill>
              <a:srgbClr val="EADD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19" name="object 1219" descr=""/>
          <p:cNvGrpSpPr/>
          <p:nvPr/>
        </p:nvGrpSpPr>
        <p:grpSpPr>
          <a:xfrm>
            <a:off x="11743142" y="7530041"/>
            <a:ext cx="77470" cy="132715"/>
            <a:chOff x="11743142" y="7530041"/>
            <a:chExt cx="77470" cy="132715"/>
          </a:xfrm>
        </p:grpSpPr>
        <p:sp>
          <p:nvSpPr>
            <p:cNvPr id="1220" name="object 1220" descr=""/>
            <p:cNvSpPr/>
            <p:nvPr/>
          </p:nvSpPr>
          <p:spPr>
            <a:xfrm>
              <a:off x="11743142" y="7530041"/>
              <a:ext cx="77470" cy="132715"/>
            </a:xfrm>
            <a:custGeom>
              <a:avLst/>
              <a:gdLst/>
              <a:ahLst/>
              <a:cxnLst/>
              <a:rect l="l" t="t" r="r" b="b"/>
              <a:pathLst>
                <a:path w="77470" h="132715">
                  <a:moveTo>
                    <a:pt x="45098" y="0"/>
                  </a:moveTo>
                  <a:lnTo>
                    <a:pt x="29765" y="1290"/>
                  </a:lnTo>
                  <a:lnTo>
                    <a:pt x="15335" y="9747"/>
                  </a:lnTo>
                  <a:lnTo>
                    <a:pt x="4512" y="29165"/>
                  </a:lnTo>
                  <a:lnTo>
                    <a:pt x="0" y="63338"/>
                  </a:lnTo>
                  <a:lnTo>
                    <a:pt x="2790" y="97111"/>
                  </a:lnTo>
                  <a:lnTo>
                    <a:pt x="10994" y="118366"/>
                  </a:lnTo>
                  <a:lnTo>
                    <a:pt x="23038" y="129380"/>
                  </a:lnTo>
                  <a:lnTo>
                    <a:pt x="37349" y="132425"/>
                  </a:lnTo>
                  <a:lnTo>
                    <a:pt x="55831" y="127376"/>
                  </a:lnTo>
                  <a:lnTo>
                    <a:pt x="67628" y="113903"/>
                  </a:lnTo>
                  <a:lnTo>
                    <a:pt x="74246" y="93647"/>
                  </a:lnTo>
                  <a:lnTo>
                    <a:pt x="77191" y="68249"/>
                  </a:lnTo>
                  <a:lnTo>
                    <a:pt x="77267" y="42443"/>
                  </a:lnTo>
                  <a:lnTo>
                    <a:pt x="73109" y="21178"/>
                  </a:lnTo>
                  <a:lnTo>
                    <a:pt x="62968" y="6386"/>
                  </a:lnTo>
                  <a:lnTo>
                    <a:pt x="45098" y="0"/>
                  </a:lnTo>
                  <a:close/>
                </a:path>
              </a:pathLst>
            </a:custGeom>
            <a:solidFill>
              <a:srgbClr val="EA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1" name="object 1221" descr=""/>
            <p:cNvSpPr/>
            <p:nvPr/>
          </p:nvSpPr>
          <p:spPr>
            <a:xfrm>
              <a:off x="11780257" y="7541287"/>
              <a:ext cx="40640" cy="113664"/>
            </a:xfrm>
            <a:custGeom>
              <a:avLst/>
              <a:gdLst/>
              <a:ahLst/>
              <a:cxnLst/>
              <a:rect l="l" t="t" r="r" b="b"/>
              <a:pathLst>
                <a:path w="40640" h="113665">
                  <a:moveTo>
                    <a:pt x="23329" y="0"/>
                  </a:moveTo>
                  <a:lnTo>
                    <a:pt x="15281" y="4006"/>
                  </a:lnTo>
                  <a:lnTo>
                    <a:pt x="8209" y="15778"/>
                  </a:lnTo>
                  <a:lnTo>
                    <a:pt x="2864" y="33532"/>
                  </a:lnTo>
                  <a:lnTo>
                    <a:pt x="0" y="55485"/>
                  </a:lnTo>
                  <a:lnTo>
                    <a:pt x="283" y="77617"/>
                  </a:lnTo>
                  <a:lnTo>
                    <a:pt x="3520" y="95862"/>
                  </a:lnTo>
                  <a:lnTo>
                    <a:pt x="9173" y="108360"/>
                  </a:lnTo>
                  <a:lnTo>
                    <a:pt x="16701" y="113253"/>
                  </a:lnTo>
                  <a:lnTo>
                    <a:pt x="24753" y="109240"/>
                  </a:lnTo>
                  <a:lnTo>
                    <a:pt x="31824" y="97465"/>
                  </a:lnTo>
                  <a:lnTo>
                    <a:pt x="37166" y="79710"/>
                  </a:lnTo>
                  <a:lnTo>
                    <a:pt x="40030" y="57757"/>
                  </a:lnTo>
                  <a:lnTo>
                    <a:pt x="39748" y="35629"/>
                  </a:lnTo>
                  <a:lnTo>
                    <a:pt x="36513" y="17385"/>
                  </a:lnTo>
                  <a:lnTo>
                    <a:pt x="30861" y="4888"/>
                  </a:lnTo>
                  <a:lnTo>
                    <a:pt x="2332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22" name="object 1222" descr=""/>
          <p:cNvGrpSpPr/>
          <p:nvPr/>
        </p:nvGrpSpPr>
        <p:grpSpPr>
          <a:xfrm>
            <a:off x="11517648" y="7534264"/>
            <a:ext cx="57785" cy="132715"/>
            <a:chOff x="11517648" y="7534264"/>
            <a:chExt cx="57785" cy="132715"/>
          </a:xfrm>
        </p:grpSpPr>
        <p:sp>
          <p:nvSpPr>
            <p:cNvPr id="1223" name="object 1223" descr=""/>
            <p:cNvSpPr/>
            <p:nvPr/>
          </p:nvSpPr>
          <p:spPr>
            <a:xfrm>
              <a:off x="11517648" y="7534264"/>
              <a:ext cx="57785" cy="132715"/>
            </a:xfrm>
            <a:custGeom>
              <a:avLst/>
              <a:gdLst/>
              <a:ahLst/>
              <a:cxnLst/>
              <a:rect l="l" t="t" r="r" b="b"/>
              <a:pathLst>
                <a:path w="57784" h="132715">
                  <a:moveTo>
                    <a:pt x="21679" y="0"/>
                  </a:moveTo>
                  <a:lnTo>
                    <a:pt x="8863" y="6448"/>
                  </a:lnTo>
                  <a:lnTo>
                    <a:pt x="2094" y="21258"/>
                  </a:lnTo>
                  <a:lnTo>
                    <a:pt x="0" y="42504"/>
                  </a:lnTo>
                  <a:lnTo>
                    <a:pt x="1208" y="68259"/>
                  </a:lnTo>
                  <a:lnTo>
                    <a:pt x="4503" y="93605"/>
                  </a:lnTo>
                  <a:lnTo>
                    <a:pt x="10267" y="113797"/>
                  </a:lnTo>
                  <a:lnTo>
                    <a:pt x="19527" y="127196"/>
                  </a:lnTo>
                  <a:lnTo>
                    <a:pt x="33312" y="132163"/>
                  </a:lnTo>
                  <a:lnTo>
                    <a:pt x="43668" y="129075"/>
                  </a:lnTo>
                  <a:lnTo>
                    <a:pt x="52005" y="118035"/>
                  </a:lnTo>
                  <a:lnTo>
                    <a:pt x="57072" y="96783"/>
                  </a:lnTo>
                  <a:lnTo>
                    <a:pt x="57615" y="63055"/>
                  </a:lnTo>
                  <a:lnTo>
                    <a:pt x="52767" y="28954"/>
                  </a:lnTo>
                  <a:lnTo>
                    <a:pt x="43954" y="9609"/>
                  </a:lnTo>
                  <a:lnTo>
                    <a:pt x="32988" y="1223"/>
                  </a:lnTo>
                  <a:lnTo>
                    <a:pt x="21679" y="0"/>
                  </a:lnTo>
                  <a:close/>
                </a:path>
              </a:pathLst>
            </a:custGeom>
            <a:solidFill>
              <a:srgbClr val="EA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4" name="object 1224" descr=""/>
            <p:cNvSpPr/>
            <p:nvPr/>
          </p:nvSpPr>
          <p:spPr>
            <a:xfrm>
              <a:off x="11517956" y="7545763"/>
              <a:ext cx="26670" cy="113664"/>
            </a:xfrm>
            <a:custGeom>
              <a:avLst/>
              <a:gdLst/>
              <a:ahLst/>
              <a:cxnLst/>
              <a:rect l="l" t="t" r="r" b="b"/>
              <a:pathLst>
                <a:path w="26670" h="113665">
                  <a:moveTo>
                    <a:pt x="8223" y="0"/>
                  </a:moveTo>
                  <a:lnTo>
                    <a:pt x="3860" y="4831"/>
                  </a:lnTo>
                  <a:lnTo>
                    <a:pt x="1042" y="17261"/>
                  </a:lnTo>
                  <a:lnTo>
                    <a:pt x="0" y="35439"/>
                  </a:lnTo>
                  <a:lnTo>
                    <a:pt x="967" y="57516"/>
                  </a:lnTo>
                  <a:lnTo>
                    <a:pt x="3851" y="79437"/>
                  </a:lnTo>
                  <a:lnTo>
                    <a:pt x="8039" y="97189"/>
                  </a:lnTo>
                  <a:lnTo>
                    <a:pt x="12978" y="108986"/>
                  </a:lnTo>
                  <a:lnTo>
                    <a:pt x="18118" y="113043"/>
                  </a:lnTo>
                  <a:lnTo>
                    <a:pt x="22477" y="108211"/>
                  </a:lnTo>
                  <a:lnTo>
                    <a:pt x="25296" y="95781"/>
                  </a:lnTo>
                  <a:lnTo>
                    <a:pt x="26340" y="77599"/>
                  </a:lnTo>
                  <a:lnTo>
                    <a:pt x="25375" y="55516"/>
                  </a:lnTo>
                  <a:lnTo>
                    <a:pt x="22490" y="33601"/>
                  </a:lnTo>
                  <a:lnTo>
                    <a:pt x="18303" y="15852"/>
                  </a:lnTo>
                  <a:lnTo>
                    <a:pt x="13364" y="4056"/>
                  </a:lnTo>
                  <a:lnTo>
                    <a:pt x="8223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25" name="object 1225" descr=""/>
          <p:cNvSpPr/>
          <p:nvPr/>
        </p:nvSpPr>
        <p:spPr>
          <a:xfrm>
            <a:off x="11772060" y="7519900"/>
            <a:ext cx="29209" cy="17145"/>
          </a:xfrm>
          <a:custGeom>
            <a:avLst/>
            <a:gdLst/>
            <a:ahLst/>
            <a:cxnLst/>
            <a:rect l="l" t="t" r="r" b="b"/>
            <a:pathLst>
              <a:path w="29209" h="17145">
                <a:moveTo>
                  <a:pt x="27768" y="0"/>
                </a:moveTo>
                <a:lnTo>
                  <a:pt x="0" y="2188"/>
                </a:lnTo>
                <a:lnTo>
                  <a:pt x="1225" y="16941"/>
                </a:lnTo>
                <a:lnTo>
                  <a:pt x="29004" y="14763"/>
                </a:lnTo>
                <a:lnTo>
                  <a:pt x="27768" y="0"/>
                </a:lnTo>
                <a:close/>
              </a:path>
            </a:pathLst>
          </a:custGeom>
          <a:solidFill>
            <a:srgbClr val="EAD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6" name="object 1226" descr=""/>
          <p:cNvSpPr/>
          <p:nvPr/>
        </p:nvSpPr>
        <p:spPr>
          <a:xfrm>
            <a:off x="11529035" y="7413885"/>
            <a:ext cx="267970" cy="126364"/>
          </a:xfrm>
          <a:custGeom>
            <a:avLst/>
            <a:gdLst/>
            <a:ahLst/>
            <a:cxnLst/>
            <a:rect l="l" t="t" r="r" b="b"/>
            <a:pathLst>
              <a:path w="267970" h="126365">
                <a:moveTo>
                  <a:pt x="267830" y="109575"/>
                </a:moveTo>
                <a:lnTo>
                  <a:pt x="258178" y="70180"/>
                </a:lnTo>
                <a:lnTo>
                  <a:pt x="237617" y="37668"/>
                </a:lnTo>
                <a:lnTo>
                  <a:pt x="198983" y="10731"/>
                </a:lnTo>
                <a:lnTo>
                  <a:pt x="136601" y="0"/>
                </a:lnTo>
                <a:lnTo>
                  <a:pt x="73825" y="12966"/>
                </a:lnTo>
                <a:lnTo>
                  <a:pt x="35255" y="42456"/>
                </a:lnTo>
                <a:lnTo>
                  <a:pt x="14757" y="77406"/>
                </a:lnTo>
                <a:lnTo>
                  <a:pt x="6654" y="106730"/>
                </a:lnTo>
                <a:lnTo>
                  <a:pt x="6261" y="110134"/>
                </a:lnTo>
                <a:lnTo>
                  <a:pt x="774" y="109842"/>
                </a:lnTo>
                <a:lnTo>
                  <a:pt x="0" y="124625"/>
                </a:lnTo>
                <a:lnTo>
                  <a:pt x="27800" y="126047"/>
                </a:lnTo>
                <a:lnTo>
                  <a:pt x="28460" y="113398"/>
                </a:lnTo>
                <a:lnTo>
                  <a:pt x="29984" y="102069"/>
                </a:lnTo>
                <a:lnTo>
                  <a:pt x="42964" y="67183"/>
                </a:lnTo>
                <a:lnTo>
                  <a:pt x="75628" y="32626"/>
                </a:lnTo>
                <a:lnTo>
                  <a:pt x="137007" y="16408"/>
                </a:lnTo>
                <a:lnTo>
                  <a:pt x="198501" y="30238"/>
                </a:lnTo>
                <a:lnTo>
                  <a:pt x="230670" y="62090"/>
                </a:lnTo>
                <a:lnTo>
                  <a:pt x="243217" y="94716"/>
                </a:lnTo>
                <a:lnTo>
                  <a:pt x="245427" y="110858"/>
                </a:lnTo>
                <a:lnTo>
                  <a:pt x="267830" y="109575"/>
                </a:lnTo>
                <a:close/>
              </a:path>
            </a:pathLst>
          </a:custGeom>
          <a:solidFill>
            <a:srgbClr val="EADD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7" name="object 1227" descr=""/>
          <p:cNvSpPr/>
          <p:nvPr/>
        </p:nvSpPr>
        <p:spPr>
          <a:xfrm>
            <a:off x="11201476" y="7520413"/>
            <a:ext cx="29845" cy="17145"/>
          </a:xfrm>
          <a:custGeom>
            <a:avLst/>
            <a:gdLst/>
            <a:ahLst/>
            <a:cxnLst/>
            <a:rect l="l" t="t" r="r" b="b"/>
            <a:pathLst>
              <a:path w="29845" h="17145">
                <a:moveTo>
                  <a:pt x="28575" y="0"/>
                </a:moveTo>
                <a:lnTo>
                  <a:pt x="0" y="2209"/>
                </a:lnTo>
                <a:lnTo>
                  <a:pt x="1256" y="17109"/>
                </a:lnTo>
                <a:lnTo>
                  <a:pt x="29821" y="14910"/>
                </a:lnTo>
                <a:lnTo>
                  <a:pt x="28575" y="0"/>
                </a:lnTo>
                <a:close/>
              </a:path>
            </a:pathLst>
          </a:custGeom>
          <a:solidFill>
            <a:srgbClr val="EADD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28" name="object 1228" descr=""/>
          <p:cNvGrpSpPr/>
          <p:nvPr/>
        </p:nvGrpSpPr>
        <p:grpSpPr>
          <a:xfrm>
            <a:off x="10947917" y="7418804"/>
            <a:ext cx="296545" cy="248920"/>
            <a:chOff x="10947917" y="7418804"/>
            <a:chExt cx="296545" cy="248920"/>
          </a:xfrm>
        </p:grpSpPr>
        <p:sp>
          <p:nvSpPr>
            <p:cNvPr id="1229" name="object 1229" descr=""/>
            <p:cNvSpPr/>
            <p:nvPr/>
          </p:nvSpPr>
          <p:spPr>
            <a:xfrm>
              <a:off x="10947908" y="7418812"/>
              <a:ext cx="281305" cy="248920"/>
            </a:xfrm>
            <a:custGeom>
              <a:avLst/>
              <a:gdLst/>
              <a:ahLst/>
              <a:cxnLst/>
              <a:rect l="l" t="t" r="r" b="b"/>
              <a:pathLst>
                <a:path w="281304" h="248920">
                  <a:moveTo>
                    <a:pt x="280771" y="109512"/>
                  </a:moveTo>
                  <a:lnTo>
                    <a:pt x="271106" y="70142"/>
                  </a:lnTo>
                  <a:lnTo>
                    <a:pt x="250558" y="37642"/>
                  </a:lnTo>
                  <a:lnTo>
                    <a:pt x="211950" y="10731"/>
                  </a:lnTo>
                  <a:lnTo>
                    <a:pt x="149606" y="0"/>
                  </a:lnTo>
                  <a:lnTo>
                    <a:pt x="86868" y="12966"/>
                  </a:lnTo>
                  <a:lnTo>
                    <a:pt x="48310" y="42443"/>
                  </a:lnTo>
                  <a:lnTo>
                    <a:pt x="27838" y="77355"/>
                  </a:lnTo>
                  <a:lnTo>
                    <a:pt x="20002" y="105689"/>
                  </a:lnTo>
                  <a:lnTo>
                    <a:pt x="15176" y="105435"/>
                  </a:lnTo>
                  <a:lnTo>
                    <a:pt x="14439" y="118757"/>
                  </a:lnTo>
                  <a:lnTo>
                    <a:pt x="9144" y="121373"/>
                  </a:lnTo>
                  <a:lnTo>
                    <a:pt x="2171" y="136321"/>
                  </a:lnTo>
                  <a:lnTo>
                    <a:pt x="0" y="157784"/>
                  </a:lnTo>
                  <a:lnTo>
                    <a:pt x="1231" y="183794"/>
                  </a:lnTo>
                  <a:lnTo>
                    <a:pt x="4597" y="209397"/>
                  </a:lnTo>
                  <a:lnTo>
                    <a:pt x="10490" y="229806"/>
                  </a:lnTo>
                  <a:lnTo>
                    <a:pt x="19977" y="243344"/>
                  </a:lnTo>
                  <a:lnTo>
                    <a:pt x="34124" y="248361"/>
                  </a:lnTo>
                  <a:lnTo>
                    <a:pt x="44767" y="245237"/>
                  </a:lnTo>
                  <a:lnTo>
                    <a:pt x="53340" y="234086"/>
                  </a:lnTo>
                  <a:lnTo>
                    <a:pt x="58547" y="212623"/>
                  </a:lnTo>
                  <a:lnTo>
                    <a:pt x="59118" y="178549"/>
                  </a:lnTo>
                  <a:lnTo>
                    <a:pt x="54178" y="144119"/>
                  </a:lnTo>
                  <a:lnTo>
                    <a:pt x="45148" y="124574"/>
                  </a:lnTo>
                  <a:lnTo>
                    <a:pt x="41363" y="121729"/>
                  </a:lnTo>
                  <a:lnTo>
                    <a:pt x="42951" y="121805"/>
                  </a:lnTo>
                  <a:lnTo>
                    <a:pt x="43789" y="106870"/>
                  </a:lnTo>
                  <a:lnTo>
                    <a:pt x="42392" y="106807"/>
                  </a:lnTo>
                  <a:lnTo>
                    <a:pt x="43040" y="102006"/>
                  </a:lnTo>
                  <a:lnTo>
                    <a:pt x="56007" y="67132"/>
                  </a:lnTo>
                  <a:lnTo>
                    <a:pt x="88658" y="32600"/>
                  </a:lnTo>
                  <a:lnTo>
                    <a:pt x="150012" y="16395"/>
                  </a:lnTo>
                  <a:lnTo>
                    <a:pt x="211467" y="30226"/>
                  </a:lnTo>
                  <a:lnTo>
                    <a:pt x="243624" y="62052"/>
                  </a:lnTo>
                  <a:lnTo>
                    <a:pt x="256159" y="94653"/>
                  </a:lnTo>
                  <a:lnTo>
                    <a:pt x="258368" y="110794"/>
                  </a:lnTo>
                  <a:lnTo>
                    <a:pt x="280771" y="109512"/>
                  </a:lnTo>
                  <a:close/>
                </a:path>
              </a:pathLst>
            </a:custGeom>
            <a:solidFill>
              <a:srgbClr val="EA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0" name="object 1230" descr=""/>
            <p:cNvSpPr/>
            <p:nvPr/>
          </p:nvSpPr>
          <p:spPr>
            <a:xfrm>
              <a:off x="10948218" y="7545749"/>
              <a:ext cx="26034" cy="114300"/>
            </a:xfrm>
            <a:custGeom>
              <a:avLst/>
              <a:gdLst/>
              <a:ahLst/>
              <a:cxnLst/>
              <a:rect l="l" t="t" r="r" b="b"/>
              <a:pathLst>
                <a:path w="26034" h="114300">
                  <a:moveTo>
                    <a:pt x="7946" y="0"/>
                  </a:moveTo>
                  <a:lnTo>
                    <a:pt x="3690" y="4856"/>
                  </a:lnTo>
                  <a:lnTo>
                    <a:pt x="966" y="17393"/>
                  </a:lnTo>
                  <a:lnTo>
                    <a:pt x="0" y="35744"/>
                  </a:lnTo>
                  <a:lnTo>
                    <a:pt x="1015" y="58040"/>
                  </a:lnTo>
                  <a:lnTo>
                    <a:pt x="3916" y="80185"/>
                  </a:lnTo>
                  <a:lnTo>
                    <a:pt x="8076" y="98126"/>
                  </a:lnTo>
                  <a:lnTo>
                    <a:pt x="12949" y="110058"/>
                  </a:lnTo>
                  <a:lnTo>
                    <a:pt x="17988" y="114174"/>
                  </a:lnTo>
                  <a:lnTo>
                    <a:pt x="22250" y="109318"/>
                  </a:lnTo>
                  <a:lnTo>
                    <a:pt x="24976" y="96779"/>
                  </a:lnTo>
                  <a:lnTo>
                    <a:pt x="25941" y="78425"/>
                  </a:lnTo>
                  <a:lnTo>
                    <a:pt x="24920" y="56123"/>
                  </a:lnTo>
                  <a:lnTo>
                    <a:pt x="22025" y="33978"/>
                  </a:lnTo>
                  <a:lnTo>
                    <a:pt x="17866" y="16038"/>
                  </a:lnTo>
                  <a:lnTo>
                    <a:pt x="12991" y="4110"/>
                  </a:lnTo>
                  <a:lnTo>
                    <a:pt x="7946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1" name="object 1231" descr=""/>
            <p:cNvSpPr/>
            <p:nvPr/>
          </p:nvSpPr>
          <p:spPr>
            <a:xfrm>
              <a:off x="11184992" y="7531169"/>
              <a:ext cx="59690" cy="133985"/>
            </a:xfrm>
            <a:custGeom>
              <a:avLst/>
              <a:gdLst/>
              <a:ahLst/>
              <a:cxnLst/>
              <a:rect l="l" t="t" r="r" b="b"/>
              <a:pathLst>
                <a:path w="59690" h="133984">
                  <a:moveTo>
                    <a:pt x="36815" y="0"/>
                  </a:moveTo>
                  <a:lnTo>
                    <a:pt x="25207" y="1244"/>
                  </a:lnTo>
                  <a:lnTo>
                    <a:pt x="13958" y="9716"/>
                  </a:lnTo>
                  <a:lnTo>
                    <a:pt x="4935" y="29254"/>
                  </a:lnTo>
                  <a:lnTo>
                    <a:pt x="0" y="63694"/>
                  </a:lnTo>
                  <a:lnTo>
                    <a:pt x="568" y="97761"/>
                  </a:lnTo>
                  <a:lnTo>
                    <a:pt x="5783" y="119229"/>
                  </a:lnTo>
                  <a:lnTo>
                    <a:pt x="14358" y="130382"/>
                  </a:lnTo>
                  <a:lnTo>
                    <a:pt x="25004" y="133503"/>
                  </a:lnTo>
                  <a:lnTo>
                    <a:pt x="39141" y="128485"/>
                  </a:lnTo>
                  <a:lnTo>
                    <a:pt x="48630" y="114945"/>
                  </a:lnTo>
                  <a:lnTo>
                    <a:pt x="54528" y="94543"/>
                  </a:lnTo>
                  <a:lnTo>
                    <a:pt x="57893" y="68940"/>
                  </a:lnTo>
                  <a:lnTo>
                    <a:pt x="59114" y="42922"/>
                  </a:lnTo>
                  <a:lnTo>
                    <a:pt x="56943" y="21465"/>
                  </a:lnTo>
                  <a:lnTo>
                    <a:pt x="49977" y="6510"/>
                  </a:lnTo>
                  <a:lnTo>
                    <a:pt x="36815" y="0"/>
                  </a:lnTo>
                  <a:close/>
                </a:path>
              </a:pathLst>
            </a:custGeom>
            <a:solidFill>
              <a:srgbClr val="EADD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2" name="object 1232" descr=""/>
            <p:cNvSpPr/>
            <p:nvPr/>
          </p:nvSpPr>
          <p:spPr>
            <a:xfrm>
              <a:off x="11217862" y="7543253"/>
              <a:ext cx="26034" cy="114300"/>
            </a:xfrm>
            <a:custGeom>
              <a:avLst/>
              <a:gdLst/>
              <a:ahLst/>
              <a:cxnLst/>
              <a:rect l="l" t="t" r="r" b="b"/>
              <a:pathLst>
                <a:path w="26034" h="114300">
                  <a:moveTo>
                    <a:pt x="18000" y="0"/>
                  </a:moveTo>
                  <a:lnTo>
                    <a:pt x="1016" y="56123"/>
                  </a:lnTo>
                  <a:lnTo>
                    <a:pt x="0" y="78424"/>
                  </a:lnTo>
                  <a:lnTo>
                    <a:pt x="964" y="96775"/>
                  </a:lnTo>
                  <a:lnTo>
                    <a:pt x="3687" y="109313"/>
                  </a:lnTo>
                  <a:lnTo>
                    <a:pt x="7948" y="114174"/>
                  </a:lnTo>
                  <a:lnTo>
                    <a:pt x="12993" y="110062"/>
                  </a:lnTo>
                  <a:lnTo>
                    <a:pt x="17868" y="98130"/>
                  </a:lnTo>
                  <a:lnTo>
                    <a:pt x="22026" y="80187"/>
                  </a:lnTo>
                  <a:lnTo>
                    <a:pt x="24921" y="58040"/>
                  </a:lnTo>
                  <a:lnTo>
                    <a:pt x="25938" y="35744"/>
                  </a:lnTo>
                  <a:lnTo>
                    <a:pt x="24975" y="17393"/>
                  </a:lnTo>
                  <a:lnTo>
                    <a:pt x="22255" y="4856"/>
                  </a:lnTo>
                  <a:lnTo>
                    <a:pt x="1800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33" name="object 1233" descr=""/>
          <p:cNvPicPr/>
          <p:nvPr/>
        </p:nvPicPr>
        <p:blipFill>
          <a:blip r:embed="rId252" cstate="print"/>
          <a:stretch>
            <a:fillRect/>
          </a:stretch>
        </p:blipFill>
        <p:spPr>
          <a:xfrm>
            <a:off x="11307884" y="7404222"/>
            <a:ext cx="133837" cy="258586"/>
          </a:xfrm>
          <a:prstGeom prst="rect">
            <a:avLst/>
          </a:prstGeom>
        </p:spPr>
      </p:pic>
      <p:pic>
        <p:nvPicPr>
          <p:cNvPr id="1234" name="object 1234" descr=""/>
          <p:cNvPicPr/>
          <p:nvPr/>
        </p:nvPicPr>
        <p:blipFill>
          <a:blip r:embed="rId253" cstate="print"/>
          <a:stretch>
            <a:fillRect/>
          </a:stretch>
        </p:blipFill>
        <p:spPr>
          <a:xfrm>
            <a:off x="4923309" y="6953243"/>
            <a:ext cx="377439" cy="164602"/>
          </a:xfrm>
          <a:prstGeom prst="rect">
            <a:avLst/>
          </a:prstGeom>
        </p:spPr>
      </p:pic>
      <p:pic>
        <p:nvPicPr>
          <p:cNvPr id="1235" name="object 1235" descr=""/>
          <p:cNvPicPr/>
          <p:nvPr/>
        </p:nvPicPr>
        <p:blipFill>
          <a:blip r:embed="rId254" cstate="print"/>
          <a:stretch>
            <a:fillRect/>
          </a:stretch>
        </p:blipFill>
        <p:spPr>
          <a:xfrm>
            <a:off x="4911798" y="7519596"/>
            <a:ext cx="459310" cy="164602"/>
          </a:xfrm>
          <a:prstGeom prst="rect">
            <a:avLst/>
          </a:prstGeom>
        </p:spPr>
      </p:pic>
      <p:grpSp>
        <p:nvGrpSpPr>
          <p:cNvPr id="1236" name="object 1236" descr=""/>
          <p:cNvGrpSpPr/>
          <p:nvPr/>
        </p:nvGrpSpPr>
        <p:grpSpPr>
          <a:xfrm>
            <a:off x="4959290" y="7252289"/>
            <a:ext cx="323850" cy="157480"/>
            <a:chOff x="4959290" y="7252289"/>
            <a:chExt cx="323850" cy="157480"/>
          </a:xfrm>
        </p:grpSpPr>
        <p:sp>
          <p:nvSpPr>
            <p:cNvPr id="1237" name="object 1237" descr=""/>
            <p:cNvSpPr/>
            <p:nvPr/>
          </p:nvSpPr>
          <p:spPr>
            <a:xfrm>
              <a:off x="4959290" y="7252289"/>
              <a:ext cx="323850" cy="157480"/>
            </a:xfrm>
            <a:custGeom>
              <a:avLst/>
              <a:gdLst/>
              <a:ahLst/>
              <a:cxnLst/>
              <a:rect l="l" t="t" r="r" b="b"/>
              <a:pathLst>
                <a:path w="323850" h="157479">
                  <a:moveTo>
                    <a:pt x="9930" y="0"/>
                  </a:moveTo>
                  <a:lnTo>
                    <a:pt x="89" y="72636"/>
                  </a:lnTo>
                  <a:lnTo>
                    <a:pt x="0" y="79363"/>
                  </a:lnTo>
                  <a:lnTo>
                    <a:pt x="818" y="123767"/>
                  </a:lnTo>
                  <a:lnTo>
                    <a:pt x="3040" y="147050"/>
                  </a:lnTo>
                  <a:lnTo>
                    <a:pt x="6220" y="155628"/>
                  </a:lnTo>
                  <a:lnTo>
                    <a:pt x="9930" y="156853"/>
                  </a:lnTo>
                  <a:lnTo>
                    <a:pt x="13644" y="155628"/>
                  </a:lnTo>
                  <a:lnTo>
                    <a:pt x="15177" y="151492"/>
                  </a:lnTo>
                  <a:lnTo>
                    <a:pt x="8589" y="151492"/>
                  </a:lnTo>
                  <a:lnTo>
                    <a:pt x="6287" y="145751"/>
                  </a:lnTo>
                  <a:lnTo>
                    <a:pt x="4406" y="130092"/>
                  </a:lnTo>
                  <a:lnTo>
                    <a:pt x="3138" y="106868"/>
                  </a:lnTo>
                  <a:lnTo>
                    <a:pt x="2689" y="79363"/>
                  </a:lnTo>
                  <a:lnTo>
                    <a:pt x="2768" y="72636"/>
                  </a:lnTo>
                  <a:lnTo>
                    <a:pt x="4406" y="26764"/>
                  </a:lnTo>
                  <a:lnTo>
                    <a:pt x="8589" y="5361"/>
                  </a:lnTo>
                  <a:lnTo>
                    <a:pt x="15761" y="5361"/>
                  </a:lnTo>
                  <a:lnTo>
                    <a:pt x="12984" y="664"/>
                  </a:lnTo>
                  <a:lnTo>
                    <a:pt x="9930" y="0"/>
                  </a:lnTo>
                  <a:close/>
                </a:path>
                <a:path w="323850" h="157479">
                  <a:moveTo>
                    <a:pt x="15761" y="5361"/>
                  </a:moveTo>
                  <a:lnTo>
                    <a:pt x="8589" y="5361"/>
                  </a:lnTo>
                  <a:lnTo>
                    <a:pt x="10892" y="11104"/>
                  </a:lnTo>
                  <a:lnTo>
                    <a:pt x="12772" y="26764"/>
                  </a:lnTo>
                  <a:lnTo>
                    <a:pt x="13971" y="48721"/>
                  </a:lnTo>
                  <a:lnTo>
                    <a:pt x="14092" y="53172"/>
                  </a:lnTo>
                  <a:lnTo>
                    <a:pt x="14411" y="72636"/>
                  </a:lnTo>
                  <a:lnTo>
                    <a:pt x="14490" y="79363"/>
                  </a:lnTo>
                  <a:lnTo>
                    <a:pt x="14040" y="106868"/>
                  </a:lnTo>
                  <a:lnTo>
                    <a:pt x="12772" y="130092"/>
                  </a:lnTo>
                  <a:lnTo>
                    <a:pt x="10892" y="145751"/>
                  </a:lnTo>
                  <a:lnTo>
                    <a:pt x="8589" y="151492"/>
                  </a:lnTo>
                  <a:lnTo>
                    <a:pt x="15177" y="151492"/>
                  </a:lnTo>
                  <a:lnTo>
                    <a:pt x="16823" y="147050"/>
                  </a:lnTo>
                  <a:lnTo>
                    <a:pt x="19043" y="123767"/>
                  </a:lnTo>
                  <a:lnTo>
                    <a:pt x="19860" y="79363"/>
                  </a:lnTo>
                  <a:lnTo>
                    <a:pt x="19793" y="62427"/>
                  </a:lnTo>
                  <a:lnTo>
                    <a:pt x="29013" y="62427"/>
                  </a:lnTo>
                  <a:lnTo>
                    <a:pt x="29154" y="57474"/>
                  </a:lnTo>
                  <a:lnTo>
                    <a:pt x="216079" y="53764"/>
                  </a:lnTo>
                  <a:lnTo>
                    <a:pt x="312974" y="53273"/>
                  </a:lnTo>
                  <a:lnTo>
                    <a:pt x="308840" y="49516"/>
                  </a:lnTo>
                  <a:lnTo>
                    <a:pt x="28882" y="49516"/>
                  </a:lnTo>
                  <a:lnTo>
                    <a:pt x="28159" y="44846"/>
                  </a:lnTo>
                  <a:lnTo>
                    <a:pt x="26673" y="42354"/>
                  </a:lnTo>
                  <a:lnTo>
                    <a:pt x="19552" y="42354"/>
                  </a:lnTo>
                  <a:lnTo>
                    <a:pt x="18012" y="17877"/>
                  </a:lnTo>
                  <a:lnTo>
                    <a:pt x="15761" y="5361"/>
                  </a:lnTo>
                  <a:close/>
                </a:path>
                <a:path w="323850" h="157479">
                  <a:moveTo>
                    <a:pt x="312974" y="53273"/>
                  </a:moveTo>
                  <a:lnTo>
                    <a:pt x="273707" y="53273"/>
                  </a:lnTo>
                  <a:lnTo>
                    <a:pt x="299659" y="54050"/>
                  </a:lnTo>
                  <a:lnTo>
                    <a:pt x="304397" y="59559"/>
                  </a:lnTo>
                  <a:lnTo>
                    <a:pt x="307409" y="69179"/>
                  </a:lnTo>
                  <a:lnTo>
                    <a:pt x="309982" y="79363"/>
                  </a:lnTo>
                  <a:lnTo>
                    <a:pt x="313407" y="86562"/>
                  </a:lnTo>
                  <a:lnTo>
                    <a:pt x="319103" y="92594"/>
                  </a:lnTo>
                  <a:lnTo>
                    <a:pt x="323700" y="86562"/>
                  </a:lnTo>
                  <a:lnTo>
                    <a:pt x="317529" y="64635"/>
                  </a:lnTo>
                  <a:lnTo>
                    <a:pt x="312974" y="53273"/>
                  </a:lnTo>
                  <a:close/>
                </a:path>
                <a:path w="323850" h="157479">
                  <a:moveTo>
                    <a:pt x="29013" y="62427"/>
                  </a:moveTo>
                  <a:lnTo>
                    <a:pt x="19793" y="62427"/>
                  </a:lnTo>
                  <a:lnTo>
                    <a:pt x="22652" y="65265"/>
                  </a:lnTo>
                  <a:lnTo>
                    <a:pt x="28966" y="64071"/>
                  </a:lnTo>
                  <a:lnTo>
                    <a:pt x="29013" y="62427"/>
                  </a:lnTo>
                  <a:close/>
                </a:path>
                <a:path w="323850" h="157479">
                  <a:moveTo>
                    <a:pt x="270885" y="46208"/>
                  </a:moveTo>
                  <a:lnTo>
                    <a:pt x="28882" y="49516"/>
                  </a:lnTo>
                  <a:lnTo>
                    <a:pt x="308840" y="49516"/>
                  </a:lnTo>
                  <a:lnTo>
                    <a:pt x="307627" y="48433"/>
                  </a:lnTo>
                  <a:lnTo>
                    <a:pt x="299324" y="46679"/>
                  </a:lnTo>
                  <a:lnTo>
                    <a:pt x="270885" y="46208"/>
                  </a:lnTo>
                  <a:close/>
                </a:path>
                <a:path w="323850" h="157479">
                  <a:moveTo>
                    <a:pt x="25960" y="41161"/>
                  </a:moveTo>
                  <a:lnTo>
                    <a:pt x="19552" y="42354"/>
                  </a:lnTo>
                  <a:lnTo>
                    <a:pt x="26673" y="42354"/>
                  </a:lnTo>
                  <a:lnTo>
                    <a:pt x="25960" y="41161"/>
                  </a:lnTo>
                  <a:close/>
                </a:path>
              </a:pathLst>
            </a:custGeom>
            <a:solidFill>
              <a:srgbClr val="2C2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8" name="object 1238" descr=""/>
            <p:cNvSpPr/>
            <p:nvPr/>
          </p:nvSpPr>
          <p:spPr>
            <a:xfrm>
              <a:off x="4961957" y="7257652"/>
              <a:ext cx="12065" cy="146685"/>
            </a:xfrm>
            <a:custGeom>
              <a:avLst/>
              <a:gdLst/>
              <a:ahLst/>
              <a:cxnLst/>
              <a:rect l="l" t="t" r="r" b="b"/>
              <a:pathLst>
                <a:path w="12064" h="146684">
                  <a:moveTo>
                    <a:pt x="5926" y="0"/>
                  </a:moveTo>
                  <a:lnTo>
                    <a:pt x="3617" y="5741"/>
                  </a:lnTo>
                  <a:lnTo>
                    <a:pt x="1734" y="21399"/>
                  </a:lnTo>
                  <a:lnTo>
                    <a:pt x="465" y="44624"/>
                  </a:lnTo>
                  <a:lnTo>
                    <a:pt x="0" y="73065"/>
                  </a:lnTo>
                  <a:lnTo>
                    <a:pt x="465" y="101507"/>
                  </a:lnTo>
                  <a:lnTo>
                    <a:pt x="1734" y="124731"/>
                  </a:lnTo>
                  <a:lnTo>
                    <a:pt x="3617" y="140390"/>
                  </a:lnTo>
                  <a:lnTo>
                    <a:pt x="5926" y="146131"/>
                  </a:lnTo>
                  <a:lnTo>
                    <a:pt x="8229" y="140390"/>
                  </a:lnTo>
                  <a:lnTo>
                    <a:pt x="10109" y="124731"/>
                  </a:lnTo>
                  <a:lnTo>
                    <a:pt x="11377" y="101507"/>
                  </a:lnTo>
                  <a:lnTo>
                    <a:pt x="11842" y="73065"/>
                  </a:lnTo>
                  <a:lnTo>
                    <a:pt x="11377" y="44624"/>
                  </a:lnTo>
                  <a:lnTo>
                    <a:pt x="10109" y="21399"/>
                  </a:lnTo>
                  <a:lnTo>
                    <a:pt x="8229" y="5741"/>
                  </a:lnTo>
                  <a:lnTo>
                    <a:pt x="5926" y="0"/>
                  </a:lnTo>
                  <a:close/>
                </a:path>
              </a:pathLst>
            </a:custGeom>
            <a:solidFill>
              <a:srgbClr val="7FC241">
                <a:alpha val="5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9" name="object 1239" descr=""/>
            <p:cNvSpPr/>
            <p:nvPr/>
          </p:nvSpPr>
          <p:spPr>
            <a:xfrm>
              <a:off x="4961953" y="7273054"/>
              <a:ext cx="12065" cy="103505"/>
            </a:xfrm>
            <a:custGeom>
              <a:avLst/>
              <a:gdLst/>
              <a:ahLst/>
              <a:cxnLst/>
              <a:rect l="l" t="t" r="r" b="b"/>
              <a:pathLst>
                <a:path w="12064" h="103504">
                  <a:moveTo>
                    <a:pt x="9559" y="0"/>
                  </a:moveTo>
                  <a:lnTo>
                    <a:pt x="0" y="60909"/>
                  </a:lnTo>
                  <a:lnTo>
                    <a:pt x="1298" y="103221"/>
                  </a:lnTo>
                  <a:lnTo>
                    <a:pt x="11842" y="51610"/>
                  </a:lnTo>
                  <a:lnTo>
                    <a:pt x="10504" y="11736"/>
                  </a:lnTo>
                  <a:lnTo>
                    <a:pt x="10090" y="4770"/>
                  </a:lnTo>
                  <a:lnTo>
                    <a:pt x="95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0" name="object 1240" descr=""/>
          <p:cNvGrpSpPr/>
          <p:nvPr/>
        </p:nvGrpSpPr>
        <p:grpSpPr>
          <a:xfrm>
            <a:off x="7398758" y="7222215"/>
            <a:ext cx="320040" cy="154940"/>
            <a:chOff x="7398758" y="7222215"/>
            <a:chExt cx="320040" cy="154940"/>
          </a:xfrm>
        </p:grpSpPr>
        <p:sp>
          <p:nvSpPr>
            <p:cNvPr id="1241" name="object 1241" descr=""/>
            <p:cNvSpPr/>
            <p:nvPr/>
          </p:nvSpPr>
          <p:spPr>
            <a:xfrm>
              <a:off x="7398758" y="7222215"/>
              <a:ext cx="320040" cy="154940"/>
            </a:xfrm>
            <a:custGeom>
              <a:avLst/>
              <a:gdLst/>
              <a:ahLst/>
              <a:cxnLst/>
              <a:rect l="l" t="t" r="r" b="b"/>
              <a:pathLst>
                <a:path w="320040" h="154940">
                  <a:moveTo>
                    <a:pt x="9794" y="0"/>
                  </a:moveTo>
                  <a:lnTo>
                    <a:pt x="88" y="71704"/>
                  </a:lnTo>
                  <a:lnTo>
                    <a:pt x="0" y="78353"/>
                  </a:lnTo>
                  <a:lnTo>
                    <a:pt x="806" y="122181"/>
                  </a:lnTo>
                  <a:lnTo>
                    <a:pt x="2995" y="145165"/>
                  </a:lnTo>
                  <a:lnTo>
                    <a:pt x="6131" y="153633"/>
                  </a:lnTo>
                  <a:lnTo>
                    <a:pt x="9794" y="154843"/>
                  </a:lnTo>
                  <a:lnTo>
                    <a:pt x="13462" y="153633"/>
                  </a:lnTo>
                  <a:lnTo>
                    <a:pt x="14974" y="149555"/>
                  </a:lnTo>
                  <a:lnTo>
                    <a:pt x="8474" y="149555"/>
                  </a:lnTo>
                  <a:lnTo>
                    <a:pt x="6201" y="143887"/>
                  </a:lnTo>
                  <a:lnTo>
                    <a:pt x="4343" y="128429"/>
                  </a:lnTo>
                  <a:lnTo>
                    <a:pt x="3091" y="105500"/>
                  </a:lnTo>
                  <a:lnTo>
                    <a:pt x="2647" y="78353"/>
                  </a:lnTo>
                  <a:lnTo>
                    <a:pt x="2725" y="71704"/>
                  </a:lnTo>
                  <a:lnTo>
                    <a:pt x="3091" y="49348"/>
                  </a:lnTo>
                  <a:lnTo>
                    <a:pt x="4343" y="26423"/>
                  </a:lnTo>
                  <a:lnTo>
                    <a:pt x="6201" y="10966"/>
                  </a:lnTo>
                  <a:lnTo>
                    <a:pt x="8474" y="5298"/>
                  </a:lnTo>
                  <a:lnTo>
                    <a:pt x="15552" y="5298"/>
                  </a:lnTo>
                  <a:lnTo>
                    <a:pt x="12809" y="656"/>
                  </a:lnTo>
                  <a:lnTo>
                    <a:pt x="9794" y="0"/>
                  </a:lnTo>
                  <a:close/>
                </a:path>
                <a:path w="320040" h="154940">
                  <a:moveTo>
                    <a:pt x="15552" y="5298"/>
                  </a:moveTo>
                  <a:lnTo>
                    <a:pt x="8474" y="5298"/>
                  </a:lnTo>
                  <a:lnTo>
                    <a:pt x="10748" y="10966"/>
                  </a:lnTo>
                  <a:lnTo>
                    <a:pt x="12605" y="26423"/>
                  </a:lnTo>
                  <a:lnTo>
                    <a:pt x="13858" y="49348"/>
                  </a:lnTo>
                  <a:lnTo>
                    <a:pt x="14223" y="71704"/>
                  </a:lnTo>
                  <a:lnTo>
                    <a:pt x="14302" y="78353"/>
                  </a:lnTo>
                  <a:lnTo>
                    <a:pt x="13858" y="105500"/>
                  </a:lnTo>
                  <a:lnTo>
                    <a:pt x="12605" y="128429"/>
                  </a:lnTo>
                  <a:lnTo>
                    <a:pt x="10748" y="143887"/>
                  </a:lnTo>
                  <a:lnTo>
                    <a:pt x="8474" y="149555"/>
                  </a:lnTo>
                  <a:lnTo>
                    <a:pt x="14974" y="149555"/>
                  </a:lnTo>
                  <a:lnTo>
                    <a:pt x="16601" y="145165"/>
                  </a:lnTo>
                  <a:lnTo>
                    <a:pt x="18792" y="122181"/>
                  </a:lnTo>
                  <a:lnTo>
                    <a:pt x="19598" y="78353"/>
                  </a:lnTo>
                  <a:lnTo>
                    <a:pt x="19532" y="61631"/>
                  </a:lnTo>
                  <a:lnTo>
                    <a:pt x="28636" y="61631"/>
                  </a:lnTo>
                  <a:lnTo>
                    <a:pt x="28777" y="56741"/>
                  </a:lnTo>
                  <a:lnTo>
                    <a:pt x="213313" y="53077"/>
                  </a:lnTo>
                  <a:lnTo>
                    <a:pt x="308961" y="52596"/>
                  </a:lnTo>
                  <a:lnTo>
                    <a:pt x="304883" y="48888"/>
                  </a:lnTo>
                  <a:lnTo>
                    <a:pt x="28505" y="48888"/>
                  </a:lnTo>
                  <a:lnTo>
                    <a:pt x="27804" y="44270"/>
                  </a:lnTo>
                  <a:lnTo>
                    <a:pt x="26329" y="41810"/>
                  </a:lnTo>
                  <a:lnTo>
                    <a:pt x="19301" y="41810"/>
                  </a:lnTo>
                  <a:lnTo>
                    <a:pt x="17776" y="17647"/>
                  </a:lnTo>
                  <a:lnTo>
                    <a:pt x="15552" y="5298"/>
                  </a:lnTo>
                  <a:close/>
                </a:path>
                <a:path w="320040" h="154940">
                  <a:moveTo>
                    <a:pt x="308961" y="52596"/>
                  </a:moveTo>
                  <a:lnTo>
                    <a:pt x="270207" y="52596"/>
                  </a:lnTo>
                  <a:lnTo>
                    <a:pt x="295827" y="53370"/>
                  </a:lnTo>
                  <a:lnTo>
                    <a:pt x="300503" y="58801"/>
                  </a:lnTo>
                  <a:lnTo>
                    <a:pt x="303474" y="68297"/>
                  </a:lnTo>
                  <a:lnTo>
                    <a:pt x="306012" y="78353"/>
                  </a:lnTo>
                  <a:lnTo>
                    <a:pt x="309387" y="85463"/>
                  </a:lnTo>
                  <a:lnTo>
                    <a:pt x="315009" y="91410"/>
                  </a:lnTo>
                  <a:lnTo>
                    <a:pt x="319554" y="85463"/>
                  </a:lnTo>
                  <a:lnTo>
                    <a:pt x="313459" y="63815"/>
                  </a:lnTo>
                  <a:lnTo>
                    <a:pt x="308961" y="52596"/>
                  </a:lnTo>
                  <a:close/>
                </a:path>
                <a:path w="320040" h="154940">
                  <a:moveTo>
                    <a:pt x="28636" y="61631"/>
                  </a:moveTo>
                  <a:lnTo>
                    <a:pt x="19532" y="61631"/>
                  </a:lnTo>
                  <a:lnTo>
                    <a:pt x="22359" y="64437"/>
                  </a:lnTo>
                  <a:lnTo>
                    <a:pt x="28589" y="63254"/>
                  </a:lnTo>
                  <a:lnTo>
                    <a:pt x="28636" y="61631"/>
                  </a:lnTo>
                  <a:close/>
                </a:path>
                <a:path w="320040" h="154940">
                  <a:moveTo>
                    <a:pt x="267415" y="45617"/>
                  </a:moveTo>
                  <a:lnTo>
                    <a:pt x="28505" y="48888"/>
                  </a:lnTo>
                  <a:lnTo>
                    <a:pt x="304883" y="48888"/>
                  </a:lnTo>
                  <a:lnTo>
                    <a:pt x="303684" y="47816"/>
                  </a:lnTo>
                  <a:lnTo>
                    <a:pt x="295492" y="46082"/>
                  </a:lnTo>
                  <a:lnTo>
                    <a:pt x="267415" y="45617"/>
                  </a:lnTo>
                  <a:close/>
                </a:path>
                <a:path w="320040" h="154940">
                  <a:moveTo>
                    <a:pt x="25626" y="40637"/>
                  </a:moveTo>
                  <a:lnTo>
                    <a:pt x="19301" y="41810"/>
                  </a:lnTo>
                  <a:lnTo>
                    <a:pt x="26329" y="41810"/>
                  </a:lnTo>
                  <a:lnTo>
                    <a:pt x="25626" y="40637"/>
                  </a:lnTo>
                  <a:close/>
                </a:path>
              </a:pathLst>
            </a:custGeom>
            <a:solidFill>
              <a:srgbClr val="2C23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2" name="object 1242" descr=""/>
            <p:cNvSpPr/>
            <p:nvPr/>
          </p:nvSpPr>
          <p:spPr>
            <a:xfrm>
              <a:off x="7401382" y="7227518"/>
              <a:ext cx="12065" cy="144780"/>
            </a:xfrm>
            <a:custGeom>
              <a:avLst/>
              <a:gdLst/>
              <a:ahLst/>
              <a:cxnLst/>
              <a:rect l="l" t="t" r="r" b="b"/>
              <a:pathLst>
                <a:path w="12065" h="144779">
                  <a:moveTo>
                    <a:pt x="5853" y="0"/>
                  </a:moveTo>
                  <a:lnTo>
                    <a:pt x="3573" y="5668"/>
                  </a:lnTo>
                  <a:lnTo>
                    <a:pt x="1713" y="21125"/>
                  </a:lnTo>
                  <a:lnTo>
                    <a:pt x="459" y="44050"/>
                  </a:lnTo>
                  <a:lnTo>
                    <a:pt x="0" y="72123"/>
                  </a:lnTo>
                  <a:lnTo>
                    <a:pt x="459" y="100198"/>
                  </a:lnTo>
                  <a:lnTo>
                    <a:pt x="1713" y="123127"/>
                  </a:lnTo>
                  <a:lnTo>
                    <a:pt x="3573" y="138587"/>
                  </a:lnTo>
                  <a:lnTo>
                    <a:pt x="5853" y="144257"/>
                  </a:lnTo>
                  <a:lnTo>
                    <a:pt x="8126" y="138587"/>
                  </a:lnTo>
                  <a:lnTo>
                    <a:pt x="9983" y="123127"/>
                  </a:lnTo>
                  <a:lnTo>
                    <a:pt x="11236" y="100198"/>
                  </a:lnTo>
                  <a:lnTo>
                    <a:pt x="11695" y="72123"/>
                  </a:lnTo>
                  <a:lnTo>
                    <a:pt x="11236" y="44050"/>
                  </a:lnTo>
                  <a:lnTo>
                    <a:pt x="9983" y="21125"/>
                  </a:lnTo>
                  <a:lnTo>
                    <a:pt x="8126" y="5668"/>
                  </a:lnTo>
                  <a:lnTo>
                    <a:pt x="5853" y="0"/>
                  </a:lnTo>
                  <a:close/>
                </a:path>
              </a:pathLst>
            </a:custGeom>
            <a:solidFill>
              <a:srgbClr val="131217">
                <a:alpha val="58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3" name="object 1243" descr=""/>
            <p:cNvSpPr/>
            <p:nvPr/>
          </p:nvSpPr>
          <p:spPr>
            <a:xfrm>
              <a:off x="7401386" y="7242715"/>
              <a:ext cx="12065" cy="102235"/>
            </a:xfrm>
            <a:custGeom>
              <a:avLst/>
              <a:gdLst/>
              <a:ahLst/>
              <a:cxnLst/>
              <a:rect l="l" t="t" r="r" b="b"/>
              <a:pathLst>
                <a:path w="12065" h="102234">
                  <a:moveTo>
                    <a:pt x="9434" y="0"/>
                  </a:moveTo>
                  <a:lnTo>
                    <a:pt x="0" y="60123"/>
                  </a:lnTo>
                  <a:lnTo>
                    <a:pt x="1277" y="101902"/>
                  </a:lnTo>
                  <a:lnTo>
                    <a:pt x="11695" y="50951"/>
                  </a:lnTo>
                  <a:lnTo>
                    <a:pt x="10368" y="11583"/>
                  </a:lnTo>
                  <a:lnTo>
                    <a:pt x="9958" y="4706"/>
                  </a:lnTo>
                  <a:lnTo>
                    <a:pt x="943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44" name="object 1244" descr=""/>
          <p:cNvPicPr/>
          <p:nvPr/>
        </p:nvPicPr>
        <p:blipFill>
          <a:blip r:embed="rId255" cstate="print"/>
          <a:stretch>
            <a:fillRect/>
          </a:stretch>
        </p:blipFill>
        <p:spPr>
          <a:xfrm>
            <a:off x="7358235" y="6949674"/>
            <a:ext cx="372624" cy="162487"/>
          </a:xfrm>
          <a:prstGeom prst="rect">
            <a:avLst/>
          </a:prstGeom>
        </p:spPr>
      </p:pic>
      <p:pic>
        <p:nvPicPr>
          <p:cNvPr id="1245" name="object 1245" descr=""/>
          <p:cNvPicPr/>
          <p:nvPr/>
        </p:nvPicPr>
        <p:blipFill>
          <a:blip r:embed="rId256" cstate="print"/>
          <a:stretch>
            <a:fillRect/>
          </a:stretch>
        </p:blipFill>
        <p:spPr>
          <a:xfrm>
            <a:off x="7362140" y="7486108"/>
            <a:ext cx="453434" cy="162487"/>
          </a:xfrm>
          <a:prstGeom prst="rect">
            <a:avLst/>
          </a:prstGeom>
        </p:spPr>
      </p:pic>
      <p:pic>
        <p:nvPicPr>
          <p:cNvPr id="1246" name="object 1246" descr=""/>
          <p:cNvPicPr/>
          <p:nvPr/>
        </p:nvPicPr>
        <p:blipFill>
          <a:blip r:embed="rId257" cstate="print"/>
          <a:stretch>
            <a:fillRect/>
          </a:stretch>
        </p:blipFill>
        <p:spPr>
          <a:xfrm>
            <a:off x="11592810" y="8029525"/>
            <a:ext cx="729585" cy="2462700"/>
          </a:xfrm>
          <a:prstGeom prst="rect">
            <a:avLst/>
          </a:prstGeom>
        </p:spPr>
      </p:pic>
      <p:pic>
        <p:nvPicPr>
          <p:cNvPr id="1247" name="object 1247" descr=""/>
          <p:cNvPicPr/>
          <p:nvPr/>
        </p:nvPicPr>
        <p:blipFill>
          <a:blip r:embed="rId258" cstate="print"/>
          <a:stretch>
            <a:fillRect/>
          </a:stretch>
        </p:blipFill>
        <p:spPr>
          <a:xfrm>
            <a:off x="10024336" y="10282187"/>
            <a:ext cx="253889" cy="143477"/>
          </a:xfrm>
          <a:prstGeom prst="rect">
            <a:avLst/>
          </a:prstGeom>
        </p:spPr>
      </p:pic>
      <p:sp>
        <p:nvSpPr>
          <p:cNvPr id="1248" name="object 1248" descr=""/>
          <p:cNvSpPr/>
          <p:nvPr/>
        </p:nvSpPr>
        <p:spPr>
          <a:xfrm>
            <a:off x="10002249" y="9137257"/>
            <a:ext cx="271145" cy="748665"/>
          </a:xfrm>
          <a:custGeom>
            <a:avLst/>
            <a:gdLst/>
            <a:ahLst/>
            <a:cxnLst/>
            <a:rect l="l" t="t" r="r" b="b"/>
            <a:pathLst>
              <a:path w="271145" h="748665">
                <a:moveTo>
                  <a:pt x="79143" y="0"/>
                </a:moveTo>
                <a:lnTo>
                  <a:pt x="47119" y="7856"/>
                </a:lnTo>
                <a:lnTo>
                  <a:pt x="21559" y="25529"/>
                </a:lnTo>
                <a:lnTo>
                  <a:pt x="5005" y="54160"/>
                </a:lnTo>
                <a:lnTo>
                  <a:pt x="0" y="94890"/>
                </a:lnTo>
                <a:lnTo>
                  <a:pt x="667" y="108591"/>
                </a:lnTo>
                <a:lnTo>
                  <a:pt x="5509" y="173027"/>
                </a:lnTo>
                <a:lnTo>
                  <a:pt x="10321" y="222298"/>
                </a:lnTo>
                <a:lnTo>
                  <a:pt x="17154" y="281960"/>
                </a:lnTo>
                <a:lnTo>
                  <a:pt x="26326" y="351281"/>
                </a:lnTo>
                <a:lnTo>
                  <a:pt x="38155" y="429529"/>
                </a:lnTo>
                <a:lnTo>
                  <a:pt x="52498" y="509977"/>
                </a:lnTo>
                <a:lnTo>
                  <a:pt x="66941" y="577000"/>
                </a:lnTo>
                <a:lnTo>
                  <a:pt x="80695" y="630866"/>
                </a:lnTo>
                <a:lnTo>
                  <a:pt x="92973" y="671840"/>
                </a:lnTo>
                <a:lnTo>
                  <a:pt x="109954" y="716180"/>
                </a:lnTo>
                <a:lnTo>
                  <a:pt x="145629" y="748552"/>
                </a:lnTo>
                <a:lnTo>
                  <a:pt x="187659" y="747011"/>
                </a:lnTo>
                <a:lnTo>
                  <a:pt x="224074" y="727079"/>
                </a:lnTo>
                <a:lnTo>
                  <a:pt x="244893" y="687274"/>
                </a:lnTo>
                <a:lnTo>
                  <a:pt x="250034" y="600160"/>
                </a:lnTo>
                <a:lnTo>
                  <a:pt x="261748" y="362844"/>
                </a:lnTo>
                <a:lnTo>
                  <a:pt x="266545" y="257156"/>
                </a:lnTo>
                <a:lnTo>
                  <a:pt x="268453" y="207837"/>
                </a:lnTo>
                <a:lnTo>
                  <a:pt x="269887" y="162954"/>
                </a:lnTo>
                <a:lnTo>
                  <a:pt x="270735" y="124072"/>
                </a:lnTo>
                <a:lnTo>
                  <a:pt x="264652" y="95146"/>
                </a:lnTo>
                <a:lnTo>
                  <a:pt x="221029" y="43933"/>
                </a:lnTo>
                <a:lnTo>
                  <a:pt x="188574" y="23927"/>
                </a:lnTo>
                <a:lnTo>
                  <a:pt x="152413" y="9176"/>
                </a:lnTo>
                <a:lnTo>
                  <a:pt x="115089" y="820"/>
                </a:lnTo>
                <a:lnTo>
                  <a:pt x="79143" y="0"/>
                </a:lnTo>
                <a:close/>
              </a:path>
            </a:pathLst>
          </a:custGeom>
          <a:solidFill>
            <a:srgbClr val="F8E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9" name="object 1249" descr=""/>
          <p:cNvSpPr/>
          <p:nvPr/>
        </p:nvSpPr>
        <p:spPr>
          <a:xfrm>
            <a:off x="9923399" y="8402415"/>
            <a:ext cx="389890" cy="914400"/>
          </a:xfrm>
          <a:custGeom>
            <a:avLst/>
            <a:gdLst/>
            <a:ahLst/>
            <a:cxnLst/>
            <a:rect l="l" t="t" r="r" b="b"/>
            <a:pathLst>
              <a:path w="389890" h="914400">
                <a:moveTo>
                  <a:pt x="389890" y="765022"/>
                </a:moveTo>
                <a:lnTo>
                  <a:pt x="382625" y="716356"/>
                </a:lnTo>
                <a:lnTo>
                  <a:pt x="367880" y="680364"/>
                </a:lnTo>
                <a:lnTo>
                  <a:pt x="340410" y="635749"/>
                </a:lnTo>
                <a:lnTo>
                  <a:pt x="320890" y="596836"/>
                </a:lnTo>
                <a:lnTo>
                  <a:pt x="310362" y="558050"/>
                </a:lnTo>
                <a:lnTo>
                  <a:pt x="309854" y="513816"/>
                </a:lnTo>
                <a:lnTo>
                  <a:pt x="309524" y="506260"/>
                </a:lnTo>
                <a:lnTo>
                  <a:pt x="312089" y="497014"/>
                </a:lnTo>
                <a:lnTo>
                  <a:pt x="322618" y="460476"/>
                </a:lnTo>
                <a:lnTo>
                  <a:pt x="335026" y="411708"/>
                </a:lnTo>
                <a:lnTo>
                  <a:pt x="348170" y="347916"/>
                </a:lnTo>
                <a:lnTo>
                  <a:pt x="360921" y="266268"/>
                </a:lnTo>
                <a:lnTo>
                  <a:pt x="359435" y="201879"/>
                </a:lnTo>
                <a:lnTo>
                  <a:pt x="343877" y="136994"/>
                </a:lnTo>
                <a:lnTo>
                  <a:pt x="322148" y="79578"/>
                </a:lnTo>
                <a:lnTo>
                  <a:pt x="302158" y="37592"/>
                </a:lnTo>
                <a:lnTo>
                  <a:pt x="268363" y="2717"/>
                </a:lnTo>
                <a:lnTo>
                  <a:pt x="231038" y="0"/>
                </a:lnTo>
                <a:lnTo>
                  <a:pt x="187210" y="18630"/>
                </a:lnTo>
                <a:lnTo>
                  <a:pt x="144259" y="66370"/>
                </a:lnTo>
                <a:lnTo>
                  <a:pt x="121793" y="103403"/>
                </a:lnTo>
                <a:lnTo>
                  <a:pt x="100761" y="137337"/>
                </a:lnTo>
                <a:lnTo>
                  <a:pt x="79794" y="167411"/>
                </a:lnTo>
                <a:lnTo>
                  <a:pt x="57492" y="192811"/>
                </a:lnTo>
                <a:lnTo>
                  <a:pt x="27368" y="225310"/>
                </a:lnTo>
                <a:lnTo>
                  <a:pt x="6502" y="259283"/>
                </a:lnTo>
                <a:lnTo>
                  <a:pt x="13004" y="337007"/>
                </a:lnTo>
                <a:lnTo>
                  <a:pt x="46659" y="369963"/>
                </a:lnTo>
                <a:lnTo>
                  <a:pt x="50571" y="371957"/>
                </a:lnTo>
                <a:lnTo>
                  <a:pt x="62903" y="433362"/>
                </a:lnTo>
                <a:lnTo>
                  <a:pt x="70726" y="486003"/>
                </a:lnTo>
                <a:lnTo>
                  <a:pt x="74917" y="524230"/>
                </a:lnTo>
                <a:lnTo>
                  <a:pt x="75425" y="530644"/>
                </a:lnTo>
                <a:lnTo>
                  <a:pt x="75234" y="531837"/>
                </a:lnTo>
                <a:lnTo>
                  <a:pt x="74815" y="568337"/>
                </a:lnTo>
                <a:lnTo>
                  <a:pt x="72097" y="600100"/>
                </a:lnTo>
                <a:lnTo>
                  <a:pt x="67576" y="637451"/>
                </a:lnTo>
                <a:lnTo>
                  <a:pt x="61785" y="690753"/>
                </a:lnTo>
                <a:lnTo>
                  <a:pt x="66179" y="763054"/>
                </a:lnTo>
                <a:lnTo>
                  <a:pt x="74663" y="810031"/>
                </a:lnTo>
                <a:lnTo>
                  <a:pt x="86385" y="862634"/>
                </a:lnTo>
                <a:lnTo>
                  <a:pt x="126695" y="898169"/>
                </a:lnTo>
                <a:lnTo>
                  <a:pt x="170776" y="909713"/>
                </a:lnTo>
                <a:lnTo>
                  <a:pt x="231419" y="913892"/>
                </a:lnTo>
                <a:lnTo>
                  <a:pt x="265074" y="910920"/>
                </a:lnTo>
                <a:lnTo>
                  <a:pt x="295325" y="901458"/>
                </a:lnTo>
                <a:lnTo>
                  <a:pt x="325221" y="884148"/>
                </a:lnTo>
                <a:lnTo>
                  <a:pt x="357771" y="857631"/>
                </a:lnTo>
                <a:lnTo>
                  <a:pt x="383628" y="815657"/>
                </a:lnTo>
                <a:lnTo>
                  <a:pt x="389890" y="765022"/>
                </a:lnTo>
                <a:close/>
              </a:path>
            </a:pathLst>
          </a:custGeom>
          <a:solidFill>
            <a:srgbClr val="F8E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0" name="object 1250" descr=""/>
          <p:cNvSpPr/>
          <p:nvPr/>
        </p:nvSpPr>
        <p:spPr>
          <a:xfrm>
            <a:off x="10113936" y="9775385"/>
            <a:ext cx="186055" cy="545465"/>
          </a:xfrm>
          <a:custGeom>
            <a:avLst/>
            <a:gdLst/>
            <a:ahLst/>
            <a:cxnLst/>
            <a:rect l="l" t="t" r="r" b="b"/>
            <a:pathLst>
              <a:path w="186054" h="545465">
                <a:moveTo>
                  <a:pt x="56433" y="0"/>
                </a:moveTo>
                <a:lnTo>
                  <a:pt x="23505" y="8558"/>
                </a:lnTo>
                <a:lnTo>
                  <a:pt x="2395" y="32852"/>
                </a:lnTo>
                <a:lnTo>
                  <a:pt x="0" y="71188"/>
                </a:lnTo>
                <a:lnTo>
                  <a:pt x="55729" y="351166"/>
                </a:lnTo>
                <a:lnTo>
                  <a:pt x="81766" y="479717"/>
                </a:lnTo>
                <a:lnTo>
                  <a:pt x="90460" y="520933"/>
                </a:lnTo>
                <a:lnTo>
                  <a:pt x="124095" y="545107"/>
                </a:lnTo>
                <a:lnTo>
                  <a:pt x="142671" y="541658"/>
                </a:lnTo>
                <a:lnTo>
                  <a:pt x="151618" y="530358"/>
                </a:lnTo>
                <a:lnTo>
                  <a:pt x="158149" y="455490"/>
                </a:lnTo>
                <a:lnTo>
                  <a:pt x="165501" y="398768"/>
                </a:lnTo>
                <a:lnTo>
                  <a:pt x="172795" y="355498"/>
                </a:lnTo>
                <a:lnTo>
                  <a:pt x="179152" y="320984"/>
                </a:lnTo>
                <a:lnTo>
                  <a:pt x="183695" y="290534"/>
                </a:lnTo>
                <a:lnTo>
                  <a:pt x="185542" y="259453"/>
                </a:lnTo>
                <a:lnTo>
                  <a:pt x="183816" y="223046"/>
                </a:lnTo>
                <a:lnTo>
                  <a:pt x="177638" y="176620"/>
                </a:lnTo>
                <a:lnTo>
                  <a:pt x="170167" y="138327"/>
                </a:lnTo>
                <a:lnTo>
                  <a:pt x="159681" y="98927"/>
                </a:lnTo>
                <a:lnTo>
                  <a:pt x="130163" y="36854"/>
                </a:lnTo>
                <a:lnTo>
                  <a:pt x="94284" y="8868"/>
                </a:lnTo>
                <a:lnTo>
                  <a:pt x="56433" y="0"/>
                </a:lnTo>
                <a:close/>
              </a:path>
            </a:pathLst>
          </a:custGeom>
          <a:solidFill>
            <a:srgbClr val="F8E4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1" name="object 1251" descr=""/>
          <p:cNvSpPr/>
          <p:nvPr/>
        </p:nvSpPr>
        <p:spPr>
          <a:xfrm>
            <a:off x="9920782" y="8483779"/>
            <a:ext cx="360045" cy="290830"/>
          </a:xfrm>
          <a:custGeom>
            <a:avLst/>
            <a:gdLst/>
            <a:ahLst/>
            <a:cxnLst/>
            <a:rect l="l" t="t" r="r" b="b"/>
            <a:pathLst>
              <a:path w="360045" h="290829">
                <a:moveTo>
                  <a:pt x="237951" y="0"/>
                </a:moveTo>
                <a:lnTo>
                  <a:pt x="200588" y="5022"/>
                </a:lnTo>
                <a:lnTo>
                  <a:pt x="170026" y="21865"/>
                </a:lnTo>
                <a:lnTo>
                  <a:pt x="148207" y="41570"/>
                </a:lnTo>
                <a:lnTo>
                  <a:pt x="129765" y="62097"/>
                </a:lnTo>
                <a:lnTo>
                  <a:pt x="109334" y="81408"/>
                </a:lnTo>
                <a:lnTo>
                  <a:pt x="85461" y="98520"/>
                </a:lnTo>
                <a:lnTo>
                  <a:pt x="63109" y="112738"/>
                </a:lnTo>
                <a:lnTo>
                  <a:pt x="46558" y="122450"/>
                </a:lnTo>
                <a:lnTo>
                  <a:pt x="40090" y="126045"/>
                </a:lnTo>
                <a:lnTo>
                  <a:pt x="6289" y="173114"/>
                </a:lnTo>
                <a:lnTo>
                  <a:pt x="0" y="218030"/>
                </a:lnTo>
                <a:lnTo>
                  <a:pt x="11921" y="255866"/>
                </a:lnTo>
                <a:lnTo>
                  <a:pt x="32754" y="281693"/>
                </a:lnTo>
                <a:lnTo>
                  <a:pt x="53199" y="290584"/>
                </a:lnTo>
                <a:lnTo>
                  <a:pt x="164630" y="280985"/>
                </a:lnTo>
                <a:lnTo>
                  <a:pt x="260223" y="270504"/>
                </a:lnTo>
                <a:lnTo>
                  <a:pt x="327056" y="262069"/>
                </a:lnTo>
                <a:lnTo>
                  <a:pt x="352206" y="258606"/>
                </a:lnTo>
                <a:lnTo>
                  <a:pt x="355695" y="237093"/>
                </a:lnTo>
                <a:lnTo>
                  <a:pt x="208507" y="237093"/>
                </a:lnTo>
                <a:lnTo>
                  <a:pt x="175855" y="234282"/>
                </a:lnTo>
                <a:lnTo>
                  <a:pt x="156441" y="225552"/>
                </a:lnTo>
                <a:lnTo>
                  <a:pt x="142470" y="207341"/>
                </a:lnTo>
                <a:lnTo>
                  <a:pt x="136998" y="174468"/>
                </a:lnTo>
                <a:lnTo>
                  <a:pt x="143082" y="121752"/>
                </a:lnTo>
                <a:lnTo>
                  <a:pt x="158270" y="67383"/>
                </a:lnTo>
                <a:lnTo>
                  <a:pt x="177293" y="31557"/>
                </a:lnTo>
                <a:lnTo>
                  <a:pt x="198950" y="12075"/>
                </a:lnTo>
                <a:lnTo>
                  <a:pt x="222042" y="6740"/>
                </a:lnTo>
                <a:lnTo>
                  <a:pt x="258748" y="6740"/>
                </a:lnTo>
                <a:lnTo>
                  <a:pt x="237951" y="0"/>
                </a:lnTo>
                <a:close/>
              </a:path>
              <a:path w="360045" h="290829">
                <a:moveTo>
                  <a:pt x="258748" y="6740"/>
                </a:moveTo>
                <a:lnTo>
                  <a:pt x="222042" y="6740"/>
                </a:lnTo>
                <a:lnTo>
                  <a:pt x="271177" y="22972"/>
                </a:lnTo>
                <a:lnTo>
                  <a:pt x="301859" y="59922"/>
                </a:lnTo>
                <a:lnTo>
                  <a:pt x="317952" y="107696"/>
                </a:lnTo>
                <a:lnTo>
                  <a:pt x="323316" y="156399"/>
                </a:lnTo>
                <a:lnTo>
                  <a:pt x="321814" y="196137"/>
                </a:lnTo>
                <a:lnTo>
                  <a:pt x="317307" y="217016"/>
                </a:lnTo>
                <a:lnTo>
                  <a:pt x="295180" y="227664"/>
                </a:lnTo>
                <a:lnTo>
                  <a:pt x="253598" y="234621"/>
                </a:lnTo>
                <a:lnTo>
                  <a:pt x="208507" y="237093"/>
                </a:lnTo>
                <a:lnTo>
                  <a:pt x="355695" y="237093"/>
                </a:lnTo>
                <a:lnTo>
                  <a:pt x="359504" y="213602"/>
                </a:lnTo>
                <a:lnTo>
                  <a:pt x="345888" y="188384"/>
                </a:lnTo>
                <a:lnTo>
                  <a:pt x="336525" y="149553"/>
                </a:lnTo>
                <a:lnTo>
                  <a:pt x="328746" y="106052"/>
                </a:lnTo>
                <a:lnTo>
                  <a:pt x="319882" y="66822"/>
                </a:lnTo>
                <a:lnTo>
                  <a:pt x="302332" y="35215"/>
                </a:lnTo>
                <a:lnTo>
                  <a:pt x="273444" y="11503"/>
                </a:lnTo>
                <a:lnTo>
                  <a:pt x="258748" y="6740"/>
                </a:lnTo>
                <a:close/>
              </a:path>
            </a:pathLst>
          </a:custGeom>
          <a:solidFill>
            <a:srgbClr val="433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2" name="object 1252" descr=""/>
          <p:cNvSpPr/>
          <p:nvPr/>
        </p:nvSpPr>
        <p:spPr>
          <a:xfrm>
            <a:off x="9977121" y="9007452"/>
            <a:ext cx="390525" cy="285750"/>
          </a:xfrm>
          <a:custGeom>
            <a:avLst/>
            <a:gdLst/>
            <a:ahLst/>
            <a:cxnLst/>
            <a:rect l="l" t="t" r="r" b="b"/>
            <a:pathLst>
              <a:path w="390525" h="285750">
                <a:moveTo>
                  <a:pt x="275081" y="0"/>
                </a:moveTo>
                <a:lnTo>
                  <a:pt x="223131" y="37967"/>
                </a:lnTo>
                <a:lnTo>
                  <a:pt x="178588" y="54130"/>
                </a:lnTo>
                <a:lnTo>
                  <a:pt x="116952" y="51643"/>
                </a:lnTo>
                <a:lnTo>
                  <a:pt x="13718" y="33663"/>
                </a:lnTo>
                <a:lnTo>
                  <a:pt x="2353" y="99326"/>
                </a:lnTo>
                <a:lnTo>
                  <a:pt x="0" y="145216"/>
                </a:lnTo>
                <a:lnTo>
                  <a:pt x="7947" y="192939"/>
                </a:lnTo>
                <a:lnTo>
                  <a:pt x="27487" y="264096"/>
                </a:lnTo>
                <a:lnTo>
                  <a:pt x="106470" y="210028"/>
                </a:lnTo>
                <a:lnTo>
                  <a:pt x="160754" y="194210"/>
                </a:lnTo>
                <a:lnTo>
                  <a:pt x="215499" y="218625"/>
                </a:lnTo>
                <a:lnTo>
                  <a:pt x="295866" y="285258"/>
                </a:lnTo>
                <a:lnTo>
                  <a:pt x="368440" y="212566"/>
                </a:lnTo>
                <a:lnTo>
                  <a:pt x="390467" y="158622"/>
                </a:lnTo>
                <a:lnTo>
                  <a:pt x="359997" y="96680"/>
                </a:lnTo>
                <a:lnTo>
                  <a:pt x="275081" y="0"/>
                </a:lnTo>
                <a:close/>
              </a:path>
            </a:pathLst>
          </a:custGeom>
          <a:solidFill>
            <a:srgbClr val="433E4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53" name="object 1253" descr=""/>
          <p:cNvGrpSpPr/>
          <p:nvPr/>
        </p:nvGrpSpPr>
        <p:grpSpPr>
          <a:xfrm>
            <a:off x="9960502" y="8017731"/>
            <a:ext cx="379730" cy="1480185"/>
            <a:chOff x="9960502" y="8017731"/>
            <a:chExt cx="379730" cy="1480185"/>
          </a:xfrm>
        </p:grpSpPr>
        <p:sp>
          <p:nvSpPr>
            <p:cNvPr id="1254" name="object 1254" descr=""/>
            <p:cNvSpPr/>
            <p:nvPr/>
          </p:nvSpPr>
          <p:spPr>
            <a:xfrm>
              <a:off x="10081933" y="8498706"/>
              <a:ext cx="143510" cy="807720"/>
            </a:xfrm>
            <a:custGeom>
              <a:avLst/>
              <a:gdLst/>
              <a:ahLst/>
              <a:cxnLst/>
              <a:rect l="l" t="t" r="r" b="b"/>
              <a:pathLst>
                <a:path w="143509" h="807720">
                  <a:moveTo>
                    <a:pt x="143268" y="133413"/>
                  </a:moveTo>
                  <a:lnTo>
                    <a:pt x="139420" y="78257"/>
                  </a:lnTo>
                  <a:lnTo>
                    <a:pt x="129870" y="35242"/>
                  </a:lnTo>
                  <a:lnTo>
                    <a:pt x="103428" y="7835"/>
                  </a:lnTo>
                  <a:lnTo>
                    <a:pt x="61810" y="0"/>
                  </a:lnTo>
                  <a:lnTo>
                    <a:pt x="22009" y="14820"/>
                  </a:lnTo>
                  <a:lnTo>
                    <a:pt x="1016" y="55372"/>
                  </a:lnTo>
                  <a:lnTo>
                    <a:pt x="228" y="79248"/>
                  </a:lnTo>
                  <a:lnTo>
                    <a:pt x="0" y="125882"/>
                  </a:lnTo>
                  <a:lnTo>
                    <a:pt x="381" y="187401"/>
                  </a:lnTo>
                  <a:lnTo>
                    <a:pt x="1371" y="255968"/>
                  </a:lnTo>
                  <a:lnTo>
                    <a:pt x="3022" y="323723"/>
                  </a:lnTo>
                  <a:lnTo>
                    <a:pt x="5321" y="382828"/>
                  </a:lnTo>
                  <a:lnTo>
                    <a:pt x="8318" y="425411"/>
                  </a:lnTo>
                  <a:lnTo>
                    <a:pt x="9677" y="432155"/>
                  </a:lnTo>
                  <a:lnTo>
                    <a:pt x="8750" y="433514"/>
                  </a:lnTo>
                  <a:lnTo>
                    <a:pt x="6413" y="448195"/>
                  </a:lnTo>
                  <a:lnTo>
                    <a:pt x="4546" y="465429"/>
                  </a:lnTo>
                  <a:lnTo>
                    <a:pt x="4292" y="490562"/>
                  </a:lnTo>
                  <a:lnTo>
                    <a:pt x="6819" y="528929"/>
                  </a:lnTo>
                  <a:lnTo>
                    <a:pt x="13296" y="585876"/>
                  </a:lnTo>
                  <a:lnTo>
                    <a:pt x="24879" y="666737"/>
                  </a:lnTo>
                  <a:lnTo>
                    <a:pt x="42710" y="776871"/>
                  </a:lnTo>
                  <a:lnTo>
                    <a:pt x="73710" y="807618"/>
                  </a:lnTo>
                  <a:lnTo>
                    <a:pt x="91503" y="801966"/>
                  </a:lnTo>
                  <a:lnTo>
                    <a:pt x="106857" y="756526"/>
                  </a:lnTo>
                  <a:lnTo>
                    <a:pt x="113588" y="708647"/>
                  </a:lnTo>
                  <a:lnTo>
                    <a:pt x="119824" y="652475"/>
                  </a:lnTo>
                  <a:lnTo>
                    <a:pt x="124675" y="591985"/>
                  </a:lnTo>
                  <a:lnTo>
                    <a:pt x="127292" y="531139"/>
                  </a:lnTo>
                  <a:lnTo>
                    <a:pt x="126809" y="473887"/>
                  </a:lnTo>
                  <a:lnTo>
                    <a:pt x="122339" y="424230"/>
                  </a:lnTo>
                  <a:lnTo>
                    <a:pt x="128676" y="370078"/>
                  </a:lnTo>
                  <a:lnTo>
                    <a:pt x="134124" y="319062"/>
                  </a:lnTo>
                  <a:lnTo>
                    <a:pt x="139268" y="259092"/>
                  </a:lnTo>
                  <a:lnTo>
                    <a:pt x="142760" y="195453"/>
                  </a:lnTo>
                  <a:lnTo>
                    <a:pt x="143268" y="133413"/>
                  </a:lnTo>
                  <a:close/>
                </a:path>
              </a:pathLst>
            </a:custGeom>
            <a:solidFill>
              <a:srgbClr val="F5D6B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5" name="object 1255" descr=""/>
            <p:cNvPicPr/>
            <p:nvPr/>
          </p:nvPicPr>
          <p:blipFill>
            <a:blip r:embed="rId259" cstate="print"/>
            <a:stretch>
              <a:fillRect/>
            </a:stretch>
          </p:blipFill>
          <p:spPr>
            <a:xfrm>
              <a:off x="10088084" y="9255561"/>
              <a:ext cx="119477" cy="242309"/>
            </a:xfrm>
            <a:prstGeom prst="rect">
              <a:avLst/>
            </a:prstGeom>
          </p:spPr>
        </p:pic>
        <p:sp>
          <p:nvSpPr>
            <p:cNvPr id="1256" name="object 1256" descr=""/>
            <p:cNvSpPr/>
            <p:nvPr/>
          </p:nvSpPr>
          <p:spPr>
            <a:xfrm>
              <a:off x="9960502" y="8017731"/>
              <a:ext cx="379730" cy="551815"/>
            </a:xfrm>
            <a:custGeom>
              <a:avLst/>
              <a:gdLst/>
              <a:ahLst/>
              <a:cxnLst/>
              <a:rect l="l" t="t" r="r" b="b"/>
              <a:pathLst>
                <a:path w="379729" h="551815">
                  <a:moveTo>
                    <a:pt x="217889" y="0"/>
                  </a:moveTo>
                  <a:lnTo>
                    <a:pt x="168617" y="3911"/>
                  </a:lnTo>
                  <a:lnTo>
                    <a:pt x="120211" y="23318"/>
                  </a:lnTo>
                  <a:lnTo>
                    <a:pt x="86136" y="50279"/>
                  </a:lnTo>
                  <a:lnTo>
                    <a:pt x="69511" y="90862"/>
                  </a:lnTo>
                  <a:lnTo>
                    <a:pt x="70516" y="97284"/>
                  </a:lnTo>
                  <a:lnTo>
                    <a:pt x="95226" y="92079"/>
                  </a:lnTo>
                  <a:lnTo>
                    <a:pt x="119787" y="110766"/>
                  </a:lnTo>
                  <a:lnTo>
                    <a:pt x="137366" y="142410"/>
                  </a:lnTo>
                  <a:lnTo>
                    <a:pt x="141132" y="176078"/>
                  </a:lnTo>
                  <a:lnTo>
                    <a:pt x="137143" y="207981"/>
                  </a:lnTo>
                  <a:lnTo>
                    <a:pt x="136624" y="240813"/>
                  </a:lnTo>
                  <a:lnTo>
                    <a:pt x="140487" y="273392"/>
                  </a:lnTo>
                  <a:lnTo>
                    <a:pt x="149645" y="304535"/>
                  </a:lnTo>
                  <a:lnTo>
                    <a:pt x="146303" y="325478"/>
                  </a:lnTo>
                  <a:lnTo>
                    <a:pt x="120236" y="335370"/>
                  </a:lnTo>
                  <a:lnTo>
                    <a:pt x="83706" y="344900"/>
                  </a:lnTo>
                  <a:lnTo>
                    <a:pt x="48978" y="364753"/>
                  </a:lnTo>
                  <a:lnTo>
                    <a:pt x="37787" y="378466"/>
                  </a:lnTo>
                  <a:lnTo>
                    <a:pt x="28714" y="395197"/>
                  </a:lnTo>
                  <a:lnTo>
                    <a:pt x="21537" y="413836"/>
                  </a:lnTo>
                  <a:lnTo>
                    <a:pt x="16036" y="433274"/>
                  </a:lnTo>
                  <a:lnTo>
                    <a:pt x="7153" y="443514"/>
                  </a:lnTo>
                  <a:lnTo>
                    <a:pt x="2046" y="452283"/>
                  </a:lnTo>
                  <a:lnTo>
                    <a:pt x="0" y="463712"/>
                  </a:lnTo>
                  <a:lnTo>
                    <a:pt x="298" y="481932"/>
                  </a:lnTo>
                  <a:lnTo>
                    <a:pt x="1089" y="507557"/>
                  </a:lnTo>
                  <a:lnTo>
                    <a:pt x="1001" y="529945"/>
                  </a:lnTo>
                  <a:lnTo>
                    <a:pt x="298" y="551815"/>
                  </a:lnTo>
                  <a:lnTo>
                    <a:pt x="9387" y="532673"/>
                  </a:lnTo>
                  <a:lnTo>
                    <a:pt x="16899" y="521421"/>
                  </a:lnTo>
                  <a:lnTo>
                    <a:pt x="26866" y="513675"/>
                  </a:lnTo>
                  <a:lnTo>
                    <a:pt x="43323" y="505052"/>
                  </a:lnTo>
                  <a:lnTo>
                    <a:pt x="63142" y="496343"/>
                  </a:lnTo>
                  <a:lnTo>
                    <a:pt x="79844" y="488665"/>
                  </a:lnTo>
                  <a:lnTo>
                    <a:pt x="92414" y="478144"/>
                  </a:lnTo>
                  <a:lnTo>
                    <a:pt x="99835" y="460907"/>
                  </a:lnTo>
                  <a:lnTo>
                    <a:pt x="101707" y="453360"/>
                  </a:lnTo>
                  <a:lnTo>
                    <a:pt x="103904" y="446923"/>
                  </a:lnTo>
                  <a:lnTo>
                    <a:pt x="146074" y="420774"/>
                  </a:lnTo>
                  <a:lnTo>
                    <a:pt x="192969" y="417057"/>
                  </a:lnTo>
                  <a:lnTo>
                    <a:pt x="224030" y="409662"/>
                  </a:lnTo>
                  <a:lnTo>
                    <a:pt x="245921" y="408380"/>
                  </a:lnTo>
                  <a:lnTo>
                    <a:pt x="265167" y="414495"/>
                  </a:lnTo>
                  <a:lnTo>
                    <a:pt x="291148" y="415623"/>
                  </a:lnTo>
                  <a:lnTo>
                    <a:pt x="333241" y="399380"/>
                  </a:lnTo>
                  <a:lnTo>
                    <a:pt x="369848" y="362858"/>
                  </a:lnTo>
                  <a:lnTo>
                    <a:pt x="379720" y="316872"/>
                  </a:lnTo>
                  <a:lnTo>
                    <a:pt x="372761" y="269603"/>
                  </a:lnTo>
                  <a:lnTo>
                    <a:pt x="358874" y="229228"/>
                  </a:lnTo>
                  <a:lnTo>
                    <a:pt x="349215" y="185796"/>
                  </a:lnTo>
                  <a:lnTo>
                    <a:pt x="342647" y="131509"/>
                  </a:lnTo>
                  <a:lnTo>
                    <a:pt x="330632" y="77779"/>
                  </a:lnTo>
                  <a:lnTo>
                    <a:pt x="304635" y="36019"/>
                  </a:lnTo>
                  <a:lnTo>
                    <a:pt x="264427" y="10923"/>
                  </a:lnTo>
                  <a:lnTo>
                    <a:pt x="217889" y="0"/>
                  </a:lnTo>
                  <a:close/>
                </a:path>
              </a:pathLst>
            </a:custGeom>
            <a:solidFill>
              <a:srgbClr val="DDA37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57" name="object 1257" descr=""/>
            <p:cNvPicPr/>
            <p:nvPr/>
          </p:nvPicPr>
          <p:blipFill>
            <a:blip r:embed="rId260" cstate="print"/>
            <a:stretch>
              <a:fillRect/>
            </a:stretch>
          </p:blipFill>
          <p:spPr>
            <a:xfrm>
              <a:off x="10080717" y="8272297"/>
              <a:ext cx="114677" cy="202467"/>
            </a:xfrm>
            <a:prstGeom prst="rect">
              <a:avLst/>
            </a:prstGeom>
          </p:spPr>
        </p:pic>
        <p:sp>
          <p:nvSpPr>
            <p:cNvPr id="1258" name="object 1258" descr=""/>
            <p:cNvSpPr/>
            <p:nvPr/>
          </p:nvSpPr>
          <p:spPr>
            <a:xfrm>
              <a:off x="10009559" y="8085302"/>
              <a:ext cx="184150" cy="285750"/>
            </a:xfrm>
            <a:custGeom>
              <a:avLst/>
              <a:gdLst/>
              <a:ahLst/>
              <a:cxnLst/>
              <a:rect l="l" t="t" r="r" b="b"/>
              <a:pathLst>
                <a:path w="184150" h="285750">
                  <a:moveTo>
                    <a:pt x="29486" y="0"/>
                  </a:moveTo>
                  <a:lnTo>
                    <a:pt x="25489" y="11980"/>
                  </a:lnTo>
                  <a:lnTo>
                    <a:pt x="19537" y="39756"/>
                  </a:lnTo>
                  <a:lnTo>
                    <a:pt x="14132" y="77629"/>
                  </a:lnTo>
                  <a:lnTo>
                    <a:pt x="11779" y="119902"/>
                  </a:lnTo>
                  <a:lnTo>
                    <a:pt x="9765" y="135581"/>
                  </a:lnTo>
                  <a:lnTo>
                    <a:pt x="1319" y="177982"/>
                  </a:lnTo>
                  <a:lnTo>
                    <a:pt x="0" y="190339"/>
                  </a:lnTo>
                  <a:lnTo>
                    <a:pt x="2229" y="202388"/>
                  </a:lnTo>
                  <a:lnTo>
                    <a:pt x="8188" y="229061"/>
                  </a:lnTo>
                  <a:lnTo>
                    <a:pt x="10032" y="257538"/>
                  </a:lnTo>
                  <a:lnTo>
                    <a:pt x="11321" y="272452"/>
                  </a:lnTo>
                  <a:lnTo>
                    <a:pt x="12661" y="278680"/>
                  </a:lnTo>
                  <a:lnTo>
                    <a:pt x="14659" y="281101"/>
                  </a:lnTo>
                  <a:lnTo>
                    <a:pt x="36239" y="285432"/>
                  </a:lnTo>
                  <a:lnTo>
                    <a:pt x="68852" y="281846"/>
                  </a:lnTo>
                  <a:lnTo>
                    <a:pt x="115671" y="270944"/>
                  </a:lnTo>
                  <a:lnTo>
                    <a:pt x="155340" y="238307"/>
                  </a:lnTo>
                  <a:lnTo>
                    <a:pt x="175823" y="190342"/>
                  </a:lnTo>
                  <a:lnTo>
                    <a:pt x="183342" y="142884"/>
                  </a:lnTo>
                  <a:lnTo>
                    <a:pt x="184120" y="111766"/>
                  </a:lnTo>
                  <a:lnTo>
                    <a:pt x="179638" y="85745"/>
                  </a:lnTo>
                  <a:lnTo>
                    <a:pt x="161686" y="32466"/>
                  </a:lnTo>
                  <a:lnTo>
                    <a:pt x="121537" y="13157"/>
                  </a:lnTo>
                  <a:lnTo>
                    <a:pt x="79988" y="5332"/>
                  </a:lnTo>
                  <a:lnTo>
                    <a:pt x="45234" y="479"/>
                  </a:lnTo>
                  <a:lnTo>
                    <a:pt x="29486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9" name="object 1259" descr=""/>
            <p:cNvSpPr/>
            <p:nvPr/>
          </p:nvSpPr>
          <p:spPr>
            <a:xfrm>
              <a:off x="10143386" y="8177108"/>
              <a:ext cx="41275" cy="84455"/>
            </a:xfrm>
            <a:custGeom>
              <a:avLst/>
              <a:gdLst/>
              <a:ahLst/>
              <a:cxnLst/>
              <a:rect l="l" t="t" r="r" b="b"/>
              <a:pathLst>
                <a:path w="41275" h="84454">
                  <a:moveTo>
                    <a:pt x="34217" y="83"/>
                  </a:moveTo>
                  <a:lnTo>
                    <a:pt x="29704" y="0"/>
                  </a:lnTo>
                  <a:lnTo>
                    <a:pt x="21562" y="2878"/>
                  </a:lnTo>
                  <a:lnTo>
                    <a:pt x="6868" y="9364"/>
                  </a:lnTo>
                  <a:lnTo>
                    <a:pt x="7951" y="33258"/>
                  </a:lnTo>
                  <a:lnTo>
                    <a:pt x="7596" y="49028"/>
                  </a:lnTo>
                  <a:lnTo>
                    <a:pt x="5160" y="63698"/>
                  </a:lnTo>
                  <a:lnTo>
                    <a:pt x="0" y="84294"/>
                  </a:lnTo>
                  <a:lnTo>
                    <a:pt x="4822" y="83617"/>
                  </a:lnTo>
                  <a:lnTo>
                    <a:pt x="38856" y="58736"/>
                  </a:lnTo>
                  <a:lnTo>
                    <a:pt x="40870" y="36089"/>
                  </a:lnTo>
                  <a:lnTo>
                    <a:pt x="40823" y="14152"/>
                  </a:lnTo>
                  <a:lnTo>
                    <a:pt x="38019" y="2485"/>
                  </a:lnTo>
                  <a:lnTo>
                    <a:pt x="34217" y="83"/>
                  </a:lnTo>
                  <a:close/>
                </a:path>
              </a:pathLst>
            </a:custGeom>
            <a:solidFill>
              <a:srgbClr val="F5D7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0" name="object 1260" descr=""/>
            <p:cNvSpPr/>
            <p:nvPr/>
          </p:nvSpPr>
          <p:spPr>
            <a:xfrm>
              <a:off x="10031022" y="8034358"/>
              <a:ext cx="230504" cy="399415"/>
            </a:xfrm>
            <a:custGeom>
              <a:avLst/>
              <a:gdLst/>
              <a:ahLst/>
              <a:cxnLst/>
              <a:rect l="l" t="t" r="r" b="b"/>
              <a:pathLst>
                <a:path w="230504" h="399415">
                  <a:moveTo>
                    <a:pt x="102803" y="0"/>
                  </a:moveTo>
                  <a:lnTo>
                    <a:pt x="56469" y="7613"/>
                  </a:lnTo>
                  <a:lnTo>
                    <a:pt x="24692" y="24740"/>
                  </a:lnTo>
                  <a:lnTo>
                    <a:pt x="6271" y="49660"/>
                  </a:lnTo>
                  <a:lnTo>
                    <a:pt x="0" y="80657"/>
                  </a:lnTo>
                  <a:lnTo>
                    <a:pt x="11812" y="66883"/>
                  </a:lnTo>
                  <a:lnTo>
                    <a:pt x="20092" y="62860"/>
                  </a:lnTo>
                  <a:lnTo>
                    <a:pt x="28746" y="69099"/>
                  </a:lnTo>
                  <a:lnTo>
                    <a:pt x="41684" y="86112"/>
                  </a:lnTo>
                  <a:lnTo>
                    <a:pt x="52910" y="119084"/>
                  </a:lnTo>
                  <a:lnTo>
                    <a:pt x="59337" y="163560"/>
                  </a:lnTo>
                  <a:lnTo>
                    <a:pt x="69209" y="205594"/>
                  </a:lnTo>
                  <a:lnTo>
                    <a:pt x="90772" y="231239"/>
                  </a:lnTo>
                  <a:lnTo>
                    <a:pt x="116318" y="246789"/>
                  </a:lnTo>
                  <a:lnTo>
                    <a:pt x="132717" y="268660"/>
                  </a:lnTo>
                  <a:lnTo>
                    <a:pt x="140098" y="298108"/>
                  </a:lnTo>
                  <a:lnTo>
                    <a:pt x="138592" y="336387"/>
                  </a:lnTo>
                  <a:lnTo>
                    <a:pt x="148029" y="381173"/>
                  </a:lnTo>
                  <a:lnTo>
                    <a:pt x="179978" y="398029"/>
                  </a:lnTo>
                  <a:lnTo>
                    <a:pt x="214080" y="399179"/>
                  </a:lnTo>
                  <a:lnTo>
                    <a:pt x="229972" y="396846"/>
                  </a:lnTo>
                  <a:lnTo>
                    <a:pt x="204514" y="342896"/>
                  </a:lnTo>
                  <a:lnTo>
                    <a:pt x="194329" y="304464"/>
                  </a:lnTo>
                  <a:lnTo>
                    <a:pt x="197886" y="263146"/>
                  </a:lnTo>
                  <a:lnTo>
                    <a:pt x="213658" y="200538"/>
                  </a:lnTo>
                  <a:lnTo>
                    <a:pt x="220340" y="148722"/>
                  </a:lnTo>
                  <a:lnTo>
                    <a:pt x="213582" y="100829"/>
                  </a:lnTo>
                  <a:lnTo>
                    <a:pt x="195918" y="59436"/>
                  </a:lnTo>
                  <a:lnTo>
                    <a:pt x="169878" y="27117"/>
                  </a:lnTo>
                  <a:lnTo>
                    <a:pt x="137996" y="6446"/>
                  </a:lnTo>
                  <a:lnTo>
                    <a:pt x="102803" y="0"/>
                  </a:lnTo>
                  <a:close/>
                </a:path>
              </a:pathLst>
            </a:custGeom>
            <a:solidFill>
              <a:srgbClr val="DDA3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1" name="object 1261" descr=""/>
            <p:cNvSpPr/>
            <p:nvPr/>
          </p:nvSpPr>
          <p:spPr>
            <a:xfrm>
              <a:off x="9991980" y="8214201"/>
              <a:ext cx="55244" cy="67310"/>
            </a:xfrm>
            <a:custGeom>
              <a:avLst/>
              <a:gdLst/>
              <a:ahLst/>
              <a:cxnLst/>
              <a:rect l="l" t="t" r="r" b="b"/>
              <a:pathLst>
                <a:path w="55245" h="67309">
                  <a:moveTo>
                    <a:pt x="36145" y="0"/>
                  </a:moveTo>
                  <a:lnTo>
                    <a:pt x="27488" y="3648"/>
                  </a:lnTo>
                  <a:lnTo>
                    <a:pt x="16046" y="13656"/>
                  </a:lnTo>
                  <a:lnTo>
                    <a:pt x="5618" y="25694"/>
                  </a:lnTo>
                  <a:lnTo>
                    <a:pt x="0" y="35433"/>
                  </a:lnTo>
                  <a:lnTo>
                    <a:pt x="1136" y="44351"/>
                  </a:lnTo>
                  <a:lnTo>
                    <a:pt x="6460" y="54705"/>
                  </a:lnTo>
                  <a:lnTo>
                    <a:pt x="13025" y="63354"/>
                  </a:lnTo>
                  <a:lnTo>
                    <a:pt x="17884" y="67160"/>
                  </a:lnTo>
                  <a:lnTo>
                    <a:pt x="25147" y="65390"/>
                  </a:lnTo>
                  <a:lnTo>
                    <a:pt x="37302" y="60690"/>
                  </a:lnTo>
                  <a:lnTo>
                    <a:pt x="48947" y="55010"/>
                  </a:lnTo>
                  <a:lnTo>
                    <a:pt x="54678" y="50302"/>
                  </a:lnTo>
                  <a:lnTo>
                    <a:pt x="52959" y="40534"/>
                  </a:lnTo>
                  <a:lnTo>
                    <a:pt x="47575" y="23635"/>
                  </a:lnTo>
                  <a:lnTo>
                    <a:pt x="41110" y="7494"/>
                  </a:lnTo>
                  <a:lnTo>
                    <a:pt x="36145" y="0"/>
                  </a:lnTo>
                  <a:close/>
                </a:path>
              </a:pathLst>
            </a:custGeom>
            <a:solidFill>
              <a:srgbClr val="F8E5D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62" name="object 1262" descr=""/>
          <p:cNvPicPr/>
          <p:nvPr/>
        </p:nvPicPr>
        <p:blipFill>
          <a:blip r:embed="rId261" cstate="print"/>
          <a:stretch>
            <a:fillRect/>
          </a:stretch>
        </p:blipFill>
        <p:spPr>
          <a:xfrm>
            <a:off x="8780516" y="8030292"/>
            <a:ext cx="710923" cy="2462059"/>
          </a:xfrm>
          <a:prstGeom prst="rect">
            <a:avLst/>
          </a:prstGeom>
        </p:spPr>
      </p:pic>
      <p:pic>
        <p:nvPicPr>
          <p:cNvPr id="1263" name="object 1263" descr=""/>
          <p:cNvPicPr/>
          <p:nvPr/>
        </p:nvPicPr>
        <p:blipFill>
          <a:blip r:embed="rId262" cstate="print"/>
          <a:stretch>
            <a:fillRect/>
          </a:stretch>
        </p:blipFill>
        <p:spPr>
          <a:xfrm>
            <a:off x="10662899" y="8036711"/>
            <a:ext cx="710926" cy="2455238"/>
          </a:xfrm>
          <a:prstGeom prst="rect">
            <a:avLst/>
          </a:prstGeom>
        </p:spPr>
      </p:pic>
      <p:grpSp>
        <p:nvGrpSpPr>
          <p:cNvPr id="1264" name="object 1264" descr=""/>
          <p:cNvGrpSpPr/>
          <p:nvPr/>
        </p:nvGrpSpPr>
        <p:grpSpPr>
          <a:xfrm>
            <a:off x="14939936" y="2842891"/>
            <a:ext cx="300990" cy="195580"/>
            <a:chOff x="14939936" y="2842891"/>
            <a:chExt cx="300990" cy="195580"/>
          </a:xfrm>
        </p:grpSpPr>
        <p:sp>
          <p:nvSpPr>
            <p:cNvPr id="1265" name="object 1265" descr=""/>
            <p:cNvSpPr/>
            <p:nvPr/>
          </p:nvSpPr>
          <p:spPr>
            <a:xfrm>
              <a:off x="14944044" y="2851038"/>
              <a:ext cx="294640" cy="187325"/>
            </a:xfrm>
            <a:custGeom>
              <a:avLst/>
              <a:gdLst/>
              <a:ahLst/>
              <a:cxnLst/>
              <a:rect l="l" t="t" r="r" b="b"/>
              <a:pathLst>
                <a:path w="294640" h="187325">
                  <a:moveTo>
                    <a:pt x="147304" y="0"/>
                  </a:moveTo>
                  <a:lnTo>
                    <a:pt x="89964" y="7360"/>
                  </a:lnTo>
                  <a:lnTo>
                    <a:pt x="43142" y="27433"/>
                  </a:lnTo>
                  <a:lnTo>
                    <a:pt x="11575" y="57205"/>
                  </a:lnTo>
                  <a:lnTo>
                    <a:pt x="0" y="93662"/>
                  </a:lnTo>
                  <a:lnTo>
                    <a:pt x="11575" y="130118"/>
                  </a:lnTo>
                  <a:lnTo>
                    <a:pt x="43142" y="159890"/>
                  </a:lnTo>
                  <a:lnTo>
                    <a:pt x="89964" y="179963"/>
                  </a:lnTo>
                  <a:lnTo>
                    <a:pt x="147304" y="187324"/>
                  </a:lnTo>
                  <a:lnTo>
                    <a:pt x="204645" y="179963"/>
                  </a:lnTo>
                  <a:lnTo>
                    <a:pt x="251471" y="159890"/>
                  </a:lnTo>
                  <a:lnTo>
                    <a:pt x="283042" y="130118"/>
                  </a:lnTo>
                  <a:lnTo>
                    <a:pt x="294619" y="93662"/>
                  </a:lnTo>
                  <a:lnTo>
                    <a:pt x="291417" y="83578"/>
                  </a:lnTo>
                  <a:lnTo>
                    <a:pt x="150717" y="83578"/>
                  </a:lnTo>
                  <a:lnTo>
                    <a:pt x="134638" y="81394"/>
                  </a:lnTo>
                  <a:lnTo>
                    <a:pt x="121508" y="76589"/>
                  </a:lnTo>
                  <a:lnTo>
                    <a:pt x="112656" y="71784"/>
                  </a:lnTo>
                  <a:lnTo>
                    <a:pt x="109410" y="69599"/>
                  </a:lnTo>
                  <a:lnTo>
                    <a:pt x="120457" y="61524"/>
                  </a:lnTo>
                  <a:lnTo>
                    <a:pt x="128442" y="57377"/>
                  </a:lnTo>
                  <a:lnTo>
                    <a:pt x="137238" y="55850"/>
                  </a:lnTo>
                  <a:lnTo>
                    <a:pt x="150717" y="55631"/>
                  </a:lnTo>
                  <a:lnTo>
                    <a:pt x="281373" y="55631"/>
                  </a:lnTo>
                  <a:lnTo>
                    <a:pt x="251471" y="27433"/>
                  </a:lnTo>
                  <a:lnTo>
                    <a:pt x="204645" y="7360"/>
                  </a:lnTo>
                  <a:lnTo>
                    <a:pt x="147304" y="0"/>
                  </a:lnTo>
                  <a:close/>
                </a:path>
                <a:path w="294640" h="187325">
                  <a:moveTo>
                    <a:pt x="281373" y="55631"/>
                  </a:moveTo>
                  <a:lnTo>
                    <a:pt x="150717" y="55631"/>
                  </a:lnTo>
                  <a:lnTo>
                    <a:pt x="166791" y="57814"/>
                  </a:lnTo>
                  <a:lnTo>
                    <a:pt x="179918" y="62615"/>
                  </a:lnTo>
                  <a:lnTo>
                    <a:pt x="188769" y="67417"/>
                  </a:lnTo>
                  <a:lnTo>
                    <a:pt x="192015" y="69599"/>
                  </a:lnTo>
                  <a:lnTo>
                    <a:pt x="180968" y="77681"/>
                  </a:lnTo>
                  <a:lnTo>
                    <a:pt x="172984" y="81831"/>
                  </a:lnTo>
                  <a:lnTo>
                    <a:pt x="164191" y="83360"/>
                  </a:lnTo>
                  <a:lnTo>
                    <a:pt x="150717" y="83578"/>
                  </a:lnTo>
                  <a:lnTo>
                    <a:pt x="291417" y="83578"/>
                  </a:lnTo>
                  <a:lnTo>
                    <a:pt x="283042" y="57205"/>
                  </a:lnTo>
                  <a:lnTo>
                    <a:pt x="281373" y="55631"/>
                  </a:lnTo>
                  <a:close/>
                </a:path>
              </a:pathLst>
            </a:custGeom>
            <a:solidFill>
              <a:srgbClr val="FAB7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6" name="object 1266" descr=""/>
            <p:cNvSpPr/>
            <p:nvPr/>
          </p:nvSpPr>
          <p:spPr>
            <a:xfrm>
              <a:off x="14939936" y="2844232"/>
              <a:ext cx="300990" cy="182880"/>
            </a:xfrm>
            <a:custGeom>
              <a:avLst/>
              <a:gdLst/>
              <a:ahLst/>
              <a:cxnLst/>
              <a:rect l="l" t="t" r="r" b="b"/>
              <a:pathLst>
                <a:path w="300990" h="182880">
                  <a:moveTo>
                    <a:pt x="210746" y="121197"/>
                  </a:moveTo>
                  <a:lnTo>
                    <a:pt x="74432" y="121197"/>
                  </a:lnTo>
                  <a:lnTo>
                    <a:pt x="78865" y="125466"/>
                  </a:lnTo>
                  <a:lnTo>
                    <a:pt x="79795" y="134348"/>
                  </a:lnTo>
                  <a:lnTo>
                    <a:pt x="79848" y="136774"/>
                  </a:lnTo>
                  <a:lnTo>
                    <a:pt x="79525" y="149916"/>
                  </a:lnTo>
                  <a:lnTo>
                    <a:pt x="80929" y="165648"/>
                  </a:lnTo>
                  <a:lnTo>
                    <a:pt x="83734" y="177977"/>
                  </a:lnTo>
                  <a:lnTo>
                    <a:pt x="87572" y="182465"/>
                  </a:lnTo>
                  <a:lnTo>
                    <a:pt x="89670" y="174887"/>
                  </a:lnTo>
                  <a:lnTo>
                    <a:pt x="88934" y="158671"/>
                  </a:lnTo>
                  <a:lnTo>
                    <a:pt x="87520" y="140895"/>
                  </a:lnTo>
                  <a:lnTo>
                    <a:pt x="87572" y="128509"/>
                  </a:lnTo>
                  <a:lnTo>
                    <a:pt x="90817" y="124750"/>
                  </a:lnTo>
                  <a:lnTo>
                    <a:pt x="204141" y="124750"/>
                  </a:lnTo>
                  <a:lnTo>
                    <a:pt x="210746" y="121197"/>
                  </a:lnTo>
                  <a:close/>
                </a:path>
                <a:path w="300990" h="182880">
                  <a:moveTo>
                    <a:pt x="204141" y="124750"/>
                  </a:moveTo>
                  <a:lnTo>
                    <a:pt x="90817" y="124750"/>
                  </a:lnTo>
                  <a:lnTo>
                    <a:pt x="96620" y="126617"/>
                  </a:lnTo>
                  <a:lnTo>
                    <a:pt x="103603" y="132009"/>
                  </a:lnTo>
                  <a:lnTo>
                    <a:pt x="110388" y="138822"/>
                  </a:lnTo>
                  <a:lnTo>
                    <a:pt x="119484" y="140895"/>
                  </a:lnTo>
                  <a:lnTo>
                    <a:pt x="132620" y="136774"/>
                  </a:lnTo>
                  <a:lnTo>
                    <a:pt x="147229" y="131403"/>
                  </a:lnTo>
                  <a:lnTo>
                    <a:pt x="160742" y="129723"/>
                  </a:lnTo>
                  <a:lnTo>
                    <a:pt x="196195" y="129723"/>
                  </a:lnTo>
                  <a:lnTo>
                    <a:pt x="200521" y="126697"/>
                  </a:lnTo>
                  <a:lnTo>
                    <a:pt x="204141" y="124750"/>
                  </a:lnTo>
                  <a:close/>
                </a:path>
                <a:path w="300990" h="182880">
                  <a:moveTo>
                    <a:pt x="196195" y="129723"/>
                  </a:moveTo>
                  <a:lnTo>
                    <a:pt x="160742" y="129723"/>
                  </a:lnTo>
                  <a:lnTo>
                    <a:pt x="181684" y="134348"/>
                  </a:lnTo>
                  <a:lnTo>
                    <a:pt x="190952" y="133391"/>
                  </a:lnTo>
                  <a:lnTo>
                    <a:pt x="196195" y="129723"/>
                  </a:lnTo>
                  <a:close/>
                </a:path>
                <a:path w="300990" h="182880">
                  <a:moveTo>
                    <a:pt x="296698" y="94129"/>
                  </a:moveTo>
                  <a:lnTo>
                    <a:pt x="28584" y="94129"/>
                  </a:lnTo>
                  <a:lnTo>
                    <a:pt x="33070" y="99240"/>
                  </a:lnTo>
                  <a:lnTo>
                    <a:pt x="36446" y="108761"/>
                  </a:lnTo>
                  <a:lnTo>
                    <a:pt x="39270" y="120247"/>
                  </a:lnTo>
                  <a:lnTo>
                    <a:pt x="43825" y="129089"/>
                  </a:lnTo>
                  <a:lnTo>
                    <a:pt x="50712" y="132708"/>
                  </a:lnTo>
                  <a:lnTo>
                    <a:pt x="57941" y="131709"/>
                  </a:lnTo>
                  <a:lnTo>
                    <a:pt x="63604" y="126617"/>
                  </a:lnTo>
                  <a:lnTo>
                    <a:pt x="68635" y="121809"/>
                  </a:lnTo>
                  <a:lnTo>
                    <a:pt x="74432" y="121197"/>
                  </a:lnTo>
                  <a:lnTo>
                    <a:pt x="210746" y="121197"/>
                  </a:lnTo>
                  <a:lnTo>
                    <a:pt x="211056" y="121031"/>
                  </a:lnTo>
                  <a:lnTo>
                    <a:pt x="243580" y="121031"/>
                  </a:lnTo>
                  <a:lnTo>
                    <a:pt x="247201" y="120247"/>
                  </a:lnTo>
                  <a:lnTo>
                    <a:pt x="257658" y="112436"/>
                  </a:lnTo>
                  <a:lnTo>
                    <a:pt x="264480" y="104303"/>
                  </a:lnTo>
                  <a:lnTo>
                    <a:pt x="269028" y="99197"/>
                  </a:lnTo>
                  <a:lnTo>
                    <a:pt x="294445" y="99197"/>
                  </a:lnTo>
                  <a:lnTo>
                    <a:pt x="296698" y="94129"/>
                  </a:lnTo>
                  <a:close/>
                </a:path>
                <a:path w="300990" h="182880">
                  <a:moveTo>
                    <a:pt x="294445" y="99197"/>
                  </a:moveTo>
                  <a:lnTo>
                    <a:pt x="269028" y="99197"/>
                  </a:lnTo>
                  <a:lnTo>
                    <a:pt x="272666" y="100468"/>
                  </a:lnTo>
                  <a:lnTo>
                    <a:pt x="275813" y="108185"/>
                  </a:lnTo>
                  <a:lnTo>
                    <a:pt x="278616" y="117505"/>
                  </a:lnTo>
                  <a:lnTo>
                    <a:pt x="282028" y="124409"/>
                  </a:lnTo>
                  <a:lnTo>
                    <a:pt x="287000" y="124875"/>
                  </a:lnTo>
                  <a:lnTo>
                    <a:pt x="290894" y="120102"/>
                  </a:lnTo>
                  <a:lnTo>
                    <a:pt x="291885" y="114203"/>
                  </a:lnTo>
                  <a:lnTo>
                    <a:pt x="292154" y="107538"/>
                  </a:lnTo>
                  <a:lnTo>
                    <a:pt x="293880" y="100468"/>
                  </a:lnTo>
                  <a:lnTo>
                    <a:pt x="294445" y="99197"/>
                  </a:lnTo>
                  <a:close/>
                </a:path>
                <a:path w="300990" h="182880">
                  <a:moveTo>
                    <a:pt x="243580" y="121031"/>
                  </a:moveTo>
                  <a:lnTo>
                    <a:pt x="211056" y="121031"/>
                  </a:lnTo>
                  <a:lnTo>
                    <a:pt x="222498" y="121509"/>
                  </a:lnTo>
                  <a:lnTo>
                    <a:pt x="234622" y="122969"/>
                  </a:lnTo>
                  <a:lnTo>
                    <a:pt x="243580" y="121031"/>
                  </a:lnTo>
                  <a:close/>
                </a:path>
                <a:path w="300990" h="182880">
                  <a:moveTo>
                    <a:pt x="167580" y="0"/>
                  </a:moveTo>
                  <a:lnTo>
                    <a:pt x="96259" y="8935"/>
                  </a:lnTo>
                  <a:lnTo>
                    <a:pt x="45018" y="27883"/>
                  </a:lnTo>
                  <a:lnTo>
                    <a:pt x="11947" y="57321"/>
                  </a:lnTo>
                  <a:lnTo>
                    <a:pt x="0" y="88965"/>
                  </a:lnTo>
                  <a:lnTo>
                    <a:pt x="5290" y="97065"/>
                  </a:lnTo>
                  <a:lnTo>
                    <a:pt x="13964" y="99227"/>
                  </a:lnTo>
                  <a:lnTo>
                    <a:pt x="22433" y="95871"/>
                  </a:lnTo>
                  <a:lnTo>
                    <a:pt x="28584" y="94129"/>
                  </a:lnTo>
                  <a:lnTo>
                    <a:pt x="296698" y="94129"/>
                  </a:lnTo>
                  <a:lnTo>
                    <a:pt x="298120" y="90929"/>
                  </a:lnTo>
                  <a:lnTo>
                    <a:pt x="300853" y="89107"/>
                  </a:lnTo>
                  <a:lnTo>
                    <a:pt x="299860" y="84866"/>
                  </a:lnTo>
                  <a:lnTo>
                    <a:pt x="156313" y="84866"/>
                  </a:lnTo>
                  <a:lnTo>
                    <a:pt x="128822" y="82068"/>
                  </a:lnTo>
                  <a:lnTo>
                    <a:pt x="113118" y="75913"/>
                  </a:lnTo>
                  <a:lnTo>
                    <a:pt x="106026" y="69759"/>
                  </a:lnTo>
                  <a:lnTo>
                    <a:pt x="104367" y="66961"/>
                  </a:lnTo>
                  <a:lnTo>
                    <a:pt x="110327" y="56609"/>
                  </a:lnTo>
                  <a:lnTo>
                    <a:pt x="117724" y="51294"/>
                  </a:lnTo>
                  <a:lnTo>
                    <a:pt x="131430" y="49335"/>
                  </a:lnTo>
                  <a:lnTo>
                    <a:pt x="156313" y="49056"/>
                  </a:lnTo>
                  <a:lnTo>
                    <a:pt x="279898" y="49056"/>
                  </a:lnTo>
                  <a:lnTo>
                    <a:pt x="272058" y="40773"/>
                  </a:lnTo>
                  <a:lnTo>
                    <a:pt x="253488" y="26492"/>
                  </a:lnTo>
                  <a:lnTo>
                    <a:pt x="227928" y="13051"/>
                  </a:lnTo>
                  <a:lnTo>
                    <a:pt x="198313" y="3278"/>
                  </a:lnTo>
                  <a:lnTo>
                    <a:pt x="167580" y="0"/>
                  </a:lnTo>
                  <a:close/>
                </a:path>
                <a:path w="300990" h="182880">
                  <a:moveTo>
                    <a:pt x="279898" y="49056"/>
                  </a:moveTo>
                  <a:lnTo>
                    <a:pt x="156313" y="49056"/>
                  </a:lnTo>
                  <a:lnTo>
                    <a:pt x="183593" y="51853"/>
                  </a:lnTo>
                  <a:lnTo>
                    <a:pt x="199320" y="58008"/>
                  </a:lnTo>
                  <a:lnTo>
                    <a:pt x="206530" y="64163"/>
                  </a:lnTo>
                  <a:lnTo>
                    <a:pt x="208259" y="66961"/>
                  </a:lnTo>
                  <a:lnTo>
                    <a:pt x="207448" y="77312"/>
                  </a:lnTo>
                  <a:lnTo>
                    <a:pt x="201766" y="82628"/>
                  </a:lnTo>
                  <a:lnTo>
                    <a:pt x="186345" y="84586"/>
                  </a:lnTo>
                  <a:lnTo>
                    <a:pt x="156313" y="84866"/>
                  </a:lnTo>
                  <a:lnTo>
                    <a:pt x="299860" y="84866"/>
                  </a:lnTo>
                  <a:lnTo>
                    <a:pt x="298581" y="79411"/>
                  </a:lnTo>
                  <a:lnTo>
                    <a:pt x="296122" y="71864"/>
                  </a:lnTo>
                  <a:lnTo>
                    <a:pt x="291516" y="63339"/>
                  </a:lnTo>
                  <a:lnTo>
                    <a:pt x="283812" y="53190"/>
                  </a:lnTo>
                  <a:lnTo>
                    <a:pt x="279898" y="49056"/>
                  </a:lnTo>
                  <a:close/>
                </a:path>
              </a:pathLst>
            </a:custGeom>
            <a:solidFill>
              <a:srgbClr val="5E31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67" name="object 1267" descr=""/>
            <p:cNvPicPr/>
            <p:nvPr/>
          </p:nvPicPr>
          <p:blipFill>
            <a:blip r:embed="rId263" cstate="print"/>
            <a:stretch>
              <a:fillRect/>
            </a:stretch>
          </p:blipFill>
          <p:spPr>
            <a:xfrm>
              <a:off x="14972743" y="2842891"/>
              <a:ext cx="250547" cy="135997"/>
            </a:xfrm>
            <a:prstGeom prst="rect">
              <a:avLst/>
            </a:prstGeom>
          </p:spPr>
        </p:pic>
      </p:grpSp>
      <p:grpSp>
        <p:nvGrpSpPr>
          <p:cNvPr id="1268" name="object 1268" descr=""/>
          <p:cNvGrpSpPr/>
          <p:nvPr/>
        </p:nvGrpSpPr>
        <p:grpSpPr>
          <a:xfrm>
            <a:off x="14566729" y="2844065"/>
            <a:ext cx="294005" cy="191135"/>
            <a:chOff x="14566729" y="2844065"/>
            <a:chExt cx="294005" cy="191135"/>
          </a:xfrm>
        </p:grpSpPr>
        <p:sp>
          <p:nvSpPr>
            <p:cNvPr id="1269" name="object 1269" descr=""/>
            <p:cNvSpPr/>
            <p:nvPr/>
          </p:nvSpPr>
          <p:spPr>
            <a:xfrm>
              <a:off x="14570732" y="2852015"/>
              <a:ext cx="287655" cy="182880"/>
            </a:xfrm>
            <a:custGeom>
              <a:avLst/>
              <a:gdLst/>
              <a:ahLst/>
              <a:cxnLst/>
              <a:rect l="l" t="t" r="r" b="b"/>
              <a:pathLst>
                <a:path w="287655" h="182880">
                  <a:moveTo>
                    <a:pt x="143723" y="0"/>
                  </a:moveTo>
                  <a:lnTo>
                    <a:pt x="87778" y="7180"/>
                  </a:lnTo>
                  <a:lnTo>
                    <a:pt x="42094" y="26763"/>
                  </a:lnTo>
                  <a:lnTo>
                    <a:pt x="11293" y="55809"/>
                  </a:lnTo>
                  <a:lnTo>
                    <a:pt x="0" y="91379"/>
                  </a:lnTo>
                  <a:lnTo>
                    <a:pt x="11293" y="126950"/>
                  </a:lnTo>
                  <a:lnTo>
                    <a:pt x="42094" y="156000"/>
                  </a:lnTo>
                  <a:lnTo>
                    <a:pt x="87778" y="175586"/>
                  </a:lnTo>
                  <a:lnTo>
                    <a:pt x="143723" y="182769"/>
                  </a:lnTo>
                  <a:lnTo>
                    <a:pt x="199670" y="175586"/>
                  </a:lnTo>
                  <a:lnTo>
                    <a:pt x="245357" y="156000"/>
                  </a:lnTo>
                  <a:lnTo>
                    <a:pt x="276161" y="126950"/>
                  </a:lnTo>
                  <a:lnTo>
                    <a:pt x="287457" y="91379"/>
                  </a:lnTo>
                  <a:lnTo>
                    <a:pt x="284334" y="81547"/>
                  </a:lnTo>
                  <a:lnTo>
                    <a:pt x="147053" y="81547"/>
                  </a:lnTo>
                  <a:lnTo>
                    <a:pt x="131368" y="79417"/>
                  </a:lnTo>
                  <a:lnTo>
                    <a:pt x="118557" y="74730"/>
                  </a:lnTo>
                  <a:lnTo>
                    <a:pt x="109918" y="70044"/>
                  </a:lnTo>
                  <a:lnTo>
                    <a:pt x="106750" y="67914"/>
                  </a:lnTo>
                  <a:lnTo>
                    <a:pt x="117534" y="60032"/>
                  </a:lnTo>
                  <a:lnTo>
                    <a:pt x="125327" y="55985"/>
                  </a:lnTo>
                  <a:lnTo>
                    <a:pt x="133907" y="54494"/>
                  </a:lnTo>
                  <a:lnTo>
                    <a:pt x="147053" y="54281"/>
                  </a:lnTo>
                  <a:lnTo>
                    <a:pt x="274540" y="54281"/>
                  </a:lnTo>
                  <a:lnTo>
                    <a:pt x="245357" y="26763"/>
                  </a:lnTo>
                  <a:lnTo>
                    <a:pt x="199670" y="7180"/>
                  </a:lnTo>
                  <a:lnTo>
                    <a:pt x="143723" y="0"/>
                  </a:lnTo>
                  <a:close/>
                </a:path>
                <a:path w="287655" h="182880">
                  <a:moveTo>
                    <a:pt x="274540" y="54281"/>
                  </a:moveTo>
                  <a:lnTo>
                    <a:pt x="147053" y="54281"/>
                  </a:lnTo>
                  <a:lnTo>
                    <a:pt x="162737" y="56411"/>
                  </a:lnTo>
                  <a:lnTo>
                    <a:pt x="175548" y="61097"/>
                  </a:lnTo>
                  <a:lnTo>
                    <a:pt x="184187" y="65783"/>
                  </a:lnTo>
                  <a:lnTo>
                    <a:pt x="187355" y="67914"/>
                  </a:lnTo>
                  <a:lnTo>
                    <a:pt x="176571" y="75795"/>
                  </a:lnTo>
                  <a:lnTo>
                    <a:pt x="168778" y="79843"/>
                  </a:lnTo>
                  <a:lnTo>
                    <a:pt x="160198" y="81334"/>
                  </a:lnTo>
                  <a:lnTo>
                    <a:pt x="147053" y="81547"/>
                  </a:lnTo>
                  <a:lnTo>
                    <a:pt x="284334" y="81547"/>
                  </a:lnTo>
                  <a:lnTo>
                    <a:pt x="276161" y="55809"/>
                  </a:lnTo>
                  <a:lnTo>
                    <a:pt x="274540" y="54281"/>
                  </a:lnTo>
                  <a:close/>
                </a:path>
              </a:pathLst>
            </a:custGeom>
            <a:solidFill>
              <a:srgbClr val="FAB7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0" name="object 1270" descr=""/>
            <p:cNvSpPr/>
            <p:nvPr/>
          </p:nvSpPr>
          <p:spPr>
            <a:xfrm>
              <a:off x="14566729" y="2845374"/>
              <a:ext cx="294005" cy="178435"/>
            </a:xfrm>
            <a:custGeom>
              <a:avLst/>
              <a:gdLst/>
              <a:ahLst/>
              <a:cxnLst/>
              <a:rect l="l" t="t" r="r" b="b"/>
              <a:pathLst>
                <a:path w="294005" h="178435">
                  <a:moveTo>
                    <a:pt x="205626" y="118250"/>
                  </a:moveTo>
                  <a:lnTo>
                    <a:pt x="72617" y="118250"/>
                  </a:lnTo>
                  <a:lnTo>
                    <a:pt x="76944" y="122414"/>
                  </a:lnTo>
                  <a:lnTo>
                    <a:pt x="77855" y="131083"/>
                  </a:lnTo>
                  <a:lnTo>
                    <a:pt x="77907" y="133448"/>
                  </a:lnTo>
                  <a:lnTo>
                    <a:pt x="77590" y="146272"/>
                  </a:lnTo>
                  <a:lnTo>
                    <a:pt x="78960" y="161619"/>
                  </a:lnTo>
                  <a:lnTo>
                    <a:pt x="81696" y="173646"/>
                  </a:lnTo>
                  <a:lnTo>
                    <a:pt x="85442" y="178025"/>
                  </a:lnTo>
                  <a:lnTo>
                    <a:pt x="87488" y="170633"/>
                  </a:lnTo>
                  <a:lnTo>
                    <a:pt x="86769" y="154813"/>
                  </a:lnTo>
                  <a:lnTo>
                    <a:pt x="85388" y="137468"/>
                  </a:lnTo>
                  <a:lnTo>
                    <a:pt x="85442" y="125388"/>
                  </a:lnTo>
                  <a:lnTo>
                    <a:pt x="88606" y="121718"/>
                  </a:lnTo>
                  <a:lnTo>
                    <a:pt x="199179" y="121718"/>
                  </a:lnTo>
                  <a:lnTo>
                    <a:pt x="205626" y="118250"/>
                  </a:lnTo>
                  <a:close/>
                </a:path>
                <a:path w="294005" h="178435">
                  <a:moveTo>
                    <a:pt x="199179" y="121718"/>
                  </a:moveTo>
                  <a:lnTo>
                    <a:pt x="88606" y="121718"/>
                  </a:lnTo>
                  <a:lnTo>
                    <a:pt x="94267" y="123539"/>
                  </a:lnTo>
                  <a:lnTo>
                    <a:pt x="101081" y="128797"/>
                  </a:lnTo>
                  <a:lnTo>
                    <a:pt x="107703" y="135440"/>
                  </a:lnTo>
                  <a:lnTo>
                    <a:pt x="116578" y="137468"/>
                  </a:lnTo>
                  <a:lnTo>
                    <a:pt x="129392" y="133448"/>
                  </a:lnTo>
                  <a:lnTo>
                    <a:pt x="143641" y="128208"/>
                  </a:lnTo>
                  <a:lnTo>
                    <a:pt x="156822" y="126572"/>
                  </a:lnTo>
                  <a:lnTo>
                    <a:pt x="191425" y="126572"/>
                  </a:lnTo>
                  <a:lnTo>
                    <a:pt x="195648" y="123619"/>
                  </a:lnTo>
                  <a:lnTo>
                    <a:pt x="199179" y="121718"/>
                  </a:lnTo>
                  <a:close/>
                </a:path>
                <a:path w="294005" h="178435">
                  <a:moveTo>
                    <a:pt x="191425" y="126572"/>
                  </a:moveTo>
                  <a:lnTo>
                    <a:pt x="156822" y="126572"/>
                  </a:lnTo>
                  <a:lnTo>
                    <a:pt x="177263" y="131083"/>
                  </a:lnTo>
                  <a:lnTo>
                    <a:pt x="186306" y="130151"/>
                  </a:lnTo>
                  <a:lnTo>
                    <a:pt x="191425" y="126572"/>
                  </a:lnTo>
                  <a:close/>
                </a:path>
                <a:path w="294005" h="178435">
                  <a:moveTo>
                    <a:pt x="289482" y="91843"/>
                  </a:moveTo>
                  <a:lnTo>
                    <a:pt x="27887" y="91843"/>
                  </a:lnTo>
                  <a:lnTo>
                    <a:pt x="32265" y="96832"/>
                  </a:lnTo>
                  <a:lnTo>
                    <a:pt x="35560" y="106120"/>
                  </a:lnTo>
                  <a:lnTo>
                    <a:pt x="38312" y="117326"/>
                  </a:lnTo>
                  <a:lnTo>
                    <a:pt x="42758" y="125953"/>
                  </a:lnTo>
                  <a:lnTo>
                    <a:pt x="49475" y="129484"/>
                  </a:lnTo>
                  <a:lnTo>
                    <a:pt x="56525" y="128509"/>
                  </a:lnTo>
                  <a:lnTo>
                    <a:pt x="62049" y="123539"/>
                  </a:lnTo>
                  <a:lnTo>
                    <a:pt x="66960" y="118848"/>
                  </a:lnTo>
                  <a:lnTo>
                    <a:pt x="72617" y="118250"/>
                  </a:lnTo>
                  <a:lnTo>
                    <a:pt x="205626" y="118250"/>
                  </a:lnTo>
                  <a:lnTo>
                    <a:pt x="205920" y="118091"/>
                  </a:lnTo>
                  <a:lnTo>
                    <a:pt x="237643" y="118091"/>
                  </a:lnTo>
                  <a:lnTo>
                    <a:pt x="241186" y="117326"/>
                  </a:lnTo>
                  <a:lnTo>
                    <a:pt x="251391" y="109703"/>
                  </a:lnTo>
                  <a:lnTo>
                    <a:pt x="258046" y="101767"/>
                  </a:lnTo>
                  <a:lnTo>
                    <a:pt x="262483" y="96786"/>
                  </a:lnTo>
                  <a:lnTo>
                    <a:pt x="287286" y="96786"/>
                  </a:lnTo>
                  <a:lnTo>
                    <a:pt x="289482" y="91843"/>
                  </a:lnTo>
                  <a:close/>
                </a:path>
                <a:path w="294005" h="178435">
                  <a:moveTo>
                    <a:pt x="287286" y="96786"/>
                  </a:moveTo>
                  <a:lnTo>
                    <a:pt x="262483" y="96786"/>
                  </a:lnTo>
                  <a:lnTo>
                    <a:pt x="266033" y="98028"/>
                  </a:lnTo>
                  <a:lnTo>
                    <a:pt x="269099" y="105559"/>
                  </a:lnTo>
                  <a:lnTo>
                    <a:pt x="271833" y="114653"/>
                  </a:lnTo>
                  <a:lnTo>
                    <a:pt x="275161" y="121387"/>
                  </a:lnTo>
                  <a:lnTo>
                    <a:pt x="280012" y="121839"/>
                  </a:lnTo>
                  <a:lnTo>
                    <a:pt x="283814" y="117182"/>
                  </a:lnTo>
                  <a:lnTo>
                    <a:pt x="284782" y="111425"/>
                  </a:lnTo>
                  <a:lnTo>
                    <a:pt x="285046" y="104923"/>
                  </a:lnTo>
                  <a:lnTo>
                    <a:pt x="286734" y="98028"/>
                  </a:lnTo>
                  <a:lnTo>
                    <a:pt x="287286" y="96786"/>
                  </a:lnTo>
                  <a:close/>
                </a:path>
                <a:path w="294005" h="178435">
                  <a:moveTo>
                    <a:pt x="237643" y="118091"/>
                  </a:moveTo>
                  <a:lnTo>
                    <a:pt x="205920" y="118091"/>
                  </a:lnTo>
                  <a:lnTo>
                    <a:pt x="217082" y="118556"/>
                  </a:lnTo>
                  <a:lnTo>
                    <a:pt x="228911" y="119979"/>
                  </a:lnTo>
                  <a:lnTo>
                    <a:pt x="237643" y="118091"/>
                  </a:lnTo>
                  <a:close/>
                </a:path>
                <a:path w="294005" h="178435">
                  <a:moveTo>
                    <a:pt x="163502" y="0"/>
                  </a:moveTo>
                  <a:lnTo>
                    <a:pt x="93916" y="8720"/>
                  </a:lnTo>
                  <a:lnTo>
                    <a:pt x="43925" y="27203"/>
                  </a:lnTo>
                  <a:lnTo>
                    <a:pt x="11658" y="55928"/>
                  </a:lnTo>
                  <a:lnTo>
                    <a:pt x="0" y="86802"/>
                  </a:lnTo>
                  <a:lnTo>
                    <a:pt x="5159" y="94705"/>
                  </a:lnTo>
                  <a:lnTo>
                    <a:pt x="13620" y="96813"/>
                  </a:lnTo>
                  <a:lnTo>
                    <a:pt x="21883" y="93536"/>
                  </a:lnTo>
                  <a:lnTo>
                    <a:pt x="27887" y="91843"/>
                  </a:lnTo>
                  <a:lnTo>
                    <a:pt x="289482" y="91843"/>
                  </a:lnTo>
                  <a:lnTo>
                    <a:pt x="290870" y="88719"/>
                  </a:lnTo>
                  <a:lnTo>
                    <a:pt x="293530" y="86939"/>
                  </a:lnTo>
                  <a:lnTo>
                    <a:pt x="292558" y="82803"/>
                  </a:lnTo>
                  <a:lnTo>
                    <a:pt x="152508" y="82803"/>
                  </a:lnTo>
                  <a:lnTo>
                    <a:pt x="125687" y="80074"/>
                  </a:lnTo>
                  <a:lnTo>
                    <a:pt x="110366" y="74071"/>
                  </a:lnTo>
                  <a:lnTo>
                    <a:pt x="103446" y="68067"/>
                  </a:lnTo>
                  <a:lnTo>
                    <a:pt x="101829" y="65338"/>
                  </a:lnTo>
                  <a:lnTo>
                    <a:pt x="107644" y="55235"/>
                  </a:lnTo>
                  <a:lnTo>
                    <a:pt x="114862" y="50046"/>
                  </a:lnTo>
                  <a:lnTo>
                    <a:pt x="128233" y="48135"/>
                  </a:lnTo>
                  <a:lnTo>
                    <a:pt x="152508" y="47862"/>
                  </a:lnTo>
                  <a:lnTo>
                    <a:pt x="273079" y="47862"/>
                  </a:lnTo>
                  <a:lnTo>
                    <a:pt x="265436" y="39789"/>
                  </a:lnTo>
                  <a:lnTo>
                    <a:pt x="247319" y="25852"/>
                  </a:lnTo>
                  <a:lnTo>
                    <a:pt x="222381" y="12736"/>
                  </a:lnTo>
                  <a:lnTo>
                    <a:pt x="193487" y="3200"/>
                  </a:lnTo>
                  <a:lnTo>
                    <a:pt x="163502" y="0"/>
                  </a:lnTo>
                  <a:close/>
                </a:path>
                <a:path w="294005" h="178435">
                  <a:moveTo>
                    <a:pt x="273079" y="47862"/>
                  </a:moveTo>
                  <a:lnTo>
                    <a:pt x="152508" y="47862"/>
                  </a:lnTo>
                  <a:lnTo>
                    <a:pt x="179125" y="50593"/>
                  </a:lnTo>
                  <a:lnTo>
                    <a:pt x="194468" y="56600"/>
                  </a:lnTo>
                  <a:lnTo>
                    <a:pt x="201501" y="62607"/>
                  </a:lnTo>
                  <a:lnTo>
                    <a:pt x="203187" y="65338"/>
                  </a:lnTo>
                  <a:lnTo>
                    <a:pt x="202395" y="75435"/>
                  </a:lnTo>
                  <a:lnTo>
                    <a:pt x="196852" y="80620"/>
                  </a:lnTo>
                  <a:lnTo>
                    <a:pt x="181806" y="82530"/>
                  </a:lnTo>
                  <a:lnTo>
                    <a:pt x="152508" y="82803"/>
                  </a:lnTo>
                  <a:lnTo>
                    <a:pt x="292558" y="82803"/>
                  </a:lnTo>
                  <a:lnTo>
                    <a:pt x="291310" y="77484"/>
                  </a:lnTo>
                  <a:lnTo>
                    <a:pt x="288913" y="70119"/>
                  </a:lnTo>
                  <a:lnTo>
                    <a:pt x="284420" y="61801"/>
                  </a:lnTo>
                  <a:lnTo>
                    <a:pt x="276903" y="51901"/>
                  </a:lnTo>
                  <a:lnTo>
                    <a:pt x="273079" y="47862"/>
                  </a:lnTo>
                  <a:close/>
                </a:path>
              </a:pathLst>
            </a:custGeom>
            <a:solidFill>
              <a:srgbClr val="EF63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1" name="object 1271" descr=""/>
            <p:cNvPicPr/>
            <p:nvPr/>
          </p:nvPicPr>
          <p:blipFill>
            <a:blip r:embed="rId264" cstate="print"/>
            <a:stretch>
              <a:fillRect/>
            </a:stretch>
          </p:blipFill>
          <p:spPr>
            <a:xfrm>
              <a:off x="14598737" y="2844065"/>
              <a:ext cx="244449" cy="132691"/>
            </a:xfrm>
            <a:prstGeom prst="rect">
              <a:avLst/>
            </a:prstGeom>
          </p:spPr>
        </p:pic>
      </p:grpSp>
      <p:pic>
        <p:nvPicPr>
          <p:cNvPr id="1272" name="object 1272" descr=""/>
          <p:cNvPicPr/>
          <p:nvPr/>
        </p:nvPicPr>
        <p:blipFill>
          <a:blip r:embed="rId265" cstate="print"/>
          <a:stretch>
            <a:fillRect/>
          </a:stretch>
        </p:blipFill>
        <p:spPr>
          <a:xfrm>
            <a:off x="15872699" y="2263717"/>
            <a:ext cx="227678" cy="278572"/>
          </a:xfrm>
          <a:prstGeom prst="rect">
            <a:avLst/>
          </a:prstGeom>
        </p:spPr>
      </p:pic>
      <p:pic>
        <p:nvPicPr>
          <p:cNvPr id="1273" name="object 1273" descr=""/>
          <p:cNvPicPr/>
          <p:nvPr/>
        </p:nvPicPr>
        <p:blipFill>
          <a:blip r:embed="rId266" cstate="print"/>
          <a:stretch>
            <a:fillRect/>
          </a:stretch>
        </p:blipFill>
        <p:spPr>
          <a:xfrm>
            <a:off x="16471368" y="2187594"/>
            <a:ext cx="236998" cy="341329"/>
          </a:xfrm>
          <a:prstGeom prst="rect">
            <a:avLst/>
          </a:prstGeom>
        </p:spPr>
      </p:pic>
      <p:grpSp>
        <p:nvGrpSpPr>
          <p:cNvPr id="1274" name="object 1274" descr=""/>
          <p:cNvGrpSpPr/>
          <p:nvPr/>
        </p:nvGrpSpPr>
        <p:grpSpPr>
          <a:xfrm>
            <a:off x="15374557" y="2684370"/>
            <a:ext cx="187960" cy="473709"/>
            <a:chOff x="15374557" y="2684370"/>
            <a:chExt cx="187960" cy="473709"/>
          </a:xfrm>
        </p:grpSpPr>
        <p:pic>
          <p:nvPicPr>
            <p:cNvPr id="1275" name="object 1275" descr=""/>
            <p:cNvPicPr/>
            <p:nvPr/>
          </p:nvPicPr>
          <p:blipFill>
            <a:blip r:embed="rId267" cstate="print"/>
            <a:stretch>
              <a:fillRect/>
            </a:stretch>
          </p:blipFill>
          <p:spPr>
            <a:xfrm>
              <a:off x="15391011" y="2941115"/>
              <a:ext cx="152623" cy="216349"/>
            </a:xfrm>
            <a:prstGeom prst="rect">
              <a:avLst/>
            </a:prstGeom>
          </p:spPr>
        </p:pic>
        <p:sp>
          <p:nvSpPr>
            <p:cNvPr id="1276" name="object 1276" descr=""/>
            <p:cNvSpPr/>
            <p:nvPr/>
          </p:nvSpPr>
          <p:spPr>
            <a:xfrm>
              <a:off x="15374557" y="2684370"/>
              <a:ext cx="186055" cy="269875"/>
            </a:xfrm>
            <a:custGeom>
              <a:avLst/>
              <a:gdLst/>
              <a:ahLst/>
              <a:cxnLst/>
              <a:rect l="l" t="t" r="r" b="b"/>
              <a:pathLst>
                <a:path w="186055" h="269875">
                  <a:moveTo>
                    <a:pt x="129462" y="0"/>
                  </a:moveTo>
                  <a:lnTo>
                    <a:pt x="115622" y="3723"/>
                  </a:lnTo>
                  <a:lnTo>
                    <a:pt x="94904" y="11739"/>
                  </a:lnTo>
                  <a:lnTo>
                    <a:pt x="76057" y="21955"/>
                  </a:lnTo>
                  <a:lnTo>
                    <a:pt x="67830" y="32281"/>
                  </a:lnTo>
                  <a:lnTo>
                    <a:pt x="68079" y="43015"/>
                  </a:lnTo>
                  <a:lnTo>
                    <a:pt x="68493" y="54326"/>
                  </a:lnTo>
                  <a:lnTo>
                    <a:pt x="68576" y="63932"/>
                  </a:lnTo>
                  <a:lnTo>
                    <a:pt x="67830" y="69547"/>
                  </a:lnTo>
                  <a:lnTo>
                    <a:pt x="62558" y="73791"/>
                  </a:lnTo>
                  <a:lnTo>
                    <a:pt x="52501" y="79543"/>
                  </a:lnTo>
                  <a:lnTo>
                    <a:pt x="42333" y="84889"/>
                  </a:lnTo>
                  <a:lnTo>
                    <a:pt x="36731" y="87913"/>
                  </a:lnTo>
                  <a:lnTo>
                    <a:pt x="36864" y="93666"/>
                  </a:lnTo>
                  <a:lnTo>
                    <a:pt x="39146" y="105170"/>
                  </a:lnTo>
                  <a:lnTo>
                    <a:pt x="41100" y="117470"/>
                  </a:lnTo>
                  <a:lnTo>
                    <a:pt x="40250" y="125608"/>
                  </a:lnTo>
                  <a:lnTo>
                    <a:pt x="33836" y="131842"/>
                  </a:lnTo>
                  <a:lnTo>
                    <a:pt x="23734" y="140278"/>
                  </a:lnTo>
                  <a:lnTo>
                    <a:pt x="14399" y="148714"/>
                  </a:lnTo>
                  <a:lnTo>
                    <a:pt x="10282" y="154948"/>
                  </a:lnTo>
                  <a:lnTo>
                    <a:pt x="12663" y="162765"/>
                  </a:lnTo>
                  <a:lnTo>
                    <a:pt x="17513" y="174777"/>
                  </a:lnTo>
                  <a:lnTo>
                    <a:pt x="21321" y="187036"/>
                  </a:lnTo>
                  <a:lnTo>
                    <a:pt x="20575" y="195596"/>
                  </a:lnTo>
                  <a:lnTo>
                    <a:pt x="14966" y="202083"/>
                  </a:lnTo>
                  <a:lnTo>
                    <a:pt x="8096" y="209739"/>
                  </a:lnTo>
                  <a:lnTo>
                    <a:pt x="2322" y="217038"/>
                  </a:lnTo>
                  <a:lnTo>
                    <a:pt x="0" y="222453"/>
                  </a:lnTo>
                  <a:lnTo>
                    <a:pt x="398" y="225958"/>
                  </a:lnTo>
                  <a:lnTo>
                    <a:pt x="2244" y="230697"/>
                  </a:lnTo>
                  <a:lnTo>
                    <a:pt x="7081" y="239885"/>
                  </a:lnTo>
                  <a:lnTo>
                    <a:pt x="16449" y="256735"/>
                  </a:lnTo>
                  <a:lnTo>
                    <a:pt x="50604" y="267780"/>
                  </a:lnTo>
                  <a:lnTo>
                    <a:pt x="100239" y="269281"/>
                  </a:lnTo>
                  <a:lnTo>
                    <a:pt x="146137" y="264508"/>
                  </a:lnTo>
                  <a:lnTo>
                    <a:pt x="169083" y="256735"/>
                  </a:lnTo>
                  <a:lnTo>
                    <a:pt x="174955" y="248692"/>
                  </a:lnTo>
                  <a:lnTo>
                    <a:pt x="181076" y="241151"/>
                  </a:lnTo>
                  <a:lnTo>
                    <a:pt x="185382" y="234443"/>
                  </a:lnTo>
                  <a:lnTo>
                    <a:pt x="185805" y="228904"/>
                  </a:lnTo>
                  <a:lnTo>
                    <a:pt x="181038" y="222109"/>
                  </a:lnTo>
                  <a:lnTo>
                    <a:pt x="173629" y="212854"/>
                  </a:lnTo>
                  <a:lnTo>
                    <a:pt x="167321" y="203297"/>
                  </a:lnTo>
                  <a:lnTo>
                    <a:pt x="165858" y="195596"/>
                  </a:lnTo>
                  <a:lnTo>
                    <a:pt x="169827" y="187461"/>
                  </a:lnTo>
                  <a:lnTo>
                    <a:pt x="175171" y="176858"/>
                  </a:lnTo>
                  <a:lnTo>
                    <a:pt x="178644" y="166326"/>
                  </a:lnTo>
                  <a:lnTo>
                    <a:pt x="176999" y="158403"/>
                  </a:lnTo>
                  <a:lnTo>
                    <a:pt x="169850" y="150948"/>
                  </a:lnTo>
                  <a:lnTo>
                    <a:pt x="161157" y="141612"/>
                  </a:lnTo>
                  <a:lnTo>
                    <a:pt x="154223" y="132619"/>
                  </a:lnTo>
                  <a:lnTo>
                    <a:pt x="152351" y="126195"/>
                  </a:lnTo>
                  <a:lnTo>
                    <a:pt x="154826" y="118249"/>
                  </a:lnTo>
                  <a:lnTo>
                    <a:pt x="157192" y="105793"/>
                  </a:lnTo>
                  <a:lnTo>
                    <a:pt x="157138" y="92680"/>
                  </a:lnTo>
                  <a:lnTo>
                    <a:pt x="152351" y="82761"/>
                  </a:lnTo>
                  <a:lnTo>
                    <a:pt x="142813" y="72883"/>
                  </a:lnTo>
                  <a:lnTo>
                    <a:pt x="131955" y="59647"/>
                  </a:lnTo>
                  <a:lnTo>
                    <a:pt x="122638" y="46521"/>
                  </a:lnTo>
                  <a:lnTo>
                    <a:pt x="117724" y="36972"/>
                  </a:lnTo>
                  <a:lnTo>
                    <a:pt x="115378" y="28177"/>
                  </a:lnTo>
                  <a:lnTo>
                    <a:pt x="120656" y="15852"/>
                  </a:lnTo>
                  <a:lnTo>
                    <a:pt x="130048" y="14669"/>
                  </a:lnTo>
                  <a:lnTo>
                    <a:pt x="139758" y="14669"/>
                  </a:lnTo>
                  <a:lnTo>
                    <a:pt x="139072" y="11298"/>
                  </a:lnTo>
                  <a:lnTo>
                    <a:pt x="135505" y="3173"/>
                  </a:lnTo>
                  <a:lnTo>
                    <a:pt x="129462" y="0"/>
                  </a:lnTo>
                  <a:close/>
                </a:path>
                <a:path w="186055" h="269875">
                  <a:moveTo>
                    <a:pt x="139758" y="14669"/>
                  </a:moveTo>
                  <a:lnTo>
                    <a:pt x="130048" y="14669"/>
                  </a:lnTo>
                  <a:lnTo>
                    <a:pt x="141199" y="23475"/>
                  </a:lnTo>
                  <a:lnTo>
                    <a:pt x="140769" y="19642"/>
                  </a:lnTo>
                  <a:lnTo>
                    <a:pt x="139758" y="14669"/>
                  </a:lnTo>
                  <a:close/>
                </a:path>
              </a:pathLst>
            </a:custGeom>
            <a:solidFill>
              <a:srgbClr val="FFECD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7" name="object 1277" descr=""/>
            <p:cNvPicPr/>
            <p:nvPr/>
          </p:nvPicPr>
          <p:blipFill>
            <a:blip r:embed="rId268" cstate="print"/>
            <a:stretch>
              <a:fillRect/>
            </a:stretch>
          </p:blipFill>
          <p:spPr>
            <a:xfrm>
              <a:off x="15385362" y="2695524"/>
              <a:ext cx="177056" cy="260890"/>
            </a:xfrm>
            <a:prstGeom prst="rect">
              <a:avLst/>
            </a:prstGeom>
          </p:spPr>
        </p:pic>
      </p:grpSp>
      <p:sp>
        <p:nvSpPr>
          <p:cNvPr id="1278" name="object 1278" descr=""/>
          <p:cNvSpPr/>
          <p:nvPr/>
        </p:nvSpPr>
        <p:spPr>
          <a:xfrm>
            <a:off x="1748475" y="8122927"/>
            <a:ext cx="59690" cy="73025"/>
          </a:xfrm>
          <a:custGeom>
            <a:avLst/>
            <a:gdLst/>
            <a:ahLst/>
            <a:cxnLst/>
            <a:rect l="l" t="t" r="r" b="b"/>
            <a:pathLst>
              <a:path w="59689" h="73025">
                <a:moveTo>
                  <a:pt x="39213" y="0"/>
                </a:moveTo>
                <a:lnTo>
                  <a:pt x="29820" y="3960"/>
                </a:lnTo>
                <a:lnTo>
                  <a:pt x="17407" y="14818"/>
                </a:lnTo>
                <a:lnTo>
                  <a:pt x="6094" y="27879"/>
                </a:lnTo>
                <a:lnTo>
                  <a:pt x="0" y="38449"/>
                </a:lnTo>
                <a:lnTo>
                  <a:pt x="1232" y="48116"/>
                </a:lnTo>
                <a:lnTo>
                  <a:pt x="7007" y="59345"/>
                </a:lnTo>
                <a:lnTo>
                  <a:pt x="14129" y="68730"/>
                </a:lnTo>
                <a:lnTo>
                  <a:pt x="19402" y="72866"/>
                </a:lnTo>
                <a:lnTo>
                  <a:pt x="27284" y="70942"/>
                </a:lnTo>
                <a:lnTo>
                  <a:pt x="40471" y="65840"/>
                </a:lnTo>
                <a:lnTo>
                  <a:pt x="53102" y="59679"/>
                </a:lnTo>
                <a:lnTo>
                  <a:pt x="59317" y="54574"/>
                </a:lnTo>
                <a:lnTo>
                  <a:pt x="57449" y="43975"/>
                </a:lnTo>
                <a:lnTo>
                  <a:pt x="51609" y="25641"/>
                </a:lnTo>
                <a:lnTo>
                  <a:pt x="44597" y="8131"/>
                </a:lnTo>
                <a:lnTo>
                  <a:pt x="39213" y="0"/>
                </a:lnTo>
                <a:close/>
              </a:path>
            </a:pathLst>
          </a:custGeom>
          <a:solidFill>
            <a:srgbClr val="F7E0C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79" name="object 1279" descr=""/>
          <p:cNvGrpSpPr/>
          <p:nvPr/>
        </p:nvGrpSpPr>
        <p:grpSpPr>
          <a:xfrm>
            <a:off x="1655770" y="6995791"/>
            <a:ext cx="430530" cy="650875"/>
            <a:chOff x="1655770" y="6995791"/>
            <a:chExt cx="430530" cy="650875"/>
          </a:xfrm>
        </p:grpSpPr>
        <p:sp>
          <p:nvSpPr>
            <p:cNvPr id="1280" name="object 1280" descr=""/>
            <p:cNvSpPr/>
            <p:nvPr/>
          </p:nvSpPr>
          <p:spPr>
            <a:xfrm>
              <a:off x="1655770" y="6995791"/>
              <a:ext cx="430530" cy="563880"/>
            </a:xfrm>
            <a:custGeom>
              <a:avLst/>
              <a:gdLst/>
              <a:ahLst/>
              <a:cxnLst/>
              <a:rect l="l" t="t" r="r" b="b"/>
              <a:pathLst>
                <a:path w="430530" h="563879">
                  <a:moveTo>
                    <a:pt x="204776" y="0"/>
                  </a:moveTo>
                  <a:lnTo>
                    <a:pt x="153141" y="7617"/>
                  </a:lnTo>
                  <a:lnTo>
                    <a:pt x="104477" y="24669"/>
                  </a:lnTo>
                  <a:lnTo>
                    <a:pt x="63668" y="53759"/>
                  </a:lnTo>
                  <a:lnTo>
                    <a:pt x="35598" y="97494"/>
                  </a:lnTo>
                  <a:lnTo>
                    <a:pt x="26401" y="143532"/>
                  </a:lnTo>
                  <a:lnTo>
                    <a:pt x="31958" y="180265"/>
                  </a:lnTo>
                  <a:lnTo>
                    <a:pt x="41778" y="211373"/>
                  </a:lnTo>
                  <a:lnTo>
                    <a:pt x="45367" y="240537"/>
                  </a:lnTo>
                  <a:lnTo>
                    <a:pt x="39101" y="265927"/>
                  </a:lnTo>
                  <a:lnTo>
                    <a:pt x="28408" y="285654"/>
                  </a:lnTo>
                  <a:lnTo>
                    <a:pt x="16355" y="303283"/>
                  </a:lnTo>
                  <a:lnTo>
                    <a:pt x="6007" y="322377"/>
                  </a:lnTo>
                  <a:lnTo>
                    <a:pt x="0" y="345380"/>
                  </a:lnTo>
                  <a:lnTo>
                    <a:pt x="352" y="371408"/>
                  </a:lnTo>
                  <a:lnTo>
                    <a:pt x="9183" y="399041"/>
                  </a:lnTo>
                  <a:lnTo>
                    <a:pt x="28614" y="426856"/>
                  </a:lnTo>
                  <a:lnTo>
                    <a:pt x="49966" y="463610"/>
                  </a:lnTo>
                  <a:lnTo>
                    <a:pt x="63883" y="508810"/>
                  </a:lnTo>
                  <a:lnTo>
                    <a:pt x="71442" y="547152"/>
                  </a:lnTo>
                  <a:lnTo>
                    <a:pt x="73723" y="563333"/>
                  </a:lnTo>
                  <a:lnTo>
                    <a:pt x="106439" y="541494"/>
                  </a:lnTo>
                  <a:lnTo>
                    <a:pt x="137645" y="506907"/>
                  </a:lnTo>
                  <a:lnTo>
                    <a:pt x="162558" y="437477"/>
                  </a:lnTo>
                  <a:lnTo>
                    <a:pt x="173710" y="392348"/>
                  </a:lnTo>
                  <a:lnTo>
                    <a:pt x="193370" y="348810"/>
                  </a:lnTo>
                  <a:lnTo>
                    <a:pt x="230911" y="312870"/>
                  </a:lnTo>
                  <a:lnTo>
                    <a:pt x="274514" y="290456"/>
                  </a:lnTo>
                  <a:lnTo>
                    <a:pt x="321873" y="269648"/>
                  </a:lnTo>
                  <a:lnTo>
                    <a:pt x="366895" y="247775"/>
                  </a:lnTo>
                  <a:lnTo>
                    <a:pt x="403483" y="222170"/>
                  </a:lnTo>
                  <a:lnTo>
                    <a:pt x="425544" y="190161"/>
                  </a:lnTo>
                  <a:lnTo>
                    <a:pt x="430091" y="164134"/>
                  </a:lnTo>
                  <a:lnTo>
                    <a:pt x="427187" y="133075"/>
                  </a:lnTo>
                  <a:lnTo>
                    <a:pt x="395561" y="67217"/>
                  </a:lnTo>
                  <a:lnTo>
                    <a:pt x="365106" y="38094"/>
                  </a:lnTo>
                  <a:lnTo>
                    <a:pt x="323735" y="15291"/>
                  </a:lnTo>
                  <a:lnTo>
                    <a:pt x="270580" y="1647"/>
                  </a:lnTo>
                  <a:lnTo>
                    <a:pt x="204776" y="0"/>
                  </a:lnTo>
                  <a:close/>
                </a:path>
              </a:pathLst>
            </a:custGeom>
            <a:solidFill>
              <a:srgbClr val="2E83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1" name="object 1281" descr=""/>
            <p:cNvSpPr/>
            <p:nvPr/>
          </p:nvSpPr>
          <p:spPr>
            <a:xfrm>
              <a:off x="1905235" y="7181829"/>
              <a:ext cx="176530" cy="292735"/>
            </a:xfrm>
            <a:custGeom>
              <a:avLst/>
              <a:gdLst/>
              <a:ahLst/>
              <a:cxnLst/>
              <a:rect l="l" t="t" r="r" b="b"/>
              <a:pathLst>
                <a:path w="176530" h="292734">
                  <a:moveTo>
                    <a:pt x="90117" y="74"/>
                  </a:moveTo>
                  <a:lnTo>
                    <a:pt x="43870" y="0"/>
                  </a:lnTo>
                  <a:lnTo>
                    <a:pt x="21516" y="5047"/>
                  </a:lnTo>
                  <a:lnTo>
                    <a:pt x="7221" y="16364"/>
                  </a:lnTo>
                  <a:lnTo>
                    <a:pt x="0" y="46651"/>
                  </a:lnTo>
                  <a:lnTo>
                    <a:pt x="913" y="102550"/>
                  </a:lnTo>
                  <a:lnTo>
                    <a:pt x="6527" y="167220"/>
                  </a:lnTo>
                  <a:lnTo>
                    <a:pt x="13411" y="223819"/>
                  </a:lnTo>
                  <a:lnTo>
                    <a:pt x="23210" y="270816"/>
                  </a:lnTo>
                  <a:lnTo>
                    <a:pt x="39409" y="292157"/>
                  </a:lnTo>
                  <a:lnTo>
                    <a:pt x="40488" y="284561"/>
                  </a:lnTo>
                  <a:lnTo>
                    <a:pt x="44966" y="269750"/>
                  </a:lnTo>
                  <a:lnTo>
                    <a:pt x="53924" y="251283"/>
                  </a:lnTo>
                  <a:lnTo>
                    <a:pt x="68444" y="232714"/>
                  </a:lnTo>
                  <a:lnTo>
                    <a:pt x="107502" y="201628"/>
                  </a:lnTo>
                  <a:lnTo>
                    <a:pt x="132250" y="174691"/>
                  </a:lnTo>
                  <a:lnTo>
                    <a:pt x="154779" y="135248"/>
                  </a:lnTo>
                  <a:lnTo>
                    <a:pt x="170816" y="79620"/>
                  </a:lnTo>
                  <a:lnTo>
                    <a:pt x="176085" y="4124"/>
                  </a:lnTo>
                  <a:lnTo>
                    <a:pt x="90117" y="74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2" name="object 1282" descr=""/>
            <p:cNvPicPr/>
            <p:nvPr/>
          </p:nvPicPr>
          <p:blipFill>
            <a:blip r:embed="rId269" cstate="print"/>
            <a:stretch>
              <a:fillRect/>
            </a:stretch>
          </p:blipFill>
          <p:spPr>
            <a:xfrm>
              <a:off x="1786986" y="7404012"/>
              <a:ext cx="167261" cy="242130"/>
            </a:xfrm>
            <a:prstGeom prst="rect">
              <a:avLst/>
            </a:prstGeom>
          </p:spPr>
        </p:pic>
        <p:sp>
          <p:nvSpPr>
            <p:cNvPr id="1283" name="object 1283" descr=""/>
            <p:cNvSpPr/>
            <p:nvPr/>
          </p:nvSpPr>
          <p:spPr>
            <a:xfrm>
              <a:off x="1691481" y="7120024"/>
              <a:ext cx="268605" cy="396875"/>
            </a:xfrm>
            <a:custGeom>
              <a:avLst/>
              <a:gdLst/>
              <a:ahLst/>
              <a:cxnLst/>
              <a:rect l="l" t="t" r="r" b="b"/>
              <a:pathLst>
                <a:path w="268605" h="396875">
                  <a:moveTo>
                    <a:pt x="114175" y="0"/>
                  </a:moveTo>
                  <a:lnTo>
                    <a:pt x="61769" y="1129"/>
                  </a:lnTo>
                  <a:lnTo>
                    <a:pt x="26008" y="50206"/>
                  </a:lnTo>
                  <a:lnTo>
                    <a:pt x="19842" y="97243"/>
                  </a:lnTo>
                  <a:lnTo>
                    <a:pt x="17193" y="155177"/>
                  </a:lnTo>
                  <a:lnTo>
                    <a:pt x="14254" y="178044"/>
                  </a:lnTo>
                  <a:lnTo>
                    <a:pt x="1931" y="239891"/>
                  </a:lnTo>
                  <a:lnTo>
                    <a:pt x="0" y="257917"/>
                  </a:lnTo>
                  <a:lnTo>
                    <a:pt x="3255" y="275487"/>
                  </a:lnTo>
                  <a:lnTo>
                    <a:pt x="7211" y="293926"/>
                  </a:lnTo>
                  <a:lnTo>
                    <a:pt x="11957" y="314387"/>
                  </a:lnTo>
                  <a:lnTo>
                    <a:pt x="14643" y="355930"/>
                  </a:lnTo>
                  <a:lnTo>
                    <a:pt x="16521" y="377686"/>
                  </a:lnTo>
                  <a:lnTo>
                    <a:pt x="18476" y="386770"/>
                  </a:lnTo>
                  <a:lnTo>
                    <a:pt x="21392" y="390300"/>
                  </a:lnTo>
                  <a:lnTo>
                    <a:pt x="52865" y="396616"/>
                  </a:lnTo>
                  <a:lnTo>
                    <a:pt x="100431" y="391385"/>
                  </a:lnTo>
                  <a:lnTo>
                    <a:pt x="145312" y="381909"/>
                  </a:lnTo>
                  <a:lnTo>
                    <a:pt x="210859" y="347369"/>
                  </a:lnTo>
                  <a:lnTo>
                    <a:pt x="239208" y="305898"/>
                  </a:lnTo>
                  <a:lnTo>
                    <a:pt x="256464" y="257913"/>
                  </a:lnTo>
                  <a:lnTo>
                    <a:pt x="265316" y="210257"/>
                  </a:lnTo>
                  <a:lnTo>
                    <a:pt x="268454" y="169773"/>
                  </a:lnTo>
                  <a:lnTo>
                    <a:pt x="268567" y="143303"/>
                  </a:lnTo>
                  <a:lnTo>
                    <a:pt x="262030" y="105350"/>
                  </a:lnTo>
                  <a:lnTo>
                    <a:pt x="248823" y="62579"/>
                  </a:lnTo>
                  <a:lnTo>
                    <a:pt x="235842" y="27639"/>
                  </a:lnTo>
                  <a:lnTo>
                    <a:pt x="229982" y="13181"/>
                  </a:lnTo>
                  <a:lnTo>
                    <a:pt x="176495" y="3207"/>
                  </a:lnTo>
                  <a:lnTo>
                    <a:pt x="114175" y="0"/>
                  </a:lnTo>
                  <a:close/>
                </a:path>
              </a:pathLst>
            </a:custGeom>
            <a:solidFill>
              <a:srgbClr val="F5D8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4" name="object 1284" descr=""/>
            <p:cNvSpPr/>
            <p:nvPr/>
          </p:nvSpPr>
          <p:spPr>
            <a:xfrm>
              <a:off x="1729499" y="7084404"/>
              <a:ext cx="352425" cy="306705"/>
            </a:xfrm>
            <a:custGeom>
              <a:avLst/>
              <a:gdLst/>
              <a:ahLst/>
              <a:cxnLst/>
              <a:rect l="l" t="t" r="r" b="b"/>
              <a:pathLst>
                <a:path w="352425" h="306704">
                  <a:moveTo>
                    <a:pt x="138370" y="0"/>
                  </a:moveTo>
                  <a:lnTo>
                    <a:pt x="66809" y="12852"/>
                  </a:lnTo>
                  <a:lnTo>
                    <a:pt x="18030" y="30737"/>
                  </a:lnTo>
                  <a:lnTo>
                    <a:pt x="0" y="39783"/>
                  </a:lnTo>
                  <a:lnTo>
                    <a:pt x="43867" y="37298"/>
                  </a:lnTo>
                  <a:lnTo>
                    <a:pt x="68815" y="40679"/>
                  </a:lnTo>
                  <a:lnTo>
                    <a:pt x="84138" y="53714"/>
                  </a:lnTo>
                  <a:lnTo>
                    <a:pt x="99127" y="80190"/>
                  </a:lnTo>
                  <a:lnTo>
                    <a:pt x="116294" y="118043"/>
                  </a:lnTo>
                  <a:lnTo>
                    <a:pt x="132592" y="157677"/>
                  </a:lnTo>
                  <a:lnTo>
                    <a:pt x="148985" y="191606"/>
                  </a:lnTo>
                  <a:lnTo>
                    <a:pt x="166434" y="212343"/>
                  </a:lnTo>
                  <a:lnTo>
                    <a:pt x="184037" y="230406"/>
                  </a:lnTo>
                  <a:lnTo>
                    <a:pt x="199301" y="256715"/>
                  </a:lnTo>
                  <a:lnTo>
                    <a:pt x="210825" y="284383"/>
                  </a:lnTo>
                  <a:lnTo>
                    <a:pt x="217208" y="306528"/>
                  </a:lnTo>
                  <a:lnTo>
                    <a:pt x="228420" y="301775"/>
                  </a:lnTo>
                  <a:lnTo>
                    <a:pt x="253113" y="271579"/>
                  </a:lnTo>
                  <a:lnTo>
                    <a:pt x="284542" y="226200"/>
                  </a:lnTo>
                  <a:lnTo>
                    <a:pt x="315965" y="175894"/>
                  </a:lnTo>
                  <a:lnTo>
                    <a:pt x="340639" y="130922"/>
                  </a:lnTo>
                  <a:lnTo>
                    <a:pt x="351821" y="101540"/>
                  </a:lnTo>
                  <a:lnTo>
                    <a:pt x="350896" y="75071"/>
                  </a:lnTo>
                  <a:lnTo>
                    <a:pt x="335489" y="50240"/>
                  </a:lnTo>
                  <a:lnTo>
                    <a:pt x="296480" y="27189"/>
                  </a:lnTo>
                  <a:lnTo>
                    <a:pt x="224747" y="6056"/>
                  </a:lnTo>
                  <a:lnTo>
                    <a:pt x="138370" y="0"/>
                  </a:lnTo>
                  <a:close/>
                </a:path>
              </a:pathLst>
            </a:custGeom>
            <a:solidFill>
              <a:srgbClr val="217B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5" name="object 1285" descr=""/>
            <p:cNvSpPr/>
            <p:nvPr/>
          </p:nvSpPr>
          <p:spPr>
            <a:xfrm>
              <a:off x="1886685" y="7234215"/>
              <a:ext cx="59690" cy="123189"/>
            </a:xfrm>
            <a:custGeom>
              <a:avLst/>
              <a:gdLst/>
              <a:ahLst/>
              <a:cxnLst/>
              <a:rect l="l" t="t" r="r" b="b"/>
              <a:pathLst>
                <a:path w="59689" h="123190">
                  <a:moveTo>
                    <a:pt x="43335" y="0"/>
                  </a:moveTo>
                  <a:lnTo>
                    <a:pt x="31456" y="4199"/>
                  </a:lnTo>
                  <a:lnTo>
                    <a:pt x="10020" y="13661"/>
                  </a:lnTo>
                  <a:lnTo>
                    <a:pt x="11595" y="48517"/>
                  </a:lnTo>
                  <a:lnTo>
                    <a:pt x="11076" y="71521"/>
                  </a:lnTo>
                  <a:lnTo>
                    <a:pt x="7524" y="92918"/>
                  </a:lnTo>
                  <a:lnTo>
                    <a:pt x="0" y="122956"/>
                  </a:lnTo>
                  <a:lnTo>
                    <a:pt x="7034" y="121968"/>
                  </a:lnTo>
                  <a:lnTo>
                    <a:pt x="51747" y="105805"/>
                  </a:lnTo>
                  <a:lnTo>
                    <a:pt x="59615" y="52648"/>
                  </a:lnTo>
                  <a:lnTo>
                    <a:pt x="59545" y="20651"/>
                  </a:lnTo>
                  <a:lnTo>
                    <a:pt x="55453" y="3630"/>
                  </a:lnTo>
                  <a:lnTo>
                    <a:pt x="49914" y="124"/>
                  </a:lnTo>
                  <a:lnTo>
                    <a:pt x="43335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6" name="object 1286" descr=""/>
            <p:cNvSpPr/>
            <p:nvPr/>
          </p:nvSpPr>
          <p:spPr>
            <a:xfrm>
              <a:off x="1674901" y="7304633"/>
              <a:ext cx="50165" cy="79375"/>
            </a:xfrm>
            <a:custGeom>
              <a:avLst/>
              <a:gdLst/>
              <a:ahLst/>
              <a:cxnLst/>
              <a:rect l="l" t="t" r="r" b="b"/>
              <a:pathLst>
                <a:path w="50164" h="79375">
                  <a:moveTo>
                    <a:pt x="32805" y="0"/>
                  </a:moveTo>
                  <a:lnTo>
                    <a:pt x="24945" y="4309"/>
                  </a:lnTo>
                  <a:lnTo>
                    <a:pt x="14561" y="16126"/>
                  </a:lnTo>
                  <a:lnTo>
                    <a:pt x="5097" y="30340"/>
                  </a:lnTo>
                  <a:lnTo>
                    <a:pt x="0" y="41841"/>
                  </a:lnTo>
                  <a:lnTo>
                    <a:pt x="1031" y="52361"/>
                  </a:lnTo>
                  <a:lnTo>
                    <a:pt x="5861" y="64581"/>
                  </a:lnTo>
                  <a:lnTo>
                    <a:pt x="11818" y="74795"/>
                  </a:lnTo>
                  <a:lnTo>
                    <a:pt x="16229" y="79296"/>
                  </a:lnTo>
                  <a:lnTo>
                    <a:pt x="22824" y="77206"/>
                  </a:lnTo>
                  <a:lnTo>
                    <a:pt x="33857" y="71656"/>
                  </a:lnTo>
                  <a:lnTo>
                    <a:pt x="44427" y="64949"/>
                  </a:lnTo>
                  <a:lnTo>
                    <a:pt x="49631" y="59390"/>
                  </a:lnTo>
                  <a:lnTo>
                    <a:pt x="48068" y="47858"/>
                  </a:lnTo>
                  <a:lnTo>
                    <a:pt x="43181" y="27904"/>
                  </a:lnTo>
                  <a:lnTo>
                    <a:pt x="37313" y="8846"/>
                  </a:lnTo>
                  <a:lnTo>
                    <a:pt x="32805" y="0"/>
                  </a:lnTo>
                  <a:close/>
                </a:path>
              </a:pathLst>
            </a:custGeom>
            <a:solidFill>
              <a:srgbClr val="F5D8B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87" name="object 1287" descr=""/>
          <p:cNvPicPr/>
          <p:nvPr/>
        </p:nvPicPr>
        <p:blipFill>
          <a:blip r:embed="rId270" cstate="print"/>
          <a:stretch>
            <a:fillRect/>
          </a:stretch>
        </p:blipFill>
        <p:spPr>
          <a:xfrm>
            <a:off x="15019521" y="3583146"/>
            <a:ext cx="608434" cy="1427960"/>
          </a:xfrm>
          <a:prstGeom prst="rect">
            <a:avLst/>
          </a:prstGeom>
        </p:spPr>
      </p:pic>
      <p:pic>
        <p:nvPicPr>
          <p:cNvPr id="1288" name="object 1288" descr=""/>
          <p:cNvPicPr/>
          <p:nvPr/>
        </p:nvPicPr>
        <p:blipFill>
          <a:blip r:embed="rId271" cstate="print"/>
          <a:stretch>
            <a:fillRect/>
          </a:stretch>
        </p:blipFill>
        <p:spPr>
          <a:xfrm>
            <a:off x="16083066" y="3583146"/>
            <a:ext cx="779710" cy="1427960"/>
          </a:xfrm>
          <a:prstGeom prst="rect">
            <a:avLst/>
          </a:prstGeom>
        </p:spPr>
      </p:pic>
      <p:sp>
        <p:nvSpPr>
          <p:cNvPr id="1289" name="object 1289" descr=""/>
          <p:cNvSpPr/>
          <p:nvPr/>
        </p:nvSpPr>
        <p:spPr>
          <a:xfrm>
            <a:off x="13815147" y="4042933"/>
            <a:ext cx="307340" cy="836294"/>
          </a:xfrm>
          <a:custGeom>
            <a:avLst/>
            <a:gdLst/>
            <a:ahLst/>
            <a:cxnLst/>
            <a:rect l="l" t="t" r="r" b="b"/>
            <a:pathLst>
              <a:path w="307340" h="836295">
                <a:moveTo>
                  <a:pt x="75872" y="0"/>
                </a:moveTo>
                <a:lnTo>
                  <a:pt x="34377" y="11466"/>
                </a:lnTo>
                <a:lnTo>
                  <a:pt x="2252" y="48455"/>
                </a:lnTo>
                <a:lnTo>
                  <a:pt x="0" y="68639"/>
                </a:lnTo>
                <a:lnTo>
                  <a:pt x="1441" y="80265"/>
                </a:lnTo>
                <a:lnTo>
                  <a:pt x="4022" y="94485"/>
                </a:lnTo>
                <a:lnTo>
                  <a:pt x="7571" y="109678"/>
                </a:lnTo>
                <a:lnTo>
                  <a:pt x="12194" y="123887"/>
                </a:lnTo>
                <a:lnTo>
                  <a:pt x="18561" y="141300"/>
                </a:lnTo>
                <a:lnTo>
                  <a:pt x="27340" y="166106"/>
                </a:lnTo>
                <a:lnTo>
                  <a:pt x="90521" y="361622"/>
                </a:lnTo>
                <a:lnTo>
                  <a:pt x="120180" y="454656"/>
                </a:lnTo>
                <a:lnTo>
                  <a:pt x="139482" y="517885"/>
                </a:lnTo>
                <a:lnTo>
                  <a:pt x="159724" y="587370"/>
                </a:lnTo>
                <a:lnTo>
                  <a:pt x="172041" y="630447"/>
                </a:lnTo>
                <a:lnTo>
                  <a:pt x="185851" y="679980"/>
                </a:lnTo>
                <a:lnTo>
                  <a:pt x="200906" y="735568"/>
                </a:lnTo>
                <a:lnTo>
                  <a:pt x="216958" y="796809"/>
                </a:lnTo>
                <a:lnTo>
                  <a:pt x="220783" y="809117"/>
                </a:lnTo>
                <a:lnTo>
                  <a:pt x="227091" y="819693"/>
                </a:lnTo>
                <a:lnTo>
                  <a:pt x="235499" y="828008"/>
                </a:lnTo>
                <a:lnTo>
                  <a:pt x="245627" y="833530"/>
                </a:lnTo>
                <a:lnTo>
                  <a:pt x="258630" y="835698"/>
                </a:lnTo>
                <a:lnTo>
                  <a:pt x="269779" y="833831"/>
                </a:lnTo>
                <a:lnTo>
                  <a:pt x="305282" y="791220"/>
                </a:lnTo>
                <a:lnTo>
                  <a:pt x="307167" y="774944"/>
                </a:lnTo>
                <a:lnTo>
                  <a:pt x="305728" y="726356"/>
                </a:lnTo>
                <a:lnTo>
                  <a:pt x="304083" y="682022"/>
                </a:lnTo>
                <a:lnTo>
                  <a:pt x="302042" y="634551"/>
                </a:lnTo>
                <a:lnTo>
                  <a:pt x="299557" y="584090"/>
                </a:lnTo>
                <a:lnTo>
                  <a:pt x="296578" y="530786"/>
                </a:lnTo>
                <a:lnTo>
                  <a:pt x="291318" y="451086"/>
                </a:lnTo>
                <a:lnTo>
                  <a:pt x="286506" y="394726"/>
                </a:lnTo>
                <a:lnTo>
                  <a:pt x="281917" y="354674"/>
                </a:lnTo>
                <a:lnTo>
                  <a:pt x="262469" y="248367"/>
                </a:lnTo>
                <a:lnTo>
                  <a:pt x="246584" y="190205"/>
                </a:lnTo>
                <a:lnTo>
                  <a:pt x="230766" y="146867"/>
                </a:lnTo>
                <a:lnTo>
                  <a:pt x="203722" y="94464"/>
                </a:lnTo>
                <a:lnTo>
                  <a:pt x="169095" y="48128"/>
                </a:lnTo>
                <a:lnTo>
                  <a:pt x="138731" y="20744"/>
                </a:lnTo>
                <a:lnTo>
                  <a:pt x="97841" y="2184"/>
                </a:lnTo>
                <a:lnTo>
                  <a:pt x="88881" y="714"/>
                </a:lnTo>
                <a:lnTo>
                  <a:pt x="75872" y="0"/>
                </a:lnTo>
                <a:close/>
              </a:path>
            </a:pathLst>
          </a:custGeom>
          <a:solidFill>
            <a:srgbClr val="EEAB8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90" name="object 1290" descr=""/>
          <p:cNvGrpSpPr/>
          <p:nvPr/>
        </p:nvGrpSpPr>
        <p:grpSpPr>
          <a:xfrm>
            <a:off x="14325725" y="3590745"/>
            <a:ext cx="358775" cy="488950"/>
            <a:chOff x="14325725" y="3590745"/>
            <a:chExt cx="358775" cy="488950"/>
          </a:xfrm>
        </p:grpSpPr>
        <p:sp>
          <p:nvSpPr>
            <p:cNvPr id="1291" name="object 1291" descr=""/>
            <p:cNvSpPr/>
            <p:nvPr/>
          </p:nvSpPr>
          <p:spPr>
            <a:xfrm>
              <a:off x="14335300" y="3593173"/>
              <a:ext cx="348615" cy="486409"/>
            </a:xfrm>
            <a:custGeom>
              <a:avLst/>
              <a:gdLst/>
              <a:ahLst/>
              <a:cxnLst/>
              <a:rect l="l" t="t" r="r" b="b"/>
              <a:pathLst>
                <a:path w="348615" h="486410">
                  <a:moveTo>
                    <a:pt x="164576" y="0"/>
                  </a:moveTo>
                  <a:lnTo>
                    <a:pt x="113234" y="6683"/>
                  </a:lnTo>
                  <a:lnTo>
                    <a:pt x="67838" y="24627"/>
                  </a:lnTo>
                  <a:lnTo>
                    <a:pt x="32189" y="48711"/>
                  </a:lnTo>
                  <a:lnTo>
                    <a:pt x="5489" y="91926"/>
                  </a:lnTo>
                  <a:lnTo>
                    <a:pt x="0" y="142602"/>
                  </a:lnTo>
                  <a:lnTo>
                    <a:pt x="1554" y="167743"/>
                  </a:lnTo>
                  <a:lnTo>
                    <a:pt x="5022" y="192991"/>
                  </a:lnTo>
                  <a:lnTo>
                    <a:pt x="15008" y="229897"/>
                  </a:lnTo>
                  <a:lnTo>
                    <a:pt x="19271" y="257531"/>
                  </a:lnTo>
                  <a:lnTo>
                    <a:pt x="20327" y="268397"/>
                  </a:lnTo>
                  <a:lnTo>
                    <a:pt x="20804" y="275352"/>
                  </a:lnTo>
                  <a:lnTo>
                    <a:pt x="20816" y="281397"/>
                  </a:lnTo>
                  <a:lnTo>
                    <a:pt x="20475" y="289530"/>
                  </a:lnTo>
                  <a:lnTo>
                    <a:pt x="20769" y="331728"/>
                  </a:lnTo>
                  <a:lnTo>
                    <a:pt x="30941" y="392274"/>
                  </a:lnTo>
                  <a:lnTo>
                    <a:pt x="67709" y="450080"/>
                  </a:lnTo>
                  <a:lnTo>
                    <a:pt x="103864" y="473680"/>
                  </a:lnTo>
                  <a:lnTo>
                    <a:pt x="141610" y="484079"/>
                  </a:lnTo>
                  <a:lnTo>
                    <a:pt x="176369" y="486044"/>
                  </a:lnTo>
                  <a:lnTo>
                    <a:pt x="203559" y="484341"/>
                  </a:lnTo>
                  <a:lnTo>
                    <a:pt x="250946" y="476781"/>
                  </a:lnTo>
                  <a:lnTo>
                    <a:pt x="301608" y="448897"/>
                  </a:lnTo>
                  <a:lnTo>
                    <a:pt x="333411" y="396694"/>
                  </a:lnTo>
                  <a:lnTo>
                    <a:pt x="345314" y="334314"/>
                  </a:lnTo>
                  <a:lnTo>
                    <a:pt x="348063" y="298896"/>
                  </a:lnTo>
                  <a:lnTo>
                    <a:pt x="347128" y="267218"/>
                  </a:lnTo>
                  <a:lnTo>
                    <a:pt x="339408" y="212632"/>
                  </a:lnTo>
                  <a:lnTo>
                    <a:pt x="323500" y="145790"/>
                  </a:lnTo>
                  <a:lnTo>
                    <a:pt x="307782" y="106698"/>
                  </a:lnTo>
                  <a:lnTo>
                    <a:pt x="283891" y="66155"/>
                  </a:lnTo>
                  <a:lnTo>
                    <a:pt x="252336" y="30250"/>
                  </a:lnTo>
                  <a:lnTo>
                    <a:pt x="211123" y="7089"/>
                  </a:lnTo>
                  <a:lnTo>
                    <a:pt x="177186" y="584"/>
                  </a:lnTo>
                  <a:lnTo>
                    <a:pt x="164576" y="0"/>
                  </a:lnTo>
                  <a:close/>
                </a:path>
              </a:pathLst>
            </a:custGeom>
            <a:solidFill>
              <a:srgbClr val="EEAB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2" name="object 1292" descr=""/>
            <p:cNvSpPr/>
            <p:nvPr/>
          </p:nvSpPr>
          <p:spPr>
            <a:xfrm>
              <a:off x="14325725" y="3590745"/>
              <a:ext cx="358775" cy="328295"/>
            </a:xfrm>
            <a:custGeom>
              <a:avLst/>
              <a:gdLst/>
              <a:ahLst/>
              <a:cxnLst/>
              <a:rect l="l" t="t" r="r" b="b"/>
              <a:pathLst>
                <a:path w="358775" h="328295">
                  <a:moveTo>
                    <a:pt x="241033" y="53"/>
                  </a:moveTo>
                  <a:lnTo>
                    <a:pt x="224489" y="0"/>
                  </a:lnTo>
                  <a:lnTo>
                    <a:pt x="207911" y="1141"/>
                  </a:lnTo>
                  <a:lnTo>
                    <a:pt x="191721" y="2537"/>
                  </a:lnTo>
                  <a:lnTo>
                    <a:pt x="169707" y="4704"/>
                  </a:lnTo>
                  <a:lnTo>
                    <a:pt x="134349" y="7167"/>
                  </a:lnTo>
                  <a:lnTo>
                    <a:pt x="81584" y="7684"/>
                  </a:lnTo>
                  <a:lnTo>
                    <a:pt x="7350" y="4014"/>
                  </a:lnTo>
                  <a:lnTo>
                    <a:pt x="3950" y="24676"/>
                  </a:lnTo>
                  <a:lnTo>
                    <a:pt x="1747" y="43598"/>
                  </a:lnTo>
                  <a:lnTo>
                    <a:pt x="508" y="60593"/>
                  </a:lnTo>
                  <a:lnTo>
                    <a:pt x="0" y="75478"/>
                  </a:lnTo>
                  <a:lnTo>
                    <a:pt x="438" y="102611"/>
                  </a:lnTo>
                  <a:lnTo>
                    <a:pt x="4669" y="145717"/>
                  </a:lnTo>
                  <a:lnTo>
                    <a:pt x="11495" y="185894"/>
                  </a:lnTo>
                  <a:lnTo>
                    <a:pt x="24448" y="237734"/>
                  </a:lnTo>
                  <a:lnTo>
                    <a:pt x="26894" y="248196"/>
                  </a:lnTo>
                  <a:lnTo>
                    <a:pt x="28847" y="259964"/>
                  </a:lnTo>
                  <a:lnTo>
                    <a:pt x="29971" y="271005"/>
                  </a:lnTo>
                  <a:lnTo>
                    <a:pt x="30433" y="280946"/>
                  </a:lnTo>
                  <a:lnTo>
                    <a:pt x="30416" y="289630"/>
                  </a:lnTo>
                  <a:lnTo>
                    <a:pt x="30103" y="296895"/>
                  </a:lnTo>
                  <a:lnTo>
                    <a:pt x="36696" y="281948"/>
                  </a:lnTo>
                  <a:lnTo>
                    <a:pt x="68655" y="238108"/>
                  </a:lnTo>
                  <a:lnTo>
                    <a:pt x="126286" y="203718"/>
                  </a:lnTo>
                  <a:lnTo>
                    <a:pt x="179851" y="197006"/>
                  </a:lnTo>
                  <a:lnTo>
                    <a:pt x="201669" y="197830"/>
                  </a:lnTo>
                  <a:lnTo>
                    <a:pt x="262921" y="207472"/>
                  </a:lnTo>
                  <a:lnTo>
                    <a:pt x="297685" y="223485"/>
                  </a:lnTo>
                  <a:lnTo>
                    <a:pt x="328681" y="251755"/>
                  </a:lnTo>
                  <a:lnTo>
                    <a:pt x="350057" y="294560"/>
                  </a:lnTo>
                  <a:lnTo>
                    <a:pt x="355538" y="328255"/>
                  </a:lnTo>
                  <a:lnTo>
                    <a:pt x="357329" y="318664"/>
                  </a:lnTo>
                  <a:lnTo>
                    <a:pt x="357989" y="311826"/>
                  </a:lnTo>
                  <a:lnTo>
                    <a:pt x="358654" y="300162"/>
                  </a:lnTo>
                  <a:lnTo>
                    <a:pt x="358499" y="289866"/>
                  </a:lnTo>
                  <a:lnTo>
                    <a:pt x="350684" y="225239"/>
                  </a:lnTo>
                  <a:lnTo>
                    <a:pt x="338941" y="167269"/>
                  </a:lnTo>
                  <a:lnTo>
                    <a:pt x="325791" y="121967"/>
                  </a:lnTo>
                  <a:lnTo>
                    <a:pt x="308282" y="78218"/>
                  </a:lnTo>
                  <a:lnTo>
                    <a:pt x="274363" y="14630"/>
                  </a:lnTo>
                  <a:lnTo>
                    <a:pt x="257123" y="2244"/>
                  </a:lnTo>
                  <a:lnTo>
                    <a:pt x="241033" y="53"/>
                  </a:lnTo>
                  <a:close/>
                </a:path>
              </a:pathLst>
            </a:custGeom>
            <a:solidFill>
              <a:srgbClr val="EEDF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3" name="object 1293" descr=""/>
          <p:cNvSpPr/>
          <p:nvPr/>
        </p:nvSpPr>
        <p:spPr>
          <a:xfrm>
            <a:off x="13814762" y="4811569"/>
            <a:ext cx="314960" cy="128905"/>
          </a:xfrm>
          <a:custGeom>
            <a:avLst/>
            <a:gdLst/>
            <a:ahLst/>
            <a:cxnLst/>
            <a:rect l="l" t="t" r="r" b="b"/>
            <a:pathLst>
              <a:path w="314959" h="128904">
                <a:moveTo>
                  <a:pt x="242709" y="0"/>
                </a:moveTo>
                <a:lnTo>
                  <a:pt x="229618" y="1558"/>
                </a:lnTo>
                <a:lnTo>
                  <a:pt x="217270" y="5927"/>
                </a:lnTo>
                <a:lnTo>
                  <a:pt x="211030" y="9121"/>
                </a:lnTo>
                <a:lnTo>
                  <a:pt x="206705" y="13173"/>
                </a:lnTo>
                <a:lnTo>
                  <a:pt x="165638" y="27487"/>
                </a:lnTo>
                <a:lnTo>
                  <a:pt x="153864" y="32492"/>
                </a:lnTo>
                <a:lnTo>
                  <a:pt x="133535" y="42314"/>
                </a:lnTo>
                <a:lnTo>
                  <a:pt x="118294" y="49012"/>
                </a:lnTo>
                <a:lnTo>
                  <a:pt x="102710" y="54867"/>
                </a:lnTo>
                <a:lnTo>
                  <a:pt x="86829" y="59864"/>
                </a:lnTo>
                <a:lnTo>
                  <a:pt x="70699" y="63988"/>
                </a:lnTo>
                <a:lnTo>
                  <a:pt x="38530" y="70793"/>
                </a:lnTo>
                <a:lnTo>
                  <a:pt x="22537" y="74860"/>
                </a:lnTo>
                <a:lnTo>
                  <a:pt x="7099" y="80197"/>
                </a:lnTo>
                <a:lnTo>
                  <a:pt x="4554" y="81244"/>
                </a:lnTo>
                <a:lnTo>
                  <a:pt x="1853" y="82616"/>
                </a:lnTo>
                <a:lnTo>
                  <a:pt x="0" y="86920"/>
                </a:lnTo>
                <a:lnTo>
                  <a:pt x="1277" y="96783"/>
                </a:lnTo>
                <a:lnTo>
                  <a:pt x="67826" y="127017"/>
                </a:lnTo>
                <a:lnTo>
                  <a:pt x="88478" y="128698"/>
                </a:lnTo>
                <a:lnTo>
                  <a:pt x="96363" y="128688"/>
                </a:lnTo>
                <a:lnTo>
                  <a:pt x="139244" y="122896"/>
                </a:lnTo>
                <a:lnTo>
                  <a:pt x="193231" y="112749"/>
                </a:lnTo>
                <a:lnTo>
                  <a:pt x="234474" y="100469"/>
                </a:lnTo>
                <a:lnTo>
                  <a:pt x="242139" y="99097"/>
                </a:lnTo>
                <a:lnTo>
                  <a:pt x="257621" y="97513"/>
                </a:lnTo>
                <a:lnTo>
                  <a:pt x="273279" y="96629"/>
                </a:lnTo>
                <a:lnTo>
                  <a:pt x="288215" y="94100"/>
                </a:lnTo>
                <a:lnTo>
                  <a:pt x="314890" y="61611"/>
                </a:lnTo>
                <a:lnTo>
                  <a:pt x="314182" y="52910"/>
                </a:lnTo>
                <a:lnTo>
                  <a:pt x="312100" y="44366"/>
                </a:lnTo>
                <a:lnTo>
                  <a:pt x="309531" y="35861"/>
                </a:lnTo>
                <a:lnTo>
                  <a:pt x="307362" y="27277"/>
                </a:lnTo>
                <a:lnTo>
                  <a:pt x="306189" y="21215"/>
                </a:lnTo>
                <a:lnTo>
                  <a:pt x="305969" y="15027"/>
                </a:lnTo>
                <a:lnTo>
                  <a:pt x="305341" y="7561"/>
                </a:lnTo>
                <a:lnTo>
                  <a:pt x="305079" y="6022"/>
                </a:lnTo>
                <a:lnTo>
                  <a:pt x="303215" y="5058"/>
                </a:lnTo>
                <a:lnTo>
                  <a:pt x="301666" y="5362"/>
                </a:lnTo>
                <a:lnTo>
                  <a:pt x="269531" y="1666"/>
                </a:lnTo>
                <a:lnTo>
                  <a:pt x="256146" y="339"/>
                </a:lnTo>
                <a:lnTo>
                  <a:pt x="242709" y="0"/>
                </a:lnTo>
                <a:close/>
              </a:path>
            </a:pathLst>
          </a:custGeom>
          <a:solidFill>
            <a:srgbClr val="EEAB8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4" name="object 1294" descr=""/>
          <p:cNvSpPr/>
          <p:nvPr/>
        </p:nvSpPr>
        <p:spPr>
          <a:xfrm>
            <a:off x="13816311" y="3791934"/>
            <a:ext cx="867410" cy="367665"/>
          </a:xfrm>
          <a:custGeom>
            <a:avLst/>
            <a:gdLst/>
            <a:ahLst/>
            <a:cxnLst/>
            <a:rect l="l" t="t" r="r" b="b"/>
            <a:pathLst>
              <a:path w="867409" h="367664">
                <a:moveTo>
                  <a:pt x="732791" y="0"/>
                </a:moveTo>
                <a:lnTo>
                  <a:pt x="699715" y="2242"/>
                </a:lnTo>
                <a:lnTo>
                  <a:pt x="683800" y="5700"/>
                </a:lnTo>
                <a:lnTo>
                  <a:pt x="637174" y="18456"/>
                </a:lnTo>
                <a:lnTo>
                  <a:pt x="596173" y="28876"/>
                </a:lnTo>
                <a:lnTo>
                  <a:pt x="559316" y="39050"/>
                </a:lnTo>
                <a:lnTo>
                  <a:pt x="525124" y="51070"/>
                </a:lnTo>
                <a:lnTo>
                  <a:pt x="475829" y="70022"/>
                </a:lnTo>
                <a:lnTo>
                  <a:pt x="422085" y="88783"/>
                </a:lnTo>
                <a:lnTo>
                  <a:pt x="365673" y="107226"/>
                </a:lnTo>
                <a:lnTo>
                  <a:pt x="308376" y="125224"/>
                </a:lnTo>
                <a:lnTo>
                  <a:pt x="198257" y="159369"/>
                </a:lnTo>
                <a:lnTo>
                  <a:pt x="149002" y="175262"/>
                </a:lnTo>
                <a:lnTo>
                  <a:pt x="105992" y="190198"/>
                </a:lnTo>
                <a:lnTo>
                  <a:pt x="45840" y="216688"/>
                </a:lnTo>
                <a:lnTo>
                  <a:pt x="8879" y="256117"/>
                </a:lnTo>
                <a:lnTo>
                  <a:pt x="0" y="279930"/>
                </a:lnTo>
                <a:lnTo>
                  <a:pt x="480" y="308779"/>
                </a:lnTo>
                <a:lnTo>
                  <a:pt x="28050" y="349895"/>
                </a:lnTo>
                <a:lnTo>
                  <a:pt x="70258" y="367270"/>
                </a:lnTo>
                <a:lnTo>
                  <a:pt x="79816" y="367507"/>
                </a:lnTo>
                <a:lnTo>
                  <a:pt x="87772" y="366660"/>
                </a:lnTo>
                <a:lnTo>
                  <a:pt x="93672" y="365409"/>
                </a:lnTo>
                <a:lnTo>
                  <a:pt x="97063" y="364432"/>
                </a:lnTo>
                <a:lnTo>
                  <a:pt x="108418" y="362634"/>
                </a:lnTo>
                <a:lnTo>
                  <a:pt x="234328" y="349510"/>
                </a:lnTo>
                <a:lnTo>
                  <a:pt x="432949" y="330229"/>
                </a:lnTo>
                <a:lnTo>
                  <a:pt x="473938" y="326522"/>
                </a:lnTo>
                <a:lnTo>
                  <a:pt x="519801" y="322601"/>
                </a:lnTo>
                <a:lnTo>
                  <a:pt x="570432" y="318536"/>
                </a:lnTo>
                <a:lnTo>
                  <a:pt x="625726" y="314401"/>
                </a:lnTo>
                <a:lnTo>
                  <a:pt x="685580" y="310266"/>
                </a:lnTo>
                <a:lnTo>
                  <a:pt x="734552" y="303220"/>
                </a:lnTo>
                <a:lnTo>
                  <a:pt x="778372" y="285861"/>
                </a:lnTo>
                <a:lnTo>
                  <a:pt x="815253" y="259653"/>
                </a:lnTo>
                <a:lnTo>
                  <a:pt x="843405" y="226062"/>
                </a:lnTo>
                <a:lnTo>
                  <a:pt x="861040" y="186553"/>
                </a:lnTo>
                <a:lnTo>
                  <a:pt x="866898" y="149856"/>
                </a:lnTo>
                <a:lnTo>
                  <a:pt x="863988" y="108571"/>
                </a:lnTo>
                <a:lnTo>
                  <a:pt x="849196" y="67451"/>
                </a:lnTo>
                <a:lnTo>
                  <a:pt x="819408" y="31249"/>
                </a:lnTo>
                <a:lnTo>
                  <a:pt x="775274" y="6994"/>
                </a:lnTo>
                <a:lnTo>
                  <a:pt x="732791" y="0"/>
                </a:lnTo>
                <a:close/>
              </a:path>
            </a:pathLst>
          </a:custGeom>
          <a:solidFill>
            <a:srgbClr val="EEAB8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295" name="object 1295" descr=""/>
          <p:cNvGrpSpPr/>
          <p:nvPr/>
        </p:nvGrpSpPr>
        <p:grpSpPr>
          <a:xfrm>
            <a:off x="17032670" y="3603620"/>
            <a:ext cx="1076325" cy="1261745"/>
            <a:chOff x="17032670" y="3603620"/>
            <a:chExt cx="1076325" cy="1261745"/>
          </a:xfrm>
        </p:grpSpPr>
        <p:sp>
          <p:nvSpPr>
            <p:cNvPr id="1296" name="object 1296" descr=""/>
            <p:cNvSpPr/>
            <p:nvPr/>
          </p:nvSpPr>
          <p:spPr>
            <a:xfrm>
              <a:off x="17204246" y="3606056"/>
              <a:ext cx="903605" cy="1210945"/>
            </a:xfrm>
            <a:custGeom>
              <a:avLst/>
              <a:gdLst/>
              <a:ahLst/>
              <a:cxnLst/>
              <a:rect l="l" t="t" r="r" b="b"/>
              <a:pathLst>
                <a:path w="903605" h="1210945">
                  <a:moveTo>
                    <a:pt x="903236" y="298894"/>
                  </a:moveTo>
                  <a:lnTo>
                    <a:pt x="898982" y="238671"/>
                  </a:lnTo>
                  <a:lnTo>
                    <a:pt x="888466" y="181686"/>
                  </a:lnTo>
                  <a:lnTo>
                    <a:pt x="862965" y="106692"/>
                  </a:lnTo>
                  <a:lnTo>
                    <a:pt x="839076" y="66154"/>
                  </a:lnTo>
                  <a:lnTo>
                    <a:pt x="807516" y="30251"/>
                  </a:lnTo>
                  <a:lnTo>
                    <a:pt x="766305" y="7086"/>
                  </a:lnTo>
                  <a:lnTo>
                    <a:pt x="719759" y="0"/>
                  </a:lnTo>
                  <a:lnTo>
                    <a:pt x="709917" y="88"/>
                  </a:lnTo>
                  <a:lnTo>
                    <a:pt x="668413" y="6680"/>
                  </a:lnTo>
                  <a:lnTo>
                    <a:pt x="623011" y="24625"/>
                  </a:lnTo>
                  <a:lnTo>
                    <a:pt x="587375" y="48704"/>
                  </a:lnTo>
                  <a:lnTo>
                    <a:pt x="560666" y="91922"/>
                  </a:lnTo>
                  <a:lnTo>
                    <a:pt x="555180" y="142595"/>
                  </a:lnTo>
                  <a:lnTo>
                    <a:pt x="556729" y="167741"/>
                  </a:lnTo>
                  <a:lnTo>
                    <a:pt x="560197" y="192989"/>
                  </a:lnTo>
                  <a:lnTo>
                    <a:pt x="562343" y="200926"/>
                  </a:lnTo>
                  <a:lnTo>
                    <a:pt x="523722" y="204609"/>
                  </a:lnTo>
                  <a:lnTo>
                    <a:pt x="466915" y="208241"/>
                  </a:lnTo>
                  <a:lnTo>
                    <a:pt x="407619" y="210870"/>
                  </a:lnTo>
                  <a:lnTo>
                    <a:pt x="347599" y="212813"/>
                  </a:lnTo>
                  <a:lnTo>
                    <a:pt x="232346" y="216141"/>
                  </a:lnTo>
                  <a:lnTo>
                    <a:pt x="180632" y="218224"/>
                  </a:lnTo>
                  <a:lnTo>
                    <a:pt x="135191" y="221068"/>
                  </a:lnTo>
                  <a:lnTo>
                    <a:pt x="70142" y="230428"/>
                  </a:lnTo>
                  <a:lnTo>
                    <a:pt x="43827" y="242722"/>
                  </a:lnTo>
                  <a:lnTo>
                    <a:pt x="38938" y="244348"/>
                  </a:lnTo>
                  <a:lnTo>
                    <a:pt x="6527" y="276047"/>
                  </a:lnTo>
                  <a:lnTo>
                    <a:pt x="0" y="327431"/>
                  </a:lnTo>
                  <a:lnTo>
                    <a:pt x="660" y="342353"/>
                  </a:lnTo>
                  <a:lnTo>
                    <a:pt x="2146" y="360832"/>
                  </a:lnTo>
                  <a:lnTo>
                    <a:pt x="3987" y="387083"/>
                  </a:lnTo>
                  <a:lnTo>
                    <a:pt x="12636" y="592378"/>
                  </a:lnTo>
                  <a:lnTo>
                    <a:pt x="16357" y="689952"/>
                  </a:lnTo>
                  <a:lnTo>
                    <a:pt x="18072" y="756043"/>
                  </a:lnTo>
                  <a:lnTo>
                    <a:pt x="19011" y="828408"/>
                  </a:lnTo>
                  <a:lnTo>
                    <a:pt x="19367" y="873201"/>
                  </a:lnTo>
                  <a:lnTo>
                    <a:pt x="19443" y="924623"/>
                  </a:lnTo>
                  <a:lnTo>
                    <a:pt x="19100" y="982218"/>
                  </a:lnTo>
                  <a:lnTo>
                    <a:pt x="18199" y="1045514"/>
                  </a:lnTo>
                  <a:lnTo>
                    <a:pt x="18605" y="1058405"/>
                  </a:lnTo>
                  <a:lnTo>
                    <a:pt x="47967" y="1094130"/>
                  </a:lnTo>
                  <a:lnTo>
                    <a:pt x="59207" y="1095311"/>
                  </a:lnTo>
                  <a:lnTo>
                    <a:pt x="68287" y="1094117"/>
                  </a:lnTo>
                  <a:lnTo>
                    <a:pt x="104813" y="1063739"/>
                  </a:lnTo>
                  <a:lnTo>
                    <a:pt x="122567" y="1001344"/>
                  </a:lnTo>
                  <a:lnTo>
                    <a:pt x="132829" y="958189"/>
                  </a:lnTo>
                  <a:lnTo>
                    <a:pt x="143548" y="911885"/>
                  </a:lnTo>
                  <a:lnTo>
                    <a:pt x="154635" y="862596"/>
                  </a:lnTo>
                  <a:lnTo>
                    <a:pt x="166001" y="810437"/>
                  </a:lnTo>
                  <a:lnTo>
                    <a:pt x="174752" y="768210"/>
                  </a:lnTo>
                  <a:lnTo>
                    <a:pt x="184531" y="784682"/>
                  </a:lnTo>
                  <a:lnTo>
                    <a:pt x="234010" y="868870"/>
                  </a:lnTo>
                  <a:lnTo>
                    <a:pt x="266801" y="926274"/>
                  </a:lnTo>
                  <a:lnTo>
                    <a:pt x="301879" y="989571"/>
                  </a:lnTo>
                  <a:lnTo>
                    <a:pt x="323405" y="1028865"/>
                  </a:lnTo>
                  <a:lnTo>
                    <a:pt x="347814" y="1074115"/>
                  </a:lnTo>
                  <a:lnTo>
                    <a:pt x="374777" y="1125004"/>
                  </a:lnTo>
                  <a:lnTo>
                    <a:pt x="403961" y="1181188"/>
                  </a:lnTo>
                  <a:lnTo>
                    <a:pt x="410413" y="1192352"/>
                  </a:lnTo>
                  <a:lnTo>
                    <a:pt x="418896" y="1201280"/>
                  </a:lnTo>
                  <a:lnTo>
                    <a:pt x="428929" y="1207528"/>
                  </a:lnTo>
                  <a:lnTo>
                    <a:pt x="440029" y="1210678"/>
                  </a:lnTo>
                  <a:lnTo>
                    <a:pt x="453186" y="1209916"/>
                  </a:lnTo>
                  <a:lnTo>
                    <a:pt x="486308" y="1176655"/>
                  </a:lnTo>
                  <a:lnTo>
                    <a:pt x="488861" y="1156233"/>
                  </a:lnTo>
                  <a:lnTo>
                    <a:pt x="487108" y="1139952"/>
                  </a:lnTo>
                  <a:lnTo>
                    <a:pt x="474980" y="1092873"/>
                  </a:lnTo>
                  <a:lnTo>
                    <a:pt x="463575" y="1049997"/>
                  </a:lnTo>
                  <a:lnTo>
                    <a:pt x="451104" y="1004150"/>
                  </a:lnTo>
                  <a:lnTo>
                    <a:pt x="437540" y="955484"/>
                  </a:lnTo>
                  <a:lnTo>
                    <a:pt x="422859" y="904151"/>
                  </a:lnTo>
                  <a:lnTo>
                    <a:pt x="400126" y="827582"/>
                  </a:lnTo>
                  <a:lnTo>
                    <a:pt x="382981" y="773684"/>
                  </a:lnTo>
                  <a:lnTo>
                    <a:pt x="369658" y="735634"/>
                  </a:lnTo>
                  <a:lnTo>
                    <a:pt x="327215" y="636244"/>
                  </a:lnTo>
                  <a:lnTo>
                    <a:pt x="298881" y="583031"/>
                  </a:lnTo>
                  <a:lnTo>
                    <a:pt x="273875" y="544258"/>
                  </a:lnTo>
                  <a:lnTo>
                    <a:pt x="235927" y="499122"/>
                  </a:lnTo>
                  <a:lnTo>
                    <a:pt x="208775" y="475970"/>
                  </a:lnTo>
                  <a:lnTo>
                    <a:pt x="208813" y="468884"/>
                  </a:lnTo>
                  <a:lnTo>
                    <a:pt x="205143" y="422897"/>
                  </a:lnTo>
                  <a:lnTo>
                    <a:pt x="202336" y="406641"/>
                  </a:lnTo>
                  <a:lnTo>
                    <a:pt x="216039" y="408990"/>
                  </a:lnTo>
                  <a:lnTo>
                    <a:pt x="412546" y="443750"/>
                  </a:lnTo>
                  <a:lnTo>
                    <a:pt x="453021" y="451180"/>
                  </a:lnTo>
                  <a:lnTo>
                    <a:pt x="498259" y="459714"/>
                  </a:lnTo>
                  <a:lnTo>
                    <a:pt x="548119" y="469404"/>
                  </a:lnTo>
                  <a:lnTo>
                    <a:pt x="602488" y="480263"/>
                  </a:lnTo>
                  <a:lnTo>
                    <a:pt x="661250" y="492353"/>
                  </a:lnTo>
                  <a:lnTo>
                    <a:pt x="710323" y="498716"/>
                  </a:lnTo>
                  <a:lnTo>
                    <a:pt x="757199" y="493750"/>
                  </a:lnTo>
                  <a:lnTo>
                    <a:pt x="799757" y="478409"/>
                  </a:lnTo>
                  <a:lnTo>
                    <a:pt x="800417" y="477964"/>
                  </a:lnTo>
                  <a:lnTo>
                    <a:pt x="806119" y="476783"/>
                  </a:lnTo>
                  <a:lnTo>
                    <a:pt x="856792" y="448894"/>
                  </a:lnTo>
                  <a:lnTo>
                    <a:pt x="888593" y="396697"/>
                  </a:lnTo>
                  <a:lnTo>
                    <a:pt x="900493" y="334314"/>
                  </a:lnTo>
                  <a:lnTo>
                    <a:pt x="903236" y="298894"/>
                  </a:lnTo>
                  <a:close/>
                </a:path>
              </a:pathLst>
            </a:custGeom>
            <a:solidFill>
              <a:srgbClr val="EEAB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7" name="object 1297" descr=""/>
            <p:cNvSpPr/>
            <p:nvPr/>
          </p:nvSpPr>
          <p:spPr>
            <a:xfrm>
              <a:off x="17749856" y="3603620"/>
              <a:ext cx="358775" cy="328295"/>
            </a:xfrm>
            <a:custGeom>
              <a:avLst/>
              <a:gdLst/>
              <a:ahLst/>
              <a:cxnLst/>
              <a:rect l="l" t="t" r="r" b="b"/>
              <a:pathLst>
                <a:path w="358775" h="328295">
                  <a:moveTo>
                    <a:pt x="241033" y="53"/>
                  </a:moveTo>
                  <a:lnTo>
                    <a:pt x="224489" y="0"/>
                  </a:lnTo>
                  <a:lnTo>
                    <a:pt x="207911" y="1141"/>
                  </a:lnTo>
                  <a:lnTo>
                    <a:pt x="191721" y="2537"/>
                  </a:lnTo>
                  <a:lnTo>
                    <a:pt x="169707" y="4704"/>
                  </a:lnTo>
                  <a:lnTo>
                    <a:pt x="134349" y="7167"/>
                  </a:lnTo>
                  <a:lnTo>
                    <a:pt x="81584" y="7684"/>
                  </a:lnTo>
                  <a:lnTo>
                    <a:pt x="7350" y="4014"/>
                  </a:lnTo>
                  <a:lnTo>
                    <a:pt x="3950" y="24676"/>
                  </a:lnTo>
                  <a:lnTo>
                    <a:pt x="1747" y="43598"/>
                  </a:lnTo>
                  <a:lnTo>
                    <a:pt x="508" y="60593"/>
                  </a:lnTo>
                  <a:lnTo>
                    <a:pt x="0" y="75478"/>
                  </a:lnTo>
                  <a:lnTo>
                    <a:pt x="438" y="102611"/>
                  </a:lnTo>
                  <a:lnTo>
                    <a:pt x="4669" y="145717"/>
                  </a:lnTo>
                  <a:lnTo>
                    <a:pt x="11495" y="185894"/>
                  </a:lnTo>
                  <a:lnTo>
                    <a:pt x="24448" y="237734"/>
                  </a:lnTo>
                  <a:lnTo>
                    <a:pt x="26894" y="248196"/>
                  </a:lnTo>
                  <a:lnTo>
                    <a:pt x="28847" y="259964"/>
                  </a:lnTo>
                  <a:lnTo>
                    <a:pt x="29971" y="271005"/>
                  </a:lnTo>
                  <a:lnTo>
                    <a:pt x="30433" y="280946"/>
                  </a:lnTo>
                  <a:lnTo>
                    <a:pt x="30416" y="289630"/>
                  </a:lnTo>
                  <a:lnTo>
                    <a:pt x="30103" y="296895"/>
                  </a:lnTo>
                  <a:lnTo>
                    <a:pt x="36696" y="281948"/>
                  </a:lnTo>
                  <a:lnTo>
                    <a:pt x="68655" y="238108"/>
                  </a:lnTo>
                  <a:lnTo>
                    <a:pt x="126286" y="203718"/>
                  </a:lnTo>
                  <a:lnTo>
                    <a:pt x="179851" y="197006"/>
                  </a:lnTo>
                  <a:lnTo>
                    <a:pt x="201669" y="197830"/>
                  </a:lnTo>
                  <a:lnTo>
                    <a:pt x="262921" y="207472"/>
                  </a:lnTo>
                  <a:lnTo>
                    <a:pt x="297685" y="223485"/>
                  </a:lnTo>
                  <a:lnTo>
                    <a:pt x="328681" y="251755"/>
                  </a:lnTo>
                  <a:lnTo>
                    <a:pt x="350057" y="294560"/>
                  </a:lnTo>
                  <a:lnTo>
                    <a:pt x="355538" y="328255"/>
                  </a:lnTo>
                  <a:lnTo>
                    <a:pt x="357329" y="318664"/>
                  </a:lnTo>
                  <a:lnTo>
                    <a:pt x="357989" y="311826"/>
                  </a:lnTo>
                  <a:lnTo>
                    <a:pt x="358654" y="300162"/>
                  </a:lnTo>
                  <a:lnTo>
                    <a:pt x="358498" y="289866"/>
                  </a:lnTo>
                  <a:lnTo>
                    <a:pt x="350684" y="225239"/>
                  </a:lnTo>
                  <a:lnTo>
                    <a:pt x="338941" y="167269"/>
                  </a:lnTo>
                  <a:lnTo>
                    <a:pt x="325791" y="121967"/>
                  </a:lnTo>
                  <a:lnTo>
                    <a:pt x="308282" y="78218"/>
                  </a:lnTo>
                  <a:lnTo>
                    <a:pt x="274363" y="14630"/>
                  </a:lnTo>
                  <a:lnTo>
                    <a:pt x="257123" y="2244"/>
                  </a:lnTo>
                  <a:lnTo>
                    <a:pt x="241033" y="53"/>
                  </a:lnTo>
                  <a:close/>
                </a:path>
              </a:pathLst>
            </a:custGeom>
            <a:solidFill>
              <a:srgbClr val="EEDF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8" name="object 1298" descr=""/>
            <p:cNvSpPr/>
            <p:nvPr/>
          </p:nvSpPr>
          <p:spPr>
            <a:xfrm>
              <a:off x="17032669" y="3803528"/>
              <a:ext cx="1066800" cy="1061720"/>
            </a:xfrm>
            <a:custGeom>
              <a:avLst/>
              <a:gdLst/>
              <a:ahLst/>
              <a:cxnLst/>
              <a:rect l="l" t="t" r="r" b="b"/>
              <a:pathLst>
                <a:path w="1066800" h="1061720">
                  <a:moveTo>
                    <a:pt x="302094" y="898918"/>
                  </a:moveTo>
                  <a:lnTo>
                    <a:pt x="301523" y="891413"/>
                  </a:lnTo>
                  <a:lnTo>
                    <a:pt x="298907" y="883081"/>
                  </a:lnTo>
                  <a:lnTo>
                    <a:pt x="294995" y="875220"/>
                  </a:lnTo>
                  <a:lnTo>
                    <a:pt x="290601" y="867486"/>
                  </a:lnTo>
                  <a:lnTo>
                    <a:pt x="286588" y="859599"/>
                  </a:lnTo>
                  <a:lnTo>
                    <a:pt x="284111" y="853935"/>
                  </a:lnTo>
                  <a:lnTo>
                    <a:pt x="282536" y="847953"/>
                  </a:lnTo>
                  <a:lnTo>
                    <a:pt x="280263" y="840816"/>
                  </a:lnTo>
                  <a:lnTo>
                    <a:pt x="279666" y="839368"/>
                  </a:lnTo>
                  <a:lnTo>
                    <a:pt x="277647" y="838847"/>
                  </a:lnTo>
                  <a:lnTo>
                    <a:pt x="276199" y="839470"/>
                  </a:lnTo>
                  <a:lnTo>
                    <a:pt x="244043" y="842975"/>
                  </a:lnTo>
                  <a:lnTo>
                    <a:pt x="205092" y="851674"/>
                  </a:lnTo>
                  <a:lnTo>
                    <a:pt x="185305" y="868070"/>
                  </a:lnTo>
                  <a:lnTo>
                    <a:pt x="148424" y="891095"/>
                  </a:lnTo>
                  <a:lnTo>
                    <a:pt x="138036" y="898575"/>
                  </a:lnTo>
                  <a:lnTo>
                    <a:pt x="120383" y="912647"/>
                  </a:lnTo>
                  <a:lnTo>
                    <a:pt x="106997" y="922553"/>
                  </a:lnTo>
                  <a:lnTo>
                    <a:pt x="93091" y="931697"/>
                  </a:lnTo>
                  <a:lnTo>
                    <a:pt x="78701" y="940079"/>
                  </a:lnTo>
                  <a:lnTo>
                    <a:pt x="63881" y="947661"/>
                  </a:lnTo>
                  <a:lnTo>
                    <a:pt x="34010" y="961415"/>
                  </a:lnTo>
                  <a:lnTo>
                    <a:pt x="19316" y="968908"/>
                  </a:lnTo>
                  <a:lnTo>
                    <a:pt x="5435" y="977519"/>
                  </a:lnTo>
                  <a:lnTo>
                    <a:pt x="3187" y="979106"/>
                  </a:lnTo>
                  <a:lnTo>
                    <a:pt x="850" y="981049"/>
                  </a:lnTo>
                  <a:lnTo>
                    <a:pt x="0" y="985659"/>
                  </a:lnTo>
                  <a:lnTo>
                    <a:pt x="3416" y="994981"/>
                  </a:lnTo>
                  <a:lnTo>
                    <a:pt x="6146" y="1000340"/>
                  </a:lnTo>
                  <a:lnTo>
                    <a:pt x="11455" y="1008443"/>
                  </a:lnTo>
                  <a:lnTo>
                    <a:pt x="13881" y="1011542"/>
                  </a:lnTo>
                  <a:lnTo>
                    <a:pt x="20180" y="1014031"/>
                  </a:lnTo>
                  <a:lnTo>
                    <a:pt x="74993" y="1009777"/>
                  </a:lnTo>
                  <a:lnTo>
                    <a:pt x="143738" y="989977"/>
                  </a:lnTo>
                  <a:lnTo>
                    <a:pt x="194157" y="968159"/>
                  </a:lnTo>
                  <a:lnTo>
                    <a:pt x="231660" y="947077"/>
                  </a:lnTo>
                  <a:lnTo>
                    <a:pt x="238836" y="944041"/>
                  </a:lnTo>
                  <a:lnTo>
                    <a:pt x="253593" y="939088"/>
                  </a:lnTo>
                  <a:lnTo>
                    <a:pt x="268668" y="934758"/>
                  </a:lnTo>
                  <a:lnTo>
                    <a:pt x="282676" y="928992"/>
                  </a:lnTo>
                  <a:lnTo>
                    <a:pt x="294220" y="919683"/>
                  </a:lnTo>
                  <a:lnTo>
                    <a:pt x="298348" y="913396"/>
                  </a:lnTo>
                  <a:lnTo>
                    <a:pt x="301015" y="906360"/>
                  </a:lnTo>
                  <a:lnTo>
                    <a:pt x="302094" y="898918"/>
                  </a:lnTo>
                  <a:close/>
                </a:path>
                <a:path w="1066800" h="1061720">
                  <a:moveTo>
                    <a:pt x="665759" y="1006729"/>
                  </a:moveTo>
                  <a:lnTo>
                    <a:pt x="664489" y="998029"/>
                  </a:lnTo>
                  <a:lnTo>
                    <a:pt x="662736" y="989317"/>
                  </a:lnTo>
                  <a:lnTo>
                    <a:pt x="661377" y="980567"/>
                  </a:lnTo>
                  <a:lnTo>
                    <a:pt x="660781" y="974420"/>
                  </a:lnTo>
                  <a:lnTo>
                    <a:pt x="661149" y="968235"/>
                  </a:lnTo>
                  <a:lnTo>
                    <a:pt x="661212" y="960755"/>
                  </a:lnTo>
                  <a:lnTo>
                    <a:pt x="661098" y="959205"/>
                  </a:lnTo>
                  <a:lnTo>
                    <a:pt x="659333" y="958075"/>
                  </a:lnTo>
                  <a:lnTo>
                    <a:pt x="657758" y="958215"/>
                  </a:lnTo>
                  <a:lnTo>
                    <a:pt x="626110" y="951522"/>
                  </a:lnTo>
                  <a:lnTo>
                    <a:pt x="612914" y="948944"/>
                  </a:lnTo>
                  <a:lnTo>
                    <a:pt x="599567" y="947343"/>
                  </a:lnTo>
                  <a:lnTo>
                    <a:pt x="586384" y="947661"/>
                  </a:lnTo>
                  <a:lnTo>
                    <a:pt x="573684" y="950861"/>
                  </a:lnTo>
                  <a:lnTo>
                    <a:pt x="567169" y="953452"/>
                  </a:lnTo>
                  <a:lnTo>
                    <a:pt x="562483" y="957072"/>
                  </a:lnTo>
                  <a:lnTo>
                    <a:pt x="520255" y="967473"/>
                  </a:lnTo>
                  <a:lnTo>
                    <a:pt x="508063" y="971359"/>
                  </a:lnTo>
                  <a:lnTo>
                    <a:pt x="486905" y="979220"/>
                  </a:lnTo>
                  <a:lnTo>
                    <a:pt x="471106" y="984465"/>
                  </a:lnTo>
                  <a:lnTo>
                    <a:pt x="455041" y="988822"/>
                  </a:lnTo>
                  <a:lnTo>
                    <a:pt x="438759" y="992314"/>
                  </a:lnTo>
                  <a:lnTo>
                    <a:pt x="422313" y="994905"/>
                  </a:lnTo>
                  <a:lnTo>
                    <a:pt x="389648" y="998664"/>
                  </a:lnTo>
                  <a:lnTo>
                    <a:pt x="373341" y="1001204"/>
                  </a:lnTo>
                  <a:lnTo>
                    <a:pt x="357466" y="1005078"/>
                  </a:lnTo>
                  <a:lnTo>
                    <a:pt x="354838" y="1005878"/>
                  </a:lnTo>
                  <a:lnTo>
                    <a:pt x="352018" y="1006995"/>
                  </a:lnTo>
                  <a:lnTo>
                    <a:pt x="349770" y="1011110"/>
                  </a:lnTo>
                  <a:lnTo>
                    <a:pt x="350113" y="1021041"/>
                  </a:lnTo>
                  <a:lnTo>
                    <a:pt x="413537" y="1057389"/>
                  </a:lnTo>
                  <a:lnTo>
                    <a:pt x="441782" y="1061720"/>
                  </a:lnTo>
                  <a:lnTo>
                    <a:pt x="485025" y="1059980"/>
                  </a:lnTo>
                  <a:lnTo>
                    <a:pt x="539724" y="1054950"/>
                  </a:lnTo>
                  <a:lnTo>
                    <a:pt x="581939" y="1046607"/>
                  </a:lnTo>
                  <a:lnTo>
                    <a:pt x="589686" y="1045946"/>
                  </a:lnTo>
                  <a:lnTo>
                    <a:pt x="605256" y="1045819"/>
                  </a:lnTo>
                  <a:lnTo>
                    <a:pt x="620941" y="1046416"/>
                  </a:lnTo>
                  <a:lnTo>
                    <a:pt x="636041" y="1045298"/>
                  </a:lnTo>
                  <a:lnTo>
                    <a:pt x="665645" y="1015466"/>
                  </a:lnTo>
                  <a:lnTo>
                    <a:pt x="665759" y="1006729"/>
                  </a:lnTo>
                  <a:close/>
                </a:path>
                <a:path w="1066800" h="1061720">
                  <a:moveTo>
                    <a:pt x="1066495" y="149860"/>
                  </a:moveTo>
                  <a:lnTo>
                    <a:pt x="1063586" y="108585"/>
                  </a:lnTo>
                  <a:lnTo>
                    <a:pt x="1048804" y="67462"/>
                  </a:lnTo>
                  <a:lnTo>
                    <a:pt x="1019009" y="31254"/>
                  </a:lnTo>
                  <a:lnTo>
                    <a:pt x="974877" y="6997"/>
                  </a:lnTo>
                  <a:lnTo>
                    <a:pt x="932395" y="0"/>
                  </a:lnTo>
                  <a:lnTo>
                    <a:pt x="899325" y="2247"/>
                  </a:lnTo>
                  <a:lnTo>
                    <a:pt x="883412" y="5702"/>
                  </a:lnTo>
                  <a:lnTo>
                    <a:pt x="836777" y="18453"/>
                  </a:lnTo>
                  <a:lnTo>
                    <a:pt x="795782" y="28867"/>
                  </a:lnTo>
                  <a:lnTo>
                    <a:pt x="758926" y="39039"/>
                  </a:lnTo>
                  <a:lnTo>
                    <a:pt x="724725" y="51054"/>
                  </a:lnTo>
                  <a:lnTo>
                    <a:pt x="675436" y="70015"/>
                  </a:lnTo>
                  <a:lnTo>
                    <a:pt x="621690" y="88773"/>
                  </a:lnTo>
                  <a:lnTo>
                    <a:pt x="565277" y="107213"/>
                  </a:lnTo>
                  <a:lnTo>
                    <a:pt x="507974" y="125196"/>
                  </a:lnTo>
                  <a:lnTo>
                    <a:pt x="397852" y="159346"/>
                  </a:lnTo>
                  <a:lnTo>
                    <a:pt x="348602" y="175234"/>
                  </a:lnTo>
                  <a:lnTo>
                    <a:pt x="305587" y="190169"/>
                  </a:lnTo>
                  <a:lnTo>
                    <a:pt x="245440" y="216662"/>
                  </a:lnTo>
                  <a:lnTo>
                    <a:pt x="208470" y="256082"/>
                  </a:lnTo>
                  <a:lnTo>
                    <a:pt x="199593" y="279895"/>
                  </a:lnTo>
                  <a:lnTo>
                    <a:pt x="200075" y="308749"/>
                  </a:lnTo>
                  <a:lnTo>
                    <a:pt x="227634" y="349859"/>
                  </a:lnTo>
                  <a:lnTo>
                    <a:pt x="269849" y="367233"/>
                  </a:lnTo>
                  <a:lnTo>
                    <a:pt x="279412" y="367474"/>
                  </a:lnTo>
                  <a:lnTo>
                    <a:pt x="287362" y="366636"/>
                  </a:lnTo>
                  <a:lnTo>
                    <a:pt x="293268" y="365379"/>
                  </a:lnTo>
                  <a:lnTo>
                    <a:pt x="296659" y="364401"/>
                  </a:lnTo>
                  <a:lnTo>
                    <a:pt x="308013" y="362610"/>
                  </a:lnTo>
                  <a:lnTo>
                    <a:pt x="433920" y="349491"/>
                  </a:lnTo>
                  <a:lnTo>
                    <a:pt x="632536" y="330225"/>
                  </a:lnTo>
                  <a:lnTo>
                    <a:pt x="673531" y="326517"/>
                  </a:lnTo>
                  <a:lnTo>
                    <a:pt x="719391" y="322592"/>
                  </a:lnTo>
                  <a:lnTo>
                    <a:pt x="770013" y="318528"/>
                  </a:lnTo>
                  <a:lnTo>
                    <a:pt x="825309" y="314401"/>
                  </a:lnTo>
                  <a:lnTo>
                    <a:pt x="885164" y="310261"/>
                  </a:lnTo>
                  <a:lnTo>
                    <a:pt x="934135" y="303225"/>
                  </a:lnTo>
                  <a:lnTo>
                    <a:pt x="977963" y="285864"/>
                  </a:lnTo>
                  <a:lnTo>
                    <a:pt x="1014844" y="259664"/>
                  </a:lnTo>
                  <a:lnTo>
                    <a:pt x="1043000" y="226072"/>
                  </a:lnTo>
                  <a:lnTo>
                    <a:pt x="1060640" y="186550"/>
                  </a:lnTo>
                  <a:lnTo>
                    <a:pt x="1066495" y="149860"/>
                  </a:lnTo>
                  <a:close/>
                </a:path>
              </a:pathLst>
            </a:custGeom>
            <a:solidFill>
              <a:srgbClr val="EEAB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9" name="object 1299" descr=""/>
            <p:cNvSpPr/>
            <p:nvPr/>
          </p:nvSpPr>
          <p:spPr>
            <a:xfrm>
              <a:off x="17372699" y="3854900"/>
              <a:ext cx="371475" cy="528955"/>
            </a:xfrm>
            <a:custGeom>
              <a:avLst/>
              <a:gdLst/>
              <a:ahLst/>
              <a:cxnLst/>
              <a:rect l="l" t="t" r="r" b="b"/>
              <a:pathLst>
                <a:path w="371475" h="528954">
                  <a:moveTo>
                    <a:pt x="370916" y="10210"/>
                  </a:moveTo>
                  <a:lnTo>
                    <a:pt x="368134" y="0"/>
                  </a:lnTo>
                  <a:lnTo>
                    <a:pt x="361530" y="1765"/>
                  </a:lnTo>
                  <a:lnTo>
                    <a:pt x="327240" y="12103"/>
                  </a:lnTo>
                  <a:lnTo>
                    <a:pt x="293497" y="24091"/>
                  </a:lnTo>
                  <a:lnTo>
                    <a:pt x="226593" y="49733"/>
                  </a:lnTo>
                  <a:lnTo>
                    <a:pt x="192938" y="62052"/>
                  </a:lnTo>
                  <a:lnTo>
                    <a:pt x="125133" y="85305"/>
                  </a:lnTo>
                  <a:lnTo>
                    <a:pt x="51803" y="108140"/>
                  </a:lnTo>
                  <a:lnTo>
                    <a:pt x="18656" y="117614"/>
                  </a:lnTo>
                  <a:lnTo>
                    <a:pt x="17221" y="112763"/>
                  </a:lnTo>
                  <a:lnTo>
                    <a:pt x="15151" y="106311"/>
                  </a:lnTo>
                  <a:lnTo>
                    <a:pt x="4927" y="109067"/>
                  </a:lnTo>
                  <a:lnTo>
                    <a:pt x="7023" y="115582"/>
                  </a:lnTo>
                  <a:lnTo>
                    <a:pt x="8394" y="120548"/>
                  </a:lnTo>
                  <a:lnTo>
                    <a:pt x="5880" y="121259"/>
                  </a:lnTo>
                  <a:lnTo>
                    <a:pt x="8674" y="131457"/>
                  </a:lnTo>
                  <a:lnTo>
                    <a:pt x="11226" y="130733"/>
                  </a:lnTo>
                  <a:lnTo>
                    <a:pt x="17614" y="153631"/>
                  </a:lnTo>
                  <a:lnTo>
                    <a:pt x="25133" y="192354"/>
                  </a:lnTo>
                  <a:lnTo>
                    <a:pt x="29552" y="231546"/>
                  </a:lnTo>
                  <a:lnTo>
                    <a:pt x="30797" y="271030"/>
                  </a:lnTo>
                  <a:lnTo>
                    <a:pt x="29603" y="310896"/>
                  </a:lnTo>
                  <a:lnTo>
                    <a:pt x="26885" y="350761"/>
                  </a:lnTo>
                  <a:lnTo>
                    <a:pt x="22809" y="390512"/>
                  </a:lnTo>
                  <a:lnTo>
                    <a:pt x="17589" y="430047"/>
                  </a:lnTo>
                  <a:lnTo>
                    <a:pt x="10274" y="474865"/>
                  </a:lnTo>
                  <a:lnTo>
                    <a:pt x="0" y="526059"/>
                  </a:lnTo>
                  <a:lnTo>
                    <a:pt x="10198" y="528891"/>
                  </a:lnTo>
                  <a:lnTo>
                    <a:pt x="19596" y="482396"/>
                  </a:lnTo>
                  <a:lnTo>
                    <a:pt x="26365" y="442328"/>
                  </a:lnTo>
                  <a:lnTo>
                    <a:pt x="31927" y="402082"/>
                  </a:lnTo>
                  <a:lnTo>
                    <a:pt x="36271" y="361683"/>
                  </a:lnTo>
                  <a:lnTo>
                    <a:pt x="39458" y="321475"/>
                  </a:lnTo>
                  <a:lnTo>
                    <a:pt x="41148" y="281178"/>
                  </a:lnTo>
                  <a:lnTo>
                    <a:pt x="40589" y="240880"/>
                  </a:lnTo>
                  <a:lnTo>
                    <a:pt x="37007" y="200710"/>
                  </a:lnTo>
                  <a:lnTo>
                    <a:pt x="29083" y="156298"/>
                  </a:lnTo>
                  <a:lnTo>
                    <a:pt x="21666" y="127762"/>
                  </a:lnTo>
                  <a:lnTo>
                    <a:pt x="50114" y="119659"/>
                  </a:lnTo>
                  <a:lnTo>
                    <a:pt x="119430" y="98285"/>
                  </a:lnTo>
                  <a:lnTo>
                    <a:pt x="187553" y="75082"/>
                  </a:lnTo>
                  <a:lnTo>
                    <a:pt x="306730" y="30480"/>
                  </a:lnTo>
                  <a:lnTo>
                    <a:pt x="325767" y="23761"/>
                  </a:lnTo>
                  <a:lnTo>
                    <a:pt x="344957" y="17538"/>
                  </a:lnTo>
                  <a:lnTo>
                    <a:pt x="370916" y="10210"/>
                  </a:lnTo>
                  <a:close/>
                </a:path>
              </a:pathLst>
            </a:custGeom>
            <a:solidFill>
              <a:srgbClr val="E4927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00" name="object 1300" descr=""/>
          <p:cNvPicPr/>
          <p:nvPr/>
        </p:nvPicPr>
        <p:blipFill>
          <a:blip r:embed="rId272" cstate="print"/>
          <a:stretch>
            <a:fillRect/>
          </a:stretch>
        </p:blipFill>
        <p:spPr>
          <a:xfrm>
            <a:off x="18385110" y="3575511"/>
            <a:ext cx="749402" cy="1433316"/>
          </a:xfrm>
          <a:prstGeom prst="rect">
            <a:avLst/>
          </a:prstGeom>
        </p:spPr>
      </p:pic>
      <p:grpSp>
        <p:nvGrpSpPr>
          <p:cNvPr id="1301" name="object 1301" descr=""/>
          <p:cNvGrpSpPr/>
          <p:nvPr/>
        </p:nvGrpSpPr>
        <p:grpSpPr>
          <a:xfrm>
            <a:off x="12698603" y="3578713"/>
            <a:ext cx="1085215" cy="1437005"/>
            <a:chOff x="12698603" y="3578713"/>
            <a:chExt cx="1085215" cy="1437005"/>
          </a:xfrm>
        </p:grpSpPr>
        <p:sp>
          <p:nvSpPr>
            <p:cNvPr id="1302" name="object 1302" descr=""/>
            <p:cNvSpPr/>
            <p:nvPr/>
          </p:nvSpPr>
          <p:spPr>
            <a:xfrm>
              <a:off x="12699771" y="3578713"/>
              <a:ext cx="1083945" cy="1372235"/>
            </a:xfrm>
            <a:custGeom>
              <a:avLst/>
              <a:gdLst/>
              <a:ahLst/>
              <a:cxnLst/>
              <a:rect l="l" t="t" r="r" b="b"/>
              <a:pathLst>
                <a:path w="1083944" h="1372235">
                  <a:moveTo>
                    <a:pt x="360095" y="746683"/>
                  </a:moveTo>
                  <a:lnTo>
                    <a:pt x="358013" y="679742"/>
                  </a:lnTo>
                  <a:lnTo>
                    <a:pt x="351878" y="630910"/>
                  </a:lnTo>
                  <a:lnTo>
                    <a:pt x="342493" y="588149"/>
                  </a:lnTo>
                  <a:lnTo>
                    <a:pt x="326631" y="538467"/>
                  </a:lnTo>
                  <a:lnTo>
                    <a:pt x="306108" y="497890"/>
                  </a:lnTo>
                  <a:lnTo>
                    <a:pt x="273545" y="463130"/>
                  </a:lnTo>
                  <a:lnTo>
                    <a:pt x="203352" y="439039"/>
                  </a:lnTo>
                  <a:lnTo>
                    <a:pt x="199656" y="439864"/>
                  </a:lnTo>
                  <a:lnTo>
                    <a:pt x="155308" y="480250"/>
                  </a:lnTo>
                  <a:lnTo>
                    <a:pt x="147866" y="519366"/>
                  </a:lnTo>
                  <a:lnTo>
                    <a:pt x="148869" y="565607"/>
                  </a:lnTo>
                  <a:lnTo>
                    <a:pt x="154762" y="615149"/>
                  </a:lnTo>
                  <a:lnTo>
                    <a:pt x="161975" y="664146"/>
                  </a:lnTo>
                  <a:lnTo>
                    <a:pt x="163398" y="678688"/>
                  </a:lnTo>
                  <a:lnTo>
                    <a:pt x="167690" y="751420"/>
                  </a:lnTo>
                  <a:lnTo>
                    <a:pt x="170053" y="810463"/>
                  </a:lnTo>
                  <a:lnTo>
                    <a:pt x="172250" y="885190"/>
                  </a:lnTo>
                  <a:lnTo>
                    <a:pt x="174002" y="976020"/>
                  </a:lnTo>
                  <a:lnTo>
                    <a:pt x="174536" y="1024801"/>
                  </a:lnTo>
                  <a:lnTo>
                    <a:pt x="174713" y="1077163"/>
                  </a:lnTo>
                  <a:lnTo>
                    <a:pt x="174472" y="1132954"/>
                  </a:lnTo>
                  <a:lnTo>
                    <a:pt x="173697" y="1192047"/>
                  </a:lnTo>
                  <a:lnTo>
                    <a:pt x="173583" y="1197165"/>
                  </a:lnTo>
                  <a:lnTo>
                    <a:pt x="170726" y="1201458"/>
                  </a:lnTo>
                  <a:lnTo>
                    <a:pt x="169494" y="1209255"/>
                  </a:lnTo>
                  <a:lnTo>
                    <a:pt x="137858" y="1245082"/>
                  </a:lnTo>
                  <a:lnTo>
                    <a:pt x="77292" y="1282471"/>
                  </a:lnTo>
                  <a:lnTo>
                    <a:pt x="55829" y="1292250"/>
                  </a:lnTo>
                  <a:lnTo>
                    <a:pt x="26911" y="1307007"/>
                  </a:lnTo>
                  <a:lnTo>
                    <a:pt x="3873" y="1325968"/>
                  </a:lnTo>
                  <a:lnTo>
                    <a:pt x="0" y="1348359"/>
                  </a:lnTo>
                  <a:lnTo>
                    <a:pt x="4216" y="1354848"/>
                  </a:lnTo>
                  <a:lnTo>
                    <a:pt x="10172" y="1359827"/>
                  </a:lnTo>
                  <a:lnTo>
                    <a:pt x="17208" y="1363560"/>
                  </a:lnTo>
                  <a:lnTo>
                    <a:pt x="24701" y="1366266"/>
                  </a:lnTo>
                  <a:lnTo>
                    <a:pt x="56794" y="1372158"/>
                  </a:lnTo>
                  <a:lnTo>
                    <a:pt x="89509" y="1371612"/>
                  </a:lnTo>
                  <a:lnTo>
                    <a:pt x="154279" y="1357604"/>
                  </a:lnTo>
                  <a:lnTo>
                    <a:pt x="196227" y="1336230"/>
                  </a:lnTo>
                  <a:lnTo>
                    <a:pt x="213614" y="1325968"/>
                  </a:lnTo>
                  <a:lnTo>
                    <a:pt x="231533" y="1316672"/>
                  </a:lnTo>
                  <a:lnTo>
                    <a:pt x="250367" y="1308582"/>
                  </a:lnTo>
                  <a:lnTo>
                    <a:pt x="262940" y="1303743"/>
                  </a:lnTo>
                  <a:lnTo>
                    <a:pt x="269074" y="1301013"/>
                  </a:lnTo>
                  <a:lnTo>
                    <a:pt x="293446" y="1270520"/>
                  </a:lnTo>
                  <a:lnTo>
                    <a:pt x="294919" y="1251750"/>
                  </a:lnTo>
                  <a:lnTo>
                    <a:pt x="292976" y="1243330"/>
                  </a:lnTo>
                  <a:lnTo>
                    <a:pt x="291223" y="1228369"/>
                  </a:lnTo>
                  <a:lnTo>
                    <a:pt x="288467" y="1213548"/>
                  </a:lnTo>
                  <a:lnTo>
                    <a:pt x="285064" y="1197610"/>
                  </a:lnTo>
                  <a:lnTo>
                    <a:pt x="284543" y="1196670"/>
                  </a:lnTo>
                  <a:lnTo>
                    <a:pt x="316941" y="1061631"/>
                  </a:lnTo>
                  <a:lnTo>
                    <a:pt x="335940" y="980617"/>
                  </a:lnTo>
                  <a:lnTo>
                    <a:pt x="343319" y="943203"/>
                  </a:lnTo>
                  <a:lnTo>
                    <a:pt x="353910" y="864120"/>
                  </a:lnTo>
                  <a:lnTo>
                    <a:pt x="358254" y="808964"/>
                  </a:lnTo>
                  <a:lnTo>
                    <a:pt x="360095" y="746683"/>
                  </a:lnTo>
                  <a:close/>
                </a:path>
                <a:path w="1083944" h="1372235">
                  <a:moveTo>
                    <a:pt x="595630" y="746937"/>
                  </a:moveTo>
                  <a:lnTo>
                    <a:pt x="593559" y="679996"/>
                  </a:lnTo>
                  <a:lnTo>
                    <a:pt x="587413" y="631164"/>
                  </a:lnTo>
                  <a:lnTo>
                    <a:pt x="578027" y="588403"/>
                  </a:lnTo>
                  <a:lnTo>
                    <a:pt x="562165" y="538721"/>
                  </a:lnTo>
                  <a:lnTo>
                    <a:pt x="541642" y="498144"/>
                  </a:lnTo>
                  <a:lnTo>
                    <a:pt x="509079" y="463397"/>
                  </a:lnTo>
                  <a:lnTo>
                    <a:pt x="438886" y="439293"/>
                  </a:lnTo>
                  <a:lnTo>
                    <a:pt x="435190" y="440118"/>
                  </a:lnTo>
                  <a:lnTo>
                    <a:pt x="390842" y="480504"/>
                  </a:lnTo>
                  <a:lnTo>
                    <a:pt x="383400" y="519620"/>
                  </a:lnTo>
                  <a:lnTo>
                    <a:pt x="384403" y="565861"/>
                  </a:lnTo>
                  <a:lnTo>
                    <a:pt x="390296" y="615403"/>
                  </a:lnTo>
                  <a:lnTo>
                    <a:pt x="397510" y="664413"/>
                  </a:lnTo>
                  <a:lnTo>
                    <a:pt x="398932" y="678942"/>
                  </a:lnTo>
                  <a:lnTo>
                    <a:pt x="403225" y="751674"/>
                  </a:lnTo>
                  <a:lnTo>
                    <a:pt x="405587" y="810717"/>
                  </a:lnTo>
                  <a:lnTo>
                    <a:pt x="407784" y="885444"/>
                  </a:lnTo>
                  <a:lnTo>
                    <a:pt x="409536" y="976274"/>
                  </a:lnTo>
                  <a:lnTo>
                    <a:pt x="410070" y="1025055"/>
                  </a:lnTo>
                  <a:lnTo>
                    <a:pt x="410260" y="1077417"/>
                  </a:lnTo>
                  <a:lnTo>
                    <a:pt x="410006" y="1133208"/>
                  </a:lnTo>
                  <a:lnTo>
                    <a:pt x="409232" y="1192301"/>
                  </a:lnTo>
                  <a:lnTo>
                    <a:pt x="407543" y="1268958"/>
                  </a:lnTo>
                  <a:lnTo>
                    <a:pt x="410857" y="1282255"/>
                  </a:lnTo>
                  <a:lnTo>
                    <a:pt x="417461" y="1293583"/>
                  </a:lnTo>
                  <a:lnTo>
                    <a:pt x="427024" y="1302131"/>
                  </a:lnTo>
                  <a:lnTo>
                    <a:pt x="442201" y="1307414"/>
                  </a:lnTo>
                  <a:lnTo>
                    <a:pt x="456488" y="1306563"/>
                  </a:lnTo>
                  <a:lnTo>
                    <a:pt x="490486" y="1286941"/>
                  </a:lnTo>
                  <a:lnTo>
                    <a:pt x="552488" y="1061885"/>
                  </a:lnTo>
                  <a:lnTo>
                    <a:pt x="571474" y="980871"/>
                  </a:lnTo>
                  <a:lnTo>
                    <a:pt x="578853" y="943457"/>
                  </a:lnTo>
                  <a:lnTo>
                    <a:pt x="589445" y="864374"/>
                  </a:lnTo>
                  <a:lnTo>
                    <a:pt x="593788" y="809218"/>
                  </a:lnTo>
                  <a:lnTo>
                    <a:pt x="595630" y="746937"/>
                  </a:lnTo>
                  <a:close/>
                </a:path>
                <a:path w="1083944" h="1372235">
                  <a:moveTo>
                    <a:pt x="1083678" y="332409"/>
                  </a:moveTo>
                  <a:lnTo>
                    <a:pt x="1082700" y="312000"/>
                  </a:lnTo>
                  <a:lnTo>
                    <a:pt x="1077607" y="292150"/>
                  </a:lnTo>
                  <a:lnTo>
                    <a:pt x="1068451" y="265150"/>
                  </a:lnTo>
                  <a:lnTo>
                    <a:pt x="1055293" y="223278"/>
                  </a:lnTo>
                  <a:lnTo>
                    <a:pt x="1050759" y="207086"/>
                  </a:lnTo>
                  <a:lnTo>
                    <a:pt x="1042555" y="174409"/>
                  </a:lnTo>
                  <a:lnTo>
                    <a:pt x="1032929" y="138176"/>
                  </a:lnTo>
                  <a:lnTo>
                    <a:pt x="1020000" y="91859"/>
                  </a:lnTo>
                  <a:lnTo>
                    <a:pt x="1005624" y="51193"/>
                  </a:lnTo>
                  <a:lnTo>
                    <a:pt x="959904" y="15773"/>
                  </a:lnTo>
                  <a:lnTo>
                    <a:pt x="910513" y="2908"/>
                  </a:lnTo>
                  <a:lnTo>
                    <a:pt x="874788" y="0"/>
                  </a:lnTo>
                  <a:lnTo>
                    <a:pt x="838784" y="1104"/>
                  </a:lnTo>
                  <a:lnTo>
                    <a:pt x="734606" y="6502"/>
                  </a:lnTo>
                  <a:lnTo>
                    <a:pt x="693166" y="11645"/>
                  </a:lnTo>
                  <a:lnTo>
                    <a:pt x="653084" y="37960"/>
                  </a:lnTo>
                  <a:lnTo>
                    <a:pt x="621055" y="84823"/>
                  </a:lnTo>
                  <a:lnTo>
                    <a:pt x="610298" y="146304"/>
                  </a:lnTo>
                  <a:lnTo>
                    <a:pt x="606894" y="196748"/>
                  </a:lnTo>
                  <a:lnTo>
                    <a:pt x="603313" y="248704"/>
                  </a:lnTo>
                  <a:lnTo>
                    <a:pt x="602310" y="263004"/>
                  </a:lnTo>
                  <a:lnTo>
                    <a:pt x="601789" y="270141"/>
                  </a:lnTo>
                  <a:lnTo>
                    <a:pt x="598576" y="305523"/>
                  </a:lnTo>
                  <a:lnTo>
                    <a:pt x="596442" y="327710"/>
                  </a:lnTo>
                  <a:lnTo>
                    <a:pt x="595630" y="343027"/>
                  </a:lnTo>
                  <a:lnTo>
                    <a:pt x="601713" y="393877"/>
                  </a:lnTo>
                  <a:lnTo>
                    <a:pt x="617499" y="428777"/>
                  </a:lnTo>
                  <a:lnTo>
                    <a:pt x="655561" y="460514"/>
                  </a:lnTo>
                  <a:lnTo>
                    <a:pt x="692175" y="473367"/>
                  </a:lnTo>
                  <a:lnTo>
                    <a:pt x="726020" y="478701"/>
                  </a:lnTo>
                  <a:lnTo>
                    <a:pt x="755992" y="477443"/>
                  </a:lnTo>
                  <a:lnTo>
                    <a:pt x="795451" y="463791"/>
                  </a:lnTo>
                  <a:lnTo>
                    <a:pt x="824052" y="436892"/>
                  </a:lnTo>
                  <a:lnTo>
                    <a:pt x="828370" y="434987"/>
                  </a:lnTo>
                  <a:lnTo>
                    <a:pt x="838238" y="434378"/>
                  </a:lnTo>
                  <a:lnTo>
                    <a:pt x="848741" y="439051"/>
                  </a:lnTo>
                  <a:lnTo>
                    <a:pt x="859447" y="446379"/>
                  </a:lnTo>
                  <a:lnTo>
                    <a:pt x="869924" y="453707"/>
                  </a:lnTo>
                  <a:lnTo>
                    <a:pt x="901306" y="465340"/>
                  </a:lnTo>
                  <a:lnTo>
                    <a:pt x="961923" y="461187"/>
                  </a:lnTo>
                  <a:lnTo>
                    <a:pt x="999756" y="449237"/>
                  </a:lnTo>
                  <a:lnTo>
                    <a:pt x="1042009" y="424345"/>
                  </a:lnTo>
                  <a:lnTo>
                    <a:pt x="1073442" y="380314"/>
                  </a:lnTo>
                  <a:lnTo>
                    <a:pt x="1082789" y="343750"/>
                  </a:lnTo>
                  <a:lnTo>
                    <a:pt x="1083678" y="332409"/>
                  </a:lnTo>
                  <a:close/>
                </a:path>
              </a:pathLst>
            </a:custGeom>
            <a:solidFill>
              <a:srgbClr val="EEAB8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3" name="object 1303" descr=""/>
            <p:cNvPicPr/>
            <p:nvPr/>
          </p:nvPicPr>
          <p:blipFill>
            <a:blip r:embed="rId273" cstate="print"/>
            <a:stretch>
              <a:fillRect/>
            </a:stretch>
          </p:blipFill>
          <p:spPr>
            <a:xfrm>
              <a:off x="13031096" y="4769131"/>
              <a:ext cx="184019" cy="245446"/>
            </a:xfrm>
            <a:prstGeom prst="rect">
              <a:avLst/>
            </a:prstGeom>
          </p:spPr>
        </p:pic>
        <p:sp>
          <p:nvSpPr>
            <p:cNvPr id="1304" name="object 1304" descr=""/>
            <p:cNvSpPr/>
            <p:nvPr/>
          </p:nvSpPr>
          <p:spPr>
            <a:xfrm>
              <a:off x="13301405" y="3578718"/>
              <a:ext cx="482600" cy="451484"/>
            </a:xfrm>
            <a:custGeom>
              <a:avLst/>
              <a:gdLst/>
              <a:ahLst/>
              <a:cxnLst/>
              <a:rect l="l" t="t" r="r" b="b"/>
              <a:pathLst>
                <a:path w="482600" h="451485">
                  <a:moveTo>
                    <a:pt x="355163" y="45"/>
                  </a:moveTo>
                  <a:lnTo>
                    <a:pt x="339035" y="307"/>
                  </a:lnTo>
                  <a:lnTo>
                    <a:pt x="282772" y="2269"/>
                  </a:lnTo>
                  <a:lnTo>
                    <a:pt x="242615" y="3251"/>
                  </a:lnTo>
                  <a:lnTo>
                    <a:pt x="202451" y="3848"/>
                  </a:lnTo>
                  <a:lnTo>
                    <a:pt x="142201" y="4023"/>
                  </a:lnTo>
                  <a:lnTo>
                    <a:pt x="51196" y="2639"/>
                  </a:lnTo>
                  <a:lnTo>
                    <a:pt x="30591" y="2062"/>
                  </a:lnTo>
                  <a:lnTo>
                    <a:pt x="22151" y="0"/>
                  </a:lnTo>
                  <a:lnTo>
                    <a:pt x="22894" y="18952"/>
                  </a:lnTo>
                  <a:lnTo>
                    <a:pt x="12446" y="88670"/>
                  </a:lnTo>
                  <a:lnTo>
                    <a:pt x="2476" y="237322"/>
                  </a:lnTo>
                  <a:lnTo>
                    <a:pt x="570" y="250494"/>
                  </a:lnTo>
                  <a:lnTo>
                    <a:pt x="25093" y="276730"/>
                  </a:lnTo>
                  <a:lnTo>
                    <a:pt x="32978" y="280368"/>
                  </a:lnTo>
                  <a:lnTo>
                    <a:pt x="63982" y="303770"/>
                  </a:lnTo>
                  <a:lnTo>
                    <a:pt x="105011" y="339863"/>
                  </a:lnTo>
                  <a:lnTo>
                    <a:pt x="139435" y="381705"/>
                  </a:lnTo>
                  <a:lnTo>
                    <a:pt x="157161" y="413312"/>
                  </a:lnTo>
                  <a:lnTo>
                    <a:pt x="163655" y="423474"/>
                  </a:lnTo>
                  <a:lnTo>
                    <a:pt x="192795" y="449085"/>
                  </a:lnTo>
                  <a:lnTo>
                    <a:pt x="200807" y="450894"/>
                  </a:lnTo>
                  <a:lnTo>
                    <a:pt x="205248" y="448508"/>
                  </a:lnTo>
                  <a:lnTo>
                    <a:pt x="213442" y="410995"/>
                  </a:lnTo>
                  <a:lnTo>
                    <a:pt x="219341" y="368435"/>
                  </a:lnTo>
                  <a:lnTo>
                    <a:pt x="221058" y="359419"/>
                  </a:lnTo>
                  <a:lnTo>
                    <a:pt x="239129" y="320762"/>
                  </a:lnTo>
                  <a:lnTo>
                    <a:pt x="277503" y="279813"/>
                  </a:lnTo>
                  <a:lnTo>
                    <a:pt x="315514" y="256253"/>
                  </a:lnTo>
                  <a:lnTo>
                    <a:pt x="358781" y="244578"/>
                  </a:lnTo>
                  <a:lnTo>
                    <a:pt x="381161" y="244182"/>
                  </a:lnTo>
                  <a:lnTo>
                    <a:pt x="403218" y="247856"/>
                  </a:lnTo>
                  <a:lnTo>
                    <a:pt x="429481" y="258713"/>
                  </a:lnTo>
                  <a:lnTo>
                    <a:pt x="451758" y="275464"/>
                  </a:lnTo>
                  <a:lnTo>
                    <a:pt x="469556" y="297014"/>
                  </a:lnTo>
                  <a:lnTo>
                    <a:pt x="482378" y="322272"/>
                  </a:lnTo>
                  <a:lnTo>
                    <a:pt x="478855" y="297362"/>
                  </a:lnTo>
                  <a:lnTo>
                    <a:pt x="471139" y="272127"/>
                  </a:lnTo>
                  <a:lnTo>
                    <a:pt x="461862" y="247215"/>
                  </a:lnTo>
                  <a:lnTo>
                    <a:pt x="453656" y="223270"/>
                  </a:lnTo>
                  <a:lnTo>
                    <a:pt x="449125" y="207079"/>
                  </a:lnTo>
                  <a:lnTo>
                    <a:pt x="440927" y="174397"/>
                  </a:lnTo>
                  <a:lnTo>
                    <a:pt x="431301" y="138163"/>
                  </a:lnTo>
                  <a:lnTo>
                    <a:pt x="430292" y="130302"/>
                  </a:lnTo>
                  <a:lnTo>
                    <a:pt x="427868" y="121916"/>
                  </a:lnTo>
                  <a:lnTo>
                    <a:pt x="422401" y="105881"/>
                  </a:lnTo>
                  <a:lnTo>
                    <a:pt x="420181" y="98049"/>
                  </a:lnTo>
                  <a:lnTo>
                    <a:pt x="414966" y="82835"/>
                  </a:lnTo>
                  <a:lnTo>
                    <a:pt x="409187" y="64693"/>
                  </a:lnTo>
                  <a:lnTo>
                    <a:pt x="404197" y="46175"/>
                  </a:lnTo>
                  <a:lnTo>
                    <a:pt x="393658" y="4973"/>
                  </a:lnTo>
                  <a:lnTo>
                    <a:pt x="390737" y="2607"/>
                  </a:lnTo>
                  <a:lnTo>
                    <a:pt x="387260" y="2073"/>
                  </a:lnTo>
                  <a:lnTo>
                    <a:pt x="371253" y="504"/>
                  </a:lnTo>
                  <a:lnTo>
                    <a:pt x="355163" y="45"/>
                  </a:lnTo>
                  <a:close/>
                </a:path>
              </a:pathLst>
            </a:custGeom>
            <a:solidFill>
              <a:srgbClr val="EEDF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5" name="object 1305" descr=""/>
            <p:cNvSpPr/>
            <p:nvPr/>
          </p:nvSpPr>
          <p:spPr>
            <a:xfrm>
              <a:off x="12698603" y="4896351"/>
              <a:ext cx="448309" cy="119380"/>
            </a:xfrm>
            <a:custGeom>
              <a:avLst/>
              <a:gdLst/>
              <a:ahLst/>
              <a:cxnLst/>
              <a:rect l="l" t="t" r="r" b="b"/>
              <a:pathLst>
                <a:path w="448309" h="119379">
                  <a:moveTo>
                    <a:pt x="26708" y="2387"/>
                  </a:moveTo>
                  <a:lnTo>
                    <a:pt x="25590" y="0"/>
                  </a:lnTo>
                  <a:lnTo>
                    <a:pt x="22466" y="1574"/>
                  </a:lnTo>
                  <a:lnTo>
                    <a:pt x="17919" y="3479"/>
                  </a:lnTo>
                  <a:lnTo>
                    <a:pt x="0" y="24777"/>
                  </a:lnTo>
                  <a:lnTo>
                    <a:pt x="482" y="26911"/>
                  </a:lnTo>
                  <a:lnTo>
                    <a:pt x="2997" y="25311"/>
                  </a:lnTo>
                  <a:lnTo>
                    <a:pt x="6794" y="20599"/>
                  </a:lnTo>
                  <a:lnTo>
                    <a:pt x="16522" y="8293"/>
                  </a:lnTo>
                  <a:lnTo>
                    <a:pt x="23901" y="3606"/>
                  </a:lnTo>
                  <a:lnTo>
                    <a:pt x="26708" y="2387"/>
                  </a:lnTo>
                  <a:close/>
                </a:path>
                <a:path w="448309" h="119379">
                  <a:moveTo>
                    <a:pt x="42595" y="10033"/>
                  </a:moveTo>
                  <a:lnTo>
                    <a:pt x="40576" y="8242"/>
                  </a:lnTo>
                  <a:lnTo>
                    <a:pt x="36195" y="9601"/>
                  </a:lnTo>
                  <a:lnTo>
                    <a:pt x="31470" y="12014"/>
                  </a:lnTo>
                  <a:lnTo>
                    <a:pt x="14998" y="27076"/>
                  </a:lnTo>
                  <a:lnTo>
                    <a:pt x="11264" y="32727"/>
                  </a:lnTo>
                  <a:lnTo>
                    <a:pt x="10121" y="36169"/>
                  </a:lnTo>
                  <a:lnTo>
                    <a:pt x="10833" y="40551"/>
                  </a:lnTo>
                  <a:lnTo>
                    <a:pt x="11201" y="41617"/>
                  </a:lnTo>
                  <a:lnTo>
                    <a:pt x="12788" y="43027"/>
                  </a:lnTo>
                  <a:lnTo>
                    <a:pt x="14084" y="43218"/>
                  </a:lnTo>
                  <a:lnTo>
                    <a:pt x="15519" y="41986"/>
                  </a:lnTo>
                  <a:lnTo>
                    <a:pt x="17157" y="33553"/>
                  </a:lnTo>
                  <a:lnTo>
                    <a:pt x="21082" y="27584"/>
                  </a:lnTo>
                  <a:lnTo>
                    <a:pt x="25908" y="22758"/>
                  </a:lnTo>
                  <a:lnTo>
                    <a:pt x="30911" y="17741"/>
                  </a:lnTo>
                  <a:lnTo>
                    <a:pt x="36969" y="14046"/>
                  </a:lnTo>
                  <a:lnTo>
                    <a:pt x="42595" y="10033"/>
                  </a:lnTo>
                  <a:close/>
                </a:path>
                <a:path w="448309" h="119379">
                  <a:moveTo>
                    <a:pt x="80619" y="11099"/>
                  </a:moveTo>
                  <a:lnTo>
                    <a:pt x="76949" y="7747"/>
                  </a:lnTo>
                  <a:lnTo>
                    <a:pt x="67868" y="10617"/>
                  </a:lnTo>
                  <a:lnTo>
                    <a:pt x="61468" y="8597"/>
                  </a:lnTo>
                  <a:lnTo>
                    <a:pt x="59867" y="7734"/>
                  </a:lnTo>
                  <a:lnTo>
                    <a:pt x="56400" y="7734"/>
                  </a:lnTo>
                  <a:lnTo>
                    <a:pt x="54483" y="9080"/>
                  </a:lnTo>
                  <a:lnTo>
                    <a:pt x="54711" y="10795"/>
                  </a:lnTo>
                  <a:lnTo>
                    <a:pt x="56184" y="10655"/>
                  </a:lnTo>
                  <a:lnTo>
                    <a:pt x="58051" y="10718"/>
                  </a:lnTo>
                  <a:lnTo>
                    <a:pt x="58674" y="12065"/>
                  </a:lnTo>
                  <a:lnTo>
                    <a:pt x="50863" y="17348"/>
                  </a:lnTo>
                  <a:lnTo>
                    <a:pt x="44030" y="23837"/>
                  </a:lnTo>
                  <a:lnTo>
                    <a:pt x="31927" y="46926"/>
                  </a:lnTo>
                  <a:lnTo>
                    <a:pt x="32423" y="48044"/>
                  </a:lnTo>
                  <a:lnTo>
                    <a:pt x="38582" y="52044"/>
                  </a:lnTo>
                  <a:lnTo>
                    <a:pt x="38569" y="44208"/>
                  </a:lnTo>
                  <a:lnTo>
                    <a:pt x="40932" y="36677"/>
                  </a:lnTo>
                  <a:lnTo>
                    <a:pt x="78066" y="13754"/>
                  </a:lnTo>
                  <a:lnTo>
                    <a:pt x="80619" y="11099"/>
                  </a:lnTo>
                  <a:close/>
                </a:path>
                <a:path w="448309" h="119379">
                  <a:moveTo>
                    <a:pt x="389128" y="84023"/>
                  </a:moveTo>
                  <a:lnTo>
                    <a:pt x="388874" y="82791"/>
                  </a:lnTo>
                  <a:lnTo>
                    <a:pt x="388277" y="82499"/>
                  </a:lnTo>
                  <a:lnTo>
                    <a:pt x="385025" y="81546"/>
                  </a:lnTo>
                  <a:lnTo>
                    <a:pt x="382117" y="82194"/>
                  </a:lnTo>
                  <a:lnTo>
                    <a:pt x="374929" y="81229"/>
                  </a:lnTo>
                  <a:lnTo>
                    <a:pt x="371297" y="78219"/>
                  </a:lnTo>
                  <a:lnTo>
                    <a:pt x="365036" y="73533"/>
                  </a:lnTo>
                  <a:lnTo>
                    <a:pt x="362127" y="71704"/>
                  </a:lnTo>
                  <a:lnTo>
                    <a:pt x="358775" y="71005"/>
                  </a:lnTo>
                  <a:lnTo>
                    <a:pt x="363207" y="73774"/>
                  </a:lnTo>
                  <a:lnTo>
                    <a:pt x="366737" y="78206"/>
                  </a:lnTo>
                  <a:lnTo>
                    <a:pt x="367004" y="83705"/>
                  </a:lnTo>
                  <a:lnTo>
                    <a:pt x="367385" y="91224"/>
                  </a:lnTo>
                  <a:lnTo>
                    <a:pt x="362229" y="97815"/>
                  </a:lnTo>
                  <a:lnTo>
                    <a:pt x="359206" y="109626"/>
                  </a:lnTo>
                  <a:lnTo>
                    <a:pt x="360019" y="115493"/>
                  </a:lnTo>
                  <a:lnTo>
                    <a:pt x="364858" y="117449"/>
                  </a:lnTo>
                  <a:lnTo>
                    <a:pt x="365582" y="117284"/>
                  </a:lnTo>
                  <a:lnTo>
                    <a:pt x="368160" y="111302"/>
                  </a:lnTo>
                  <a:lnTo>
                    <a:pt x="368655" y="105714"/>
                  </a:lnTo>
                  <a:lnTo>
                    <a:pt x="371640" y="95123"/>
                  </a:lnTo>
                  <a:lnTo>
                    <a:pt x="374535" y="89738"/>
                  </a:lnTo>
                  <a:lnTo>
                    <a:pt x="382244" y="86385"/>
                  </a:lnTo>
                  <a:lnTo>
                    <a:pt x="385279" y="86220"/>
                  </a:lnTo>
                  <a:lnTo>
                    <a:pt x="388467" y="84582"/>
                  </a:lnTo>
                  <a:lnTo>
                    <a:pt x="389128" y="84023"/>
                  </a:lnTo>
                  <a:close/>
                </a:path>
                <a:path w="448309" h="119379">
                  <a:moveTo>
                    <a:pt x="398462" y="90347"/>
                  </a:moveTo>
                  <a:lnTo>
                    <a:pt x="396659" y="86918"/>
                  </a:lnTo>
                  <a:lnTo>
                    <a:pt x="392315" y="92748"/>
                  </a:lnTo>
                  <a:lnTo>
                    <a:pt x="392188" y="99225"/>
                  </a:lnTo>
                  <a:lnTo>
                    <a:pt x="391261" y="102044"/>
                  </a:lnTo>
                  <a:lnTo>
                    <a:pt x="389991" y="105905"/>
                  </a:lnTo>
                  <a:lnTo>
                    <a:pt x="389026" y="109867"/>
                  </a:lnTo>
                  <a:lnTo>
                    <a:pt x="388048" y="115722"/>
                  </a:lnTo>
                  <a:lnTo>
                    <a:pt x="388251" y="118275"/>
                  </a:lnTo>
                  <a:lnTo>
                    <a:pt x="391261" y="118897"/>
                  </a:lnTo>
                  <a:lnTo>
                    <a:pt x="392391" y="117983"/>
                  </a:lnTo>
                  <a:lnTo>
                    <a:pt x="393382" y="115824"/>
                  </a:lnTo>
                  <a:lnTo>
                    <a:pt x="393420" y="114592"/>
                  </a:lnTo>
                  <a:lnTo>
                    <a:pt x="394004" y="111036"/>
                  </a:lnTo>
                  <a:lnTo>
                    <a:pt x="395058" y="108813"/>
                  </a:lnTo>
                  <a:lnTo>
                    <a:pt x="397205" y="102514"/>
                  </a:lnTo>
                  <a:lnTo>
                    <a:pt x="397738" y="98259"/>
                  </a:lnTo>
                  <a:lnTo>
                    <a:pt x="398462" y="90347"/>
                  </a:lnTo>
                  <a:close/>
                </a:path>
                <a:path w="448309" h="119379">
                  <a:moveTo>
                    <a:pt x="418541" y="91935"/>
                  </a:moveTo>
                  <a:lnTo>
                    <a:pt x="418261" y="88861"/>
                  </a:lnTo>
                  <a:lnTo>
                    <a:pt x="413816" y="89598"/>
                  </a:lnTo>
                  <a:lnTo>
                    <a:pt x="413423" y="93827"/>
                  </a:lnTo>
                  <a:lnTo>
                    <a:pt x="411695" y="100584"/>
                  </a:lnTo>
                  <a:lnTo>
                    <a:pt x="410857" y="105981"/>
                  </a:lnTo>
                  <a:lnTo>
                    <a:pt x="410578" y="111404"/>
                  </a:lnTo>
                  <a:lnTo>
                    <a:pt x="410502" y="112928"/>
                  </a:lnTo>
                  <a:lnTo>
                    <a:pt x="410984" y="115011"/>
                  </a:lnTo>
                  <a:lnTo>
                    <a:pt x="413372" y="114922"/>
                  </a:lnTo>
                  <a:lnTo>
                    <a:pt x="413994" y="114122"/>
                  </a:lnTo>
                  <a:lnTo>
                    <a:pt x="417893" y="107556"/>
                  </a:lnTo>
                  <a:lnTo>
                    <a:pt x="418236" y="100469"/>
                  </a:lnTo>
                  <a:lnTo>
                    <a:pt x="418541" y="91935"/>
                  </a:lnTo>
                  <a:close/>
                </a:path>
                <a:path w="448309" h="119379">
                  <a:moveTo>
                    <a:pt x="437299" y="88836"/>
                  </a:moveTo>
                  <a:lnTo>
                    <a:pt x="436956" y="89547"/>
                  </a:lnTo>
                  <a:lnTo>
                    <a:pt x="437299" y="89217"/>
                  </a:lnTo>
                  <a:lnTo>
                    <a:pt x="437299" y="88836"/>
                  </a:lnTo>
                  <a:close/>
                </a:path>
                <a:path w="448309" h="119379">
                  <a:moveTo>
                    <a:pt x="447941" y="82435"/>
                  </a:moveTo>
                  <a:lnTo>
                    <a:pt x="446341" y="81191"/>
                  </a:lnTo>
                  <a:lnTo>
                    <a:pt x="445363" y="81495"/>
                  </a:lnTo>
                  <a:lnTo>
                    <a:pt x="441312" y="83515"/>
                  </a:lnTo>
                  <a:lnTo>
                    <a:pt x="438581" y="86258"/>
                  </a:lnTo>
                  <a:lnTo>
                    <a:pt x="437324" y="88785"/>
                  </a:lnTo>
                  <a:lnTo>
                    <a:pt x="437349" y="90779"/>
                  </a:lnTo>
                  <a:lnTo>
                    <a:pt x="437134" y="93599"/>
                  </a:lnTo>
                  <a:lnTo>
                    <a:pt x="436295" y="98336"/>
                  </a:lnTo>
                  <a:lnTo>
                    <a:pt x="435838" y="100469"/>
                  </a:lnTo>
                  <a:lnTo>
                    <a:pt x="437616" y="104063"/>
                  </a:lnTo>
                  <a:lnTo>
                    <a:pt x="440550" y="104825"/>
                  </a:lnTo>
                  <a:lnTo>
                    <a:pt x="441858" y="102552"/>
                  </a:lnTo>
                  <a:lnTo>
                    <a:pt x="442480" y="95580"/>
                  </a:lnTo>
                  <a:lnTo>
                    <a:pt x="444157" y="89992"/>
                  </a:lnTo>
                  <a:lnTo>
                    <a:pt x="447421" y="83908"/>
                  </a:lnTo>
                  <a:lnTo>
                    <a:pt x="447941" y="82435"/>
                  </a:lnTo>
                  <a:close/>
                </a:path>
              </a:pathLst>
            </a:custGeom>
            <a:solidFill>
              <a:srgbClr val="E492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6" name="object 1306" descr=""/>
            <p:cNvSpPr/>
            <p:nvPr/>
          </p:nvSpPr>
          <p:spPr>
            <a:xfrm>
              <a:off x="12860592" y="3812558"/>
              <a:ext cx="923290" cy="366395"/>
            </a:xfrm>
            <a:custGeom>
              <a:avLst/>
              <a:gdLst/>
              <a:ahLst/>
              <a:cxnLst/>
              <a:rect l="l" t="t" r="r" b="b"/>
              <a:pathLst>
                <a:path w="923290" h="366395">
                  <a:moveTo>
                    <a:pt x="923188" y="107772"/>
                  </a:moveTo>
                  <a:lnTo>
                    <a:pt x="912749" y="63906"/>
                  </a:lnTo>
                  <a:lnTo>
                    <a:pt x="883577" y="29997"/>
                  </a:lnTo>
                  <a:lnTo>
                    <a:pt x="838542" y="12865"/>
                  </a:lnTo>
                  <a:lnTo>
                    <a:pt x="791540" y="9550"/>
                  </a:lnTo>
                  <a:lnTo>
                    <a:pt x="745261" y="11061"/>
                  </a:lnTo>
                  <a:lnTo>
                    <a:pt x="699490" y="16827"/>
                  </a:lnTo>
                  <a:lnTo>
                    <a:pt x="654037" y="26301"/>
                  </a:lnTo>
                  <a:lnTo>
                    <a:pt x="608711" y="38925"/>
                  </a:lnTo>
                  <a:lnTo>
                    <a:pt x="577392" y="49161"/>
                  </a:lnTo>
                  <a:lnTo>
                    <a:pt x="572604" y="42837"/>
                  </a:lnTo>
                  <a:lnTo>
                    <a:pt x="543026" y="24066"/>
                  </a:lnTo>
                  <a:lnTo>
                    <a:pt x="509587" y="9385"/>
                  </a:lnTo>
                  <a:lnTo>
                    <a:pt x="474395" y="711"/>
                  </a:lnTo>
                  <a:lnTo>
                    <a:pt x="439572" y="0"/>
                  </a:lnTo>
                  <a:lnTo>
                    <a:pt x="420839" y="3568"/>
                  </a:lnTo>
                  <a:lnTo>
                    <a:pt x="384873" y="16700"/>
                  </a:lnTo>
                  <a:lnTo>
                    <a:pt x="192036" y="106743"/>
                  </a:lnTo>
                  <a:lnTo>
                    <a:pt x="151599" y="125907"/>
                  </a:lnTo>
                  <a:lnTo>
                    <a:pt x="111747" y="146253"/>
                  </a:lnTo>
                  <a:lnTo>
                    <a:pt x="73253" y="168808"/>
                  </a:lnTo>
                  <a:lnTo>
                    <a:pt x="36931" y="194640"/>
                  </a:lnTo>
                  <a:lnTo>
                    <a:pt x="10287" y="221996"/>
                  </a:lnTo>
                  <a:lnTo>
                    <a:pt x="0" y="256362"/>
                  </a:lnTo>
                  <a:lnTo>
                    <a:pt x="2895" y="268744"/>
                  </a:lnTo>
                  <a:lnTo>
                    <a:pt x="25692" y="299974"/>
                  </a:lnTo>
                  <a:lnTo>
                    <a:pt x="64414" y="330403"/>
                  </a:lnTo>
                  <a:lnTo>
                    <a:pt x="100406" y="348551"/>
                  </a:lnTo>
                  <a:lnTo>
                    <a:pt x="123672" y="352107"/>
                  </a:lnTo>
                  <a:lnTo>
                    <a:pt x="136512" y="350088"/>
                  </a:lnTo>
                  <a:lnTo>
                    <a:pt x="148831" y="345744"/>
                  </a:lnTo>
                  <a:lnTo>
                    <a:pt x="160705" y="339915"/>
                  </a:lnTo>
                  <a:lnTo>
                    <a:pt x="214934" y="310032"/>
                  </a:lnTo>
                  <a:lnTo>
                    <a:pt x="243954" y="295122"/>
                  </a:lnTo>
                  <a:lnTo>
                    <a:pt x="264998" y="331139"/>
                  </a:lnTo>
                  <a:lnTo>
                    <a:pt x="305676" y="361327"/>
                  </a:lnTo>
                  <a:lnTo>
                    <a:pt x="332867" y="366204"/>
                  </a:lnTo>
                  <a:lnTo>
                    <a:pt x="360349" y="362775"/>
                  </a:lnTo>
                  <a:lnTo>
                    <a:pt x="385394" y="351066"/>
                  </a:lnTo>
                  <a:lnTo>
                    <a:pt x="392518" y="345732"/>
                  </a:lnTo>
                  <a:lnTo>
                    <a:pt x="399503" y="340182"/>
                  </a:lnTo>
                  <a:lnTo>
                    <a:pt x="406679" y="334962"/>
                  </a:lnTo>
                  <a:lnTo>
                    <a:pt x="414375" y="330593"/>
                  </a:lnTo>
                  <a:lnTo>
                    <a:pt x="422033" y="327012"/>
                  </a:lnTo>
                  <a:lnTo>
                    <a:pt x="488975" y="314617"/>
                  </a:lnTo>
                  <a:lnTo>
                    <a:pt x="539051" y="304673"/>
                  </a:lnTo>
                  <a:lnTo>
                    <a:pt x="589000" y="294170"/>
                  </a:lnTo>
                  <a:lnTo>
                    <a:pt x="638822" y="283095"/>
                  </a:lnTo>
                  <a:lnTo>
                    <a:pt x="688530" y="271449"/>
                  </a:lnTo>
                  <a:lnTo>
                    <a:pt x="738098" y="259257"/>
                  </a:lnTo>
                  <a:lnTo>
                    <a:pt x="788682" y="245249"/>
                  </a:lnTo>
                  <a:lnTo>
                    <a:pt x="837171" y="225691"/>
                  </a:lnTo>
                  <a:lnTo>
                    <a:pt x="880414" y="195999"/>
                  </a:lnTo>
                  <a:lnTo>
                    <a:pt x="911987" y="154800"/>
                  </a:lnTo>
                  <a:lnTo>
                    <a:pt x="923188" y="107772"/>
                  </a:lnTo>
                  <a:close/>
                </a:path>
              </a:pathLst>
            </a:custGeom>
            <a:solidFill>
              <a:srgbClr val="EEAB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7" name="object 1307" descr=""/>
            <p:cNvSpPr/>
            <p:nvPr/>
          </p:nvSpPr>
          <p:spPr>
            <a:xfrm>
              <a:off x="13074554" y="3855324"/>
              <a:ext cx="370840" cy="271145"/>
            </a:xfrm>
            <a:custGeom>
              <a:avLst/>
              <a:gdLst/>
              <a:ahLst/>
              <a:cxnLst/>
              <a:rect l="l" t="t" r="r" b="b"/>
              <a:pathLst>
                <a:path w="370840" h="271145">
                  <a:moveTo>
                    <a:pt x="367695" y="0"/>
                  </a:moveTo>
                  <a:lnTo>
                    <a:pt x="314398" y="19032"/>
                  </a:lnTo>
                  <a:lnTo>
                    <a:pt x="268134" y="37436"/>
                  </a:lnTo>
                  <a:lnTo>
                    <a:pt x="222422" y="57186"/>
                  </a:lnTo>
                  <a:lnTo>
                    <a:pt x="177251" y="78060"/>
                  </a:lnTo>
                  <a:lnTo>
                    <a:pt x="133202" y="99686"/>
                  </a:lnTo>
                  <a:lnTo>
                    <a:pt x="70154" y="132797"/>
                  </a:lnTo>
                  <a:lnTo>
                    <a:pt x="33103" y="157629"/>
                  </a:lnTo>
                  <a:lnTo>
                    <a:pt x="8558" y="195148"/>
                  </a:lnTo>
                  <a:lnTo>
                    <a:pt x="765" y="240849"/>
                  </a:lnTo>
                  <a:lnTo>
                    <a:pt x="0" y="270735"/>
                  </a:lnTo>
                  <a:lnTo>
                    <a:pt x="10586" y="270745"/>
                  </a:lnTo>
                  <a:lnTo>
                    <a:pt x="11158" y="243955"/>
                  </a:lnTo>
                  <a:lnTo>
                    <a:pt x="12804" y="223821"/>
                  </a:lnTo>
                  <a:lnTo>
                    <a:pt x="24250" y="185638"/>
                  </a:lnTo>
                  <a:lnTo>
                    <a:pt x="53099" y="155402"/>
                  </a:lnTo>
                  <a:lnTo>
                    <a:pt x="89871" y="134330"/>
                  </a:lnTo>
                  <a:lnTo>
                    <a:pt x="131997" y="112150"/>
                  </a:lnTo>
                  <a:lnTo>
                    <a:pt x="174645" y="90991"/>
                  </a:lnTo>
                  <a:lnTo>
                    <a:pt x="217789" y="70870"/>
                  </a:lnTo>
                  <a:lnTo>
                    <a:pt x="261405" y="51799"/>
                  </a:lnTo>
                  <a:lnTo>
                    <a:pt x="312362" y="31163"/>
                  </a:lnTo>
                  <a:lnTo>
                    <a:pt x="370449" y="10230"/>
                  </a:lnTo>
                  <a:lnTo>
                    <a:pt x="367695" y="0"/>
                  </a:lnTo>
                  <a:close/>
                </a:path>
              </a:pathLst>
            </a:custGeom>
            <a:solidFill>
              <a:srgbClr val="E4927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08" name="object 1308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9" name="object 1309" descr=""/>
          <p:cNvSpPr txBox="1"/>
          <p:nvPr/>
        </p:nvSpPr>
        <p:spPr>
          <a:xfrm>
            <a:off x="732793" y="781072"/>
            <a:ext cx="391541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Extras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for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adaptation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Hairstyles,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bodies,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and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accessories</a:t>
            </a:r>
            <a:endParaRPr sz="1950">
              <a:latin typeface="Open Sans Light"/>
              <a:cs typeface="Open Sans Ligh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201" y="1773886"/>
            <a:ext cx="444364" cy="67053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425546" y="1773589"/>
            <a:ext cx="436245" cy="643890"/>
            <a:chOff x="1425546" y="1773589"/>
            <a:chExt cx="436245" cy="643890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1242" y="2173293"/>
              <a:ext cx="234369" cy="24383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446607" y="1886735"/>
              <a:ext cx="397510" cy="450850"/>
            </a:xfrm>
            <a:custGeom>
              <a:avLst/>
              <a:gdLst/>
              <a:ahLst/>
              <a:cxnLst/>
              <a:rect l="l" t="t" r="r" b="b"/>
              <a:pathLst>
                <a:path w="397510" h="450850">
                  <a:moveTo>
                    <a:pt x="243154" y="0"/>
                  </a:moveTo>
                  <a:lnTo>
                    <a:pt x="192001" y="4958"/>
                  </a:lnTo>
                  <a:lnTo>
                    <a:pt x="142354" y="15285"/>
                  </a:lnTo>
                  <a:lnTo>
                    <a:pt x="100516" y="29650"/>
                  </a:lnTo>
                  <a:lnTo>
                    <a:pt x="56940" y="69460"/>
                  </a:lnTo>
                  <a:lnTo>
                    <a:pt x="31009" y="132020"/>
                  </a:lnTo>
                  <a:lnTo>
                    <a:pt x="22228" y="184905"/>
                  </a:lnTo>
                  <a:lnTo>
                    <a:pt x="8981" y="320972"/>
                  </a:lnTo>
                  <a:lnTo>
                    <a:pt x="2991" y="384601"/>
                  </a:lnTo>
                  <a:lnTo>
                    <a:pt x="0" y="418402"/>
                  </a:lnTo>
                  <a:lnTo>
                    <a:pt x="4651" y="431202"/>
                  </a:lnTo>
                  <a:lnTo>
                    <a:pt x="17084" y="440004"/>
                  </a:lnTo>
                  <a:lnTo>
                    <a:pt x="31812" y="446017"/>
                  </a:lnTo>
                  <a:lnTo>
                    <a:pt x="43349" y="450453"/>
                  </a:lnTo>
                  <a:lnTo>
                    <a:pt x="65724" y="445221"/>
                  </a:lnTo>
                  <a:lnTo>
                    <a:pt x="106067" y="427530"/>
                  </a:lnTo>
                  <a:lnTo>
                    <a:pt x="148519" y="406544"/>
                  </a:lnTo>
                  <a:lnTo>
                    <a:pt x="194611" y="374228"/>
                  </a:lnTo>
                  <a:lnTo>
                    <a:pt x="223975" y="324553"/>
                  </a:lnTo>
                  <a:lnTo>
                    <a:pt x="228956" y="314196"/>
                  </a:lnTo>
                  <a:lnTo>
                    <a:pt x="268463" y="292563"/>
                  </a:lnTo>
                  <a:lnTo>
                    <a:pt x="334414" y="297986"/>
                  </a:lnTo>
                  <a:lnTo>
                    <a:pt x="385940" y="265032"/>
                  </a:lnTo>
                  <a:lnTo>
                    <a:pt x="395296" y="211445"/>
                  </a:lnTo>
                  <a:lnTo>
                    <a:pt x="397145" y="161784"/>
                  </a:lnTo>
                  <a:lnTo>
                    <a:pt x="389452" y="114611"/>
                  </a:lnTo>
                  <a:lnTo>
                    <a:pt x="373529" y="72473"/>
                  </a:lnTo>
                  <a:lnTo>
                    <a:pt x="350689" y="37918"/>
                  </a:lnTo>
                  <a:lnTo>
                    <a:pt x="322245" y="13492"/>
                  </a:lnTo>
                  <a:lnTo>
                    <a:pt x="289509" y="1745"/>
                  </a:lnTo>
                  <a:lnTo>
                    <a:pt x="243154" y="0"/>
                  </a:lnTo>
                  <a:close/>
                </a:path>
              </a:pathLst>
            </a:custGeom>
            <a:solidFill>
              <a:srgbClr val="8858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497764" y="1874034"/>
              <a:ext cx="363855" cy="363220"/>
            </a:xfrm>
            <a:custGeom>
              <a:avLst/>
              <a:gdLst/>
              <a:ahLst/>
              <a:cxnLst/>
              <a:rect l="l" t="t" r="r" b="b"/>
              <a:pathLst>
                <a:path w="363855" h="363219">
                  <a:moveTo>
                    <a:pt x="189535" y="0"/>
                  </a:moveTo>
                  <a:lnTo>
                    <a:pt x="147144" y="60"/>
                  </a:lnTo>
                  <a:lnTo>
                    <a:pt x="103183" y="7720"/>
                  </a:lnTo>
                  <a:lnTo>
                    <a:pt x="58588" y="23655"/>
                  </a:lnTo>
                  <a:lnTo>
                    <a:pt x="14292" y="48544"/>
                  </a:lnTo>
                  <a:lnTo>
                    <a:pt x="0" y="86690"/>
                  </a:lnTo>
                  <a:lnTo>
                    <a:pt x="4924" y="86845"/>
                  </a:lnTo>
                  <a:lnTo>
                    <a:pt x="18977" y="86034"/>
                  </a:lnTo>
                  <a:lnTo>
                    <a:pt x="40959" y="82574"/>
                  </a:lnTo>
                  <a:lnTo>
                    <a:pt x="69673" y="74784"/>
                  </a:lnTo>
                  <a:lnTo>
                    <a:pt x="96657" y="68472"/>
                  </a:lnTo>
                  <a:lnTo>
                    <a:pt x="107410" y="70978"/>
                  </a:lnTo>
                  <a:lnTo>
                    <a:pt x="109273" y="77096"/>
                  </a:lnTo>
                  <a:lnTo>
                    <a:pt x="109588" y="81622"/>
                  </a:lnTo>
                  <a:lnTo>
                    <a:pt x="115394" y="85823"/>
                  </a:lnTo>
                  <a:lnTo>
                    <a:pt x="125176" y="95130"/>
                  </a:lnTo>
                  <a:lnTo>
                    <a:pt x="133462" y="110581"/>
                  </a:lnTo>
                  <a:lnTo>
                    <a:pt x="134781" y="133212"/>
                  </a:lnTo>
                  <a:lnTo>
                    <a:pt x="133897" y="161147"/>
                  </a:lnTo>
                  <a:lnTo>
                    <a:pt x="137414" y="189086"/>
                  </a:lnTo>
                  <a:lnTo>
                    <a:pt x="146896" y="228570"/>
                  </a:lnTo>
                  <a:lnTo>
                    <a:pt x="170424" y="255920"/>
                  </a:lnTo>
                  <a:lnTo>
                    <a:pt x="199908" y="289746"/>
                  </a:lnTo>
                  <a:lnTo>
                    <a:pt x="214874" y="310136"/>
                  </a:lnTo>
                  <a:lnTo>
                    <a:pt x="219947" y="325291"/>
                  </a:lnTo>
                  <a:lnTo>
                    <a:pt x="219752" y="343415"/>
                  </a:lnTo>
                  <a:lnTo>
                    <a:pt x="234995" y="347709"/>
                  </a:lnTo>
                  <a:lnTo>
                    <a:pt x="242907" y="351150"/>
                  </a:lnTo>
                  <a:lnTo>
                    <a:pt x="246034" y="355545"/>
                  </a:lnTo>
                  <a:lnTo>
                    <a:pt x="246924" y="362702"/>
                  </a:lnTo>
                  <a:lnTo>
                    <a:pt x="282157" y="330149"/>
                  </a:lnTo>
                  <a:lnTo>
                    <a:pt x="311665" y="303672"/>
                  </a:lnTo>
                  <a:lnTo>
                    <a:pt x="323435" y="288799"/>
                  </a:lnTo>
                  <a:lnTo>
                    <a:pt x="325529" y="286275"/>
                  </a:lnTo>
                  <a:lnTo>
                    <a:pt x="345522" y="239093"/>
                  </a:lnTo>
                  <a:lnTo>
                    <a:pt x="360020" y="191870"/>
                  </a:lnTo>
                  <a:lnTo>
                    <a:pt x="363829" y="155502"/>
                  </a:lnTo>
                  <a:lnTo>
                    <a:pt x="358592" y="121319"/>
                  </a:lnTo>
                  <a:lnTo>
                    <a:pt x="324717" y="62214"/>
                  </a:lnTo>
                  <a:lnTo>
                    <a:pt x="265872" y="19969"/>
                  </a:lnTo>
                  <a:lnTo>
                    <a:pt x="229423" y="6861"/>
                  </a:lnTo>
                  <a:lnTo>
                    <a:pt x="189535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447146" y="1773589"/>
              <a:ext cx="376555" cy="229870"/>
            </a:xfrm>
            <a:custGeom>
              <a:avLst/>
              <a:gdLst/>
              <a:ahLst/>
              <a:cxnLst/>
              <a:rect l="l" t="t" r="r" b="b"/>
              <a:pathLst>
                <a:path w="376555" h="229869">
                  <a:moveTo>
                    <a:pt x="288987" y="160345"/>
                  </a:moveTo>
                  <a:lnTo>
                    <a:pt x="29756" y="160345"/>
                  </a:lnTo>
                  <a:lnTo>
                    <a:pt x="28908" y="162942"/>
                  </a:lnTo>
                  <a:lnTo>
                    <a:pt x="29369" y="165822"/>
                  </a:lnTo>
                  <a:lnTo>
                    <a:pt x="30762" y="168261"/>
                  </a:lnTo>
                  <a:lnTo>
                    <a:pt x="28754" y="171005"/>
                  </a:lnTo>
                  <a:lnTo>
                    <a:pt x="27191" y="173047"/>
                  </a:lnTo>
                  <a:lnTo>
                    <a:pt x="25526" y="175560"/>
                  </a:lnTo>
                  <a:lnTo>
                    <a:pt x="23856" y="181501"/>
                  </a:lnTo>
                  <a:lnTo>
                    <a:pt x="26031" y="186475"/>
                  </a:lnTo>
                  <a:lnTo>
                    <a:pt x="30653" y="189675"/>
                  </a:lnTo>
                  <a:lnTo>
                    <a:pt x="36322" y="190292"/>
                  </a:lnTo>
                  <a:lnTo>
                    <a:pt x="31669" y="195540"/>
                  </a:lnTo>
                  <a:lnTo>
                    <a:pt x="27062" y="200832"/>
                  </a:lnTo>
                  <a:lnTo>
                    <a:pt x="22511" y="206182"/>
                  </a:lnTo>
                  <a:lnTo>
                    <a:pt x="18029" y="211600"/>
                  </a:lnTo>
                  <a:lnTo>
                    <a:pt x="15659" y="219502"/>
                  </a:lnTo>
                  <a:lnTo>
                    <a:pt x="19036" y="226336"/>
                  </a:lnTo>
                  <a:lnTo>
                    <a:pt x="25493" y="229388"/>
                  </a:lnTo>
                  <a:lnTo>
                    <a:pt x="32364" y="225945"/>
                  </a:lnTo>
                  <a:lnTo>
                    <a:pt x="36425" y="221014"/>
                  </a:lnTo>
                  <a:lnTo>
                    <a:pt x="40536" y="216129"/>
                  </a:lnTo>
                  <a:lnTo>
                    <a:pt x="44694" y="211291"/>
                  </a:lnTo>
                  <a:lnTo>
                    <a:pt x="48897" y="206501"/>
                  </a:lnTo>
                  <a:lnTo>
                    <a:pt x="65300" y="206501"/>
                  </a:lnTo>
                  <a:lnTo>
                    <a:pt x="71007" y="202829"/>
                  </a:lnTo>
                  <a:lnTo>
                    <a:pt x="80580" y="196829"/>
                  </a:lnTo>
                  <a:lnTo>
                    <a:pt x="90274" y="191021"/>
                  </a:lnTo>
                  <a:lnTo>
                    <a:pt x="100121" y="185507"/>
                  </a:lnTo>
                  <a:lnTo>
                    <a:pt x="172223" y="185507"/>
                  </a:lnTo>
                  <a:lnTo>
                    <a:pt x="180425" y="184676"/>
                  </a:lnTo>
                  <a:lnTo>
                    <a:pt x="259104" y="184676"/>
                  </a:lnTo>
                  <a:lnTo>
                    <a:pt x="259634" y="183947"/>
                  </a:lnTo>
                  <a:lnTo>
                    <a:pt x="259875" y="179120"/>
                  </a:lnTo>
                  <a:lnTo>
                    <a:pt x="275353" y="179120"/>
                  </a:lnTo>
                  <a:lnTo>
                    <a:pt x="277194" y="175141"/>
                  </a:lnTo>
                  <a:lnTo>
                    <a:pt x="278210" y="174272"/>
                  </a:lnTo>
                  <a:lnTo>
                    <a:pt x="279079" y="173225"/>
                  </a:lnTo>
                  <a:lnTo>
                    <a:pt x="279738" y="172062"/>
                  </a:lnTo>
                  <a:lnTo>
                    <a:pt x="286272" y="171005"/>
                  </a:lnTo>
                  <a:lnTo>
                    <a:pt x="289397" y="167277"/>
                  </a:lnTo>
                  <a:lnTo>
                    <a:pt x="147910" y="167277"/>
                  </a:lnTo>
                  <a:lnTo>
                    <a:pt x="148444" y="167172"/>
                  </a:lnTo>
                  <a:lnTo>
                    <a:pt x="149065" y="166984"/>
                  </a:lnTo>
                  <a:lnTo>
                    <a:pt x="149501" y="166900"/>
                  </a:lnTo>
                  <a:lnTo>
                    <a:pt x="163609" y="164732"/>
                  </a:lnTo>
                  <a:lnTo>
                    <a:pt x="178003" y="163601"/>
                  </a:lnTo>
                  <a:lnTo>
                    <a:pt x="291211" y="163536"/>
                  </a:lnTo>
                  <a:lnTo>
                    <a:pt x="288987" y="160345"/>
                  </a:lnTo>
                  <a:close/>
                </a:path>
                <a:path w="376555" h="229869">
                  <a:moveTo>
                    <a:pt x="65300" y="206501"/>
                  </a:moveTo>
                  <a:lnTo>
                    <a:pt x="48897" y="206501"/>
                  </a:lnTo>
                  <a:lnTo>
                    <a:pt x="51630" y="210229"/>
                  </a:lnTo>
                  <a:lnTo>
                    <a:pt x="56478" y="212176"/>
                  </a:lnTo>
                  <a:lnTo>
                    <a:pt x="65300" y="206501"/>
                  </a:lnTo>
                  <a:close/>
                </a:path>
                <a:path w="376555" h="229869">
                  <a:moveTo>
                    <a:pt x="172223" y="185507"/>
                  </a:moveTo>
                  <a:lnTo>
                    <a:pt x="100121" y="185507"/>
                  </a:lnTo>
                  <a:lnTo>
                    <a:pt x="98676" y="192439"/>
                  </a:lnTo>
                  <a:lnTo>
                    <a:pt x="103754" y="200564"/>
                  </a:lnTo>
                  <a:lnTo>
                    <a:pt x="112099" y="197412"/>
                  </a:lnTo>
                  <a:lnTo>
                    <a:pt x="146039" y="188160"/>
                  </a:lnTo>
                  <a:lnTo>
                    <a:pt x="172223" y="185507"/>
                  </a:lnTo>
                  <a:close/>
                </a:path>
                <a:path w="376555" h="229869">
                  <a:moveTo>
                    <a:pt x="259104" y="184676"/>
                  </a:moveTo>
                  <a:lnTo>
                    <a:pt x="180425" y="184676"/>
                  </a:lnTo>
                  <a:lnTo>
                    <a:pt x="215175" y="185151"/>
                  </a:lnTo>
                  <a:lnTo>
                    <a:pt x="250210" y="187779"/>
                  </a:lnTo>
                  <a:lnTo>
                    <a:pt x="256441" y="188334"/>
                  </a:lnTo>
                  <a:lnTo>
                    <a:pt x="259104" y="184676"/>
                  </a:lnTo>
                  <a:close/>
                </a:path>
                <a:path w="376555" h="229869">
                  <a:moveTo>
                    <a:pt x="275353" y="179120"/>
                  </a:moveTo>
                  <a:lnTo>
                    <a:pt x="259875" y="179120"/>
                  </a:lnTo>
                  <a:lnTo>
                    <a:pt x="260870" y="179591"/>
                  </a:lnTo>
                  <a:lnTo>
                    <a:pt x="261917" y="180052"/>
                  </a:lnTo>
                  <a:lnTo>
                    <a:pt x="269100" y="183654"/>
                  </a:lnTo>
                  <a:lnTo>
                    <a:pt x="274931" y="180031"/>
                  </a:lnTo>
                  <a:lnTo>
                    <a:pt x="275353" y="179120"/>
                  </a:lnTo>
                  <a:close/>
                </a:path>
                <a:path w="376555" h="229869">
                  <a:moveTo>
                    <a:pt x="374985" y="122671"/>
                  </a:moveTo>
                  <a:lnTo>
                    <a:pt x="47264" y="122671"/>
                  </a:lnTo>
                  <a:lnTo>
                    <a:pt x="35534" y="129680"/>
                  </a:lnTo>
                  <a:lnTo>
                    <a:pt x="24504" y="137689"/>
                  </a:lnTo>
                  <a:lnTo>
                    <a:pt x="14344" y="146887"/>
                  </a:lnTo>
                  <a:lnTo>
                    <a:pt x="5223" y="157466"/>
                  </a:lnTo>
                  <a:lnTo>
                    <a:pt x="3127" y="165500"/>
                  </a:lnTo>
                  <a:lnTo>
                    <a:pt x="6649" y="172301"/>
                  </a:lnTo>
                  <a:lnTo>
                    <a:pt x="13099" y="175230"/>
                  </a:lnTo>
                  <a:lnTo>
                    <a:pt x="19767" y="171602"/>
                  </a:lnTo>
                  <a:lnTo>
                    <a:pt x="22913" y="167445"/>
                  </a:lnTo>
                  <a:lnTo>
                    <a:pt x="26217" y="163790"/>
                  </a:lnTo>
                  <a:lnTo>
                    <a:pt x="29756" y="160345"/>
                  </a:lnTo>
                  <a:lnTo>
                    <a:pt x="288987" y="160345"/>
                  </a:lnTo>
                  <a:lnTo>
                    <a:pt x="286251" y="156419"/>
                  </a:lnTo>
                  <a:lnTo>
                    <a:pt x="285403" y="155455"/>
                  </a:lnTo>
                  <a:lnTo>
                    <a:pt x="284618" y="154408"/>
                  </a:lnTo>
                  <a:lnTo>
                    <a:pt x="374932" y="154408"/>
                  </a:lnTo>
                  <a:lnTo>
                    <a:pt x="376165" y="136883"/>
                  </a:lnTo>
                  <a:lnTo>
                    <a:pt x="374985" y="122671"/>
                  </a:lnTo>
                  <a:close/>
                </a:path>
                <a:path w="376555" h="229869">
                  <a:moveTo>
                    <a:pt x="374932" y="154408"/>
                  </a:moveTo>
                  <a:lnTo>
                    <a:pt x="284618" y="154408"/>
                  </a:lnTo>
                  <a:lnTo>
                    <a:pt x="289947" y="158576"/>
                  </a:lnTo>
                  <a:lnTo>
                    <a:pt x="295057" y="163099"/>
                  </a:lnTo>
                  <a:lnTo>
                    <a:pt x="299905" y="168031"/>
                  </a:lnTo>
                  <a:lnTo>
                    <a:pt x="305164" y="170928"/>
                  </a:lnTo>
                  <a:lnTo>
                    <a:pt x="310419" y="170247"/>
                  </a:lnTo>
                  <a:lnTo>
                    <a:pt x="314660" y="167005"/>
                  </a:lnTo>
                  <a:lnTo>
                    <a:pt x="316983" y="162136"/>
                  </a:lnTo>
                  <a:lnTo>
                    <a:pt x="374054" y="162136"/>
                  </a:lnTo>
                  <a:lnTo>
                    <a:pt x="374858" y="155455"/>
                  </a:lnTo>
                  <a:lnTo>
                    <a:pt x="374932" y="154408"/>
                  </a:lnTo>
                  <a:close/>
                </a:path>
                <a:path w="376555" h="229869">
                  <a:moveTo>
                    <a:pt x="374054" y="162136"/>
                  </a:moveTo>
                  <a:lnTo>
                    <a:pt x="316983" y="162136"/>
                  </a:lnTo>
                  <a:lnTo>
                    <a:pt x="321601" y="166565"/>
                  </a:lnTo>
                  <a:lnTo>
                    <a:pt x="326878" y="170031"/>
                  </a:lnTo>
                  <a:lnTo>
                    <a:pt x="338281" y="168816"/>
                  </a:lnTo>
                  <a:lnTo>
                    <a:pt x="341223" y="165790"/>
                  </a:lnTo>
                  <a:lnTo>
                    <a:pt x="342511" y="162241"/>
                  </a:lnTo>
                  <a:lnTo>
                    <a:pt x="374041" y="162241"/>
                  </a:lnTo>
                  <a:close/>
                </a:path>
                <a:path w="376555" h="229869">
                  <a:moveTo>
                    <a:pt x="374041" y="162241"/>
                  </a:moveTo>
                  <a:lnTo>
                    <a:pt x="342511" y="162241"/>
                  </a:lnTo>
                  <a:lnTo>
                    <a:pt x="346030" y="168712"/>
                  </a:lnTo>
                  <a:lnTo>
                    <a:pt x="353349" y="167706"/>
                  </a:lnTo>
                  <a:lnTo>
                    <a:pt x="357568" y="163424"/>
                  </a:lnTo>
                  <a:lnTo>
                    <a:pt x="373897" y="163424"/>
                  </a:lnTo>
                  <a:lnTo>
                    <a:pt x="374041" y="162241"/>
                  </a:lnTo>
                  <a:close/>
                </a:path>
                <a:path w="376555" h="229869">
                  <a:moveTo>
                    <a:pt x="373897" y="163424"/>
                  </a:moveTo>
                  <a:lnTo>
                    <a:pt x="357568" y="163424"/>
                  </a:lnTo>
                  <a:lnTo>
                    <a:pt x="362971" y="167445"/>
                  </a:lnTo>
                  <a:lnTo>
                    <a:pt x="373725" y="164837"/>
                  </a:lnTo>
                  <a:lnTo>
                    <a:pt x="373897" y="163424"/>
                  </a:lnTo>
                  <a:close/>
                </a:path>
                <a:path w="376555" h="229869">
                  <a:moveTo>
                    <a:pt x="192187" y="164263"/>
                  </a:moveTo>
                  <a:lnTo>
                    <a:pt x="177357" y="164535"/>
                  </a:lnTo>
                  <a:lnTo>
                    <a:pt x="162593" y="165500"/>
                  </a:lnTo>
                  <a:lnTo>
                    <a:pt x="147910" y="167277"/>
                  </a:lnTo>
                  <a:lnTo>
                    <a:pt x="289397" y="167277"/>
                  </a:lnTo>
                  <a:lnTo>
                    <a:pt x="291671" y="164565"/>
                  </a:lnTo>
                  <a:lnTo>
                    <a:pt x="207070" y="164565"/>
                  </a:lnTo>
                  <a:lnTo>
                    <a:pt x="192187" y="164263"/>
                  </a:lnTo>
                  <a:close/>
                </a:path>
                <a:path w="376555" h="229869">
                  <a:moveTo>
                    <a:pt x="291211" y="163536"/>
                  </a:moveTo>
                  <a:lnTo>
                    <a:pt x="192539" y="163536"/>
                  </a:lnTo>
                  <a:lnTo>
                    <a:pt x="207070" y="164565"/>
                  </a:lnTo>
                  <a:lnTo>
                    <a:pt x="291671" y="164565"/>
                  </a:lnTo>
                  <a:lnTo>
                    <a:pt x="291717" y="164263"/>
                  </a:lnTo>
                  <a:lnTo>
                    <a:pt x="291211" y="163536"/>
                  </a:lnTo>
                  <a:close/>
                </a:path>
                <a:path w="376555" h="229869">
                  <a:moveTo>
                    <a:pt x="366404" y="97426"/>
                  </a:moveTo>
                  <a:lnTo>
                    <a:pt x="62394" y="97426"/>
                  </a:lnTo>
                  <a:lnTo>
                    <a:pt x="62614" y="97635"/>
                  </a:lnTo>
                  <a:lnTo>
                    <a:pt x="49592" y="101458"/>
                  </a:lnTo>
                  <a:lnTo>
                    <a:pt x="36399" y="104728"/>
                  </a:lnTo>
                  <a:lnTo>
                    <a:pt x="23015" y="107376"/>
                  </a:lnTo>
                  <a:lnTo>
                    <a:pt x="9422" y="109331"/>
                  </a:lnTo>
                  <a:lnTo>
                    <a:pt x="2258" y="113338"/>
                  </a:lnTo>
                  <a:lnTo>
                    <a:pt x="0" y="120590"/>
                  </a:lnTo>
                  <a:lnTo>
                    <a:pt x="2588" y="127281"/>
                  </a:lnTo>
                  <a:lnTo>
                    <a:pt x="9966" y="129603"/>
                  </a:lnTo>
                  <a:lnTo>
                    <a:pt x="19441" y="128328"/>
                  </a:lnTo>
                  <a:lnTo>
                    <a:pt x="28808" y="126726"/>
                  </a:lnTo>
                  <a:lnTo>
                    <a:pt x="38077" y="124829"/>
                  </a:lnTo>
                  <a:lnTo>
                    <a:pt x="47264" y="122671"/>
                  </a:lnTo>
                  <a:lnTo>
                    <a:pt x="374985" y="122671"/>
                  </a:lnTo>
                  <a:lnTo>
                    <a:pt x="374734" y="119654"/>
                  </a:lnTo>
                  <a:lnTo>
                    <a:pt x="369752" y="103256"/>
                  </a:lnTo>
                  <a:lnTo>
                    <a:pt x="366404" y="97426"/>
                  </a:lnTo>
                  <a:close/>
                </a:path>
                <a:path w="376555" h="229869">
                  <a:moveTo>
                    <a:pt x="28376" y="73718"/>
                  </a:moveTo>
                  <a:lnTo>
                    <a:pt x="22948" y="78496"/>
                  </a:lnTo>
                  <a:lnTo>
                    <a:pt x="22826" y="78635"/>
                  </a:lnTo>
                  <a:lnTo>
                    <a:pt x="21557" y="85879"/>
                  </a:lnTo>
                  <a:lnTo>
                    <a:pt x="26406" y="92243"/>
                  </a:lnTo>
                  <a:lnTo>
                    <a:pt x="35171" y="96059"/>
                  </a:lnTo>
                  <a:lnTo>
                    <a:pt x="44117" y="97976"/>
                  </a:lnTo>
                  <a:lnTo>
                    <a:pt x="53205" y="98321"/>
                  </a:lnTo>
                  <a:lnTo>
                    <a:pt x="62394" y="97426"/>
                  </a:lnTo>
                  <a:lnTo>
                    <a:pt x="366404" y="97426"/>
                  </a:lnTo>
                  <a:lnTo>
                    <a:pt x="360417" y="86997"/>
                  </a:lnTo>
                  <a:lnTo>
                    <a:pt x="353868" y="78635"/>
                  </a:lnTo>
                  <a:lnTo>
                    <a:pt x="50931" y="78635"/>
                  </a:lnTo>
                  <a:lnTo>
                    <a:pt x="43359" y="77420"/>
                  </a:lnTo>
                  <a:lnTo>
                    <a:pt x="36332" y="74557"/>
                  </a:lnTo>
                  <a:lnTo>
                    <a:pt x="28376" y="73718"/>
                  </a:lnTo>
                  <a:close/>
                </a:path>
                <a:path w="376555" h="229869">
                  <a:moveTo>
                    <a:pt x="58520" y="33260"/>
                  </a:moveTo>
                  <a:lnTo>
                    <a:pt x="50719" y="34245"/>
                  </a:lnTo>
                  <a:lnTo>
                    <a:pt x="46705" y="40315"/>
                  </a:lnTo>
                  <a:lnTo>
                    <a:pt x="47381" y="47779"/>
                  </a:lnTo>
                  <a:lnTo>
                    <a:pt x="53651" y="52946"/>
                  </a:lnTo>
                  <a:lnTo>
                    <a:pt x="62009" y="55779"/>
                  </a:lnTo>
                  <a:lnTo>
                    <a:pt x="70043" y="59156"/>
                  </a:lnTo>
                  <a:lnTo>
                    <a:pt x="77802" y="62998"/>
                  </a:lnTo>
                  <a:lnTo>
                    <a:pt x="85336" y="67228"/>
                  </a:lnTo>
                  <a:lnTo>
                    <a:pt x="79200" y="70107"/>
                  </a:lnTo>
                  <a:lnTo>
                    <a:pt x="73179" y="73531"/>
                  </a:lnTo>
                  <a:lnTo>
                    <a:pt x="67242" y="77301"/>
                  </a:lnTo>
                  <a:lnTo>
                    <a:pt x="58932" y="78496"/>
                  </a:lnTo>
                  <a:lnTo>
                    <a:pt x="50931" y="78635"/>
                  </a:lnTo>
                  <a:lnTo>
                    <a:pt x="353868" y="78635"/>
                  </a:lnTo>
                  <a:lnTo>
                    <a:pt x="350140" y="73873"/>
                  </a:lnTo>
                  <a:lnTo>
                    <a:pt x="338727" y="62049"/>
                  </a:lnTo>
                  <a:lnTo>
                    <a:pt x="334184" y="58443"/>
                  </a:lnTo>
                  <a:lnTo>
                    <a:pt x="108749" y="58443"/>
                  </a:lnTo>
                  <a:lnTo>
                    <a:pt x="103503" y="54956"/>
                  </a:lnTo>
                  <a:lnTo>
                    <a:pt x="98194" y="51595"/>
                  </a:lnTo>
                  <a:lnTo>
                    <a:pt x="92760" y="48454"/>
                  </a:lnTo>
                  <a:lnTo>
                    <a:pt x="319842" y="48454"/>
                  </a:lnTo>
                  <a:lnTo>
                    <a:pt x="311392" y="43689"/>
                  </a:lnTo>
                  <a:lnTo>
                    <a:pt x="311057" y="43543"/>
                  </a:lnTo>
                  <a:lnTo>
                    <a:pt x="310732" y="43469"/>
                  </a:lnTo>
                  <a:lnTo>
                    <a:pt x="310408" y="43354"/>
                  </a:lnTo>
                  <a:lnTo>
                    <a:pt x="307892" y="40265"/>
                  </a:lnTo>
                  <a:lnTo>
                    <a:pt x="281278" y="40265"/>
                  </a:lnTo>
                  <a:lnTo>
                    <a:pt x="274772" y="36983"/>
                  </a:lnTo>
                  <a:lnTo>
                    <a:pt x="268108" y="33953"/>
                  </a:lnTo>
                  <a:lnTo>
                    <a:pt x="266768" y="33407"/>
                  </a:lnTo>
                  <a:lnTo>
                    <a:pt x="58960" y="33407"/>
                  </a:lnTo>
                  <a:lnTo>
                    <a:pt x="58520" y="33260"/>
                  </a:lnTo>
                  <a:close/>
                </a:path>
                <a:path w="376555" h="229869">
                  <a:moveTo>
                    <a:pt x="319842" y="48454"/>
                  </a:moveTo>
                  <a:lnTo>
                    <a:pt x="92760" y="48454"/>
                  </a:lnTo>
                  <a:lnTo>
                    <a:pt x="109241" y="50419"/>
                  </a:lnTo>
                  <a:lnTo>
                    <a:pt x="125754" y="52087"/>
                  </a:lnTo>
                  <a:lnTo>
                    <a:pt x="127450" y="54076"/>
                  </a:lnTo>
                  <a:lnTo>
                    <a:pt x="121146" y="55176"/>
                  </a:lnTo>
                  <a:lnTo>
                    <a:pt x="114916" y="56652"/>
                  </a:lnTo>
                  <a:lnTo>
                    <a:pt x="108749" y="58443"/>
                  </a:lnTo>
                  <a:lnTo>
                    <a:pt x="334184" y="58443"/>
                  </a:lnTo>
                  <a:lnTo>
                    <a:pt x="325903" y="51871"/>
                  </a:lnTo>
                  <a:lnTo>
                    <a:pt x="319842" y="48454"/>
                  </a:lnTo>
                  <a:close/>
                </a:path>
                <a:path w="376555" h="229869">
                  <a:moveTo>
                    <a:pt x="254630" y="0"/>
                  </a:moveTo>
                  <a:lnTo>
                    <a:pt x="249002" y="5033"/>
                  </a:lnTo>
                  <a:lnTo>
                    <a:pt x="247791" y="12152"/>
                  </a:lnTo>
                  <a:lnTo>
                    <a:pt x="252870" y="18046"/>
                  </a:lnTo>
                  <a:lnTo>
                    <a:pt x="260859" y="22484"/>
                  </a:lnTo>
                  <a:lnTo>
                    <a:pt x="268177" y="27781"/>
                  </a:lnTo>
                  <a:lnTo>
                    <a:pt x="274944" y="33766"/>
                  </a:lnTo>
                  <a:lnTo>
                    <a:pt x="281278" y="40265"/>
                  </a:lnTo>
                  <a:lnTo>
                    <a:pt x="307892" y="40265"/>
                  </a:lnTo>
                  <a:lnTo>
                    <a:pt x="300146" y="30755"/>
                  </a:lnTo>
                  <a:lnTo>
                    <a:pt x="288978" y="18936"/>
                  </a:lnTo>
                  <a:lnTo>
                    <a:pt x="276622" y="8577"/>
                  </a:lnTo>
                  <a:lnTo>
                    <a:pt x="262796" y="361"/>
                  </a:lnTo>
                  <a:lnTo>
                    <a:pt x="254630" y="0"/>
                  </a:lnTo>
                  <a:close/>
                </a:path>
                <a:path w="376555" h="229869">
                  <a:moveTo>
                    <a:pt x="64635" y="24088"/>
                  </a:moveTo>
                  <a:lnTo>
                    <a:pt x="60237" y="28454"/>
                  </a:lnTo>
                  <a:lnTo>
                    <a:pt x="60143" y="28705"/>
                  </a:lnTo>
                  <a:lnTo>
                    <a:pt x="58960" y="33407"/>
                  </a:lnTo>
                  <a:lnTo>
                    <a:pt x="266768" y="33407"/>
                  </a:lnTo>
                  <a:lnTo>
                    <a:pt x="261290" y="31176"/>
                  </a:lnTo>
                  <a:lnTo>
                    <a:pt x="258228" y="30067"/>
                  </a:lnTo>
                  <a:lnTo>
                    <a:pt x="108843" y="30067"/>
                  </a:lnTo>
                  <a:lnTo>
                    <a:pt x="96920" y="28643"/>
                  </a:lnTo>
                  <a:lnTo>
                    <a:pt x="89917" y="27753"/>
                  </a:lnTo>
                  <a:lnTo>
                    <a:pt x="80466" y="26456"/>
                  </a:lnTo>
                  <a:lnTo>
                    <a:pt x="64635" y="24088"/>
                  </a:lnTo>
                  <a:close/>
                </a:path>
                <a:path w="376555" h="229869">
                  <a:moveTo>
                    <a:pt x="111723" y="7932"/>
                  </a:moveTo>
                  <a:lnTo>
                    <a:pt x="105492" y="10463"/>
                  </a:lnTo>
                  <a:lnTo>
                    <a:pt x="102026" y="15895"/>
                  </a:lnTo>
                  <a:lnTo>
                    <a:pt x="103660" y="22842"/>
                  </a:lnTo>
                  <a:lnTo>
                    <a:pt x="105325" y="25281"/>
                  </a:lnTo>
                  <a:lnTo>
                    <a:pt x="107204" y="27781"/>
                  </a:lnTo>
                  <a:lnTo>
                    <a:pt x="108843" y="30067"/>
                  </a:lnTo>
                  <a:lnTo>
                    <a:pt x="258228" y="30067"/>
                  </a:lnTo>
                  <a:lnTo>
                    <a:pt x="257708" y="29878"/>
                  </a:lnTo>
                  <a:lnTo>
                    <a:pt x="207814" y="29878"/>
                  </a:lnTo>
                  <a:lnTo>
                    <a:pt x="205293" y="29459"/>
                  </a:lnTo>
                  <a:lnTo>
                    <a:pt x="133397" y="29459"/>
                  </a:lnTo>
                  <a:lnTo>
                    <a:pt x="132476" y="28255"/>
                  </a:lnTo>
                  <a:lnTo>
                    <a:pt x="131649" y="26999"/>
                  </a:lnTo>
                  <a:lnTo>
                    <a:pt x="130738" y="25784"/>
                  </a:lnTo>
                  <a:lnTo>
                    <a:pt x="193274" y="25784"/>
                  </a:lnTo>
                  <a:lnTo>
                    <a:pt x="191113" y="24433"/>
                  </a:lnTo>
                  <a:lnTo>
                    <a:pt x="246244" y="24433"/>
                  </a:lnTo>
                  <a:lnTo>
                    <a:pt x="237498" y="19867"/>
                  </a:lnTo>
                  <a:lnTo>
                    <a:pt x="223082" y="13617"/>
                  </a:lnTo>
                  <a:lnTo>
                    <a:pt x="169899" y="13617"/>
                  </a:lnTo>
                  <a:lnTo>
                    <a:pt x="159748" y="10060"/>
                  </a:lnTo>
                  <a:lnTo>
                    <a:pt x="158249" y="9690"/>
                  </a:lnTo>
                  <a:lnTo>
                    <a:pt x="118382" y="9690"/>
                  </a:lnTo>
                  <a:lnTo>
                    <a:pt x="111723" y="7932"/>
                  </a:lnTo>
                  <a:close/>
                </a:path>
                <a:path w="376555" h="229869">
                  <a:moveTo>
                    <a:pt x="246244" y="24433"/>
                  </a:moveTo>
                  <a:lnTo>
                    <a:pt x="191113" y="24433"/>
                  </a:lnTo>
                  <a:lnTo>
                    <a:pt x="196924" y="25910"/>
                  </a:lnTo>
                  <a:lnTo>
                    <a:pt x="202874" y="27781"/>
                  </a:lnTo>
                  <a:lnTo>
                    <a:pt x="208002" y="29595"/>
                  </a:lnTo>
                  <a:lnTo>
                    <a:pt x="207866" y="29773"/>
                  </a:lnTo>
                  <a:lnTo>
                    <a:pt x="257708" y="29878"/>
                  </a:lnTo>
                  <a:lnTo>
                    <a:pt x="254305" y="28643"/>
                  </a:lnTo>
                  <a:lnTo>
                    <a:pt x="246244" y="24433"/>
                  </a:lnTo>
                  <a:close/>
                </a:path>
                <a:path w="376555" h="229869">
                  <a:moveTo>
                    <a:pt x="146978" y="28643"/>
                  </a:moveTo>
                  <a:lnTo>
                    <a:pt x="140256" y="28705"/>
                  </a:lnTo>
                  <a:lnTo>
                    <a:pt x="133397" y="29459"/>
                  </a:lnTo>
                  <a:lnTo>
                    <a:pt x="205293" y="29459"/>
                  </a:lnTo>
                  <a:lnTo>
                    <a:pt x="204348" y="29302"/>
                  </a:lnTo>
                  <a:lnTo>
                    <a:pt x="203556" y="29198"/>
                  </a:lnTo>
                  <a:lnTo>
                    <a:pt x="153606" y="29198"/>
                  </a:lnTo>
                  <a:lnTo>
                    <a:pt x="146978" y="28643"/>
                  </a:lnTo>
                  <a:close/>
                </a:path>
                <a:path w="376555" h="229869">
                  <a:moveTo>
                    <a:pt x="193274" y="25784"/>
                  </a:moveTo>
                  <a:lnTo>
                    <a:pt x="130738" y="25784"/>
                  </a:lnTo>
                  <a:lnTo>
                    <a:pt x="138758" y="25973"/>
                  </a:lnTo>
                  <a:lnTo>
                    <a:pt x="146360" y="27166"/>
                  </a:lnTo>
                  <a:lnTo>
                    <a:pt x="153606" y="29198"/>
                  </a:lnTo>
                  <a:lnTo>
                    <a:pt x="203556" y="29198"/>
                  </a:lnTo>
                  <a:lnTo>
                    <a:pt x="200861" y="28842"/>
                  </a:lnTo>
                  <a:lnTo>
                    <a:pt x="197353" y="28454"/>
                  </a:lnTo>
                  <a:lnTo>
                    <a:pt x="195217" y="26999"/>
                  </a:lnTo>
                  <a:lnTo>
                    <a:pt x="193274" y="25784"/>
                  </a:lnTo>
                  <a:close/>
                </a:path>
                <a:path w="376555" h="229869">
                  <a:moveTo>
                    <a:pt x="174286" y="413"/>
                  </a:moveTo>
                  <a:lnTo>
                    <a:pt x="169532" y="7272"/>
                  </a:lnTo>
                  <a:lnTo>
                    <a:pt x="169458" y="8577"/>
                  </a:lnTo>
                  <a:lnTo>
                    <a:pt x="169899" y="13617"/>
                  </a:lnTo>
                  <a:lnTo>
                    <a:pt x="223082" y="13617"/>
                  </a:lnTo>
                  <a:lnTo>
                    <a:pt x="220135" y="12339"/>
                  </a:lnTo>
                  <a:lnTo>
                    <a:pt x="201850" y="6257"/>
                  </a:lnTo>
                  <a:lnTo>
                    <a:pt x="182254" y="1806"/>
                  </a:lnTo>
                  <a:lnTo>
                    <a:pt x="174286" y="413"/>
                  </a:lnTo>
                  <a:close/>
                </a:path>
                <a:path w="376555" h="229869">
                  <a:moveTo>
                    <a:pt x="126267" y="5450"/>
                  </a:moveTo>
                  <a:lnTo>
                    <a:pt x="122508" y="5512"/>
                  </a:lnTo>
                  <a:lnTo>
                    <a:pt x="119911" y="7272"/>
                  </a:lnTo>
                  <a:lnTo>
                    <a:pt x="118382" y="9690"/>
                  </a:lnTo>
                  <a:lnTo>
                    <a:pt x="158249" y="9690"/>
                  </a:lnTo>
                  <a:lnTo>
                    <a:pt x="149127" y="7440"/>
                  </a:lnTo>
                  <a:lnTo>
                    <a:pt x="137985" y="5867"/>
                  </a:lnTo>
                  <a:lnTo>
                    <a:pt x="126267" y="545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69289" y="2076352"/>
              <a:ext cx="66400" cy="125725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441119" y="2059603"/>
              <a:ext cx="234315" cy="300990"/>
            </a:xfrm>
            <a:custGeom>
              <a:avLst/>
              <a:gdLst/>
              <a:ahLst/>
              <a:cxnLst/>
              <a:rect l="l" t="t" r="r" b="b"/>
              <a:pathLst>
                <a:path w="234314" h="300989">
                  <a:moveTo>
                    <a:pt x="234302" y="167767"/>
                  </a:moveTo>
                  <a:lnTo>
                    <a:pt x="234035" y="123736"/>
                  </a:lnTo>
                  <a:lnTo>
                    <a:pt x="232702" y="83756"/>
                  </a:lnTo>
                  <a:lnTo>
                    <a:pt x="204406" y="11455"/>
                  </a:lnTo>
                  <a:lnTo>
                    <a:pt x="194221" y="0"/>
                  </a:lnTo>
                  <a:lnTo>
                    <a:pt x="190804" y="37896"/>
                  </a:lnTo>
                  <a:lnTo>
                    <a:pt x="188734" y="58585"/>
                  </a:lnTo>
                  <a:lnTo>
                    <a:pt x="165442" y="95961"/>
                  </a:lnTo>
                  <a:lnTo>
                    <a:pt x="151917" y="105156"/>
                  </a:lnTo>
                  <a:lnTo>
                    <a:pt x="142798" y="113703"/>
                  </a:lnTo>
                  <a:lnTo>
                    <a:pt x="136893" y="125145"/>
                  </a:lnTo>
                  <a:lnTo>
                    <a:pt x="130060" y="140474"/>
                  </a:lnTo>
                  <a:lnTo>
                    <a:pt x="122961" y="155308"/>
                  </a:lnTo>
                  <a:lnTo>
                    <a:pt x="116243" y="165341"/>
                  </a:lnTo>
                  <a:lnTo>
                    <a:pt x="107823" y="171145"/>
                  </a:lnTo>
                  <a:lnTo>
                    <a:pt x="99999" y="174739"/>
                  </a:lnTo>
                  <a:lnTo>
                    <a:pt x="91020" y="162102"/>
                  </a:lnTo>
                  <a:lnTo>
                    <a:pt x="87045" y="157111"/>
                  </a:lnTo>
                  <a:lnTo>
                    <a:pt x="42100" y="133845"/>
                  </a:lnTo>
                  <a:lnTo>
                    <a:pt x="22758" y="131610"/>
                  </a:lnTo>
                  <a:lnTo>
                    <a:pt x="14655" y="133235"/>
                  </a:lnTo>
                  <a:lnTo>
                    <a:pt x="11303" y="157403"/>
                  </a:lnTo>
                  <a:lnTo>
                    <a:pt x="14351" y="157467"/>
                  </a:lnTo>
                  <a:lnTo>
                    <a:pt x="32270" y="157111"/>
                  </a:lnTo>
                  <a:lnTo>
                    <a:pt x="37185" y="157480"/>
                  </a:lnTo>
                  <a:lnTo>
                    <a:pt x="45478" y="160096"/>
                  </a:lnTo>
                  <a:lnTo>
                    <a:pt x="58597" y="165608"/>
                  </a:lnTo>
                  <a:lnTo>
                    <a:pt x="71335" y="171437"/>
                  </a:lnTo>
                  <a:lnTo>
                    <a:pt x="78473" y="175031"/>
                  </a:lnTo>
                  <a:lnTo>
                    <a:pt x="81915" y="177152"/>
                  </a:lnTo>
                  <a:lnTo>
                    <a:pt x="99047" y="175171"/>
                  </a:lnTo>
                  <a:lnTo>
                    <a:pt x="97523" y="175869"/>
                  </a:lnTo>
                  <a:lnTo>
                    <a:pt x="88798" y="179057"/>
                  </a:lnTo>
                  <a:lnTo>
                    <a:pt x="85128" y="180225"/>
                  </a:lnTo>
                  <a:lnTo>
                    <a:pt x="75158" y="191846"/>
                  </a:lnTo>
                  <a:lnTo>
                    <a:pt x="68427" y="198589"/>
                  </a:lnTo>
                  <a:lnTo>
                    <a:pt x="61887" y="203022"/>
                  </a:lnTo>
                  <a:lnTo>
                    <a:pt x="52463" y="207733"/>
                  </a:lnTo>
                  <a:lnTo>
                    <a:pt x="38963" y="202209"/>
                  </a:lnTo>
                  <a:lnTo>
                    <a:pt x="24714" y="197485"/>
                  </a:lnTo>
                  <a:lnTo>
                    <a:pt x="8839" y="192938"/>
                  </a:lnTo>
                  <a:lnTo>
                    <a:pt x="2209" y="247446"/>
                  </a:lnTo>
                  <a:lnTo>
                    <a:pt x="0" y="276301"/>
                  </a:lnTo>
                  <a:lnTo>
                    <a:pt x="2209" y="289115"/>
                  </a:lnTo>
                  <a:lnTo>
                    <a:pt x="8839" y="295503"/>
                  </a:lnTo>
                  <a:lnTo>
                    <a:pt x="30835" y="300570"/>
                  </a:lnTo>
                  <a:lnTo>
                    <a:pt x="64312" y="299008"/>
                  </a:lnTo>
                  <a:lnTo>
                    <a:pt x="97713" y="292531"/>
                  </a:lnTo>
                  <a:lnTo>
                    <a:pt x="119494" y="282905"/>
                  </a:lnTo>
                  <a:lnTo>
                    <a:pt x="149821" y="260680"/>
                  </a:lnTo>
                  <a:lnTo>
                    <a:pt x="185623" y="237655"/>
                  </a:lnTo>
                  <a:lnTo>
                    <a:pt x="216458" y="215874"/>
                  </a:lnTo>
                  <a:lnTo>
                    <a:pt x="231902" y="197358"/>
                  </a:lnTo>
                  <a:lnTo>
                    <a:pt x="234302" y="167767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5546" y="2122097"/>
              <a:ext cx="70825" cy="71139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3378867" y="1781187"/>
            <a:ext cx="438150" cy="654050"/>
            <a:chOff x="3378867" y="1781187"/>
            <a:chExt cx="438150" cy="654050"/>
          </a:xfrm>
        </p:grpSpPr>
        <p:sp>
          <p:nvSpPr>
            <p:cNvPr id="12" name="object 12" descr=""/>
            <p:cNvSpPr/>
            <p:nvPr/>
          </p:nvSpPr>
          <p:spPr>
            <a:xfrm>
              <a:off x="3385233" y="2038794"/>
              <a:ext cx="54610" cy="120014"/>
            </a:xfrm>
            <a:custGeom>
              <a:avLst/>
              <a:gdLst/>
              <a:ahLst/>
              <a:cxnLst/>
              <a:rect l="l" t="t" r="r" b="b"/>
              <a:pathLst>
                <a:path w="54610" h="120014">
                  <a:moveTo>
                    <a:pt x="14892" y="0"/>
                  </a:moveTo>
                  <a:lnTo>
                    <a:pt x="8961" y="2859"/>
                  </a:lnTo>
                  <a:lnTo>
                    <a:pt x="3168" y="18502"/>
                  </a:lnTo>
                  <a:lnTo>
                    <a:pt x="89" y="48576"/>
                  </a:lnTo>
                  <a:lnTo>
                    <a:pt x="0" y="79885"/>
                  </a:lnTo>
                  <a:lnTo>
                    <a:pt x="3171" y="99233"/>
                  </a:lnTo>
                  <a:lnTo>
                    <a:pt x="13956" y="107490"/>
                  </a:lnTo>
                  <a:lnTo>
                    <a:pt x="31335" y="114006"/>
                  </a:lnTo>
                  <a:lnTo>
                    <a:pt x="47492" y="118282"/>
                  </a:lnTo>
                  <a:lnTo>
                    <a:pt x="54614" y="119819"/>
                  </a:lnTo>
                  <a:lnTo>
                    <a:pt x="46656" y="89422"/>
                  </a:lnTo>
                  <a:lnTo>
                    <a:pt x="43452" y="68226"/>
                  </a:lnTo>
                  <a:lnTo>
                    <a:pt x="44504" y="46272"/>
                  </a:lnTo>
                  <a:lnTo>
                    <a:pt x="49316" y="13602"/>
                  </a:lnTo>
                  <a:lnTo>
                    <a:pt x="31287" y="4364"/>
                  </a:lnTo>
                  <a:lnTo>
                    <a:pt x="21073" y="165"/>
                  </a:lnTo>
                  <a:lnTo>
                    <a:pt x="14892" y="0"/>
                  </a:lnTo>
                  <a:close/>
                </a:path>
              </a:pathLst>
            </a:custGeom>
            <a:solidFill>
              <a:srgbClr val="814E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3402639" y="1864267"/>
              <a:ext cx="340360" cy="435609"/>
            </a:xfrm>
            <a:custGeom>
              <a:avLst/>
              <a:gdLst/>
              <a:ahLst/>
              <a:cxnLst/>
              <a:rect l="l" t="t" r="r" b="b"/>
              <a:pathLst>
                <a:path w="340360" h="435610">
                  <a:moveTo>
                    <a:pt x="160350" y="0"/>
                  </a:moveTo>
                  <a:lnTo>
                    <a:pt x="116496" y="3763"/>
                  </a:lnTo>
                  <a:lnTo>
                    <a:pt x="59762" y="34701"/>
                  </a:lnTo>
                  <a:lnTo>
                    <a:pt x="16385" y="95321"/>
                  </a:lnTo>
                  <a:lnTo>
                    <a:pt x="0" y="173129"/>
                  </a:lnTo>
                  <a:lnTo>
                    <a:pt x="3199" y="227312"/>
                  </a:lnTo>
                  <a:lnTo>
                    <a:pt x="10833" y="278122"/>
                  </a:lnTo>
                  <a:lnTo>
                    <a:pt x="19111" y="317563"/>
                  </a:lnTo>
                  <a:lnTo>
                    <a:pt x="50302" y="382997"/>
                  </a:lnTo>
                  <a:lnTo>
                    <a:pt x="76203" y="419350"/>
                  </a:lnTo>
                  <a:lnTo>
                    <a:pt x="101433" y="435120"/>
                  </a:lnTo>
                  <a:lnTo>
                    <a:pt x="283783" y="432502"/>
                  </a:lnTo>
                  <a:lnTo>
                    <a:pt x="326641" y="337667"/>
                  </a:lnTo>
                  <a:lnTo>
                    <a:pt x="339170" y="281491"/>
                  </a:lnTo>
                  <a:lnTo>
                    <a:pt x="339761" y="250824"/>
                  </a:lnTo>
                  <a:lnTo>
                    <a:pt x="335655" y="230386"/>
                  </a:lnTo>
                  <a:lnTo>
                    <a:pt x="334096" y="204896"/>
                  </a:lnTo>
                  <a:lnTo>
                    <a:pt x="336051" y="171916"/>
                  </a:lnTo>
                  <a:lnTo>
                    <a:pt x="336572" y="140303"/>
                  </a:lnTo>
                  <a:lnTo>
                    <a:pt x="333984" y="112171"/>
                  </a:lnTo>
                  <a:lnTo>
                    <a:pt x="311222" y="67439"/>
                  </a:lnTo>
                  <a:lnTo>
                    <a:pt x="264006" y="22005"/>
                  </a:lnTo>
                  <a:lnTo>
                    <a:pt x="204937" y="2318"/>
                  </a:lnTo>
                  <a:lnTo>
                    <a:pt x="160350" y="0"/>
                  </a:lnTo>
                  <a:close/>
                </a:path>
              </a:pathLst>
            </a:custGeom>
            <a:solidFill>
              <a:srgbClr val="8858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39854" y="2111975"/>
              <a:ext cx="286932" cy="32269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378867" y="1854627"/>
              <a:ext cx="340995" cy="403860"/>
            </a:xfrm>
            <a:custGeom>
              <a:avLst/>
              <a:gdLst/>
              <a:ahLst/>
              <a:cxnLst/>
              <a:rect l="l" t="t" r="r" b="b"/>
              <a:pathLst>
                <a:path w="340995" h="403860">
                  <a:moveTo>
                    <a:pt x="164680" y="0"/>
                  </a:moveTo>
                  <a:lnTo>
                    <a:pt x="123879" y="8312"/>
                  </a:lnTo>
                  <a:lnTo>
                    <a:pt x="89059" y="24749"/>
                  </a:lnTo>
                  <a:lnTo>
                    <a:pt x="37670" y="72785"/>
                  </a:lnTo>
                  <a:lnTo>
                    <a:pt x="17613" y="107786"/>
                  </a:lnTo>
                  <a:lnTo>
                    <a:pt x="3000" y="162708"/>
                  </a:lnTo>
                  <a:lnTo>
                    <a:pt x="0" y="202723"/>
                  </a:lnTo>
                  <a:lnTo>
                    <a:pt x="4494" y="252116"/>
                  </a:lnTo>
                  <a:lnTo>
                    <a:pt x="20473" y="312108"/>
                  </a:lnTo>
                  <a:lnTo>
                    <a:pt x="47333" y="360801"/>
                  </a:lnTo>
                  <a:lnTo>
                    <a:pt x="75738" y="403571"/>
                  </a:lnTo>
                  <a:lnTo>
                    <a:pt x="82315" y="398828"/>
                  </a:lnTo>
                  <a:lnTo>
                    <a:pt x="99277" y="388286"/>
                  </a:lnTo>
                  <a:lnTo>
                    <a:pt x="122465" y="377473"/>
                  </a:lnTo>
                  <a:lnTo>
                    <a:pt x="147725" y="371917"/>
                  </a:lnTo>
                  <a:lnTo>
                    <a:pt x="168663" y="371539"/>
                  </a:lnTo>
                  <a:lnTo>
                    <a:pt x="190714" y="374312"/>
                  </a:lnTo>
                  <a:lnTo>
                    <a:pt x="227442" y="382846"/>
                  </a:lnTo>
                  <a:lnTo>
                    <a:pt x="292412" y="399749"/>
                  </a:lnTo>
                  <a:lnTo>
                    <a:pt x="292530" y="392121"/>
                  </a:lnTo>
                  <a:lnTo>
                    <a:pt x="293512" y="374055"/>
                  </a:lnTo>
                  <a:lnTo>
                    <a:pt x="296299" y="352779"/>
                  </a:lnTo>
                  <a:lnTo>
                    <a:pt x="301836" y="335520"/>
                  </a:lnTo>
                  <a:lnTo>
                    <a:pt x="310971" y="310872"/>
                  </a:lnTo>
                  <a:lnTo>
                    <a:pt x="321711" y="270207"/>
                  </a:lnTo>
                  <a:lnTo>
                    <a:pt x="330733" y="224945"/>
                  </a:lnTo>
                  <a:lnTo>
                    <a:pt x="334714" y="186509"/>
                  </a:lnTo>
                  <a:lnTo>
                    <a:pt x="337370" y="153875"/>
                  </a:lnTo>
                  <a:lnTo>
                    <a:pt x="340778" y="119617"/>
                  </a:lnTo>
                  <a:lnTo>
                    <a:pt x="326746" y="53519"/>
                  </a:lnTo>
                  <a:lnTo>
                    <a:pt x="263914" y="16960"/>
                  </a:lnTo>
                  <a:lnTo>
                    <a:pt x="211385" y="2115"/>
                  </a:lnTo>
                  <a:lnTo>
                    <a:pt x="16468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653138" y="2063647"/>
              <a:ext cx="54610" cy="116839"/>
            </a:xfrm>
            <a:custGeom>
              <a:avLst/>
              <a:gdLst/>
              <a:ahLst/>
              <a:cxnLst/>
              <a:rect l="l" t="t" r="r" b="b"/>
              <a:pathLst>
                <a:path w="54610" h="116839">
                  <a:moveTo>
                    <a:pt x="46871" y="44"/>
                  </a:moveTo>
                  <a:lnTo>
                    <a:pt x="4406" y="47282"/>
                  </a:lnTo>
                  <a:lnTo>
                    <a:pt x="0" y="69376"/>
                  </a:lnTo>
                  <a:lnTo>
                    <a:pt x="450" y="89186"/>
                  </a:lnTo>
                  <a:lnTo>
                    <a:pt x="4845" y="116383"/>
                  </a:lnTo>
                  <a:lnTo>
                    <a:pt x="10516" y="115377"/>
                  </a:lnTo>
                  <a:lnTo>
                    <a:pt x="46718" y="99661"/>
                  </a:lnTo>
                  <a:lnTo>
                    <a:pt x="53864" y="49452"/>
                  </a:lnTo>
                  <a:lnTo>
                    <a:pt x="54301" y="19287"/>
                  </a:lnTo>
                  <a:lnTo>
                    <a:pt x="51273" y="3287"/>
                  </a:lnTo>
                  <a:lnTo>
                    <a:pt x="46871" y="44"/>
                  </a:lnTo>
                  <a:close/>
                </a:path>
              </a:pathLst>
            </a:custGeom>
            <a:solidFill>
              <a:srgbClr val="814E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451158" y="1781187"/>
              <a:ext cx="365760" cy="306070"/>
            </a:xfrm>
            <a:custGeom>
              <a:avLst/>
              <a:gdLst/>
              <a:ahLst/>
              <a:cxnLst/>
              <a:rect l="l" t="t" r="r" b="b"/>
              <a:pathLst>
                <a:path w="365760" h="306069">
                  <a:moveTo>
                    <a:pt x="264976" y="248920"/>
                  </a:moveTo>
                  <a:lnTo>
                    <a:pt x="244600" y="248920"/>
                  </a:lnTo>
                  <a:lnTo>
                    <a:pt x="245081" y="260350"/>
                  </a:lnTo>
                  <a:lnTo>
                    <a:pt x="244393" y="271780"/>
                  </a:lnTo>
                  <a:lnTo>
                    <a:pt x="242515" y="283210"/>
                  </a:lnTo>
                  <a:lnTo>
                    <a:pt x="239427" y="294640"/>
                  </a:lnTo>
                  <a:lnTo>
                    <a:pt x="240266" y="302260"/>
                  </a:lnTo>
                  <a:lnTo>
                    <a:pt x="246253" y="306070"/>
                  </a:lnTo>
                  <a:lnTo>
                    <a:pt x="253714" y="306070"/>
                  </a:lnTo>
                  <a:lnTo>
                    <a:pt x="258976" y="299720"/>
                  </a:lnTo>
                  <a:lnTo>
                    <a:pt x="264466" y="274320"/>
                  </a:lnTo>
                  <a:lnTo>
                    <a:pt x="264976" y="248920"/>
                  </a:lnTo>
                  <a:close/>
                </a:path>
                <a:path w="365760" h="306069">
                  <a:moveTo>
                    <a:pt x="319299" y="203200"/>
                  </a:moveTo>
                  <a:lnTo>
                    <a:pt x="251908" y="203200"/>
                  </a:lnTo>
                  <a:lnTo>
                    <a:pt x="263057" y="217170"/>
                  </a:lnTo>
                  <a:lnTo>
                    <a:pt x="272925" y="233680"/>
                  </a:lnTo>
                  <a:lnTo>
                    <a:pt x="277454" y="251460"/>
                  </a:lnTo>
                  <a:lnTo>
                    <a:pt x="272588" y="266700"/>
                  </a:lnTo>
                  <a:lnTo>
                    <a:pt x="270138" y="275590"/>
                  </a:lnTo>
                  <a:lnTo>
                    <a:pt x="273493" y="281940"/>
                  </a:lnTo>
                  <a:lnTo>
                    <a:pt x="279979" y="284480"/>
                  </a:lnTo>
                  <a:lnTo>
                    <a:pt x="286923" y="281940"/>
                  </a:lnTo>
                  <a:lnTo>
                    <a:pt x="294562" y="267970"/>
                  </a:lnTo>
                  <a:lnTo>
                    <a:pt x="296872" y="252730"/>
                  </a:lnTo>
                  <a:lnTo>
                    <a:pt x="294888" y="238760"/>
                  </a:lnTo>
                  <a:lnTo>
                    <a:pt x="289645" y="223520"/>
                  </a:lnTo>
                  <a:lnTo>
                    <a:pt x="313048" y="223520"/>
                  </a:lnTo>
                  <a:lnTo>
                    <a:pt x="318336" y="222250"/>
                  </a:lnTo>
                  <a:lnTo>
                    <a:pt x="323131" y="217170"/>
                  </a:lnTo>
                  <a:lnTo>
                    <a:pt x="320346" y="205740"/>
                  </a:lnTo>
                  <a:lnTo>
                    <a:pt x="319299" y="203200"/>
                  </a:lnTo>
                  <a:close/>
                </a:path>
                <a:path w="365760" h="306069">
                  <a:moveTo>
                    <a:pt x="152610" y="172720"/>
                  </a:moveTo>
                  <a:lnTo>
                    <a:pt x="126310" y="172720"/>
                  </a:lnTo>
                  <a:lnTo>
                    <a:pt x="131734" y="179070"/>
                  </a:lnTo>
                  <a:lnTo>
                    <a:pt x="136781" y="184150"/>
                  </a:lnTo>
                  <a:lnTo>
                    <a:pt x="141409" y="190500"/>
                  </a:lnTo>
                  <a:lnTo>
                    <a:pt x="158046" y="209550"/>
                  </a:lnTo>
                  <a:lnTo>
                    <a:pt x="174174" y="228600"/>
                  </a:lnTo>
                  <a:lnTo>
                    <a:pt x="189817" y="248920"/>
                  </a:lnTo>
                  <a:lnTo>
                    <a:pt x="204999" y="269240"/>
                  </a:lnTo>
                  <a:lnTo>
                    <a:pt x="212022" y="273050"/>
                  </a:lnTo>
                  <a:lnTo>
                    <a:pt x="219485" y="271780"/>
                  </a:lnTo>
                  <a:lnTo>
                    <a:pt x="224082" y="266700"/>
                  </a:lnTo>
                  <a:lnTo>
                    <a:pt x="222506" y="259080"/>
                  </a:lnTo>
                  <a:lnTo>
                    <a:pt x="202283" y="232410"/>
                  </a:lnTo>
                  <a:lnTo>
                    <a:pt x="181265" y="205740"/>
                  </a:lnTo>
                  <a:lnTo>
                    <a:pt x="159421" y="180340"/>
                  </a:lnTo>
                  <a:lnTo>
                    <a:pt x="152610" y="172720"/>
                  </a:lnTo>
                  <a:close/>
                </a:path>
                <a:path w="365760" h="306069">
                  <a:moveTo>
                    <a:pt x="313048" y="223520"/>
                  </a:moveTo>
                  <a:lnTo>
                    <a:pt x="289645" y="223520"/>
                  </a:lnTo>
                  <a:lnTo>
                    <a:pt x="294120" y="231140"/>
                  </a:lnTo>
                  <a:lnTo>
                    <a:pt x="298266" y="237490"/>
                  </a:lnTo>
                  <a:lnTo>
                    <a:pt x="302061" y="246380"/>
                  </a:lnTo>
                  <a:lnTo>
                    <a:pt x="305488" y="254000"/>
                  </a:lnTo>
                  <a:lnTo>
                    <a:pt x="311242" y="260350"/>
                  </a:lnTo>
                  <a:lnTo>
                    <a:pt x="318872" y="260350"/>
                  </a:lnTo>
                  <a:lnTo>
                    <a:pt x="324701" y="256540"/>
                  </a:lnTo>
                  <a:lnTo>
                    <a:pt x="325048" y="248920"/>
                  </a:lnTo>
                  <a:lnTo>
                    <a:pt x="322348" y="242570"/>
                  </a:lnTo>
                  <a:lnTo>
                    <a:pt x="319440" y="236220"/>
                  </a:lnTo>
                  <a:lnTo>
                    <a:pt x="316336" y="229870"/>
                  </a:lnTo>
                  <a:lnTo>
                    <a:pt x="313048" y="223520"/>
                  </a:lnTo>
                  <a:close/>
                </a:path>
                <a:path w="365760" h="306069">
                  <a:moveTo>
                    <a:pt x="334018" y="154940"/>
                  </a:moveTo>
                  <a:lnTo>
                    <a:pt x="136718" y="154940"/>
                  </a:lnTo>
                  <a:lnTo>
                    <a:pt x="139880" y="156210"/>
                  </a:lnTo>
                  <a:lnTo>
                    <a:pt x="143022" y="156210"/>
                  </a:lnTo>
                  <a:lnTo>
                    <a:pt x="146152" y="157480"/>
                  </a:lnTo>
                  <a:lnTo>
                    <a:pt x="182361" y="189230"/>
                  </a:lnTo>
                  <a:lnTo>
                    <a:pt x="211311" y="233680"/>
                  </a:lnTo>
                  <a:lnTo>
                    <a:pt x="217888" y="250190"/>
                  </a:lnTo>
                  <a:lnTo>
                    <a:pt x="221863" y="255270"/>
                  </a:lnTo>
                  <a:lnTo>
                    <a:pt x="227604" y="257810"/>
                  </a:lnTo>
                  <a:lnTo>
                    <a:pt x="233327" y="255270"/>
                  </a:lnTo>
                  <a:lnTo>
                    <a:pt x="237249" y="251460"/>
                  </a:lnTo>
                  <a:lnTo>
                    <a:pt x="240055" y="251460"/>
                  </a:lnTo>
                  <a:lnTo>
                    <a:pt x="242778" y="250190"/>
                  </a:lnTo>
                  <a:lnTo>
                    <a:pt x="244600" y="248920"/>
                  </a:lnTo>
                  <a:lnTo>
                    <a:pt x="264976" y="248920"/>
                  </a:lnTo>
                  <a:lnTo>
                    <a:pt x="260720" y="224790"/>
                  </a:lnTo>
                  <a:lnTo>
                    <a:pt x="251908" y="203200"/>
                  </a:lnTo>
                  <a:lnTo>
                    <a:pt x="319299" y="203200"/>
                  </a:lnTo>
                  <a:lnTo>
                    <a:pt x="318775" y="201930"/>
                  </a:lnTo>
                  <a:lnTo>
                    <a:pt x="316995" y="196850"/>
                  </a:lnTo>
                  <a:lnTo>
                    <a:pt x="341909" y="196850"/>
                  </a:lnTo>
                  <a:lnTo>
                    <a:pt x="337656" y="190500"/>
                  </a:lnTo>
                  <a:lnTo>
                    <a:pt x="328870" y="180340"/>
                  </a:lnTo>
                  <a:lnTo>
                    <a:pt x="319163" y="170180"/>
                  </a:lnTo>
                  <a:lnTo>
                    <a:pt x="363593" y="170180"/>
                  </a:lnTo>
                  <a:lnTo>
                    <a:pt x="359099" y="166370"/>
                  </a:lnTo>
                  <a:lnTo>
                    <a:pt x="346375" y="161290"/>
                  </a:lnTo>
                  <a:lnTo>
                    <a:pt x="334018" y="154940"/>
                  </a:lnTo>
                  <a:close/>
                </a:path>
                <a:path w="365760" h="306069">
                  <a:moveTo>
                    <a:pt x="139252" y="0"/>
                  </a:moveTo>
                  <a:lnTo>
                    <a:pt x="89799" y="24130"/>
                  </a:lnTo>
                  <a:lnTo>
                    <a:pt x="58050" y="50800"/>
                  </a:lnTo>
                  <a:lnTo>
                    <a:pt x="52647" y="55880"/>
                  </a:lnTo>
                  <a:lnTo>
                    <a:pt x="41479" y="57150"/>
                  </a:lnTo>
                  <a:lnTo>
                    <a:pt x="4851" y="83820"/>
                  </a:lnTo>
                  <a:lnTo>
                    <a:pt x="0" y="110490"/>
                  </a:lnTo>
                  <a:lnTo>
                    <a:pt x="471" y="124460"/>
                  </a:lnTo>
                  <a:lnTo>
                    <a:pt x="597" y="125730"/>
                  </a:lnTo>
                  <a:lnTo>
                    <a:pt x="785" y="125730"/>
                  </a:lnTo>
                  <a:lnTo>
                    <a:pt x="764" y="129540"/>
                  </a:lnTo>
                  <a:lnTo>
                    <a:pt x="2890" y="133350"/>
                  </a:lnTo>
                  <a:lnTo>
                    <a:pt x="9759" y="135890"/>
                  </a:lnTo>
                  <a:lnTo>
                    <a:pt x="11685" y="137160"/>
                  </a:lnTo>
                  <a:lnTo>
                    <a:pt x="13643" y="137160"/>
                  </a:lnTo>
                  <a:lnTo>
                    <a:pt x="15172" y="139700"/>
                  </a:lnTo>
                  <a:lnTo>
                    <a:pt x="17528" y="140970"/>
                  </a:lnTo>
                  <a:lnTo>
                    <a:pt x="20554" y="140970"/>
                  </a:lnTo>
                  <a:lnTo>
                    <a:pt x="29732" y="156210"/>
                  </a:lnTo>
                  <a:lnTo>
                    <a:pt x="38118" y="172720"/>
                  </a:lnTo>
                  <a:lnTo>
                    <a:pt x="46863" y="189230"/>
                  </a:lnTo>
                  <a:lnTo>
                    <a:pt x="80789" y="229870"/>
                  </a:lnTo>
                  <a:lnTo>
                    <a:pt x="115607" y="254000"/>
                  </a:lnTo>
                  <a:lnTo>
                    <a:pt x="121100" y="248920"/>
                  </a:lnTo>
                  <a:lnTo>
                    <a:pt x="122608" y="241300"/>
                  </a:lnTo>
                  <a:lnTo>
                    <a:pt x="118248" y="234950"/>
                  </a:lnTo>
                  <a:lnTo>
                    <a:pt x="114928" y="232410"/>
                  </a:lnTo>
                  <a:lnTo>
                    <a:pt x="111703" y="229870"/>
                  </a:lnTo>
                  <a:lnTo>
                    <a:pt x="108520" y="227330"/>
                  </a:lnTo>
                  <a:lnTo>
                    <a:pt x="123556" y="227330"/>
                  </a:lnTo>
                  <a:lnTo>
                    <a:pt x="123166" y="223520"/>
                  </a:lnTo>
                  <a:lnTo>
                    <a:pt x="104415" y="223520"/>
                  </a:lnTo>
                  <a:lnTo>
                    <a:pt x="93793" y="214630"/>
                  </a:lnTo>
                  <a:lnTo>
                    <a:pt x="66082" y="181610"/>
                  </a:lnTo>
                  <a:lnTo>
                    <a:pt x="54509" y="161290"/>
                  </a:lnTo>
                  <a:lnTo>
                    <a:pt x="51077" y="154940"/>
                  </a:lnTo>
                  <a:lnTo>
                    <a:pt x="334018" y="154940"/>
                  </a:lnTo>
                  <a:lnTo>
                    <a:pt x="321996" y="148590"/>
                  </a:lnTo>
                  <a:lnTo>
                    <a:pt x="310273" y="142240"/>
                  </a:lnTo>
                  <a:lnTo>
                    <a:pt x="351386" y="142240"/>
                  </a:lnTo>
                  <a:lnTo>
                    <a:pt x="352944" y="140970"/>
                  </a:lnTo>
                  <a:lnTo>
                    <a:pt x="353451" y="133350"/>
                  </a:lnTo>
                  <a:lnTo>
                    <a:pt x="349240" y="127000"/>
                  </a:lnTo>
                  <a:lnTo>
                    <a:pt x="326169" y="127000"/>
                  </a:lnTo>
                  <a:lnTo>
                    <a:pt x="310650" y="121920"/>
                  </a:lnTo>
                  <a:lnTo>
                    <a:pt x="305792" y="116840"/>
                  </a:lnTo>
                  <a:lnTo>
                    <a:pt x="300776" y="111760"/>
                  </a:lnTo>
                  <a:lnTo>
                    <a:pt x="295499" y="107950"/>
                  </a:lnTo>
                  <a:lnTo>
                    <a:pt x="312278" y="102870"/>
                  </a:lnTo>
                  <a:lnTo>
                    <a:pt x="320890" y="101600"/>
                  </a:lnTo>
                  <a:lnTo>
                    <a:pt x="329686" y="101600"/>
                  </a:lnTo>
                  <a:lnTo>
                    <a:pt x="337012" y="97790"/>
                  </a:lnTo>
                  <a:lnTo>
                    <a:pt x="338643" y="92710"/>
                  </a:lnTo>
                  <a:lnTo>
                    <a:pt x="274882" y="92710"/>
                  </a:lnTo>
                  <a:lnTo>
                    <a:pt x="269321" y="90170"/>
                  </a:lnTo>
                  <a:lnTo>
                    <a:pt x="263625" y="87630"/>
                  </a:lnTo>
                  <a:lnTo>
                    <a:pt x="257772" y="85090"/>
                  </a:lnTo>
                  <a:lnTo>
                    <a:pt x="259887" y="82550"/>
                  </a:lnTo>
                  <a:lnTo>
                    <a:pt x="333353" y="82550"/>
                  </a:lnTo>
                  <a:lnTo>
                    <a:pt x="329686" y="81280"/>
                  </a:lnTo>
                  <a:lnTo>
                    <a:pt x="329215" y="81280"/>
                  </a:lnTo>
                  <a:lnTo>
                    <a:pt x="329194" y="76200"/>
                  </a:lnTo>
                  <a:lnTo>
                    <a:pt x="325938" y="69850"/>
                  </a:lnTo>
                  <a:lnTo>
                    <a:pt x="319508" y="69850"/>
                  </a:lnTo>
                  <a:lnTo>
                    <a:pt x="300518" y="67310"/>
                  </a:lnTo>
                  <a:lnTo>
                    <a:pt x="291044" y="67310"/>
                  </a:lnTo>
                  <a:lnTo>
                    <a:pt x="281583" y="66040"/>
                  </a:lnTo>
                  <a:lnTo>
                    <a:pt x="283845" y="63500"/>
                  </a:lnTo>
                  <a:lnTo>
                    <a:pt x="286148" y="62230"/>
                  </a:lnTo>
                  <a:lnTo>
                    <a:pt x="288358" y="59690"/>
                  </a:lnTo>
                  <a:lnTo>
                    <a:pt x="257898" y="59690"/>
                  </a:lnTo>
                  <a:lnTo>
                    <a:pt x="244914" y="54610"/>
                  </a:lnTo>
                  <a:lnTo>
                    <a:pt x="238349" y="54610"/>
                  </a:lnTo>
                  <a:lnTo>
                    <a:pt x="245867" y="53340"/>
                  </a:lnTo>
                  <a:lnTo>
                    <a:pt x="291607" y="53340"/>
                  </a:lnTo>
                  <a:lnTo>
                    <a:pt x="289545" y="46990"/>
                  </a:lnTo>
                  <a:lnTo>
                    <a:pt x="284104" y="43180"/>
                  </a:lnTo>
                  <a:lnTo>
                    <a:pt x="196046" y="43180"/>
                  </a:lnTo>
                  <a:lnTo>
                    <a:pt x="192559" y="41910"/>
                  </a:lnTo>
                  <a:lnTo>
                    <a:pt x="185439" y="41910"/>
                  </a:lnTo>
                  <a:lnTo>
                    <a:pt x="191219" y="40640"/>
                  </a:lnTo>
                  <a:lnTo>
                    <a:pt x="276316" y="40640"/>
                  </a:lnTo>
                  <a:lnTo>
                    <a:pt x="274211" y="38100"/>
                  </a:lnTo>
                  <a:lnTo>
                    <a:pt x="270578" y="38100"/>
                  </a:lnTo>
                  <a:lnTo>
                    <a:pt x="259104" y="35560"/>
                  </a:lnTo>
                  <a:lnTo>
                    <a:pt x="226265" y="35560"/>
                  </a:lnTo>
                  <a:lnTo>
                    <a:pt x="226661" y="34290"/>
                  </a:lnTo>
                  <a:lnTo>
                    <a:pt x="111745" y="34290"/>
                  </a:lnTo>
                  <a:lnTo>
                    <a:pt x="119449" y="29210"/>
                  </a:lnTo>
                  <a:lnTo>
                    <a:pt x="127453" y="25400"/>
                  </a:lnTo>
                  <a:lnTo>
                    <a:pt x="135827" y="21590"/>
                  </a:lnTo>
                  <a:lnTo>
                    <a:pt x="144645" y="19050"/>
                  </a:lnTo>
                  <a:lnTo>
                    <a:pt x="150992" y="15240"/>
                  </a:lnTo>
                  <a:lnTo>
                    <a:pt x="151525" y="7620"/>
                  </a:lnTo>
                  <a:lnTo>
                    <a:pt x="147270" y="1270"/>
                  </a:lnTo>
                  <a:lnTo>
                    <a:pt x="139252" y="0"/>
                  </a:lnTo>
                  <a:close/>
                </a:path>
                <a:path w="365760" h="306069">
                  <a:moveTo>
                    <a:pt x="137768" y="191770"/>
                  </a:moveTo>
                  <a:lnTo>
                    <a:pt x="115138" y="191770"/>
                  </a:lnTo>
                  <a:lnTo>
                    <a:pt x="122378" y="205740"/>
                  </a:lnTo>
                  <a:lnTo>
                    <a:pt x="128349" y="219710"/>
                  </a:lnTo>
                  <a:lnTo>
                    <a:pt x="133061" y="232410"/>
                  </a:lnTo>
                  <a:lnTo>
                    <a:pt x="136519" y="245110"/>
                  </a:lnTo>
                  <a:lnTo>
                    <a:pt x="141252" y="251460"/>
                  </a:lnTo>
                  <a:lnTo>
                    <a:pt x="148532" y="252730"/>
                  </a:lnTo>
                  <a:lnTo>
                    <a:pt x="154692" y="248920"/>
                  </a:lnTo>
                  <a:lnTo>
                    <a:pt x="156068" y="240030"/>
                  </a:lnTo>
                  <a:lnTo>
                    <a:pt x="151367" y="223520"/>
                  </a:lnTo>
                  <a:lnTo>
                    <a:pt x="144837" y="205740"/>
                  </a:lnTo>
                  <a:lnTo>
                    <a:pt x="137768" y="191770"/>
                  </a:lnTo>
                  <a:close/>
                </a:path>
                <a:path w="365760" h="306069">
                  <a:moveTo>
                    <a:pt x="123556" y="227330"/>
                  </a:moveTo>
                  <a:lnTo>
                    <a:pt x="108520" y="227330"/>
                  </a:lnTo>
                  <a:lnTo>
                    <a:pt x="114834" y="229870"/>
                  </a:lnTo>
                  <a:lnTo>
                    <a:pt x="123556" y="227330"/>
                  </a:lnTo>
                  <a:close/>
                </a:path>
                <a:path w="365760" h="306069">
                  <a:moveTo>
                    <a:pt x="341909" y="196850"/>
                  </a:moveTo>
                  <a:lnTo>
                    <a:pt x="316995" y="196850"/>
                  </a:lnTo>
                  <a:lnTo>
                    <a:pt x="321954" y="203200"/>
                  </a:lnTo>
                  <a:lnTo>
                    <a:pt x="326495" y="209550"/>
                  </a:lnTo>
                  <a:lnTo>
                    <a:pt x="330569" y="217170"/>
                  </a:lnTo>
                  <a:lnTo>
                    <a:pt x="334126" y="224790"/>
                  </a:lnTo>
                  <a:lnTo>
                    <a:pt x="339730" y="229870"/>
                  </a:lnTo>
                  <a:lnTo>
                    <a:pt x="346696" y="228600"/>
                  </a:lnTo>
                  <a:lnTo>
                    <a:pt x="351754" y="222250"/>
                  </a:lnTo>
                  <a:lnTo>
                    <a:pt x="351633" y="214630"/>
                  </a:lnTo>
                  <a:lnTo>
                    <a:pt x="345312" y="201930"/>
                  </a:lnTo>
                  <a:lnTo>
                    <a:pt x="341909" y="196850"/>
                  </a:lnTo>
                  <a:close/>
                </a:path>
                <a:path w="365760" h="306069">
                  <a:moveTo>
                    <a:pt x="136718" y="154940"/>
                  </a:moveTo>
                  <a:lnTo>
                    <a:pt x="51077" y="154940"/>
                  </a:lnTo>
                  <a:lnTo>
                    <a:pt x="69467" y="167640"/>
                  </a:lnTo>
                  <a:lnTo>
                    <a:pt x="85238" y="182880"/>
                  </a:lnTo>
                  <a:lnTo>
                    <a:pt x="96753" y="199390"/>
                  </a:lnTo>
                  <a:lnTo>
                    <a:pt x="102374" y="218440"/>
                  </a:lnTo>
                  <a:lnTo>
                    <a:pt x="102594" y="220980"/>
                  </a:lnTo>
                  <a:lnTo>
                    <a:pt x="103358" y="222250"/>
                  </a:lnTo>
                  <a:lnTo>
                    <a:pt x="104415" y="223520"/>
                  </a:lnTo>
                  <a:lnTo>
                    <a:pt x="123166" y="223520"/>
                  </a:lnTo>
                  <a:lnTo>
                    <a:pt x="115138" y="191770"/>
                  </a:lnTo>
                  <a:lnTo>
                    <a:pt x="137768" y="191770"/>
                  </a:lnTo>
                  <a:lnTo>
                    <a:pt x="136483" y="189230"/>
                  </a:lnTo>
                  <a:lnTo>
                    <a:pt x="126310" y="172720"/>
                  </a:lnTo>
                  <a:lnTo>
                    <a:pt x="152610" y="172720"/>
                  </a:lnTo>
                  <a:lnTo>
                    <a:pt x="136718" y="154940"/>
                  </a:lnTo>
                  <a:close/>
                </a:path>
                <a:path w="365760" h="306069">
                  <a:moveTo>
                    <a:pt x="363593" y="170180"/>
                  </a:moveTo>
                  <a:lnTo>
                    <a:pt x="319163" y="170180"/>
                  </a:lnTo>
                  <a:lnTo>
                    <a:pt x="327563" y="173990"/>
                  </a:lnTo>
                  <a:lnTo>
                    <a:pt x="336109" y="179070"/>
                  </a:lnTo>
                  <a:lnTo>
                    <a:pt x="344818" y="182880"/>
                  </a:lnTo>
                  <a:lnTo>
                    <a:pt x="353706" y="185420"/>
                  </a:lnTo>
                  <a:lnTo>
                    <a:pt x="361425" y="185420"/>
                  </a:lnTo>
                  <a:lnTo>
                    <a:pt x="365544" y="179070"/>
                  </a:lnTo>
                  <a:lnTo>
                    <a:pt x="365091" y="171450"/>
                  </a:lnTo>
                  <a:lnTo>
                    <a:pt x="363593" y="170180"/>
                  </a:lnTo>
                  <a:close/>
                </a:path>
                <a:path w="365760" h="306069">
                  <a:moveTo>
                    <a:pt x="351386" y="142240"/>
                  </a:moveTo>
                  <a:lnTo>
                    <a:pt x="310535" y="142240"/>
                  </a:lnTo>
                  <a:lnTo>
                    <a:pt x="328144" y="147320"/>
                  </a:lnTo>
                  <a:lnTo>
                    <a:pt x="337287" y="147320"/>
                  </a:lnTo>
                  <a:lnTo>
                    <a:pt x="346712" y="146050"/>
                  </a:lnTo>
                  <a:lnTo>
                    <a:pt x="351386" y="142240"/>
                  </a:lnTo>
                  <a:close/>
                </a:path>
                <a:path w="365760" h="306069">
                  <a:moveTo>
                    <a:pt x="341319" y="125730"/>
                  </a:moveTo>
                  <a:lnTo>
                    <a:pt x="333813" y="127000"/>
                  </a:lnTo>
                  <a:lnTo>
                    <a:pt x="349240" y="127000"/>
                  </a:lnTo>
                  <a:lnTo>
                    <a:pt x="341319" y="125730"/>
                  </a:lnTo>
                  <a:close/>
                </a:path>
                <a:path w="365760" h="306069">
                  <a:moveTo>
                    <a:pt x="333353" y="82550"/>
                  </a:moveTo>
                  <a:lnTo>
                    <a:pt x="259887" y="82550"/>
                  </a:lnTo>
                  <a:lnTo>
                    <a:pt x="292797" y="87630"/>
                  </a:lnTo>
                  <a:lnTo>
                    <a:pt x="286766" y="88900"/>
                  </a:lnTo>
                  <a:lnTo>
                    <a:pt x="280808" y="91440"/>
                  </a:lnTo>
                  <a:lnTo>
                    <a:pt x="274882" y="92710"/>
                  </a:lnTo>
                  <a:lnTo>
                    <a:pt x="338643" y="92710"/>
                  </a:lnTo>
                  <a:lnTo>
                    <a:pt x="339459" y="90170"/>
                  </a:lnTo>
                  <a:lnTo>
                    <a:pt x="337020" y="83820"/>
                  </a:lnTo>
                  <a:lnTo>
                    <a:pt x="333353" y="82550"/>
                  </a:lnTo>
                  <a:close/>
                </a:path>
                <a:path w="365760" h="306069">
                  <a:moveTo>
                    <a:pt x="291607" y="53340"/>
                  </a:moveTo>
                  <a:lnTo>
                    <a:pt x="245867" y="53340"/>
                  </a:lnTo>
                  <a:lnTo>
                    <a:pt x="261364" y="55880"/>
                  </a:lnTo>
                  <a:lnTo>
                    <a:pt x="260191" y="57150"/>
                  </a:lnTo>
                  <a:lnTo>
                    <a:pt x="259081" y="58420"/>
                  </a:lnTo>
                  <a:lnTo>
                    <a:pt x="257898" y="59690"/>
                  </a:lnTo>
                  <a:lnTo>
                    <a:pt x="288358" y="59690"/>
                  </a:lnTo>
                  <a:lnTo>
                    <a:pt x="291607" y="53340"/>
                  </a:lnTo>
                  <a:close/>
                </a:path>
                <a:path w="365760" h="306069">
                  <a:moveTo>
                    <a:pt x="276316" y="40640"/>
                  </a:moveTo>
                  <a:lnTo>
                    <a:pt x="203072" y="40640"/>
                  </a:lnTo>
                  <a:lnTo>
                    <a:pt x="198381" y="41910"/>
                  </a:lnTo>
                  <a:lnTo>
                    <a:pt x="196046" y="43180"/>
                  </a:lnTo>
                  <a:lnTo>
                    <a:pt x="277217" y="43180"/>
                  </a:lnTo>
                  <a:lnTo>
                    <a:pt x="276316" y="40640"/>
                  </a:lnTo>
                  <a:close/>
                </a:path>
                <a:path w="365760" h="306069">
                  <a:moveTo>
                    <a:pt x="247911" y="34290"/>
                  </a:moveTo>
                  <a:lnTo>
                    <a:pt x="236973" y="34290"/>
                  </a:lnTo>
                  <a:lnTo>
                    <a:pt x="226265" y="35560"/>
                  </a:lnTo>
                  <a:lnTo>
                    <a:pt x="259104" y="35560"/>
                  </a:lnTo>
                  <a:lnTo>
                    <a:pt x="247911" y="34290"/>
                  </a:lnTo>
                  <a:close/>
                </a:path>
                <a:path w="365760" h="306069">
                  <a:moveTo>
                    <a:pt x="217103" y="20320"/>
                  </a:moveTo>
                  <a:lnTo>
                    <a:pt x="197009" y="20320"/>
                  </a:lnTo>
                  <a:lnTo>
                    <a:pt x="177795" y="21590"/>
                  </a:lnTo>
                  <a:lnTo>
                    <a:pt x="140687" y="29210"/>
                  </a:lnTo>
                  <a:lnTo>
                    <a:pt x="111745" y="34290"/>
                  </a:lnTo>
                  <a:lnTo>
                    <a:pt x="226661" y="34290"/>
                  </a:lnTo>
                  <a:lnTo>
                    <a:pt x="228244" y="29210"/>
                  </a:lnTo>
                  <a:lnTo>
                    <a:pt x="225166" y="21590"/>
                  </a:lnTo>
                  <a:lnTo>
                    <a:pt x="217103" y="2032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2719755" y="1784836"/>
            <a:ext cx="437515" cy="628650"/>
            <a:chOff x="2719755" y="1784836"/>
            <a:chExt cx="437515" cy="628650"/>
          </a:xfrm>
        </p:grpSpPr>
        <p:sp>
          <p:nvSpPr>
            <p:cNvPr id="19" name="object 19" descr=""/>
            <p:cNvSpPr/>
            <p:nvPr/>
          </p:nvSpPr>
          <p:spPr>
            <a:xfrm>
              <a:off x="2743894" y="1864267"/>
              <a:ext cx="337185" cy="494665"/>
            </a:xfrm>
            <a:custGeom>
              <a:avLst/>
              <a:gdLst/>
              <a:ahLst/>
              <a:cxnLst/>
              <a:rect l="l" t="t" r="r" b="b"/>
              <a:pathLst>
                <a:path w="337185" h="494664">
                  <a:moveTo>
                    <a:pt x="159786" y="0"/>
                  </a:moveTo>
                  <a:lnTo>
                    <a:pt x="115933" y="3763"/>
                  </a:lnTo>
                  <a:lnTo>
                    <a:pt x="59198" y="34701"/>
                  </a:lnTo>
                  <a:lnTo>
                    <a:pt x="15821" y="95321"/>
                  </a:lnTo>
                  <a:lnTo>
                    <a:pt x="0" y="167746"/>
                  </a:lnTo>
                  <a:lnTo>
                    <a:pt x="1753" y="223044"/>
                  </a:lnTo>
                  <a:lnTo>
                    <a:pt x="7473" y="280609"/>
                  </a:lnTo>
                  <a:lnTo>
                    <a:pt x="14903" y="331590"/>
                  </a:lnTo>
                  <a:lnTo>
                    <a:pt x="36951" y="394420"/>
                  </a:lnTo>
                  <a:lnTo>
                    <a:pt x="68607" y="437477"/>
                  </a:lnTo>
                  <a:lnTo>
                    <a:pt x="105248" y="477207"/>
                  </a:lnTo>
                  <a:lnTo>
                    <a:pt x="202541" y="494615"/>
                  </a:lnTo>
                  <a:lnTo>
                    <a:pt x="231592" y="478155"/>
                  </a:lnTo>
                  <a:lnTo>
                    <a:pt x="269232" y="441322"/>
                  </a:lnTo>
                  <a:lnTo>
                    <a:pt x="302515" y="402234"/>
                  </a:lnTo>
                  <a:lnTo>
                    <a:pt x="321930" y="352666"/>
                  </a:lnTo>
                  <a:lnTo>
                    <a:pt x="325593" y="304426"/>
                  </a:lnTo>
                  <a:lnTo>
                    <a:pt x="329463" y="249949"/>
                  </a:lnTo>
                  <a:lnTo>
                    <a:pt x="336472" y="172004"/>
                  </a:lnTo>
                  <a:lnTo>
                    <a:pt x="333750" y="112200"/>
                  </a:lnTo>
                  <a:lnTo>
                    <a:pt x="310658" y="67439"/>
                  </a:lnTo>
                  <a:lnTo>
                    <a:pt x="263442" y="22005"/>
                  </a:lnTo>
                  <a:lnTo>
                    <a:pt x="204374" y="2318"/>
                  </a:lnTo>
                  <a:lnTo>
                    <a:pt x="159786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0167" y="2062015"/>
              <a:ext cx="298079" cy="350969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2719755" y="2061996"/>
              <a:ext cx="52069" cy="120014"/>
            </a:xfrm>
            <a:custGeom>
              <a:avLst/>
              <a:gdLst/>
              <a:ahLst/>
              <a:cxnLst/>
              <a:rect l="l" t="t" r="r" b="b"/>
              <a:pathLst>
                <a:path w="52069" h="120014">
                  <a:moveTo>
                    <a:pt x="11910" y="0"/>
                  </a:moveTo>
                  <a:lnTo>
                    <a:pt x="7132" y="2818"/>
                  </a:lnTo>
                  <a:lnTo>
                    <a:pt x="2519" y="18460"/>
                  </a:lnTo>
                  <a:lnTo>
                    <a:pt x="70" y="48532"/>
                  </a:lnTo>
                  <a:lnTo>
                    <a:pt x="0" y="79840"/>
                  </a:lnTo>
                  <a:lnTo>
                    <a:pt x="2525" y="99192"/>
                  </a:lnTo>
                  <a:lnTo>
                    <a:pt x="11102" y="107449"/>
                  </a:lnTo>
                  <a:lnTo>
                    <a:pt x="24918" y="113966"/>
                  </a:lnTo>
                  <a:lnTo>
                    <a:pt x="37763" y="118242"/>
                  </a:lnTo>
                  <a:lnTo>
                    <a:pt x="43424" y="119778"/>
                  </a:lnTo>
                  <a:lnTo>
                    <a:pt x="49720" y="96196"/>
                  </a:lnTo>
                  <a:lnTo>
                    <a:pt x="51819" y="77541"/>
                  </a:lnTo>
                  <a:lnTo>
                    <a:pt x="49720" y="54100"/>
                  </a:lnTo>
                  <a:lnTo>
                    <a:pt x="43424" y="16158"/>
                  </a:lnTo>
                  <a:lnTo>
                    <a:pt x="26654" y="5419"/>
                  </a:lnTo>
                  <a:lnTo>
                    <a:pt x="17284" y="449"/>
                  </a:lnTo>
                  <a:lnTo>
                    <a:pt x="11910" y="0"/>
                  </a:lnTo>
                  <a:close/>
                </a:path>
              </a:pathLst>
            </a:custGeom>
            <a:solidFill>
              <a:srgbClr val="814E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741769" y="1851527"/>
              <a:ext cx="339725" cy="413384"/>
            </a:xfrm>
            <a:custGeom>
              <a:avLst/>
              <a:gdLst/>
              <a:ahLst/>
              <a:cxnLst/>
              <a:rect l="l" t="t" r="r" b="b"/>
              <a:pathLst>
                <a:path w="339725" h="413385">
                  <a:moveTo>
                    <a:pt x="168790" y="0"/>
                  </a:moveTo>
                  <a:lnTo>
                    <a:pt x="123081" y="9065"/>
                  </a:lnTo>
                  <a:lnTo>
                    <a:pt x="76286" y="34903"/>
                  </a:lnTo>
                  <a:lnTo>
                    <a:pt x="30163" y="81104"/>
                  </a:lnTo>
                  <a:lnTo>
                    <a:pt x="8062" y="125816"/>
                  </a:lnTo>
                  <a:lnTo>
                    <a:pt x="0" y="169307"/>
                  </a:lnTo>
                  <a:lnTo>
                    <a:pt x="1582" y="197510"/>
                  </a:lnTo>
                  <a:lnTo>
                    <a:pt x="5419" y="220988"/>
                  </a:lnTo>
                  <a:lnTo>
                    <a:pt x="8708" y="235864"/>
                  </a:lnTo>
                  <a:lnTo>
                    <a:pt x="12082" y="253823"/>
                  </a:lnTo>
                  <a:lnTo>
                    <a:pt x="16698" y="282691"/>
                  </a:lnTo>
                  <a:lnTo>
                    <a:pt x="20563" y="312802"/>
                  </a:lnTo>
                  <a:lnTo>
                    <a:pt x="21681" y="334489"/>
                  </a:lnTo>
                  <a:lnTo>
                    <a:pt x="29028" y="354765"/>
                  </a:lnTo>
                  <a:lnTo>
                    <a:pt x="46377" y="380852"/>
                  </a:lnTo>
                  <a:lnTo>
                    <a:pt x="63953" y="403377"/>
                  </a:lnTo>
                  <a:lnTo>
                    <a:pt x="71983" y="412968"/>
                  </a:lnTo>
                  <a:lnTo>
                    <a:pt x="112800" y="394646"/>
                  </a:lnTo>
                  <a:lnTo>
                    <a:pt x="137125" y="385091"/>
                  </a:lnTo>
                  <a:lnTo>
                    <a:pt x="154606" y="381200"/>
                  </a:lnTo>
                  <a:lnTo>
                    <a:pt x="174891" y="379870"/>
                  </a:lnTo>
                  <a:lnTo>
                    <a:pt x="207057" y="384432"/>
                  </a:lnTo>
                  <a:lnTo>
                    <a:pt x="245450" y="395877"/>
                  </a:lnTo>
                  <a:lnTo>
                    <a:pt x="277618" y="407594"/>
                  </a:lnTo>
                  <a:lnTo>
                    <a:pt x="291107" y="412968"/>
                  </a:lnTo>
                  <a:lnTo>
                    <a:pt x="299812" y="405618"/>
                  </a:lnTo>
                  <a:lnTo>
                    <a:pt x="322924" y="351596"/>
                  </a:lnTo>
                  <a:lnTo>
                    <a:pt x="330026" y="294760"/>
                  </a:lnTo>
                  <a:lnTo>
                    <a:pt x="335925" y="233350"/>
                  </a:lnTo>
                  <a:lnTo>
                    <a:pt x="339703" y="187624"/>
                  </a:lnTo>
                  <a:lnTo>
                    <a:pt x="339235" y="136212"/>
                  </a:lnTo>
                  <a:lnTo>
                    <a:pt x="331979" y="103539"/>
                  </a:lnTo>
                  <a:lnTo>
                    <a:pt x="323551" y="86143"/>
                  </a:lnTo>
                  <a:lnTo>
                    <a:pt x="319567" y="80560"/>
                  </a:lnTo>
                  <a:lnTo>
                    <a:pt x="305637" y="59633"/>
                  </a:lnTo>
                  <a:lnTo>
                    <a:pt x="281837" y="37522"/>
                  </a:lnTo>
                  <a:lnTo>
                    <a:pt x="249925" y="17819"/>
                  </a:lnTo>
                  <a:lnTo>
                    <a:pt x="211657" y="4114"/>
                  </a:lnTo>
                  <a:lnTo>
                    <a:pt x="16879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791589" y="1784836"/>
              <a:ext cx="365760" cy="306070"/>
            </a:xfrm>
            <a:custGeom>
              <a:avLst/>
              <a:gdLst/>
              <a:ahLst/>
              <a:cxnLst/>
              <a:rect l="l" t="t" r="r" b="b"/>
              <a:pathLst>
                <a:path w="365760" h="306069">
                  <a:moveTo>
                    <a:pt x="264976" y="248920"/>
                  </a:moveTo>
                  <a:lnTo>
                    <a:pt x="244600" y="248920"/>
                  </a:lnTo>
                  <a:lnTo>
                    <a:pt x="245081" y="260350"/>
                  </a:lnTo>
                  <a:lnTo>
                    <a:pt x="244393" y="271780"/>
                  </a:lnTo>
                  <a:lnTo>
                    <a:pt x="242515" y="283210"/>
                  </a:lnTo>
                  <a:lnTo>
                    <a:pt x="239427" y="294640"/>
                  </a:lnTo>
                  <a:lnTo>
                    <a:pt x="240266" y="302260"/>
                  </a:lnTo>
                  <a:lnTo>
                    <a:pt x="246253" y="306070"/>
                  </a:lnTo>
                  <a:lnTo>
                    <a:pt x="253714" y="306070"/>
                  </a:lnTo>
                  <a:lnTo>
                    <a:pt x="258976" y="299720"/>
                  </a:lnTo>
                  <a:lnTo>
                    <a:pt x="264466" y="274320"/>
                  </a:lnTo>
                  <a:lnTo>
                    <a:pt x="264976" y="248920"/>
                  </a:lnTo>
                  <a:close/>
                </a:path>
                <a:path w="365760" h="306069">
                  <a:moveTo>
                    <a:pt x="319299" y="203200"/>
                  </a:moveTo>
                  <a:lnTo>
                    <a:pt x="251908" y="203200"/>
                  </a:lnTo>
                  <a:lnTo>
                    <a:pt x="263057" y="217170"/>
                  </a:lnTo>
                  <a:lnTo>
                    <a:pt x="272925" y="233680"/>
                  </a:lnTo>
                  <a:lnTo>
                    <a:pt x="277454" y="251460"/>
                  </a:lnTo>
                  <a:lnTo>
                    <a:pt x="272588" y="266700"/>
                  </a:lnTo>
                  <a:lnTo>
                    <a:pt x="270138" y="275590"/>
                  </a:lnTo>
                  <a:lnTo>
                    <a:pt x="273493" y="281940"/>
                  </a:lnTo>
                  <a:lnTo>
                    <a:pt x="279979" y="284480"/>
                  </a:lnTo>
                  <a:lnTo>
                    <a:pt x="286923" y="281940"/>
                  </a:lnTo>
                  <a:lnTo>
                    <a:pt x="294562" y="267970"/>
                  </a:lnTo>
                  <a:lnTo>
                    <a:pt x="296872" y="252730"/>
                  </a:lnTo>
                  <a:lnTo>
                    <a:pt x="294888" y="238760"/>
                  </a:lnTo>
                  <a:lnTo>
                    <a:pt x="289645" y="223520"/>
                  </a:lnTo>
                  <a:lnTo>
                    <a:pt x="313048" y="223520"/>
                  </a:lnTo>
                  <a:lnTo>
                    <a:pt x="318336" y="222250"/>
                  </a:lnTo>
                  <a:lnTo>
                    <a:pt x="323131" y="217170"/>
                  </a:lnTo>
                  <a:lnTo>
                    <a:pt x="320346" y="205740"/>
                  </a:lnTo>
                  <a:lnTo>
                    <a:pt x="319299" y="203200"/>
                  </a:lnTo>
                  <a:close/>
                </a:path>
                <a:path w="365760" h="306069">
                  <a:moveTo>
                    <a:pt x="152610" y="172720"/>
                  </a:moveTo>
                  <a:lnTo>
                    <a:pt x="126310" y="172720"/>
                  </a:lnTo>
                  <a:lnTo>
                    <a:pt x="131734" y="179070"/>
                  </a:lnTo>
                  <a:lnTo>
                    <a:pt x="136781" y="184150"/>
                  </a:lnTo>
                  <a:lnTo>
                    <a:pt x="141409" y="190500"/>
                  </a:lnTo>
                  <a:lnTo>
                    <a:pt x="158046" y="209550"/>
                  </a:lnTo>
                  <a:lnTo>
                    <a:pt x="174174" y="228600"/>
                  </a:lnTo>
                  <a:lnTo>
                    <a:pt x="189817" y="248920"/>
                  </a:lnTo>
                  <a:lnTo>
                    <a:pt x="204999" y="269240"/>
                  </a:lnTo>
                  <a:lnTo>
                    <a:pt x="212021" y="273050"/>
                  </a:lnTo>
                  <a:lnTo>
                    <a:pt x="219481" y="271780"/>
                  </a:lnTo>
                  <a:lnTo>
                    <a:pt x="224078" y="266700"/>
                  </a:lnTo>
                  <a:lnTo>
                    <a:pt x="222506" y="259080"/>
                  </a:lnTo>
                  <a:lnTo>
                    <a:pt x="202283" y="232410"/>
                  </a:lnTo>
                  <a:lnTo>
                    <a:pt x="181265" y="205740"/>
                  </a:lnTo>
                  <a:lnTo>
                    <a:pt x="159421" y="180340"/>
                  </a:lnTo>
                  <a:lnTo>
                    <a:pt x="152610" y="172720"/>
                  </a:lnTo>
                  <a:close/>
                </a:path>
                <a:path w="365760" h="306069">
                  <a:moveTo>
                    <a:pt x="313048" y="223520"/>
                  </a:moveTo>
                  <a:lnTo>
                    <a:pt x="289645" y="223520"/>
                  </a:lnTo>
                  <a:lnTo>
                    <a:pt x="294120" y="231140"/>
                  </a:lnTo>
                  <a:lnTo>
                    <a:pt x="298266" y="237490"/>
                  </a:lnTo>
                  <a:lnTo>
                    <a:pt x="302061" y="246380"/>
                  </a:lnTo>
                  <a:lnTo>
                    <a:pt x="305488" y="254000"/>
                  </a:lnTo>
                  <a:lnTo>
                    <a:pt x="311241" y="260350"/>
                  </a:lnTo>
                  <a:lnTo>
                    <a:pt x="318871" y="260350"/>
                  </a:lnTo>
                  <a:lnTo>
                    <a:pt x="324696" y="256540"/>
                  </a:lnTo>
                  <a:lnTo>
                    <a:pt x="325037" y="248920"/>
                  </a:lnTo>
                  <a:lnTo>
                    <a:pt x="322344" y="242570"/>
                  </a:lnTo>
                  <a:lnTo>
                    <a:pt x="319439" y="236220"/>
                  </a:lnTo>
                  <a:lnTo>
                    <a:pt x="316336" y="229870"/>
                  </a:lnTo>
                  <a:lnTo>
                    <a:pt x="313048" y="223520"/>
                  </a:lnTo>
                  <a:close/>
                </a:path>
                <a:path w="365760" h="306069">
                  <a:moveTo>
                    <a:pt x="334013" y="154940"/>
                  </a:moveTo>
                  <a:lnTo>
                    <a:pt x="136718" y="154940"/>
                  </a:lnTo>
                  <a:lnTo>
                    <a:pt x="139880" y="156210"/>
                  </a:lnTo>
                  <a:lnTo>
                    <a:pt x="143022" y="156210"/>
                  </a:lnTo>
                  <a:lnTo>
                    <a:pt x="146152" y="157480"/>
                  </a:lnTo>
                  <a:lnTo>
                    <a:pt x="182361" y="189230"/>
                  </a:lnTo>
                  <a:lnTo>
                    <a:pt x="211311" y="233680"/>
                  </a:lnTo>
                  <a:lnTo>
                    <a:pt x="217888" y="250190"/>
                  </a:lnTo>
                  <a:lnTo>
                    <a:pt x="221862" y="255270"/>
                  </a:lnTo>
                  <a:lnTo>
                    <a:pt x="227600" y="257810"/>
                  </a:lnTo>
                  <a:lnTo>
                    <a:pt x="233323" y="255270"/>
                  </a:lnTo>
                  <a:lnTo>
                    <a:pt x="237249" y="251460"/>
                  </a:lnTo>
                  <a:lnTo>
                    <a:pt x="240055" y="251460"/>
                  </a:lnTo>
                  <a:lnTo>
                    <a:pt x="242767" y="250190"/>
                  </a:lnTo>
                  <a:lnTo>
                    <a:pt x="244600" y="248920"/>
                  </a:lnTo>
                  <a:lnTo>
                    <a:pt x="264976" y="248920"/>
                  </a:lnTo>
                  <a:lnTo>
                    <a:pt x="260720" y="224790"/>
                  </a:lnTo>
                  <a:lnTo>
                    <a:pt x="251908" y="203200"/>
                  </a:lnTo>
                  <a:lnTo>
                    <a:pt x="319299" y="203200"/>
                  </a:lnTo>
                  <a:lnTo>
                    <a:pt x="318775" y="201930"/>
                  </a:lnTo>
                  <a:lnTo>
                    <a:pt x="316995" y="196850"/>
                  </a:lnTo>
                  <a:lnTo>
                    <a:pt x="341909" y="196850"/>
                  </a:lnTo>
                  <a:lnTo>
                    <a:pt x="337656" y="190500"/>
                  </a:lnTo>
                  <a:lnTo>
                    <a:pt x="328870" y="180340"/>
                  </a:lnTo>
                  <a:lnTo>
                    <a:pt x="319163" y="170180"/>
                  </a:lnTo>
                  <a:lnTo>
                    <a:pt x="363593" y="170180"/>
                  </a:lnTo>
                  <a:lnTo>
                    <a:pt x="359099" y="166370"/>
                  </a:lnTo>
                  <a:lnTo>
                    <a:pt x="346370" y="161290"/>
                  </a:lnTo>
                  <a:lnTo>
                    <a:pt x="334013" y="154940"/>
                  </a:lnTo>
                  <a:close/>
                </a:path>
                <a:path w="365760" h="306069">
                  <a:moveTo>
                    <a:pt x="139252" y="0"/>
                  </a:moveTo>
                  <a:lnTo>
                    <a:pt x="89799" y="24130"/>
                  </a:lnTo>
                  <a:lnTo>
                    <a:pt x="58050" y="50800"/>
                  </a:lnTo>
                  <a:lnTo>
                    <a:pt x="52647" y="55880"/>
                  </a:lnTo>
                  <a:lnTo>
                    <a:pt x="41479" y="57150"/>
                  </a:lnTo>
                  <a:lnTo>
                    <a:pt x="4851" y="83820"/>
                  </a:lnTo>
                  <a:lnTo>
                    <a:pt x="0" y="110490"/>
                  </a:lnTo>
                  <a:lnTo>
                    <a:pt x="471" y="124460"/>
                  </a:lnTo>
                  <a:lnTo>
                    <a:pt x="597" y="125730"/>
                  </a:lnTo>
                  <a:lnTo>
                    <a:pt x="785" y="125730"/>
                  </a:lnTo>
                  <a:lnTo>
                    <a:pt x="764" y="129540"/>
                  </a:lnTo>
                  <a:lnTo>
                    <a:pt x="2890" y="133350"/>
                  </a:lnTo>
                  <a:lnTo>
                    <a:pt x="9759" y="135890"/>
                  </a:lnTo>
                  <a:lnTo>
                    <a:pt x="11685" y="137160"/>
                  </a:lnTo>
                  <a:lnTo>
                    <a:pt x="13643" y="137160"/>
                  </a:lnTo>
                  <a:lnTo>
                    <a:pt x="15172" y="139700"/>
                  </a:lnTo>
                  <a:lnTo>
                    <a:pt x="17528" y="140970"/>
                  </a:lnTo>
                  <a:lnTo>
                    <a:pt x="20554" y="140970"/>
                  </a:lnTo>
                  <a:lnTo>
                    <a:pt x="29732" y="156210"/>
                  </a:lnTo>
                  <a:lnTo>
                    <a:pt x="38118" y="172720"/>
                  </a:lnTo>
                  <a:lnTo>
                    <a:pt x="46863" y="189230"/>
                  </a:lnTo>
                  <a:lnTo>
                    <a:pt x="80789" y="229870"/>
                  </a:lnTo>
                  <a:lnTo>
                    <a:pt x="115607" y="254000"/>
                  </a:lnTo>
                  <a:lnTo>
                    <a:pt x="121100" y="248920"/>
                  </a:lnTo>
                  <a:lnTo>
                    <a:pt x="122608" y="241300"/>
                  </a:lnTo>
                  <a:lnTo>
                    <a:pt x="118248" y="234950"/>
                  </a:lnTo>
                  <a:lnTo>
                    <a:pt x="114928" y="232410"/>
                  </a:lnTo>
                  <a:lnTo>
                    <a:pt x="111703" y="229870"/>
                  </a:lnTo>
                  <a:lnTo>
                    <a:pt x="108520" y="227330"/>
                  </a:lnTo>
                  <a:lnTo>
                    <a:pt x="123556" y="227330"/>
                  </a:lnTo>
                  <a:lnTo>
                    <a:pt x="123166" y="223520"/>
                  </a:lnTo>
                  <a:lnTo>
                    <a:pt x="104415" y="223520"/>
                  </a:lnTo>
                  <a:lnTo>
                    <a:pt x="93793" y="214630"/>
                  </a:lnTo>
                  <a:lnTo>
                    <a:pt x="66082" y="181610"/>
                  </a:lnTo>
                  <a:lnTo>
                    <a:pt x="54509" y="161290"/>
                  </a:lnTo>
                  <a:lnTo>
                    <a:pt x="51077" y="154940"/>
                  </a:lnTo>
                  <a:lnTo>
                    <a:pt x="334013" y="154940"/>
                  </a:lnTo>
                  <a:lnTo>
                    <a:pt x="321990" y="148590"/>
                  </a:lnTo>
                  <a:lnTo>
                    <a:pt x="310263" y="142240"/>
                  </a:lnTo>
                  <a:lnTo>
                    <a:pt x="351386" y="142240"/>
                  </a:lnTo>
                  <a:lnTo>
                    <a:pt x="352944" y="140970"/>
                  </a:lnTo>
                  <a:lnTo>
                    <a:pt x="353451" y="133350"/>
                  </a:lnTo>
                  <a:lnTo>
                    <a:pt x="349240" y="127000"/>
                  </a:lnTo>
                  <a:lnTo>
                    <a:pt x="326165" y="127000"/>
                  </a:lnTo>
                  <a:lnTo>
                    <a:pt x="310650" y="121920"/>
                  </a:lnTo>
                  <a:lnTo>
                    <a:pt x="305792" y="116840"/>
                  </a:lnTo>
                  <a:lnTo>
                    <a:pt x="300776" y="111760"/>
                  </a:lnTo>
                  <a:lnTo>
                    <a:pt x="295499" y="107950"/>
                  </a:lnTo>
                  <a:lnTo>
                    <a:pt x="312278" y="102870"/>
                  </a:lnTo>
                  <a:lnTo>
                    <a:pt x="320890" y="101600"/>
                  </a:lnTo>
                  <a:lnTo>
                    <a:pt x="329686" y="101600"/>
                  </a:lnTo>
                  <a:lnTo>
                    <a:pt x="337012" y="97790"/>
                  </a:lnTo>
                  <a:lnTo>
                    <a:pt x="338643" y="92710"/>
                  </a:lnTo>
                  <a:lnTo>
                    <a:pt x="274882" y="92710"/>
                  </a:lnTo>
                  <a:lnTo>
                    <a:pt x="269321" y="90170"/>
                  </a:lnTo>
                  <a:lnTo>
                    <a:pt x="263625" y="87630"/>
                  </a:lnTo>
                  <a:lnTo>
                    <a:pt x="257772" y="85090"/>
                  </a:lnTo>
                  <a:lnTo>
                    <a:pt x="259887" y="82550"/>
                  </a:lnTo>
                  <a:lnTo>
                    <a:pt x="333353" y="82550"/>
                  </a:lnTo>
                  <a:lnTo>
                    <a:pt x="329686" y="81280"/>
                  </a:lnTo>
                  <a:lnTo>
                    <a:pt x="329215" y="81280"/>
                  </a:lnTo>
                  <a:lnTo>
                    <a:pt x="329194" y="76200"/>
                  </a:lnTo>
                  <a:lnTo>
                    <a:pt x="325938" y="69850"/>
                  </a:lnTo>
                  <a:lnTo>
                    <a:pt x="319508" y="69850"/>
                  </a:lnTo>
                  <a:lnTo>
                    <a:pt x="300518" y="67310"/>
                  </a:lnTo>
                  <a:lnTo>
                    <a:pt x="291044" y="67310"/>
                  </a:lnTo>
                  <a:lnTo>
                    <a:pt x="281583" y="66040"/>
                  </a:lnTo>
                  <a:lnTo>
                    <a:pt x="283845" y="63500"/>
                  </a:lnTo>
                  <a:lnTo>
                    <a:pt x="286148" y="62230"/>
                  </a:lnTo>
                  <a:lnTo>
                    <a:pt x="288358" y="59690"/>
                  </a:lnTo>
                  <a:lnTo>
                    <a:pt x="257898" y="59690"/>
                  </a:lnTo>
                  <a:lnTo>
                    <a:pt x="244903" y="54610"/>
                  </a:lnTo>
                  <a:lnTo>
                    <a:pt x="238338" y="54610"/>
                  </a:lnTo>
                  <a:lnTo>
                    <a:pt x="245856" y="53340"/>
                  </a:lnTo>
                  <a:lnTo>
                    <a:pt x="291607" y="53340"/>
                  </a:lnTo>
                  <a:lnTo>
                    <a:pt x="289545" y="46990"/>
                  </a:lnTo>
                  <a:lnTo>
                    <a:pt x="284104" y="43180"/>
                  </a:lnTo>
                  <a:lnTo>
                    <a:pt x="196046" y="43180"/>
                  </a:lnTo>
                  <a:lnTo>
                    <a:pt x="192549" y="41910"/>
                  </a:lnTo>
                  <a:lnTo>
                    <a:pt x="185439" y="41910"/>
                  </a:lnTo>
                  <a:lnTo>
                    <a:pt x="191219" y="40640"/>
                  </a:lnTo>
                  <a:lnTo>
                    <a:pt x="276316" y="40640"/>
                  </a:lnTo>
                  <a:lnTo>
                    <a:pt x="274211" y="38100"/>
                  </a:lnTo>
                  <a:lnTo>
                    <a:pt x="270578" y="38100"/>
                  </a:lnTo>
                  <a:lnTo>
                    <a:pt x="259104" y="35560"/>
                  </a:lnTo>
                  <a:lnTo>
                    <a:pt x="226265" y="35560"/>
                  </a:lnTo>
                  <a:lnTo>
                    <a:pt x="226661" y="34290"/>
                  </a:lnTo>
                  <a:lnTo>
                    <a:pt x="111745" y="34290"/>
                  </a:lnTo>
                  <a:lnTo>
                    <a:pt x="119449" y="29210"/>
                  </a:lnTo>
                  <a:lnTo>
                    <a:pt x="127453" y="25400"/>
                  </a:lnTo>
                  <a:lnTo>
                    <a:pt x="135827" y="21590"/>
                  </a:lnTo>
                  <a:lnTo>
                    <a:pt x="144645" y="19050"/>
                  </a:lnTo>
                  <a:lnTo>
                    <a:pt x="150992" y="15240"/>
                  </a:lnTo>
                  <a:lnTo>
                    <a:pt x="151525" y="7620"/>
                  </a:lnTo>
                  <a:lnTo>
                    <a:pt x="147270" y="1270"/>
                  </a:lnTo>
                  <a:lnTo>
                    <a:pt x="139252" y="0"/>
                  </a:lnTo>
                  <a:close/>
                </a:path>
                <a:path w="365760" h="306069">
                  <a:moveTo>
                    <a:pt x="137766" y="191770"/>
                  </a:moveTo>
                  <a:lnTo>
                    <a:pt x="115138" y="191770"/>
                  </a:lnTo>
                  <a:lnTo>
                    <a:pt x="122376" y="205740"/>
                  </a:lnTo>
                  <a:lnTo>
                    <a:pt x="128345" y="219710"/>
                  </a:lnTo>
                  <a:lnTo>
                    <a:pt x="133056" y="232410"/>
                  </a:lnTo>
                  <a:lnTo>
                    <a:pt x="136519" y="245110"/>
                  </a:lnTo>
                  <a:lnTo>
                    <a:pt x="141252" y="251460"/>
                  </a:lnTo>
                  <a:lnTo>
                    <a:pt x="148532" y="252730"/>
                  </a:lnTo>
                  <a:lnTo>
                    <a:pt x="154692" y="248920"/>
                  </a:lnTo>
                  <a:lnTo>
                    <a:pt x="156068" y="240030"/>
                  </a:lnTo>
                  <a:lnTo>
                    <a:pt x="151363" y="223520"/>
                  </a:lnTo>
                  <a:lnTo>
                    <a:pt x="144833" y="205740"/>
                  </a:lnTo>
                  <a:lnTo>
                    <a:pt x="137766" y="191770"/>
                  </a:lnTo>
                  <a:close/>
                </a:path>
                <a:path w="365760" h="306069">
                  <a:moveTo>
                    <a:pt x="123556" y="227330"/>
                  </a:moveTo>
                  <a:lnTo>
                    <a:pt x="108520" y="227330"/>
                  </a:lnTo>
                  <a:lnTo>
                    <a:pt x="114834" y="229870"/>
                  </a:lnTo>
                  <a:lnTo>
                    <a:pt x="123556" y="227330"/>
                  </a:lnTo>
                  <a:close/>
                </a:path>
                <a:path w="365760" h="306069">
                  <a:moveTo>
                    <a:pt x="341909" y="196850"/>
                  </a:moveTo>
                  <a:lnTo>
                    <a:pt x="316995" y="196850"/>
                  </a:lnTo>
                  <a:lnTo>
                    <a:pt x="321954" y="203200"/>
                  </a:lnTo>
                  <a:lnTo>
                    <a:pt x="326495" y="209550"/>
                  </a:lnTo>
                  <a:lnTo>
                    <a:pt x="330569" y="217170"/>
                  </a:lnTo>
                  <a:lnTo>
                    <a:pt x="334126" y="224790"/>
                  </a:lnTo>
                  <a:lnTo>
                    <a:pt x="339730" y="229870"/>
                  </a:lnTo>
                  <a:lnTo>
                    <a:pt x="346696" y="228600"/>
                  </a:lnTo>
                  <a:lnTo>
                    <a:pt x="351754" y="222250"/>
                  </a:lnTo>
                  <a:lnTo>
                    <a:pt x="351633" y="214630"/>
                  </a:lnTo>
                  <a:lnTo>
                    <a:pt x="345312" y="201930"/>
                  </a:lnTo>
                  <a:lnTo>
                    <a:pt x="341909" y="196850"/>
                  </a:lnTo>
                  <a:close/>
                </a:path>
                <a:path w="365760" h="306069">
                  <a:moveTo>
                    <a:pt x="136718" y="154940"/>
                  </a:moveTo>
                  <a:lnTo>
                    <a:pt x="51077" y="154940"/>
                  </a:lnTo>
                  <a:lnTo>
                    <a:pt x="69467" y="167640"/>
                  </a:lnTo>
                  <a:lnTo>
                    <a:pt x="85238" y="182880"/>
                  </a:lnTo>
                  <a:lnTo>
                    <a:pt x="96753" y="199390"/>
                  </a:lnTo>
                  <a:lnTo>
                    <a:pt x="102374" y="218440"/>
                  </a:lnTo>
                  <a:lnTo>
                    <a:pt x="102594" y="220980"/>
                  </a:lnTo>
                  <a:lnTo>
                    <a:pt x="103358" y="222250"/>
                  </a:lnTo>
                  <a:lnTo>
                    <a:pt x="104415" y="223520"/>
                  </a:lnTo>
                  <a:lnTo>
                    <a:pt x="123166" y="223520"/>
                  </a:lnTo>
                  <a:lnTo>
                    <a:pt x="115138" y="191770"/>
                  </a:lnTo>
                  <a:lnTo>
                    <a:pt x="137766" y="191770"/>
                  </a:lnTo>
                  <a:lnTo>
                    <a:pt x="136482" y="189230"/>
                  </a:lnTo>
                  <a:lnTo>
                    <a:pt x="126310" y="172720"/>
                  </a:lnTo>
                  <a:lnTo>
                    <a:pt x="152610" y="172720"/>
                  </a:lnTo>
                  <a:lnTo>
                    <a:pt x="136718" y="154940"/>
                  </a:lnTo>
                  <a:close/>
                </a:path>
                <a:path w="365760" h="306069">
                  <a:moveTo>
                    <a:pt x="363593" y="170180"/>
                  </a:moveTo>
                  <a:lnTo>
                    <a:pt x="319163" y="170180"/>
                  </a:lnTo>
                  <a:lnTo>
                    <a:pt x="327563" y="173990"/>
                  </a:lnTo>
                  <a:lnTo>
                    <a:pt x="336109" y="179070"/>
                  </a:lnTo>
                  <a:lnTo>
                    <a:pt x="344818" y="182880"/>
                  </a:lnTo>
                  <a:lnTo>
                    <a:pt x="353706" y="185420"/>
                  </a:lnTo>
                  <a:lnTo>
                    <a:pt x="361425" y="185420"/>
                  </a:lnTo>
                  <a:lnTo>
                    <a:pt x="365544" y="179070"/>
                  </a:lnTo>
                  <a:lnTo>
                    <a:pt x="365091" y="171450"/>
                  </a:lnTo>
                  <a:lnTo>
                    <a:pt x="363593" y="170180"/>
                  </a:lnTo>
                  <a:close/>
                </a:path>
                <a:path w="365760" h="306069">
                  <a:moveTo>
                    <a:pt x="351386" y="142240"/>
                  </a:moveTo>
                  <a:lnTo>
                    <a:pt x="310535" y="142240"/>
                  </a:lnTo>
                  <a:lnTo>
                    <a:pt x="328144" y="147320"/>
                  </a:lnTo>
                  <a:lnTo>
                    <a:pt x="337287" y="147320"/>
                  </a:lnTo>
                  <a:lnTo>
                    <a:pt x="346712" y="146050"/>
                  </a:lnTo>
                  <a:lnTo>
                    <a:pt x="351386" y="142240"/>
                  </a:lnTo>
                  <a:close/>
                </a:path>
                <a:path w="365760" h="306069">
                  <a:moveTo>
                    <a:pt x="341319" y="125730"/>
                  </a:moveTo>
                  <a:lnTo>
                    <a:pt x="333809" y="127000"/>
                  </a:lnTo>
                  <a:lnTo>
                    <a:pt x="349240" y="127000"/>
                  </a:lnTo>
                  <a:lnTo>
                    <a:pt x="341319" y="125730"/>
                  </a:lnTo>
                  <a:close/>
                </a:path>
                <a:path w="365760" h="306069">
                  <a:moveTo>
                    <a:pt x="333353" y="82550"/>
                  </a:moveTo>
                  <a:lnTo>
                    <a:pt x="259887" y="82550"/>
                  </a:lnTo>
                  <a:lnTo>
                    <a:pt x="292797" y="87630"/>
                  </a:lnTo>
                  <a:lnTo>
                    <a:pt x="286766" y="88900"/>
                  </a:lnTo>
                  <a:lnTo>
                    <a:pt x="280808" y="91440"/>
                  </a:lnTo>
                  <a:lnTo>
                    <a:pt x="274882" y="92710"/>
                  </a:lnTo>
                  <a:lnTo>
                    <a:pt x="338643" y="92710"/>
                  </a:lnTo>
                  <a:lnTo>
                    <a:pt x="339459" y="90170"/>
                  </a:lnTo>
                  <a:lnTo>
                    <a:pt x="337020" y="83820"/>
                  </a:lnTo>
                  <a:lnTo>
                    <a:pt x="333353" y="82550"/>
                  </a:lnTo>
                  <a:close/>
                </a:path>
                <a:path w="365760" h="306069">
                  <a:moveTo>
                    <a:pt x="291607" y="53340"/>
                  </a:moveTo>
                  <a:lnTo>
                    <a:pt x="245856" y="53340"/>
                  </a:lnTo>
                  <a:lnTo>
                    <a:pt x="261364" y="55880"/>
                  </a:lnTo>
                  <a:lnTo>
                    <a:pt x="260191" y="57150"/>
                  </a:lnTo>
                  <a:lnTo>
                    <a:pt x="259081" y="58420"/>
                  </a:lnTo>
                  <a:lnTo>
                    <a:pt x="257898" y="59690"/>
                  </a:lnTo>
                  <a:lnTo>
                    <a:pt x="288358" y="59690"/>
                  </a:lnTo>
                  <a:lnTo>
                    <a:pt x="291607" y="53340"/>
                  </a:lnTo>
                  <a:close/>
                </a:path>
                <a:path w="365760" h="306069">
                  <a:moveTo>
                    <a:pt x="276316" y="40640"/>
                  </a:moveTo>
                  <a:lnTo>
                    <a:pt x="203072" y="40640"/>
                  </a:lnTo>
                  <a:lnTo>
                    <a:pt x="198381" y="41910"/>
                  </a:lnTo>
                  <a:lnTo>
                    <a:pt x="196046" y="43180"/>
                  </a:lnTo>
                  <a:lnTo>
                    <a:pt x="277217" y="43180"/>
                  </a:lnTo>
                  <a:lnTo>
                    <a:pt x="276316" y="40640"/>
                  </a:lnTo>
                  <a:close/>
                </a:path>
                <a:path w="365760" h="306069">
                  <a:moveTo>
                    <a:pt x="247911" y="34290"/>
                  </a:moveTo>
                  <a:lnTo>
                    <a:pt x="236973" y="34290"/>
                  </a:lnTo>
                  <a:lnTo>
                    <a:pt x="226265" y="35560"/>
                  </a:lnTo>
                  <a:lnTo>
                    <a:pt x="259104" y="35560"/>
                  </a:lnTo>
                  <a:lnTo>
                    <a:pt x="247911" y="34290"/>
                  </a:lnTo>
                  <a:close/>
                </a:path>
                <a:path w="365760" h="306069">
                  <a:moveTo>
                    <a:pt x="217103" y="20320"/>
                  </a:moveTo>
                  <a:lnTo>
                    <a:pt x="197009" y="20320"/>
                  </a:lnTo>
                  <a:lnTo>
                    <a:pt x="177795" y="21590"/>
                  </a:lnTo>
                  <a:lnTo>
                    <a:pt x="140687" y="29210"/>
                  </a:lnTo>
                  <a:lnTo>
                    <a:pt x="111745" y="34290"/>
                  </a:lnTo>
                  <a:lnTo>
                    <a:pt x="226661" y="34290"/>
                  </a:lnTo>
                  <a:lnTo>
                    <a:pt x="228244" y="29210"/>
                  </a:lnTo>
                  <a:lnTo>
                    <a:pt x="225166" y="21590"/>
                  </a:lnTo>
                  <a:lnTo>
                    <a:pt x="217103" y="2032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06505" y="2650313"/>
            <a:ext cx="392292" cy="615268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09472" y="2670337"/>
            <a:ext cx="523399" cy="557177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58810" y="2634607"/>
            <a:ext cx="479693" cy="592979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719755" y="2651966"/>
            <a:ext cx="388492" cy="582177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49152" y="1756830"/>
            <a:ext cx="425774" cy="659096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104839" y="2651344"/>
            <a:ext cx="393213" cy="613166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146406" y="5551045"/>
            <a:ext cx="351422" cy="241600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189896" y="5942964"/>
            <a:ext cx="316726" cy="185019"/>
          </a:xfrm>
          <a:prstGeom prst="rect">
            <a:avLst/>
          </a:prstGeom>
        </p:spPr>
      </p:pic>
      <p:grpSp>
        <p:nvGrpSpPr>
          <p:cNvPr id="32" name="object 32" descr=""/>
          <p:cNvGrpSpPr/>
          <p:nvPr/>
        </p:nvGrpSpPr>
        <p:grpSpPr>
          <a:xfrm>
            <a:off x="8744774" y="5549345"/>
            <a:ext cx="405130" cy="254635"/>
            <a:chOff x="8744774" y="5549345"/>
            <a:chExt cx="405130" cy="254635"/>
          </a:xfrm>
        </p:grpSpPr>
        <p:sp>
          <p:nvSpPr>
            <p:cNvPr id="33" name="object 33" descr=""/>
            <p:cNvSpPr/>
            <p:nvPr/>
          </p:nvSpPr>
          <p:spPr>
            <a:xfrm>
              <a:off x="8877359" y="5549345"/>
              <a:ext cx="272415" cy="254635"/>
            </a:xfrm>
            <a:custGeom>
              <a:avLst/>
              <a:gdLst/>
              <a:ahLst/>
              <a:cxnLst/>
              <a:rect l="l" t="t" r="r" b="b"/>
              <a:pathLst>
                <a:path w="272415" h="254635">
                  <a:moveTo>
                    <a:pt x="68846" y="0"/>
                  </a:moveTo>
                  <a:lnTo>
                    <a:pt x="44019" y="15027"/>
                  </a:lnTo>
                  <a:lnTo>
                    <a:pt x="21916" y="41799"/>
                  </a:lnTo>
                  <a:lnTo>
                    <a:pt x="6067" y="67362"/>
                  </a:lnTo>
                  <a:lnTo>
                    <a:pt x="0" y="78761"/>
                  </a:lnTo>
                  <a:lnTo>
                    <a:pt x="15668" y="113218"/>
                  </a:lnTo>
                  <a:lnTo>
                    <a:pt x="45005" y="148327"/>
                  </a:lnTo>
                  <a:lnTo>
                    <a:pt x="73353" y="175612"/>
                  </a:lnTo>
                  <a:lnTo>
                    <a:pt x="86060" y="186591"/>
                  </a:lnTo>
                  <a:lnTo>
                    <a:pt x="245866" y="254013"/>
                  </a:lnTo>
                  <a:lnTo>
                    <a:pt x="251438" y="244846"/>
                  </a:lnTo>
                  <a:lnTo>
                    <a:pt x="254786" y="238045"/>
                  </a:lnTo>
                  <a:lnTo>
                    <a:pt x="257253" y="230238"/>
                  </a:lnTo>
                  <a:lnTo>
                    <a:pt x="260180" y="218056"/>
                  </a:lnTo>
                  <a:lnTo>
                    <a:pt x="247573" y="213386"/>
                  </a:lnTo>
                  <a:lnTo>
                    <a:pt x="255238" y="179198"/>
                  </a:lnTo>
                  <a:lnTo>
                    <a:pt x="270012" y="183104"/>
                  </a:lnTo>
                  <a:lnTo>
                    <a:pt x="272127" y="149037"/>
                  </a:lnTo>
                  <a:lnTo>
                    <a:pt x="268076" y="115374"/>
                  </a:lnTo>
                  <a:lnTo>
                    <a:pt x="241018" y="64490"/>
                  </a:lnTo>
                  <a:lnTo>
                    <a:pt x="197766" y="36475"/>
                  </a:lnTo>
                  <a:lnTo>
                    <a:pt x="148736" y="14685"/>
                  </a:lnTo>
                  <a:lnTo>
                    <a:pt x="102804" y="1674"/>
                  </a:lnTo>
                  <a:lnTo>
                    <a:pt x="68846" y="0"/>
                  </a:lnTo>
                  <a:close/>
                </a:path>
              </a:pathLst>
            </a:custGeom>
            <a:solidFill>
              <a:srgbClr val="DCDC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44774" y="5561435"/>
              <a:ext cx="218642" cy="174509"/>
            </a:xfrm>
            <a:prstGeom prst="rect">
              <a:avLst/>
            </a:prstGeom>
          </p:spPr>
        </p:pic>
      </p:grpSp>
      <p:sp>
        <p:nvSpPr>
          <p:cNvPr id="35" name="object 35" descr=""/>
          <p:cNvSpPr/>
          <p:nvPr/>
        </p:nvSpPr>
        <p:spPr>
          <a:xfrm>
            <a:off x="9367871" y="5585735"/>
            <a:ext cx="294005" cy="187325"/>
          </a:xfrm>
          <a:custGeom>
            <a:avLst/>
            <a:gdLst/>
            <a:ahLst/>
            <a:cxnLst/>
            <a:rect l="l" t="t" r="r" b="b"/>
            <a:pathLst>
              <a:path w="294004" h="187325">
                <a:moveTo>
                  <a:pt x="186004" y="0"/>
                </a:moveTo>
                <a:lnTo>
                  <a:pt x="107766" y="0"/>
                </a:lnTo>
                <a:lnTo>
                  <a:pt x="65819" y="8468"/>
                </a:lnTo>
                <a:lnTo>
                  <a:pt x="31564" y="31564"/>
                </a:lnTo>
                <a:lnTo>
                  <a:pt x="8468" y="65819"/>
                </a:lnTo>
                <a:lnTo>
                  <a:pt x="0" y="107766"/>
                </a:lnTo>
                <a:lnTo>
                  <a:pt x="0" y="186800"/>
                </a:lnTo>
                <a:lnTo>
                  <a:pt x="293771" y="186800"/>
                </a:lnTo>
                <a:lnTo>
                  <a:pt x="293771" y="162403"/>
                </a:lnTo>
                <a:lnTo>
                  <a:pt x="93169" y="162403"/>
                </a:lnTo>
                <a:lnTo>
                  <a:pt x="93169" y="136278"/>
                </a:lnTo>
                <a:lnTo>
                  <a:pt x="293771" y="136278"/>
                </a:lnTo>
                <a:lnTo>
                  <a:pt x="293771" y="107766"/>
                </a:lnTo>
                <a:lnTo>
                  <a:pt x="285303" y="65819"/>
                </a:lnTo>
                <a:lnTo>
                  <a:pt x="262210" y="31564"/>
                </a:lnTo>
                <a:lnTo>
                  <a:pt x="227956" y="8468"/>
                </a:lnTo>
                <a:lnTo>
                  <a:pt x="186004" y="0"/>
                </a:lnTo>
                <a:close/>
              </a:path>
              <a:path w="294004" h="187325">
                <a:moveTo>
                  <a:pt x="293771" y="136278"/>
                </a:moveTo>
                <a:lnTo>
                  <a:pt x="195114" y="136278"/>
                </a:lnTo>
                <a:lnTo>
                  <a:pt x="195114" y="162403"/>
                </a:lnTo>
                <a:lnTo>
                  <a:pt x="293771" y="162403"/>
                </a:lnTo>
                <a:lnTo>
                  <a:pt x="293771" y="136278"/>
                </a:lnTo>
                <a:close/>
              </a:path>
            </a:pathLst>
          </a:custGeom>
          <a:solidFill>
            <a:srgbClr val="DCDCD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8754265" y="5921273"/>
            <a:ext cx="317500" cy="229870"/>
            <a:chOff x="8754265" y="5921273"/>
            <a:chExt cx="317500" cy="229870"/>
          </a:xfrm>
        </p:grpSpPr>
        <p:pic>
          <p:nvPicPr>
            <p:cNvPr id="37" name="object 37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90123" y="5948012"/>
              <a:ext cx="181617" cy="134818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8754265" y="5921273"/>
              <a:ext cx="259079" cy="229870"/>
            </a:xfrm>
            <a:custGeom>
              <a:avLst/>
              <a:gdLst/>
              <a:ahLst/>
              <a:cxnLst/>
              <a:rect l="l" t="t" r="r" b="b"/>
              <a:pathLst>
                <a:path w="259079" h="229870">
                  <a:moveTo>
                    <a:pt x="157649" y="0"/>
                  </a:moveTo>
                  <a:lnTo>
                    <a:pt x="67495" y="12188"/>
                  </a:lnTo>
                  <a:lnTo>
                    <a:pt x="15402" y="42496"/>
                  </a:lnTo>
                  <a:lnTo>
                    <a:pt x="0" y="100761"/>
                  </a:lnTo>
                  <a:lnTo>
                    <a:pt x="12711" y="194831"/>
                  </a:lnTo>
                  <a:lnTo>
                    <a:pt x="47050" y="223655"/>
                  </a:lnTo>
                  <a:lnTo>
                    <a:pt x="84146" y="229796"/>
                  </a:lnTo>
                  <a:lnTo>
                    <a:pt x="147083" y="210136"/>
                  </a:lnTo>
                  <a:lnTo>
                    <a:pt x="177534" y="196911"/>
                  </a:lnTo>
                  <a:lnTo>
                    <a:pt x="77505" y="196911"/>
                  </a:lnTo>
                  <a:lnTo>
                    <a:pt x="60705" y="194084"/>
                  </a:lnTo>
                  <a:lnTo>
                    <a:pt x="38072" y="184633"/>
                  </a:lnTo>
                  <a:lnTo>
                    <a:pt x="33632" y="161555"/>
                  </a:lnTo>
                  <a:lnTo>
                    <a:pt x="120183" y="161555"/>
                  </a:lnTo>
                  <a:lnTo>
                    <a:pt x="124268" y="160937"/>
                  </a:lnTo>
                  <a:lnTo>
                    <a:pt x="258861" y="160937"/>
                  </a:lnTo>
                  <a:lnTo>
                    <a:pt x="246222" y="67495"/>
                  </a:lnTo>
                  <a:lnTo>
                    <a:pt x="235986" y="37948"/>
                  </a:lnTo>
                  <a:lnTo>
                    <a:pt x="215910" y="15402"/>
                  </a:lnTo>
                  <a:lnTo>
                    <a:pt x="188848" y="2029"/>
                  </a:lnTo>
                  <a:lnTo>
                    <a:pt x="157649" y="0"/>
                  </a:lnTo>
                  <a:close/>
                </a:path>
                <a:path w="259079" h="229870">
                  <a:moveTo>
                    <a:pt x="258861" y="160937"/>
                  </a:moveTo>
                  <a:lnTo>
                    <a:pt x="124268" y="160937"/>
                  </a:lnTo>
                  <a:lnTo>
                    <a:pt x="126928" y="181523"/>
                  </a:lnTo>
                  <a:lnTo>
                    <a:pt x="96803" y="192821"/>
                  </a:lnTo>
                  <a:lnTo>
                    <a:pt x="77505" y="196911"/>
                  </a:lnTo>
                  <a:lnTo>
                    <a:pt x="177534" y="196911"/>
                  </a:lnTo>
                  <a:lnTo>
                    <a:pt x="258944" y="161555"/>
                  </a:lnTo>
                  <a:lnTo>
                    <a:pt x="258861" y="160937"/>
                  </a:lnTo>
                  <a:close/>
                </a:path>
                <a:path w="259079" h="229870">
                  <a:moveTo>
                    <a:pt x="120183" y="161555"/>
                  </a:moveTo>
                  <a:lnTo>
                    <a:pt x="33632" y="161555"/>
                  </a:lnTo>
                  <a:lnTo>
                    <a:pt x="56540" y="165862"/>
                  </a:lnTo>
                  <a:lnTo>
                    <a:pt x="73618" y="167234"/>
                  </a:lnTo>
                  <a:lnTo>
                    <a:pt x="93361" y="165611"/>
                  </a:lnTo>
                  <a:lnTo>
                    <a:pt x="120183" y="161555"/>
                  </a:lnTo>
                  <a:close/>
                </a:path>
              </a:pathLst>
            </a:custGeom>
            <a:solidFill>
              <a:srgbClr val="DCDC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/>
          <p:nvPr/>
        </p:nvSpPr>
        <p:spPr>
          <a:xfrm>
            <a:off x="10763919" y="5961152"/>
            <a:ext cx="33655" cy="19685"/>
          </a:xfrm>
          <a:custGeom>
            <a:avLst/>
            <a:gdLst/>
            <a:ahLst/>
            <a:cxnLst/>
            <a:rect l="l" t="t" r="r" b="b"/>
            <a:pathLst>
              <a:path w="33654" h="19685">
                <a:moveTo>
                  <a:pt x="32051" y="0"/>
                </a:moveTo>
                <a:lnTo>
                  <a:pt x="0" y="2471"/>
                </a:lnTo>
                <a:lnTo>
                  <a:pt x="1403" y="19193"/>
                </a:lnTo>
                <a:lnTo>
                  <a:pt x="33444" y="16722"/>
                </a:lnTo>
                <a:lnTo>
                  <a:pt x="32051" y="0"/>
                </a:lnTo>
                <a:close/>
              </a:path>
            </a:pathLst>
          </a:custGeom>
          <a:solidFill>
            <a:srgbClr val="3535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object 4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479508" y="5965448"/>
            <a:ext cx="66317" cy="160313"/>
          </a:xfrm>
          <a:prstGeom prst="rect">
            <a:avLst/>
          </a:prstGeom>
        </p:spPr>
      </p:pic>
      <p:grpSp>
        <p:nvGrpSpPr>
          <p:cNvPr id="41" name="object 41" descr=""/>
          <p:cNvGrpSpPr/>
          <p:nvPr/>
        </p:nvGrpSpPr>
        <p:grpSpPr>
          <a:xfrm>
            <a:off x="10499566" y="5840060"/>
            <a:ext cx="312420" cy="283210"/>
            <a:chOff x="10499566" y="5840060"/>
            <a:chExt cx="312420" cy="283210"/>
          </a:xfrm>
        </p:grpSpPr>
        <p:sp>
          <p:nvSpPr>
            <p:cNvPr id="42" name="object 42" descr=""/>
            <p:cNvSpPr/>
            <p:nvPr/>
          </p:nvSpPr>
          <p:spPr>
            <a:xfrm>
              <a:off x="10745422" y="5973218"/>
              <a:ext cx="66675" cy="149860"/>
            </a:xfrm>
            <a:custGeom>
              <a:avLst/>
              <a:gdLst/>
              <a:ahLst/>
              <a:cxnLst/>
              <a:rect l="l" t="t" r="r" b="b"/>
              <a:pathLst>
                <a:path w="66675" h="149860">
                  <a:moveTo>
                    <a:pt x="41297" y="0"/>
                  </a:moveTo>
                  <a:lnTo>
                    <a:pt x="28281" y="1394"/>
                  </a:lnTo>
                  <a:lnTo>
                    <a:pt x="15665" y="10897"/>
                  </a:lnTo>
                  <a:lnTo>
                    <a:pt x="5541" y="32812"/>
                  </a:lnTo>
                  <a:lnTo>
                    <a:pt x="0" y="71442"/>
                  </a:lnTo>
                  <a:lnTo>
                    <a:pt x="642" y="109657"/>
                  </a:lnTo>
                  <a:lnTo>
                    <a:pt x="6493" y="133736"/>
                  </a:lnTo>
                  <a:lnTo>
                    <a:pt x="16107" y="146244"/>
                  </a:lnTo>
                  <a:lnTo>
                    <a:pt x="28041" y="149744"/>
                  </a:lnTo>
                  <a:lnTo>
                    <a:pt x="43907" y="144115"/>
                  </a:lnTo>
                  <a:lnTo>
                    <a:pt x="54555" y="128928"/>
                  </a:lnTo>
                  <a:lnTo>
                    <a:pt x="61171" y="106044"/>
                  </a:lnTo>
                  <a:lnTo>
                    <a:pt x="64940" y="77327"/>
                  </a:lnTo>
                  <a:lnTo>
                    <a:pt x="66311" y="48145"/>
                  </a:lnTo>
                  <a:lnTo>
                    <a:pt x="63877" y="24076"/>
                  </a:lnTo>
                  <a:lnTo>
                    <a:pt x="56064" y="7301"/>
                  </a:lnTo>
                  <a:lnTo>
                    <a:pt x="41297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0782301" y="5986765"/>
              <a:ext cx="29209" cy="128270"/>
            </a:xfrm>
            <a:custGeom>
              <a:avLst/>
              <a:gdLst/>
              <a:ahLst/>
              <a:cxnLst/>
              <a:rect l="l" t="t" r="r" b="b"/>
              <a:pathLst>
                <a:path w="29209" h="128270">
                  <a:moveTo>
                    <a:pt x="20191" y="0"/>
                  </a:moveTo>
                  <a:lnTo>
                    <a:pt x="4390" y="38122"/>
                  </a:lnTo>
                  <a:lnTo>
                    <a:pt x="0" y="87974"/>
                  </a:lnTo>
                  <a:lnTo>
                    <a:pt x="1079" y="108559"/>
                  </a:lnTo>
                  <a:lnTo>
                    <a:pt x="4134" y="122622"/>
                  </a:lnTo>
                  <a:lnTo>
                    <a:pt x="8914" y="128069"/>
                  </a:lnTo>
                  <a:lnTo>
                    <a:pt x="14570" y="123455"/>
                  </a:lnTo>
                  <a:lnTo>
                    <a:pt x="20038" y="110072"/>
                  </a:lnTo>
                  <a:lnTo>
                    <a:pt x="24703" y="89947"/>
                  </a:lnTo>
                  <a:lnTo>
                    <a:pt x="27950" y="65107"/>
                  </a:lnTo>
                  <a:lnTo>
                    <a:pt x="29089" y="40095"/>
                  </a:lnTo>
                  <a:lnTo>
                    <a:pt x="28009" y="19509"/>
                  </a:lnTo>
                  <a:lnTo>
                    <a:pt x="24959" y="5446"/>
                  </a:lnTo>
                  <a:lnTo>
                    <a:pt x="20191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0499566" y="5840060"/>
              <a:ext cx="294005" cy="133985"/>
            </a:xfrm>
            <a:custGeom>
              <a:avLst/>
              <a:gdLst/>
              <a:ahLst/>
              <a:cxnLst/>
              <a:rect l="l" t="t" r="r" b="b"/>
              <a:pathLst>
                <a:path w="294004" h="133985">
                  <a:moveTo>
                    <a:pt x="146864" y="0"/>
                  </a:moveTo>
                  <a:lnTo>
                    <a:pt x="76685" y="14504"/>
                  </a:lnTo>
                  <a:lnTo>
                    <a:pt x="33561" y="47471"/>
                  </a:lnTo>
                  <a:lnTo>
                    <a:pt x="10661" y="86534"/>
                  </a:lnTo>
                  <a:lnTo>
                    <a:pt x="0" y="133430"/>
                  </a:lnTo>
                  <a:lnTo>
                    <a:pt x="25088" y="133346"/>
                  </a:lnTo>
                  <a:lnTo>
                    <a:pt x="26527" y="120177"/>
                  </a:lnTo>
                  <a:lnTo>
                    <a:pt x="34303" y="91786"/>
                  </a:lnTo>
                  <a:lnTo>
                    <a:pt x="53582" y="58480"/>
                  </a:lnTo>
                  <a:lnTo>
                    <a:pt x="89534" y="30564"/>
                  </a:lnTo>
                  <a:lnTo>
                    <a:pt x="147325" y="18344"/>
                  </a:lnTo>
                  <a:lnTo>
                    <a:pt x="216066" y="33803"/>
                  </a:lnTo>
                  <a:lnTo>
                    <a:pt x="252039" y="69414"/>
                  </a:lnTo>
                  <a:lnTo>
                    <a:pt x="266055" y="105884"/>
                  </a:lnTo>
                  <a:lnTo>
                    <a:pt x="268536" y="123933"/>
                  </a:lnTo>
                  <a:lnTo>
                    <a:pt x="293582" y="122498"/>
                  </a:lnTo>
                  <a:lnTo>
                    <a:pt x="291918" y="109205"/>
                  </a:lnTo>
                  <a:lnTo>
                    <a:pt x="282773" y="78456"/>
                  </a:lnTo>
                  <a:lnTo>
                    <a:pt x="259789" y="42104"/>
                  </a:lnTo>
                  <a:lnTo>
                    <a:pt x="216606" y="12002"/>
                  </a:lnTo>
                  <a:lnTo>
                    <a:pt x="146864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" name="object 45" descr=""/>
          <p:cNvGrpSpPr/>
          <p:nvPr/>
        </p:nvGrpSpPr>
        <p:grpSpPr>
          <a:xfrm>
            <a:off x="10196553" y="5979273"/>
            <a:ext cx="86995" cy="148590"/>
            <a:chOff x="10196553" y="5979273"/>
            <a:chExt cx="86995" cy="148590"/>
          </a:xfrm>
        </p:grpSpPr>
        <p:sp>
          <p:nvSpPr>
            <p:cNvPr id="46" name="object 46" descr=""/>
            <p:cNvSpPr/>
            <p:nvPr/>
          </p:nvSpPr>
          <p:spPr>
            <a:xfrm>
              <a:off x="10196553" y="5979273"/>
              <a:ext cx="86995" cy="148590"/>
            </a:xfrm>
            <a:custGeom>
              <a:avLst/>
              <a:gdLst/>
              <a:ahLst/>
              <a:cxnLst/>
              <a:rect l="l" t="t" r="r" b="b"/>
              <a:pathLst>
                <a:path w="86995" h="148589">
                  <a:moveTo>
                    <a:pt x="50417" y="0"/>
                  </a:moveTo>
                  <a:lnTo>
                    <a:pt x="33274" y="1433"/>
                  </a:lnTo>
                  <a:lnTo>
                    <a:pt x="17143" y="10884"/>
                  </a:lnTo>
                  <a:lnTo>
                    <a:pt x="5044" y="32594"/>
                  </a:lnTo>
                  <a:lnTo>
                    <a:pt x="0" y="70804"/>
                  </a:lnTo>
                  <a:lnTo>
                    <a:pt x="3117" y="108557"/>
                  </a:lnTo>
                  <a:lnTo>
                    <a:pt x="12286" y="132319"/>
                  </a:lnTo>
                  <a:lnTo>
                    <a:pt x="25749" y="144629"/>
                  </a:lnTo>
                  <a:lnTo>
                    <a:pt x="41747" y="148026"/>
                  </a:lnTo>
                  <a:lnTo>
                    <a:pt x="62413" y="142384"/>
                  </a:lnTo>
                  <a:lnTo>
                    <a:pt x="75602" y="127323"/>
                  </a:lnTo>
                  <a:lnTo>
                    <a:pt x="83000" y="104680"/>
                  </a:lnTo>
                  <a:lnTo>
                    <a:pt x="86290" y="76290"/>
                  </a:lnTo>
                  <a:lnTo>
                    <a:pt x="86374" y="47442"/>
                  </a:lnTo>
                  <a:lnTo>
                    <a:pt x="81727" y="23672"/>
                  </a:lnTo>
                  <a:lnTo>
                    <a:pt x="70393" y="7137"/>
                  </a:lnTo>
                  <a:lnTo>
                    <a:pt x="50417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0238040" y="5991834"/>
              <a:ext cx="45085" cy="127000"/>
            </a:xfrm>
            <a:custGeom>
              <a:avLst/>
              <a:gdLst/>
              <a:ahLst/>
              <a:cxnLst/>
              <a:rect l="l" t="t" r="r" b="b"/>
              <a:pathLst>
                <a:path w="45084" h="127000">
                  <a:moveTo>
                    <a:pt x="26082" y="0"/>
                  </a:moveTo>
                  <a:lnTo>
                    <a:pt x="17087" y="4481"/>
                  </a:lnTo>
                  <a:lnTo>
                    <a:pt x="9181" y="17646"/>
                  </a:lnTo>
                  <a:lnTo>
                    <a:pt x="3205" y="37497"/>
                  </a:lnTo>
                  <a:lnTo>
                    <a:pt x="0" y="62039"/>
                  </a:lnTo>
                  <a:lnTo>
                    <a:pt x="319" y="86780"/>
                  </a:lnTo>
                  <a:lnTo>
                    <a:pt x="3939" y="107174"/>
                  </a:lnTo>
                  <a:lnTo>
                    <a:pt x="10257" y="121144"/>
                  </a:lnTo>
                  <a:lnTo>
                    <a:pt x="18669" y="126613"/>
                  </a:lnTo>
                  <a:lnTo>
                    <a:pt x="27674" y="122128"/>
                  </a:lnTo>
                  <a:lnTo>
                    <a:pt x="35582" y="108963"/>
                  </a:lnTo>
                  <a:lnTo>
                    <a:pt x="41554" y="89114"/>
                  </a:lnTo>
                  <a:lnTo>
                    <a:pt x="44752" y="64573"/>
                  </a:lnTo>
                  <a:lnTo>
                    <a:pt x="44438" y="39833"/>
                  </a:lnTo>
                  <a:lnTo>
                    <a:pt x="40820" y="19439"/>
                  </a:lnTo>
                  <a:lnTo>
                    <a:pt x="34501" y="5469"/>
                  </a:lnTo>
                  <a:lnTo>
                    <a:pt x="26082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 descr=""/>
          <p:cNvGrpSpPr/>
          <p:nvPr/>
        </p:nvGrpSpPr>
        <p:grpSpPr>
          <a:xfrm>
            <a:off x="9944461" y="5983986"/>
            <a:ext cx="64769" cy="147955"/>
            <a:chOff x="9944461" y="5983986"/>
            <a:chExt cx="64769" cy="147955"/>
          </a:xfrm>
        </p:grpSpPr>
        <p:sp>
          <p:nvSpPr>
            <p:cNvPr id="49" name="object 49" descr=""/>
            <p:cNvSpPr/>
            <p:nvPr/>
          </p:nvSpPr>
          <p:spPr>
            <a:xfrm>
              <a:off x="9944461" y="5983986"/>
              <a:ext cx="64769" cy="147955"/>
            </a:xfrm>
            <a:custGeom>
              <a:avLst/>
              <a:gdLst/>
              <a:ahLst/>
              <a:cxnLst/>
              <a:rect l="l" t="t" r="r" b="b"/>
              <a:pathLst>
                <a:path w="64770" h="147954">
                  <a:moveTo>
                    <a:pt x="24238" y="0"/>
                  </a:moveTo>
                  <a:lnTo>
                    <a:pt x="9914" y="7211"/>
                  </a:lnTo>
                  <a:lnTo>
                    <a:pt x="2344" y="23768"/>
                  </a:lnTo>
                  <a:lnTo>
                    <a:pt x="0" y="47519"/>
                  </a:lnTo>
                  <a:lnTo>
                    <a:pt x="1348" y="76311"/>
                  </a:lnTo>
                  <a:lnTo>
                    <a:pt x="5031" y="104642"/>
                  </a:lnTo>
                  <a:lnTo>
                    <a:pt x="11472" y="127217"/>
                  </a:lnTo>
                  <a:lnTo>
                    <a:pt x="21823" y="142200"/>
                  </a:lnTo>
                  <a:lnTo>
                    <a:pt x="37232" y="147754"/>
                  </a:lnTo>
                  <a:lnTo>
                    <a:pt x="48818" y="144301"/>
                  </a:lnTo>
                  <a:lnTo>
                    <a:pt x="58141" y="131959"/>
                  </a:lnTo>
                  <a:lnTo>
                    <a:pt x="63803" y="108198"/>
                  </a:lnTo>
                  <a:lnTo>
                    <a:pt x="64404" y="70490"/>
                  </a:lnTo>
                  <a:lnTo>
                    <a:pt x="58990" y="32367"/>
                  </a:lnTo>
                  <a:lnTo>
                    <a:pt x="49139" y="10743"/>
                  </a:lnTo>
                  <a:lnTo>
                    <a:pt x="36879" y="1369"/>
                  </a:lnTo>
                  <a:lnTo>
                    <a:pt x="24238" y="0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944802" y="5996841"/>
              <a:ext cx="29845" cy="127000"/>
            </a:xfrm>
            <a:custGeom>
              <a:avLst/>
              <a:gdLst/>
              <a:ahLst/>
              <a:cxnLst/>
              <a:rect l="l" t="t" r="r" b="b"/>
              <a:pathLst>
                <a:path w="29845" h="127000">
                  <a:moveTo>
                    <a:pt x="9197" y="0"/>
                  </a:moveTo>
                  <a:lnTo>
                    <a:pt x="4318" y="5400"/>
                  </a:lnTo>
                  <a:lnTo>
                    <a:pt x="1165" y="19295"/>
                  </a:lnTo>
                  <a:lnTo>
                    <a:pt x="0" y="39618"/>
                  </a:lnTo>
                  <a:lnTo>
                    <a:pt x="1082" y="64301"/>
                  </a:lnTo>
                  <a:lnTo>
                    <a:pt x="4307" y="88810"/>
                  </a:lnTo>
                  <a:lnTo>
                    <a:pt x="8987" y="108656"/>
                  </a:lnTo>
                  <a:lnTo>
                    <a:pt x="14508" y="121842"/>
                  </a:lnTo>
                  <a:lnTo>
                    <a:pt x="20254" y="126373"/>
                  </a:lnTo>
                  <a:lnTo>
                    <a:pt x="25126" y="120973"/>
                  </a:lnTo>
                  <a:lnTo>
                    <a:pt x="28277" y="107077"/>
                  </a:lnTo>
                  <a:lnTo>
                    <a:pt x="29445" y="86754"/>
                  </a:lnTo>
                  <a:lnTo>
                    <a:pt x="28369" y="62071"/>
                  </a:lnTo>
                  <a:lnTo>
                    <a:pt x="25143" y="37568"/>
                  </a:lnTo>
                  <a:lnTo>
                    <a:pt x="20463" y="17724"/>
                  </a:lnTo>
                  <a:lnTo>
                    <a:pt x="14943" y="4536"/>
                  </a:lnTo>
                  <a:lnTo>
                    <a:pt x="9197" y="0"/>
                  </a:lnTo>
                  <a:close/>
                </a:path>
              </a:pathLst>
            </a:custGeom>
            <a:solidFill>
              <a:srgbClr val="45464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/>
          <p:nvPr/>
        </p:nvSpPr>
        <p:spPr>
          <a:xfrm>
            <a:off x="10228886" y="5967930"/>
            <a:ext cx="33020" cy="19050"/>
          </a:xfrm>
          <a:custGeom>
            <a:avLst/>
            <a:gdLst/>
            <a:ahLst/>
            <a:cxnLst/>
            <a:rect l="l" t="t" r="r" b="b"/>
            <a:pathLst>
              <a:path w="33020" h="19050">
                <a:moveTo>
                  <a:pt x="31035" y="0"/>
                </a:moveTo>
                <a:lnTo>
                  <a:pt x="0" y="2450"/>
                </a:lnTo>
                <a:lnTo>
                  <a:pt x="1361" y="18941"/>
                </a:lnTo>
                <a:lnTo>
                  <a:pt x="32407" y="16502"/>
                </a:lnTo>
                <a:lnTo>
                  <a:pt x="31035" y="0"/>
                </a:lnTo>
                <a:close/>
              </a:path>
            </a:pathLst>
          </a:custGeom>
          <a:solidFill>
            <a:srgbClr val="3535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/>
          <p:nvPr/>
        </p:nvSpPr>
        <p:spPr>
          <a:xfrm>
            <a:off x="9957181" y="5849410"/>
            <a:ext cx="299720" cy="140970"/>
          </a:xfrm>
          <a:custGeom>
            <a:avLst/>
            <a:gdLst/>
            <a:ahLst/>
            <a:cxnLst/>
            <a:rect l="l" t="t" r="r" b="b"/>
            <a:pathLst>
              <a:path w="299720" h="140970">
                <a:moveTo>
                  <a:pt x="299440" y="122504"/>
                </a:moveTo>
                <a:lnTo>
                  <a:pt x="288632" y="78460"/>
                </a:lnTo>
                <a:lnTo>
                  <a:pt x="265645" y="42100"/>
                </a:lnTo>
                <a:lnTo>
                  <a:pt x="222465" y="12001"/>
                </a:lnTo>
                <a:lnTo>
                  <a:pt x="152717" y="0"/>
                </a:lnTo>
                <a:lnTo>
                  <a:pt x="82537" y="14503"/>
                </a:lnTo>
                <a:lnTo>
                  <a:pt x="39420" y="47472"/>
                </a:lnTo>
                <a:lnTo>
                  <a:pt x="16510" y="86537"/>
                </a:lnTo>
                <a:lnTo>
                  <a:pt x="7454" y="119316"/>
                </a:lnTo>
                <a:lnTo>
                  <a:pt x="7023" y="123113"/>
                </a:lnTo>
                <a:lnTo>
                  <a:pt x="863" y="122796"/>
                </a:lnTo>
                <a:lnTo>
                  <a:pt x="0" y="139319"/>
                </a:lnTo>
                <a:lnTo>
                  <a:pt x="31089" y="140919"/>
                </a:lnTo>
                <a:lnTo>
                  <a:pt x="31965" y="124371"/>
                </a:lnTo>
                <a:lnTo>
                  <a:pt x="32385" y="120180"/>
                </a:lnTo>
                <a:lnTo>
                  <a:pt x="40157" y="91782"/>
                </a:lnTo>
                <a:lnTo>
                  <a:pt x="59436" y="58483"/>
                </a:lnTo>
                <a:lnTo>
                  <a:pt x="95389" y="30568"/>
                </a:lnTo>
                <a:lnTo>
                  <a:pt x="153174" y="18338"/>
                </a:lnTo>
                <a:lnTo>
                  <a:pt x="221919" y="33807"/>
                </a:lnTo>
                <a:lnTo>
                  <a:pt x="257886" y="69418"/>
                </a:lnTo>
                <a:lnTo>
                  <a:pt x="271907" y="105879"/>
                </a:lnTo>
                <a:lnTo>
                  <a:pt x="274383" y="123926"/>
                </a:lnTo>
                <a:lnTo>
                  <a:pt x="299440" y="122504"/>
                </a:lnTo>
                <a:close/>
              </a:path>
            </a:pathLst>
          </a:custGeom>
          <a:solidFill>
            <a:srgbClr val="3535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/>
          <p:nvPr/>
        </p:nvSpPr>
        <p:spPr>
          <a:xfrm>
            <a:off x="10227124" y="5605168"/>
            <a:ext cx="33655" cy="19050"/>
          </a:xfrm>
          <a:custGeom>
            <a:avLst/>
            <a:gdLst/>
            <a:ahLst/>
            <a:cxnLst/>
            <a:rect l="l" t="t" r="r" b="b"/>
            <a:pathLst>
              <a:path w="33654" h="19050">
                <a:moveTo>
                  <a:pt x="31726" y="0"/>
                </a:moveTo>
                <a:lnTo>
                  <a:pt x="0" y="2450"/>
                </a:lnTo>
                <a:lnTo>
                  <a:pt x="1392" y="19004"/>
                </a:lnTo>
                <a:lnTo>
                  <a:pt x="33108" y="16554"/>
                </a:lnTo>
                <a:lnTo>
                  <a:pt x="31726" y="0"/>
                </a:lnTo>
                <a:close/>
              </a:path>
            </a:pathLst>
          </a:custGeom>
          <a:solidFill>
            <a:srgbClr val="35353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" name="object 54" descr=""/>
          <p:cNvGrpSpPr/>
          <p:nvPr/>
        </p:nvGrpSpPr>
        <p:grpSpPr>
          <a:xfrm>
            <a:off x="9945516" y="5492322"/>
            <a:ext cx="329565" cy="276225"/>
            <a:chOff x="9945516" y="5492322"/>
            <a:chExt cx="329565" cy="276225"/>
          </a:xfrm>
        </p:grpSpPr>
        <p:sp>
          <p:nvSpPr>
            <p:cNvPr id="55" name="object 55" descr=""/>
            <p:cNvSpPr/>
            <p:nvPr/>
          </p:nvSpPr>
          <p:spPr>
            <a:xfrm>
              <a:off x="9961448" y="5492324"/>
              <a:ext cx="295910" cy="135890"/>
            </a:xfrm>
            <a:custGeom>
              <a:avLst/>
              <a:gdLst/>
              <a:ahLst/>
              <a:cxnLst/>
              <a:rect l="l" t="t" r="r" b="b"/>
              <a:pathLst>
                <a:path w="295909" h="135889">
                  <a:moveTo>
                    <a:pt x="295871" y="121627"/>
                  </a:moveTo>
                  <a:lnTo>
                    <a:pt x="285140" y="77901"/>
                  </a:lnTo>
                  <a:lnTo>
                    <a:pt x="262331" y="41808"/>
                  </a:lnTo>
                  <a:lnTo>
                    <a:pt x="219456" y="11925"/>
                  </a:lnTo>
                  <a:lnTo>
                    <a:pt x="150202" y="0"/>
                  </a:lnTo>
                  <a:lnTo>
                    <a:pt x="80518" y="14401"/>
                  </a:lnTo>
                  <a:lnTo>
                    <a:pt x="37706" y="47142"/>
                  </a:lnTo>
                  <a:lnTo>
                    <a:pt x="14973" y="85928"/>
                  </a:lnTo>
                  <a:lnTo>
                    <a:pt x="6273" y="117386"/>
                  </a:lnTo>
                  <a:lnTo>
                    <a:pt x="914" y="117106"/>
                  </a:lnTo>
                  <a:lnTo>
                    <a:pt x="0" y="133680"/>
                  </a:lnTo>
                  <a:lnTo>
                    <a:pt x="31775" y="135280"/>
                  </a:lnTo>
                  <a:lnTo>
                    <a:pt x="32677" y="118694"/>
                  </a:lnTo>
                  <a:lnTo>
                    <a:pt x="30911" y="118618"/>
                  </a:lnTo>
                  <a:lnTo>
                    <a:pt x="38442" y="91135"/>
                  </a:lnTo>
                  <a:lnTo>
                    <a:pt x="57581" y="58064"/>
                  </a:lnTo>
                  <a:lnTo>
                    <a:pt x="93281" y="30353"/>
                  </a:lnTo>
                  <a:lnTo>
                    <a:pt x="150660" y="18211"/>
                  </a:lnTo>
                  <a:lnTo>
                    <a:pt x="218922" y="33566"/>
                  </a:lnTo>
                  <a:lnTo>
                    <a:pt x="254635" y="68922"/>
                  </a:lnTo>
                  <a:lnTo>
                    <a:pt x="268541" y="105130"/>
                  </a:lnTo>
                  <a:lnTo>
                    <a:pt x="270992" y="123050"/>
                  </a:lnTo>
                  <a:lnTo>
                    <a:pt x="295871" y="121627"/>
                  </a:lnTo>
                  <a:close/>
                </a:path>
              </a:pathLst>
            </a:custGeom>
            <a:solidFill>
              <a:srgbClr val="35353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945516" y="5619886"/>
              <a:ext cx="65655" cy="148267"/>
            </a:xfrm>
            <a:prstGeom prst="rect">
              <a:avLst/>
            </a:prstGeom>
          </p:spPr>
        </p:pic>
        <p:pic>
          <p:nvPicPr>
            <p:cNvPr id="57" name="object 5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208800" y="5617114"/>
              <a:ext cx="65655" cy="148267"/>
            </a:xfrm>
            <a:prstGeom prst="rect">
              <a:avLst/>
            </a:prstGeom>
          </p:spPr>
        </p:pic>
      </p:grpSp>
      <p:pic>
        <p:nvPicPr>
          <p:cNvPr id="58" name="object 58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588405" y="5511556"/>
            <a:ext cx="130566" cy="252274"/>
          </a:xfrm>
          <a:prstGeom prst="rect">
            <a:avLst/>
          </a:prstGeom>
        </p:spPr>
      </p:pic>
      <p:grpSp>
        <p:nvGrpSpPr>
          <p:cNvPr id="59" name="object 59" descr=""/>
          <p:cNvGrpSpPr/>
          <p:nvPr/>
        </p:nvGrpSpPr>
        <p:grpSpPr>
          <a:xfrm>
            <a:off x="2715941" y="5023960"/>
            <a:ext cx="422275" cy="591185"/>
            <a:chOff x="2715941" y="5023960"/>
            <a:chExt cx="422275" cy="591185"/>
          </a:xfrm>
        </p:grpSpPr>
        <p:sp>
          <p:nvSpPr>
            <p:cNvPr id="60" name="object 60" descr=""/>
            <p:cNvSpPr/>
            <p:nvPr/>
          </p:nvSpPr>
          <p:spPr>
            <a:xfrm>
              <a:off x="2774334" y="5048928"/>
              <a:ext cx="325755" cy="439420"/>
            </a:xfrm>
            <a:custGeom>
              <a:avLst/>
              <a:gdLst/>
              <a:ahLst/>
              <a:cxnLst/>
              <a:rect l="l" t="t" r="r" b="b"/>
              <a:pathLst>
                <a:path w="325755" h="439420">
                  <a:moveTo>
                    <a:pt x="150575" y="0"/>
                  </a:moveTo>
                  <a:lnTo>
                    <a:pt x="98588" y="5367"/>
                  </a:lnTo>
                  <a:lnTo>
                    <a:pt x="48102" y="34772"/>
                  </a:lnTo>
                  <a:lnTo>
                    <a:pt x="12554" y="87831"/>
                  </a:lnTo>
                  <a:lnTo>
                    <a:pt x="0" y="170679"/>
                  </a:lnTo>
                  <a:lnTo>
                    <a:pt x="6032" y="239978"/>
                  </a:lnTo>
                  <a:lnTo>
                    <a:pt x="15603" y="299700"/>
                  </a:lnTo>
                  <a:lnTo>
                    <a:pt x="38329" y="353486"/>
                  </a:lnTo>
                  <a:lnTo>
                    <a:pt x="68329" y="390099"/>
                  </a:lnTo>
                  <a:lnTo>
                    <a:pt x="102330" y="423873"/>
                  </a:lnTo>
                  <a:lnTo>
                    <a:pt x="187087" y="438959"/>
                  </a:lnTo>
                  <a:lnTo>
                    <a:pt x="213311" y="423334"/>
                  </a:lnTo>
                  <a:lnTo>
                    <a:pt x="247285" y="388409"/>
                  </a:lnTo>
                  <a:lnTo>
                    <a:pt x="277327" y="351448"/>
                  </a:lnTo>
                  <a:lnTo>
                    <a:pt x="300490" y="300511"/>
                  </a:lnTo>
                  <a:lnTo>
                    <a:pt x="314662" y="243800"/>
                  </a:lnTo>
                  <a:lnTo>
                    <a:pt x="325194" y="178399"/>
                  </a:lnTo>
                  <a:lnTo>
                    <a:pt x="323010" y="123125"/>
                  </a:lnTo>
                  <a:lnTo>
                    <a:pt x="309967" y="86471"/>
                  </a:lnTo>
                  <a:lnTo>
                    <a:pt x="291691" y="52964"/>
                  </a:lnTo>
                  <a:lnTo>
                    <a:pt x="247713" y="10186"/>
                  </a:lnTo>
                  <a:lnTo>
                    <a:pt x="205696" y="1333"/>
                  </a:lnTo>
                  <a:lnTo>
                    <a:pt x="150575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822004" y="5390364"/>
              <a:ext cx="230883" cy="198741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735333" y="5227547"/>
              <a:ext cx="68000" cy="128604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3071627" y="5219633"/>
              <a:ext cx="52069" cy="132715"/>
            </a:xfrm>
            <a:custGeom>
              <a:avLst/>
              <a:gdLst/>
              <a:ahLst/>
              <a:cxnLst/>
              <a:rect l="l" t="t" r="r" b="b"/>
              <a:pathLst>
                <a:path w="52069" h="132714">
                  <a:moveTo>
                    <a:pt x="39620" y="0"/>
                  </a:moveTo>
                  <a:lnTo>
                    <a:pt x="8329" y="58736"/>
                  </a:lnTo>
                  <a:lnTo>
                    <a:pt x="2106" y="106697"/>
                  </a:lnTo>
                  <a:lnTo>
                    <a:pt x="0" y="132255"/>
                  </a:lnTo>
                  <a:lnTo>
                    <a:pt x="5865" y="131939"/>
                  </a:lnTo>
                  <a:lnTo>
                    <a:pt x="43307" y="117972"/>
                  </a:lnTo>
                  <a:lnTo>
                    <a:pt x="51109" y="58492"/>
                  </a:lnTo>
                  <a:lnTo>
                    <a:pt x="51872" y="22830"/>
                  </a:lnTo>
                  <a:lnTo>
                    <a:pt x="48961" y="3976"/>
                  </a:lnTo>
                  <a:lnTo>
                    <a:pt x="44584" y="195"/>
                  </a:lnTo>
                  <a:lnTo>
                    <a:pt x="3962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715933" y="5023960"/>
              <a:ext cx="422275" cy="591185"/>
            </a:xfrm>
            <a:custGeom>
              <a:avLst/>
              <a:gdLst/>
              <a:ahLst/>
              <a:cxnLst/>
              <a:rect l="l" t="t" r="r" b="b"/>
              <a:pathLst>
                <a:path w="422275" h="591185">
                  <a:moveTo>
                    <a:pt x="422071" y="449529"/>
                  </a:moveTo>
                  <a:lnTo>
                    <a:pt x="413486" y="421411"/>
                  </a:lnTo>
                  <a:lnTo>
                    <a:pt x="393877" y="372605"/>
                  </a:lnTo>
                  <a:lnTo>
                    <a:pt x="381254" y="322491"/>
                  </a:lnTo>
                  <a:lnTo>
                    <a:pt x="385940" y="306959"/>
                  </a:lnTo>
                  <a:lnTo>
                    <a:pt x="391960" y="255333"/>
                  </a:lnTo>
                  <a:lnTo>
                    <a:pt x="391947" y="198386"/>
                  </a:lnTo>
                  <a:lnTo>
                    <a:pt x="386156" y="141478"/>
                  </a:lnTo>
                  <a:lnTo>
                    <a:pt x="374891" y="89966"/>
                  </a:lnTo>
                  <a:lnTo>
                    <a:pt x="358394" y="49225"/>
                  </a:lnTo>
                  <a:lnTo>
                    <a:pt x="290245" y="4318"/>
                  </a:lnTo>
                  <a:lnTo>
                    <a:pt x="255117" y="1447"/>
                  </a:lnTo>
                  <a:lnTo>
                    <a:pt x="232994" y="6629"/>
                  </a:lnTo>
                  <a:lnTo>
                    <a:pt x="225298" y="10439"/>
                  </a:lnTo>
                  <a:lnTo>
                    <a:pt x="175285" y="0"/>
                  </a:lnTo>
                  <a:lnTo>
                    <a:pt x="118491" y="16751"/>
                  </a:lnTo>
                  <a:lnTo>
                    <a:pt x="76898" y="55511"/>
                  </a:lnTo>
                  <a:lnTo>
                    <a:pt x="55702" y="110921"/>
                  </a:lnTo>
                  <a:lnTo>
                    <a:pt x="41859" y="169049"/>
                  </a:lnTo>
                  <a:lnTo>
                    <a:pt x="34785" y="208076"/>
                  </a:lnTo>
                  <a:lnTo>
                    <a:pt x="37426" y="245033"/>
                  </a:lnTo>
                  <a:lnTo>
                    <a:pt x="48704" y="297053"/>
                  </a:lnTo>
                  <a:lnTo>
                    <a:pt x="45986" y="313537"/>
                  </a:lnTo>
                  <a:lnTo>
                    <a:pt x="35407" y="365277"/>
                  </a:lnTo>
                  <a:lnTo>
                    <a:pt x="24587" y="394970"/>
                  </a:lnTo>
                  <a:lnTo>
                    <a:pt x="8597" y="421411"/>
                  </a:lnTo>
                  <a:lnTo>
                    <a:pt x="0" y="449529"/>
                  </a:lnTo>
                  <a:lnTo>
                    <a:pt x="6946" y="472821"/>
                  </a:lnTo>
                  <a:lnTo>
                    <a:pt x="17856" y="492899"/>
                  </a:lnTo>
                  <a:lnTo>
                    <a:pt x="21158" y="511378"/>
                  </a:lnTo>
                  <a:lnTo>
                    <a:pt x="17894" y="529082"/>
                  </a:lnTo>
                  <a:lnTo>
                    <a:pt x="16395" y="544398"/>
                  </a:lnTo>
                  <a:lnTo>
                    <a:pt x="15989" y="555167"/>
                  </a:lnTo>
                  <a:lnTo>
                    <a:pt x="16002" y="559231"/>
                  </a:lnTo>
                  <a:lnTo>
                    <a:pt x="33769" y="544995"/>
                  </a:lnTo>
                  <a:lnTo>
                    <a:pt x="47409" y="541451"/>
                  </a:lnTo>
                  <a:lnTo>
                    <a:pt x="63868" y="549656"/>
                  </a:lnTo>
                  <a:lnTo>
                    <a:pt x="90093" y="570687"/>
                  </a:lnTo>
                  <a:lnTo>
                    <a:pt x="130911" y="586282"/>
                  </a:lnTo>
                  <a:lnTo>
                    <a:pt x="188887" y="590905"/>
                  </a:lnTo>
                  <a:lnTo>
                    <a:pt x="248589" y="588924"/>
                  </a:lnTo>
                  <a:lnTo>
                    <a:pt x="294589" y="584695"/>
                  </a:lnTo>
                  <a:lnTo>
                    <a:pt x="299808" y="585165"/>
                  </a:lnTo>
                  <a:lnTo>
                    <a:pt x="305473" y="584593"/>
                  </a:lnTo>
                  <a:lnTo>
                    <a:pt x="317957" y="580440"/>
                  </a:lnTo>
                  <a:lnTo>
                    <a:pt x="324789" y="576681"/>
                  </a:lnTo>
                  <a:lnTo>
                    <a:pt x="331990" y="570687"/>
                  </a:lnTo>
                  <a:lnTo>
                    <a:pt x="362369" y="553262"/>
                  </a:lnTo>
                  <a:lnTo>
                    <a:pt x="385737" y="551053"/>
                  </a:lnTo>
                  <a:lnTo>
                    <a:pt x="400761" y="555815"/>
                  </a:lnTo>
                  <a:lnTo>
                    <a:pt x="406069" y="559231"/>
                  </a:lnTo>
                  <a:lnTo>
                    <a:pt x="406361" y="545211"/>
                  </a:lnTo>
                  <a:lnTo>
                    <a:pt x="405930" y="535546"/>
                  </a:lnTo>
                  <a:lnTo>
                    <a:pt x="404279" y="525767"/>
                  </a:lnTo>
                  <a:lnTo>
                    <a:pt x="400913" y="511378"/>
                  </a:lnTo>
                  <a:lnTo>
                    <a:pt x="404215" y="492899"/>
                  </a:lnTo>
                  <a:lnTo>
                    <a:pt x="415124" y="472821"/>
                  </a:lnTo>
                  <a:lnTo>
                    <a:pt x="422071" y="449529"/>
                  </a:lnTo>
                  <a:close/>
                </a:path>
              </a:pathLst>
            </a:custGeom>
            <a:solidFill>
              <a:srgbClr val="C1844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 descr=""/>
          <p:cNvGrpSpPr/>
          <p:nvPr/>
        </p:nvGrpSpPr>
        <p:grpSpPr>
          <a:xfrm>
            <a:off x="3304185" y="5018693"/>
            <a:ext cx="436245" cy="596265"/>
            <a:chOff x="3304185" y="5018693"/>
            <a:chExt cx="436245" cy="596265"/>
          </a:xfrm>
        </p:grpSpPr>
        <p:sp>
          <p:nvSpPr>
            <p:cNvPr id="66" name="object 66" descr=""/>
            <p:cNvSpPr/>
            <p:nvPr/>
          </p:nvSpPr>
          <p:spPr>
            <a:xfrm>
              <a:off x="3405014" y="5033480"/>
              <a:ext cx="330835" cy="454025"/>
            </a:xfrm>
            <a:custGeom>
              <a:avLst/>
              <a:gdLst/>
              <a:ahLst/>
              <a:cxnLst/>
              <a:rect l="l" t="t" r="r" b="b"/>
              <a:pathLst>
                <a:path w="330835" h="454025">
                  <a:moveTo>
                    <a:pt x="155589" y="0"/>
                  </a:moveTo>
                  <a:lnTo>
                    <a:pt x="104229" y="3819"/>
                  </a:lnTo>
                  <a:lnTo>
                    <a:pt x="65970" y="16545"/>
                  </a:lnTo>
                  <a:lnTo>
                    <a:pt x="28275" y="67251"/>
                  </a:lnTo>
                  <a:lnTo>
                    <a:pt x="3396" y="126824"/>
                  </a:lnTo>
                  <a:lnTo>
                    <a:pt x="0" y="186126"/>
                  </a:lnTo>
                  <a:lnTo>
                    <a:pt x="6032" y="255425"/>
                  </a:lnTo>
                  <a:lnTo>
                    <a:pt x="15603" y="315147"/>
                  </a:lnTo>
                  <a:lnTo>
                    <a:pt x="38329" y="368933"/>
                  </a:lnTo>
                  <a:lnTo>
                    <a:pt x="68329" y="405546"/>
                  </a:lnTo>
                  <a:lnTo>
                    <a:pt x="102330" y="439320"/>
                  </a:lnTo>
                  <a:lnTo>
                    <a:pt x="129843" y="454018"/>
                  </a:lnTo>
                  <a:lnTo>
                    <a:pt x="141595" y="446265"/>
                  </a:lnTo>
                  <a:lnTo>
                    <a:pt x="160430" y="412523"/>
                  </a:lnTo>
                  <a:lnTo>
                    <a:pt x="172177" y="404763"/>
                  </a:lnTo>
                  <a:lnTo>
                    <a:pt x="254594" y="397762"/>
                  </a:lnTo>
                  <a:lnTo>
                    <a:pt x="299912" y="390738"/>
                  </a:lnTo>
                  <a:lnTo>
                    <a:pt x="324477" y="358161"/>
                  </a:lnTo>
                  <a:lnTo>
                    <a:pt x="328057" y="308298"/>
                  </a:lnTo>
                  <a:lnTo>
                    <a:pt x="330212" y="246260"/>
                  </a:lnTo>
                  <a:lnTo>
                    <a:pt x="329133" y="185275"/>
                  </a:lnTo>
                  <a:lnTo>
                    <a:pt x="323010" y="138573"/>
                  </a:lnTo>
                  <a:lnTo>
                    <a:pt x="309967" y="100092"/>
                  </a:lnTo>
                  <a:lnTo>
                    <a:pt x="291691" y="62568"/>
                  </a:lnTo>
                  <a:lnTo>
                    <a:pt x="247713" y="13948"/>
                  </a:lnTo>
                  <a:lnTo>
                    <a:pt x="207576" y="3804"/>
                  </a:lnTo>
                  <a:lnTo>
                    <a:pt x="155589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52684" y="5340503"/>
              <a:ext cx="279531" cy="248602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3337659" y="5018693"/>
              <a:ext cx="402590" cy="455930"/>
            </a:xfrm>
            <a:custGeom>
              <a:avLst/>
              <a:gdLst/>
              <a:ahLst/>
              <a:cxnLst/>
              <a:rect l="l" t="t" r="r" b="b"/>
              <a:pathLst>
                <a:path w="402589" h="455929">
                  <a:moveTo>
                    <a:pt x="176959" y="0"/>
                  </a:moveTo>
                  <a:lnTo>
                    <a:pt x="126959" y="15223"/>
                  </a:lnTo>
                  <a:lnTo>
                    <a:pt x="65061" y="49136"/>
                  </a:lnTo>
                  <a:lnTo>
                    <a:pt x="38150" y="78001"/>
                  </a:lnTo>
                  <a:lnTo>
                    <a:pt x="15957" y="127399"/>
                  </a:lnTo>
                  <a:lnTo>
                    <a:pt x="0" y="206777"/>
                  </a:lnTo>
                  <a:lnTo>
                    <a:pt x="6733" y="271255"/>
                  </a:lnTo>
                  <a:lnTo>
                    <a:pt x="33720" y="324250"/>
                  </a:lnTo>
                  <a:lnTo>
                    <a:pt x="64843" y="363015"/>
                  </a:lnTo>
                  <a:lnTo>
                    <a:pt x="96686" y="398403"/>
                  </a:lnTo>
                  <a:lnTo>
                    <a:pt x="130363" y="422967"/>
                  </a:lnTo>
                  <a:lnTo>
                    <a:pt x="137220" y="427284"/>
                  </a:lnTo>
                  <a:lnTo>
                    <a:pt x="152553" y="420746"/>
                  </a:lnTo>
                  <a:lnTo>
                    <a:pt x="162268" y="421508"/>
                  </a:lnTo>
                  <a:lnTo>
                    <a:pt x="170509" y="432218"/>
                  </a:lnTo>
                  <a:lnTo>
                    <a:pt x="181418" y="455524"/>
                  </a:lnTo>
                  <a:lnTo>
                    <a:pt x="201105" y="431888"/>
                  </a:lnTo>
                  <a:lnTo>
                    <a:pt x="218367" y="421068"/>
                  </a:lnTo>
                  <a:lnTo>
                    <a:pt x="242835" y="420416"/>
                  </a:lnTo>
                  <a:lnTo>
                    <a:pt x="284137" y="427284"/>
                  </a:lnTo>
                  <a:lnTo>
                    <a:pt x="296210" y="408284"/>
                  </a:lnTo>
                  <a:lnTo>
                    <a:pt x="317530" y="360665"/>
                  </a:lnTo>
                  <a:lnTo>
                    <a:pt x="343265" y="301706"/>
                  </a:lnTo>
                  <a:lnTo>
                    <a:pt x="368578" y="248682"/>
                  </a:lnTo>
                  <a:lnTo>
                    <a:pt x="388637" y="218871"/>
                  </a:lnTo>
                  <a:lnTo>
                    <a:pt x="399043" y="205151"/>
                  </a:lnTo>
                  <a:lnTo>
                    <a:pt x="402233" y="184546"/>
                  </a:lnTo>
                  <a:lnTo>
                    <a:pt x="397673" y="105419"/>
                  </a:lnTo>
                  <a:lnTo>
                    <a:pt x="386913" y="67895"/>
                  </a:lnTo>
                  <a:lnTo>
                    <a:pt x="343855" y="32006"/>
                  </a:lnTo>
                  <a:lnTo>
                    <a:pt x="288300" y="10837"/>
                  </a:lnTo>
                  <a:lnTo>
                    <a:pt x="234071" y="324"/>
                  </a:lnTo>
                  <a:lnTo>
                    <a:pt x="176959" y="0"/>
                  </a:lnTo>
                  <a:close/>
                </a:path>
              </a:pathLst>
            </a:custGeom>
            <a:solidFill>
              <a:srgbClr val="C184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658690" y="5219633"/>
              <a:ext cx="67502" cy="132255"/>
            </a:xfrm>
            <a:prstGeom prst="rect">
              <a:avLst/>
            </a:prstGeom>
          </p:spPr>
        </p:pic>
        <p:sp>
          <p:nvSpPr>
            <p:cNvPr id="70" name="object 70" descr=""/>
            <p:cNvSpPr/>
            <p:nvPr/>
          </p:nvSpPr>
          <p:spPr>
            <a:xfrm>
              <a:off x="3304185" y="5194216"/>
              <a:ext cx="422275" cy="421005"/>
            </a:xfrm>
            <a:custGeom>
              <a:avLst/>
              <a:gdLst/>
              <a:ahLst/>
              <a:cxnLst/>
              <a:rect l="l" t="t" r="r" b="b"/>
              <a:pathLst>
                <a:path w="422275" h="421004">
                  <a:moveTo>
                    <a:pt x="221434" y="0"/>
                  </a:moveTo>
                  <a:lnTo>
                    <a:pt x="152003" y="30482"/>
                  </a:lnTo>
                  <a:lnTo>
                    <a:pt x="91842" y="38382"/>
                  </a:lnTo>
                  <a:lnTo>
                    <a:pt x="49487" y="34904"/>
                  </a:lnTo>
                  <a:lnTo>
                    <a:pt x="33471" y="31255"/>
                  </a:lnTo>
                  <a:lnTo>
                    <a:pt x="34255" y="135078"/>
                  </a:lnTo>
                  <a:lnTo>
                    <a:pt x="31924" y="192590"/>
                  </a:lnTo>
                  <a:lnTo>
                    <a:pt x="24147" y="224408"/>
                  </a:lnTo>
                  <a:lnTo>
                    <a:pt x="8592" y="251144"/>
                  </a:lnTo>
                  <a:lnTo>
                    <a:pt x="0" y="279263"/>
                  </a:lnTo>
                  <a:lnTo>
                    <a:pt x="6947" y="302558"/>
                  </a:lnTo>
                  <a:lnTo>
                    <a:pt x="17859" y="322638"/>
                  </a:lnTo>
                  <a:lnTo>
                    <a:pt x="21157" y="341110"/>
                  </a:lnTo>
                  <a:lnTo>
                    <a:pt x="17896" y="358823"/>
                  </a:lnTo>
                  <a:lnTo>
                    <a:pt x="16398" y="374139"/>
                  </a:lnTo>
                  <a:lnTo>
                    <a:pt x="15992" y="384905"/>
                  </a:lnTo>
                  <a:lnTo>
                    <a:pt x="16006" y="388972"/>
                  </a:lnTo>
                  <a:lnTo>
                    <a:pt x="33767" y="374738"/>
                  </a:lnTo>
                  <a:lnTo>
                    <a:pt x="47404" y="371187"/>
                  </a:lnTo>
                  <a:lnTo>
                    <a:pt x="63862" y="379392"/>
                  </a:lnTo>
                  <a:lnTo>
                    <a:pt x="90087" y="400427"/>
                  </a:lnTo>
                  <a:lnTo>
                    <a:pt x="130906" y="416023"/>
                  </a:lnTo>
                  <a:lnTo>
                    <a:pt x="188884" y="420645"/>
                  </a:lnTo>
                  <a:lnTo>
                    <a:pt x="248588" y="418661"/>
                  </a:lnTo>
                  <a:lnTo>
                    <a:pt x="294584" y="414437"/>
                  </a:lnTo>
                  <a:lnTo>
                    <a:pt x="299809" y="414898"/>
                  </a:lnTo>
                  <a:lnTo>
                    <a:pt x="305473" y="414332"/>
                  </a:lnTo>
                  <a:lnTo>
                    <a:pt x="317955" y="410175"/>
                  </a:lnTo>
                  <a:lnTo>
                    <a:pt x="324782" y="406416"/>
                  </a:lnTo>
                  <a:lnTo>
                    <a:pt x="331986" y="400427"/>
                  </a:lnTo>
                  <a:lnTo>
                    <a:pt x="362361" y="382995"/>
                  </a:lnTo>
                  <a:lnTo>
                    <a:pt x="385738" y="380795"/>
                  </a:lnTo>
                  <a:lnTo>
                    <a:pt x="400759" y="385548"/>
                  </a:lnTo>
                  <a:lnTo>
                    <a:pt x="406067" y="388972"/>
                  </a:lnTo>
                  <a:lnTo>
                    <a:pt x="406364" y="374948"/>
                  </a:lnTo>
                  <a:lnTo>
                    <a:pt x="405926" y="365288"/>
                  </a:lnTo>
                  <a:lnTo>
                    <a:pt x="404271" y="355504"/>
                  </a:lnTo>
                  <a:lnTo>
                    <a:pt x="400915" y="341110"/>
                  </a:lnTo>
                  <a:lnTo>
                    <a:pt x="404214" y="322638"/>
                  </a:lnTo>
                  <a:lnTo>
                    <a:pt x="415126" y="302558"/>
                  </a:lnTo>
                  <a:lnTo>
                    <a:pt x="422073" y="279263"/>
                  </a:lnTo>
                  <a:lnTo>
                    <a:pt x="413481" y="251144"/>
                  </a:lnTo>
                  <a:lnTo>
                    <a:pt x="393873" y="202347"/>
                  </a:lnTo>
                  <a:lnTo>
                    <a:pt x="377025" y="135383"/>
                  </a:lnTo>
                  <a:lnTo>
                    <a:pt x="365232" y="76185"/>
                  </a:lnTo>
                  <a:lnTo>
                    <a:pt x="360791" y="50689"/>
                  </a:lnTo>
                  <a:lnTo>
                    <a:pt x="339047" y="45768"/>
                  </a:lnTo>
                  <a:lnTo>
                    <a:pt x="317283" y="38848"/>
                  </a:lnTo>
                  <a:lnTo>
                    <a:pt x="282434" y="25176"/>
                  </a:lnTo>
                  <a:lnTo>
                    <a:pt x="221434" y="0"/>
                  </a:lnTo>
                  <a:close/>
                </a:path>
              </a:pathLst>
            </a:custGeom>
            <a:solidFill>
              <a:srgbClr val="C1844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1" name="object 71" descr=""/>
          <p:cNvSpPr/>
          <p:nvPr/>
        </p:nvSpPr>
        <p:spPr>
          <a:xfrm>
            <a:off x="840461" y="5244905"/>
            <a:ext cx="156845" cy="361950"/>
          </a:xfrm>
          <a:custGeom>
            <a:avLst/>
            <a:gdLst/>
            <a:ahLst/>
            <a:cxnLst/>
            <a:rect l="l" t="t" r="r" b="b"/>
            <a:pathLst>
              <a:path w="156844" h="361950">
                <a:moveTo>
                  <a:pt x="61282" y="0"/>
                </a:moveTo>
                <a:lnTo>
                  <a:pt x="45987" y="92587"/>
                </a:lnTo>
                <a:lnTo>
                  <a:pt x="35400" y="144330"/>
                </a:lnTo>
                <a:lnTo>
                  <a:pt x="24582" y="174022"/>
                </a:lnTo>
                <a:lnTo>
                  <a:pt x="8592" y="200454"/>
                </a:lnTo>
                <a:lnTo>
                  <a:pt x="0" y="228573"/>
                </a:lnTo>
                <a:lnTo>
                  <a:pt x="6947" y="251869"/>
                </a:lnTo>
                <a:lnTo>
                  <a:pt x="17859" y="271948"/>
                </a:lnTo>
                <a:lnTo>
                  <a:pt x="21157" y="290420"/>
                </a:lnTo>
                <a:lnTo>
                  <a:pt x="17896" y="308134"/>
                </a:lnTo>
                <a:lnTo>
                  <a:pt x="16398" y="323449"/>
                </a:lnTo>
                <a:lnTo>
                  <a:pt x="15992" y="334216"/>
                </a:lnTo>
                <a:lnTo>
                  <a:pt x="16006" y="338282"/>
                </a:lnTo>
                <a:lnTo>
                  <a:pt x="33767" y="324049"/>
                </a:lnTo>
                <a:lnTo>
                  <a:pt x="47404" y="320498"/>
                </a:lnTo>
                <a:lnTo>
                  <a:pt x="63862" y="328703"/>
                </a:lnTo>
                <a:lnTo>
                  <a:pt x="90087" y="349738"/>
                </a:lnTo>
                <a:lnTo>
                  <a:pt x="119221" y="361566"/>
                </a:lnTo>
                <a:lnTo>
                  <a:pt x="139866" y="351438"/>
                </a:lnTo>
                <a:lnTo>
                  <a:pt x="152155" y="334358"/>
                </a:lnTo>
                <a:lnTo>
                  <a:pt x="156221" y="325330"/>
                </a:lnTo>
                <a:lnTo>
                  <a:pt x="147281" y="279253"/>
                </a:lnTo>
                <a:lnTo>
                  <a:pt x="140299" y="249443"/>
                </a:lnTo>
                <a:lnTo>
                  <a:pt x="131674" y="222895"/>
                </a:lnTo>
                <a:lnTo>
                  <a:pt x="117804" y="186601"/>
                </a:lnTo>
                <a:lnTo>
                  <a:pt x="99015" y="131850"/>
                </a:lnTo>
                <a:lnTo>
                  <a:pt x="80692" y="70550"/>
                </a:lnTo>
                <a:lnTo>
                  <a:pt x="66794" y="20625"/>
                </a:lnTo>
                <a:lnTo>
                  <a:pt x="61282" y="0"/>
                </a:lnTo>
                <a:close/>
              </a:path>
            </a:pathLst>
          </a:custGeom>
          <a:solidFill>
            <a:srgbClr val="C1844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2" name="object 72" descr=""/>
          <p:cNvGrpSpPr/>
          <p:nvPr/>
        </p:nvGrpSpPr>
        <p:grpSpPr>
          <a:xfrm>
            <a:off x="861635" y="5006016"/>
            <a:ext cx="401320" cy="603250"/>
            <a:chOff x="861635" y="5006016"/>
            <a:chExt cx="401320" cy="603250"/>
          </a:xfrm>
        </p:grpSpPr>
        <p:sp>
          <p:nvSpPr>
            <p:cNvPr id="73" name="object 73" descr=""/>
            <p:cNvSpPr/>
            <p:nvPr/>
          </p:nvSpPr>
          <p:spPr>
            <a:xfrm>
              <a:off x="1097209" y="5244905"/>
              <a:ext cx="165735" cy="363855"/>
            </a:xfrm>
            <a:custGeom>
              <a:avLst/>
              <a:gdLst/>
              <a:ahLst/>
              <a:cxnLst/>
              <a:rect l="l" t="t" r="r" b="b"/>
              <a:pathLst>
                <a:path w="165734" h="363854">
                  <a:moveTo>
                    <a:pt x="104049" y="0"/>
                  </a:moveTo>
                  <a:lnTo>
                    <a:pt x="84638" y="70550"/>
                  </a:lnTo>
                  <a:lnTo>
                    <a:pt x="66315" y="131850"/>
                  </a:lnTo>
                  <a:lnTo>
                    <a:pt x="47527" y="186601"/>
                  </a:lnTo>
                  <a:lnTo>
                    <a:pt x="33514" y="223115"/>
                  </a:lnTo>
                  <a:lnTo>
                    <a:pt x="23893" y="251203"/>
                  </a:lnTo>
                  <a:lnTo>
                    <a:pt x="14206" y="285190"/>
                  </a:lnTo>
                  <a:lnTo>
                    <a:pt x="0" y="339403"/>
                  </a:lnTo>
                  <a:lnTo>
                    <a:pt x="5490" y="346232"/>
                  </a:lnTo>
                  <a:lnTo>
                    <a:pt x="20910" y="358474"/>
                  </a:lnTo>
                  <a:lnTo>
                    <a:pt x="44686" y="363765"/>
                  </a:lnTo>
                  <a:lnTo>
                    <a:pt x="75243" y="349738"/>
                  </a:lnTo>
                  <a:lnTo>
                    <a:pt x="101468" y="328703"/>
                  </a:lnTo>
                  <a:lnTo>
                    <a:pt x="117927" y="320498"/>
                  </a:lnTo>
                  <a:lnTo>
                    <a:pt x="131564" y="324049"/>
                  </a:lnTo>
                  <a:lnTo>
                    <a:pt x="149325" y="338282"/>
                  </a:lnTo>
                  <a:lnTo>
                    <a:pt x="149339" y="334216"/>
                  </a:lnTo>
                  <a:lnTo>
                    <a:pt x="148932" y="323449"/>
                  </a:lnTo>
                  <a:lnTo>
                    <a:pt x="147434" y="308134"/>
                  </a:lnTo>
                  <a:lnTo>
                    <a:pt x="144173" y="290420"/>
                  </a:lnTo>
                  <a:lnTo>
                    <a:pt x="147472" y="271948"/>
                  </a:lnTo>
                  <a:lnTo>
                    <a:pt x="158383" y="251869"/>
                  </a:lnTo>
                  <a:lnTo>
                    <a:pt x="165331" y="228573"/>
                  </a:lnTo>
                  <a:lnTo>
                    <a:pt x="156738" y="200454"/>
                  </a:lnTo>
                  <a:lnTo>
                    <a:pt x="140748" y="174022"/>
                  </a:lnTo>
                  <a:lnTo>
                    <a:pt x="129930" y="144330"/>
                  </a:lnTo>
                  <a:lnTo>
                    <a:pt x="119343" y="92587"/>
                  </a:lnTo>
                  <a:lnTo>
                    <a:pt x="104049" y="0"/>
                  </a:lnTo>
                  <a:close/>
                </a:path>
              </a:pathLst>
            </a:custGeom>
            <a:solidFill>
              <a:srgbClr val="C184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48294" y="5405996"/>
              <a:ext cx="230883" cy="198741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61635" y="5243178"/>
              <a:ext cx="67994" cy="128596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903850" y="5027439"/>
              <a:ext cx="320040" cy="476250"/>
            </a:xfrm>
            <a:custGeom>
              <a:avLst/>
              <a:gdLst/>
              <a:ahLst/>
              <a:cxnLst/>
              <a:rect l="l" t="t" r="r" b="b"/>
              <a:pathLst>
                <a:path w="320040" h="476250">
                  <a:moveTo>
                    <a:pt x="155722" y="0"/>
                  </a:moveTo>
                  <a:lnTo>
                    <a:pt x="111218" y="3513"/>
                  </a:lnTo>
                  <a:lnTo>
                    <a:pt x="56058" y="32773"/>
                  </a:lnTo>
                  <a:lnTo>
                    <a:pt x="14472" y="84094"/>
                  </a:lnTo>
                  <a:lnTo>
                    <a:pt x="0" y="157704"/>
                  </a:lnTo>
                  <a:lnTo>
                    <a:pt x="2164" y="222810"/>
                  </a:lnTo>
                  <a:lnTo>
                    <a:pt x="7914" y="288769"/>
                  </a:lnTo>
                  <a:lnTo>
                    <a:pt x="14605" y="341617"/>
                  </a:lnTo>
                  <a:lnTo>
                    <a:pt x="35107" y="390603"/>
                  </a:lnTo>
                  <a:lnTo>
                    <a:pt x="65111" y="427217"/>
                  </a:lnTo>
                  <a:lnTo>
                    <a:pt x="99113" y="460994"/>
                  </a:lnTo>
                  <a:lnTo>
                    <a:pt x="183870" y="476075"/>
                  </a:lnTo>
                  <a:lnTo>
                    <a:pt x="210090" y="460451"/>
                  </a:lnTo>
                  <a:lnTo>
                    <a:pt x="244065" y="425526"/>
                  </a:lnTo>
                  <a:lnTo>
                    <a:pt x="274109" y="388565"/>
                  </a:lnTo>
                  <a:lnTo>
                    <a:pt x="294601" y="341898"/>
                  </a:lnTo>
                  <a:lnTo>
                    <a:pt x="304911" y="290929"/>
                  </a:lnTo>
                  <a:lnTo>
                    <a:pt x="314839" y="227645"/>
                  </a:lnTo>
                  <a:lnTo>
                    <a:pt x="319761" y="165765"/>
                  </a:lnTo>
                  <a:lnTo>
                    <a:pt x="315049" y="119008"/>
                  </a:lnTo>
                  <a:lnTo>
                    <a:pt x="283951" y="59896"/>
                  </a:lnTo>
                  <a:lnTo>
                    <a:pt x="237868" y="14393"/>
                  </a:lnTo>
                  <a:lnTo>
                    <a:pt x="200849" y="4109"/>
                  </a:lnTo>
                  <a:lnTo>
                    <a:pt x="155722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197916" y="5235264"/>
              <a:ext cx="52069" cy="132715"/>
            </a:xfrm>
            <a:custGeom>
              <a:avLst/>
              <a:gdLst/>
              <a:ahLst/>
              <a:cxnLst/>
              <a:rect l="l" t="t" r="r" b="b"/>
              <a:pathLst>
                <a:path w="52069" h="132714">
                  <a:moveTo>
                    <a:pt x="39630" y="0"/>
                  </a:moveTo>
                  <a:lnTo>
                    <a:pt x="8340" y="58736"/>
                  </a:lnTo>
                  <a:lnTo>
                    <a:pt x="2112" y="106697"/>
                  </a:lnTo>
                  <a:lnTo>
                    <a:pt x="0" y="132255"/>
                  </a:lnTo>
                  <a:lnTo>
                    <a:pt x="5867" y="131939"/>
                  </a:lnTo>
                  <a:lnTo>
                    <a:pt x="43307" y="117972"/>
                  </a:lnTo>
                  <a:lnTo>
                    <a:pt x="51118" y="58492"/>
                  </a:lnTo>
                  <a:lnTo>
                    <a:pt x="51883" y="22830"/>
                  </a:lnTo>
                  <a:lnTo>
                    <a:pt x="48972" y="3976"/>
                  </a:lnTo>
                  <a:lnTo>
                    <a:pt x="44594" y="195"/>
                  </a:lnTo>
                  <a:lnTo>
                    <a:pt x="3963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875271" y="5006016"/>
              <a:ext cx="367030" cy="270510"/>
            </a:xfrm>
            <a:custGeom>
              <a:avLst/>
              <a:gdLst/>
              <a:ahLst/>
              <a:cxnLst/>
              <a:rect l="l" t="t" r="r" b="b"/>
              <a:pathLst>
                <a:path w="367030" h="270510">
                  <a:moveTo>
                    <a:pt x="140840" y="0"/>
                  </a:moveTo>
                  <a:lnTo>
                    <a:pt x="102189" y="9485"/>
                  </a:lnTo>
                  <a:lnTo>
                    <a:pt x="48103" y="60622"/>
                  </a:lnTo>
                  <a:lnTo>
                    <a:pt x="26474" y="97872"/>
                  </a:lnTo>
                  <a:lnTo>
                    <a:pt x="7078" y="144234"/>
                  </a:lnTo>
                  <a:lnTo>
                    <a:pt x="0" y="182587"/>
                  </a:lnTo>
                  <a:lnTo>
                    <a:pt x="1750" y="212003"/>
                  </a:lnTo>
                  <a:lnTo>
                    <a:pt x="8841" y="231554"/>
                  </a:lnTo>
                  <a:lnTo>
                    <a:pt x="32652" y="269951"/>
                  </a:lnTo>
                  <a:lnTo>
                    <a:pt x="52952" y="251041"/>
                  </a:lnTo>
                  <a:lnTo>
                    <a:pt x="81327" y="209262"/>
                  </a:lnTo>
                  <a:lnTo>
                    <a:pt x="107387" y="161380"/>
                  </a:lnTo>
                  <a:lnTo>
                    <a:pt x="120743" y="124165"/>
                  </a:lnTo>
                  <a:lnTo>
                    <a:pt x="133244" y="103300"/>
                  </a:lnTo>
                  <a:lnTo>
                    <a:pt x="156141" y="91579"/>
                  </a:lnTo>
                  <a:lnTo>
                    <a:pt x="178153" y="86431"/>
                  </a:lnTo>
                  <a:lnTo>
                    <a:pt x="187998" y="85286"/>
                  </a:lnTo>
                  <a:lnTo>
                    <a:pt x="244284" y="95302"/>
                  </a:lnTo>
                  <a:lnTo>
                    <a:pt x="273665" y="103998"/>
                  </a:lnTo>
                  <a:lnTo>
                    <a:pt x="285699" y="116196"/>
                  </a:lnTo>
                  <a:lnTo>
                    <a:pt x="289942" y="136719"/>
                  </a:lnTo>
                  <a:lnTo>
                    <a:pt x="296427" y="171973"/>
                  </a:lnTo>
                  <a:lnTo>
                    <a:pt x="307370" y="215539"/>
                  </a:lnTo>
                  <a:lnTo>
                    <a:pt x="320627" y="253003"/>
                  </a:lnTo>
                  <a:lnTo>
                    <a:pt x="334056" y="269951"/>
                  </a:lnTo>
                  <a:lnTo>
                    <a:pt x="346299" y="250662"/>
                  </a:lnTo>
                  <a:lnTo>
                    <a:pt x="357867" y="231554"/>
                  </a:lnTo>
                  <a:lnTo>
                    <a:pt x="364958" y="212003"/>
                  </a:lnTo>
                  <a:lnTo>
                    <a:pt x="366708" y="182587"/>
                  </a:lnTo>
                  <a:lnTo>
                    <a:pt x="359629" y="144234"/>
                  </a:lnTo>
                  <a:lnTo>
                    <a:pt x="340234" y="97872"/>
                  </a:lnTo>
                  <a:lnTo>
                    <a:pt x="313226" y="53748"/>
                  </a:lnTo>
                  <a:lnTo>
                    <a:pt x="282524" y="22454"/>
                  </a:lnTo>
                  <a:lnTo>
                    <a:pt x="243457" y="5444"/>
                  </a:lnTo>
                  <a:lnTo>
                    <a:pt x="191359" y="4168"/>
                  </a:lnTo>
                  <a:lnTo>
                    <a:pt x="140840" y="0"/>
                  </a:lnTo>
                  <a:close/>
                </a:path>
              </a:pathLst>
            </a:custGeom>
            <a:solidFill>
              <a:srgbClr val="C184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912421" y="5322179"/>
              <a:ext cx="288290" cy="186690"/>
            </a:xfrm>
            <a:custGeom>
              <a:avLst/>
              <a:gdLst/>
              <a:ahLst/>
              <a:cxnLst/>
              <a:rect l="l" t="t" r="r" b="b"/>
              <a:pathLst>
                <a:path w="288290" h="186689">
                  <a:moveTo>
                    <a:pt x="0" y="0"/>
                  </a:moveTo>
                  <a:lnTo>
                    <a:pt x="1315" y="40980"/>
                  </a:lnTo>
                  <a:lnTo>
                    <a:pt x="11465" y="84751"/>
                  </a:lnTo>
                  <a:lnTo>
                    <a:pt x="50787" y="131427"/>
                  </a:lnTo>
                  <a:lnTo>
                    <a:pt x="94154" y="174884"/>
                  </a:lnTo>
                  <a:lnTo>
                    <a:pt x="131856" y="185621"/>
                  </a:lnTo>
                  <a:lnTo>
                    <a:pt x="143419" y="186622"/>
                  </a:lnTo>
                  <a:lnTo>
                    <a:pt x="156283" y="186559"/>
                  </a:lnTo>
                  <a:lnTo>
                    <a:pt x="196967" y="174884"/>
                  </a:lnTo>
                  <a:lnTo>
                    <a:pt x="232211" y="137613"/>
                  </a:lnTo>
                  <a:lnTo>
                    <a:pt x="252389" y="115054"/>
                  </a:lnTo>
                  <a:lnTo>
                    <a:pt x="143419" y="115054"/>
                  </a:lnTo>
                  <a:lnTo>
                    <a:pt x="122417" y="111614"/>
                  </a:lnTo>
                  <a:lnTo>
                    <a:pt x="108473" y="103719"/>
                  </a:lnTo>
                  <a:lnTo>
                    <a:pt x="100732" y="95761"/>
                  </a:lnTo>
                  <a:lnTo>
                    <a:pt x="98342" y="92133"/>
                  </a:lnTo>
                  <a:lnTo>
                    <a:pt x="112782" y="84072"/>
                  </a:lnTo>
                  <a:lnTo>
                    <a:pt x="124772" y="81316"/>
                  </a:lnTo>
                  <a:lnTo>
                    <a:pt x="84269" y="81316"/>
                  </a:lnTo>
                  <a:lnTo>
                    <a:pt x="72919" y="78820"/>
                  </a:lnTo>
                  <a:lnTo>
                    <a:pt x="60897" y="71885"/>
                  </a:lnTo>
                  <a:lnTo>
                    <a:pt x="41569" y="57443"/>
                  </a:lnTo>
                  <a:lnTo>
                    <a:pt x="32453" y="50813"/>
                  </a:lnTo>
                  <a:lnTo>
                    <a:pt x="20195" y="39201"/>
                  </a:lnTo>
                  <a:lnTo>
                    <a:pt x="8232" y="22349"/>
                  </a:lnTo>
                  <a:lnTo>
                    <a:pt x="0" y="0"/>
                  </a:lnTo>
                  <a:close/>
                </a:path>
                <a:path w="288290" h="186689">
                  <a:moveTo>
                    <a:pt x="206521" y="79582"/>
                  </a:moveTo>
                  <a:lnTo>
                    <a:pt x="141047" y="79582"/>
                  </a:lnTo>
                  <a:lnTo>
                    <a:pt x="146204" y="79672"/>
                  </a:lnTo>
                  <a:lnTo>
                    <a:pt x="168576" y="81682"/>
                  </a:lnTo>
                  <a:lnTo>
                    <a:pt x="183291" y="84980"/>
                  </a:lnTo>
                  <a:lnTo>
                    <a:pt x="191196" y="88488"/>
                  </a:lnTo>
                  <a:lnTo>
                    <a:pt x="193135" y="91128"/>
                  </a:lnTo>
                  <a:lnTo>
                    <a:pt x="189668" y="95853"/>
                  </a:lnTo>
                  <a:lnTo>
                    <a:pt x="180508" y="103884"/>
                  </a:lnTo>
                  <a:lnTo>
                    <a:pt x="165233" y="111518"/>
                  </a:lnTo>
                  <a:lnTo>
                    <a:pt x="143419" y="115054"/>
                  </a:lnTo>
                  <a:lnTo>
                    <a:pt x="252389" y="115054"/>
                  </a:lnTo>
                  <a:lnTo>
                    <a:pt x="266756" y="98991"/>
                  </a:lnTo>
                  <a:lnTo>
                    <a:pt x="273964" y="89187"/>
                  </a:lnTo>
                  <a:lnTo>
                    <a:pt x="277455" y="81316"/>
                  </a:lnTo>
                  <a:lnTo>
                    <a:pt x="210998" y="81316"/>
                  </a:lnTo>
                  <a:lnTo>
                    <a:pt x="206521" y="79582"/>
                  </a:lnTo>
                  <a:close/>
                </a:path>
                <a:path w="288290" h="186689">
                  <a:moveTo>
                    <a:pt x="144047" y="61998"/>
                  </a:moveTo>
                  <a:lnTo>
                    <a:pt x="124853" y="65032"/>
                  </a:lnTo>
                  <a:lnTo>
                    <a:pt x="108881" y="71410"/>
                  </a:lnTo>
                  <a:lnTo>
                    <a:pt x="95547" y="77911"/>
                  </a:lnTo>
                  <a:lnTo>
                    <a:pt x="84269" y="81316"/>
                  </a:lnTo>
                  <a:lnTo>
                    <a:pt x="124772" y="81316"/>
                  </a:lnTo>
                  <a:lnTo>
                    <a:pt x="128462" y="80468"/>
                  </a:lnTo>
                  <a:lnTo>
                    <a:pt x="141047" y="79582"/>
                  </a:lnTo>
                  <a:lnTo>
                    <a:pt x="206521" y="79582"/>
                  </a:lnTo>
                  <a:lnTo>
                    <a:pt x="203045" y="78235"/>
                  </a:lnTo>
                  <a:lnTo>
                    <a:pt x="187728" y="71488"/>
                  </a:lnTo>
                  <a:lnTo>
                    <a:pt x="167309" y="64826"/>
                  </a:lnTo>
                  <a:lnTo>
                    <a:pt x="144047" y="61998"/>
                  </a:lnTo>
                  <a:close/>
                </a:path>
                <a:path w="288290" h="186689">
                  <a:moveTo>
                    <a:pt x="288085" y="19769"/>
                  </a:moveTo>
                  <a:lnTo>
                    <a:pt x="279747" y="29482"/>
                  </a:lnTo>
                  <a:lnTo>
                    <a:pt x="274509" y="36337"/>
                  </a:lnTo>
                  <a:lnTo>
                    <a:pt x="270159" y="43592"/>
                  </a:lnTo>
                  <a:lnTo>
                    <a:pt x="264484" y="54500"/>
                  </a:lnTo>
                  <a:lnTo>
                    <a:pt x="252802" y="66465"/>
                  </a:lnTo>
                  <a:lnTo>
                    <a:pt x="235958" y="74819"/>
                  </a:lnTo>
                  <a:lnTo>
                    <a:pt x="220006" y="79718"/>
                  </a:lnTo>
                  <a:lnTo>
                    <a:pt x="210998" y="81316"/>
                  </a:lnTo>
                  <a:lnTo>
                    <a:pt x="277455" y="81316"/>
                  </a:lnTo>
                  <a:lnTo>
                    <a:pt x="280703" y="73995"/>
                  </a:lnTo>
                  <a:lnTo>
                    <a:pt x="285801" y="51495"/>
                  </a:lnTo>
                  <a:lnTo>
                    <a:pt x="288085" y="19769"/>
                  </a:lnTo>
                  <a:close/>
                </a:path>
              </a:pathLst>
            </a:custGeom>
            <a:solidFill>
              <a:srgbClr val="D2964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/>
          <p:nvPr/>
        </p:nvSpPr>
        <p:spPr>
          <a:xfrm>
            <a:off x="2104632" y="5244905"/>
            <a:ext cx="156845" cy="361950"/>
          </a:xfrm>
          <a:custGeom>
            <a:avLst/>
            <a:gdLst/>
            <a:ahLst/>
            <a:cxnLst/>
            <a:rect l="l" t="t" r="r" b="b"/>
            <a:pathLst>
              <a:path w="156844" h="361950">
                <a:moveTo>
                  <a:pt x="61282" y="0"/>
                </a:moveTo>
                <a:lnTo>
                  <a:pt x="45987" y="92587"/>
                </a:lnTo>
                <a:lnTo>
                  <a:pt x="35400" y="144330"/>
                </a:lnTo>
                <a:lnTo>
                  <a:pt x="24582" y="174022"/>
                </a:lnTo>
                <a:lnTo>
                  <a:pt x="8592" y="200454"/>
                </a:lnTo>
                <a:lnTo>
                  <a:pt x="0" y="228573"/>
                </a:lnTo>
                <a:lnTo>
                  <a:pt x="6947" y="251869"/>
                </a:lnTo>
                <a:lnTo>
                  <a:pt x="17859" y="271948"/>
                </a:lnTo>
                <a:lnTo>
                  <a:pt x="21157" y="290420"/>
                </a:lnTo>
                <a:lnTo>
                  <a:pt x="17896" y="308134"/>
                </a:lnTo>
                <a:lnTo>
                  <a:pt x="16398" y="323449"/>
                </a:lnTo>
                <a:lnTo>
                  <a:pt x="15992" y="334216"/>
                </a:lnTo>
                <a:lnTo>
                  <a:pt x="16006" y="338282"/>
                </a:lnTo>
                <a:lnTo>
                  <a:pt x="33767" y="324049"/>
                </a:lnTo>
                <a:lnTo>
                  <a:pt x="47404" y="320498"/>
                </a:lnTo>
                <a:lnTo>
                  <a:pt x="63862" y="328703"/>
                </a:lnTo>
                <a:lnTo>
                  <a:pt x="90087" y="349738"/>
                </a:lnTo>
                <a:lnTo>
                  <a:pt x="119221" y="361566"/>
                </a:lnTo>
                <a:lnTo>
                  <a:pt x="139866" y="351438"/>
                </a:lnTo>
                <a:lnTo>
                  <a:pt x="152155" y="334358"/>
                </a:lnTo>
                <a:lnTo>
                  <a:pt x="156221" y="325330"/>
                </a:lnTo>
                <a:lnTo>
                  <a:pt x="147281" y="279253"/>
                </a:lnTo>
                <a:lnTo>
                  <a:pt x="140299" y="249443"/>
                </a:lnTo>
                <a:lnTo>
                  <a:pt x="131674" y="222895"/>
                </a:lnTo>
                <a:lnTo>
                  <a:pt x="117804" y="186601"/>
                </a:lnTo>
                <a:lnTo>
                  <a:pt x="99015" y="131850"/>
                </a:lnTo>
                <a:lnTo>
                  <a:pt x="80692" y="70550"/>
                </a:lnTo>
                <a:lnTo>
                  <a:pt x="66794" y="20625"/>
                </a:lnTo>
                <a:lnTo>
                  <a:pt x="61282" y="0"/>
                </a:lnTo>
                <a:close/>
              </a:path>
            </a:pathLst>
          </a:custGeom>
          <a:solidFill>
            <a:srgbClr val="C184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2361379" y="5244905"/>
            <a:ext cx="165735" cy="363855"/>
          </a:xfrm>
          <a:custGeom>
            <a:avLst/>
            <a:gdLst/>
            <a:ahLst/>
            <a:cxnLst/>
            <a:rect l="l" t="t" r="r" b="b"/>
            <a:pathLst>
              <a:path w="165735" h="363854">
                <a:moveTo>
                  <a:pt x="104049" y="0"/>
                </a:moveTo>
                <a:lnTo>
                  <a:pt x="84638" y="70550"/>
                </a:lnTo>
                <a:lnTo>
                  <a:pt x="66315" y="131850"/>
                </a:lnTo>
                <a:lnTo>
                  <a:pt x="47527" y="186601"/>
                </a:lnTo>
                <a:lnTo>
                  <a:pt x="33514" y="223115"/>
                </a:lnTo>
                <a:lnTo>
                  <a:pt x="23893" y="251203"/>
                </a:lnTo>
                <a:lnTo>
                  <a:pt x="14206" y="285190"/>
                </a:lnTo>
                <a:lnTo>
                  <a:pt x="0" y="339403"/>
                </a:lnTo>
                <a:lnTo>
                  <a:pt x="5490" y="346232"/>
                </a:lnTo>
                <a:lnTo>
                  <a:pt x="20910" y="358474"/>
                </a:lnTo>
                <a:lnTo>
                  <a:pt x="44686" y="363765"/>
                </a:lnTo>
                <a:lnTo>
                  <a:pt x="75243" y="349738"/>
                </a:lnTo>
                <a:lnTo>
                  <a:pt x="101468" y="328703"/>
                </a:lnTo>
                <a:lnTo>
                  <a:pt x="117927" y="320498"/>
                </a:lnTo>
                <a:lnTo>
                  <a:pt x="131564" y="324049"/>
                </a:lnTo>
                <a:lnTo>
                  <a:pt x="149325" y="338282"/>
                </a:lnTo>
                <a:lnTo>
                  <a:pt x="149339" y="334216"/>
                </a:lnTo>
                <a:lnTo>
                  <a:pt x="148932" y="323449"/>
                </a:lnTo>
                <a:lnTo>
                  <a:pt x="147434" y="308134"/>
                </a:lnTo>
                <a:lnTo>
                  <a:pt x="144173" y="290420"/>
                </a:lnTo>
                <a:lnTo>
                  <a:pt x="147472" y="271948"/>
                </a:lnTo>
                <a:lnTo>
                  <a:pt x="158383" y="251869"/>
                </a:lnTo>
                <a:lnTo>
                  <a:pt x="165331" y="228573"/>
                </a:lnTo>
                <a:lnTo>
                  <a:pt x="156738" y="200454"/>
                </a:lnTo>
                <a:lnTo>
                  <a:pt x="140748" y="174022"/>
                </a:lnTo>
                <a:lnTo>
                  <a:pt x="129930" y="144330"/>
                </a:lnTo>
                <a:lnTo>
                  <a:pt x="119343" y="92587"/>
                </a:lnTo>
                <a:lnTo>
                  <a:pt x="104049" y="0"/>
                </a:lnTo>
                <a:close/>
              </a:path>
            </a:pathLst>
          </a:custGeom>
          <a:solidFill>
            <a:srgbClr val="C1844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2" name="object 82" descr=""/>
          <p:cNvGrpSpPr/>
          <p:nvPr/>
        </p:nvGrpSpPr>
        <p:grpSpPr>
          <a:xfrm>
            <a:off x="2101487" y="5006015"/>
            <a:ext cx="390525" cy="598805"/>
            <a:chOff x="2101487" y="5006015"/>
            <a:chExt cx="390525" cy="598805"/>
          </a:xfrm>
        </p:grpSpPr>
        <p:pic>
          <p:nvPicPr>
            <p:cNvPr id="83" name="object 83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101487" y="5243178"/>
              <a:ext cx="67998" cy="128596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197797" y="5405996"/>
              <a:ext cx="230883" cy="198741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2437781" y="5235264"/>
              <a:ext cx="52069" cy="132715"/>
            </a:xfrm>
            <a:custGeom>
              <a:avLst/>
              <a:gdLst/>
              <a:ahLst/>
              <a:cxnLst/>
              <a:rect l="l" t="t" r="r" b="b"/>
              <a:pathLst>
                <a:path w="52069" h="132714">
                  <a:moveTo>
                    <a:pt x="39620" y="0"/>
                  </a:moveTo>
                  <a:lnTo>
                    <a:pt x="8329" y="58736"/>
                  </a:lnTo>
                  <a:lnTo>
                    <a:pt x="2106" y="106697"/>
                  </a:lnTo>
                  <a:lnTo>
                    <a:pt x="0" y="132255"/>
                  </a:lnTo>
                  <a:lnTo>
                    <a:pt x="5865" y="131939"/>
                  </a:lnTo>
                  <a:lnTo>
                    <a:pt x="43307" y="117972"/>
                  </a:lnTo>
                  <a:lnTo>
                    <a:pt x="51109" y="58492"/>
                  </a:lnTo>
                  <a:lnTo>
                    <a:pt x="51872" y="22830"/>
                  </a:lnTo>
                  <a:lnTo>
                    <a:pt x="48961" y="3976"/>
                  </a:lnTo>
                  <a:lnTo>
                    <a:pt x="44584" y="195"/>
                  </a:lnTo>
                  <a:lnTo>
                    <a:pt x="39620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2143478" y="5027912"/>
              <a:ext cx="320675" cy="475615"/>
            </a:xfrm>
            <a:custGeom>
              <a:avLst/>
              <a:gdLst/>
              <a:ahLst/>
              <a:cxnLst/>
              <a:rect l="l" t="t" r="r" b="b"/>
              <a:pathLst>
                <a:path w="320675" h="475614">
                  <a:moveTo>
                    <a:pt x="149443" y="0"/>
                  </a:moveTo>
                  <a:lnTo>
                    <a:pt x="100618" y="4151"/>
                  </a:lnTo>
                  <a:lnTo>
                    <a:pt x="63507" y="17032"/>
                  </a:lnTo>
                  <a:lnTo>
                    <a:pt x="27381" y="57329"/>
                  </a:lnTo>
                  <a:lnTo>
                    <a:pt x="4064" y="106484"/>
                  </a:lnTo>
                  <a:lnTo>
                    <a:pt x="0" y="156776"/>
                  </a:lnTo>
                  <a:lnTo>
                    <a:pt x="2164" y="221883"/>
                  </a:lnTo>
                  <a:lnTo>
                    <a:pt x="7914" y="287843"/>
                  </a:lnTo>
                  <a:lnTo>
                    <a:pt x="14605" y="340692"/>
                  </a:lnTo>
                  <a:lnTo>
                    <a:pt x="33751" y="389682"/>
                  </a:lnTo>
                  <a:lnTo>
                    <a:pt x="60770" y="426306"/>
                  </a:lnTo>
                  <a:lnTo>
                    <a:pt x="91789" y="460093"/>
                  </a:lnTo>
                  <a:lnTo>
                    <a:pt x="170530" y="475102"/>
                  </a:lnTo>
                  <a:lnTo>
                    <a:pt x="199580" y="460056"/>
                  </a:lnTo>
                  <a:lnTo>
                    <a:pt x="239770" y="426405"/>
                  </a:lnTo>
                  <a:lnTo>
                    <a:pt x="276028" y="390719"/>
                  </a:lnTo>
                  <a:lnTo>
                    <a:pt x="298851" y="344254"/>
                  </a:lnTo>
                  <a:lnTo>
                    <a:pt x="307984" y="292377"/>
                  </a:lnTo>
                  <a:lnTo>
                    <a:pt x="316509" y="228006"/>
                  </a:lnTo>
                  <a:lnTo>
                    <a:pt x="320254" y="165215"/>
                  </a:lnTo>
                  <a:lnTo>
                    <a:pt x="315049" y="118076"/>
                  </a:lnTo>
                  <a:lnTo>
                    <a:pt x="283947" y="58964"/>
                  </a:lnTo>
                  <a:lnTo>
                    <a:pt x="237868" y="13461"/>
                  </a:lnTo>
                  <a:lnTo>
                    <a:pt x="198890" y="3472"/>
                  </a:lnTo>
                  <a:lnTo>
                    <a:pt x="149443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2119386" y="5006015"/>
              <a:ext cx="372110" cy="274320"/>
            </a:xfrm>
            <a:custGeom>
              <a:avLst/>
              <a:gdLst/>
              <a:ahLst/>
              <a:cxnLst/>
              <a:rect l="l" t="t" r="r" b="b"/>
              <a:pathLst>
                <a:path w="372110" h="274320">
                  <a:moveTo>
                    <a:pt x="140842" y="0"/>
                  </a:moveTo>
                  <a:lnTo>
                    <a:pt x="102188" y="9487"/>
                  </a:lnTo>
                  <a:lnTo>
                    <a:pt x="48096" y="60625"/>
                  </a:lnTo>
                  <a:lnTo>
                    <a:pt x="26466" y="97871"/>
                  </a:lnTo>
                  <a:lnTo>
                    <a:pt x="7076" y="144233"/>
                  </a:lnTo>
                  <a:lnTo>
                    <a:pt x="0" y="182586"/>
                  </a:lnTo>
                  <a:lnTo>
                    <a:pt x="1748" y="212002"/>
                  </a:lnTo>
                  <a:lnTo>
                    <a:pt x="8833" y="231553"/>
                  </a:lnTo>
                  <a:lnTo>
                    <a:pt x="16748" y="246198"/>
                  </a:lnTo>
                  <a:lnTo>
                    <a:pt x="22980" y="259817"/>
                  </a:lnTo>
                  <a:lnTo>
                    <a:pt x="28529" y="273772"/>
                  </a:lnTo>
                  <a:lnTo>
                    <a:pt x="34886" y="217654"/>
                  </a:lnTo>
                  <a:lnTo>
                    <a:pt x="51731" y="186354"/>
                  </a:lnTo>
                  <a:lnTo>
                    <a:pt x="71526" y="167146"/>
                  </a:lnTo>
                  <a:lnTo>
                    <a:pt x="86736" y="147304"/>
                  </a:lnTo>
                  <a:lnTo>
                    <a:pt x="116150" y="105764"/>
                  </a:lnTo>
                  <a:lnTo>
                    <a:pt x="149445" y="87984"/>
                  </a:lnTo>
                  <a:lnTo>
                    <a:pt x="218852" y="88043"/>
                  </a:lnTo>
                  <a:lnTo>
                    <a:pt x="245967" y="124164"/>
                  </a:lnTo>
                  <a:lnTo>
                    <a:pt x="259910" y="161976"/>
                  </a:lnTo>
                  <a:lnTo>
                    <a:pt x="287271" y="211171"/>
                  </a:lnTo>
                  <a:lnTo>
                    <a:pt x="316950" y="254265"/>
                  </a:lnTo>
                  <a:lnTo>
                    <a:pt x="337849" y="273772"/>
                  </a:lnTo>
                  <a:lnTo>
                    <a:pt x="352484" y="251139"/>
                  </a:lnTo>
                  <a:lnTo>
                    <a:pt x="364393" y="231553"/>
                  </a:lnTo>
                  <a:lnTo>
                    <a:pt x="371113" y="209475"/>
                  </a:lnTo>
                  <a:lnTo>
                    <a:pt x="372046" y="174497"/>
                  </a:lnTo>
                  <a:lnTo>
                    <a:pt x="364150" y="130583"/>
                  </a:lnTo>
                  <a:lnTo>
                    <a:pt x="344383" y="81694"/>
                  </a:lnTo>
                  <a:lnTo>
                    <a:pt x="316726" y="40097"/>
                  </a:lnTo>
                  <a:lnTo>
                    <a:pt x="284596" y="14365"/>
                  </a:lnTo>
                  <a:lnTo>
                    <a:pt x="244103" y="2915"/>
                  </a:lnTo>
                  <a:lnTo>
                    <a:pt x="191361" y="4167"/>
                  </a:lnTo>
                  <a:lnTo>
                    <a:pt x="140842" y="0"/>
                  </a:lnTo>
                  <a:close/>
                </a:path>
              </a:pathLst>
            </a:custGeom>
            <a:solidFill>
              <a:srgbClr val="C184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2152104" y="5322179"/>
              <a:ext cx="298450" cy="186690"/>
            </a:xfrm>
            <a:custGeom>
              <a:avLst/>
              <a:gdLst/>
              <a:ahLst/>
              <a:cxnLst/>
              <a:rect l="l" t="t" r="r" b="b"/>
              <a:pathLst>
                <a:path w="298450" h="186689">
                  <a:moveTo>
                    <a:pt x="0" y="0"/>
                  </a:moveTo>
                  <a:lnTo>
                    <a:pt x="3101" y="40980"/>
                  </a:lnTo>
                  <a:lnTo>
                    <a:pt x="14554" y="84751"/>
                  </a:lnTo>
                  <a:lnTo>
                    <a:pt x="51548" y="132762"/>
                  </a:lnTo>
                  <a:lnTo>
                    <a:pt x="92594" y="177554"/>
                  </a:lnTo>
                  <a:lnTo>
                    <a:pt x="132390" y="186673"/>
                  </a:lnTo>
                  <a:lnTo>
                    <a:pt x="146498" y="186622"/>
                  </a:lnTo>
                  <a:lnTo>
                    <a:pt x="189219" y="172078"/>
                  </a:lnTo>
                  <a:lnTo>
                    <a:pt x="234954" y="133426"/>
                  </a:lnTo>
                  <a:lnTo>
                    <a:pt x="256165" y="115054"/>
                  </a:lnTo>
                  <a:lnTo>
                    <a:pt x="134372" y="115054"/>
                  </a:lnTo>
                  <a:lnTo>
                    <a:pt x="113370" y="111614"/>
                  </a:lnTo>
                  <a:lnTo>
                    <a:pt x="99426" y="103719"/>
                  </a:lnTo>
                  <a:lnTo>
                    <a:pt x="91686" y="95761"/>
                  </a:lnTo>
                  <a:lnTo>
                    <a:pt x="89295" y="92133"/>
                  </a:lnTo>
                  <a:lnTo>
                    <a:pt x="103736" y="84072"/>
                  </a:lnTo>
                  <a:lnTo>
                    <a:pt x="115725" y="81316"/>
                  </a:lnTo>
                  <a:lnTo>
                    <a:pt x="74615" y="81316"/>
                  </a:lnTo>
                  <a:lnTo>
                    <a:pt x="37318" y="60343"/>
                  </a:lnTo>
                  <a:lnTo>
                    <a:pt x="7802" y="22529"/>
                  </a:lnTo>
                  <a:lnTo>
                    <a:pt x="0" y="0"/>
                  </a:lnTo>
                  <a:close/>
                </a:path>
                <a:path w="298450" h="186689">
                  <a:moveTo>
                    <a:pt x="287555" y="79582"/>
                  </a:moveTo>
                  <a:lnTo>
                    <a:pt x="132000" y="79582"/>
                  </a:lnTo>
                  <a:lnTo>
                    <a:pt x="137158" y="79672"/>
                  </a:lnTo>
                  <a:lnTo>
                    <a:pt x="159529" y="81682"/>
                  </a:lnTo>
                  <a:lnTo>
                    <a:pt x="174244" y="84980"/>
                  </a:lnTo>
                  <a:lnTo>
                    <a:pt x="182149" y="88488"/>
                  </a:lnTo>
                  <a:lnTo>
                    <a:pt x="184088" y="91128"/>
                  </a:lnTo>
                  <a:lnTo>
                    <a:pt x="180621" y="95853"/>
                  </a:lnTo>
                  <a:lnTo>
                    <a:pt x="171462" y="103884"/>
                  </a:lnTo>
                  <a:lnTo>
                    <a:pt x="156186" y="111518"/>
                  </a:lnTo>
                  <a:lnTo>
                    <a:pt x="134372" y="115054"/>
                  </a:lnTo>
                  <a:lnTo>
                    <a:pt x="256165" y="115054"/>
                  </a:lnTo>
                  <a:lnTo>
                    <a:pt x="263294" y="108878"/>
                  </a:lnTo>
                  <a:lnTo>
                    <a:pt x="279991" y="93431"/>
                  </a:lnTo>
                  <a:lnTo>
                    <a:pt x="286705" y="82308"/>
                  </a:lnTo>
                  <a:lnTo>
                    <a:pt x="287555" y="79582"/>
                  </a:lnTo>
                  <a:close/>
                </a:path>
                <a:path w="298450" h="186689">
                  <a:moveTo>
                    <a:pt x="129933" y="61244"/>
                  </a:moveTo>
                  <a:lnTo>
                    <a:pt x="111437" y="64401"/>
                  </a:lnTo>
                  <a:lnTo>
                    <a:pt x="97000" y="71037"/>
                  </a:lnTo>
                  <a:lnTo>
                    <a:pt x="85201" y="77794"/>
                  </a:lnTo>
                  <a:lnTo>
                    <a:pt x="74615" y="81316"/>
                  </a:lnTo>
                  <a:lnTo>
                    <a:pt x="115725" y="81316"/>
                  </a:lnTo>
                  <a:lnTo>
                    <a:pt x="119415" y="80468"/>
                  </a:lnTo>
                  <a:lnTo>
                    <a:pt x="132000" y="79582"/>
                  </a:lnTo>
                  <a:lnTo>
                    <a:pt x="287555" y="79582"/>
                  </a:lnTo>
                  <a:lnTo>
                    <a:pt x="289211" y="74269"/>
                  </a:lnTo>
                  <a:lnTo>
                    <a:pt x="204213" y="74269"/>
                  </a:lnTo>
                  <a:lnTo>
                    <a:pt x="195114" y="72171"/>
                  </a:lnTo>
                  <a:lnTo>
                    <a:pt x="177278" y="67588"/>
                  </a:lnTo>
                  <a:lnTo>
                    <a:pt x="154339" y="63089"/>
                  </a:lnTo>
                  <a:lnTo>
                    <a:pt x="129933" y="61244"/>
                  </a:lnTo>
                  <a:close/>
                </a:path>
                <a:path w="298450" h="186689">
                  <a:moveTo>
                    <a:pt x="298127" y="5769"/>
                  </a:moveTo>
                  <a:lnTo>
                    <a:pt x="280745" y="22795"/>
                  </a:lnTo>
                  <a:lnTo>
                    <a:pt x="270862" y="33406"/>
                  </a:lnTo>
                  <a:lnTo>
                    <a:pt x="264797" y="42043"/>
                  </a:lnTo>
                  <a:lnTo>
                    <a:pt x="258871" y="53150"/>
                  </a:lnTo>
                  <a:lnTo>
                    <a:pt x="247010" y="64224"/>
                  </a:lnTo>
                  <a:lnTo>
                    <a:pt x="229763" y="70620"/>
                  </a:lnTo>
                  <a:lnTo>
                    <a:pt x="213406" y="73561"/>
                  </a:lnTo>
                  <a:lnTo>
                    <a:pt x="204213" y="74269"/>
                  </a:lnTo>
                  <a:lnTo>
                    <a:pt x="289211" y="74269"/>
                  </a:lnTo>
                  <a:lnTo>
                    <a:pt x="292345" y="64215"/>
                  </a:lnTo>
                  <a:lnTo>
                    <a:pt x="296343" y="38814"/>
                  </a:lnTo>
                  <a:lnTo>
                    <a:pt x="298127" y="5769"/>
                  </a:lnTo>
                  <a:close/>
                </a:path>
              </a:pathLst>
            </a:custGeom>
            <a:solidFill>
              <a:srgbClr val="D2964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9" name="object 89" descr=""/>
          <p:cNvGrpSpPr/>
          <p:nvPr/>
        </p:nvGrpSpPr>
        <p:grpSpPr>
          <a:xfrm>
            <a:off x="1468758" y="5024162"/>
            <a:ext cx="443230" cy="579120"/>
            <a:chOff x="1468758" y="5024162"/>
            <a:chExt cx="443230" cy="579120"/>
          </a:xfrm>
        </p:grpSpPr>
        <p:pic>
          <p:nvPicPr>
            <p:cNvPr id="90" name="object 90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561565" y="5333304"/>
              <a:ext cx="234495" cy="243953"/>
            </a:xfrm>
            <a:prstGeom prst="rect">
              <a:avLst/>
            </a:prstGeom>
          </p:spPr>
        </p:pic>
        <p:sp>
          <p:nvSpPr>
            <p:cNvPr id="91" name="object 91" descr=""/>
            <p:cNvSpPr/>
            <p:nvPr/>
          </p:nvSpPr>
          <p:spPr>
            <a:xfrm>
              <a:off x="1687746" y="5187740"/>
              <a:ext cx="224154" cy="415290"/>
            </a:xfrm>
            <a:custGeom>
              <a:avLst/>
              <a:gdLst/>
              <a:ahLst/>
              <a:cxnLst/>
              <a:rect l="l" t="t" r="r" b="b"/>
              <a:pathLst>
                <a:path w="224155" h="415289">
                  <a:moveTo>
                    <a:pt x="175237" y="0"/>
                  </a:moveTo>
                  <a:lnTo>
                    <a:pt x="125761" y="61724"/>
                  </a:lnTo>
                  <a:lnTo>
                    <a:pt x="78203" y="135652"/>
                  </a:lnTo>
                  <a:lnTo>
                    <a:pt x="56935" y="171474"/>
                  </a:lnTo>
                  <a:lnTo>
                    <a:pt x="58769" y="190243"/>
                  </a:lnTo>
                  <a:lnTo>
                    <a:pt x="57554" y="204732"/>
                  </a:lnTo>
                  <a:lnTo>
                    <a:pt x="51644" y="222351"/>
                  </a:lnTo>
                  <a:lnTo>
                    <a:pt x="26131" y="280475"/>
                  </a:lnTo>
                  <a:lnTo>
                    <a:pt x="17147" y="302668"/>
                  </a:lnTo>
                  <a:lnTo>
                    <a:pt x="10764" y="323218"/>
                  </a:lnTo>
                  <a:lnTo>
                    <a:pt x="5303" y="348254"/>
                  </a:lnTo>
                  <a:lnTo>
                    <a:pt x="1387" y="375177"/>
                  </a:lnTo>
                  <a:lnTo>
                    <a:pt x="0" y="396287"/>
                  </a:lnTo>
                  <a:lnTo>
                    <a:pt x="2" y="410066"/>
                  </a:lnTo>
                  <a:lnTo>
                    <a:pt x="256" y="414996"/>
                  </a:lnTo>
                  <a:lnTo>
                    <a:pt x="21437" y="397983"/>
                  </a:lnTo>
                  <a:lnTo>
                    <a:pt x="37028" y="390135"/>
                  </a:lnTo>
                  <a:lnTo>
                    <a:pt x="54706" y="389493"/>
                  </a:lnTo>
                  <a:lnTo>
                    <a:pt x="82149" y="394096"/>
                  </a:lnTo>
                  <a:lnTo>
                    <a:pt x="112820" y="394106"/>
                  </a:lnTo>
                  <a:lnTo>
                    <a:pt x="136918" y="385079"/>
                  </a:lnTo>
                  <a:lnTo>
                    <a:pt x="157226" y="373144"/>
                  </a:lnTo>
                  <a:lnTo>
                    <a:pt x="176523" y="364432"/>
                  </a:lnTo>
                  <a:lnTo>
                    <a:pt x="194146" y="361587"/>
                  </a:lnTo>
                  <a:lnTo>
                    <a:pt x="207282" y="361903"/>
                  </a:lnTo>
                  <a:lnTo>
                    <a:pt x="215489" y="363484"/>
                  </a:lnTo>
                  <a:lnTo>
                    <a:pt x="218323" y="364432"/>
                  </a:lnTo>
                  <a:lnTo>
                    <a:pt x="222493" y="350017"/>
                  </a:lnTo>
                  <a:lnTo>
                    <a:pt x="223883" y="334753"/>
                  </a:lnTo>
                  <a:lnTo>
                    <a:pt x="222493" y="309227"/>
                  </a:lnTo>
                  <a:lnTo>
                    <a:pt x="218323" y="264026"/>
                  </a:lnTo>
                  <a:lnTo>
                    <a:pt x="214789" y="213117"/>
                  </a:lnTo>
                  <a:lnTo>
                    <a:pt x="210203" y="99234"/>
                  </a:lnTo>
                  <a:lnTo>
                    <a:pt x="207152" y="45717"/>
                  </a:lnTo>
                  <a:lnTo>
                    <a:pt x="202260" y="788"/>
                  </a:lnTo>
                  <a:lnTo>
                    <a:pt x="175237" y="0"/>
                  </a:lnTo>
                  <a:close/>
                </a:path>
              </a:pathLst>
            </a:custGeom>
            <a:solidFill>
              <a:srgbClr val="C1844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1493551" y="5046286"/>
              <a:ext cx="387985" cy="447675"/>
            </a:xfrm>
            <a:custGeom>
              <a:avLst/>
              <a:gdLst/>
              <a:ahLst/>
              <a:cxnLst/>
              <a:rect l="l" t="t" r="r" b="b"/>
              <a:pathLst>
                <a:path w="387985" h="447675">
                  <a:moveTo>
                    <a:pt x="262660" y="0"/>
                  </a:moveTo>
                  <a:lnTo>
                    <a:pt x="206709" y="1059"/>
                  </a:lnTo>
                  <a:lnTo>
                    <a:pt x="149328" y="14643"/>
                  </a:lnTo>
                  <a:lnTo>
                    <a:pt x="99224" y="35577"/>
                  </a:lnTo>
                  <a:lnTo>
                    <a:pt x="65106" y="58689"/>
                  </a:lnTo>
                  <a:lnTo>
                    <a:pt x="34527" y="113065"/>
                  </a:lnTo>
                  <a:lnTo>
                    <a:pt x="17904" y="164843"/>
                  </a:lnTo>
                  <a:lnTo>
                    <a:pt x="8829" y="233172"/>
                  </a:lnTo>
                  <a:lnTo>
                    <a:pt x="3163" y="291438"/>
                  </a:lnTo>
                  <a:lnTo>
                    <a:pt x="0" y="355019"/>
                  </a:lnTo>
                  <a:lnTo>
                    <a:pt x="1778" y="415851"/>
                  </a:lnTo>
                  <a:lnTo>
                    <a:pt x="5488" y="428529"/>
                  </a:lnTo>
                  <a:lnTo>
                    <a:pt x="12694" y="437071"/>
                  </a:lnTo>
                  <a:lnTo>
                    <a:pt x="21589" y="442828"/>
                  </a:lnTo>
                  <a:lnTo>
                    <a:pt x="30364" y="447148"/>
                  </a:lnTo>
                  <a:lnTo>
                    <a:pt x="60063" y="446539"/>
                  </a:lnTo>
                  <a:lnTo>
                    <a:pt x="116512" y="439008"/>
                  </a:lnTo>
                  <a:lnTo>
                    <a:pt x="175071" y="428181"/>
                  </a:lnTo>
                  <a:lnTo>
                    <a:pt x="227035" y="398149"/>
                  </a:lnTo>
                  <a:lnTo>
                    <a:pt x="249985" y="338208"/>
                  </a:lnTo>
                  <a:lnTo>
                    <a:pt x="253509" y="325518"/>
                  </a:lnTo>
                  <a:lnTo>
                    <a:pt x="290859" y="325518"/>
                  </a:lnTo>
                  <a:lnTo>
                    <a:pt x="340045" y="327240"/>
                  </a:lnTo>
                  <a:lnTo>
                    <a:pt x="366536" y="317187"/>
                  </a:lnTo>
                  <a:lnTo>
                    <a:pt x="379414" y="285796"/>
                  </a:lnTo>
                  <a:lnTo>
                    <a:pt x="387767" y="223501"/>
                  </a:lnTo>
                  <a:lnTo>
                    <a:pt x="387220" y="172679"/>
                  </a:lnTo>
                  <a:lnTo>
                    <a:pt x="375685" y="122911"/>
                  </a:lnTo>
                  <a:lnTo>
                    <a:pt x="355311" y="77479"/>
                  </a:lnTo>
                  <a:lnTo>
                    <a:pt x="328249" y="39662"/>
                  </a:lnTo>
                  <a:lnTo>
                    <a:pt x="296648" y="12742"/>
                  </a:lnTo>
                  <a:lnTo>
                    <a:pt x="262660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539686" y="5024162"/>
              <a:ext cx="356235" cy="382905"/>
            </a:xfrm>
            <a:custGeom>
              <a:avLst/>
              <a:gdLst/>
              <a:ahLst/>
              <a:cxnLst/>
              <a:rect l="l" t="t" r="r" b="b"/>
              <a:pathLst>
                <a:path w="356235" h="382904">
                  <a:moveTo>
                    <a:pt x="160432" y="0"/>
                  </a:moveTo>
                  <a:lnTo>
                    <a:pt x="112227" y="5207"/>
                  </a:lnTo>
                  <a:lnTo>
                    <a:pt x="67645" y="17563"/>
                  </a:lnTo>
                  <a:lnTo>
                    <a:pt x="31123" y="38268"/>
                  </a:lnTo>
                  <a:lnTo>
                    <a:pt x="7096" y="68524"/>
                  </a:lnTo>
                  <a:lnTo>
                    <a:pt x="0" y="109534"/>
                  </a:lnTo>
                  <a:lnTo>
                    <a:pt x="22672" y="108327"/>
                  </a:lnTo>
                  <a:lnTo>
                    <a:pt x="35742" y="111771"/>
                  </a:lnTo>
                  <a:lnTo>
                    <a:pt x="44171" y="123330"/>
                  </a:lnTo>
                  <a:lnTo>
                    <a:pt x="52919" y="146465"/>
                  </a:lnTo>
                  <a:lnTo>
                    <a:pt x="70471" y="179634"/>
                  </a:lnTo>
                  <a:lnTo>
                    <a:pt x="96529" y="214221"/>
                  </a:lnTo>
                  <a:lnTo>
                    <a:pt x="122860" y="243081"/>
                  </a:lnTo>
                  <a:lnTo>
                    <a:pt x="141231" y="259069"/>
                  </a:lnTo>
                  <a:lnTo>
                    <a:pt x="155686" y="260846"/>
                  </a:lnTo>
                  <a:lnTo>
                    <a:pt x="172558" y="255963"/>
                  </a:lnTo>
                  <a:lnTo>
                    <a:pt x="187026" y="250607"/>
                  </a:lnTo>
                  <a:lnTo>
                    <a:pt x="194266" y="250965"/>
                  </a:lnTo>
                  <a:lnTo>
                    <a:pt x="204517" y="304313"/>
                  </a:lnTo>
                  <a:lnTo>
                    <a:pt x="205002" y="339126"/>
                  </a:lnTo>
                  <a:lnTo>
                    <a:pt x="204548" y="382762"/>
                  </a:lnTo>
                  <a:lnTo>
                    <a:pt x="246554" y="371906"/>
                  </a:lnTo>
                  <a:lnTo>
                    <a:pt x="286195" y="357638"/>
                  </a:lnTo>
                  <a:lnTo>
                    <a:pt x="320599" y="325093"/>
                  </a:lnTo>
                  <a:lnTo>
                    <a:pt x="336671" y="289611"/>
                  </a:lnTo>
                  <a:lnTo>
                    <a:pt x="348952" y="251686"/>
                  </a:lnTo>
                  <a:lnTo>
                    <a:pt x="356051" y="221803"/>
                  </a:lnTo>
                  <a:lnTo>
                    <a:pt x="353826" y="183847"/>
                  </a:lnTo>
                  <a:lnTo>
                    <a:pt x="341466" y="126678"/>
                  </a:lnTo>
                  <a:lnTo>
                    <a:pt x="322579" y="68272"/>
                  </a:lnTo>
                  <a:lnTo>
                    <a:pt x="300776" y="26605"/>
                  </a:lnTo>
                  <a:lnTo>
                    <a:pt x="249971" y="6219"/>
                  </a:lnTo>
                  <a:lnTo>
                    <a:pt x="207826" y="737"/>
                  </a:lnTo>
                  <a:lnTo>
                    <a:pt x="160432" y="0"/>
                  </a:lnTo>
                  <a:close/>
                </a:path>
              </a:pathLst>
            </a:custGeom>
            <a:solidFill>
              <a:srgbClr val="C1844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4" name="object 94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68758" y="5225281"/>
              <a:ext cx="330950" cy="274416"/>
            </a:xfrm>
            <a:prstGeom prst="rect">
              <a:avLst/>
            </a:prstGeom>
          </p:spPr>
        </p:pic>
      </p:grpSp>
      <p:pic>
        <p:nvPicPr>
          <p:cNvPr id="95" name="object 95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26557" y="3668216"/>
            <a:ext cx="75494" cy="136397"/>
          </a:xfrm>
          <a:prstGeom prst="rect">
            <a:avLst/>
          </a:prstGeom>
        </p:spPr>
      </p:pic>
      <p:grpSp>
        <p:nvGrpSpPr>
          <p:cNvPr id="96" name="object 96" descr=""/>
          <p:cNvGrpSpPr/>
          <p:nvPr/>
        </p:nvGrpSpPr>
        <p:grpSpPr>
          <a:xfrm>
            <a:off x="857810" y="3376217"/>
            <a:ext cx="334010" cy="661670"/>
            <a:chOff x="857810" y="3376217"/>
            <a:chExt cx="334010" cy="661670"/>
          </a:xfrm>
        </p:grpSpPr>
        <p:pic>
          <p:nvPicPr>
            <p:cNvPr id="97" name="object 97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57810" y="3668603"/>
              <a:ext cx="77263" cy="135946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25021" y="3838144"/>
              <a:ext cx="222307" cy="199285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882020" y="3500113"/>
              <a:ext cx="290830" cy="427990"/>
            </a:xfrm>
            <a:custGeom>
              <a:avLst/>
              <a:gdLst/>
              <a:ahLst/>
              <a:cxnLst/>
              <a:rect l="l" t="t" r="r" b="b"/>
              <a:pathLst>
                <a:path w="290830" h="427989">
                  <a:moveTo>
                    <a:pt x="193333" y="0"/>
                  </a:moveTo>
                  <a:lnTo>
                    <a:pt x="152855" y="83"/>
                  </a:lnTo>
                  <a:lnTo>
                    <a:pt x="90272" y="8520"/>
                  </a:lnTo>
                  <a:lnTo>
                    <a:pt x="49782" y="20002"/>
                  </a:lnTo>
                  <a:lnTo>
                    <a:pt x="9750" y="51503"/>
                  </a:lnTo>
                  <a:lnTo>
                    <a:pt x="976" y="101283"/>
                  </a:lnTo>
                  <a:lnTo>
                    <a:pt x="0" y="162339"/>
                  </a:lnTo>
                  <a:lnTo>
                    <a:pt x="1386" y="228509"/>
                  </a:lnTo>
                  <a:lnTo>
                    <a:pt x="4340" y="284977"/>
                  </a:lnTo>
                  <a:lnTo>
                    <a:pt x="25689" y="343358"/>
                  </a:lnTo>
                  <a:lnTo>
                    <a:pt x="58794" y="377889"/>
                  </a:lnTo>
                  <a:lnTo>
                    <a:pt x="92169" y="408709"/>
                  </a:lnTo>
                  <a:lnTo>
                    <a:pt x="145038" y="427844"/>
                  </a:lnTo>
                  <a:lnTo>
                    <a:pt x="168096" y="427196"/>
                  </a:lnTo>
                  <a:lnTo>
                    <a:pt x="205596" y="408349"/>
                  </a:lnTo>
                  <a:lnTo>
                    <a:pt x="236299" y="375133"/>
                  </a:lnTo>
                  <a:lnTo>
                    <a:pt x="265705" y="339328"/>
                  </a:lnTo>
                  <a:lnTo>
                    <a:pt x="287118" y="285744"/>
                  </a:lnTo>
                  <a:lnTo>
                    <a:pt x="289474" y="236753"/>
                  </a:lnTo>
                  <a:lnTo>
                    <a:pt x="290218" y="185930"/>
                  </a:lnTo>
                  <a:lnTo>
                    <a:pt x="290301" y="123471"/>
                  </a:lnTo>
                  <a:lnTo>
                    <a:pt x="289592" y="88797"/>
                  </a:lnTo>
                  <a:lnTo>
                    <a:pt x="286285" y="56165"/>
                  </a:lnTo>
                  <a:lnTo>
                    <a:pt x="278591" y="34718"/>
                  </a:lnTo>
                  <a:lnTo>
                    <a:pt x="229360" y="10726"/>
                  </a:lnTo>
                  <a:lnTo>
                    <a:pt x="193333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861364" y="3742124"/>
              <a:ext cx="328930" cy="217804"/>
            </a:xfrm>
            <a:custGeom>
              <a:avLst/>
              <a:gdLst/>
              <a:ahLst/>
              <a:cxnLst/>
              <a:rect l="l" t="t" r="r" b="b"/>
              <a:pathLst>
                <a:path w="328930" h="217804">
                  <a:moveTo>
                    <a:pt x="328891" y="96024"/>
                  </a:moveTo>
                  <a:lnTo>
                    <a:pt x="322630" y="91236"/>
                  </a:lnTo>
                  <a:lnTo>
                    <a:pt x="314642" y="81915"/>
                  </a:lnTo>
                  <a:lnTo>
                    <a:pt x="310540" y="65189"/>
                  </a:lnTo>
                  <a:lnTo>
                    <a:pt x="309308" y="37465"/>
                  </a:lnTo>
                  <a:lnTo>
                    <a:pt x="309575" y="11480"/>
                  </a:lnTo>
                  <a:lnTo>
                    <a:pt x="309968" y="0"/>
                  </a:lnTo>
                  <a:lnTo>
                    <a:pt x="297357" y="18161"/>
                  </a:lnTo>
                  <a:lnTo>
                    <a:pt x="274764" y="39560"/>
                  </a:lnTo>
                  <a:lnTo>
                    <a:pt x="258483" y="54305"/>
                  </a:lnTo>
                  <a:lnTo>
                    <a:pt x="260286" y="52387"/>
                  </a:lnTo>
                  <a:lnTo>
                    <a:pt x="250710" y="54838"/>
                  </a:lnTo>
                  <a:lnTo>
                    <a:pt x="246608" y="55600"/>
                  </a:lnTo>
                  <a:lnTo>
                    <a:pt x="246608" y="66255"/>
                  </a:lnTo>
                  <a:lnTo>
                    <a:pt x="235673" y="78955"/>
                  </a:lnTo>
                  <a:lnTo>
                    <a:pt x="213144" y="106108"/>
                  </a:lnTo>
                  <a:lnTo>
                    <a:pt x="192074" y="113576"/>
                  </a:lnTo>
                  <a:lnTo>
                    <a:pt x="190220" y="113284"/>
                  </a:lnTo>
                  <a:lnTo>
                    <a:pt x="174993" y="110985"/>
                  </a:lnTo>
                  <a:lnTo>
                    <a:pt x="164452" y="107975"/>
                  </a:lnTo>
                  <a:lnTo>
                    <a:pt x="146418" y="110769"/>
                  </a:lnTo>
                  <a:lnTo>
                    <a:pt x="128003" y="113284"/>
                  </a:lnTo>
                  <a:lnTo>
                    <a:pt x="108496" y="106718"/>
                  </a:lnTo>
                  <a:lnTo>
                    <a:pt x="87223" y="82321"/>
                  </a:lnTo>
                  <a:lnTo>
                    <a:pt x="72809" y="64058"/>
                  </a:lnTo>
                  <a:lnTo>
                    <a:pt x="62801" y="52984"/>
                  </a:lnTo>
                  <a:lnTo>
                    <a:pt x="107137" y="77127"/>
                  </a:lnTo>
                  <a:lnTo>
                    <a:pt x="149326" y="78943"/>
                  </a:lnTo>
                  <a:lnTo>
                    <a:pt x="160794" y="78955"/>
                  </a:lnTo>
                  <a:lnTo>
                    <a:pt x="162166" y="78282"/>
                  </a:lnTo>
                  <a:lnTo>
                    <a:pt x="163512" y="78955"/>
                  </a:lnTo>
                  <a:lnTo>
                    <a:pt x="216192" y="77127"/>
                  </a:lnTo>
                  <a:lnTo>
                    <a:pt x="246608" y="66255"/>
                  </a:lnTo>
                  <a:lnTo>
                    <a:pt x="246608" y="55600"/>
                  </a:lnTo>
                  <a:lnTo>
                    <a:pt x="241503" y="56540"/>
                  </a:lnTo>
                  <a:lnTo>
                    <a:pt x="231800" y="57353"/>
                  </a:lnTo>
                  <a:lnTo>
                    <a:pt x="221373" y="54635"/>
                  </a:lnTo>
                  <a:lnTo>
                    <a:pt x="209969" y="48450"/>
                  </a:lnTo>
                  <a:lnTo>
                    <a:pt x="199428" y="41998"/>
                  </a:lnTo>
                  <a:lnTo>
                    <a:pt x="191579" y="38442"/>
                  </a:lnTo>
                  <a:lnTo>
                    <a:pt x="186613" y="37744"/>
                  </a:lnTo>
                  <a:lnTo>
                    <a:pt x="181229" y="38100"/>
                  </a:lnTo>
                  <a:lnTo>
                    <a:pt x="172072" y="40017"/>
                  </a:lnTo>
                  <a:lnTo>
                    <a:pt x="162166" y="42456"/>
                  </a:lnTo>
                  <a:lnTo>
                    <a:pt x="152095" y="40017"/>
                  </a:lnTo>
                  <a:lnTo>
                    <a:pt x="142760" y="38100"/>
                  </a:lnTo>
                  <a:lnTo>
                    <a:pt x="137274" y="37744"/>
                  </a:lnTo>
                  <a:lnTo>
                    <a:pt x="132219" y="38442"/>
                  </a:lnTo>
                  <a:lnTo>
                    <a:pt x="124231" y="41998"/>
                  </a:lnTo>
                  <a:lnTo>
                    <a:pt x="113487" y="48450"/>
                  </a:lnTo>
                  <a:lnTo>
                    <a:pt x="101866" y="54635"/>
                  </a:lnTo>
                  <a:lnTo>
                    <a:pt x="91236" y="57353"/>
                  </a:lnTo>
                  <a:lnTo>
                    <a:pt x="81356" y="56540"/>
                  </a:lnTo>
                  <a:lnTo>
                    <a:pt x="71983" y="54838"/>
                  </a:lnTo>
                  <a:lnTo>
                    <a:pt x="62268" y="52400"/>
                  </a:lnTo>
                  <a:lnTo>
                    <a:pt x="52616" y="41694"/>
                  </a:lnTo>
                  <a:lnTo>
                    <a:pt x="33566" y="19177"/>
                  </a:lnTo>
                  <a:lnTo>
                    <a:pt x="22593" y="469"/>
                  </a:lnTo>
                  <a:lnTo>
                    <a:pt x="24739" y="39560"/>
                  </a:lnTo>
                  <a:lnTo>
                    <a:pt x="24815" y="41694"/>
                  </a:lnTo>
                  <a:lnTo>
                    <a:pt x="25120" y="62166"/>
                  </a:lnTo>
                  <a:lnTo>
                    <a:pt x="23190" y="72491"/>
                  </a:lnTo>
                  <a:lnTo>
                    <a:pt x="18630" y="78955"/>
                  </a:lnTo>
                  <a:lnTo>
                    <a:pt x="10642" y="88277"/>
                  </a:lnTo>
                  <a:lnTo>
                    <a:pt x="0" y="96024"/>
                  </a:lnTo>
                  <a:lnTo>
                    <a:pt x="29591" y="134569"/>
                  </a:lnTo>
                  <a:lnTo>
                    <a:pt x="66471" y="171450"/>
                  </a:lnTo>
                  <a:lnTo>
                    <a:pt x="101600" y="193255"/>
                  </a:lnTo>
                  <a:lnTo>
                    <a:pt x="147840" y="215633"/>
                  </a:lnTo>
                  <a:lnTo>
                    <a:pt x="165404" y="217639"/>
                  </a:lnTo>
                  <a:lnTo>
                    <a:pt x="182943" y="215379"/>
                  </a:lnTo>
                  <a:lnTo>
                    <a:pt x="217703" y="198856"/>
                  </a:lnTo>
                  <a:lnTo>
                    <a:pt x="269481" y="162179"/>
                  </a:lnTo>
                  <a:lnTo>
                    <a:pt x="298767" y="132130"/>
                  </a:lnTo>
                  <a:lnTo>
                    <a:pt x="320433" y="106718"/>
                  </a:lnTo>
                  <a:lnTo>
                    <a:pt x="328891" y="96024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875936" y="3452612"/>
              <a:ext cx="315595" cy="262255"/>
            </a:xfrm>
            <a:custGeom>
              <a:avLst/>
              <a:gdLst/>
              <a:ahLst/>
              <a:cxnLst/>
              <a:rect l="l" t="t" r="r" b="b"/>
              <a:pathLst>
                <a:path w="315594" h="262254">
                  <a:moveTo>
                    <a:pt x="149066" y="0"/>
                  </a:moveTo>
                  <a:lnTo>
                    <a:pt x="102438" y="3325"/>
                  </a:lnTo>
                  <a:lnTo>
                    <a:pt x="51032" y="23962"/>
                  </a:lnTo>
                  <a:lnTo>
                    <a:pt x="10966" y="82807"/>
                  </a:lnTo>
                  <a:lnTo>
                    <a:pt x="2028" y="120612"/>
                  </a:lnTo>
                  <a:lnTo>
                    <a:pt x="0" y="160997"/>
                  </a:lnTo>
                  <a:lnTo>
                    <a:pt x="1319" y="187440"/>
                  </a:lnTo>
                  <a:lnTo>
                    <a:pt x="6154" y="218714"/>
                  </a:lnTo>
                  <a:lnTo>
                    <a:pt x="13352" y="174486"/>
                  </a:lnTo>
                  <a:lnTo>
                    <a:pt x="18627" y="148665"/>
                  </a:lnTo>
                  <a:lnTo>
                    <a:pt x="33755" y="112361"/>
                  </a:lnTo>
                  <a:lnTo>
                    <a:pt x="74631" y="80158"/>
                  </a:lnTo>
                  <a:lnTo>
                    <a:pt x="116684" y="69504"/>
                  </a:lnTo>
                  <a:lnTo>
                    <a:pt x="139416" y="68650"/>
                  </a:lnTo>
                  <a:lnTo>
                    <a:pt x="170515" y="69616"/>
                  </a:lnTo>
                  <a:lnTo>
                    <a:pt x="226639" y="76687"/>
                  </a:lnTo>
                  <a:lnTo>
                    <a:pt x="267936" y="98076"/>
                  </a:lnTo>
                  <a:lnTo>
                    <a:pt x="283951" y="141395"/>
                  </a:lnTo>
                  <a:lnTo>
                    <a:pt x="289980" y="192555"/>
                  </a:lnTo>
                  <a:lnTo>
                    <a:pt x="294341" y="240742"/>
                  </a:lnTo>
                  <a:lnTo>
                    <a:pt x="296019" y="262105"/>
                  </a:lnTo>
                  <a:lnTo>
                    <a:pt x="308164" y="197166"/>
                  </a:lnTo>
                  <a:lnTo>
                    <a:pt x="314055" y="161050"/>
                  </a:lnTo>
                  <a:lnTo>
                    <a:pt x="315353" y="140731"/>
                  </a:lnTo>
                  <a:lnTo>
                    <a:pt x="313715" y="123188"/>
                  </a:lnTo>
                  <a:lnTo>
                    <a:pt x="301943" y="80868"/>
                  </a:lnTo>
                  <a:lnTo>
                    <a:pt x="281206" y="46815"/>
                  </a:lnTo>
                  <a:lnTo>
                    <a:pt x="231435" y="7202"/>
                  </a:lnTo>
                  <a:lnTo>
                    <a:pt x="196919" y="901"/>
                  </a:lnTo>
                  <a:lnTo>
                    <a:pt x="14906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2" name="object 102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51819" y="3376217"/>
              <a:ext cx="159858" cy="164355"/>
            </a:xfrm>
            <a:prstGeom prst="rect">
              <a:avLst/>
            </a:prstGeom>
          </p:spPr>
        </p:pic>
      </p:grpSp>
      <p:grpSp>
        <p:nvGrpSpPr>
          <p:cNvPr id="103" name="object 103" descr=""/>
          <p:cNvGrpSpPr/>
          <p:nvPr/>
        </p:nvGrpSpPr>
        <p:grpSpPr>
          <a:xfrm>
            <a:off x="1459354" y="3421277"/>
            <a:ext cx="434975" cy="607695"/>
            <a:chOff x="1459354" y="3421277"/>
            <a:chExt cx="434975" cy="607695"/>
          </a:xfrm>
        </p:grpSpPr>
        <p:sp>
          <p:nvSpPr>
            <p:cNvPr id="104" name="object 104" descr=""/>
            <p:cNvSpPr/>
            <p:nvPr/>
          </p:nvSpPr>
          <p:spPr>
            <a:xfrm>
              <a:off x="1540140" y="3769902"/>
              <a:ext cx="217170" cy="259079"/>
            </a:xfrm>
            <a:custGeom>
              <a:avLst/>
              <a:gdLst/>
              <a:ahLst/>
              <a:cxnLst/>
              <a:rect l="l" t="t" r="r" b="b"/>
              <a:pathLst>
                <a:path w="217169" h="259079">
                  <a:moveTo>
                    <a:pt x="198318" y="0"/>
                  </a:moveTo>
                  <a:lnTo>
                    <a:pt x="7926" y="68950"/>
                  </a:lnTo>
                  <a:lnTo>
                    <a:pt x="7010" y="93274"/>
                  </a:lnTo>
                  <a:lnTo>
                    <a:pt x="0" y="217071"/>
                  </a:lnTo>
                  <a:lnTo>
                    <a:pt x="72695" y="248471"/>
                  </a:lnTo>
                  <a:lnTo>
                    <a:pt x="119485" y="258821"/>
                  </a:lnTo>
                  <a:lnTo>
                    <a:pt x="160672" y="248020"/>
                  </a:lnTo>
                  <a:lnTo>
                    <a:pt x="216558" y="215962"/>
                  </a:lnTo>
                  <a:lnTo>
                    <a:pt x="198318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509599" y="3468359"/>
              <a:ext cx="339090" cy="333375"/>
            </a:xfrm>
            <a:custGeom>
              <a:avLst/>
              <a:gdLst/>
              <a:ahLst/>
              <a:cxnLst/>
              <a:rect l="l" t="t" r="r" b="b"/>
              <a:pathLst>
                <a:path w="339089" h="333375">
                  <a:moveTo>
                    <a:pt x="138011" y="0"/>
                  </a:moveTo>
                  <a:lnTo>
                    <a:pt x="96386" y="7742"/>
                  </a:lnTo>
                  <a:lnTo>
                    <a:pt x="59600" y="22113"/>
                  </a:lnTo>
                  <a:lnTo>
                    <a:pt x="17030" y="48759"/>
                  </a:lnTo>
                  <a:lnTo>
                    <a:pt x="0" y="92226"/>
                  </a:lnTo>
                  <a:lnTo>
                    <a:pt x="17836" y="112730"/>
                  </a:lnTo>
                  <a:lnTo>
                    <a:pt x="58122" y="159952"/>
                  </a:lnTo>
                  <a:lnTo>
                    <a:pt x="101021" y="212459"/>
                  </a:lnTo>
                  <a:lnTo>
                    <a:pt x="126697" y="248818"/>
                  </a:lnTo>
                  <a:lnTo>
                    <a:pt x="148277" y="274146"/>
                  </a:lnTo>
                  <a:lnTo>
                    <a:pt x="182334" y="302252"/>
                  </a:lnTo>
                  <a:lnTo>
                    <a:pt x="214318" y="324746"/>
                  </a:lnTo>
                  <a:lnTo>
                    <a:pt x="229678" y="333234"/>
                  </a:lnTo>
                  <a:lnTo>
                    <a:pt x="237955" y="330532"/>
                  </a:lnTo>
                  <a:lnTo>
                    <a:pt x="280091" y="307793"/>
                  </a:lnTo>
                  <a:lnTo>
                    <a:pt x="315008" y="263433"/>
                  </a:lnTo>
                  <a:lnTo>
                    <a:pt x="334518" y="196295"/>
                  </a:lnTo>
                  <a:lnTo>
                    <a:pt x="338617" y="170475"/>
                  </a:lnTo>
                  <a:lnTo>
                    <a:pt x="338152" y="142279"/>
                  </a:lnTo>
                  <a:lnTo>
                    <a:pt x="329061" y="81952"/>
                  </a:lnTo>
                  <a:lnTo>
                    <a:pt x="275110" y="30691"/>
                  </a:lnTo>
                  <a:lnTo>
                    <a:pt x="229055" y="10060"/>
                  </a:lnTo>
                  <a:lnTo>
                    <a:pt x="182795" y="301"/>
                  </a:lnTo>
                  <a:lnTo>
                    <a:pt x="138011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459344" y="3546633"/>
              <a:ext cx="234950" cy="358775"/>
            </a:xfrm>
            <a:custGeom>
              <a:avLst/>
              <a:gdLst/>
              <a:ahLst/>
              <a:cxnLst/>
              <a:rect l="l" t="t" r="r" b="b"/>
              <a:pathLst>
                <a:path w="234950" h="358775">
                  <a:moveTo>
                    <a:pt x="234607" y="249656"/>
                  </a:moveTo>
                  <a:lnTo>
                    <a:pt x="234327" y="223304"/>
                  </a:lnTo>
                  <a:lnTo>
                    <a:pt x="228346" y="211505"/>
                  </a:lnTo>
                  <a:lnTo>
                    <a:pt x="215341" y="198513"/>
                  </a:lnTo>
                  <a:lnTo>
                    <a:pt x="201701" y="180022"/>
                  </a:lnTo>
                  <a:lnTo>
                    <a:pt x="193763" y="151714"/>
                  </a:lnTo>
                  <a:lnTo>
                    <a:pt x="191046" y="125310"/>
                  </a:lnTo>
                  <a:lnTo>
                    <a:pt x="187375" y="111582"/>
                  </a:lnTo>
                  <a:lnTo>
                    <a:pt x="179412" y="91998"/>
                  </a:lnTo>
                  <a:lnTo>
                    <a:pt x="163842" y="48056"/>
                  </a:lnTo>
                  <a:lnTo>
                    <a:pt x="135648" y="8864"/>
                  </a:lnTo>
                  <a:lnTo>
                    <a:pt x="98666" y="0"/>
                  </a:lnTo>
                  <a:lnTo>
                    <a:pt x="65874" y="6642"/>
                  </a:lnTo>
                  <a:lnTo>
                    <a:pt x="50253" y="13957"/>
                  </a:lnTo>
                  <a:lnTo>
                    <a:pt x="46278" y="24028"/>
                  </a:lnTo>
                  <a:lnTo>
                    <a:pt x="41059" y="47955"/>
                  </a:lnTo>
                  <a:lnTo>
                    <a:pt x="36537" y="84518"/>
                  </a:lnTo>
                  <a:lnTo>
                    <a:pt x="34607" y="132461"/>
                  </a:lnTo>
                  <a:lnTo>
                    <a:pt x="32092" y="152069"/>
                  </a:lnTo>
                  <a:lnTo>
                    <a:pt x="30886" y="158102"/>
                  </a:lnTo>
                  <a:lnTo>
                    <a:pt x="22390" y="163677"/>
                  </a:lnTo>
                  <a:lnTo>
                    <a:pt x="12153" y="175996"/>
                  </a:lnTo>
                  <a:lnTo>
                    <a:pt x="3594" y="189788"/>
                  </a:lnTo>
                  <a:lnTo>
                    <a:pt x="0" y="199834"/>
                  </a:lnTo>
                  <a:lnTo>
                    <a:pt x="3644" y="207187"/>
                  </a:lnTo>
                  <a:lnTo>
                    <a:pt x="12001" y="214960"/>
                  </a:lnTo>
                  <a:lnTo>
                    <a:pt x="19913" y="220192"/>
                  </a:lnTo>
                  <a:lnTo>
                    <a:pt x="19875" y="220560"/>
                  </a:lnTo>
                  <a:lnTo>
                    <a:pt x="21831" y="235102"/>
                  </a:lnTo>
                  <a:lnTo>
                    <a:pt x="24777" y="265645"/>
                  </a:lnTo>
                  <a:lnTo>
                    <a:pt x="22428" y="313258"/>
                  </a:lnTo>
                  <a:lnTo>
                    <a:pt x="21755" y="337883"/>
                  </a:lnTo>
                  <a:lnTo>
                    <a:pt x="22860" y="347408"/>
                  </a:lnTo>
                  <a:lnTo>
                    <a:pt x="25831" y="349707"/>
                  </a:lnTo>
                  <a:lnTo>
                    <a:pt x="83858" y="358165"/>
                  </a:lnTo>
                  <a:lnTo>
                    <a:pt x="138506" y="351447"/>
                  </a:lnTo>
                  <a:lnTo>
                    <a:pt x="181533" y="338531"/>
                  </a:lnTo>
                  <a:lnTo>
                    <a:pt x="204685" y="328383"/>
                  </a:lnTo>
                  <a:lnTo>
                    <a:pt x="223075" y="308635"/>
                  </a:lnTo>
                  <a:lnTo>
                    <a:pt x="231952" y="280250"/>
                  </a:lnTo>
                  <a:lnTo>
                    <a:pt x="234607" y="249656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489482" y="3447698"/>
              <a:ext cx="367030" cy="154305"/>
            </a:xfrm>
            <a:custGeom>
              <a:avLst/>
              <a:gdLst/>
              <a:ahLst/>
              <a:cxnLst/>
              <a:rect l="l" t="t" r="r" b="b"/>
              <a:pathLst>
                <a:path w="367030" h="154304">
                  <a:moveTo>
                    <a:pt x="147351" y="0"/>
                  </a:moveTo>
                  <a:lnTo>
                    <a:pt x="97088" y="4901"/>
                  </a:lnTo>
                  <a:lnTo>
                    <a:pt x="59104" y="17152"/>
                  </a:lnTo>
                  <a:lnTo>
                    <a:pt x="13524" y="52567"/>
                  </a:lnTo>
                  <a:lnTo>
                    <a:pt x="0" y="83967"/>
                  </a:lnTo>
                  <a:lnTo>
                    <a:pt x="358" y="92817"/>
                  </a:lnTo>
                  <a:lnTo>
                    <a:pt x="42913" y="115350"/>
                  </a:lnTo>
                  <a:lnTo>
                    <a:pt x="101622" y="118520"/>
                  </a:lnTo>
                  <a:lnTo>
                    <a:pt x="145742" y="114700"/>
                  </a:lnTo>
                  <a:lnTo>
                    <a:pt x="200335" y="106297"/>
                  </a:lnTo>
                  <a:lnTo>
                    <a:pt x="256512" y="99992"/>
                  </a:lnTo>
                  <a:lnTo>
                    <a:pt x="305385" y="102468"/>
                  </a:lnTo>
                  <a:lnTo>
                    <a:pt x="337890" y="110091"/>
                  </a:lnTo>
                  <a:lnTo>
                    <a:pt x="354177" y="118023"/>
                  </a:lnTo>
                  <a:lnTo>
                    <a:pt x="359151" y="131114"/>
                  </a:lnTo>
                  <a:lnTo>
                    <a:pt x="357719" y="154215"/>
                  </a:lnTo>
                  <a:lnTo>
                    <a:pt x="359078" y="150896"/>
                  </a:lnTo>
                  <a:lnTo>
                    <a:pt x="362069" y="141052"/>
                  </a:lnTo>
                  <a:lnTo>
                    <a:pt x="365060" y="124853"/>
                  </a:lnTo>
                  <a:lnTo>
                    <a:pt x="366420" y="102468"/>
                  </a:lnTo>
                  <a:lnTo>
                    <a:pt x="357500" y="75902"/>
                  </a:lnTo>
                  <a:lnTo>
                    <a:pt x="309378" y="28185"/>
                  </a:lnTo>
                  <a:lnTo>
                    <a:pt x="253275" y="7804"/>
                  </a:lnTo>
                  <a:lnTo>
                    <a:pt x="203291" y="1848"/>
                  </a:lnTo>
                  <a:lnTo>
                    <a:pt x="147351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8" name="object 10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795806" y="3421277"/>
              <a:ext cx="98268" cy="87662"/>
            </a:xfrm>
            <a:prstGeom prst="rect">
              <a:avLst/>
            </a:prstGeom>
          </p:spPr>
        </p:pic>
        <p:pic>
          <p:nvPicPr>
            <p:cNvPr id="109" name="object 10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473671" y="3650874"/>
              <a:ext cx="268317" cy="287805"/>
            </a:xfrm>
            <a:prstGeom prst="rect">
              <a:avLst/>
            </a:prstGeom>
          </p:spPr>
        </p:pic>
      </p:grpSp>
      <p:grpSp>
        <p:nvGrpSpPr>
          <p:cNvPr id="110" name="object 110" descr=""/>
          <p:cNvGrpSpPr/>
          <p:nvPr/>
        </p:nvGrpSpPr>
        <p:grpSpPr>
          <a:xfrm>
            <a:off x="2133231" y="3396496"/>
            <a:ext cx="393065" cy="648970"/>
            <a:chOff x="2133231" y="3396496"/>
            <a:chExt cx="393065" cy="648970"/>
          </a:xfrm>
        </p:grpSpPr>
        <p:sp>
          <p:nvSpPr>
            <p:cNvPr id="111" name="object 111" descr=""/>
            <p:cNvSpPr/>
            <p:nvPr/>
          </p:nvSpPr>
          <p:spPr>
            <a:xfrm>
              <a:off x="2229170" y="3776634"/>
              <a:ext cx="225425" cy="269240"/>
            </a:xfrm>
            <a:custGeom>
              <a:avLst/>
              <a:gdLst/>
              <a:ahLst/>
              <a:cxnLst/>
              <a:rect l="l" t="t" r="r" b="b"/>
              <a:pathLst>
                <a:path w="225425" h="269239">
                  <a:moveTo>
                    <a:pt x="205878" y="0"/>
                  </a:moveTo>
                  <a:lnTo>
                    <a:pt x="8230" y="71568"/>
                  </a:lnTo>
                  <a:lnTo>
                    <a:pt x="7279" y="96816"/>
                  </a:lnTo>
                  <a:lnTo>
                    <a:pt x="0" y="225322"/>
                  </a:lnTo>
                  <a:lnTo>
                    <a:pt x="75469" y="257923"/>
                  </a:lnTo>
                  <a:lnTo>
                    <a:pt x="124043" y="268671"/>
                  </a:lnTo>
                  <a:lnTo>
                    <a:pt x="166798" y="257459"/>
                  </a:lnTo>
                  <a:lnTo>
                    <a:pt x="224809" y="224181"/>
                  </a:lnTo>
                  <a:lnTo>
                    <a:pt x="205878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2" name="object 112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133231" y="3670130"/>
              <a:ext cx="66305" cy="139660"/>
            </a:xfrm>
            <a:prstGeom prst="rect">
              <a:avLst/>
            </a:prstGeom>
          </p:spPr>
        </p:pic>
        <p:sp>
          <p:nvSpPr>
            <p:cNvPr id="113" name="object 113" descr=""/>
            <p:cNvSpPr/>
            <p:nvPr/>
          </p:nvSpPr>
          <p:spPr>
            <a:xfrm>
              <a:off x="2173747" y="3516774"/>
              <a:ext cx="307975" cy="422909"/>
            </a:xfrm>
            <a:custGeom>
              <a:avLst/>
              <a:gdLst/>
              <a:ahLst/>
              <a:cxnLst/>
              <a:rect l="l" t="t" r="r" b="b"/>
              <a:pathLst>
                <a:path w="307975" h="422910">
                  <a:moveTo>
                    <a:pt x="179786" y="0"/>
                  </a:moveTo>
                  <a:lnTo>
                    <a:pt x="138014" y="1940"/>
                  </a:lnTo>
                  <a:lnTo>
                    <a:pt x="74606" y="10744"/>
                  </a:lnTo>
                  <a:lnTo>
                    <a:pt x="36071" y="20633"/>
                  </a:lnTo>
                  <a:lnTo>
                    <a:pt x="6204" y="44920"/>
                  </a:lnTo>
                  <a:lnTo>
                    <a:pt x="111" y="92540"/>
                  </a:lnTo>
                  <a:lnTo>
                    <a:pt x="0" y="151909"/>
                  </a:lnTo>
                  <a:lnTo>
                    <a:pt x="2446" y="215989"/>
                  </a:lnTo>
                  <a:lnTo>
                    <a:pt x="6305" y="270718"/>
                  </a:lnTo>
                  <a:lnTo>
                    <a:pt x="24711" y="329938"/>
                  </a:lnTo>
                  <a:lnTo>
                    <a:pt x="50397" y="367445"/>
                  </a:lnTo>
                  <a:lnTo>
                    <a:pt x="76358" y="401198"/>
                  </a:lnTo>
                  <a:lnTo>
                    <a:pt x="135341" y="422505"/>
                  </a:lnTo>
                  <a:lnTo>
                    <a:pt x="164883" y="422384"/>
                  </a:lnTo>
                  <a:lnTo>
                    <a:pt x="206778" y="403569"/>
                  </a:lnTo>
                  <a:lnTo>
                    <a:pt x="240340" y="369978"/>
                  </a:lnTo>
                  <a:lnTo>
                    <a:pt x="272593" y="333769"/>
                  </a:lnTo>
                  <a:lnTo>
                    <a:pt x="296837" y="278954"/>
                  </a:lnTo>
                  <a:lnTo>
                    <a:pt x="302404" y="228027"/>
                  </a:lnTo>
                  <a:lnTo>
                    <a:pt x="306343" y="175248"/>
                  </a:lnTo>
                  <a:lnTo>
                    <a:pt x="307782" y="139347"/>
                  </a:lnTo>
                  <a:lnTo>
                    <a:pt x="304233" y="111236"/>
                  </a:lnTo>
                  <a:lnTo>
                    <a:pt x="284139" y="42192"/>
                  </a:lnTo>
                  <a:lnTo>
                    <a:pt x="218495" y="5816"/>
                  </a:lnTo>
                  <a:lnTo>
                    <a:pt x="179786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4" name="object 114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2459416" y="3658385"/>
              <a:ext cx="66308" cy="139673"/>
            </a:xfrm>
            <a:prstGeom prst="rect">
              <a:avLst/>
            </a:prstGeom>
          </p:spPr>
        </p:pic>
        <p:sp>
          <p:nvSpPr>
            <p:cNvPr id="115" name="object 115" descr=""/>
            <p:cNvSpPr/>
            <p:nvPr/>
          </p:nvSpPr>
          <p:spPr>
            <a:xfrm>
              <a:off x="2168652" y="3704646"/>
              <a:ext cx="320675" cy="273685"/>
            </a:xfrm>
            <a:custGeom>
              <a:avLst/>
              <a:gdLst/>
              <a:ahLst/>
              <a:cxnLst/>
              <a:rect l="l" t="t" r="r" b="b"/>
              <a:pathLst>
                <a:path w="320675" h="273685">
                  <a:moveTo>
                    <a:pt x="320535" y="147294"/>
                  </a:moveTo>
                  <a:lnTo>
                    <a:pt x="311264" y="133032"/>
                  </a:lnTo>
                  <a:lnTo>
                    <a:pt x="306247" y="122402"/>
                  </a:lnTo>
                  <a:lnTo>
                    <a:pt x="303720" y="110109"/>
                  </a:lnTo>
                  <a:lnTo>
                    <a:pt x="301955" y="90868"/>
                  </a:lnTo>
                  <a:lnTo>
                    <a:pt x="302437" y="71704"/>
                  </a:lnTo>
                  <a:lnTo>
                    <a:pt x="304419" y="41021"/>
                  </a:lnTo>
                  <a:lnTo>
                    <a:pt x="307594" y="0"/>
                  </a:lnTo>
                  <a:lnTo>
                    <a:pt x="298856" y="17259"/>
                  </a:lnTo>
                  <a:lnTo>
                    <a:pt x="283438" y="40322"/>
                  </a:lnTo>
                  <a:lnTo>
                    <a:pt x="264223" y="70789"/>
                  </a:lnTo>
                  <a:lnTo>
                    <a:pt x="244081" y="110286"/>
                  </a:lnTo>
                  <a:lnTo>
                    <a:pt x="220548" y="143027"/>
                  </a:lnTo>
                  <a:lnTo>
                    <a:pt x="189255" y="161683"/>
                  </a:lnTo>
                  <a:lnTo>
                    <a:pt x="155524" y="168338"/>
                  </a:lnTo>
                  <a:lnTo>
                    <a:pt x="124714" y="165049"/>
                  </a:lnTo>
                  <a:lnTo>
                    <a:pt x="108991" y="166331"/>
                  </a:lnTo>
                  <a:lnTo>
                    <a:pt x="92900" y="170040"/>
                  </a:lnTo>
                  <a:lnTo>
                    <a:pt x="72809" y="162204"/>
                  </a:lnTo>
                  <a:lnTo>
                    <a:pt x="45046" y="128879"/>
                  </a:lnTo>
                  <a:lnTo>
                    <a:pt x="60350" y="131876"/>
                  </a:lnTo>
                  <a:lnTo>
                    <a:pt x="81343" y="133248"/>
                  </a:lnTo>
                  <a:lnTo>
                    <a:pt x="100914" y="133629"/>
                  </a:lnTo>
                  <a:lnTo>
                    <a:pt x="111950" y="133642"/>
                  </a:lnTo>
                  <a:lnTo>
                    <a:pt x="113258" y="132994"/>
                  </a:lnTo>
                  <a:lnTo>
                    <a:pt x="114554" y="133642"/>
                  </a:lnTo>
                  <a:lnTo>
                    <a:pt x="165214" y="131876"/>
                  </a:lnTo>
                  <a:lnTo>
                    <a:pt x="207606" y="108089"/>
                  </a:lnTo>
                  <a:lnTo>
                    <a:pt x="198399" y="110451"/>
                  </a:lnTo>
                  <a:lnTo>
                    <a:pt x="189547" y="112077"/>
                  </a:lnTo>
                  <a:lnTo>
                    <a:pt x="180225" y="112864"/>
                  </a:lnTo>
                  <a:lnTo>
                    <a:pt x="170192" y="110248"/>
                  </a:lnTo>
                  <a:lnTo>
                    <a:pt x="159219" y="104305"/>
                  </a:lnTo>
                  <a:lnTo>
                    <a:pt x="149085" y="98107"/>
                  </a:lnTo>
                  <a:lnTo>
                    <a:pt x="141541" y="94691"/>
                  </a:lnTo>
                  <a:lnTo>
                    <a:pt x="136766" y="94018"/>
                  </a:lnTo>
                  <a:lnTo>
                    <a:pt x="131584" y="94348"/>
                  </a:lnTo>
                  <a:lnTo>
                    <a:pt x="122770" y="96189"/>
                  </a:lnTo>
                  <a:lnTo>
                    <a:pt x="113245" y="98539"/>
                  </a:lnTo>
                  <a:lnTo>
                    <a:pt x="103568" y="96189"/>
                  </a:lnTo>
                  <a:lnTo>
                    <a:pt x="94589" y="94348"/>
                  </a:lnTo>
                  <a:lnTo>
                    <a:pt x="89319" y="94018"/>
                  </a:lnTo>
                  <a:lnTo>
                    <a:pt x="84455" y="94691"/>
                  </a:lnTo>
                  <a:lnTo>
                    <a:pt x="76771" y="98107"/>
                  </a:lnTo>
                  <a:lnTo>
                    <a:pt x="66446" y="104305"/>
                  </a:lnTo>
                  <a:lnTo>
                    <a:pt x="55270" y="110248"/>
                  </a:lnTo>
                  <a:lnTo>
                    <a:pt x="45059" y="112864"/>
                  </a:lnTo>
                  <a:lnTo>
                    <a:pt x="35560" y="112077"/>
                  </a:lnTo>
                  <a:lnTo>
                    <a:pt x="34086" y="111823"/>
                  </a:lnTo>
                  <a:lnTo>
                    <a:pt x="25133" y="97205"/>
                  </a:lnTo>
                  <a:lnTo>
                    <a:pt x="16179" y="80518"/>
                  </a:lnTo>
                  <a:lnTo>
                    <a:pt x="9893" y="64782"/>
                  </a:lnTo>
                  <a:lnTo>
                    <a:pt x="11709" y="91147"/>
                  </a:lnTo>
                  <a:lnTo>
                    <a:pt x="12471" y="106299"/>
                  </a:lnTo>
                  <a:lnTo>
                    <a:pt x="12331" y="115976"/>
                  </a:lnTo>
                  <a:lnTo>
                    <a:pt x="11430" y="125907"/>
                  </a:lnTo>
                  <a:lnTo>
                    <a:pt x="9131" y="136207"/>
                  </a:lnTo>
                  <a:lnTo>
                    <a:pt x="5257" y="147421"/>
                  </a:lnTo>
                  <a:lnTo>
                    <a:pt x="0" y="160121"/>
                  </a:lnTo>
                  <a:lnTo>
                    <a:pt x="19621" y="195059"/>
                  </a:lnTo>
                  <a:lnTo>
                    <a:pt x="48869" y="229031"/>
                  </a:lnTo>
                  <a:lnTo>
                    <a:pt x="82410" y="249936"/>
                  </a:lnTo>
                  <a:lnTo>
                    <a:pt x="126873" y="271449"/>
                  </a:lnTo>
                  <a:lnTo>
                    <a:pt x="143776" y="273380"/>
                  </a:lnTo>
                  <a:lnTo>
                    <a:pt x="160629" y="271221"/>
                  </a:lnTo>
                  <a:lnTo>
                    <a:pt x="213702" y="243738"/>
                  </a:lnTo>
                  <a:lnTo>
                    <a:pt x="246900" y="218617"/>
                  </a:lnTo>
                  <a:lnTo>
                    <a:pt x="281787" y="186588"/>
                  </a:lnTo>
                  <a:lnTo>
                    <a:pt x="309346" y="159016"/>
                  </a:lnTo>
                  <a:lnTo>
                    <a:pt x="320535" y="147294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2166334" y="3458775"/>
              <a:ext cx="327660" cy="269240"/>
            </a:xfrm>
            <a:custGeom>
              <a:avLst/>
              <a:gdLst/>
              <a:ahLst/>
              <a:cxnLst/>
              <a:rect l="l" t="t" r="r" b="b"/>
              <a:pathLst>
                <a:path w="327660" h="269239">
                  <a:moveTo>
                    <a:pt x="142195" y="0"/>
                  </a:moveTo>
                  <a:lnTo>
                    <a:pt x="81103" y="18905"/>
                  </a:lnTo>
                  <a:lnTo>
                    <a:pt x="34402" y="62817"/>
                  </a:lnTo>
                  <a:lnTo>
                    <a:pt x="12761" y="96551"/>
                  </a:lnTo>
                  <a:lnTo>
                    <a:pt x="2111" y="133509"/>
                  </a:lnTo>
                  <a:lnTo>
                    <a:pt x="0" y="172342"/>
                  </a:lnTo>
                  <a:lnTo>
                    <a:pt x="1370" y="197770"/>
                  </a:lnTo>
                  <a:lnTo>
                    <a:pt x="6393" y="227841"/>
                  </a:lnTo>
                  <a:lnTo>
                    <a:pt x="13868" y="185308"/>
                  </a:lnTo>
                  <a:lnTo>
                    <a:pt x="19346" y="160478"/>
                  </a:lnTo>
                  <a:lnTo>
                    <a:pt x="35063" y="125572"/>
                  </a:lnTo>
                  <a:lnTo>
                    <a:pt x="77527" y="94604"/>
                  </a:lnTo>
                  <a:lnTo>
                    <a:pt x="121217" y="84369"/>
                  </a:lnTo>
                  <a:lnTo>
                    <a:pt x="170064" y="83103"/>
                  </a:lnTo>
                  <a:lnTo>
                    <a:pt x="198103" y="84765"/>
                  </a:lnTo>
                  <a:lnTo>
                    <a:pt x="221298" y="88536"/>
                  </a:lnTo>
                  <a:lnTo>
                    <a:pt x="236049" y="101786"/>
                  </a:lnTo>
                  <a:lnTo>
                    <a:pt x="245399" y="125255"/>
                  </a:lnTo>
                  <a:lnTo>
                    <a:pt x="253866" y="149411"/>
                  </a:lnTo>
                  <a:lnTo>
                    <a:pt x="265967" y="164722"/>
                  </a:lnTo>
                  <a:lnTo>
                    <a:pt x="292334" y="190894"/>
                  </a:lnTo>
                  <a:lnTo>
                    <a:pt x="304544" y="225582"/>
                  </a:lnTo>
                  <a:lnTo>
                    <a:pt x="307947" y="255868"/>
                  </a:lnTo>
                  <a:lnTo>
                    <a:pt x="307892" y="268834"/>
                  </a:lnTo>
                  <a:lnTo>
                    <a:pt x="320289" y="206817"/>
                  </a:lnTo>
                  <a:lnTo>
                    <a:pt x="326296" y="172306"/>
                  </a:lnTo>
                  <a:lnTo>
                    <a:pt x="327601" y="152845"/>
                  </a:lnTo>
                  <a:lnTo>
                    <a:pt x="325891" y="135980"/>
                  </a:lnTo>
                  <a:lnTo>
                    <a:pt x="312517" y="93221"/>
                  </a:lnTo>
                  <a:lnTo>
                    <a:pt x="287682" y="55930"/>
                  </a:lnTo>
                  <a:lnTo>
                    <a:pt x="256437" y="27473"/>
                  </a:lnTo>
                  <a:lnTo>
                    <a:pt x="179953" y="1706"/>
                  </a:lnTo>
                  <a:lnTo>
                    <a:pt x="142195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2207194" y="3396496"/>
              <a:ext cx="256542" cy="163273"/>
            </a:xfrm>
            <a:prstGeom prst="rect">
              <a:avLst/>
            </a:prstGeom>
          </p:spPr>
        </p:pic>
      </p:grpSp>
      <p:grpSp>
        <p:nvGrpSpPr>
          <p:cNvPr id="118" name="object 118" descr=""/>
          <p:cNvGrpSpPr/>
          <p:nvPr/>
        </p:nvGrpSpPr>
        <p:grpSpPr>
          <a:xfrm>
            <a:off x="2784727" y="3377194"/>
            <a:ext cx="340360" cy="642620"/>
            <a:chOff x="2784727" y="3377194"/>
            <a:chExt cx="340360" cy="642620"/>
          </a:xfrm>
        </p:grpSpPr>
        <p:sp>
          <p:nvSpPr>
            <p:cNvPr id="119" name="object 119" descr=""/>
            <p:cNvSpPr/>
            <p:nvPr/>
          </p:nvSpPr>
          <p:spPr>
            <a:xfrm>
              <a:off x="2796611" y="3741993"/>
              <a:ext cx="328295" cy="197485"/>
            </a:xfrm>
            <a:custGeom>
              <a:avLst/>
              <a:gdLst/>
              <a:ahLst/>
              <a:cxnLst/>
              <a:rect l="l" t="t" r="r" b="b"/>
              <a:pathLst>
                <a:path w="328294" h="197485">
                  <a:moveTo>
                    <a:pt x="304137" y="0"/>
                  </a:moveTo>
                  <a:lnTo>
                    <a:pt x="163890" y="4816"/>
                  </a:lnTo>
                  <a:lnTo>
                    <a:pt x="23643" y="0"/>
                  </a:lnTo>
                  <a:lnTo>
                    <a:pt x="22137" y="33116"/>
                  </a:lnTo>
                  <a:lnTo>
                    <a:pt x="19172" y="51840"/>
                  </a:lnTo>
                  <a:lnTo>
                    <a:pt x="12532" y="63084"/>
                  </a:lnTo>
                  <a:lnTo>
                    <a:pt x="0" y="73767"/>
                  </a:lnTo>
                  <a:lnTo>
                    <a:pt x="7199" y="96264"/>
                  </a:lnTo>
                  <a:lnTo>
                    <a:pt x="48009" y="151628"/>
                  </a:lnTo>
                  <a:lnTo>
                    <a:pt x="81536" y="175587"/>
                  </a:lnTo>
                  <a:lnTo>
                    <a:pt x="119657" y="189267"/>
                  </a:lnTo>
                  <a:lnTo>
                    <a:pt x="163890" y="196884"/>
                  </a:lnTo>
                  <a:lnTo>
                    <a:pt x="210322" y="193237"/>
                  </a:lnTo>
                  <a:lnTo>
                    <a:pt x="257399" y="174852"/>
                  </a:lnTo>
                  <a:lnTo>
                    <a:pt x="302694" y="122575"/>
                  </a:lnTo>
                  <a:lnTo>
                    <a:pt x="325419" y="80304"/>
                  </a:lnTo>
                  <a:lnTo>
                    <a:pt x="327780" y="73767"/>
                  </a:lnTo>
                  <a:lnTo>
                    <a:pt x="314964" y="55093"/>
                  </a:lnTo>
                  <a:lnTo>
                    <a:pt x="307850" y="30530"/>
                  </a:lnTo>
                  <a:lnTo>
                    <a:pt x="304790" y="9143"/>
                  </a:lnTo>
                  <a:lnTo>
                    <a:pt x="304137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2856904" y="3682233"/>
              <a:ext cx="267937" cy="337327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2784727" y="3682233"/>
              <a:ext cx="49530" cy="129539"/>
            </a:xfrm>
            <a:custGeom>
              <a:avLst/>
              <a:gdLst/>
              <a:ahLst/>
              <a:cxnLst/>
              <a:rect l="l" t="t" r="r" b="b"/>
              <a:pathLst>
                <a:path w="49530" h="129539">
                  <a:moveTo>
                    <a:pt x="13497" y="0"/>
                  </a:moveTo>
                  <a:lnTo>
                    <a:pt x="8107" y="3075"/>
                  </a:lnTo>
                  <a:lnTo>
                    <a:pt x="2861" y="19953"/>
                  </a:lnTo>
                  <a:lnTo>
                    <a:pt x="76" y="52396"/>
                  </a:lnTo>
                  <a:lnTo>
                    <a:pt x="0" y="86170"/>
                  </a:lnTo>
                  <a:lnTo>
                    <a:pt x="2882" y="107041"/>
                  </a:lnTo>
                  <a:lnTo>
                    <a:pt x="12660" y="115953"/>
                  </a:lnTo>
                  <a:lnTo>
                    <a:pt x="28415" y="122983"/>
                  </a:lnTo>
                  <a:lnTo>
                    <a:pt x="43063" y="127593"/>
                  </a:lnTo>
                  <a:lnTo>
                    <a:pt x="49519" y="129249"/>
                  </a:lnTo>
                  <a:lnTo>
                    <a:pt x="42306" y="96461"/>
                  </a:lnTo>
                  <a:lnTo>
                    <a:pt x="39402" y="73597"/>
                  </a:lnTo>
                  <a:lnTo>
                    <a:pt x="40358" y="49916"/>
                  </a:lnTo>
                  <a:lnTo>
                    <a:pt x="44724" y="14677"/>
                  </a:lnTo>
                  <a:lnTo>
                    <a:pt x="28372" y="4713"/>
                  </a:lnTo>
                  <a:lnTo>
                    <a:pt x="19108" y="183"/>
                  </a:lnTo>
                  <a:lnTo>
                    <a:pt x="13497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2796618" y="3466766"/>
              <a:ext cx="321310" cy="423545"/>
            </a:xfrm>
            <a:custGeom>
              <a:avLst/>
              <a:gdLst/>
              <a:ahLst/>
              <a:cxnLst/>
              <a:rect l="l" t="t" r="r" b="b"/>
              <a:pathLst>
                <a:path w="321310" h="423545">
                  <a:moveTo>
                    <a:pt x="118312" y="0"/>
                  </a:moveTo>
                  <a:lnTo>
                    <a:pt x="29475" y="44641"/>
                  </a:lnTo>
                  <a:lnTo>
                    <a:pt x="4605" y="103724"/>
                  </a:lnTo>
                  <a:lnTo>
                    <a:pt x="0" y="144680"/>
                  </a:lnTo>
                  <a:lnTo>
                    <a:pt x="1518" y="190927"/>
                  </a:lnTo>
                  <a:lnTo>
                    <a:pt x="5981" y="237168"/>
                  </a:lnTo>
                  <a:lnTo>
                    <a:pt x="13252" y="279701"/>
                  </a:lnTo>
                  <a:lnTo>
                    <a:pt x="30023" y="329608"/>
                  </a:lnTo>
                  <a:lnTo>
                    <a:pt x="52618" y="363220"/>
                  </a:lnTo>
                  <a:lnTo>
                    <a:pt x="84861" y="402440"/>
                  </a:lnTo>
                  <a:lnTo>
                    <a:pt x="120474" y="418579"/>
                  </a:lnTo>
                  <a:lnTo>
                    <a:pt x="156288" y="423216"/>
                  </a:lnTo>
                  <a:lnTo>
                    <a:pt x="213471" y="410632"/>
                  </a:lnTo>
                  <a:lnTo>
                    <a:pt x="251271" y="384611"/>
                  </a:lnTo>
                  <a:lnTo>
                    <a:pt x="286200" y="335146"/>
                  </a:lnTo>
                  <a:lnTo>
                    <a:pt x="305794" y="252550"/>
                  </a:lnTo>
                  <a:lnTo>
                    <a:pt x="314987" y="194023"/>
                  </a:lnTo>
                  <a:lnTo>
                    <a:pt x="319780" y="148492"/>
                  </a:lnTo>
                  <a:lnTo>
                    <a:pt x="321263" y="106453"/>
                  </a:lnTo>
                  <a:lnTo>
                    <a:pt x="318604" y="81272"/>
                  </a:lnTo>
                  <a:lnTo>
                    <a:pt x="289509" y="41280"/>
                  </a:lnTo>
                  <a:lnTo>
                    <a:pt x="202343" y="3746"/>
                  </a:lnTo>
                  <a:lnTo>
                    <a:pt x="118312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2826291" y="3436994"/>
              <a:ext cx="257175" cy="142240"/>
            </a:xfrm>
            <a:custGeom>
              <a:avLst/>
              <a:gdLst/>
              <a:ahLst/>
              <a:cxnLst/>
              <a:rect l="l" t="t" r="r" b="b"/>
              <a:pathLst>
                <a:path w="257175" h="142239">
                  <a:moveTo>
                    <a:pt x="113312" y="0"/>
                  </a:moveTo>
                  <a:lnTo>
                    <a:pt x="65326" y="9880"/>
                  </a:lnTo>
                  <a:lnTo>
                    <a:pt x="23306" y="26445"/>
                  </a:lnTo>
                  <a:lnTo>
                    <a:pt x="3324" y="37955"/>
                  </a:lnTo>
                  <a:lnTo>
                    <a:pt x="0" y="49799"/>
                  </a:lnTo>
                  <a:lnTo>
                    <a:pt x="7956" y="67365"/>
                  </a:lnTo>
                  <a:lnTo>
                    <a:pt x="35189" y="96962"/>
                  </a:lnTo>
                  <a:lnTo>
                    <a:pt x="70108" y="124828"/>
                  </a:lnTo>
                  <a:lnTo>
                    <a:pt x="113175" y="141918"/>
                  </a:lnTo>
                  <a:lnTo>
                    <a:pt x="164851" y="139185"/>
                  </a:lnTo>
                  <a:lnTo>
                    <a:pt x="210793" y="119687"/>
                  </a:lnTo>
                  <a:lnTo>
                    <a:pt x="238891" y="95346"/>
                  </a:lnTo>
                  <a:lnTo>
                    <a:pt x="252955" y="70388"/>
                  </a:lnTo>
                  <a:lnTo>
                    <a:pt x="256796" y="49041"/>
                  </a:lnTo>
                  <a:lnTo>
                    <a:pt x="243902" y="29263"/>
                  </a:lnTo>
                  <a:lnTo>
                    <a:pt x="210454" y="12574"/>
                  </a:lnTo>
                  <a:lnTo>
                    <a:pt x="164306" y="1859"/>
                  </a:lnTo>
                  <a:lnTo>
                    <a:pt x="113312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4" name="object 12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919072" y="3377194"/>
              <a:ext cx="92647" cy="103034"/>
            </a:xfrm>
            <a:prstGeom prst="rect">
              <a:avLst/>
            </a:prstGeom>
          </p:spPr>
        </p:pic>
      </p:grpSp>
      <p:grpSp>
        <p:nvGrpSpPr>
          <p:cNvPr id="125" name="object 125" descr=""/>
          <p:cNvGrpSpPr/>
          <p:nvPr/>
        </p:nvGrpSpPr>
        <p:grpSpPr>
          <a:xfrm>
            <a:off x="3383848" y="3422260"/>
            <a:ext cx="376555" cy="586740"/>
            <a:chOff x="3383848" y="3422260"/>
            <a:chExt cx="376555" cy="586740"/>
          </a:xfrm>
        </p:grpSpPr>
        <p:sp>
          <p:nvSpPr>
            <p:cNvPr id="126" name="object 126" descr=""/>
            <p:cNvSpPr/>
            <p:nvPr/>
          </p:nvSpPr>
          <p:spPr>
            <a:xfrm>
              <a:off x="3472436" y="3512695"/>
              <a:ext cx="276225" cy="392430"/>
            </a:xfrm>
            <a:custGeom>
              <a:avLst/>
              <a:gdLst/>
              <a:ahLst/>
              <a:cxnLst/>
              <a:rect l="l" t="t" r="r" b="b"/>
              <a:pathLst>
                <a:path w="276225" h="392429">
                  <a:moveTo>
                    <a:pt x="177245" y="0"/>
                  </a:moveTo>
                  <a:lnTo>
                    <a:pt x="138027" y="1822"/>
                  </a:lnTo>
                  <a:lnTo>
                    <a:pt x="78495" y="10087"/>
                  </a:lnTo>
                  <a:lnTo>
                    <a:pt x="41179" y="18498"/>
                  </a:lnTo>
                  <a:lnTo>
                    <a:pt x="8126" y="37460"/>
                  </a:lnTo>
                  <a:lnTo>
                    <a:pt x="927" y="82237"/>
                  </a:lnTo>
                  <a:lnTo>
                    <a:pt x="0" y="140206"/>
                  </a:lnTo>
                  <a:lnTo>
                    <a:pt x="1316" y="203028"/>
                  </a:lnTo>
                  <a:lnTo>
                    <a:pt x="4118" y="256637"/>
                  </a:lnTo>
                  <a:lnTo>
                    <a:pt x="24383" y="312063"/>
                  </a:lnTo>
                  <a:lnTo>
                    <a:pt x="55814" y="344848"/>
                  </a:lnTo>
                  <a:lnTo>
                    <a:pt x="87503" y="374108"/>
                  </a:lnTo>
                  <a:lnTo>
                    <a:pt x="137696" y="392276"/>
                  </a:lnTo>
                  <a:lnTo>
                    <a:pt x="159588" y="391659"/>
                  </a:lnTo>
                  <a:lnTo>
                    <a:pt x="195187" y="373763"/>
                  </a:lnTo>
                  <a:lnTo>
                    <a:pt x="224331" y="342229"/>
                  </a:lnTo>
                  <a:lnTo>
                    <a:pt x="252247" y="308236"/>
                  </a:lnTo>
                  <a:lnTo>
                    <a:pt x="272579" y="257360"/>
                  </a:lnTo>
                  <a:lnTo>
                    <a:pt x="274819" y="210848"/>
                  </a:lnTo>
                  <a:lnTo>
                    <a:pt x="275528" y="162596"/>
                  </a:lnTo>
                  <a:lnTo>
                    <a:pt x="275607" y="103297"/>
                  </a:lnTo>
                  <a:lnTo>
                    <a:pt x="274934" y="70378"/>
                  </a:lnTo>
                  <a:lnTo>
                    <a:pt x="271796" y="39399"/>
                  </a:lnTo>
                  <a:lnTo>
                    <a:pt x="264490" y="19039"/>
                  </a:lnTo>
                  <a:lnTo>
                    <a:pt x="213587" y="5459"/>
                  </a:lnTo>
                  <a:lnTo>
                    <a:pt x="177245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495868" y="3683320"/>
              <a:ext cx="264160" cy="245110"/>
            </a:xfrm>
            <a:custGeom>
              <a:avLst/>
              <a:gdLst/>
              <a:ahLst/>
              <a:cxnLst/>
              <a:rect l="l" t="t" r="r" b="b"/>
              <a:pathLst>
                <a:path w="264160" h="245110">
                  <a:moveTo>
                    <a:pt x="209502" y="0"/>
                  </a:moveTo>
                  <a:lnTo>
                    <a:pt x="159143" y="2418"/>
                  </a:lnTo>
                  <a:lnTo>
                    <a:pt x="97997" y="11980"/>
                  </a:lnTo>
                  <a:lnTo>
                    <a:pt x="44709" y="33214"/>
                  </a:lnTo>
                  <a:lnTo>
                    <a:pt x="12159" y="57957"/>
                  </a:lnTo>
                  <a:lnTo>
                    <a:pt x="0" y="88229"/>
                  </a:lnTo>
                  <a:lnTo>
                    <a:pt x="7050" y="143854"/>
                  </a:lnTo>
                  <a:lnTo>
                    <a:pt x="32133" y="244653"/>
                  </a:lnTo>
                  <a:lnTo>
                    <a:pt x="171448" y="244653"/>
                  </a:lnTo>
                  <a:lnTo>
                    <a:pt x="206567" y="214592"/>
                  </a:lnTo>
                  <a:lnTo>
                    <a:pt x="250481" y="169363"/>
                  </a:lnTo>
                  <a:lnTo>
                    <a:pt x="264127" y="131177"/>
                  </a:lnTo>
                  <a:lnTo>
                    <a:pt x="264022" y="97055"/>
                  </a:lnTo>
                  <a:lnTo>
                    <a:pt x="248330" y="83120"/>
                  </a:lnTo>
                  <a:lnTo>
                    <a:pt x="239601" y="68386"/>
                  </a:lnTo>
                  <a:lnTo>
                    <a:pt x="234684" y="43772"/>
                  </a:lnTo>
                  <a:lnTo>
                    <a:pt x="230431" y="199"/>
                  </a:lnTo>
                  <a:lnTo>
                    <a:pt x="209502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421965" y="3665314"/>
              <a:ext cx="264038" cy="343585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3413544" y="3445361"/>
              <a:ext cx="326390" cy="431800"/>
            </a:xfrm>
            <a:custGeom>
              <a:avLst/>
              <a:gdLst/>
              <a:ahLst/>
              <a:cxnLst/>
              <a:rect l="l" t="t" r="r" b="b"/>
              <a:pathLst>
                <a:path w="326389" h="431800">
                  <a:moveTo>
                    <a:pt x="178413" y="0"/>
                  </a:moveTo>
                  <a:lnTo>
                    <a:pt x="126682" y="3510"/>
                  </a:lnTo>
                  <a:lnTo>
                    <a:pt x="84555" y="8771"/>
                  </a:lnTo>
                  <a:lnTo>
                    <a:pt x="30643" y="41495"/>
                  </a:lnTo>
                  <a:lnTo>
                    <a:pt x="7712" y="83480"/>
                  </a:lnTo>
                  <a:lnTo>
                    <a:pt x="0" y="147845"/>
                  </a:lnTo>
                  <a:lnTo>
                    <a:pt x="3084" y="194905"/>
                  </a:lnTo>
                  <a:lnTo>
                    <a:pt x="7460" y="242011"/>
                  </a:lnTo>
                  <a:lnTo>
                    <a:pt x="14012" y="285358"/>
                  </a:lnTo>
                  <a:lnTo>
                    <a:pt x="30575" y="336205"/>
                  </a:lnTo>
                  <a:lnTo>
                    <a:pt x="53591" y="370450"/>
                  </a:lnTo>
                  <a:lnTo>
                    <a:pt x="86441" y="410392"/>
                  </a:lnTo>
                  <a:lnTo>
                    <a:pt x="122713" y="426828"/>
                  </a:lnTo>
                  <a:lnTo>
                    <a:pt x="159188" y="431554"/>
                  </a:lnTo>
                  <a:lnTo>
                    <a:pt x="217431" y="418736"/>
                  </a:lnTo>
                  <a:lnTo>
                    <a:pt x="255933" y="392231"/>
                  </a:lnTo>
                  <a:lnTo>
                    <a:pt x="291509" y="341850"/>
                  </a:lnTo>
                  <a:lnTo>
                    <a:pt x="311466" y="257722"/>
                  </a:lnTo>
                  <a:lnTo>
                    <a:pt x="320829" y="198108"/>
                  </a:lnTo>
                  <a:lnTo>
                    <a:pt x="325707" y="151730"/>
                  </a:lnTo>
                  <a:lnTo>
                    <a:pt x="325874" y="144882"/>
                  </a:lnTo>
                  <a:lnTo>
                    <a:pt x="323045" y="92229"/>
                  </a:lnTo>
                  <a:lnTo>
                    <a:pt x="309935" y="50166"/>
                  </a:lnTo>
                  <a:lnTo>
                    <a:pt x="279804" y="19803"/>
                  </a:lnTo>
                  <a:lnTo>
                    <a:pt x="225909" y="2248"/>
                  </a:lnTo>
                  <a:lnTo>
                    <a:pt x="178413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3686978" y="3666913"/>
              <a:ext cx="63500" cy="127000"/>
            </a:xfrm>
            <a:custGeom>
              <a:avLst/>
              <a:gdLst/>
              <a:ahLst/>
              <a:cxnLst/>
              <a:rect l="l" t="t" r="r" b="b"/>
              <a:pathLst>
                <a:path w="63500" h="127000">
                  <a:moveTo>
                    <a:pt x="49515" y="0"/>
                  </a:moveTo>
                  <a:lnTo>
                    <a:pt x="7775" y="49747"/>
                  </a:lnTo>
                  <a:lnTo>
                    <a:pt x="0" y="96561"/>
                  </a:lnTo>
                  <a:lnTo>
                    <a:pt x="2675" y="126697"/>
                  </a:lnTo>
                  <a:lnTo>
                    <a:pt x="41605" y="117845"/>
                  </a:lnTo>
                  <a:lnTo>
                    <a:pt x="62246" y="55163"/>
                  </a:lnTo>
                  <a:lnTo>
                    <a:pt x="63471" y="22017"/>
                  </a:lnTo>
                  <a:lnTo>
                    <a:pt x="60275" y="4303"/>
                  </a:lnTo>
                  <a:lnTo>
                    <a:pt x="55210" y="516"/>
                  </a:lnTo>
                  <a:lnTo>
                    <a:pt x="49515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3429321" y="3422260"/>
              <a:ext cx="285115" cy="132715"/>
            </a:xfrm>
            <a:custGeom>
              <a:avLst/>
              <a:gdLst/>
              <a:ahLst/>
              <a:cxnLst/>
              <a:rect l="l" t="t" r="r" b="b"/>
              <a:pathLst>
                <a:path w="285114" h="132714">
                  <a:moveTo>
                    <a:pt x="151156" y="0"/>
                  </a:moveTo>
                  <a:lnTo>
                    <a:pt x="94593" y="4660"/>
                  </a:lnTo>
                  <a:lnTo>
                    <a:pt x="51116" y="16407"/>
                  </a:lnTo>
                  <a:lnTo>
                    <a:pt x="3401" y="55778"/>
                  </a:lnTo>
                  <a:lnTo>
                    <a:pt x="0" y="81506"/>
                  </a:lnTo>
                  <a:lnTo>
                    <a:pt x="12610" y="107121"/>
                  </a:lnTo>
                  <a:lnTo>
                    <a:pt x="43087" y="126160"/>
                  </a:lnTo>
                  <a:lnTo>
                    <a:pt x="93283" y="132163"/>
                  </a:lnTo>
                  <a:lnTo>
                    <a:pt x="142182" y="128816"/>
                  </a:lnTo>
                  <a:lnTo>
                    <a:pt x="200211" y="112432"/>
                  </a:lnTo>
                  <a:lnTo>
                    <a:pt x="257048" y="79563"/>
                  </a:lnTo>
                  <a:lnTo>
                    <a:pt x="284827" y="60029"/>
                  </a:lnTo>
                  <a:lnTo>
                    <a:pt x="283001" y="40484"/>
                  </a:lnTo>
                  <a:lnTo>
                    <a:pt x="255969" y="20755"/>
                  </a:lnTo>
                  <a:lnTo>
                    <a:pt x="209949" y="5657"/>
                  </a:lnTo>
                  <a:lnTo>
                    <a:pt x="151156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383848" y="3428548"/>
              <a:ext cx="88183" cy="73103"/>
            </a:xfrm>
            <a:prstGeom prst="rect">
              <a:avLst/>
            </a:prstGeom>
          </p:spPr>
        </p:pic>
      </p:grpSp>
      <p:grpSp>
        <p:nvGrpSpPr>
          <p:cNvPr id="133" name="object 133" descr=""/>
          <p:cNvGrpSpPr/>
          <p:nvPr/>
        </p:nvGrpSpPr>
        <p:grpSpPr>
          <a:xfrm>
            <a:off x="1468758" y="4204461"/>
            <a:ext cx="427355" cy="572135"/>
            <a:chOff x="1468758" y="4204461"/>
            <a:chExt cx="427355" cy="572135"/>
          </a:xfrm>
        </p:grpSpPr>
        <p:pic>
          <p:nvPicPr>
            <p:cNvPr id="134" name="object 134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561565" y="4532393"/>
              <a:ext cx="234495" cy="243953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1493551" y="4245373"/>
              <a:ext cx="387985" cy="447675"/>
            </a:xfrm>
            <a:custGeom>
              <a:avLst/>
              <a:gdLst/>
              <a:ahLst/>
              <a:cxnLst/>
              <a:rect l="l" t="t" r="r" b="b"/>
              <a:pathLst>
                <a:path w="387985" h="447675">
                  <a:moveTo>
                    <a:pt x="262660" y="0"/>
                  </a:moveTo>
                  <a:lnTo>
                    <a:pt x="206709" y="1059"/>
                  </a:lnTo>
                  <a:lnTo>
                    <a:pt x="149328" y="14643"/>
                  </a:lnTo>
                  <a:lnTo>
                    <a:pt x="99224" y="35577"/>
                  </a:lnTo>
                  <a:lnTo>
                    <a:pt x="65106" y="58689"/>
                  </a:lnTo>
                  <a:lnTo>
                    <a:pt x="34527" y="113065"/>
                  </a:lnTo>
                  <a:lnTo>
                    <a:pt x="17904" y="164843"/>
                  </a:lnTo>
                  <a:lnTo>
                    <a:pt x="8829" y="233172"/>
                  </a:lnTo>
                  <a:lnTo>
                    <a:pt x="3163" y="291438"/>
                  </a:lnTo>
                  <a:lnTo>
                    <a:pt x="0" y="355019"/>
                  </a:lnTo>
                  <a:lnTo>
                    <a:pt x="1778" y="415851"/>
                  </a:lnTo>
                  <a:lnTo>
                    <a:pt x="5488" y="428529"/>
                  </a:lnTo>
                  <a:lnTo>
                    <a:pt x="12694" y="437071"/>
                  </a:lnTo>
                  <a:lnTo>
                    <a:pt x="21589" y="442828"/>
                  </a:lnTo>
                  <a:lnTo>
                    <a:pt x="30364" y="447148"/>
                  </a:lnTo>
                  <a:lnTo>
                    <a:pt x="60063" y="446539"/>
                  </a:lnTo>
                  <a:lnTo>
                    <a:pt x="116512" y="439008"/>
                  </a:lnTo>
                  <a:lnTo>
                    <a:pt x="175071" y="428181"/>
                  </a:lnTo>
                  <a:lnTo>
                    <a:pt x="227035" y="398149"/>
                  </a:lnTo>
                  <a:lnTo>
                    <a:pt x="249985" y="338208"/>
                  </a:lnTo>
                  <a:lnTo>
                    <a:pt x="253509" y="325518"/>
                  </a:lnTo>
                  <a:lnTo>
                    <a:pt x="290859" y="325518"/>
                  </a:lnTo>
                  <a:lnTo>
                    <a:pt x="340045" y="327240"/>
                  </a:lnTo>
                  <a:lnTo>
                    <a:pt x="366536" y="317187"/>
                  </a:lnTo>
                  <a:lnTo>
                    <a:pt x="379414" y="285796"/>
                  </a:lnTo>
                  <a:lnTo>
                    <a:pt x="387767" y="223501"/>
                  </a:lnTo>
                  <a:lnTo>
                    <a:pt x="387220" y="172679"/>
                  </a:lnTo>
                  <a:lnTo>
                    <a:pt x="375685" y="122911"/>
                  </a:lnTo>
                  <a:lnTo>
                    <a:pt x="355311" y="77479"/>
                  </a:lnTo>
                  <a:lnTo>
                    <a:pt x="328249" y="39662"/>
                  </a:lnTo>
                  <a:lnTo>
                    <a:pt x="296648" y="12742"/>
                  </a:lnTo>
                  <a:lnTo>
                    <a:pt x="262660" y="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1539686" y="4232659"/>
              <a:ext cx="356235" cy="373380"/>
            </a:xfrm>
            <a:custGeom>
              <a:avLst/>
              <a:gdLst/>
              <a:ahLst/>
              <a:cxnLst/>
              <a:rect l="l" t="t" r="r" b="b"/>
              <a:pathLst>
                <a:path w="356235" h="373379">
                  <a:moveTo>
                    <a:pt x="200927" y="0"/>
                  </a:moveTo>
                  <a:lnTo>
                    <a:pt x="151083" y="5985"/>
                  </a:lnTo>
                  <a:lnTo>
                    <a:pt x="101152" y="18554"/>
                  </a:lnTo>
                  <a:lnTo>
                    <a:pt x="56050" y="38144"/>
                  </a:lnTo>
                  <a:lnTo>
                    <a:pt x="20694" y="65189"/>
                  </a:lnTo>
                  <a:lnTo>
                    <a:pt x="0" y="100125"/>
                  </a:lnTo>
                  <a:lnTo>
                    <a:pt x="54943" y="81011"/>
                  </a:lnTo>
                  <a:lnTo>
                    <a:pt x="84583" y="75260"/>
                  </a:lnTo>
                  <a:lnTo>
                    <a:pt x="99114" y="83431"/>
                  </a:lnTo>
                  <a:lnTo>
                    <a:pt x="108729" y="106083"/>
                  </a:lnTo>
                  <a:lnTo>
                    <a:pt x="118673" y="142952"/>
                  </a:lnTo>
                  <a:lnTo>
                    <a:pt x="127983" y="185693"/>
                  </a:lnTo>
                  <a:lnTo>
                    <a:pt x="137563" y="222708"/>
                  </a:lnTo>
                  <a:lnTo>
                    <a:pt x="148320" y="242403"/>
                  </a:lnTo>
                  <a:lnTo>
                    <a:pt x="161022" y="244907"/>
                  </a:lnTo>
                  <a:lnTo>
                    <a:pt x="174041" y="241623"/>
                  </a:lnTo>
                  <a:lnTo>
                    <a:pt x="184657" y="237868"/>
                  </a:lnTo>
                  <a:lnTo>
                    <a:pt x="190151" y="238958"/>
                  </a:lnTo>
                  <a:lnTo>
                    <a:pt x="192702" y="243409"/>
                  </a:lnTo>
                  <a:lnTo>
                    <a:pt x="195974" y="248049"/>
                  </a:lnTo>
                  <a:lnTo>
                    <a:pt x="199452" y="255647"/>
                  </a:lnTo>
                  <a:lnTo>
                    <a:pt x="202622" y="268968"/>
                  </a:lnTo>
                  <a:lnTo>
                    <a:pt x="204517" y="294903"/>
                  </a:lnTo>
                  <a:lnTo>
                    <a:pt x="205002" y="329716"/>
                  </a:lnTo>
                  <a:lnTo>
                    <a:pt x="204548" y="373352"/>
                  </a:lnTo>
                  <a:lnTo>
                    <a:pt x="246554" y="362496"/>
                  </a:lnTo>
                  <a:lnTo>
                    <a:pt x="286195" y="348229"/>
                  </a:lnTo>
                  <a:lnTo>
                    <a:pt x="320599" y="315683"/>
                  </a:lnTo>
                  <a:lnTo>
                    <a:pt x="336671" y="280202"/>
                  </a:lnTo>
                  <a:lnTo>
                    <a:pt x="348952" y="242276"/>
                  </a:lnTo>
                  <a:lnTo>
                    <a:pt x="356051" y="212393"/>
                  </a:lnTo>
                  <a:lnTo>
                    <a:pt x="353826" y="174437"/>
                  </a:lnTo>
                  <a:lnTo>
                    <a:pt x="341466" y="117268"/>
                  </a:lnTo>
                  <a:lnTo>
                    <a:pt x="322579" y="58862"/>
                  </a:lnTo>
                  <a:lnTo>
                    <a:pt x="300776" y="17195"/>
                  </a:lnTo>
                  <a:lnTo>
                    <a:pt x="245768" y="163"/>
                  </a:lnTo>
                  <a:lnTo>
                    <a:pt x="200927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7" name="object 137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727140" y="4424368"/>
              <a:ext cx="72568" cy="137390"/>
            </a:xfrm>
            <a:prstGeom prst="rect">
              <a:avLst/>
            </a:prstGeom>
          </p:spPr>
        </p:pic>
        <p:sp>
          <p:nvSpPr>
            <p:cNvPr id="138" name="object 138" descr=""/>
            <p:cNvSpPr/>
            <p:nvPr/>
          </p:nvSpPr>
          <p:spPr>
            <a:xfrm>
              <a:off x="1484174" y="4467817"/>
              <a:ext cx="264795" cy="266065"/>
            </a:xfrm>
            <a:custGeom>
              <a:avLst/>
              <a:gdLst/>
              <a:ahLst/>
              <a:cxnLst/>
              <a:rect l="l" t="t" r="r" b="b"/>
              <a:pathLst>
                <a:path w="264794" h="266064">
                  <a:moveTo>
                    <a:pt x="246183" y="0"/>
                  </a:moveTo>
                  <a:lnTo>
                    <a:pt x="203828" y="7245"/>
                  </a:lnTo>
                  <a:lnTo>
                    <a:pt x="196605" y="45011"/>
                  </a:lnTo>
                  <a:lnTo>
                    <a:pt x="191119" y="65212"/>
                  </a:lnTo>
                  <a:lnTo>
                    <a:pt x="184600" y="74702"/>
                  </a:lnTo>
                  <a:lnTo>
                    <a:pt x="174279" y="80332"/>
                  </a:lnTo>
                  <a:lnTo>
                    <a:pt x="148832" y="82143"/>
                  </a:lnTo>
                  <a:lnTo>
                    <a:pt x="108883" y="78551"/>
                  </a:lnTo>
                  <a:lnTo>
                    <a:pt x="69587" y="73967"/>
                  </a:lnTo>
                  <a:lnTo>
                    <a:pt x="46094" y="72804"/>
                  </a:lnTo>
                  <a:lnTo>
                    <a:pt x="11153" y="88918"/>
                  </a:lnTo>
                  <a:lnTo>
                    <a:pt x="6423" y="141206"/>
                  </a:lnTo>
                  <a:lnTo>
                    <a:pt x="1708" y="183041"/>
                  </a:lnTo>
                  <a:lnTo>
                    <a:pt x="0" y="212093"/>
                  </a:lnTo>
                  <a:lnTo>
                    <a:pt x="3783" y="237323"/>
                  </a:lnTo>
                  <a:lnTo>
                    <a:pt x="15798" y="256053"/>
                  </a:lnTo>
                  <a:lnTo>
                    <a:pt x="38786" y="265604"/>
                  </a:lnTo>
                  <a:lnTo>
                    <a:pt x="81296" y="264448"/>
                  </a:lnTo>
                  <a:lnTo>
                    <a:pt x="138496" y="254746"/>
                  </a:lnTo>
                  <a:lnTo>
                    <a:pt x="193028" y="239350"/>
                  </a:lnTo>
                  <a:lnTo>
                    <a:pt x="227534" y="221113"/>
                  </a:lnTo>
                  <a:lnTo>
                    <a:pt x="255316" y="146008"/>
                  </a:lnTo>
                  <a:lnTo>
                    <a:pt x="262140" y="106649"/>
                  </a:lnTo>
                  <a:lnTo>
                    <a:pt x="264391" y="89609"/>
                  </a:lnTo>
                  <a:lnTo>
                    <a:pt x="253887" y="83454"/>
                  </a:lnTo>
                  <a:lnTo>
                    <a:pt x="248635" y="77830"/>
                  </a:lnTo>
                  <a:lnTo>
                    <a:pt x="247063" y="69519"/>
                  </a:lnTo>
                  <a:lnTo>
                    <a:pt x="247596" y="55307"/>
                  </a:lnTo>
                  <a:lnTo>
                    <a:pt x="247976" y="36408"/>
                  </a:lnTo>
                  <a:lnTo>
                    <a:pt x="247423" y="18536"/>
                  </a:lnTo>
                  <a:lnTo>
                    <a:pt x="246183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468758" y="4468874"/>
              <a:ext cx="61594" cy="79375"/>
            </a:xfrm>
            <a:custGeom>
              <a:avLst/>
              <a:gdLst/>
              <a:ahLst/>
              <a:cxnLst/>
              <a:rect l="l" t="t" r="r" b="b"/>
              <a:pathLst>
                <a:path w="61594" h="79375">
                  <a:moveTo>
                    <a:pt x="41579" y="0"/>
                  </a:moveTo>
                  <a:lnTo>
                    <a:pt x="30762" y="6896"/>
                  </a:lnTo>
                  <a:lnTo>
                    <a:pt x="16949" y="21971"/>
                  </a:lnTo>
                  <a:lnTo>
                    <a:pt x="5056" y="38874"/>
                  </a:lnTo>
                  <a:lnTo>
                    <a:pt x="0" y="51254"/>
                  </a:lnTo>
                  <a:lnTo>
                    <a:pt x="4361" y="60225"/>
                  </a:lnTo>
                  <a:lnTo>
                    <a:pt x="14338" y="69507"/>
                  </a:lnTo>
                  <a:lnTo>
                    <a:pt x="25271" y="76662"/>
                  </a:lnTo>
                  <a:lnTo>
                    <a:pt x="32501" y="79254"/>
                  </a:lnTo>
                  <a:lnTo>
                    <a:pt x="39190" y="75293"/>
                  </a:lnTo>
                  <a:lnTo>
                    <a:pt x="48925" y="66834"/>
                  </a:lnTo>
                  <a:lnTo>
                    <a:pt x="57701" y="57501"/>
                  </a:lnTo>
                  <a:lnTo>
                    <a:pt x="61516" y="50919"/>
                  </a:lnTo>
                  <a:lnTo>
                    <a:pt x="59208" y="40643"/>
                  </a:lnTo>
                  <a:lnTo>
                    <a:pt x="53699" y="23268"/>
                  </a:lnTo>
                  <a:lnTo>
                    <a:pt x="47115" y="6990"/>
                  </a:lnTo>
                  <a:lnTo>
                    <a:pt x="41579" y="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1504426" y="4204461"/>
              <a:ext cx="380365" cy="187325"/>
            </a:xfrm>
            <a:custGeom>
              <a:avLst/>
              <a:gdLst/>
              <a:ahLst/>
              <a:cxnLst/>
              <a:rect l="l" t="t" r="r" b="b"/>
              <a:pathLst>
                <a:path w="380364" h="187325">
                  <a:moveTo>
                    <a:pt x="186849" y="0"/>
                  </a:moveTo>
                  <a:lnTo>
                    <a:pt x="132452" y="5846"/>
                  </a:lnTo>
                  <a:lnTo>
                    <a:pt x="91583" y="17834"/>
                  </a:lnTo>
                  <a:lnTo>
                    <a:pt x="34579" y="59505"/>
                  </a:lnTo>
                  <a:lnTo>
                    <a:pt x="16403" y="93487"/>
                  </a:lnTo>
                  <a:lnTo>
                    <a:pt x="0" y="144627"/>
                  </a:lnTo>
                  <a:lnTo>
                    <a:pt x="1074" y="162578"/>
                  </a:lnTo>
                  <a:lnTo>
                    <a:pt x="7179" y="187159"/>
                  </a:lnTo>
                  <a:lnTo>
                    <a:pt x="7981" y="180271"/>
                  </a:lnTo>
                  <a:lnTo>
                    <a:pt x="11659" y="163887"/>
                  </a:lnTo>
                  <a:lnTo>
                    <a:pt x="20117" y="144430"/>
                  </a:lnTo>
                  <a:lnTo>
                    <a:pt x="35262" y="128323"/>
                  </a:lnTo>
                  <a:lnTo>
                    <a:pt x="59009" y="119638"/>
                  </a:lnTo>
                  <a:lnTo>
                    <a:pt x="91251" y="117955"/>
                  </a:lnTo>
                  <a:lnTo>
                    <a:pt x="130829" y="122943"/>
                  </a:lnTo>
                  <a:lnTo>
                    <a:pt x="176587" y="134271"/>
                  </a:lnTo>
                  <a:lnTo>
                    <a:pt x="216053" y="145214"/>
                  </a:lnTo>
                  <a:lnTo>
                    <a:pt x="250006" y="149842"/>
                  </a:lnTo>
                  <a:lnTo>
                    <a:pt x="297165" y="149038"/>
                  </a:lnTo>
                  <a:lnTo>
                    <a:pt x="376246" y="143684"/>
                  </a:lnTo>
                  <a:lnTo>
                    <a:pt x="379785" y="105565"/>
                  </a:lnTo>
                  <a:lnTo>
                    <a:pt x="371090" y="64455"/>
                  </a:lnTo>
                  <a:lnTo>
                    <a:pt x="355259" y="30120"/>
                  </a:lnTo>
                  <a:lnTo>
                    <a:pt x="337388" y="12327"/>
                  </a:lnTo>
                  <a:lnTo>
                    <a:pt x="304230" y="5899"/>
                  </a:lnTo>
                  <a:lnTo>
                    <a:pt x="249080" y="903"/>
                  </a:lnTo>
                  <a:lnTo>
                    <a:pt x="186849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141" descr=""/>
          <p:cNvGrpSpPr/>
          <p:nvPr/>
        </p:nvGrpSpPr>
        <p:grpSpPr>
          <a:xfrm>
            <a:off x="861635" y="4195474"/>
            <a:ext cx="388620" cy="608965"/>
            <a:chOff x="861635" y="4195474"/>
            <a:chExt cx="388620" cy="608965"/>
          </a:xfrm>
        </p:grpSpPr>
        <p:pic>
          <p:nvPicPr>
            <p:cNvPr id="142" name="object 142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948294" y="4605084"/>
              <a:ext cx="230883" cy="198741"/>
            </a:xfrm>
            <a:prstGeom prst="rect">
              <a:avLst/>
            </a:prstGeom>
          </p:spPr>
        </p:pic>
        <p:pic>
          <p:nvPicPr>
            <p:cNvPr id="143" name="object 143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861635" y="4442266"/>
              <a:ext cx="67994" cy="128596"/>
            </a:xfrm>
            <a:prstGeom prst="rect">
              <a:avLst/>
            </a:prstGeom>
          </p:spPr>
        </p:pic>
        <p:sp>
          <p:nvSpPr>
            <p:cNvPr id="144" name="object 144" descr=""/>
            <p:cNvSpPr/>
            <p:nvPr/>
          </p:nvSpPr>
          <p:spPr>
            <a:xfrm>
              <a:off x="903850" y="4226526"/>
              <a:ext cx="320040" cy="476250"/>
            </a:xfrm>
            <a:custGeom>
              <a:avLst/>
              <a:gdLst/>
              <a:ahLst/>
              <a:cxnLst/>
              <a:rect l="l" t="t" r="r" b="b"/>
              <a:pathLst>
                <a:path w="320040" h="476250">
                  <a:moveTo>
                    <a:pt x="155722" y="0"/>
                  </a:moveTo>
                  <a:lnTo>
                    <a:pt x="111218" y="3513"/>
                  </a:lnTo>
                  <a:lnTo>
                    <a:pt x="56058" y="32773"/>
                  </a:lnTo>
                  <a:lnTo>
                    <a:pt x="14472" y="84094"/>
                  </a:lnTo>
                  <a:lnTo>
                    <a:pt x="0" y="157704"/>
                  </a:lnTo>
                  <a:lnTo>
                    <a:pt x="2164" y="222810"/>
                  </a:lnTo>
                  <a:lnTo>
                    <a:pt x="7914" y="288769"/>
                  </a:lnTo>
                  <a:lnTo>
                    <a:pt x="14605" y="341617"/>
                  </a:lnTo>
                  <a:lnTo>
                    <a:pt x="35107" y="390603"/>
                  </a:lnTo>
                  <a:lnTo>
                    <a:pt x="65111" y="427217"/>
                  </a:lnTo>
                  <a:lnTo>
                    <a:pt x="99113" y="460994"/>
                  </a:lnTo>
                  <a:lnTo>
                    <a:pt x="183870" y="476075"/>
                  </a:lnTo>
                  <a:lnTo>
                    <a:pt x="210090" y="460451"/>
                  </a:lnTo>
                  <a:lnTo>
                    <a:pt x="244065" y="425526"/>
                  </a:lnTo>
                  <a:lnTo>
                    <a:pt x="274109" y="388565"/>
                  </a:lnTo>
                  <a:lnTo>
                    <a:pt x="294601" y="341898"/>
                  </a:lnTo>
                  <a:lnTo>
                    <a:pt x="304911" y="290929"/>
                  </a:lnTo>
                  <a:lnTo>
                    <a:pt x="314839" y="227645"/>
                  </a:lnTo>
                  <a:lnTo>
                    <a:pt x="319761" y="165765"/>
                  </a:lnTo>
                  <a:lnTo>
                    <a:pt x="315049" y="119008"/>
                  </a:lnTo>
                  <a:lnTo>
                    <a:pt x="283951" y="59896"/>
                  </a:lnTo>
                  <a:lnTo>
                    <a:pt x="237868" y="14393"/>
                  </a:lnTo>
                  <a:lnTo>
                    <a:pt x="200849" y="4109"/>
                  </a:lnTo>
                  <a:lnTo>
                    <a:pt x="155722" y="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911813" y="4515726"/>
              <a:ext cx="292100" cy="220979"/>
            </a:xfrm>
            <a:custGeom>
              <a:avLst/>
              <a:gdLst/>
              <a:ahLst/>
              <a:cxnLst/>
              <a:rect l="l" t="t" r="r" b="b"/>
              <a:pathLst>
                <a:path w="292100" h="220979">
                  <a:moveTo>
                    <a:pt x="291760" y="0"/>
                  </a:moveTo>
                  <a:lnTo>
                    <a:pt x="280549" y="38230"/>
                  </a:lnTo>
                  <a:lnTo>
                    <a:pt x="273807" y="58271"/>
                  </a:lnTo>
                  <a:lnTo>
                    <a:pt x="268830" y="66692"/>
                  </a:lnTo>
                  <a:lnTo>
                    <a:pt x="262913" y="70060"/>
                  </a:lnTo>
                  <a:lnTo>
                    <a:pt x="245515" y="70001"/>
                  </a:lnTo>
                  <a:lnTo>
                    <a:pt x="215812" y="66021"/>
                  </a:lnTo>
                  <a:lnTo>
                    <a:pt x="185658" y="61535"/>
                  </a:lnTo>
                  <a:lnTo>
                    <a:pt x="166905" y="59956"/>
                  </a:lnTo>
                  <a:lnTo>
                    <a:pt x="157921" y="62417"/>
                  </a:lnTo>
                  <a:lnTo>
                    <a:pt x="149988" y="66526"/>
                  </a:lnTo>
                  <a:lnTo>
                    <a:pt x="144331" y="70384"/>
                  </a:lnTo>
                  <a:lnTo>
                    <a:pt x="142173" y="72092"/>
                  </a:lnTo>
                  <a:lnTo>
                    <a:pt x="130642" y="65111"/>
                  </a:lnTo>
                  <a:lnTo>
                    <a:pt x="122721" y="61835"/>
                  </a:lnTo>
                  <a:lnTo>
                    <a:pt x="114741" y="61410"/>
                  </a:lnTo>
                  <a:lnTo>
                    <a:pt x="88032" y="65012"/>
                  </a:lnTo>
                  <a:lnTo>
                    <a:pt x="73141" y="66819"/>
                  </a:lnTo>
                  <a:lnTo>
                    <a:pt x="59165" y="68816"/>
                  </a:lnTo>
                  <a:lnTo>
                    <a:pt x="46909" y="71411"/>
                  </a:lnTo>
                  <a:lnTo>
                    <a:pt x="33324" y="61958"/>
                  </a:lnTo>
                  <a:lnTo>
                    <a:pt x="17894" y="37221"/>
                  </a:lnTo>
                  <a:lnTo>
                    <a:pt x="5244" y="11726"/>
                  </a:lnTo>
                  <a:lnTo>
                    <a:pt x="0" y="0"/>
                  </a:lnTo>
                  <a:lnTo>
                    <a:pt x="1503" y="16431"/>
                  </a:lnTo>
                  <a:lnTo>
                    <a:pt x="11290" y="92278"/>
                  </a:lnTo>
                  <a:lnTo>
                    <a:pt x="28113" y="140302"/>
                  </a:lnTo>
                  <a:lnTo>
                    <a:pt x="70132" y="189306"/>
                  </a:lnTo>
                  <a:lnTo>
                    <a:pt x="113169" y="215899"/>
                  </a:lnTo>
                  <a:lnTo>
                    <a:pt x="146902" y="220434"/>
                  </a:lnTo>
                  <a:lnTo>
                    <a:pt x="164910" y="219101"/>
                  </a:lnTo>
                  <a:lnTo>
                    <a:pt x="220208" y="196196"/>
                  </a:lnTo>
                  <a:lnTo>
                    <a:pt x="251210" y="166322"/>
                  </a:lnTo>
                  <a:lnTo>
                    <a:pt x="278358" y="121975"/>
                  </a:lnTo>
                  <a:lnTo>
                    <a:pt x="287038" y="54414"/>
                  </a:lnTo>
                  <a:lnTo>
                    <a:pt x="291760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901890" y="4219441"/>
              <a:ext cx="347980" cy="347345"/>
            </a:xfrm>
            <a:custGeom>
              <a:avLst/>
              <a:gdLst/>
              <a:ahLst/>
              <a:cxnLst/>
              <a:rect l="l" t="t" r="r" b="b"/>
              <a:pathLst>
                <a:path w="347980" h="347345">
                  <a:moveTo>
                    <a:pt x="347903" y="237744"/>
                  </a:moveTo>
                  <a:lnTo>
                    <a:pt x="344995" y="218897"/>
                  </a:lnTo>
                  <a:lnTo>
                    <a:pt x="340614" y="215112"/>
                  </a:lnTo>
                  <a:lnTo>
                    <a:pt x="335648" y="214922"/>
                  </a:lnTo>
                  <a:lnTo>
                    <a:pt x="326948" y="219265"/>
                  </a:lnTo>
                  <a:lnTo>
                    <a:pt x="317525" y="225209"/>
                  </a:lnTo>
                  <a:lnTo>
                    <a:pt x="322021" y="217220"/>
                  </a:lnTo>
                  <a:lnTo>
                    <a:pt x="325412" y="196202"/>
                  </a:lnTo>
                  <a:lnTo>
                    <a:pt x="329476" y="166674"/>
                  </a:lnTo>
                  <a:lnTo>
                    <a:pt x="331495" y="135382"/>
                  </a:lnTo>
                  <a:lnTo>
                    <a:pt x="328714" y="109067"/>
                  </a:lnTo>
                  <a:lnTo>
                    <a:pt x="300888" y="49123"/>
                  </a:lnTo>
                  <a:lnTo>
                    <a:pt x="262407" y="7073"/>
                  </a:lnTo>
                  <a:lnTo>
                    <a:pt x="171043" y="0"/>
                  </a:lnTo>
                  <a:lnTo>
                    <a:pt x="112737" y="495"/>
                  </a:lnTo>
                  <a:lnTo>
                    <a:pt x="73456" y="7073"/>
                  </a:lnTo>
                  <a:lnTo>
                    <a:pt x="29235" y="44983"/>
                  </a:lnTo>
                  <a:lnTo>
                    <a:pt x="2870" y="97383"/>
                  </a:lnTo>
                  <a:lnTo>
                    <a:pt x="0" y="128562"/>
                  </a:lnTo>
                  <a:lnTo>
                    <a:pt x="317" y="164731"/>
                  </a:lnTo>
                  <a:lnTo>
                    <a:pt x="1905" y="194665"/>
                  </a:lnTo>
                  <a:lnTo>
                    <a:pt x="2870" y="207137"/>
                  </a:lnTo>
                  <a:lnTo>
                    <a:pt x="11112" y="173977"/>
                  </a:lnTo>
                  <a:lnTo>
                    <a:pt x="28054" y="135788"/>
                  </a:lnTo>
                  <a:lnTo>
                    <a:pt x="48958" y="101777"/>
                  </a:lnTo>
                  <a:lnTo>
                    <a:pt x="69113" y="81203"/>
                  </a:lnTo>
                  <a:lnTo>
                    <a:pt x="99339" y="73520"/>
                  </a:lnTo>
                  <a:lnTo>
                    <a:pt x="143852" y="70980"/>
                  </a:lnTo>
                  <a:lnTo>
                    <a:pt x="188036" y="71983"/>
                  </a:lnTo>
                  <a:lnTo>
                    <a:pt x="237286" y="84696"/>
                  </a:lnTo>
                  <a:lnTo>
                    <a:pt x="281698" y="124841"/>
                  </a:lnTo>
                  <a:lnTo>
                    <a:pt x="303339" y="166535"/>
                  </a:lnTo>
                  <a:lnTo>
                    <a:pt x="309372" y="226796"/>
                  </a:lnTo>
                  <a:lnTo>
                    <a:pt x="309791" y="238975"/>
                  </a:lnTo>
                  <a:lnTo>
                    <a:pt x="304355" y="273646"/>
                  </a:lnTo>
                  <a:lnTo>
                    <a:pt x="300431" y="300799"/>
                  </a:lnTo>
                  <a:lnTo>
                    <a:pt x="298132" y="321614"/>
                  </a:lnTo>
                  <a:lnTo>
                    <a:pt x="296024" y="347167"/>
                  </a:lnTo>
                  <a:lnTo>
                    <a:pt x="301891" y="346849"/>
                  </a:lnTo>
                  <a:lnTo>
                    <a:pt x="339331" y="332892"/>
                  </a:lnTo>
                  <a:lnTo>
                    <a:pt x="347141" y="273405"/>
                  </a:lnTo>
                  <a:lnTo>
                    <a:pt x="347903" y="237744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889970" y="4195474"/>
              <a:ext cx="307975" cy="137160"/>
            </a:xfrm>
            <a:custGeom>
              <a:avLst/>
              <a:gdLst/>
              <a:ahLst/>
              <a:cxnLst/>
              <a:rect l="l" t="t" r="r" b="b"/>
              <a:pathLst>
                <a:path w="307975" h="137160">
                  <a:moveTo>
                    <a:pt x="143011" y="0"/>
                  </a:moveTo>
                  <a:lnTo>
                    <a:pt x="95882" y="2530"/>
                  </a:lnTo>
                  <a:lnTo>
                    <a:pt x="61003" y="20228"/>
                  </a:lnTo>
                  <a:lnTo>
                    <a:pt x="24889" y="76856"/>
                  </a:lnTo>
                  <a:lnTo>
                    <a:pt x="18787" y="99670"/>
                  </a:lnTo>
                  <a:lnTo>
                    <a:pt x="14160" y="112751"/>
                  </a:lnTo>
                  <a:lnTo>
                    <a:pt x="8675" y="121028"/>
                  </a:lnTo>
                  <a:lnTo>
                    <a:pt x="0" y="129430"/>
                  </a:lnTo>
                  <a:lnTo>
                    <a:pt x="9328" y="132381"/>
                  </a:lnTo>
                  <a:lnTo>
                    <a:pt x="33171" y="136849"/>
                  </a:lnTo>
                  <a:lnTo>
                    <a:pt x="65315" y="136259"/>
                  </a:lnTo>
                  <a:lnTo>
                    <a:pt x="99546" y="124038"/>
                  </a:lnTo>
                  <a:lnTo>
                    <a:pt x="137900" y="115952"/>
                  </a:lnTo>
                  <a:lnTo>
                    <a:pt x="182732" y="122710"/>
                  </a:lnTo>
                  <a:lnTo>
                    <a:pt x="228311" y="130172"/>
                  </a:lnTo>
                  <a:lnTo>
                    <a:pt x="268902" y="124195"/>
                  </a:lnTo>
                  <a:lnTo>
                    <a:pt x="277640" y="119363"/>
                  </a:lnTo>
                  <a:lnTo>
                    <a:pt x="284620" y="111617"/>
                  </a:lnTo>
                  <a:lnTo>
                    <a:pt x="293503" y="95431"/>
                  </a:lnTo>
                  <a:lnTo>
                    <a:pt x="307948" y="65285"/>
                  </a:lnTo>
                  <a:lnTo>
                    <a:pt x="294596" y="36124"/>
                  </a:lnTo>
                  <a:lnTo>
                    <a:pt x="254356" y="18149"/>
                  </a:lnTo>
                  <a:lnTo>
                    <a:pt x="199678" y="7422"/>
                  </a:lnTo>
                  <a:lnTo>
                    <a:pt x="143011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 descr=""/>
          <p:cNvGrpSpPr/>
          <p:nvPr/>
        </p:nvGrpSpPr>
        <p:grpSpPr>
          <a:xfrm>
            <a:off x="2101487" y="4195475"/>
            <a:ext cx="388620" cy="608965"/>
            <a:chOff x="2101487" y="4195475"/>
            <a:chExt cx="388620" cy="608965"/>
          </a:xfrm>
        </p:grpSpPr>
        <p:pic>
          <p:nvPicPr>
            <p:cNvPr id="149" name="object 14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2101487" y="4442266"/>
              <a:ext cx="67998" cy="128596"/>
            </a:xfrm>
            <a:prstGeom prst="rect">
              <a:avLst/>
            </a:prstGeom>
          </p:spPr>
        </p:pic>
        <p:pic>
          <p:nvPicPr>
            <p:cNvPr id="150" name="object 150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2197797" y="4605083"/>
              <a:ext cx="230883" cy="198741"/>
            </a:xfrm>
            <a:prstGeom prst="rect">
              <a:avLst/>
            </a:prstGeom>
          </p:spPr>
        </p:pic>
        <p:sp>
          <p:nvSpPr>
            <p:cNvPr id="151" name="object 151" descr=""/>
            <p:cNvSpPr/>
            <p:nvPr/>
          </p:nvSpPr>
          <p:spPr>
            <a:xfrm>
              <a:off x="2437781" y="4434351"/>
              <a:ext cx="52069" cy="132715"/>
            </a:xfrm>
            <a:custGeom>
              <a:avLst/>
              <a:gdLst/>
              <a:ahLst/>
              <a:cxnLst/>
              <a:rect l="l" t="t" r="r" b="b"/>
              <a:pathLst>
                <a:path w="52069" h="132714">
                  <a:moveTo>
                    <a:pt x="39620" y="0"/>
                  </a:moveTo>
                  <a:lnTo>
                    <a:pt x="8329" y="58736"/>
                  </a:lnTo>
                  <a:lnTo>
                    <a:pt x="2106" y="106697"/>
                  </a:lnTo>
                  <a:lnTo>
                    <a:pt x="0" y="132255"/>
                  </a:lnTo>
                  <a:lnTo>
                    <a:pt x="5865" y="131939"/>
                  </a:lnTo>
                  <a:lnTo>
                    <a:pt x="43307" y="117972"/>
                  </a:lnTo>
                  <a:lnTo>
                    <a:pt x="51109" y="58492"/>
                  </a:lnTo>
                  <a:lnTo>
                    <a:pt x="51872" y="22830"/>
                  </a:lnTo>
                  <a:lnTo>
                    <a:pt x="48961" y="3976"/>
                  </a:lnTo>
                  <a:lnTo>
                    <a:pt x="44584" y="195"/>
                  </a:lnTo>
                  <a:lnTo>
                    <a:pt x="39620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2143478" y="4226999"/>
              <a:ext cx="320675" cy="475615"/>
            </a:xfrm>
            <a:custGeom>
              <a:avLst/>
              <a:gdLst/>
              <a:ahLst/>
              <a:cxnLst/>
              <a:rect l="l" t="t" r="r" b="b"/>
              <a:pathLst>
                <a:path w="320675" h="475614">
                  <a:moveTo>
                    <a:pt x="149443" y="0"/>
                  </a:moveTo>
                  <a:lnTo>
                    <a:pt x="100618" y="4151"/>
                  </a:lnTo>
                  <a:lnTo>
                    <a:pt x="63507" y="17032"/>
                  </a:lnTo>
                  <a:lnTo>
                    <a:pt x="27381" y="57329"/>
                  </a:lnTo>
                  <a:lnTo>
                    <a:pt x="4064" y="106484"/>
                  </a:lnTo>
                  <a:lnTo>
                    <a:pt x="0" y="156776"/>
                  </a:lnTo>
                  <a:lnTo>
                    <a:pt x="2164" y="221883"/>
                  </a:lnTo>
                  <a:lnTo>
                    <a:pt x="7914" y="287843"/>
                  </a:lnTo>
                  <a:lnTo>
                    <a:pt x="14605" y="340692"/>
                  </a:lnTo>
                  <a:lnTo>
                    <a:pt x="33751" y="389682"/>
                  </a:lnTo>
                  <a:lnTo>
                    <a:pt x="60770" y="426306"/>
                  </a:lnTo>
                  <a:lnTo>
                    <a:pt x="91789" y="460093"/>
                  </a:lnTo>
                  <a:lnTo>
                    <a:pt x="170530" y="475102"/>
                  </a:lnTo>
                  <a:lnTo>
                    <a:pt x="199580" y="460056"/>
                  </a:lnTo>
                  <a:lnTo>
                    <a:pt x="239770" y="426405"/>
                  </a:lnTo>
                  <a:lnTo>
                    <a:pt x="276028" y="390719"/>
                  </a:lnTo>
                  <a:lnTo>
                    <a:pt x="298851" y="344254"/>
                  </a:lnTo>
                  <a:lnTo>
                    <a:pt x="307984" y="292377"/>
                  </a:lnTo>
                  <a:lnTo>
                    <a:pt x="316509" y="228006"/>
                  </a:lnTo>
                  <a:lnTo>
                    <a:pt x="320254" y="165215"/>
                  </a:lnTo>
                  <a:lnTo>
                    <a:pt x="315049" y="118076"/>
                  </a:lnTo>
                  <a:lnTo>
                    <a:pt x="283947" y="58964"/>
                  </a:lnTo>
                  <a:lnTo>
                    <a:pt x="237868" y="13461"/>
                  </a:lnTo>
                  <a:lnTo>
                    <a:pt x="198890" y="3472"/>
                  </a:lnTo>
                  <a:lnTo>
                    <a:pt x="149443" y="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2151494" y="4507988"/>
              <a:ext cx="302895" cy="233679"/>
            </a:xfrm>
            <a:custGeom>
              <a:avLst/>
              <a:gdLst/>
              <a:ahLst/>
              <a:cxnLst/>
              <a:rect l="l" t="t" r="r" b="b"/>
              <a:pathLst>
                <a:path w="302894" h="233679">
                  <a:moveTo>
                    <a:pt x="302482" y="0"/>
                  </a:moveTo>
                  <a:lnTo>
                    <a:pt x="282159" y="44816"/>
                  </a:lnTo>
                  <a:lnTo>
                    <a:pt x="270650" y="68241"/>
                  </a:lnTo>
                  <a:lnTo>
                    <a:pt x="263693" y="77911"/>
                  </a:lnTo>
                  <a:lnTo>
                    <a:pt x="257028" y="81463"/>
                  </a:lnTo>
                  <a:lnTo>
                    <a:pt x="242035" y="80945"/>
                  </a:lnTo>
                  <a:lnTo>
                    <a:pt x="216242" y="76027"/>
                  </a:lnTo>
                  <a:lnTo>
                    <a:pt x="184609" y="70763"/>
                  </a:lnTo>
                  <a:lnTo>
                    <a:pt x="142293" y="71394"/>
                  </a:lnTo>
                  <a:lnTo>
                    <a:pt x="125158" y="81337"/>
                  </a:lnTo>
                  <a:lnTo>
                    <a:pt x="112600" y="74363"/>
                  </a:lnTo>
                  <a:lnTo>
                    <a:pt x="103974" y="71089"/>
                  </a:lnTo>
                  <a:lnTo>
                    <a:pt x="95283" y="70662"/>
                  </a:lnTo>
                  <a:lnTo>
                    <a:pt x="57146" y="75315"/>
                  </a:lnTo>
                  <a:lnTo>
                    <a:pt x="46860" y="76791"/>
                  </a:lnTo>
                  <a:lnTo>
                    <a:pt x="35758" y="79149"/>
                  </a:lnTo>
                  <a:lnTo>
                    <a:pt x="23354" y="69696"/>
                  </a:lnTo>
                  <a:lnTo>
                    <a:pt x="11820" y="44959"/>
                  </a:lnTo>
                  <a:lnTo>
                    <a:pt x="3315" y="19464"/>
                  </a:lnTo>
                  <a:lnTo>
                    <a:pt x="0" y="7737"/>
                  </a:lnTo>
                  <a:lnTo>
                    <a:pt x="1873" y="26436"/>
                  </a:lnTo>
                  <a:lnTo>
                    <a:pt x="6642" y="67363"/>
                  </a:lnTo>
                  <a:lnTo>
                    <a:pt x="13568" y="112261"/>
                  </a:lnTo>
                  <a:lnTo>
                    <a:pt x="36227" y="166817"/>
                  </a:lnTo>
                  <a:lnTo>
                    <a:pt x="60168" y="196859"/>
                  </a:lnTo>
                  <a:lnTo>
                    <a:pt x="91675" y="222457"/>
                  </a:lnTo>
                  <a:lnTo>
                    <a:pt x="128687" y="233071"/>
                  </a:lnTo>
                  <a:lnTo>
                    <a:pt x="169974" y="224984"/>
                  </a:lnTo>
                  <a:lnTo>
                    <a:pt x="213695" y="204366"/>
                  </a:lnTo>
                  <a:lnTo>
                    <a:pt x="252035" y="175552"/>
                  </a:lnTo>
                  <a:lnTo>
                    <a:pt x="277185" y="142875"/>
                  </a:lnTo>
                  <a:lnTo>
                    <a:pt x="290242" y="101631"/>
                  </a:lnTo>
                  <a:lnTo>
                    <a:pt x="297926" y="54620"/>
                  </a:lnTo>
                  <a:lnTo>
                    <a:pt x="301564" y="16017"/>
                  </a:lnTo>
                  <a:lnTo>
                    <a:pt x="302482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2143812" y="4219432"/>
              <a:ext cx="332740" cy="242570"/>
            </a:xfrm>
            <a:custGeom>
              <a:avLst/>
              <a:gdLst/>
              <a:ahLst/>
              <a:cxnLst/>
              <a:rect l="l" t="t" r="r" b="b"/>
              <a:pathLst>
                <a:path w="332739" h="242570">
                  <a:moveTo>
                    <a:pt x="171046" y="0"/>
                  </a:moveTo>
                  <a:lnTo>
                    <a:pt x="112745" y="499"/>
                  </a:lnTo>
                  <a:lnTo>
                    <a:pt x="73463" y="7075"/>
                  </a:lnTo>
                  <a:lnTo>
                    <a:pt x="29243" y="44990"/>
                  </a:lnTo>
                  <a:lnTo>
                    <a:pt x="2858" y="97387"/>
                  </a:lnTo>
                  <a:lnTo>
                    <a:pt x="0" y="128566"/>
                  </a:lnTo>
                  <a:lnTo>
                    <a:pt x="317" y="164735"/>
                  </a:lnTo>
                  <a:lnTo>
                    <a:pt x="1905" y="194670"/>
                  </a:lnTo>
                  <a:lnTo>
                    <a:pt x="2858" y="207142"/>
                  </a:lnTo>
                  <a:lnTo>
                    <a:pt x="11109" y="173982"/>
                  </a:lnTo>
                  <a:lnTo>
                    <a:pt x="28052" y="135785"/>
                  </a:lnTo>
                  <a:lnTo>
                    <a:pt x="48962" y="101783"/>
                  </a:lnTo>
                  <a:lnTo>
                    <a:pt x="69117" y="81209"/>
                  </a:lnTo>
                  <a:lnTo>
                    <a:pt x="99341" y="73529"/>
                  </a:lnTo>
                  <a:lnTo>
                    <a:pt x="143860" y="70987"/>
                  </a:lnTo>
                  <a:lnTo>
                    <a:pt x="188035" y="71983"/>
                  </a:lnTo>
                  <a:lnTo>
                    <a:pt x="237280" y="84703"/>
                  </a:lnTo>
                  <a:lnTo>
                    <a:pt x="281700" y="124842"/>
                  </a:lnTo>
                  <a:lnTo>
                    <a:pt x="304230" y="167016"/>
                  </a:lnTo>
                  <a:lnTo>
                    <a:pt x="314159" y="229426"/>
                  </a:lnTo>
                  <a:lnTo>
                    <a:pt x="315476" y="242094"/>
                  </a:lnTo>
                  <a:lnTo>
                    <a:pt x="327623" y="225624"/>
                  </a:lnTo>
                  <a:lnTo>
                    <a:pt x="330147" y="203289"/>
                  </a:lnTo>
                  <a:lnTo>
                    <a:pt x="332287" y="170874"/>
                  </a:lnTo>
                  <a:lnTo>
                    <a:pt x="332370" y="136695"/>
                  </a:lnTo>
                  <a:lnTo>
                    <a:pt x="328722" y="109072"/>
                  </a:lnTo>
                  <a:lnTo>
                    <a:pt x="300883" y="49133"/>
                  </a:lnTo>
                  <a:lnTo>
                    <a:pt x="262410" y="7075"/>
                  </a:lnTo>
                  <a:lnTo>
                    <a:pt x="227792" y="3038"/>
                  </a:lnTo>
                  <a:lnTo>
                    <a:pt x="171046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2128091" y="4195475"/>
              <a:ext cx="312420" cy="160655"/>
            </a:xfrm>
            <a:custGeom>
              <a:avLst/>
              <a:gdLst/>
              <a:ahLst/>
              <a:cxnLst/>
              <a:rect l="l" t="t" r="r" b="b"/>
              <a:pathLst>
                <a:path w="312419" h="160654">
                  <a:moveTo>
                    <a:pt x="139754" y="0"/>
                  </a:moveTo>
                  <a:lnTo>
                    <a:pt x="89039" y="2334"/>
                  </a:lnTo>
                  <a:lnTo>
                    <a:pt x="50002" y="19706"/>
                  </a:lnTo>
                  <a:lnTo>
                    <a:pt x="25083" y="46438"/>
                  </a:lnTo>
                  <a:lnTo>
                    <a:pt x="16722" y="76856"/>
                  </a:lnTo>
                  <a:lnTo>
                    <a:pt x="17161" y="107735"/>
                  </a:lnTo>
                  <a:lnTo>
                    <a:pt x="15566" y="126735"/>
                  </a:lnTo>
                  <a:lnTo>
                    <a:pt x="10368" y="141693"/>
                  </a:lnTo>
                  <a:lnTo>
                    <a:pt x="0" y="160445"/>
                  </a:lnTo>
                  <a:lnTo>
                    <a:pt x="8277" y="158548"/>
                  </a:lnTo>
                  <a:lnTo>
                    <a:pt x="29946" y="152352"/>
                  </a:lnTo>
                  <a:lnTo>
                    <a:pt x="60262" y="141101"/>
                  </a:lnTo>
                  <a:lnTo>
                    <a:pt x="94478" y="124038"/>
                  </a:lnTo>
                  <a:lnTo>
                    <a:pt x="139616" y="113568"/>
                  </a:lnTo>
                  <a:lnTo>
                    <a:pt x="195122" y="116361"/>
                  </a:lnTo>
                  <a:lnTo>
                    <a:pt x="244891" y="123055"/>
                  </a:lnTo>
                  <a:lnTo>
                    <a:pt x="272818" y="124289"/>
                  </a:lnTo>
                  <a:lnTo>
                    <a:pt x="285182" y="117118"/>
                  </a:lnTo>
                  <a:lnTo>
                    <a:pt x="298293" y="104385"/>
                  </a:lnTo>
                  <a:lnTo>
                    <a:pt x="308433" y="86486"/>
                  </a:lnTo>
                  <a:lnTo>
                    <a:pt x="311885" y="63820"/>
                  </a:lnTo>
                  <a:lnTo>
                    <a:pt x="294515" y="34701"/>
                  </a:lnTo>
                  <a:lnTo>
                    <a:pt x="252870" y="17252"/>
                  </a:lnTo>
                  <a:lnTo>
                    <a:pt x="197700" y="7131"/>
                  </a:lnTo>
                  <a:lnTo>
                    <a:pt x="139754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6" name="object 156" descr=""/>
          <p:cNvGrpSpPr/>
          <p:nvPr/>
        </p:nvGrpSpPr>
        <p:grpSpPr>
          <a:xfrm>
            <a:off x="2735333" y="4195482"/>
            <a:ext cx="388620" cy="593090"/>
            <a:chOff x="2735333" y="4195482"/>
            <a:chExt cx="388620" cy="593090"/>
          </a:xfrm>
        </p:grpSpPr>
        <p:sp>
          <p:nvSpPr>
            <p:cNvPr id="157" name="object 157" descr=""/>
            <p:cNvSpPr/>
            <p:nvPr/>
          </p:nvSpPr>
          <p:spPr>
            <a:xfrm>
              <a:off x="2783446" y="4515726"/>
              <a:ext cx="292100" cy="220979"/>
            </a:xfrm>
            <a:custGeom>
              <a:avLst/>
              <a:gdLst/>
              <a:ahLst/>
              <a:cxnLst/>
              <a:rect l="l" t="t" r="r" b="b"/>
              <a:pathLst>
                <a:path w="292100" h="220979">
                  <a:moveTo>
                    <a:pt x="291760" y="0"/>
                  </a:moveTo>
                  <a:lnTo>
                    <a:pt x="280549" y="38230"/>
                  </a:lnTo>
                  <a:lnTo>
                    <a:pt x="273805" y="58271"/>
                  </a:lnTo>
                  <a:lnTo>
                    <a:pt x="268825" y="66692"/>
                  </a:lnTo>
                  <a:lnTo>
                    <a:pt x="262902" y="70060"/>
                  </a:lnTo>
                  <a:lnTo>
                    <a:pt x="245510" y="70001"/>
                  </a:lnTo>
                  <a:lnTo>
                    <a:pt x="215811" y="66021"/>
                  </a:lnTo>
                  <a:lnTo>
                    <a:pt x="185658" y="61535"/>
                  </a:lnTo>
                  <a:lnTo>
                    <a:pt x="166905" y="59956"/>
                  </a:lnTo>
                  <a:lnTo>
                    <a:pt x="157921" y="62417"/>
                  </a:lnTo>
                  <a:lnTo>
                    <a:pt x="149988" y="66526"/>
                  </a:lnTo>
                  <a:lnTo>
                    <a:pt x="144331" y="70384"/>
                  </a:lnTo>
                  <a:lnTo>
                    <a:pt x="142173" y="72092"/>
                  </a:lnTo>
                  <a:lnTo>
                    <a:pt x="130642" y="65111"/>
                  </a:lnTo>
                  <a:lnTo>
                    <a:pt x="122721" y="61835"/>
                  </a:lnTo>
                  <a:lnTo>
                    <a:pt x="114741" y="61410"/>
                  </a:lnTo>
                  <a:lnTo>
                    <a:pt x="88032" y="65012"/>
                  </a:lnTo>
                  <a:lnTo>
                    <a:pt x="73141" y="66819"/>
                  </a:lnTo>
                  <a:lnTo>
                    <a:pt x="59165" y="68816"/>
                  </a:lnTo>
                  <a:lnTo>
                    <a:pt x="46909" y="71411"/>
                  </a:lnTo>
                  <a:lnTo>
                    <a:pt x="33324" y="61958"/>
                  </a:lnTo>
                  <a:lnTo>
                    <a:pt x="17894" y="37221"/>
                  </a:lnTo>
                  <a:lnTo>
                    <a:pt x="5244" y="11726"/>
                  </a:lnTo>
                  <a:lnTo>
                    <a:pt x="0" y="0"/>
                  </a:lnTo>
                  <a:lnTo>
                    <a:pt x="1503" y="16431"/>
                  </a:lnTo>
                  <a:lnTo>
                    <a:pt x="11290" y="92278"/>
                  </a:lnTo>
                  <a:lnTo>
                    <a:pt x="28113" y="140302"/>
                  </a:lnTo>
                  <a:lnTo>
                    <a:pt x="70132" y="189306"/>
                  </a:lnTo>
                  <a:lnTo>
                    <a:pt x="113169" y="215899"/>
                  </a:lnTo>
                  <a:lnTo>
                    <a:pt x="146902" y="220434"/>
                  </a:lnTo>
                  <a:lnTo>
                    <a:pt x="164910" y="219101"/>
                  </a:lnTo>
                  <a:lnTo>
                    <a:pt x="220208" y="196196"/>
                  </a:lnTo>
                  <a:lnTo>
                    <a:pt x="251210" y="166322"/>
                  </a:lnTo>
                  <a:lnTo>
                    <a:pt x="278358" y="121975"/>
                  </a:lnTo>
                  <a:lnTo>
                    <a:pt x="287038" y="54414"/>
                  </a:lnTo>
                  <a:lnTo>
                    <a:pt x="291760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 descr=""/>
            <p:cNvSpPr/>
            <p:nvPr/>
          </p:nvSpPr>
          <p:spPr>
            <a:xfrm>
              <a:off x="2774334" y="4248015"/>
              <a:ext cx="325755" cy="439420"/>
            </a:xfrm>
            <a:custGeom>
              <a:avLst/>
              <a:gdLst/>
              <a:ahLst/>
              <a:cxnLst/>
              <a:rect l="l" t="t" r="r" b="b"/>
              <a:pathLst>
                <a:path w="325755" h="439420">
                  <a:moveTo>
                    <a:pt x="150575" y="0"/>
                  </a:moveTo>
                  <a:lnTo>
                    <a:pt x="98588" y="5367"/>
                  </a:lnTo>
                  <a:lnTo>
                    <a:pt x="48102" y="34772"/>
                  </a:lnTo>
                  <a:lnTo>
                    <a:pt x="12554" y="87831"/>
                  </a:lnTo>
                  <a:lnTo>
                    <a:pt x="0" y="170679"/>
                  </a:lnTo>
                  <a:lnTo>
                    <a:pt x="6032" y="239978"/>
                  </a:lnTo>
                  <a:lnTo>
                    <a:pt x="15603" y="299700"/>
                  </a:lnTo>
                  <a:lnTo>
                    <a:pt x="38329" y="353486"/>
                  </a:lnTo>
                  <a:lnTo>
                    <a:pt x="68329" y="390099"/>
                  </a:lnTo>
                  <a:lnTo>
                    <a:pt x="102330" y="423873"/>
                  </a:lnTo>
                  <a:lnTo>
                    <a:pt x="187087" y="438959"/>
                  </a:lnTo>
                  <a:lnTo>
                    <a:pt x="213311" y="423332"/>
                  </a:lnTo>
                  <a:lnTo>
                    <a:pt x="247285" y="388405"/>
                  </a:lnTo>
                  <a:lnTo>
                    <a:pt x="277327" y="351444"/>
                  </a:lnTo>
                  <a:lnTo>
                    <a:pt x="300490" y="300511"/>
                  </a:lnTo>
                  <a:lnTo>
                    <a:pt x="314662" y="243800"/>
                  </a:lnTo>
                  <a:lnTo>
                    <a:pt x="325194" y="178399"/>
                  </a:lnTo>
                  <a:lnTo>
                    <a:pt x="323010" y="123125"/>
                  </a:lnTo>
                  <a:lnTo>
                    <a:pt x="309967" y="86471"/>
                  </a:lnTo>
                  <a:lnTo>
                    <a:pt x="291691" y="52964"/>
                  </a:lnTo>
                  <a:lnTo>
                    <a:pt x="247713" y="10186"/>
                  </a:lnTo>
                  <a:lnTo>
                    <a:pt x="205696" y="1333"/>
                  </a:lnTo>
                  <a:lnTo>
                    <a:pt x="150575" y="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9" name="object 159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822004" y="4589452"/>
              <a:ext cx="230883" cy="198740"/>
            </a:xfrm>
            <a:prstGeom prst="rect">
              <a:avLst/>
            </a:prstGeom>
          </p:spPr>
        </p:pic>
        <p:pic>
          <p:nvPicPr>
            <p:cNvPr id="160" name="object 160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2735333" y="4426634"/>
              <a:ext cx="68000" cy="128604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3071627" y="4418720"/>
              <a:ext cx="52069" cy="132715"/>
            </a:xfrm>
            <a:custGeom>
              <a:avLst/>
              <a:gdLst/>
              <a:ahLst/>
              <a:cxnLst/>
              <a:rect l="l" t="t" r="r" b="b"/>
              <a:pathLst>
                <a:path w="52069" h="132714">
                  <a:moveTo>
                    <a:pt x="39620" y="0"/>
                  </a:moveTo>
                  <a:lnTo>
                    <a:pt x="8329" y="58736"/>
                  </a:lnTo>
                  <a:lnTo>
                    <a:pt x="2106" y="106697"/>
                  </a:lnTo>
                  <a:lnTo>
                    <a:pt x="0" y="132255"/>
                  </a:lnTo>
                  <a:lnTo>
                    <a:pt x="5865" y="131939"/>
                  </a:lnTo>
                  <a:lnTo>
                    <a:pt x="43307" y="117972"/>
                  </a:lnTo>
                  <a:lnTo>
                    <a:pt x="51109" y="58492"/>
                  </a:lnTo>
                  <a:lnTo>
                    <a:pt x="51872" y="22830"/>
                  </a:lnTo>
                  <a:lnTo>
                    <a:pt x="48961" y="3976"/>
                  </a:lnTo>
                  <a:lnTo>
                    <a:pt x="44584" y="195"/>
                  </a:lnTo>
                  <a:lnTo>
                    <a:pt x="39620" y="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2750728" y="4233049"/>
              <a:ext cx="357505" cy="435609"/>
            </a:xfrm>
            <a:custGeom>
              <a:avLst/>
              <a:gdLst/>
              <a:ahLst/>
              <a:cxnLst/>
              <a:rect l="l" t="t" r="r" b="b"/>
              <a:pathLst>
                <a:path w="357505" h="435610">
                  <a:moveTo>
                    <a:pt x="207519" y="0"/>
                  </a:moveTo>
                  <a:lnTo>
                    <a:pt x="148649" y="3167"/>
                  </a:lnTo>
                  <a:lnTo>
                    <a:pt x="99004" y="9098"/>
                  </a:lnTo>
                  <a:lnTo>
                    <a:pt x="42108" y="45505"/>
                  </a:lnTo>
                  <a:lnTo>
                    <a:pt x="20909" y="100917"/>
                  </a:lnTo>
                  <a:lnTo>
                    <a:pt x="7074" y="159043"/>
                  </a:lnTo>
                  <a:lnTo>
                    <a:pt x="0" y="198072"/>
                  </a:lnTo>
                  <a:lnTo>
                    <a:pt x="2637" y="235024"/>
                  </a:lnTo>
                  <a:lnTo>
                    <a:pt x="14280" y="288707"/>
                  </a:lnTo>
                  <a:lnTo>
                    <a:pt x="28844" y="339937"/>
                  </a:lnTo>
                  <a:lnTo>
                    <a:pt x="52939" y="383132"/>
                  </a:lnTo>
                  <a:lnTo>
                    <a:pt x="86616" y="407696"/>
                  </a:lnTo>
                  <a:lnTo>
                    <a:pt x="93473" y="412013"/>
                  </a:lnTo>
                  <a:lnTo>
                    <a:pt x="120383" y="409451"/>
                  </a:lnTo>
                  <a:lnTo>
                    <a:pt x="138376" y="411030"/>
                  </a:lnTo>
                  <a:lnTo>
                    <a:pt x="155574" y="418941"/>
                  </a:lnTo>
                  <a:lnTo>
                    <a:pt x="180099" y="435374"/>
                  </a:lnTo>
                  <a:lnTo>
                    <a:pt x="198476" y="416715"/>
                  </a:lnTo>
                  <a:lnTo>
                    <a:pt x="213833" y="407791"/>
                  </a:lnTo>
                  <a:lnTo>
                    <a:pt x="234480" y="406166"/>
                  </a:lnTo>
                  <a:lnTo>
                    <a:pt x="268724" y="409406"/>
                  </a:lnTo>
                  <a:lnTo>
                    <a:pt x="281845" y="402976"/>
                  </a:lnTo>
                  <a:lnTo>
                    <a:pt x="323322" y="362051"/>
                  </a:lnTo>
                  <a:lnTo>
                    <a:pt x="351110" y="297010"/>
                  </a:lnTo>
                  <a:lnTo>
                    <a:pt x="357040" y="245536"/>
                  </a:lnTo>
                  <a:lnTo>
                    <a:pt x="356917" y="188751"/>
                  </a:lnTo>
                  <a:lnTo>
                    <a:pt x="351055" y="131961"/>
                  </a:lnTo>
                  <a:lnTo>
                    <a:pt x="339766" y="80473"/>
                  </a:lnTo>
                  <a:lnTo>
                    <a:pt x="323362" y="39591"/>
                  </a:lnTo>
                  <a:lnTo>
                    <a:pt x="262919" y="2762"/>
                  </a:lnTo>
                  <a:lnTo>
                    <a:pt x="207519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2791207" y="4195482"/>
              <a:ext cx="321945" cy="160655"/>
            </a:xfrm>
            <a:custGeom>
              <a:avLst/>
              <a:gdLst/>
              <a:ahLst/>
              <a:cxnLst/>
              <a:rect l="l" t="t" r="r" b="b"/>
              <a:pathLst>
                <a:path w="321944" h="160654">
                  <a:moveTo>
                    <a:pt x="181732" y="0"/>
                  </a:moveTo>
                  <a:lnTo>
                    <a:pt x="132643" y="5899"/>
                  </a:lnTo>
                  <a:lnTo>
                    <a:pt x="80714" y="14355"/>
                  </a:lnTo>
                  <a:lnTo>
                    <a:pt x="35157" y="28489"/>
                  </a:lnTo>
                  <a:lnTo>
                    <a:pt x="0" y="86269"/>
                  </a:lnTo>
                  <a:lnTo>
                    <a:pt x="10484" y="106694"/>
                  </a:lnTo>
                  <a:lnTo>
                    <a:pt x="27479" y="120060"/>
                  </a:lnTo>
                  <a:lnTo>
                    <a:pt x="47158" y="127161"/>
                  </a:lnTo>
                  <a:lnTo>
                    <a:pt x="65694" y="128791"/>
                  </a:lnTo>
                  <a:lnTo>
                    <a:pt x="109284" y="123014"/>
                  </a:lnTo>
                  <a:lnTo>
                    <a:pt x="151165" y="115196"/>
                  </a:lnTo>
                  <a:lnTo>
                    <a:pt x="190639" y="112987"/>
                  </a:lnTo>
                  <a:lnTo>
                    <a:pt x="227008" y="124038"/>
                  </a:lnTo>
                  <a:lnTo>
                    <a:pt x="261225" y="141099"/>
                  </a:lnTo>
                  <a:lnTo>
                    <a:pt x="291540" y="152347"/>
                  </a:lnTo>
                  <a:lnTo>
                    <a:pt x="313210" y="158539"/>
                  </a:lnTo>
                  <a:lnTo>
                    <a:pt x="321487" y="160434"/>
                  </a:lnTo>
                  <a:lnTo>
                    <a:pt x="311113" y="141688"/>
                  </a:lnTo>
                  <a:lnTo>
                    <a:pt x="305913" y="126733"/>
                  </a:lnTo>
                  <a:lnTo>
                    <a:pt x="304320" y="107730"/>
                  </a:lnTo>
                  <a:lnTo>
                    <a:pt x="304765" y="76845"/>
                  </a:lnTo>
                  <a:lnTo>
                    <a:pt x="296399" y="46428"/>
                  </a:lnTo>
                  <a:lnTo>
                    <a:pt x="271481" y="19697"/>
                  </a:lnTo>
                  <a:lnTo>
                    <a:pt x="232446" y="2328"/>
                  </a:lnTo>
                  <a:lnTo>
                    <a:pt x="181732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4" name="object 164" descr=""/>
          <p:cNvGrpSpPr/>
          <p:nvPr/>
        </p:nvGrpSpPr>
        <p:grpSpPr>
          <a:xfrm>
            <a:off x="3381409" y="4195482"/>
            <a:ext cx="368935" cy="593090"/>
            <a:chOff x="3381409" y="4195482"/>
            <a:chExt cx="368935" cy="593090"/>
          </a:xfrm>
        </p:grpSpPr>
        <p:sp>
          <p:nvSpPr>
            <p:cNvPr id="165" name="object 165" descr=""/>
            <p:cNvSpPr/>
            <p:nvPr/>
          </p:nvSpPr>
          <p:spPr>
            <a:xfrm>
              <a:off x="3405014" y="4232568"/>
              <a:ext cx="328930" cy="454025"/>
            </a:xfrm>
            <a:custGeom>
              <a:avLst/>
              <a:gdLst/>
              <a:ahLst/>
              <a:cxnLst/>
              <a:rect l="l" t="t" r="r" b="b"/>
              <a:pathLst>
                <a:path w="328929" h="454025">
                  <a:moveTo>
                    <a:pt x="155589" y="0"/>
                  </a:moveTo>
                  <a:lnTo>
                    <a:pt x="104229" y="3819"/>
                  </a:lnTo>
                  <a:lnTo>
                    <a:pt x="65970" y="16545"/>
                  </a:lnTo>
                  <a:lnTo>
                    <a:pt x="28275" y="67251"/>
                  </a:lnTo>
                  <a:lnTo>
                    <a:pt x="3396" y="126824"/>
                  </a:lnTo>
                  <a:lnTo>
                    <a:pt x="0" y="186126"/>
                  </a:lnTo>
                  <a:lnTo>
                    <a:pt x="6032" y="255425"/>
                  </a:lnTo>
                  <a:lnTo>
                    <a:pt x="15603" y="315147"/>
                  </a:lnTo>
                  <a:lnTo>
                    <a:pt x="38329" y="368933"/>
                  </a:lnTo>
                  <a:lnTo>
                    <a:pt x="68329" y="405546"/>
                  </a:lnTo>
                  <a:lnTo>
                    <a:pt x="102330" y="439320"/>
                  </a:lnTo>
                  <a:lnTo>
                    <a:pt x="129843" y="454018"/>
                  </a:lnTo>
                  <a:lnTo>
                    <a:pt x="141919" y="451122"/>
                  </a:lnTo>
                  <a:lnTo>
                    <a:pt x="162184" y="438753"/>
                  </a:lnTo>
                  <a:lnTo>
                    <a:pt x="174260" y="435851"/>
                  </a:lnTo>
                  <a:lnTo>
                    <a:pt x="253266" y="428243"/>
                  </a:lnTo>
                  <a:lnTo>
                    <a:pt x="296242" y="420801"/>
                  </a:lnTo>
                  <a:lnTo>
                    <a:pt x="320233" y="384923"/>
                  </a:lnTo>
                  <a:lnTo>
                    <a:pt x="324986" y="327652"/>
                  </a:lnTo>
                  <a:lnTo>
                    <a:pt x="328543" y="256772"/>
                  </a:lnTo>
                  <a:lnTo>
                    <a:pt x="328639" y="188380"/>
                  </a:lnTo>
                  <a:lnTo>
                    <a:pt x="323010" y="138573"/>
                  </a:lnTo>
                  <a:lnTo>
                    <a:pt x="309967" y="100092"/>
                  </a:lnTo>
                  <a:lnTo>
                    <a:pt x="291691" y="62568"/>
                  </a:lnTo>
                  <a:lnTo>
                    <a:pt x="247713" y="13948"/>
                  </a:lnTo>
                  <a:lnTo>
                    <a:pt x="207576" y="3804"/>
                  </a:lnTo>
                  <a:lnTo>
                    <a:pt x="155589" y="0"/>
                  </a:lnTo>
                  <a:close/>
                </a:path>
              </a:pathLst>
            </a:custGeom>
            <a:solidFill>
              <a:srgbClr val="EED3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3452681" y="4515726"/>
              <a:ext cx="281305" cy="220979"/>
            </a:xfrm>
            <a:custGeom>
              <a:avLst/>
              <a:gdLst/>
              <a:ahLst/>
              <a:cxnLst/>
              <a:rect l="l" t="t" r="r" b="b"/>
              <a:pathLst>
                <a:path w="281304" h="220979">
                  <a:moveTo>
                    <a:pt x="0" y="0"/>
                  </a:moveTo>
                  <a:lnTo>
                    <a:pt x="5405" y="52368"/>
                  </a:lnTo>
                  <a:lnTo>
                    <a:pt x="11290" y="92278"/>
                  </a:lnTo>
                  <a:lnTo>
                    <a:pt x="28113" y="140302"/>
                  </a:lnTo>
                  <a:lnTo>
                    <a:pt x="70132" y="189306"/>
                  </a:lnTo>
                  <a:lnTo>
                    <a:pt x="113169" y="215899"/>
                  </a:lnTo>
                  <a:lnTo>
                    <a:pt x="146902" y="220434"/>
                  </a:lnTo>
                  <a:lnTo>
                    <a:pt x="164910" y="219101"/>
                  </a:lnTo>
                  <a:lnTo>
                    <a:pt x="220208" y="196196"/>
                  </a:lnTo>
                  <a:lnTo>
                    <a:pt x="251210" y="166322"/>
                  </a:lnTo>
                  <a:lnTo>
                    <a:pt x="278358" y="121975"/>
                  </a:lnTo>
                  <a:lnTo>
                    <a:pt x="280918" y="62801"/>
                  </a:lnTo>
                  <a:lnTo>
                    <a:pt x="280080" y="30747"/>
                  </a:lnTo>
                  <a:lnTo>
                    <a:pt x="279520" y="16774"/>
                  </a:lnTo>
                  <a:lnTo>
                    <a:pt x="262162" y="31077"/>
                  </a:lnTo>
                  <a:lnTo>
                    <a:pt x="251899" y="36885"/>
                  </a:lnTo>
                  <a:lnTo>
                    <a:pt x="244700" y="35131"/>
                  </a:lnTo>
                  <a:lnTo>
                    <a:pt x="236537" y="26753"/>
                  </a:lnTo>
                  <a:lnTo>
                    <a:pt x="224435" y="28411"/>
                  </a:lnTo>
                  <a:lnTo>
                    <a:pt x="203669" y="39879"/>
                  </a:lnTo>
                  <a:lnTo>
                    <a:pt x="181929" y="53085"/>
                  </a:lnTo>
                  <a:lnTo>
                    <a:pt x="166905" y="59956"/>
                  </a:lnTo>
                  <a:lnTo>
                    <a:pt x="157921" y="62417"/>
                  </a:lnTo>
                  <a:lnTo>
                    <a:pt x="149988" y="66526"/>
                  </a:lnTo>
                  <a:lnTo>
                    <a:pt x="144331" y="70384"/>
                  </a:lnTo>
                  <a:lnTo>
                    <a:pt x="142173" y="72092"/>
                  </a:lnTo>
                  <a:lnTo>
                    <a:pt x="130642" y="65111"/>
                  </a:lnTo>
                  <a:lnTo>
                    <a:pt x="122721" y="61835"/>
                  </a:lnTo>
                  <a:lnTo>
                    <a:pt x="114741" y="61410"/>
                  </a:lnTo>
                  <a:lnTo>
                    <a:pt x="88032" y="65012"/>
                  </a:lnTo>
                  <a:lnTo>
                    <a:pt x="73141" y="66819"/>
                  </a:lnTo>
                  <a:lnTo>
                    <a:pt x="59165" y="68816"/>
                  </a:lnTo>
                  <a:lnTo>
                    <a:pt x="46909" y="71411"/>
                  </a:lnTo>
                  <a:lnTo>
                    <a:pt x="33324" y="61958"/>
                  </a:lnTo>
                  <a:lnTo>
                    <a:pt x="17894" y="37221"/>
                  </a:lnTo>
                  <a:lnTo>
                    <a:pt x="5244" y="117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7" name="object 167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452684" y="4589452"/>
              <a:ext cx="230872" cy="198740"/>
            </a:xfrm>
            <a:prstGeom prst="rect">
              <a:avLst/>
            </a:prstGeom>
          </p:spPr>
        </p:pic>
        <p:sp>
          <p:nvSpPr>
            <p:cNvPr id="168" name="object 168" descr=""/>
            <p:cNvSpPr/>
            <p:nvPr/>
          </p:nvSpPr>
          <p:spPr>
            <a:xfrm>
              <a:off x="3381409" y="4217779"/>
              <a:ext cx="335915" cy="455930"/>
            </a:xfrm>
            <a:custGeom>
              <a:avLst/>
              <a:gdLst/>
              <a:ahLst/>
              <a:cxnLst/>
              <a:rect l="l" t="t" r="r" b="b"/>
              <a:pathLst>
                <a:path w="335914" h="455929">
                  <a:moveTo>
                    <a:pt x="133208" y="0"/>
                  </a:moveTo>
                  <a:lnTo>
                    <a:pt x="83201" y="15223"/>
                  </a:lnTo>
                  <a:lnTo>
                    <a:pt x="54492" y="44802"/>
                  </a:lnTo>
                  <a:lnTo>
                    <a:pt x="32286" y="89727"/>
                  </a:lnTo>
                  <a:lnTo>
                    <a:pt x="16114" y="139675"/>
                  </a:lnTo>
                  <a:lnTo>
                    <a:pt x="5508" y="184322"/>
                  </a:lnTo>
                  <a:lnTo>
                    <a:pt x="0" y="213343"/>
                  </a:lnTo>
                  <a:lnTo>
                    <a:pt x="2637" y="250295"/>
                  </a:lnTo>
                  <a:lnTo>
                    <a:pt x="14280" y="303977"/>
                  </a:lnTo>
                  <a:lnTo>
                    <a:pt x="28844" y="355208"/>
                  </a:lnTo>
                  <a:lnTo>
                    <a:pt x="52937" y="398403"/>
                  </a:lnTo>
                  <a:lnTo>
                    <a:pt x="86607" y="422967"/>
                  </a:lnTo>
                  <a:lnTo>
                    <a:pt x="93463" y="427284"/>
                  </a:lnTo>
                  <a:lnTo>
                    <a:pt x="108801" y="420746"/>
                  </a:lnTo>
                  <a:lnTo>
                    <a:pt x="118519" y="421508"/>
                  </a:lnTo>
                  <a:lnTo>
                    <a:pt x="126761" y="432218"/>
                  </a:lnTo>
                  <a:lnTo>
                    <a:pt x="137671" y="455524"/>
                  </a:lnTo>
                  <a:lnTo>
                    <a:pt x="157357" y="431894"/>
                  </a:lnTo>
                  <a:lnTo>
                    <a:pt x="174619" y="421076"/>
                  </a:lnTo>
                  <a:lnTo>
                    <a:pt x="199083" y="420422"/>
                  </a:lnTo>
                  <a:lnTo>
                    <a:pt x="240380" y="427284"/>
                  </a:lnTo>
                  <a:lnTo>
                    <a:pt x="254230" y="420579"/>
                  </a:lnTo>
                  <a:lnTo>
                    <a:pt x="299116" y="376995"/>
                  </a:lnTo>
                  <a:lnTo>
                    <a:pt x="327396" y="311160"/>
                  </a:lnTo>
                  <a:lnTo>
                    <a:pt x="333835" y="257921"/>
                  </a:lnTo>
                  <a:lnTo>
                    <a:pt x="335684" y="198743"/>
                  </a:lnTo>
                  <a:lnTo>
                    <a:pt x="333916" y="139931"/>
                  </a:lnTo>
                  <a:lnTo>
                    <a:pt x="326287" y="97015"/>
                  </a:lnTo>
                  <a:lnTo>
                    <a:pt x="296982" y="37399"/>
                  </a:lnTo>
                  <a:lnTo>
                    <a:pt x="244553" y="10837"/>
                  </a:lnTo>
                  <a:lnTo>
                    <a:pt x="190322" y="324"/>
                  </a:lnTo>
                  <a:lnTo>
                    <a:pt x="133208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9" name="object 169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658690" y="4418720"/>
              <a:ext cx="67502" cy="132255"/>
            </a:xfrm>
            <a:prstGeom prst="rect">
              <a:avLst/>
            </a:prstGeom>
          </p:spPr>
        </p:pic>
        <p:sp>
          <p:nvSpPr>
            <p:cNvPr id="170" name="object 170" descr=""/>
            <p:cNvSpPr/>
            <p:nvPr/>
          </p:nvSpPr>
          <p:spPr>
            <a:xfrm>
              <a:off x="3433259" y="4195482"/>
              <a:ext cx="316865" cy="169545"/>
            </a:xfrm>
            <a:custGeom>
              <a:avLst/>
              <a:gdLst/>
              <a:ahLst/>
              <a:cxnLst/>
              <a:rect l="l" t="t" r="r" b="b"/>
              <a:pathLst>
                <a:path w="316864" h="169545">
                  <a:moveTo>
                    <a:pt x="181732" y="0"/>
                  </a:moveTo>
                  <a:lnTo>
                    <a:pt x="132643" y="5899"/>
                  </a:lnTo>
                  <a:lnTo>
                    <a:pt x="80714" y="14355"/>
                  </a:lnTo>
                  <a:lnTo>
                    <a:pt x="35157" y="28489"/>
                  </a:lnTo>
                  <a:lnTo>
                    <a:pt x="0" y="86269"/>
                  </a:lnTo>
                  <a:lnTo>
                    <a:pt x="10484" y="106694"/>
                  </a:lnTo>
                  <a:lnTo>
                    <a:pt x="27479" y="120060"/>
                  </a:lnTo>
                  <a:lnTo>
                    <a:pt x="47158" y="127161"/>
                  </a:lnTo>
                  <a:lnTo>
                    <a:pt x="65694" y="128791"/>
                  </a:lnTo>
                  <a:lnTo>
                    <a:pt x="114396" y="124721"/>
                  </a:lnTo>
                  <a:lnTo>
                    <a:pt x="167841" y="119336"/>
                  </a:lnTo>
                  <a:lnTo>
                    <a:pt x="219674" y="116252"/>
                  </a:lnTo>
                  <a:lnTo>
                    <a:pt x="263541" y="119085"/>
                  </a:lnTo>
                  <a:lnTo>
                    <a:pt x="294534" y="146109"/>
                  </a:lnTo>
                  <a:lnTo>
                    <a:pt x="305509" y="169418"/>
                  </a:lnTo>
                  <a:lnTo>
                    <a:pt x="313802" y="144142"/>
                  </a:lnTo>
                  <a:lnTo>
                    <a:pt x="316848" y="125606"/>
                  </a:lnTo>
                  <a:lnTo>
                    <a:pt x="314900" y="104709"/>
                  </a:lnTo>
                  <a:lnTo>
                    <a:pt x="308210" y="72353"/>
                  </a:lnTo>
                  <a:lnTo>
                    <a:pt x="295251" y="43026"/>
                  </a:lnTo>
                  <a:lnTo>
                    <a:pt x="269599" y="17796"/>
                  </a:lnTo>
                  <a:lnTo>
                    <a:pt x="231633" y="1756"/>
                  </a:lnTo>
                  <a:lnTo>
                    <a:pt x="181732" y="0"/>
                  </a:lnTo>
                  <a:close/>
                </a:path>
              </a:pathLst>
            </a:custGeom>
            <a:solidFill>
              <a:srgbClr val="DB612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 descr=""/>
          <p:cNvSpPr/>
          <p:nvPr/>
        </p:nvSpPr>
        <p:spPr>
          <a:xfrm>
            <a:off x="6539017" y="8968291"/>
            <a:ext cx="549275" cy="420370"/>
          </a:xfrm>
          <a:custGeom>
            <a:avLst/>
            <a:gdLst/>
            <a:ahLst/>
            <a:cxnLst/>
            <a:rect l="l" t="t" r="r" b="b"/>
            <a:pathLst>
              <a:path w="549275" h="420370">
                <a:moveTo>
                  <a:pt x="498252" y="0"/>
                </a:moveTo>
                <a:lnTo>
                  <a:pt x="370191" y="20095"/>
                </a:lnTo>
                <a:lnTo>
                  <a:pt x="278596" y="27690"/>
                </a:lnTo>
                <a:lnTo>
                  <a:pt x="179451" y="23591"/>
                </a:lnTo>
                <a:lnTo>
                  <a:pt x="28737" y="8607"/>
                </a:lnTo>
                <a:lnTo>
                  <a:pt x="1398" y="244819"/>
                </a:lnTo>
                <a:lnTo>
                  <a:pt x="2267" y="317995"/>
                </a:lnTo>
                <a:lnTo>
                  <a:pt x="8790" y="367360"/>
                </a:lnTo>
                <a:lnTo>
                  <a:pt x="56893" y="393675"/>
                </a:lnTo>
                <a:lnTo>
                  <a:pt x="109598" y="408009"/>
                </a:lnTo>
                <a:lnTo>
                  <a:pt x="176607" y="418004"/>
                </a:lnTo>
                <a:lnTo>
                  <a:pt x="254322" y="419819"/>
                </a:lnTo>
                <a:lnTo>
                  <a:pt x="335344" y="411923"/>
                </a:lnTo>
                <a:lnTo>
                  <a:pt x="402204" y="397536"/>
                </a:lnTo>
                <a:lnTo>
                  <a:pt x="455576" y="379086"/>
                </a:lnTo>
                <a:lnTo>
                  <a:pt x="496133" y="359000"/>
                </a:lnTo>
                <a:lnTo>
                  <a:pt x="541498" y="323632"/>
                </a:lnTo>
                <a:lnTo>
                  <a:pt x="548820" y="281852"/>
                </a:lnTo>
                <a:lnTo>
                  <a:pt x="545646" y="247059"/>
                </a:lnTo>
                <a:lnTo>
                  <a:pt x="535800" y="180654"/>
                </a:lnTo>
                <a:lnTo>
                  <a:pt x="527844" y="136250"/>
                </a:lnTo>
                <a:lnTo>
                  <a:pt x="515169" y="75947"/>
                </a:lnTo>
                <a:lnTo>
                  <a:pt x="498252" y="0"/>
                </a:lnTo>
                <a:close/>
              </a:path>
            </a:pathLst>
          </a:custGeom>
          <a:solidFill>
            <a:srgbClr val="5C2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 descr=""/>
          <p:cNvSpPr/>
          <p:nvPr/>
        </p:nvSpPr>
        <p:spPr>
          <a:xfrm>
            <a:off x="6542303" y="9215570"/>
            <a:ext cx="544830" cy="1195070"/>
          </a:xfrm>
          <a:custGeom>
            <a:avLst/>
            <a:gdLst/>
            <a:ahLst/>
            <a:cxnLst/>
            <a:rect l="l" t="t" r="r" b="b"/>
            <a:pathLst>
              <a:path w="544829" h="1195070">
                <a:moveTo>
                  <a:pt x="280085" y="1191082"/>
                </a:moveTo>
                <a:lnTo>
                  <a:pt x="271043" y="944143"/>
                </a:lnTo>
                <a:lnTo>
                  <a:pt x="265772" y="812038"/>
                </a:lnTo>
                <a:lnTo>
                  <a:pt x="262229" y="749909"/>
                </a:lnTo>
                <a:lnTo>
                  <a:pt x="258660" y="715670"/>
                </a:lnTo>
                <a:lnTo>
                  <a:pt x="260146" y="685076"/>
                </a:lnTo>
                <a:lnTo>
                  <a:pt x="261861" y="632548"/>
                </a:lnTo>
                <a:lnTo>
                  <a:pt x="263271" y="571817"/>
                </a:lnTo>
                <a:lnTo>
                  <a:pt x="264414" y="505587"/>
                </a:lnTo>
                <a:lnTo>
                  <a:pt x="265290" y="436524"/>
                </a:lnTo>
                <a:lnTo>
                  <a:pt x="265899" y="367347"/>
                </a:lnTo>
                <a:lnTo>
                  <a:pt x="266268" y="305231"/>
                </a:lnTo>
                <a:lnTo>
                  <a:pt x="266280" y="301066"/>
                </a:lnTo>
                <a:lnTo>
                  <a:pt x="266319" y="289382"/>
                </a:lnTo>
                <a:lnTo>
                  <a:pt x="266344" y="281012"/>
                </a:lnTo>
                <a:lnTo>
                  <a:pt x="266357" y="272275"/>
                </a:lnTo>
                <a:lnTo>
                  <a:pt x="266382" y="263918"/>
                </a:lnTo>
                <a:lnTo>
                  <a:pt x="266395" y="258495"/>
                </a:lnTo>
                <a:lnTo>
                  <a:pt x="266407" y="254330"/>
                </a:lnTo>
                <a:lnTo>
                  <a:pt x="266395" y="185902"/>
                </a:lnTo>
                <a:lnTo>
                  <a:pt x="266153" y="143078"/>
                </a:lnTo>
                <a:lnTo>
                  <a:pt x="259067" y="112661"/>
                </a:lnTo>
                <a:lnTo>
                  <a:pt x="240233" y="83083"/>
                </a:lnTo>
                <a:lnTo>
                  <a:pt x="226466" y="69710"/>
                </a:lnTo>
                <a:lnTo>
                  <a:pt x="226466" y="301066"/>
                </a:lnTo>
                <a:lnTo>
                  <a:pt x="226466" y="305231"/>
                </a:lnTo>
                <a:lnTo>
                  <a:pt x="80352" y="305231"/>
                </a:lnTo>
                <a:lnTo>
                  <a:pt x="80352" y="301066"/>
                </a:lnTo>
                <a:lnTo>
                  <a:pt x="226466" y="301066"/>
                </a:lnTo>
                <a:lnTo>
                  <a:pt x="226466" y="69710"/>
                </a:lnTo>
                <a:lnTo>
                  <a:pt x="218541" y="62014"/>
                </a:lnTo>
                <a:lnTo>
                  <a:pt x="218541" y="254330"/>
                </a:lnTo>
                <a:lnTo>
                  <a:pt x="218541" y="258495"/>
                </a:lnTo>
                <a:lnTo>
                  <a:pt x="199745" y="258495"/>
                </a:lnTo>
                <a:lnTo>
                  <a:pt x="199745" y="263918"/>
                </a:lnTo>
                <a:lnTo>
                  <a:pt x="199745" y="272275"/>
                </a:lnTo>
                <a:lnTo>
                  <a:pt x="199745" y="281012"/>
                </a:lnTo>
                <a:lnTo>
                  <a:pt x="199745" y="289382"/>
                </a:lnTo>
                <a:lnTo>
                  <a:pt x="53644" y="289382"/>
                </a:lnTo>
                <a:lnTo>
                  <a:pt x="53644" y="281012"/>
                </a:lnTo>
                <a:lnTo>
                  <a:pt x="199745" y="281012"/>
                </a:lnTo>
                <a:lnTo>
                  <a:pt x="199745" y="272275"/>
                </a:lnTo>
                <a:lnTo>
                  <a:pt x="102895" y="272275"/>
                </a:lnTo>
                <a:lnTo>
                  <a:pt x="102895" y="263918"/>
                </a:lnTo>
                <a:lnTo>
                  <a:pt x="199745" y="263918"/>
                </a:lnTo>
                <a:lnTo>
                  <a:pt x="199745" y="258495"/>
                </a:lnTo>
                <a:lnTo>
                  <a:pt x="84112" y="258495"/>
                </a:lnTo>
                <a:lnTo>
                  <a:pt x="84112" y="254330"/>
                </a:lnTo>
                <a:lnTo>
                  <a:pt x="218541" y="254330"/>
                </a:lnTo>
                <a:lnTo>
                  <a:pt x="218541" y="62014"/>
                </a:lnTo>
                <a:lnTo>
                  <a:pt x="212420" y="56057"/>
                </a:lnTo>
                <a:lnTo>
                  <a:pt x="178422" y="33274"/>
                </a:lnTo>
                <a:lnTo>
                  <a:pt x="141008" y="16421"/>
                </a:lnTo>
                <a:lnTo>
                  <a:pt x="102958" y="7200"/>
                </a:lnTo>
                <a:lnTo>
                  <a:pt x="67043" y="7302"/>
                </a:lnTo>
                <a:lnTo>
                  <a:pt x="36068" y="18427"/>
                </a:lnTo>
                <a:lnTo>
                  <a:pt x="12788" y="42252"/>
                </a:lnTo>
                <a:lnTo>
                  <a:pt x="0" y="80492"/>
                </a:lnTo>
                <a:lnTo>
                  <a:pt x="13944" y="216217"/>
                </a:lnTo>
                <a:lnTo>
                  <a:pt x="23114" y="301726"/>
                </a:lnTo>
                <a:lnTo>
                  <a:pt x="31572" y="373240"/>
                </a:lnTo>
                <a:lnTo>
                  <a:pt x="43370" y="467004"/>
                </a:lnTo>
                <a:lnTo>
                  <a:pt x="54356" y="548309"/>
                </a:lnTo>
                <a:lnTo>
                  <a:pt x="63830" y="608253"/>
                </a:lnTo>
                <a:lnTo>
                  <a:pt x="72136" y="651662"/>
                </a:lnTo>
                <a:lnTo>
                  <a:pt x="78968" y="680554"/>
                </a:lnTo>
                <a:lnTo>
                  <a:pt x="72834" y="765632"/>
                </a:lnTo>
                <a:lnTo>
                  <a:pt x="71043" y="817308"/>
                </a:lnTo>
                <a:lnTo>
                  <a:pt x="73761" y="856691"/>
                </a:lnTo>
                <a:lnTo>
                  <a:pt x="81203" y="904786"/>
                </a:lnTo>
                <a:lnTo>
                  <a:pt x="98767" y="983500"/>
                </a:lnTo>
                <a:lnTo>
                  <a:pt x="124548" y="1079373"/>
                </a:lnTo>
                <a:lnTo>
                  <a:pt x="147866" y="1160386"/>
                </a:lnTo>
                <a:lnTo>
                  <a:pt x="158013" y="1194498"/>
                </a:lnTo>
                <a:lnTo>
                  <a:pt x="280085" y="1191082"/>
                </a:lnTo>
                <a:close/>
              </a:path>
              <a:path w="544829" h="1195070">
                <a:moveTo>
                  <a:pt x="544360" y="65925"/>
                </a:moveTo>
                <a:lnTo>
                  <a:pt x="530136" y="31026"/>
                </a:lnTo>
                <a:lnTo>
                  <a:pt x="505396" y="9588"/>
                </a:lnTo>
                <a:lnTo>
                  <a:pt x="472986" y="0"/>
                </a:lnTo>
                <a:lnTo>
                  <a:pt x="435737" y="647"/>
                </a:lnTo>
                <a:lnTo>
                  <a:pt x="396494" y="9893"/>
                </a:lnTo>
                <a:lnTo>
                  <a:pt x="358127" y="26149"/>
                </a:lnTo>
                <a:lnTo>
                  <a:pt x="323443" y="47777"/>
                </a:lnTo>
                <a:lnTo>
                  <a:pt x="276593" y="100685"/>
                </a:lnTo>
                <a:lnTo>
                  <a:pt x="270090" y="128739"/>
                </a:lnTo>
                <a:lnTo>
                  <a:pt x="272211" y="204330"/>
                </a:lnTo>
                <a:lnTo>
                  <a:pt x="276288" y="322237"/>
                </a:lnTo>
                <a:lnTo>
                  <a:pt x="278879" y="389407"/>
                </a:lnTo>
                <a:lnTo>
                  <a:pt x="281749" y="457974"/>
                </a:lnTo>
                <a:lnTo>
                  <a:pt x="284822" y="524878"/>
                </a:lnTo>
                <a:lnTo>
                  <a:pt x="288036" y="587070"/>
                </a:lnTo>
                <a:lnTo>
                  <a:pt x="291312" y="641464"/>
                </a:lnTo>
                <a:lnTo>
                  <a:pt x="294589" y="685038"/>
                </a:lnTo>
                <a:lnTo>
                  <a:pt x="300837" y="727405"/>
                </a:lnTo>
                <a:lnTo>
                  <a:pt x="341972" y="738682"/>
                </a:lnTo>
                <a:lnTo>
                  <a:pt x="373024" y="739355"/>
                </a:lnTo>
                <a:lnTo>
                  <a:pt x="404736" y="737666"/>
                </a:lnTo>
                <a:lnTo>
                  <a:pt x="449986" y="729348"/>
                </a:lnTo>
                <a:lnTo>
                  <a:pt x="472503" y="697255"/>
                </a:lnTo>
                <a:lnTo>
                  <a:pt x="485051" y="628980"/>
                </a:lnTo>
                <a:lnTo>
                  <a:pt x="491832" y="575360"/>
                </a:lnTo>
                <a:lnTo>
                  <a:pt x="499287" y="508825"/>
                </a:lnTo>
                <a:lnTo>
                  <a:pt x="507707" y="429425"/>
                </a:lnTo>
                <a:lnTo>
                  <a:pt x="519747" y="312293"/>
                </a:lnTo>
                <a:lnTo>
                  <a:pt x="544360" y="65925"/>
                </a:lnTo>
                <a:close/>
              </a:path>
            </a:pathLst>
          </a:custGeom>
          <a:solidFill>
            <a:srgbClr val="5C214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3" name="object 173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6899979" y="9025683"/>
            <a:ext cx="162476" cy="82311"/>
          </a:xfrm>
          <a:prstGeom prst="rect">
            <a:avLst/>
          </a:prstGeom>
        </p:spPr>
      </p:pic>
      <p:pic>
        <p:nvPicPr>
          <p:cNvPr id="174" name="object 174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6556496" y="9024618"/>
            <a:ext cx="163136" cy="81222"/>
          </a:xfrm>
          <a:prstGeom prst="rect">
            <a:avLst/>
          </a:prstGeom>
        </p:spPr>
      </p:pic>
      <p:grpSp>
        <p:nvGrpSpPr>
          <p:cNvPr id="175" name="object 175" descr=""/>
          <p:cNvGrpSpPr/>
          <p:nvPr/>
        </p:nvGrpSpPr>
        <p:grpSpPr>
          <a:xfrm>
            <a:off x="6778002" y="8992352"/>
            <a:ext cx="35560" cy="395605"/>
            <a:chOff x="6778002" y="8992352"/>
            <a:chExt cx="35560" cy="395605"/>
          </a:xfrm>
        </p:grpSpPr>
        <p:sp>
          <p:nvSpPr>
            <p:cNvPr id="176" name="object 176" descr=""/>
            <p:cNvSpPr/>
            <p:nvPr/>
          </p:nvSpPr>
          <p:spPr>
            <a:xfrm>
              <a:off x="6778002" y="8992352"/>
              <a:ext cx="35560" cy="395605"/>
            </a:xfrm>
            <a:custGeom>
              <a:avLst/>
              <a:gdLst/>
              <a:ahLst/>
              <a:cxnLst/>
              <a:rect l="l" t="t" r="r" b="b"/>
              <a:pathLst>
                <a:path w="35559" h="395604">
                  <a:moveTo>
                    <a:pt x="29614" y="0"/>
                  </a:moveTo>
                  <a:lnTo>
                    <a:pt x="798" y="2157"/>
                  </a:lnTo>
                  <a:lnTo>
                    <a:pt x="65" y="171376"/>
                  </a:lnTo>
                  <a:lnTo>
                    <a:pt x="0" y="260670"/>
                  </a:lnTo>
                  <a:lnTo>
                    <a:pt x="763" y="299636"/>
                  </a:lnTo>
                  <a:lnTo>
                    <a:pt x="8206" y="339997"/>
                  </a:lnTo>
                  <a:lnTo>
                    <a:pt x="26686" y="386707"/>
                  </a:lnTo>
                  <a:lnTo>
                    <a:pt x="30650" y="395506"/>
                  </a:lnTo>
                  <a:lnTo>
                    <a:pt x="35530" y="395024"/>
                  </a:lnTo>
                  <a:lnTo>
                    <a:pt x="35071" y="362787"/>
                  </a:lnTo>
                  <a:lnTo>
                    <a:pt x="34334" y="344019"/>
                  </a:lnTo>
                  <a:lnTo>
                    <a:pt x="32791" y="331500"/>
                  </a:lnTo>
                  <a:lnTo>
                    <a:pt x="29917" y="318011"/>
                  </a:lnTo>
                  <a:lnTo>
                    <a:pt x="27781" y="259098"/>
                  </a:lnTo>
                  <a:lnTo>
                    <a:pt x="27908" y="150806"/>
                  </a:lnTo>
                  <a:lnTo>
                    <a:pt x="28965" y="46614"/>
                  </a:lnTo>
                  <a:lnTo>
                    <a:pt x="29614" y="0"/>
                  </a:lnTo>
                  <a:close/>
                </a:path>
              </a:pathLst>
            </a:custGeom>
            <a:solidFill>
              <a:srgbClr val="4F13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6778679" y="9000597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40" h="27940">
                  <a:moveTo>
                    <a:pt x="6324" y="0"/>
                  </a:moveTo>
                  <a:lnTo>
                    <a:pt x="62" y="6230"/>
                  </a:lnTo>
                  <a:lnTo>
                    <a:pt x="0" y="21590"/>
                  </a:lnTo>
                  <a:lnTo>
                    <a:pt x="6198" y="27842"/>
                  </a:lnTo>
                  <a:lnTo>
                    <a:pt x="21559" y="27894"/>
                  </a:lnTo>
                  <a:lnTo>
                    <a:pt x="27831" y="21695"/>
                  </a:lnTo>
                  <a:lnTo>
                    <a:pt x="27852" y="14010"/>
                  </a:lnTo>
                  <a:lnTo>
                    <a:pt x="27894" y="6334"/>
                  </a:lnTo>
                  <a:lnTo>
                    <a:pt x="21685" y="62"/>
                  </a:lnTo>
                  <a:lnTo>
                    <a:pt x="6324" y="0"/>
                  </a:lnTo>
                  <a:close/>
                </a:path>
              </a:pathLst>
            </a:custGeom>
            <a:solidFill>
              <a:srgbClr val="F1EAE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8" name="object 178" descr=""/>
          <p:cNvGrpSpPr/>
          <p:nvPr/>
        </p:nvGrpSpPr>
        <p:grpSpPr>
          <a:xfrm>
            <a:off x="6680514" y="9816620"/>
            <a:ext cx="346710" cy="609600"/>
            <a:chOff x="6680514" y="9816620"/>
            <a:chExt cx="346710" cy="609600"/>
          </a:xfrm>
        </p:grpSpPr>
        <p:sp>
          <p:nvSpPr>
            <p:cNvPr id="179" name="object 179" descr=""/>
            <p:cNvSpPr/>
            <p:nvPr/>
          </p:nvSpPr>
          <p:spPr>
            <a:xfrm>
              <a:off x="6843147" y="9816620"/>
              <a:ext cx="184150" cy="597535"/>
            </a:xfrm>
            <a:custGeom>
              <a:avLst/>
              <a:gdLst/>
              <a:ahLst/>
              <a:cxnLst/>
              <a:rect l="l" t="t" r="r" b="b"/>
              <a:pathLst>
                <a:path w="184150" h="597534">
                  <a:moveTo>
                    <a:pt x="101795" y="0"/>
                  </a:moveTo>
                  <a:lnTo>
                    <a:pt x="42276" y="23117"/>
                  </a:lnTo>
                  <a:lnTo>
                    <a:pt x="3811" y="85109"/>
                  </a:lnTo>
                  <a:lnTo>
                    <a:pt x="0" y="126350"/>
                  </a:lnTo>
                  <a:lnTo>
                    <a:pt x="2161" y="222186"/>
                  </a:lnTo>
                  <a:lnTo>
                    <a:pt x="3604" y="384622"/>
                  </a:lnTo>
                  <a:lnTo>
                    <a:pt x="4376" y="531304"/>
                  </a:lnTo>
                  <a:lnTo>
                    <a:pt x="4617" y="597519"/>
                  </a:lnTo>
                  <a:lnTo>
                    <a:pt x="121881" y="597027"/>
                  </a:lnTo>
                  <a:lnTo>
                    <a:pt x="150180" y="490801"/>
                  </a:lnTo>
                  <a:lnTo>
                    <a:pt x="165692" y="428167"/>
                  </a:lnTo>
                  <a:lnTo>
                    <a:pt x="173887" y="384622"/>
                  </a:lnTo>
                  <a:lnTo>
                    <a:pt x="180235" y="335663"/>
                  </a:lnTo>
                  <a:lnTo>
                    <a:pt x="183950" y="260267"/>
                  </a:lnTo>
                  <a:lnTo>
                    <a:pt x="183893" y="256367"/>
                  </a:lnTo>
                  <a:lnTo>
                    <a:pt x="139304" y="256367"/>
                  </a:lnTo>
                  <a:lnTo>
                    <a:pt x="25779" y="253540"/>
                  </a:lnTo>
                  <a:lnTo>
                    <a:pt x="25936" y="247279"/>
                  </a:lnTo>
                  <a:lnTo>
                    <a:pt x="183762" y="247279"/>
                  </a:lnTo>
                  <a:lnTo>
                    <a:pt x="183727" y="244860"/>
                  </a:lnTo>
                  <a:lnTo>
                    <a:pt x="152833" y="244860"/>
                  </a:lnTo>
                  <a:lnTo>
                    <a:pt x="61966" y="242598"/>
                  </a:lnTo>
                  <a:lnTo>
                    <a:pt x="62563" y="218819"/>
                  </a:lnTo>
                  <a:lnTo>
                    <a:pt x="183351" y="218819"/>
                  </a:lnTo>
                  <a:lnTo>
                    <a:pt x="183205" y="208641"/>
                  </a:lnTo>
                  <a:lnTo>
                    <a:pt x="140487" y="208641"/>
                  </a:lnTo>
                  <a:lnTo>
                    <a:pt x="26973" y="205814"/>
                  </a:lnTo>
                  <a:lnTo>
                    <a:pt x="27287" y="193270"/>
                  </a:lnTo>
                  <a:lnTo>
                    <a:pt x="182983" y="193270"/>
                  </a:lnTo>
                  <a:lnTo>
                    <a:pt x="182960" y="191720"/>
                  </a:lnTo>
                  <a:lnTo>
                    <a:pt x="165492" y="191720"/>
                  </a:lnTo>
                  <a:lnTo>
                    <a:pt x="51977" y="188893"/>
                  </a:lnTo>
                  <a:lnTo>
                    <a:pt x="52134" y="182621"/>
                  </a:lnTo>
                  <a:lnTo>
                    <a:pt x="182829" y="182621"/>
                  </a:lnTo>
                  <a:lnTo>
                    <a:pt x="182678" y="172187"/>
                  </a:lnTo>
                  <a:lnTo>
                    <a:pt x="179591" y="99067"/>
                  </a:lnTo>
                  <a:lnTo>
                    <a:pt x="177858" y="68551"/>
                  </a:lnTo>
                  <a:lnTo>
                    <a:pt x="158280" y="29626"/>
                  </a:lnTo>
                  <a:lnTo>
                    <a:pt x="131922" y="7353"/>
                  </a:lnTo>
                  <a:lnTo>
                    <a:pt x="101795" y="0"/>
                  </a:lnTo>
                  <a:close/>
                </a:path>
                <a:path w="184150" h="597534">
                  <a:moveTo>
                    <a:pt x="183762" y="247279"/>
                  </a:moveTo>
                  <a:lnTo>
                    <a:pt x="25936" y="247279"/>
                  </a:lnTo>
                  <a:lnTo>
                    <a:pt x="139461" y="250106"/>
                  </a:lnTo>
                  <a:lnTo>
                    <a:pt x="139304" y="256367"/>
                  </a:lnTo>
                  <a:lnTo>
                    <a:pt x="183893" y="256367"/>
                  </a:lnTo>
                  <a:lnTo>
                    <a:pt x="183762" y="247279"/>
                  </a:lnTo>
                  <a:close/>
                </a:path>
                <a:path w="184150" h="597534">
                  <a:moveTo>
                    <a:pt x="183351" y="218819"/>
                  </a:moveTo>
                  <a:lnTo>
                    <a:pt x="62563" y="218819"/>
                  </a:lnTo>
                  <a:lnTo>
                    <a:pt x="153429" y="221081"/>
                  </a:lnTo>
                  <a:lnTo>
                    <a:pt x="152833" y="244860"/>
                  </a:lnTo>
                  <a:lnTo>
                    <a:pt x="183727" y="244860"/>
                  </a:lnTo>
                  <a:lnTo>
                    <a:pt x="183351" y="218819"/>
                  </a:lnTo>
                  <a:close/>
                </a:path>
                <a:path w="184150" h="597534">
                  <a:moveTo>
                    <a:pt x="182983" y="193270"/>
                  </a:moveTo>
                  <a:lnTo>
                    <a:pt x="27287" y="193270"/>
                  </a:lnTo>
                  <a:lnTo>
                    <a:pt x="140801" y="196097"/>
                  </a:lnTo>
                  <a:lnTo>
                    <a:pt x="140487" y="208641"/>
                  </a:lnTo>
                  <a:lnTo>
                    <a:pt x="183205" y="208641"/>
                  </a:lnTo>
                  <a:lnTo>
                    <a:pt x="182983" y="193270"/>
                  </a:lnTo>
                  <a:close/>
                </a:path>
                <a:path w="184150" h="597534">
                  <a:moveTo>
                    <a:pt x="182829" y="182621"/>
                  </a:moveTo>
                  <a:lnTo>
                    <a:pt x="52134" y="182621"/>
                  </a:lnTo>
                  <a:lnTo>
                    <a:pt x="165649" y="185438"/>
                  </a:lnTo>
                  <a:lnTo>
                    <a:pt x="165492" y="191720"/>
                  </a:lnTo>
                  <a:lnTo>
                    <a:pt x="182960" y="191720"/>
                  </a:lnTo>
                  <a:lnTo>
                    <a:pt x="182829" y="182621"/>
                  </a:lnTo>
                  <a:close/>
                </a:path>
              </a:pathLst>
            </a:custGeom>
            <a:solidFill>
              <a:srgbClr val="5C21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0" name="object 180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6680514" y="10360491"/>
              <a:ext cx="306234" cy="65196"/>
            </a:xfrm>
            <a:prstGeom prst="rect">
              <a:avLst/>
            </a:prstGeom>
          </p:spPr>
        </p:pic>
      </p:grpSp>
      <p:grpSp>
        <p:nvGrpSpPr>
          <p:cNvPr id="181" name="object 181" descr=""/>
          <p:cNvGrpSpPr/>
          <p:nvPr/>
        </p:nvGrpSpPr>
        <p:grpSpPr>
          <a:xfrm>
            <a:off x="7224441" y="8949272"/>
            <a:ext cx="443865" cy="515620"/>
            <a:chOff x="7224441" y="8949272"/>
            <a:chExt cx="443865" cy="515620"/>
          </a:xfrm>
        </p:grpSpPr>
        <p:sp>
          <p:nvSpPr>
            <p:cNvPr id="182" name="object 182" descr=""/>
            <p:cNvSpPr/>
            <p:nvPr/>
          </p:nvSpPr>
          <p:spPr>
            <a:xfrm>
              <a:off x="7224441" y="8949272"/>
              <a:ext cx="431800" cy="515620"/>
            </a:xfrm>
            <a:custGeom>
              <a:avLst/>
              <a:gdLst/>
              <a:ahLst/>
              <a:cxnLst/>
              <a:rect l="l" t="t" r="r" b="b"/>
              <a:pathLst>
                <a:path w="431800" h="515620">
                  <a:moveTo>
                    <a:pt x="383687" y="0"/>
                  </a:moveTo>
                  <a:lnTo>
                    <a:pt x="221161" y="22091"/>
                  </a:lnTo>
                  <a:lnTo>
                    <a:pt x="128031" y="32940"/>
                  </a:lnTo>
                  <a:lnTo>
                    <a:pt x="69237" y="35682"/>
                  </a:lnTo>
                  <a:lnTo>
                    <a:pt x="9719" y="33454"/>
                  </a:lnTo>
                  <a:lnTo>
                    <a:pt x="0" y="141817"/>
                  </a:lnTo>
                  <a:lnTo>
                    <a:pt x="714" y="217369"/>
                  </a:lnTo>
                  <a:lnTo>
                    <a:pt x="15424" y="295596"/>
                  </a:lnTo>
                  <a:lnTo>
                    <a:pt x="47687" y="411987"/>
                  </a:lnTo>
                  <a:lnTo>
                    <a:pt x="63736" y="450526"/>
                  </a:lnTo>
                  <a:lnTo>
                    <a:pt x="115177" y="500981"/>
                  </a:lnTo>
                  <a:lnTo>
                    <a:pt x="185503" y="515390"/>
                  </a:lnTo>
                  <a:lnTo>
                    <a:pt x="225159" y="508870"/>
                  </a:lnTo>
                  <a:lnTo>
                    <a:pt x="266428" y="493090"/>
                  </a:lnTo>
                  <a:lnTo>
                    <a:pt x="308276" y="467969"/>
                  </a:lnTo>
                  <a:lnTo>
                    <a:pt x="349665" y="433423"/>
                  </a:lnTo>
                  <a:lnTo>
                    <a:pt x="389561" y="389370"/>
                  </a:lnTo>
                  <a:lnTo>
                    <a:pt x="410564" y="348760"/>
                  </a:lnTo>
                  <a:lnTo>
                    <a:pt x="424521" y="296706"/>
                  </a:lnTo>
                  <a:lnTo>
                    <a:pt x="431312" y="245429"/>
                  </a:lnTo>
                  <a:lnTo>
                    <a:pt x="430817" y="207145"/>
                  </a:lnTo>
                  <a:lnTo>
                    <a:pt x="421098" y="159194"/>
                  </a:lnTo>
                  <a:lnTo>
                    <a:pt x="405159" y="89719"/>
                  </a:lnTo>
                  <a:lnTo>
                    <a:pt x="383687" y="0"/>
                  </a:lnTo>
                  <a:close/>
                </a:path>
              </a:pathLst>
            </a:custGeom>
            <a:solidFill>
              <a:srgbClr val="5C21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3" name="object 183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7285950" y="9018805"/>
              <a:ext cx="97400" cy="78835"/>
            </a:xfrm>
            <a:prstGeom prst="rect">
              <a:avLst/>
            </a:prstGeom>
          </p:spPr>
        </p:pic>
        <p:sp>
          <p:nvSpPr>
            <p:cNvPr id="184" name="object 184" descr=""/>
            <p:cNvSpPr/>
            <p:nvPr/>
          </p:nvSpPr>
          <p:spPr>
            <a:xfrm>
              <a:off x="7237685" y="8988984"/>
              <a:ext cx="14604" cy="33020"/>
            </a:xfrm>
            <a:custGeom>
              <a:avLst/>
              <a:gdLst/>
              <a:ahLst/>
              <a:cxnLst/>
              <a:rect l="l" t="t" r="r" b="b"/>
              <a:pathLst>
                <a:path w="14604" h="33020">
                  <a:moveTo>
                    <a:pt x="10083" y="0"/>
                  </a:moveTo>
                  <a:lnTo>
                    <a:pt x="2680" y="335"/>
                  </a:lnTo>
                  <a:lnTo>
                    <a:pt x="0" y="7643"/>
                  </a:lnTo>
                  <a:lnTo>
                    <a:pt x="816" y="25402"/>
                  </a:lnTo>
                  <a:lnTo>
                    <a:pt x="4146" y="32449"/>
                  </a:lnTo>
                  <a:lnTo>
                    <a:pt x="11549" y="32114"/>
                  </a:lnTo>
                  <a:lnTo>
                    <a:pt x="14208" y="24774"/>
                  </a:lnTo>
                  <a:lnTo>
                    <a:pt x="13811" y="15926"/>
                  </a:lnTo>
                  <a:lnTo>
                    <a:pt x="13423" y="7046"/>
                  </a:lnTo>
                  <a:lnTo>
                    <a:pt x="10083" y="0"/>
                  </a:lnTo>
                  <a:close/>
                </a:path>
              </a:pathLst>
            </a:custGeom>
            <a:solidFill>
              <a:srgbClr val="F1EAE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5" name="object 185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7585118" y="9058220"/>
              <a:ext cx="82709" cy="210014"/>
            </a:xfrm>
            <a:prstGeom prst="rect">
              <a:avLst/>
            </a:prstGeom>
          </p:spPr>
        </p:pic>
      </p:grpSp>
      <p:grpSp>
        <p:nvGrpSpPr>
          <p:cNvPr id="186" name="object 186" descr=""/>
          <p:cNvGrpSpPr/>
          <p:nvPr/>
        </p:nvGrpSpPr>
        <p:grpSpPr>
          <a:xfrm>
            <a:off x="7272125" y="9257204"/>
            <a:ext cx="334010" cy="1197610"/>
            <a:chOff x="7272125" y="9257204"/>
            <a:chExt cx="334010" cy="1197610"/>
          </a:xfrm>
        </p:grpSpPr>
        <p:sp>
          <p:nvSpPr>
            <p:cNvPr id="187" name="object 187" descr=""/>
            <p:cNvSpPr/>
            <p:nvPr/>
          </p:nvSpPr>
          <p:spPr>
            <a:xfrm>
              <a:off x="7272121" y="9257213"/>
              <a:ext cx="334010" cy="1177925"/>
            </a:xfrm>
            <a:custGeom>
              <a:avLst/>
              <a:gdLst/>
              <a:ahLst/>
              <a:cxnLst/>
              <a:rect l="l" t="t" r="r" b="b"/>
              <a:pathLst>
                <a:path w="334009" h="1177925">
                  <a:moveTo>
                    <a:pt x="333502" y="887247"/>
                  </a:moveTo>
                  <a:lnTo>
                    <a:pt x="330822" y="817511"/>
                  </a:lnTo>
                  <a:lnTo>
                    <a:pt x="323684" y="739609"/>
                  </a:lnTo>
                  <a:lnTo>
                    <a:pt x="316318" y="676249"/>
                  </a:lnTo>
                  <a:lnTo>
                    <a:pt x="312826" y="649947"/>
                  </a:lnTo>
                  <a:lnTo>
                    <a:pt x="313296" y="643001"/>
                  </a:lnTo>
                  <a:lnTo>
                    <a:pt x="314909" y="594829"/>
                  </a:lnTo>
                  <a:lnTo>
                    <a:pt x="315925" y="531634"/>
                  </a:lnTo>
                  <a:lnTo>
                    <a:pt x="316547" y="450570"/>
                  </a:lnTo>
                  <a:lnTo>
                    <a:pt x="316890" y="328955"/>
                  </a:lnTo>
                  <a:lnTo>
                    <a:pt x="316547" y="81432"/>
                  </a:lnTo>
                  <a:lnTo>
                    <a:pt x="273888" y="22910"/>
                  </a:lnTo>
                  <a:lnTo>
                    <a:pt x="201549" y="114"/>
                  </a:lnTo>
                  <a:lnTo>
                    <a:pt x="160426" y="0"/>
                  </a:lnTo>
                  <a:lnTo>
                    <a:pt x="119291" y="6286"/>
                  </a:lnTo>
                  <a:lnTo>
                    <a:pt x="80619" y="18110"/>
                  </a:lnTo>
                  <a:lnTo>
                    <a:pt x="20561" y="55054"/>
                  </a:lnTo>
                  <a:lnTo>
                    <a:pt x="0" y="104051"/>
                  </a:lnTo>
                  <a:lnTo>
                    <a:pt x="2108" y="121043"/>
                  </a:lnTo>
                  <a:lnTo>
                    <a:pt x="5194" y="142989"/>
                  </a:lnTo>
                  <a:lnTo>
                    <a:pt x="13881" y="199275"/>
                  </a:lnTo>
                  <a:lnTo>
                    <a:pt x="110451" y="199275"/>
                  </a:lnTo>
                  <a:lnTo>
                    <a:pt x="110451" y="203428"/>
                  </a:lnTo>
                  <a:lnTo>
                    <a:pt x="14566" y="203428"/>
                  </a:lnTo>
                  <a:lnTo>
                    <a:pt x="15430" y="208851"/>
                  </a:lnTo>
                  <a:lnTo>
                    <a:pt x="91719" y="208851"/>
                  </a:lnTo>
                  <a:lnTo>
                    <a:pt x="91719" y="217170"/>
                  </a:lnTo>
                  <a:lnTo>
                    <a:pt x="16776" y="217170"/>
                  </a:lnTo>
                  <a:lnTo>
                    <a:pt x="18211" y="225894"/>
                  </a:lnTo>
                  <a:lnTo>
                    <a:pt x="91719" y="225894"/>
                  </a:lnTo>
                  <a:lnTo>
                    <a:pt x="91719" y="234238"/>
                  </a:lnTo>
                  <a:lnTo>
                    <a:pt x="19583" y="234238"/>
                  </a:lnTo>
                  <a:lnTo>
                    <a:pt x="21488" y="245897"/>
                  </a:lnTo>
                  <a:lnTo>
                    <a:pt x="118364" y="245897"/>
                  </a:lnTo>
                  <a:lnTo>
                    <a:pt x="118364" y="250037"/>
                  </a:lnTo>
                  <a:lnTo>
                    <a:pt x="22186" y="250037"/>
                  </a:lnTo>
                  <a:lnTo>
                    <a:pt x="32829" y="310997"/>
                  </a:lnTo>
                  <a:lnTo>
                    <a:pt x="44805" y="374777"/>
                  </a:lnTo>
                  <a:lnTo>
                    <a:pt x="57492" y="438823"/>
                  </a:lnTo>
                  <a:lnTo>
                    <a:pt x="70231" y="500621"/>
                  </a:lnTo>
                  <a:lnTo>
                    <a:pt x="82346" y="557593"/>
                  </a:lnTo>
                  <a:lnTo>
                    <a:pt x="93230" y="607225"/>
                  </a:lnTo>
                  <a:lnTo>
                    <a:pt x="102196" y="646976"/>
                  </a:lnTo>
                  <a:lnTo>
                    <a:pt x="110820" y="682840"/>
                  </a:lnTo>
                  <a:lnTo>
                    <a:pt x="111366" y="686231"/>
                  </a:lnTo>
                  <a:lnTo>
                    <a:pt x="115951" y="713346"/>
                  </a:lnTo>
                  <a:lnTo>
                    <a:pt x="121539" y="749147"/>
                  </a:lnTo>
                  <a:lnTo>
                    <a:pt x="127177" y="791883"/>
                  </a:lnTo>
                  <a:lnTo>
                    <a:pt x="197789" y="791883"/>
                  </a:lnTo>
                  <a:lnTo>
                    <a:pt x="197789" y="798144"/>
                  </a:lnTo>
                  <a:lnTo>
                    <a:pt x="127927" y="798144"/>
                  </a:lnTo>
                  <a:lnTo>
                    <a:pt x="128498" y="803109"/>
                  </a:lnTo>
                  <a:lnTo>
                    <a:pt x="173291" y="803109"/>
                  </a:lnTo>
                  <a:lnTo>
                    <a:pt x="173291" y="815606"/>
                  </a:lnTo>
                  <a:lnTo>
                    <a:pt x="129984" y="815606"/>
                  </a:lnTo>
                  <a:lnTo>
                    <a:pt x="131381" y="827684"/>
                  </a:lnTo>
                  <a:lnTo>
                    <a:pt x="186486" y="827684"/>
                  </a:lnTo>
                  <a:lnTo>
                    <a:pt x="186486" y="851395"/>
                  </a:lnTo>
                  <a:lnTo>
                    <a:pt x="134150" y="851395"/>
                  </a:lnTo>
                  <a:lnTo>
                    <a:pt x="134810" y="856970"/>
                  </a:lnTo>
                  <a:lnTo>
                    <a:pt x="173291" y="856970"/>
                  </a:lnTo>
                  <a:lnTo>
                    <a:pt x="173291" y="863206"/>
                  </a:lnTo>
                  <a:lnTo>
                    <a:pt x="135534" y="863206"/>
                  </a:lnTo>
                  <a:lnTo>
                    <a:pt x="148717" y="972947"/>
                  </a:lnTo>
                  <a:lnTo>
                    <a:pt x="161302" y="1074191"/>
                  </a:lnTo>
                  <a:lnTo>
                    <a:pt x="174434" y="1177340"/>
                  </a:lnTo>
                  <a:lnTo>
                    <a:pt x="311099" y="1168387"/>
                  </a:lnTo>
                  <a:lnTo>
                    <a:pt x="323329" y="1049413"/>
                  </a:lnTo>
                  <a:lnTo>
                    <a:pt x="329755" y="980478"/>
                  </a:lnTo>
                  <a:lnTo>
                    <a:pt x="332435" y="935202"/>
                  </a:lnTo>
                  <a:lnTo>
                    <a:pt x="333502" y="887247"/>
                  </a:lnTo>
                  <a:close/>
                </a:path>
              </a:pathLst>
            </a:custGeom>
            <a:solidFill>
              <a:srgbClr val="5C21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8" name="object 188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7435998" y="10389766"/>
              <a:ext cx="155325" cy="64922"/>
            </a:xfrm>
            <a:prstGeom prst="rect">
              <a:avLst/>
            </a:prstGeom>
          </p:spPr>
        </p:pic>
      </p:grpSp>
      <p:sp>
        <p:nvSpPr>
          <p:cNvPr id="189" name="object 189" descr=""/>
          <p:cNvSpPr/>
          <p:nvPr/>
        </p:nvSpPr>
        <p:spPr>
          <a:xfrm>
            <a:off x="7860310" y="8972539"/>
            <a:ext cx="519430" cy="391160"/>
          </a:xfrm>
          <a:custGeom>
            <a:avLst/>
            <a:gdLst/>
            <a:ahLst/>
            <a:cxnLst/>
            <a:rect l="l" t="t" r="r" b="b"/>
            <a:pathLst>
              <a:path w="519429" h="391159">
                <a:moveTo>
                  <a:pt x="471508" y="0"/>
                </a:moveTo>
                <a:lnTo>
                  <a:pt x="260039" y="28072"/>
                </a:lnTo>
                <a:lnTo>
                  <a:pt x="143463" y="39949"/>
                </a:lnTo>
                <a:lnTo>
                  <a:pt x="80299" y="37898"/>
                </a:lnTo>
                <a:lnTo>
                  <a:pt x="29071" y="24187"/>
                </a:lnTo>
                <a:lnTo>
                  <a:pt x="8290" y="175299"/>
                </a:lnTo>
                <a:lnTo>
                  <a:pt x="4329" y="206460"/>
                </a:lnTo>
                <a:lnTo>
                  <a:pt x="1166" y="234286"/>
                </a:lnTo>
                <a:lnTo>
                  <a:pt x="0" y="268958"/>
                </a:lnTo>
                <a:lnTo>
                  <a:pt x="2303" y="303706"/>
                </a:lnTo>
                <a:lnTo>
                  <a:pt x="8694" y="350502"/>
                </a:lnTo>
                <a:lnTo>
                  <a:pt x="56141" y="373819"/>
                </a:lnTo>
                <a:lnTo>
                  <a:pt x="114992" y="384235"/>
                </a:lnTo>
                <a:lnTo>
                  <a:pt x="199034" y="390658"/>
                </a:lnTo>
                <a:lnTo>
                  <a:pt x="266769" y="390194"/>
                </a:lnTo>
                <a:lnTo>
                  <a:pt x="336523" y="385057"/>
                </a:lnTo>
                <a:lnTo>
                  <a:pt x="402283" y="376882"/>
                </a:lnTo>
                <a:lnTo>
                  <a:pt x="458036" y="367307"/>
                </a:lnTo>
                <a:lnTo>
                  <a:pt x="497767" y="357968"/>
                </a:lnTo>
                <a:lnTo>
                  <a:pt x="518922" y="322554"/>
                </a:lnTo>
                <a:lnTo>
                  <a:pt x="517007" y="270020"/>
                </a:lnTo>
                <a:lnTo>
                  <a:pt x="512421" y="212912"/>
                </a:lnTo>
                <a:lnTo>
                  <a:pt x="507862" y="171240"/>
                </a:lnTo>
                <a:lnTo>
                  <a:pt x="500137" y="129151"/>
                </a:lnTo>
                <a:lnTo>
                  <a:pt x="487867" y="71991"/>
                </a:lnTo>
                <a:lnTo>
                  <a:pt x="471508" y="0"/>
                </a:lnTo>
                <a:close/>
              </a:path>
            </a:pathLst>
          </a:custGeom>
          <a:solidFill>
            <a:srgbClr val="5C2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0" name="object 190" descr=""/>
          <p:cNvSpPr/>
          <p:nvPr/>
        </p:nvSpPr>
        <p:spPr>
          <a:xfrm>
            <a:off x="7910523" y="9830012"/>
            <a:ext cx="194310" cy="586740"/>
          </a:xfrm>
          <a:custGeom>
            <a:avLst/>
            <a:gdLst/>
            <a:ahLst/>
            <a:cxnLst/>
            <a:rect l="l" t="t" r="r" b="b"/>
            <a:pathLst>
              <a:path w="194309" h="586740">
                <a:moveTo>
                  <a:pt x="54915" y="0"/>
                </a:moveTo>
                <a:lnTo>
                  <a:pt x="22793" y="20085"/>
                </a:lnTo>
                <a:lnTo>
                  <a:pt x="0" y="66365"/>
                </a:lnTo>
                <a:lnTo>
                  <a:pt x="265" y="163066"/>
                </a:lnTo>
                <a:lnTo>
                  <a:pt x="825" y="220437"/>
                </a:lnTo>
                <a:lnTo>
                  <a:pt x="2107" y="261103"/>
                </a:lnTo>
                <a:lnTo>
                  <a:pt x="4533" y="307687"/>
                </a:lnTo>
                <a:lnTo>
                  <a:pt x="20460" y="586621"/>
                </a:lnTo>
                <a:lnTo>
                  <a:pt x="142833" y="586621"/>
                </a:lnTo>
                <a:lnTo>
                  <a:pt x="179546" y="392492"/>
                </a:lnTo>
                <a:lnTo>
                  <a:pt x="194114" y="273207"/>
                </a:lnTo>
                <a:lnTo>
                  <a:pt x="188632" y="179649"/>
                </a:lnTo>
                <a:lnTo>
                  <a:pt x="165199" y="62700"/>
                </a:lnTo>
                <a:lnTo>
                  <a:pt x="124845" y="14632"/>
                </a:lnTo>
                <a:lnTo>
                  <a:pt x="54915" y="0"/>
                </a:lnTo>
                <a:close/>
              </a:path>
            </a:pathLst>
          </a:custGeom>
          <a:solidFill>
            <a:srgbClr val="5C2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1" name="object 191" descr=""/>
          <p:cNvSpPr/>
          <p:nvPr/>
        </p:nvSpPr>
        <p:spPr>
          <a:xfrm>
            <a:off x="8258492" y="9821254"/>
            <a:ext cx="234315" cy="586740"/>
          </a:xfrm>
          <a:custGeom>
            <a:avLst/>
            <a:gdLst/>
            <a:ahLst/>
            <a:cxnLst/>
            <a:rect l="l" t="t" r="r" b="b"/>
            <a:pathLst>
              <a:path w="234315" h="586740">
                <a:moveTo>
                  <a:pt x="114193" y="0"/>
                </a:moveTo>
                <a:lnTo>
                  <a:pt x="48633" y="24271"/>
                </a:lnTo>
                <a:lnTo>
                  <a:pt x="5153" y="77890"/>
                </a:lnTo>
                <a:lnTo>
                  <a:pt x="0" y="102590"/>
                </a:lnTo>
                <a:lnTo>
                  <a:pt x="20907" y="199456"/>
                </a:lnTo>
                <a:lnTo>
                  <a:pt x="62146" y="363350"/>
                </a:lnTo>
                <a:lnTo>
                  <a:pt x="102547" y="518087"/>
                </a:lnTo>
                <a:lnTo>
                  <a:pt x="120750" y="586722"/>
                </a:lnTo>
                <a:lnTo>
                  <a:pt x="234296" y="579151"/>
                </a:lnTo>
                <a:lnTo>
                  <a:pt x="229056" y="450034"/>
                </a:lnTo>
                <a:lnTo>
                  <a:pt x="225987" y="376015"/>
                </a:lnTo>
                <a:lnTo>
                  <a:pt x="223900" y="329213"/>
                </a:lnTo>
                <a:lnTo>
                  <a:pt x="221605" y="281747"/>
                </a:lnTo>
                <a:lnTo>
                  <a:pt x="53275" y="257444"/>
                </a:lnTo>
                <a:lnTo>
                  <a:pt x="53275" y="251444"/>
                </a:lnTo>
                <a:lnTo>
                  <a:pt x="217723" y="251444"/>
                </a:lnTo>
                <a:lnTo>
                  <a:pt x="217032" y="246052"/>
                </a:lnTo>
                <a:lnTo>
                  <a:pt x="87819" y="246052"/>
                </a:lnTo>
                <a:lnTo>
                  <a:pt x="87819" y="223152"/>
                </a:lnTo>
                <a:lnTo>
                  <a:pt x="214097" y="223152"/>
                </a:lnTo>
                <a:lnTo>
                  <a:pt x="212790" y="212946"/>
                </a:lnTo>
                <a:lnTo>
                  <a:pt x="212492" y="211487"/>
                </a:lnTo>
                <a:lnTo>
                  <a:pt x="53275" y="211487"/>
                </a:lnTo>
                <a:lnTo>
                  <a:pt x="53275" y="199456"/>
                </a:lnTo>
                <a:lnTo>
                  <a:pt x="210033" y="199456"/>
                </a:lnTo>
                <a:lnTo>
                  <a:pt x="209046" y="194629"/>
                </a:lnTo>
                <a:lnTo>
                  <a:pt x="76929" y="194629"/>
                </a:lnTo>
                <a:lnTo>
                  <a:pt x="76929" y="188598"/>
                </a:lnTo>
                <a:lnTo>
                  <a:pt x="207813" y="188598"/>
                </a:lnTo>
                <a:lnTo>
                  <a:pt x="197030" y="135836"/>
                </a:lnTo>
                <a:lnTo>
                  <a:pt x="181969" y="73005"/>
                </a:lnTo>
                <a:lnTo>
                  <a:pt x="175251" y="47042"/>
                </a:lnTo>
                <a:lnTo>
                  <a:pt x="146946" y="11984"/>
                </a:lnTo>
                <a:lnTo>
                  <a:pt x="114193" y="0"/>
                </a:lnTo>
                <a:close/>
              </a:path>
              <a:path w="234315" h="586740">
                <a:moveTo>
                  <a:pt x="217723" y="251444"/>
                </a:moveTo>
                <a:lnTo>
                  <a:pt x="162518" y="251444"/>
                </a:lnTo>
                <a:lnTo>
                  <a:pt x="162518" y="257444"/>
                </a:lnTo>
                <a:lnTo>
                  <a:pt x="218491" y="257444"/>
                </a:lnTo>
                <a:lnTo>
                  <a:pt x="217723" y="251444"/>
                </a:lnTo>
                <a:close/>
              </a:path>
              <a:path w="234315" h="586740">
                <a:moveTo>
                  <a:pt x="214097" y="223152"/>
                </a:moveTo>
                <a:lnTo>
                  <a:pt x="175251" y="223152"/>
                </a:lnTo>
                <a:lnTo>
                  <a:pt x="175251" y="246052"/>
                </a:lnTo>
                <a:lnTo>
                  <a:pt x="217032" y="246052"/>
                </a:lnTo>
                <a:lnTo>
                  <a:pt x="214097" y="223152"/>
                </a:lnTo>
                <a:close/>
              </a:path>
              <a:path w="234315" h="586740">
                <a:moveTo>
                  <a:pt x="210033" y="199456"/>
                </a:moveTo>
                <a:lnTo>
                  <a:pt x="162518" y="199456"/>
                </a:lnTo>
                <a:lnTo>
                  <a:pt x="162518" y="211487"/>
                </a:lnTo>
                <a:lnTo>
                  <a:pt x="212492" y="211487"/>
                </a:lnTo>
                <a:lnTo>
                  <a:pt x="210033" y="199456"/>
                </a:lnTo>
                <a:close/>
              </a:path>
              <a:path w="234315" h="586740">
                <a:moveTo>
                  <a:pt x="207813" y="188598"/>
                </a:moveTo>
                <a:lnTo>
                  <a:pt x="186172" y="188598"/>
                </a:lnTo>
                <a:lnTo>
                  <a:pt x="186172" y="194629"/>
                </a:lnTo>
                <a:lnTo>
                  <a:pt x="209046" y="194629"/>
                </a:lnTo>
                <a:lnTo>
                  <a:pt x="207813" y="188598"/>
                </a:lnTo>
                <a:close/>
              </a:path>
            </a:pathLst>
          </a:custGeom>
          <a:solidFill>
            <a:srgbClr val="5C214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2" name="object 192" descr=""/>
          <p:cNvSpPr/>
          <p:nvPr/>
        </p:nvSpPr>
        <p:spPr>
          <a:xfrm>
            <a:off x="7863603" y="9215084"/>
            <a:ext cx="259715" cy="736600"/>
          </a:xfrm>
          <a:custGeom>
            <a:avLst/>
            <a:gdLst/>
            <a:ahLst/>
            <a:cxnLst/>
            <a:rect l="l" t="t" r="r" b="b"/>
            <a:pathLst>
              <a:path w="259715" h="736600">
                <a:moveTo>
                  <a:pt x="99776" y="0"/>
                </a:moveTo>
                <a:lnTo>
                  <a:pt x="64788" y="423"/>
                </a:lnTo>
                <a:lnTo>
                  <a:pt x="34681" y="11248"/>
                </a:lnTo>
                <a:lnTo>
                  <a:pt x="12177" y="34055"/>
                </a:lnTo>
                <a:lnTo>
                  <a:pt x="0" y="70423"/>
                </a:lnTo>
                <a:lnTo>
                  <a:pt x="1792" y="202902"/>
                </a:lnTo>
                <a:lnTo>
                  <a:pt x="4331" y="285960"/>
                </a:lnTo>
                <a:lnTo>
                  <a:pt x="9360" y="354605"/>
                </a:lnTo>
                <a:lnTo>
                  <a:pt x="18627" y="443847"/>
                </a:lnTo>
                <a:lnTo>
                  <a:pt x="27994" y="534444"/>
                </a:lnTo>
                <a:lnTo>
                  <a:pt x="34377" y="599852"/>
                </a:lnTo>
                <a:lnTo>
                  <a:pt x="39144" y="645760"/>
                </a:lnTo>
                <a:lnTo>
                  <a:pt x="49307" y="701828"/>
                </a:lnTo>
                <a:lnTo>
                  <a:pt x="90190" y="731364"/>
                </a:lnTo>
                <a:lnTo>
                  <a:pt x="151838" y="736225"/>
                </a:lnTo>
                <a:lnTo>
                  <a:pt x="177287" y="730900"/>
                </a:lnTo>
                <a:lnTo>
                  <a:pt x="207148" y="694423"/>
                </a:lnTo>
                <a:lnTo>
                  <a:pt x="215672" y="649786"/>
                </a:lnTo>
                <a:lnTo>
                  <a:pt x="220296" y="609602"/>
                </a:lnTo>
                <a:lnTo>
                  <a:pt x="225685" y="559713"/>
                </a:lnTo>
                <a:lnTo>
                  <a:pt x="231535" y="502753"/>
                </a:lnTo>
                <a:lnTo>
                  <a:pt x="237539" y="441357"/>
                </a:lnTo>
                <a:lnTo>
                  <a:pt x="243393" y="378160"/>
                </a:lnTo>
                <a:lnTo>
                  <a:pt x="248790" y="315797"/>
                </a:lnTo>
                <a:lnTo>
                  <a:pt x="250653" y="292134"/>
                </a:lnTo>
                <a:lnTo>
                  <a:pt x="70270" y="292134"/>
                </a:lnTo>
                <a:lnTo>
                  <a:pt x="70270" y="288113"/>
                </a:lnTo>
                <a:lnTo>
                  <a:pt x="250969" y="288113"/>
                </a:lnTo>
                <a:lnTo>
                  <a:pt x="251855" y="276867"/>
                </a:lnTo>
                <a:lnTo>
                  <a:pt x="44564" y="276867"/>
                </a:lnTo>
                <a:lnTo>
                  <a:pt x="44564" y="268826"/>
                </a:lnTo>
                <a:lnTo>
                  <a:pt x="252488" y="268826"/>
                </a:lnTo>
                <a:lnTo>
                  <a:pt x="253151" y="260397"/>
                </a:lnTo>
                <a:lnTo>
                  <a:pt x="91955" y="260397"/>
                </a:lnTo>
                <a:lnTo>
                  <a:pt x="91955" y="252376"/>
                </a:lnTo>
                <a:lnTo>
                  <a:pt x="253732" y="252376"/>
                </a:lnTo>
                <a:lnTo>
                  <a:pt x="254085" y="247151"/>
                </a:lnTo>
                <a:lnTo>
                  <a:pt x="73872" y="247151"/>
                </a:lnTo>
                <a:lnTo>
                  <a:pt x="73872" y="243130"/>
                </a:lnTo>
                <a:lnTo>
                  <a:pt x="254357" y="243130"/>
                </a:lnTo>
                <a:lnTo>
                  <a:pt x="256995" y="204114"/>
                </a:lnTo>
                <a:lnTo>
                  <a:pt x="259191" y="160063"/>
                </a:lnTo>
                <a:lnTo>
                  <a:pt x="259709" y="127385"/>
                </a:lnTo>
                <a:lnTo>
                  <a:pt x="252620" y="98588"/>
                </a:lnTo>
                <a:lnTo>
                  <a:pt x="234074" y="70710"/>
                </a:lnTo>
                <a:lnTo>
                  <a:pt x="206794" y="45332"/>
                </a:lnTo>
                <a:lnTo>
                  <a:pt x="173502" y="24034"/>
                </a:lnTo>
                <a:lnTo>
                  <a:pt x="136922" y="8397"/>
                </a:lnTo>
                <a:lnTo>
                  <a:pt x="99776" y="0"/>
                </a:lnTo>
                <a:close/>
              </a:path>
              <a:path w="259715" h="736600">
                <a:moveTo>
                  <a:pt x="250969" y="288113"/>
                </a:moveTo>
                <a:lnTo>
                  <a:pt x="210831" y="288113"/>
                </a:lnTo>
                <a:lnTo>
                  <a:pt x="210831" y="292134"/>
                </a:lnTo>
                <a:lnTo>
                  <a:pt x="250653" y="292134"/>
                </a:lnTo>
                <a:lnTo>
                  <a:pt x="250969" y="288113"/>
                </a:lnTo>
                <a:close/>
              </a:path>
              <a:path w="259715" h="736600">
                <a:moveTo>
                  <a:pt x="252488" y="268826"/>
                </a:moveTo>
                <a:lnTo>
                  <a:pt x="185135" y="268826"/>
                </a:lnTo>
                <a:lnTo>
                  <a:pt x="185135" y="276867"/>
                </a:lnTo>
                <a:lnTo>
                  <a:pt x="251855" y="276867"/>
                </a:lnTo>
                <a:lnTo>
                  <a:pt x="252488" y="268826"/>
                </a:lnTo>
                <a:close/>
              </a:path>
              <a:path w="259715" h="736600">
                <a:moveTo>
                  <a:pt x="253732" y="252376"/>
                </a:moveTo>
                <a:lnTo>
                  <a:pt x="185135" y="252376"/>
                </a:lnTo>
                <a:lnTo>
                  <a:pt x="185135" y="260397"/>
                </a:lnTo>
                <a:lnTo>
                  <a:pt x="253151" y="260397"/>
                </a:lnTo>
                <a:lnTo>
                  <a:pt x="253426" y="256904"/>
                </a:lnTo>
                <a:lnTo>
                  <a:pt x="253732" y="252376"/>
                </a:lnTo>
                <a:close/>
              </a:path>
              <a:path w="259715" h="736600">
                <a:moveTo>
                  <a:pt x="254357" y="243130"/>
                </a:moveTo>
                <a:lnTo>
                  <a:pt x="203198" y="243130"/>
                </a:lnTo>
                <a:lnTo>
                  <a:pt x="203198" y="247151"/>
                </a:lnTo>
                <a:lnTo>
                  <a:pt x="254085" y="247151"/>
                </a:lnTo>
                <a:lnTo>
                  <a:pt x="254357" y="243130"/>
                </a:lnTo>
                <a:close/>
              </a:path>
            </a:pathLst>
          </a:custGeom>
          <a:solidFill>
            <a:srgbClr val="5C214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3" name="object 193" descr=""/>
          <p:cNvPicPr/>
          <p:nvPr/>
        </p:nvPicPr>
        <p:blipFill>
          <a:blip r:embed="rId58" cstate="print"/>
          <a:stretch>
            <a:fillRect/>
          </a:stretch>
        </p:blipFill>
        <p:spPr>
          <a:xfrm>
            <a:off x="8195136" y="9014502"/>
            <a:ext cx="154466" cy="77557"/>
          </a:xfrm>
          <a:prstGeom prst="rect">
            <a:avLst/>
          </a:prstGeom>
        </p:spPr>
      </p:pic>
      <p:pic>
        <p:nvPicPr>
          <p:cNvPr id="194" name="object 194" descr="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7879969" y="9027414"/>
            <a:ext cx="134624" cy="77589"/>
          </a:xfrm>
          <a:prstGeom prst="rect">
            <a:avLst/>
          </a:prstGeom>
        </p:spPr>
      </p:pic>
      <p:grpSp>
        <p:nvGrpSpPr>
          <p:cNvPr id="195" name="object 195" descr=""/>
          <p:cNvGrpSpPr/>
          <p:nvPr/>
        </p:nvGrpSpPr>
        <p:grpSpPr>
          <a:xfrm>
            <a:off x="8059339" y="8998397"/>
            <a:ext cx="374650" cy="986155"/>
            <a:chOff x="8059339" y="8998397"/>
            <a:chExt cx="374650" cy="986155"/>
          </a:xfrm>
        </p:grpSpPr>
        <p:sp>
          <p:nvSpPr>
            <p:cNvPr id="196" name="object 196" descr=""/>
            <p:cNvSpPr/>
            <p:nvPr/>
          </p:nvSpPr>
          <p:spPr>
            <a:xfrm>
              <a:off x="8059339" y="8998397"/>
              <a:ext cx="78105" cy="365760"/>
            </a:xfrm>
            <a:custGeom>
              <a:avLst/>
              <a:gdLst/>
              <a:ahLst/>
              <a:cxnLst/>
              <a:rect l="l" t="t" r="r" b="b"/>
              <a:pathLst>
                <a:path w="78104" h="365759">
                  <a:moveTo>
                    <a:pt x="28438" y="0"/>
                  </a:moveTo>
                  <a:lnTo>
                    <a:pt x="0" y="1989"/>
                  </a:lnTo>
                  <a:lnTo>
                    <a:pt x="6917" y="158104"/>
                  </a:lnTo>
                  <a:lnTo>
                    <a:pt x="10777" y="240402"/>
                  </a:lnTo>
                  <a:lnTo>
                    <a:pt x="14910" y="292483"/>
                  </a:lnTo>
                  <a:lnTo>
                    <a:pt x="37087" y="336756"/>
                  </a:lnTo>
                  <a:lnTo>
                    <a:pt x="57003" y="365276"/>
                  </a:lnTo>
                  <a:lnTo>
                    <a:pt x="77735" y="363852"/>
                  </a:lnTo>
                  <a:lnTo>
                    <a:pt x="57951" y="329765"/>
                  </a:lnTo>
                  <a:lnTo>
                    <a:pt x="47307" y="310294"/>
                  </a:lnTo>
                  <a:lnTo>
                    <a:pt x="42161" y="298142"/>
                  </a:lnTo>
                  <a:lnTo>
                    <a:pt x="38867" y="286012"/>
                  </a:lnTo>
                  <a:lnTo>
                    <a:pt x="35219" y="233137"/>
                  </a:lnTo>
                  <a:lnTo>
                    <a:pt x="31858" y="135730"/>
                  </a:lnTo>
                  <a:lnTo>
                    <a:pt x="28438" y="0"/>
                  </a:lnTo>
                  <a:close/>
                </a:path>
              </a:pathLst>
            </a:custGeom>
            <a:solidFill>
              <a:srgbClr val="4F13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8074254" y="9004253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20491" y="0"/>
                  </a:moveTo>
                  <a:lnTo>
                    <a:pt x="5895" y="0"/>
                  </a:lnTo>
                  <a:lnTo>
                    <a:pt x="0" y="5916"/>
                  </a:lnTo>
                  <a:lnTo>
                    <a:pt x="0" y="20491"/>
                  </a:lnTo>
                  <a:lnTo>
                    <a:pt x="5895" y="26397"/>
                  </a:lnTo>
                  <a:lnTo>
                    <a:pt x="20491" y="26397"/>
                  </a:lnTo>
                  <a:lnTo>
                    <a:pt x="26407" y="20491"/>
                  </a:lnTo>
                  <a:lnTo>
                    <a:pt x="26407" y="13193"/>
                  </a:lnTo>
                  <a:lnTo>
                    <a:pt x="26407" y="5916"/>
                  </a:lnTo>
                  <a:lnTo>
                    <a:pt x="20491" y="0"/>
                  </a:lnTo>
                  <a:close/>
                </a:path>
              </a:pathLst>
            </a:custGeom>
            <a:solidFill>
              <a:srgbClr val="F1EA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8" name="object 198" descr=""/>
            <p:cNvSpPr/>
            <p:nvPr/>
          </p:nvSpPr>
          <p:spPr>
            <a:xfrm>
              <a:off x="8134109" y="9210590"/>
              <a:ext cx="299720" cy="774065"/>
            </a:xfrm>
            <a:custGeom>
              <a:avLst/>
              <a:gdLst/>
              <a:ahLst/>
              <a:cxnLst/>
              <a:rect l="l" t="t" r="r" b="b"/>
              <a:pathLst>
                <a:path w="299720" h="774065">
                  <a:moveTo>
                    <a:pt x="168906" y="0"/>
                  </a:moveTo>
                  <a:lnTo>
                    <a:pt x="99044" y="16027"/>
                  </a:lnTo>
                  <a:lnTo>
                    <a:pt x="65797" y="35464"/>
                  </a:lnTo>
                  <a:lnTo>
                    <a:pt x="14664" y="87998"/>
                  </a:lnTo>
                  <a:lnTo>
                    <a:pt x="0" y="146504"/>
                  </a:lnTo>
                  <a:lnTo>
                    <a:pt x="5805" y="177878"/>
                  </a:lnTo>
                  <a:lnTo>
                    <a:pt x="14522" y="222798"/>
                  </a:lnTo>
                  <a:lnTo>
                    <a:pt x="25552" y="278207"/>
                  </a:lnTo>
                  <a:lnTo>
                    <a:pt x="38299" y="341050"/>
                  </a:lnTo>
                  <a:lnTo>
                    <a:pt x="52167" y="408269"/>
                  </a:lnTo>
                  <a:lnTo>
                    <a:pt x="66558" y="476809"/>
                  </a:lnTo>
                  <a:lnTo>
                    <a:pt x="80875" y="543614"/>
                  </a:lnTo>
                  <a:lnTo>
                    <a:pt x="94523" y="605627"/>
                  </a:lnTo>
                  <a:lnTo>
                    <a:pt x="106904" y="659793"/>
                  </a:lnTo>
                  <a:lnTo>
                    <a:pt x="117421" y="703055"/>
                  </a:lnTo>
                  <a:lnTo>
                    <a:pt x="130477" y="744642"/>
                  </a:lnTo>
                  <a:lnTo>
                    <a:pt x="167693" y="766515"/>
                  </a:lnTo>
                  <a:lnTo>
                    <a:pt x="194736" y="773837"/>
                  </a:lnTo>
                  <a:lnTo>
                    <a:pt x="223176" y="772045"/>
                  </a:lnTo>
                  <a:lnTo>
                    <a:pt x="273271" y="746742"/>
                  </a:lnTo>
                  <a:lnTo>
                    <a:pt x="298315" y="701115"/>
                  </a:lnTo>
                  <a:lnTo>
                    <a:pt x="299627" y="674936"/>
                  </a:lnTo>
                  <a:lnTo>
                    <a:pt x="298910" y="639794"/>
                  </a:lnTo>
                  <a:lnTo>
                    <a:pt x="296481" y="592775"/>
                  </a:lnTo>
                  <a:lnTo>
                    <a:pt x="287750" y="451458"/>
                  </a:lnTo>
                  <a:lnTo>
                    <a:pt x="277495" y="327578"/>
                  </a:lnTo>
                  <a:lnTo>
                    <a:pt x="263612" y="200207"/>
                  </a:lnTo>
                  <a:lnTo>
                    <a:pt x="251398" y="100753"/>
                  </a:lnTo>
                  <a:lnTo>
                    <a:pt x="246149" y="60621"/>
                  </a:lnTo>
                  <a:lnTo>
                    <a:pt x="227272" y="26677"/>
                  </a:lnTo>
                  <a:lnTo>
                    <a:pt x="168906" y="0"/>
                  </a:lnTo>
                  <a:close/>
                </a:path>
              </a:pathLst>
            </a:custGeom>
            <a:solidFill>
              <a:srgbClr val="5C214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99" name="object 199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7922954" y="10365025"/>
            <a:ext cx="139178" cy="67114"/>
          </a:xfrm>
          <a:prstGeom prst="rect">
            <a:avLst/>
          </a:prstGeom>
        </p:spPr>
      </p:pic>
      <p:pic>
        <p:nvPicPr>
          <p:cNvPr id="200" name="object 200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8364630" y="10356298"/>
            <a:ext cx="134113" cy="71867"/>
          </a:xfrm>
          <a:prstGeom prst="rect">
            <a:avLst/>
          </a:prstGeom>
        </p:spPr>
      </p:pic>
      <p:sp>
        <p:nvSpPr>
          <p:cNvPr id="201" name="object 201" descr=""/>
          <p:cNvSpPr/>
          <p:nvPr/>
        </p:nvSpPr>
        <p:spPr>
          <a:xfrm>
            <a:off x="8646431" y="8951509"/>
            <a:ext cx="550545" cy="405130"/>
          </a:xfrm>
          <a:custGeom>
            <a:avLst/>
            <a:gdLst/>
            <a:ahLst/>
            <a:cxnLst/>
            <a:rect l="l" t="t" r="r" b="b"/>
            <a:pathLst>
              <a:path w="550545" h="405129">
                <a:moveTo>
                  <a:pt x="515771" y="0"/>
                </a:moveTo>
                <a:lnTo>
                  <a:pt x="282780" y="19344"/>
                </a:lnTo>
                <a:lnTo>
                  <a:pt x="154669" y="26592"/>
                </a:lnTo>
                <a:lnTo>
                  <a:pt x="86034" y="22462"/>
                </a:lnTo>
                <a:lnTo>
                  <a:pt x="31471" y="7675"/>
                </a:lnTo>
                <a:lnTo>
                  <a:pt x="8825" y="175464"/>
                </a:lnTo>
                <a:lnTo>
                  <a:pt x="4557" y="209457"/>
                </a:lnTo>
                <a:lnTo>
                  <a:pt x="1210" y="239113"/>
                </a:lnTo>
                <a:lnTo>
                  <a:pt x="0" y="275872"/>
                </a:lnTo>
                <a:lnTo>
                  <a:pt x="2471" y="312699"/>
                </a:lnTo>
                <a:lnTo>
                  <a:pt x="9283" y="362303"/>
                </a:lnTo>
                <a:lnTo>
                  <a:pt x="59603" y="386984"/>
                </a:lnTo>
                <a:lnTo>
                  <a:pt x="121991" y="397973"/>
                </a:lnTo>
                <a:lnTo>
                  <a:pt x="211078" y="404699"/>
                </a:lnTo>
                <a:lnTo>
                  <a:pt x="272352" y="404575"/>
                </a:lnTo>
                <a:lnTo>
                  <a:pt x="335860" y="400625"/>
                </a:lnTo>
                <a:lnTo>
                  <a:pt x="397593" y="393946"/>
                </a:lnTo>
                <a:lnTo>
                  <a:pt x="453537" y="385635"/>
                </a:lnTo>
                <a:lnTo>
                  <a:pt x="499679" y="376788"/>
                </a:lnTo>
                <a:lnTo>
                  <a:pt x="546513" y="361873"/>
                </a:lnTo>
                <a:lnTo>
                  <a:pt x="550138" y="332244"/>
                </a:lnTo>
                <a:lnTo>
                  <a:pt x="548059" y="276551"/>
                </a:lnTo>
                <a:lnTo>
                  <a:pt x="543154" y="216014"/>
                </a:lnTo>
                <a:lnTo>
                  <a:pt x="538304" y="171848"/>
                </a:lnTo>
                <a:lnTo>
                  <a:pt x="515771" y="0"/>
                </a:lnTo>
                <a:close/>
              </a:path>
            </a:pathLst>
          </a:custGeom>
          <a:solidFill>
            <a:srgbClr val="5C21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2" name="object 202" descr=""/>
          <p:cNvGrpSpPr/>
          <p:nvPr/>
        </p:nvGrpSpPr>
        <p:grpSpPr>
          <a:xfrm>
            <a:off x="8651654" y="9048750"/>
            <a:ext cx="545465" cy="1364615"/>
            <a:chOff x="8651654" y="9048750"/>
            <a:chExt cx="545465" cy="1364615"/>
          </a:xfrm>
        </p:grpSpPr>
        <p:sp>
          <p:nvSpPr>
            <p:cNvPr id="203" name="object 203" descr=""/>
            <p:cNvSpPr/>
            <p:nvPr/>
          </p:nvSpPr>
          <p:spPr>
            <a:xfrm>
              <a:off x="8651646" y="9202007"/>
              <a:ext cx="545465" cy="1196340"/>
            </a:xfrm>
            <a:custGeom>
              <a:avLst/>
              <a:gdLst/>
              <a:ahLst/>
              <a:cxnLst/>
              <a:rect l="l" t="t" r="r" b="b"/>
              <a:pathLst>
                <a:path w="545465" h="1196340">
                  <a:moveTo>
                    <a:pt x="282143" y="1190840"/>
                  </a:moveTo>
                  <a:lnTo>
                    <a:pt x="274523" y="929551"/>
                  </a:lnTo>
                  <a:lnTo>
                    <a:pt x="270027" y="790041"/>
                  </a:lnTo>
                  <a:lnTo>
                    <a:pt x="266865" y="725093"/>
                  </a:lnTo>
                  <a:lnTo>
                    <a:pt x="261962" y="683768"/>
                  </a:lnTo>
                  <a:lnTo>
                    <a:pt x="263512" y="676008"/>
                  </a:lnTo>
                  <a:lnTo>
                    <a:pt x="267106" y="597954"/>
                  </a:lnTo>
                  <a:lnTo>
                    <a:pt x="268097" y="540829"/>
                  </a:lnTo>
                  <a:lnTo>
                    <a:pt x="268655" y="476300"/>
                  </a:lnTo>
                  <a:lnTo>
                    <a:pt x="268859" y="407847"/>
                  </a:lnTo>
                  <a:lnTo>
                    <a:pt x="268579" y="273189"/>
                  </a:lnTo>
                  <a:lnTo>
                    <a:pt x="267601" y="129159"/>
                  </a:lnTo>
                  <a:lnTo>
                    <a:pt x="241642" y="70294"/>
                  </a:lnTo>
                  <a:lnTo>
                    <a:pt x="179603" y="23685"/>
                  </a:lnTo>
                  <a:lnTo>
                    <a:pt x="142024" y="8826"/>
                  </a:lnTo>
                  <a:lnTo>
                    <a:pt x="103784" y="1625"/>
                  </a:lnTo>
                  <a:lnTo>
                    <a:pt x="67678" y="3632"/>
                  </a:lnTo>
                  <a:lnTo>
                    <a:pt x="36487" y="16383"/>
                  </a:lnTo>
                  <a:lnTo>
                    <a:pt x="13004" y="41402"/>
                  </a:lnTo>
                  <a:lnTo>
                    <a:pt x="0" y="80238"/>
                  </a:lnTo>
                  <a:lnTo>
                    <a:pt x="13169" y="229857"/>
                  </a:lnTo>
                  <a:lnTo>
                    <a:pt x="22961" y="322427"/>
                  </a:lnTo>
                  <a:lnTo>
                    <a:pt x="34264" y="396367"/>
                  </a:lnTo>
                  <a:lnTo>
                    <a:pt x="51930" y="490105"/>
                  </a:lnTo>
                  <a:lnTo>
                    <a:pt x="68516" y="573493"/>
                  </a:lnTo>
                  <a:lnTo>
                    <a:pt x="80886" y="626503"/>
                  </a:lnTo>
                  <a:lnTo>
                    <a:pt x="80683" y="626922"/>
                  </a:lnTo>
                  <a:lnTo>
                    <a:pt x="76606" y="730808"/>
                  </a:lnTo>
                  <a:lnTo>
                    <a:pt x="75780" y="792238"/>
                  </a:lnTo>
                  <a:lnTo>
                    <a:pt x="78689" y="835355"/>
                  </a:lnTo>
                  <a:lnTo>
                    <a:pt x="85826" y="884275"/>
                  </a:lnTo>
                  <a:lnTo>
                    <a:pt x="104063" y="966609"/>
                  </a:lnTo>
                  <a:lnTo>
                    <a:pt x="131940" y="1069924"/>
                  </a:lnTo>
                  <a:lnTo>
                    <a:pt x="157454" y="1158265"/>
                  </a:lnTo>
                  <a:lnTo>
                    <a:pt x="168630" y="1195692"/>
                  </a:lnTo>
                  <a:lnTo>
                    <a:pt x="282143" y="1190840"/>
                  </a:lnTo>
                  <a:close/>
                </a:path>
                <a:path w="545465" h="1196340">
                  <a:moveTo>
                    <a:pt x="544918" y="74104"/>
                  </a:moveTo>
                  <a:lnTo>
                    <a:pt x="530275" y="35864"/>
                  </a:lnTo>
                  <a:lnTo>
                    <a:pt x="505739" y="11861"/>
                  </a:lnTo>
                  <a:lnTo>
                    <a:pt x="474040" y="457"/>
                  </a:lnTo>
                  <a:lnTo>
                    <a:pt x="437870" y="0"/>
                  </a:lnTo>
                  <a:lnTo>
                    <a:pt x="399986" y="8813"/>
                  </a:lnTo>
                  <a:lnTo>
                    <a:pt x="363067" y="25273"/>
                  </a:lnTo>
                  <a:lnTo>
                    <a:pt x="329869" y="47713"/>
                  </a:lnTo>
                  <a:lnTo>
                    <a:pt x="285432" y="103924"/>
                  </a:lnTo>
                  <a:lnTo>
                    <a:pt x="279654" y="134404"/>
                  </a:lnTo>
                  <a:lnTo>
                    <a:pt x="284835" y="278333"/>
                  </a:lnTo>
                  <a:lnTo>
                    <a:pt x="290296" y="412889"/>
                  </a:lnTo>
                  <a:lnTo>
                    <a:pt x="293433" y="481266"/>
                  </a:lnTo>
                  <a:lnTo>
                    <a:pt x="296735" y="545719"/>
                  </a:lnTo>
                  <a:lnTo>
                    <a:pt x="300164" y="602742"/>
                  </a:lnTo>
                  <a:lnTo>
                    <a:pt x="303644" y="648855"/>
                  </a:lnTo>
                  <a:lnTo>
                    <a:pt x="308952" y="688225"/>
                  </a:lnTo>
                  <a:lnTo>
                    <a:pt x="307797" y="692099"/>
                  </a:lnTo>
                  <a:lnTo>
                    <a:pt x="305828" y="729767"/>
                  </a:lnTo>
                  <a:lnTo>
                    <a:pt x="305460" y="794778"/>
                  </a:lnTo>
                  <a:lnTo>
                    <a:pt x="306908" y="934364"/>
                  </a:lnTo>
                  <a:lnTo>
                    <a:pt x="310451" y="1195730"/>
                  </a:lnTo>
                  <a:lnTo>
                    <a:pt x="424065" y="1195730"/>
                  </a:lnTo>
                  <a:lnTo>
                    <a:pt x="433705" y="1156766"/>
                  </a:lnTo>
                  <a:lnTo>
                    <a:pt x="455599" y="1065034"/>
                  </a:lnTo>
                  <a:lnTo>
                    <a:pt x="479196" y="958240"/>
                  </a:lnTo>
                  <a:lnTo>
                    <a:pt x="493991" y="874115"/>
                  </a:lnTo>
                  <a:lnTo>
                    <a:pt x="499059" y="824826"/>
                  </a:lnTo>
                  <a:lnTo>
                    <a:pt x="500380" y="780846"/>
                  </a:lnTo>
                  <a:lnTo>
                    <a:pt x="497624" y="717410"/>
                  </a:lnTo>
                  <a:lnTo>
                    <a:pt x="490461" y="609701"/>
                  </a:lnTo>
                  <a:lnTo>
                    <a:pt x="490105" y="609092"/>
                  </a:lnTo>
                  <a:lnTo>
                    <a:pt x="497535" y="569836"/>
                  </a:lnTo>
                  <a:lnTo>
                    <a:pt x="510552" y="485800"/>
                  </a:lnTo>
                  <a:lnTo>
                    <a:pt x="525754" y="355498"/>
                  </a:lnTo>
                  <a:lnTo>
                    <a:pt x="536473" y="221310"/>
                  </a:lnTo>
                  <a:lnTo>
                    <a:pt x="542836" y="116433"/>
                  </a:lnTo>
                  <a:lnTo>
                    <a:pt x="544918" y="74104"/>
                  </a:lnTo>
                  <a:close/>
                </a:path>
              </a:pathLst>
            </a:custGeom>
            <a:solidFill>
              <a:srgbClr val="5C21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4" name="object 204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982593" y="9048750"/>
              <a:ext cx="186441" cy="210778"/>
            </a:xfrm>
            <a:prstGeom prst="rect">
              <a:avLst/>
            </a:prstGeom>
          </p:spPr>
        </p:pic>
        <p:pic>
          <p:nvPicPr>
            <p:cNvPr id="205" name="object 205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8673843" y="9049106"/>
              <a:ext cx="186277" cy="210695"/>
            </a:xfrm>
            <a:prstGeom prst="rect">
              <a:avLst/>
            </a:prstGeom>
          </p:spPr>
        </p:pic>
        <p:pic>
          <p:nvPicPr>
            <p:cNvPr id="206" name="object 206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8795194" y="10347548"/>
              <a:ext cx="302251" cy="65196"/>
            </a:xfrm>
            <a:prstGeom prst="rect">
              <a:avLst/>
            </a:prstGeom>
          </p:spPr>
        </p:pic>
      </p:grpSp>
      <p:sp>
        <p:nvSpPr>
          <p:cNvPr id="207" name="object 207" descr=""/>
          <p:cNvSpPr/>
          <p:nvPr/>
        </p:nvSpPr>
        <p:spPr>
          <a:xfrm>
            <a:off x="9403875" y="8961552"/>
            <a:ext cx="549275" cy="420370"/>
          </a:xfrm>
          <a:custGeom>
            <a:avLst/>
            <a:gdLst/>
            <a:ahLst/>
            <a:cxnLst/>
            <a:rect l="l" t="t" r="r" b="b"/>
            <a:pathLst>
              <a:path w="549275" h="420370">
                <a:moveTo>
                  <a:pt x="500126" y="0"/>
                </a:moveTo>
                <a:lnTo>
                  <a:pt x="370981" y="20113"/>
                </a:lnTo>
                <a:lnTo>
                  <a:pt x="278830" y="27717"/>
                </a:lnTo>
                <a:lnTo>
                  <a:pt x="179480" y="23622"/>
                </a:lnTo>
                <a:lnTo>
                  <a:pt x="28737" y="8638"/>
                </a:lnTo>
                <a:lnTo>
                  <a:pt x="1398" y="244851"/>
                </a:lnTo>
                <a:lnTo>
                  <a:pt x="2267" y="318026"/>
                </a:lnTo>
                <a:lnTo>
                  <a:pt x="8790" y="367391"/>
                </a:lnTo>
                <a:lnTo>
                  <a:pt x="56896" y="393707"/>
                </a:lnTo>
                <a:lnTo>
                  <a:pt x="109603" y="408040"/>
                </a:lnTo>
                <a:lnTo>
                  <a:pt x="176611" y="418036"/>
                </a:lnTo>
                <a:lnTo>
                  <a:pt x="254322" y="419851"/>
                </a:lnTo>
                <a:lnTo>
                  <a:pt x="335344" y="411954"/>
                </a:lnTo>
                <a:lnTo>
                  <a:pt x="402204" y="397566"/>
                </a:lnTo>
                <a:lnTo>
                  <a:pt x="455576" y="379114"/>
                </a:lnTo>
                <a:lnTo>
                  <a:pt x="496133" y="359027"/>
                </a:lnTo>
                <a:lnTo>
                  <a:pt x="541498" y="323660"/>
                </a:lnTo>
                <a:lnTo>
                  <a:pt x="548820" y="281883"/>
                </a:lnTo>
                <a:lnTo>
                  <a:pt x="545646" y="247090"/>
                </a:lnTo>
                <a:lnTo>
                  <a:pt x="535800" y="180685"/>
                </a:lnTo>
                <a:lnTo>
                  <a:pt x="528137" y="136276"/>
                </a:lnTo>
                <a:lnTo>
                  <a:pt x="516106" y="75963"/>
                </a:lnTo>
                <a:lnTo>
                  <a:pt x="500126" y="0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 descr=""/>
          <p:cNvSpPr/>
          <p:nvPr/>
        </p:nvSpPr>
        <p:spPr>
          <a:xfrm>
            <a:off x="9407156" y="9208865"/>
            <a:ext cx="544830" cy="1138555"/>
          </a:xfrm>
          <a:custGeom>
            <a:avLst/>
            <a:gdLst/>
            <a:ahLst/>
            <a:cxnLst/>
            <a:rect l="l" t="t" r="r" b="b"/>
            <a:pathLst>
              <a:path w="544829" h="1138554">
                <a:moveTo>
                  <a:pt x="280098" y="1135011"/>
                </a:moveTo>
                <a:lnTo>
                  <a:pt x="271056" y="911542"/>
                </a:lnTo>
                <a:lnTo>
                  <a:pt x="265772" y="791984"/>
                </a:lnTo>
                <a:lnTo>
                  <a:pt x="262229" y="735761"/>
                </a:lnTo>
                <a:lnTo>
                  <a:pt x="259029" y="708012"/>
                </a:lnTo>
                <a:lnTo>
                  <a:pt x="260146" y="685076"/>
                </a:lnTo>
                <a:lnTo>
                  <a:pt x="261861" y="632536"/>
                </a:lnTo>
                <a:lnTo>
                  <a:pt x="263283" y="571817"/>
                </a:lnTo>
                <a:lnTo>
                  <a:pt x="264414" y="505587"/>
                </a:lnTo>
                <a:lnTo>
                  <a:pt x="265290" y="436537"/>
                </a:lnTo>
                <a:lnTo>
                  <a:pt x="265912" y="367347"/>
                </a:lnTo>
                <a:lnTo>
                  <a:pt x="266458" y="239344"/>
                </a:lnTo>
                <a:lnTo>
                  <a:pt x="266407" y="185902"/>
                </a:lnTo>
                <a:lnTo>
                  <a:pt x="266166" y="143078"/>
                </a:lnTo>
                <a:lnTo>
                  <a:pt x="240245" y="83083"/>
                </a:lnTo>
                <a:lnTo>
                  <a:pt x="212432" y="56057"/>
                </a:lnTo>
                <a:lnTo>
                  <a:pt x="178435" y="33274"/>
                </a:lnTo>
                <a:lnTo>
                  <a:pt x="141008" y="16421"/>
                </a:lnTo>
                <a:lnTo>
                  <a:pt x="102958" y="7188"/>
                </a:lnTo>
                <a:lnTo>
                  <a:pt x="67056" y="7289"/>
                </a:lnTo>
                <a:lnTo>
                  <a:pt x="36068" y="18415"/>
                </a:lnTo>
                <a:lnTo>
                  <a:pt x="12801" y="42252"/>
                </a:lnTo>
                <a:lnTo>
                  <a:pt x="0" y="80492"/>
                </a:lnTo>
                <a:lnTo>
                  <a:pt x="13957" y="216217"/>
                </a:lnTo>
                <a:lnTo>
                  <a:pt x="23126" y="301726"/>
                </a:lnTo>
                <a:lnTo>
                  <a:pt x="31572" y="373240"/>
                </a:lnTo>
                <a:lnTo>
                  <a:pt x="43370" y="467017"/>
                </a:lnTo>
                <a:lnTo>
                  <a:pt x="54356" y="548309"/>
                </a:lnTo>
                <a:lnTo>
                  <a:pt x="63830" y="608253"/>
                </a:lnTo>
                <a:lnTo>
                  <a:pt x="72136" y="651662"/>
                </a:lnTo>
                <a:lnTo>
                  <a:pt x="78486" y="678548"/>
                </a:lnTo>
                <a:lnTo>
                  <a:pt x="72834" y="749985"/>
                </a:lnTo>
                <a:lnTo>
                  <a:pt x="71043" y="796759"/>
                </a:lnTo>
                <a:lnTo>
                  <a:pt x="81203" y="875931"/>
                </a:lnTo>
                <a:lnTo>
                  <a:pt x="98767" y="947153"/>
                </a:lnTo>
                <a:lnTo>
                  <a:pt x="124548" y="1033919"/>
                </a:lnTo>
                <a:lnTo>
                  <a:pt x="147866" y="1107224"/>
                </a:lnTo>
                <a:lnTo>
                  <a:pt x="158013" y="1138097"/>
                </a:lnTo>
                <a:lnTo>
                  <a:pt x="280098" y="1135011"/>
                </a:lnTo>
                <a:close/>
              </a:path>
              <a:path w="544829" h="1138554">
                <a:moveTo>
                  <a:pt x="544360" y="65925"/>
                </a:moveTo>
                <a:lnTo>
                  <a:pt x="530148" y="31026"/>
                </a:lnTo>
                <a:lnTo>
                  <a:pt x="505409" y="9588"/>
                </a:lnTo>
                <a:lnTo>
                  <a:pt x="472986" y="0"/>
                </a:lnTo>
                <a:lnTo>
                  <a:pt x="435737" y="647"/>
                </a:lnTo>
                <a:lnTo>
                  <a:pt x="396506" y="9893"/>
                </a:lnTo>
                <a:lnTo>
                  <a:pt x="358127" y="26149"/>
                </a:lnTo>
                <a:lnTo>
                  <a:pt x="323456" y="47777"/>
                </a:lnTo>
                <a:lnTo>
                  <a:pt x="276593" y="100685"/>
                </a:lnTo>
                <a:lnTo>
                  <a:pt x="270103" y="128727"/>
                </a:lnTo>
                <a:lnTo>
                  <a:pt x="272211" y="204330"/>
                </a:lnTo>
                <a:lnTo>
                  <a:pt x="276288" y="322237"/>
                </a:lnTo>
                <a:lnTo>
                  <a:pt x="278879" y="389394"/>
                </a:lnTo>
                <a:lnTo>
                  <a:pt x="281749" y="457962"/>
                </a:lnTo>
                <a:lnTo>
                  <a:pt x="284835" y="524878"/>
                </a:lnTo>
                <a:lnTo>
                  <a:pt x="288048" y="587057"/>
                </a:lnTo>
                <a:lnTo>
                  <a:pt x="291325" y="641464"/>
                </a:lnTo>
                <a:lnTo>
                  <a:pt x="294589" y="685025"/>
                </a:lnTo>
                <a:lnTo>
                  <a:pt x="300837" y="727405"/>
                </a:lnTo>
                <a:lnTo>
                  <a:pt x="341985" y="738682"/>
                </a:lnTo>
                <a:lnTo>
                  <a:pt x="373024" y="739355"/>
                </a:lnTo>
                <a:lnTo>
                  <a:pt x="404749" y="737666"/>
                </a:lnTo>
                <a:lnTo>
                  <a:pt x="449986" y="729348"/>
                </a:lnTo>
                <a:lnTo>
                  <a:pt x="472503" y="697255"/>
                </a:lnTo>
                <a:lnTo>
                  <a:pt x="485051" y="628980"/>
                </a:lnTo>
                <a:lnTo>
                  <a:pt x="491832" y="575360"/>
                </a:lnTo>
                <a:lnTo>
                  <a:pt x="499300" y="508825"/>
                </a:lnTo>
                <a:lnTo>
                  <a:pt x="507720" y="429425"/>
                </a:lnTo>
                <a:lnTo>
                  <a:pt x="519760" y="312293"/>
                </a:lnTo>
                <a:lnTo>
                  <a:pt x="544360" y="65925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 descr=""/>
          <p:cNvSpPr/>
          <p:nvPr/>
        </p:nvSpPr>
        <p:spPr>
          <a:xfrm>
            <a:off x="9641976" y="8992334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5">
                <a:moveTo>
                  <a:pt x="11978" y="0"/>
                </a:moveTo>
                <a:lnTo>
                  <a:pt x="4251" y="4261"/>
                </a:lnTo>
                <a:lnTo>
                  <a:pt x="0" y="19025"/>
                </a:lnTo>
                <a:lnTo>
                  <a:pt x="4282" y="26742"/>
                </a:lnTo>
                <a:lnTo>
                  <a:pt x="19046" y="31004"/>
                </a:lnTo>
                <a:lnTo>
                  <a:pt x="26753" y="26742"/>
                </a:lnTo>
                <a:lnTo>
                  <a:pt x="30993" y="11978"/>
                </a:lnTo>
                <a:lnTo>
                  <a:pt x="26742" y="4251"/>
                </a:lnTo>
                <a:lnTo>
                  <a:pt x="19350" y="2136"/>
                </a:lnTo>
                <a:lnTo>
                  <a:pt x="11978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0" name="object 210" descr=""/>
          <p:cNvSpPr/>
          <p:nvPr/>
        </p:nvSpPr>
        <p:spPr>
          <a:xfrm>
            <a:off x="9641976" y="9082806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5">
                <a:moveTo>
                  <a:pt x="11978" y="0"/>
                </a:moveTo>
                <a:lnTo>
                  <a:pt x="4251" y="4261"/>
                </a:lnTo>
                <a:lnTo>
                  <a:pt x="0" y="19025"/>
                </a:lnTo>
                <a:lnTo>
                  <a:pt x="4282" y="26753"/>
                </a:lnTo>
                <a:lnTo>
                  <a:pt x="19046" y="31004"/>
                </a:lnTo>
                <a:lnTo>
                  <a:pt x="26753" y="26753"/>
                </a:lnTo>
                <a:lnTo>
                  <a:pt x="30993" y="11978"/>
                </a:lnTo>
                <a:lnTo>
                  <a:pt x="26742" y="4251"/>
                </a:lnTo>
                <a:lnTo>
                  <a:pt x="19350" y="2136"/>
                </a:lnTo>
                <a:lnTo>
                  <a:pt x="11978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1" name="object 211" descr=""/>
          <p:cNvSpPr/>
          <p:nvPr/>
        </p:nvSpPr>
        <p:spPr>
          <a:xfrm>
            <a:off x="9641976" y="9173279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5" h="31115">
                <a:moveTo>
                  <a:pt x="11978" y="0"/>
                </a:moveTo>
                <a:lnTo>
                  <a:pt x="4251" y="4261"/>
                </a:lnTo>
                <a:lnTo>
                  <a:pt x="0" y="19025"/>
                </a:lnTo>
                <a:lnTo>
                  <a:pt x="4282" y="26753"/>
                </a:lnTo>
                <a:lnTo>
                  <a:pt x="19046" y="31004"/>
                </a:lnTo>
                <a:lnTo>
                  <a:pt x="26753" y="26753"/>
                </a:lnTo>
                <a:lnTo>
                  <a:pt x="30993" y="11978"/>
                </a:lnTo>
                <a:lnTo>
                  <a:pt x="26742" y="4251"/>
                </a:lnTo>
                <a:lnTo>
                  <a:pt x="19350" y="2136"/>
                </a:lnTo>
                <a:lnTo>
                  <a:pt x="11978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2" name="object 212" descr=""/>
          <p:cNvSpPr/>
          <p:nvPr/>
        </p:nvSpPr>
        <p:spPr>
          <a:xfrm>
            <a:off x="9708010" y="9809916"/>
            <a:ext cx="184150" cy="541020"/>
          </a:xfrm>
          <a:custGeom>
            <a:avLst/>
            <a:gdLst/>
            <a:ahLst/>
            <a:cxnLst/>
            <a:rect l="l" t="t" r="r" b="b"/>
            <a:pathLst>
              <a:path w="184150" h="541020">
                <a:moveTo>
                  <a:pt x="101795" y="0"/>
                </a:moveTo>
                <a:lnTo>
                  <a:pt x="42276" y="20922"/>
                </a:lnTo>
                <a:lnTo>
                  <a:pt x="3811" y="77023"/>
                </a:lnTo>
                <a:lnTo>
                  <a:pt x="0" y="114345"/>
                </a:lnTo>
                <a:lnTo>
                  <a:pt x="2159" y="201073"/>
                </a:lnTo>
                <a:lnTo>
                  <a:pt x="3583" y="345412"/>
                </a:lnTo>
                <a:lnTo>
                  <a:pt x="4607" y="540740"/>
                </a:lnTo>
                <a:lnTo>
                  <a:pt x="121870" y="540290"/>
                </a:lnTo>
                <a:lnTo>
                  <a:pt x="150170" y="444158"/>
                </a:lnTo>
                <a:lnTo>
                  <a:pt x="165683" y="387476"/>
                </a:lnTo>
                <a:lnTo>
                  <a:pt x="173881" y="348069"/>
                </a:lnTo>
                <a:lnTo>
                  <a:pt x="180235" y="303763"/>
                </a:lnTo>
                <a:lnTo>
                  <a:pt x="183950" y="235530"/>
                </a:lnTo>
                <a:lnTo>
                  <a:pt x="182678" y="155820"/>
                </a:lnTo>
                <a:lnTo>
                  <a:pt x="179591" y="89649"/>
                </a:lnTo>
                <a:lnTo>
                  <a:pt x="177858" y="62032"/>
                </a:lnTo>
                <a:lnTo>
                  <a:pt x="158280" y="26807"/>
                </a:lnTo>
                <a:lnTo>
                  <a:pt x="131922" y="6653"/>
                </a:lnTo>
                <a:lnTo>
                  <a:pt x="101795" y="0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3" name="object 213" descr=""/>
          <p:cNvSpPr/>
          <p:nvPr/>
        </p:nvSpPr>
        <p:spPr>
          <a:xfrm>
            <a:off x="9762116" y="8989469"/>
            <a:ext cx="157480" cy="52069"/>
          </a:xfrm>
          <a:custGeom>
            <a:avLst/>
            <a:gdLst/>
            <a:ahLst/>
            <a:cxnLst/>
            <a:rect l="l" t="t" r="r" b="b"/>
            <a:pathLst>
              <a:path w="157479" h="52070">
                <a:moveTo>
                  <a:pt x="147995" y="0"/>
                </a:moveTo>
                <a:lnTo>
                  <a:pt x="0" y="11067"/>
                </a:lnTo>
                <a:lnTo>
                  <a:pt x="9986" y="28030"/>
                </a:lnTo>
                <a:lnTo>
                  <a:pt x="16952" y="37574"/>
                </a:lnTo>
                <a:lnTo>
                  <a:pt x="24169" y="43199"/>
                </a:lnTo>
                <a:lnTo>
                  <a:pt x="34909" y="48406"/>
                </a:lnTo>
                <a:lnTo>
                  <a:pt x="61700" y="51510"/>
                </a:lnTo>
                <a:lnTo>
                  <a:pt x="102978" y="50333"/>
                </a:lnTo>
                <a:lnTo>
                  <a:pt x="140859" y="47617"/>
                </a:lnTo>
                <a:lnTo>
                  <a:pt x="157461" y="46103"/>
                </a:lnTo>
                <a:lnTo>
                  <a:pt x="147995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4" name="object 214" descr=""/>
          <p:cNvSpPr/>
          <p:nvPr/>
        </p:nvSpPr>
        <p:spPr>
          <a:xfrm>
            <a:off x="9425054" y="8989469"/>
            <a:ext cx="153670" cy="52069"/>
          </a:xfrm>
          <a:custGeom>
            <a:avLst/>
            <a:gdLst/>
            <a:ahLst/>
            <a:cxnLst/>
            <a:rect l="l" t="t" r="r" b="b"/>
            <a:pathLst>
              <a:path w="153670" h="52070">
                <a:moveTo>
                  <a:pt x="5361" y="0"/>
                </a:moveTo>
                <a:lnTo>
                  <a:pt x="0" y="45988"/>
                </a:lnTo>
                <a:lnTo>
                  <a:pt x="15961" y="47520"/>
                </a:lnTo>
                <a:lnTo>
                  <a:pt x="52435" y="50275"/>
                </a:lnTo>
                <a:lnTo>
                  <a:pt x="92306" y="51492"/>
                </a:lnTo>
                <a:lnTo>
                  <a:pt x="118457" y="48406"/>
                </a:lnTo>
                <a:lnTo>
                  <a:pt x="129186" y="43199"/>
                </a:lnTo>
                <a:lnTo>
                  <a:pt x="136397" y="37574"/>
                </a:lnTo>
                <a:lnTo>
                  <a:pt x="143363" y="28030"/>
                </a:lnTo>
                <a:lnTo>
                  <a:pt x="153356" y="11067"/>
                </a:lnTo>
                <a:lnTo>
                  <a:pt x="5361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5" name="object 215" descr=""/>
          <p:cNvGrpSpPr/>
          <p:nvPr/>
        </p:nvGrpSpPr>
        <p:grpSpPr>
          <a:xfrm>
            <a:off x="9540394" y="10299269"/>
            <a:ext cx="310515" cy="51435"/>
            <a:chOff x="9540394" y="10299269"/>
            <a:chExt cx="310515" cy="51435"/>
          </a:xfrm>
        </p:grpSpPr>
        <p:sp>
          <p:nvSpPr>
            <p:cNvPr id="216" name="object 216" descr=""/>
            <p:cNvSpPr/>
            <p:nvPr/>
          </p:nvSpPr>
          <p:spPr>
            <a:xfrm>
              <a:off x="9540394" y="10299269"/>
              <a:ext cx="154940" cy="33655"/>
            </a:xfrm>
            <a:custGeom>
              <a:avLst/>
              <a:gdLst/>
              <a:ahLst/>
              <a:cxnLst/>
              <a:rect l="l" t="t" r="r" b="b"/>
              <a:pathLst>
                <a:path w="154940" h="33654">
                  <a:moveTo>
                    <a:pt x="154665" y="0"/>
                  </a:moveTo>
                  <a:lnTo>
                    <a:pt x="125383" y="15"/>
                  </a:lnTo>
                  <a:lnTo>
                    <a:pt x="75733" y="523"/>
                  </a:lnTo>
                  <a:lnTo>
                    <a:pt x="25678" y="2295"/>
                  </a:lnTo>
                  <a:lnTo>
                    <a:pt x="0" y="6094"/>
                  </a:lnTo>
                  <a:lnTo>
                    <a:pt x="3381" y="21724"/>
                  </a:lnTo>
                  <a:lnTo>
                    <a:pt x="5571" y="29750"/>
                  </a:lnTo>
                  <a:lnTo>
                    <a:pt x="7528" y="32707"/>
                  </a:lnTo>
                  <a:lnTo>
                    <a:pt x="10209" y="33129"/>
                  </a:lnTo>
                  <a:lnTo>
                    <a:pt x="33707" y="31683"/>
                  </a:lnTo>
                  <a:lnTo>
                    <a:pt x="81148" y="28145"/>
                  </a:lnTo>
                  <a:lnTo>
                    <a:pt x="128028" y="23720"/>
                  </a:lnTo>
                  <a:lnTo>
                    <a:pt x="154665" y="0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7" name="object 217" descr=""/>
            <p:cNvSpPr/>
            <p:nvPr/>
          </p:nvSpPr>
          <p:spPr>
            <a:xfrm>
              <a:off x="9541933" y="10317178"/>
              <a:ext cx="154940" cy="31115"/>
            </a:xfrm>
            <a:custGeom>
              <a:avLst/>
              <a:gdLst/>
              <a:ahLst/>
              <a:cxnLst/>
              <a:rect l="l" t="t" r="r" b="b"/>
              <a:pathLst>
                <a:path w="154940" h="31115">
                  <a:moveTo>
                    <a:pt x="128640" y="0"/>
                  </a:moveTo>
                  <a:lnTo>
                    <a:pt x="78627" y="2549"/>
                  </a:lnTo>
                  <a:lnTo>
                    <a:pt x="29149" y="6323"/>
                  </a:lnTo>
                  <a:lnTo>
                    <a:pt x="0" y="8836"/>
                  </a:lnTo>
                  <a:lnTo>
                    <a:pt x="4868" y="23359"/>
                  </a:lnTo>
                  <a:lnTo>
                    <a:pt x="6858" y="27935"/>
                  </a:lnTo>
                  <a:lnTo>
                    <a:pt x="29007" y="30147"/>
                  </a:lnTo>
                  <a:lnTo>
                    <a:pt x="76140" y="30512"/>
                  </a:lnTo>
                  <a:lnTo>
                    <a:pt x="123738" y="29945"/>
                  </a:lnTo>
                  <a:lnTo>
                    <a:pt x="154602" y="1569"/>
                  </a:lnTo>
                  <a:lnTo>
                    <a:pt x="128640" y="0"/>
                  </a:lnTo>
                  <a:close/>
                </a:path>
              </a:pathLst>
            </a:custGeom>
            <a:solidFill>
              <a:srgbClr val="B1E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9694645" y="10302210"/>
              <a:ext cx="154940" cy="33655"/>
            </a:xfrm>
            <a:custGeom>
              <a:avLst/>
              <a:gdLst/>
              <a:ahLst/>
              <a:cxnLst/>
              <a:rect l="l" t="t" r="r" b="b"/>
              <a:pathLst>
                <a:path w="154940" h="33654">
                  <a:moveTo>
                    <a:pt x="154665" y="0"/>
                  </a:moveTo>
                  <a:lnTo>
                    <a:pt x="125383" y="14"/>
                  </a:lnTo>
                  <a:lnTo>
                    <a:pt x="75733" y="519"/>
                  </a:lnTo>
                  <a:lnTo>
                    <a:pt x="25678" y="2291"/>
                  </a:lnTo>
                  <a:lnTo>
                    <a:pt x="0" y="6094"/>
                  </a:lnTo>
                  <a:lnTo>
                    <a:pt x="3381" y="21724"/>
                  </a:lnTo>
                  <a:lnTo>
                    <a:pt x="5571" y="29750"/>
                  </a:lnTo>
                  <a:lnTo>
                    <a:pt x="7528" y="32707"/>
                  </a:lnTo>
                  <a:lnTo>
                    <a:pt x="10209" y="33129"/>
                  </a:lnTo>
                  <a:lnTo>
                    <a:pt x="33707" y="31683"/>
                  </a:lnTo>
                  <a:lnTo>
                    <a:pt x="81148" y="28145"/>
                  </a:lnTo>
                  <a:lnTo>
                    <a:pt x="128028" y="23720"/>
                  </a:lnTo>
                  <a:lnTo>
                    <a:pt x="154665" y="0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9696183" y="10320119"/>
              <a:ext cx="154940" cy="31115"/>
            </a:xfrm>
            <a:custGeom>
              <a:avLst/>
              <a:gdLst/>
              <a:ahLst/>
              <a:cxnLst/>
              <a:rect l="l" t="t" r="r" b="b"/>
              <a:pathLst>
                <a:path w="154940" h="31115">
                  <a:moveTo>
                    <a:pt x="128644" y="0"/>
                  </a:moveTo>
                  <a:lnTo>
                    <a:pt x="78631" y="2549"/>
                  </a:lnTo>
                  <a:lnTo>
                    <a:pt x="29151" y="6323"/>
                  </a:lnTo>
                  <a:lnTo>
                    <a:pt x="0" y="8836"/>
                  </a:lnTo>
                  <a:lnTo>
                    <a:pt x="4868" y="23359"/>
                  </a:lnTo>
                  <a:lnTo>
                    <a:pt x="6858" y="27935"/>
                  </a:lnTo>
                  <a:lnTo>
                    <a:pt x="29009" y="30147"/>
                  </a:lnTo>
                  <a:lnTo>
                    <a:pt x="76145" y="30512"/>
                  </a:lnTo>
                  <a:lnTo>
                    <a:pt x="123747" y="29945"/>
                  </a:lnTo>
                  <a:lnTo>
                    <a:pt x="154602" y="1569"/>
                  </a:lnTo>
                  <a:lnTo>
                    <a:pt x="128644" y="0"/>
                  </a:lnTo>
                  <a:close/>
                </a:path>
              </a:pathLst>
            </a:custGeom>
            <a:solidFill>
              <a:srgbClr val="B1E0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0" name="object 220" descr=""/>
          <p:cNvGrpSpPr/>
          <p:nvPr/>
        </p:nvGrpSpPr>
        <p:grpSpPr>
          <a:xfrm>
            <a:off x="10110869" y="8935570"/>
            <a:ext cx="435609" cy="525145"/>
            <a:chOff x="10110869" y="8935570"/>
            <a:chExt cx="435609" cy="525145"/>
          </a:xfrm>
        </p:grpSpPr>
        <p:sp>
          <p:nvSpPr>
            <p:cNvPr id="221" name="object 221" descr=""/>
            <p:cNvSpPr/>
            <p:nvPr/>
          </p:nvSpPr>
          <p:spPr>
            <a:xfrm>
              <a:off x="10110869" y="8935570"/>
              <a:ext cx="435609" cy="525145"/>
            </a:xfrm>
            <a:custGeom>
              <a:avLst/>
              <a:gdLst/>
              <a:ahLst/>
              <a:cxnLst/>
              <a:rect l="l" t="t" r="r" b="b"/>
              <a:pathLst>
                <a:path w="435609" h="525145">
                  <a:moveTo>
                    <a:pt x="378452" y="0"/>
                  </a:moveTo>
                  <a:lnTo>
                    <a:pt x="218953" y="26135"/>
                  </a:lnTo>
                  <a:lnTo>
                    <a:pt x="127377" y="39060"/>
                  </a:lnTo>
                  <a:lnTo>
                    <a:pt x="69155" y="42567"/>
                  </a:lnTo>
                  <a:lnTo>
                    <a:pt x="9719" y="40449"/>
                  </a:lnTo>
                  <a:lnTo>
                    <a:pt x="0" y="148806"/>
                  </a:lnTo>
                  <a:lnTo>
                    <a:pt x="714" y="224355"/>
                  </a:lnTo>
                  <a:lnTo>
                    <a:pt x="15424" y="302585"/>
                  </a:lnTo>
                  <a:lnTo>
                    <a:pt x="47687" y="418982"/>
                  </a:lnTo>
                  <a:lnTo>
                    <a:pt x="62216" y="454556"/>
                  </a:lnTo>
                  <a:lnTo>
                    <a:pt x="108556" y="504463"/>
                  </a:lnTo>
                  <a:lnTo>
                    <a:pt x="171814" y="524932"/>
                  </a:lnTo>
                  <a:lnTo>
                    <a:pt x="207489" y="523711"/>
                  </a:lnTo>
                  <a:lnTo>
                    <a:pt x="244636" y="514630"/>
                  </a:lnTo>
                  <a:lnTo>
                    <a:pt x="282336" y="497521"/>
                  </a:lnTo>
                  <a:lnTo>
                    <a:pt x="319670" y="472219"/>
                  </a:lnTo>
                  <a:lnTo>
                    <a:pt x="355718" y="438556"/>
                  </a:lnTo>
                  <a:lnTo>
                    <a:pt x="389561" y="396364"/>
                  </a:lnTo>
                  <a:lnTo>
                    <a:pt x="413342" y="349794"/>
                  </a:lnTo>
                  <a:lnTo>
                    <a:pt x="427559" y="299014"/>
                  </a:lnTo>
                  <a:lnTo>
                    <a:pt x="434187" y="251709"/>
                  </a:lnTo>
                  <a:lnTo>
                    <a:pt x="435204" y="215564"/>
                  </a:lnTo>
                  <a:lnTo>
                    <a:pt x="424967" y="148066"/>
                  </a:lnTo>
                  <a:lnTo>
                    <a:pt x="405611" y="77724"/>
                  </a:lnTo>
                  <a:lnTo>
                    <a:pt x="386863" y="22410"/>
                  </a:lnTo>
                  <a:lnTo>
                    <a:pt x="378452" y="0"/>
                  </a:lnTo>
                  <a:close/>
                </a:path>
              </a:pathLst>
            </a:custGeom>
            <a:solidFill>
              <a:srgbClr val="95D6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 descr=""/>
            <p:cNvSpPr/>
            <p:nvPr/>
          </p:nvSpPr>
          <p:spPr>
            <a:xfrm>
              <a:off x="10124110" y="8982284"/>
              <a:ext cx="20955" cy="187325"/>
            </a:xfrm>
            <a:custGeom>
              <a:avLst/>
              <a:gdLst/>
              <a:ahLst/>
              <a:cxnLst/>
              <a:rect l="l" t="t" r="r" b="b"/>
              <a:pathLst>
                <a:path w="20954" h="187325">
                  <a:moveTo>
                    <a:pt x="14211" y="103162"/>
                  </a:moveTo>
                  <a:lnTo>
                    <a:pt x="13804" y="94310"/>
                  </a:lnTo>
                  <a:lnTo>
                    <a:pt x="13423" y="85432"/>
                  </a:lnTo>
                  <a:lnTo>
                    <a:pt x="10083" y="78384"/>
                  </a:lnTo>
                  <a:lnTo>
                    <a:pt x="2679" y="78727"/>
                  </a:lnTo>
                  <a:lnTo>
                    <a:pt x="0" y="86029"/>
                  </a:lnTo>
                  <a:lnTo>
                    <a:pt x="800" y="103784"/>
                  </a:lnTo>
                  <a:lnTo>
                    <a:pt x="4140" y="110832"/>
                  </a:lnTo>
                  <a:lnTo>
                    <a:pt x="11544" y="110502"/>
                  </a:lnTo>
                  <a:lnTo>
                    <a:pt x="14211" y="103162"/>
                  </a:lnTo>
                  <a:close/>
                </a:path>
                <a:path w="20954" h="187325">
                  <a:moveTo>
                    <a:pt x="14211" y="24765"/>
                  </a:moveTo>
                  <a:lnTo>
                    <a:pt x="13804" y="15925"/>
                  </a:lnTo>
                  <a:lnTo>
                    <a:pt x="13423" y="7048"/>
                  </a:lnTo>
                  <a:lnTo>
                    <a:pt x="10083" y="0"/>
                  </a:lnTo>
                  <a:lnTo>
                    <a:pt x="2679" y="330"/>
                  </a:lnTo>
                  <a:lnTo>
                    <a:pt x="0" y="7632"/>
                  </a:lnTo>
                  <a:lnTo>
                    <a:pt x="800" y="25400"/>
                  </a:lnTo>
                  <a:lnTo>
                    <a:pt x="4140" y="32448"/>
                  </a:lnTo>
                  <a:lnTo>
                    <a:pt x="11544" y="32118"/>
                  </a:lnTo>
                  <a:lnTo>
                    <a:pt x="14211" y="24765"/>
                  </a:lnTo>
                  <a:close/>
                </a:path>
                <a:path w="20954" h="187325">
                  <a:moveTo>
                    <a:pt x="20955" y="179349"/>
                  </a:moveTo>
                  <a:lnTo>
                    <a:pt x="20548" y="170522"/>
                  </a:lnTo>
                  <a:lnTo>
                    <a:pt x="20167" y="161632"/>
                  </a:lnTo>
                  <a:lnTo>
                    <a:pt x="16827" y="154597"/>
                  </a:lnTo>
                  <a:lnTo>
                    <a:pt x="9423" y="154927"/>
                  </a:lnTo>
                  <a:lnTo>
                    <a:pt x="6743" y="162229"/>
                  </a:lnTo>
                  <a:lnTo>
                    <a:pt x="7543" y="179997"/>
                  </a:lnTo>
                  <a:lnTo>
                    <a:pt x="10883" y="187045"/>
                  </a:lnTo>
                  <a:lnTo>
                    <a:pt x="18288" y="186702"/>
                  </a:lnTo>
                  <a:lnTo>
                    <a:pt x="20955" y="179349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3" name="object 223" descr=""/>
          <p:cNvSpPr/>
          <p:nvPr/>
        </p:nvSpPr>
        <p:spPr>
          <a:xfrm>
            <a:off x="10158552" y="9250508"/>
            <a:ext cx="334010" cy="1124585"/>
          </a:xfrm>
          <a:custGeom>
            <a:avLst/>
            <a:gdLst/>
            <a:ahLst/>
            <a:cxnLst/>
            <a:rect l="l" t="t" r="r" b="b"/>
            <a:pathLst>
              <a:path w="334009" h="1124584">
                <a:moveTo>
                  <a:pt x="333502" y="860056"/>
                </a:moveTo>
                <a:lnTo>
                  <a:pt x="330809" y="796569"/>
                </a:lnTo>
                <a:lnTo>
                  <a:pt x="323684" y="725639"/>
                </a:lnTo>
                <a:lnTo>
                  <a:pt x="316318" y="667943"/>
                </a:lnTo>
                <a:lnTo>
                  <a:pt x="313118" y="645541"/>
                </a:lnTo>
                <a:lnTo>
                  <a:pt x="313296" y="643001"/>
                </a:lnTo>
                <a:lnTo>
                  <a:pt x="314909" y="594829"/>
                </a:lnTo>
                <a:lnTo>
                  <a:pt x="315925" y="531634"/>
                </a:lnTo>
                <a:lnTo>
                  <a:pt x="316547" y="450570"/>
                </a:lnTo>
                <a:lnTo>
                  <a:pt x="316890" y="328955"/>
                </a:lnTo>
                <a:lnTo>
                  <a:pt x="316547" y="81432"/>
                </a:lnTo>
                <a:lnTo>
                  <a:pt x="273888" y="22898"/>
                </a:lnTo>
                <a:lnTo>
                  <a:pt x="201536" y="101"/>
                </a:lnTo>
                <a:lnTo>
                  <a:pt x="160413" y="0"/>
                </a:lnTo>
                <a:lnTo>
                  <a:pt x="119291" y="6273"/>
                </a:lnTo>
                <a:lnTo>
                  <a:pt x="80619" y="18110"/>
                </a:lnTo>
                <a:lnTo>
                  <a:pt x="20561" y="55054"/>
                </a:lnTo>
                <a:lnTo>
                  <a:pt x="0" y="104051"/>
                </a:lnTo>
                <a:lnTo>
                  <a:pt x="2552" y="119278"/>
                </a:lnTo>
                <a:lnTo>
                  <a:pt x="17767" y="201434"/>
                </a:lnTo>
                <a:lnTo>
                  <a:pt x="55130" y="397979"/>
                </a:lnTo>
                <a:lnTo>
                  <a:pt x="92875" y="593204"/>
                </a:lnTo>
                <a:lnTo>
                  <a:pt x="108775" y="672998"/>
                </a:lnTo>
                <a:lnTo>
                  <a:pt x="115176" y="697585"/>
                </a:lnTo>
                <a:lnTo>
                  <a:pt x="115951" y="701725"/>
                </a:lnTo>
                <a:lnTo>
                  <a:pt x="121539" y="734314"/>
                </a:lnTo>
                <a:lnTo>
                  <a:pt x="127177" y="773226"/>
                </a:lnTo>
                <a:lnTo>
                  <a:pt x="174434" y="1124191"/>
                </a:lnTo>
                <a:lnTo>
                  <a:pt x="311086" y="1116025"/>
                </a:lnTo>
                <a:lnTo>
                  <a:pt x="323329" y="1007706"/>
                </a:lnTo>
                <a:lnTo>
                  <a:pt x="329742" y="944943"/>
                </a:lnTo>
                <a:lnTo>
                  <a:pt x="332435" y="903719"/>
                </a:lnTo>
                <a:lnTo>
                  <a:pt x="333502" y="860056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4" name="object 224" descr=""/>
          <p:cNvPicPr/>
          <p:nvPr/>
        </p:nvPicPr>
        <p:blipFill>
          <a:blip r:embed="rId65" cstate="print"/>
          <a:stretch>
            <a:fillRect/>
          </a:stretch>
        </p:blipFill>
        <p:spPr>
          <a:xfrm>
            <a:off x="10174230" y="8994308"/>
            <a:ext cx="116949" cy="69527"/>
          </a:xfrm>
          <a:prstGeom prst="rect">
            <a:avLst/>
          </a:prstGeom>
        </p:spPr>
      </p:pic>
      <p:grpSp>
        <p:nvGrpSpPr>
          <p:cNvPr id="225" name="object 225" descr=""/>
          <p:cNvGrpSpPr/>
          <p:nvPr/>
        </p:nvGrpSpPr>
        <p:grpSpPr>
          <a:xfrm>
            <a:off x="10323958" y="10329798"/>
            <a:ext cx="156210" cy="48895"/>
            <a:chOff x="10323958" y="10329798"/>
            <a:chExt cx="156210" cy="48895"/>
          </a:xfrm>
        </p:grpSpPr>
        <p:sp>
          <p:nvSpPr>
            <p:cNvPr id="226" name="object 226" descr=""/>
            <p:cNvSpPr/>
            <p:nvPr/>
          </p:nvSpPr>
          <p:spPr>
            <a:xfrm>
              <a:off x="10323958" y="10329798"/>
              <a:ext cx="154940" cy="33655"/>
            </a:xfrm>
            <a:custGeom>
              <a:avLst/>
              <a:gdLst/>
              <a:ahLst/>
              <a:cxnLst/>
              <a:rect l="l" t="t" r="r" b="b"/>
              <a:pathLst>
                <a:path w="154940" h="33654">
                  <a:moveTo>
                    <a:pt x="154665" y="0"/>
                  </a:moveTo>
                  <a:lnTo>
                    <a:pt x="125383" y="14"/>
                  </a:lnTo>
                  <a:lnTo>
                    <a:pt x="75733" y="523"/>
                  </a:lnTo>
                  <a:lnTo>
                    <a:pt x="25678" y="2304"/>
                  </a:lnTo>
                  <a:lnTo>
                    <a:pt x="0" y="6125"/>
                  </a:lnTo>
                  <a:lnTo>
                    <a:pt x="3381" y="21846"/>
                  </a:lnTo>
                  <a:lnTo>
                    <a:pt x="5571" y="29919"/>
                  </a:lnTo>
                  <a:lnTo>
                    <a:pt x="7528" y="32893"/>
                  </a:lnTo>
                  <a:lnTo>
                    <a:pt x="10209" y="33318"/>
                  </a:lnTo>
                  <a:lnTo>
                    <a:pt x="33707" y="31863"/>
                  </a:lnTo>
                  <a:lnTo>
                    <a:pt x="81148" y="28305"/>
                  </a:lnTo>
                  <a:lnTo>
                    <a:pt x="128028" y="23856"/>
                  </a:lnTo>
                  <a:lnTo>
                    <a:pt x="154665" y="0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0325498" y="10347809"/>
              <a:ext cx="154940" cy="31115"/>
            </a:xfrm>
            <a:custGeom>
              <a:avLst/>
              <a:gdLst/>
              <a:ahLst/>
              <a:cxnLst/>
              <a:rect l="l" t="t" r="r" b="b"/>
              <a:pathLst>
                <a:path w="154940" h="31115">
                  <a:moveTo>
                    <a:pt x="128640" y="0"/>
                  </a:moveTo>
                  <a:lnTo>
                    <a:pt x="78627" y="2565"/>
                  </a:lnTo>
                  <a:lnTo>
                    <a:pt x="29149" y="6363"/>
                  </a:lnTo>
                  <a:lnTo>
                    <a:pt x="0" y="8889"/>
                  </a:lnTo>
                  <a:lnTo>
                    <a:pt x="4868" y="23496"/>
                  </a:lnTo>
                  <a:lnTo>
                    <a:pt x="6858" y="28114"/>
                  </a:lnTo>
                  <a:lnTo>
                    <a:pt x="29007" y="30334"/>
                  </a:lnTo>
                  <a:lnTo>
                    <a:pt x="76140" y="30699"/>
                  </a:lnTo>
                  <a:lnTo>
                    <a:pt x="123738" y="30127"/>
                  </a:lnTo>
                  <a:lnTo>
                    <a:pt x="154602" y="1581"/>
                  </a:lnTo>
                  <a:lnTo>
                    <a:pt x="128640" y="0"/>
                  </a:lnTo>
                  <a:close/>
                </a:path>
              </a:pathLst>
            </a:custGeom>
            <a:solidFill>
              <a:srgbClr val="B1E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8" name="object 228" descr=""/>
          <p:cNvSpPr/>
          <p:nvPr/>
        </p:nvSpPr>
        <p:spPr>
          <a:xfrm>
            <a:off x="10741742" y="8965832"/>
            <a:ext cx="519430" cy="391160"/>
          </a:xfrm>
          <a:custGeom>
            <a:avLst/>
            <a:gdLst/>
            <a:ahLst/>
            <a:cxnLst/>
            <a:rect l="l" t="t" r="r" b="b"/>
            <a:pathLst>
              <a:path w="519429" h="391159">
                <a:moveTo>
                  <a:pt x="471508" y="0"/>
                </a:moveTo>
                <a:lnTo>
                  <a:pt x="260039" y="28072"/>
                </a:lnTo>
                <a:lnTo>
                  <a:pt x="143463" y="39949"/>
                </a:lnTo>
                <a:lnTo>
                  <a:pt x="80299" y="37898"/>
                </a:lnTo>
                <a:lnTo>
                  <a:pt x="29071" y="24187"/>
                </a:lnTo>
                <a:lnTo>
                  <a:pt x="8290" y="175299"/>
                </a:lnTo>
                <a:lnTo>
                  <a:pt x="4329" y="206460"/>
                </a:lnTo>
                <a:lnTo>
                  <a:pt x="1166" y="234286"/>
                </a:lnTo>
                <a:lnTo>
                  <a:pt x="0" y="268958"/>
                </a:lnTo>
                <a:lnTo>
                  <a:pt x="2303" y="303706"/>
                </a:lnTo>
                <a:lnTo>
                  <a:pt x="8694" y="350502"/>
                </a:lnTo>
                <a:lnTo>
                  <a:pt x="56141" y="373819"/>
                </a:lnTo>
                <a:lnTo>
                  <a:pt x="114992" y="384235"/>
                </a:lnTo>
                <a:lnTo>
                  <a:pt x="199034" y="390658"/>
                </a:lnTo>
                <a:lnTo>
                  <a:pt x="266769" y="390193"/>
                </a:lnTo>
                <a:lnTo>
                  <a:pt x="336523" y="385054"/>
                </a:lnTo>
                <a:lnTo>
                  <a:pt x="402283" y="376878"/>
                </a:lnTo>
                <a:lnTo>
                  <a:pt x="458036" y="367302"/>
                </a:lnTo>
                <a:lnTo>
                  <a:pt x="497767" y="357964"/>
                </a:lnTo>
                <a:lnTo>
                  <a:pt x="518922" y="322554"/>
                </a:lnTo>
                <a:lnTo>
                  <a:pt x="517007" y="270020"/>
                </a:lnTo>
                <a:lnTo>
                  <a:pt x="512421" y="212912"/>
                </a:lnTo>
                <a:lnTo>
                  <a:pt x="507862" y="171240"/>
                </a:lnTo>
                <a:lnTo>
                  <a:pt x="500137" y="129151"/>
                </a:lnTo>
                <a:lnTo>
                  <a:pt x="487867" y="71991"/>
                </a:lnTo>
                <a:lnTo>
                  <a:pt x="471508" y="0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9" name="object 229" descr=""/>
          <p:cNvSpPr/>
          <p:nvPr/>
        </p:nvSpPr>
        <p:spPr>
          <a:xfrm>
            <a:off x="10791955" y="9823095"/>
            <a:ext cx="194310" cy="528955"/>
          </a:xfrm>
          <a:custGeom>
            <a:avLst/>
            <a:gdLst/>
            <a:ahLst/>
            <a:cxnLst/>
            <a:rect l="l" t="t" r="r" b="b"/>
            <a:pathLst>
              <a:path w="194309" h="528954">
                <a:moveTo>
                  <a:pt x="54915" y="0"/>
                </a:moveTo>
                <a:lnTo>
                  <a:pt x="22793" y="18100"/>
                </a:lnTo>
                <a:lnTo>
                  <a:pt x="0" y="59804"/>
                </a:lnTo>
                <a:lnTo>
                  <a:pt x="265" y="146944"/>
                </a:lnTo>
                <a:lnTo>
                  <a:pt x="825" y="198641"/>
                </a:lnTo>
                <a:lnTo>
                  <a:pt x="4533" y="277253"/>
                </a:lnTo>
                <a:lnTo>
                  <a:pt x="19957" y="520805"/>
                </a:lnTo>
                <a:lnTo>
                  <a:pt x="142833" y="528606"/>
                </a:lnTo>
                <a:lnTo>
                  <a:pt x="179546" y="353680"/>
                </a:lnTo>
                <a:lnTo>
                  <a:pt x="194114" y="246193"/>
                </a:lnTo>
                <a:lnTo>
                  <a:pt x="188632" y="161885"/>
                </a:lnTo>
                <a:lnTo>
                  <a:pt x="165199" y="56495"/>
                </a:lnTo>
                <a:lnTo>
                  <a:pt x="124845" y="13182"/>
                </a:lnTo>
                <a:lnTo>
                  <a:pt x="54915" y="0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0" name="object 230" descr=""/>
          <p:cNvSpPr/>
          <p:nvPr/>
        </p:nvSpPr>
        <p:spPr>
          <a:xfrm>
            <a:off x="11139923" y="9802931"/>
            <a:ext cx="225425" cy="530860"/>
          </a:xfrm>
          <a:custGeom>
            <a:avLst/>
            <a:gdLst/>
            <a:ahLst/>
            <a:cxnLst/>
            <a:rect l="l" t="t" r="r" b="b"/>
            <a:pathLst>
              <a:path w="225425" h="530859">
                <a:moveTo>
                  <a:pt x="114201" y="0"/>
                </a:moveTo>
                <a:lnTo>
                  <a:pt x="48637" y="30186"/>
                </a:lnTo>
                <a:lnTo>
                  <a:pt x="22473" y="58780"/>
                </a:lnTo>
                <a:lnTo>
                  <a:pt x="0" y="114203"/>
                </a:lnTo>
                <a:lnTo>
                  <a:pt x="18251" y="199823"/>
                </a:lnTo>
                <a:lnTo>
                  <a:pt x="53800" y="339582"/>
                </a:lnTo>
                <a:lnTo>
                  <a:pt x="88464" y="469994"/>
                </a:lnTo>
                <a:lnTo>
                  <a:pt x="104059" y="527573"/>
                </a:lnTo>
                <a:lnTo>
                  <a:pt x="225029" y="530483"/>
                </a:lnTo>
                <a:lnTo>
                  <a:pt x="225147" y="436222"/>
                </a:lnTo>
                <a:lnTo>
                  <a:pt x="224829" y="380101"/>
                </a:lnTo>
                <a:lnTo>
                  <a:pt x="223756" y="339890"/>
                </a:lnTo>
                <a:lnTo>
                  <a:pt x="221605" y="293360"/>
                </a:lnTo>
                <a:lnTo>
                  <a:pt x="212791" y="222297"/>
                </a:lnTo>
                <a:lnTo>
                  <a:pt x="197035" y="140209"/>
                </a:lnTo>
                <a:lnTo>
                  <a:pt x="181978" y="72400"/>
                </a:lnTo>
                <a:lnTo>
                  <a:pt x="146956" y="9915"/>
                </a:lnTo>
                <a:lnTo>
                  <a:pt x="114201" y="0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1" name="object 231" descr=""/>
          <p:cNvSpPr/>
          <p:nvPr/>
        </p:nvSpPr>
        <p:spPr>
          <a:xfrm>
            <a:off x="10745043" y="9208372"/>
            <a:ext cx="259715" cy="736600"/>
          </a:xfrm>
          <a:custGeom>
            <a:avLst/>
            <a:gdLst/>
            <a:ahLst/>
            <a:cxnLst/>
            <a:rect l="l" t="t" r="r" b="b"/>
            <a:pathLst>
              <a:path w="259715" h="736600">
                <a:moveTo>
                  <a:pt x="99768" y="0"/>
                </a:moveTo>
                <a:lnTo>
                  <a:pt x="64782" y="423"/>
                </a:lnTo>
                <a:lnTo>
                  <a:pt x="34676" y="11248"/>
                </a:lnTo>
                <a:lnTo>
                  <a:pt x="12174" y="34055"/>
                </a:lnTo>
                <a:lnTo>
                  <a:pt x="0" y="70423"/>
                </a:lnTo>
                <a:lnTo>
                  <a:pt x="1792" y="202908"/>
                </a:lnTo>
                <a:lnTo>
                  <a:pt x="4331" y="285968"/>
                </a:lnTo>
                <a:lnTo>
                  <a:pt x="9360" y="354611"/>
                </a:lnTo>
                <a:lnTo>
                  <a:pt x="27989" y="534449"/>
                </a:lnTo>
                <a:lnTo>
                  <a:pt x="34369" y="599860"/>
                </a:lnTo>
                <a:lnTo>
                  <a:pt x="39136" y="645768"/>
                </a:lnTo>
                <a:lnTo>
                  <a:pt x="49307" y="701828"/>
                </a:lnTo>
                <a:lnTo>
                  <a:pt x="90185" y="731364"/>
                </a:lnTo>
                <a:lnTo>
                  <a:pt x="151827" y="736225"/>
                </a:lnTo>
                <a:lnTo>
                  <a:pt x="177278" y="730906"/>
                </a:lnTo>
                <a:lnTo>
                  <a:pt x="207142" y="694429"/>
                </a:lnTo>
                <a:lnTo>
                  <a:pt x="215661" y="649787"/>
                </a:lnTo>
                <a:lnTo>
                  <a:pt x="220285" y="609603"/>
                </a:lnTo>
                <a:lnTo>
                  <a:pt x="225675" y="559715"/>
                </a:lnTo>
                <a:lnTo>
                  <a:pt x="231524" y="502755"/>
                </a:lnTo>
                <a:lnTo>
                  <a:pt x="237529" y="441360"/>
                </a:lnTo>
                <a:lnTo>
                  <a:pt x="243382" y="378164"/>
                </a:lnTo>
                <a:lnTo>
                  <a:pt x="248780" y="315802"/>
                </a:lnTo>
                <a:lnTo>
                  <a:pt x="253415" y="256908"/>
                </a:lnTo>
                <a:lnTo>
                  <a:pt x="256984" y="204118"/>
                </a:lnTo>
                <a:lnTo>
                  <a:pt x="259180" y="160065"/>
                </a:lnTo>
                <a:lnTo>
                  <a:pt x="259698" y="127385"/>
                </a:lnTo>
                <a:lnTo>
                  <a:pt x="252610" y="98588"/>
                </a:lnTo>
                <a:lnTo>
                  <a:pt x="234064" y="70710"/>
                </a:lnTo>
                <a:lnTo>
                  <a:pt x="206784" y="45332"/>
                </a:lnTo>
                <a:lnTo>
                  <a:pt x="173492" y="24034"/>
                </a:lnTo>
                <a:lnTo>
                  <a:pt x="136913" y="8397"/>
                </a:lnTo>
                <a:lnTo>
                  <a:pt x="99768" y="0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2" name="object 232" descr=""/>
          <p:cNvSpPr/>
          <p:nvPr/>
        </p:nvSpPr>
        <p:spPr>
          <a:xfrm>
            <a:off x="10955686" y="8997546"/>
            <a:ext cx="26670" cy="26670"/>
          </a:xfrm>
          <a:custGeom>
            <a:avLst/>
            <a:gdLst/>
            <a:ahLst/>
            <a:cxnLst/>
            <a:rect l="l" t="t" r="r" b="b"/>
            <a:pathLst>
              <a:path w="26670" h="26670">
                <a:moveTo>
                  <a:pt x="20491" y="0"/>
                </a:moveTo>
                <a:lnTo>
                  <a:pt x="5895" y="0"/>
                </a:lnTo>
                <a:lnTo>
                  <a:pt x="0" y="5916"/>
                </a:lnTo>
                <a:lnTo>
                  <a:pt x="0" y="20481"/>
                </a:lnTo>
                <a:lnTo>
                  <a:pt x="5895" y="26397"/>
                </a:lnTo>
                <a:lnTo>
                  <a:pt x="20491" y="26397"/>
                </a:lnTo>
                <a:lnTo>
                  <a:pt x="26407" y="20481"/>
                </a:lnTo>
                <a:lnTo>
                  <a:pt x="26407" y="13193"/>
                </a:lnTo>
                <a:lnTo>
                  <a:pt x="26407" y="5916"/>
                </a:lnTo>
                <a:lnTo>
                  <a:pt x="20491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3" name="object 233" descr=""/>
          <p:cNvSpPr/>
          <p:nvPr/>
        </p:nvSpPr>
        <p:spPr>
          <a:xfrm>
            <a:off x="10963890" y="9092939"/>
            <a:ext cx="26670" cy="26670"/>
          </a:xfrm>
          <a:custGeom>
            <a:avLst/>
            <a:gdLst/>
            <a:ahLst/>
            <a:cxnLst/>
            <a:rect l="l" t="t" r="r" b="b"/>
            <a:pathLst>
              <a:path w="26670" h="26670">
                <a:moveTo>
                  <a:pt x="20501" y="0"/>
                </a:moveTo>
                <a:lnTo>
                  <a:pt x="5905" y="0"/>
                </a:lnTo>
                <a:lnTo>
                  <a:pt x="0" y="5916"/>
                </a:lnTo>
                <a:lnTo>
                  <a:pt x="0" y="20481"/>
                </a:lnTo>
                <a:lnTo>
                  <a:pt x="5905" y="26397"/>
                </a:lnTo>
                <a:lnTo>
                  <a:pt x="20501" y="26397"/>
                </a:lnTo>
                <a:lnTo>
                  <a:pt x="26418" y="20481"/>
                </a:lnTo>
                <a:lnTo>
                  <a:pt x="26418" y="13193"/>
                </a:lnTo>
                <a:lnTo>
                  <a:pt x="26418" y="5916"/>
                </a:lnTo>
                <a:lnTo>
                  <a:pt x="20501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4" name="object 234" descr=""/>
          <p:cNvGrpSpPr/>
          <p:nvPr/>
        </p:nvGrpSpPr>
        <p:grpSpPr>
          <a:xfrm>
            <a:off x="10968884" y="9190590"/>
            <a:ext cx="346710" cy="787400"/>
            <a:chOff x="10968884" y="9190590"/>
            <a:chExt cx="346710" cy="787400"/>
          </a:xfrm>
        </p:grpSpPr>
        <p:sp>
          <p:nvSpPr>
            <p:cNvPr id="235" name="object 235" descr=""/>
            <p:cNvSpPr/>
            <p:nvPr/>
          </p:nvSpPr>
          <p:spPr>
            <a:xfrm>
              <a:off x="10968884" y="9190590"/>
              <a:ext cx="26670" cy="26670"/>
            </a:xfrm>
            <a:custGeom>
              <a:avLst/>
              <a:gdLst/>
              <a:ahLst/>
              <a:cxnLst/>
              <a:rect l="l" t="t" r="r" b="b"/>
              <a:pathLst>
                <a:path w="26670" h="26670">
                  <a:moveTo>
                    <a:pt x="20501" y="0"/>
                  </a:moveTo>
                  <a:lnTo>
                    <a:pt x="5905" y="0"/>
                  </a:lnTo>
                  <a:lnTo>
                    <a:pt x="0" y="5916"/>
                  </a:lnTo>
                  <a:lnTo>
                    <a:pt x="0" y="20491"/>
                  </a:lnTo>
                  <a:lnTo>
                    <a:pt x="5905" y="26397"/>
                  </a:lnTo>
                  <a:lnTo>
                    <a:pt x="20501" y="26397"/>
                  </a:lnTo>
                  <a:lnTo>
                    <a:pt x="26418" y="20491"/>
                  </a:lnTo>
                  <a:lnTo>
                    <a:pt x="26418" y="13193"/>
                  </a:lnTo>
                  <a:lnTo>
                    <a:pt x="26418" y="5916"/>
                  </a:lnTo>
                  <a:lnTo>
                    <a:pt x="20501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11015541" y="9203882"/>
              <a:ext cx="299720" cy="774065"/>
            </a:xfrm>
            <a:custGeom>
              <a:avLst/>
              <a:gdLst/>
              <a:ahLst/>
              <a:cxnLst/>
              <a:rect l="l" t="t" r="r" b="b"/>
              <a:pathLst>
                <a:path w="299720" h="774065">
                  <a:moveTo>
                    <a:pt x="168906" y="0"/>
                  </a:moveTo>
                  <a:lnTo>
                    <a:pt x="99044" y="16027"/>
                  </a:lnTo>
                  <a:lnTo>
                    <a:pt x="65797" y="35464"/>
                  </a:lnTo>
                  <a:lnTo>
                    <a:pt x="14664" y="87998"/>
                  </a:lnTo>
                  <a:lnTo>
                    <a:pt x="0" y="146504"/>
                  </a:lnTo>
                  <a:lnTo>
                    <a:pt x="5805" y="177878"/>
                  </a:lnTo>
                  <a:lnTo>
                    <a:pt x="14522" y="222798"/>
                  </a:lnTo>
                  <a:lnTo>
                    <a:pt x="25552" y="278207"/>
                  </a:lnTo>
                  <a:lnTo>
                    <a:pt x="38299" y="341050"/>
                  </a:lnTo>
                  <a:lnTo>
                    <a:pt x="52167" y="408269"/>
                  </a:lnTo>
                  <a:lnTo>
                    <a:pt x="66558" y="476809"/>
                  </a:lnTo>
                  <a:lnTo>
                    <a:pt x="80875" y="543614"/>
                  </a:lnTo>
                  <a:lnTo>
                    <a:pt x="94523" y="605627"/>
                  </a:lnTo>
                  <a:lnTo>
                    <a:pt x="106904" y="659793"/>
                  </a:lnTo>
                  <a:lnTo>
                    <a:pt x="117421" y="703055"/>
                  </a:lnTo>
                  <a:lnTo>
                    <a:pt x="130477" y="744642"/>
                  </a:lnTo>
                  <a:lnTo>
                    <a:pt x="167689" y="766515"/>
                  </a:lnTo>
                  <a:lnTo>
                    <a:pt x="194731" y="773837"/>
                  </a:lnTo>
                  <a:lnTo>
                    <a:pt x="223176" y="772045"/>
                  </a:lnTo>
                  <a:lnTo>
                    <a:pt x="273271" y="746742"/>
                  </a:lnTo>
                  <a:lnTo>
                    <a:pt x="298315" y="701115"/>
                  </a:lnTo>
                  <a:lnTo>
                    <a:pt x="299627" y="674936"/>
                  </a:lnTo>
                  <a:lnTo>
                    <a:pt x="298910" y="639794"/>
                  </a:lnTo>
                  <a:lnTo>
                    <a:pt x="296481" y="592775"/>
                  </a:lnTo>
                  <a:lnTo>
                    <a:pt x="287750" y="451458"/>
                  </a:lnTo>
                  <a:lnTo>
                    <a:pt x="277495" y="327578"/>
                  </a:lnTo>
                  <a:lnTo>
                    <a:pt x="263612" y="200207"/>
                  </a:lnTo>
                  <a:lnTo>
                    <a:pt x="251398" y="100753"/>
                  </a:lnTo>
                  <a:lnTo>
                    <a:pt x="246149" y="60621"/>
                  </a:lnTo>
                  <a:lnTo>
                    <a:pt x="227272" y="26677"/>
                  </a:lnTo>
                  <a:lnTo>
                    <a:pt x="168906" y="0"/>
                  </a:lnTo>
                  <a:close/>
                </a:path>
              </a:pathLst>
            </a:custGeom>
            <a:solidFill>
              <a:srgbClr val="95D6C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7" name="object 237" descr=""/>
          <p:cNvSpPr/>
          <p:nvPr/>
        </p:nvSpPr>
        <p:spPr>
          <a:xfrm>
            <a:off x="11071895" y="9000575"/>
            <a:ext cx="160020" cy="52069"/>
          </a:xfrm>
          <a:custGeom>
            <a:avLst/>
            <a:gdLst/>
            <a:ahLst/>
            <a:cxnLst/>
            <a:rect l="l" t="t" r="r" b="b"/>
            <a:pathLst>
              <a:path w="160020" h="52070">
                <a:moveTo>
                  <a:pt x="149346" y="0"/>
                </a:moveTo>
                <a:lnTo>
                  <a:pt x="0" y="11161"/>
                </a:lnTo>
                <a:lnTo>
                  <a:pt x="9992" y="28125"/>
                </a:lnTo>
                <a:lnTo>
                  <a:pt x="16958" y="37669"/>
                </a:lnTo>
                <a:lnTo>
                  <a:pt x="24170" y="43294"/>
                </a:lnTo>
                <a:lnTo>
                  <a:pt x="34899" y="48501"/>
                </a:lnTo>
                <a:lnTo>
                  <a:pt x="62052" y="51646"/>
                </a:lnTo>
                <a:lnTo>
                  <a:pt x="104118" y="50563"/>
                </a:lnTo>
                <a:lnTo>
                  <a:pt x="142785" y="47941"/>
                </a:lnTo>
                <a:lnTo>
                  <a:pt x="159743" y="46469"/>
                </a:lnTo>
                <a:lnTo>
                  <a:pt x="149346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8" name="object 238" descr=""/>
          <p:cNvSpPr/>
          <p:nvPr/>
        </p:nvSpPr>
        <p:spPr>
          <a:xfrm>
            <a:off x="10762853" y="9000794"/>
            <a:ext cx="125730" cy="52069"/>
          </a:xfrm>
          <a:custGeom>
            <a:avLst/>
            <a:gdLst/>
            <a:ahLst/>
            <a:cxnLst/>
            <a:rect l="l" t="t" r="r" b="b"/>
            <a:pathLst>
              <a:path w="125729" h="52070">
                <a:moveTo>
                  <a:pt x="6471" y="0"/>
                </a:moveTo>
                <a:lnTo>
                  <a:pt x="0" y="47244"/>
                </a:lnTo>
                <a:lnTo>
                  <a:pt x="13084" y="48561"/>
                </a:lnTo>
                <a:lnTo>
                  <a:pt x="42973" y="50841"/>
                </a:lnTo>
                <a:lnTo>
                  <a:pt x="75621" y="51582"/>
                </a:lnTo>
                <a:lnTo>
                  <a:pt x="96981" y="48281"/>
                </a:lnTo>
                <a:lnTo>
                  <a:pt x="105699" y="43074"/>
                </a:lnTo>
                <a:lnTo>
                  <a:pt x="111559" y="37449"/>
                </a:lnTo>
                <a:lnTo>
                  <a:pt x="117218" y="27905"/>
                </a:lnTo>
                <a:lnTo>
                  <a:pt x="125336" y="10942"/>
                </a:lnTo>
                <a:lnTo>
                  <a:pt x="6471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39" name="object 239" descr=""/>
          <p:cNvGrpSpPr/>
          <p:nvPr/>
        </p:nvGrpSpPr>
        <p:grpSpPr>
          <a:xfrm>
            <a:off x="10797509" y="10303681"/>
            <a:ext cx="154940" cy="52705"/>
            <a:chOff x="10797509" y="10303681"/>
            <a:chExt cx="154940" cy="52705"/>
          </a:xfrm>
        </p:grpSpPr>
        <p:sp>
          <p:nvSpPr>
            <p:cNvPr id="240" name="object 240" descr=""/>
            <p:cNvSpPr/>
            <p:nvPr/>
          </p:nvSpPr>
          <p:spPr>
            <a:xfrm>
              <a:off x="10797526" y="10303681"/>
              <a:ext cx="154940" cy="29845"/>
            </a:xfrm>
            <a:custGeom>
              <a:avLst/>
              <a:gdLst/>
              <a:ahLst/>
              <a:cxnLst/>
              <a:rect l="l" t="t" r="r" b="b"/>
              <a:pathLst>
                <a:path w="154940" h="29845">
                  <a:moveTo>
                    <a:pt x="25899" y="0"/>
                  </a:moveTo>
                  <a:lnTo>
                    <a:pt x="0" y="2201"/>
                  </a:lnTo>
                  <a:lnTo>
                    <a:pt x="2200" y="17932"/>
                  </a:lnTo>
                  <a:lnTo>
                    <a:pt x="3783" y="26037"/>
                  </a:lnTo>
                  <a:lnTo>
                    <a:pt x="5514" y="29094"/>
                  </a:lnTo>
                  <a:lnTo>
                    <a:pt x="8156" y="29676"/>
                  </a:lnTo>
                  <a:lnTo>
                    <a:pt x="31706" y="29676"/>
                  </a:lnTo>
                  <a:lnTo>
                    <a:pt x="79303" y="29066"/>
                  </a:lnTo>
                  <a:lnTo>
                    <a:pt x="126410" y="27541"/>
                  </a:lnTo>
                  <a:lnTo>
                    <a:pt x="148487" y="24797"/>
                  </a:lnTo>
                  <a:lnTo>
                    <a:pt x="150330" y="20189"/>
                  </a:lnTo>
                  <a:lnTo>
                    <a:pt x="154759" y="5614"/>
                  </a:lnTo>
                  <a:lnTo>
                    <a:pt x="125544" y="3839"/>
                  </a:lnTo>
                  <a:lnTo>
                    <a:pt x="75970" y="1304"/>
                  </a:lnTo>
                  <a:lnTo>
                    <a:pt x="25899" y="0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1" name="object 241" descr=""/>
            <p:cNvSpPr/>
            <p:nvPr/>
          </p:nvSpPr>
          <p:spPr>
            <a:xfrm>
              <a:off x="10797509" y="10325061"/>
              <a:ext cx="154940" cy="31115"/>
            </a:xfrm>
            <a:custGeom>
              <a:avLst/>
              <a:gdLst/>
              <a:ahLst/>
              <a:cxnLst/>
              <a:rect l="l" t="t" r="r" b="b"/>
              <a:pathLst>
                <a:path w="154940" h="31115">
                  <a:moveTo>
                    <a:pt x="78920" y="0"/>
                  </a:moveTo>
                  <a:lnTo>
                    <a:pt x="29273" y="721"/>
                  </a:lnTo>
                  <a:lnTo>
                    <a:pt x="0" y="1424"/>
                  </a:lnTo>
                  <a:lnTo>
                    <a:pt x="3769" y="16156"/>
                  </a:lnTo>
                  <a:lnTo>
                    <a:pt x="74343" y="27622"/>
                  </a:lnTo>
                  <a:lnTo>
                    <a:pt x="121873" y="29973"/>
                  </a:lnTo>
                  <a:lnTo>
                    <a:pt x="145409" y="30836"/>
                  </a:lnTo>
                  <a:lnTo>
                    <a:pt x="148076" y="30347"/>
                  </a:lnTo>
                  <a:lnTo>
                    <a:pt x="149943" y="27355"/>
                  </a:lnTo>
                  <a:lnTo>
                    <a:pt x="151888" y="19313"/>
                  </a:lnTo>
                  <a:lnTo>
                    <a:pt x="154791" y="3675"/>
                  </a:lnTo>
                  <a:lnTo>
                    <a:pt x="129008" y="527"/>
                  </a:lnTo>
                  <a:lnTo>
                    <a:pt x="78920" y="0"/>
                  </a:lnTo>
                  <a:close/>
                </a:path>
              </a:pathLst>
            </a:custGeom>
            <a:solidFill>
              <a:srgbClr val="B1E0D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2" name="object 242" descr=""/>
          <p:cNvGrpSpPr/>
          <p:nvPr/>
        </p:nvGrpSpPr>
        <p:grpSpPr>
          <a:xfrm>
            <a:off x="11224960" y="10291781"/>
            <a:ext cx="156210" cy="53975"/>
            <a:chOff x="11224960" y="10291781"/>
            <a:chExt cx="156210" cy="53975"/>
          </a:xfrm>
        </p:grpSpPr>
        <p:sp>
          <p:nvSpPr>
            <p:cNvPr id="243" name="object 243" descr=""/>
            <p:cNvSpPr/>
            <p:nvPr/>
          </p:nvSpPr>
          <p:spPr>
            <a:xfrm>
              <a:off x="11224960" y="10291781"/>
              <a:ext cx="154940" cy="36830"/>
            </a:xfrm>
            <a:custGeom>
              <a:avLst/>
              <a:gdLst/>
              <a:ahLst/>
              <a:cxnLst/>
              <a:rect l="l" t="t" r="r" b="b"/>
              <a:pathLst>
                <a:path w="154940" h="36829">
                  <a:moveTo>
                    <a:pt x="154665" y="0"/>
                  </a:moveTo>
                  <a:lnTo>
                    <a:pt x="125383" y="15"/>
                  </a:lnTo>
                  <a:lnTo>
                    <a:pt x="75733" y="575"/>
                  </a:lnTo>
                  <a:lnTo>
                    <a:pt x="25678" y="2534"/>
                  </a:lnTo>
                  <a:lnTo>
                    <a:pt x="0" y="6732"/>
                  </a:lnTo>
                  <a:lnTo>
                    <a:pt x="3381" y="24003"/>
                  </a:lnTo>
                  <a:lnTo>
                    <a:pt x="5571" y="32872"/>
                  </a:lnTo>
                  <a:lnTo>
                    <a:pt x="7528" y="36139"/>
                  </a:lnTo>
                  <a:lnTo>
                    <a:pt x="10209" y="36606"/>
                  </a:lnTo>
                  <a:lnTo>
                    <a:pt x="33707" y="35007"/>
                  </a:lnTo>
                  <a:lnTo>
                    <a:pt x="81148" y="31098"/>
                  </a:lnTo>
                  <a:lnTo>
                    <a:pt x="128028" y="26207"/>
                  </a:lnTo>
                  <a:lnTo>
                    <a:pt x="154665" y="0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 descr=""/>
            <p:cNvSpPr/>
            <p:nvPr/>
          </p:nvSpPr>
          <p:spPr>
            <a:xfrm>
              <a:off x="11226498" y="10311567"/>
              <a:ext cx="154940" cy="34290"/>
            </a:xfrm>
            <a:custGeom>
              <a:avLst/>
              <a:gdLst/>
              <a:ahLst/>
              <a:cxnLst/>
              <a:rect l="l" t="t" r="r" b="b"/>
              <a:pathLst>
                <a:path w="154940" h="34290">
                  <a:moveTo>
                    <a:pt x="128640" y="0"/>
                  </a:moveTo>
                  <a:lnTo>
                    <a:pt x="78627" y="2817"/>
                  </a:lnTo>
                  <a:lnTo>
                    <a:pt x="29149" y="6990"/>
                  </a:lnTo>
                  <a:lnTo>
                    <a:pt x="0" y="9757"/>
                  </a:lnTo>
                  <a:lnTo>
                    <a:pt x="4868" y="25809"/>
                  </a:lnTo>
                  <a:lnTo>
                    <a:pt x="6858" y="30877"/>
                  </a:lnTo>
                  <a:lnTo>
                    <a:pt x="29007" y="33315"/>
                  </a:lnTo>
                  <a:lnTo>
                    <a:pt x="76140" y="33716"/>
                  </a:lnTo>
                  <a:lnTo>
                    <a:pt x="123738" y="33090"/>
                  </a:lnTo>
                  <a:lnTo>
                    <a:pt x="154602" y="1736"/>
                  </a:lnTo>
                  <a:lnTo>
                    <a:pt x="128640" y="0"/>
                  </a:lnTo>
                  <a:close/>
                </a:path>
              </a:pathLst>
            </a:custGeom>
            <a:solidFill>
              <a:srgbClr val="B1E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5" name="object 245" descr=""/>
          <p:cNvSpPr/>
          <p:nvPr/>
        </p:nvSpPr>
        <p:spPr>
          <a:xfrm>
            <a:off x="11562797" y="8944802"/>
            <a:ext cx="550545" cy="405130"/>
          </a:xfrm>
          <a:custGeom>
            <a:avLst/>
            <a:gdLst/>
            <a:ahLst/>
            <a:cxnLst/>
            <a:rect l="l" t="t" r="r" b="b"/>
            <a:pathLst>
              <a:path w="550545" h="405129">
                <a:moveTo>
                  <a:pt x="515771" y="0"/>
                </a:moveTo>
                <a:lnTo>
                  <a:pt x="282780" y="19344"/>
                </a:lnTo>
                <a:lnTo>
                  <a:pt x="154669" y="26592"/>
                </a:lnTo>
                <a:lnTo>
                  <a:pt x="86034" y="22462"/>
                </a:lnTo>
                <a:lnTo>
                  <a:pt x="31471" y="7675"/>
                </a:lnTo>
                <a:lnTo>
                  <a:pt x="8825" y="175472"/>
                </a:lnTo>
                <a:lnTo>
                  <a:pt x="4557" y="209463"/>
                </a:lnTo>
                <a:lnTo>
                  <a:pt x="1210" y="239113"/>
                </a:lnTo>
                <a:lnTo>
                  <a:pt x="0" y="275872"/>
                </a:lnTo>
                <a:lnTo>
                  <a:pt x="2471" y="312699"/>
                </a:lnTo>
                <a:lnTo>
                  <a:pt x="9283" y="362303"/>
                </a:lnTo>
                <a:lnTo>
                  <a:pt x="59603" y="386984"/>
                </a:lnTo>
                <a:lnTo>
                  <a:pt x="121991" y="397973"/>
                </a:lnTo>
                <a:lnTo>
                  <a:pt x="211078" y="404699"/>
                </a:lnTo>
                <a:lnTo>
                  <a:pt x="272352" y="404575"/>
                </a:lnTo>
                <a:lnTo>
                  <a:pt x="335860" y="400625"/>
                </a:lnTo>
                <a:lnTo>
                  <a:pt x="397593" y="393946"/>
                </a:lnTo>
                <a:lnTo>
                  <a:pt x="453537" y="385635"/>
                </a:lnTo>
                <a:lnTo>
                  <a:pt x="499679" y="376788"/>
                </a:lnTo>
                <a:lnTo>
                  <a:pt x="546513" y="361873"/>
                </a:lnTo>
                <a:lnTo>
                  <a:pt x="550138" y="332244"/>
                </a:lnTo>
                <a:lnTo>
                  <a:pt x="548058" y="276551"/>
                </a:lnTo>
                <a:lnTo>
                  <a:pt x="543150" y="216014"/>
                </a:lnTo>
                <a:lnTo>
                  <a:pt x="538293" y="171848"/>
                </a:lnTo>
                <a:lnTo>
                  <a:pt x="515771" y="0"/>
                </a:lnTo>
                <a:close/>
              </a:path>
            </a:pathLst>
          </a:custGeom>
          <a:solidFill>
            <a:srgbClr val="95D6C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6" name="object 246" descr=""/>
          <p:cNvGrpSpPr/>
          <p:nvPr/>
        </p:nvGrpSpPr>
        <p:grpSpPr>
          <a:xfrm>
            <a:off x="11568020" y="9195288"/>
            <a:ext cx="545465" cy="1133475"/>
            <a:chOff x="11568020" y="9195288"/>
            <a:chExt cx="545465" cy="1133475"/>
          </a:xfrm>
        </p:grpSpPr>
        <p:sp>
          <p:nvSpPr>
            <p:cNvPr id="247" name="object 247" descr=""/>
            <p:cNvSpPr/>
            <p:nvPr/>
          </p:nvSpPr>
          <p:spPr>
            <a:xfrm>
              <a:off x="11568011" y="9195288"/>
              <a:ext cx="545465" cy="1127125"/>
            </a:xfrm>
            <a:custGeom>
              <a:avLst/>
              <a:gdLst/>
              <a:ahLst/>
              <a:cxnLst/>
              <a:rect l="l" t="t" r="r" b="b"/>
              <a:pathLst>
                <a:path w="545465" h="1127125">
                  <a:moveTo>
                    <a:pt x="271411" y="1121778"/>
                  </a:moveTo>
                  <a:lnTo>
                    <a:pt x="270002" y="900430"/>
                  </a:lnTo>
                  <a:lnTo>
                    <a:pt x="268681" y="781418"/>
                  </a:lnTo>
                  <a:lnTo>
                    <a:pt x="266700" y="724027"/>
                  </a:lnTo>
                  <a:lnTo>
                    <a:pt x="261962" y="683768"/>
                  </a:lnTo>
                  <a:lnTo>
                    <a:pt x="263512" y="676008"/>
                  </a:lnTo>
                  <a:lnTo>
                    <a:pt x="267106" y="597966"/>
                  </a:lnTo>
                  <a:lnTo>
                    <a:pt x="268097" y="540842"/>
                  </a:lnTo>
                  <a:lnTo>
                    <a:pt x="268655" y="476300"/>
                  </a:lnTo>
                  <a:lnTo>
                    <a:pt x="268859" y="407860"/>
                  </a:lnTo>
                  <a:lnTo>
                    <a:pt x="268579" y="273189"/>
                  </a:lnTo>
                  <a:lnTo>
                    <a:pt x="267601" y="129171"/>
                  </a:lnTo>
                  <a:lnTo>
                    <a:pt x="241642" y="70294"/>
                  </a:lnTo>
                  <a:lnTo>
                    <a:pt x="179603" y="23698"/>
                  </a:lnTo>
                  <a:lnTo>
                    <a:pt x="142024" y="8839"/>
                  </a:lnTo>
                  <a:lnTo>
                    <a:pt x="103797" y="1638"/>
                  </a:lnTo>
                  <a:lnTo>
                    <a:pt x="67678" y="3657"/>
                  </a:lnTo>
                  <a:lnTo>
                    <a:pt x="36487" y="16395"/>
                  </a:lnTo>
                  <a:lnTo>
                    <a:pt x="13004" y="41414"/>
                  </a:lnTo>
                  <a:lnTo>
                    <a:pt x="0" y="80251"/>
                  </a:lnTo>
                  <a:lnTo>
                    <a:pt x="13169" y="229870"/>
                  </a:lnTo>
                  <a:lnTo>
                    <a:pt x="22961" y="322440"/>
                  </a:lnTo>
                  <a:lnTo>
                    <a:pt x="34264" y="396379"/>
                  </a:lnTo>
                  <a:lnTo>
                    <a:pt x="51930" y="490105"/>
                  </a:lnTo>
                  <a:lnTo>
                    <a:pt x="68516" y="573506"/>
                  </a:lnTo>
                  <a:lnTo>
                    <a:pt x="80886" y="626516"/>
                  </a:lnTo>
                  <a:lnTo>
                    <a:pt x="80683" y="626935"/>
                  </a:lnTo>
                  <a:lnTo>
                    <a:pt x="76606" y="730821"/>
                  </a:lnTo>
                  <a:lnTo>
                    <a:pt x="75780" y="792251"/>
                  </a:lnTo>
                  <a:lnTo>
                    <a:pt x="78689" y="835367"/>
                  </a:lnTo>
                  <a:lnTo>
                    <a:pt x="85826" y="884288"/>
                  </a:lnTo>
                  <a:lnTo>
                    <a:pt x="102387" y="955827"/>
                  </a:lnTo>
                  <a:lnTo>
                    <a:pt x="126568" y="1035392"/>
                  </a:lnTo>
                  <a:lnTo>
                    <a:pt x="148399" y="1099985"/>
                  </a:lnTo>
                  <a:lnTo>
                    <a:pt x="157899" y="1126617"/>
                  </a:lnTo>
                  <a:lnTo>
                    <a:pt x="271411" y="1121778"/>
                  </a:lnTo>
                  <a:close/>
                </a:path>
                <a:path w="545465" h="1127125">
                  <a:moveTo>
                    <a:pt x="544918" y="74104"/>
                  </a:moveTo>
                  <a:lnTo>
                    <a:pt x="530275" y="35877"/>
                  </a:lnTo>
                  <a:lnTo>
                    <a:pt x="505739" y="11874"/>
                  </a:lnTo>
                  <a:lnTo>
                    <a:pt x="474040" y="469"/>
                  </a:lnTo>
                  <a:lnTo>
                    <a:pt x="437883" y="0"/>
                  </a:lnTo>
                  <a:lnTo>
                    <a:pt x="399986" y="8826"/>
                  </a:lnTo>
                  <a:lnTo>
                    <a:pt x="363067" y="25285"/>
                  </a:lnTo>
                  <a:lnTo>
                    <a:pt x="329869" y="47713"/>
                  </a:lnTo>
                  <a:lnTo>
                    <a:pt x="285432" y="103936"/>
                  </a:lnTo>
                  <a:lnTo>
                    <a:pt x="279654" y="134416"/>
                  </a:lnTo>
                  <a:lnTo>
                    <a:pt x="284835" y="278345"/>
                  </a:lnTo>
                  <a:lnTo>
                    <a:pt x="290296" y="412902"/>
                  </a:lnTo>
                  <a:lnTo>
                    <a:pt x="293433" y="481279"/>
                  </a:lnTo>
                  <a:lnTo>
                    <a:pt x="296748" y="545719"/>
                  </a:lnTo>
                  <a:lnTo>
                    <a:pt x="300164" y="602754"/>
                  </a:lnTo>
                  <a:lnTo>
                    <a:pt x="303644" y="648868"/>
                  </a:lnTo>
                  <a:lnTo>
                    <a:pt x="308952" y="688225"/>
                  </a:lnTo>
                  <a:lnTo>
                    <a:pt x="307797" y="692111"/>
                  </a:lnTo>
                  <a:lnTo>
                    <a:pt x="305828" y="728522"/>
                  </a:lnTo>
                  <a:lnTo>
                    <a:pt x="305460" y="784834"/>
                  </a:lnTo>
                  <a:lnTo>
                    <a:pt x="306908" y="900798"/>
                  </a:lnTo>
                  <a:lnTo>
                    <a:pt x="310451" y="1116164"/>
                  </a:lnTo>
                  <a:lnTo>
                    <a:pt x="442582" y="1120165"/>
                  </a:lnTo>
                  <a:lnTo>
                    <a:pt x="449326" y="1093012"/>
                  </a:lnTo>
                  <a:lnTo>
                    <a:pt x="464845" y="1027252"/>
                  </a:lnTo>
                  <a:lnTo>
                    <a:pt x="482092" y="946442"/>
                  </a:lnTo>
                  <a:lnTo>
                    <a:pt x="493991" y="874128"/>
                  </a:lnTo>
                  <a:lnTo>
                    <a:pt x="499059" y="824826"/>
                  </a:lnTo>
                  <a:lnTo>
                    <a:pt x="500380" y="780859"/>
                  </a:lnTo>
                  <a:lnTo>
                    <a:pt x="497624" y="717410"/>
                  </a:lnTo>
                  <a:lnTo>
                    <a:pt x="490461" y="609714"/>
                  </a:lnTo>
                  <a:lnTo>
                    <a:pt x="490105" y="609104"/>
                  </a:lnTo>
                  <a:lnTo>
                    <a:pt x="497535" y="569836"/>
                  </a:lnTo>
                  <a:lnTo>
                    <a:pt x="510552" y="485813"/>
                  </a:lnTo>
                  <a:lnTo>
                    <a:pt x="525754" y="355511"/>
                  </a:lnTo>
                  <a:lnTo>
                    <a:pt x="536486" y="221322"/>
                  </a:lnTo>
                  <a:lnTo>
                    <a:pt x="542836" y="116446"/>
                  </a:lnTo>
                  <a:lnTo>
                    <a:pt x="544918" y="74104"/>
                  </a:lnTo>
                  <a:close/>
                </a:path>
              </a:pathLst>
            </a:custGeom>
            <a:solidFill>
              <a:srgbClr val="95D6C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 descr=""/>
            <p:cNvSpPr/>
            <p:nvPr/>
          </p:nvSpPr>
          <p:spPr>
            <a:xfrm>
              <a:off x="11702452" y="10274847"/>
              <a:ext cx="154940" cy="36830"/>
            </a:xfrm>
            <a:custGeom>
              <a:avLst/>
              <a:gdLst/>
              <a:ahLst/>
              <a:cxnLst/>
              <a:rect l="l" t="t" r="r" b="b"/>
              <a:pathLst>
                <a:path w="154940" h="36829">
                  <a:moveTo>
                    <a:pt x="154665" y="0"/>
                  </a:moveTo>
                  <a:lnTo>
                    <a:pt x="125383" y="15"/>
                  </a:lnTo>
                  <a:lnTo>
                    <a:pt x="75733" y="575"/>
                  </a:lnTo>
                  <a:lnTo>
                    <a:pt x="25678" y="2534"/>
                  </a:lnTo>
                  <a:lnTo>
                    <a:pt x="0" y="6732"/>
                  </a:lnTo>
                  <a:lnTo>
                    <a:pt x="3381" y="24003"/>
                  </a:lnTo>
                  <a:lnTo>
                    <a:pt x="5571" y="32872"/>
                  </a:lnTo>
                  <a:lnTo>
                    <a:pt x="7528" y="36139"/>
                  </a:lnTo>
                  <a:lnTo>
                    <a:pt x="10209" y="36606"/>
                  </a:lnTo>
                  <a:lnTo>
                    <a:pt x="33707" y="35007"/>
                  </a:lnTo>
                  <a:lnTo>
                    <a:pt x="81148" y="31098"/>
                  </a:lnTo>
                  <a:lnTo>
                    <a:pt x="128028" y="26207"/>
                  </a:lnTo>
                  <a:lnTo>
                    <a:pt x="154665" y="0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11703992" y="10294633"/>
              <a:ext cx="154940" cy="34290"/>
            </a:xfrm>
            <a:custGeom>
              <a:avLst/>
              <a:gdLst/>
              <a:ahLst/>
              <a:cxnLst/>
              <a:rect l="l" t="t" r="r" b="b"/>
              <a:pathLst>
                <a:path w="154940" h="34290">
                  <a:moveTo>
                    <a:pt x="128640" y="0"/>
                  </a:moveTo>
                  <a:lnTo>
                    <a:pt x="78627" y="2817"/>
                  </a:lnTo>
                  <a:lnTo>
                    <a:pt x="29149" y="6990"/>
                  </a:lnTo>
                  <a:lnTo>
                    <a:pt x="0" y="9757"/>
                  </a:lnTo>
                  <a:lnTo>
                    <a:pt x="4868" y="25809"/>
                  </a:lnTo>
                  <a:lnTo>
                    <a:pt x="6858" y="30877"/>
                  </a:lnTo>
                  <a:lnTo>
                    <a:pt x="29007" y="33315"/>
                  </a:lnTo>
                  <a:lnTo>
                    <a:pt x="76140" y="33714"/>
                  </a:lnTo>
                  <a:lnTo>
                    <a:pt x="123738" y="33086"/>
                  </a:lnTo>
                  <a:lnTo>
                    <a:pt x="154602" y="1736"/>
                  </a:lnTo>
                  <a:lnTo>
                    <a:pt x="128640" y="0"/>
                  </a:lnTo>
                  <a:close/>
                </a:path>
              </a:pathLst>
            </a:custGeom>
            <a:solidFill>
              <a:srgbClr val="B1E0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11871095" y="10274847"/>
              <a:ext cx="154940" cy="36830"/>
            </a:xfrm>
            <a:custGeom>
              <a:avLst/>
              <a:gdLst/>
              <a:ahLst/>
              <a:cxnLst/>
              <a:rect l="l" t="t" r="r" b="b"/>
              <a:pathLst>
                <a:path w="154940" h="36829">
                  <a:moveTo>
                    <a:pt x="29281" y="15"/>
                  </a:moveTo>
                  <a:lnTo>
                    <a:pt x="0" y="0"/>
                  </a:lnTo>
                  <a:lnTo>
                    <a:pt x="3319" y="16439"/>
                  </a:lnTo>
                  <a:lnTo>
                    <a:pt x="4816" y="21664"/>
                  </a:lnTo>
                  <a:lnTo>
                    <a:pt x="26636" y="26207"/>
                  </a:lnTo>
                  <a:lnTo>
                    <a:pt x="73517" y="31098"/>
                  </a:lnTo>
                  <a:lnTo>
                    <a:pt x="120957" y="35007"/>
                  </a:lnTo>
                  <a:lnTo>
                    <a:pt x="144456" y="36606"/>
                  </a:lnTo>
                  <a:lnTo>
                    <a:pt x="147136" y="36139"/>
                  </a:lnTo>
                  <a:lnTo>
                    <a:pt x="149093" y="32872"/>
                  </a:lnTo>
                  <a:lnTo>
                    <a:pt x="151284" y="24003"/>
                  </a:lnTo>
                  <a:lnTo>
                    <a:pt x="154665" y="6732"/>
                  </a:lnTo>
                  <a:lnTo>
                    <a:pt x="128986" y="2534"/>
                  </a:lnTo>
                  <a:lnTo>
                    <a:pt x="78932" y="575"/>
                  </a:lnTo>
                  <a:lnTo>
                    <a:pt x="29281" y="15"/>
                  </a:lnTo>
                  <a:close/>
                </a:path>
              </a:pathLst>
            </a:custGeom>
            <a:solidFill>
              <a:srgbClr val="A6DD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11869621" y="10294633"/>
              <a:ext cx="154940" cy="34290"/>
            </a:xfrm>
            <a:custGeom>
              <a:avLst/>
              <a:gdLst/>
              <a:ahLst/>
              <a:cxnLst/>
              <a:rect l="l" t="t" r="r" b="b"/>
              <a:pathLst>
                <a:path w="154940" h="34290">
                  <a:moveTo>
                    <a:pt x="25957" y="0"/>
                  </a:moveTo>
                  <a:lnTo>
                    <a:pt x="0" y="1736"/>
                  </a:lnTo>
                  <a:lnTo>
                    <a:pt x="1722" y="19250"/>
                  </a:lnTo>
                  <a:lnTo>
                    <a:pt x="3057" y="28285"/>
                  </a:lnTo>
                  <a:lnTo>
                    <a:pt x="4691" y="31722"/>
                  </a:lnTo>
                  <a:lnTo>
                    <a:pt x="7308" y="32437"/>
                  </a:lnTo>
                  <a:lnTo>
                    <a:pt x="30859" y="33086"/>
                  </a:lnTo>
                  <a:lnTo>
                    <a:pt x="78460" y="33714"/>
                  </a:lnTo>
                  <a:lnTo>
                    <a:pt x="125594" y="33315"/>
                  </a:lnTo>
                  <a:lnTo>
                    <a:pt x="147744" y="30877"/>
                  </a:lnTo>
                  <a:lnTo>
                    <a:pt x="149733" y="25809"/>
                  </a:lnTo>
                  <a:lnTo>
                    <a:pt x="154602" y="9757"/>
                  </a:lnTo>
                  <a:lnTo>
                    <a:pt x="125451" y="6990"/>
                  </a:lnTo>
                  <a:lnTo>
                    <a:pt x="75971" y="2817"/>
                  </a:lnTo>
                  <a:lnTo>
                    <a:pt x="25957" y="0"/>
                  </a:lnTo>
                  <a:close/>
                </a:path>
              </a:pathLst>
            </a:custGeom>
            <a:solidFill>
              <a:srgbClr val="B1E0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2" name="object 252" descr=""/>
          <p:cNvSpPr/>
          <p:nvPr/>
        </p:nvSpPr>
        <p:spPr>
          <a:xfrm>
            <a:off x="3527464" y="8988800"/>
            <a:ext cx="541020" cy="420370"/>
          </a:xfrm>
          <a:custGeom>
            <a:avLst/>
            <a:gdLst/>
            <a:ahLst/>
            <a:cxnLst/>
            <a:rect l="l" t="t" r="r" b="b"/>
            <a:pathLst>
              <a:path w="541020" h="420370">
                <a:moveTo>
                  <a:pt x="500126" y="0"/>
                </a:moveTo>
                <a:lnTo>
                  <a:pt x="370981" y="20113"/>
                </a:lnTo>
                <a:lnTo>
                  <a:pt x="278830" y="27717"/>
                </a:lnTo>
                <a:lnTo>
                  <a:pt x="179480" y="23622"/>
                </a:lnTo>
                <a:lnTo>
                  <a:pt x="28737" y="8638"/>
                </a:lnTo>
                <a:lnTo>
                  <a:pt x="1398" y="244851"/>
                </a:lnTo>
                <a:lnTo>
                  <a:pt x="2267" y="318025"/>
                </a:lnTo>
                <a:lnTo>
                  <a:pt x="8790" y="367381"/>
                </a:lnTo>
                <a:lnTo>
                  <a:pt x="56896" y="393704"/>
                </a:lnTo>
                <a:lnTo>
                  <a:pt x="109603" y="408040"/>
                </a:lnTo>
                <a:lnTo>
                  <a:pt x="176611" y="418036"/>
                </a:lnTo>
                <a:lnTo>
                  <a:pt x="254322" y="419851"/>
                </a:lnTo>
                <a:lnTo>
                  <a:pt x="346704" y="411346"/>
                </a:lnTo>
                <a:lnTo>
                  <a:pt x="418841" y="396663"/>
                </a:lnTo>
                <a:lnTo>
                  <a:pt x="472362" y="378603"/>
                </a:lnTo>
                <a:lnTo>
                  <a:pt x="508900" y="359970"/>
                </a:lnTo>
                <a:lnTo>
                  <a:pt x="537549" y="332188"/>
                </a:lnTo>
                <a:lnTo>
                  <a:pt x="540593" y="256570"/>
                </a:lnTo>
                <a:lnTo>
                  <a:pt x="538933" y="215195"/>
                </a:lnTo>
                <a:lnTo>
                  <a:pt x="535800" y="180685"/>
                </a:lnTo>
                <a:lnTo>
                  <a:pt x="528137" y="136276"/>
                </a:lnTo>
                <a:lnTo>
                  <a:pt x="516106" y="75963"/>
                </a:lnTo>
                <a:lnTo>
                  <a:pt x="500126" y="0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3" name="object 253" descr=""/>
          <p:cNvSpPr/>
          <p:nvPr/>
        </p:nvSpPr>
        <p:spPr>
          <a:xfrm>
            <a:off x="3601798" y="9857467"/>
            <a:ext cx="209550" cy="587375"/>
          </a:xfrm>
          <a:custGeom>
            <a:avLst/>
            <a:gdLst/>
            <a:ahLst/>
            <a:cxnLst/>
            <a:rect l="l" t="t" r="r" b="b"/>
            <a:pathLst>
              <a:path w="209550" h="587375">
                <a:moveTo>
                  <a:pt x="57605" y="0"/>
                </a:moveTo>
                <a:lnTo>
                  <a:pt x="28467" y="17622"/>
                </a:lnTo>
                <a:lnTo>
                  <a:pt x="7883" y="59269"/>
                </a:lnTo>
                <a:lnTo>
                  <a:pt x="1793" y="144264"/>
                </a:lnTo>
                <a:lnTo>
                  <a:pt x="0" y="195946"/>
                </a:lnTo>
                <a:lnTo>
                  <a:pt x="2716" y="235329"/>
                </a:lnTo>
                <a:lnTo>
                  <a:pt x="10155" y="283430"/>
                </a:lnTo>
                <a:lnTo>
                  <a:pt x="27719" y="362141"/>
                </a:lnTo>
                <a:lnTo>
                  <a:pt x="53506" y="458013"/>
                </a:lnTo>
                <a:lnTo>
                  <a:pt x="76821" y="539020"/>
                </a:lnTo>
                <a:lnTo>
                  <a:pt x="126148" y="586912"/>
                </a:lnTo>
                <a:lnTo>
                  <a:pt x="165879" y="584145"/>
                </a:lnTo>
                <a:lnTo>
                  <a:pt x="196676" y="575019"/>
                </a:lnTo>
                <a:lnTo>
                  <a:pt x="209049" y="569715"/>
                </a:lnTo>
                <a:lnTo>
                  <a:pt x="200005" y="322785"/>
                </a:lnTo>
                <a:lnTo>
                  <a:pt x="194728" y="190671"/>
                </a:lnTo>
                <a:lnTo>
                  <a:pt x="191182" y="128548"/>
                </a:lnTo>
                <a:lnTo>
                  <a:pt x="177253" y="66520"/>
                </a:lnTo>
                <a:lnTo>
                  <a:pt x="125052" y="16182"/>
                </a:lnTo>
                <a:lnTo>
                  <a:pt x="57605" y="0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4" name="object 254" descr=""/>
          <p:cNvSpPr/>
          <p:nvPr/>
        </p:nvSpPr>
        <p:spPr>
          <a:xfrm>
            <a:off x="3765565" y="9019582"/>
            <a:ext cx="31115" cy="31115"/>
          </a:xfrm>
          <a:custGeom>
            <a:avLst/>
            <a:gdLst/>
            <a:ahLst/>
            <a:cxnLst/>
            <a:rect l="l" t="t" r="r" b="b"/>
            <a:pathLst>
              <a:path w="31114" h="31115">
                <a:moveTo>
                  <a:pt x="11978" y="0"/>
                </a:moveTo>
                <a:lnTo>
                  <a:pt x="4251" y="4261"/>
                </a:lnTo>
                <a:lnTo>
                  <a:pt x="0" y="19025"/>
                </a:lnTo>
                <a:lnTo>
                  <a:pt x="4282" y="26742"/>
                </a:lnTo>
                <a:lnTo>
                  <a:pt x="19046" y="31004"/>
                </a:lnTo>
                <a:lnTo>
                  <a:pt x="26753" y="26742"/>
                </a:lnTo>
                <a:lnTo>
                  <a:pt x="30993" y="11978"/>
                </a:lnTo>
                <a:lnTo>
                  <a:pt x="26742" y="4251"/>
                </a:lnTo>
                <a:lnTo>
                  <a:pt x="19350" y="2136"/>
                </a:lnTo>
                <a:lnTo>
                  <a:pt x="11978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 descr=""/>
          <p:cNvSpPr/>
          <p:nvPr/>
        </p:nvSpPr>
        <p:spPr>
          <a:xfrm>
            <a:off x="3530752" y="9241135"/>
            <a:ext cx="534670" cy="1215390"/>
          </a:xfrm>
          <a:custGeom>
            <a:avLst/>
            <a:gdLst/>
            <a:ahLst/>
            <a:cxnLst/>
            <a:rect l="l" t="t" r="r" b="b"/>
            <a:pathLst>
              <a:path w="534670" h="1215390">
                <a:moveTo>
                  <a:pt x="266446" y="234327"/>
                </a:moveTo>
                <a:lnTo>
                  <a:pt x="266395" y="180873"/>
                </a:lnTo>
                <a:lnTo>
                  <a:pt x="266153" y="138061"/>
                </a:lnTo>
                <a:lnTo>
                  <a:pt x="240233" y="78066"/>
                </a:lnTo>
                <a:lnTo>
                  <a:pt x="212420" y="51028"/>
                </a:lnTo>
                <a:lnTo>
                  <a:pt x="178422" y="28244"/>
                </a:lnTo>
                <a:lnTo>
                  <a:pt x="141008" y="11391"/>
                </a:lnTo>
                <a:lnTo>
                  <a:pt x="102958" y="2171"/>
                </a:lnTo>
                <a:lnTo>
                  <a:pt x="67043" y="2273"/>
                </a:lnTo>
                <a:lnTo>
                  <a:pt x="36068" y="13385"/>
                </a:lnTo>
                <a:lnTo>
                  <a:pt x="12788" y="37223"/>
                </a:lnTo>
                <a:lnTo>
                  <a:pt x="0" y="75463"/>
                </a:lnTo>
                <a:lnTo>
                  <a:pt x="13944" y="211188"/>
                </a:lnTo>
                <a:lnTo>
                  <a:pt x="23114" y="296697"/>
                </a:lnTo>
                <a:lnTo>
                  <a:pt x="31572" y="368223"/>
                </a:lnTo>
                <a:lnTo>
                  <a:pt x="47612" y="494741"/>
                </a:lnTo>
                <a:lnTo>
                  <a:pt x="55422" y="550519"/>
                </a:lnTo>
                <a:lnTo>
                  <a:pt x="59016" y="574052"/>
                </a:lnTo>
                <a:lnTo>
                  <a:pt x="57708" y="582129"/>
                </a:lnTo>
                <a:lnTo>
                  <a:pt x="55537" y="600519"/>
                </a:lnTo>
                <a:lnTo>
                  <a:pt x="55105" y="620395"/>
                </a:lnTo>
                <a:lnTo>
                  <a:pt x="59004" y="632955"/>
                </a:lnTo>
                <a:lnTo>
                  <a:pt x="63995" y="638479"/>
                </a:lnTo>
                <a:lnTo>
                  <a:pt x="65735" y="643534"/>
                </a:lnTo>
                <a:lnTo>
                  <a:pt x="65176" y="648779"/>
                </a:lnTo>
                <a:lnTo>
                  <a:pt x="63284" y="654862"/>
                </a:lnTo>
                <a:lnTo>
                  <a:pt x="60667" y="660755"/>
                </a:lnTo>
                <a:lnTo>
                  <a:pt x="58737" y="665670"/>
                </a:lnTo>
                <a:lnTo>
                  <a:pt x="59715" y="670661"/>
                </a:lnTo>
                <a:lnTo>
                  <a:pt x="65773" y="676770"/>
                </a:lnTo>
                <a:lnTo>
                  <a:pt x="72821" y="684441"/>
                </a:lnTo>
                <a:lnTo>
                  <a:pt x="76174" y="692975"/>
                </a:lnTo>
                <a:lnTo>
                  <a:pt x="77101" y="701611"/>
                </a:lnTo>
                <a:lnTo>
                  <a:pt x="76898" y="709612"/>
                </a:lnTo>
                <a:lnTo>
                  <a:pt x="78181" y="712762"/>
                </a:lnTo>
                <a:lnTo>
                  <a:pt x="81965" y="717029"/>
                </a:lnTo>
                <a:lnTo>
                  <a:pt x="87871" y="722058"/>
                </a:lnTo>
                <a:lnTo>
                  <a:pt x="95504" y="727544"/>
                </a:lnTo>
                <a:lnTo>
                  <a:pt x="105625" y="746417"/>
                </a:lnTo>
                <a:lnTo>
                  <a:pt x="118757" y="761796"/>
                </a:lnTo>
                <a:lnTo>
                  <a:pt x="135648" y="772668"/>
                </a:lnTo>
                <a:lnTo>
                  <a:pt x="157022" y="778002"/>
                </a:lnTo>
                <a:lnTo>
                  <a:pt x="187464" y="778814"/>
                </a:lnTo>
                <a:lnTo>
                  <a:pt x="215544" y="775957"/>
                </a:lnTo>
                <a:lnTo>
                  <a:pt x="253098" y="761580"/>
                </a:lnTo>
                <a:lnTo>
                  <a:pt x="258114" y="721690"/>
                </a:lnTo>
                <a:lnTo>
                  <a:pt x="260146" y="680046"/>
                </a:lnTo>
                <a:lnTo>
                  <a:pt x="261848" y="627519"/>
                </a:lnTo>
                <a:lnTo>
                  <a:pt x="263271" y="566788"/>
                </a:lnTo>
                <a:lnTo>
                  <a:pt x="264414" y="500557"/>
                </a:lnTo>
                <a:lnTo>
                  <a:pt x="265290" y="431507"/>
                </a:lnTo>
                <a:lnTo>
                  <a:pt x="265899" y="362331"/>
                </a:lnTo>
                <a:lnTo>
                  <a:pt x="266446" y="234327"/>
                </a:lnTo>
                <a:close/>
              </a:path>
              <a:path w="534670" h="1215390">
                <a:moveTo>
                  <a:pt x="534250" y="70548"/>
                </a:moveTo>
                <a:lnTo>
                  <a:pt x="519988" y="32829"/>
                </a:lnTo>
                <a:lnTo>
                  <a:pt x="495808" y="9918"/>
                </a:lnTo>
                <a:lnTo>
                  <a:pt x="464413" y="0"/>
                </a:lnTo>
                <a:lnTo>
                  <a:pt x="428536" y="1295"/>
                </a:lnTo>
                <a:lnTo>
                  <a:pt x="390867" y="11988"/>
                </a:lnTo>
                <a:lnTo>
                  <a:pt x="354126" y="30276"/>
                </a:lnTo>
                <a:lnTo>
                  <a:pt x="321030" y="54356"/>
                </a:lnTo>
                <a:lnTo>
                  <a:pt x="294297" y="82448"/>
                </a:lnTo>
                <a:lnTo>
                  <a:pt x="270725" y="143395"/>
                </a:lnTo>
                <a:lnTo>
                  <a:pt x="272135" y="186194"/>
                </a:lnTo>
                <a:lnTo>
                  <a:pt x="274154" y="239598"/>
                </a:lnTo>
                <a:lnTo>
                  <a:pt x="279666" y="367487"/>
                </a:lnTo>
                <a:lnTo>
                  <a:pt x="282968" y="436587"/>
                </a:lnTo>
                <a:lnTo>
                  <a:pt x="286512" y="505561"/>
                </a:lnTo>
                <a:lnTo>
                  <a:pt x="290220" y="571703"/>
                </a:lnTo>
                <a:lnTo>
                  <a:pt x="293992" y="632320"/>
                </a:lnTo>
                <a:lnTo>
                  <a:pt x="297738" y="684745"/>
                </a:lnTo>
                <a:lnTo>
                  <a:pt x="300926" y="721321"/>
                </a:lnTo>
                <a:lnTo>
                  <a:pt x="300837" y="722376"/>
                </a:lnTo>
                <a:lnTo>
                  <a:pt x="302996" y="818222"/>
                </a:lnTo>
                <a:lnTo>
                  <a:pt x="304419" y="977722"/>
                </a:lnTo>
                <a:lnTo>
                  <a:pt x="305447" y="1193558"/>
                </a:lnTo>
                <a:lnTo>
                  <a:pt x="354571" y="1209954"/>
                </a:lnTo>
                <a:lnTo>
                  <a:pt x="402209" y="1209751"/>
                </a:lnTo>
                <a:lnTo>
                  <a:pt x="451015" y="1086827"/>
                </a:lnTo>
                <a:lnTo>
                  <a:pt x="466521" y="1024191"/>
                </a:lnTo>
                <a:lnTo>
                  <a:pt x="474726" y="980655"/>
                </a:lnTo>
                <a:lnTo>
                  <a:pt x="481076" y="931697"/>
                </a:lnTo>
                <a:lnTo>
                  <a:pt x="484797" y="856297"/>
                </a:lnTo>
                <a:lnTo>
                  <a:pt x="483514" y="768223"/>
                </a:lnTo>
                <a:lnTo>
                  <a:pt x="481190" y="713409"/>
                </a:lnTo>
                <a:lnTo>
                  <a:pt x="481355" y="713295"/>
                </a:lnTo>
                <a:lnTo>
                  <a:pt x="480707" y="702005"/>
                </a:lnTo>
                <a:lnTo>
                  <a:pt x="480695" y="701560"/>
                </a:lnTo>
                <a:lnTo>
                  <a:pt x="481609" y="691934"/>
                </a:lnTo>
                <a:lnTo>
                  <a:pt x="484936" y="682320"/>
                </a:lnTo>
                <a:lnTo>
                  <a:pt x="491832" y="673938"/>
                </a:lnTo>
                <a:lnTo>
                  <a:pt x="497649" y="667613"/>
                </a:lnTo>
                <a:lnTo>
                  <a:pt x="498436" y="662584"/>
                </a:lnTo>
                <a:lnTo>
                  <a:pt x="496328" y="657733"/>
                </a:lnTo>
                <a:lnTo>
                  <a:pt x="493483" y="651954"/>
                </a:lnTo>
                <a:lnTo>
                  <a:pt x="491350" y="645947"/>
                </a:lnTo>
                <a:lnTo>
                  <a:pt x="490588" y="640727"/>
                </a:lnTo>
                <a:lnTo>
                  <a:pt x="492125" y="635609"/>
                </a:lnTo>
                <a:lnTo>
                  <a:pt x="496900" y="629894"/>
                </a:lnTo>
                <a:lnTo>
                  <a:pt x="501878" y="624306"/>
                </a:lnTo>
                <a:lnTo>
                  <a:pt x="503313" y="616305"/>
                </a:lnTo>
                <a:lnTo>
                  <a:pt x="500951" y="600392"/>
                </a:lnTo>
                <a:lnTo>
                  <a:pt x="494614" y="571030"/>
                </a:lnTo>
                <a:lnTo>
                  <a:pt x="497281" y="547382"/>
                </a:lnTo>
                <a:lnTo>
                  <a:pt x="502920" y="491350"/>
                </a:lnTo>
                <a:lnTo>
                  <a:pt x="514057" y="364299"/>
                </a:lnTo>
                <a:lnTo>
                  <a:pt x="519734" y="292506"/>
                </a:lnTo>
                <a:lnTo>
                  <a:pt x="525576" y="206705"/>
                </a:lnTo>
                <a:lnTo>
                  <a:pt x="534250" y="70548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6" name="object 256" descr=""/>
          <p:cNvGrpSpPr/>
          <p:nvPr/>
        </p:nvGrpSpPr>
        <p:grpSpPr>
          <a:xfrm>
            <a:off x="4247412" y="8962819"/>
            <a:ext cx="435609" cy="525145"/>
            <a:chOff x="4247412" y="8962819"/>
            <a:chExt cx="435609" cy="525145"/>
          </a:xfrm>
        </p:grpSpPr>
        <p:sp>
          <p:nvSpPr>
            <p:cNvPr id="257" name="object 257" descr=""/>
            <p:cNvSpPr/>
            <p:nvPr/>
          </p:nvSpPr>
          <p:spPr>
            <a:xfrm>
              <a:off x="4247412" y="8962819"/>
              <a:ext cx="435609" cy="525145"/>
            </a:xfrm>
            <a:custGeom>
              <a:avLst/>
              <a:gdLst/>
              <a:ahLst/>
              <a:cxnLst/>
              <a:rect l="l" t="t" r="r" b="b"/>
              <a:pathLst>
                <a:path w="435610" h="525145">
                  <a:moveTo>
                    <a:pt x="378452" y="0"/>
                  </a:moveTo>
                  <a:lnTo>
                    <a:pt x="218953" y="26135"/>
                  </a:lnTo>
                  <a:lnTo>
                    <a:pt x="127377" y="39060"/>
                  </a:lnTo>
                  <a:lnTo>
                    <a:pt x="69155" y="42567"/>
                  </a:lnTo>
                  <a:lnTo>
                    <a:pt x="9719" y="40449"/>
                  </a:lnTo>
                  <a:lnTo>
                    <a:pt x="0" y="148806"/>
                  </a:lnTo>
                  <a:lnTo>
                    <a:pt x="714" y="224355"/>
                  </a:lnTo>
                  <a:lnTo>
                    <a:pt x="15424" y="302585"/>
                  </a:lnTo>
                  <a:lnTo>
                    <a:pt x="47687" y="418982"/>
                  </a:lnTo>
                  <a:lnTo>
                    <a:pt x="62216" y="454556"/>
                  </a:lnTo>
                  <a:lnTo>
                    <a:pt x="108556" y="504463"/>
                  </a:lnTo>
                  <a:lnTo>
                    <a:pt x="171814" y="524932"/>
                  </a:lnTo>
                  <a:lnTo>
                    <a:pt x="207489" y="523711"/>
                  </a:lnTo>
                  <a:lnTo>
                    <a:pt x="244636" y="514630"/>
                  </a:lnTo>
                  <a:lnTo>
                    <a:pt x="282336" y="497521"/>
                  </a:lnTo>
                  <a:lnTo>
                    <a:pt x="319670" y="472219"/>
                  </a:lnTo>
                  <a:lnTo>
                    <a:pt x="355718" y="438556"/>
                  </a:lnTo>
                  <a:lnTo>
                    <a:pt x="389561" y="396364"/>
                  </a:lnTo>
                  <a:lnTo>
                    <a:pt x="413342" y="349794"/>
                  </a:lnTo>
                  <a:lnTo>
                    <a:pt x="427559" y="299014"/>
                  </a:lnTo>
                  <a:lnTo>
                    <a:pt x="434187" y="251709"/>
                  </a:lnTo>
                  <a:lnTo>
                    <a:pt x="435204" y="215564"/>
                  </a:lnTo>
                  <a:lnTo>
                    <a:pt x="424967" y="148066"/>
                  </a:lnTo>
                  <a:lnTo>
                    <a:pt x="405611" y="77724"/>
                  </a:lnTo>
                  <a:lnTo>
                    <a:pt x="386863" y="22410"/>
                  </a:lnTo>
                  <a:lnTo>
                    <a:pt x="378452" y="0"/>
                  </a:lnTo>
                  <a:close/>
                </a:path>
              </a:pathLst>
            </a:custGeom>
            <a:solidFill>
              <a:srgbClr val="C2E9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4260656" y="9009523"/>
              <a:ext cx="14604" cy="33020"/>
            </a:xfrm>
            <a:custGeom>
              <a:avLst/>
              <a:gdLst/>
              <a:ahLst/>
              <a:cxnLst/>
              <a:rect l="l" t="t" r="r" b="b"/>
              <a:pathLst>
                <a:path w="14604" h="33020">
                  <a:moveTo>
                    <a:pt x="10083" y="0"/>
                  </a:moveTo>
                  <a:lnTo>
                    <a:pt x="2680" y="335"/>
                  </a:lnTo>
                  <a:lnTo>
                    <a:pt x="0" y="7643"/>
                  </a:lnTo>
                  <a:lnTo>
                    <a:pt x="806" y="25402"/>
                  </a:lnTo>
                  <a:lnTo>
                    <a:pt x="4146" y="32449"/>
                  </a:lnTo>
                  <a:lnTo>
                    <a:pt x="11549" y="32114"/>
                  </a:lnTo>
                  <a:lnTo>
                    <a:pt x="14208" y="24774"/>
                  </a:lnTo>
                  <a:lnTo>
                    <a:pt x="13811" y="15926"/>
                  </a:lnTo>
                  <a:lnTo>
                    <a:pt x="13423" y="7046"/>
                  </a:lnTo>
                  <a:lnTo>
                    <a:pt x="10083" y="0"/>
                  </a:lnTo>
                  <a:close/>
                </a:path>
              </a:pathLst>
            </a:custGeom>
            <a:solidFill>
              <a:srgbClr val="9DDC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9" name="object 259" descr=""/>
          <p:cNvSpPr/>
          <p:nvPr/>
        </p:nvSpPr>
        <p:spPr>
          <a:xfrm>
            <a:off x="4295089" y="9277749"/>
            <a:ext cx="334010" cy="1177925"/>
          </a:xfrm>
          <a:custGeom>
            <a:avLst/>
            <a:gdLst/>
            <a:ahLst/>
            <a:cxnLst/>
            <a:rect l="l" t="t" r="r" b="b"/>
            <a:pathLst>
              <a:path w="334010" h="1177925">
                <a:moveTo>
                  <a:pt x="333502" y="887247"/>
                </a:moveTo>
                <a:lnTo>
                  <a:pt x="330822" y="817511"/>
                </a:lnTo>
                <a:lnTo>
                  <a:pt x="323684" y="739622"/>
                </a:lnTo>
                <a:lnTo>
                  <a:pt x="316318" y="676249"/>
                </a:lnTo>
                <a:lnTo>
                  <a:pt x="312826" y="649960"/>
                </a:lnTo>
                <a:lnTo>
                  <a:pt x="313296" y="643001"/>
                </a:lnTo>
                <a:lnTo>
                  <a:pt x="314909" y="594842"/>
                </a:lnTo>
                <a:lnTo>
                  <a:pt x="315937" y="531634"/>
                </a:lnTo>
                <a:lnTo>
                  <a:pt x="316560" y="450570"/>
                </a:lnTo>
                <a:lnTo>
                  <a:pt x="316890" y="328955"/>
                </a:lnTo>
                <a:lnTo>
                  <a:pt x="316560" y="81432"/>
                </a:lnTo>
                <a:lnTo>
                  <a:pt x="273888" y="22910"/>
                </a:lnTo>
                <a:lnTo>
                  <a:pt x="201549" y="114"/>
                </a:lnTo>
                <a:lnTo>
                  <a:pt x="160426" y="0"/>
                </a:lnTo>
                <a:lnTo>
                  <a:pt x="119291" y="6286"/>
                </a:lnTo>
                <a:lnTo>
                  <a:pt x="80632" y="18122"/>
                </a:lnTo>
                <a:lnTo>
                  <a:pt x="20561" y="55054"/>
                </a:lnTo>
                <a:lnTo>
                  <a:pt x="0" y="104051"/>
                </a:lnTo>
                <a:lnTo>
                  <a:pt x="2044" y="118021"/>
                </a:lnTo>
                <a:lnTo>
                  <a:pt x="13931" y="192112"/>
                </a:lnTo>
                <a:lnTo>
                  <a:pt x="22923" y="246151"/>
                </a:lnTo>
                <a:lnTo>
                  <a:pt x="33388" y="307505"/>
                </a:lnTo>
                <a:lnTo>
                  <a:pt x="44894" y="373113"/>
                </a:lnTo>
                <a:lnTo>
                  <a:pt x="57010" y="439953"/>
                </a:lnTo>
                <a:lnTo>
                  <a:pt x="69303" y="505002"/>
                </a:lnTo>
                <a:lnTo>
                  <a:pt x="81368" y="565226"/>
                </a:lnTo>
                <a:lnTo>
                  <a:pt x="92760" y="617588"/>
                </a:lnTo>
                <a:lnTo>
                  <a:pt x="103047" y="659066"/>
                </a:lnTo>
                <a:lnTo>
                  <a:pt x="111036" y="684174"/>
                </a:lnTo>
                <a:lnTo>
                  <a:pt x="111366" y="686231"/>
                </a:lnTo>
                <a:lnTo>
                  <a:pt x="115951" y="713346"/>
                </a:lnTo>
                <a:lnTo>
                  <a:pt x="121551" y="749147"/>
                </a:lnTo>
                <a:lnTo>
                  <a:pt x="127190" y="791883"/>
                </a:lnTo>
                <a:lnTo>
                  <a:pt x="174447" y="1177353"/>
                </a:lnTo>
                <a:lnTo>
                  <a:pt x="311111" y="1168400"/>
                </a:lnTo>
                <a:lnTo>
                  <a:pt x="323342" y="1049426"/>
                </a:lnTo>
                <a:lnTo>
                  <a:pt x="329755" y="980478"/>
                </a:lnTo>
                <a:lnTo>
                  <a:pt x="332435" y="935202"/>
                </a:lnTo>
                <a:lnTo>
                  <a:pt x="333502" y="887247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0" name="object 260" descr=""/>
          <p:cNvSpPr/>
          <p:nvPr/>
        </p:nvSpPr>
        <p:spPr>
          <a:xfrm>
            <a:off x="4931555" y="8993078"/>
            <a:ext cx="519430" cy="391160"/>
          </a:xfrm>
          <a:custGeom>
            <a:avLst/>
            <a:gdLst/>
            <a:ahLst/>
            <a:cxnLst/>
            <a:rect l="l" t="t" r="r" b="b"/>
            <a:pathLst>
              <a:path w="519429" h="391159">
                <a:moveTo>
                  <a:pt x="471508" y="0"/>
                </a:moveTo>
                <a:lnTo>
                  <a:pt x="260039" y="28072"/>
                </a:lnTo>
                <a:lnTo>
                  <a:pt x="143463" y="39949"/>
                </a:lnTo>
                <a:lnTo>
                  <a:pt x="80299" y="37898"/>
                </a:lnTo>
                <a:lnTo>
                  <a:pt x="29071" y="24187"/>
                </a:lnTo>
                <a:lnTo>
                  <a:pt x="8290" y="175299"/>
                </a:lnTo>
                <a:lnTo>
                  <a:pt x="4329" y="206460"/>
                </a:lnTo>
                <a:lnTo>
                  <a:pt x="1166" y="234286"/>
                </a:lnTo>
                <a:lnTo>
                  <a:pt x="0" y="268958"/>
                </a:lnTo>
                <a:lnTo>
                  <a:pt x="2303" y="303706"/>
                </a:lnTo>
                <a:lnTo>
                  <a:pt x="8694" y="350502"/>
                </a:lnTo>
                <a:lnTo>
                  <a:pt x="56141" y="373819"/>
                </a:lnTo>
                <a:lnTo>
                  <a:pt x="114992" y="384235"/>
                </a:lnTo>
                <a:lnTo>
                  <a:pt x="199034" y="390658"/>
                </a:lnTo>
                <a:lnTo>
                  <a:pt x="266769" y="390194"/>
                </a:lnTo>
                <a:lnTo>
                  <a:pt x="336523" y="385057"/>
                </a:lnTo>
                <a:lnTo>
                  <a:pt x="402283" y="376882"/>
                </a:lnTo>
                <a:lnTo>
                  <a:pt x="458036" y="367307"/>
                </a:lnTo>
                <a:lnTo>
                  <a:pt x="497767" y="357968"/>
                </a:lnTo>
                <a:lnTo>
                  <a:pt x="518922" y="322554"/>
                </a:lnTo>
                <a:lnTo>
                  <a:pt x="517007" y="270020"/>
                </a:lnTo>
                <a:lnTo>
                  <a:pt x="512421" y="212912"/>
                </a:lnTo>
                <a:lnTo>
                  <a:pt x="507862" y="171240"/>
                </a:lnTo>
                <a:lnTo>
                  <a:pt x="500137" y="129151"/>
                </a:lnTo>
                <a:lnTo>
                  <a:pt x="487867" y="71991"/>
                </a:lnTo>
                <a:lnTo>
                  <a:pt x="471508" y="0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 descr=""/>
          <p:cNvSpPr/>
          <p:nvPr/>
        </p:nvSpPr>
        <p:spPr>
          <a:xfrm>
            <a:off x="4981768" y="9850552"/>
            <a:ext cx="194310" cy="586740"/>
          </a:xfrm>
          <a:custGeom>
            <a:avLst/>
            <a:gdLst/>
            <a:ahLst/>
            <a:cxnLst/>
            <a:rect l="l" t="t" r="r" b="b"/>
            <a:pathLst>
              <a:path w="194310" h="586740">
                <a:moveTo>
                  <a:pt x="54915" y="0"/>
                </a:moveTo>
                <a:lnTo>
                  <a:pt x="22793" y="20085"/>
                </a:lnTo>
                <a:lnTo>
                  <a:pt x="0" y="66365"/>
                </a:lnTo>
                <a:lnTo>
                  <a:pt x="265" y="163066"/>
                </a:lnTo>
                <a:lnTo>
                  <a:pt x="825" y="220437"/>
                </a:lnTo>
                <a:lnTo>
                  <a:pt x="2107" y="261103"/>
                </a:lnTo>
                <a:lnTo>
                  <a:pt x="4533" y="307687"/>
                </a:lnTo>
                <a:lnTo>
                  <a:pt x="18596" y="554612"/>
                </a:lnTo>
                <a:lnTo>
                  <a:pt x="88359" y="579903"/>
                </a:lnTo>
                <a:lnTo>
                  <a:pt x="126288" y="585102"/>
                </a:lnTo>
                <a:lnTo>
                  <a:pt x="142833" y="586621"/>
                </a:lnTo>
                <a:lnTo>
                  <a:pt x="179546" y="392492"/>
                </a:lnTo>
                <a:lnTo>
                  <a:pt x="194114" y="273207"/>
                </a:lnTo>
                <a:lnTo>
                  <a:pt x="188632" y="179649"/>
                </a:lnTo>
                <a:lnTo>
                  <a:pt x="165199" y="62700"/>
                </a:lnTo>
                <a:lnTo>
                  <a:pt x="124845" y="14632"/>
                </a:lnTo>
                <a:lnTo>
                  <a:pt x="54915" y="0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2" name="object 262" descr=""/>
          <p:cNvSpPr/>
          <p:nvPr/>
        </p:nvSpPr>
        <p:spPr>
          <a:xfrm>
            <a:off x="5329736" y="9830178"/>
            <a:ext cx="234315" cy="603250"/>
          </a:xfrm>
          <a:custGeom>
            <a:avLst/>
            <a:gdLst/>
            <a:ahLst/>
            <a:cxnLst/>
            <a:rect l="l" t="t" r="r" b="b"/>
            <a:pathLst>
              <a:path w="234314" h="603250">
                <a:moveTo>
                  <a:pt x="114201" y="0"/>
                </a:moveTo>
                <a:lnTo>
                  <a:pt x="48637" y="30186"/>
                </a:lnTo>
                <a:lnTo>
                  <a:pt x="22473" y="58780"/>
                </a:lnTo>
                <a:lnTo>
                  <a:pt x="0" y="114203"/>
                </a:lnTo>
                <a:lnTo>
                  <a:pt x="20863" y="210880"/>
                </a:lnTo>
                <a:lnTo>
                  <a:pt x="62149" y="374963"/>
                </a:lnTo>
                <a:lnTo>
                  <a:pt x="102548" y="529700"/>
                </a:lnTo>
                <a:lnTo>
                  <a:pt x="120750" y="598335"/>
                </a:lnTo>
                <a:lnTo>
                  <a:pt x="177294" y="602742"/>
                </a:lnTo>
                <a:lnTo>
                  <a:pt x="207970" y="601116"/>
                </a:lnTo>
                <a:lnTo>
                  <a:pt x="223422" y="590674"/>
                </a:lnTo>
                <a:lnTo>
                  <a:pt x="234296" y="568629"/>
                </a:lnTo>
                <a:lnTo>
                  <a:pt x="223900" y="340486"/>
                </a:lnTo>
                <a:lnTo>
                  <a:pt x="221605" y="293360"/>
                </a:lnTo>
                <a:lnTo>
                  <a:pt x="212791" y="222297"/>
                </a:lnTo>
                <a:lnTo>
                  <a:pt x="197035" y="140209"/>
                </a:lnTo>
                <a:lnTo>
                  <a:pt x="181978" y="72400"/>
                </a:lnTo>
                <a:lnTo>
                  <a:pt x="146956" y="9915"/>
                </a:lnTo>
                <a:lnTo>
                  <a:pt x="114201" y="0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 descr=""/>
          <p:cNvSpPr/>
          <p:nvPr/>
        </p:nvSpPr>
        <p:spPr>
          <a:xfrm>
            <a:off x="5145489" y="9024793"/>
            <a:ext cx="26670" cy="26670"/>
          </a:xfrm>
          <a:custGeom>
            <a:avLst/>
            <a:gdLst/>
            <a:ahLst/>
            <a:cxnLst/>
            <a:rect l="l" t="t" r="r" b="b"/>
            <a:pathLst>
              <a:path w="26670" h="26670">
                <a:moveTo>
                  <a:pt x="20501" y="0"/>
                </a:moveTo>
                <a:lnTo>
                  <a:pt x="5905" y="0"/>
                </a:lnTo>
                <a:lnTo>
                  <a:pt x="0" y="5916"/>
                </a:lnTo>
                <a:lnTo>
                  <a:pt x="0" y="20491"/>
                </a:lnTo>
                <a:lnTo>
                  <a:pt x="5905" y="26397"/>
                </a:lnTo>
                <a:lnTo>
                  <a:pt x="20501" y="26397"/>
                </a:lnTo>
                <a:lnTo>
                  <a:pt x="26418" y="20491"/>
                </a:lnTo>
                <a:lnTo>
                  <a:pt x="26418" y="13193"/>
                </a:lnTo>
                <a:lnTo>
                  <a:pt x="26418" y="5916"/>
                </a:lnTo>
                <a:lnTo>
                  <a:pt x="20501" y="0"/>
                </a:lnTo>
                <a:close/>
              </a:path>
            </a:pathLst>
          </a:custGeom>
          <a:solidFill>
            <a:srgbClr val="9DDC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4" name="object 264" descr=""/>
          <p:cNvSpPr/>
          <p:nvPr/>
        </p:nvSpPr>
        <p:spPr>
          <a:xfrm>
            <a:off x="4934851" y="9231141"/>
            <a:ext cx="583565" cy="774065"/>
          </a:xfrm>
          <a:custGeom>
            <a:avLst/>
            <a:gdLst/>
            <a:ahLst/>
            <a:cxnLst/>
            <a:rect l="l" t="t" r="r" b="b"/>
            <a:pathLst>
              <a:path w="583564" h="774065">
                <a:moveTo>
                  <a:pt x="259702" y="131876"/>
                </a:moveTo>
                <a:lnTo>
                  <a:pt x="234073" y="75196"/>
                </a:lnTo>
                <a:lnTo>
                  <a:pt x="173494" y="28524"/>
                </a:lnTo>
                <a:lnTo>
                  <a:pt x="136918" y="12877"/>
                </a:lnTo>
                <a:lnTo>
                  <a:pt x="99771" y="4483"/>
                </a:lnTo>
                <a:lnTo>
                  <a:pt x="64782" y="4914"/>
                </a:lnTo>
                <a:lnTo>
                  <a:pt x="34671" y="15735"/>
                </a:lnTo>
                <a:lnTo>
                  <a:pt x="12166" y="38544"/>
                </a:lnTo>
                <a:lnTo>
                  <a:pt x="0" y="74904"/>
                </a:lnTo>
                <a:lnTo>
                  <a:pt x="1790" y="207391"/>
                </a:lnTo>
                <a:lnTo>
                  <a:pt x="4330" y="290449"/>
                </a:lnTo>
                <a:lnTo>
                  <a:pt x="9359" y="359092"/>
                </a:lnTo>
                <a:lnTo>
                  <a:pt x="27978" y="538937"/>
                </a:lnTo>
                <a:lnTo>
                  <a:pt x="34366" y="604342"/>
                </a:lnTo>
                <a:lnTo>
                  <a:pt x="39141" y="650252"/>
                </a:lnTo>
                <a:lnTo>
                  <a:pt x="49301" y="706310"/>
                </a:lnTo>
                <a:lnTo>
                  <a:pt x="90182" y="735850"/>
                </a:lnTo>
                <a:lnTo>
                  <a:pt x="151815" y="740702"/>
                </a:lnTo>
                <a:lnTo>
                  <a:pt x="169786" y="735926"/>
                </a:lnTo>
                <a:lnTo>
                  <a:pt x="191846" y="723239"/>
                </a:lnTo>
                <a:lnTo>
                  <a:pt x="211493" y="708787"/>
                </a:lnTo>
                <a:lnTo>
                  <a:pt x="222199" y="698703"/>
                </a:lnTo>
                <a:lnTo>
                  <a:pt x="227634" y="690930"/>
                </a:lnTo>
                <a:lnTo>
                  <a:pt x="219214" y="685279"/>
                </a:lnTo>
                <a:lnTo>
                  <a:pt x="218211" y="672325"/>
                </a:lnTo>
                <a:lnTo>
                  <a:pt x="227672" y="667854"/>
                </a:lnTo>
                <a:lnTo>
                  <a:pt x="231038" y="658888"/>
                </a:lnTo>
                <a:lnTo>
                  <a:pt x="231330" y="654113"/>
                </a:lnTo>
                <a:lnTo>
                  <a:pt x="228752" y="651294"/>
                </a:lnTo>
                <a:lnTo>
                  <a:pt x="225742" y="647547"/>
                </a:lnTo>
                <a:lnTo>
                  <a:pt x="224701" y="639965"/>
                </a:lnTo>
                <a:lnTo>
                  <a:pt x="226466" y="631913"/>
                </a:lnTo>
                <a:lnTo>
                  <a:pt x="229120" y="627062"/>
                </a:lnTo>
                <a:lnTo>
                  <a:pt x="230924" y="622998"/>
                </a:lnTo>
                <a:lnTo>
                  <a:pt x="228333" y="605878"/>
                </a:lnTo>
                <a:lnTo>
                  <a:pt x="227279" y="588581"/>
                </a:lnTo>
                <a:lnTo>
                  <a:pt x="226644" y="571500"/>
                </a:lnTo>
                <a:lnTo>
                  <a:pt x="226047" y="560654"/>
                </a:lnTo>
                <a:lnTo>
                  <a:pt x="231863" y="503809"/>
                </a:lnTo>
                <a:lnTo>
                  <a:pt x="237820" y="442760"/>
                </a:lnTo>
                <a:lnTo>
                  <a:pt x="243611" y="380060"/>
                </a:lnTo>
                <a:lnTo>
                  <a:pt x="248945" y="318287"/>
                </a:lnTo>
                <a:lnTo>
                  <a:pt x="253517" y="260019"/>
                </a:lnTo>
                <a:lnTo>
                  <a:pt x="257035" y="207810"/>
                </a:lnTo>
                <a:lnTo>
                  <a:pt x="259194" y="164236"/>
                </a:lnTo>
                <a:lnTo>
                  <a:pt x="259702" y="131876"/>
                </a:lnTo>
                <a:close/>
              </a:path>
              <a:path w="583564" h="774065">
                <a:moveTo>
                  <a:pt x="583450" y="659638"/>
                </a:moveTo>
                <a:lnTo>
                  <a:pt x="582447" y="650455"/>
                </a:lnTo>
                <a:lnTo>
                  <a:pt x="579196" y="645071"/>
                </a:lnTo>
                <a:lnTo>
                  <a:pt x="575157" y="641362"/>
                </a:lnTo>
                <a:lnTo>
                  <a:pt x="571804" y="637222"/>
                </a:lnTo>
                <a:lnTo>
                  <a:pt x="572147" y="630999"/>
                </a:lnTo>
                <a:lnTo>
                  <a:pt x="579831" y="615175"/>
                </a:lnTo>
                <a:lnTo>
                  <a:pt x="580390" y="608114"/>
                </a:lnTo>
                <a:lnTo>
                  <a:pt x="565607" y="570090"/>
                </a:lnTo>
                <a:lnTo>
                  <a:pt x="558241" y="451446"/>
                </a:lnTo>
                <a:lnTo>
                  <a:pt x="547992" y="327571"/>
                </a:lnTo>
                <a:lnTo>
                  <a:pt x="534111" y="200202"/>
                </a:lnTo>
                <a:lnTo>
                  <a:pt x="521893" y="100761"/>
                </a:lnTo>
                <a:lnTo>
                  <a:pt x="516648" y="60629"/>
                </a:lnTo>
                <a:lnTo>
                  <a:pt x="497763" y="26682"/>
                </a:lnTo>
                <a:lnTo>
                  <a:pt x="439407" y="0"/>
                </a:lnTo>
                <a:lnTo>
                  <a:pt x="404710" y="3594"/>
                </a:lnTo>
                <a:lnTo>
                  <a:pt x="336296" y="35458"/>
                </a:lnTo>
                <a:lnTo>
                  <a:pt x="285153" y="87998"/>
                </a:lnTo>
                <a:lnTo>
                  <a:pt x="270497" y="146494"/>
                </a:lnTo>
                <a:lnTo>
                  <a:pt x="276301" y="177876"/>
                </a:lnTo>
                <a:lnTo>
                  <a:pt x="285013" y="222796"/>
                </a:lnTo>
                <a:lnTo>
                  <a:pt x="296049" y="278206"/>
                </a:lnTo>
                <a:lnTo>
                  <a:pt x="308787" y="341045"/>
                </a:lnTo>
                <a:lnTo>
                  <a:pt x="322656" y="408266"/>
                </a:lnTo>
                <a:lnTo>
                  <a:pt x="337045" y="476808"/>
                </a:lnTo>
                <a:lnTo>
                  <a:pt x="351370" y="543610"/>
                </a:lnTo>
                <a:lnTo>
                  <a:pt x="365010" y="605624"/>
                </a:lnTo>
                <a:lnTo>
                  <a:pt x="377393" y="659790"/>
                </a:lnTo>
                <a:lnTo>
                  <a:pt x="387908" y="703046"/>
                </a:lnTo>
                <a:lnTo>
                  <a:pt x="400977" y="744639"/>
                </a:lnTo>
                <a:lnTo>
                  <a:pt x="438188" y="766508"/>
                </a:lnTo>
                <a:lnTo>
                  <a:pt x="465226" y="773823"/>
                </a:lnTo>
                <a:lnTo>
                  <a:pt x="493674" y="772045"/>
                </a:lnTo>
                <a:lnTo>
                  <a:pt x="548233" y="735774"/>
                </a:lnTo>
                <a:lnTo>
                  <a:pt x="578154" y="704443"/>
                </a:lnTo>
                <a:lnTo>
                  <a:pt x="582803" y="671677"/>
                </a:lnTo>
                <a:lnTo>
                  <a:pt x="583450" y="659638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5" name="object 265" descr=""/>
          <p:cNvSpPr/>
          <p:nvPr/>
        </p:nvSpPr>
        <p:spPr>
          <a:xfrm>
            <a:off x="5752866" y="8972050"/>
            <a:ext cx="550545" cy="405130"/>
          </a:xfrm>
          <a:custGeom>
            <a:avLst/>
            <a:gdLst/>
            <a:ahLst/>
            <a:cxnLst/>
            <a:rect l="l" t="t" r="r" b="b"/>
            <a:pathLst>
              <a:path w="550545" h="405129">
                <a:moveTo>
                  <a:pt x="515771" y="0"/>
                </a:moveTo>
                <a:lnTo>
                  <a:pt x="282780" y="19344"/>
                </a:lnTo>
                <a:lnTo>
                  <a:pt x="154669" y="26592"/>
                </a:lnTo>
                <a:lnTo>
                  <a:pt x="86034" y="22462"/>
                </a:lnTo>
                <a:lnTo>
                  <a:pt x="31471" y="7675"/>
                </a:lnTo>
                <a:lnTo>
                  <a:pt x="8825" y="175464"/>
                </a:lnTo>
                <a:lnTo>
                  <a:pt x="4557" y="209457"/>
                </a:lnTo>
                <a:lnTo>
                  <a:pt x="1210" y="239113"/>
                </a:lnTo>
                <a:lnTo>
                  <a:pt x="0" y="275872"/>
                </a:lnTo>
                <a:lnTo>
                  <a:pt x="2471" y="312699"/>
                </a:lnTo>
                <a:lnTo>
                  <a:pt x="9283" y="362303"/>
                </a:lnTo>
                <a:lnTo>
                  <a:pt x="59603" y="386980"/>
                </a:lnTo>
                <a:lnTo>
                  <a:pt x="121991" y="397972"/>
                </a:lnTo>
                <a:lnTo>
                  <a:pt x="211078" y="404699"/>
                </a:lnTo>
                <a:lnTo>
                  <a:pt x="272352" y="404575"/>
                </a:lnTo>
                <a:lnTo>
                  <a:pt x="335860" y="400625"/>
                </a:lnTo>
                <a:lnTo>
                  <a:pt x="397593" y="393946"/>
                </a:lnTo>
                <a:lnTo>
                  <a:pt x="453537" y="385635"/>
                </a:lnTo>
                <a:lnTo>
                  <a:pt x="499679" y="376788"/>
                </a:lnTo>
                <a:lnTo>
                  <a:pt x="546513" y="361873"/>
                </a:lnTo>
                <a:lnTo>
                  <a:pt x="550138" y="332244"/>
                </a:lnTo>
                <a:lnTo>
                  <a:pt x="548058" y="276551"/>
                </a:lnTo>
                <a:lnTo>
                  <a:pt x="543150" y="216014"/>
                </a:lnTo>
                <a:lnTo>
                  <a:pt x="538293" y="171848"/>
                </a:lnTo>
                <a:lnTo>
                  <a:pt x="515771" y="0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6" name="object 266" descr=""/>
          <p:cNvSpPr/>
          <p:nvPr/>
        </p:nvSpPr>
        <p:spPr>
          <a:xfrm>
            <a:off x="5758078" y="9222543"/>
            <a:ext cx="545465" cy="1196340"/>
          </a:xfrm>
          <a:custGeom>
            <a:avLst/>
            <a:gdLst/>
            <a:ahLst/>
            <a:cxnLst/>
            <a:rect l="l" t="t" r="r" b="b"/>
            <a:pathLst>
              <a:path w="545464" h="1196340">
                <a:moveTo>
                  <a:pt x="282143" y="1190840"/>
                </a:moveTo>
                <a:lnTo>
                  <a:pt x="274523" y="929563"/>
                </a:lnTo>
                <a:lnTo>
                  <a:pt x="270027" y="790041"/>
                </a:lnTo>
                <a:lnTo>
                  <a:pt x="266865" y="725106"/>
                </a:lnTo>
                <a:lnTo>
                  <a:pt x="261962" y="683768"/>
                </a:lnTo>
                <a:lnTo>
                  <a:pt x="263512" y="676008"/>
                </a:lnTo>
                <a:lnTo>
                  <a:pt x="267106" y="597954"/>
                </a:lnTo>
                <a:lnTo>
                  <a:pt x="268097" y="540829"/>
                </a:lnTo>
                <a:lnTo>
                  <a:pt x="268655" y="476300"/>
                </a:lnTo>
                <a:lnTo>
                  <a:pt x="268859" y="407847"/>
                </a:lnTo>
                <a:lnTo>
                  <a:pt x="268579" y="273189"/>
                </a:lnTo>
                <a:lnTo>
                  <a:pt x="267614" y="129159"/>
                </a:lnTo>
                <a:lnTo>
                  <a:pt x="241642" y="70294"/>
                </a:lnTo>
                <a:lnTo>
                  <a:pt x="179603" y="23685"/>
                </a:lnTo>
                <a:lnTo>
                  <a:pt x="142024" y="8826"/>
                </a:lnTo>
                <a:lnTo>
                  <a:pt x="103797" y="1625"/>
                </a:lnTo>
                <a:lnTo>
                  <a:pt x="67691" y="3644"/>
                </a:lnTo>
                <a:lnTo>
                  <a:pt x="36499" y="16395"/>
                </a:lnTo>
                <a:lnTo>
                  <a:pt x="13004" y="41414"/>
                </a:lnTo>
                <a:lnTo>
                  <a:pt x="0" y="80238"/>
                </a:lnTo>
                <a:lnTo>
                  <a:pt x="13169" y="229870"/>
                </a:lnTo>
                <a:lnTo>
                  <a:pt x="22961" y="322427"/>
                </a:lnTo>
                <a:lnTo>
                  <a:pt x="34264" y="396367"/>
                </a:lnTo>
                <a:lnTo>
                  <a:pt x="51930" y="490105"/>
                </a:lnTo>
                <a:lnTo>
                  <a:pt x="68516" y="573493"/>
                </a:lnTo>
                <a:lnTo>
                  <a:pt x="80886" y="626516"/>
                </a:lnTo>
                <a:lnTo>
                  <a:pt x="80683" y="626935"/>
                </a:lnTo>
                <a:lnTo>
                  <a:pt x="76606" y="730808"/>
                </a:lnTo>
                <a:lnTo>
                  <a:pt x="75780" y="792238"/>
                </a:lnTo>
                <a:lnTo>
                  <a:pt x="78689" y="835355"/>
                </a:lnTo>
                <a:lnTo>
                  <a:pt x="85826" y="884288"/>
                </a:lnTo>
                <a:lnTo>
                  <a:pt x="104063" y="966622"/>
                </a:lnTo>
                <a:lnTo>
                  <a:pt x="131940" y="1069924"/>
                </a:lnTo>
                <a:lnTo>
                  <a:pt x="157454" y="1158265"/>
                </a:lnTo>
                <a:lnTo>
                  <a:pt x="168630" y="1195705"/>
                </a:lnTo>
                <a:lnTo>
                  <a:pt x="282143" y="1190840"/>
                </a:lnTo>
                <a:close/>
              </a:path>
              <a:path w="545464" h="1196340">
                <a:moveTo>
                  <a:pt x="544931" y="74104"/>
                </a:moveTo>
                <a:lnTo>
                  <a:pt x="530275" y="35864"/>
                </a:lnTo>
                <a:lnTo>
                  <a:pt x="505752" y="11874"/>
                </a:lnTo>
                <a:lnTo>
                  <a:pt x="474040" y="469"/>
                </a:lnTo>
                <a:lnTo>
                  <a:pt x="437883" y="0"/>
                </a:lnTo>
                <a:lnTo>
                  <a:pt x="399986" y="8813"/>
                </a:lnTo>
                <a:lnTo>
                  <a:pt x="363080" y="25273"/>
                </a:lnTo>
                <a:lnTo>
                  <a:pt x="329869" y="47713"/>
                </a:lnTo>
                <a:lnTo>
                  <a:pt x="285445" y="103924"/>
                </a:lnTo>
                <a:lnTo>
                  <a:pt x="279654" y="134404"/>
                </a:lnTo>
                <a:lnTo>
                  <a:pt x="284835" y="278345"/>
                </a:lnTo>
                <a:lnTo>
                  <a:pt x="290296" y="412889"/>
                </a:lnTo>
                <a:lnTo>
                  <a:pt x="293433" y="481266"/>
                </a:lnTo>
                <a:lnTo>
                  <a:pt x="296748" y="545719"/>
                </a:lnTo>
                <a:lnTo>
                  <a:pt x="300164" y="602742"/>
                </a:lnTo>
                <a:lnTo>
                  <a:pt x="303644" y="648868"/>
                </a:lnTo>
                <a:lnTo>
                  <a:pt x="308952" y="688225"/>
                </a:lnTo>
                <a:lnTo>
                  <a:pt x="307797" y="692111"/>
                </a:lnTo>
                <a:lnTo>
                  <a:pt x="305828" y="729767"/>
                </a:lnTo>
                <a:lnTo>
                  <a:pt x="305460" y="794778"/>
                </a:lnTo>
                <a:lnTo>
                  <a:pt x="306920" y="934364"/>
                </a:lnTo>
                <a:lnTo>
                  <a:pt x="310451" y="1195730"/>
                </a:lnTo>
                <a:lnTo>
                  <a:pt x="424078" y="1195730"/>
                </a:lnTo>
                <a:lnTo>
                  <a:pt x="433717" y="1156779"/>
                </a:lnTo>
                <a:lnTo>
                  <a:pt x="455599" y="1065034"/>
                </a:lnTo>
                <a:lnTo>
                  <a:pt x="479209" y="958240"/>
                </a:lnTo>
                <a:lnTo>
                  <a:pt x="493991" y="874115"/>
                </a:lnTo>
                <a:lnTo>
                  <a:pt x="499059" y="824826"/>
                </a:lnTo>
                <a:lnTo>
                  <a:pt x="500380" y="780846"/>
                </a:lnTo>
                <a:lnTo>
                  <a:pt x="497624" y="717410"/>
                </a:lnTo>
                <a:lnTo>
                  <a:pt x="490461" y="609714"/>
                </a:lnTo>
                <a:lnTo>
                  <a:pt x="490118" y="609104"/>
                </a:lnTo>
                <a:lnTo>
                  <a:pt x="497535" y="569836"/>
                </a:lnTo>
                <a:lnTo>
                  <a:pt x="510552" y="485813"/>
                </a:lnTo>
                <a:lnTo>
                  <a:pt x="525754" y="355511"/>
                </a:lnTo>
                <a:lnTo>
                  <a:pt x="536486" y="221310"/>
                </a:lnTo>
                <a:lnTo>
                  <a:pt x="542836" y="116446"/>
                </a:lnTo>
                <a:lnTo>
                  <a:pt x="544931" y="74104"/>
                </a:lnTo>
                <a:close/>
              </a:path>
            </a:pathLst>
          </a:custGeom>
          <a:solidFill>
            <a:srgbClr val="C2E9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7" name="object 267" descr=""/>
          <p:cNvGrpSpPr/>
          <p:nvPr/>
        </p:nvGrpSpPr>
        <p:grpSpPr>
          <a:xfrm>
            <a:off x="5536806" y="6644766"/>
            <a:ext cx="662940" cy="845819"/>
            <a:chOff x="5536806" y="6644766"/>
            <a:chExt cx="662940" cy="845819"/>
          </a:xfrm>
        </p:grpSpPr>
        <p:sp>
          <p:nvSpPr>
            <p:cNvPr id="268" name="object 268" descr=""/>
            <p:cNvSpPr/>
            <p:nvPr/>
          </p:nvSpPr>
          <p:spPr>
            <a:xfrm>
              <a:off x="5536793" y="6644773"/>
              <a:ext cx="637540" cy="815975"/>
            </a:xfrm>
            <a:custGeom>
              <a:avLst/>
              <a:gdLst/>
              <a:ahLst/>
              <a:cxnLst/>
              <a:rect l="l" t="t" r="r" b="b"/>
              <a:pathLst>
                <a:path w="637539" h="815975">
                  <a:moveTo>
                    <a:pt x="637108" y="807389"/>
                  </a:moveTo>
                  <a:lnTo>
                    <a:pt x="630275" y="447522"/>
                  </a:lnTo>
                  <a:lnTo>
                    <a:pt x="619213" y="262509"/>
                  </a:lnTo>
                  <a:lnTo>
                    <a:pt x="596011" y="193763"/>
                  </a:lnTo>
                  <a:lnTo>
                    <a:pt x="581101" y="189966"/>
                  </a:lnTo>
                  <a:lnTo>
                    <a:pt x="573544" y="152374"/>
                  </a:lnTo>
                  <a:lnTo>
                    <a:pt x="555371" y="75666"/>
                  </a:lnTo>
                  <a:lnTo>
                    <a:pt x="541096" y="20904"/>
                  </a:lnTo>
                  <a:lnTo>
                    <a:pt x="535305" y="0"/>
                  </a:lnTo>
                  <a:lnTo>
                    <a:pt x="384873" y="40347"/>
                  </a:lnTo>
                  <a:lnTo>
                    <a:pt x="283578" y="53797"/>
                  </a:lnTo>
                  <a:lnTo>
                    <a:pt x="185381" y="40347"/>
                  </a:lnTo>
                  <a:lnTo>
                    <a:pt x="44246" y="0"/>
                  </a:lnTo>
                  <a:lnTo>
                    <a:pt x="18757" y="159067"/>
                  </a:lnTo>
                  <a:lnTo>
                    <a:pt x="5854" y="249313"/>
                  </a:lnTo>
                  <a:lnTo>
                    <a:pt x="1574" y="304279"/>
                  </a:lnTo>
                  <a:lnTo>
                    <a:pt x="1816" y="339509"/>
                  </a:lnTo>
                  <a:lnTo>
                    <a:pt x="812" y="350596"/>
                  </a:lnTo>
                  <a:lnTo>
                    <a:pt x="0" y="401078"/>
                  </a:lnTo>
                  <a:lnTo>
                    <a:pt x="1562" y="458393"/>
                  </a:lnTo>
                  <a:lnTo>
                    <a:pt x="4914" y="519734"/>
                  </a:lnTo>
                  <a:lnTo>
                    <a:pt x="9512" y="582307"/>
                  </a:lnTo>
                  <a:lnTo>
                    <a:pt x="14782" y="643293"/>
                  </a:lnTo>
                  <a:lnTo>
                    <a:pt x="20167" y="699909"/>
                  </a:lnTo>
                  <a:lnTo>
                    <a:pt x="29032" y="788771"/>
                  </a:lnTo>
                  <a:lnTo>
                    <a:pt x="31381" y="815403"/>
                  </a:lnTo>
                  <a:lnTo>
                    <a:pt x="296926" y="806704"/>
                  </a:lnTo>
                  <a:lnTo>
                    <a:pt x="301409" y="487083"/>
                  </a:lnTo>
                  <a:lnTo>
                    <a:pt x="305092" y="487121"/>
                  </a:lnTo>
                  <a:lnTo>
                    <a:pt x="306108" y="487045"/>
                  </a:lnTo>
                  <a:lnTo>
                    <a:pt x="368871" y="813943"/>
                  </a:lnTo>
                  <a:lnTo>
                    <a:pt x="637108" y="807389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5553850" y="7427245"/>
              <a:ext cx="645795" cy="63500"/>
            </a:xfrm>
            <a:custGeom>
              <a:avLst/>
              <a:gdLst/>
              <a:ahLst/>
              <a:cxnLst/>
              <a:rect l="l" t="t" r="r" b="b"/>
              <a:pathLst>
                <a:path w="645795" h="63500">
                  <a:moveTo>
                    <a:pt x="286397" y="40487"/>
                  </a:moveTo>
                  <a:lnTo>
                    <a:pt x="285318" y="26670"/>
                  </a:lnTo>
                  <a:lnTo>
                    <a:pt x="279514" y="1155"/>
                  </a:lnTo>
                  <a:lnTo>
                    <a:pt x="150266" y="127"/>
                  </a:lnTo>
                  <a:lnTo>
                    <a:pt x="58445" y="0"/>
                  </a:lnTo>
                  <a:lnTo>
                    <a:pt x="10477" y="1155"/>
                  </a:lnTo>
                  <a:lnTo>
                    <a:pt x="2616" y="3581"/>
                  </a:lnTo>
                  <a:lnTo>
                    <a:pt x="0" y="10134"/>
                  </a:lnTo>
                  <a:lnTo>
                    <a:pt x="2616" y="25996"/>
                  </a:lnTo>
                  <a:lnTo>
                    <a:pt x="10477" y="56337"/>
                  </a:lnTo>
                  <a:lnTo>
                    <a:pt x="55181" y="61887"/>
                  </a:lnTo>
                  <a:lnTo>
                    <a:pt x="118656" y="62890"/>
                  </a:lnTo>
                  <a:lnTo>
                    <a:pt x="185877" y="60693"/>
                  </a:lnTo>
                  <a:lnTo>
                    <a:pt x="241757" y="56680"/>
                  </a:lnTo>
                  <a:lnTo>
                    <a:pt x="271259" y="52197"/>
                  </a:lnTo>
                  <a:lnTo>
                    <a:pt x="281965" y="47396"/>
                  </a:lnTo>
                  <a:lnTo>
                    <a:pt x="286397" y="40487"/>
                  </a:lnTo>
                  <a:close/>
                </a:path>
                <a:path w="645795" h="63500">
                  <a:moveTo>
                    <a:pt x="645464" y="40487"/>
                  </a:moveTo>
                  <a:lnTo>
                    <a:pt x="644321" y="26670"/>
                  </a:lnTo>
                  <a:lnTo>
                    <a:pt x="638073" y="1155"/>
                  </a:lnTo>
                  <a:lnTo>
                    <a:pt x="499059" y="127"/>
                  </a:lnTo>
                  <a:lnTo>
                    <a:pt x="400304" y="0"/>
                  </a:lnTo>
                  <a:lnTo>
                    <a:pt x="348729" y="1155"/>
                  </a:lnTo>
                  <a:lnTo>
                    <a:pt x="340258" y="3581"/>
                  </a:lnTo>
                  <a:lnTo>
                    <a:pt x="337426" y="10134"/>
                  </a:lnTo>
                  <a:lnTo>
                    <a:pt x="340258" y="25996"/>
                  </a:lnTo>
                  <a:lnTo>
                    <a:pt x="348729" y="56337"/>
                  </a:lnTo>
                  <a:lnTo>
                    <a:pt x="386930" y="61315"/>
                  </a:lnTo>
                  <a:lnTo>
                    <a:pt x="441058" y="62979"/>
                  </a:lnTo>
                  <a:lnTo>
                    <a:pt x="501713" y="62103"/>
                  </a:lnTo>
                  <a:lnTo>
                    <a:pt x="559536" y="59499"/>
                  </a:lnTo>
                  <a:lnTo>
                    <a:pt x="605142" y="55930"/>
                  </a:lnTo>
                  <a:lnTo>
                    <a:pt x="645464" y="40487"/>
                  </a:lnTo>
                  <a:close/>
                </a:path>
              </a:pathLst>
            </a:custGeom>
            <a:solidFill>
              <a:srgbClr val="4DAD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5818118" y="6677831"/>
              <a:ext cx="39370" cy="39370"/>
            </a:xfrm>
            <a:custGeom>
              <a:avLst/>
              <a:gdLst/>
              <a:ahLst/>
              <a:cxnLst/>
              <a:rect l="l" t="t" r="r" b="b"/>
              <a:pathLst>
                <a:path w="39370" h="39370">
                  <a:moveTo>
                    <a:pt x="19381" y="0"/>
                  </a:moveTo>
                  <a:lnTo>
                    <a:pt x="11843" y="1525"/>
                  </a:lnTo>
                  <a:lnTo>
                    <a:pt x="5681" y="5683"/>
                  </a:lnTo>
                  <a:lnTo>
                    <a:pt x="1524" y="11847"/>
                  </a:lnTo>
                  <a:lnTo>
                    <a:pt x="0" y="19392"/>
                  </a:lnTo>
                  <a:lnTo>
                    <a:pt x="1524" y="26935"/>
                  </a:lnTo>
                  <a:lnTo>
                    <a:pt x="5681" y="33095"/>
                  </a:lnTo>
                  <a:lnTo>
                    <a:pt x="11843" y="37250"/>
                  </a:lnTo>
                  <a:lnTo>
                    <a:pt x="19381" y="38773"/>
                  </a:lnTo>
                  <a:lnTo>
                    <a:pt x="26924" y="37250"/>
                  </a:lnTo>
                  <a:lnTo>
                    <a:pt x="33085" y="33095"/>
                  </a:lnTo>
                  <a:lnTo>
                    <a:pt x="37239" y="26935"/>
                  </a:lnTo>
                  <a:lnTo>
                    <a:pt x="38763" y="19392"/>
                  </a:lnTo>
                  <a:lnTo>
                    <a:pt x="37239" y="11847"/>
                  </a:lnTo>
                  <a:lnTo>
                    <a:pt x="33085" y="5683"/>
                  </a:lnTo>
                  <a:lnTo>
                    <a:pt x="26924" y="1525"/>
                  </a:lnTo>
                  <a:lnTo>
                    <a:pt x="19381" y="0"/>
                  </a:lnTo>
                  <a:close/>
                </a:path>
              </a:pathLst>
            </a:custGeom>
            <a:solidFill>
              <a:srgbClr val="92C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5571528" y="6676459"/>
              <a:ext cx="517525" cy="433705"/>
            </a:xfrm>
            <a:custGeom>
              <a:avLst/>
              <a:gdLst/>
              <a:ahLst/>
              <a:cxnLst/>
              <a:rect l="l" t="t" r="r" b="b"/>
              <a:pathLst>
                <a:path w="517525" h="433704">
                  <a:moveTo>
                    <a:pt x="517207" y="30416"/>
                  </a:moveTo>
                  <a:lnTo>
                    <a:pt x="514413" y="19558"/>
                  </a:lnTo>
                  <a:lnTo>
                    <a:pt x="442810" y="29794"/>
                  </a:lnTo>
                  <a:lnTo>
                    <a:pt x="374357" y="38811"/>
                  </a:lnTo>
                  <a:lnTo>
                    <a:pt x="301104" y="47358"/>
                  </a:lnTo>
                  <a:lnTo>
                    <a:pt x="244030" y="52374"/>
                  </a:lnTo>
                  <a:lnTo>
                    <a:pt x="242176" y="0"/>
                  </a:lnTo>
                  <a:lnTo>
                    <a:pt x="231127" y="355"/>
                  </a:lnTo>
                  <a:lnTo>
                    <a:pt x="232956" y="53149"/>
                  </a:lnTo>
                  <a:lnTo>
                    <a:pt x="191109" y="53721"/>
                  </a:lnTo>
                  <a:lnTo>
                    <a:pt x="136118" y="46101"/>
                  </a:lnTo>
                  <a:lnTo>
                    <a:pt x="74104" y="34569"/>
                  </a:lnTo>
                  <a:lnTo>
                    <a:pt x="23202" y="24003"/>
                  </a:lnTo>
                  <a:lnTo>
                    <a:pt x="1587" y="19265"/>
                  </a:lnTo>
                  <a:lnTo>
                    <a:pt x="0" y="29743"/>
                  </a:lnTo>
                  <a:lnTo>
                    <a:pt x="72542" y="45300"/>
                  </a:lnTo>
                  <a:lnTo>
                    <a:pt x="134734" y="56997"/>
                  </a:lnTo>
                  <a:lnTo>
                    <a:pt x="190106" y="64744"/>
                  </a:lnTo>
                  <a:lnTo>
                    <a:pt x="205016" y="65290"/>
                  </a:lnTo>
                  <a:lnTo>
                    <a:pt x="233324" y="63893"/>
                  </a:lnTo>
                  <a:lnTo>
                    <a:pt x="235610" y="129641"/>
                  </a:lnTo>
                  <a:lnTo>
                    <a:pt x="240538" y="257860"/>
                  </a:lnTo>
                  <a:lnTo>
                    <a:pt x="242519" y="299440"/>
                  </a:lnTo>
                  <a:lnTo>
                    <a:pt x="246875" y="344246"/>
                  </a:lnTo>
                  <a:lnTo>
                    <a:pt x="253225" y="387553"/>
                  </a:lnTo>
                  <a:lnTo>
                    <a:pt x="261581" y="433692"/>
                  </a:lnTo>
                  <a:lnTo>
                    <a:pt x="272427" y="431457"/>
                  </a:lnTo>
                  <a:lnTo>
                    <a:pt x="269862" y="418274"/>
                  </a:lnTo>
                  <a:lnTo>
                    <a:pt x="264160" y="385826"/>
                  </a:lnTo>
                  <a:lnTo>
                    <a:pt x="257860" y="343027"/>
                  </a:lnTo>
                  <a:lnTo>
                    <a:pt x="253555" y="298805"/>
                  </a:lnTo>
                  <a:lnTo>
                    <a:pt x="251574" y="257289"/>
                  </a:lnTo>
                  <a:lnTo>
                    <a:pt x="249161" y="196850"/>
                  </a:lnTo>
                  <a:lnTo>
                    <a:pt x="244411" y="63347"/>
                  </a:lnTo>
                  <a:lnTo>
                    <a:pt x="255079" y="62814"/>
                  </a:lnTo>
                  <a:lnTo>
                    <a:pt x="319100" y="56591"/>
                  </a:lnTo>
                  <a:lnTo>
                    <a:pt x="387197" y="48425"/>
                  </a:lnTo>
                  <a:lnTo>
                    <a:pt x="449503" y="40132"/>
                  </a:lnTo>
                  <a:lnTo>
                    <a:pt x="517207" y="30416"/>
                  </a:lnTo>
                  <a:close/>
                </a:path>
              </a:pathLst>
            </a:custGeom>
            <a:solidFill>
              <a:srgbClr val="4DAD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2" name="object 272" descr=""/>
          <p:cNvGrpSpPr/>
          <p:nvPr/>
        </p:nvGrpSpPr>
        <p:grpSpPr>
          <a:xfrm>
            <a:off x="4891937" y="6649091"/>
            <a:ext cx="477520" cy="842010"/>
            <a:chOff x="4891937" y="6649091"/>
            <a:chExt cx="477520" cy="842010"/>
          </a:xfrm>
        </p:grpSpPr>
        <p:sp>
          <p:nvSpPr>
            <p:cNvPr id="273" name="object 273" descr=""/>
            <p:cNvSpPr/>
            <p:nvPr/>
          </p:nvSpPr>
          <p:spPr>
            <a:xfrm>
              <a:off x="4891925" y="6649091"/>
              <a:ext cx="477520" cy="823594"/>
            </a:xfrm>
            <a:custGeom>
              <a:avLst/>
              <a:gdLst/>
              <a:ahLst/>
              <a:cxnLst/>
              <a:rect l="l" t="t" r="r" b="b"/>
              <a:pathLst>
                <a:path w="477520" h="823595">
                  <a:moveTo>
                    <a:pt x="477329" y="264426"/>
                  </a:moveTo>
                  <a:lnTo>
                    <a:pt x="460209" y="142379"/>
                  </a:lnTo>
                  <a:lnTo>
                    <a:pt x="443306" y="69735"/>
                  </a:lnTo>
                  <a:lnTo>
                    <a:pt x="429361" y="19050"/>
                  </a:lnTo>
                  <a:lnTo>
                    <a:pt x="423570" y="0"/>
                  </a:lnTo>
                  <a:lnTo>
                    <a:pt x="286410" y="48717"/>
                  </a:lnTo>
                  <a:lnTo>
                    <a:pt x="197713" y="66459"/>
                  </a:lnTo>
                  <a:lnTo>
                    <a:pt x="118795" y="54597"/>
                  </a:lnTo>
                  <a:lnTo>
                    <a:pt x="10985" y="14465"/>
                  </a:lnTo>
                  <a:lnTo>
                    <a:pt x="0" y="153365"/>
                  </a:lnTo>
                  <a:lnTo>
                    <a:pt x="596" y="247535"/>
                  </a:lnTo>
                  <a:lnTo>
                    <a:pt x="16573" y="340067"/>
                  </a:lnTo>
                  <a:lnTo>
                    <a:pt x="51727" y="473951"/>
                  </a:lnTo>
                  <a:lnTo>
                    <a:pt x="100622" y="809917"/>
                  </a:lnTo>
                  <a:lnTo>
                    <a:pt x="398018" y="806678"/>
                  </a:lnTo>
                  <a:lnTo>
                    <a:pt x="397764" y="814400"/>
                  </a:lnTo>
                  <a:lnTo>
                    <a:pt x="397929" y="823150"/>
                  </a:lnTo>
                  <a:lnTo>
                    <a:pt x="404660" y="748753"/>
                  </a:lnTo>
                  <a:lnTo>
                    <a:pt x="407492" y="701509"/>
                  </a:lnTo>
                  <a:lnTo>
                    <a:pt x="409879" y="648601"/>
                  </a:lnTo>
                  <a:lnTo>
                    <a:pt x="411378" y="593369"/>
                  </a:lnTo>
                  <a:lnTo>
                    <a:pt x="411543" y="539127"/>
                  </a:lnTo>
                  <a:lnTo>
                    <a:pt x="409943" y="489204"/>
                  </a:lnTo>
                  <a:lnTo>
                    <a:pt x="407758" y="465175"/>
                  </a:lnTo>
                  <a:lnTo>
                    <a:pt x="409244" y="463727"/>
                  </a:lnTo>
                  <a:lnTo>
                    <a:pt x="434886" y="427228"/>
                  </a:lnTo>
                  <a:lnTo>
                    <a:pt x="454113" y="387489"/>
                  </a:lnTo>
                  <a:lnTo>
                    <a:pt x="467334" y="346087"/>
                  </a:lnTo>
                  <a:lnTo>
                    <a:pt x="474941" y="304546"/>
                  </a:lnTo>
                  <a:lnTo>
                    <a:pt x="477329" y="264426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4900358" y="6691318"/>
              <a:ext cx="430530" cy="799465"/>
            </a:xfrm>
            <a:custGeom>
              <a:avLst/>
              <a:gdLst/>
              <a:ahLst/>
              <a:cxnLst/>
              <a:rect l="l" t="t" r="r" b="b"/>
              <a:pathLst>
                <a:path w="430529" h="799465">
                  <a:moveTo>
                    <a:pt x="408660" y="738136"/>
                  </a:moveTo>
                  <a:lnTo>
                    <a:pt x="405257" y="731735"/>
                  </a:lnTo>
                  <a:lnTo>
                    <a:pt x="395859" y="729780"/>
                  </a:lnTo>
                  <a:lnTo>
                    <a:pt x="339305" y="731354"/>
                  </a:lnTo>
                  <a:lnTo>
                    <a:pt x="231140" y="736739"/>
                  </a:lnTo>
                  <a:lnTo>
                    <a:pt x="78905" y="745159"/>
                  </a:lnTo>
                  <a:lnTo>
                    <a:pt x="73304" y="770966"/>
                  </a:lnTo>
                  <a:lnTo>
                    <a:pt x="72707" y="784834"/>
                  </a:lnTo>
                  <a:lnTo>
                    <a:pt x="78270" y="791489"/>
                  </a:lnTo>
                  <a:lnTo>
                    <a:pt x="91122" y="795667"/>
                  </a:lnTo>
                  <a:lnTo>
                    <a:pt x="117627" y="798118"/>
                  </a:lnTo>
                  <a:lnTo>
                    <a:pt x="167767" y="799249"/>
                  </a:lnTo>
                  <a:lnTo>
                    <a:pt x="231228" y="798779"/>
                  </a:lnTo>
                  <a:lnTo>
                    <a:pt x="297700" y="796429"/>
                  </a:lnTo>
                  <a:lnTo>
                    <a:pt x="356895" y="791883"/>
                  </a:lnTo>
                  <a:lnTo>
                    <a:pt x="398500" y="784885"/>
                  </a:lnTo>
                  <a:lnTo>
                    <a:pt x="408660" y="738136"/>
                  </a:lnTo>
                  <a:close/>
                </a:path>
                <a:path w="430529" h="799465">
                  <a:moveTo>
                    <a:pt x="430250" y="10083"/>
                  </a:moveTo>
                  <a:lnTo>
                    <a:pt x="427532" y="0"/>
                  </a:lnTo>
                  <a:lnTo>
                    <a:pt x="403517" y="5168"/>
                  </a:lnTo>
                  <a:lnTo>
                    <a:pt x="346290" y="16941"/>
                  </a:lnTo>
                  <a:lnTo>
                    <a:pt x="274104" y="30441"/>
                  </a:lnTo>
                  <a:lnTo>
                    <a:pt x="205206" y="40817"/>
                  </a:lnTo>
                  <a:lnTo>
                    <a:pt x="157873" y="43192"/>
                  </a:lnTo>
                  <a:lnTo>
                    <a:pt x="111823" y="35610"/>
                  </a:lnTo>
                  <a:lnTo>
                    <a:pt x="60337" y="24193"/>
                  </a:lnTo>
                  <a:lnTo>
                    <a:pt x="18249" y="13728"/>
                  </a:lnTo>
                  <a:lnTo>
                    <a:pt x="419" y="9029"/>
                  </a:lnTo>
                  <a:lnTo>
                    <a:pt x="0" y="20421"/>
                  </a:lnTo>
                  <a:lnTo>
                    <a:pt x="60337" y="35674"/>
                  </a:lnTo>
                  <a:lnTo>
                    <a:pt x="110693" y="46748"/>
                  </a:lnTo>
                  <a:lnTo>
                    <a:pt x="156540" y="54203"/>
                  </a:lnTo>
                  <a:lnTo>
                    <a:pt x="169291" y="54737"/>
                  </a:lnTo>
                  <a:lnTo>
                    <a:pt x="221678" y="50241"/>
                  </a:lnTo>
                  <a:lnTo>
                    <a:pt x="288036" y="39458"/>
                  </a:lnTo>
                  <a:lnTo>
                    <a:pt x="354279" y="26466"/>
                  </a:lnTo>
                  <a:lnTo>
                    <a:pt x="430250" y="10083"/>
                  </a:lnTo>
                  <a:close/>
                </a:path>
              </a:pathLst>
            </a:custGeom>
            <a:solidFill>
              <a:srgbClr val="4DAD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5" name="object 275" descr=""/>
            <p:cNvSpPr/>
            <p:nvPr/>
          </p:nvSpPr>
          <p:spPr>
            <a:xfrm>
              <a:off x="4899577" y="6683307"/>
              <a:ext cx="13335" cy="43180"/>
            </a:xfrm>
            <a:custGeom>
              <a:avLst/>
              <a:gdLst/>
              <a:ahLst/>
              <a:cxnLst/>
              <a:rect l="l" t="t" r="r" b="b"/>
              <a:pathLst>
                <a:path w="13335" h="43179">
                  <a:moveTo>
                    <a:pt x="9957" y="0"/>
                  </a:moveTo>
                  <a:lnTo>
                    <a:pt x="2879" y="0"/>
                  </a:lnTo>
                  <a:lnTo>
                    <a:pt x="0" y="9591"/>
                  </a:lnTo>
                  <a:lnTo>
                    <a:pt x="0" y="33307"/>
                  </a:lnTo>
                  <a:lnTo>
                    <a:pt x="2879" y="42920"/>
                  </a:lnTo>
                  <a:lnTo>
                    <a:pt x="9957" y="42920"/>
                  </a:lnTo>
                  <a:lnTo>
                    <a:pt x="12816" y="33307"/>
                  </a:lnTo>
                  <a:lnTo>
                    <a:pt x="12816" y="21454"/>
                  </a:lnTo>
                  <a:lnTo>
                    <a:pt x="12816" y="9591"/>
                  </a:lnTo>
                  <a:lnTo>
                    <a:pt x="9957" y="0"/>
                  </a:lnTo>
                  <a:close/>
                </a:path>
              </a:pathLst>
            </a:custGeom>
            <a:solidFill>
              <a:srgbClr val="92CE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6" name="object 276" descr=""/>
          <p:cNvGrpSpPr/>
          <p:nvPr/>
        </p:nvGrpSpPr>
        <p:grpSpPr>
          <a:xfrm>
            <a:off x="4116292" y="6678095"/>
            <a:ext cx="622935" cy="823594"/>
            <a:chOff x="4116292" y="6678095"/>
            <a:chExt cx="622935" cy="823594"/>
          </a:xfrm>
        </p:grpSpPr>
        <p:sp>
          <p:nvSpPr>
            <p:cNvPr id="277" name="object 277" descr=""/>
            <p:cNvSpPr/>
            <p:nvPr/>
          </p:nvSpPr>
          <p:spPr>
            <a:xfrm>
              <a:off x="4116286" y="6678098"/>
              <a:ext cx="614680" cy="795020"/>
            </a:xfrm>
            <a:custGeom>
              <a:avLst/>
              <a:gdLst/>
              <a:ahLst/>
              <a:cxnLst/>
              <a:rect l="l" t="t" r="r" b="b"/>
              <a:pathLst>
                <a:path w="614679" h="795020">
                  <a:moveTo>
                    <a:pt x="614489" y="271119"/>
                  </a:moveTo>
                  <a:lnTo>
                    <a:pt x="594614" y="152527"/>
                  </a:lnTo>
                  <a:lnTo>
                    <a:pt x="579208" y="77876"/>
                  </a:lnTo>
                  <a:lnTo>
                    <a:pt x="567626" y="24587"/>
                  </a:lnTo>
                  <a:lnTo>
                    <a:pt x="563054" y="4254"/>
                  </a:lnTo>
                  <a:lnTo>
                    <a:pt x="403148" y="42125"/>
                  </a:lnTo>
                  <a:lnTo>
                    <a:pt x="296316" y="54317"/>
                  </a:lnTo>
                  <a:lnTo>
                    <a:pt x="194360" y="40398"/>
                  </a:lnTo>
                  <a:lnTo>
                    <a:pt x="49098" y="0"/>
                  </a:lnTo>
                  <a:lnTo>
                    <a:pt x="21374" y="154279"/>
                  </a:lnTo>
                  <a:lnTo>
                    <a:pt x="7251" y="241833"/>
                  </a:lnTo>
                  <a:lnTo>
                    <a:pt x="2349" y="295173"/>
                  </a:lnTo>
                  <a:lnTo>
                    <a:pt x="2286" y="331622"/>
                  </a:lnTo>
                  <a:lnTo>
                    <a:pt x="520" y="352704"/>
                  </a:lnTo>
                  <a:lnTo>
                    <a:pt x="0" y="408787"/>
                  </a:lnTo>
                  <a:lnTo>
                    <a:pt x="2057" y="471627"/>
                  </a:lnTo>
                  <a:lnTo>
                    <a:pt x="5994" y="537654"/>
                  </a:lnTo>
                  <a:lnTo>
                    <a:pt x="11061" y="603351"/>
                  </a:lnTo>
                  <a:lnTo>
                    <a:pt x="16573" y="665149"/>
                  </a:lnTo>
                  <a:lnTo>
                    <a:pt x="25984" y="762952"/>
                  </a:lnTo>
                  <a:lnTo>
                    <a:pt x="28460" y="791857"/>
                  </a:lnTo>
                  <a:lnTo>
                    <a:pt x="302069" y="794486"/>
                  </a:lnTo>
                  <a:lnTo>
                    <a:pt x="309816" y="475284"/>
                  </a:lnTo>
                  <a:lnTo>
                    <a:pt x="313626" y="475348"/>
                  </a:lnTo>
                  <a:lnTo>
                    <a:pt x="387705" y="470090"/>
                  </a:lnTo>
                  <a:lnTo>
                    <a:pt x="449516" y="458863"/>
                  </a:lnTo>
                  <a:lnTo>
                    <a:pt x="499973" y="442366"/>
                  </a:lnTo>
                  <a:lnTo>
                    <a:pt x="539965" y="421284"/>
                  </a:lnTo>
                  <a:lnTo>
                    <a:pt x="570395" y="396303"/>
                  </a:lnTo>
                  <a:lnTo>
                    <a:pt x="606158" y="337388"/>
                  </a:lnTo>
                  <a:lnTo>
                    <a:pt x="613308" y="304825"/>
                  </a:lnTo>
                  <a:lnTo>
                    <a:pt x="614489" y="271119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4123678" y="7440092"/>
              <a:ext cx="307975" cy="61594"/>
            </a:xfrm>
            <a:custGeom>
              <a:avLst/>
              <a:gdLst/>
              <a:ahLst/>
              <a:cxnLst/>
              <a:rect l="l" t="t" r="r" b="b"/>
              <a:pathLst>
                <a:path w="307975" h="61595">
                  <a:moveTo>
                    <a:pt x="62880" y="0"/>
                  </a:moveTo>
                  <a:lnTo>
                    <a:pt x="11363" y="704"/>
                  </a:lnTo>
                  <a:lnTo>
                    <a:pt x="2880" y="2979"/>
                  </a:lnTo>
                  <a:lnTo>
                    <a:pt x="0" y="9318"/>
                  </a:lnTo>
                  <a:lnTo>
                    <a:pt x="2675" y="24745"/>
                  </a:lnTo>
                  <a:lnTo>
                    <a:pt x="10860" y="54284"/>
                  </a:lnTo>
                  <a:lnTo>
                    <a:pt x="48983" y="59437"/>
                  </a:lnTo>
                  <a:lnTo>
                    <a:pt x="103023" y="61499"/>
                  </a:lnTo>
                  <a:lnTo>
                    <a:pt x="163614" y="61159"/>
                  </a:lnTo>
                  <a:lnTo>
                    <a:pt x="221386" y="59103"/>
                  </a:lnTo>
                  <a:lnTo>
                    <a:pt x="266974" y="56017"/>
                  </a:lnTo>
                  <a:lnTo>
                    <a:pt x="307389" y="41359"/>
                  </a:lnTo>
                  <a:lnTo>
                    <a:pt x="306362" y="27925"/>
                  </a:lnTo>
                  <a:lnTo>
                    <a:pt x="300359" y="3092"/>
                  </a:lnTo>
                  <a:lnTo>
                    <a:pt x="161516" y="940"/>
                  </a:lnTo>
                  <a:lnTo>
                    <a:pt x="62880" y="0"/>
                  </a:lnTo>
                  <a:close/>
                </a:path>
              </a:pathLst>
            </a:custGeom>
            <a:solidFill>
              <a:srgbClr val="4DAD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4426782" y="6862958"/>
              <a:ext cx="312420" cy="610235"/>
            </a:xfrm>
            <a:custGeom>
              <a:avLst/>
              <a:gdLst/>
              <a:ahLst/>
              <a:cxnLst/>
              <a:rect l="l" t="t" r="r" b="b"/>
              <a:pathLst>
                <a:path w="312420" h="610234">
                  <a:moveTo>
                    <a:pt x="117286" y="0"/>
                  </a:moveTo>
                  <a:lnTo>
                    <a:pt x="32131" y="8707"/>
                  </a:lnTo>
                  <a:lnTo>
                    <a:pt x="1910" y="88602"/>
                  </a:lnTo>
                  <a:lnTo>
                    <a:pt x="0" y="260130"/>
                  </a:lnTo>
                  <a:lnTo>
                    <a:pt x="19978" y="609847"/>
                  </a:lnTo>
                  <a:lnTo>
                    <a:pt x="292902" y="590508"/>
                  </a:lnTo>
                  <a:lnTo>
                    <a:pt x="294328" y="564224"/>
                  </a:lnTo>
                  <a:lnTo>
                    <a:pt x="300486" y="475310"/>
                  </a:lnTo>
                  <a:lnTo>
                    <a:pt x="304220" y="418403"/>
                  </a:lnTo>
                  <a:lnTo>
                    <a:pt x="307727" y="357011"/>
                  </a:lnTo>
                  <a:lnTo>
                    <a:pt x="310507" y="293994"/>
                  </a:lnTo>
                  <a:lnTo>
                    <a:pt x="312062" y="232216"/>
                  </a:lnTo>
                  <a:lnTo>
                    <a:pt x="311893" y="174536"/>
                  </a:lnTo>
                  <a:lnTo>
                    <a:pt x="309501" y="123816"/>
                  </a:lnTo>
                  <a:lnTo>
                    <a:pt x="304387" y="82918"/>
                  </a:lnTo>
                  <a:lnTo>
                    <a:pt x="296054" y="54703"/>
                  </a:lnTo>
                  <a:lnTo>
                    <a:pt x="284001" y="42032"/>
                  </a:lnTo>
                  <a:lnTo>
                    <a:pt x="11728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4154983" y="6710851"/>
              <a:ext cx="575945" cy="787400"/>
            </a:xfrm>
            <a:custGeom>
              <a:avLst/>
              <a:gdLst/>
              <a:ahLst/>
              <a:cxnLst/>
              <a:rect l="l" t="t" r="r" b="b"/>
              <a:pathLst>
                <a:path w="575945" h="787400">
                  <a:moveTo>
                    <a:pt x="537692" y="31864"/>
                  </a:moveTo>
                  <a:lnTo>
                    <a:pt x="535368" y="21158"/>
                  </a:lnTo>
                  <a:lnTo>
                    <a:pt x="477913" y="28384"/>
                  </a:lnTo>
                  <a:lnTo>
                    <a:pt x="420497" y="35153"/>
                  </a:lnTo>
                  <a:lnTo>
                    <a:pt x="355219" y="42227"/>
                  </a:lnTo>
                  <a:lnTo>
                    <a:pt x="290550" y="48247"/>
                  </a:lnTo>
                  <a:lnTo>
                    <a:pt x="251371" y="50812"/>
                  </a:lnTo>
                  <a:lnTo>
                    <a:pt x="249986" y="0"/>
                  </a:lnTo>
                  <a:lnTo>
                    <a:pt x="238582" y="292"/>
                  </a:lnTo>
                  <a:lnTo>
                    <a:pt x="239991" y="51562"/>
                  </a:lnTo>
                  <a:lnTo>
                    <a:pt x="234937" y="51879"/>
                  </a:lnTo>
                  <a:lnTo>
                    <a:pt x="196811" y="51765"/>
                  </a:lnTo>
                  <a:lnTo>
                    <a:pt x="140233" y="43789"/>
                  </a:lnTo>
                  <a:lnTo>
                    <a:pt x="76441" y="31851"/>
                  </a:lnTo>
                  <a:lnTo>
                    <a:pt x="24091" y="20942"/>
                  </a:lnTo>
                  <a:lnTo>
                    <a:pt x="1854" y="16052"/>
                  </a:lnTo>
                  <a:lnTo>
                    <a:pt x="0" y="27051"/>
                  </a:lnTo>
                  <a:lnTo>
                    <a:pt x="74663" y="42659"/>
                  </a:lnTo>
                  <a:lnTo>
                    <a:pt x="138684" y="54483"/>
                  </a:lnTo>
                  <a:lnTo>
                    <a:pt x="195707" y="62433"/>
                  </a:lnTo>
                  <a:lnTo>
                    <a:pt x="211086" y="63106"/>
                  </a:lnTo>
                  <a:lnTo>
                    <a:pt x="240271" y="62001"/>
                  </a:lnTo>
                  <a:lnTo>
                    <a:pt x="242036" y="125882"/>
                  </a:lnTo>
                  <a:lnTo>
                    <a:pt x="245948" y="250444"/>
                  </a:lnTo>
                  <a:lnTo>
                    <a:pt x="247624" y="290842"/>
                  </a:lnTo>
                  <a:lnTo>
                    <a:pt x="251701" y="334403"/>
                  </a:lnTo>
                  <a:lnTo>
                    <a:pt x="257873" y="376529"/>
                  </a:lnTo>
                  <a:lnTo>
                    <a:pt x="266065" y="421398"/>
                  </a:lnTo>
                  <a:lnTo>
                    <a:pt x="277253" y="419328"/>
                  </a:lnTo>
                  <a:lnTo>
                    <a:pt x="274739" y="406514"/>
                  </a:lnTo>
                  <a:lnTo>
                    <a:pt x="269151" y="374929"/>
                  </a:lnTo>
                  <a:lnTo>
                    <a:pt x="263042" y="333298"/>
                  </a:lnTo>
                  <a:lnTo>
                    <a:pt x="258991" y="290296"/>
                  </a:lnTo>
                  <a:lnTo>
                    <a:pt x="257327" y="249974"/>
                  </a:lnTo>
                  <a:lnTo>
                    <a:pt x="253428" y="125526"/>
                  </a:lnTo>
                  <a:lnTo>
                    <a:pt x="251663" y="61569"/>
                  </a:lnTo>
                  <a:lnTo>
                    <a:pt x="263067" y="61125"/>
                  </a:lnTo>
                  <a:lnTo>
                    <a:pt x="329946" y="55626"/>
                  </a:lnTo>
                  <a:lnTo>
                    <a:pt x="401294" y="48260"/>
                  </a:lnTo>
                  <a:lnTo>
                    <a:pt x="466661" y="40741"/>
                  </a:lnTo>
                  <a:lnTo>
                    <a:pt x="537692" y="31864"/>
                  </a:lnTo>
                  <a:close/>
                </a:path>
                <a:path w="575945" h="787400">
                  <a:moveTo>
                    <a:pt x="575424" y="731266"/>
                  </a:moveTo>
                  <a:lnTo>
                    <a:pt x="572503" y="725004"/>
                  </a:lnTo>
                  <a:lnTo>
                    <a:pt x="564426" y="722960"/>
                  </a:lnTo>
                  <a:lnTo>
                    <a:pt x="515747" y="723646"/>
                  </a:lnTo>
                  <a:lnTo>
                    <a:pt x="422630" y="727252"/>
                  </a:lnTo>
                  <a:lnTo>
                    <a:pt x="291579" y="733158"/>
                  </a:lnTo>
                  <a:lnTo>
                    <a:pt x="286727" y="758139"/>
                  </a:lnTo>
                  <a:lnTo>
                    <a:pt x="286207" y="771588"/>
                  </a:lnTo>
                  <a:lnTo>
                    <a:pt x="290982" y="778141"/>
                  </a:lnTo>
                  <a:lnTo>
                    <a:pt x="302031" y="782383"/>
                  </a:lnTo>
                  <a:lnTo>
                    <a:pt x="332143" y="785622"/>
                  </a:lnTo>
                  <a:lnTo>
                    <a:pt x="389001" y="787400"/>
                  </a:lnTo>
                  <a:lnTo>
                    <a:pt x="457250" y="786968"/>
                  </a:lnTo>
                  <a:lnTo>
                    <a:pt x="521576" y="783590"/>
                  </a:lnTo>
                  <a:lnTo>
                    <a:pt x="566661" y="776516"/>
                  </a:lnTo>
                  <a:lnTo>
                    <a:pt x="573417" y="746760"/>
                  </a:lnTo>
                  <a:lnTo>
                    <a:pt x="575424" y="731266"/>
                  </a:lnTo>
                  <a:close/>
                </a:path>
              </a:pathLst>
            </a:custGeom>
            <a:solidFill>
              <a:srgbClr val="4DAD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4410354" y="6716536"/>
              <a:ext cx="40005" cy="38100"/>
            </a:xfrm>
            <a:custGeom>
              <a:avLst/>
              <a:gdLst/>
              <a:ahLst/>
              <a:cxnLst/>
              <a:rect l="l" t="t" r="r" b="b"/>
              <a:pathLst>
                <a:path w="40004" h="38100">
                  <a:moveTo>
                    <a:pt x="20156" y="0"/>
                  </a:moveTo>
                  <a:lnTo>
                    <a:pt x="12365" y="1417"/>
                  </a:lnTo>
                  <a:lnTo>
                    <a:pt x="5978" y="5399"/>
                  </a:lnTo>
                  <a:lnTo>
                    <a:pt x="1641" y="11345"/>
                  </a:lnTo>
                  <a:lnTo>
                    <a:pt x="0" y="18659"/>
                  </a:lnTo>
                  <a:lnTo>
                    <a:pt x="1505" y="26000"/>
                  </a:lnTo>
                  <a:lnTo>
                    <a:pt x="5735" y="32019"/>
                  </a:lnTo>
                  <a:lnTo>
                    <a:pt x="12050" y="36107"/>
                  </a:lnTo>
                  <a:lnTo>
                    <a:pt x="19810" y="37653"/>
                  </a:lnTo>
                  <a:lnTo>
                    <a:pt x="27601" y="36238"/>
                  </a:lnTo>
                  <a:lnTo>
                    <a:pt x="33988" y="32252"/>
                  </a:lnTo>
                  <a:lnTo>
                    <a:pt x="38325" y="26300"/>
                  </a:lnTo>
                  <a:lnTo>
                    <a:pt x="39967" y="18983"/>
                  </a:lnTo>
                  <a:lnTo>
                    <a:pt x="38463" y="11647"/>
                  </a:lnTo>
                  <a:lnTo>
                    <a:pt x="34235" y="5628"/>
                  </a:lnTo>
                  <a:lnTo>
                    <a:pt x="27921" y="1540"/>
                  </a:lnTo>
                  <a:lnTo>
                    <a:pt x="20156" y="0"/>
                  </a:lnTo>
                  <a:close/>
                </a:path>
              </a:pathLst>
            </a:custGeom>
            <a:solidFill>
              <a:srgbClr val="92CE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2" name="object 282" descr=""/>
          <p:cNvGrpSpPr/>
          <p:nvPr/>
        </p:nvGrpSpPr>
        <p:grpSpPr>
          <a:xfrm>
            <a:off x="6416642" y="6630587"/>
            <a:ext cx="622300" cy="821690"/>
            <a:chOff x="6416642" y="6630587"/>
            <a:chExt cx="622300" cy="821690"/>
          </a:xfrm>
        </p:grpSpPr>
        <p:sp>
          <p:nvSpPr>
            <p:cNvPr id="283" name="object 283" descr=""/>
            <p:cNvSpPr/>
            <p:nvPr/>
          </p:nvSpPr>
          <p:spPr>
            <a:xfrm>
              <a:off x="6416637" y="6630599"/>
              <a:ext cx="612775" cy="815975"/>
            </a:xfrm>
            <a:custGeom>
              <a:avLst/>
              <a:gdLst/>
              <a:ahLst/>
              <a:cxnLst/>
              <a:rect l="l" t="t" r="r" b="b"/>
              <a:pathLst>
                <a:path w="612775" h="815975">
                  <a:moveTo>
                    <a:pt x="612609" y="274256"/>
                  </a:moveTo>
                  <a:lnTo>
                    <a:pt x="608431" y="239115"/>
                  </a:lnTo>
                  <a:lnTo>
                    <a:pt x="593788" y="152349"/>
                  </a:lnTo>
                  <a:lnTo>
                    <a:pt x="582434" y="75641"/>
                  </a:lnTo>
                  <a:lnTo>
                    <a:pt x="575094" y="20891"/>
                  </a:lnTo>
                  <a:lnTo>
                    <a:pt x="572477" y="0"/>
                  </a:lnTo>
                  <a:lnTo>
                    <a:pt x="405244" y="40335"/>
                  </a:lnTo>
                  <a:lnTo>
                    <a:pt x="294614" y="53784"/>
                  </a:lnTo>
                  <a:lnTo>
                    <a:pt x="191185" y="40335"/>
                  </a:lnTo>
                  <a:lnTo>
                    <a:pt x="45580" y="0"/>
                  </a:lnTo>
                  <a:lnTo>
                    <a:pt x="19316" y="159054"/>
                  </a:lnTo>
                  <a:lnTo>
                    <a:pt x="6032" y="249301"/>
                  </a:lnTo>
                  <a:lnTo>
                    <a:pt x="1612" y="304253"/>
                  </a:lnTo>
                  <a:lnTo>
                    <a:pt x="1854" y="339534"/>
                  </a:lnTo>
                  <a:lnTo>
                    <a:pt x="825" y="350570"/>
                  </a:lnTo>
                  <a:lnTo>
                    <a:pt x="0" y="401053"/>
                  </a:lnTo>
                  <a:lnTo>
                    <a:pt x="1600" y="458368"/>
                  </a:lnTo>
                  <a:lnTo>
                    <a:pt x="5054" y="519709"/>
                  </a:lnTo>
                  <a:lnTo>
                    <a:pt x="9791" y="582282"/>
                  </a:lnTo>
                  <a:lnTo>
                    <a:pt x="15214" y="643280"/>
                  </a:lnTo>
                  <a:lnTo>
                    <a:pt x="20764" y="699884"/>
                  </a:lnTo>
                  <a:lnTo>
                    <a:pt x="29883" y="788733"/>
                  </a:lnTo>
                  <a:lnTo>
                    <a:pt x="32308" y="815378"/>
                  </a:lnTo>
                  <a:lnTo>
                    <a:pt x="298970" y="789952"/>
                  </a:lnTo>
                  <a:lnTo>
                    <a:pt x="309803" y="487045"/>
                  </a:lnTo>
                  <a:lnTo>
                    <a:pt x="314096" y="487083"/>
                  </a:lnTo>
                  <a:lnTo>
                    <a:pt x="388023" y="481037"/>
                  </a:lnTo>
                  <a:lnTo>
                    <a:pt x="449643" y="468960"/>
                  </a:lnTo>
                  <a:lnTo>
                    <a:pt x="499859" y="451535"/>
                  </a:lnTo>
                  <a:lnTo>
                    <a:pt x="539597" y="429488"/>
                  </a:lnTo>
                  <a:lnTo>
                    <a:pt x="569734" y="403517"/>
                  </a:lnTo>
                  <a:lnTo>
                    <a:pt x="604901" y="342557"/>
                  </a:lnTo>
                  <a:lnTo>
                    <a:pt x="611733" y="308978"/>
                  </a:lnTo>
                  <a:lnTo>
                    <a:pt x="612609" y="274256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6427331" y="7389080"/>
              <a:ext cx="307975" cy="63500"/>
            </a:xfrm>
            <a:custGeom>
              <a:avLst/>
              <a:gdLst/>
              <a:ahLst/>
              <a:cxnLst/>
              <a:rect l="l" t="t" r="r" b="b"/>
              <a:pathLst>
                <a:path w="307975" h="63500">
                  <a:moveTo>
                    <a:pt x="62781" y="0"/>
                  </a:moveTo>
                  <a:lnTo>
                    <a:pt x="11284" y="1161"/>
                  </a:lnTo>
                  <a:lnTo>
                    <a:pt x="2821" y="3572"/>
                  </a:lnTo>
                  <a:lnTo>
                    <a:pt x="0" y="10123"/>
                  </a:lnTo>
                  <a:lnTo>
                    <a:pt x="2821" y="25986"/>
                  </a:lnTo>
                  <a:lnTo>
                    <a:pt x="11284" y="56332"/>
                  </a:lnTo>
                  <a:lnTo>
                    <a:pt x="49439" y="61312"/>
                  </a:lnTo>
                  <a:lnTo>
                    <a:pt x="103484" y="62974"/>
                  </a:lnTo>
                  <a:lnTo>
                    <a:pt x="164059" y="62107"/>
                  </a:lnTo>
                  <a:lnTo>
                    <a:pt x="221802" y="59498"/>
                  </a:lnTo>
                  <a:lnTo>
                    <a:pt x="267353" y="55936"/>
                  </a:lnTo>
                  <a:lnTo>
                    <a:pt x="307625" y="40478"/>
                  </a:lnTo>
                  <a:lnTo>
                    <a:pt x="306473" y="26661"/>
                  </a:lnTo>
                  <a:lnTo>
                    <a:pt x="300239" y="1161"/>
                  </a:lnTo>
                  <a:lnTo>
                    <a:pt x="161404" y="129"/>
                  </a:lnTo>
                  <a:lnTo>
                    <a:pt x="62781" y="0"/>
                  </a:lnTo>
                  <a:close/>
                </a:path>
              </a:pathLst>
            </a:custGeom>
            <a:solidFill>
              <a:srgbClr val="4DAD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6727351" y="6817654"/>
              <a:ext cx="311785" cy="607060"/>
            </a:xfrm>
            <a:custGeom>
              <a:avLst/>
              <a:gdLst/>
              <a:ahLst/>
              <a:cxnLst/>
              <a:rect l="l" t="t" r="r" b="b"/>
              <a:pathLst>
                <a:path w="311784" h="607059">
                  <a:moveTo>
                    <a:pt x="114662" y="0"/>
                  </a:moveTo>
                  <a:lnTo>
                    <a:pt x="29722" y="9689"/>
                  </a:lnTo>
                  <a:lnTo>
                    <a:pt x="299" y="92196"/>
                  </a:lnTo>
                  <a:lnTo>
                    <a:pt x="0" y="268799"/>
                  </a:lnTo>
                  <a:lnTo>
                    <a:pt x="21538" y="602893"/>
                  </a:lnTo>
                  <a:lnTo>
                    <a:pt x="295498" y="606443"/>
                  </a:lnTo>
                  <a:lnTo>
                    <a:pt x="296685" y="579371"/>
                  </a:lnTo>
                  <a:lnTo>
                    <a:pt x="302016" y="487778"/>
                  </a:lnTo>
                  <a:lnTo>
                    <a:pt x="305218" y="429157"/>
                  </a:lnTo>
                  <a:lnTo>
                    <a:pt x="308150" y="365921"/>
                  </a:lnTo>
                  <a:lnTo>
                    <a:pt x="310340" y="301020"/>
                  </a:lnTo>
                  <a:lnTo>
                    <a:pt x="311316" y="237404"/>
                  </a:lnTo>
                  <a:lnTo>
                    <a:pt x="310608" y="178022"/>
                  </a:lnTo>
                  <a:lnTo>
                    <a:pt x="307745" y="125826"/>
                  </a:lnTo>
                  <a:lnTo>
                    <a:pt x="302255" y="83766"/>
                  </a:lnTo>
                  <a:lnTo>
                    <a:pt x="293667" y="54791"/>
                  </a:lnTo>
                  <a:lnTo>
                    <a:pt x="281509" y="41853"/>
                  </a:lnTo>
                  <a:lnTo>
                    <a:pt x="114662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6" name="object 286" descr=""/>
            <p:cNvSpPr/>
            <p:nvPr/>
          </p:nvSpPr>
          <p:spPr>
            <a:xfrm>
              <a:off x="6452387" y="6662222"/>
              <a:ext cx="581660" cy="784225"/>
            </a:xfrm>
            <a:custGeom>
              <a:avLst/>
              <a:gdLst/>
              <a:ahLst/>
              <a:cxnLst/>
              <a:rect l="l" t="t" r="r" b="b"/>
              <a:pathLst>
                <a:path w="581659" h="784225">
                  <a:moveTo>
                    <a:pt x="544703" y="29692"/>
                  </a:moveTo>
                  <a:lnTo>
                    <a:pt x="542950" y="16814"/>
                  </a:lnTo>
                  <a:lnTo>
                    <a:pt x="483946" y="25247"/>
                  </a:lnTo>
                  <a:lnTo>
                    <a:pt x="425018" y="33210"/>
                  </a:lnTo>
                  <a:lnTo>
                    <a:pt x="358101" y="41579"/>
                  </a:lnTo>
                  <a:lnTo>
                    <a:pt x="291922" y="48831"/>
                  </a:lnTo>
                  <a:lnTo>
                    <a:pt x="269494" y="50647"/>
                  </a:lnTo>
                  <a:lnTo>
                    <a:pt x="267766" y="0"/>
                  </a:lnTo>
                  <a:lnTo>
                    <a:pt x="256400" y="368"/>
                  </a:lnTo>
                  <a:lnTo>
                    <a:pt x="258140" y="51574"/>
                  </a:lnTo>
                  <a:lnTo>
                    <a:pt x="235229" y="53416"/>
                  </a:lnTo>
                  <a:lnTo>
                    <a:pt x="196723" y="53759"/>
                  </a:lnTo>
                  <a:lnTo>
                    <a:pt x="140144" y="46075"/>
                  </a:lnTo>
                  <a:lnTo>
                    <a:pt x="76339" y="34442"/>
                  </a:lnTo>
                  <a:lnTo>
                    <a:pt x="23964" y="23761"/>
                  </a:lnTo>
                  <a:lnTo>
                    <a:pt x="1701" y="18961"/>
                  </a:lnTo>
                  <a:lnTo>
                    <a:pt x="0" y="29933"/>
                  </a:lnTo>
                  <a:lnTo>
                    <a:pt x="74676" y="45402"/>
                  </a:lnTo>
                  <a:lnTo>
                    <a:pt x="138684" y="57061"/>
                  </a:lnTo>
                  <a:lnTo>
                    <a:pt x="195694" y="64770"/>
                  </a:lnTo>
                  <a:lnTo>
                    <a:pt x="211099" y="65328"/>
                  </a:lnTo>
                  <a:lnTo>
                    <a:pt x="254850" y="63436"/>
                  </a:lnTo>
                  <a:lnTo>
                    <a:pt x="258533" y="63119"/>
                  </a:lnTo>
                  <a:lnTo>
                    <a:pt x="271767" y="451510"/>
                  </a:lnTo>
                  <a:lnTo>
                    <a:pt x="283184" y="451142"/>
                  </a:lnTo>
                  <a:lnTo>
                    <a:pt x="269887" y="62141"/>
                  </a:lnTo>
                  <a:lnTo>
                    <a:pt x="311277" y="58534"/>
                  </a:lnTo>
                  <a:lnTo>
                    <a:pt x="373570" y="51777"/>
                  </a:lnTo>
                  <a:lnTo>
                    <a:pt x="434886" y="44348"/>
                  </a:lnTo>
                  <a:lnTo>
                    <a:pt x="488391" y="37414"/>
                  </a:lnTo>
                  <a:lnTo>
                    <a:pt x="544703" y="29692"/>
                  </a:lnTo>
                  <a:close/>
                </a:path>
                <a:path w="581659" h="784225">
                  <a:moveTo>
                    <a:pt x="581215" y="724293"/>
                  </a:moveTo>
                  <a:lnTo>
                    <a:pt x="578154" y="717880"/>
                  </a:lnTo>
                  <a:lnTo>
                    <a:pt x="569823" y="715848"/>
                  </a:lnTo>
                  <a:lnTo>
                    <a:pt x="519836" y="717042"/>
                  </a:lnTo>
                  <a:lnTo>
                    <a:pt x="424218" y="721677"/>
                  </a:lnTo>
                  <a:lnTo>
                    <a:pt x="289648" y="729056"/>
                  </a:lnTo>
                  <a:lnTo>
                    <a:pt x="284873" y="754811"/>
                  </a:lnTo>
                  <a:lnTo>
                    <a:pt x="284441" y="768667"/>
                  </a:lnTo>
                  <a:lnTo>
                    <a:pt x="289407" y="775360"/>
                  </a:lnTo>
                  <a:lnTo>
                    <a:pt x="300799" y="779640"/>
                  </a:lnTo>
                  <a:lnTo>
                    <a:pt x="331749" y="782675"/>
                  </a:lnTo>
                  <a:lnTo>
                    <a:pt x="390156" y="783932"/>
                  </a:lnTo>
                  <a:lnTo>
                    <a:pt x="460260" y="782815"/>
                  </a:lnTo>
                  <a:lnTo>
                    <a:pt x="526326" y="778700"/>
                  </a:lnTo>
                  <a:lnTo>
                    <a:pt x="572579" y="770978"/>
                  </a:lnTo>
                  <a:lnTo>
                    <a:pt x="579272" y="740270"/>
                  </a:lnTo>
                  <a:lnTo>
                    <a:pt x="581215" y="724293"/>
                  </a:lnTo>
                  <a:close/>
                </a:path>
              </a:pathLst>
            </a:custGeom>
            <a:solidFill>
              <a:srgbClr val="4DAD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7" name="object 287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6763123" y="6784783"/>
              <a:ext cx="234788" cy="204852"/>
            </a:xfrm>
            <a:prstGeom prst="rect">
              <a:avLst/>
            </a:prstGeom>
          </p:spPr>
        </p:pic>
        <p:pic>
          <p:nvPicPr>
            <p:cNvPr id="288" name="object 288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6444482" y="6784789"/>
              <a:ext cx="234953" cy="204841"/>
            </a:xfrm>
            <a:prstGeom prst="rect">
              <a:avLst/>
            </a:prstGeom>
          </p:spPr>
        </p:pic>
      </p:grpSp>
      <p:grpSp>
        <p:nvGrpSpPr>
          <p:cNvPr id="289" name="object 289" descr=""/>
          <p:cNvGrpSpPr/>
          <p:nvPr/>
        </p:nvGrpSpPr>
        <p:grpSpPr>
          <a:xfrm>
            <a:off x="760842" y="9024870"/>
            <a:ext cx="523875" cy="1384935"/>
            <a:chOff x="760842" y="9024870"/>
            <a:chExt cx="523875" cy="1384935"/>
          </a:xfrm>
        </p:grpSpPr>
        <p:sp>
          <p:nvSpPr>
            <p:cNvPr id="290" name="object 290" descr=""/>
            <p:cNvSpPr/>
            <p:nvPr/>
          </p:nvSpPr>
          <p:spPr>
            <a:xfrm>
              <a:off x="760831" y="9024880"/>
              <a:ext cx="523875" cy="1373505"/>
            </a:xfrm>
            <a:custGeom>
              <a:avLst/>
              <a:gdLst/>
              <a:ahLst/>
              <a:cxnLst/>
              <a:rect l="l" t="t" r="r" b="b"/>
              <a:pathLst>
                <a:path w="523875" h="1373504">
                  <a:moveTo>
                    <a:pt x="523405" y="422071"/>
                  </a:moveTo>
                  <a:lnTo>
                    <a:pt x="521411" y="360819"/>
                  </a:lnTo>
                  <a:lnTo>
                    <a:pt x="516178" y="259664"/>
                  </a:lnTo>
                  <a:lnTo>
                    <a:pt x="513956" y="253758"/>
                  </a:lnTo>
                  <a:lnTo>
                    <a:pt x="517245" y="233908"/>
                  </a:lnTo>
                  <a:lnTo>
                    <a:pt x="516153" y="134708"/>
                  </a:lnTo>
                  <a:lnTo>
                    <a:pt x="510730" y="41363"/>
                  </a:lnTo>
                  <a:lnTo>
                    <a:pt x="507479" y="0"/>
                  </a:lnTo>
                  <a:lnTo>
                    <a:pt x="13055" y="1790"/>
                  </a:lnTo>
                  <a:lnTo>
                    <a:pt x="4927" y="132791"/>
                  </a:lnTo>
                  <a:lnTo>
                    <a:pt x="952" y="205041"/>
                  </a:lnTo>
                  <a:lnTo>
                    <a:pt x="0" y="244259"/>
                  </a:lnTo>
                  <a:lnTo>
                    <a:pt x="723" y="269113"/>
                  </a:lnTo>
                  <a:lnTo>
                    <a:pt x="635" y="365391"/>
                  </a:lnTo>
                  <a:lnTo>
                    <a:pt x="1778" y="426669"/>
                  </a:lnTo>
                  <a:lnTo>
                    <a:pt x="5219" y="472694"/>
                  </a:lnTo>
                  <a:lnTo>
                    <a:pt x="17614" y="573227"/>
                  </a:lnTo>
                  <a:lnTo>
                    <a:pt x="37579" y="740219"/>
                  </a:lnTo>
                  <a:lnTo>
                    <a:pt x="43942" y="790892"/>
                  </a:lnTo>
                  <a:lnTo>
                    <a:pt x="49453" y="831240"/>
                  </a:lnTo>
                  <a:lnTo>
                    <a:pt x="50342" y="836523"/>
                  </a:lnTo>
                  <a:lnTo>
                    <a:pt x="50304" y="836815"/>
                  </a:lnTo>
                  <a:lnTo>
                    <a:pt x="61264" y="944143"/>
                  </a:lnTo>
                  <a:lnTo>
                    <a:pt x="69215" y="1011148"/>
                  </a:lnTo>
                  <a:lnTo>
                    <a:pt x="78016" y="1065949"/>
                  </a:lnTo>
                  <a:lnTo>
                    <a:pt x="91541" y="1136637"/>
                  </a:lnTo>
                  <a:lnTo>
                    <a:pt x="108699" y="1214450"/>
                  </a:lnTo>
                  <a:lnTo>
                    <a:pt x="128003" y="1291132"/>
                  </a:lnTo>
                  <a:lnTo>
                    <a:pt x="143764" y="1349654"/>
                  </a:lnTo>
                  <a:lnTo>
                    <a:pt x="150291" y="1372946"/>
                  </a:lnTo>
                  <a:lnTo>
                    <a:pt x="269824" y="1365580"/>
                  </a:lnTo>
                  <a:lnTo>
                    <a:pt x="259918" y="1083221"/>
                  </a:lnTo>
                  <a:lnTo>
                    <a:pt x="254939" y="931354"/>
                  </a:lnTo>
                  <a:lnTo>
                    <a:pt x="253377" y="858024"/>
                  </a:lnTo>
                  <a:lnTo>
                    <a:pt x="253669" y="818032"/>
                  </a:lnTo>
                  <a:lnTo>
                    <a:pt x="254800" y="800620"/>
                  </a:lnTo>
                  <a:lnTo>
                    <a:pt x="256298" y="751801"/>
                  </a:lnTo>
                  <a:lnTo>
                    <a:pt x="257086" y="693331"/>
                  </a:lnTo>
                  <a:lnTo>
                    <a:pt x="257289" y="628408"/>
                  </a:lnTo>
                  <a:lnTo>
                    <a:pt x="256997" y="560197"/>
                  </a:lnTo>
                  <a:lnTo>
                    <a:pt x="256311" y="491896"/>
                  </a:lnTo>
                  <a:lnTo>
                    <a:pt x="255358" y="426681"/>
                  </a:lnTo>
                  <a:lnTo>
                    <a:pt x="254215" y="367741"/>
                  </a:lnTo>
                  <a:lnTo>
                    <a:pt x="253009" y="318262"/>
                  </a:lnTo>
                  <a:lnTo>
                    <a:pt x="252882" y="314528"/>
                  </a:lnTo>
                  <a:lnTo>
                    <a:pt x="266788" y="314744"/>
                  </a:lnTo>
                  <a:lnTo>
                    <a:pt x="269328" y="382320"/>
                  </a:lnTo>
                  <a:lnTo>
                    <a:pt x="271995" y="440410"/>
                  </a:lnTo>
                  <a:lnTo>
                    <a:pt x="275247" y="504659"/>
                  </a:lnTo>
                  <a:lnTo>
                    <a:pt x="278980" y="571931"/>
                  </a:lnTo>
                  <a:lnTo>
                    <a:pt x="283095" y="639076"/>
                  </a:lnTo>
                  <a:lnTo>
                    <a:pt x="287451" y="702983"/>
                  </a:lnTo>
                  <a:lnTo>
                    <a:pt x="291960" y="760514"/>
                  </a:lnTo>
                  <a:lnTo>
                    <a:pt x="296506" y="808545"/>
                  </a:lnTo>
                  <a:lnTo>
                    <a:pt x="296595" y="809307"/>
                  </a:lnTo>
                  <a:lnTo>
                    <a:pt x="300126" y="855967"/>
                  </a:lnTo>
                  <a:lnTo>
                    <a:pt x="302196" y="929424"/>
                  </a:lnTo>
                  <a:lnTo>
                    <a:pt x="303618" y="1081798"/>
                  </a:lnTo>
                  <a:lnTo>
                    <a:pt x="305219" y="1365211"/>
                  </a:lnTo>
                  <a:lnTo>
                    <a:pt x="425030" y="1370914"/>
                  </a:lnTo>
                  <a:lnTo>
                    <a:pt x="450519" y="1269212"/>
                  </a:lnTo>
                  <a:lnTo>
                    <a:pt x="470509" y="1178610"/>
                  </a:lnTo>
                  <a:lnTo>
                    <a:pt x="484822" y="1093978"/>
                  </a:lnTo>
                  <a:lnTo>
                    <a:pt x="493026" y="1023073"/>
                  </a:lnTo>
                  <a:lnTo>
                    <a:pt x="496925" y="971880"/>
                  </a:lnTo>
                  <a:lnTo>
                    <a:pt x="497560" y="915593"/>
                  </a:lnTo>
                  <a:lnTo>
                    <a:pt x="496201" y="841273"/>
                  </a:lnTo>
                  <a:lnTo>
                    <a:pt x="497636" y="828471"/>
                  </a:lnTo>
                  <a:lnTo>
                    <a:pt x="500951" y="787895"/>
                  </a:lnTo>
                  <a:lnTo>
                    <a:pt x="504545" y="736968"/>
                  </a:lnTo>
                  <a:lnTo>
                    <a:pt x="515467" y="569214"/>
                  </a:lnTo>
                  <a:lnTo>
                    <a:pt x="522389" y="468210"/>
                  </a:lnTo>
                  <a:lnTo>
                    <a:pt x="523405" y="422071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892479" y="10355484"/>
              <a:ext cx="314325" cy="54610"/>
            </a:xfrm>
            <a:custGeom>
              <a:avLst/>
              <a:gdLst/>
              <a:ahLst/>
              <a:cxnLst/>
              <a:rect l="l" t="t" r="r" b="b"/>
              <a:pathLst>
                <a:path w="314325" h="54609">
                  <a:moveTo>
                    <a:pt x="149275" y="22491"/>
                  </a:moveTo>
                  <a:lnTo>
                    <a:pt x="148958" y="11607"/>
                  </a:lnTo>
                  <a:lnTo>
                    <a:pt x="145084" y="4330"/>
                  </a:lnTo>
                  <a:lnTo>
                    <a:pt x="119570" y="914"/>
                  </a:lnTo>
                  <a:lnTo>
                    <a:pt x="71081" y="0"/>
                  </a:lnTo>
                  <a:lnTo>
                    <a:pt x="23329" y="2235"/>
                  </a:lnTo>
                  <a:lnTo>
                    <a:pt x="0" y="8305"/>
                  </a:lnTo>
                  <a:lnTo>
                    <a:pt x="647" y="31978"/>
                  </a:lnTo>
                  <a:lnTo>
                    <a:pt x="2489" y="44526"/>
                  </a:lnTo>
                  <a:lnTo>
                    <a:pt x="7010" y="50177"/>
                  </a:lnTo>
                  <a:lnTo>
                    <a:pt x="15646" y="53111"/>
                  </a:lnTo>
                  <a:lnTo>
                    <a:pt x="41757" y="54254"/>
                  </a:lnTo>
                  <a:lnTo>
                    <a:pt x="84848" y="52273"/>
                  </a:lnTo>
                  <a:lnTo>
                    <a:pt x="125704" y="48006"/>
                  </a:lnTo>
                  <a:lnTo>
                    <a:pt x="145084" y="42329"/>
                  </a:lnTo>
                  <a:lnTo>
                    <a:pt x="147497" y="33782"/>
                  </a:lnTo>
                  <a:lnTo>
                    <a:pt x="149275" y="22491"/>
                  </a:lnTo>
                  <a:close/>
                </a:path>
                <a:path w="314325" h="54609">
                  <a:moveTo>
                    <a:pt x="314299" y="8305"/>
                  </a:moveTo>
                  <a:lnTo>
                    <a:pt x="290982" y="2235"/>
                  </a:lnTo>
                  <a:lnTo>
                    <a:pt x="243217" y="0"/>
                  </a:lnTo>
                  <a:lnTo>
                    <a:pt x="194741" y="914"/>
                  </a:lnTo>
                  <a:lnTo>
                    <a:pt x="169214" y="4330"/>
                  </a:lnTo>
                  <a:lnTo>
                    <a:pt x="165341" y="11607"/>
                  </a:lnTo>
                  <a:lnTo>
                    <a:pt x="165023" y="22491"/>
                  </a:lnTo>
                  <a:lnTo>
                    <a:pt x="166801" y="33782"/>
                  </a:lnTo>
                  <a:lnTo>
                    <a:pt x="169214" y="42329"/>
                  </a:lnTo>
                  <a:lnTo>
                    <a:pt x="188595" y="48006"/>
                  </a:lnTo>
                  <a:lnTo>
                    <a:pt x="229450" y="52273"/>
                  </a:lnTo>
                  <a:lnTo>
                    <a:pt x="272554" y="54254"/>
                  </a:lnTo>
                  <a:lnTo>
                    <a:pt x="298653" y="53111"/>
                  </a:lnTo>
                  <a:lnTo>
                    <a:pt x="307301" y="50177"/>
                  </a:lnTo>
                  <a:lnTo>
                    <a:pt x="311810" y="44526"/>
                  </a:lnTo>
                  <a:lnTo>
                    <a:pt x="313651" y="31978"/>
                  </a:lnTo>
                  <a:lnTo>
                    <a:pt x="314299" y="8305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2" name="object 292" descr=""/>
            <p:cNvSpPr/>
            <p:nvPr/>
          </p:nvSpPr>
          <p:spPr>
            <a:xfrm>
              <a:off x="1010100" y="9048508"/>
              <a:ext cx="23495" cy="24130"/>
            </a:xfrm>
            <a:custGeom>
              <a:avLst/>
              <a:gdLst/>
              <a:ahLst/>
              <a:cxnLst/>
              <a:rect l="l" t="t" r="r" b="b"/>
              <a:pathLst>
                <a:path w="23494" h="24129">
                  <a:moveTo>
                    <a:pt x="11540" y="0"/>
                  </a:moveTo>
                  <a:lnTo>
                    <a:pt x="2889" y="3733"/>
                  </a:lnTo>
                  <a:lnTo>
                    <a:pt x="0" y="11947"/>
                  </a:lnTo>
                  <a:lnTo>
                    <a:pt x="2880" y="20161"/>
                  </a:lnTo>
                  <a:lnTo>
                    <a:pt x="11540" y="23894"/>
                  </a:lnTo>
                  <a:lnTo>
                    <a:pt x="20195" y="20161"/>
                  </a:lnTo>
                  <a:lnTo>
                    <a:pt x="23084" y="11947"/>
                  </a:lnTo>
                  <a:lnTo>
                    <a:pt x="20201" y="3733"/>
                  </a:lnTo>
                  <a:lnTo>
                    <a:pt x="11540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3" name="object 293" descr=""/>
          <p:cNvGrpSpPr/>
          <p:nvPr/>
        </p:nvGrpSpPr>
        <p:grpSpPr>
          <a:xfrm>
            <a:off x="2804693" y="9004118"/>
            <a:ext cx="545465" cy="1391920"/>
            <a:chOff x="2804693" y="9004118"/>
            <a:chExt cx="545465" cy="1391920"/>
          </a:xfrm>
        </p:grpSpPr>
        <p:sp>
          <p:nvSpPr>
            <p:cNvPr id="294" name="object 294" descr=""/>
            <p:cNvSpPr/>
            <p:nvPr/>
          </p:nvSpPr>
          <p:spPr>
            <a:xfrm>
              <a:off x="2804693" y="9004128"/>
              <a:ext cx="545465" cy="1379855"/>
            </a:xfrm>
            <a:custGeom>
              <a:avLst/>
              <a:gdLst/>
              <a:ahLst/>
              <a:cxnLst/>
              <a:rect l="l" t="t" r="r" b="b"/>
              <a:pathLst>
                <a:path w="545464" h="1379854">
                  <a:moveTo>
                    <a:pt x="545020" y="429806"/>
                  </a:moveTo>
                  <a:lnTo>
                    <a:pt x="544144" y="370560"/>
                  </a:lnTo>
                  <a:lnTo>
                    <a:pt x="541058" y="273304"/>
                  </a:lnTo>
                  <a:lnTo>
                    <a:pt x="539648" y="269709"/>
                  </a:lnTo>
                  <a:lnTo>
                    <a:pt x="540067" y="244297"/>
                  </a:lnTo>
                  <a:lnTo>
                    <a:pt x="532168" y="140030"/>
                  </a:lnTo>
                  <a:lnTo>
                    <a:pt x="522312" y="42862"/>
                  </a:lnTo>
                  <a:lnTo>
                    <a:pt x="517486" y="0"/>
                  </a:lnTo>
                  <a:lnTo>
                    <a:pt x="34531" y="0"/>
                  </a:lnTo>
                  <a:lnTo>
                    <a:pt x="11849" y="136613"/>
                  </a:lnTo>
                  <a:lnTo>
                    <a:pt x="1244" y="211645"/>
                  </a:lnTo>
                  <a:lnTo>
                    <a:pt x="0" y="251625"/>
                  </a:lnTo>
                  <a:lnTo>
                    <a:pt x="4178" y="276161"/>
                  </a:lnTo>
                  <a:lnTo>
                    <a:pt x="3632" y="277850"/>
                  </a:lnTo>
                  <a:lnTo>
                    <a:pt x="4406" y="375170"/>
                  </a:lnTo>
                  <a:lnTo>
                    <a:pt x="6032" y="434416"/>
                  </a:lnTo>
                  <a:lnTo>
                    <a:pt x="9753" y="479704"/>
                  </a:lnTo>
                  <a:lnTo>
                    <a:pt x="22580" y="580110"/>
                  </a:lnTo>
                  <a:lnTo>
                    <a:pt x="43192" y="747102"/>
                  </a:lnTo>
                  <a:lnTo>
                    <a:pt x="49745" y="797775"/>
                  </a:lnTo>
                  <a:lnTo>
                    <a:pt x="55435" y="838136"/>
                  </a:lnTo>
                  <a:lnTo>
                    <a:pt x="56349" y="843407"/>
                  </a:lnTo>
                  <a:lnTo>
                    <a:pt x="56311" y="843699"/>
                  </a:lnTo>
                  <a:lnTo>
                    <a:pt x="67627" y="951039"/>
                  </a:lnTo>
                  <a:lnTo>
                    <a:pt x="75831" y="1018044"/>
                  </a:lnTo>
                  <a:lnTo>
                    <a:pt x="84912" y="1072832"/>
                  </a:lnTo>
                  <a:lnTo>
                    <a:pt x="98856" y="1143520"/>
                  </a:lnTo>
                  <a:lnTo>
                    <a:pt x="116573" y="1221333"/>
                  </a:lnTo>
                  <a:lnTo>
                    <a:pt x="136499" y="1298028"/>
                  </a:lnTo>
                  <a:lnTo>
                    <a:pt x="152755" y="1356537"/>
                  </a:lnTo>
                  <a:lnTo>
                    <a:pt x="159486" y="1379829"/>
                  </a:lnTo>
                  <a:lnTo>
                    <a:pt x="282841" y="1372476"/>
                  </a:lnTo>
                  <a:lnTo>
                    <a:pt x="272618" y="1090104"/>
                  </a:lnTo>
                  <a:lnTo>
                    <a:pt x="267487" y="938237"/>
                  </a:lnTo>
                  <a:lnTo>
                    <a:pt x="265874" y="864908"/>
                  </a:lnTo>
                  <a:lnTo>
                    <a:pt x="266179" y="824865"/>
                  </a:lnTo>
                  <a:lnTo>
                    <a:pt x="267335" y="807504"/>
                  </a:lnTo>
                  <a:lnTo>
                    <a:pt x="268884" y="758685"/>
                  </a:lnTo>
                  <a:lnTo>
                    <a:pt x="269697" y="700227"/>
                  </a:lnTo>
                  <a:lnTo>
                    <a:pt x="269913" y="635292"/>
                  </a:lnTo>
                  <a:lnTo>
                    <a:pt x="269608" y="567093"/>
                  </a:lnTo>
                  <a:lnTo>
                    <a:pt x="268909" y="498792"/>
                  </a:lnTo>
                  <a:lnTo>
                    <a:pt x="267906" y="433578"/>
                  </a:lnTo>
                  <a:lnTo>
                    <a:pt x="267512" y="414032"/>
                  </a:lnTo>
                  <a:lnTo>
                    <a:pt x="277139" y="414020"/>
                  </a:lnTo>
                  <a:lnTo>
                    <a:pt x="283476" y="413512"/>
                  </a:lnTo>
                  <a:lnTo>
                    <a:pt x="285076" y="447306"/>
                  </a:lnTo>
                  <a:lnTo>
                    <a:pt x="288442" y="511556"/>
                  </a:lnTo>
                  <a:lnTo>
                    <a:pt x="292290" y="578815"/>
                  </a:lnTo>
                  <a:lnTo>
                    <a:pt x="296532" y="645972"/>
                  </a:lnTo>
                  <a:lnTo>
                    <a:pt x="301028" y="709879"/>
                  </a:lnTo>
                  <a:lnTo>
                    <a:pt x="305689" y="767410"/>
                  </a:lnTo>
                  <a:lnTo>
                    <a:pt x="310375" y="815441"/>
                  </a:lnTo>
                  <a:lnTo>
                    <a:pt x="310464" y="816190"/>
                  </a:lnTo>
                  <a:lnTo>
                    <a:pt x="314096" y="862863"/>
                  </a:lnTo>
                  <a:lnTo>
                    <a:pt x="316242" y="936320"/>
                  </a:lnTo>
                  <a:lnTo>
                    <a:pt x="317715" y="1088694"/>
                  </a:lnTo>
                  <a:lnTo>
                    <a:pt x="319354" y="1372108"/>
                  </a:lnTo>
                  <a:lnTo>
                    <a:pt x="443014" y="1377797"/>
                  </a:lnTo>
                  <a:lnTo>
                    <a:pt x="469303" y="1276108"/>
                  </a:lnTo>
                  <a:lnTo>
                    <a:pt x="489940" y="1185506"/>
                  </a:lnTo>
                  <a:lnTo>
                    <a:pt x="504710" y="1100874"/>
                  </a:lnTo>
                  <a:lnTo>
                    <a:pt x="513168" y="1029970"/>
                  </a:lnTo>
                  <a:lnTo>
                    <a:pt x="517182" y="978776"/>
                  </a:lnTo>
                  <a:lnTo>
                    <a:pt x="517842" y="922489"/>
                  </a:lnTo>
                  <a:lnTo>
                    <a:pt x="516432" y="848207"/>
                  </a:lnTo>
                  <a:lnTo>
                    <a:pt x="517931" y="835367"/>
                  </a:lnTo>
                  <a:lnTo>
                    <a:pt x="521347" y="794791"/>
                  </a:lnTo>
                  <a:lnTo>
                    <a:pt x="525056" y="743864"/>
                  </a:lnTo>
                  <a:lnTo>
                    <a:pt x="536321" y="576110"/>
                  </a:lnTo>
                  <a:lnTo>
                    <a:pt x="543534" y="475208"/>
                  </a:lnTo>
                  <a:lnTo>
                    <a:pt x="545020" y="429806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2944952" y="10341616"/>
              <a:ext cx="324485" cy="54610"/>
            </a:xfrm>
            <a:custGeom>
              <a:avLst/>
              <a:gdLst/>
              <a:ahLst/>
              <a:cxnLst/>
              <a:rect l="l" t="t" r="r" b="b"/>
              <a:pathLst>
                <a:path w="324485" h="54609">
                  <a:moveTo>
                    <a:pt x="154038" y="22491"/>
                  </a:moveTo>
                  <a:lnTo>
                    <a:pt x="153708" y="11620"/>
                  </a:lnTo>
                  <a:lnTo>
                    <a:pt x="149720" y="4330"/>
                  </a:lnTo>
                  <a:lnTo>
                    <a:pt x="123380" y="927"/>
                  </a:lnTo>
                  <a:lnTo>
                    <a:pt x="73342" y="0"/>
                  </a:lnTo>
                  <a:lnTo>
                    <a:pt x="24066" y="2247"/>
                  </a:lnTo>
                  <a:lnTo>
                    <a:pt x="0" y="8318"/>
                  </a:lnTo>
                  <a:lnTo>
                    <a:pt x="660" y="31978"/>
                  </a:lnTo>
                  <a:lnTo>
                    <a:pt x="2565" y="44538"/>
                  </a:lnTo>
                  <a:lnTo>
                    <a:pt x="7226" y="50177"/>
                  </a:lnTo>
                  <a:lnTo>
                    <a:pt x="16154" y="53124"/>
                  </a:lnTo>
                  <a:lnTo>
                    <a:pt x="43091" y="54254"/>
                  </a:lnTo>
                  <a:lnTo>
                    <a:pt x="87553" y="52273"/>
                  </a:lnTo>
                  <a:lnTo>
                    <a:pt x="129705" y="48018"/>
                  </a:lnTo>
                  <a:lnTo>
                    <a:pt x="149720" y="42341"/>
                  </a:lnTo>
                  <a:lnTo>
                    <a:pt x="152196" y="33794"/>
                  </a:lnTo>
                  <a:lnTo>
                    <a:pt x="154038" y="22491"/>
                  </a:lnTo>
                  <a:close/>
                </a:path>
                <a:path w="324485" h="54609">
                  <a:moveTo>
                    <a:pt x="324319" y="8318"/>
                  </a:moveTo>
                  <a:lnTo>
                    <a:pt x="300266" y="2247"/>
                  </a:lnTo>
                  <a:lnTo>
                    <a:pt x="250990" y="0"/>
                  </a:lnTo>
                  <a:lnTo>
                    <a:pt x="200952" y="927"/>
                  </a:lnTo>
                  <a:lnTo>
                    <a:pt x="174612" y="4330"/>
                  </a:lnTo>
                  <a:lnTo>
                    <a:pt x="170624" y="11620"/>
                  </a:lnTo>
                  <a:lnTo>
                    <a:pt x="170294" y="22491"/>
                  </a:lnTo>
                  <a:lnTo>
                    <a:pt x="172123" y="33794"/>
                  </a:lnTo>
                  <a:lnTo>
                    <a:pt x="174612" y="42341"/>
                  </a:lnTo>
                  <a:lnTo>
                    <a:pt x="194614" y="48018"/>
                  </a:lnTo>
                  <a:lnTo>
                    <a:pt x="236778" y="52273"/>
                  </a:lnTo>
                  <a:lnTo>
                    <a:pt x="281241" y="54254"/>
                  </a:lnTo>
                  <a:lnTo>
                    <a:pt x="308178" y="53124"/>
                  </a:lnTo>
                  <a:lnTo>
                    <a:pt x="317106" y="50177"/>
                  </a:lnTo>
                  <a:lnTo>
                    <a:pt x="321754" y="44538"/>
                  </a:lnTo>
                  <a:lnTo>
                    <a:pt x="323659" y="31978"/>
                  </a:lnTo>
                  <a:lnTo>
                    <a:pt x="324319" y="8318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6" name="object 296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2848756" y="9095089"/>
              <a:ext cx="176340" cy="80730"/>
            </a:xfrm>
            <a:prstGeom prst="rect">
              <a:avLst/>
            </a:prstGeom>
          </p:spPr>
        </p:pic>
        <p:pic>
          <p:nvPicPr>
            <p:cNvPr id="297" name="object 297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138399" y="9095089"/>
              <a:ext cx="176340" cy="80730"/>
            </a:xfrm>
            <a:prstGeom prst="rect">
              <a:avLst/>
            </a:prstGeom>
          </p:spPr>
        </p:pic>
        <p:sp>
          <p:nvSpPr>
            <p:cNvPr id="298" name="object 298" descr=""/>
            <p:cNvSpPr/>
            <p:nvPr/>
          </p:nvSpPr>
          <p:spPr>
            <a:xfrm>
              <a:off x="3074608" y="9004123"/>
              <a:ext cx="9525" cy="414020"/>
            </a:xfrm>
            <a:custGeom>
              <a:avLst/>
              <a:gdLst/>
              <a:ahLst/>
              <a:cxnLst/>
              <a:rect l="l" t="t" r="r" b="b"/>
              <a:pathLst>
                <a:path w="9525" h="414020">
                  <a:moveTo>
                    <a:pt x="8984" y="0"/>
                  </a:moveTo>
                  <a:lnTo>
                    <a:pt x="0" y="0"/>
                  </a:lnTo>
                  <a:lnTo>
                    <a:pt x="0" y="413715"/>
                  </a:lnTo>
                  <a:lnTo>
                    <a:pt x="8984" y="413715"/>
                  </a:lnTo>
                  <a:lnTo>
                    <a:pt x="8984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9" name="object 299" descr=""/>
          <p:cNvSpPr/>
          <p:nvPr/>
        </p:nvSpPr>
        <p:spPr>
          <a:xfrm>
            <a:off x="731587" y="7907162"/>
            <a:ext cx="224154" cy="382270"/>
          </a:xfrm>
          <a:custGeom>
            <a:avLst/>
            <a:gdLst/>
            <a:ahLst/>
            <a:cxnLst/>
            <a:rect l="l" t="t" r="r" b="b"/>
            <a:pathLst>
              <a:path w="224155" h="382270">
                <a:moveTo>
                  <a:pt x="91337" y="0"/>
                </a:moveTo>
                <a:lnTo>
                  <a:pt x="61442" y="46454"/>
                </a:lnTo>
                <a:lnTo>
                  <a:pt x="47056" y="90248"/>
                </a:lnTo>
                <a:lnTo>
                  <a:pt x="29419" y="163333"/>
                </a:lnTo>
                <a:lnTo>
                  <a:pt x="14386" y="250645"/>
                </a:lnTo>
                <a:lnTo>
                  <a:pt x="3924" y="323827"/>
                </a:lnTo>
                <a:lnTo>
                  <a:pt x="0" y="354523"/>
                </a:lnTo>
                <a:lnTo>
                  <a:pt x="36360" y="374239"/>
                </a:lnTo>
                <a:lnTo>
                  <a:pt x="66915" y="381967"/>
                </a:lnTo>
                <a:lnTo>
                  <a:pt x="108254" y="378748"/>
                </a:lnTo>
                <a:lnTo>
                  <a:pt x="176968" y="365622"/>
                </a:lnTo>
                <a:lnTo>
                  <a:pt x="199473" y="266166"/>
                </a:lnTo>
                <a:lnTo>
                  <a:pt x="211846" y="210560"/>
                </a:lnTo>
                <a:lnTo>
                  <a:pt x="223731" y="150058"/>
                </a:lnTo>
                <a:lnTo>
                  <a:pt x="222778" y="116370"/>
                </a:lnTo>
                <a:lnTo>
                  <a:pt x="209757" y="75199"/>
                </a:lnTo>
                <a:lnTo>
                  <a:pt x="183973" y="35866"/>
                </a:lnTo>
                <a:lnTo>
                  <a:pt x="144731" y="7693"/>
                </a:lnTo>
                <a:lnTo>
                  <a:pt x="91337" y="0"/>
                </a:lnTo>
                <a:close/>
              </a:path>
            </a:pathLst>
          </a:custGeom>
          <a:solidFill>
            <a:srgbClr val="12121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0" name="object 300" descr=""/>
          <p:cNvGrpSpPr/>
          <p:nvPr/>
        </p:nvGrpSpPr>
        <p:grpSpPr>
          <a:xfrm>
            <a:off x="822920" y="7854733"/>
            <a:ext cx="669925" cy="797560"/>
            <a:chOff x="822920" y="7854733"/>
            <a:chExt cx="669925" cy="797560"/>
          </a:xfrm>
        </p:grpSpPr>
        <p:sp>
          <p:nvSpPr>
            <p:cNvPr id="301" name="object 301" descr=""/>
            <p:cNvSpPr/>
            <p:nvPr/>
          </p:nvSpPr>
          <p:spPr>
            <a:xfrm>
              <a:off x="1261022" y="7904854"/>
              <a:ext cx="231775" cy="384810"/>
            </a:xfrm>
            <a:custGeom>
              <a:avLst/>
              <a:gdLst/>
              <a:ahLst/>
              <a:cxnLst/>
              <a:rect l="l" t="t" r="r" b="b"/>
              <a:pathLst>
                <a:path w="231775" h="384809">
                  <a:moveTo>
                    <a:pt x="138781" y="0"/>
                  </a:moveTo>
                  <a:lnTo>
                    <a:pt x="83323" y="7932"/>
                  </a:lnTo>
                  <a:lnTo>
                    <a:pt x="42269" y="36678"/>
                  </a:lnTo>
                  <a:lnTo>
                    <a:pt x="15067" y="76694"/>
                  </a:lnTo>
                  <a:lnTo>
                    <a:pt x="1161" y="118439"/>
                  </a:lnTo>
                  <a:lnTo>
                    <a:pt x="0" y="152372"/>
                  </a:lnTo>
                  <a:lnTo>
                    <a:pt x="5444" y="180902"/>
                  </a:lnTo>
                  <a:lnTo>
                    <a:pt x="25110" y="268474"/>
                  </a:lnTo>
                  <a:lnTo>
                    <a:pt x="48406" y="367936"/>
                  </a:lnTo>
                  <a:lnTo>
                    <a:pt x="119545" y="381062"/>
                  </a:lnTo>
                  <a:lnTo>
                    <a:pt x="162343" y="384280"/>
                  </a:lnTo>
                  <a:lnTo>
                    <a:pt x="193978" y="376548"/>
                  </a:lnTo>
                  <a:lnTo>
                    <a:pt x="231626" y="356826"/>
                  </a:lnTo>
                  <a:lnTo>
                    <a:pt x="227562" y="326131"/>
                  </a:lnTo>
                  <a:lnTo>
                    <a:pt x="216729" y="252950"/>
                  </a:lnTo>
                  <a:lnTo>
                    <a:pt x="201164" y="165641"/>
                  </a:lnTo>
                  <a:lnTo>
                    <a:pt x="182905" y="92562"/>
                  </a:lnTo>
                  <a:lnTo>
                    <a:pt x="168039" y="48732"/>
                  </a:lnTo>
                  <a:lnTo>
                    <a:pt x="150113" y="11129"/>
                  </a:lnTo>
                  <a:lnTo>
                    <a:pt x="138781" y="0"/>
                  </a:lnTo>
                  <a:close/>
                </a:path>
              </a:pathLst>
            </a:custGeom>
            <a:solidFill>
              <a:srgbClr val="1212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822920" y="7854733"/>
              <a:ext cx="577215" cy="797560"/>
            </a:xfrm>
            <a:custGeom>
              <a:avLst/>
              <a:gdLst/>
              <a:ahLst/>
              <a:cxnLst/>
              <a:rect l="l" t="t" r="r" b="b"/>
              <a:pathLst>
                <a:path w="577215" h="797559">
                  <a:moveTo>
                    <a:pt x="445263" y="0"/>
                  </a:moveTo>
                  <a:lnTo>
                    <a:pt x="438422" y="11616"/>
                  </a:lnTo>
                  <a:lnTo>
                    <a:pt x="412834" y="37171"/>
                  </a:lnTo>
                  <a:lnTo>
                    <a:pt x="360904" y="62727"/>
                  </a:lnTo>
                  <a:lnTo>
                    <a:pt x="275038" y="74343"/>
                  </a:lnTo>
                  <a:lnTo>
                    <a:pt x="211070" y="73193"/>
                  </a:lnTo>
                  <a:lnTo>
                    <a:pt x="173897" y="65147"/>
                  </a:lnTo>
                  <a:lnTo>
                    <a:pt x="149254" y="43306"/>
                  </a:lnTo>
                  <a:lnTo>
                    <a:pt x="122875" y="774"/>
                  </a:lnTo>
                  <a:lnTo>
                    <a:pt x="0" y="52427"/>
                  </a:lnTo>
                  <a:lnTo>
                    <a:pt x="20594" y="170662"/>
                  </a:lnTo>
                  <a:lnTo>
                    <a:pt x="36244" y="262130"/>
                  </a:lnTo>
                  <a:lnTo>
                    <a:pt x="46490" y="325100"/>
                  </a:lnTo>
                  <a:lnTo>
                    <a:pt x="58406" y="413649"/>
                  </a:lnTo>
                  <a:lnTo>
                    <a:pt x="66124" y="474307"/>
                  </a:lnTo>
                  <a:lnTo>
                    <a:pt x="73348" y="533592"/>
                  </a:lnTo>
                  <a:lnTo>
                    <a:pt x="78825" y="582281"/>
                  </a:lnTo>
                  <a:lnTo>
                    <a:pt x="81811" y="631442"/>
                  </a:lnTo>
                  <a:lnTo>
                    <a:pt x="81222" y="654214"/>
                  </a:lnTo>
                  <a:lnTo>
                    <a:pt x="78859" y="693875"/>
                  </a:lnTo>
                  <a:lnTo>
                    <a:pt x="74039" y="764835"/>
                  </a:lnTo>
                  <a:lnTo>
                    <a:pt x="86454" y="776672"/>
                  </a:lnTo>
                  <a:lnTo>
                    <a:pt x="116656" y="785950"/>
                  </a:lnTo>
                  <a:lnTo>
                    <a:pt x="160622" y="792574"/>
                  </a:lnTo>
                  <a:lnTo>
                    <a:pt x="214329" y="796451"/>
                  </a:lnTo>
                  <a:lnTo>
                    <a:pt x="273754" y="797490"/>
                  </a:lnTo>
                  <a:lnTo>
                    <a:pt x="334874" y="795596"/>
                  </a:lnTo>
                  <a:lnTo>
                    <a:pt x="393665" y="790676"/>
                  </a:lnTo>
                  <a:lnTo>
                    <a:pt x="446105" y="782638"/>
                  </a:lnTo>
                  <a:lnTo>
                    <a:pt x="488170" y="771389"/>
                  </a:lnTo>
                  <a:lnTo>
                    <a:pt x="515837" y="756835"/>
                  </a:lnTo>
                  <a:lnTo>
                    <a:pt x="515402" y="714751"/>
                  </a:lnTo>
                  <a:lnTo>
                    <a:pt x="514928" y="618180"/>
                  </a:lnTo>
                  <a:lnTo>
                    <a:pt x="515656" y="511643"/>
                  </a:lnTo>
                  <a:lnTo>
                    <a:pt x="518832" y="439662"/>
                  </a:lnTo>
                  <a:lnTo>
                    <a:pt x="528662" y="359687"/>
                  </a:lnTo>
                  <a:lnTo>
                    <a:pt x="537986" y="292451"/>
                  </a:lnTo>
                  <a:lnTo>
                    <a:pt x="552245" y="201437"/>
                  </a:lnTo>
                  <a:lnTo>
                    <a:pt x="576882" y="50124"/>
                  </a:lnTo>
                  <a:lnTo>
                    <a:pt x="445263" y="0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3" name="object 303" descr=""/>
          <p:cNvSpPr/>
          <p:nvPr/>
        </p:nvSpPr>
        <p:spPr>
          <a:xfrm>
            <a:off x="3106834" y="7917604"/>
            <a:ext cx="224154" cy="382270"/>
          </a:xfrm>
          <a:custGeom>
            <a:avLst/>
            <a:gdLst/>
            <a:ahLst/>
            <a:cxnLst/>
            <a:rect l="l" t="t" r="r" b="b"/>
            <a:pathLst>
              <a:path w="224154" h="382270">
                <a:moveTo>
                  <a:pt x="91337" y="0"/>
                </a:moveTo>
                <a:lnTo>
                  <a:pt x="61442" y="46459"/>
                </a:lnTo>
                <a:lnTo>
                  <a:pt x="47056" y="90259"/>
                </a:lnTo>
                <a:lnTo>
                  <a:pt x="29419" y="163337"/>
                </a:lnTo>
                <a:lnTo>
                  <a:pt x="14386" y="250646"/>
                </a:lnTo>
                <a:lnTo>
                  <a:pt x="3924" y="323827"/>
                </a:lnTo>
                <a:lnTo>
                  <a:pt x="0" y="354523"/>
                </a:lnTo>
                <a:lnTo>
                  <a:pt x="36360" y="374239"/>
                </a:lnTo>
                <a:lnTo>
                  <a:pt x="66915" y="381967"/>
                </a:lnTo>
                <a:lnTo>
                  <a:pt x="108254" y="378748"/>
                </a:lnTo>
                <a:lnTo>
                  <a:pt x="176968" y="365622"/>
                </a:lnTo>
                <a:lnTo>
                  <a:pt x="199473" y="266166"/>
                </a:lnTo>
                <a:lnTo>
                  <a:pt x="211846" y="210561"/>
                </a:lnTo>
                <a:lnTo>
                  <a:pt x="223731" y="150068"/>
                </a:lnTo>
                <a:lnTo>
                  <a:pt x="222778" y="116375"/>
                </a:lnTo>
                <a:lnTo>
                  <a:pt x="209757" y="75201"/>
                </a:lnTo>
                <a:lnTo>
                  <a:pt x="183973" y="35867"/>
                </a:lnTo>
                <a:lnTo>
                  <a:pt x="144731" y="7693"/>
                </a:lnTo>
                <a:lnTo>
                  <a:pt x="91337" y="0"/>
                </a:lnTo>
                <a:close/>
              </a:path>
            </a:pathLst>
          </a:custGeom>
          <a:solidFill>
            <a:srgbClr val="12121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4" name="object 304" descr=""/>
          <p:cNvGrpSpPr/>
          <p:nvPr/>
        </p:nvGrpSpPr>
        <p:grpSpPr>
          <a:xfrm>
            <a:off x="3198167" y="7865174"/>
            <a:ext cx="669925" cy="797560"/>
            <a:chOff x="3198167" y="7865174"/>
            <a:chExt cx="669925" cy="797560"/>
          </a:xfrm>
        </p:grpSpPr>
        <p:sp>
          <p:nvSpPr>
            <p:cNvPr id="305" name="object 305" descr=""/>
            <p:cNvSpPr/>
            <p:nvPr/>
          </p:nvSpPr>
          <p:spPr>
            <a:xfrm>
              <a:off x="3636269" y="7915296"/>
              <a:ext cx="231775" cy="384810"/>
            </a:xfrm>
            <a:custGeom>
              <a:avLst/>
              <a:gdLst/>
              <a:ahLst/>
              <a:cxnLst/>
              <a:rect l="l" t="t" r="r" b="b"/>
              <a:pathLst>
                <a:path w="231775" h="384809">
                  <a:moveTo>
                    <a:pt x="138781" y="0"/>
                  </a:moveTo>
                  <a:lnTo>
                    <a:pt x="83323" y="7932"/>
                  </a:lnTo>
                  <a:lnTo>
                    <a:pt x="42269" y="36678"/>
                  </a:lnTo>
                  <a:lnTo>
                    <a:pt x="15067" y="76694"/>
                  </a:lnTo>
                  <a:lnTo>
                    <a:pt x="1161" y="118439"/>
                  </a:lnTo>
                  <a:lnTo>
                    <a:pt x="0" y="152372"/>
                  </a:lnTo>
                  <a:lnTo>
                    <a:pt x="5444" y="180901"/>
                  </a:lnTo>
                  <a:lnTo>
                    <a:pt x="25110" y="268470"/>
                  </a:lnTo>
                  <a:lnTo>
                    <a:pt x="48406" y="367925"/>
                  </a:lnTo>
                  <a:lnTo>
                    <a:pt x="119545" y="381057"/>
                  </a:lnTo>
                  <a:lnTo>
                    <a:pt x="162343" y="384278"/>
                  </a:lnTo>
                  <a:lnTo>
                    <a:pt x="193978" y="376548"/>
                  </a:lnTo>
                  <a:lnTo>
                    <a:pt x="231626" y="356826"/>
                  </a:lnTo>
                  <a:lnTo>
                    <a:pt x="227562" y="326131"/>
                  </a:lnTo>
                  <a:lnTo>
                    <a:pt x="216729" y="252950"/>
                  </a:lnTo>
                  <a:lnTo>
                    <a:pt x="201164" y="165641"/>
                  </a:lnTo>
                  <a:lnTo>
                    <a:pt x="182905" y="92562"/>
                  </a:lnTo>
                  <a:lnTo>
                    <a:pt x="168039" y="48726"/>
                  </a:lnTo>
                  <a:lnTo>
                    <a:pt x="150113" y="11123"/>
                  </a:lnTo>
                  <a:lnTo>
                    <a:pt x="138781" y="0"/>
                  </a:lnTo>
                  <a:close/>
                </a:path>
              </a:pathLst>
            </a:custGeom>
            <a:solidFill>
              <a:srgbClr val="1212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6" name="object 306" descr=""/>
            <p:cNvSpPr/>
            <p:nvPr/>
          </p:nvSpPr>
          <p:spPr>
            <a:xfrm>
              <a:off x="3198167" y="7865174"/>
              <a:ext cx="577215" cy="797560"/>
            </a:xfrm>
            <a:custGeom>
              <a:avLst/>
              <a:gdLst/>
              <a:ahLst/>
              <a:cxnLst/>
              <a:rect l="l" t="t" r="r" b="b"/>
              <a:pathLst>
                <a:path w="577214" h="797559">
                  <a:moveTo>
                    <a:pt x="445263" y="0"/>
                  </a:moveTo>
                  <a:lnTo>
                    <a:pt x="438422" y="11616"/>
                  </a:lnTo>
                  <a:lnTo>
                    <a:pt x="412834" y="37171"/>
                  </a:lnTo>
                  <a:lnTo>
                    <a:pt x="360904" y="62727"/>
                  </a:lnTo>
                  <a:lnTo>
                    <a:pt x="275038" y="74343"/>
                  </a:lnTo>
                  <a:lnTo>
                    <a:pt x="211070" y="73193"/>
                  </a:lnTo>
                  <a:lnTo>
                    <a:pt x="173897" y="65147"/>
                  </a:lnTo>
                  <a:lnTo>
                    <a:pt x="149254" y="43306"/>
                  </a:lnTo>
                  <a:lnTo>
                    <a:pt x="122875" y="774"/>
                  </a:lnTo>
                  <a:lnTo>
                    <a:pt x="0" y="52427"/>
                  </a:lnTo>
                  <a:lnTo>
                    <a:pt x="20594" y="170662"/>
                  </a:lnTo>
                  <a:lnTo>
                    <a:pt x="36244" y="262130"/>
                  </a:lnTo>
                  <a:lnTo>
                    <a:pt x="46490" y="325100"/>
                  </a:lnTo>
                  <a:lnTo>
                    <a:pt x="58406" y="413649"/>
                  </a:lnTo>
                  <a:lnTo>
                    <a:pt x="66124" y="474307"/>
                  </a:lnTo>
                  <a:lnTo>
                    <a:pt x="73348" y="533592"/>
                  </a:lnTo>
                  <a:lnTo>
                    <a:pt x="78825" y="582281"/>
                  </a:lnTo>
                  <a:lnTo>
                    <a:pt x="81811" y="631442"/>
                  </a:lnTo>
                  <a:lnTo>
                    <a:pt x="81222" y="654214"/>
                  </a:lnTo>
                  <a:lnTo>
                    <a:pt x="78859" y="693875"/>
                  </a:lnTo>
                  <a:lnTo>
                    <a:pt x="74039" y="764835"/>
                  </a:lnTo>
                  <a:lnTo>
                    <a:pt x="86454" y="776672"/>
                  </a:lnTo>
                  <a:lnTo>
                    <a:pt x="116656" y="785950"/>
                  </a:lnTo>
                  <a:lnTo>
                    <a:pt x="160622" y="792574"/>
                  </a:lnTo>
                  <a:lnTo>
                    <a:pt x="214329" y="796451"/>
                  </a:lnTo>
                  <a:lnTo>
                    <a:pt x="273754" y="797490"/>
                  </a:lnTo>
                  <a:lnTo>
                    <a:pt x="334874" y="795596"/>
                  </a:lnTo>
                  <a:lnTo>
                    <a:pt x="393665" y="790676"/>
                  </a:lnTo>
                  <a:lnTo>
                    <a:pt x="446105" y="782638"/>
                  </a:lnTo>
                  <a:lnTo>
                    <a:pt x="488170" y="771389"/>
                  </a:lnTo>
                  <a:lnTo>
                    <a:pt x="515837" y="756835"/>
                  </a:lnTo>
                  <a:lnTo>
                    <a:pt x="515402" y="714752"/>
                  </a:lnTo>
                  <a:lnTo>
                    <a:pt x="514928" y="618184"/>
                  </a:lnTo>
                  <a:lnTo>
                    <a:pt x="515656" y="511647"/>
                  </a:lnTo>
                  <a:lnTo>
                    <a:pt x="518832" y="439662"/>
                  </a:lnTo>
                  <a:lnTo>
                    <a:pt x="528662" y="359687"/>
                  </a:lnTo>
                  <a:lnTo>
                    <a:pt x="537986" y="292451"/>
                  </a:lnTo>
                  <a:lnTo>
                    <a:pt x="552245" y="201437"/>
                  </a:lnTo>
                  <a:lnTo>
                    <a:pt x="576882" y="50124"/>
                  </a:lnTo>
                  <a:lnTo>
                    <a:pt x="445263" y="0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7" name="object 307" descr=""/>
          <p:cNvSpPr/>
          <p:nvPr/>
        </p:nvSpPr>
        <p:spPr>
          <a:xfrm>
            <a:off x="2210164" y="7907162"/>
            <a:ext cx="224154" cy="382270"/>
          </a:xfrm>
          <a:custGeom>
            <a:avLst/>
            <a:gdLst/>
            <a:ahLst/>
            <a:cxnLst/>
            <a:rect l="l" t="t" r="r" b="b"/>
            <a:pathLst>
              <a:path w="224155" h="382270">
                <a:moveTo>
                  <a:pt x="91337" y="0"/>
                </a:moveTo>
                <a:lnTo>
                  <a:pt x="61442" y="46454"/>
                </a:lnTo>
                <a:lnTo>
                  <a:pt x="47056" y="90248"/>
                </a:lnTo>
                <a:lnTo>
                  <a:pt x="29419" y="163333"/>
                </a:lnTo>
                <a:lnTo>
                  <a:pt x="14386" y="250645"/>
                </a:lnTo>
                <a:lnTo>
                  <a:pt x="3924" y="323827"/>
                </a:lnTo>
                <a:lnTo>
                  <a:pt x="0" y="354523"/>
                </a:lnTo>
                <a:lnTo>
                  <a:pt x="36360" y="374239"/>
                </a:lnTo>
                <a:lnTo>
                  <a:pt x="66915" y="381967"/>
                </a:lnTo>
                <a:lnTo>
                  <a:pt x="108254" y="378748"/>
                </a:lnTo>
                <a:lnTo>
                  <a:pt x="176968" y="365622"/>
                </a:lnTo>
                <a:lnTo>
                  <a:pt x="199473" y="266166"/>
                </a:lnTo>
                <a:lnTo>
                  <a:pt x="211846" y="210560"/>
                </a:lnTo>
                <a:lnTo>
                  <a:pt x="223731" y="150058"/>
                </a:lnTo>
                <a:lnTo>
                  <a:pt x="222778" y="116370"/>
                </a:lnTo>
                <a:lnTo>
                  <a:pt x="209757" y="75199"/>
                </a:lnTo>
                <a:lnTo>
                  <a:pt x="183973" y="35866"/>
                </a:lnTo>
                <a:lnTo>
                  <a:pt x="144731" y="7693"/>
                </a:lnTo>
                <a:lnTo>
                  <a:pt x="91337" y="0"/>
                </a:lnTo>
                <a:close/>
              </a:path>
            </a:pathLst>
          </a:custGeom>
          <a:solidFill>
            <a:srgbClr val="12121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8" name="object 308" descr=""/>
          <p:cNvGrpSpPr/>
          <p:nvPr/>
        </p:nvGrpSpPr>
        <p:grpSpPr>
          <a:xfrm>
            <a:off x="2301497" y="7854733"/>
            <a:ext cx="682625" cy="797560"/>
            <a:chOff x="2301497" y="7854733"/>
            <a:chExt cx="682625" cy="797560"/>
          </a:xfrm>
        </p:grpSpPr>
        <p:sp>
          <p:nvSpPr>
            <p:cNvPr id="309" name="object 309" descr=""/>
            <p:cNvSpPr/>
            <p:nvPr/>
          </p:nvSpPr>
          <p:spPr>
            <a:xfrm>
              <a:off x="2752148" y="7904318"/>
              <a:ext cx="231775" cy="384810"/>
            </a:xfrm>
            <a:custGeom>
              <a:avLst/>
              <a:gdLst/>
              <a:ahLst/>
              <a:cxnLst/>
              <a:rect l="l" t="t" r="r" b="b"/>
              <a:pathLst>
                <a:path w="231775" h="384809">
                  <a:moveTo>
                    <a:pt x="137304" y="0"/>
                  </a:moveTo>
                  <a:lnTo>
                    <a:pt x="82001" y="7989"/>
                  </a:lnTo>
                  <a:lnTo>
                    <a:pt x="41316" y="36869"/>
                  </a:lnTo>
                  <a:lnTo>
                    <a:pt x="14551" y="77045"/>
                  </a:lnTo>
                  <a:lnTo>
                    <a:pt x="1011" y="118922"/>
                  </a:lnTo>
                  <a:lnTo>
                    <a:pt x="0" y="152906"/>
                  </a:lnTo>
                  <a:lnTo>
                    <a:pt x="5444" y="181441"/>
                  </a:lnTo>
                  <a:lnTo>
                    <a:pt x="25114" y="269014"/>
                  </a:lnTo>
                  <a:lnTo>
                    <a:pt x="48417" y="368470"/>
                  </a:lnTo>
                  <a:lnTo>
                    <a:pt x="119555" y="381596"/>
                  </a:lnTo>
                  <a:lnTo>
                    <a:pt x="162352" y="384815"/>
                  </a:lnTo>
                  <a:lnTo>
                    <a:pt x="193984" y="377087"/>
                  </a:lnTo>
                  <a:lnTo>
                    <a:pt x="231626" y="357371"/>
                  </a:lnTo>
                  <a:lnTo>
                    <a:pt x="227564" y="326675"/>
                  </a:lnTo>
                  <a:lnTo>
                    <a:pt x="216734" y="253493"/>
                  </a:lnTo>
                  <a:lnTo>
                    <a:pt x="201172" y="166181"/>
                  </a:lnTo>
                  <a:lnTo>
                    <a:pt x="182915" y="93096"/>
                  </a:lnTo>
                  <a:lnTo>
                    <a:pt x="168020" y="49258"/>
                  </a:lnTo>
                  <a:lnTo>
                    <a:pt x="149490" y="11437"/>
                  </a:lnTo>
                  <a:lnTo>
                    <a:pt x="137304" y="0"/>
                  </a:lnTo>
                  <a:close/>
                </a:path>
              </a:pathLst>
            </a:custGeom>
            <a:solidFill>
              <a:srgbClr val="1212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2301497" y="7854733"/>
              <a:ext cx="588010" cy="797560"/>
            </a:xfrm>
            <a:custGeom>
              <a:avLst/>
              <a:gdLst/>
              <a:ahLst/>
              <a:cxnLst/>
              <a:rect l="l" t="t" r="r" b="b"/>
              <a:pathLst>
                <a:path w="588010" h="797559">
                  <a:moveTo>
                    <a:pt x="445274" y="0"/>
                  </a:moveTo>
                  <a:lnTo>
                    <a:pt x="438431" y="11616"/>
                  </a:lnTo>
                  <a:lnTo>
                    <a:pt x="412839" y="37171"/>
                  </a:lnTo>
                  <a:lnTo>
                    <a:pt x="360906" y="62727"/>
                  </a:lnTo>
                  <a:lnTo>
                    <a:pt x="275038" y="74343"/>
                  </a:lnTo>
                  <a:lnTo>
                    <a:pt x="211070" y="73193"/>
                  </a:lnTo>
                  <a:lnTo>
                    <a:pt x="173897" y="65147"/>
                  </a:lnTo>
                  <a:lnTo>
                    <a:pt x="149254" y="43306"/>
                  </a:lnTo>
                  <a:lnTo>
                    <a:pt x="122875" y="774"/>
                  </a:lnTo>
                  <a:lnTo>
                    <a:pt x="0" y="52427"/>
                  </a:lnTo>
                  <a:lnTo>
                    <a:pt x="20594" y="170662"/>
                  </a:lnTo>
                  <a:lnTo>
                    <a:pt x="36244" y="262130"/>
                  </a:lnTo>
                  <a:lnTo>
                    <a:pt x="46490" y="325100"/>
                  </a:lnTo>
                  <a:lnTo>
                    <a:pt x="57250" y="414765"/>
                  </a:lnTo>
                  <a:lnTo>
                    <a:pt x="63893" y="476460"/>
                  </a:lnTo>
                  <a:lnTo>
                    <a:pt x="70040" y="536783"/>
                  </a:lnTo>
                  <a:lnTo>
                    <a:pt x="74689" y="586272"/>
                  </a:lnTo>
                  <a:lnTo>
                    <a:pt x="77416" y="635683"/>
                  </a:lnTo>
                  <a:lnTo>
                    <a:pt x="77318" y="657981"/>
                  </a:lnTo>
                  <a:lnTo>
                    <a:pt x="76280" y="696364"/>
                  </a:lnTo>
                  <a:lnTo>
                    <a:pt x="74039" y="764835"/>
                  </a:lnTo>
                  <a:lnTo>
                    <a:pt x="86454" y="776672"/>
                  </a:lnTo>
                  <a:lnTo>
                    <a:pt x="116656" y="785950"/>
                  </a:lnTo>
                  <a:lnTo>
                    <a:pt x="160622" y="792574"/>
                  </a:lnTo>
                  <a:lnTo>
                    <a:pt x="214329" y="796451"/>
                  </a:lnTo>
                  <a:lnTo>
                    <a:pt x="273754" y="797490"/>
                  </a:lnTo>
                  <a:lnTo>
                    <a:pt x="334874" y="795596"/>
                  </a:lnTo>
                  <a:lnTo>
                    <a:pt x="393665" y="790676"/>
                  </a:lnTo>
                  <a:lnTo>
                    <a:pt x="446105" y="782638"/>
                  </a:lnTo>
                  <a:lnTo>
                    <a:pt x="488170" y="771389"/>
                  </a:lnTo>
                  <a:lnTo>
                    <a:pt x="515837" y="756835"/>
                  </a:lnTo>
                  <a:lnTo>
                    <a:pt x="515402" y="714751"/>
                  </a:lnTo>
                  <a:lnTo>
                    <a:pt x="514928" y="618180"/>
                  </a:lnTo>
                  <a:lnTo>
                    <a:pt x="515656" y="511643"/>
                  </a:lnTo>
                  <a:lnTo>
                    <a:pt x="518832" y="439662"/>
                  </a:lnTo>
                  <a:lnTo>
                    <a:pt x="528835" y="359678"/>
                  </a:lnTo>
                  <a:lnTo>
                    <a:pt x="539371" y="292383"/>
                  </a:lnTo>
                  <a:lnTo>
                    <a:pt x="556919" y="201207"/>
                  </a:lnTo>
                  <a:lnTo>
                    <a:pt x="587961" y="49579"/>
                  </a:lnTo>
                  <a:lnTo>
                    <a:pt x="445274" y="0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1" name="object 311" descr=""/>
          <p:cNvGrpSpPr/>
          <p:nvPr/>
        </p:nvGrpSpPr>
        <p:grpSpPr>
          <a:xfrm>
            <a:off x="1640238" y="7803822"/>
            <a:ext cx="428625" cy="922019"/>
            <a:chOff x="1640238" y="7803822"/>
            <a:chExt cx="428625" cy="922019"/>
          </a:xfrm>
        </p:grpSpPr>
        <p:sp>
          <p:nvSpPr>
            <p:cNvPr id="312" name="object 312" descr=""/>
            <p:cNvSpPr/>
            <p:nvPr/>
          </p:nvSpPr>
          <p:spPr>
            <a:xfrm>
              <a:off x="1640238" y="7803822"/>
              <a:ext cx="428625" cy="922019"/>
            </a:xfrm>
            <a:custGeom>
              <a:avLst/>
              <a:gdLst/>
              <a:ahLst/>
              <a:cxnLst/>
              <a:rect l="l" t="t" r="r" b="b"/>
              <a:pathLst>
                <a:path w="428625" h="922020">
                  <a:moveTo>
                    <a:pt x="240665" y="0"/>
                  </a:moveTo>
                  <a:lnTo>
                    <a:pt x="181433" y="16596"/>
                  </a:lnTo>
                  <a:lnTo>
                    <a:pt x="81314" y="54997"/>
                  </a:lnTo>
                  <a:lnTo>
                    <a:pt x="36588" y="162088"/>
                  </a:lnTo>
                  <a:lnTo>
                    <a:pt x="13023" y="217159"/>
                  </a:lnTo>
                  <a:lnTo>
                    <a:pt x="4848" y="251368"/>
                  </a:lnTo>
                  <a:lnTo>
                    <a:pt x="801" y="301292"/>
                  </a:lnTo>
                  <a:lnTo>
                    <a:pt x="0" y="360928"/>
                  </a:lnTo>
                  <a:lnTo>
                    <a:pt x="1559" y="424274"/>
                  </a:lnTo>
                  <a:lnTo>
                    <a:pt x="4596" y="485326"/>
                  </a:lnTo>
                  <a:lnTo>
                    <a:pt x="8227" y="538081"/>
                  </a:lnTo>
                  <a:lnTo>
                    <a:pt x="15175" y="630227"/>
                  </a:lnTo>
                  <a:lnTo>
                    <a:pt x="18537" y="693402"/>
                  </a:lnTo>
                  <a:lnTo>
                    <a:pt x="19254" y="756824"/>
                  </a:lnTo>
                  <a:lnTo>
                    <a:pt x="18269" y="849705"/>
                  </a:lnTo>
                  <a:lnTo>
                    <a:pt x="133437" y="905687"/>
                  </a:lnTo>
                  <a:lnTo>
                    <a:pt x="214532" y="921905"/>
                  </a:lnTo>
                  <a:lnTo>
                    <a:pt x="299990" y="896159"/>
                  </a:lnTo>
                  <a:lnTo>
                    <a:pt x="428246" y="826251"/>
                  </a:lnTo>
                  <a:lnTo>
                    <a:pt x="424259" y="727886"/>
                  </a:lnTo>
                  <a:lnTo>
                    <a:pt x="421372" y="647483"/>
                  </a:lnTo>
                  <a:lnTo>
                    <a:pt x="419754" y="584090"/>
                  </a:lnTo>
                  <a:lnTo>
                    <a:pt x="419745" y="543201"/>
                  </a:lnTo>
                  <a:lnTo>
                    <a:pt x="420704" y="445970"/>
                  </a:lnTo>
                  <a:lnTo>
                    <a:pt x="420644" y="392857"/>
                  </a:lnTo>
                  <a:lnTo>
                    <a:pt x="419539" y="338898"/>
                  </a:lnTo>
                  <a:lnTo>
                    <a:pt x="416877" y="285708"/>
                  </a:lnTo>
                  <a:lnTo>
                    <a:pt x="412142" y="234901"/>
                  </a:lnTo>
                  <a:lnTo>
                    <a:pt x="404822" y="188092"/>
                  </a:lnTo>
                  <a:lnTo>
                    <a:pt x="388338" y="131214"/>
                  </a:lnTo>
                  <a:lnTo>
                    <a:pt x="367763" y="89802"/>
                  </a:lnTo>
                  <a:lnTo>
                    <a:pt x="329558" y="18547"/>
                  </a:lnTo>
                  <a:lnTo>
                    <a:pt x="282282" y="1789"/>
                  </a:lnTo>
                  <a:lnTo>
                    <a:pt x="240665" y="0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739220" y="7858339"/>
              <a:ext cx="240029" cy="407034"/>
            </a:xfrm>
            <a:custGeom>
              <a:avLst/>
              <a:gdLst/>
              <a:ahLst/>
              <a:cxnLst/>
              <a:rect l="l" t="t" r="r" b="b"/>
              <a:pathLst>
                <a:path w="240030" h="407034">
                  <a:moveTo>
                    <a:pt x="106437" y="0"/>
                  </a:moveTo>
                  <a:lnTo>
                    <a:pt x="58582" y="11590"/>
                  </a:lnTo>
                  <a:lnTo>
                    <a:pt x="29084" y="36041"/>
                  </a:lnTo>
                  <a:lnTo>
                    <a:pt x="6713" y="100477"/>
                  </a:lnTo>
                  <a:lnTo>
                    <a:pt x="3002" y="160014"/>
                  </a:lnTo>
                  <a:lnTo>
                    <a:pt x="1126" y="256124"/>
                  </a:lnTo>
                  <a:lnTo>
                    <a:pt x="0" y="365514"/>
                  </a:lnTo>
                  <a:lnTo>
                    <a:pt x="72360" y="397123"/>
                  </a:lnTo>
                  <a:lnTo>
                    <a:pt x="121476" y="406738"/>
                  </a:lnTo>
                  <a:lnTo>
                    <a:pt x="169844" y="393532"/>
                  </a:lnTo>
                  <a:lnTo>
                    <a:pt x="239961" y="356677"/>
                  </a:lnTo>
                  <a:lnTo>
                    <a:pt x="229050" y="201379"/>
                  </a:lnTo>
                  <a:lnTo>
                    <a:pt x="223469" y="130181"/>
                  </a:lnTo>
                  <a:lnTo>
                    <a:pt x="218736" y="80514"/>
                  </a:lnTo>
                  <a:lnTo>
                    <a:pt x="199964" y="30485"/>
                  </a:lnTo>
                  <a:lnTo>
                    <a:pt x="106437" y="0"/>
                  </a:lnTo>
                  <a:close/>
                </a:path>
              </a:pathLst>
            </a:custGeom>
            <a:solidFill>
              <a:srgbClr val="12121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4" name="object 314" descr=""/>
          <p:cNvSpPr/>
          <p:nvPr/>
        </p:nvSpPr>
        <p:spPr>
          <a:xfrm>
            <a:off x="11227384" y="7879822"/>
            <a:ext cx="262890" cy="803275"/>
          </a:xfrm>
          <a:custGeom>
            <a:avLst/>
            <a:gdLst/>
            <a:ahLst/>
            <a:cxnLst/>
            <a:rect l="l" t="t" r="r" b="b"/>
            <a:pathLst>
              <a:path w="262890" h="803275">
                <a:moveTo>
                  <a:pt x="262407" y="203161"/>
                </a:moveTo>
                <a:lnTo>
                  <a:pt x="251574" y="133667"/>
                </a:lnTo>
                <a:lnTo>
                  <a:pt x="234708" y="83883"/>
                </a:lnTo>
                <a:lnTo>
                  <a:pt x="211150" y="38036"/>
                </a:lnTo>
                <a:lnTo>
                  <a:pt x="181622" y="6578"/>
                </a:lnTo>
                <a:lnTo>
                  <a:pt x="146850" y="0"/>
                </a:lnTo>
                <a:lnTo>
                  <a:pt x="141617" y="1460"/>
                </a:lnTo>
                <a:lnTo>
                  <a:pt x="119049" y="53098"/>
                </a:lnTo>
                <a:lnTo>
                  <a:pt x="99923" y="129768"/>
                </a:lnTo>
                <a:lnTo>
                  <a:pt x="88163" y="187477"/>
                </a:lnTo>
                <a:lnTo>
                  <a:pt x="76085" y="250215"/>
                </a:lnTo>
                <a:lnTo>
                  <a:pt x="46609" y="409295"/>
                </a:lnTo>
                <a:lnTo>
                  <a:pt x="45491" y="414921"/>
                </a:lnTo>
                <a:lnTo>
                  <a:pt x="35153" y="460413"/>
                </a:lnTo>
                <a:lnTo>
                  <a:pt x="23710" y="524065"/>
                </a:lnTo>
                <a:lnTo>
                  <a:pt x="17614" y="570369"/>
                </a:lnTo>
                <a:lnTo>
                  <a:pt x="10617" y="636536"/>
                </a:lnTo>
                <a:lnTo>
                  <a:pt x="5029" y="706081"/>
                </a:lnTo>
                <a:lnTo>
                  <a:pt x="1333" y="761009"/>
                </a:lnTo>
                <a:lnTo>
                  <a:pt x="0" y="783310"/>
                </a:lnTo>
                <a:lnTo>
                  <a:pt x="35052" y="796010"/>
                </a:lnTo>
                <a:lnTo>
                  <a:pt x="57213" y="802055"/>
                </a:lnTo>
                <a:lnTo>
                  <a:pt x="75920" y="803059"/>
                </a:lnTo>
                <a:lnTo>
                  <a:pt x="100596" y="800658"/>
                </a:lnTo>
                <a:lnTo>
                  <a:pt x="142532" y="622566"/>
                </a:lnTo>
                <a:lnTo>
                  <a:pt x="165303" y="527672"/>
                </a:lnTo>
                <a:lnTo>
                  <a:pt x="176860" y="484022"/>
                </a:lnTo>
                <a:lnTo>
                  <a:pt x="185115" y="459638"/>
                </a:lnTo>
                <a:lnTo>
                  <a:pt x="184937" y="458685"/>
                </a:lnTo>
                <a:lnTo>
                  <a:pt x="207581" y="394804"/>
                </a:lnTo>
                <a:lnTo>
                  <a:pt x="225526" y="336359"/>
                </a:lnTo>
                <a:lnTo>
                  <a:pt x="242354" y="278396"/>
                </a:lnTo>
                <a:lnTo>
                  <a:pt x="255498" y="230733"/>
                </a:lnTo>
                <a:lnTo>
                  <a:pt x="262407" y="203161"/>
                </a:lnTo>
                <a:close/>
              </a:path>
            </a:pathLst>
          </a:custGeom>
          <a:solidFill>
            <a:srgbClr val="DECEC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5" name="object 315" descr=""/>
          <p:cNvGrpSpPr/>
          <p:nvPr/>
        </p:nvGrpSpPr>
        <p:grpSpPr>
          <a:xfrm>
            <a:off x="11374239" y="7844709"/>
            <a:ext cx="690245" cy="838200"/>
            <a:chOff x="11374239" y="7844709"/>
            <a:chExt cx="690245" cy="838200"/>
          </a:xfrm>
        </p:grpSpPr>
        <p:sp>
          <p:nvSpPr>
            <p:cNvPr id="316" name="object 316" descr=""/>
            <p:cNvSpPr/>
            <p:nvPr/>
          </p:nvSpPr>
          <p:spPr>
            <a:xfrm>
              <a:off x="11801564" y="7879822"/>
              <a:ext cx="262890" cy="803275"/>
            </a:xfrm>
            <a:custGeom>
              <a:avLst/>
              <a:gdLst/>
              <a:ahLst/>
              <a:cxnLst/>
              <a:rect l="l" t="t" r="r" b="b"/>
              <a:pathLst>
                <a:path w="262890" h="803275">
                  <a:moveTo>
                    <a:pt x="262407" y="783310"/>
                  </a:moveTo>
                  <a:lnTo>
                    <a:pt x="257378" y="706081"/>
                  </a:lnTo>
                  <a:lnTo>
                    <a:pt x="251802" y="636536"/>
                  </a:lnTo>
                  <a:lnTo>
                    <a:pt x="244805" y="570369"/>
                  </a:lnTo>
                  <a:lnTo>
                    <a:pt x="238696" y="524065"/>
                  </a:lnTo>
                  <a:lnTo>
                    <a:pt x="227253" y="460413"/>
                  </a:lnTo>
                  <a:lnTo>
                    <a:pt x="216928" y="415036"/>
                  </a:lnTo>
                  <a:lnTo>
                    <a:pt x="215798" y="409295"/>
                  </a:lnTo>
                  <a:lnTo>
                    <a:pt x="186321" y="250215"/>
                  </a:lnTo>
                  <a:lnTo>
                    <a:pt x="174244" y="187477"/>
                  </a:lnTo>
                  <a:lnTo>
                    <a:pt x="162483" y="129768"/>
                  </a:lnTo>
                  <a:lnTo>
                    <a:pt x="151904" y="82994"/>
                  </a:lnTo>
                  <a:lnTo>
                    <a:pt x="132080" y="23025"/>
                  </a:lnTo>
                  <a:lnTo>
                    <a:pt x="115570" y="0"/>
                  </a:lnTo>
                  <a:lnTo>
                    <a:pt x="80784" y="6578"/>
                  </a:lnTo>
                  <a:lnTo>
                    <a:pt x="51269" y="38036"/>
                  </a:lnTo>
                  <a:lnTo>
                    <a:pt x="27711" y="83883"/>
                  </a:lnTo>
                  <a:lnTo>
                    <a:pt x="10833" y="133667"/>
                  </a:lnTo>
                  <a:lnTo>
                    <a:pt x="1358" y="176923"/>
                  </a:lnTo>
                  <a:lnTo>
                    <a:pt x="0" y="203161"/>
                  </a:lnTo>
                  <a:lnTo>
                    <a:pt x="6908" y="230733"/>
                  </a:lnTo>
                  <a:lnTo>
                    <a:pt x="20053" y="278396"/>
                  </a:lnTo>
                  <a:lnTo>
                    <a:pt x="36893" y="336359"/>
                  </a:lnTo>
                  <a:lnTo>
                    <a:pt x="54838" y="394804"/>
                  </a:lnTo>
                  <a:lnTo>
                    <a:pt x="71335" y="443941"/>
                  </a:lnTo>
                  <a:lnTo>
                    <a:pt x="77470" y="458698"/>
                  </a:lnTo>
                  <a:lnTo>
                    <a:pt x="77304" y="459638"/>
                  </a:lnTo>
                  <a:lnTo>
                    <a:pt x="85559" y="484022"/>
                  </a:lnTo>
                  <a:lnTo>
                    <a:pt x="97104" y="527672"/>
                  </a:lnTo>
                  <a:lnTo>
                    <a:pt x="119888" y="622566"/>
                  </a:lnTo>
                  <a:lnTo>
                    <a:pt x="161810" y="800658"/>
                  </a:lnTo>
                  <a:lnTo>
                    <a:pt x="186486" y="803059"/>
                  </a:lnTo>
                  <a:lnTo>
                    <a:pt x="205193" y="802055"/>
                  </a:lnTo>
                  <a:lnTo>
                    <a:pt x="227355" y="796010"/>
                  </a:lnTo>
                  <a:lnTo>
                    <a:pt x="262407" y="783310"/>
                  </a:lnTo>
                  <a:close/>
                </a:path>
              </a:pathLst>
            </a:custGeom>
            <a:solidFill>
              <a:srgbClr val="DECE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1374239" y="7844709"/>
              <a:ext cx="542925" cy="772160"/>
            </a:xfrm>
            <a:custGeom>
              <a:avLst/>
              <a:gdLst/>
              <a:ahLst/>
              <a:cxnLst/>
              <a:rect l="l" t="t" r="r" b="b"/>
              <a:pathLst>
                <a:path w="542925" h="772159">
                  <a:moveTo>
                    <a:pt x="97117" y="0"/>
                  </a:moveTo>
                  <a:lnTo>
                    <a:pt x="0" y="35108"/>
                  </a:lnTo>
                  <a:lnTo>
                    <a:pt x="15915" y="155385"/>
                  </a:lnTo>
                  <a:lnTo>
                    <a:pt x="21842" y="202224"/>
                  </a:lnTo>
                  <a:lnTo>
                    <a:pt x="29868" y="254962"/>
                  </a:lnTo>
                  <a:lnTo>
                    <a:pt x="40960" y="315569"/>
                  </a:lnTo>
                  <a:lnTo>
                    <a:pt x="52486" y="376467"/>
                  </a:lnTo>
                  <a:lnTo>
                    <a:pt x="61813" y="430078"/>
                  </a:lnTo>
                  <a:lnTo>
                    <a:pt x="66312" y="468823"/>
                  </a:lnTo>
                  <a:lnTo>
                    <a:pt x="68636" y="531238"/>
                  </a:lnTo>
                  <a:lnTo>
                    <a:pt x="68690" y="581450"/>
                  </a:lnTo>
                  <a:lnTo>
                    <a:pt x="65824" y="645928"/>
                  </a:lnTo>
                  <a:lnTo>
                    <a:pt x="59390" y="751139"/>
                  </a:lnTo>
                  <a:lnTo>
                    <a:pt x="78978" y="754735"/>
                  </a:lnTo>
                  <a:lnTo>
                    <a:pt x="131098" y="762455"/>
                  </a:lnTo>
                  <a:lnTo>
                    <a:pt x="205783" y="769701"/>
                  </a:lnTo>
                  <a:lnTo>
                    <a:pt x="293069" y="771871"/>
                  </a:lnTo>
                  <a:lnTo>
                    <a:pt x="367967" y="769756"/>
                  </a:lnTo>
                  <a:lnTo>
                    <a:pt x="413522" y="765036"/>
                  </a:lnTo>
                  <a:lnTo>
                    <a:pt x="448266" y="754102"/>
                  </a:lnTo>
                  <a:lnTo>
                    <a:pt x="490728" y="733338"/>
                  </a:lnTo>
                  <a:lnTo>
                    <a:pt x="488725" y="687331"/>
                  </a:lnTo>
                  <a:lnTo>
                    <a:pt x="485079" y="580644"/>
                  </a:lnTo>
                  <a:lnTo>
                    <a:pt x="483333" y="460281"/>
                  </a:lnTo>
                  <a:lnTo>
                    <a:pt x="487032" y="373245"/>
                  </a:lnTo>
                  <a:lnTo>
                    <a:pt x="493600" y="326932"/>
                  </a:lnTo>
                  <a:lnTo>
                    <a:pt x="501609" y="276273"/>
                  </a:lnTo>
                  <a:lnTo>
                    <a:pt x="516294" y="189565"/>
                  </a:lnTo>
                  <a:lnTo>
                    <a:pt x="542894" y="35108"/>
                  </a:lnTo>
                  <a:lnTo>
                    <a:pt x="458038" y="3518"/>
                  </a:lnTo>
                  <a:lnTo>
                    <a:pt x="445994" y="9423"/>
                  </a:lnTo>
                  <a:lnTo>
                    <a:pt x="411679" y="22457"/>
                  </a:lnTo>
                  <a:lnTo>
                    <a:pt x="357820" y="35597"/>
                  </a:lnTo>
                  <a:lnTo>
                    <a:pt x="287143" y="41820"/>
                  </a:lnTo>
                  <a:lnTo>
                    <a:pt x="225534" y="41479"/>
                  </a:lnTo>
                  <a:lnTo>
                    <a:pt x="185203" y="37009"/>
                  </a:lnTo>
                  <a:lnTo>
                    <a:pt x="148336" y="24489"/>
                  </a:lnTo>
                  <a:lnTo>
                    <a:pt x="97117" y="0"/>
                  </a:lnTo>
                  <a:close/>
                </a:path>
              </a:pathLst>
            </a:custGeom>
            <a:solidFill>
              <a:srgbClr val="E6D7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8" name="object 318" descr=""/>
          <p:cNvSpPr/>
          <p:nvPr/>
        </p:nvSpPr>
        <p:spPr>
          <a:xfrm>
            <a:off x="13623430" y="7874018"/>
            <a:ext cx="262890" cy="803275"/>
          </a:xfrm>
          <a:custGeom>
            <a:avLst/>
            <a:gdLst/>
            <a:ahLst/>
            <a:cxnLst/>
            <a:rect l="l" t="t" r="r" b="b"/>
            <a:pathLst>
              <a:path w="262890" h="803275">
                <a:moveTo>
                  <a:pt x="262420" y="203161"/>
                </a:moveTo>
                <a:lnTo>
                  <a:pt x="251574" y="133667"/>
                </a:lnTo>
                <a:lnTo>
                  <a:pt x="234708" y="83883"/>
                </a:lnTo>
                <a:lnTo>
                  <a:pt x="211150" y="38036"/>
                </a:lnTo>
                <a:lnTo>
                  <a:pt x="181622" y="6578"/>
                </a:lnTo>
                <a:lnTo>
                  <a:pt x="146850" y="0"/>
                </a:lnTo>
                <a:lnTo>
                  <a:pt x="141630" y="1460"/>
                </a:lnTo>
                <a:lnTo>
                  <a:pt x="119062" y="53098"/>
                </a:lnTo>
                <a:lnTo>
                  <a:pt x="99936" y="129768"/>
                </a:lnTo>
                <a:lnTo>
                  <a:pt x="88163" y="187477"/>
                </a:lnTo>
                <a:lnTo>
                  <a:pt x="76085" y="250215"/>
                </a:lnTo>
                <a:lnTo>
                  <a:pt x="46609" y="409308"/>
                </a:lnTo>
                <a:lnTo>
                  <a:pt x="45415" y="415290"/>
                </a:lnTo>
                <a:lnTo>
                  <a:pt x="35153" y="460413"/>
                </a:lnTo>
                <a:lnTo>
                  <a:pt x="23710" y="524065"/>
                </a:lnTo>
                <a:lnTo>
                  <a:pt x="17614" y="570369"/>
                </a:lnTo>
                <a:lnTo>
                  <a:pt x="10617" y="636536"/>
                </a:lnTo>
                <a:lnTo>
                  <a:pt x="5029" y="706081"/>
                </a:lnTo>
                <a:lnTo>
                  <a:pt x="1333" y="761009"/>
                </a:lnTo>
                <a:lnTo>
                  <a:pt x="0" y="783310"/>
                </a:lnTo>
                <a:lnTo>
                  <a:pt x="35052" y="796010"/>
                </a:lnTo>
                <a:lnTo>
                  <a:pt x="57226" y="802055"/>
                </a:lnTo>
                <a:lnTo>
                  <a:pt x="75920" y="803059"/>
                </a:lnTo>
                <a:lnTo>
                  <a:pt x="100609" y="800658"/>
                </a:lnTo>
                <a:lnTo>
                  <a:pt x="142532" y="622566"/>
                </a:lnTo>
                <a:lnTo>
                  <a:pt x="165303" y="527672"/>
                </a:lnTo>
                <a:lnTo>
                  <a:pt x="176860" y="484022"/>
                </a:lnTo>
                <a:lnTo>
                  <a:pt x="185115" y="459638"/>
                </a:lnTo>
                <a:lnTo>
                  <a:pt x="184937" y="458673"/>
                </a:lnTo>
                <a:lnTo>
                  <a:pt x="207581" y="394804"/>
                </a:lnTo>
                <a:lnTo>
                  <a:pt x="225526" y="336359"/>
                </a:lnTo>
                <a:lnTo>
                  <a:pt x="242354" y="278396"/>
                </a:lnTo>
                <a:lnTo>
                  <a:pt x="255498" y="230733"/>
                </a:lnTo>
                <a:lnTo>
                  <a:pt x="262420" y="203161"/>
                </a:lnTo>
                <a:close/>
              </a:path>
            </a:pathLst>
          </a:custGeom>
          <a:solidFill>
            <a:srgbClr val="DECEC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9" name="object 319" descr=""/>
          <p:cNvGrpSpPr/>
          <p:nvPr/>
        </p:nvGrpSpPr>
        <p:grpSpPr>
          <a:xfrm>
            <a:off x="13770288" y="7838906"/>
            <a:ext cx="690245" cy="838200"/>
            <a:chOff x="13770288" y="7838906"/>
            <a:chExt cx="690245" cy="838200"/>
          </a:xfrm>
        </p:grpSpPr>
        <p:sp>
          <p:nvSpPr>
            <p:cNvPr id="320" name="object 320" descr=""/>
            <p:cNvSpPr/>
            <p:nvPr/>
          </p:nvSpPr>
          <p:spPr>
            <a:xfrm>
              <a:off x="14197609" y="7874018"/>
              <a:ext cx="262890" cy="803275"/>
            </a:xfrm>
            <a:custGeom>
              <a:avLst/>
              <a:gdLst/>
              <a:ahLst/>
              <a:cxnLst/>
              <a:rect l="l" t="t" r="r" b="b"/>
              <a:pathLst>
                <a:path w="262890" h="803275">
                  <a:moveTo>
                    <a:pt x="262420" y="783310"/>
                  </a:moveTo>
                  <a:lnTo>
                    <a:pt x="257378" y="706081"/>
                  </a:lnTo>
                  <a:lnTo>
                    <a:pt x="251802" y="636536"/>
                  </a:lnTo>
                  <a:lnTo>
                    <a:pt x="244805" y="570369"/>
                  </a:lnTo>
                  <a:lnTo>
                    <a:pt x="238709" y="524065"/>
                  </a:lnTo>
                  <a:lnTo>
                    <a:pt x="227266" y="460413"/>
                  </a:lnTo>
                  <a:lnTo>
                    <a:pt x="216992" y="415290"/>
                  </a:lnTo>
                  <a:lnTo>
                    <a:pt x="215811" y="409308"/>
                  </a:lnTo>
                  <a:lnTo>
                    <a:pt x="186334" y="250215"/>
                  </a:lnTo>
                  <a:lnTo>
                    <a:pt x="174256" y="187477"/>
                  </a:lnTo>
                  <a:lnTo>
                    <a:pt x="162496" y="129768"/>
                  </a:lnTo>
                  <a:lnTo>
                    <a:pt x="151904" y="82994"/>
                  </a:lnTo>
                  <a:lnTo>
                    <a:pt x="132080" y="23025"/>
                  </a:lnTo>
                  <a:lnTo>
                    <a:pt x="115570" y="0"/>
                  </a:lnTo>
                  <a:lnTo>
                    <a:pt x="80784" y="6578"/>
                  </a:lnTo>
                  <a:lnTo>
                    <a:pt x="51269" y="38036"/>
                  </a:lnTo>
                  <a:lnTo>
                    <a:pt x="27711" y="83883"/>
                  </a:lnTo>
                  <a:lnTo>
                    <a:pt x="10833" y="133667"/>
                  </a:lnTo>
                  <a:lnTo>
                    <a:pt x="1358" y="176923"/>
                  </a:lnTo>
                  <a:lnTo>
                    <a:pt x="0" y="203161"/>
                  </a:lnTo>
                  <a:lnTo>
                    <a:pt x="6908" y="230733"/>
                  </a:lnTo>
                  <a:lnTo>
                    <a:pt x="20066" y="278396"/>
                  </a:lnTo>
                  <a:lnTo>
                    <a:pt x="36893" y="336359"/>
                  </a:lnTo>
                  <a:lnTo>
                    <a:pt x="54838" y="394804"/>
                  </a:lnTo>
                  <a:lnTo>
                    <a:pt x="71335" y="443941"/>
                  </a:lnTo>
                  <a:lnTo>
                    <a:pt x="77470" y="458685"/>
                  </a:lnTo>
                  <a:lnTo>
                    <a:pt x="77304" y="459638"/>
                  </a:lnTo>
                  <a:lnTo>
                    <a:pt x="85559" y="484022"/>
                  </a:lnTo>
                  <a:lnTo>
                    <a:pt x="97104" y="527672"/>
                  </a:lnTo>
                  <a:lnTo>
                    <a:pt x="119888" y="622566"/>
                  </a:lnTo>
                  <a:lnTo>
                    <a:pt x="161810" y="800658"/>
                  </a:lnTo>
                  <a:lnTo>
                    <a:pt x="186486" y="803059"/>
                  </a:lnTo>
                  <a:lnTo>
                    <a:pt x="205193" y="802055"/>
                  </a:lnTo>
                  <a:lnTo>
                    <a:pt x="227355" y="796010"/>
                  </a:lnTo>
                  <a:lnTo>
                    <a:pt x="262420" y="783310"/>
                  </a:lnTo>
                  <a:close/>
                </a:path>
              </a:pathLst>
            </a:custGeom>
            <a:solidFill>
              <a:srgbClr val="DECE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13770288" y="7838906"/>
              <a:ext cx="542925" cy="772160"/>
            </a:xfrm>
            <a:custGeom>
              <a:avLst/>
              <a:gdLst/>
              <a:ahLst/>
              <a:cxnLst/>
              <a:rect l="l" t="t" r="r" b="b"/>
              <a:pathLst>
                <a:path w="542925" h="772159">
                  <a:moveTo>
                    <a:pt x="97117" y="0"/>
                  </a:moveTo>
                  <a:lnTo>
                    <a:pt x="0" y="35108"/>
                  </a:lnTo>
                  <a:lnTo>
                    <a:pt x="15915" y="155385"/>
                  </a:lnTo>
                  <a:lnTo>
                    <a:pt x="21842" y="202224"/>
                  </a:lnTo>
                  <a:lnTo>
                    <a:pt x="29868" y="254962"/>
                  </a:lnTo>
                  <a:lnTo>
                    <a:pt x="40960" y="315569"/>
                  </a:lnTo>
                  <a:lnTo>
                    <a:pt x="52486" y="376467"/>
                  </a:lnTo>
                  <a:lnTo>
                    <a:pt x="61813" y="430078"/>
                  </a:lnTo>
                  <a:lnTo>
                    <a:pt x="66312" y="468823"/>
                  </a:lnTo>
                  <a:lnTo>
                    <a:pt x="68636" y="531238"/>
                  </a:lnTo>
                  <a:lnTo>
                    <a:pt x="68690" y="581450"/>
                  </a:lnTo>
                  <a:lnTo>
                    <a:pt x="65824" y="645928"/>
                  </a:lnTo>
                  <a:lnTo>
                    <a:pt x="59390" y="751139"/>
                  </a:lnTo>
                  <a:lnTo>
                    <a:pt x="78977" y="754735"/>
                  </a:lnTo>
                  <a:lnTo>
                    <a:pt x="131094" y="762455"/>
                  </a:lnTo>
                  <a:lnTo>
                    <a:pt x="205779" y="769701"/>
                  </a:lnTo>
                  <a:lnTo>
                    <a:pt x="293069" y="771871"/>
                  </a:lnTo>
                  <a:lnTo>
                    <a:pt x="367967" y="769750"/>
                  </a:lnTo>
                  <a:lnTo>
                    <a:pt x="413522" y="765029"/>
                  </a:lnTo>
                  <a:lnTo>
                    <a:pt x="448266" y="754096"/>
                  </a:lnTo>
                  <a:lnTo>
                    <a:pt x="490728" y="733338"/>
                  </a:lnTo>
                  <a:lnTo>
                    <a:pt x="488725" y="687331"/>
                  </a:lnTo>
                  <a:lnTo>
                    <a:pt x="485079" y="580644"/>
                  </a:lnTo>
                  <a:lnTo>
                    <a:pt x="483333" y="460281"/>
                  </a:lnTo>
                  <a:lnTo>
                    <a:pt x="487032" y="373245"/>
                  </a:lnTo>
                  <a:lnTo>
                    <a:pt x="493600" y="326932"/>
                  </a:lnTo>
                  <a:lnTo>
                    <a:pt x="501609" y="276273"/>
                  </a:lnTo>
                  <a:lnTo>
                    <a:pt x="516294" y="189565"/>
                  </a:lnTo>
                  <a:lnTo>
                    <a:pt x="542894" y="35108"/>
                  </a:lnTo>
                  <a:lnTo>
                    <a:pt x="440394" y="7842"/>
                  </a:lnTo>
                  <a:lnTo>
                    <a:pt x="431107" y="13072"/>
                  </a:lnTo>
                  <a:lnTo>
                    <a:pt x="402858" y="24619"/>
                  </a:lnTo>
                  <a:lnTo>
                    <a:pt x="355063" y="36273"/>
                  </a:lnTo>
                  <a:lnTo>
                    <a:pt x="287143" y="41820"/>
                  </a:lnTo>
                  <a:lnTo>
                    <a:pt x="225534" y="41479"/>
                  </a:lnTo>
                  <a:lnTo>
                    <a:pt x="185203" y="37009"/>
                  </a:lnTo>
                  <a:lnTo>
                    <a:pt x="148336" y="24489"/>
                  </a:lnTo>
                  <a:lnTo>
                    <a:pt x="97117" y="0"/>
                  </a:lnTo>
                  <a:close/>
                </a:path>
              </a:pathLst>
            </a:custGeom>
            <a:solidFill>
              <a:srgbClr val="E6D7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2" name="object 322" descr=""/>
          <p:cNvSpPr/>
          <p:nvPr/>
        </p:nvSpPr>
        <p:spPr>
          <a:xfrm>
            <a:off x="12676950" y="7874018"/>
            <a:ext cx="262890" cy="803275"/>
          </a:xfrm>
          <a:custGeom>
            <a:avLst/>
            <a:gdLst/>
            <a:ahLst/>
            <a:cxnLst/>
            <a:rect l="l" t="t" r="r" b="b"/>
            <a:pathLst>
              <a:path w="262890" h="803275">
                <a:moveTo>
                  <a:pt x="262420" y="203161"/>
                </a:moveTo>
                <a:lnTo>
                  <a:pt x="251574" y="133667"/>
                </a:lnTo>
                <a:lnTo>
                  <a:pt x="234708" y="83883"/>
                </a:lnTo>
                <a:lnTo>
                  <a:pt x="211150" y="38036"/>
                </a:lnTo>
                <a:lnTo>
                  <a:pt x="181622" y="6578"/>
                </a:lnTo>
                <a:lnTo>
                  <a:pt x="146850" y="0"/>
                </a:lnTo>
                <a:lnTo>
                  <a:pt x="141630" y="1460"/>
                </a:lnTo>
                <a:lnTo>
                  <a:pt x="119049" y="53098"/>
                </a:lnTo>
                <a:lnTo>
                  <a:pt x="99923" y="129768"/>
                </a:lnTo>
                <a:lnTo>
                  <a:pt x="88163" y="187477"/>
                </a:lnTo>
                <a:lnTo>
                  <a:pt x="76085" y="250215"/>
                </a:lnTo>
                <a:lnTo>
                  <a:pt x="46609" y="409308"/>
                </a:lnTo>
                <a:lnTo>
                  <a:pt x="45415" y="415290"/>
                </a:lnTo>
                <a:lnTo>
                  <a:pt x="35153" y="460413"/>
                </a:lnTo>
                <a:lnTo>
                  <a:pt x="23710" y="524065"/>
                </a:lnTo>
                <a:lnTo>
                  <a:pt x="17614" y="570369"/>
                </a:lnTo>
                <a:lnTo>
                  <a:pt x="10617" y="636536"/>
                </a:lnTo>
                <a:lnTo>
                  <a:pt x="5029" y="706081"/>
                </a:lnTo>
                <a:lnTo>
                  <a:pt x="1333" y="761009"/>
                </a:lnTo>
                <a:lnTo>
                  <a:pt x="0" y="783310"/>
                </a:lnTo>
                <a:lnTo>
                  <a:pt x="35052" y="796010"/>
                </a:lnTo>
                <a:lnTo>
                  <a:pt x="57226" y="802055"/>
                </a:lnTo>
                <a:lnTo>
                  <a:pt x="75933" y="803059"/>
                </a:lnTo>
                <a:lnTo>
                  <a:pt x="100609" y="800658"/>
                </a:lnTo>
                <a:lnTo>
                  <a:pt x="142532" y="622566"/>
                </a:lnTo>
                <a:lnTo>
                  <a:pt x="165303" y="527672"/>
                </a:lnTo>
                <a:lnTo>
                  <a:pt x="176860" y="484022"/>
                </a:lnTo>
                <a:lnTo>
                  <a:pt x="185115" y="459638"/>
                </a:lnTo>
                <a:lnTo>
                  <a:pt x="184937" y="458673"/>
                </a:lnTo>
                <a:lnTo>
                  <a:pt x="207581" y="394804"/>
                </a:lnTo>
                <a:lnTo>
                  <a:pt x="225526" y="336359"/>
                </a:lnTo>
                <a:lnTo>
                  <a:pt x="242354" y="278396"/>
                </a:lnTo>
                <a:lnTo>
                  <a:pt x="255511" y="230733"/>
                </a:lnTo>
                <a:lnTo>
                  <a:pt x="262420" y="203161"/>
                </a:lnTo>
                <a:close/>
              </a:path>
            </a:pathLst>
          </a:custGeom>
          <a:solidFill>
            <a:srgbClr val="DECEC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3" name="object 323" descr=""/>
          <p:cNvGrpSpPr/>
          <p:nvPr/>
        </p:nvGrpSpPr>
        <p:grpSpPr>
          <a:xfrm>
            <a:off x="12823809" y="7838906"/>
            <a:ext cx="690245" cy="838200"/>
            <a:chOff x="12823809" y="7838906"/>
            <a:chExt cx="690245" cy="838200"/>
          </a:xfrm>
        </p:grpSpPr>
        <p:sp>
          <p:nvSpPr>
            <p:cNvPr id="324" name="object 324" descr=""/>
            <p:cNvSpPr/>
            <p:nvPr/>
          </p:nvSpPr>
          <p:spPr>
            <a:xfrm>
              <a:off x="13251129" y="7874018"/>
              <a:ext cx="262890" cy="803275"/>
            </a:xfrm>
            <a:custGeom>
              <a:avLst/>
              <a:gdLst/>
              <a:ahLst/>
              <a:cxnLst/>
              <a:rect l="l" t="t" r="r" b="b"/>
              <a:pathLst>
                <a:path w="262890" h="803275">
                  <a:moveTo>
                    <a:pt x="262420" y="783310"/>
                  </a:moveTo>
                  <a:lnTo>
                    <a:pt x="257378" y="706081"/>
                  </a:lnTo>
                  <a:lnTo>
                    <a:pt x="251802" y="636536"/>
                  </a:lnTo>
                  <a:lnTo>
                    <a:pt x="244805" y="570369"/>
                  </a:lnTo>
                  <a:lnTo>
                    <a:pt x="238709" y="524065"/>
                  </a:lnTo>
                  <a:lnTo>
                    <a:pt x="227266" y="460413"/>
                  </a:lnTo>
                  <a:lnTo>
                    <a:pt x="216992" y="415290"/>
                  </a:lnTo>
                  <a:lnTo>
                    <a:pt x="215811" y="409308"/>
                  </a:lnTo>
                  <a:lnTo>
                    <a:pt x="186334" y="250215"/>
                  </a:lnTo>
                  <a:lnTo>
                    <a:pt x="174256" y="187477"/>
                  </a:lnTo>
                  <a:lnTo>
                    <a:pt x="162496" y="129768"/>
                  </a:lnTo>
                  <a:lnTo>
                    <a:pt x="151904" y="82994"/>
                  </a:lnTo>
                  <a:lnTo>
                    <a:pt x="132080" y="23025"/>
                  </a:lnTo>
                  <a:lnTo>
                    <a:pt x="115570" y="0"/>
                  </a:lnTo>
                  <a:lnTo>
                    <a:pt x="80797" y="6578"/>
                  </a:lnTo>
                  <a:lnTo>
                    <a:pt x="51269" y="38036"/>
                  </a:lnTo>
                  <a:lnTo>
                    <a:pt x="27711" y="83883"/>
                  </a:lnTo>
                  <a:lnTo>
                    <a:pt x="10845" y="133667"/>
                  </a:lnTo>
                  <a:lnTo>
                    <a:pt x="1358" y="176923"/>
                  </a:lnTo>
                  <a:lnTo>
                    <a:pt x="0" y="203161"/>
                  </a:lnTo>
                  <a:lnTo>
                    <a:pt x="6908" y="230733"/>
                  </a:lnTo>
                  <a:lnTo>
                    <a:pt x="20066" y="278396"/>
                  </a:lnTo>
                  <a:lnTo>
                    <a:pt x="36893" y="336359"/>
                  </a:lnTo>
                  <a:lnTo>
                    <a:pt x="54838" y="394804"/>
                  </a:lnTo>
                  <a:lnTo>
                    <a:pt x="71348" y="443941"/>
                  </a:lnTo>
                  <a:lnTo>
                    <a:pt x="77482" y="458698"/>
                  </a:lnTo>
                  <a:lnTo>
                    <a:pt x="77317" y="459638"/>
                  </a:lnTo>
                  <a:lnTo>
                    <a:pt x="85559" y="484022"/>
                  </a:lnTo>
                  <a:lnTo>
                    <a:pt x="97104" y="527672"/>
                  </a:lnTo>
                  <a:lnTo>
                    <a:pt x="119888" y="622566"/>
                  </a:lnTo>
                  <a:lnTo>
                    <a:pt x="161810" y="800658"/>
                  </a:lnTo>
                  <a:lnTo>
                    <a:pt x="186486" y="803059"/>
                  </a:lnTo>
                  <a:lnTo>
                    <a:pt x="205193" y="802055"/>
                  </a:lnTo>
                  <a:lnTo>
                    <a:pt x="227355" y="796010"/>
                  </a:lnTo>
                  <a:lnTo>
                    <a:pt x="262420" y="783310"/>
                  </a:lnTo>
                  <a:close/>
                </a:path>
              </a:pathLst>
            </a:custGeom>
            <a:solidFill>
              <a:srgbClr val="DECE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5" name="object 325" descr=""/>
            <p:cNvSpPr/>
            <p:nvPr/>
          </p:nvSpPr>
          <p:spPr>
            <a:xfrm>
              <a:off x="12823809" y="7838906"/>
              <a:ext cx="542925" cy="772160"/>
            </a:xfrm>
            <a:custGeom>
              <a:avLst/>
              <a:gdLst/>
              <a:ahLst/>
              <a:cxnLst/>
              <a:rect l="l" t="t" r="r" b="b"/>
              <a:pathLst>
                <a:path w="542925" h="772159">
                  <a:moveTo>
                    <a:pt x="97117" y="0"/>
                  </a:moveTo>
                  <a:lnTo>
                    <a:pt x="0" y="35108"/>
                  </a:lnTo>
                  <a:lnTo>
                    <a:pt x="3012" y="126001"/>
                  </a:lnTo>
                  <a:lnTo>
                    <a:pt x="6343" y="198853"/>
                  </a:lnTo>
                  <a:lnTo>
                    <a:pt x="10502" y="253740"/>
                  </a:lnTo>
                  <a:lnTo>
                    <a:pt x="20204" y="312543"/>
                  </a:lnTo>
                  <a:lnTo>
                    <a:pt x="32584" y="370308"/>
                  </a:lnTo>
                  <a:lnTo>
                    <a:pt x="43587" y="422606"/>
                  </a:lnTo>
                  <a:lnTo>
                    <a:pt x="49160" y="465012"/>
                  </a:lnTo>
                  <a:lnTo>
                    <a:pt x="53682" y="578115"/>
                  </a:lnTo>
                  <a:lnTo>
                    <a:pt x="59390" y="751139"/>
                  </a:lnTo>
                  <a:lnTo>
                    <a:pt x="78976" y="754735"/>
                  </a:lnTo>
                  <a:lnTo>
                    <a:pt x="131092" y="762455"/>
                  </a:lnTo>
                  <a:lnTo>
                    <a:pt x="205774" y="769701"/>
                  </a:lnTo>
                  <a:lnTo>
                    <a:pt x="293059" y="771871"/>
                  </a:lnTo>
                  <a:lnTo>
                    <a:pt x="367542" y="770038"/>
                  </a:lnTo>
                  <a:lnTo>
                    <a:pt x="410156" y="767332"/>
                  </a:lnTo>
                  <a:lnTo>
                    <a:pt x="436908" y="761870"/>
                  </a:lnTo>
                  <a:lnTo>
                    <a:pt x="463807" y="751767"/>
                  </a:lnTo>
                  <a:lnTo>
                    <a:pt x="464789" y="706172"/>
                  </a:lnTo>
                  <a:lnTo>
                    <a:pt x="467708" y="600392"/>
                  </a:lnTo>
                  <a:lnTo>
                    <a:pt x="472527" y="480936"/>
                  </a:lnTo>
                  <a:lnTo>
                    <a:pt x="479210" y="394312"/>
                  </a:lnTo>
                  <a:lnTo>
                    <a:pt x="485906" y="347665"/>
                  </a:lnTo>
                  <a:lnTo>
                    <a:pt x="494772" y="294699"/>
                  </a:lnTo>
                  <a:lnTo>
                    <a:pt x="511778" y="201738"/>
                  </a:lnTo>
                  <a:lnTo>
                    <a:pt x="542894" y="35108"/>
                  </a:lnTo>
                  <a:lnTo>
                    <a:pt x="458038" y="3507"/>
                  </a:lnTo>
                  <a:lnTo>
                    <a:pt x="445994" y="9414"/>
                  </a:lnTo>
                  <a:lnTo>
                    <a:pt x="411679" y="22452"/>
                  </a:lnTo>
                  <a:lnTo>
                    <a:pt x="357820" y="35595"/>
                  </a:lnTo>
                  <a:lnTo>
                    <a:pt x="287143" y="41820"/>
                  </a:lnTo>
                  <a:lnTo>
                    <a:pt x="225534" y="41479"/>
                  </a:lnTo>
                  <a:lnTo>
                    <a:pt x="185203" y="37009"/>
                  </a:lnTo>
                  <a:lnTo>
                    <a:pt x="148336" y="24489"/>
                  </a:lnTo>
                  <a:lnTo>
                    <a:pt x="97117" y="0"/>
                  </a:lnTo>
                  <a:close/>
                </a:path>
              </a:pathLst>
            </a:custGeom>
            <a:solidFill>
              <a:srgbClr val="E6D7C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6" name="object 326" descr=""/>
          <p:cNvGrpSpPr/>
          <p:nvPr/>
        </p:nvGrpSpPr>
        <p:grpSpPr>
          <a:xfrm>
            <a:off x="15136680" y="9138437"/>
            <a:ext cx="295275" cy="779780"/>
            <a:chOff x="15136680" y="9138437"/>
            <a:chExt cx="295275" cy="779780"/>
          </a:xfrm>
        </p:grpSpPr>
        <p:sp>
          <p:nvSpPr>
            <p:cNvPr id="327" name="object 327" descr=""/>
            <p:cNvSpPr/>
            <p:nvPr/>
          </p:nvSpPr>
          <p:spPr>
            <a:xfrm>
              <a:off x="15150769" y="9138443"/>
              <a:ext cx="281305" cy="747395"/>
            </a:xfrm>
            <a:custGeom>
              <a:avLst/>
              <a:gdLst/>
              <a:ahLst/>
              <a:cxnLst/>
              <a:rect l="l" t="t" r="r" b="b"/>
              <a:pathLst>
                <a:path w="281305" h="747395">
                  <a:moveTo>
                    <a:pt x="281101" y="141909"/>
                  </a:moveTo>
                  <a:lnTo>
                    <a:pt x="263855" y="71501"/>
                  </a:lnTo>
                  <a:lnTo>
                    <a:pt x="234886" y="35966"/>
                  </a:lnTo>
                  <a:lnTo>
                    <a:pt x="199948" y="10096"/>
                  </a:lnTo>
                  <a:lnTo>
                    <a:pt x="166751" y="0"/>
                  </a:lnTo>
                  <a:lnTo>
                    <a:pt x="142989" y="11760"/>
                  </a:lnTo>
                  <a:lnTo>
                    <a:pt x="122326" y="54825"/>
                  </a:lnTo>
                  <a:lnTo>
                    <a:pt x="99123" y="144729"/>
                  </a:lnTo>
                  <a:lnTo>
                    <a:pt x="69862" y="260972"/>
                  </a:lnTo>
                  <a:lnTo>
                    <a:pt x="54762" y="322440"/>
                  </a:lnTo>
                  <a:lnTo>
                    <a:pt x="41465" y="378206"/>
                  </a:lnTo>
                  <a:lnTo>
                    <a:pt x="31584" y="422325"/>
                  </a:lnTo>
                  <a:lnTo>
                    <a:pt x="10033" y="588035"/>
                  </a:lnTo>
                  <a:lnTo>
                    <a:pt x="1905" y="661555"/>
                  </a:lnTo>
                  <a:lnTo>
                    <a:pt x="0" y="693801"/>
                  </a:lnTo>
                  <a:lnTo>
                    <a:pt x="1981" y="709168"/>
                  </a:lnTo>
                  <a:lnTo>
                    <a:pt x="70332" y="734098"/>
                  </a:lnTo>
                  <a:lnTo>
                    <a:pt x="110121" y="745705"/>
                  </a:lnTo>
                  <a:lnTo>
                    <a:pt x="136677" y="746950"/>
                  </a:lnTo>
                  <a:lnTo>
                    <a:pt x="165303" y="740791"/>
                  </a:lnTo>
                  <a:lnTo>
                    <a:pt x="189763" y="652919"/>
                  </a:lnTo>
                  <a:lnTo>
                    <a:pt x="203441" y="602081"/>
                  </a:lnTo>
                  <a:lnTo>
                    <a:pt x="218249" y="533895"/>
                  </a:lnTo>
                  <a:lnTo>
                    <a:pt x="221030" y="485394"/>
                  </a:lnTo>
                  <a:lnTo>
                    <a:pt x="220599" y="483755"/>
                  </a:lnTo>
                  <a:lnTo>
                    <a:pt x="234873" y="447306"/>
                  </a:lnTo>
                  <a:lnTo>
                    <a:pt x="247802" y="400672"/>
                  </a:lnTo>
                  <a:lnTo>
                    <a:pt x="259080" y="347472"/>
                  </a:lnTo>
                  <a:lnTo>
                    <a:pt x="268376" y="291338"/>
                  </a:lnTo>
                  <a:lnTo>
                    <a:pt x="275374" y="235940"/>
                  </a:lnTo>
                  <a:lnTo>
                    <a:pt x="279730" y="184912"/>
                  </a:lnTo>
                  <a:lnTo>
                    <a:pt x="281101" y="141909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8" name="object 328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5136680" y="9784947"/>
              <a:ext cx="195391" cy="133058"/>
            </a:xfrm>
            <a:prstGeom prst="rect">
              <a:avLst/>
            </a:prstGeom>
          </p:spPr>
        </p:pic>
      </p:grpSp>
      <p:grpSp>
        <p:nvGrpSpPr>
          <p:cNvPr id="329" name="object 329" descr=""/>
          <p:cNvGrpSpPr/>
          <p:nvPr/>
        </p:nvGrpSpPr>
        <p:grpSpPr>
          <a:xfrm>
            <a:off x="15277682" y="9017623"/>
            <a:ext cx="814705" cy="1243965"/>
            <a:chOff x="15277682" y="9017623"/>
            <a:chExt cx="814705" cy="1243965"/>
          </a:xfrm>
        </p:grpSpPr>
        <p:sp>
          <p:nvSpPr>
            <p:cNvPr id="330" name="object 330" descr=""/>
            <p:cNvSpPr/>
            <p:nvPr/>
          </p:nvSpPr>
          <p:spPr>
            <a:xfrm>
              <a:off x="15792297" y="9134113"/>
              <a:ext cx="281305" cy="747395"/>
            </a:xfrm>
            <a:custGeom>
              <a:avLst/>
              <a:gdLst/>
              <a:ahLst/>
              <a:cxnLst/>
              <a:rect l="l" t="t" r="r" b="b"/>
              <a:pathLst>
                <a:path w="281305" h="747395">
                  <a:moveTo>
                    <a:pt x="281012" y="693788"/>
                  </a:moveTo>
                  <a:lnTo>
                    <a:pt x="270979" y="588022"/>
                  </a:lnTo>
                  <a:lnTo>
                    <a:pt x="254317" y="448818"/>
                  </a:lnTo>
                  <a:lnTo>
                    <a:pt x="239547" y="378206"/>
                  </a:lnTo>
                  <a:lnTo>
                    <a:pt x="226250" y="322440"/>
                  </a:lnTo>
                  <a:lnTo>
                    <a:pt x="211150" y="260959"/>
                  </a:lnTo>
                  <a:lnTo>
                    <a:pt x="181889" y="144741"/>
                  </a:lnTo>
                  <a:lnTo>
                    <a:pt x="158762" y="54825"/>
                  </a:lnTo>
                  <a:lnTo>
                    <a:pt x="147358" y="18211"/>
                  </a:lnTo>
                  <a:lnTo>
                    <a:pt x="118605" y="0"/>
                  </a:lnTo>
                  <a:lnTo>
                    <a:pt x="84201" y="10096"/>
                  </a:lnTo>
                  <a:lnTo>
                    <a:pt x="47828" y="35966"/>
                  </a:lnTo>
                  <a:lnTo>
                    <a:pt x="17653" y="71501"/>
                  </a:lnTo>
                  <a:lnTo>
                    <a:pt x="1841" y="110578"/>
                  </a:lnTo>
                  <a:lnTo>
                    <a:pt x="0" y="143713"/>
                  </a:lnTo>
                  <a:lnTo>
                    <a:pt x="1612" y="191452"/>
                  </a:lnTo>
                  <a:lnTo>
                    <a:pt x="6286" y="249186"/>
                  </a:lnTo>
                  <a:lnTo>
                    <a:pt x="13665" y="312280"/>
                  </a:lnTo>
                  <a:lnTo>
                    <a:pt x="23342" y="376097"/>
                  </a:lnTo>
                  <a:lnTo>
                    <a:pt x="34950" y="436003"/>
                  </a:lnTo>
                  <a:lnTo>
                    <a:pt x="48094" y="487387"/>
                  </a:lnTo>
                  <a:lnTo>
                    <a:pt x="62420" y="525589"/>
                  </a:lnTo>
                  <a:lnTo>
                    <a:pt x="63944" y="526935"/>
                  </a:lnTo>
                  <a:lnTo>
                    <a:pt x="62763" y="533895"/>
                  </a:lnTo>
                  <a:lnTo>
                    <a:pt x="76034" y="602335"/>
                  </a:lnTo>
                  <a:lnTo>
                    <a:pt x="90093" y="653122"/>
                  </a:lnTo>
                  <a:lnTo>
                    <a:pt x="115709" y="740791"/>
                  </a:lnTo>
                  <a:lnTo>
                    <a:pt x="144335" y="746937"/>
                  </a:lnTo>
                  <a:lnTo>
                    <a:pt x="170891" y="745693"/>
                  </a:lnTo>
                  <a:lnTo>
                    <a:pt x="210680" y="734098"/>
                  </a:lnTo>
                  <a:lnTo>
                    <a:pt x="279031" y="709168"/>
                  </a:lnTo>
                  <a:lnTo>
                    <a:pt x="281012" y="693788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1" name="object 331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5896857" y="9780613"/>
              <a:ext cx="195391" cy="133058"/>
            </a:xfrm>
            <a:prstGeom prst="rect">
              <a:avLst/>
            </a:prstGeom>
          </p:spPr>
        </p:pic>
        <p:sp>
          <p:nvSpPr>
            <p:cNvPr id="332" name="object 332" descr=""/>
            <p:cNvSpPr/>
            <p:nvPr/>
          </p:nvSpPr>
          <p:spPr>
            <a:xfrm>
              <a:off x="15277682" y="9058157"/>
              <a:ext cx="673735" cy="1203325"/>
            </a:xfrm>
            <a:custGeom>
              <a:avLst/>
              <a:gdLst/>
              <a:ahLst/>
              <a:cxnLst/>
              <a:rect l="l" t="t" r="r" b="b"/>
              <a:pathLst>
                <a:path w="673734" h="1203325">
                  <a:moveTo>
                    <a:pt x="215656" y="0"/>
                  </a:moveTo>
                  <a:lnTo>
                    <a:pt x="125748" y="28060"/>
                  </a:lnTo>
                  <a:lnTo>
                    <a:pt x="75840" y="45671"/>
                  </a:lnTo>
                  <a:lnTo>
                    <a:pt x="24238" y="79264"/>
                  </a:lnTo>
                  <a:lnTo>
                    <a:pt x="3193" y="160092"/>
                  </a:lnTo>
                  <a:lnTo>
                    <a:pt x="27" y="219260"/>
                  </a:lnTo>
                  <a:lnTo>
                    <a:pt x="0" y="272825"/>
                  </a:lnTo>
                  <a:lnTo>
                    <a:pt x="1788" y="307205"/>
                  </a:lnTo>
                  <a:lnTo>
                    <a:pt x="2821" y="323339"/>
                  </a:lnTo>
                  <a:lnTo>
                    <a:pt x="4040" y="353359"/>
                  </a:lnTo>
                  <a:lnTo>
                    <a:pt x="14690" y="699391"/>
                  </a:lnTo>
                  <a:lnTo>
                    <a:pt x="16928" y="763761"/>
                  </a:lnTo>
                  <a:lnTo>
                    <a:pt x="19272" y="824059"/>
                  </a:lnTo>
                  <a:lnTo>
                    <a:pt x="21712" y="878040"/>
                  </a:lnTo>
                  <a:lnTo>
                    <a:pt x="24238" y="923458"/>
                  </a:lnTo>
                  <a:lnTo>
                    <a:pt x="28485" y="1012606"/>
                  </a:lnTo>
                  <a:lnTo>
                    <a:pt x="30406" y="1091724"/>
                  </a:lnTo>
                  <a:lnTo>
                    <a:pt x="30901" y="1148341"/>
                  </a:lnTo>
                  <a:lnTo>
                    <a:pt x="30866" y="1169985"/>
                  </a:lnTo>
                  <a:lnTo>
                    <a:pt x="94608" y="1182368"/>
                  </a:lnTo>
                  <a:lnTo>
                    <a:pt x="156000" y="1191659"/>
                  </a:lnTo>
                  <a:lnTo>
                    <a:pt x="215053" y="1198090"/>
                  </a:lnTo>
                  <a:lnTo>
                    <a:pt x="271774" y="1201893"/>
                  </a:lnTo>
                  <a:lnTo>
                    <a:pt x="326174" y="1203302"/>
                  </a:lnTo>
                  <a:lnTo>
                    <a:pt x="378260" y="1202548"/>
                  </a:lnTo>
                  <a:lnTo>
                    <a:pt x="428041" y="1199865"/>
                  </a:lnTo>
                  <a:lnTo>
                    <a:pt x="475528" y="1195485"/>
                  </a:lnTo>
                  <a:lnTo>
                    <a:pt x="520728" y="1189641"/>
                  </a:lnTo>
                  <a:lnTo>
                    <a:pt x="563651" y="1182565"/>
                  </a:lnTo>
                  <a:lnTo>
                    <a:pt x="604305" y="1174491"/>
                  </a:lnTo>
                  <a:lnTo>
                    <a:pt x="642701" y="1165650"/>
                  </a:lnTo>
                  <a:lnTo>
                    <a:pt x="642250" y="1090631"/>
                  </a:lnTo>
                  <a:lnTo>
                    <a:pt x="642791" y="1039944"/>
                  </a:lnTo>
                  <a:lnTo>
                    <a:pt x="644943" y="990479"/>
                  </a:lnTo>
                  <a:lnTo>
                    <a:pt x="649329" y="919123"/>
                  </a:lnTo>
                  <a:lnTo>
                    <a:pt x="651852" y="873705"/>
                  </a:lnTo>
                  <a:lnTo>
                    <a:pt x="654291" y="819724"/>
                  </a:lnTo>
                  <a:lnTo>
                    <a:pt x="656634" y="759426"/>
                  </a:lnTo>
                  <a:lnTo>
                    <a:pt x="660995" y="628857"/>
                  </a:lnTo>
                  <a:lnTo>
                    <a:pt x="668131" y="390687"/>
                  </a:lnTo>
                  <a:lnTo>
                    <a:pt x="669526" y="349024"/>
                  </a:lnTo>
                  <a:lnTo>
                    <a:pt x="670745" y="319004"/>
                  </a:lnTo>
                  <a:lnTo>
                    <a:pt x="671778" y="302870"/>
                  </a:lnTo>
                  <a:lnTo>
                    <a:pt x="673563" y="268490"/>
                  </a:lnTo>
                  <a:lnTo>
                    <a:pt x="673535" y="214925"/>
                  </a:lnTo>
                  <a:lnTo>
                    <a:pt x="670370" y="155757"/>
                  </a:lnTo>
                  <a:lnTo>
                    <a:pt x="662743" y="104565"/>
                  </a:lnTo>
                  <a:lnTo>
                    <a:pt x="599225" y="51528"/>
                  </a:lnTo>
                  <a:lnTo>
                    <a:pt x="524983" y="30836"/>
                  </a:lnTo>
                  <a:lnTo>
                    <a:pt x="457662" y="16066"/>
                  </a:lnTo>
                  <a:lnTo>
                    <a:pt x="428320" y="10429"/>
                  </a:lnTo>
                  <a:lnTo>
                    <a:pt x="215656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3" name="object 333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5466329" y="9017623"/>
              <a:ext cx="253657" cy="83435"/>
            </a:xfrm>
            <a:prstGeom prst="rect">
              <a:avLst/>
            </a:prstGeom>
          </p:spPr>
        </p:pic>
      </p:grpSp>
      <p:grpSp>
        <p:nvGrpSpPr>
          <p:cNvPr id="334" name="object 334" descr=""/>
          <p:cNvGrpSpPr/>
          <p:nvPr/>
        </p:nvGrpSpPr>
        <p:grpSpPr>
          <a:xfrm>
            <a:off x="12306933" y="8996054"/>
            <a:ext cx="424180" cy="1217930"/>
            <a:chOff x="12306933" y="8996054"/>
            <a:chExt cx="424180" cy="1217930"/>
          </a:xfrm>
        </p:grpSpPr>
        <p:sp>
          <p:nvSpPr>
            <p:cNvPr id="335" name="object 335" descr=""/>
            <p:cNvSpPr/>
            <p:nvPr/>
          </p:nvSpPr>
          <p:spPr>
            <a:xfrm>
              <a:off x="12323433" y="9109144"/>
              <a:ext cx="280670" cy="735330"/>
            </a:xfrm>
            <a:custGeom>
              <a:avLst/>
              <a:gdLst/>
              <a:ahLst/>
              <a:cxnLst/>
              <a:rect l="l" t="t" r="r" b="b"/>
              <a:pathLst>
                <a:path w="280670" h="735329">
                  <a:moveTo>
                    <a:pt x="280454" y="134607"/>
                  </a:moveTo>
                  <a:lnTo>
                    <a:pt x="263613" y="60972"/>
                  </a:lnTo>
                  <a:lnTo>
                    <a:pt x="234048" y="28740"/>
                  </a:lnTo>
                  <a:lnTo>
                    <a:pt x="198399" y="6807"/>
                  </a:lnTo>
                  <a:lnTo>
                    <a:pt x="164604" y="0"/>
                  </a:lnTo>
                  <a:lnTo>
                    <a:pt x="140601" y="13144"/>
                  </a:lnTo>
                  <a:lnTo>
                    <a:pt x="134696" y="11912"/>
                  </a:lnTo>
                  <a:lnTo>
                    <a:pt x="99123" y="132829"/>
                  </a:lnTo>
                  <a:lnTo>
                    <a:pt x="69875" y="249059"/>
                  </a:lnTo>
                  <a:lnTo>
                    <a:pt x="54762" y="310540"/>
                  </a:lnTo>
                  <a:lnTo>
                    <a:pt x="41465" y="366306"/>
                  </a:lnTo>
                  <a:lnTo>
                    <a:pt x="31584" y="410413"/>
                  </a:lnTo>
                  <a:lnTo>
                    <a:pt x="10045" y="576122"/>
                  </a:lnTo>
                  <a:lnTo>
                    <a:pt x="1917" y="649643"/>
                  </a:lnTo>
                  <a:lnTo>
                    <a:pt x="0" y="681888"/>
                  </a:lnTo>
                  <a:lnTo>
                    <a:pt x="1993" y="697268"/>
                  </a:lnTo>
                  <a:lnTo>
                    <a:pt x="70332" y="722185"/>
                  </a:lnTo>
                  <a:lnTo>
                    <a:pt x="110134" y="733793"/>
                  </a:lnTo>
                  <a:lnTo>
                    <a:pt x="136677" y="735037"/>
                  </a:lnTo>
                  <a:lnTo>
                    <a:pt x="165303" y="728891"/>
                  </a:lnTo>
                  <a:lnTo>
                    <a:pt x="190931" y="641210"/>
                  </a:lnTo>
                  <a:lnTo>
                    <a:pt x="204990" y="590435"/>
                  </a:lnTo>
                  <a:lnTo>
                    <a:pt x="212432" y="557161"/>
                  </a:lnTo>
                  <a:lnTo>
                    <a:pt x="218249" y="521995"/>
                  </a:lnTo>
                  <a:lnTo>
                    <a:pt x="214109" y="497522"/>
                  </a:lnTo>
                  <a:lnTo>
                    <a:pt x="197319" y="469290"/>
                  </a:lnTo>
                  <a:lnTo>
                    <a:pt x="196481" y="468401"/>
                  </a:lnTo>
                  <a:lnTo>
                    <a:pt x="208826" y="455358"/>
                  </a:lnTo>
                  <a:lnTo>
                    <a:pt x="225640" y="413740"/>
                  </a:lnTo>
                  <a:lnTo>
                    <a:pt x="241731" y="360895"/>
                  </a:lnTo>
                  <a:lnTo>
                    <a:pt x="256159" y="301675"/>
                  </a:lnTo>
                  <a:lnTo>
                    <a:pt x="268033" y="240982"/>
                  </a:lnTo>
                  <a:lnTo>
                    <a:pt x="276428" y="183667"/>
                  </a:lnTo>
                  <a:lnTo>
                    <a:pt x="280454" y="134607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6" name="object 336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2306933" y="9757081"/>
              <a:ext cx="195391" cy="133058"/>
            </a:xfrm>
            <a:prstGeom prst="rect">
              <a:avLst/>
            </a:prstGeom>
          </p:spPr>
        </p:pic>
        <p:sp>
          <p:nvSpPr>
            <p:cNvPr id="337" name="object 337" descr=""/>
            <p:cNvSpPr/>
            <p:nvPr/>
          </p:nvSpPr>
          <p:spPr>
            <a:xfrm>
              <a:off x="12447932" y="9030292"/>
              <a:ext cx="283210" cy="1183640"/>
            </a:xfrm>
            <a:custGeom>
              <a:avLst/>
              <a:gdLst/>
              <a:ahLst/>
              <a:cxnLst/>
              <a:rect l="l" t="t" r="r" b="b"/>
              <a:pathLst>
                <a:path w="283209" h="1183640">
                  <a:moveTo>
                    <a:pt x="215662" y="0"/>
                  </a:moveTo>
                  <a:lnTo>
                    <a:pt x="133789" y="27789"/>
                  </a:lnTo>
                  <a:lnTo>
                    <a:pt x="69716" y="53556"/>
                  </a:lnTo>
                  <a:lnTo>
                    <a:pt x="24234" y="79264"/>
                  </a:lnTo>
                  <a:lnTo>
                    <a:pt x="3192" y="160092"/>
                  </a:lnTo>
                  <a:lnTo>
                    <a:pt x="27" y="219260"/>
                  </a:lnTo>
                  <a:lnTo>
                    <a:pt x="0" y="272825"/>
                  </a:lnTo>
                  <a:lnTo>
                    <a:pt x="1784" y="307205"/>
                  </a:lnTo>
                  <a:lnTo>
                    <a:pt x="2820" y="323339"/>
                  </a:lnTo>
                  <a:lnTo>
                    <a:pt x="4040" y="353359"/>
                  </a:lnTo>
                  <a:lnTo>
                    <a:pt x="5436" y="395022"/>
                  </a:lnTo>
                  <a:lnTo>
                    <a:pt x="12571" y="633192"/>
                  </a:lnTo>
                  <a:lnTo>
                    <a:pt x="16930" y="763761"/>
                  </a:lnTo>
                  <a:lnTo>
                    <a:pt x="19272" y="824059"/>
                  </a:lnTo>
                  <a:lnTo>
                    <a:pt x="21710" y="878040"/>
                  </a:lnTo>
                  <a:lnTo>
                    <a:pt x="24234" y="923458"/>
                  </a:lnTo>
                  <a:lnTo>
                    <a:pt x="28625" y="994814"/>
                  </a:lnTo>
                  <a:lnTo>
                    <a:pt x="30779" y="1044279"/>
                  </a:lnTo>
                  <a:lnTo>
                    <a:pt x="31318" y="1094966"/>
                  </a:lnTo>
                  <a:lnTo>
                    <a:pt x="30862" y="1169985"/>
                  </a:lnTo>
                  <a:lnTo>
                    <a:pt x="77293" y="1180009"/>
                  </a:lnTo>
                  <a:lnTo>
                    <a:pt x="115830" y="1183351"/>
                  </a:lnTo>
                  <a:lnTo>
                    <a:pt x="167227" y="1180009"/>
                  </a:lnTo>
                  <a:lnTo>
                    <a:pt x="252237" y="1169985"/>
                  </a:lnTo>
                  <a:lnTo>
                    <a:pt x="252882" y="1157296"/>
                  </a:lnTo>
                  <a:lnTo>
                    <a:pt x="253880" y="1125306"/>
                  </a:lnTo>
                  <a:lnTo>
                    <a:pt x="253823" y="1083130"/>
                  </a:lnTo>
                  <a:lnTo>
                    <a:pt x="250353" y="1023557"/>
                  </a:lnTo>
                  <a:lnTo>
                    <a:pt x="249494" y="994829"/>
                  </a:lnTo>
                  <a:lnTo>
                    <a:pt x="248743" y="955325"/>
                  </a:lnTo>
                  <a:lnTo>
                    <a:pt x="248117" y="906673"/>
                  </a:lnTo>
                  <a:lnTo>
                    <a:pt x="247630" y="850498"/>
                  </a:lnTo>
                  <a:lnTo>
                    <a:pt x="247137" y="722084"/>
                  </a:lnTo>
                  <a:lnTo>
                    <a:pt x="247386" y="583091"/>
                  </a:lnTo>
                  <a:lnTo>
                    <a:pt x="247828" y="513693"/>
                  </a:lnTo>
                  <a:lnTo>
                    <a:pt x="248501" y="446529"/>
                  </a:lnTo>
                  <a:lnTo>
                    <a:pt x="249422" y="383224"/>
                  </a:lnTo>
                  <a:lnTo>
                    <a:pt x="250605" y="325406"/>
                  </a:lnTo>
                  <a:lnTo>
                    <a:pt x="252065" y="274699"/>
                  </a:lnTo>
                  <a:lnTo>
                    <a:pt x="253819" y="232731"/>
                  </a:lnTo>
                  <a:lnTo>
                    <a:pt x="258268" y="181512"/>
                  </a:lnTo>
                  <a:lnTo>
                    <a:pt x="266803" y="138431"/>
                  </a:lnTo>
                  <a:lnTo>
                    <a:pt x="283126" y="92395"/>
                  </a:lnTo>
                  <a:lnTo>
                    <a:pt x="215662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2659640" y="9132677"/>
              <a:ext cx="57150" cy="821055"/>
            </a:xfrm>
            <a:custGeom>
              <a:avLst/>
              <a:gdLst/>
              <a:ahLst/>
              <a:cxnLst/>
              <a:rect l="l" t="t" r="r" b="b"/>
              <a:pathLst>
                <a:path w="57150" h="821054">
                  <a:moveTo>
                    <a:pt x="13423" y="597992"/>
                  </a:moveTo>
                  <a:lnTo>
                    <a:pt x="11747" y="590245"/>
                  </a:lnTo>
                  <a:lnTo>
                    <a:pt x="6718" y="586727"/>
                  </a:lnTo>
                  <a:lnTo>
                    <a:pt x="1689" y="590245"/>
                  </a:lnTo>
                  <a:lnTo>
                    <a:pt x="0" y="597992"/>
                  </a:lnTo>
                  <a:lnTo>
                    <a:pt x="1676" y="605726"/>
                  </a:lnTo>
                  <a:lnTo>
                    <a:pt x="6718" y="609244"/>
                  </a:lnTo>
                  <a:lnTo>
                    <a:pt x="11747" y="605726"/>
                  </a:lnTo>
                  <a:lnTo>
                    <a:pt x="13423" y="597992"/>
                  </a:lnTo>
                  <a:close/>
                </a:path>
                <a:path w="57150" h="821054">
                  <a:moveTo>
                    <a:pt x="16535" y="369265"/>
                  </a:moveTo>
                  <a:lnTo>
                    <a:pt x="14859" y="361518"/>
                  </a:lnTo>
                  <a:lnTo>
                    <a:pt x="9817" y="358000"/>
                  </a:lnTo>
                  <a:lnTo>
                    <a:pt x="4787" y="361518"/>
                  </a:lnTo>
                  <a:lnTo>
                    <a:pt x="3111" y="369265"/>
                  </a:lnTo>
                  <a:lnTo>
                    <a:pt x="4787" y="376999"/>
                  </a:lnTo>
                  <a:lnTo>
                    <a:pt x="9817" y="380517"/>
                  </a:lnTo>
                  <a:lnTo>
                    <a:pt x="14846" y="376999"/>
                  </a:lnTo>
                  <a:lnTo>
                    <a:pt x="16535" y="369265"/>
                  </a:lnTo>
                  <a:close/>
                </a:path>
                <a:path w="57150" h="821054">
                  <a:moveTo>
                    <a:pt x="20637" y="809396"/>
                  </a:moveTo>
                  <a:lnTo>
                    <a:pt x="18961" y="801662"/>
                  </a:lnTo>
                  <a:lnTo>
                    <a:pt x="13931" y="798144"/>
                  </a:lnTo>
                  <a:lnTo>
                    <a:pt x="8890" y="801662"/>
                  </a:lnTo>
                  <a:lnTo>
                    <a:pt x="7213" y="809396"/>
                  </a:lnTo>
                  <a:lnTo>
                    <a:pt x="8890" y="817130"/>
                  </a:lnTo>
                  <a:lnTo>
                    <a:pt x="13931" y="820648"/>
                  </a:lnTo>
                  <a:lnTo>
                    <a:pt x="18961" y="817130"/>
                  </a:lnTo>
                  <a:lnTo>
                    <a:pt x="20637" y="809396"/>
                  </a:lnTo>
                  <a:close/>
                </a:path>
                <a:path w="57150" h="821054">
                  <a:moveTo>
                    <a:pt x="29946" y="123215"/>
                  </a:moveTo>
                  <a:lnTo>
                    <a:pt x="28270" y="115481"/>
                  </a:lnTo>
                  <a:lnTo>
                    <a:pt x="23241" y="111963"/>
                  </a:lnTo>
                  <a:lnTo>
                    <a:pt x="18211" y="115481"/>
                  </a:lnTo>
                  <a:lnTo>
                    <a:pt x="16522" y="123215"/>
                  </a:lnTo>
                  <a:lnTo>
                    <a:pt x="18199" y="130949"/>
                  </a:lnTo>
                  <a:lnTo>
                    <a:pt x="23241" y="134467"/>
                  </a:lnTo>
                  <a:lnTo>
                    <a:pt x="28270" y="130949"/>
                  </a:lnTo>
                  <a:lnTo>
                    <a:pt x="29946" y="123215"/>
                  </a:lnTo>
                  <a:close/>
                </a:path>
                <a:path w="57150" h="821054">
                  <a:moveTo>
                    <a:pt x="56730" y="4686"/>
                  </a:moveTo>
                  <a:lnTo>
                    <a:pt x="52755" y="0"/>
                  </a:lnTo>
                  <a:lnTo>
                    <a:pt x="47002" y="2120"/>
                  </a:lnTo>
                  <a:lnTo>
                    <a:pt x="43395" y="9182"/>
                  </a:lnTo>
                  <a:lnTo>
                    <a:pt x="43040" y="17094"/>
                  </a:lnTo>
                  <a:lnTo>
                    <a:pt x="47002" y="21767"/>
                  </a:lnTo>
                  <a:lnTo>
                    <a:pt x="52768" y="19659"/>
                  </a:lnTo>
                  <a:lnTo>
                    <a:pt x="56375" y="12598"/>
                  </a:lnTo>
                  <a:lnTo>
                    <a:pt x="56730" y="4686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2618091" y="8996054"/>
              <a:ext cx="113030" cy="203200"/>
            </a:xfrm>
            <a:custGeom>
              <a:avLst/>
              <a:gdLst/>
              <a:ahLst/>
              <a:cxnLst/>
              <a:rect l="l" t="t" r="r" b="b"/>
              <a:pathLst>
                <a:path w="113029" h="203200">
                  <a:moveTo>
                    <a:pt x="64793" y="0"/>
                  </a:moveTo>
                  <a:lnTo>
                    <a:pt x="54762" y="6088"/>
                  </a:lnTo>
                  <a:lnTo>
                    <a:pt x="32479" y="21168"/>
                  </a:lnTo>
                  <a:lnTo>
                    <a:pt x="0" y="43632"/>
                  </a:lnTo>
                  <a:lnTo>
                    <a:pt x="12727" y="79086"/>
                  </a:lnTo>
                  <a:lnTo>
                    <a:pt x="19795" y="100430"/>
                  </a:lnTo>
                  <a:lnTo>
                    <a:pt x="30371" y="158755"/>
                  </a:lnTo>
                  <a:lnTo>
                    <a:pt x="33768" y="203061"/>
                  </a:lnTo>
                  <a:lnTo>
                    <a:pt x="56024" y="193348"/>
                  </a:lnTo>
                  <a:lnTo>
                    <a:pt x="68728" y="185080"/>
                  </a:lnTo>
                  <a:lnTo>
                    <a:pt x="76638" y="173730"/>
                  </a:lnTo>
                  <a:lnTo>
                    <a:pt x="84510" y="154770"/>
                  </a:lnTo>
                  <a:lnTo>
                    <a:pt x="94262" y="136724"/>
                  </a:lnTo>
                  <a:lnTo>
                    <a:pt x="103456" y="128569"/>
                  </a:lnTo>
                  <a:lnTo>
                    <a:pt x="110291" y="126481"/>
                  </a:lnTo>
                  <a:lnTo>
                    <a:pt x="112970" y="126634"/>
                  </a:lnTo>
                  <a:lnTo>
                    <a:pt x="81737" y="80334"/>
                  </a:lnTo>
                  <a:lnTo>
                    <a:pt x="66308" y="51710"/>
                  </a:lnTo>
                  <a:lnTo>
                    <a:pt x="62165" y="28889"/>
                  </a:lnTo>
                  <a:lnTo>
                    <a:pt x="64793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0" name="object 340" descr=""/>
          <p:cNvGrpSpPr/>
          <p:nvPr/>
        </p:nvGrpSpPr>
        <p:grpSpPr>
          <a:xfrm>
            <a:off x="12838371" y="8991672"/>
            <a:ext cx="424180" cy="1217930"/>
            <a:chOff x="12838371" y="8991672"/>
            <a:chExt cx="424180" cy="1217930"/>
          </a:xfrm>
        </p:grpSpPr>
        <p:sp>
          <p:nvSpPr>
            <p:cNvPr id="341" name="object 341" descr=""/>
            <p:cNvSpPr/>
            <p:nvPr/>
          </p:nvSpPr>
          <p:spPr>
            <a:xfrm>
              <a:off x="12965532" y="9104801"/>
              <a:ext cx="280670" cy="735330"/>
            </a:xfrm>
            <a:custGeom>
              <a:avLst/>
              <a:gdLst/>
              <a:ahLst/>
              <a:cxnLst/>
              <a:rect l="l" t="t" r="r" b="b"/>
              <a:pathLst>
                <a:path w="280669" h="735329">
                  <a:moveTo>
                    <a:pt x="280454" y="681901"/>
                  </a:moveTo>
                  <a:lnTo>
                    <a:pt x="278536" y="649655"/>
                  </a:lnTo>
                  <a:lnTo>
                    <a:pt x="270408" y="576135"/>
                  </a:lnTo>
                  <a:lnTo>
                    <a:pt x="253758" y="436930"/>
                  </a:lnTo>
                  <a:lnTo>
                    <a:pt x="238975" y="366306"/>
                  </a:lnTo>
                  <a:lnTo>
                    <a:pt x="225691" y="310540"/>
                  </a:lnTo>
                  <a:lnTo>
                    <a:pt x="210591" y="249072"/>
                  </a:lnTo>
                  <a:lnTo>
                    <a:pt x="181330" y="132842"/>
                  </a:lnTo>
                  <a:lnTo>
                    <a:pt x="158165" y="43141"/>
                  </a:lnTo>
                  <a:lnTo>
                    <a:pt x="145770" y="11925"/>
                  </a:lnTo>
                  <a:lnTo>
                    <a:pt x="139852" y="13144"/>
                  </a:lnTo>
                  <a:lnTo>
                    <a:pt x="115849" y="0"/>
                  </a:lnTo>
                  <a:lnTo>
                    <a:pt x="46405" y="28752"/>
                  </a:lnTo>
                  <a:lnTo>
                    <a:pt x="16840" y="60985"/>
                  </a:lnTo>
                  <a:lnTo>
                    <a:pt x="1270" y="98679"/>
                  </a:lnTo>
                  <a:lnTo>
                    <a:pt x="0" y="134607"/>
                  </a:lnTo>
                  <a:lnTo>
                    <a:pt x="4025" y="183667"/>
                  </a:lnTo>
                  <a:lnTo>
                    <a:pt x="12420" y="240995"/>
                  </a:lnTo>
                  <a:lnTo>
                    <a:pt x="24295" y="301688"/>
                  </a:lnTo>
                  <a:lnTo>
                    <a:pt x="38722" y="360908"/>
                  </a:lnTo>
                  <a:lnTo>
                    <a:pt x="54813" y="413753"/>
                  </a:lnTo>
                  <a:lnTo>
                    <a:pt x="71628" y="455371"/>
                  </a:lnTo>
                  <a:lnTo>
                    <a:pt x="83959" y="468414"/>
                  </a:lnTo>
                  <a:lnTo>
                    <a:pt x="83134" y="469303"/>
                  </a:lnTo>
                  <a:lnTo>
                    <a:pt x="66357" y="497535"/>
                  </a:lnTo>
                  <a:lnTo>
                    <a:pt x="62204" y="522008"/>
                  </a:lnTo>
                  <a:lnTo>
                    <a:pt x="68008" y="557174"/>
                  </a:lnTo>
                  <a:lnTo>
                    <a:pt x="75463" y="590448"/>
                  </a:lnTo>
                  <a:lnTo>
                    <a:pt x="89522" y="641223"/>
                  </a:lnTo>
                  <a:lnTo>
                    <a:pt x="115150" y="728891"/>
                  </a:lnTo>
                  <a:lnTo>
                    <a:pt x="143764" y="735050"/>
                  </a:lnTo>
                  <a:lnTo>
                    <a:pt x="170319" y="733806"/>
                  </a:lnTo>
                  <a:lnTo>
                    <a:pt x="210121" y="722198"/>
                  </a:lnTo>
                  <a:lnTo>
                    <a:pt x="278460" y="697268"/>
                  </a:lnTo>
                  <a:lnTo>
                    <a:pt x="280454" y="681901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2" name="object 342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3067108" y="9752747"/>
              <a:ext cx="195385" cy="133058"/>
            </a:xfrm>
            <a:prstGeom prst="rect">
              <a:avLst/>
            </a:prstGeom>
          </p:spPr>
        </p:pic>
        <p:sp>
          <p:nvSpPr>
            <p:cNvPr id="343" name="object 343" descr=""/>
            <p:cNvSpPr/>
            <p:nvPr/>
          </p:nvSpPr>
          <p:spPr>
            <a:xfrm>
              <a:off x="12838372" y="9025960"/>
              <a:ext cx="283210" cy="1183640"/>
            </a:xfrm>
            <a:custGeom>
              <a:avLst/>
              <a:gdLst/>
              <a:ahLst/>
              <a:cxnLst/>
              <a:rect l="l" t="t" r="r" b="b"/>
              <a:pathLst>
                <a:path w="283209" h="1183640">
                  <a:moveTo>
                    <a:pt x="67474" y="0"/>
                  </a:moveTo>
                  <a:lnTo>
                    <a:pt x="0" y="92395"/>
                  </a:lnTo>
                  <a:lnTo>
                    <a:pt x="6225" y="102227"/>
                  </a:lnTo>
                  <a:lnTo>
                    <a:pt x="10889" y="114788"/>
                  </a:lnTo>
                  <a:lnTo>
                    <a:pt x="24857" y="181512"/>
                  </a:lnTo>
                  <a:lnTo>
                    <a:pt x="29307" y="232731"/>
                  </a:lnTo>
                  <a:lnTo>
                    <a:pt x="31060" y="274699"/>
                  </a:lnTo>
                  <a:lnTo>
                    <a:pt x="32521" y="325406"/>
                  </a:lnTo>
                  <a:lnTo>
                    <a:pt x="33704" y="383224"/>
                  </a:lnTo>
                  <a:lnTo>
                    <a:pt x="34625" y="446529"/>
                  </a:lnTo>
                  <a:lnTo>
                    <a:pt x="35298" y="513693"/>
                  </a:lnTo>
                  <a:lnTo>
                    <a:pt x="35739" y="583091"/>
                  </a:lnTo>
                  <a:lnTo>
                    <a:pt x="35989" y="722084"/>
                  </a:lnTo>
                  <a:lnTo>
                    <a:pt x="35495" y="850498"/>
                  </a:lnTo>
                  <a:lnTo>
                    <a:pt x="35009" y="906673"/>
                  </a:lnTo>
                  <a:lnTo>
                    <a:pt x="34383" y="955325"/>
                  </a:lnTo>
                  <a:lnTo>
                    <a:pt x="33632" y="994829"/>
                  </a:lnTo>
                  <a:lnTo>
                    <a:pt x="29303" y="1083130"/>
                  </a:lnTo>
                  <a:lnTo>
                    <a:pt x="29246" y="1125306"/>
                  </a:lnTo>
                  <a:lnTo>
                    <a:pt x="30244" y="1157296"/>
                  </a:lnTo>
                  <a:lnTo>
                    <a:pt x="30889" y="1169985"/>
                  </a:lnTo>
                  <a:lnTo>
                    <a:pt x="115899" y="1180009"/>
                  </a:lnTo>
                  <a:lnTo>
                    <a:pt x="167295" y="1183351"/>
                  </a:lnTo>
                  <a:lnTo>
                    <a:pt x="205833" y="1180009"/>
                  </a:lnTo>
                  <a:lnTo>
                    <a:pt x="252264" y="1169985"/>
                  </a:lnTo>
                  <a:lnTo>
                    <a:pt x="251808" y="1094966"/>
                  </a:lnTo>
                  <a:lnTo>
                    <a:pt x="252347" y="1044279"/>
                  </a:lnTo>
                  <a:lnTo>
                    <a:pt x="254501" y="994814"/>
                  </a:lnTo>
                  <a:lnTo>
                    <a:pt x="258892" y="923458"/>
                  </a:lnTo>
                  <a:lnTo>
                    <a:pt x="261415" y="878040"/>
                  </a:lnTo>
                  <a:lnTo>
                    <a:pt x="263853" y="824059"/>
                  </a:lnTo>
                  <a:lnTo>
                    <a:pt x="266196" y="763761"/>
                  </a:lnTo>
                  <a:lnTo>
                    <a:pt x="270555" y="633192"/>
                  </a:lnTo>
                  <a:lnTo>
                    <a:pt x="277690" y="395022"/>
                  </a:lnTo>
                  <a:lnTo>
                    <a:pt x="279085" y="353359"/>
                  </a:lnTo>
                  <a:lnTo>
                    <a:pt x="280306" y="323339"/>
                  </a:lnTo>
                  <a:lnTo>
                    <a:pt x="281342" y="307205"/>
                  </a:lnTo>
                  <a:lnTo>
                    <a:pt x="283126" y="272825"/>
                  </a:lnTo>
                  <a:lnTo>
                    <a:pt x="283098" y="219260"/>
                  </a:lnTo>
                  <a:lnTo>
                    <a:pt x="279933" y="160092"/>
                  </a:lnTo>
                  <a:lnTo>
                    <a:pt x="272306" y="108900"/>
                  </a:lnTo>
                  <a:lnTo>
                    <a:pt x="213412" y="53556"/>
                  </a:lnTo>
                  <a:lnTo>
                    <a:pt x="149342" y="27789"/>
                  </a:lnTo>
                  <a:lnTo>
                    <a:pt x="92193" y="7944"/>
                  </a:lnTo>
                  <a:lnTo>
                    <a:pt x="67474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4" name="object 344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2838371" y="8991672"/>
              <a:ext cx="91620" cy="203114"/>
            </a:xfrm>
            <a:prstGeom prst="rect">
              <a:avLst/>
            </a:prstGeom>
          </p:spPr>
        </p:pic>
        <p:pic>
          <p:nvPicPr>
            <p:cNvPr id="345" name="object 345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2912635" y="9276590"/>
              <a:ext cx="174658" cy="163846"/>
            </a:xfrm>
            <a:prstGeom prst="rect">
              <a:avLst/>
            </a:prstGeom>
          </p:spPr>
        </p:pic>
      </p:grpSp>
      <p:pic>
        <p:nvPicPr>
          <p:cNvPr id="346" name="object 346" descr=""/>
          <p:cNvPicPr/>
          <p:nvPr/>
        </p:nvPicPr>
        <p:blipFill>
          <a:blip r:embed="rId75" cstate="print"/>
          <a:stretch>
            <a:fillRect/>
          </a:stretch>
        </p:blipFill>
        <p:spPr>
          <a:xfrm>
            <a:off x="12477304" y="9276590"/>
            <a:ext cx="174657" cy="163846"/>
          </a:xfrm>
          <a:prstGeom prst="rect">
            <a:avLst/>
          </a:prstGeom>
        </p:spPr>
      </p:pic>
      <p:grpSp>
        <p:nvGrpSpPr>
          <p:cNvPr id="347" name="object 347" descr=""/>
          <p:cNvGrpSpPr/>
          <p:nvPr/>
        </p:nvGrpSpPr>
        <p:grpSpPr>
          <a:xfrm>
            <a:off x="14081562" y="9039855"/>
            <a:ext cx="402590" cy="1207135"/>
            <a:chOff x="14081562" y="9039855"/>
            <a:chExt cx="402590" cy="1207135"/>
          </a:xfrm>
        </p:grpSpPr>
        <p:sp>
          <p:nvSpPr>
            <p:cNvPr id="348" name="object 348" descr=""/>
            <p:cNvSpPr/>
            <p:nvPr/>
          </p:nvSpPr>
          <p:spPr>
            <a:xfrm>
              <a:off x="14098066" y="9141491"/>
              <a:ext cx="281305" cy="735330"/>
            </a:xfrm>
            <a:custGeom>
              <a:avLst/>
              <a:gdLst/>
              <a:ahLst/>
              <a:cxnLst/>
              <a:rect l="l" t="t" r="r" b="b"/>
              <a:pathLst>
                <a:path w="281305" h="735329">
                  <a:moveTo>
                    <a:pt x="281101" y="130009"/>
                  </a:moveTo>
                  <a:lnTo>
                    <a:pt x="263613" y="60985"/>
                  </a:lnTo>
                  <a:lnTo>
                    <a:pt x="234048" y="28752"/>
                  </a:lnTo>
                  <a:lnTo>
                    <a:pt x="198399" y="6819"/>
                  </a:lnTo>
                  <a:lnTo>
                    <a:pt x="164604" y="0"/>
                  </a:lnTo>
                  <a:lnTo>
                    <a:pt x="140589" y="13144"/>
                  </a:lnTo>
                  <a:lnTo>
                    <a:pt x="134683" y="11925"/>
                  </a:lnTo>
                  <a:lnTo>
                    <a:pt x="99123" y="132842"/>
                  </a:lnTo>
                  <a:lnTo>
                    <a:pt x="69862" y="249072"/>
                  </a:lnTo>
                  <a:lnTo>
                    <a:pt x="54762" y="310540"/>
                  </a:lnTo>
                  <a:lnTo>
                    <a:pt x="41465" y="366306"/>
                  </a:lnTo>
                  <a:lnTo>
                    <a:pt x="31584" y="410425"/>
                  </a:lnTo>
                  <a:lnTo>
                    <a:pt x="26708" y="436905"/>
                  </a:lnTo>
                  <a:lnTo>
                    <a:pt x="10033" y="576135"/>
                  </a:lnTo>
                  <a:lnTo>
                    <a:pt x="1905" y="649655"/>
                  </a:lnTo>
                  <a:lnTo>
                    <a:pt x="0" y="681901"/>
                  </a:lnTo>
                  <a:lnTo>
                    <a:pt x="1981" y="697268"/>
                  </a:lnTo>
                  <a:lnTo>
                    <a:pt x="70332" y="722198"/>
                  </a:lnTo>
                  <a:lnTo>
                    <a:pt x="110134" y="733806"/>
                  </a:lnTo>
                  <a:lnTo>
                    <a:pt x="136677" y="735050"/>
                  </a:lnTo>
                  <a:lnTo>
                    <a:pt x="165303" y="728891"/>
                  </a:lnTo>
                  <a:lnTo>
                    <a:pt x="189776" y="641019"/>
                  </a:lnTo>
                  <a:lnTo>
                    <a:pt x="203441" y="590181"/>
                  </a:lnTo>
                  <a:lnTo>
                    <a:pt x="218249" y="521995"/>
                  </a:lnTo>
                  <a:lnTo>
                    <a:pt x="221030" y="473494"/>
                  </a:lnTo>
                  <a:lnTo>
                    <a:pt x="220599" y="471855"/>
                  </a:lnTo>
                  <a:lnTo>
                    <a:pt x="234886" y="435406"/>
                  </a:lnTo>
                  <a:lnTo>
                    <a:pt x="247802" y="388772"/>
                  </a:lnTo>
                  <a:lnTo>
                    <a:pt x="259080" y="335572"/>
                  </a:lnTo>
                  <a:lnTo>
                    <a:pt x="268376" y="279438"/>
                  </a:lnTo>
                  <a:lnTo>
                    <a:pt x="275374" y="224040"/>
                  </a:lnTo>
                  <a:lnTo>
                    <a:pt x="279730" y="173012"/>
                  </a:lnTo>
                  <a:lnTo>
                    <a:pt x="281101" y="130009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9" name="object 349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4081562" y="9789438"/>
              <a:ext cx="195391" cy="133058"/>
            </a:xfrm>
            <a:prstGeom prst="rect">
              <a:avLst/>
            </a:prstGeom>
          </p:spPr>
        </p:pic>
        <p:sp>
          <p:nvSpPr>
            <p:cNvPr id="350" name="object 350" descr=""/>
            <p:cNvSpPr/>
            <p:nvPr/>
          </p:nvSpPr>
          <p:spPr>
            <a:xfrm>
              <a:off x="14228829" y="9068878"/>
              <a:ext cx="255270" cy="1178560"/>
            </a:xfrm>
            <a:custGeom>
              <a:avLst/>
              <a:gdLst/>
              <a:ahLst/>
              <a:cxnLst/>
              <a:rect l="l" t="t" r="r" b="b"/>
              <a:pathLst>
                <a:path w="255269" h="1178559">
                  <a:moveTo>
                    <a:pt x="189900" y="0"/>
                  </a:moveTo>
                  <a:lnTo>
                    <a:pt x="116451" y="22224"/>
                  </a:lnTo>
                  <a:lnTo>
                    <a:pt x="58169" y="44165"/>
                  </a:lnTo>
                  <a:lnTo>
                    <a:pt x="15319" y="68134"/>
                  </a:lnTo>
                  <a:lnTo>
                    <a:pt x="1246" y="136306"/>
                  </a:lnTo>
                  <a:lnTo>
                    <a:pt x="0" y="193864"/>
                  </a:lnTo>
                  <a:lnTo>
                    <a:pt x="1189" y="256132"/>
                  </a:lnTo>
                  <a:lnTo>
                    <a:pt x="3748" y="314908"/>
                  </a:lnTo>
                  <a:lnTo>
                    <a:pt x="6608" y="361988"/>
                  </a:lnTo>
                  <a:lnTo>
                    <a:pt x="11304" y="420361"/>
                  </a:lnTo>
                  <a:lnTo>
                    <a:pt x="13999" y="459638"/>
                  </a:lnTo>
                  <a:lnTo>
                    <a:pt x="16613" y="505772"/>
                  </a:lnTo>
                  <a:lnTo>
                    <a:pt x="18970" y="557531"/>
                  </a:lnTo>
                  <a:lnTo>
                    <a:pt x="20898" y="613682"/>
                  </a:lnTo>
                  <a:lnTo>
                    <a:pt x="22220" y="672995"/>
                  </a:lnTo>
                  <a:lnTo>
                    <a:pt x="22763" y="734238"/>
                  </a:lnTo>
                  <a:lnTo>
                    <a:pt x="22351" y="796179"/>
                  </a:lnTo>
                  <a:lnTo>
                    <a:pt x="20812" y="857586"/>
                  </a:lnTo>
                  <a:lnTo>
                    <a:pt x="17968" y="917228"/>
                  </a:lnTo>
                  <a:lnTo>
                    <a:pt x="13961" y="988596"/>
                  </a:lnTo>
                  <a:lnTo>
                    <a:pt x="13315" y="1038065"/>
                  </a:lnTo>
                  <a:lnTo>
                    <a:pt x="16654" y="1088747"/>
                  </a:lnTo>
                  <a:lnTo>
                    <a:pt x="24597" y="1163755"/>
                  </a:lnTo>
                  <a:lnTo>
                    <a:pt x="70401" y="1173903"/>
                  </a:lnTo>
                  <a:lnTo>
                    <a:pt x="104552" y="1178112"/>
                  </a:lnTo>
                  <a:lnTo>
                    <a:pt x="144043" y="1177123"/>
                  </a:lnTo>
                  <a:lnTo>
                    <a:pt x="205869" y="1171681"/>
                  </a:lnTo>
                  <a:lnTo>
                    <a:pt x="207080" y="1157912"/>
                  </a:lnTo>
                  <a:lnTo>
                    <a:pt x="209323" y="1123546"/>
                  </a:lnTo>
                  <a:lnTo>
                    <a:pt x="210511" y="1078995"/>
                  </a:lnTo>
                  <a:lnTo>
                    <a:pt x="207865" y="1017460"/>
                  </a:lnTo>
                  <a:lnTo>
                    <a:pt x="207853" y="987403"/>
                  </a:lnTo>
                  <a:lnTo>
                    <a:pt x="208459" y="946302"/>
                  </a:lnTo>
                  <a:lnTo>
                    <a:pt x="209619" y="895958"/>
                  </a:lnTo>
                  <a:lnTo>
                    <a:pt x="211270" y="838173"/>
                  </a:lnTo>
                  <a:lnTo>
                    <a:pt x="213348" y="774750"/>
                  </a:lnTo>
                  <a:lnTo>
                    <a:pt x="215789" y="707491"/>
                  </a:lnTo>
                  <a:lnTo>
                    <a:pt x="218529" y="638199"/>
                  </a:lnTo>
                  <a:lnTo>
                    <a:pt x="221505" y="568674"/>
                  </a:lnTo>
                  <a:lnTo>
                    <a:pt x="224653" y="500720"/>
                  </a:lnTo>
                  <a:lnTo>
                    <a:pt x="227910" y="436138"/>
                  </a:lnTo>
                  <a:lnTo>
                    <a:pt x="231211" y="376731"/>
                  </a:lnTo>
                  <a:lnTo>
                    <a:pt x="234492" y="324301"/>
                  </a:lnTo>
                  <a:lnTo>
                    <a:pt x="237691" y="280650"/>
                  </a:lnTo>
                  <a:lnTo>
                    <a:pt x="243585" y="226893"/>
                  </a:lnTo>
                  <a:lnTo>
                    <a:pt x="251796" y="182984"/>
                  </a:lnTo>
                  <a:lnTo>
                    <a:pt x="255011" y="153508"/>
                  </a:lnTo>
                  <a:lnTo>
                    <a:pt x="253659" y="125107"/>
                  </a:lnTo>
                  <a:lnTo>
                    <a:pt x="248171" y="84426"/>
                  </a:lnTo>
                  <a:lnTo>
                    <a:pt x="18990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4411210" y="9172810"/>
              <a:ext cx="57150" cy="812800"/>
            </a:xfrm>
            <a:custGeom>
              <a:avLst/>
              <a:gdLst/>
              <a:ahLst/>
              <a:cxnLst/>
              <a:rect l="l" t="t" r="r" b="b"/>
              <a:pathLst>
                <a:path w="57150" h="812800">
                  <a:moveTo>
                    <a:pt x="13423" y="589991"/>
                  </a:moveTo>
                  <a:lnTo>
                    <a:pt x="11912" y="582218"/>
                  </a:lnTo>
                  <a:lnTo>
                    <a:pt x="6946" y="578599"/>
                  </a:lnTo>
                  <a:lnTo>
                    <a:pt x="1841" y="582015"/>
                  </a:lnTo>
                  <a:lnTo>
                    <a:pt x="0" y="589711"/>
                  </a:lnTo>
                  <a:lnTo>
                    <a:pt x="1524" y="597484"/>
                  </a:lnTo>
                  <a:lnTo>
                    <a:pt x="6489" y="601116"/>
                  </a:lnTo>
                  <a:lnTo>
                    <a:pt x="11595" y="597700"/>
                  </a:lnTo>
                  <a:lnTo>
                    <a:pt x="13423" y="589991"/>
                  </a:lnTo>
                  <a:close/>
                </a:path>
                <a:path w="57150" h="812800">
                  <a:moveTo>
                    <a:pt x="16319" y="801509"/>
                  </a:moveTo>
                  <a:lnTo>
                    <a:pt x="14808" y="793737"/>
                  </a:lnTo>
                  <a:lnTo>
                    <a:pt x="9842" y="790105"/>
                  </a:lnTo>
                  <a:lnTo>
                    <a:pt x="4737" y="793521"/>
                  </a:lnTo>
                  <a:lnTo>
                    <a:pt x="2908" y="801230"/>
                  </a:lnTo>
                  <a:lnTo>
                    <a:pt x="4419" y="809002"/>
                  </a:lnTo>
                  <a:lnTo>
                    <a:pt x="9385" y="812622"/>
                  </a:lnTo>
                  <a:lnTo>
                    <a:pt x="14490" y="809205"/>
                  </a:lnTo>
                  <a:lnTo>
                    <a:pt x="16319" y="801509"/>
                  </a:lnTo>
                  <a:close/>
                </a:path>
                <a:path w="57150" h="812800">
                  <a:moveTo>
                    <a:pt x="21196" y="361378"/>
                  </a:moveTo>
                  <a:lnTo>
                    <a:pt x="19672" y="353606"/>
                  </a:lnTo>
                  <a:lnTo>
                    <a:pt x="14719" y="349973"/>
                  </a:lnTo>
                  <a:lnTo>
                    <a:pt x="9613" y="353390"/>
                  </a:lnTo>
                  <a:lnTo>
                    <a:pt x="7772" y="361099"/>
                  </a:lnTo>
                  <a:lnTo>
                    <a:pt x="9296" y="368871"/>
                  </a:lnTo>
                  <a:lnTo>
                    <a:pt x="14249" y="372491"/>
                  </a:lnTo>
                  <a:lnTo>
                    <a:pt x="19354" y="369074"/>
                  </a:lnTo>
                  <a:lnTo>
                    <a:pt x="21196" y="361378"/>
                  </a:lnTo>
                  <a:close/>
                </a:path>
                <a:path w="57150" h="812800">
                  <a:moveTo>
                    <a:pt x="39624" y="115658"/>
                  </a:moveTo>
                  <a:lnTo>
                    <a:pt x="38100" y="107886"/>
                  </a:lnTo>
                  <a:lnTo>
                    <a:pt x="33147" y="104267"/>
                  </a:lnTo>
                  <a:lnTo>
                    <a:pt x="28041" y="107683"/>
                  </a:lnTo>
                  <a:lnTo>
                    <a:pt x="26200" y="115379"/>
                  </a:lnTo>
                  <a:lnTo>
                    <a:pt x="27724" y="123151"/>
                  </a:lnTo>
                  <a:lnTo>
                    <a:pt x="32677" y="126771"/>
                  </a:lnTo>
                  <a:lnTo>
                    <a:pt x="37782" y="123355"/>
                  </a:lnTo>
                  <a:lnTo>
                    <a:pt x="39624" y="115658"/>
                  </a:lnTo>
                  <a:close/>
                </a:path>
                <a:path w="57150" h="812800">
                  <a:moveTo>
                    <a:pt x="56642" y="11468"/>
                  </a:moveTo>
                  <a:lnTo>
                    <a:pt x="55219" y="3683"/>
                  </a:lnTo>
                  <a:lnTo>
                    <a:pt x="50292" y="0"/>
                  </a:lnTo>
                  <a:lnTo>
                    <a:pt x="45148" y="3352"/>
                  </a:lnTo>
                  <a:lnTo>
                    <a:pt x="43230" y="11036"/>
                  </a:lnTo>
                  <a:lnTo>
                    <a:pt x="44653" y="18834"/>
                  </a:lnTo>
                  <a:lnTo>
                    <a:pt x="49580" y="22504"/>
                  </a:lnTo>
                  <a:lnTo>
                    <a:pt x="54724" y="19151"/>
                  </a:lnTo>
                  <a:lnTo>
                    <a:pt x="56642" y="11468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4391734" y="9039855"/>
              <a:ext cx="85725" cy="187325"/>
            </a:xfrm>
            <a:custGeom>
              <a:avLst/>
              <a:gdLst/>
              <a:ahLst/>
              <a:cxnLst/>
              <a:rect l="l" t="t" r="r" b="b"/>
              <a:pathLst>
                <a:path w="85725" h="187325">
                  <a:moveTo>
                    <a:pt x="47748" y="0"/>
                  </a:moveTo>
                  <a:lnTo>
                    <a:pt x="40535" y="4300"/>
                  </a:lnTo>
                  <a:lnTo>
                    <a:pt x="24454" y="15445"/>
                  </a:lnTo>
                  <a:lnTo>
                    <a:pt x="995" y="32187"/>
                  </a:lnTo>
                  <a:lnTo>
                    <a:pt x="0" y="68435"/>
                  </a:lnTo>
                  <a:lnTo>
                    <a:pt x="20" y="90187"/>
                  </a:lnTo>
                  <a:lnTo>
                    <a:pt x="9558" y="147799"/>
                  </a:lnTo>
                  <a:lnTo>
                    <a:pt x="23371" y="187282"/>
                  </a:lnTo>
                  <a:lnTo>
                    <a:pt x="29174" y="175874"/>
                  </a:lnTo>
                  <a:lnTo>
                    <a:pt x="33429" y="166735"/>
                  </a:lnTo>
                  <a:lnTo>
                    <a:pt x="38226" y="155064"/>
                  </a:lnTo>
                  <a:lnTo>
                    <a:pt x="45653" y="136058"/>
                  </a:lnTo>
                  <a:lnTo>
                    <a:pt x="57152" y="118872"/>
                  </a:lnTo>
                  <a:lnTo>
                    <a:pt x="70179" y="112618"/>
                  </a:lnTo>
                  <a:lnTo>
                    <a:pt x="80845" y="112432"/>
                  </a:lnTo>
                  <a:lnTo>
                    <a:pt x="85265" y="113452"/>
                  </a:lnTo>
                  <a:lnTo>
                    <a:pt x="60194" y="74773"/>
                  </a:lnTo>
                  <a:lnTo>
                    <a:pt x="47929" y="50062"/>
                  </a:lnTo>
                  <a:lnTo>
                    <a:pt x="44953" y="28683"/>
                  </a:lnTo>
                  <a:lnTo>
                    <a:pt x="47748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3" name="object 353" descr=""/>
          <p:cNvGrpSpPr/>
          <p:nvPr/>
        </p:nvGrpSpPr>
        <p:grpSpPr>
          <a:xfrm>
            <a:off x="14608976" y="9024029"/>
            <a:ext cx="428625" cy="1217930"/>
            <a:chOff x="14608976" y="9024029"/>
            <a:chExt cx="428625" cy="1217930"/>
          </a:xfrm>
        </p:grpSpPr>
        <p:sp>
          <p:nvSpPr>
            <p:cNvPr id="354" name="object 354" descr=""/>
            <p:cNvSpPr/>
            <p:nvPr/>
          </p:nvSpPr>
          <p:spPr>
            <a:xfrm>
              <a:off x="14739594" y="9137161"/>
              <a:ext cx="281305" cy="735330"/>
            </a:xfrm>
            <a:custGeom>
              <a:avLst/>
              <a:gdLst/>
              <a:ahLst/>
              <a:cxnLst/>
              <a:rect l="l" t="t" r="r" b="b"/>
              <a:pathLst>
                <a:path w="281305" h="735329">
                  <a:moveTo>
                    <a:pt x="281025" y="681888"/>
                  </a:moveTo>
                  <a:lnTo>
                    <a:pt x="270979" y="576122"/>
                  </a:lnTo>
                  <a:lnTo>
                    <a:pt x="254317" y="436918"/>
                  </a:lnTo>
                  <a:lnTo>
                    <a:pt x="239547" y="366306"/>
                  </a:lnTo>
                  <a:lnTo>
                    <a:pt x="226250" y="310540"/>
                  </a:lnTo>
                  <a:lnTo>
                    <a:pt x="211150" y="249072"/>
                  </a:lnTo>
                  <a:lnTo>
                    <a:pt x="181902" y="132842"/>
                  </a:lnTo>
                  <a:lnTo>
                    <a:pt x="158724" y="43141"/>
                  </a:lnTo>
                  <a:lnTo>
                    <a:pt x="146329" y="11912"/>
                  </a:lnTo>
                  <a:lnTo>
                    <a:pt x="140423" y="13144"/>
                  </a:lnTo>
                  <a:lnTo>
                    <a:pt x="116420" y="0"/>
                  </a:lnTo>
                  <a:lnTo>
                    <a:pt x="46977" y="28740"/>
                  </a:lnTo>
                  <a:lnTo>
                    <a:pt x="17399" y="60972"/>
                  </a:lnTo>
                  <a:lnTo>
                    <a:pt x="1841" y="98679"/>
                  </a:lnTo>
                  <a:lnTo>
                    <a:pt x="0" y="131800"/>
                  </a:lnTo>
                  <a:lnTo>
                    <a:pt x="1612" y="179552"/>
                  </a:lnTo>
                  <a:lnTo>
                    <a:pt x="6299" y="237286"/>
                  </a:lnTo>
                  <a:lnTo>
                    <a:pt x="13665" y="300380"/>
                  </a:lnTo>
                  <a:lnTo>
                    <a:pt x="23342" y="364197"/>
                  </a:lnTo>
                  <a:lnTo>
                    <a:pt x="34950" y="424103"/>
                  </a:lnTo>
                  <a:lnTo>
                    <a:pt x="48094" y="475488"/>
                  </a:lnTo>
                  <a:lnTo>
                    <a:pt x="62420" y="513689"/>
                  </a:lnTo>
                  <a:lnTo>
                    <a:pt x="63944" y="515035"/>
                  </a:lnTo>
                  <a:lnTo>
                    <a:pt x="62763" y="521995"/>
                  </a:lnTo>
                  <a:lnTo>
                    <a:pt x="76034" y="590435"/>
                  </a:lnTo>
                  <a:lnTo>
                    <a:pt x="90093" y="641223"/>
                  </a:lnTo>
                  <a:lnTo>
                    <a:pt x="115722" y="728891"/>
                  </a:lnTo>
                  <a:lnTo>
                    <a:pt x="144335" y="735037"/>
                  </a:lnTo>
                  <a:lnTo>
                    <a:pt x="170891" y="733793"/>
                  </a:lnTo>
                  <a:lnTo>
                    <a:pt x="210680" y="722198"/>
                  </a:lnTo>
                  <a:lnTo>
                    <a:pt x="279031" y="697268"/>
                  </a:lnTo>
                  <a:lnTo>
                    <a:pt x="281025" y="681888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5" name="object 355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4841737" y="9785104"/>
              <a:ext cx="195387" cy="133058"/>
            </a:xfrm>
            <a:prstGeom prst="rect">
              <a:avLst/>
            </a:prstGeom>
          </p:spPr>
        </p:pic>
        <p:sp>
          <p:nvSpPr>
            <p:cNvPr id="356" name="object 356" descr=""/>
            <p:cNvSpPr/>
            <p:nvPr/>
          </p:nvSpPr>
          <p:spPr>
            <a:xfrm>
              <a:off x="14608976" y="9058314"/>
              <a:ext cx="273050" cy="1183640"/>
            </a:xfrm>
            <a:custGeom>
              <a:avLst/>
              <a:gdLst/>
              <a:ahLst/>
              <a:cxnLst/>
              <a:rect l="l" t="t" r="r" b="b"/>
              <a:pathLst>
                <a:path w="273050" h="1183640">
                  <a:moveTo>
                    <a:pt x="71491" y="0"/>
                  </a:moveTo>
                  <a:lnTo>
                    <a:pt x="4027" y="92395"/>
                  </a:lnTo>
                  <a:lnTo>
                    <a:pt x="1153" y="129519"/>
                  </a:lnTo>
                  <a:lnTo>
                    <a:pt x="0" y="156228"/>
                  </a:lnTo>
                  <a:lnTo>
                    <a:pt x="391" y="185422"/>
                  </a:lnTo>
                  <a:lnTo>
                    <a:pt x="35848" y="1039884"/>
                  </a:lnTo>
                  <a:lnTo>
                    <a:pt x="36643" y="1083236"/>
                  </a:lnTo>
                  <a:lnTo>
                    <a:pt x="36218" y="1125400"/>
                  </a:lnTo>
                  <a:lnTo>
                    <a:pt x="34916" y="1169985"/>
                  </a:lnTo>
                  <a:lnTo>
                    <a:pt x="119926" y="1180009"/>
                  </a:lnTo>
                  <a:lnTo>
                    <a:pt x="171323" y="1183351"/>
                  </a:lnTo>
                  <a:lnTo>
                    <a:pt x="209860" y="1180009"/>
                  </a:lnTo>
                  <a:lnTo>
                    <a:pt x="256291" y="1169985"/>
                  </a:lnTo>
                  <a:lnTo>
                    <a:pt x="262436" y="1103850"/>
                  </a:lnTo>
                  <a:lnTo>
                    <a:pt x="265079" y="1057712"/>
                  </a:lnTo>
                  <a:lnTo>
                    <a:pt x="264758" y="1009888"/>
                  </a:lnTo>
                  <a:lnTo>
                    <a:pt x="262009" y="938693"/>
                  </a:lnTo>
                  <a:lnTo>
                    <a:pt x="259882" y="877911"/>
                  </a:lnTo>
                  <a:lnTo>
                    <a:pt x="258366" y="813744"/>
                  </a:lnTo>
                  <a:lnTo>
                    <a:pt x="257375" y="747706"/>
                  </a:lnTo>
                  <a:lnTo>
                    <a:pt x="256825" y="681307"/>
                  </a:lnTo>
                  <a:lnTo>
                    <a:pt x="256629" y="616060"/>
                  </a:lnTo>
                  <a:lnTo>
                    <a:pt x="256959" y="495067"/>
                  </a:lnTo>
                  <a:lnTo>
                    <a:pt x="258115" y="333407"/>
                  </a:lnTo>
                  <a:lnTo>
                    <a:pt x="258009" y="318545"/>
                  </a:lnTo>
                  <a:lnTo>
                    <a:pt x="258955" y="221917"/>
                  </a:lnTo>
                  <a:lnTo>
                    <a:pt x="265250" y="157907"/>
                  </a:lnTo>
                  <a:lnTo>
                    <a:pt x="271563" y="118282"/>
                  </a:lnTo>
                  <a:lnTo>
                    <a:pt x="272563" y="94812"/>
                  </a:lnTo>
                  <a:lnTo>
                    <a:pt x="262920" y="79264"/>
                  </a:lnTo>
                  <a:lnTo>
                    <a:pt x="217437" y="53556"/>
                  </a:lnTo>
                  <a:lnTo>
                    <a:pt x="153364" y="27789"/>
                  </a:lnTo>
                  <a:lnTo>
                    <a:pt x="96211" y="7944"/>
                  </a:lnTo>
                  <a:lnTo>
                    <a:pt x="71491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7" name="object 357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4613000" y="9024029"/>
              <a:ext cx="91620" cy="203114"/>
            </a:xfrm>
            <a:prstGeom prst="rect">
              <a:avLst/>
            </a:prstGeom>
          </p:spPr>
        </p:pic>
        <p:pic>
          <p:nvPicPr>
            <p:cNvPr id="358" name="object 358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4653437" y="9308946"/>
              <a:ext cx="174660" cy="163846"/>
            </a:xfrm>
            <a:prstGeom prst="rect">
              <a:avLst/>
            </a:prstGeom>
          </p:spPr>
        </p:pic>
      </p:grpSp>
      <p:pic>
        <p:nvPicPr>
          <p:cNvPr id="359" name="object 359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4251931" y="9308946"/>
            <a:ext cx="163846" cy="163846"/>
          </a:xfrm>
          <a:prstGeom prst="rect">
            <a:avLst/>
          </a:prstGeom>
        </p:spPr>
      </p:pic>
      <p:grpSp>
        <p:nvGrpSpPr>
          <p:cNvPr id="360" name="object 360" descr=""/>
          <p:cNvGrpSpPr/>
          <p:nvPr/>
        </p:nvGrpSpPr>
        <p:grpSpPr>
          <a:xfrm>
            <a:off x="13456949" y="9001125"/>
            <a:ext cx="426720" cy="1271270"/>
            <a:chOff x="13456949" y="9001125"/>
            <a:chExt cx="426720" cy="1271270"/>
          </a:xfrm>
        </p:grpSpPr>
        <p:sp>
          <p:nvSpPr>
            <p:cNvPr id="361" name="object 361" descr=""/>
            <p:cNvSpPr/>
            <p:nvPr/>
          </p:nvSpPr>
          <p:spPr>
            <a:xfrm>
              <a:off x="13456949" y="9034678"/>
              <a:ext cx="426720" cy="1238250"/>
            </a:xfrm>
            <a:custGeom>
              <a:avLst/>
              <a:gdLst/>
              <a:ahLst/>
              <a:cxnLst/>
              <a:rect l="l" t="t" r="r" b="b"/>
              <a:pathLst>
                <a:path w="426719" h="1238250">
                  <a:moveTo>
                    <a:pt x="276856" y="0"/>
                  </a:moveTo>
                  <a:lnTo>
                    <a:pt x="200152" y="3485"/>
                  </a:lnTo>
                  <a:lnTo>
                    <a:pt x="130369" y="12891"/>
                  </a:lnTo>
                  <a:lnTo>
                    <a:pt x="38203" y="90375"/>
                  </a:lnTo>
                  <a:lnTo>
                    <a:pt x="7839" y="151981"/>
                  </a:lnTo>
                  <a:lnTo>
                    <a:pt x="0" y="236871"/>
                  </a:lnTo>
                  <a:lnTo>
                    <a:pt x="5869" y="378850"/>
                  </a:lnTo>
                  <a:lnTo>
                    <a:pt x="8794" y="446895"/>
                  </a:lnTo>
                  <a:lnTo>
                    <a:pt x="12857" y="560016"/>
                  </a:lnTo>
                  <a:lnTo>
                    <a:pt x="17086" y="694797"/>
                  </a:lnTo>
                  <a:lnTo>
                    <a:pt x="18958" y="762993"/>
                  </a:lnTo>
                  <a:lnTo>
                    <a:pt x="20506" y="827822"/>
                  </a:lnTo>
                  <a:lnTo>
                    <a:pt x="21610" y="886358"/>
                  </a:lnTo>
                  <a:lnTo>
                    <a:pt x="22146" y="935674"/>
                  </a:lnTo>
                  <a:lnTo>
                    <a:pt x="21993" y="972842"/>
                  </a:lnTo>
                  <a:lnTo>
                    <a:pt x="18240" y="1051438"/>
                  </a:lnTo>
                  <a:lnTo>
                    <a:pt x="17582" y="1122787"/>
                  </a:lnTo>
                  <a:lnTo>
                    <a:pt x="17978" y="1183952"/>
                  </a:lnTo>
                  <a:lnTo>
                    <a:pt x="18350" y="1209903"/>
                  </a:lnTo>
                  <a:lnTo>
                    <a:pt x="206282" y="1229432"/>
                  </a:lnTo>
                  <a:lnTo>
                    <a:pt x="310530" y="1237654"/>
                  </a:lnTo>
                  <a:lnTo>
                    <a:pt x="368539" y="1236110"/>
                  </a:lnTo>
                  <a:lnTo>
                    <a:pt x="417752" y="1226343"/>
                  </a:lnTo>
                  <a:lnTo>
                    <a:pt x="423846" y="1088322"/>
                  </a:lnTo>
                  <a:lnTo>
                    <a:pt x="426492" y="1002045"/>
                  </a:lnTo>
                  <a:lnTo>
                    <a:pt x="426245" y="931267"/>
                  </a:lnTo>
                  <a:lnTo>
                    <a:pt x="423657" y="839747"/>
                  </a:lnTo>
                  <a:lnTo>
                    <a:pt x="422667" y="794556"/>
                  </a:lnTo>
                  <a:lnTo>
                    <a:pt x="422176" y="741315"/>
                  </a:lnTo>
                  <a:lnTo>
                    <a:pt x="422094" y="682166"/>
                  </a:lnTo>
                  <a:lnTo>
                    <a:pt x="422331" y="619254"/>
                  </a:lnTo>
                  <a:lnTo>
                    <a:pt x="425130" y="323242"/>
                  </a:lnTo>
                  <a:lnTo>
                    <a:pt x="425381" y="282752"/>
                  </a:lnTo>
                  <a:lnTo>
                    <a:pt x="424851" y="237629"/>
                  </a:lnTo>
                  <a:lnTo>
                    <a:pt x="414990" y="186601"/>
                  </a:lnTo>
                  <a:lnTo>
                    <a:pt x="396040" y="131595"/>
                  </a:lnTo>
                  <a:lnTo>
                    <a:pt x="372345" y="79582"/>
                  </a:lnTo>
                  <a:lnTo>
                    <a:pt x="348244" y="37531"/>
                  </a:lnTo>
                  <a:lnTo>
                    <a:pt x="328079" y="12411"/>
                  </a:lnTo>
                  <a:lnTo>
                    <a:pt x="276856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2" name="object 362" descr=""/>
            <p:cNvSpPr/>
            <p:nvPr/>
          </p:nvSpPr>
          <p:spPr>
            <a:xfrm>
              <a:off x="13543395" y="9057074"/>
              <a:ext cx="263525" cy="807085"/>
            </a:xfrm>
            <a:custGeom>
              <a:avLst/>
              <a:gdLst/>
              <a:ahLst/>
              <a:cxnLst/>
              <a:rect l="l" t="t" r="r" b="b"/>
              <a:pathLst>
                <a:path w="263525" h="807084">
                  <a:moveTo>
                    <a:pt x="262953" y="286105"/>
                  </a:moveTo>
                  <a:lnTo>
                    <a:pt x="260997" y="240474"/>
                  </a:lnTo>
                  <a:lnTo>
                    <a:pt x="256895" y="197104"/>
                  </a:lnTo>
                  <a:lnTo>
                    <a:pt x="250583" y="155232"/>
                  </a:lnTo>
                  <a:lnTo>
                    <a:pt x="241973" y="114071"/>
                  </a:lnTo>
                  <a:lnTo>
                    <a:pt x="229565" y="62547"/>
                  </a:lnTo>
                  <a:lnTo>
                    <a:pt x="217639" y="27546"/>
                  </a:lnTo>
                  <a:lnTo>
                    <a:pt x="212623" y="27940"/>
                  </a:lnTo>
                  <a:lnTo>
                    <a:pt x="191808" y="8521"/>
                  </a:lnTo>
                  <a:lnTo>
                    <a:pt x="156133" y="0"/>
                  </a:lnTo>
                  <a:lnTo>
                    <a:pt x="112941" y="1828"/>
                  </a:lnTo>
                  <a:lnTo>
                    <a:pt x="69532" y="13423"/>
                  </a:lnTo>
                  <a:lnTo>
                    <a:pt x="33235" y="34239"/>
                  </a:lnTo>
                  <a:lnTo>
                    <a:pt x="5308" y="90360"/>
                  </a:lnTo>
                  <a:lnTo>
                    <a:pt x="1625" y="128371"/>
                  </a:lnTo>
                  <a:lnTo>
                    <a:pt x="0" y="175361"/>
                  </a:lnTo>
                  <a:lnTo>
                    <a:pt x="114" y="228968"/>
                  </a:lnTo>
                  <a:lnTo>
                    <a:pt x="1663" y="286816"/>
                  </a:lnTo>
                  <a:lnTo>
                    <a:pt x="4343" y="346519"/>
                  </a:lnTo>
                  <a:lnTo>
                    <a:pt x="7835" y="405726"/>
                  </a:lnTo>
                  <a:lnTo>
                    <a:pt x="11836" y="462038"/>
                  </a:lnTo>
                  <a:lnTo>
                    <a:pt x="16040" y="513092"/>
                  </a:lnTo>
                  <a:lnTo>
                    <a:pt x="20129" y="556514"/>
                  </a:lnTo>
                  <a:lnTo>
                    <a:pt x="19253" y="595464"/>
                  </a:lnTo>
                  <a:lnTo>
                    <a:pt x="25615" y="690206"/>
                  </a:lnTo>
                  <a:lnTo>
                    <a:pt x="35788" y="789724"/>
                  </a:lnTo>
                  <a:lnTo>
                    <a:pt x="96088" y="806919"/>
                  </a:lnTo>
                  <a:lnTo>
                    <a:pt x="142735" y="803097"/>
                  </a:lnTo>
                  <a:lnTo>
                    <a:pt x="223888" y="791184"/>
                  </a:lnTo>
                  <a:lnTo>
                    <a:pt x="233908" y="740156"/>
                  </a:lnTo>
                  <a:lnTo>
                    <a:pt x="240220" y="659587"/>
                  </a:lnTo>
                  <a:lnTo>
                    <a:pt x="250761" y="506793"/>
                  </a:lnTo>
                  <a:lnTo>
                    <a:pt x="256667" y="444334"/>
                  </a:lnTo>
                  <a:lnTo>
                    <a:pt x="260718" y="387261"/>
                  </a:lnTo>
                  <a:lnTo>
                    <a:pt x="262826" y="334772"/>
                  </a:lnTo>
                  <a:lnTo>
                    <a:pt x="262953" y="286105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3" name="object 363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3570019" y="9794835"/>
              <a:ext cx="215103" cy="120140"/>
            </a:xfrm>
            <a:prstGeom prst="rect">
              <a:avLst/>
            </a:prstGeom>
          </p:spPr>
        </p:pic>
        <p:pic>
          <p:nvPicPr>
            <p:cNvPr id="364" name="object 364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3548637" y="9001125"/>
              <a:ext cx="244838" cy="127566"/>
            </a:xfrm>
            <a:prstGeom prst="rect">
              <a:avLst/>
            </a:prstGeom>
          </p:spPr>
        </p:pic>
        <p:sp>
          <p:nvSpPr>
            <p:cNvPr id="365" name="object 365" descr=""/>
            <p:cNvSpPr/>
            <p:nvPr/>
          </p:nvSpPr>
          <p:spPr>
            <a:xfrm>
              <a:off x="13481628" y="9308366"/>
              <a:ext cx="61594" cy="160655"/>
            </a:xfrm>
            <a:custGeom>
              <a:avLst/>
              <a:gdLst/>
              <a:ahLst/>
              <a:cxnLst/>
              <a:rect l="l" t="t" r="r" b="b"/>
              <a:pathLst>
                <a:path w="61594" h="160654">
                  <a:moveTo>
                    <a:pt x="30275" y="32"/>
                  </a:moveTo>
                  <a:lnTo>
                    <a:pt x="9439" y="0"/>
                  </a:lnTo>
                  <a:lnTo>
                    <a:pt x="0" y="3452"/>
                  </a:lnTo>
                  <a:lnTo>
                    <a:pt x="540" y="127977"/>
                  </a:lnTo>
                  <a:lnTo>
                    <a:pt x="30898" y="158577"/>
                  </a:lnTo>
                  <a:lnTo>
                    <a:pt x="50611" y="160095"/>
                  </a:lnTo>
                  <a:lnTo>
                    <a:pt x="60040" y="159636"/>
                  </a:lnTo>
                  <a:lnTo>
                    <a:pt x="60737" y="134537"/>
                  </a:lnTo>
                  <a:lnTo>
                    <a:pt x="61112" y="81277"/>
                  </a:lnTo>
                  <a:lnTo>
                    <a:pt x="61178" y="28151"/>
                  </a:lnTo>
                  <a:lnTo>
                    <a:pt x="60951" y="3452"/>
                  </a:lnTo>
                  <a:lnTo>
                    <a:pt x="51210" y="1775"/>
                  </a:lnTo>
                  <a:lnTo>
                    <a:pt x="30275" y="32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3480730" y="9304615"/>
              <a:ext cx="62230" cy="51435"/>
            </a:xfrm>
            <a:custGeom>
              <a:avLst/>
              <a:gdLst/>
              <a:ahLst/>
              <a:cxnLst/>
              <a:rect l="l" t="t" r="r" b="b"/>
              <a:pathLst>
                <a:path w="62230" h="51434">
                  <a:moveTo>
                    <a:pt x="10365" y="0"/>
                  </a:moveTo>
                  <a:lnTo>
                    <a:pt x="0" y="3438"/>
                  </a:lnTo>
                  <a:lnTo>
                    <a:pt x="98" y="12540"/>
                  </a:lnTo>
                  <a:lnTo>
                    <a:pt x="1210" y="28618"/>
                  </a:lnTo>
                  <a:lnTo>
                    <a:pt x="2984" y="44016"/>
                  </a:lnTo>
                  <a:lnTo>
                    <a:pt x="5067" y="51080"/>
                  </a:lnTo>
                  <a:lnTo>
                    <a:pt x="14995" y="45182"/>
                  </a:lnTo>
                  <a:lnTo>
                    <a:pt x="34145" y="31343"/>
                  </a:lnTo>
                  <a:lnTo>
                    <a:pt x="52949" y="16404"/>
                  </a:lnTo>
                  <a:lnTo>
                    <a:pt x="61841" y="7207"/>
                  </a:lnTo>
                  <a:lnTo>
                    <a:pt x="52789" y="3254"/>
                  </a:lnTo>
                  <a:lnTo>
                    <a:pt x="31796" y="395"/>
                  </a:lnTo>
                  <a:lnTo>
                    <a:pt x="10365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7" name="object 367" descr=""/>
            <p:cNvSpPr/>
            <p:nvPr/>
          </p:nvSpPr>
          <p:spPr>
            <a:xfrm>
              <a:off x="13488989" y="9320065"/>
              <a:ext cx="6350" cy="17780"/>
            </a:xfrm>
            <a:custGeom>
              <a:avLst/>
              <a:gdLst/>
              <a:ahLst/>
              <a:cxnLst/>
              <a:rect l="l" t="t" r="r" b="b"/>
              <a:pathLst>
                <a:path w="6350" h="17779">
                  <a:moveTo>
                    <a:pt x="4481" y="0"/>
                  </a:moveTo>
                  <a:lnTo>
                    <a:pt x="2910" y="198"/>
                  </a:lnTo>
                  <a:lnTo>
                    <a:pt x="1340" y="397"/>
                  </a:lnTo>
                  <a:lnTo>
                    <a:pt x="0" y="3790"/>
                  </a:lnTo>
                  <a:lnTo>
                    <a:pt x="0" y="13172"/>
                  </a:lnTo>
                  <a:lnTo>
                    <a:pt x="1340" y="17276"/>
                  </a:lnTo>
                  <a:lnTo>
                    <a:pt x="4492" y="16879"/>
                  </a:lnTo>
                  <a:lnTo>
                    <a:pt x="5821" y="13486"/>
                  </a:lnTo>
                  <a:lnTo>
                    <a:pt x="5821" y="4104"/>
                  </a:lnTo>
                  <a:lnTo>
                    <a:pt x="4481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8" name="object 368" descr=""/>
          <p:cNvGrpSpPr/>
          <p:nvPr/>
        </p:nvGrpSpPr>
        <p:grpSpPr>
          <a:xfrm>
            <a:off x="12173907" y="7810008"/>
            <a:ext cx="393065" cy="909319"/>
            <a:chOff x="12173907" y="7810008"/>
            <a:chExt cx="393065" cy="909319"/>
          </a:xfrm>
        </p:grpSpPr>
        <p:sp>
          <p:nvSpPr>
            <p:cNvPr id="369" name="object 369" descr=""/>
            <p:cNvSpPr/>
            <p:nvPr/>
          </p:nvSpPr>
          <p:spPr>
            <a:xfrm>
              <a:off x="12173907" y="7810008"/>
              <a:ext cx="393065" cy="828040"/>
            </a:xfrm>
            <a:custGeom>
              <a:avLst/>
              <a:gdLst/>
              <a:ahLst/>
              <a:cxnLst/>
              <a:rect l="l" t="t" r="r" b="b"/>
              <a:pathLst>
                <a:path w="393065" h="828040">
                  <a:moveTo>
                    <a:pt x="206394" y="0"/>
                  </a:moveTo>
                  <a:lnTo>
                    <a:pt x="149923" y="2389"/>
                  </a:lnTo>
                  <a:lnTo>
                    <a:pt x="89899" y="27629"/>
                  </a:lnTo>
                  <a:lnTo>
                    <a:pt x="50902" y="90940"/>
                  </a:lnTo>
                  <a:lnTo>
                    <a:pt x="29382" y="127402"/>
                  </a:lnTo>
                  <a:lnTo>
                    <a:pt x="8100" y="175069"/>
                  </a:lnTo>
                  <a:lnTo>
                    <a:pt x="0" y="258990"/>
                  </a:lnTo>
                  <a:lnTo>
                    <a:pt x="543" y="317625"/>
                  </a:lnTo>
                  <a:lnTo>
                    <a:pt x="1838" y="377439"/>
                  </a:lnTo>
                  <a:lnTo>
                    <a:pt x="2153" y="430978"/>
                  </a:lnTo>
                  <a:lnTo>
                    <a:pt x="3391" y="525311"/>
                  </a:lnTo>
                  <a:lnTo>
                    <a:pt x="7341" y="654978"/>
                  </a:lnTo>
                  <a:lnTo>
                    <a:pt x="13472" y="819081"/>
                  </a:lnTo>
                  <a:lnTo>
                    <a:pt x="135370" y="828032"/>
                  </a:lnTo>
                  <a:lnTo>
                    <a:pt x="212846" y="826721"/>
                  </a:lnTo>
                  <a:lnTo>
                    <a:pt x="279059" y="811285"/>
                  </a:lnTo>
                  <a:lnTo>
                    <a:pt x="367168" y="777857"/>
                  </a:lnTo>
                  <a:lnTo>
                    <a:pt x="377670" y="519210"/>
                  </a:lnTo>
                  <a:lnTo>
                    <a:pt x="383727" y="379635"/>
                  </a:lnTo>
                  <a:lnTo>
                    <a:pt x="387641" y="311110"/>
                  </a:lnTo>
                  <a:lnTo>
                    <a:pt x="391711" y="265611"/>
                  </a:lnTo>
                  <a:lnTo>
                    <a:pt x="392506" y="218228"/>
                  </a:lnTo>
                  <a:lnTo>
                    <a:pt x="385672" y="174304"/>
                  </a:lnTo>
                  <a:lnTo>
                    <a:pt x="372184" y="131218"/>
                  </a:lnTo>
                  <a:lnTo>
                    <a:pt x="353011" y="86350"/>
                  </a:lnTo>
                  <a:lnTo>
                    <a:pt x="333736" y="46797"/>
                  </a:lnTo>
                  <a:lnTo>
                    <a:pt x="310742" y="5689"/>
                  </a:lnTo>
                  <a:lnTo>
                    <a:pt x="307735" y="1117"/>
                  </a:lnTo>
                  <a:lnTo>
                    <a:pt x="206394" y="0"/>
                  </a:lnTo>
                  <a:close/>
                </a:path>
              </a:pathLst>
            </a:custGeom>
            <a:solidFill>
              <a:srgbClr val="E6D7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2272873" y="7835245"/>
              <a:ext cx="194945" cy="883919"/>
            </a:xfrm>
            <a:custGeom>
              <a:avLst/>
              <a:gdLst/>
              <a:ahLst/>
              <a:cxnLst/>
              <a:rect l="l" t="t" r="r" b="b"/>
              <a:pathLst>
                <a:path w="194945" h="883920">
                  <a:moveTo>
                    <a:pt x="194589" y="254647"/>
                  </a:moveTo>
                  <a:lnTo>
                    <a:pt x="194271" y="190868"/>
                  </a:lnTo>
                  <a:lnTo>
                    <a:pt x="192862" y="139446"/>
                  </a:lnTo>
                  <a:lnTo>
                    <a:pt x="183845" y="66433"/>
                  </a:lnTo>
                  <a:lnTo>
                    <a:pt x="143408" y="6858"/>
                  </a:lnTo>
                  <a:lnTo>
                    <a:pt x="86169" y="0"/>
                  </a:lnTo>
                  <a:lnTo>
                    <a:pt x="61175" y="2946"/>
                  </a:lnTo>
                  <a:lnTo>
                    <a:pt x="38912" y="11391"/>
                  </a:lnTo>
                  <a:lnTo>
                    <a:pt x="20523" y="28727"/>
                  </a:lnTo>
                  <a:lnTo>
                    <a:pt x="7162" y="58267"/>
                  </a:lnTo>
                  <a:lnTo>
                    <a:pt x="0" y="103416"/>
                  </a:lnTo>
                  <a:lnTo>
                    <a:pt x="177" y="167487"/>
                  </a:lnTo>
                  <a:lnTo>
                    <a:pt x="11785" y="282282"/>
                  </a:lnTo>
                  <a:lnTo>
                    <a:pt x="22085" y="392099"/>
                  </a:lnTo>
                  <a:lnTo>
                    <a:pt x="28613" y="453161"/>
                  </a:lnTo>
                  <a:lnTo>
                    <a:pt x="35483" y="504799"/>
                  </a:lnTo>
                  <a:lnTo>
                    <a:pt x="38773" y="520369"/>
                  </a:lnTo>
                  <a:lnTo>
                    <a:pt x="38328" y="521449"/>
                  </a:lnTo>
                  <a:lnTo>
                    <a:pt x="42062" y="547077"/>
                  </a:lnTo>
                  <a:lnTo>
                    <a:pt x="45415" y="592277"/>
                  </a:lnTo>
                  <a:lnTo>
                    <a:pt x="50279" y="690054"/>
                  </a:lnTo>
                  <a:lnTo>
                    <a:pt x="58534" y="873404"/>
                  </a:lnTo>
                  <a:lnTo>
                    <a:pt x="83654" y="880922"/>
                  </a:lnTo>
                  <a:lnTo>
                    <a:pt x="103251" y="883843"/>
                  </a:lnTo>
                  <a:lnTo>
                    <a:pt x="127419" y="882548"/>
                  </a:lnTo>
                  <a:lnTo>
                    <a:pt x="166268" y="877430"/>
                  </a:lnTo>
                  <a:lnTo>
                    <a:pt x="176314" y="800658"/>
                  </a:lnTo>
                  <a:lnTo>
                    <a:pt x="184277" y="731316"/>
                  </a:lnTo>
                  <a:lnTo>
                    <a:pt x="190093" y="664997"/>
                  </a:lnTo>
                  <a:lnTo>
                    <a:pt x="192925" y="618337"/>
                  </a:lnTo>
                  <a:lnTo>
                    <a:pt x="194043" y="586168"/>
                  </a:lnTo>
                  <a:lnTo>
                    <a:pt x="193636" y="553554"/>
                  </a:lnTo>
                  <a:lnTo>
                    <a:pt x="191998" y="509536"/>
                  </a:lnTo>
                  <a:lnTo>
                    <a:pt x="191973" y="499783"/>
                  </a:lnTo>
                  <a:lnTo>
                    <a:pt x="194183" y="324116"/>
                  </a:lnTo>
                  <a:lnTo>
                    <a:pt x="194589" y="254647"/>
                  </a:lnTo>
                  <a:close/>
                </a:path>
              </a:pathLst>
            </a:custGeom>
            <a:solidFill>
              <a:srgbClr val="DECEC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1" name="object 371" descr=""/>
          <p:cNvGrpSpPr/>
          <p:nvPr/>
        </p:nvGrpSpPr>
        <p:grpSpPr>
          <a:xfrm>
            <a:off x="16300277" y="8941749"/>
            <a:ext cx="816610" cy="1447800"/>
            <a:chOff x="16300277" y="8941749"/>
            <a:chExt cx="816610" cy="1447800"/>
          </a:xfrm>
        </p:grpSpPr>
        <p:sp>
          <p:nvSpPr>
            <p:cNvPr id="372" name="object 372" descr=""/>
            <p:cNvSpPr/>
            <p:nvPr/>
          </p:nvSpPr>
          <p:spPr>
            <a:xfrm>
              <a:off x="16617808" y="8941749"/>
              <a:ext cx="228600" cy="1426845"/>
            </a:xfrm>
            <a:custGeom>
              <a:avLst/>
              <a:gdLst/>
              <a:ahLst/>
              <a:cxnLst/>
              <a:rect l="l" t="t" r="r" b="b"/>
              <a:pathLst>
                <a:path w="228600" h="1426845">
                  <a:moveTo>
                    <a:pt x="161900" y="0"/>
                  </a:moveTo>
                  <a:lnTo>
                    <a:pt x="18617" y="6701"/>
                  </a:lnTo>
                  <a:lnTo>
                    <a:pt x="0" y="1426836"/>
                  </a:lnTo>
                  <a:lnTo>
                    <a:pt x="228034" y="1423359"/>
                  </a:lnTo>
                  <a:lnTo>
                    <a:pt x="161900" y="0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3" name="object 373" descr=""/>
            <p:cNvSpPr/>
            <p:nvPr/>
          </p:nvSpPr>
          <p:spPr>
            <a:xfrm>
              <a:off x="16368683" y="9051382"/>
              <a:ext cx="221615" cy="439420"/>
            </a:xfrm>
            <a:custGeom>
              <a:avLst/>
              <a:gdLst/>
              <a:ahLst/>
              <a:cxnLst/>
              <a:rect l="l" t="t" r="r" b="b"/>
              <a:pathLst>
                <a:path w="221615" h="439420">
                  <a:moveTo>
                    <a:pt x="106855" y="0"/>
                  </a:moveTo>
                  <a:lnTo>
                    <a:pt x="66109" y="35733"/>
                  </a:lnTo>
                  <a:lnTo>
                    <a:pt x="57432" y="76730"/>
                  </a:lnTo>
                  <a:lnTo>
                    <a:pt x="48604" y="121981"/>
                  </a:lnTo>
                  <a:lnTo>
                    <a:pt x="37265" y="181363"/>
                  </a:lnTo>
                  <a:lnTo>
                    <a:pt x="25076" y="246444"/>
                  </a:lnTo>
                  <a:lnTo>
                    <a:pt x="13696" y="308792"/>
                  </a:lnTo>
                  <a:lnTo>
                    <a:pt x="4784" y="359978"/>
                  </a:lnTo>
                  <a:lnTo>
                    <a:pt x="0" y="391569"/>
                  </a:lnTo>
                  <a:lnTo>
                    <a:pt x="18816" y="418010"/>
                  </a:lnTo>
                  <a:lnTo>
                    <a:pt x="66428" y="436091"/>
                  </a:lnTo>
                  <a:lnTo>
                    <a:pt x="119798" y="439400"/>
                  </a:lnTo>
                  <a:lnTo>
                    <a:pt x="155890" y="421526"/>
                  </a:lnTo>
                  <a:lnTo>
                    <a:pt x="183952" y="332003"/>
                  </a:lnTo>
                  <a:lnTo>
                    <a:pt x="197428" y="266866"/>
                  </a:lnTo>
                  <a:lnTo>
                    <a:pt x="208912" y="202510"/>
                  </a:lnTo>
                  <a:lnTo>
                    <a:pt x="217184" y="149710"/>
                  </a:lnTo>
                  <a:lnTo>
                    <a:pt x="221029" y="119242"/>
                  </a:lnTo>
                  <a:lnTo>
                    <a:pt x="209181" y="85833"/>
                  </a:lnTo>
                  <a:lnTo>
                    <a:pt x="178082" y="43789"/>
                  </a:lnTo>
                  <a:lnTo>
                    <a:pt x="139913" y="9661"/>
                  </a:lnTo>
                  <a:lnTo>
                    <a:pt x="106855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4" name="object 374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16328652" y="9680111"/>
              <a:ext cx="119949" cy="134231"/>
            </a:xfrm>
            <a:prstGeom prst="rect">
              <a:avLst/>
            </a:prstGeom>
          </p:spPr>
        </p:pic>
        <p:sp>
          <p:nvSpPr>
            <p:cNvPr id="375" name="object 375" descr=""/>
            <p:cNvSpPr/>
            <p:nvPr/>
          </p:nvSpPr>
          <p:spPr>
            <a:xfrm>
              <a:off x="16300277" y="9353232"/>
              <a:ext cx="237490" cy="366395"/>
            </a:xfrm>
            <a:custGeom>
              <a:avLst/>
              <a:gdLst/>
              <a:ahLst/>
              <a:cxnLst/>
              <a:rect l="l" t="t" r="r" b="b"/>
              <a:pathLst>
                <a:path w="237490" h="366395">
                  <a:moveTo>
                    <a:pt x="140840" y="0"/>
                  </a:moveTo>
                  <a:lnTo>
                    <a:pt x="76353" y="39528"/>
                  </a:lnTo>
                  <a:lnTo>
                    <a:pt x="57999" y="98560"/>
                  </a:lnTo>
                  <a:lnTo>
                    <a:pt x="46570" y="136916"/>
                  </a:lnTo>
                  <a:lnTo>
                    <a:pt x="25370" y="218842"/>
                  </a:lnTo>
                  <a:lnTo>
                    <a:pt x="14082" y="267330"/>
                  </a:lnTo>
                  <a:lnTo>
                    <a:pt x="6175" y="306084"/>
                  </a:lnTo>
                  <a:lnTo>
                    <a:pt x="0" y="341079"/>
                  </a:lnTo>
                  <a:lnTo>
                    <a:pt x="63729" y="356040"/>
                  </a:lnTo>
                  <a:lnTo>
                    <a:pt x="103163" y="363661"/>
                  </a:lnTo>
                  <a:lnTo>
                    <a:pt x="134670" y="366313"/>
                  </a:lnTo>
                  <a:lnTo>
                    <a:pt x="174622" y="366366"/>
                  </a:lnTo>
                  <a:lnTo>
                    <a:pt x="203540" y="274150"/>
                  </a:lnTo>
                  <a:lnTo>
                    <a:pt x="219683" y="214485"/>
                  </a:lnTo>
                  <a:lnTo>
                    <a:pt x="228905" y="161335"/>
                  </a:lnTo>
                  <a:lnTo>
                    <a:pt x="237060" y="88668"/>
                  </a:lnTo>
                  <a:lnTo>
                    <a:pt x="230083" y="63887"/>
                  </a:lnTo>
                  <a:lnTo>
                    <a:pt x="208258" y="35955"/>
                  </a:lnTo>
                  <a:lnTo>
                    <a:pt x="176779" y="12212"/>
                  </a:lnTo>
                  <a:lnTo>
                    <a:pt x="14084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6" name="object 376" descr=""/>
            <p:cNvSpPr/>
            <p:nvPr/>
          </p:nvSpPr>
          <p:spPr>
            <a:xfrm>
              <a:off x="16448240" y="8994055"/>
              <a:ext cx="238760" cy="1395730"/>
            </a:xfrm>
            <a:custGeom>
              <a:avLst/>
              <a:gdLst/>
              <a:ahLst/>
              <a:cxnLst/>
              <a:rect l="l" t="t" r="r" b="b"/>
              <a:pathLst>
                <a:path w="238759" h="1395729">
                  <a:moveTo>
                    <a:pt x="142225" y="0"/>
                  </a:moveTo>
                  <a:lnTo>
                    <a:pt x="69397" y="33055"/>
                  </a:lnTo>
                  <a:lnTo>
                    <a:pt x="31262" y="51148"/>
                  </a:lnTo>
                  <a:lnTo>
                    <a:pt x="7162" y="87455"/>
                  </a:lnTo>
                  <a:lnTo>
                    <a:pt x="5099" y="133578"/>
                  </a:lnTo>
                  <a:lnTo>
                    <a:pt x="3173" y="196408"/>
                  </a:lnTo>
                  <a:lnTo>
                    <a:pt x="1561" y="266059"/>
                  </a:lnTo>
                  <a:lnTo>
                    <a:pt x="444" y="332644"/>
                  </a:lnTo>
                  <a:lnTo>
                    <a:pt x="0" y="386279"/>
                  </a:lnTo>
                  <a:lnTo>
                    <a:pt x="407" y="417076"/>
                  </a:lnTo>
                  <a:lnTo>
                    <a:pt x="1041" y="439160"/>
                  </a:lnTo>
                  <a:lnTo>
                    <a:pt x="1548" y="477697"/>
                  </a:lnTo>
                  <a:lnTo>
                    <a:pt x="2132" y="587998"/>
                  </a:lnTo>
                  <a:lnTo>
                    <a:pt x="2068" y="715716"/>
                  </a:lnTo>
                  <a:lnTo>
                    <a:pt x="1763" y="776022"/>
                  </a:lnTo>
                  <a:lnTo>
                    <a:pt x="1262" y="828583"/>
                  </a:lnTo>
                  <a:lnTo>
                    <a:pt x="554" y="869366"/>
                  </a:lnTo>
                  <a:lnTo>
                    <a:pt x="3698" y="989876"/>
                  </a:lnTo>
                  <a:lnTo>
                    <a:pt x="13006" y="1156858"/>
                  </a:lnTo>
                  <a:lnTo>
                    <a:pt x="22773" y="1304967"/>
                  </a:lnTo>
                  <a:lnTo>
                    <a:pt x="27296" y="1368858"/>
                  </a:lnTo>
                  <a:lnTo>
                    <a:pt x="65902" y="1383561"/>
                  </a:lnTo>
                  <a:lnTo>
                    <a:pt x="113166" y="1394314"/>
                  </a:lnTo>
                  <a:lnTo>
                    <a:pt x="143638" y="1395329"/>
                  </a:lnTo>
                  <a:lnTo>
                    <a:pt x="179916" y="1394531"/>
                  </a:lnTo>
                  <a:lnTo>
                    <a:pt x="210071" y="1391723"/>
                  </a:lnTo>
                  <a:lnTo>
                    <a:pt x="230676" y="1388713"/>
                  </a:lnTo>
                  <a:lnTo>
                    <a:pt x="238305" y="1387308"/>
                  </a:lnTo>
                  <a:lnTo>
                    <a:pt x="224931" y="1005202"/>
                  </a:lnTo>
                  <a:lnTo>
                    <a:pt x="219500" y="772397"/>
                  </a:lnTo>
                  <a:lnTo>
                    <a:pt x="221136" y="594004"/>
                  </a:lnTo>
                  <a:lnTo>
                    <a:pt x="228965" y="375129"/>
                  </a:lnTo>
                  <a:lnTo>
                    <a:pt x="230727" y="302434"/>
                  </a:lnTo>
                  <a:lnTo>
                    <a:pt x="230448" y="248353"/>
                  </a:lnTo>
                  <a:lnTo>
                    <a:pt x="229370" y="214627"/>
                  </a:lnTo>
                  <a:lnTo>
                    <a:pt x="228735" y="202999"/>
                  </a:lnTo>
                  <a:lnTo>
                    <a:pt x="142225" y="0"/>
                  </a:lnTo>
                  <a:close/>
                </a:path>
              </a:pathLst>
            </a:custGeom>
            <a:solidFill>
              <a:srgbClr val="3139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7" name="object 377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6561423" y="8948451"/>
              <a:ext cx="115556" cy="248599"/>
            </a:xfrm>
            <a:prstGeom prst="rect">
              <a:avLst/>
            </a:prstGeom>
          </p:spPr>
        </p:pic>
        <p:sp>
          <p:nvSpPr>
            <p:cNvPr id="378" name="object 378" descr=""/>
            <p:cNvSpPr/>
            <p:nvPr/>
          </p:nvSpPr>
          <p:spPr>
            <a:xfrm>
              <a:off x="16827152" y="9046525"/>
              <a:ext cx="221615" cy="444500"/>
            </a:xfrm>
            <a:custGeom>
              <a:avLst/>
              <a:gdLst/>
              <a:ahLst/>
              <a:cxnLst/>
              <a:rect l="l" t="t" r="r" b="b"/>
              <a:pathLst>
                <a:path w="221615" h="444500">
                  <a:moveTo>
                    <a:pt x="119640" y="0"/>
                  </a:moveTo>
                  <a:lnTo>
                    <a:pt x="85728" y="10420"/>
                  </a:lnTo>
                  <a:lnTo>
                    <a:pt x="45680" y="46218"/>
                  </a:lnTo>
                  <a:lnTo>
                    <a:pt x="12702" y="89932"/>
                  </a:lnTo>
                  <a:lnTo>
                    <a:pt x="0" y="124100"/>
                  </a:lnTo>
                  <a:lnTo>
                    <a:pt x="3844" y="154569"/>
                  </a:lnTo>
                  <a:lnTo>
                    <a:pt x="12117" y="207368"/>
                  </a:lnTo>
                  <a:lnTo>
                    <a:pt x="23600" y="271724"/>
                  </a:lnTo>
                  <a:lnTo>
                    <a:pt x="37074" y="336862"/>
                  </a:lnTo>
                  <a:lnTo>
                    <a:pt x="51323" y="392007"/>
                  </a:lnTo>
                  <a:lnTo>
                    <a:pt x="101221" y="444259"/>
                  </a:lnTo>
                  <a:lnTo>
                    <a:pt x="154592" y="440949"/>
                  </a:lnTo>
                  <a:lnTo>
                    <a:pt x="202206" y="422868"/>
                  </a:lnTo>
                  <a:lnTo>
                    <a:pt x="221029" y="396427"/>
                  </a:lnTo>
                  <a:lnTo>
                    <a:pt x="216241" y="364836"/>
                  </a:lnTo>
                  <a:lnTo>
                    <a:pt x="207326" y="313651"/>
                  </a:lnTo>
                  <a:lnTo>
                    <a:pt x="195944" y="251302"/>
                  </a:lnTo>
                  <a:lnTo>
                    <a:pt x="183754" y="186221"/>
                  </a:lnTo>
                  <a:lnTo>
                    <a:pt x="172415" y="126840"/>
                  </a:lnTo>
                  <a:lnTo>
                    <a:pt x="163586" y="81589"/>
                  </a:lnTo>
                  <a:lnTo>
                    <a:pt x="155001" y="40516"/>
                  </a:lnTo>
                  <a:lnTo>
                    <a:pt x="11964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9" name="object 379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16968258" y="9680111"/>
              <a:ext cx="119949" cy="134231"/>
            </a:xfrm>
            <a:prstGeom prst="rect">
              <a:avLst/>
            </a:prstGeom>
          </p:spPr>
        </p:pic>
        <p:sp>
          <p:nvSpPr>
            <p:cNvPr id="380" name="object 380" descr=""/>
            <p:cNvSpPr/>
            <p:nvPr/>
          </p:nvSpPr>
          <p:spPr>
            <a:xfrm>
              <a:off x="16879522" y="9353232"/>
              <a:ext cx="237490" cy="366395"/>
            </a:xfrm>
            <a:custGeom>
              <a:avLst/>
              <a:gdLst/>
              <a:ahLst/>
              <a:cxnLst/>
              <a:rect l="l" t="t" r="r" b="b"/>
              <a:pathLst>
                <a:path w="237490" h="366395">
                  <a:moveTo>
                    <a:pt x="96220" y="0"/>
                  </a:moveTo>
                  <a:lnTo>
                    <a:pt x="60280" y="12212"/>
                  </a:lnTo>
                  <a:lnTo>
                    <a:pt x="28801" y="35955"/>
                  </a:lnTo>
                  <a:lnTo>
                    <a:pt x="6977" y="63887"/>
                  </a:lnTo>
                  <a:lnTo>
                    <a:pt x="0" y="88668"/>
                  </a:lnTo>
                  <a:lnTo>
                    <a:pt x="8155" y="161335"/>
                  </a:lnTo>
                  <a:lnTo>
                    <a:pt x="17377" y="214485"/>
                  </a:lnTo>
                  <a:lnTo>
                    <a:pt x="33520" y="274150"/>
                  </a:lnTo>
                  <a:lnTo>
                    <a:pt x="62437" y="366366"/>
                  </a:lnTo>
                  <a:lnTo>
                    <a:pt x="102390" y="366313"/>
                  </a:lnTo>
                  <a:lnTo>
                    <a:pt x="133897" y="363661"/>
                  </a:lnTo>
                  <a:lnTo>
                    <a:pt x="173330" y="356040"/>
                  </a:lnTo>
                  <a:lnTo>
                    <a:pt x="237060" y="341079"/>
                  </a:lnTo>
                  <a:lnTo>
                    <a:pt x="235537" y="331776"/>
                  </a:lnTo>
                  <a:lnTo>
                    <a:pt x="222978" y="267330"/>
                  </a:lnTo>
                  <a:lnTo>
                    <a:pt x="211689" y="218842"/>
                  </a:lnTo>
                  <a:lnTo>
                    <a:pt x="199773" y="171407"/>
                  </a:lnTo>
                  <a:lnTo>
                    <a:pt x="179061" y="98560"/>
                  </a:lnTo>
                  <a:lnTo>
                    <a:pt x="160707" y="39528"/>
                  </a:lnTo>
                  <a:lnTo>
                    <a:pt x="131427" y="6658"/>
                  </a:lnTo>
                  <a:lnTo>
                    <a:pt x="9622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1" name="object 381" descr=""/>
            <p:cNvSpPr/>
            <p:nvPr/>
          </p:nvSpPr>
          <p:spPr>
            <a:xfrm>
              <a:off x="16737891" y="8994055"/>
              <a:ext cx="231775" cy="1395730"/>
            </a:xfrm>
            <a:custGeom>
              <a:avLst/>
              <a:gdLst/>
              <a:ahLst/>
              <a:cxnLst/>
              <a:rect l="l" t="t" r="r" b="b"/>
              <a:pathLst>
                <a:path w="231775" h="1395729">
                  <a:moveTo>
                    <a:pt x="88502" y="0"/>
                  </a:moveTo>
                  <a:lnTo>
                    <a:pt x="1992" y="202999"/>
                  </a:lnTo>
                  <a:lnTo>
                    <a:pt x="1356" y="214627"/>
                  </a:lnTo>
                  <a:lnTo>
                    <a:pt x="278" y="248353"/>
                  </a:lnTo>
                  <a:lnTo>
                    <a:pt x="0" y="302434"/>
                  </a:lnTo>
                  <a:lnTo>
                    <a:pt x="1761" y="375129"/>
                  </a:lnTo>
                  <a:lnTo>
                    <a:pt x="9989" y="594035"/>
                  </a:lnTo>
                  <a:lnTo>
                    <a:pt x="14413" y="772649"/>
                  </a:lnTo>
                  <a:lnTo>
                    <a:pt x="16548" y="1006050"/>
                  </a:lnTo>
                  <a:lnTo>
                    <a:pt x="17907" y="1389318"/>
                  </a:lnTo>
                  <a:lnTo>
                    <a:pt x="31277" y="1390399"/>
                  </a:lnTo>
                  <a:lnTo>
                    <a:pt x="64509" y="1392697"/>
                  </a:lnTo>
                  <a:lnTo>
                    <a:pt x="107294" y="1394792"/>
                  </a:lnTo>
                  <a:lnTo>
                    <a:pt x="149317" y="1395266"/>
                  </a:lnTo>
                  <a:lnTo>
                    <a:pt x="179237" y="1394311"/>
                  </a:lnTo>
                  <a:lnTo>
                    <a:pt x="197691" y="1391634"/>
                  </a:lnTo>
                  <a:lnTo>
                    <a:pt x="212311" y="1385110"/>
                  </a:lnTo>
                  <a:lnTo>
                    <a:pt x="230728" y="1372617"/>
                  </a:lnTo>
                  <a:lnTo>
                    <a:pt x="231370" y="1158738"/>
                  </a:lnTo>
                  <a:lnTo>
                    <a:pt x="231294" y="990463"/>
                  </a:lnTo>
                  <a:lnTo>
                    <a:pt x="230173" y="869366"/>
                  </a:lnTo>
                  <a:lnTo>
                    <a:pt x="229464" y="828583"/>
                  </a:lnTo>
                  <a:lnTo>
                    <a:pt x="228964" y="776022"/>
                  </a:lnTo>
                  <a:lnTo>
                    <a:pt x="228659" y="715716"/>
                  </a:lnTo>
                  <a:lnTo>
                    <a:pt x="228595" y="587998"/>
                  </a:lnTo>
                  <a:lnTo>
                    <a:pt x="229179" y="477697"/>
                  </a:lnTo>
                  <a:lnTo>
                    <a:pt x="229685" y="439160"/>
                  </a:lnTo>
                  <a:lnTo>
                    <a:pt x="230320" y="417076"/>
                  </a:lnTo>
                  <a:lnTo>
                    <a:pt x="230574" y="385809"/>
                  </a:lnTo>
                  <a:lnTo>
                    <a:pt x="229735" y="330963"/>
                  </a:lnTo>
                  <a:lnTo>
                    <a:pt x="228077" y="262720"/>
                  </a:lnTo>
                  <a:lnTo>
                    <a:pt x="225878" y="191263"/>
                  </a:lnTo>
                  <a:lnTo>
                    <a:pt x="223411" y="126775"/>
                  </a:lnTo>
                  <a:lnTo>
                    <a:pt x="220954" y="79437"/>
                  </a:lnTo>
                  <a:lnTo>
                    <a:pt x="197046" y="43726"/>
                  </a:lnTo>
                  <a:lnTo>
                    <a:pt x="159732" y="28151"/>
                  </a:lnTo>
                  <a:lnTo>
                    <a:pt x="88502" y="0"/>
                  </a:lnTo>
                  <a:close/>
                </a:path>
              </a:pathLst>
            </a:custGeom>
            <a:solidFill>
              <a:srgbClr val="3139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2" name="object 382" descr=""/>
            <p:cNvSpPr/>
            <p:nvPr/>
          </p:nvSpPr>
          <p:spPr>
            <a:xfrm>
              <a:off x="16739883" y="8941752"/>
              <a:ext cx="115570" cy="255904"/>
            </a:xfrm>
            <a:custGeom>
              <a:avLst/>
              <a:gdLst/>
              <a:ahLst/>
              <a:cxnLst/>
              <a:rect l="l" t="t" r="r" b="b"/>
              <a:pathLst>
                <a:path w="115569" h="255904">
                  <a:moveTo>
                    <a:pt x="39820" y="0"/>
                  </a:moveTo>
                  <a:lnTo>
                    <a:pt x="40352" y="7672"/>
                  </a:lnTo>
                  <a:lnTo>
                    <a:pt x="40432" y="28292"/>
                  </a:lnTo>
                  <a:lnTo>
                    <a:pt x="37784" y="58265"/>
                  </a:lnTo>
                  <a:lnTo>
                    <a:pt x="30135" y="93997"/>
                  </a:lnTo>
                  <a:lnTo>
                    <a:pt x="21483" y="124576"/>
                  </a:lnTo>
                  <a:lnTo>
                    <a:pt x="15460" y="151572"/>
                  </a:lnTo>
                  <a:lnTo>
                    <a:pt x="9240" y="190106"/>
                  </a:lnTo>
                  <a:lnTo>
                    <a:pt x="0" y="255301"/>
                  </a:lnTo>
                  <a:lnTo>
                    <a:pt x="4536" y="243661"/>
                  </a:lnTo>
                  <a:lnTo>
                    <a:pt x="15805" y="216427"/>
                  </a:lnTo>
                  <a:lnTo>
                    <a:pt x="30294" y="185126"/>
                  </a:lnTo>
                  <a:lnTo>
                    <a:pt x="44490" y="161283"/>
                  </a:lnTo>
                  <a:lnTo>
                    <a:pt x="93095" y="109403"/>
                  </a:lnTo>
                  <a:lnTo>
                    <a:pt x="114325" y="78369"/>
                  </a:lnTo>
                  <a:lnTo>
                    <a:pt x="115556" y="52302"/>
                  </a:lnTo>
                  <a:lnTo>
                    <a:pt x="104425" y="35364"/>
                  </a:lnTo>
                  <a:lnTo>
                    <a:pt x="92825" y="24270"/>
                  </a:lnTo>
                  <a:lnTo>
                    <a:pt x="73657" y="14116"/>
                  </a:lnTo>
                  <a:lnTo>
                    <a:pt x="3982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3" name="object 383" descr=""/>
            <p:cNvSpPr/>
            <p:nvPr/>
          </p:nvSpPr>
          <p:spPr>
            <a:xfrm>
              <a:off x="16755174" y="9234671"/>
              <a:ext cx="40640" cy="725805"/>
            </a:xfrm>
            <a:custGeom>
              <a:avLst/>
              <a:gdLst/>
              <a:ahLst/>
              <a:cxnLst/>
              <a:rect l="l" t="t" r="r" b="b"/>
              <a:pathLst>
                <a:path w="40640" h="725804">
                  <a:moveTo>
                    <a:pt x="16776" y="8674"/>
                  </a:moveTo>
                  <a:lnTo>
                    <a:pt x="14681" y="2717"/>
                  </a:lnTo>
                  <a:lnTo>
                    <a:pt x="8382" y="0"/>
                  </a:lnTo>
                  <a:lnTo>
                    <a:pt x="2108" y="2717"/>
                  </a:lnTo>
                  <a:lnTo>
                    <a:pt x="0" y="8674"/>
                  </a:lnTo>
                  <a:lnTo>
                    <a:pt x="2095" y="14643"/>
                  </a:lnTo>
                  <a:lnTo>
                    <a:pt x="8382" y="17360"/>
                  </a:lnTo>
                  <a:lnTo>
                    <a:pt x="14668" y="14643"/>
                  </a:lnTo>
                  <a:lnTo>
                    <a:pt x="16776" y="8674"/>
                  </a:lnTo>
                  <a:close/>
                </a:path>
                <a:path w="40640" h="725804">
                  <a:moveTo>
                    <a:pt x="22720" y="185635"/>
                  </a:moveTo>
                  <a:lnTo>
                    <a:pt x="20624" y="179666"/>
                  </a:lnTo>
                  <a:lnTo>
                    <a:pt x="14338" y="176961"/>
                  </a:lnTo>
                  <a:lnTo>
                    <a:pt x="8051" y="179666"/>
                  </a:lnTo>
                  <a:lnTo>
                    <a:pt x="5943" y="185635"/>
                  </a:lnTo>
                  <a:lnTo>
                    <a:pt x="8039" y="191604"/>
                  </a:lnTo>
                  <a:lnTo>
                    <a:pt x="14338" y="194322"/>
                  </a:lnTo>
                  <a:lnTo>
                    <a:pt x="20624" y="191604"/>
                  </a:lnTo>
                  <a:lnTo>
                    <a:pt x="22720" y="185635"/>
                  </a:lnTo>
                  <a:close/>
                </a:path>
                <a:path w="40640" h="725804">
                  <a:moveTo>
                    <a:pt x="28663" y="362597"/>
                  </a:moveTo>
                  <a:lnTo>
                    <a:pt x="26568" y="356628"/>
                  </a:lnTo>
                  <a:lnTo>
                    <a:pt x="20281" y="353923"/>
                  </a:lnTo>
                  <a:lnTo>
                    <a:pt x="13995" y="356628"/>
                  </a:lnTo>
                  <a:lnTo>
                    <a:pt x="11899" y="362597"/>
                  </a:lnTo>
                  <a:lnTo>
                    <a:pt x="13995" y="368566"/>
                  </a:lnTo>
                  <a:lnTo>
                    <a:pt x="20281" y="371284"/>
                  </a:lnTo>
                  <a:lnTo>
                    <a:pt x="26568" y="368566"/>
                  </a:lnTo>
                  <a:lnTo>
                    <a:pt x="28663" y="362597"/>
                  </a:lnTo>
                  <a:close/>
                </a:path>
                <a:path w="40640" h="725804">
                  <a:moveTo>
                    <a:pt x="34607" y="539559"/>
                  </a:moveTo>
                  <a:lnTo>
                    <a:pt x="32512" y="533590"/>
                  </a:lnTo>
                  <a:lnTo>
                    <a:pt x="26225" y="530872"/>
                  </a:lnTo>
                  <a:lnTo>
                    <a:pt x="19939" y="533590"/>
                  </a:lnTo>
                  <a:lnTo>
                    <a:pt x="17843" y="539559"/>
                  </a:lnTo>
                  <a:lnTo>
                    <a:pt x="19926" y="545528"/>
                  </a:lnTo>
                  <a:lnTo>
                    <a:pt x="26225" y="548233"/>
                  </a:lnTo>
                  <a:lnTo>
                    <a:pt x="32512" y="545528"/>
                  </a:lnTo>
                  <a:lnTo>
                    <a:pt x="34607" y="539559"/>
                  </a:lnTo>
                  <a:close/>
                </a:path>
                <a:path w="40640" h="725804">
                  <a:moveTo>
                    <a:pt x="40551" y="716521"/>
                  </a:moveTo>
                  <a:lnTo>
                    <a:pt x="38455" y="710552"/>
                  </a:lnTo>
                  <a:lnTo>
                    <a:pt x="32169" y="707834"/>
                  </a:lnTo>
                  <a:lnTo>
                    <a:pt x="25882" y="710552"/>
                  </a:lnTo>
                  <a:lnTo>
                    <a:pt x="23787" y="716521"/>
                  </a:lnTo>
                  <a:lnTo>
                    <a:pt x="25882" y="722490"/>
                  </a:lnTo>
                  <a:lnTo>
                    <a:pt x="32169" y="725195"/>
                  </a:lnTo>
                  <a:lnTo>
                    <a:pt x="38455" y="722490"/>
                  </a:lnTo>
                  <a:lnTo>
                    <a:pt x="40551" y="716521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16633965" y="9093180"/>
              <a:ext cx="153035" cy="867410"/>
            </a:xfrm>
            <a:custGeom>
              <a:avLst/>
              <a:gdLst/>
              <a:ahLst/>
              <a:cxnLst/>
              <a:rect l="l" t="t" r="r" b="b"/>
              <a:pathLst>
                <a:path w="153034" h="867409">
                  <a:moveTo>
                    <a:pt x="16764" y="150177"/>
                  </a:moveTo>
                  <a:lnTo>
                    <a:pt x="14808" y="144170"/>
                  </a:lnTo>
                  <a:lnTo>
                    <a:pt x="8572" y="141312"/>
                  </a:lnTo>
                  <a:lnTo>
                    <a:pt x="2235" y="143891"/>
                  </a:lnTo>
                  <a:lnTo>
                    <a:pt x="0" y="149821"/>
                  </a:lnTo>
                  <a:lnTo>
                    <a:pt x="1968" y="155829"/>
                  </a:lnTo>
                  <a:lnTo>
                    <a:pt x="8204" y="158673"/>
                  </a:lnTo>
                  <a:lnTo>
                    <a:pt x="14541" y="156095"/>
                  </a:lnTo>
                  <a:lnTo>
                    <a:pt x="16764" y="150177"/>
                  </a:lnTo>
                  <a:close/>
                </a:path>
                <a:path w="153034" h="867409">
                  <a:moveTo>
                    <a:pt x="18948" y="327215"/>
                  </a:moveTo>
                  <a:lnTo>
                    <a:pt x="16992" y="321208"/>
                  </a:lnTo>
                  <a:lnTo>
                    <a:pt x="10756" y="318363"/>
                  </a:lnTo>
                  <a:lnTo>
                    <a:pt x="4419" y="320941"/>
                  </a:lnTo>
                  <a:lnTo>
                    <a:pt x="2184" y="326859"/>
                  </a:lnTo>
                  <a:lnTo>
                    <a:pt x="4152" y="332867"/>
                  </a:lnTo>
                  <a:lnTo>
                    <a:pt x="10388" y="335711"/>
                  </a:lnTo>
                  <a:lnTo>
                    <a:pt x="16725" y="333133"/>
                  </a:lnTo>
                  <a:lnTo>
                    <a:pt x="18948" y="327215"/>
                  </a:lnTo>
                  <a:close/>
                </a:path>
                <a:path w="153034" h="867409">
                  <a:moveTo>
                    <a:pt x="21132" y="504266"/>
                  </a:moveTo>
                  <a:lnTo>
                    <a:pt x="19164" y="498259"/>
                  </a:lnTo>
                  <a:lnTo>
                    <a:pt x="12941" y="495414"/>
                  </a:lnTo>
                  <a:lnTo>
                    <a:pt x="6604" y="497992"/>
                  </a:lnTo>
                  <a:lnTo>
                    <a:pt x="4368" y="503910"/>
                  </a:lnTo>
                  <a:lnTo>
                    <a:pt x="6337" y="509917"/>
                  </a:lnTo>
                  <a:lnTo>
                    <a:pt x="12573" y="512762"/>
                  </a:lnTo>
                  <a:lnTo>
                    <a:pt x="18910" y="510184"/>
                  </a:lnTo>
                  <a:lnTo>
                    <a:pt x="21132" y="504266"/>
                  </a:lnTo>
                  <a:close/>
                </a:path>
                <a:path w="153034" h="867409">
                  <a:moveTo>
                    <a:pt x="23317" y="681316"/>
                  </a:moveTo>
                  <a:lnTo>
                    <a:pt x="21348" y="675309"/>
                  </a:lnTo>
                  <a:lnTo>
                    <a:pt x="15125" y="672452"/>
                  </a:lnTo>
                  <a:lnTo>
                    <a:pt x="8788" y="675030"/>
                  </a:lnTo>
                  <a:lnTo>
                    <a:pt x="6565" y="680961"/>
                  </a:lnTo>
                  <a:lnTo>
                    <a:pt x="8521" y="686968"/>
                  </a:lnTo>
                  <a:lnTo>
                    <a:pt x="14757" y="689813"/>
                  </a:lnTo>
                  <a:lnTo>
                    <a:pt x="21094" y="687235"/>
                  </a:lnTo>
                  <a:lnTo>
                    <a:pt x="23317" y="681316"/>
                  </a:lnTo>
                  <a:close/>
                </a:path>
                <a:path w="153034" h="867409">
                  <a:moveTo>
                    <a:pt x="25501" y="858354"/>
                  </a:moveTo>
                  <a:lnTo>
                    <a:pt x="23533" y="852347"/>
                  </a:lnTo>
                  <a:lnTo>
                    <a:pt x="17310" y="849503"/>
                  </a:lnTo>
                  <a:lnTo>
                    <a:pt x="10972" y="852081"/>
                  </a:lnTo>
                  <a:lnTo>
                    <a:pt x="8737" y="857999"/>
                  </a:lnTo>
                  <a:lnTo>
                    <a:pt x="10706" y="864006"/>
                  </a:lnTo>
                  <a:lnTo>
                    <a:pt x="16941" y="866851"/>
                  </a:lnTo>
                  <a:lnTo>
                    <a:pt x="23279" y="864273"/>
                  </a:lnTo>
                  <a:lnTo>
                    <a:pt x="25501" y="858354"/>
                  </a:lnTo>
                  <a:close/>
                </a:path>
                <a:path w="153034" h="867409">
                  <a:moveTo>
                    <a:pt x="31597" y="274231"/>
                  </a:moveTo>
                  <a:lnTo>
                    <a:pt x="29806" y="266763"/>
                  </a:lnTo>
                  <a:lnTo>
                    <a:pt x="25120" y="267398"/>
                  </a:lnTo>
                  <a:lnTo>
                    <a:pt x="28155" y="237363"/>
                  </a:lnTo>
                  <a:lnTo>
                    <a:pt x="29806" y="207391"/>
                  </a:lnTo>
                  <a:lnTo>
                    <a:pt x="29921" y="177266"/>
                  </a:lnTo>
                  <a:lnTo>
                    <a:pt x="28333" y="146786"/>
                  </a:lnTo>
                  <a:lnTo>
                    <a:pt x="25069" y="111328"/>
                  </a:lnTo>
                  <a:lnTo>
                    <a:pt x="21005" y="75958"/>
                  </a:lnTo>
                  <a:lnTo>
                    <a:pt x="16217" y="40678"/>
                  </a:lnTo>
                  <a:lnTo>
                    <a:pt x="9829" y="0"/>
                  </a:lnTo>
                  <a:lnTo>
                    <a:pt x="1473" y="2336"/>
                  </a:lnTo>
                  <a:lnTo>
                    <a:pt x="10325" y="59982"/>
                  </a:lnTo>
                  <a:lnTo>
                    <a:pt x="16421" y="112001"/>
                  </a:lnTo>
                  <a:lnTo>
                    <a:pt x="19913" y="164007"/>
                  </a:lnTo>
                  <a:lnTo>
                    <a:pt x="20091" y="216128"/>
                  </a:lnTo>
                  <a:lnTo>
                    <a:pt x="16243" y="268478"/>
                  </a:lnTo>
                  <a:lnTo>
                    <a:pt x="14820" y="268605"/>
                  </a:lnTo>
                  <a:lnTo>
                    <a:pt x="13589" y="269570"/>
                  </a:lnTo>
                  <a:lnTo>
                    <a:pt x="12928" y="270852"/>
                  </a:lnTo>
                  <a:lnTo>
                    <a:pt x="11658" y="270979"/>
                  </a:lnTo>
                  <a:lnTo>
                    <a:pt x="10464" y="271576"/>
                  </a:lnTo>
                  <a:lnTo>
                    <a:pt x="8636" y="274713"/>
                  </a:lnTo>
                  <a:lnTo>
                    <a:pt x="9131" y="277799"/>
                  </a:lnTo>
                  <a:lnTo>
                    <a:pt x="14732" y="280352"/>
                  </a:lnTo>
                  <a:lnTo>
                    <a:pt x="12928" y="293154"/>
                  </a:lnTo>
                  <a:lnTo>
                    <a:pt x="21285" y="295503"/>
                  </a:lnTo>
                  <a:lnTo>
                    <a:pt x="22999" y="283679"/>
                  </a:lnTo>
                  <a:lnTo>
                    <a:pt x="24549" y="283756"/>
                  </a:lnTo>
                  <a:lnTo>
                    <a:pt x="26047" y="283171"/>
                  </a:lnTo>
                  <a:lnTo>
                    <a:pt x="27940" y="279958"/>
                  </a:lnTo>
                  <a:lnTo>
                    <a:pt x="27520" y="277291"/>
                  </a:lnTo>
                  <a:lnTo>
                    <a:pt x="25819" y="276085"/>
                  </a:lnTo>
                  <a:lnTo>
                    <a:pt x="31597" y="274231"/>
                  </a:lnTo>
                  <a:close/>
                </a:path>
                <a:path w="153034" h="867409">
                  <a:moveTo>
                    <a:pt x="152704" y="2336"/>
                  </a:moveTo>
                  <a:lnTo>
                    <a:pt x="137947" y="40678"/>
                  </a:lnTo>
                  <a:lnTo>
                    <a:pt x="129108" y="111328"/>
                  </a:lnTo>
                  <a:lnTo>
                    <a:pt x="124256" y="177266"/>
                  </a:lnTo>
                  <a:lnTo>
                    <a:pt x="124358" y="207391"/>
                  </a:lnTo>
                  <a:lnTo>
                    <a:pt x="126022" y="237363"/>
                  </a:lnTo>
                  <a:lnTo>
                    <a:pt x="129044" y="267398"/>
                  </a:lnTo>
                  <a:lnTo>
                    <a:pt x="124358" y="266763"/>
                  </a:lnTo>
                  <a:lnTo>
                    <a:pt x="122567" y="274231"/>
                  </a:lnTo>
                  <a:lnTo>
                    <a:pt x="128358" y="276085"/>
                  </a:lnTo>
                  <a:lnTo>
                    <a:pt x="126644" y="277291"/>
                  </a:lnTo>
                  <a:lnTo>
                    <a:pt x="126225" y="279958"/>
                  </a:lnTo>
                  <a:lnTo>
                    <a:pt x="128117" y="283171"/>
                  </a:lnTo>
                  <a:lnTo>
                    <a:pt x="129616" y="283756"/>
                  </a:lnTo>
                  <a:lnTo>
                    <a:pt x="131178" y="283679"/>
                  </a:lnTo>
                  <a:lnTo>
                    <a:pt x="132880" y="295503"/>
                  </a:lnTo>
                  <a:lnTo>
                    <a:pt x="141249" y="293154"/>
                  </a:lnTo>
                  <a:lnTo>
                    <a:pt x="139433" y="280352"/>
                  </a:lnTo>
                  <a:lnTo>
                    <a:pt x="145021" y="277799"/>
                  </a:lnTo>
                  <a:lnTo>
                    <a:pt x="145542" y="274713"/>
                  </a:lnTo>
                  <a:lnTo>
                    <a:pt x="143700" y="271576"/>
                  </a:lnTo>
                  <a:lnTo>
                    <a:pt x="142506" y="270979"/>
                  </a:lnTo>
                  <a:lnTo>
                    <a:pt x="141224" y="270852"/>
                  </a:lnTo>
                  <a:lnTo>
                    <a:pt x="140589" y="269570"/>
                  </a:lnTo>
                  <a:lnTo>
                    <a:pt x="139344" y="268605"/>
                  </a:lnTo>
                  <a:lnTo>
                    <a:pt x="137909" y="268478"/>
                  </a:lnTo>
                  <a:lnTo>
                    <a:pt x="134061" y="216128"/>
                  </a:lnTo>
                  <a:lnTo>
                    <a:pt x="134251" y="164007"/>
                  </a:lnTo>
                  <a:lnTo>
                    <a:pt x="137756" y="112001"/>
                  </a:lnTo>
                  <a:lnTo>
                    <a:pt x="143840" y="59982"/>
                  </a:lnTo>
                  <a:lnTo>
                    <a:pt x="152704" y="2336"/>
                  </a:lnTo>
                  <a:close/>
                </a:path>
              </a:pathLst>
            </a:custGeom>
            <a:solidFill>
              <a:srgbClr val="7D82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5" name="object 385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6475865" y="9664357"/>
              <a:ext cx="120802" cy="233013"/>
            </a:xfrm>
            <a:prstGeom prst="rect">
              <a:avLst/>
            </a:prstGeom>
          </p:spPr>
        </p:pic>
        <p:pic>
          <p:nvPicPr>
            <p:cNvPr id="386" name="object 386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6819032" y="9664357"/>
              <a:ext cx="120802" cy="233013"/>
            </a:xfrm>
            <a:prstGeom prst="rect">
              <a:avLst/>
            </a:prstGeom>
          </p:spPr>
        </p:pic>
      </p:grpSp>
      <p:grpSp>
        <p:nvGrpSpPr>
          <p:cNvPr id="387" name="object 387" descr=""/>
          <p:cNvGrpSpPr/>
          <p:nvPr/>
        </p:nvGrpSpPr>
        <p:grpSpPr>
          <a:xfrm>
            <a:off x="17751259" y="8915368"/>
            <a:ext cx="816610" cy="1439545"/>
            <a:chOff x="17751259" y="8915368"/>
            <a:chExt cx="816610" cy="1439545"/>
          </a:xfrm>
        </p:grpSpPr>
        <p:sp>
          <p:nvSpPr>
            <p:cNvPr id="388" name="object 388" descr=""/>
            <p:cNvSpPr/>
            <p:nvPr/>
          </p:nvSpPr>
          <p:spPr>
            <a:xfrm>
              <a:off x="18033144" y="8915368"/>
              <a:ext cx="228600" cy="1418590"/>
            </a:xfrm>
            <a:custGeom>
              <a:avLst/>
              <a:gdLst/>
              <a:ahLst/>
              <a:cxnLst/>
              <a:rect l="l" t="t" r="r" b="b"/>
              <a:pathLst>
                <a:path w="228600" h="1418590">
                  <a:moveTo>
                    <a:pt x="188570" y="0"/>
                  </a:moveTo>
                  <a:lnTo>
                    <a:pt x="37412" y="13015"/>
                  </a:lnTo>
                  <a:lnTo>
                    <a:pt x="0" y="1418155"/>
                  </a:lnTo>
                  <a:lnTo>
                    <a:pt x="228034" y="1414679"/>
                  </a:lnTo>
                  <a:lnTo>
                    <a:pt x="188570" y="0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7809652" y="9011954"/>
              <a:ext cx="221615" cy="439420"/>
            </a:xfrm>
            <a:custGeom>
              <a:avLst/>
              <a:gdLst/>
              <a:ahLst/>
              <a:cxnLst/>
              <a:rect l="l" t="t" r="r" b="b"/>
              <a:pathLst>
                <a:path w="221615" h="439420">
                  <a:moveTo>
                    <a:pt x="106855" y="0"/>
                  </a:moveTo>
                  <a:lnTo>
                    <a:pt x="66109" y="35733"/>
                  </a:lnTo>
                  <a:lnTo>
                    <a:pt x="57432" y="76730"/>
                  </a:lnTo>
                  <a:lnTo>
                    <a:pt x="48604" y="121981"/>
                  </a:lnTo>
                  <a:lnTo>
                    <a:pt x="37265" y="181363"/>
                  </a:lnTo>
                  <a:lnTo>
                    <a:pt x="25076" y="246444"/>
                  </a:lnTo>
                  <a:lnTo>
                    <a:pt x="13696" y="308792"/>
                  </a:lnTo>
                  <a:lnTo>
                    <a:pt x="4784" y="359978"/>
                  </a:lnTo>
                  <a:lnTo>
                    <a:pt x="0" y="391569"/>
                  </a:lnTo>
                  <a:lnTo>
                    <a:pt x="18816" y="418010"/>
                  </a:lnTo>
                  <a:lnTo>
                    <a:pt x="66428" y="436091"/>
                  </a:lnTo>
                  <a:lnTo>
                    <a:pt x="119798" y="439400"/>
                  </a:lnTo>
                  <a:lnTo>
                    <a:pt x="155890" y="421526"/>
                  </a:lnTo>
                  <a:lnTo>
                    <a:pt x="183952" y="332003"/>
                  </a:lnTo>
                  <a:lnTo>
                    <a:pt x="197428" y="266864"/>
                  </a:lnTo>
                  <a:lnTo>
                    <a:pt x="208912" y="202507"/>
                  </a:lnTo>
                  <a:lnTo>
                    <a:pt x="217184" y="149704"/>
                  </a:lnTo>
                  <a:lnTo>
                    <a:pt x="221029" y="119231"/>
                  </a:lnTo>
                  <a:lnTo>
                    <a:pt x="209181" y="85828"/>
                  </a:lnTo>
                  <a:lnTo>
                    <a:pt x="178082" y="43787"/>
                  </a:lnTo>
                  <a:lnTo>
                    <a:pt x="139913" y="9661"/>
                  </a:lnTo>
                  <a:lnTo>
                    <a:pt x="106855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0" name="object 390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17779631" y="9645048"/>
              <a:ext cx="119949" cy="134230"/>
            </a:xfrm>
            <a:prstGeom prst="rect">
              <a:avLst/>
            </a:prstGeom>
          </p:spPr>
        </p:pic>
        <p:sp>
          <p:nvSpPr>
            <p:cNvPr id="391" name="object 391" descr=""/>
            <p:cNvSpPr/>
            <p:nvPr/>
          </p:nvSpPr>
          <p:spPr>
            <a:xfrm>
              <a:off x="17751259" y="9315757"/>
              <a:ext cx="222885" cy="368935"/>
            </a:xfrm>
            <a:custGeom>
              <a:avLst/>
              <a:gdLst/>
              <a:ahLst/>
              <a:cxnLst/>
              <a:rect l="l" t="t" r="r" b="b"/>
              <a:pathLst>
                <a:path w="222884" h="368934">
                  <a:moveTo>
                    <a:pt x="129438" y="0"/>
                  </a:moveTo>
                  <a:lnTo>
                    <a:pt x="95039" y="6334"/>
                  </a:lnTo>
                  <a:lnTo>
                    <a:pt x="66081" y="39075"/>
                  </a:lnTo>
                  <a:lnTo>
                    <a:pt x="53665" y="99766"/>
                  </a:lnTo>
                  <a:lnTo>
                    <a:pt x="45286" y="138973"/>
                  </a:lnTo>
                  <a:lnTo>
                    <a:pt x="37127" y="173777"/>
                  </a:lnTo>
                  <a:lnTo>
                    <a:pt x="25370" y="221257"/>
                  </a:lnTo>
                  <a:lnTo>
                    <a:pt x="14082" y="269746"/>
                  </a:lnTo>
                  <a:lnTo>
                    <a:pt x="6175" y="308500"/>
                  </a:lnTo>
                  <a:lnTo>
                    <a:pt x="1522" y="334191"/>
                  </a:lnTo>
                  <a:lnTo>
                    <a:pt x="0" y="343495"/>
                  </a:lnTo>
                  <a:lnTo>
                    <a:pt x="63729" y="358455"/>
                  </a:lnTo>
                  <a:lnTo>
                    <a:pt x="103163" y="366075"/>
                  </a:lnTo>
                  <a:lnTo>
                    <a:pt x="134670" y="368724"/>
                  </a:lnTo>
                  <a:lnTo>
                    <a:pt x="174622" y="368771"/>
                  </a:lnTo>
                  <a:lnTo>
                    <a:pt x="195077" y="275920"/>
                  </a:lnTo>
                  <a:lnTo>
                    <a:pt x="206874" y="215926"/>
                  </a:lnTo>
                  <a:lnTo>
                    <a:pt x="214495" y="162654"/>
                  </a:lnTo>
                  <a:lnTo>
                    <a:pt x="222422" y="89963"/>
                  </a:lnTo>
                  <a:lnTo>
                    <a:pt x="215772" y="65052"/>
                  </a:lnTo>
                  <a:lnTo>
                    <a:pt x="194757" y="36797"/>
                  </a:lnTo>
                  <a:lnTo>
                    <a:pt x="164328" y="12633"/>
                  </a:lnTo>
                  <a:lnTo>
                    <a:pt x="129438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7899160" y="8958994"/>
              <a:ext cx="194945" cy="1395730"/>
            </a:xfrm>
            <a:custGeom>
              <a:avLst/>
              <a:gdLst/>
              <a:ahLst/>
              <a:cxnLst/>
              <a:rect l="l" t="t" r="r" b="b"/>
              <a:pathLst>
                <a:path w="194944" h="1395729">
                  <a:moveTo>
                    <a:pt x="116117" y="0"/>
                  </a:moveTo>
                  <a:lnTo>
                    <a:pt x="56143" y="26668"/>
                  </a:lnTo>
                  <a:lnTo>
                    <a:pt x="11653" y="49775"/>
                  </a:lnTo>
                  <a:lnTo>
                    <a:pt x="3461" y="124726"/>
                  </a:lnTo>
                  <a:lnTo>
                    <a:pt x="2073" y="189714"/>
                  </a:lnTo>
                  <a:lnTo>
                    <a:pt x="958" y="261714"/>
                  </a:lnTo>
                  <a:lnTo>
                    <a:pt x="229" y="330456"/>
                  </a:lnTo>
                  <a:lnTo>
                    <a:pt x="0" y="385667"/>
                  </a:lnTo>
                  <a:lnTo>
                    <a:pt x="382" y="417076"/>
                  </a:lnTo>
                  <a:lnTo>
                    <a:pt x="899" y="439160"/>
                  </a:lnTo>
                  <a:lnTo>
                    <a:pt x="1312" y="477697"/>
                  </a:lnTo>
                  <a:lnTo>
                    <a:pt x="1787" y="587998"/>
                  </a:lnTo>
                  <a:lnTo>
                    <a:pt x="1734" y="715716"/>
                  </a:lnTo>
                  <a:lnTo>
                    <a:pt x="1076" y="828583"/>
                  </a:lnTo>
                  <a:lnTo>
                    <a:pt x="498" y="869366"/>
                  </a:lnTo>
                  <a:lnTo>
                    <a:pt x="3065" y="989876"/>
                  </a:lnTo>
                  <a:lnTo>
                    <a:pt x="10664" y="1156858"/>
                  </a:lnTo>
                  <a:lnTo>
                    <a:pt x="18637" y="1304967"/>
                  </a:lnTo>
                  <a:lnTo>
                    <a:pt x="22329" y="1368858"/>
                  </a:lnTo>
                  <a:lnTo>
                    <a:pt x="74224" y="1391219"/>
                  </a:lnTo>
                  <a:lnTo>
                    <a:pt x="117269" y="1395329"/>
                  </a:lnTo>
                  <a:lnTo>
                    <a:pt x="146879" y="1394531"/>
                  </a:lnTo>
                  <a:lnTo>
                    <a:pt x="171490" y="1391723"/>
                  </a:lnTo>
                  <a:lnTo>
                    <a:pt x="188307" y="1388713"/>
                  </a:lnTo>
                  <a:lnTo>
                    <a:pt x="194534" y="1387308"/>
                  </a:lnTo>
                  <a:lnTo>
                    <a:pt x="183618" y="1005202"/>
                  </a:lnTo>
                  <a:lnTo>
                    <a:pt x="179185" y="772397"/>
                  </a:lnTo>
                  <a:lnTo>
                    <a:pt x="180517" y="594004"/>
                  </a:lnTo>
                  <a:lnTo>
                    <a:pt x="186900" y="375129"/>
                  </a:lnTo>
                  <a:lnTo>
                    <a:pt x="188143" y="302315"/>
                  </a:lnTo>
                  <a:lnTo>
                    <a:pt x="187487" y="247971"/>
                  </a:lnTo>
                  <a:lnTo>
                    <a:pt x="186179" y="213983"/>
                  </a:lnTo>
                  <a:lnTo>
                    <a:pt x="185466" y="202234"/>
                  </a:lnTo>
                  <a:lnTo>
                    <a:pt x="116117" y="0"/>
                  </a:lnTo>
                  <a:close/>
                </a:path>
              </a:pathLst>
            </a:custGeom>
            <a:solidFill>
              <a:srgbClr val="3139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3" name="object 393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7979116" y="8928385"/>
              <a:ext cx="105794" cy="233605"/>
            </a:xfrm>
            <a:prstGeom prst="rect">
              <a:avLst/>
            </a:prstGeom>
          </p:spPr>
        </p:pic>
        <p:sp>
          <p:nvSpPr>
            <p:cNvPr id="394" name="object 394" descr=""/>
            <p:cNvSpPr/>
            <p:nvPr/>
          </p:nvSpPr>
          <p:spPr>
            <a:xfrm>
              <a:off x="18278132" y="9011460"/>
              <a:ext cx="221615" cy="444500"/>
            </a:xfrm>
            <a:custGeom>
              <a:avLst/>
              <a:gdLst/>
              <a:ahLst/>
              <a:cxnLst/>
              <a:rect l="l" t="t" r="r" b="b"/>
              <a:pathLst>
                <a:path w="221615" h="444500">
                  <a:moveTo>
                    <a:pt x="119640" y="0"/>
                  </a:moveTo>
                  <a:lnTo>
                    <a:pt x="85728" y="10421"/>
                  </a:lnTo>
                  <a:lnTo>
                    <a:pt x="45680" y="46222"/>
                  </a:lnTo>
                  <a:lnTo>
                    <a:pt x="12702" y="89936"/>
                  </a:lnTo>
                  <a:lnTo>
                    <a:pt x="0" y="124100"/>
                  </a:lnTo>
                  <a:lnTo>
                    <a:pt x="3844" y="154569"/>
                  </a:lnTo>
                  <a:lnTo>
                    <a:pt x="12117" y="207368"/>
                  </a:lnTo>
                  <a:lnTo>
                    <a:pt x="23600" y="271724"/>
                  </a:lnTo>
                  <a:lnTo>
                    <a:pt x="37074" y="336862"/>
                  </a:lnTo>
                  <a:lnTo>
                    <a:pt x="51323" y="392007"/>
                  </a:lnTo>
                  <a:lnTo>
                    <a:pt x="101221" y="444259"/>
                  </a:lnTo>
                  <a:lnTo>
                    <a:pt x="154592" y="440949"/>
                  </a:lnTo>
                  <a:lnTo>
                    <a:pt x="202206" y="422868"/>
                  </a:lnTo>
                  <a:lnTo>
                    <a:pt x="221029" y="396427"/>
                  </a:lnTo>
                  <a:lnTo>
                    <a:pt x="216241" y="364836"/>
                  </a:lnTo>
                  <a:lnTo>
                    <a:pt x="207326" y="313651"/>
                  </a:lnTo>
                  <a:lnTo>
                    <a:pt x="195944" y="251302"/>
                  </a:lnTo>
                  <a:lnTo>
                    <a:pt x="183754" y="186221"/>
                  </a:lnTo>
                  <a:lnTo>
                    <a:pt x="172415" y="126840"/>
                  </a:lnTo>
                  <a:lnTo>
                    <a:pt x="163586" y="81589"/>
                  </a:lnTo>
                  <a:lnTo>
                    <a:pt x="155001" y="40516"/>
                  </a:lnTo>
                  <a:lnTo>
                    <a:pt x="11964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5" name="object 395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8419236" y="9645048"/>
              <a:ext cx="119950" cy="134230"/>
            </a:xfrm>
            <a:prstGeom prst="rect">
              <a:avLst/>
            </a:prstGeom>
          </p:spPr>
        </p:pic>
        <p:sp>
          <p:nvSpPr>
            <p:cNvPr id="396" name="object 396" descr=""/>
            <p:cNvSpPr/>
            <p:nvPr/>
          </p:nvSpPr>
          <p:spPr>
            <a:xfrm>
              <a:off x="18330500" y="9318169"/>
              <a:ext cx="237490" cy="366395"/>
            </a:xfrm>
            <a:custGeom>
              <a:avLst/>
              <a:gdLst/>
              <a:ahLst/>
              <a:cxnLst/>
              <a:rect l="l" t="t" r="r" b="b"/>
              <a:pathLst>
                <a:path w="237490" h="366395">
                  <a:moveTo>
                    <a:pt x="96220" y="0"/>
                  </a:moveTo>
                  <a:lnTo>
                    <a:pt x="60280" y="12212"/>
                  </a:lnTo>
                  <a:lnTo>
                    <a:pt x="28801" y="35955"/>
                  </a:lnTo>
                  <a:lnTo>
                    <a:pt x="6977" y="63887"/>
                  </a:lnTo>
                  <a:lnTo>
                    <a:pt x="0" y="88668"/>
                  </a:lnTo>
                  <a:lnTo>
                    <a:pt x="8155" y="161335"/>
                  </a:lnTo>
                  <a:lnTo>
                    <a:pt x="17377" y="214485"/>
                  </a:lnTo>
                  <a:lnTo>
                    <a:pt x="33520" y="274150"/>
                  </a:lnTo>
                  <a:lnTo>
                    <a:pt x="62437" y="366366"/>
                  </a:lnTo>
                  <a:lnTo>
                    <a:pt x="102390" y="366313"/>
                  </a:lnTo>
                  <a:lnTo>
                    <a:pt x="133897" y="363661"/>
                  </a:lnTo>
                  <a:lnTo>
                    <a:pt x="173330" y="356040"/>
                  </a:lnTo>
                  <a:lnTo>
                    <a:pt x="237060" y="341079"/>
                  </a:lnTo>
                  <a:lnTo>
                    <a:pt x="235537" y="331776"/>
                  </a:lnTo>
                  <a:lnTo>
                    <a:pt x="222978" y="267330"/>
                  </a:lnTo>
                  <a:lnTo>
                    <a:pt x="211689" y="218842"/>
                  </a:lnTo>
                  <a:lnTo>
                    <a:pt x="199773" y="171407"/>
                  </a:lnTo>
                  <a:lnTo>
                    <a:pt x="179061" y="98560"/>
                  </a:lnTo>
                  <a:lnTo>
                    <a:pt x="160707" y="39528"/>
                  </a:lnTo>
                  <a:lnTo>
                    <a:pt x="131427" y="6658"/>
                  </a:lnTo>
                  <a:lnTo>
                    <a:pt x="9622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7" name="object 397" descr=""/>
            <p:cNvSpPr/>
            <p:nvPr/>
          </p:nvSpPr>
          <p:spPr>
            <a:xfrm>
              <a:off x="18188964" y="8958994"/>
              <a:ext cx="260350" cy="1395730"/>
            </a:xfrm>
            <a:custGeom>
              <a:avLst/>
              <a:gdLst/>
              <a:ahLst/>
              <a:cxnLst/>
              <a:rect l="l" t="t" r="r" b="b"/>
              <a:pathLst>
                <a:path w="260350" h="1395729">
                  <a:moveTo>
                    <a:pt x="88407" y="0"/>
                  </a:moveTo>
                  <a:lnTo>
                    <a:pt x="2504" y="189229"/>
                  </a:lnTo>
                  <a:lnTo>
                    <a:pt x="1774" y="203010"/>
                  </a:lnTo>
                  <a:lnTo>
                    <a:pt x="487" y="241469"/>
                  </a:lnTo>
                  <a:lnTo>
                    <a:pt x="0" y="300283"/>
                  </a:lnTo>
                  <a:lnTo>
                    <a:pt x="1666" y="375129"/>
                  </a:lnTo>
                  <a:lnTo>
                    <a:pt x="9894" y="594035"/>
                  </a:lnTo>
                  <a:lnTo>
                    <a:pt x="14318" y="772649"/>
                  </a:lnTo>
                  <a:lnTo>
                    <a:pt x="16453" y="1006050"/>
                  </a:lnTo>
                  <a:lnTo>
                    <a:pt x="17813" y="1389318"/>
                  </a:lnTo>
                  <a:lnTo>
                    <a:pt x="31182" y="1390399"/>
                  </a:lnTo>
                  <a:lnTo>
                    <a:pt x="64415" y="1392697"/>
                  </a:lnTo>
                  <a:lnTo>
                    <a:pt x="107199" y="1394792"/>
                  </a:lnTo>
                  <a:lnTo>
                    <a:pt x="149222" y="1395266"/>
                  </a:lnTo>
                  <a:lnTo>
                    <a:pt x="179602" y="1394320"/>
                  </a:lnTo>
                  <a:lnTo>
                    <a:pt x="201268" y="1391706"/>
                  </a:lnTo>
                  <a:lnTo>
                    <a:pt x="224607" y="1385353"/>
                  </a:lnTo>
                  <a:lnTo>
                    <a:pt x="260004" y="1373193"/>
                  </a:lnTo>
                  <a:lnTo>
                    <a:pt x="248005" y="881732"/>
                  </a:lnTo>
                  <a:lnTo>
                    <a:pt x="246681" y="840523"/>
                  </a:lnTo>
                  <a:lnTo>
                    <a:pt x="244533" y="786823"/>
                  </a:lnTo>
                  <a:lnTo>
                    <a:pt x="233364" y="531858"/>
                  </a:lnTo>
                  <a:lnTo>
                    <a:pt x="231346" y="479256"/>
                  </a:lnTo>
                  <a:lnTo>
                    <a:pt x="230205" y="439583"/>
                  </a:lnTo>
                  <a:lnTo>
                    <a:pt x="230479" y="385809"/>
                  </a:lnTo>
                  <a:lnTo>
                    <a:pt x="229640" y="330963"/>
                  </a:lnTo>
                  <a:lnTo>
                    <a:pt x="227983" y="262720"/>
                  </a:lnTo>
                  <a:lnTo>
                    <a:pt x="225783" y="191263"/>
                  </a:lnTo>
                  <a:lnTo>
                    <a:pt x="223316" y="126775"/>
                  </a:lnTo>
                  <a:lnTo>
                    <a:pt x="220859" y="79437"/>
                  </a:lnTo>
                  <a:lnTo>
                    <a:pt x="196951" y="43726"/>
                  </a:lnTo>
                  <a:lnTo>
                    <a:pt x="159637" y="28151"/>
                  </a:lnTo>
                  <a:lnTo>
                    <a:pt x="88407" y="0"/>
                  </a:lnTo>
                  <a:close/>
                </a:path>
              </a:pathLst>
            </a:custGeom>
            <a:solidFill>
              <a:srgbClr val="3139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8" name="object 398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18190857" y="8915372"/>
              <a:ext cx="122750" cy="246620"/>
            </a:xfrm>
            <a:prstGeom prst="rect">
              <a:avLst/>
            </a:prstGeom>
          </p:spPr>
        </p:pic>
        <p:sp>
          <p:nvSpPr>
            <p:cNvPr id="399" name="object 399" descr=""/>
            <p:cNvSpPr/>
            <p:nvPr/>
          </p:nvSpPr>
          <p:spPr>
            <a:xfrm>
              <a:off x="18206161" y="9199606"/>
              <a:ext cx="40640" cy="725805"/>
            </a:xfrm>
            <a:custGeom>
              <a:avLst/>
              <a:gdLst/>
              <a:ahLst/>
              <a:cxnLst/>
              <a:rect l="l" t="t" r="r" b="b"/>
              <a:pathLst>
                <a:path w="40640" h="725804">
                  <a:moveTo>
                    <a:pt x="16764" y="8686"/>
                  </a:moveTo>
                  <a:lnTo>
                    <a:pt x="14668" y="2717"/>
                  </a:lnTo>
                  <a:lnTo>
                    <a:pt x="8382" y="0"/>
                  </a:lnTo>
                  <a:lnTo>
                    <a:pt x="2095" y="2717"/>
                  </a:lnTo>
                  <a:lnTo>
                    <a:pt x="0" y="8686"/>
                  </a:lnTo>
                  <a:lnTo>
                    <a:pt x="2095" y="14643"/>
                  </a:lnTo>
                  <a:lnTo>
                    <a:pt x="8382" y="17360"/>
                  </a:lnTo>
                  <a:lnTo>
                    <a:pt x="14668" y="14643"/>
                  </a:lnTo>
                  <a:lnTo>
                    <a:pt x="16764" y="8686"/>
                  </a:lnTo>
                  <a:close/>
                </a:path>
                <a:path w="40640" h="725804">
                  <a:moveTo>
                    <a:pt x="22707" y="185635"/>
                  </a:moveTo>
                  <a:lnTo>
                    <a:pt x="20612" y="179679"/>
                  </a:lnTo>
                  <a:lnTo>
                    <a:pt x="14325" y="176961"/>
                  </a:lnTo>
                  <a:lnTo>
                    <a:pt x="8039" y="179679"/>
                  </a:lnTo>
                  <a:lnTo>
                    <a:pt x="5943" y="185635"/>
                  </a:lnTo>
                  <a:lnTo>
                    <a:pt x="8026" y="191604"/>
                  </a:lnTo>
                  <a:lnTo>
                    <a:pt x="14325" y="194322"/>
                  </a:lnTo>
                  <a:lnTo>
                    <a:pt x="20612" y="191604"/>
                  </a:lnTo>
                  <a:lnTo>
                    <a:pt x="22707" y="185635"/>
                  </a:lnTo>
                  <a:close/>
                </a:path>
                <a:path w="40640" h="725804">
                  <a:moveTo>
                    <a:pt x="28651" y="362597"/>
                  </a:moveTo>
                  <a:lnTo>
                    <a:pt x="26555" y="356628"/>
                  </a:lnTo>
                  <a:lnTo>
                    <a:pt x="20269" y="353923"/>
                  </a:lnTo>
                  <a:lnTo>
                    <a:pt x="13982" y="356628"/>
                  </a:lnTo>
                  <a:lnTo>
                    <a:pt x="11887" y="362597"/>
                  </a:lnTo>
                  <a:lnTo>
                    <a:pt x="13982" y="368566"/>
                  </a:lnTo>
                  <a:lnTo>
                    <a:pt x="20269" y="371284"/>
                  </a:lnTo>
                  <a:lnTo>
                    <a:pt x="26555" y="368566"/>
                  </a:lnTo>
                  <a:lnTo>
                    <a:pt x="28651" y="362597"/>
                  </a:lnTo>
                  <a:close/>
                </a:path>
                <a:path w="40640" h="725804">
                  <a:moveTo>
                    <a:pt x="34594" y="539559"/>
                  </a:moveTo>
                  <a:lnTo>
                    <a:pt x="32499" y="533590"/>
                  </a:lnTo>
                  <a:lnTo>
                    <a:pt x="26212" y="530885"/>
                  </a:lnTo>
                  <a:lnTo>
                    <a:pt x="19926" y="533590"/>
                  </a:lnTo>
                  <a:lnTo>
                    <a:pt x="17830" y="539559"/>
                  </a:lnTo>
                  <a:lnTo>
                    <a:pt x="19926" y="545528"/>
                  </a:lnTo>
                  <a:lnTo>
                    <a:pt x="26212" y="548233"/>
                  </a:lnTo>
                  <a:lnTo>
                    <a:pt x="32499" y="545528"/>
                  </a:lnTo>
                  <a:lnTo>
                    <a:pt x="34594" y="539559"/>
                  </a:lnTo>
                  <a:close/>
                </a:path>
                <a:path w="40640" h="725804">
                  <a:moveTo>
                    <a:pt x="40551" y="716521"/>
                  </a:moveTo>
                  <a:lnTo>
                    <a:pt x="38455" y="710552"/>
                  </a:lnTo>
                  <a:lnTo>
                    <a:pt x="32156" y="707834"/>
                  </a:lnTo>
                  <a:lnTo>
                    <a:pt x="25869" y="710552"/>
                  </a:lnTo>
                  <a:lnTo>
                    <a:pt x="23774" y="716521"/>
                  </a:lnTo>
                  <a:lnTo>
                    <a:pt x="25869" y="722490"/>
                  </a:lnTo>
                  <a:lnTo>
                    <a:pt x="32156" y="725195"/>
                  </a:lnTo>
                  <a:lnTo>
                    <a:pt x="38442" y="722490"/>
                  </a:lnTo>
                  <a:lnTo>
                    <a:pt x="40551" y="716521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8046903" y="9054356"/>
              <a:ext cx="180340" cy="871219"/>
            </a:xfrm>
            <a:custGeom>
              <a:avLst/>
              <a:gdLst/>
              <a:ahLst/>
              <a:cxnLst/>
              <a:rect l="l" t="t" r="r" b="b"/>
              <a:pathLst>
                <a:path w="180340" h="871220">
                  <a:moveTo>
                    <a:pt x="23126" y="330987"/>
                  </a:moveTo>
                  <a:lnTo>
                    <a:pt x="21158" y="324967"/>
                  </a:lnTo>
                  <a:lnTo>
                    <a:pt x="14935" y="322122"/>
                  </a:lnTo>
                  <a:lnTo>
                    <a:pt x="8597" y="324700"/>
                  </a:lnTo>
                  <a:lnTo>
                    <a:pt x="6362" y="330619"/>
                  </a:lnTo>
                  <a:lnTo>
                    <a:pt x="8331" y="336638"/>
                  </a:lnTo>
                  <a:lnTo>
                    <a:pt x="14566" y="339471"/>
                  </a:lnTo>
                  <a:lnTo>
                    <a:pt x="20904" y="336905"/>
                  </a:lnTo>
                  <a:lnTo>
                    <a:pt x="23126" y="330987"/>
                  </a:lnTo>
                  <a:close/>
                </a:path>
                <a:path w="180340" h="871220">
                  <a:moveTo>
                    <a:pt x="25311" y="508025"/>
                  </a:moveTo>
                  <a:lnTo>
                    <a:pt x="23342" y="502018"/>
                  </a:lnTo>
                  <a:lnTo>
                    <a:pt x="17119" y="499173"/>
                  </a:lnTo>
                  <a:lnTo>
                    <a:pt x="10782" y="501751"/>
                  </a:lnTo>
                  <a:lnTo>
                    <a:pt x="8547" y="507669"/>
                  </a:lnTo>
                  <a:lnTo>
                    <a:pt x="10515" y="513676"/>
                  </a:lnTo>
                  <a:lnTo>
                    <a:pt x="16751" y="516521"/>
                  </a:lnTo>
                  <a:lnTo>
                    <a:pt x="23088" y="513943"/>
                  </a:lnTo>
                  <a:lnTo>
                    <a:pt x="25311" y="508025"/>
                  </a:lnTo>
                  <a:close/>
                </a:path>
                <a:path w="180340" h="871220">
                  <a:moveTo>
                    <a:pt x="27495" y="685076"/>
                  </a:moveTo>
                  <a:lnTo>
                    <a:pt x="25527" y="679069"/>
                  </a:lnTo>
                  <a:lnTo>
                    <a:pt x="19304" y="676224"/>
                  </a:lnTo>
                  <a:lnTo>
                    <a:pt x="12954" y="678802"/>
                  </a:lnTo>
                  <a:lnTo>
                    <a:pt x="10731" y="684720"/>
                  </a:lnTo>
                  <a:lnTo>
                    <a:pt x="12700" y="690727"/>
                  </a:lnTo>
                  <a:lnTo>
                    <a:pt x="18935" y="693572"/>
                  </a:lnTo>
                  <a:lnTo>
                    <a:pt x="25273" y="690994"/>
                  </a:lnTo>
                  <a:lnTo>
                    <a:pt x="27495" y="685076"/>
                  </a:lnTo>
                  <a:close/>
                </a:path>
                <a:path w="180340" h="871220">
                  <a:moveTo>
                    <a:pt x="29679" y="862114"/>
                  </a:moveTo>
                  <a:lnTo>
                    <a:pt x="27711" y="856107"/>
                  </a:lnTo>
                  <a:lnTo>
                    <a:pt x="21488" y="853262"/>
                  </a:lnTo>
                  <a:lnTo>
                    <a:pt x="15138" y="855840"/>
                  </a:lnTo>
                  <a:lnTo>
                    <a:pt x="12915" y="861758"/>
                  </a:lnTo>
                  <a:lnTo>
                    <a:pt x="14884" y="867778"/>
                  </a:lnTo>
                  <a:lnTo>
                    <a:pt x="21120" y="870610"/>
                  </a:lnTo>
                  <a:lnTo>
                    <a:pt x="27457" y="868045"/>
                  </a:lnTo>
                  <a:lnTo>
                    <a:pt x="29679" y="862114"/>
                  </a:lnTo>
                  <a:close/>
                </a:path>
                <a:path w="180340" h="871220">
                  <a:moveTo>
                    <a:pt x="30899" y="281203"/>
                  </a:moveTo>
                  <a:lnTo>
                    <a:pt x="29083" y="273558"/>
                  </a:lnTo>
                  <a:lnTo>
                    <a:pt x="24257" y="274205"/>
                  </a:lnTo>
                  <a:lnTo>
                    <a:pt x="27368" y="243408"/>
                  </a:lnTo>
                  <a:lnTo>
                    <a:pt x="29070" y="212661"/>
                  </a:lnTo>
                  <a:lnTo>
                    <a:pt x="29184" y="181775"/>
                  </a:lnTo>
                  <a:lnTo>
                    <a:pt x="27559" y="150520"/>
                  </a:lnTo>
                  <a:lnTo>
                    <a:pt x="24206" y="114173"/>
                  </a:lnTo>
                  <a:lnTo>
                    <a:pt x="20053" y="77901"/>
                  </a:lnTo>
                  <a:lnTo>
                    <a:pt x="15138" y="41719"/>
                  </a:lnTo>
                  <a:lnTo>
                    <a:pt x="8585" y="0"/>
                  </a:lnTo>
                  <a:lnTo>
                    <a:pt x="0" y="2400"/>
                  </a:lnTo>
                  <a:lnTo>
                    <a:pt x="9093" y="61506"/>
                  </a:lnTo>
                  <a:lnTo>
                    <a:pt x="15341" y="114858"/>
                  </a:lnTo>
                  <a:lnTo>
                    <a:pt x="17513" y="147269"/>
                  </a:lnTo>
                  <a:lnTo>
                    <a:pt x="12750" y="145084"/>
                  </a:lnTo>
                  <a:lnTo>
                    <a:pt x="6413" y="147650"/>
                  </a:lnTo>
                  <a:lnTo>
                    <a:pt x="4191" y="153581"/>
                  </a:lnTo>
                  <a:lnTo>
                    <a:pt x="6146" y="159588"/>
                  </a:lnTo>
                  <a:lnTo>
                    <a:pt x="12382" y="162433"/>
                  </a:lnTo>
                  <a:lnTo>
                    <a:pt x="18364" y="160007"/>
                  </a:lnTo>
                  <a:lnTo>
                    <a:pt x="18923" y="168186"/>
                  </a:lnTo>
                  <a:lnTo>
                    <a:pt x="19113" y="221627"/>
                  </a:lnTo>
                  <a:lnTo>
                    <a:pt x="15163" y="275323"/>
                  </a:lnTo>
                  <a:lnTo>
                    <a:pt x="13703" y="275437"/>
                  </a:lnTo>
                  <a:lnTo>
                    <a:pt x="12433" y="276428"/>
                  </a:lnTo>
                  <a:lnTo>
                    <a:pt x="11772" y="277761"/>
                  </a:lnTo>
                  <a:lnTo>
                    <a:pt x="10464" y="277888"/>
                  </a:lnTo>
                  <a:lnTo>
                    <a:pt x="9232" y="278485"/>
                  </a:lnTo>
                  <a:lnTo>
                    <a:pt x="7353" y="281698"/>
                  </a:lnTo>
                  <a:lnTo>
                    <a:pt x="7874" y="284873"/>
                  </a:lnTo>
                  <a:lnTo>
                    <a:pt x="13614" y="287489"/>
                  </a:lnTo>
                  <a:lnTo>
                    <a:pt x="11760" y="300621"/>
                  </a:lnTo>
                  <a:lnTo>
                    <a:pt x="20332" y="303034"/>
                  </a:lnTo>
                  <a:lnTo>
                    <a:pt x="22085" y="290893"/>
                  </a:lnTo>
                  <a:lnTo>
                    <a:pt x="23660" y="290982"/>
                  </a:lnTo>
                  <a:lnTo>
                    <a:pt x="25209" y="290372"/>
                  </a:lnTo>
                  <a:lnTo>
                    <a:pt x="27139" y="287070"/>
                  </a:lnTo>
                  <a:lnTo>
                    <a:pt x="26720" y="284340"/>
                  </a:lnTo>
                  <a:lnTo>
                    <a:pt x="24980" y="283108"/>
                  </a:lnTo>
                  <a:lnTo>
                    <a:pt x="30899" y="281203"/>
                  </a:lnTo>
                  <a:close/>
                </a:path>
                <a:path w="180340" h="871220">
                  <a:moveTo>
                    <a:pt x="180022" y="2400"/>
                  </a:moveTo>
                  <a:lnTo>
                    <a:pt x="164896" y="41719"/>
                  </a:lnTo>
                  <a:lnTo>
                    <a:pt x="155829" y="114173"/>
                  </a:lnTo>
                  <a:lnTo>
                    <a:pt x="150863" y="181775"/>
                  </a:lnTo>
                  <a:lnTo>
                    <a:pt x="150977" y="212661"/>
                  </a:lnTo>
                  <a:lnTo>
                    <a:pt x="152666" y="243408"/>
                  </a:lnTo>
                  <a:lnTo>
                    <a:pt x="155778" y="274205"/>
                  </a:lnTo>
                  <a:lnTo>
                    <a:pt x="150964" y="273558"/>
                  </a:lnTo>
                  <a:lnTo>
                    <a:pt x="149136" y="281203"/>
                  </a:lnTo>
                  <a:lnTo>
                    <a:pt x="155067" y="283108"/>
                  </a:lnTo>
                  <a:lnTo>
                    <a:pt x="153314" y="284340"/>
                  </a:lnTo>
                  <a:lnTo>
                    <a:pt x="152882" y="287070"/>
                  </a:lnTo>
                  <a:lnTo>
                    <a:pt x="154825" y="290372"/>
                  </a:lnTo>
                  <a:lnTo>
                    <a:pt x="156362" y="290982"/>
                  </a:lnTo>
                  <a:lnTo>
                    <a:pt x="157949" y="290893"/>
                  </a:lnTo>
                  <a:lnTo>
                    <a:pt x="159702" y="303034"/>
                  </a:lnTo>
                  <a:lnTo>
                    <a:pt x="168275" y="300621"/>
                  </a:lnTo>
                  <a:lnTo>
                    <a:pt x="166420" y="287489"/>
                  </a:lnTo>
                  <a:lnTo>
                    <a:pt x="172161" y="284873"/>
                  </a:lnTo>
                  <a:lnTo>
                    <a:pt x="172681" y="281698"/>
                  </a:lnTo>
                  <a:lnTo>
                    <a:pt x="170802" y="278485"/>
                  </a:lnTo>
                  <a:lnTo>
                    <a:pt x="169583" y="277888"/>
                  </a:lnTo>
                  <a:lnTo>
                    <a:pt x="168275" y="277761"/>
                  </a:lnTo>
                  <a:lnTo>
                    <a:pt x="167614" y="276428"/>
                  </a:lnTo>
                  <a:lnTo>
                    <a:pt x="166344" y="275437"/>
                  </a:lnTo>
                  <a:lnTo>
                    <a:pt x="164871" y="275323"/>
                  </a:lnTo>
                  <a:lnTo>
                    <a:pt x="160934" y="221627"/>
                  </a:lnTo>
                  <a:lnTo>
                    <a:pt x="161112" y="168186"/>
                  </a:lnTo>
                  <a:lnTo>
                    <a:pt x="164706" y="114858"/>
                  </a:lnTo>
                  <a:lnTo>
                    <a:pt x="170942" y="61506"/>
                  </a:lnTo>
                  <a:lnTo>
                    <a:pt x="180022" y="2400"/>
                  </a:lnTo>
                  <a:close/>
                </a:path>
              </a:pathLst>
            </a:custGeom>
            <a:solidFill>
              <a:srgbClr val="7D82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1" name="object 401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17903787" y="9629294"/>
              <a:ext cx="91396" cy="233013"/>
            </a:xfrm>
            <a:prstGeom prst="rect">
              <a:avLst/>
            </a:prstGeom>
          </p:spPr>
        </p:pic>
        <p:pic>
          <p:nvPicPr>
            <p:cNvPr id="402" name="object 402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18270012" y="9629294"/>
              <a:ext cx="120802" cy="233013"/>
            </a:xfrm>
            <a:prstGeom prst="rect">
              <a:avLst/>
            </a:prstGeom>
          </p:spPr>
        </p:pic>
      </p:grpSp>
      <p:grpSp>
        <p:nvGrpSpPr>
          <p:cNvPr id="403" name="object 403" descr=""/>
          <p:cNvGrpSpPr/>
          <p:nvPr/>
        </p:nvGrpSpPr>
        <p:grpSpPr>
          <a:xfrm>
            <a:off x="17251829" y="8883422"/>
            <a:ext cx="384810" cy="1486535"/>
            <a:chOff x="17251829" y="8883422"/>
            <a:chExt cx="384810" cy="1486535"/>
          </a:xfrm>
        </p:grpSpPr>
        <p:sp>
          <p:nvSpPr>
            <p:cNvPr id="404" name="object 404" descr=""/>
            <p:cNvSpPr/>
            <p:nvPr/>
          </p:nvSpPr>
          <p:spPr>
            <a:xfrm>
              <a:off x="17251829" y="8940489"/>
              <a:ext cx="384810" cy="1430020"/>
            </a:xfrm>
            <a:custGeom>
              <a:avLst/>
              <a:gdLst/>
              <a:ahLst/>
              <a:cxnLst/>
              <a:rect l="l" t="t" r="r" b="b"/>
              <a:pathLst>
                <a:path w="384809" h="1430020">
                  <a:moveTo>
                    <a:pt x="264481" y="0"/>
                  </a:moveTo>
                  <a:lnTo>
                    <a:pt x="185705" y="19022"/>
                  </a:lnTo>
                  <a:lnTo>
                    <a:pt x="80562" y="51795"/>
                  </a:lnTo>
                  <a:lnTo>
                    <a:pt x="52323" y="119615"/>
                  </a:lnTo>
                  <a:lnTo>
                    <a:pt x="23617" y="223193"/>
                  </a:lnTo>
                  <a:lnTo>
                    <a:pt x="5312" y="317303"/>
                  </a:lnTo>
                  <a:lnTo>
                    <a:pt x="0" y="408193"/>
                  </a:lnTo>
                  <a:lnTo>
                    <a:pt x="13021" y="627118"/>
                  </a:lnTo>
                  <a:lnTo>
                    <a:pt x="19591" y="805866"/>
                  </a:lnTo>
                  <a:lnTo>
                    <a:pt x="21715" y="1039634"/>
                  </a:lnTo>
                  <a:lnTo>
                    <a:pt x="21402" y="1423617"/>
                  </a:lnTo>
                  <a:lnTo>
                    <a:pt x="107156" y="1426917"/>
                  </a:lnTo>
                  <a:lnTo>
                    <a:pt x="183212" y="1428958"/>
                  </a:lnTo>
                  <a:lnTo>
                    <a:pt x="253709" y="1429408"/>
                  </a:lnTo>
                  <a:lnTo>
                    <a:pt x="301339" y="1428453"/>
                  </a:lnTo>
                  <a:lnTo>
                    <a:pt x="330713" y="1425775"/>
                  </a:lnTo>
                  <a:lnTo>
                    <a:pt x="353980" y="1419252"/>
                  </a:lnTo>
                  <a:lnTo>
                    <a:pt x="383286" y="1406759"/>
                  </a:lnTo>
                  <a:lnTo>
                    <a:pt x="384307" y="1192881"/>
                  </a:lnTo>
                  <a:lnTo>
                    <a:pt x="384187" y="1024609"/>
                  </a:lnTo>
                  <a:lnTo>
                    <a:pt x="382407" y="903518"/>
                  </a:lnTo>
                  <a:lnTo>
                    <a:pt x="379382" y="812437"/>
                  </a:lnTo>
                  <a:lnTo>
                    <a:pt x="375993" y="693330"/>
                  </a:lnTo>
                  <a:lnTo>
                    <a:pt x="371805" y="527493"/>
                  </a:lnTo>
                  <a:lnTo>
                    <a:pt x="370658" y="469070"/>
                  </a:lnTo>
                  <a:lnTo>
                    <a:pt x="370279" y="411039"/>
                  </a:lnTo>
                  <a:lnTo>
                    <a:pt x="369577" y="353948"/>
                  </a:lnTo>
                  <a:lnTo>
                    <a:pt x="367903" y="298412"/>
                  </a:lnTo>
                  <a:lnTo>
                    <a:pt x="364608" y="245048"/>
                  </a:lnTo>
                  <a:lnTo>
                    <a:pt x="359044" y="194471"/>
                  </a:lnTo>
                  <a:lnTo>
                    <a:pt x="350561" y="147299"/>
                  </a:lnTo>
                  <a:lnTo>
                    <a:pt x="338511" y="104146"/>
                  </a:lnTo>
                  <a:lnTo>
                    <a:pt x="322246" y="65630"/>
                  </a:lnTo>
                  <a:lnTo>
                    <a:pt x="301116" y="32366"/>
                  </a:lnTo>
                  <a:lnTo>
                    <a:pt x="274473" y="4969"/>
                  </a:lnTo>
                  <a:lnTo>
                    <a:pt x="264481" y="0"/>
                  </a:lnTo>
                  <a:close/>
                </a:path>
              </a:pathLst>
            </a:custGeom>
            <a:solidFill>
              <a:srgbClr val="31395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5" name="object 405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7387210" y="9722309"/>
              <a:ext cx="122718" cy="152527"/>
            </a:xfrm>
            <a:prstGeom prst="rect">
              <a:avLst/>
            </a:prstGeom>
          </p:spPr>
        </p:pic>
        <p:sp>
          <p:nvSpPr>
            <p:cNvPr id="406" name="object 406" descr=""/>
            <p:cNvSpPr/>
            <p:nvPr/>
          </p:nvSpPr>
          <p:spPr>
            <a:xfrm>
              <a:off x="17341029" y="8986415"/>
              <a:ext cx="204470" cy="509905"/>
            </a:xfrm>
            <a:custGeom>
              <a:avLst/>
              <a:gdLst/>
              <a:ahLst/>
              <a:cxnLst/>
              <a:rect l="l" t="t" r="r" b="b"/>
              <a:pathLst>
                <a:path w="204469" h="509904">
                  <a:moveTo>
                    <a:pt x="85855" y="0"/>
                  </a:moveTo>
                  <a:lnTo>
                    <a:pt x="46636" y="15592"/>
                  </a:lnTo>
                  <a:lnTo>
                    <a:pt x="9474" y="74660"/>
                  </a:lnTo>
                  <a:lnTo>
                    <a:pt x="840" y="126844"/>
                  </a:lnTo>
                  <a:lnTo>
                    <a:pt x="0" y="152943"/>
                  </a:lnTo>
                  <a:lnTo>
                    <a:pt x="1263" y="199410"/>
                  </a:lnTo>
                  <a:lnTo>
                    <a:pt x="3911" y="258525"/>
                  </a:lnTo>
                  <a:lnTo>
                    <a:pt x="10487" y="383822"/>
                  </a:lnTo>
                  <a:lnTo>
                    <a:pt x="12979" y="434564"/>
                  </a:lnTo>
                  <a:lnTo>
                    <a:pt x="13981" y="467075"/>
                  </a:lnTo>
                  <a:lnTo>
                    <a:pt x="26435" y="498252"/>
                  </a:lnTo>
                  <a:lnTo>
                    <a:pt x="57613" y="509867"/>
                  </a:lnTo>
                  <a:lnTo>
                    <a:pt x="98343" y="506577"/>
                  </a:lnTo>
                  <a:lnTo>
                    <a:pt x="139457" y="493041"/>
                  </a:lnTo>
                  <a:lnTo>
                    <a:pt x="186154" y="453860"/>
                  </a:lnTo>
                  <a:lnTo>
                    <a:pt x="192209" y="370177"/>
                  </a:lnTo>
                  <a:lnTo>
                    <a:pt x="195741" y="306895"/>
                  </a:lnTo>
                  <a:lnTo>
                    <a:pt x="199127" y="240768"/>
                  </a:lnTo>
                  <a:lnTo>
                    <a:pt x="202007" y="180381"/>
                  </a:lnTo>
                  <a:lnTo>
                    <a:pt x="204017" y="134320"/>
                  </a:lnTo>
                  <a:lnTo>
                    <a:pt x="201126" y="84363"/>
                  </a:lnTo>
                  <a:lnTo>
                    <a:pt x="189134" y="44170"/>
                  </a:lnTo>
                  <a:lnTo>
                    <a:pt x="169613" y="16100"/>
                  </a:lnTo>
                  <a:lnTo>
                    <a:pt x="144134" y="2513"/>
                  </a:lnTo>
                  <a:lnTo>
                    <a:pt x="85855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7" name="object 407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7397969" y="9664829"/>
              <a:ext cx="105221" cy="74995"/>
            </a:xfrm>
            <a:prstGeom prst="rect">
              <a:avLst/>
            </a:prstGeom>
          </p:spPr>
        </p:pic>
        <p:sp>
          <p:nvSpPr>
            <p:cNvPr id="408" name="object 408" descr=""/>
            <p:cNvSpPr/>
            <p:nvPr/>
          </p:nvSpPr>
          <p:spPr>
            <a:xfrm>
              <a:off x="17283405" y="8883427"/>
              <a:ext cx="320040" cy="995044"/>
            </a:xfrm>
            <a:custGeom>
              <a:avLst/>
              <a:gdLst/>
              <a:ahLst/>
              <a:cxnLst/>
              <a:rect l="l" t="t" r="r" b="b"/>
              <a:pathLst>
                <a:path w="320040" h="995045">
                  <a:moveTo>
                    <a:pt x="250850" y="671931"/>
                  </a:moveTo>
                  <a:lnTo>
                    <a:pt x="249212" y="483476"/>
                  </a:lnTo>
                  <a:lnTo>
                    <a:pt x="231470" y="450380"/>
                  </a:lnTo>
                  <a:lnTo>
                    <a:pt x="203009" y="438429"/>
                  </a:lnTo>
                  <a:lnTo>
                    <a:pt x="168694" y="442772"/>
                  </a:lnTo>
                  <a:lnTo>
                    <a:pt x="133388" y="458558"/>
                  </a:lnTo>
                  <a:lnTo>
                    <a:pt x="101942" y="480949"/>
                  </a:lnTo>
                  <a:lnTo>
                    <a:pt x="70078" y="526135"/>
                  </a:lnTo>
                  <a:lnTo>
                    <a:pt x="67081" y="605053"/>
                  </a:lnTo>
                  <a:lnTo>
                    <a:pt x="66675" y="659980"/>
                  </a:lnTo>
                  <a:lnTo>
                    <a:pt x="69380" y="716686"/>
                  </a:lnTo>
                  <a:lnTo>
                    <a:pt x="73215" y="767676"/>
                  </a:lnTo>
                  <a:lnTo>
                    <a:pt x="72898" y="767740"/>
                  </a:lnTo>
                  <a:lnTo>
                    <a:pt x="55841" y="768985"/>
                  </a:lnTo>
                  <a:lnTo>
                    <a:pt x="34531" y="766965"/>
                  </a:lnTo>
                  <a:lnTo>
                    <a:pt x="127" y="761517"/>
                  </a:lnTo>
                  <a:lnTo>
                    <a:pt x="0" y="875893"/>
                  </a:lnTo>
                  <a:lnTo>
                    <a:pt x="673" y="955382"/>
                  </a:lnTo>
                  <a:lnTo>
                    <a:pt x="2540" y="993317"/>
                  </a:lnTo>
                  <a:lnTo>
                    <a:pt x="18973" y="994524"/>
                  </a:lnTo>
                  <a:lnTo>
                    <a:pt x="51663" y="992784"/>
                  </a:lnTo>
                  <a:lnTo>
                    <a:pt x="83693" y="989164"/>
                  </a:lnTo>
                  <a:lnTo>
                    <a:pt x="98132" y="984719"/>
                  </a:lnTo>
                  <a:lnTo>
                    <a:pt x="95250" y="805522"/>
                  </a:lnTo>
                  <a:lnTo>
                    <a:pt x="114515" y="810044"/>
                  </a:lnTo>
                  <a:lnTo>
                    <a:pt x="145224" y="813396"/>
                  </a:lnTo>
                  <a:lnTo>
                    <a:pt x="183883" y="811326"/>
                  </a:lnTo>
                  <a:lnTo>
                    <a:pt x="246494" y="804087"/>
                  </a:lnTo>
                  <a:lnTo>
                    <a:pt x="247256" y="793534"/>
                  </a:lnTo>
                  <a:lnTo>
                    <a:pt x="248881" y="764933"/>
                  </a:lnTo>
                  <a:lnTo>
                    <a:pt x="250405" y="722858"/>
                  </a:lnTo>
                  <a:lnTo>
                    <a:pt x="250850" y="671931"/>
                  </a:lnTo>
                  <a:close/>
                </a:path>
                <a:path w="320040" h="995045">
                  <a:moveTo>
                    <a:pt x="319430" y="114109"/>
                  </a:moveTo>
                  <a:lnTo>
                    <a:pt x="290080" y="59791"/>
                  </a:lnTo>
                  <a:lnTo>
                    <a:pt x="253619" y="17221"/>
                  </a:lnTo>
                  <a:lnTo>
                    <a:pt x="235750" y="0"/>
                  </a:lnTo>
                  <a:lnTo>
                    <a:pt x="131076" y="44056"/>
                  </a:lnTo>
                  <a:lnTo>
                    <a:pt x="74891" y="72288"/>
                  </a:lnTo>
                  <a:lnTo>
                    <a:pt x="31394" y="130035"/>
                  </a:lnTo>
                  <a:lnTo>
                    <a:pt x="17487" y="169913"/>
                  </a:lnTo>
                  <a:lnTo>
                    <a:pt x="7416" y="227063"/>
                  </a:lnTo>
                  <a:lnTo>
                    <a:pt x="6972" y="235813"/>
                  </a:lnTo>
                  <a:lnTo>
                    <a:pt x="26606" y="169938"/>
                  </a:lnTo>
                  <a:lnTo>
                    <a:pt x="44958" y="133985"/>
                  </a:lnTo>
                  <a:lnTo>
                    <a:pt x="72669" y="115354"/>
                  </a:lnTo>
                  <a:lnTo>
                    <a:pt x="120370" y="101447"/>
                  </a:lnTo>
                  <a:lnTo>
                    <a:pt x="182994" y="98298"/>
                  </a:lnTo>
                  <a:lnTo>
                    <a:pt x="235521" y="115290"/>
                  </a:lnTo>
                  <a:lnTo>
                    <a:pt x="276288" y="140373"/>
                  </a:lnTo>
                  <a:lnTo>
                    <a:pt x="303644" y="161480"/>
                  </a:lnTo>
                  <a:lnTo>
                    <a:pt x="315950" y="166560"/>
                  </a:lnTo>
                  <a:lnTo>
                    <a:pt x="319430" y="114109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7258374" y="9215393"/>
              <a:ext cx="20955" cy="725170"/>
            </a:xfrm>
            <a:custGeom>
              <a:avLst/>
              <a:gdLst/>
              <a:ahLst/>
              <a:cxnLst/>
              <a:rect l="l" t="t" r="r" b="b"/>
              <a:pathLst>
                <a:path w="20955" h="725170">
                  <a:moveTo>
                    <a:pt x="8534" y="176809"/>
                  </a:moveTo>
                  <a:lnTo>
                    <a:pt x="4267" y="176809"/>
                  </a:lnTo>
                  <a:lnTo>
                    <a:pt x="0" y="176809"/>
                  </a:lnTo>
                  <a:lnTo>
                    <a:pt x="0" y="194170"/>
                  </a:lnTo>
                  <a:lnTo>
                    <a:pt x="8534" y="194170"/>
                  </a:lnTo>
                  <a:lnTo>
                    <a:pt x="8534" y="176809"/>
                  </a:lnTo>
                  <a:close/>
                </a:path>
                <a:path w="20955" h="725170">
                  <a:moveTo>
                    <a:pt x="11747" y="353771"/>
                  </a:moveTo>
                  <a:lnTo>
                    <a:pt x="7467" y="353771"/>
                  </a:lnTo>
                  <a:lnTo>
                    <a:pt x="3213" y="353771"/>
                  </a:lnTo>
                  <a:lnTo>
                    <a:pt x="3200" y="371132"/>
                  </a:lnTo>
                  <a:lnTo>
                    <a:pt x="11747" y="371132"/>
                  </a:lnTo>
                  <a:lnTo>
                    <a:pt x="11747" y="353771"/>
                  </a:lnTo>
                  <a:close/>
                </a:path>
                <a:path w="20955" h="725170">
                  <a:moveTo>
                    <a:pt x="14008" y="3784"/>
                  </a:moveTo>
                  <a:lnTo>
                    <a:pt x="11303" y="0"/>
                  </a:lnTo>
                  <a:lnTo>
                    <a:pt x="7531" y="2705"/>
                  </a:lnTo>
                  <a:lnTo>
                    <a:pt x="5270" y="9677"/>
                  </a:lnTo>
                  <a:lnTo>
                    <a:pt x="5168" y="17018"/>
                  </a:lnTo>
                  <a:lnTo>
                    <a:pt x="7861" y="20802"/>
                  </a:lnTo>
                  <a:lnTo>
                    <a:pt x="11645" y="18084"/>
                  </a:lnTo>
                  <a:lnTo>
                    <a:pt x="13906" y="11112"/>
                  </a:lnTo>
                  <a:lnTo>
                    <a:pt x="14008" y="3784"/>
                  </a:lnTo>
                  <a:close/>
                </a:path>
                <a:path w="20955" h="725170">
                  <a:moveTo>
                    <a:pt x="18554" y="530733"/>
                  </a:moveTo>
                  <a:lnTo>
                    <a:pt x="14287" y="530733"/>
                  </a:lnTo>
                  <a:lnTo>
                    <a:pt x="10020" y="530733"/>
                  </a:lnTo>
                  <a:lnTo>
                    <a:pt x="10007" y="548093"/>
                  </a:lnTo>
                  <a:lnTo>
                    <a:pt x="18542" y="548093"/>
                  </a:lnTo>
                  <a:lnTo>
                    <a:pt x="18554" y="530733"/>
                  </a:lnTo>
                  <a:close/>
                </a:path>
                <a:path w="20955" h="725170">
                  <a:moveTo>
                    <a:pt x="20828" y="707694"/>
                  </a:moveTo>
                  <a:lnTo>
                    <a:pt x="16560" y="707694"/>
                  </a:lnTo>
                  <a:lnTo>
                    <a:pt x="12280" y="707694"/>
                  </a:lnTo>
                  <a:lnTo>
                    <a:pt x="12280" y="725055"/>
                  </a:lnTo>
                  <a:lnTo>
                    <a:pt x="20815" y="725055"/>
                  </a:lnTo>
                  <a:lnTo>
                    <a:pt x="20828" y="707694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0" name="object 410" descr=""/>
          <p:cNvSpPr/>
          <p:nvPr/>
        </p:nvSpPr>
        <p:spPr>
          <a:xfrm>
            <a:off x="18750993" y="9024391"/>
            <a:ext cx="221615" cy="439420"/>
          </a:xfrm>
          <a:custGeom>
            <a:avLst/>
            <a:gdLst/>
            <a:ahLst/>
            <a:cxnLst/>
            <a:rect l="l" t="t" r="r" b="b"/>
            <a:pathLst>
              <a:path w="221615" h="439420">
                <a:moveTo>
                  <a:pt x="106855" y="0"/>
                </a:moveTo>
                <a:lnTo>
                  <a:pt x="66109" y="35733"/>
                </a:lnTo>
                <a:lnTo>
                  <a:pt x="57432" y="76730"/>
                </a:lnTo>
                <a:lnTo>
                  <a:pt x="48604" y="121981"/>
                </a:lnTo>
                <a:lnTo>
                  <a:pt x="37265" y="181363"/>
                </a:lnTo>
                <a:lnTo>
                  <a:pt x="25076" y="246444"/>
                </a:lnTo>
                <a:lnTo>
                  <a:pt x="13696" y="308792"/>
                </a:lnTo>
                <a:lnTo>
                  <a:pt x="4784" y="359978"/>
                </a:lnTo>
                <a:lnTo>
                  <a:pt x="0" y="391569"/>
                </a:lnTo>
                <a:lnTo>
                  <a:pt x="18816" y="418010"/>
                </a:lnTo>
                <a:lnTo>
                  <a:pt x="66428" y="436091"/>
                </a:lnTo>
                <a:lnTo>
                  <a:pt x="119798" y="439400"/>
                </a:lnTo>
                <a:lnTo>
                  <a:pt x="155890" y="421526"/>
                </a:lnTo>
                <a:lnTo>
                  <a:pt x="183949" y="332003"/>
                </a:lnTo>
                <a:lnTo>
                  <a:pt x="197424" y="266866"/>
                </a:lnTo>
                <a:lnTo>
                  <a:pt x="208907" y="202510"/>
                </a:lnTo>
                <a:lnTo>
                  <a:pt x="217181" y="149710"/>
                </a:lnTo>
                <a:lnTo>
                  <a:pt x="221029" y="119242"/>
                </a:lnTo>
                <a:lnTo>
                  <a:pt x="209181" y="85833"/>
                </a:lnTo>
                <a:lnTo>
                  <a:pt x="178082" y="43789"/>
                </a:lnTo>
                <a:lnTo>
                  <a:pt x="139913" y="9661"/>
                </a:lnTo>
                <a:lnTo>
                  <a:pt x="106855" y="0"/>
                </a:lnTo>
                <a:close/>
              </a:path>
            </a:pathLst>
          </a:custGeom>
          <a:solidFill>
            <a:srgbClr val="20284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1" name="object 411" descr=""/>
          <p:cNvGrpSpPr/>
          <p:nvPr/>
        </p:nvGrpSpPr>
        <p:grpSpPr>
          <a:xfrm>
            <a:off x="18682586" y="9326240"/>
            <a:ext cx="237490" cy="461645"/>
            <a:chOff x="18682586" y="9326240"/>
            <a:chExt cx="237490" cy="461645"/>
          </a:xfrm>
        </p:grpSpPr>
        <p:pic>
          <p:nvPicPr>
            <p:cNvPr id="412" name="object 412" descr=""/>
            <p:cNvPicPr/>
            <p:nvPr/>
          </p:nvPicPr>
          <p:blipFill>
            <a:blip r:embed="rId95" cstate="print"/>
            <a:stretch>
              <a:fillRect/>
            </a:stretch>
          </p:blipFill>
          <p:spPr>
            <a:xfrm>
              <a:off x="18700656" y="9653118"/>
              <a:ext cx="120220" cy="134230"/>
            </a:xfrm>
            <a:prstGeom prst="rect">
              <a:avLst/>
            </a:prstGeom>
          </p:spPr>
        </p:pic>
        <p:sp>
          <p:nvSpPr>
            <p:cNvPr id="413" name="object 413" descr=""/>
            <p:cNvSpPr/>
            <p:nvPr/>
          </p:nvSpPr>
          <p:spPr>
            <a:xfrm>
              <a:off x="18682586" y="9326240"/>
              <a:ext cx="237490" cy="366395"/>
            </a:xfrm>
            <a:custGeom>
              <a:avLst/>
              <a:gdLst/>
              <a:ahLst/>
              <a:cxnLst/>
              <a:rect l="l" t="t" r="r" b="b"/>
              <a:pathLst>
                <a:path w="237490" h="366395">
                  <a:moveTo>
                    <a:pt x="140840" y="0"/>
                  </a:moveTo>
                  <a:lnTo>
                    <a:pt x="76353" y="39528"/>
                  </a:lnTo>
                  <a:lnTo>
                    <a:pt x="57999" y="98560"/>
                  </a:lnTo>
                  <a:lnTo>
                    <a:pt x="46570" y="136916"/>
                  </a:lnTo>
                  <a:lnTo>
                    <a:pt x="25370" y="218842"/>
                  </a:lnTo>
                  <a:lnTo>
                    <a:pt x="14082" y="267330"/>
                  </a:lnTo>
                  <a:lnTo>
                    <a:pt x="6175" y="306084"/>
                  </a:lnTo>
                  <a:lnTo>
                    <a:pt x="0" y="341079"/>
                  </a:lnTo>
                  <a:lnTo>
                    <a:pt x="63729" y="356040"/>
                  </a:lnTo>
                  <a:lnTo>
                    <a:pt x="103163" y="363661"/>
                  </a:lnTo>
                  <a:lnTo>
                    <a:pt x="134670" y="366313"/>
                  </a:lnTo>
                  <a:lnTo>
                    <a:pt x="174622" y="366366"/>
                  </a:lnTo>
                  <a:lnTo>
                    <a:pt x="203540" y="274150"/>
                  </a:lnTo>
                  <a:lnTo>
                    <a:pt x="219683" y="214485"/>
                  </a:lnTo>
                  <a:lnTo>
                    <a:pt x="228905" y="161335"/>
                  </a:lnTo>
                  <a:lnTo>
                    <a:pt x="237060" y="88668"/>
                  </a:lnTo>
                  <a:lnTo>
                    <a:pt x="230083" y="63887"/>
                  </a:lnTo>
                  <a:lnTo>
                    <a:pt x="208258" y="35955"/>
                  </a:lnTo>
                  <a:lnTo>
                    <a:pt x="176779" y="12212"/>
                  </a:lnTo>
                  <a:lnTo>
                    <a:pt x="14084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4" name="object 414" descr=""/>
          <p:cNvSpPr/>
          <p:nvPr/>
        </p:nvSpPr>
        <p:spPr>
          <a:xfrm>
            <a:off x="19209463" y="9019531"/>
            <a:ext cx="221615" cy="444500"/>
          </a:xfrm>
          <a:custGeom>
            <a:avLst/>
            <a:gdLst/>
            <a:ahLst/>
            <a:cxnLst/>
            <a:rect l="l" t="t" r="r" b="b"/>
            <a:pathLst>
              <a:path w="221615" h="444500">
                <a:moveTo>
                  <a:pt x="119640" y="0"/>
                </a:moveTo>
                <a:lnTo>
                  <a:pt x="85728" y="10421"/>
                </a:lnTo>
                <a:lnTo>
                  <a:pt x="45680" y="46222"/>
                </a:lnTo>
                <a:lnTo>
                  <a:pt x="12702" y="89936"/>
                </a:lnTo>
                <a:lnTo>
                  <a:pt x="0" y="124100"/>
                </a:lnTo>
                <a:lnTo>
                  <a:pt x="3844" y="154569"/>
                </a:lnTo>
                <a:lnTo>
                  <a:pt x="12117" y="207368"/>
                </a:lnTo>
                <a:lnTo>
                  <a:pt x="23600" y="271724"/>
                </a:lnTo>
                <a:lnTo>
                  <a:pt x="37074" y="336862"/>
                </a:lnTo>
                <a:lnTo>
                  <a:pt x="51323" y="392007"/>
                </a:lnTo>
                <a:lnTo>
                  <a:pt x="101221" y="444259"/>
                </a:lnTo>
                <a:lnTo>
                  <a:pt x="154592" y="440949"/>
                </a:lnTo>
                <a:lnTo>
                  <a:pt x="202206" y="422868"/>
                </a:lnTo>
                <a:lnTo>
                  <a:pt x="221029" y="396427"/>
                </a:lnTo>
                <a:lnTo>
                  <a:pt x="216241" y="364836"/>
                </a:lnTo>
                <a:lnTo>
                  <a:pt x="207326" y="313651"/>
                </a:lnTo>
                <a:lnTo>
                  <a:pt x="195944" y="251302"/>
                </a:lnTo>
                <a:lnTo>
                  <a:pt x="183754" y="186221"/>
                </a:lnTo>
                <a:lnTo>
                  <a:pt x="172415" y="126840"/>
                </a:lnTo>
                <a:lnTo>
                  <a:pt x="163586" y="81589"/>
                </a:lnTo>
                <a:lnTo>
                  <a:pt x="155001" y="40516"/>
                </a:lnTo>
                <a:lnTo>
                  <a:pt x="119640" y="0"/>
                </a:lnTo>
                <a:close/>
              </a:path>
            </a:pathLst>
          </a:custGeom>
          <a:solidFill>
            <a:srgbClr val="20284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5" name="object 415" descr=""/>
          <p:cNvGrpSpPr/>
          <p:nvPr/>
        </p:nvGrpSpPr>
        <p:grpSpPr>
          <a:xfrm>
            <a:off x="18830551" y="8926927"/>
            <a:ext cx="668655" cy="1436370"/>
            <a:chOff x="18830551" y="8926927"/>
            <a:chExt cx="668655" cy="1436370"/>
          </a:xfrm>
        </p:grpSpPr>
        <p:pic>
          <p:nvPicPr>
            <p:cNvPr id="416" name="object 416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9350566" y="9653118"/>
              <a:ext cx="115449" cy="134230"/>
            </a:xfrm>
            <a:prstGeom prst="rect">
              <a:avLst/>
            </a:prstGeom>
          </p:spPr>
        </p:pic>
        <p:sp>
          <p:nvSpPr>
            <p:cNvPr id="417" name="object 417" descr=""/>
            <p:cNvSpPr/>
            <p:nvPr/>
          </p:nvSpPr>
          <p:spPr>
            <a:xfrm>
              <a:off x="19261831" y="9326239"/>
              <a:ext cx="237490" cy="366395"/>
            </a:xfrm>
            <a:custGeom>
              <a:avLst/>
              <a:gdLst/>
              <a:ahLst/>
              <a:cxnLst/>
              <a:rect l="l" t="t" r="r" b="b"/>
              <a:pathLst>
                <a:path w="237490" h="366395">
                  <a:moveTo>
                    <a:pt x="96220" y="0"/>
                  </a:moveTo>
                  <a:lnTo>
                    <a:pt x="60280" y="12212"/>
                  </a:lnTo>
                  <a:lnTo>
                    <a:pt x="28801" y="35955"/>
                  </a:lnTo>
                  <a:lnTo>
                    <a:pt x="6977" y="63887"/>
                  </a:lnTo>
                  <a:lnTo>
                    <a:pt x="0" y="88668"/>
                  </a:lnTo>
                  <a:lnTo>
                    <a:pt x="8155" y="161335"/>
                  </a:lnTo>
                  <a:lnTo>
                    <a:pt x="17377" y="214485"/>
                  </a:lnTo>
                  <a:lnTo>
                    <a:pt x="33520" y="274150"/>
                  </a:lnTo>
                  <a:lnTo>
                    <a:pt x="62437" y="366366"/>
                  </a:lnTo>
                  <a:lnTo>
                    <a:pt x="102390" y="366313"/>
                  </a:lnTo>
                  <a:lnTo>
                    <a:pt x="133897" y="363661"/>
                  </a:lnTo>
                  <a:lnTo>
                    <a:pt x="173330" y="356040"/>
                  </a:lnTo>
                  <a:lnTo>
                    <a:pt x="237060" y="341079"/>
                  </a:lnTo>
                  <a:lnTo>
                    <a:pt x="235537" y="331776"/>
                  </a:lnTo>
                  <a:lnTo>
                    <a:pt x="222978" y="267330"/>
                  </a:lnTo>
                  <a:lnTo>
                    <a:pt x="211689" y="218842"/>
                  </a:lnTo>
                  <a:lnTo>
                    <a:pt x="199773" y="171407"/>
                  </a:lnTo>
                  <a:lnTo>
                    <a:pt x="179061" y="98560"/>
                  </a:lnTo>
                  <a:lnTo>
                    <a:pt x="160707" y="39528"/>
                  </a:lnTo>
                  <a:lnTo>
                    <a:pt x="131427" y="6658"/>
                  </a:lnTo>
                  <a:lnTo>
                    <a:pt x="9622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8830551" y="8967066"/>
              <a:ext cx="521970" cy="1396365"/>
            </a:xfrm>
            <a:custGeom>
              <a:avLst/>
              <a:gdLst/>
              <a:ahLst/>
              <a:cxnLst/>
              <a:rect l="l" t="t" r="r" b="b"/>
              <a:pathLst>
                <a:path w="521969" h="1396365">
                  <a:moveTo>
                    <a:pt x="378151" y="0"/>
                  </a:moveTo>
                  <a:lnTo>
                    <a:pt x="142221" y="0"/>
                  </a:lnTo>
                  <a:lnTo>
                    <a:pt x="69393" y="33054"/>
                  </a:lnTo>
                  <a:lnTo>
                    <a:pt x="31259" y="51147"/>
                  </a:lnTo>
                  <a:lnTo>
                    <a:pt x="7159" y="87448"/>
                  </a:lnTo>
                  <a:lnTo>
                    <a:pt x="5098" y="133573"/>
                  </a:lnTo>
                  <a:lnTo>
                    <a:pt x="3173" y="196403"/>
                  </a:lnTo>
                  <a:lnTo>
                    <a:pt x="1563" y="266054"/>
                  </a:lnTo>
                  <a:lnTo>
                    <a:pt x="445" y="332640"/>
                  </a:lnTo>
                  <a:lnTo>
                    <a:pt x="0" y="386275"/>
                  </a:lnTo>
                  <a:lnTo>
                    <a:pt x="404" y="417076"/>
                  </a:lnTo>
                  <a:lnTo>
                    <a:pt x="1038" y="439157"/>
                  </a:lnTo>
                  <a:lnTo>
                    <a:pt x="1545" y="477692"/>
                  </a:lnTo>
                  <a:lnTo>
                    <a:pt x="2129" y="587994"/>
                  </a:lnTo>
                  <a:lnTo>
                    <a:pt x="2064" y="715713"/>
                  </a:lnTo>
                  <a:lnTo>
                    <a:pt x="1760" y="776021"/>
                  </a:lnTo>
                  <a:lnTo>
                    <a:pt x="1259" y="828583"/>
                  </a:lnTo>
                  <a:lnTo>
                    <a:pt x="550" y="869366"/>
                  </a:lnTo>
                  <a:lnTo>
                    <a:pt x="3695" y="989872"/>
                  </a:lnTo>
                  <a:lnTo>
                    <a:pt x="13003" y="1156854"/>
                  </a:lnTo>
                  <a:lnTo>
                    <a:pt x="22770" y="1304966"/>
                  </a:lnTo>
                  <a:lnTo>
                    <a:pt x="27293" y="1368858"/>
                  </a:lnTo>
                  <a:lnTo>
                    <a:pt x="65899" y="1383555"/>
                  </a:lnTo>
                  <a:lnTo>
                    <a:pt x="113163" y="1394308"/>
                  </a:lnTo>
                  <a:lnTo>
                    <a:pt x="179661" y="1395769"/>
                  </a:lnTo>
                  <a:lnTo>
                    <a:pt x="291301" y="1396098"/>
                  </a:lnTo>
                  <a:lnTo>
                    <a:pt x="402940" y="1395716"/>
                  </a:lnTo>
                  <a:lnTo>
                    <a:pt x="473173" y="1391270"/>
                  </a:lnTo>
                  <a:lnTo>
                    <a:pt x="514819" y="1375996"/>
                  </a:lnTo>
                  <a:lnTo>
                    <a:pt x="521435" y="1138284"/>
                  </a:lnTo>
                  <a:lnTo>
                    <a:pt x="521729" y="1007755"/>
                  </a:lnTo>
                  <a:lnTo>
                    <a:pt x="521209" y="933842"/>
                  </a:lnTo>
                  <a:lnTo>
                    <a:pt x="519822" y="869366"/>
                  </a:lnTo>
                  <a:lnTo>
                    <a:pt x="519113" y="828583"/>
                  </a:lnTo>
                  <a:lnTo>
                    <a:pt x="518613" y="776021"/>
                  </a:lnTo>
                  <a:lnTo>
                    <a:pt x="518189" y="651693"/>
                  </a:lnTo>
                  <a:lnTo>
                    <a:pt x="518460" y="528649"/>
                  </a:lnTo>
                  <a:lnTo>
                    <a:pt x="518828" y="477692"/>
                  </a:lnTo>
                  <a:lnTo>
                    <a:pt x="519334" y="439157"/>
                  </a:lnTo>
                  <a:lnTo>
                    <a:pt x="519969" y="417076"/>
                  </a:lnTo>
                  <a:lnTo>
                    <a:pt x="520223" y="385806"/>
                  </a:lnTo>
                  <a:lnTo>
                    <a:pt x="519384" y="330958"/>
                  </a:lnTo>
                  <a:lnTo>
                    <a:pt x="517726" y="262716"/>
                  </a:lnTo>
                  <a:lnTo>
                    <a:pt x="515527" y="191260"/>
                  </a:lnTo>
                  <a:lnTo>
                    <a:pt x="513060" y="126773"/>
                  </a:lnTo>
                  <a:lnTo>
                    <a:pt x="510603" y="79436"/>
                  </a:lnTo>
                  <a:lnTo>
                    <a:pt x="485008" y="45486"/>
                  </a:lnTo>
                  <a:lnTo>
                    <a:pt x="440566" y="25573"/>
                  </a:lnTo>
                  <a:lnTo>
                    <a:pt x="397485" y="7732"/>
                  </a:lnTo>
                  <a:lnTo>
                    <a:pt x="378151" y="0"/>
                  </a:lnTo>
                  <a:close/>
                </a:path>
              </a:pathLst>
            </a:custGeom>
            <a:solidFill>
              <a:srgbClr val="31395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8929249" y="8926937"/>
              <a:ext cx="343535" cy="746760"/>
            </a:xfrm>
            <a:custGeom>
              <a:avLst/>
              <a:gdLst/>
              <a:ahLst/>
              <a:cxnLst/>
              <a:rect l="l" t="t" r="r" b="b"/>
              <a:pathLst>
                <a:path w="343534" h="746759">
                  <a:moveTo>
                    <a:pt x="298335" y="69443"/>
                  </a:moveTo>
                  <a:lnTo>
                    <a:pt x="292074" y="34785"/>
                  </a:lnTo>
                  <a:lnTo>
                    <a:pt x="265480" y="13690"/>
                  </a:lnTo>
                  <a:lnTo>
                    <a:pt x="236410" y="3187"/>
                  </a:lnTo>
                  <a:lnTo>
                    <a:pt x="222758" y="342"/>
                  </a:lnTo>
                  <a:lnTo>
                    <a:pt x="172974" y="8902"/>
                  </a:lnTo>
                  <a:lnTo>
                    <a:pt x="141198" y="11722"/>
                  </a:lnTo>
                  <a:lnTo>
                    <a:pt x="113804" y="8763"/>
                  </a:lnTo>
                  <a:lnTo>
                    <a:pt x="77101" y="0"/>
                  </a:lnTo>
                  <a:lnTo>
                    <a:pt x="50723" y="2730"/>
                  </a:lnTo>
                  <a:lnTo>
                    <a:pt x="34505" y="9626"/>
                  </a:lnTo>
                  <a:lnTo>
                    <a:pt x="21818" y="26085"/>
                  </a:lnTo>
                  <a:lnTo>
                    <a:pt x="5956" y="57480"/>
                  </a:lnTo>
                  <a:lnTo>
                    <a:pt x="6565" y="91859"/>
                  </a:lnTo>
                  <a:lnTo>
                    <a:pt x="32410" y="127127"/>
                  </a:lnTo>
                  <a:lnTo>
                    <a:pt x="72301" y="159169"/>
                  </a:lnTo>
                  <a:lnTo>
                    <a:pt x="115074" y="183857"/>
                  </a:lnTo>
                  <a:lnTo>
                    <a:pt x="149529" y="197053"/>
                  </a:lnTo>
                  <a:lnTo>
                    <a:pt x="189293" y="190741"/>
                  </a:lnTo>
                  <a:lnTo>
                    <a:pt x="234734" y="161988"/>
                  </a:lnTo>
                  <a:lnTo>
                    <a:pt x="274777" y="118859"/>
                  </a:lnTo>
                  <a:lnTo>
                    <a:pt x="298335" y="69443"/>
                  </a:lnTo>
                  <a:close/>
                </a:path>
                <a:path w="343534" h="746759">
                  <a:moveTo>
                    <a:pt x="343306" y="706132"/>
                  </a:moveTo>
                  <a:lnTo>
                    <a:pt x="338137" y="700963"/>
                  </a:lnTo>
                  <a:lnTo>
                    <a:pt x="331749" y="700963"/>
                  </a:lnTo>
                  <a:lnTo>
                    <a:pt x="5168" y="700963"/>
                  </a:lnTo>
                  <a:lnTo>
                    <a:pt x="0" y="706132"/>
                  </a:lnTo>
                  <a:lnTo>
                    <a:pt x="0" y="741184"/>
                  </a:lnTo>
                  <a:lnTo>
                    <a:pt x="5168" y="746353"/>
                  </a:lnTo>
                  <a:lnTo>
                    <a:pt x="338137" y="746353"/>
                  </a:lnTo>
                  <a:lnTo>
                    <a:pt x="343306" y="741184"/>
                  </a:lnTo>
                  <a:lnTo>
                    <a:pt x="343306" y="706132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8943854" y="9633692"/>
              <a:ext cx="304800" cy="30480"/>
            </a:xfrm>
            <a:custGeom>
              <a:avLst/>
              <a:gdLst/>
              <a:ahLst/>
              <a:cxnLst/>
              <a:rect l="l" t="t" r="r" b="b"/>
              <a:pathLst>
                <a:path w="304800" h="30479">
                  <a:moveTo>
                    <a:pt x="29349" y="15189"/>
                  </a:moveTo>
                  <a:lnTo>
                    <a:pt x="25692" y="4749"/>
                  </a:lnTo>
                  <a:lnTo>
                    <a:pt x="14681" y="0"/>
                  </a:lnTo>
                  <a:lnTo>
                    <a:pt x="3670" y="4749"/>
                  </a:lnTo>
                  <a:lnTo>
                    <a:pt x="0" y="15189"/>
                  </a:lnTo>
                  <a:lnTo>
                    <a:pt x="3670" y="25628"/>
                  </a:lnTo>
                  <a:lnTo>
                    <a:pt x="14681" y="30378"/>
                  </a:lnTo>
                  <a:lnTo>
                    <a:pt x="25679" y="25628"/>
                  </a:lnTo>
                  <a:lnTo>
                    <a:pt x="29349" y="15189"/>
                  </a:lnTo>
                  <a:close/>
                </a:path>
                <a:path w="304800" h="30479">
                  <a:moveTo>
                    <a:pt x="304546" y="15189"/>
                  </a:moveTo>
                  <a:lnTo>
                    <a:pt x="300875" y="4749"/>
                  </a:lnTo>
                  <a:lnTo>
                    <a:pt x="289864" y="0"/>
                  </a:lnTo>
                  <a:lnTo>
                    <a:pt x="278866" y="4749"/>
                  </a:lnTo>
                  <a:lnTo>
                    <a:pt x="275196" y="15189"/>
                  </a:lnTo>
                  <a:lnTo>
                    <a:pt x="278866" y="25628"/>
                  </a:lnTo>
                  <a:lnTo>
                    <a:pt x="289864" y="30378"/>
                  </a:lnTo>
                  <a:lnTo>
                    <a:pt x="300875" y="25628"/>
                  </a:lnTo>
                  <a:lnTo>
                    <a:pt x="304546" y="15189"/>
                  </a:lnTo>
                  <a:close/>
                </a:path>
              </a:pathLst>
            </a:custGeom>
            <a:solidFill>
              <a:srgbClr val="7D829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1" name="object 421" descr=""/>
          <p:cNvGrpSpPr/>
          <p:nvPr/>
        </p:nvGrpSpPr>
        <p:grpSpPr>
          <a:xfrm>
            <a:off x="2041403" y="9004115"/>
            <a:ext cx="630555" cy="1398905"/>
            <a:chOff x="2041403" y="9004115"/>
            <a:chExt cx="630555" cy="1398905"/>
          </a:xfrm>
        </p:grpSpPr>
        <p:sp>
          <p:nvSpPr>
            <p:cNvPr id="422" name="object 422" descr=""/>
            <p:cNvSpPr/>
            <p:nvPr/>
          </p:nvSpPr>
          <p:spPr>
            <a:xfrm>
              <a:off x="2041398" y="9004115"/>
              <a:ext cx="610235" cy="1385570"/>
            </a:xfrm>
            <a:custGeom>
              <a:avLst/>
              <a:gdLst/>
              <a:ahLst/>
              <a:cxnLst/>
              <a:rect l="l" t="t" r="r" b="b"/>
              <a:pathLst>
                <a:path w="610235" h="1385570">
                  <a:moveTo>
                    <a:pt x="609701" y="1346809"/>
                  </a:moveTo>
                  <a:lnTo>
                    <a:pt x="607771" y="1243749"/>
                  </a:lnTo>
                  <a:lnTo>
                    <a:pt x="605066" y="1152207"/>
                  </a:lnTo>
                  <a:lnTo>
                    <a:pt x="600925" y="1067117"/>
                  </a:lnTo>
                  <a:lnTo>
                    <a:pt x="595884" y="996238"/>
                  </a:lnTo>
                  <a:lnTo>
                    <a:pt x="590270" y="945438"/>
                  </a:lnTo>
                  <a:lnTo>
                    <a:pt x="580517" y="890244"/>
                  </a:lnTo>
                  <a:lnTo>
                    <a:pt x="565404" y="817346"/>
                  </a:lnTo>
                  <a:lnTo>
                    <a:pt x="563981" y="799172"/>
                  </a:lnTo>
                  <a:lnTo>
                    <a:pt x="558495" y="748753"/>
                  </a:lnTo>
                  <a:lnTo>
                    <a:pt x="551129" y="686574"/>
                  </a:lnTo>
                  <a:lnTo>
                    <a:pt x="535216" y="556463"/>
                  </a:lnTo>
                  <a:lnTo>
                    <a:pt x="528955" y="503262"/>
                  </a:lnTo>
                  <a:lnTo>
                    <a:pt x="522693" y="447814"/>
                  </a:lnTo>
                  <a:lnTo>
                    <a:pt x="497865" y="235585"/>
                  </a:lnTo>
                  <a:lnTo>
                    <a:pt x="497763" y="235445"/>
                  </a:lnTo>
                  <a:lnTo>
                    <a:pt x="498030" y="232803"/>
                  </a:lnTo>
                  <a:lnTo>
                    <a:pt x="488657" y="134073"/>
                  </a:lnTo>
                  <a:lnTo>
                    <a:pt x="475081" y="41173"/>
                  </a:lnTo>
                  <a:lnTo>
                    <a:pt x="468134" y="0"/>
                  </a:lnTo>
                  <a:lnTo>
                    <a:pt x="12687" y="1701"/>
                  </a:lnTo>
                  <a:lnTo>
                    <a:pt x="8293" y="133197"/>
                  </a:lnTo>
                  <a:lnTo>
                    <a:pt x="6223" y="205663"/>
                  </a:lnTo>
                  <a:lnTo>
                    <a:pt x="5956" y="244919"/>
                  </a:lnTo>
                  <a:lnTo>
                    <a:pt x="6858" y="273913"/>
                  </a:lnTo>
                  <a:lnTo>
                    <a:pt x="2197" y="360006"/>
                  </a:lnTo>
                  <a:lnTo>
                    <a:pt x="0" y="431723"/>
                  </a:lnTo>
                  <a:lnTo>
                    <a:pt x="2197" y="481482"/>
                  </a:lnTo>
                  <a:lnTo>
                    <a:pt x="8801" y="537349"/>
                  </a:lnTo>
                  <a:lnTo>
                    <a:pt x="14109" y="588987"/>
                  </a:lnTo>
                  <a:lnTo>
                    <a:pt x="18516" y="648716"/>
                  </a:lnTo>
                  <a:lnTo>
                    <a:pt x="25806" y="767384"/>
                  </a:lnTo>
                  <a:lnTo>
                    <a:pt x="29324" y="813790"/>
                  </a:lnTo>
                  <a:lnTo>
                    <a:pt x="33147" y="843229"/>
                  </a:lnTo>
                  <a:lnTo>
                    <a:pt x="34061" y="844067"/>
                  </a:lnTo>
                  <a:lnTo>
                    <a:pt x="36982" y="880389"/>
                  </a:lnTo>
                  <a:lnTo>
                    <a:pt x="40716" y="953312"/>
                  </a:lnTo>
                  <a:lnTo>
                    <a:pt x="46710" y="1104468"/>
                  </a:lnTo>
                  <a:lnTo>
                    <a:pt x="57213" y="1385557"/>
                  </a:lnTo>
                  <a:lnTo>
                    <a:pt x="176441" y="1384261"/>
                  </a:lnTo>
                  <a:lnTo>
                    <a:pt x="192671" y="1301432"/>
                  </a:lnTo>
                  <a:lnTo>
                    <a:pt x="206324" y="1223899"/>
                  </a:lnTo>
                  <a:lnTo>
                    <a:pt x="217754" y="1145387"/>
                  </a:lnTo>
                  <a:lnTo>
                    <a:pt x="225996" y="1074267"/>
                  </a:lnTo>
                  <a:lnTo>
                    <a:pt x="230085" y="1019556"/>
                  </a:lnTo>
                  <a:lnTo>
                    <a:pt x="231267" y="953338"/>
                  </a:lnTo>
                  <a:lnTo>
                    <a:pt x="230720" y="848537"/>
                  </a:lnTo>
                  <a:lnTo>
                    <a:pt x="232371" y="830300"/>
                  </a:lnTo>
                  <a:lnTo>
                    <a:pt x="235419" y="787260"/>
                  </a:lnTo>
                  <a:lnTo>
                    <a:pt x="238594" y="734529"/>
                  </a:lnTo>
                  <a:lnTo>
                    <a:pt x="241833" y="674763"/>
                  </a:lnTo>
                  <a:lnTo>
                    <a:pt x="244983" y="610641"/>
                  </a:lnTo>
                  <a:lnTo>
                    <a:pt x="247954" y="544804"/>
                  </a:lnTo>
                  <a:lnTo>
                    <a:pt x="250621" y="479945"/>
                  </a:lnTo>
                  <a:lnTo>
                    <a:pt x="252895" y="418706"/>
                  </a:lnTo>
                  <a:lnTo>
                    <a:pt x="253809" y="389763"/>
                  </a:lnTo>
                  <a:lnTo>
                    <a:pt x="258521" y="410692"/>
                  </a:lnTo>
                  <a:lnTo>
                    <a:pt x="271526" y="467144"/>
                  </a:lnTo>
                  <a:lnTo>
                    <a:pt x="286219" y="529501"/>
                  </a:lnTo>
                  <a:lnTo>
                    <a:pt x="301917" y="594741"/>
                  </a:lnTo>
                  <a:lnTo>
                    <a:pt x="317944" y="659803"/>
                  </a:lnTo>
                  <a:lnTo>
                    <a:pt x="333654" y="721626"/>
                  </a:lnTo>
                  <a:lnTo>
                    <a:pt x="348373" y="777176"/>
                  </a:lnTo>
                  <a:lnTo>
                    <a:pt x="361429" y="823404"/>
                  </a:lnTo>
                  <a:lnTo>
                    <a:pt x="376694" y="868070"/>
                  </a:lnTo>
                  <a:lnTo>
                    <a:pt x="376745" y="868235"/>
                  </a:lnTo>
                  <a:lnTo>
                    <a:pt x="395020" y="939342"/>
                  </a:lnTo>
                  <a:lnTo>
                    <a:pt x="431863" y="1087132"/>
                  </a:lnTo>
                  <a:lnTo>
                    <a:pt x="499999" y="1362113"/>
                  </a:lnTo>
                  <a:lnTo>
                    <a:pt x="609701" y="1346809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3" name="object 423" descr=""/>
            <p:cNvSpPr/>
            <p:nvPr/>
          </p:nvSpPr>
          <p:spPr>
            <a:xfrm>
              <a:off x="2088281" y="10348895"/>
              <a:ext cx="149225" cy="54610"/>
            </a:xfrm>
            <a:custGeom>
              <a:avLst/>
              <a:gdLst/>
              <a:ahLst/>
              <a:cxnLst/>
              <a:rect l="l" t="t" r="r" b="b"/>
              <a:pathLst>
                <a:path w="149225" h="54609">
                  <a:moveTo>
                    <a:pt x="24659" y="0"/>
                  </a:moveTo>
                  <a:lnTo>
                    <a:pt x="1068" y="4348"/>
                  </a:lnTo>
                  <a:lnTo>
                    <a:pt x="0" y="27890"/>
                  </a:lnTo>
                  <a:lnTo>
                    <a:pt x="925" y="40489"/>
                  </a:lnTo>
                  <a:lnTo>
                    <a:pt x="4998" y="46424"/>
                  </a:lnTo>
                  <a:lnTo>
                    <a:pt x="13371" y="49970"/>
                  </a:lnTo>
                  <a:lnTo>
                    <a:pt x="39211" y="52980"/>
                  </a:lnTo>
                  <a:lnTo>
                    <a:pt x="82146" y="54111"/>
                  </a:lnTo>
                  <a:lnTo>
                    <a:pt x="123020" y="52823"/>
                  </a:lnTo>
                  <a:lnTo>
                    <a:pt x="142676" y="48577"/>
                  </a:lnTo>
                  <a:lnTo>
                    <a:pt x="145689" y="40270"/>
                  </a:lnTo>
                  <a:lnTo>
                    <a:pt x="148269" y="29178"/>
                  </a:lnTo>
                  <a:lnTo>
                    <a:pt x="148738" y="18352"/>
                  </a:lnTo>
                  <a:lnTo>
                    <a:pt x="145419" y="10840"/>
                  </a:lnTo>
                  <a:lnTo>
                    <a:pt x="120320" y="5623"/>
                  </a:lnTo>
                  <a:lnTo>
                    <a:pt x="72238" y="1217"/>
                  </a:lnTo>
                  <a:lnTo>
                    <a:pt x="2465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4" name="object 424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2522145" y="10316383"/>
              <a:ext cx="149363" cy="63646"/>
            </a:xfrm>
            <a:prstGeom prst="rect">
              <a:avLst/>
            </a:prstGeom>
          </p:spPr>
        </p:pic>
        <p:sp>
          <p:nvSpPr>
            <p:cNvPr id="425" name="object 425" descr=""/>
            <p:cNvSpPr/>
            <p:nvPr/>
          </p:nvSpPr>
          <p:spPr>
            <a:xfrm>
              <a:off x="2276412" y="9027561"/>
              <a:ext cx="23495" cy="24130"/>
            </a:xfrm>
            <a:custGeom>
              <a:avLst/>
              <a:gdLst/>
              <a:ahLst/>
              <a:cxnLst/>
              <a:rect l="l" t="t" r="r" b="b"/>
              <a:pathLst>
                <a:path w="23494" h="24129">
                  <a:moveTo>
                    <a:pt x="11489" y="0"/>
                  </a:moveTo>
                  <a:lnTo>
                    <a:pt x="2875" y="3717"/>
                  </a:lnTo>
                  <a:lnTo>
                    <a:pt x="0" y="11894"/>
                  </a:lnTo>
                  <a:lnTo>
                    <a:pt x="2869" y="20072"/>
                  </a:lnTo>
                  <a:lnTo>
                    <a:pt x="11489" y="23789"/>
                  </a:lnTo>
                  <a:lnTo>
                    <a:pt x="20103" y="20072"/>
                  </a:lnTo>
                  <a:lnTo>
                    <a:pt x="22978" y="11894"/>
                  </a:lnTo>
                  <a:lnTo>
                    <a:pt x="20109" y="3717"/>
                  </a:lnTo>
                  <a:lnTo>
                    <a:pt x="11489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6" name="object 426" descr=""/>
          <p:cNvGrpSpPr/>
          <p:nvPr/>
        </p:nvGrpSpPr>
        <p:grpSpPr>
          <a:xfrm>
            <a:off x="778420" y="5807508"/>
            <a:ext cx="554990" cy="619760"/>
            <a:chOff x="778420" y="5807508"/>
            <a:chExt cx="554990" cy="619760"/>
          </a:xfrm>
        </p:grpSpPr>
        <p:pic>
          <p:nvPicPr>
            <p:cNvPr id="427" name="object 427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948294" y="6228040"/>
              <a:ext cx="230883" cy="198741"/>
            </a:xfrm>
            <a:prstGeom prst="rect">
              <a:avLst/>
            </a:prstGeom>
          </p:spPr>
        </p:pic>
        <p:pic>
          <p:nvPicPr>
            <p:cNvPr id="428" name="object 428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861635" y="6065223"/>
              <a:ext cx="67994" cy="128596"/>
            </a:xfrm>
            <a:prstGeom prst="rect">
              <a:avLst/>
            </a:prstGeom>
          </p:spPr>
        </p:pic>
        <p:sp>
          <p:nvSpPr>
            <p:cNvPr id="429" name="object 429" descr=""/>
            <p:cNvSpPr/>
            <p:nvPr/>
          </p:nvSpPr>
          <p:spPr>
            <a:xfrm>
              <a:off x="903850" y="5849480"/>
              <a:ext cx="320040" cy="476250"/>
            </a:xfrm>
            <a:custGeom>
              <a:avLst/>
              <a:gdLst/>
              <a:ahLst/>
              <a:cxnLst/>
              <a:rect l="l" t="t" r="r" b="b"/>
              <a:pathLst>
                <a:path w="320040" h="476250">
                  <a:moveTo>
                    <a:pt x="155722" y="0"/>
                  </a:moveTo>
                  <a:lnTo>
                    <a:pt x="111218" y="3512"/>
                  </a:lnTo>
                  <a:lnTo>
                    <a:pt x="56058" y="32776"/>
                  </a:lnTo>
                  <a:lnTo>
                    <a:pt x="14472" y="84098"/>
                  </a:lnTo>
                  <a:lnTo>
                    <a:pt x="0" y="157708"/>
                  </a:lnTo>
                  <a:lnTo>
                    <a:pt x="2164" y="222814"/>
                  </a:lnTo>
                  <a:lnTo>
                    <a:pt x="7914" y="288773"/>
                  </a:lnTo>
                  <a:lnTo>
                    <a:pt x="14605" y="341621"/>
                  </a:lnTo>
                  <a:lnTo>
                    <a:pt x="35107" y="390607"/>
                  </a:lnTo>
                  <a:lnTo>
                    <a:pt x="65111" y="427221"/>
                  </a:lnTo>
                  <a:lnTo>
                    <a:pt x="99113" y="460998"/>
                  </a:lnTo>
                  <a:lnTo>
                    <a:pt x="183870" y="476079"/>
                  </a:lnTo>
                  <a:lnTo>
                    <a:pt x="210090" y="460455"/>
                  </a:lnTo>
                  <a:lnTo>
                    <a:pt x="244065" y="425530"/>
                  </a:lnTo>
                  <a:lnTo>
                    <a:pt x="274109" y="388569"/>
                  </a:lnTo>
                  <a:lnTo>
                    <a:pt x="294601" y="341902"/>
                  </a:lnTo>
                  <a:lnTo>
                    <a:pt x="304911" y="290933"/>
                  </a:lnTo>
                  <a:lnTo>
                    <a:pt x="314839" y="227649"/>
                  </a:lnTo>
                  <a:lnTo>
                    <a:pt x="319761" y="165769"/>
                  </a:lnTo>
                  <a:lnTo>
                    <a:pt x="315049" y="119012"/>
                  </a:lnTo>
                  <a:lnTo>
                    <a:pt x="283951" y="59900"/>
                  </a:lnTo>
                  <a:lnTo>
                    <a:pt x="237868" y="14397"/>
                  </a:lnTo>
                  <a:lnTo>
                    <a:pt x="200849" y="4112"/>
                  </a:lnTo>
                  <a:lnTo>
                    <a:pt x="155722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0" name="object 430" descr=""/>
            <p:cNvSpPr/>
            <p:nvPr/>
          </p:nvSpPr>
          <p:spPr>
            <a:xfrm>
              <a:off x="1197916" y="6057309"/>
              <a:ext cx="52069" cy="132715"/>
            </a:xfrm>
            <a:custGeom>
              <a:avLst/>
              <a:gdLst/>
              <a:ahLst/>
              <a:cxnLst/>
              <a:rect l="l" t="t" r="r" b="b"/>
              <a:pathLst>
                <a:path w="52069" h="132714">
                  <a:moveTo>
                    <a:pt x="39630" y="0"/>
                  </a:moveTo>
                  <a:lnTo>
                    <a:pt x="8340" y="58734"/>
                  </a:lnTo>
                  <a:lnTo>
                    <a:pt x="2112" y="106696"/>
                  </a:lnTo>
                  <a:lnTo>
                    <a:pt x="0" y="132253"/>
                  </a:lnTo>
                  <a:lnTo>
                    <a:pt x="5867" y="131937"/>
                  </a:lnTo>
                  <a:lnTo>
                    <a:pt x="43307" y="117971"/>
                  </a:lnTo>
                  <a:lnTo>
                    <a:pt x="51118" y="58492"/>
                  </a:lnTo>
                  <a:lnTo>
                    <a:pt x="51883" y="22833"/>
                  </a:lnTo>
                  <a:lnTo>
                    <a:pt x="48972" y="3985"/>
                  </a:lnTo>
                  <a:lnTo>
                    <a:pt x="44594" y="198"/>
                  </a:lnTo>
                  <a:lnTo>
                    <a:pt x="39630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1" name="object 431" descr=""/>
            <p:cNvSpPr/>
            <p:nvPr/>
          </p:nvSpPr>
          <p:spPr>
            <a:xfrm>
              <a:off x="914284" y="6136169"/>
              <a:ext cx="290195" cy="210820"/>
            </a:xfrm>
            <a:custGeom>
              <a:avLst/>
              <a:gdLst/>
              <a:ahLst/>
              <a:cxnLst/>
              <a:rect l="l" t="t" r="r" b="b"/>
              <a:pathLst>
                <a:path w="290194" h="210820">
                  <a:moveTo>
                    <a:pt x="289614" y="0"/>
                  </a:moveTo>
                  <a:lnTo>
                    <a:pt x="264361" y="51296"/>
                  </a:lnTo>
                  <a:lnTo>
                    <a:pt x="238618" y="75789"/>
                  </a:lnTo>
                  <a:lnTo>
                    <a:pt x="221689" y="75358"/>
                  </a:lnTo>
                  <a:lnTo>
                    <a:pt x="190936" y="70050"/>
                  </a:lnTo>
                  <a:lnTo>
                    <a:pt x="177531" y="70835"/>
                  </a:lnTo>
                  <a:lnTo>
                    <a:pt x="161188" y="73368"/>
                  </a:lnTo>
                  <a:lnTo>
                    <a:pt x="141555" y="77306"/>
                  </a:lnTo>
                  <a:lnTo>
                    <a:pt x="115499" y="67510"/>
                  </a:lnTo>
                  <a:lnTo>
                    <a:pt x="99317" y="63488"/>
                  </a:lnTo>
                  <a:lnTo>
                    <a:pt x="86263" y="64562"/>
                  </a:lnTo>
                  <a:lnTo>
                    <a:pt x="69589" y="70050"/>
                  </a:lnTo>
                  <a:lnTo>
                    <a:pt x="47058" y="67057"/>
                  </a:lnTo>
                  <a:lnTo>
                    <a:pt x="24432" y="50764"/>
                  </a:lnTo>
                  <a:lnTo>
                    <a:pt x="6987" y="32603"/>
                  </a:lnTo>
                  <a:lnTo>
                    <a:pt x="0" y="24009"/>
                  </a:lnTo>
                  <a:lnTo>
                    <a:pt x="2790" y="61131"/>
                  </a:lnTo>
                  <a:lnTo>
                    <a:pt x="8251" y="106970"/>
                  </a:lnTo>
                  <a:lnTo>
                    <a:pt x="42290" y="155003"/>
                  </a:lnTo>
                  <a:lnTo>
                    <a:pt x="84426" y="200004"/>
                  </a:lnTo>
                  <a:lnTo>
                    <a:pt x="144424" y="209438"/>
                  </a:lnTo>
                  <a:lnTo>
                    <a:pt x="155072" y="210461"/>
                  </a:lnTo>
                  <a:lnTo>
                    <a:pt x="201051" y="202025"/>
                  </a:lnTo>
                  <a:lnTo>
                    <a:pt x="247019" y="146176"/>
                  </a:lnTo>
                  <a:lnTo>
                    <a:pt x="271634" y="110735"/>
                  </a:lnTo>
                  <a:lnTo>
                    <a:pt x="285846" y="70033"/>
                  </a:lnTo>
                  <a:lnTo>
                    <a:pt x="287759" y="39909"/>
                  </a:lnTo>
                  <a:lnTo>
                    <a:pt x="289614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778420" y="5807508"/>
              <a:ext cx="554990" cy="609600"/>
            </a:xfrm>
            <a:custGeom>
              <a:avLst/>
              <a:gdLst/>
              <a:ahLst/>
              <a:cxnLst/>
              <a:rect l="l" t="t" r="r" b="b"/>
              <a:pathLst>
                <a:path w="554990" h="609600">
                  <a:moveTo>
                    <a:pt x="297313" y="0"/>
                  </a:moveTo>
                  <a:lnTo>
                    <a:pt x="280672" y="4649"/>
                  </a:lnTo>
                  <a:lnTo>
                    <a:pt x="263012" y="0"/>
                  </a:lnTo>
                  <a:lnTo>
                    <a:pt x="240827" y="2313"/>
                  </a:lnTo>
                  <a:lnTo>
                    <a:pt x="192737" y="13633"/>
                  </a:lnTo>
                  <a:lnTo>
                    <a:pt x="135579" y="47116"/>
                  </a:lnTo>
                  <a:lnTo>
                    <a:pt x="111639" y="79868"/>
                  </a:lnTo>
                  <a:lnTo>
                    <a:pt x="95274" y="122394"/>
                  </a:lnTo>
                  <a:lnTo>
                    <a:pt x="81091" y="164076"/>
                  </a:lnTo>
                  <a:lnTo>
                    <a:pt x="64716" y="203584"/>
                  </a:lnTo>
                  <a:lnTo>
                    <a:pt x="51037" y="254179"/>
                  </a:lnTo>
                  <a:lnTo>
                    <a:pt x="44941" y="329121"/>
                  </a:lnTo>
                  <a:lnTo>
                    <a:pt x="43534" y="378935"/>
                  </a:lnTo>
                  <a:lnTo>
                    <a:pt x="39699" y="412765"/>
                  </a:lnTo>
                  <a:lnTo>
                    <a:pt x="32641" y="441400"/>
                  </a:lnTo>
                  <a:lnTo>
                    <a:pt x="21570" y="475629"/>
                  </a:lnTo>
                  <a:lnTo>
                    <a:pt x="10804" y="513036"/>
                  </a:lnTo>
                  <a:lnTo>
                    <a:pt x="4211" y="543284"/>
                  </a:lnTo>
                  <a:lnTo>
                    <a:pt x="905" y="563524"/>
                  </a:lnTo>
                  <a:lnTo>
                    <a:pt x="0" y="570904"/>
                  </a:lnTo>
                  <a:lnTo>
                    <a:pt x="20036" y="592206"/>
                  </a:lnTo>
                  <a:lnTo>
                    <a:pt x="32205" y="603145"/>
                  </a:lnTo>
                  <a:lnTo>
                    <a:pt x="41449" y="607175"/>
                  </a:lnTo>
                  <a:lnTo>
                    <a:pt x="82411" y="609139"/>
                  </a:lnTo>
                  <a:lnTo>
                    <a:pt x="99953" y="607884"/>
                  </a:lnTo>
                  <a:lnTo>
                    <a:pt x="120436" y="602673"/>
                  </a:lnTo>
                  <a:lnTo>
                    <a:pt x="139974" y="599049"/>
                  </a:lnTo>
                  <a:lnTo>
                    <a:pt x="154035" y="601285"/>
                  </a:lnTo>
                  <a:lnTo>
                    <a:pt x="162535" y="605485"/>
                  </a:lnTo>
                  <a:lnTo>
                    <a:pt x="165387" y="607751"/>
                  </a:lnTo>
                  <a:lnTo>
                    <a:pt x="174641" y="587921"/>
                  </a:lnTo>
                  <a:lnTo>
                    <a:pt x="178756" y="573822"/>
                  </a:lnTo>
                  <a:lnTo>
                    <a:pt x="178657" y="558711"/>
                  </a:lnTo>
                  <a:lnTo>
                    <a:pt x="175272" y="535848"/>
                  </a:lnTo>
                  <a:lnTo>
                    <a:pt x="161398" y="470613"/>
                  </a:lnTo>
                  <a:lnTo>
                    <a:pt x="157525" y="433477"/>
                  </a:lnTo>
                  <a:lnTo>
                    <a:pt x="161377" y="394156"/>
                  </a:lnTo>
                  <a:lnTo>
                    <a:pt x="168528" y="351969"/>
                  </a:lnTo>
                  <a:lnTo>
                    <a:pt x="178837" y="257752"/>
                  </a:lnTo>
                  <a:lnTo>
                    <a:pt x="187261" y="207072"/>
                  </a:lnTo>
                  <a:lnTo>
                    <a:pt x="213109" y="143620"/>
                  </a:lnTo>
                  <a:lnTo>
                    <a:pt x="245648" y="119767"/>
                  </a:lnTo>
                  <a:lnTo>
                    <a:pt x="273508" y="118172"/>
                  </a:lnTo>
                  <a:lnTo>
                    <a:pt x="285321" y="121494"/>
                  </a:lnTo>
                  <a:lnTo>
                    <a:pt x="317479" y="100448"/>
                  </a:lnTo>
                  <a:lnTo>
                    <a:pt x="336522" y="101672"/>
                  </a:lnTo>
                  <a:lnTo>
                    <a:pt x="349940" y="132581"/>
                  </a:lnTo>
                  <a:lnTo>
                    <a:pt x="365224" y="200591"/>
                  </a:lnTo>
                  <a:lnTo>
                    <a:pt x="376935" y="251198"/>
                  </a:lnTo>
                  <a:lnTo>
                    <a:pt x="387439" y="299493"/>
                  </a:lnTo>
                  <a:lnTo>
                    <a:pt x="392284" y="344781"/>
                  </a:lnTo>
                  <a:lnTo>
                    <a:pt x="387014" y="386365"/>
                  </a:lnTo>
                  <a:lnTo>
                    <a:pt x="377329" y="435721"/>
                  </a:lnTo>
                  <a:lnTo>
                    <a:pt x="377286" y="474555"/>
                  </a:lnTo>
                  <a:lnTo>
                    <a:pt x="380243" y="506664"/>
                  </a:lnTo>
                  <a:lnTo>
                    <a:pt x="379559" y="535848"/>
                  </a:lnTo>
                  <a:lnTo>
                    <a:pt x="378450" y="563387"/>
                  </a:lnTo>
                  <a:lnTo>
                    <a:pt x="382146" y="586292"/>
                  </a:lnTo>
                  <a:lnTo>
                    <a:pt x="387023" y="601951"/>
                  </a:lnTo>
                  <a:lnTo>
                    <a:pt x="389454" y="607751"/>
                  </a:lnTo>
                  <a:lnTo>
                    <a:pt x="398749" y="598925"/>
                  </a:lnTo>
                  <a:lnTo>
                    <a:pt x="406529" y="595454"/>
                  </a:lnTo>
                  <a:lnTo>
                    <a:pt x="417006" y="596862"/>
                  </a:lnTo>
                  <a:lnTo>
                    <a:pt x="434395" y="602673"/>
                  </a:lnTo>
                  <a:lnTo>
                    <a:pt x="454878" y="607884"/>
                  </a:lnTo>
                  <a:lnTo>
                    <a:pt x="502120" y="607751"/>
                  </a:lnTo>
                  <a:lnTo>
                    <a:pt x="549204" y="576661"/>
                  </a:lnTo>
                  <a:lnTo>
                    <a:pt x="554831" y="570904"/>
                  </a:lnTo>
                  <a:lnTo>
                    <a:pt x="552220" y="545850"/>
                  </a:lnTo>
                  <a:lnTo>
                    <a:pt x="549103" y="527574"/>
                  </a:lnTo>
                  <a:lnTo>
                    <a:pt x="543457" y="507145"/>
                  </a:lnTo>
                  <a:lnTo>
                    <a:pt x="533261" y="475629"/>
                  </a:lnTo>
                  <a:lnTo>
                    <a:pt x="522189" y="441400"/>
                  </a:lnTo>
                  <a:lnTo>
                    <a:pt x="515132" y="412765"/>
                  </a:lnTo>
                  <a:lnTo>
                    <a:pt x="511296" y="378935"/>
                  </a:lnTo>
                  <a:lnTo>
                    <a:pt x="509890" y="329121"/>
                  </a:lnTo>
                  <a:lnTo>
                    <a:pt x="503794" y="254179"/>
                  </a:lnTo>
                  <a:lnTo>
                    <a:pt x="490114" y="203584"/>
                  </a:lnTo>
                  <a:lnTo>
                    <a:pt x="473739" y="164076"/>
                  </a:lnTo>
                  <a:lnTo>
                    <a:pt x="459556" y="122394"/>
                  </a:lnTo>
                  <a:lnTo>
                    <a:pt x="443191" y="79868"/>
                  </a:lnTo>
                  <a:lnTo>
                    <a:pt x="419251" y="47116"/>
                  </a:lnTo>
                  <a:lnTo>
                    <a:pt x="362093" y="13633"/>
                  </a:lnTo>
                  <a:lnTo>
                    <a:pt x="339267" y="8040"/>
                  </a:lnTo>
                  <a:lnTo>
                    <a:pt x="317259" y="2313"/>
                  </a:lnTo>
                  <a:lnTo>
                    <a:pt x="297313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3" name="object 433" descr=""/>
          <p:cNvGrpSpPr/>
          <p:nvPr/>
        </p:nvGrpSpPr>
        <p:grpSpPr>
          <a:xfrm>
            <a:off x="2652002" y="5807508"/>
            <a:ext cx="554990" cy="614045"/>
            <a:chOff x="2652002" y="5807508"/>
            <a:chExt cx="554990" cy="614045"/>
          </a:xfrm>
        </p:grpSpPr>
        <p:sp>
          <p:nvSpPr>
            <p:cNvPr id="434" name="object 434" descr=""/>
            <p:cNvSpPr/>
            <p:nvPr/>
          </p:nvSpPr>
          <p:spPr>
            <a:xfrm>
              <a:off x="2774334" y="5870972"/>
              <a:ext cx="325755" cy="439420"/>
            </a:xfrm>
            <a:custGeom>
              <a:avLst/>
              <a:gdLst/>
              <a:ahLst/>
              <a:cxnLst/>
              <a:rect l="l" t="t" r="r" b="b"/>
              <a:pathLst>
                <a:path w="325755" h="439420">
                  <a:moveTo>
                    <a:pt x="150575" y="0"/>
                  </a:moveTo>
                  <a:lnTo>
                    <a:pt x="98588" y="5367"/>
                  </a:lnTo>
                  <a:lnTo>
                    <a:pt x="48102" y="34772"/>
                  </a:lnTo>
                  <a:lnTo>
                    <a:pt x="12554" y="87831"/>
                  </a:lnTo>
                  <a:lnTo>
                    <a:pt x="0" y="170679"/>
                  </a:lnTo>
                  <a:lnTo>
                    <a:pt x="6032" y="239978"/>
                  </a:lnTo>
                  <a:lnTo>
                    <a:pt x="15603" y="299700"/>
                  </a:lnTo>
                  <a:lnTo>
                    <a:pt x="38329" y="353486"/>
                  </a:lnTo>
                  <a:lnTo>
                    <a:pt x="68329" y="390099"/>
                  </a:lnTo>
                  <a:lnTo>
                    <a:pt x="102330" y="423873"/>
                  </a:lnTo>
                  <a:lnTo>
                    <a:pt x="187087" y="438959"/>
                  </a:lnTo>
                  <a:lnTo>
                    <a:pt x="213311" y="423334"/>
                  </a:lnTo>
                  <a:lnTo>
                    <a:pt x="247285" y="388410"/>
                  </a:lnTo>
                  <a:lnTo>
                    <a:pt x="277327" y="351453"/>
                  </a:lnTo>
                  <a:lnTo>
                    <a:pt x="300490" y="300515"/>
                  </a:lnTo>
                  <a:lnTo>
                    <a:pt x="314662" y="243801"/>
                  </a:lnTo>
                  <a:lnTo>
                    <a:pt x="325194" y="178399"/>
                  </a:lnTo>
                  <a:lnTo>
                    <a:pt x="323010" y="123125"/>
                  </a:lnTo>
                  <a:lnTo>
                    <a:pt x="309967" y="86471"/>
                  </a:lnTo>
                  <a:lnTo>
                    <a:pt x="291691" y="52964"/>
                  </a:lnTo>
                  <a:lnTo>
                    <a:pt x="247713" y="10186"/>
                  </a:lnTo>
                  <a:lnTo>
                    <a:pt x="205696" y="1333"/>
                  </a:lnTo>
                  <a:lnTo>
                    <a:pt x="150575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5" name="object 435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2822004" y="6212409"/>
              <a:ext cx="230883" cy="198740"/>
            </a:xfrm>
            <a:prstGeom prst="rect">
              <a:avLst/>
            </a:prstGeom>
          </p:spPr>
        </p:pic>
        <p:pic>
          <p:nvPicPr>
            <p:cNvPr id="436" name="object 436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2735333" y="6049591"/>
              <a:ext cx="68000" cy="128604"/>
            </a:xfrm>
            <a:prstGeom prst="rect">
              <a:avLst/>
            </a:prstGeom>
          </p:spPr>
        </p:pic>
        <p:sp>
          <p:nvSpPr>
            <p:cNvPr id="437" name="object 437" descr=""/>
            <p:cNvSpPr/>
            <p:nvPr/>
          </p:nvSpPr>
          <p:spPr>
            <a:xfrm>
              <a:off x="3071628" y="6041677"/>
              <a:ext cx="52069" cy="132715"/>
            </a:xfrm>
            <a:custGeom>
              <a:avLst/>
              <a:gdLst/>
              <a:ahLst/>
              <a:cxnLst/>
              <a:rect l="l" t="t" r="r" b="b"/>
              <a:pathLst>
                <a:path w="52069" h="132714">
                  <a:moveTo>
                    <a:pt x="39620" y="0"/>
                  </a:moveTo>
                  <a:lnTo>
                    <a:pt x="8329" y="58736"/>
                  </a:lnTo>
                  <a:lnTo>
                    <a:pt x="2106" y="106697"/>
                  </a:lnTo>
                  <a:lnTo>
                    <a:pt x="0" y="132255"/>
                  </a:lnTo>
                  <a:lnTo>
                    <a:pt x="5865" y="131940"/>
                  </a:lnTo>
                  <a:lnTo>
                    <a:pt x="43307" y="117972"/>
                  </a:lnTo>
                  <a:lnTo>
                    <a:pt x="51109" y="58492"/>
                  </a:lnTo>
                  <a:lnTo>
                    <a:pt x="51872" y="22830"/>
                  </a:lnTo>
                  <a:lnTo>
                    <a:pt x="48961" y="3976"/>
                  </a:lnTo>
                  <a:lnTo>
                    <a:pt x="44584" y="195"/>
                  </a:lnTo>
                  <a:lnTo>
                    <a:pt x="39620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8" name="object 438" descr=""/>
            <p:cNvSpPr/>
            <p:nvPr/>
          </p:nvSpPr>
          <p:spPr>
            <a:xfrm>
              <a:off x="2652002" y="5807508"/>
              <a:ext cx="554990" cy="614045"/>
            </a:xfrm>
            <a:custGeom>
              <a:avLst/>
              <a:gdLst/>
              <a:ahLst/>
              <a:cxnLst/>
              <a:rect l="l" t="t" r="r" b="b"/>
              <a:pathLst>
                <a:path w="554989" h="614045">
                  <a:moveTo>
                    <a:pt x="297313" y="0"/>
                  </a:moveTo>
                  <a:lnTo>
                    <a:pt x="280672" y="4649"/>
                  </a:lnTo>
                  <a:lnTo>
                    <a:pt x="263012" y="0"/>
                  </a:lnTo>
                  <a:lnTo>
                    <a:pt x="240827" y="2313"/>
                  </a:lnTo>
                  <a:lnTo>
                    <a:pt x="192737" y="13633"/>
                  </a:lnTo>
                  <a:lnTo>
                    <a:pt x="135579" y="47116"/>
                  </a:lnTo>
                  <a:lnTo>
                    <a:pt x="111639" y="79868"/>
                  </a:lnTo>
                  <a:lnTo>
                    <a:pt x="95274" y="122394"/>
                  </a:lnTo>
                  <a:lnTo>
                    <a:pt x="81091" y="164076"/>
                  </a:lnTo>
                  <a:lnTo>
                    <a:pt x="64716" y="203584"/>
                  </a:lnTo>
                  <a:lnTo>
                    <a:pt x="51037" y="254179"/>
                  </a:lnTo>
                  <a:lnTo>
                    <a:pt x="44941" y="329121"/>
                  </a:lnTo>
                  <a:lnTo>
                    <a:pt x="43534" y="378935"/>
                  </a:lnTo>
                  <a:lnTo>
                    <a:pt x="39699" y="412765"/>
                  </a:lnTo>
                  <a:lnTo>
                    <a:pt x="32641" y="441400"/>
                  </a:lnTo>
                  <a:lnTo>
                    <a:pt x="21570" y="475629"/>
                  </a:lnTo>
                  <a:lnTo>
                    <a:pt x="10804" y="513036"/>
                  </a:lnTo>
                  <a:lnTo>
                    <a:pt x="4211" y="543284"/>
                  </a:lnTo>
                  <a:lnTo>
                    <a:pt x="905" y="563524"/>
                  </a:lnTo>
                  <a:lnTo>
                    <a:pt x="0" y="570904"/>
                  </a:lnTo>
                  <a:lnTo>
                    <a:pt x="20036" y="592206"/>
                  </a:lnTo>
                  <a:lnTo>
                    <a:pt x="32205" y="603145"/>
                  </a:lnTo>
                  <a:lnTo>
                    <a:pt x="41449" y="607175"/>
                  </a:lnTo>
                  <a:lnTo>
                    <a:pt x="52710" y="607751"/>
                  </a:lnTo>
                  <a:lnTo>
                    <a:pt x="66726" y="606458"/>
                  </a:lnTo>
                  <a:lnTo>
                    <a:pt x="81815" y="603881"/>
                  </a:lnTo>
                  <a:lnTo>
                    <a:pt x="99286" y="601969"/>
                  </a:lnTo>
                  <a:lnTo>
                    <a:pt x="120446" y="602673"/>
                  </a:lnTo>
                  <a:lnTo>
                    <a:pt x="193995" y="609725"/>
                  </a:lnTo>
                  <a:lnTo>
                    <a:pt x="258132" y="613353"/>
                  </a:lnTo>
                  <a:lnTo>
                    <a:pt x="313549" y="614009"/>
                  </a:lnTo>
                  <a:lnTo>
                    <a:pt x="360938" y="612145"/>
                  </a:lnTo>
                  <a:lnTo>
                    <a:pt x="400989" y="608216"/>
                  </a:lnTo>
                  <a:lnTo>
                    <a:pt x="434395" y="602673"/>
                  </a:lnTo>
                  <a:lnTo>
                    <a:pt x="455368" y="600807"/>
                  </a:lnTo>
                  <a:lnTo>
                    <a:pt x="472856" y="602848"/>
                  </a:lnTo>
                  <a:lnTo>
                    <a:pt x="488044" y="606071"/>
                  </a:lnTo>
                  <a:lnTo>
                    <a:pt x="502120" y="607751"/>
                  </a:lnTo>
                  <a:lnTo>
                    <a:pt x="518184" y="601994"/>
                  </a:lnTo>
                  <a:lnTo>
                    <a:pt x="535433" y="589328"/>
                  </a:lnTo>
                  <a:lnTo>
                    <a:pt x="549204" y="576661"/>
                  </a:lnTo>
                  <a:lnTo>
                    <a:pt x="554831" y="570904"/>
                  </a:lnTo>
                  <a:lnTo>
                    <a:pt x="552220" y="545850"/>
                  </a:lnTo>
                  <a:lnTo>
                    <a:pt x="549103" y="527574"/>
                  </a:lnTo>
                  <a:lnTo>
                    <a:pt x="543457" y="507145"/>
                  </a:lnTo>
                  <a:lnTo>
                    <a:pt x="533261" y="475629"/>
                  </a:lnTo>
                  <a:lnTo>
                    <a:pt x="522189" y="441400"/>
                  </a:lnTo>
                  <a:lnTo>
                    <a:pt x="515132" y="412765"/>
                  </a:lnTo>
                  <a:lnTo>
                    <a:pt x="511296" y="378935"/>
                  </a:lnTo>
                  <a:lnTo>
                    <a:pt x="509890" y="329121"/>
                  </a:lnTo>
                  <a:lnTo>
                    <a:pt x="503794" y="254179"/>
                  </a:lnTo>
                  <a:lnTo>
                    <a:pt x="490114" y="203584"/>
                  </a:lnTo>
                  <a:lnTo>
                    <a:pt x="473739" y="164076"/>
                  </a:lnTo>
                  <a:lnTo>
                    <a:pt x="459556" y="122394"/>
                  </a:lnTo>
                  <a:lnTo>
                    <a:pt x="443191" y="79868"/>
                  </a:lnTo>
                  <a:lnTo>
                    <a:pt x="419251" y="47116"/>
                  </a:lnTo>
                  <a:lnTo>
                    <a:pt x="362093" y="13633"/>
                  </a:lnTo>
                  <a:lnTo>
                    <a:pt x="339267" y="8040"/>
                  </a:lnTo>
                  <a:lnTo>
                    <a:pt x="317259" y="2313"/>
                  </a:lnTo>
                  <a:lnTo>
                    <a:pt x="297313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9" name="object 439" descr=""/>
          <p:cNvGrpSpPr/>
          <p:nvPr/>
        </p:nvGrpSpPr>
        <p:grpSpPr>
          <a:xfrm>
            <a:off x="3281240" y="5815973"/>
            <a:ext cx="452755" cy="615950"/>
            <a:chOff x="3281240" y="5815973"/>
            <a:chExt cx="452755" cy="615950"/>
          </a:xfrm>
        </p:grpSpPr>
        <p:sp>
          <p:nvSpPr>
            <p:cNvPr id="440" name="object 440" descr=""/>
            <p:cNvSpPr/>
            <p:nvPr/>
          </p:nvSpPr>
          <p:spPr>
            <a:xfrm>
              <a:off x="3405014" y="5855528"/>
              <a:ext cx="328930" cy="454025"/>
            </a:xfrm>
            <a:custGeom>
              <a:avLst/>
              <a:gdLst/>
              <a:ahLst/>
              <a:cxnLst/>
              <a:rect l="l" t="t" r="r" b="b"/>
              <a:pathLst>
                <a:path w="328929" h="454025">
                  <a:moveTo>
                    <a:pt x="155589" y="0"/>
                  </a:moveTo>
                  <a:lnTo>
                    <a:pt x="104229" y="3816"/>
                  </a:lnTo>
                  <a:lnTo>
                    <a:pt x="65970" y="16541"/>
                  </a:lnTo>
                  <a:lnTo>
                    <a:pt x="28275" y="67247"/>
                  </a:lnTo>
                  <a:lnTo>
                    <a:pt x="3396" y="126820"/>
                  </a:lnTo>
                  <a:lnTo>
                    <a:pt x="0" y="186122"/>
                  </a:lnTo>
                  <a:lnTo>
                    <a:pt x="6032" y="255421"/>
                  </a:lnTo>
                  <a:lnTo>
                    <a:pt x="15603" y="315143"/>
                  </a:lnTo>
                  <a:lnTo>
                    <a:pt x="38329" y="368929"/>
                  </a:lnTo>
                  <a:lnTo>
                    <a:pt x="68329" y="405542"/>
                  </a:lnTo>
                  <a:lnTo>
                    <a:pt x="102330" y="439316"/>
                  </a:lnTo>
                  <a:lnTo>
                    <a:pt x="129843" y="454014"/>
                  </a:lnTo>
                  <a:lnTo>
                    <a:pt x="141919" y="451119"/>
                  </a:lnTo>
                  <a:lnTo>
                    <a:pt x="162184" y="438754"/>
                  </a:lnTo>
                  <a:lnTo>
                    <a:pt x="174260" y="435858"/>
                  </a:lnTo>
                  <a:lnTo>
                    <a:pt x="253266" y="428240"/>
                  </a:lnTo>
                  <a:lnTo>
                    <a:pt x="296242" y="420798"/>
                  </a:lnTo>
                  <a:lnTo>
                    <a:pt x="320233" y="384923"/>
                  </a:lnTo>
                  <a:lnTo>
                    <a:pt x="324986" y="327652"/>
                  </a:lnTo>
                  <a:lnTo>
                    <a:pt x="328543" y="256771"/>
                  </a:lnTo>
                  <a:lnTo>
                    <a:pt x="328639" y="188377"/>
                  </a:lnTo>
                  <a:lnTo>
                    <a:pt x="323010" y="138569"/>
                  </a:lnTo>
                  <a:lnTo>
                    <a:pt x="309967" y="100088"/>
                  </a:lnTo>
                  <a:lnTo>
                    <a:pt x="291691" y="62564"/>
                  </a:lnTo>
                  <a:lnTo>
                    <a:pt x="247713" y="13944"/>
                  </a:lnTo>
                  <a:lnTo>
                    <a:pt x="207576" y="3804"/>
                  </a:lnTo>
                  <a:lnTo>
                    <a:pt x="155589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1" name="object 441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3452684" y="6212409"/>
              <a:ext cx="230872" cy="198740"/>
            </a:xfrm>
            <a:prstGeom prst="rect">
              <a:avLst/>
            </a:prstGeom>
          </p:spPr>
        </p:pic>
        <p:pic>
          <p:nvPicPr>
            <p:cNvPr id="442" name="object 442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3658690" y="6041677"/>
              <a:ext cx="67502" cy="132255"/>
            </a:xfrm>
            <a:prstGeom prst="rect">
              <a:avLst/>
            </a:prstGeom>
          </p:spPr>
        </p:pic>
        <p:sp>
          <p:nvSpPr>
            <p:cNvPr id="443" name="object 443" descr=""/>
            <p:cNvSpPr/>
            <p:nvPr/>
          </p:nvSpPr>
          <p:spPr>
            <a:xfrm>
              <a:off x="3281240" y="5815973"/>
              <a:ext cx="441325" cy="615950"/>
            </a:xfrm>
            <a:custGeom>
              <a:avLst/>
              <a:gdLst/>
              <a:ahLst/>
              <a:cxnLst/>
              <a:rect l="l" t="t" r="r" b="b"/>
              <a:pathLst>
                <a:path w="441325" h="615950">
                  <a:moveTo>
                    <a:pt x="230257" y="0"/>
                  </a:moveTo>
                  <a:lnTo>
                    <a:pt x="178656" y="7425"/>
                  </a:lnTo>
                  <a:lnTo>
                    <a:pt x="119053" y="42928"/>
                  </a:lnTo>
                  <a:lnTo>
                    <a:pt x="90058" y="77065"/>
                  </a:lnTo>
                  <a:lnTo>
                    <a:pt x="72597" y="120217"/>
                  </a:lnTo>
                  <a:lnTo>
                    <a:pt x="61485" y="161184"/>
                  </a:lnTo>
                  <a:lnTo>
                    <a:pt x="48613" y="199119"/>
                  </a:lnTo>
                  <a:lnTo>
                    <a:pt x="37847" y="248141"/>
                  </a:lnTo>
                  <a:lnTo>
                    <a:pt x="33048" y="322368"/>
                  </a:lnTo>
                  <a:lnTo>
                    <a:pt x="30589" y="375093"/>
                  </a:lnTo>
                  <a:lnTo>
                    <a:pt x="24597" y="415326"/>
                  </a:lnTo>
                  <a:lnTo>
                    <a:pt x="16090" y="450364"/>
                  </a:lnTo>
                  <a:lnTo>
                    <a:pt x="6086" y="487504"/>
                  </a:lnTo>
                  <a:lnTo>
                    <a:pt x="17" y="527491"/>
                  </a:lnTo>
                  <a:lnTo>
                    <a:pt x="2546" y="589331"/>
                  </a:lnTo>
                  <a:lnTo>
                    <a:pt x="50009" y="605097"/>
                  </a:lnTo>
                  <a:lnTo>
                    <a:pt x="87944" y="609176"/>
                  </a:lnTo>
                  <a:lnTo>
                    <a:pt x="97549" y="609333"/>
                  </a:lnTo>
                  <a:lnTo>
                    <a:pt x="108486" y="608040"/>
                  </a:lnTo>
                  <a:lnTo>
                    <a:pt x="120258" y="605463"/>
                  </a:lnTo>
                  <a:lnTo>
                    <a:pt x="133886" y="603551"/>
                  </a:lnTo>
                  <a:lnTo>
                    <a:pt x="150395" y="604255"/>
                  </a:lnTo>
                  <a:lnTo>
                    <a:pt x="218367" y="612288"/>
                  </a:lnTo>
                  <a:lnTo>
                    <a:pt x="275917" y="615524"/>
                  </a:lnTo>
                  <a:lnTo>
                    <a:pt x="323978" y="614743"/>
                  </a:lnTo>
                  <a:lnTo>
                    <a:pt x="363482" y="610726"/>
                  </a:lnTo>
                  <a:lnTo>
                    <a:pt x="414159" y="590860"/>
                  </a:lnTo>
                  <a:lnTo>
                    <a:pt x="440842" y="527380"/>
                  </a:lnTo>
                  <a:lnTo>
                    <a:pt x="438418" y="487504"/>
                  </a:lnTo>
                  <a:lnTo>
                    <a:pt x="430062" y="454590"/>
                  </a:lnTo>
                  <a:lnTo>
                    <a:pt x="425179" y="428849"/>
                  </a:lnTo>
                  <a:lnTo>
                    <a:pt x="422811" y="397913"/>
                  </a:lnTo>
                  <a:lnTo>
                    <a:pt x="422000" y="349414"/>
                  </a:lnTo>
                  <a:lnTo>
                    <a:pt x="422359" y="290588"/>
                  </a:lnTo>
                  <a:lnTo>
                    <a:pt x="424025" y="251787"/>
                  </a:lnTo>
                  <a:lnTo>
                    <a:pt x="429741" y="181575"/>
                  </a:lnTo>
                  <a:lnTo>
                    <a:pt x="433026" y="123819"/>
                  </a:lnTo>
                  <a:lnTo>
                    <a:pt x="426430" y="82496"/>
                  </a:lnTo>
                  <a:lnTo>
                    <a:pt x="381014" y="31037"/>
                  </a:lnTo>
                  <a:lnTo>
                    <a:pt x="336562" y="6477"/>
                  </a:lnTo>
                  <a:lnTo>
                    <a:pt x="291446" y="553"/>
                  </a:lnTo>
                  <a:lnTo>
                    <a:pt x="275418" y="6231"/>
                  </a:lnTo>
                  <a:lnTo>
                    <a:pt x="257242" y="364"/>
                  </a:lnTo>
                  <a:lnTo>
                    <a:pt x="23025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4" name="object 444" descr=""/>
          <p:cNvGrpSpPr/>
          <p:nvPr/>
        </p:nvGrpSpPr>
        <p:grpSpPr>
          <a:xfrm>
            <a:off x="1468758" y="5854948"/>
            <a:ext cx="485140" cy="567055"/>
            <a:chOff x="1468758" y="5854948"/>
            <a:chExt cx="485140" cy="567055"/>
          </a:xfrm>
        </p:grpSpPr>
        <p:pic>
          <p:nvPicPr>
            <p:cNvPr id="445" name="object 445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561565" y="6155349"/>
              <a:ext cx="234495" cy="243953"/>
            </a:xfrm>
            <a:prstGeom prst="rect">
              <a:avLst/>
            </a:prstGeom>
          </p:spPr>
        </p:pic>
        <p:sp>
          <p:nvSpPr>
            <p:cNvPr id="446" name="object 446" descr=""/>
            <p:cNvSpPr/>
            <p:nvPr/>
          </p:nvSpPr>
          <p:spPr>
            <a:xfrm>
              <a:off x="1493551" y="5868331"/>
              <a:ext cx="387985" cy="447675"/>
            </a:xfrm>
            <a:custGeom>
              <a:avLst/>
              <a:gdLst/>
              <a:ahLst/>
              <a:cxnLst/>
              <a:rect l="l" t="t" r="r" b="b"/>
              <a:pathLst>
                <a:path w="387985" h="447675">
                  <a:moveTo>
                    <a:pt x="262660" y="0"/>
                  </a:moveTo>
                  <a:lnTo>
                    <a:pt x="206709" y="1059"/>
                  </a:lnTo>
                  <a:lnTo>
                    <a:pt x="149328" y="14643"/>
                  </a:lnTo>
                  <a:lnTo>
                    <a:pt x="99224" y="35577"/>
                  </a:lnTo>
                  <a:lnTo>
                    <a:pt x="65106" y="58689"/>
                  </a:lnTo>
                  <a:lnTo>
                    <a:pt x="34527" y="113065"/>
                  </a:lnTo>
                  <a:lnTo>
                    <a:pt x="17904" y="164843"/>
                  </a:lnTo>
                  <a:lnTo>
                    <a:pt x="8829" y="233172"/>
                  </a:lnTo>
                  <a:lnTo>
                    <a:pt x="3163" y="291438"/>
                  </a:lnTo>
                  <a:lnTo>
                    <a:pt x="0" y="355019"/>
                  </a:lnTo>
                  <a:lnTo>
                    <a:pt x="1778" y="415851"/>
                  </a:lnTo>
                  <a:lnTo>
                    <a:pt x="5488" y="428527"/>
                  </a:lnTo>
                  <a:lnTo>
                    <a:pt x="12694" y="437067"/>
                  </a:lnTo>
                  <a:lnTo>
                    <a:pt x="21589" y="442823"/>
                  </a:lnTo>
                  <a:lnTo>
                    <a:pt x="30364" y="447148"/>
                  </a:lnTo>
                  <a:lnTo>
                    <a:pt x="60063" y="446535"/>
                  </a:lnTo>
                  <a:lnTo>
                    <a:pt x="116512" y="439004"/>
                  </a:lnTo>
                  <a:lnTo>
                    <a:pt x="175071" y="428180"/>
                  </a:lnTo>
                  <a:lnTo>
                    <a:pt x="227035" y="398149"/>
                  </a:lnTo>
                  <a:lnTo>
                    <a:pt x="249985" y="338208"/>
                  </a:lnTo>
                  <a:lnTo>
                    <a:pt x="253509" y="325518"/>
                  </a:lnTo>
                  <a:lnTo>
                    <a:pt x="290859" y="325518"/>
                  </a:lnTo>
                  <a:lnTo>
                    <a:pt x="340045" y="327240"/>
                  </a:lnTo>
                  <a:lnTo>
                    <a:pt x="366536" y="317187"/>
                  </a:lnTo>
                  <a:lnTo>
                    <a:pt x="379414" y="285796"/>
                  </a:lnTo>
                  <a:lnTo>
                    <a:pt x="387767" y="223501"/>
                  </a:lnTo>
                  <a:lnTo>
                    <a:pt x="387220" y="172679"/>
                  </a:lnTo>
                  <a:lnTo>
                    <a:pt x="375685" y="122911"/>
                  </a:lnTo>
                  <a:lnTo>
                    <a:pt x="355311" y="77479"/>
                  </a:lnTo>
                  <a:lnTo>
                    <a:pt x="328249" y="39662"/>
                  </a:lnTo>
                  <a:lnTo>
                    <a:pt x="296648" y="12742"/>
                  </a:lnTo>
                  <a:lnTo>
                    <a:pt x="262660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7" name="object 447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727140" y="6047325"/>
              <a:ext cx="72568" cy="137390"/>
            </a:xfrm>
            <a:prstGeom prst="rect">
              <a:avLst/>
            </a:prstGeom>
          </p:spPr>
        </p:pic>
        <p:sp>
          <p:nvSpPr>
            <p:cNvPr id="448" name="object 448" descr=""/>
            <p:cNvSpPr/>
            <p:nvPr/>
          </p:nvSpPr>
          <p:spPr>
            <a:xfrm>
              <a:off x="1489811" y="6091826"/>
              <a:ext cx="260985" cy="245745"/>
            </a:xfrm>
            <a:custGeom>
              <a:avLst/>
              <a:gdLst/>
              <a:ahLst/>
              <a:cxnLst/>
              <a:rect l="l" t="t" r="r" b="b"/>
              <a:pathLst>
                <a:path w="260985" h="245745">
                  <a:moveTo>
                    <a:pt x="240504" y="0"/>
                  </a:moveTo>
                  <a:lnTo>
                    <a:pt x="198192" y="0"/>
                  </a:lnTo>
                  <a:lnTo>
                    <a:pt x="193355" y="5273"/>
                  </a:lnTo>
                  <a:lnTo>
                    <a:pt x="182006" y="18190"/>
                  </a:lnTo>
                  <a:lnTo>
                    <a:pt x="168887" y="34393"/>
                  </a:lnTo>
                  <a:lnTo>
                    <a:pt x="149313" y="63303"/>
                  </a:lnTo>
                  <a:lnTo>
                    <a:pt x="136412" y="76309"/>
                  </a:lnTo>
                  <a:lnTo>
                    <a:pt x="121868" y="85502"/>
                  </a:lnTo>
                  <a:lnTo>
                    <a:pt x="107514" y="87840"/>
                  </a:lnTo>
                  <a:lnTo>
                    <a:pt x="70853" y="82208"/>
                  </a:lnTo>
                  <a:lnTo>
                    <a:pt x="50915" y="78721"/>
                  </a:lnTo>
                  <a:lnTo>
                    <a:pt x="34710" y="75139"/>
                  </a:lnTo>
                  <a:lnTo>
                    <a:pt x="24394" y="72681"/>
                  </a:lnTo>
                  <a:lnTo>
                    <a:pt x="17914" y="73184"/>
                  </a:lnTo>
                  <a:lnTo>
                    <a:pt x="1911" y="119663"/>
                  </a:lnTo>
                  <a:lnTo>
                    <a:pt x="0" y="151353"/>
                  </a:lnTo>
                  <a:lnTo>
                    <a:pt x="323" y="186371"/>
                  </a:lnTo>
                  <a:lnTo>
                    <a:pt x="1590" y="214599"/>
                  </a:lnTo>
                  <a:lnTo>
                    <a:pt x="4372" y="231704"/>
                  </a:lnTo>
                  <a:lnTo>
                    <a:pt x="13218" y="240973"/>
                  </a:lnTo>
                  <a:lnTo>
                    <a:pt x="32678" y="245688"/>
                  </a:lnTo>
                  <a:lnTo>
                    <a:pt x="72601" y="242478"/>
                  </a:lnTo>
                  <a:lnTo>
                    <a:pt x="128069" y="230102"/>
                  </a:lnTo>
                  <a:lnTo>
                    <a:pt x="181514" y="215073"/>
                  </a:lnTo>
                  <a:lnTo>
                    <a:pt x="230294" y="193522"/>
                  </a:lnTo>
                  <a:lnTo>
                    <a:pt x="247556" y="155115"/>
                  </a:lnTo>
                  <a:lnTo>
                    <a:pt x="260122" y="104923"/>
                  </a:lnTo>
                  <a:lnTo>
                    <a:pt x="260500" y="83684"/>
                  </a:lnTo>
                  <a:lnTo>
                    <a:pt x="254401" y="52725"/>
                  </a:lnTo>
                  <a:lnTo>
                    <a:pt x="240504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1468758" y="6091831"/>
              <a:ext cx="61594" cy="79375"/>
            </a:xfrm>
            <a:custGeom>
              <a:avLst/>
              <a:gdLst/>
              <a:ahLst/>
              <a:cxnLst/>
              <a:rect l="l" t="t" r="r" b="b"/>
              <a:pathLst>
                <a:path w="61594" h="79375">
                  <a:moveTo>
                    <a:pt x="41579" y="0"/>
                  </a:moveTo>
                  <a:lnTo>
                    <a:pt x="30762" y="6896"/>
                  </a:lnTo>
                  <a:lnTo>
                    <a:pt x="16949" y="21971"/>
                  </a:lnTo>
                  <a:lnTo>
                    <a:pt x="5056" y="38874"/>
                  </a:lnTo>
                  <a:lnTo>
                    <a:pt x="0" y="51254"/>
                  </a:lnTo>
                  <a:lnTo>
                    <a:pt x="4361" y="60223"/>
                  </a:lnTo>
                  <a:lnTo>
                    <a:pt x="14338" y="69503"/>
                  </a:lnTo>
                  <a:lnTo>
                    <a:pt x="25271" y="76658"/>
                  </a:lnTo>
                  <a:lnTo>
                    <a:pt x="32501" y="79254"/>
                  </a:lnTo>
                  <a:lnTo>
                    <a:pt x="39190" y="75293"/>
                  </a:lnTo>
                  <a:lnTo>
                    <a:pt x="48925" y="66834"/>
                  </a:lnTo>
                  <a:lnTo>
                    <a:pt x="57701" y="57501"/>
                  </a:lnTo>
                  <a:lnTo>
                    <a:pt x="61516" y="50919"/>
                  </a:lnTo>
                  <a:lnTo>
                    <a:pt x="59208" y="40643"/>
                  </a:lnTo>
                  <a:lnTo>
                    <a:pt x="53699" y="23268"/>
                  </a:lnTo>
                  <a:lnTo>
                    <a:pt x="47115" y="6990"/>
                  </a:lnTo>
                  <a:lnTo>
                    <a:pt x="41579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1539686" y="5854948"/>
              <a:ext cx="414655" cy="567055"/>
            </a:xfrm>
            <a:custGeom>
              <a:avLst/>
              <a:gdLst/>
              <a:ahLst/>
              <a:cxnLst/>
              <a:rect l="l" t="t" r="r" b="b"/>
              <a:pathLst>
                <a:path w="414655" h="567054">
                  <a:moveTo>
                    <a:pt x="218077" y="0"/>
                  </a:moveTo>
                  <a:lnTo>
                    <a:pt x="171976" y="1824"/>
                  </a:lnTo>
                  <a:lnTo>
                    <a:pt x="121944" y="7465"/>
                  </a:lnTo>
                  <a:lnTo>
                    <a:pt x="73856" y="18551"/>
                  </a:lnTo>
                  <a:lnTo>
                    <a:pt x="33586" y="36714"/>
                  </a:lnTo>
                  <a:lnTo>
                    <a:pt x="0" y="100792"/>
                  </a:lnTo>
                  <a:lnTo>
                    <a:pt x="27074" y="81438"/>
                  </a:lnTo>
                  <a:lnTo>
                    <a:pt x="42883" y="76555"/>
                  </a:lnTo>
                  <a:lnTo>
                    <a:pt x="53533" y="87555"/>
                  </a:lnTo>
                  <a:lnTo>
                    <a:pt x="65128" y="115849"/>
                  </a:lnTo>
                  <a:lnTo>
                    <a:pt x="78776" y="155000"/>
                  </a:lnTo>
                  <a:lnTo>
                    <a:pt x="92700" y="196996"/>
                  </a:lnTo>
                  <a:lnTo>
                    <a:pt x="108659" y="240888"/>
                  </a:lnTo>
                  <a:lnTo>
                    <a:pt x="128414" y="285729"/>
                  </a:lnTo>
                  <a:lnTo>
                    <a:pt x="144173" y="327050"/>
                  </a:lnTo>
                  <a:lnTo>
                    <a:pt x="149313" y="365020"/>
                  </a:lnTo>
                  <a:lnTo>
                    <a:pt x="147375" y="405644"/>
                  </a:lnTo>
                  <a:lnTo>
                    <a:pt x="129765" y="566830"/>
                  </a:lnTo>
                  <a:lnTo>
                    <a:pt x="152463" y="557503"/>
                  </a:lnTo>
                  <a:lnTo>
                    <a:pt x="169087" y="553860"/>
                  </a:lnTo>
                  <a:lnTo>
                    <a:pt x="187791" y="555419"/>
                  </a:lnTo>
                  <a:lnTo>
                    <a:pt x="216726" y="561700"/>
                  </a:lnTo>
                  <a:lnTo>
                    <a:pt x="254549" y="566411"/>
                  </a:lnTo>
                  <a:lnTo>
                    <a:pt x="283716" y="562314"/>
                  </a:lnTo>
                  <a:lnTo>
                    <a:pt x="306691" y="551818"/>
                  </a:lnTo>
                  <a:lnTo>
                    <a:pt x="325937" y="537334"/>
                  </a:lnTo>
                  <a:lnTo>
                    <a:pt x="346912" y="524173"/>
                  </a:lnTo>
                  <a:lnTo>
                    <a:pt x="369401" y="515596"/>
                  </a:lnTo>
                  <a:lnTo>
                    <a:pt x="387341" y="510938"/>
                  </a:lnTo>
                  <a:lnTo>
                    <a:pt x="394668" y="509534"/>
                  </a:lnTo>
                  <a:lnTo>
                    <a:pt x="408481" y="480166"/>
                  </a:lnTo>
                  <a:lnTo>
                    <a:pt x="414071" y="459141"/>
                  </a:lnTo>
                  <a:lnTo>
                    <a:pt x="412326" y="436348"/>
                  </a:lnTo>
                  <a:lnTo>
                    <a:pt x="404134" y="401673"/>
                  </a:lnTo>
                  <a:lnTo>
                    <a:pt x="393327" y="362859"/>
                  </a:lnTo>
                  <a:lnTo>
                    <a:pt x="384420" y="331682"/>
                  </a:lnTo>
                  <a:lnTo>
                    <a:pt x="379302" y="304079"/>
                  </a:lnTo>
                  <a:lnTo>
                    <a:pt x="379862" y="275991"/>
                  </a:lnTo>
                  <a:lnTo>
                    <a:pt x="383926" y="197859"/>
                  </a:lnTo>
                  <a:lnTo>
                    <a:pt x="375812" y="135904"/>
                  </a:lnTo>
                  <a:lnTo>
                    <a:pt x="360339" y="88845"/>
                  </a:lnTo>
                  <a:lnTo>
                    <a:pt x="326607" y="34281"/>
                  </a:lnTo>
                  <a:lnTo>
                    <a:pt x="289556" y="7010"/>
                  </a:lnTo>
                  <a:lnTo>
                    <a:pt x="260638" y="1351"/>
                  </a:lnTo>
                  <a:lnTo>
                    <a:pt x="21807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51" name="object 451" descr=""/>
          <p:cNvGrpSpPr/>
          <p:nvPr/>
        </p:nvGrpSpPr>
        <p:grpSpPr>
          <a:xfrm>
            <a:off x="2030605" y="5812968"/>
            <a:ext cx="534035" cy="616585"/>
            <a:chOff x="2030605" y="5812968"/>
            <a:chExt cx="534035" cy="616585"/>
          </a:xfrm>
        </p:grpSpPr>
        <p:pic>
          <p:nvPicPr>
            <p:cNvPr id="452" name="object 452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2101487" y="6065223"/>
              <a:ext cx="67998" cy="128596"/>
            </a:xfrm>
            <a:prstGeom prst="rect">
              <a:avLst/>
            </a:prstGeom>
          </p:spPr>
        </p:pic>
        <p:pic>
          <p:nvPicPr>
            <p:cNvPr id="453" name="object 453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2197797" y="6228040"/>
              <a:ext cx="230883" cy="198741"/>
            </a:xfrm>
            <a:prstGeom prst="rect">
              <a:avLst/>
            </a:prstGeom>
          </p:spPr>
        </p:pic>
        <p:sp>
          <p:nvSpPr>
            <p:cNvPr id="454" name="object 454" descr=""/>
            <p:cNvSpPr/>
            <p:nvPr/>
          </p:nvSpPr>
          <p:spPr>
            <a:xfrm>
              <a:off x="2437781" y="6057309"/>
              <a:ext cx="52069" cy="132715"/>
            </a:xfrm>
            <a:custGeom>
              <a:avLst/>
              <a:gdLst/>
              <a:ahLst/>
              <a:cxnLst/>
              <a:rect l="l" t="t" r="r" b="b"/>
              <a:pathLst>
                <a:path w="52069" h="132714">
                  <a:moveTo>
                    <a:pt x="39620" y="0"/>
                  </a:moveTo>
                  <a:lnTo>
                    <a:pt x="8329" y="58734"/>
                  </a:lnTo>
                  <a:lnTo>
                    <a:pt x="2106" y="106696"/>
                  </a:lnTo>
                  <a:lnTo>
                    <a:pt x="0" y="132253"/>
                  </a:lnTo>
                  <a:lnTo>
                    <a:pt x="5865" y="131937"/>
                  </a:lnTo>
                  <a:lnTo>
                    <a:pt x="43307" y="117971"/>
                  </a:lnTo>
                  <a:lnTo>
                    <a:pt x="51109" y="58492"/>
                  </a:lnTo>
                  <a:lnTo>
                    <a:pt x="51872" y="22833"/>
                  </a:lnTo>
                  <a:lnTo>
                    <a:pt x="48961" y="3985"/>
                  </a:lnTo>
                  <a:lnTo>
                    <a:pt x="44584" y="198"/>
                  </a:lnTo>
                  <a:lnTo>
                    <a:pt x="39620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2143478" y="5849956"/>
              <a:ext cx="320675" cy="475615"/>
            </a:xfrm>
            <a:custGeom>
              <a:avLst/>
              <a:gdLst/>
              <a:ahLst/>
              <a:cxnLst/>
              <a:rect l="l" t="t" r="r" b="b"/>
              <a:pathLst>
                <a:path w="320675" h="475614">
                  <a:moveTo>
                    <a:pt x="149443" y="0"/>
                  </a:moveTo>
                  <a:lnTo>
                    <a:pt x="100618" y="4151"/>
                  </a:lnTo>
                  <a:lnTo>
                    <a:pt x="63507" y="17032"/>
                  </a:lnTo>
                  <a:lnTo>
                    <a:pt x="27381" y="57329"/>
                  </a:lnTo>
                  <a:lnTo>
                    <a:pt x="4064" y="106484"/>
                  </a:lnTo>
                  <a:lnTo>
                    <a:pt x="0" y="156776"/>
                  </a:lnTo>
                  <a:lnTo>
                    <a:pt x="2164" y="221883"/>
                  </a:lnTo>
                  <a:lnTo>
                    <a:pt x="7914" y="287843"/>
                  </a:lnTo>
                  <a:lnTo>
                    <a:pt x="14605" y="340692"/>
                  </a:lnTo>
                  <a:lnTo>
                    <a:pt x="33751" y="389682"/>
                  </a:lnTo>
                  <a:lnTo>
                    <a:pt x="60770" y="426306"/>
                  </a:lnTo>
                  <a:lnTo>
                    <a:pt x="91789" y="460093"/>
                  </a:lnTo>
                  <a:lnTo>
                    <a:pt x="170530" y="475102"/>
                  </a:lnTo>
                  <a:lnTo>
                    <a:pt x="199580" y="460056"/>
                  </a:lnTo>
                  <a:lnTo>
                    <a:pt x="239770" y="426405"/>
                  </a:lnTo>
                  <a:lnTo>
                    <a:pt x="276028" y="390719"/>
                  </a:lnTo>
                  <a:lnTo>
                    <a:pt x="298851" y="344254"/>
                  </a:lnTo>
                  <a:lnTo>
                    <a:pt x="307984" y="292377"/>
                  </a:lnTo>
                  <a:lnTo>
                    <a:pt x="316509" y="228006"/>
                  </a:lnTo>
                  <a:lnTo>
                    <a:pt x="320254" y="165215"/>
                  </a:lnTo>
                  <a:lnTo>
                    <a:pt x="315049" y="118076"/>
                  </a:lnTo>
                  <a:lnTo>
                    <a:pt x="283947" y="58964"/>
                  </a:lnTo>
                  <a:lnTo>
                    <a:pt x="237868" y="13461"/>
                  </a:lnTo>
                  <a:lnTo>
                    <a:pt x="198890" y="3472"/>
                  </a:lnTo>
                  <a:lnTo>
                    <a:pt x="149443" y="0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2154381" y="6130948"/>
              <a:ext cx="299085" cy="215265"/>
            </a:xfrm>
            <a:custGeom>
              <a:avLst/>
              <a:gdLst/>
              <a:ahLst/>
              <a:cxnLst/>
              <a:rect l="l" t="t" r="r" b="b"/>
              <a:pathLst>
                <a:path w="299085" h="215264">
                  <a:moveTo>
                    <a:pt x="298828" y="0"/>
                  </a:moveTo>
                  <a:lnTo>
                    <a:pt x="279635" y="36020"/>
                  </a:lnTo>
                  <a:lnTo>
                    <a:pt x="254484" y="75275"/>
                  </a:lnTo>
                  <a:lnTo>
                    <a:pt x="239769" y="80601"/>
                  </a:lnTo>
                  <a:lnTo>
                    <a:pt x="217586" y="79110"/>
                  </a:lnTo>
                  <a:lnTo>
                    <a:pt x="195083" y="74559"/>
                  </a:lnTo>
                  <a:lnTo>
                    <a:pt x="179408" y="70709"/>
                  </a:lnTo>
                  <a:lnTo>
                    <a:pt x="160087" y="69159"/>
                  </a:lnTo>
                  <a:lnTo>
                    <a:pt x="143544" y="71637"/>
                  </a:lnTo>
                  <a:lnTo>
                    <a:pt x="131993" y="75249"/>
                  </a:lnTo>
                  <a:lnTo>
                    <a:pt x="127650" y="77097"/>
                  </a:lnTo>
                  <a:lnTo>
                    <a:pt x="112006" y="70342"/>
                  </a:lnTo>
                  <a:lnTo>
                    <a:pt x="100385" y="68411"/>
                  </a:lnTo>
                  <a:lnTo>
                    <a:pt x="87023" y="71593"/>
                  </a:lnTo>
                  <a:lnTo>
                    <a:pt x="66155" y="80175"/>
                  </a:lnTo>
                  <a:lnTo>
                    <a:pt x="44430" y="77617"/>
                  </a:lnTo>
                  <a:lnTo>
                    <a:pt x="22954" y="60708"/>
                  </a:lnTo>
                  <a:lnTo>
                    <a:pt x="6540" y="41630"/>
                  </a:lnTo>
                  <a:lnTo>
                    <a:pt x="0" y="32564"/>
                  </a:lnTo>
                  <a:lnTo>
                    <a:pt x="4565" y="68021"/>
                  </a:lnTo>
                  <a:lnTo>
                    <a:pt x="11800" y="112195"/>
                  </a:lnTo>
                  <a:lnTo>
                    <a:pt x="45840" y="160226"/>
                  </a:lnTo>
                  <a:lnTo>
                    <a:pt x="87976" y="205218"/>
                  </a:lnTo>
                  <a:lnTo>
                    <a:pt x="147974" y="214663"/>
                  </a:lnTo>
                  <a:lnTo>
                    <a:pt x="159439" y="214312"/>
                  </a:lnTo>
                  <a:lnTo>
                    <a:pt x="209836" y="198475"/>
                  </a:lnTo>
                  <a:lnTo>
                    <a:pt x="253191" y="147013"/>
                  </a:lnTo>
                  <a:lnTo>
                    <a:pt x="276003" y="114586"/>
                  </a:lnTo>
                  <a:lnTo>
                    <a:pt x="290280" y="74442"/>
                  </a:lnTo>
                  <a:lnTo>
                    <a:pt x="294141" y="42522"/>
                  </a:lnTo>
                  <a:lnTo>
                    <a:pt x="298828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2030605" y="5812968"/>
              <a:ext cx="534035" cy="616585"/>
            </a:xfrm>
            <a:custGeom>
              <a:avLst/>
              <a:gdLst/>
              <a:ahLst/>
              <a:cxnLst/>
              <a:rect l="l" t="t" r="r" b="b"/>
              <a:pathLst>
                <a:path w="534035" h="616585">
                  <a:moveTo>
                    <a:pt x="312743" y="0"/>
                  </a:moveTo>
                  <a:lnTo>
                    <a:pt x="294929" y="1702"/>
                  </a:lnTo>
                  <a:lnTo>
                    <a:pt x="279255" y="8173"/>
                  </a:lnTo>
                  <a:lnTo>
                    <a:pt x="260414" y="2287"/>
                  </a:lnTo>
                  <a:lnTo>
                    <a:pt x="209431" y="7003"/>
                  </a:lnTo>
                  <a:lnTo>
                    <a:pt x="151241" y="33814"/>
                  </a:lnTo>
                  <a:lnTo>
                    <a:pt x="106208" y="91018"/>
                  </a:lnTo>
                  <a:lnTo>
                    <a:pt x="92528" y="132892"/>
                  </a:lnTo>
                  <a:lnTo>
                    <a:pt x="79779" y="175002"/>
                  </a:lnTo>
                  <a:lnTo>
                    <a:pt x="66569" y="215460"/>
                  </a:lnTo>
                  <a:lnTo>
                    <a:pt x="56059" y="267007"/>
                  </a:lnTo>
                  <a:lnTo>
                    <a:pt x="51409" y="342383"/>
                  </a:lnTo>
                  <a:lnTo>
                    <a:pt x="47228" y="392450"/>
                  </a:lnTo>
                  <a:lnTo>
                    <a:pt x="37288" y="426835"/>
                  </a:lnTo>
                  <a:lnTo>
                    <a:pt x="24126" y="456027"/>
                  </a:lnTo>
                  <a:lnTo>
                    <a:pt x="10279" y="490515"/>
                  </a:lnTo>
                  <a:lnTo>
                    <a:pt x="1726" y="529706"/>
                  </a:lnTo>
                  <a:lnTo>
                    <a:pt x="0" y="563882"/>
                  </a:lnTo>
                  <a:lnTo>
                    <a:pt x="1559" y="588048"/>
                  </a:lnTo>
                  <a:lnTo>
                    <a:pt x="2866" y="597213"/>
                  </a:lnTo>
                  <a:lnTo>
                    <a:pt x="13684" y="611261"/>
                  </a:lnTo>
                  <a:lnTo>
                    <a:pt x="28747" y="616380"/>
                  </a:lnTo>
                  <a:lnTo>
                    <a:pt x="58366" y="612963"/>
                  </a:lnTo>
                  <a:lnTo>
                    <a:pt x="112852" y="601401"/>
                  </a:lnTo>
                  <a:lnTo>
                    <a:pt x="137376" y="598184"/>
                  </a:lnTo>
                  <a:lnTo>
                    <a:pt x="153882" y="599366"/>
                  </a:lnTo>
                  <a:lnTo>
                    <a:pt x="163187" y="602136"/>
                  </a:lnTo>
                  <a:lnTo>
                    <a:pt x="166107" y="603684"/>
                  </a:lnTo>
                  <a:lnTo>
                    <a:pt x="170833" y="579913"/>
                  </a:lnTo>
                  <a:lnTo>
                    <a:pt x="172623" y="563790"/>
                  </a:lnTo>
                  <a:lnTo>
                    <a:pt x="171667" y="547933"/>
                  </a:lnTo>
                  <a:lnTo>
                    <a:pt x="168159" y="524964"/>
                  </a:lnTo>
                  <a:lnTo>
                    <a:pt x="165129" y="494998"/>
                  </a:lnTo>
                  <a:lnTo>
                    <a:pt x="163936" y="462684"/>
                  </a:lnTo>
                  <a:lnTo>
                    <a:pt x="162265" y="427444"/>
                  </a:lnTo>
                  <a:lnTo>
                    <a:pt x="151575" y="335148"/>
                  </a:lnTo>
                  <a:lnTo>
                    <a:pt x="151746" y="290717"/>
                  </a:lnTo>
                  <a:lnTo>
                    <a:pt x="157085" y="248505"/>
                  </a:lnTo>
                  <a:lnTo>
                    <a:pt x="166358" y="201612"/>
                  </a:lnTo>
                  <a:lnTo>
                    <a:pt x="192207" y="138161"/>
                  </a:lnTo>
                  <a:lnTo>
                    <a:pt x="224745" y="114308"/>
                  </a:lnTo>
                  <a:lnTo>
                    <a:pt x="252605" y="112712"/>
                  </a:lnTo>
                  <a:lnTo>
                    <a:pt x="264418" y="116034"/>
                  </a:lnTo>
                  <a:lnTo>
                    <a:pt x="296577" y="94988"/>
                  </a:lnTo>
                  <a:lnTo>
                    <a:pt x="315619" y="96213"/>
                  </a:lnTo>
                  <a:lnTo>
                    <a:pt x="329037" y="127122"/>
                  </a:lnTo>
                  <a:lnTo>
                    <a:pt x="344321" y="195131"/>
                  </a:lnTo>
                  <a:lnTo>
                    <a:pt x="356032" y="245739"/>
                  </a:lnTo>
                  <a:lnTo>
                    <a:pt x="366537" y="294034"/>
                  </a:lnTo>
                  <a:lnTo>
                    <a:pt x="371381" y="339321"/>
                  </a:lnTo>
                  <a:lnTo>
                    <a:pt x="366111" y="380905"/>
                  </a:lnTo>
                  <a:lnTo>
                    <a:pt x="356427" y="430261"/>
                  </a:lnTo>
                  <a:lnTo>
                    <a:pt x="356384" y="469095"/>
                  </a:lnTo>
                  <a:lnTo>
                    <a:pt x="359341" y="501205"/>
                  </a:lnTo>
                  <a:lnTo>
                    <a:pt x="358656" y="530388"/>
                  </a:lnTo>
                  <a:lnTo>
                    <a:pt x="357547" y="557927"/>
                  </a:lnTo>
                  <a:lnTo>
                    <a:pt x="361244" y="580833"/>
                  </a:lnTo>
                  <a:lnTo>
                    <a:pt x="366120" y="596491"/>
                  </a:lnTo>
                  <a:lnTo>
                    <a:pt x="368551" y="602291"/>
                  </a:lnTo>
                  <a:lnTo>
                    <a:pt x="377847" y="593466"/>
                  </a:lnTo>
                  <a:lnTo>
                    <a:pt x="385627" y="589995"/>
                  </a:lnTo>
                  <a:lnTo>
                    <a:pt x="396104" y="591402"/>
                  </a:lnTo>
                  <a:lnTo>
                    <a:pt x="413492" y="597213"/>
                  </a:lnTo>
                  <a:lnTo>
                    <a:pt x="433975" y="602424"/>
                  </a:lnTo>
                  <a:lnTo>
                    <a:pt x="481218" y="602291"/>
                  </a:lnTo>
                  <a:lnTo>
                    <a:pt x="528301" y="571202"/>
                  </a:lnTo>
                  <a:lnTo>
                    <a:pt x="533928" y="565444"/>
                  </a:lnTo>
                  <a:lnTo>
                    <a:pt x="531318" y="540390"/>
                  </a:lnTo>
                  <a:lnTo>
                    <a:pt x="528201" y="522114"/>
                  </a:lnTo>
                  <a:lnTo>
                    <a:pt x="522555" y="501685"/>
                  </a:lnTo>
                  <a:lnTo>
                    <a:pt x="512358" y="470170"/>
                  </a:lnTo>
                  <a:lnTo>
                    <a:pt x="501287" y="435940"/>
                  </a:lnTo>
                  <a:lnTo>
                    <a:pt x="494229" y="407305"/>
                  </a:lnTo>
                  <a:lnTo>
                    <a:pt x="490393" y="373476"/>
                  </a:lnTo>
                  <a:lnTo>
                    <a:pt x="488987" y="323661"/>
                  </a:lnTo>
                  <a:lnTo>
                    <a:pt x="487372" y="250263"/>
                  </a:lnTo>
                  <a:lnTo>
                    <a:pt x="483552" y="203067"/>
                  </a:lnTo>
                  <a:lnTo>
                    <a:pt x="467333" y="126819"/>
                  </a:lnTo>
                  <a:lnTo>
                    <a:pt x="448563" y="82332"/>
                  </a:lnTo>
                  <a:lnTo>
                    <a:pt x="419331" y="45257"/>
                  </a:lnTo>
                  <a:lnTo>
                    <a:pt x="385884" y="18629"/>
                  </a:lnTo>
                  <a:lnTo>
                    <a:pt x="332616" y="1711"/>
                  </a:lnTo>
                  <a:lnTo>
                    <a:pt x="312743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8" name="object 458" descr=""/>
          <p:cNvSpPr/>
          <p:nvPr/>
        </p:nvSpPr>
        <p:spPr>
          <a:xfrm>
            <a:off x="18809546" y="7887496"/>
            <a:ext cx="185420" cy="739140"/>
          </a:xfrm>
          <a:custGeom>
            <a:avLst/>
            <a:gdLst/>
            <a:ahLst/>
            <a:cxnLst/>
            <a:rect l="l" t="t" r="r" b="b"/>
            <a:pathLst>
              <a:path w="185419" h="739140">
                <a:moveTo>
                  <a:pt x="87198" y="0"/>
                </a:moveTo>
                <a:lnTo>
                  <a:pt x="60564" y="30400"/>
                </a:lnTo>
                <a:lnTo>
                  <a:pt x="43306" y="74569"/>
                </a:lnTo>
                <a:lnTo>
                  <a:pt x="28275" y="130125"/>
                </a:lnTo>
                <a:lnTo>
                  <a:pt x="15969" y="189533"/>
                </a:lnTo>
                <a:lnTo>
                  <a:pt x="6884" y="245260"/>
                </a:lnTo>
                <a:lnTo>
                  <a:pt x="1514" y="289771"/>
                </a:lnTo>
                <a:lnTo>
                  <a:pt x="0" y="324236"/>
                </a:lnTo>
                <a:lnTo>
                  <a:pt x="741" y="367885"/>
                </a:lnTo>
                <a:lnTo>
                  <a:pt x="3622" y="418642"/>
                </a:lnTo>
                <a:lnTo>
                  <a:pt x="8522" y="474431"/>
                </a:lnTo>
                <a:lnTo>
                  <a:pt x="15326" y="533177"/>
                </a:lnTo>
                <a:lnTo>
                  <a:pt x="22234" y="581654"/>
                </a:lnTo>
                <a:lnTo>
                  <a:pt x="32736" y="640836"/>
                </a:lnTo>
                <a:lnTo>
                  <a:pt x="46241" y="695240"/>
                </a:lnTo>
                <a:lnTo>
                  <a:pt x="67806" y="735663"/>
                </a:lnTo>
                <a:lnTo>
                  <a:pt x="74716" y="738919"/>
                </a:lnTo>
                <a:lnTo>
                  <a:pt x="84789" y="738919"/>
                </a:lnTo>
                <a:lnTo>
                  <a:pt x="87480" y="738511"/>
                </a:lnTo>
                <a:lnTo>
                  <a:pt x="90192" y="737705"/>
                </a:lnTo>
                <a:lnTo>
                  <a:pt x="120439" y="711865"/>
                </a:lnTo>
                <a:lnTo>
                  <a:pt x="133203" y="689398"/>
                </a:lnTo>
                <a:lnTo>
                  <a:pt x="107542" y="689398"/>
                </a:lnTo>
                <a:lnTo>
                  <a:pt x="96983" y="687804"/>
                </a:lnTo>
                <a:lnTo>
                  <a:pt x="75810" y="643344"/>
                </a:lnTo>
                <a:lnTo>
                  <a:pt x="65662" y="595475"/>
                </a:lnTo>
                <a:lnTo>
                  <a:pt x="56120" y="527177"/>
                </a:lnTo>
                <a:lnTo>
                  <a:pt x="50065" y="470208"/>
                </a:lnTo>
                <a:lnTo>
                  <a:pt x="45512" y="417422"/>
                </a:lnTo>
                <a:lnTo>
                  <a:pt x="42575" y="370082"/>
                </a:lnTo>
                <a:lnTo>
                  <a:pt x="41371" y="329450"/>
                </a:lnTo>
                <a:lnTo>
                  <a:pt x="42016" y="296786"/>
                </a:lnTo>
                <a:lnTo>
                  <a:pt x="50041" y="198188"/>
                </a:lnTo>
                <a:lnTo>
                  <a:pt x="60205" y="126419"/>
                </a:lnTo>
                <a:lnTo>
                  <a:pt x="71041" y="77395"/>
                </a:lnTo>
                <a:lnTo>
                  <a:pt x="88858" y="31252"/>
                </a:lnTo>
                <a:lnTo>
                  <a:pt x="92904" y="25967"/>
                </a:lnTo>
                <a:lnTo>
                  <a:pt x="157653" y="25967"/>
                </a:lnTo>
                <a:lnTo>
                  <a:pt x="152012" y="21800"/>
                </a:lnTo>
                <a:lnTo>
                  <a:pt x="136593" y="14994"/>
                </a:lnTo>
                <a:lnTo>
                  <a:pt x="121784" y="9384"/>
                </a:lnTo>
                <a:lnTo>
                  <a:pt x="108706" y="4987"/>
                </a:lnTo>
                <a:lnTo>
                  <a:pt x="94056" y="492"/>
                </a:lnTo>
                <a:lnTo>
                  <a:pt x="87198" y="0"/>
                </a:lnTo>
                <a:close/>
              </a:path>
              <a:path w="185419" h="739140">
                <a:moveTo>
                  <a:pt x="157653" y="25967"/>
                </a:moveTo>
                <a:lnTo>
                  <a:pt x="92904" y="25967"/>
                </a:lnTo>
                <a:lnTo>
                  <a:pt x="99532" y="28313"/>
                </a:lnTo>
                <a:lnTo>
                  <a:pt x="106098" y="32826"/>
                </a:lnTo>
                <a:lnTo>
                  <a:pt x="133226" y="77440"/>
                </a:lnTo>
                <a:lnTo>
                  <a:pt x="138812" y="130537"/>
                </a:lnTo>
                <a:lnTo>
                  <a:pt x="142755" y="180776"/>
                </a:lnTo>
                <a:lnTo>
                  <a:pt x="147116" y="239239"/>
                </a:lnTo>
                <a:lnTo>
                  <a:pt x="151487" y="302108"/>
                </a:lnTo>
                <a:lnTo>
                  <a:pt x="155457" y="365561"/>
                </a:lnTo>
                <a:lnTo>
                  <a:pt x="158615" y="425779"/>
                </a:lnTo>
                <a:lnTo>
                  <a:pt x="160552" y="478944"/>
                </a:lnTo>
                <a:lnTo>
                  <a:pt x="160858" y="521234"/>
                </a:lnTo>
                <a:lnTo>
                  <a:pt x="159122" y="548831"/>
                </a:lnTo>
                <a:lnTo>
                  <a:pt x="150711" y="591071"/>
                </a:lnTo>
                <a:lnTo>
                  <a:pt x="136304" y="641655"/>
                </a:lnTo>
                <a:lnTo>
                  <a:pt x="117771" y="680570"/>
                </a:lnTo>
                <a:lnTo>
                  <a:pt x="107542" y="689398"/>
                </a:lnTo>
                <a:lnTo>
                  <a:pt x="133203" y="689398"/>
                </a:lnTo>
                <a:lnTo>
                  <a:pt x="170848" y="604215"/>
                </a:lnTo>
                <a:lnTo>
                  <a:pt x="183519" y="552548"/>
                </a:lnTo>
                <a:lnTo>
                  <a:pt x="185302" y="484630"/>
                </a:lnTo>
                <a:lnTo>
                  <a:pt x="183639" y="433544"/>
                </a:lnTo>
                <a:lnTo>
                  <a:pt x="180747" y="375338"/>
                </a:lnTo>
                <a:lnTo>
                  <a:pt x="176982" y="313234"/>
                </a:lnTo>
                <a:lnTo>
                  <a:pt x="172699" y="250455"/>
                </a:lnTo>
                <a:lnTo>
                  <a:pt x="168199" y="189533"/>
                </a:lnTo>
                <a:lnTo>
                  <a:pt x="164000" y="135766"/>
                </a:lnTo>
                <a:lnTo>
                  <a:pt x="160295" y="90300"/>
                </a:lnTo>
                <a:lnTo>
                  <a:pt x="182755" y="81966"/>
                </a:lnTo>
                <a:lnTo>
                  <a:pt x="180187" y="63117"/>
                </a:lnTo>
                <a:lnTo>
                  <a:pt x="174962" y="46181"/>
                </a:lnTo>
                <a:lnTo>
                  <a:pt x="165948" y="32096"/>
                </a:lnTo>
                <a:lnTo>
                  <a:pt x="157653" y="25967"/>
                </a:lnTo>
                <a:close/>
              </a:path>
            </a:pathLst>
          </a:custGeom>
          <a:solidFill>
            <a:srgbClr val="31160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9" name="object 459" descr=""/>
          <p:cNvGrpSpPr/>
          <p:nvPr/>
        </p:nvGrpSpPr>
        <p:grpSpPr>
          <a:xfrm>
            <a:off x="18838380" y="7845589"/>
            <a:ext cx="473709" cy="781050"/>
            <a:chOff x="18838380" y="7845589"/>
            <a:chExt cx="473709" cy="781050"/>
          </a:xfrm>
        </p:grpSpPr>
        <p:sp>
          <p:nvSpPr>
            <p:cNvPr id="460" name="object 460" descr=""/>
            <p:cNvSpPr/>
            <p:nvPr/>
          </p:nvSpPr>
          <p:spPr>
            <a:xfrm>
              <a:off x="19078640" y="7887496"/>
              <a:ext cx="185420" cy="739140"/>
            </a:xfrm>
            <a:custGeom>
              <a:avLst/>
              <a:gdLst/>
              <a:ahLst/>
              <a:cxnLst/>
              <a:rect l="l" t="t" r="r" b="b"/>
              <a:pathLst>
                <a:path w="185419" h="739140">
                  <a:moveTo>
                    <a:pt x="87198" y="0"/>
                  </a:moveTo>
                  <a:lnTo>
                    <a:pt x="60564" y="30400"/>
                  </a:lnTo>
                  <a:lnTo>
                    <a:pt x="43306" y="74569"/>
                  </a:lnTo>
                  <a:lnTo>
                    <a:pt x="28275" y="130125"/>
                  </a:lnTo>
                  <a:lnTo>
                    <a:pt x="15969" y="189533"/>
                  </a:lnTo>
                  <a:lnTo>
                    <a:pt x="6884" y="245260"/>
                  </a:lnTo>
                  <a:lnTo>
                    <a:pt x="1514" y="289771"/>
                  </a:lnTo>
                  <a:lnTo>
                    <a:pt x="0" y="324236"/>
                  </a:lnTo>
                  <a:lnTo>
                    <a:pt x="741" y="367885"/>
                  </a:lnTo>
                  <a:lnTo>
                    <a:pt x="3622" y="418642"/>
                  </a:lnTo>
                  <a:lnTo>
                    <a:pt x="8522" y="474431"/>
                  </a:lnTo>
                  <a:lnTo>
                    <a:pt x="15326" y="533177"/>
                  </a:lnTo>
                  <a:lnTo>
                    <a:pt x="22234" y="581654"/>
                  </a:lnTo>
                  <a:lnTo>
                    <a:pt x="32736" y="640836"/>
                  </a:lnTo>
                  <a:lnTo>
                    <a:pt x="46241" y="695240"/>
                  </a:lnTo>
                  <a:lnTo>
                    <a:pt x="67806" y="735663"/>
                  </a:lnTo>
                  <a:lnTo>
                    <a:pt x="74716" y="738919"/>
                  </a:lnTo>
                  <a:lnTo>
                    <a:pt x="84789" y="738919"/>
                  </a:lnTo>
                  <a:lnTo>
                    <a:pt x="87470" y="738511"/>
                  </a:lnTo>
                  <a:lnTo>
                    <a:pt x="90192" y="737705"/>
                  </a:lnTo>
                  <a:lnTo>
                    <a:pt x="120439" y="711865"/>
                  </a:lnTo>
                  <a:lnTo>
                    <a:pt x="133203" y="689398"/>
                  </a:lnTo>
                  <a:lnTo>
                    <a:pt x="107542" y="689398"/>
                  </a:lnTo>
                  <a:lnTo>
                    <a:pt x="96983" y="687804"/>
                  </a:lnTo>
                  <a:lnTo>
                    <a:pt x="75810" y="643344"/>
                  </a:lnTo>
                  <a:lnTo>
                    <a:pt x="65662" y="595475"/>
                  </a:lnTo>
                  <a:lnTo>
                    <a:pt x="56120" y="527177"/>
                  </a:lnTo>
                  <a:lnTo>
                    <a:pt x="50065" y="470208"/>
                  </a:lnTo>
                  <a:lnTo>
                    <a:pt x="45512" y="417422"/>
                  </a:lnTo>
                  <a:lnTo>
                    <a:pt x="42575" y="370082"/>
                  </a:lnTo>
                  <a:lnTo>
                    <a:pt x="41371" y="329450"/>
                  </a:lnTo>
                  <a:lnTo>
                    <a:pt x="42016" y="296786"/>
                  </a:lnTo>
                  <a:lnTo>
                    <a:pt x="50041" y="198188"/>
                  </a:lnTo>
                  <a:lnTo>
                    <a:pt x="60205" y="126419"/>
                  </a:lnTo>
                  <a:lnTo>
                    <a:pt x="71041" y="77395"/>
                  </a:lnTo>
                  <a:lnTo>
                    <a:pt x="88858" y="31252"/>
                  </a:lnTo>
                  <a:lnTo>
                    <a:pt x="92904" y="25967"/>
                  </a:lnTo>
                  <a:lnTo>
                    <a:pt x="133186" y="25967"/>
                  </a:lnTo>
                  <a:lnTo>
                    <a:pt x="130233" y="22292"/>
                  </a:lnTo>
                  <a:lnTo>
                    <a:pt x="94056" y="492"/>
                  </a:lnTo>
                  <a:lnTo>
                    <a:pt x="87198" y="0"/>
                  </a:lnTo>
                  <a:close/>
                </a:path>
                <a:path w="185419" h="739140">
                  <a:moveTo>
                    <a:pt x="133186" y="25967"/>
                  </a:moveTo>
                  <a:lnTo>
                    <a:pt x="92904" y="25967"/>
                  </a:lnTo>
                  <a:lnTo>
                    <a:pt x="97941" y="30921"/>
                  </a:lnTo>
                  <a:lnTo>
                    <a:pt x="103038" y="40027"/>
                  </a:lnTo>
                  <a:lnTo>
                    <a:pt x="108083" y="49930"/>
                  </a:lnTo>
                  <a:lnTo>
                    <a:pt x="112967" y="57275"/>
                  </a:lnTo>
                  <a:lnTo>
                    <a:pt x="121891" y="65719"/>
                  </a:lnTo>
                  <a:lnTo>
                    <a:pt x="128687" y="72362"/>
                  </a:lnTo>
                  <a:lnTo>
                    <a:pt x="138812" y="130537"/>
                  </a:lnTo>
                  <a:lnTo>
                    <a:pt x="142755" y="180776"/>
                  </a:lnTo>
                  <a:lnTo>
                    <a:pt x="147116" y="239239"/>
                  </a:lnTo>
                  <a:lnTo>
                    <a:pt x="151487" y="302108"/>
                  </a:lnTo>
                  <a:lnTo>
                    <a:pt x="155457" y="365561"/>
                  </a:lnTo>
                  <a:lnTo>
                    <a:pt x="158615" y="425779"/>
                  </a:lnTo>
                  <a:lnTo>
                    <a:pt x="160552" y="478944"/>
                  </a:lnTo>
                  <a:lnTo>
                    <a:pt x="160858" y="521234"/>
                  </a:lnTo>
                  <a:lnTo>
                    <a:pt x="159122" y="548831"/>
                  </a:lnTo>
                  <a:lnTo>
                    <a:pt x="150711" y="591071"/>
                  </a:lnTo>
                  <a:lnTo>
                    <a:pt x="136304" y="641655"/>
                  </a:lnTo>
                  <a:lnTo>
                    <a:pt x="117771" y="680570"/>
                  </a:lnTo>
                  <a:lnTo>
                    <a:pt x="107542" y="689398"/>
                  </a:lnTo>
                  <a:lnTo>
                    <a:pt x="133203" y="689398"/>
                  </a:lnTo>
                  <a:lnTo>
                    <a:pt x="170848" y="604215"/>
                  </a:lnTo>
                  <a:lnTo>
                    <a:pt x="183519" y="552548"/>
                  </a:lnTo>
                  <a:lnTo>
                    <a:pt x="185302" y="484630"/>
                  </a:lnTo>
                  <a:lnTo>
                    <a:pt x="183639" y="433544"/>
                  </a:lnTo>
                  <a:lnTo>
                    <a:pt x="180747" y="375338"/>
                  </a:lnTo>
                  <a:lnTo>
                    <a:pt x="176982" y="313234"/>
                  </a:lnTo>
                  <a:lnTo>
                    <a:pt x="172699" y="250455"/>
                  </a:lnTo>
                  <a:lnTo>
                    <a:pt x="168199" y="189533"/>
                  </a:lnTo>
                  <a:lnTo>
                    <a:pt x="164000" y="135766"/>
                  </a:lnTo>
                  <a:lnTo>
                    <a:pt x="160295" y="90300"/>
                  </a:lnTo>
                  <a:lnTo>
                    <a:pt x="150914" y="53257"/>
                  </a:lnTo>
                  <a:lnTo>
                    <a:pt x="141893" y="36806"/>
                  </a:lnTo>
                  <a:lnTo>
                    <a:pt x="133186" y="25967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1" name="object 461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8961557" y="7845589"/>
              <a:ext cx="215606" cy="111954"/>
            </a:xfrm>
            <a:prstGeom prst="rect">
              <a:avLst/>
            </a:prstGeom>
          </p:spPr>
        </p:pic>
        <p:sp>
          <p:nvSpPr>
            <p:cNvPr id="462" name="object 462" descr=""/>
            <p:cNvSpPr/>
            <p:nvPr/>
          </p:nvSpPr>
          <p:spPr>
            <a:xfrm>
              <a:off x="18838368" y="7940490"/>
              <a:ext cx="453390" cy="530860"/>
            </a:xfrm>
            <a:custGeom>
              <a:avLst/>
              <a:gdLst/>
              <a:ahLst/>
              <a:cxnLst/>
              <a:rect l="l" t="t" r="r" b="b"/>
              <a:pathLst>
                <a:path w="453390" h="530859">
                  <a:moveTo>
                    <a:pt x="453072" y="291719"/>
                  </a:moveTo>
                  <a:lnTo>
                    <a:pt x="452501" y="221843"/>
                  </a:lnTo>
                  <a:lnTo>
                    <a:pt x="451599" y="169951"/>
                  </a:lnTo>
                  <a:lnTo>
                    <a:pt x="450989" y="147942"/>
                  </a:lnTo>
                  <a:lnTo>
                    <a:pt x="450748" y="147916"/>
                  </a:lnTo>
                  <a:lnTo>
                    <a:pt x="450519" y="119837"/>
                  </a:lnTo>
                  <a:lnTo>
                    <a:pt x="449757" y="64922"/>
                  </a:lnTo>
                  <a:lnTo>
                    <a:pt x="448551" y="10807"/>
                  </a:lnTo>
                  <a:lnTo>
                    <a:pt x="393357" y="4699"/>
                  </a:lnTo>
                  <a:lnTo>
                    <a:pt x="335343" y="2324"/>
                  </a:lnTo>
                  <a:lnTo>
                    <a:pt x="266471" y="685"/>
                  </a:lnTo>
                  <a:lnTo>
                    <a:pt x="193814" y="0"/>
                  </a:lnTo>
                  <a:lnTo>
                    <a:pt x="124434" y="444"/>
                  </a:lnTo>
                  <a:lnTo>
                    <a:pt x="65417" y="2260"/>
                  </a:lnTo>
                  <a:lnTo>
                    <a:pt x="23812" y="5638"/>
                  </a:lnTo>
                  <a:lnTo>
                    <a:pt x="1092" y="264109"/>
                  </a:lnTo>
                  <a:lnTo>
                    <a:pt x="0" y="398691"/>
                  </a:lnTo>
                  <a:lnTo>
                    <a:pt x="4152" y="459689"/>
                  </a:lnTo>
                  <a:lnTo>
                    <a:pt x="34836" y="510705"/>
                  </a:lnTo>
                  <a:lnTo>
                    <a:pt x="75222" y="522579"/>
                  </a:lnTo>
                  <a:lnTo>
                    <a:pt x="129705" y="528891"/>
                  </a:lnTo>
                  <a:lnTo>
                    <a:pt x="192608" y="530656"/>
                  </a:lnTo>
                  <a:lnTo>
                    <a:pt x="219811" y="529958"/>
                  </a:lnTo>
                  <a:lnTo>
                    <a:pt x="235699" y="530656"/>
                  </a:lnTo>
                  <a:lnTo>
                    <a:pt x="304063" y="529043"/>
                  </a:lnTo>
                  <a:lnTo>
                    <a:pt x="367423" y="524624"/>
                  </a:lnTo>
                  <a:lnTo>
                    <a:pt x="415975" y="519010"/>
                  </a:lnTo>
                  <a:lnTo>
                    <a:pt x="446773" y="490651"/>
                  </a:lnTo>
                  <a:lnTo>
                    <a:pt x="450824" y="437997"/>
                  </a:lnTo>
                  <a:lnTo>
                    <a:pt x="452716" y="367728"/>
                  </a:lnTo>
                  <a:lnTo>
                    <a:pt x="453072" y="291719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18845069" y="7931850"/>
              <a:ext cx="466725" cy="301625"/>
            </a:xfrm>
            <a:custGeom>
              <a:avLst/>
              <a:gdLst/>
              <a:ahLst/>
              <a:cxnLst/>
              <a:rect l="l" t="t" r="r" b="b"/>
              <a:pathLst>
                <a:path w="466725" h="301625">
                  <a:moveTo>
                    <a:pt x="254287" y="0"/>
                  </a:moveTo>
                  <a:lnTo>
                    <a:pt x="185014" y="401"/>
                  </a:lnTo>
                  <a:lnTo>
                    <a:pt x="118896" y="2666"/>
                  </a:lnTo>
                  <a:lnTo>
                    <a:pt x="61985" y="6674"/>
                  </a:lnTo>
                  <a:lnTo>
                    <a:pt x="20335" y="12304"/>
                  </a:lnTo>
                  <a:lnTo>
                    <a:pt x="0" y="19436"/>
                  </a:lnTo>
                  <a:lnTo>
                    <a:pt x="51736" y="24663"/>
                  </a:lnTo>
                  <a:lnTo>
                    <a:pt x="78248" y="29452"/>
                  </a:lnTo>
                  <a:lnTo>
                    <a:pt x="87876" y="36544"/>
                  </a:lnTo>
                  <a:lnTo>
                    <a:pt x="88960" y="48681"/>
                  </a:lnTo>
                  <a:lnTo>
                    <a:pt x="88834" y="60771"/>
                  </a:lnTo>
                  <a:lnTo>
                    <a:pt x="89028" y="87798"/>
                  </a:lnTo>
                  <a:lnTo>
                    <a:pt x="89860" y="158238"/>
                  </a:lnTo>
                  <a:lnTo>
                    <a:pt x="93421" y="211796"/>
                  </a:lnTo>
                  <a:lnTo>
                    <a:pt x="98811" y="254816"/>
                  </a:lnTo>
                  <a:lnTo>
                    <a:pt x="130506" y="290866"/>
                  </a:lnTo>
                  <a:lnTo>
                    <a:pt x="180552" y="298111"/>
                  </a:lnTo>
                  <a:lnTo>
                    <a:pt x="245395" y="301082"/>
                  </a:lnTo>
                  <a:lnTo>
                    <a:pt x="315091" y="300828"/>
                  </a:lnTo>
                  <a:lnTo>
                    <a:pt x="379698" y="298400"/>
                  </a:lnTo>
                  <a:lnTo>
                    <a:pt x="429272" y="294847"/>
                  </a:lnTo>
                  <a:lnTo>
                    <a:pt x="462161" y="270609"/>
                  </a:lnTo>
                  <a:lnTo>
                    <a:pt x="466451" y="224381"/>
                  </a:lnTo>
                  <a:lnTo>
                    <a:pt x="466654" y="164342"/>
                  </a:lnTo>
                  <a:lnTo>
                    <a:pt x="462682" y="102300"/>
                  </a:lnTo>
                  <a:lnTo>
                    <a:pt x="454446" y="50062"/>
                  </a:lnTo>
                  <a:lnTo>
                    <a:pt x="420501" y="11179"/>
                  </a:lnTo>
                  <a:lnTo>
                    <a:pt x="378083" y="5268"/>
                  </a:lnTo>
                  <a:lnTo>
                    <a:pt x="320661" y="1582"/>
                  </a:lnTo>
                  <a:lnTo>
                    <a:pt x="254287" y="0"/>
                  </a:lnTo>
                  <a:close/>
                </a:path>
              </a:pathLst>
            </a:custGeom>
            <a:solidFill>
              <a:srgbClr val="612D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4" name="object 464" descr=""/>
            <p:cNvSpPr/>
            <p:nvPr/>
          </p:nvSpPr>
          <p:spPr>
            <a:xfrm>
              <a:off x="18996523" y="8125891"/>
              <a:ext cx="43815" cy="398780"/>
            </a:xfrm>
            <a:custGeom>
              <a:avLst/>
              <a:gdLst/>
              <a:ahLst/>
              <a:cxnLst/>
              <a:rect l="l" t="t" r="r" b="b"/>
              <a:pathLst>
                <a:path w="43815" h="398779">
                  <a:moveTo>
                    <a:pt x="41181" y="0"/>
                  </a:moveTo>
                  <a:lnTo>
                    <a:pt x="2397" y="0"/>
                  </a:lnTo>
                  <a:lnTo>
                    <a:pt x="0" y="2408"/>
                  </a:lnTo>
                  <a:lnTo>
                    <a:pt x="0" y="377224"/>
                  </a:lnTo>
                  <a:lnTo>
                    <a:pt x="1581" y="380993"/>
                  </a:lnTo>
                  <a:lnTo>
                    <a:pt x="19706" y="398762"/>
                  </a:lnTo>
                  <a:lnTo>
                    <a:pt x="23884" y="398762"/>
                  </a:lnTo>
                  <a:lnTo>
                    <a:pt x="39192" y="383747"/>
                  </a:lnTo>
                  <a:lnTo>
                    <a:pt x="41998" y="380993"/>
                  </a:lnTo>
                  <a:lnTo>
                    <a:pt x="43590" y="377224"/>
                  </a:lnTo>
                  <a:lnTo>
                    <a:pt x="43590" y="2408"/>
                  </a:lnTo>
                  <a:lnTo>
                    <a:pt x="41181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5" name="object 465" descr=""/>
            <p:cNvSpPr/>
            <p:nvPr/>
          </p:nvSpPr>
          <p:spPr>
            <a:xfrm>
              <a:off x="18986270" y="8372467"/>
              <a:ext cx="60960" cy="19685"/>
            </a:xfrm>
            <a:custGeom>
              <a:avLst/>
              <a:gdLst/>
              <a:ahLst/>
              <a:cxnLst/>
              <a:rect l="l" t="t" r="r" b="b"/>
              <a:pathLst>
                <a:path w="60959" h="19684">
                  <a:moveTo>
                    <a:pt x="60678" y="0"/>
                  </a:moveTo>
                  <a:lnTo>
                    <a:pt x="0" y="0"/>
                  </a:lnTo>
                  <a:lnTo>
                    <a:pt x="0" y="19653"/>
                  </a:lnTo>
                  <a:lnTo>
                    <a:pt x="60678" y="19653"/>
                  </a:lnTo>
                  <a:lnTo>
                    <a:pt x="60678" y="0"/>
                  </a:lnTo>
                  <a:close/>
                </a:path>
              </a:pathLst>
            </a:custGeom>
            <a:solidFill>
              <a:srgbClr val="612D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6" name="object 466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8986176" y="8254083"/>
              <a:ext cx="64280" cy="82827"/>
            </a:xfrm>
            <a:prstGeom prst="rect">
              <a:avLst/>
            </a:prstGeom>
          </p:spPr>
        </p:pic>
        <p:sp>
          <p:nvSpPr>
            <p:cNvPr id="467" name="object 467" descr=""/>
            <p:cNvSpPr/>
            <p:nvPr/>
          </p:nvSpPr>
          <p:spPr>
            <a:xfrm>
              <a:off x="19257044" y="8125891"/>
              <a:ext cx="36830" cy="398780"/>
            </a:xfrm>
            <a:custGeom>
              <a:avLst/>
              <a:gdLst/>
              <a:ahLst/>
              <a:cxnLst/>
              <a:rect l="l" t="t" r="r" b="b"/>
              <a:pathLst>
                <a:path w="36830" h="398779">
                  <a:moveTo>
                    <a:pt x="34218" y="0"/>
                  </a:moveTo>
                  <a:lnTo>
                    <a:pt x="1989" y="0"/>
                  </a:lnTo>
                  <a:lnTo>
                    <a:pt x="0" y="2408"/>
                  </a:lnTo>
                  <a:lnTo>
                    <a:pt x="0" y="377224"/>
                  </a:lnTo>
                  <a:lnTo>
                    <a:pt x="1308" y="380993"/>
                  </a:lnTo>
                  <a:lnTo>
                    <a:pt x="16365" y="398762"/>
                  </a:lnTo>
                  <a:lnTo>
                    <a:pt x="19842" y="398762"/>
                  </a:lnTo>
                  <a:lnTo>
                    <a:pt x="32564" y="383747"/>
                  </a:lnTo>
                  <a:lnTo>
                    <a:pt x="34899" y="380993"/>
                  </a:lnTo>
                  <a:lnTo>
                    <a:pt x="36218" y="377224"/>
                  </a:lnTo>
                  <a:lnTo>
                    <a:pt x="36218" y="2408"/>
                  </a:lnTo>
                  <a:lnTo>
                    <a:pt x="34218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8" name="object 468" descr=""/>
            <p:cNvSpPr/>
            <p:nvPr/>
          </p:nvSpPr>
          <p:spPr>
            <a:xfrm>
              <a:off x="19248524" y="8372467"/>
              <a:ext cx="50800" cy="19685"/>
            </a:xfrm>
            <a:custGeom>
              <a:avLst/>
              <a:gdLst/>
              <a:ahLst/>
              <a:cxnLst/>
              <a:rect l="l" t="t" r="r" b="b"/>
              <a:pathLst>
                <a:path w="50800" h="19684">
                  <a:moveTo>
                    <a:pt x="50417" y="0"/>
                  </a:moveTo>
                  <a:lnTo>
                    <a:pt x="0" y="0"/>
                  </a:lnTo>
                  <a:lnTo>
                    <a:pt x="0" y="19653"/>
                  </a:lnTo>
                  <a:lnTo>
                    <a:pt x="50417" y="19653"/>
                  </a:lnTo>
                  <a:lnTo>
                    <a:pt x="50417" y="0"/>
                  </a:lnTo>
                  <a:close/>
                </a:path>
              </a:pathLst>
            </a:custGeom>
            <a:solidFill>
              <a:srgbClr val="612D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19247397" y="8254091"/>
              <a:ext cx="55880" cy="83185"/>
            </a:xfrm>
            <a:custGeom>
              <a:avLst/>
              <a:gdLst/>
              <a:ahLst/>
              <a:cxnLst/>
              <a:rect l="l" t="t" r="r" b="b"/>
              <a:pathLst>
                <a:path w="55880" h="83184">
                  <a:moveTo>
                    <a:pt x="55499" y="18834"/>
                  </a:moveTo>
                  <a:lnTo>
                    <a:pt x="49339" y="12674"/>
                  </a:lnTo>
                  <a:lnTo>
                    <a:pt x="43243" y="12674"/>
                  </a:lnTo>
                  <a:lnTo>
                    <a:pt x="43243" y="25590"/>
                  </a:lnTo>
                  <a:lnTo>
                    <a:pt x="43243" y="69900"/>
                  </a:lnTo>
                  <a:lnTo>
                    <a:pt x="42570" y="70573"/>
                  </a:lnTo>
                  <a:lnTo>
                    <a:pt x="12928" y="70573"/>
                  </a:lnTo>
                  <a:lnTo>
                    <a:pt x="12255" y="69900"/>
                  </a:lnTo>
                  <a:lnTo>
                    <a:pt x="12255" y="25590"/>
                  </a:lnTo>
                  <a:lnTo>
                    <a:pt x="12928" y="24917"/>
                  </a:lnTo>
                  <a:lnTo>
                    <a:pt x="24460" y="24917"/>
                  </a:lnTo>
                  <a:lnTo>
                    <a:pt x="24460" y="37833"/>
                  </a:lnTo>
                  <a:lnTo>
                    <a:pt x="25946" y="39306"/>
                  </a:lnTo>
                  <a:lnTo>
                    <a:pt x="29552" y="39306"/>
                  </a:lnTo>
                  <a:lnTo>
                    <a:pt x="31038" y="37833"/>
                  </a:lnTo>
                  <a:lnTo>
                    <a:pt x="31038" y="24917"/>
                  </a:lnTo>
                  <a:lnTo>
                    <a:pt x="42570" y="24917"/>
                  </a:lnTo>
                  <a:lnTo>
                    <a:pt x="43243" y="25590"/>
                  </a:lnTo>
                  <a:lnTo>
                    <a:pt x="43243" y="12674"/>
                  </a:lnTo>
                  <a:lnTo>
                    <a:pt x="31038" y="12674"/>
                  </a:lnTo>
                  <a:lnTo>
                    <a:pt x="31038" y="1473"/>
                  </a:lnTo>
                  <a:lnTo>
                    <a:pt x="29552" y="0"/>
                  </a:lnTo>
                  <a:lnTo>
                    <a:pt x="27749" y="0"/>
                  </a:lnTo>
                  <a:lnTo>
                    <a:pt x="25946" y="0"/>
                  </a:lnTo>
                  <a:lnTo>
                    <a:pt x="24460" y="1473"/>
                  </a:lnTo>
                  <a:lnTo>
                    <a:pt x="24460" y="12674"/>
                  </a:lnTo>
                  <a:lnTo>
                    <a:pt x="6159" y="12674"/>
                  </a:lnTo>
                  <a:lnTo>
                    <a:pt x="0" y="18834"/>
                  </a:lnTo>
                  <a:lnTo>
                    <a:pt x="0" y="76669"/>
                  </a:lnTo>
                  <a:lnTo>
                    <a:pt x="6159" y="82829"/>
                  </a:lnTo>
                  <a:lnTo>
                    <a:pt x="49339" y="82829"/>
                  </a:lnTo>
                  <a:lnTo>
                    <a:pt x="55499" y="76669"/>
                  </a:lnTo>
                  <a:lnTo>
                    <a:pt x="55499" y="70573"/>
                  </a:lnTo>
                  <a:lnTo>
                    <a:pt x="55499" y="24917"/>
                  </a:lnTo>
                  <a:lnTo>
                    <a:pt x="55499" y="18834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0" name="object 470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9041906" y="7972917"/>
              <a:ext cx="145943" cy="145932"/>
            </a:xfrm>
            <a:prstGeom prst="rect">
              <a:avLst/>
            </a:prstGeom>
          </p:spPr>
        </p:pic>
      </p:grpSp>
      <p:sp>
        <p:nvSpPr>
          <p:cNvPr id="471" name="object 471" descr=""/>
          <p:cNvSpPr/>
          <p:nvPr/>
        </p:nvSpPr>
        <p:spPr>
          <a:xfrm>
            <a:off x="13546512" y="7075365"/>
            <a:ext cx="152400" cy="10160"/>
          </a:xfrm>
          <a:custGeom>
            <a:avLst/>
            <a:gdLst/>
            <a:ahLst/>
            <a:cxnLst/>
            <a:rect l="l" t="t" r="r" b="b"/>
            <a:pathLst>
              <a:path w="152400" h="10159">
                <a:moveTo>
                  <a:pt x="149953" y="0"/>
                </a:moveTo>
                <a:lnTo>
                  <a:pt x="147293" y="0"/>
                </a:lnTo>
                <a:lnTo>
                  <a:pt x="2167" y="0"/>
                </a:lnTo>
                <a:lnTo>
                  <a:pt x="0" y="2177"/>
                </a:lnTo>
                <a:lnTo>
                  <a:pt x="0" y="7884"/>
                </a:lnTo>
                <a:lnTo>
                  <a:pt x="2167" y="10062"/>
                </a:lnTo>
                <a:lnTo>
                  <a:pt x="149953" y="10062"/>
                </a:lnTo>
                <a:lnTo>
                  <a:pt x="152121" y="7884"/>
                </a:lnTo>
                <a:lnTo>
                  <a:pt x="152121" y="2177"/>
                </a:lnTo>
                <a:lnTo>
                  <a:pt x="149953" y="0"/>
                </a:lnTo>
                <a:close/>
              </a:path>
            </a:pathLst>
          </a:custGeom>
          <a:solidFill>
            <a:srgbClr val="F4D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2" name="object 472" descr=""/>
          <p:cNvGrpSpPr/>
          <p:nvPr/>
        </p:nvGrpSpPr>
        <p:grpSpPr>
          <a:xfrm>
            <a:off x="13543581" y="7014177"/>
            <a:ext cx="491490" cy="427355"/>
            <a:chOff x="13543581" y="7014177"/>
            <a:chExt cx="491490" cy="427355"/>
          </a:xfrm>
        </p:grpSpPr>
        <p:sp>
          <p:nvSpPr>
            <p:cNvPr id="473" name="object 473" descr=""/>
            <p:cNvSpPr/>
            <p:nvPr/>
          </p:nvSpPr>
          <p:spPr>
            <a:xfrm>
              <a:off x="13555313" y="7156082"/>
              <a:ext cx="471805" cy="256540"/>
            </a:xfrm>
            <a:custGeom>
              <a:avLst/>
              <a:gdLst/>
              <a:ahLst/>
              <a:cxnLst/>
              <a:rect l="l" t="t" r="r" b="b"/>
              <a:pathLst>
                <a:path w="471805" h="256540">
                  <a:moveTo>
                    <a:pt x="445379" y="0"/>
                  </a:moveTo>
                  <a:lnTo>
                    <a:pt x="26082" y="0"/>
                  </a:lnTo>
                  <a:lnTo>
                    <a:pt x="15929" y="2049"/>
                  </a:lnTo>
                  <a:lnTo>
                    <a:pt x="7638" y="7638"/>
                  </a:lnTo>
                  <a:lnTo>
                    <a:pt x="2049" y="15929"/>
                  </a:lnTo>
                  <a:lnTo>
                    <a:pt x="0" y="26082"/>
                  </a:lnTo>
                  <a:lnTo>
                    <a:pt x="0" y="178549"/>
                  </a:lnTo>
                  <a:lnTo>
                    <a:pt x="6103" y="208784"/>
                  </a:lnTo>
                  <a:lnTo>
                    <a:pt x="22749" y="233473"/>
                  </a:lnTo>
                  <a:lnTo>
                    <a:pt x="47438" y="250118"/>
                  </a:lnTo>
                  <a:lnTo>
                    <a:pt x="77673" y="256222"/>
                  </a:lnTo>
                  <a:lnTo>
                    <a:pt x="393789" y="256222"/>
                  </a:lnTo>
                  <a:lnTo>
                    <a:pt x="424023" y="250118"/>
                  </a:lnTo>
                  <a:lnTo>
                    <a:pt x="448712" y="233473"/>
                  </a:lnTo>
                  <a:lnTo>
                    <a:pt x="465358" y="208784"/>
                  </a:lnTo>
                  <a:lnTo>
                    <a:pt x="471462" y="178549"/>
                  </a:lnTo>
                  <a:lnTo>
                    <a:pt x="471462" y="26082"/>
                  </a:lnTo>
                  <a:lnTo>
                    <a:pt x="469412" y="15929"/>
                  </a:lnTo>
                  <a:lnTo>
                    <a:pt x="463823" y="7638"/>
                  </a:lnTo>
                  <a:lnTo>
                    <a:pt x="455532" y="2049"/>
                  </a:lnTo>
                  <a:lnTo>
                    <a:pt x="445379" y="0"/>
                  </a:lnTo>
                  <a:close/>
                </a:path>
              </a:pathLst>
            </a:custGeom>
            <a:solidFill>
              <a:srgbClr val="F4D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13543581" y="7085425"/>
              <a:ext cx="491490" cy="161925"/>
            </a:xfrm>
            <a:custGeom>
              <a:avLst/>
              <a:gdLst/>
              <a:ahLst/>
              <a:cxnLst/>
              <a:rect l="l" t="t" r="r" b="b"/>
              <a:pathLst>
                <a:path w="491490" h="161925">
                  <a:moveTo>
                    <a:pt x="470017" y="0"/>
                  </a:moveTo>
                  <a:lnTo>
                    <a:pt x="21130" y="0"/>
                  </a:lnTo>
                  <a:lnTo>
                    <a:pt x="12903" y="1659"/>
                  </a:lnTo>
                  <a:lnTo>
                    <a:pt x="6186" y="6186"/>
                  </a:lnTo>
                  <a:lnTo>
                    <a:pt x="1659" y="12903"/>
                  </a:lnTo>
                  <a:lnTo>
                    <a:pt x="0" y="21130"/>
                  </a:lnTo>
                  <a:lnTo>
                    <a:pt x="0" y="46626"/>
                  </a:lnTo>
                  <a:lnTo>
                    <a:pt x="9024" y="91331"/>
                  </a:lnTo>
                  <a:lnTo>
                    <a:pt x="33633" y="127836"/>
                  </a:lnTo>
                  <a:lnTo>
                    <a:pt x="70135" y="152447"/>
                  </a:lnTo>
                  <a:lnTo>
                    <a:pt x="114834" y="161471"/>
                  </a:lnTo>
                  <a:lnTo>
                    <a:pt x="376313" y="161471"/>
                  </a:lnTo>
                  <a:lnTo>
                    <a:pt x="421013" y="152447"/>
                  </a:lnTo>
                  <a:lnTo>
                    <a:pt x="457518" y="127836"/>
                  </a:lnTo>
                  <a:lnTo>
                    <a:pt x="482132" y="91331"/>
                  </a:lnTo>
                  <a:lnTo>
                    <a:pt x="491157" y="46626"/>
                  </a:lnTo>
                  <a:lnTo>
                    <a:pt x="491157" y="21130"/>
                  </a:lnTo>
                  <a:lnTo>
                    <a:pt x="489496" y="12903"/>
                  </a:lnTo>
                  <a:lnTo>
                    <a:pt x="484965" y="6186"/>
                  </a:lnTo>
                  <a:lnTo>
                    <a:pt x="478245" y="1659"/>
                  </a:lnTo>
                  <a:lnTo>
                    <a:pt x="470017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5" name="object 475" descr=""/>
            <p:cNvSpPr/>
            <p:nvPr/>
          </p:nvSpPr>
          <p:spPr>
            <a:xfrm>
              <a:off x="13639128" y="7072429"/>
              <a:ext cx="36195" cy="369570"/>
            </a:xfrm>
            <a:custGeom>
              <a:avLst/>
              <a:gdLst/>
              <a:ahLst/>
              <a:cxnLst/>
              <a:rect l="l" t="t" r="r" b="b"/>
              <a:pathLst>
                <a:path w="36194" h="369570">
                  <a:moveTo>
                    <a:pt x="33360" y="0"/>
                  </a:moveTo>
                  <a:lnTo>
                    <a:pt x="2366" y="0"/>
                  </a:lnTo>
                  <a:lnTo>
                    <a:pt x="0" y="2408"/>
                  </a:lnTo>
                  <a:lnTo>
                    <a:pt x="0" y="325466"/>
                  </a:lnTo>
                  <a:lnTo>
                    <a:pt x="522" y="334647"/>
                  </a:lnTo>
                  <a:lnTo>
                    <a:pt x="2075" y="343678"/>
                  </a:lnTo>
                  <a:lnTo>
                    <a:pt x="4638" y="352468"/>
                  </a:lnTo>
                  <a:lnTo>
                    <a:pt x="8188" y="360931"/>
                  </a:lnTo>
                  <a:lnTo>
                    <a:pt x="12156" y="369046"/>
                  </a:lnTo>
                  <a:lnTo>
                    <a:pt x="23569" y="369046"/>
                  </a:lnTo>
                  <a:lnTo>
                    <a:pt x="35737" y="325466"/>
                  </a:lnTo>
                  <a:lnTo>
                    <a:pt x="35737" y="2408"/>
                  </a:lnTo>
                  <a:lnTo>
                    <a:pt x="3336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6" name="object 476" descr=""/>
            <p:cNvSpPr/>
            <p:nvPr/>
          </p:nvSpPr>
          <p:spPr>
            <a:xfrm>
              <a:off x="13626328" y="7173007"/>
              <a:ext cx="61594" cy="34925"/>
            </a:xfrm>
            <a:custGeom>
              <a:avLst/>
              <a:gdLst/>
              <a:ahLst/>
              <a:cxnLst/>
              <a:rect l="l" t="t" r="r" b="b"/>
              <a:pathLst>
                <a:path w="61594" h="34925">
                  <a:moveTo>
                    <a:pt x="61254" y="0"/>
                  </a:moveTo>
                  <a:lnTo>
                    <a:pt x="0" y="0"/>
                  </a:lnTo>
                  <a:lnTo>
                    <a:pt x="0" y="34365"/>
                  </a:lnTo>
                  <a:lnTo>
                    <a:pt x="61254" y="34365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3632269" y="7296068"/>
              <a:ext cx="49530" cy="45720"/>
            </a:xfrm>
            <a:custGeom>
              <a:avLst/>
              <a:gdLst/>
              <a:ahLst/>
              <a:cxnLst/>
              <a:rect l="l" t="t" r="r" b="b"/>
              <a:pathLst>
                <a:path w="49530" h="45720">
                  <a:moveTo>
                    <a:pt x="43946" y="0"/>
                  </a:moveTo>
                  <a:lnTo>
                    <a:pt x="4973" y="0"/>
                  </a:lnTo>
                  <a:lnTo>
                    <a:pt x="0" y="4973"/>
                  </a:lnTo>
                  <a:lnTo>
                    <a:pt x="0" y="40595"/>
                  </a:lnTo>
                  <a:lnTo>
                    <a:pt x="4973" y="45558"/>
                  </a:lnTo>
                  <a:lnTo>
                    <a:pt x="43946" y="45558"/>
                  </a:lnTo>
                  <a:lnTo>
                    <a:pt x="48919" y="40595"/>
                  </a:lnTo>
                  <a:lnTo>
                    <a:pt x="48919" y="40229"/>
                  </a:lnTo>
                  <a:lnTo>
                    <a:pt x="7905" y="40229"/>
                  </a:lnTo>
                  <a:lnTo>
                    <a:pt x="5329" y="37653"/>
                  </a:lnTo>
                  <a:lnTo>
                    <a:pt x="5329" y="7905"/>
                  </a:lnTo>
                  <a:lnTo>
                    <a:pt x="7905" y="5329"/>
                  </a:lnTo>
                  <a:lnTo>
                    <a:pt x="48919" y="5329"/>
                  </a:lnTo>
                  <a:lnTo>
                    <a:pt x="48919" y="4973"/>
                  </a:lnTo>
                  <a:lnTo>
                    <a:pt x="43946" y="0"/>
                  </a:lnTo>
                  <a:close/>
                </a:path>
                <a:path w="49530" h="45720">
                  <a:moveTo>
                    <a:pt x="48919" y="5329"/>
                  </a:moveTo>
                  <a:lnTo>
                    <a:pt x="41014" y="5329"/>
                  </a:lnTo>
                  <a:lnTo>
                    <a:pt x="43590" y="7905"/>
                  </a:lnTo>
                  <a:lnTo>
                    <a:pt x="43590" y="37653"/>
                  </a:lnTo>
                  <a:lnTo>
                    <a:pt x="41014" y="40229"/>
                  </a:lnTo>
                  <a:lnTo>
                    <a:pt x="48919" y="40229"/>
                  </a:lnTo>
                  <a:lnTo>
                    <a:pt x="48919" y="5329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8" name="object 478" descr=""/>
            <p:cNvSpPr/>
            <p:nvPr/>
          </p:nvSpPr>
          <p:spPr>
            <a:xfrm>
              <a:off x="13626328" y="7323044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4" h="20954">
                  <a:moveTo>
                    <a:pt x="61254" y="0"/>
                  </a:moveTo>
                  <a:lnTo>
                    <a:pt x="0" y="0"/>
                  </a:lnTo>
                  <a:lnTo>
                    <a:pt x="0" y="20952"/>
                  </a:lnTo>
                  <a:lnTo>
                    <a:pt x="61254" y="20952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9" name="object 479" descr=""/>
            <p:cNvSpPr/>
            <p:nvPr/>
          </p:nvSpPr>
          <p:spPr>
            <a:xfrm>
              <a:off x="13648283" y="7179367"/>
              <a:ext cx="17145" cy="134620"/>
            </a:xfrm>
            <a:custGeom>
              <a:avLst/>
              <a:gdLst/>
              <a:ahLst/>
              <a:cxnLst/>
              <a:rect l="l" t="t" r="r" b="b"/>
              <a:pathLst>
                <a:path w="17144" h="134620">
                  <a:moveTo>
                    <a:pt x="10947" y="110032"/>
                  </a:moveTo>
                  <a:lnTo>
                    <a:pt x="9817" y="108902"/>
                  </a:lnTo>
                  <a:lnTo>
                    <a:pt x="7061" y="108902"/>
                  </a:lnTo>
                  <a:lnTo>
                    <a:pt x="5930" y="110032"/>
                  </a:lnTo>
                  <a:lnTo>
                    <a:pt x="5930" y="133324"/>
                  </a:lnTo>
                  <a:lnTo>
                    <a:pt x="7061" y="134454"/>
                  </a:lnTo>
                  <a:lnTo>
                    <a:pt x="8432" y="134454"/>
                  </a:lnTo>
                  <a:lnTo>
                    <a:pt x="9817" y="134454"/>
                  </a:lnTo>
                  <a:lnTo>
                    <a:pt x="10947" y="133324"/>
                  </a:lnTo>
                  <a:lnTo>
                    <a:pt x="10947" y="110032"/>
                  </a:lnTo>
                  <a:close/>
                </a:path>
                <a:path w="17144" h="134620">
                  <a:moveTo>
                    <a:pt x="16878" y="8737"/>
                  </a:moveTo>
                  <a:lnTo>
                    <a:pt x="14770" y="2730"/>
                  </a:lnTo>
                  <a:lnTo>
                    <a:pt x="8432" y="0"/>
                  </a:lnTo>
                  <a:lnTo>
                    <a:pt x="2120" y="2730"/>
                  </a:lnTo>
                  <a:lnTo>
                    <a:pt x="0" y="8737"/>
                  </a:lnTo>
                  <a:lnTo>
                    <a:pt x="2108" y="14744"/>
                  </a:lnTo>
                  <a:lnTo>
                    <a:pt x="8432" y="17475"/>
                  </a:lnTo>
                  <a:lnTo>
                    <a:pt x="14757" y="14744"/>
                  </a:lnTo>
                  <a:lnTo>
                    <a:pt x="16878" y="8737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0" name="object 480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3682927" y="7014177"/>
              <a:ext cx="349408" cy="71250"/>
            </a:xfrm>
            <a:prstGeom prst="rect">
              <a:avLst/>
            </a:prstGeom>
          </p:spPr>
        </p:pic>
        <p:sp>
          <p:nvSpPr>
            <p:cNvPr id="481" name="object 481" descr=""/>
            <p:cNvSpPr/>
            <p:nvPr/>
          </p:nvSpPr>
          <p:spPr>
            <a:xfrm>
              <a:off x="13904269" y="7072429"/>
              <a:ext cx="36195" cy="369570"/>
            </a:xfrm>
            <a:custGeom>
              <a:avLst/>
              <a:gdLst/>
              <a:ahLst/>
              <a:cxnLst/>
              <a:rect l="l" t="t" r="r" b="b"/>
              <a:pathLst>
                <a:path w="36194" h="369570">
                  <a:moveTo>
                    <a:pt x="33360" y="0"/>
                  </a:moveTo>
                  <a:lnTo>
                    <a:pt x="2366" y="0"/>
                  </a:lnTo>
                  <a:lnTo>
                    <a:pt x="0" y="2408"/>
                  </a:lnTo>
                  <a:lnTo>
                    <a:pt x="0" y="325466"/>
                  </a:lnTo>
                  <a:lnTo>
                    <a:pt x="522" y="334647"/>
                  </a:lnTo>
                  <a:lnTo>
                    <a:pt x="2075" y="343678"/>
                  </a:lnTo>
                  <a:lnTo>
                    <a:pt x="4638" y="352468"/>
                  </a:lnTo>
                  <a:lnTo>
                    <a:pt x="8188" y="360931"/>
                  </a:lnTo>
                  <a:lnTo>
                    <a:pt x="12156" y="369046"/>
                  </a:lnTo>
                  <a:lnTo>
                    <a:pt x="23569" y="369046"/>
                  </a:lnTo>
                  <a:lnTo>
                    <a:pt x="35737" y="325466"/>
                  </a:lnTo>
                  <a:lnTo>
                    <a:pt x="35737" y="2408"/>
                  </a:lnTo>
                  <a:lnTo>
                    <a:pt x="3336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2" name="object 482" descr=""/>
            <p:cNvSpPr/>
            <p:nvPr/>
          </p:nvSpPr>
          <p:spPr>
            <a:xfrm>
              <a:off x="13891471" y="7173007"/>
              <a:ext cx="61594" cy="34925"/>
            </a:xfrm>
            <a:custGeom>
              <a:avLst/>
              <a:gdLst/>
              <a:ahLst/>
              <a:cxnLst/>
              <a:rect l="l" t="t" r="r" b="b"/>
              <a:pathLst>
                <a:path w="61594" h="34925">
                  <a:moveTo>
                    <a:pt x="61254" y="0"/>
                  </a:moveTo>
                  <a:lnTo>
                    <a:pt x="0" y="0"/>
                  </a:lnTo>
                  <a:lnTo>
                    <a:pt x="0" y="34365"/>
                  </a:lnTo>
                  <a:lnTo>
                    <a:pt x="61254" y="34365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13897409" y="7296068"/>
              <a:ext cx="49530" cy="45720"/>
            </a:xfrm>
            <a:custGeom>
              <a:avLst/>
              <a:gdLst/>
              <a:ahLst/>
              <a:cxnLst/>
              <a:rect l="l" t="t" r="r" b="b"/>
              <a:pathLst>
                <a:path w="49530" h="45720">
                  <a:moveTo>
                    <a:pt x="43946" y="0"/>
                  </a:moveTo>
                  <a:lnTo>
                    <a:pt x="4973" y="0"/>
                  </a:lnTo>
                  <a:lnTo>
                    <a:pt x="0" y="4973"/>
                  </a:lnTo>
                  <a:lnTo>
                    <a:pt x="0" y="40595"/>
                  </a:lnTo>
                  <a:lnTo>
                    <a:pt x="4973" y="45558"/>
                  </a:lnTo>
                  <a:lnTo>
                    <a:pt x="43946" y="45558"/>
                  </a:lnTo>
                  <a:lnTo>
                    <a:pt x="48919" y="40595"/>
                  </a:lnTo>
                  <a:lnTo>
                    <a:pt x="48919" y="40229"/>
                  </a:lnTo>
                  <a:lnTo>
                    <a:pt x="7905" y="40229"/>
                  </a:lnTo>
                  <a:lnTo>
                    <a:pt x="5329" y="37653"/>
                  </a:lnTo>
                  <a:lnTo>
                    <a:pt x="5329" y="7905"/>
                  </a:lnTo>
                  <a:lnTo>
                    <a:pt x="7905" y="5329"/>
                  </a:lnTo>
                  <a:lnTo>
                    <a:pt x="48919" y="5329"/>
                  </a:lnTo>
                  <a:lnTo>
                    <a:pt x="48919" y="4973"/>
                  </a:lnTo>
                  <a:lnTo>
                    <a:pt x="43946" y="0"/>
                  </a:lnTo>
                  <a:close/>
                </a:path>
                <a:path w="49530" h="45720">
                  <a:moveTo>
                    <a:pt x="48919" y="5329"/>
                  </a:moveTo>
                  <a:lnTo>
                    <a:pt x="41014" y="5329"/>
                  </a:lnTo>
                  <a:lnTo>
                    <a:pt x="43590" y="7905"/>
                  </a:lnTo>
                  <a:lnTo>
                    <a:pt x="43590" y="37653"/>
                  </a:lnTo>
                  <a:lnTo>
                    <a:pt x="41014" y="40229"/>
                  </a:lnTo>
                  <a:lnTo>
                    <a:pt x="48919" y="40229"/>
                  </a:lnTo>
                  <a:lnTo>
                    <a:pt x="48919" y="5329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4" name="object 484" descr=""/>
            <p:cNvSpPr/>
            <p:nvPr/>
          </p:nvSpPr>
          <p:spPr>
            <a:xfrm>
              <a:off x="13891471" y="7323044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4" h="20954">
                  <a:moveTo>
                    <a:pt x="61254" y="0"/>
                  </a:moveTo>
                  <a:lnTo>
                    <a:pt x="0" y="0"/>
                  </a:lnTo>
                  <a:lnTo>
                    <a:pt x="0" y="20952"/>
                  </a:lnTo>
                  <a:lnTo>
                    <a:pt x="61254" y="20952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3686345" y="7053154"/>
              <a:ext cx="244475" cy="260985"/>
            </a:xfrm>
            <a:custGeom>
              <a:avLst/>
              <a:gdLst/>
              <a:ahLst/>
              <a:cxnLst/>
              <a:rect l="l" t="t" r="r" b="b"/>
              <a:pathLst>
                <a:path w="244475" h="260984">
                  <a:moveTo>
                    <a:pt x="8102" y="1752"/>
                  </a:moveTo>
                  <a:lnTo>
                    <a:pt x="6350" y="0"/>
                  </a:lnTo>
                  <a:lnTo>
                    <a:pt x="4203" y="0"/>
                  </a:lnTo>
                  <a:lnTo>
                    <a:pt x="1752" y="0"/>
                  </a:lnTo>
                  <a:lnTo>
                    <a:pt x="0" y="1752"/>
                  </a:lnTo>
                  <a:lnTo>
                    <a:pt x="0" y="27584"/>
                  </a:lnTo>
                  <a:lnTo>
                    <a:pt x="1752" y="29349"/>
                  </a:lnTo>
                  <a:lnTo>
                    <a:pt x="6350" y="29349"/>
                  </a:lnTo>
                  <a:lnTo>
                    <a:pt x="8102" y="27584"/>
                  </a:lnTo>
                  <a:lnTo>
                    <a:pt x="8102" y="1752"/>
                  </a:lnTo>
                  <a:close/>
                </a:path>
                <a:path w="244475" h="260984">
                  <a:moveTo>
                    <a:pt x="238036" y="236245"/>
                  </a:moveTo>
                  <a:lnTo>
                    <a:pt x="236905" y="235115"/>
                  </a:lnTo>
                  <a:lnTo>
                    <a:pt x="234137" y="235115"/>
                  </a:lnTo>
                  <a:lnTo>
                    <a:pt x="233006" y="236245"/>
                  </a:lnTo>
                  <a:lnTo>
                    <a:pt x="233006" y="259537"/>
                  </a:lnTo>
                  <a:lnTo>
                    <a:pt x="234137" y="260667"/>
                  </a:lnTo>
                  <a:lnTo>
                    <a:pt x="235521" y="260667"/>
                  </a:lnTo>
                  <a:lnTo>
                    <a:pt x="236905" y="260667"/>
                  </a:lnTo>
                  <a:lnTo>
                    <a:pt x="238036" y="259537"/>
                  </a:lnTo>
                  <a:lnTo>
                    <a:pt x="238036" y="236245"/>
                  </a:lnTo>
                  <a:close/>
                </a:path>
                <a:path w="244475" h="260984">
                  <a:moveTo>
                    <a:pt x="243954" y="134950"/>
                  </a:moveTo>
                  <a:lnTo>
                    <a:pt x="241846" y="128943"/>
                  </a:lnTo>
                  <a:lnTo>
                    <a:pt x="235521" y="126212"/>
                  </a:lnTo>
                  <a:lnTo>
                    <a:pt x="229196" y="128943"/>
                  </a:lnTo>
                  <a:lnTo>
                    <a:pt x="227088" y="134950"/>
                  </a:lnTo>
                  <a:lnTo>
                    <a:pt x="229184" y="140957"/>
                  </a:lnTo>
                  <a:lnTo>
                    <a:pt x="235521" y="143687"/>
                  </a:lnTo>
                  <a:lnTo>
                    <a:pt x="241846" y="140957"/>
                  </a:lnTo>
                  <a:lnTo>
                    <a:pt x="243954" y="13495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6" name="object 486" descr=""/>
          <p:cNvSpPr/>
          <p:nvPr/>
        </p:nvSpPr>
        <p:spPr>
          <a:xfrm>
            <a:off x="14712094" y="7049160"/>
            <a:ext cx="52069" cy="37465"/>
          </a:xfrm>
          <a:custGeom>
            <a:avLst/>
            <a:gdLst/>
            <a:ahLst/>
            <a:cxnLst/>
            <a:rect l="l" t="t" r="r" b="b"/>
            <a:pathLst>
              <a:path w="52069" h="37465">
                <a:moveTo>
                  <a:pt x="46584" y="0"/>
                </a:moveTo>
                <a:lnTo>
                  <a:pt x="4994" y="0"/>
                </a:lnTo>
                <a:lnTo>
                  <a:pt x="0" y="4994"/>
                </a:lnTo>
                <a:lnTo>
                  <a:pt x="0" y="31915"/>
                </a:lnTo>
                <a:lnTo>
                  <a:pt x="4994" y="36909"/>
                </a:lnTo>
                <a:lnTo>
                  <a:pt x="46584" y="36909"/>
                </a:lnTo>
                <a:lnTo>
                  <a:pt x="51579" y="31915"/>
                </a:lnTo>
                <a:lnTo>
                  <a:pt x="51579" y="28910"/>
                </a:lnTo>
                <a:lnTo>
                  <a:pt x="9402" y="28910"/>
                </a:lnTo>
                <a:lnTo>
                  <a:pt x="7999" y="27507"/>
                </a:lnTo>
                <a:lnTo>
                  <a:pt x="7999" y="9392"/>
                </a:lnTo>
                <a:lnTo>
                  <a:pt x="9402" y="7989"/>
                </a:lnTo>
                <a:lnTo>
                  <a:pt x="51579" y="7989"/>
                </a:lnTo>
                <a:lnTo>
                  <a:pt x="51579" y="4994"/>
                </a:lnTo>
                <a:lnTo>
                  <a:pt x="46584" y="0"/>
                </a:lnTo>
                <a:close/>
              </a:path>
              <a:path w="52069" h="37465">
                <a:moveTo>
                  <a:pt x="51579" y="7989"/>
                </a:moveTo>
                <a:lnTo>
                  <a:pt x="42176" y="7989"/>
                </a:lnTo>
                <a:lnTo>
                  <a:pt x="43590" y="9392"/>
                </a:lnTo>
                <a:lnTo>
                  <a:pt x="43590" y="27507"/>
                </a:lnTo>
                <a:lnTo>
                  <a:pt x="42176" y="28910"/>
                </a:lnTo>
                <a:lnTo>
                  <a:pt x="51579" y="28910"/>
                </a:lnTo>
                <a:lnTo>
                  <a:pt x="51579" y="7989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7" name="object 487" descr=""/>
          <p:cNvSpPr/>
          <p:nvPr/>
        </p:nvSpPr>
        <p:spPr>
          <a:xfrm>
            <a:off x="14913137" y="7049160"/>
            <a:ext cx="52069" cy="37465"/>
          </a:xfrm>
          <a:custGeom>
            <a:avLst/>
            <a:gdLst/>
            <a:ahLst/>
            <a:cxnLst/>
            <a:rect l="l" t="t" r="r" b="b"/>
            <a:pathLst>
              <a:path w="52069" h="37465">
                <a:moveTo>
                  <a:pt x="46584" y="0"/>
                </a:moveTo>
                <a:lnTo>
                  <a:pt x="4994" y="0"/>
                </a:lnTo>
                <a:lnTo>
                  <a:pt x="0" y="4994"/>
                </a:lnTo>
                <a:lnTo>
                  <a:pt x="0" y="31915"/>
                </a:lnTo>
                <a:lnTo>
                  <a:pt x="4994" y="36909"/>
                </a:lnTo>
                <a:lnTo>
                  <a:pt x="46584" y="36909"/>
                </a:lnTo>
                <a:lnTo>
                  <a:pt x="51579" y="31915"/>
                </a:lnTo>
                <a:lnTo>
                  <a:pt x="51579" y="28910"/>
                </a:lnTo>
                <a:lnTo>
                  <a:pt x="9402" y="28910"/>
                </a:lnTo>
                <a:lnTo>
                  <a:pt x="7999" y="27507"/>
                </a:lnTo>
                <a:lnTo>
                  <a:pt x="7999" y="9392"/>
                </a:lnTo>
                <a:lnTo>
                  <a:pt x="9402" y="7989"/>
                </a:lnTo>
                <a:lnTo>
                  <a:pt x="51579" y="7989"/>
                </a:lnTo>
                <a:lnTo>
                  <a:pt x="51579" y="4994"/>
                </a:lnTo>
                <a:lnTo>
                  <a:pt x="46584" y="0"/>
                </a:lnTo>
                <a:close/>
              </a:path>
              <a:path w="52069" h="37465">
                <a:moveTo>
                  <a:pt x="51579" y="7989"/>
                </a:moveTo>
                <a:lnTo>
                  <a:pt x="42176" y="7989"/>
                </a:lnTo>
                <a:lnTo>
                  <a:pt x="43590" y="9392"/>
                </a:lnTo>
                <a:lnTo>
                  <a:pt x="43590" y="27507"/>
                </a:lnTo>
                <a:lnTo>
                  <a:pt x="42176" y="28910"/>
                </a:lnTo>
                <a:lnTo>
                  <a:pt x="51579" y="28910"/>
                </a:lnTo>
                <a:lnTo>
                  <a:pt x="51579" y="7989"/>
                </a:lnTo>
                <a:close/>
              </a:path>
            </a:pathLst>
          </a:custGeom>
          <a:solidFill>
            <a:srgbClr val="FAEB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88" name="object 488" descr=""/>
          <p:cNvGrpSpPr/>
          <p:nvPr/>
        </p:nvGrpSpPr>
        <p:grpSpPr>
          <a:xfrm>
            <a:off x="14582037" y="7014180"/>
            <a:ext cx="479425" cy="427355"/>
            <a:chOff x="14582037" y="7014180"/>
            <a:chExt cx="479425" cy="427355"/>
          </a:xfrm>
        </p:grpSpPr>
        <p:sp>
          <p:nvSpPr>
            <p:cNvPr id="489" name="object 489" descr=""/>
            <p:cNvSpPr/>
            <p:nvPr/>
          </p:nvSpPr>
          <p:spPr>
            <a:xfrm>
              <a:off x="14582026" y="7075366"/>
              <a:ext cx="471805" cy="337185"/>
            </a:xfrm>
            <a:custGeom>
              <a:avLst/>
              <a:gdLst/>
              <a:ahLst/>
              <a:cxnLst/>
              <a:rect l="l" t="t" r="r" b="b"/>
              <a:pathLst>
                <a:path w="471805" h="337184">
                  <a:moveTo>
                    <a:pt x="471474" y="160401"/>
                  </a:moveTo>
                  <a:lnTo>
                    <a:pt x="463816" y="112877"/>
                  </a:lnTo>
                  <a:lnTo>
                    <a:pt x="442468" y="71615"/>
                  </a:lnTo>
                  <a:lnTo>
                    <a:pt x="409930" y="39065"/>
                  </a:lnTo>
                  <a:lnTo>
                    <a:pt x="368655" y="17729"/>
                  </a:lnTo>
                  <a:lnTo>
                    <a:pt x="321132" y="10058"/>
                  </a:lnTo>
                  <a:lnTo>
                    <a:pt x="181178" y="10058"/>
                  </a:lnTo>
                  <a:lnTo>
                    <a:pt x="183337" y="7886"/>
                  </a:lnTo>
                  <a:lnTo>
                    <a:pt x="183337" y="2184"/>
                  </a:lnTo>
                  <a:lnTo>
                    <a:pt x="181178" y="0"/>
                  </a:lnTo>
                  <a:lnTo>
                    <a:pt x="178511" y="0"/>
                  </a:lnTo>
                  <a:lnTo>
                    <a:pt x="58394" y="0"/>
                  </a:lnTo>
                  <a:lnTo>
                    <a:pt x="56222" y="2184"/>
                  </a:lnTo>
                  <a:lnTo>
                    <a:pt x="56222" y="7886"/>
                  </a:lnTo>
                  <a:lnTo>
                    <a:pt x="58394" y="10071"/>
                  </a:lnTo>
                  <a:lnTo>
                    <a:pt x="91630" y="10071"/>
                  </a:lnTo>
                  <a:lnTo>
                    <a:pt x="56007" y="17272"/>
                  </a:lnTo>
                  <a:lnTo>
                    <a:pt x="26860" y="36918"/>
                  </a:lnTo>
                  <a:lnTo>
                    <a:pt x="7213" y="66065"/>
                  </a:lnTo>
                  <a:lnTo>
                    <a:pt x="0" y="101752"/>
                  </a:lnTo>
                  <a:lnTo>
                    <a:pt x="0" y="249212"/>
                  </a:lnTo>
                  <a:lnTo>
                    <a:pt x="6896" y="283362"/>
                  </a:lnTo>
                  <a:lnTo>
                    <a:pt x="25704" y="311251"/>
                  </a:lnTo>
                  <a:lnTo>
                    <a:pt x="53594" y="330047"/>
                  </a:lnTo>
                  <a:lnTo>
                    <a:pt x="87744" y="336943"/>
                  </a:lnTo>
                  <a:lnTo>
                    <a:pt x="383743" y="336943"/>
                  </a:lnTo>
                  <a:lnTo>
                    <a:pt x="417893" y="330047"/>
                  </a:lnTo>
                  <a:lnTo>
                    <a:pt x="445782" y="311251"/>
                  </a:lnTo>
                  <a:lnTo>
                    <a:pt x="464578" y="283362"/>
                  </a:lnTo>
                  <a:lnTo>
                    <a:pt x="471474" y="249212"/>
                  </a:lnTo>
                  <a:lnTo>
                    <a:pt x="471474" y="160401"/>
                  </a:lnTo>
                  <a:close/>
                </a:path>
              </a:pathLst>
            </a:custGeom>
            <a:solidFill>
              <a:srgbClr val="F4D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0" name="object 490" descr=""/>
            <p:cNvSpPr/>
            <p:nvPr/>
          </p:nvSpPr>
          <p:spPr>
            <a:xfrm>
              <a:off x="14582045" y="7085425"/>
              <a:ext cx="101600" cy="327025"/>
            </a:xfrm>
            <a:custGeom>
              <a:avLst/>
              <a:gdLst/>
              <a:ahLst/>
              <a:cxnLst/>
              <a:rect l="l" t="t" r="r" b="b"/>
              <a:pathLst>
                <a:path w="101600" h="327025">
                  <a:moveTo>
                    <a:pt x="96646" y="0"/>
                  </a:moveTo>
                  <a:lnTo>
                    <a:pt x="48239" y="0"/>
                  </a:lnTo>
                  <a:lnTo>
                    <a:pt x="29459" y="3791"/>
                  </a:lnTo>
                  <a:lnTo>
                    <a:pt x="14126" y="14130"/>
                  </a:lnTo>
                  <a:lnTo>
                    <a:pt x="3789" y="29464"/>
                  </a:lnTo>
                  <a:lnTo>
                    <a:pt x="0" y="48239"/>
                  </a:lnTo>
                  <a:lnTo>
                    <a:pt x="0" y="261206"/>
                  </a:lnTo>
                  <a:lnTo>
                    <a:pt x="5160" y="286770"/>
                  </a:lnTo>
                  <a:lnTo>
                    <a:pt x="19235" y="307645"/>
                  </a:lnTo>
                  <a:lnTo>
                    <a:pt x="40110" y="321719"/>
                  </a:lnTo>
                  <a:lnTo>
                    <a:pt x="65673" y="326880"/>
                  </a:lnTo>
                  <a:lnTo>
                    <a:pt x="69683" y="326880"/>
                  </a:lnTo>
                  <a:lnTo>
                    <a:pt x="82037" y="324386"/>
                  </a:lnTo>
                  <a:lnTo>
                    <a:pt x="92125" y="317584"/>
                  </a:lnTo>
                  <a:lnTo>
                    <a:pt x="98926" y="307496"/>
                  </a:lnTo>
                  <a:lnTo>
                    <a:pt x="101420" y="295142"/>
                  </a:lnTo>
                  <a:lnTo>
                    <a:pt x="101420" y="4774"/>
                  </a:lnTo>
                  <a:lnTo>
                    <a:pt x="96646" y="0"/>
                  </a:lnTo>
                  <a:close/>
                </a:path>
              </a:pathLst>
            </a:custGeom>
            <a:solidFill>
              <a:srgbClr val="F4D2B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1" name="object 491" descr=""/>
            <p:cNvSpPr/>
            <p:nvPr/>
          </p:nvSpPr>
          <p:spPr>
            <a:xfrm>
              <a:off x="14623365" y="7085422"/>
              <a:ext cx="438150" cy="161925"/>
            </a:xfrm>
            <a:custGeom>
              <a:avLst/>
              <a:gdLst/>
              <a:ahLst/>
              <a:cxnLst/>
              <a:rect l="l" t="t" r="r" b="b"/>
              <a:pathLst>
                <a:path w="438150" h="161925">
                  <a:moveTo>
                    <a:pt x="407212" y="0"/>
                  </a:moveTo>
                  <a:lnTo>
                    <a:pt x="2795" y="0"/>
                  </a:lnTo>
                  <a:lnTo>
                    <a:pt x="785" y="1476"/>
                  </a:lnTo>
                  <a:lnTo>
                    <a:pt x="0" y="6334"/>
                  </a:lnTo>
                  <a:lnTo>
                    <a:pt x="2083" y="8680"/>
                  </a:lnTo>
                  <a:lnTo>
                    <a:pt x="52521" y="8680"/>
                  </a:lnTo>
                  <a:lnTo>
                    <a:pt x="60102" y="16261"/>
                  </a:lnTo>
                  <a:lnTo>
                    <a:pt x="60102" y="128854"/>
                  </a:lnTo>
                  <a:lnTo>
                    <a:pt x="62665" y="141553"/>
                  </a:lnTo>
                  <a:lnTo>
                    <a:pt x="69653" y="151920"/>
                  </a:lnTo>
                  <a:lnTo>
                    <a:pt x="80020" y="158909"/>
                  </a:lnTo>
                  <a:lnTo>
                    <a:pt x="92719" y="161471"/>
                  </a:lnTo>
                  <a:lnTo>
                    <a:pt x="405485" y="161471"/>
                  </a:lnTo>
                  <a:lnTo>
                    <a:pt x="418183" y="158909"/>
                  </a:lnTo>
                  <a:lnTo>
                    <a:pt x="428551" y="151920"/>
                  </a:lnTo>
                  <a:lnTo>
                    <a:pt x="435539" y="141553"/>
                  </a:lnTo>
                  <a:lnTo>
                    <a:pt x="438101" y="128854"/>
                  </a:lnTo>
                  <a:lnTo>
                    <a:pt x="438101" y="30889"/>
                  </a:lnTo>
                  <a:lnTo>
                    <a:pt x="435674" y="18866"/>
                  </a:lnTo>
                  <a:lnTo>
                    <a:pt x="429053" y="9048"/>
                  </a:lnTo>
                  <a:lnTo>
                    <a:pt x="419235" y="2427"/>
                  </a:lnTo>
                  <a:lnTo>
                    <a:pt x="407212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2" name="object 492" descr=""/>
            <p:cNvSpPr/>
            <p:nvPr/>
          </p:nvSpPr>
          <p:spPr>
            <a:xfrm>
              <a:off x="14723945" y="7072429"/>
              <a:ext cx="36195" cy="369570"/>
            </a:xfrm>
            <a:custGeom>
              <a:avLst/>
              <a:gdLst/>
              <a:ahLst/>
              <a:cxnLst/>
              <a:rect l="l" t="t" r="r" b="b"/>
              <a:pathLst>
                <a:path w="36194" h="369570">
                  <a:moveTo>
                    <a:pt x="33360" y="0"/>
                  </a:moveTo>
                  <a:lnTo>
                    <a:pt x="2366" y="0"/>
                  </a:lnTo>
                  <a:lnTo>
                    <a:pt x="0" y="2408"/>
                  </a:lnTo>
                  <a:lnTo>
                    <a:pt x="0" y="325466"/>
                  </a:lnTo>
                  <a:lnTo>
                    <a:pt x="522" y="334647"/>
                  </a:lnTo>
                  <a:lnTo>
                    <a:pt x="2075" y="343678"/>
                  </a:lnTo>
                  <a:lnTo>
                    <a:pt x="4638" y="352468"/>
                  </a:lnTo>
                  <a:lnTo>
                    <a:pt x="8188" y="360931"/>
                  </a:lnTo>
                  <a:lnTo>
                    <a:pt x="12156" y="369046"/>
                  </a:lnTo>
                  <a:lnTo>
                    <a:pt x="23569" y="369046"/>
                  </a:lnTo>
                  <a:lnTo>
                    <a:pt x="35737" y="325466"/>
                  </a:lnTo>
                  <a:lnTo>
                    <a:pt x="35737" y="2408"/>
                  </a:lnTo>
                  <a:lnTo>
                    <a:pt x="3336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3" name="object 493" descr=""/>
            <p:cNvSpPr/>
            <p:nvPr/>
          </p:nvSpPr>
          <p:spPr>
            <a:xfrm>
              <a:off x="14711144" y="7173006"/>
              <a:ext cx="61594" cy="34925"/>
            </a:xfrm>
            <a:custGeom>
              <a:avLst/>
              <a:gdLst/>
              <a:ahLst/>
              <a:cxnLst/>
              <a:rect l="l" t="t" r="r" b="b"/>
              <a:pathLst>
                <a:path w="61594" h="34925">
                  <a:moveTo>
                    <a:pt x="61254" y="0"/>
                  </a:moveTo>
                  <a:lnTo>
                    <a:pt x="0" y="0"/>
                  </a:lnTo>
                  <a:lnTo>
                    <a:pt x="0" y="34365"/>
                  </a:lnTo>
                  <a:lnTo>
                    <a:pt x="61254" y="34365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4" name="object 494" descr=""/>
            <p:cNvSpPr/>
            <p:nvPr/>
          </p:nvSpPr>
          <p:spPr>
            <a:xfrm>
              <a:off x="14717086" y="7296068"/>
              <a:ext cx="49530" cy="45720"/>
            </a:xfrm>
            <a:custGeom>
              <a:avLst/>
              <a:gdLst/>
              <a:ahLst/>
              <a:cxnLst/>
              <a:rect l="l" t="t" r="r" b="b"/>
              <a:pathLst>
                <a:path w="49530" h="45720">
                  <a:moveTo>
                    <a:pt x="43946" y="0"/>
                  </a:moveTo>
                  <a:lnTo>
                    <a:pt x="4973" y="0"/>
                  </a:lnTo>
                  <a:lnTo>
                    <a:pt x="0" y="4973"/>
                  </a:lnTo>
                  <a:lnTo>
                    <a:pt x="0" y="40595"/>
                  </a:lnTo>
                  <a:lnTo>
                    <a:pt x="4973" y="45558"/>
                  </a:lnTo>
                  <a:lnTo>
                    <a:pt x="43946" y="45558"/>
                  </a:lnTo>
                  <a:lnTo>
                    <a:pt x="48909" y="40595"/>
                  </a:lnTo>
                  <a:lnTo>
                    <a:pt x="48909" y="40229"/>
                  </a:lnTo>
                  <a:lnTo>
                    <a:pt x="7905" y="40229"/>
                  </a:lnTo>
                  <a:lnTo>
                    <a:pt x="5329" y="37653"/>
                  </a:lnTo>
                  <a:lnTo>
                    <a:pt x="5329" y="7905"/>
                  </a:lnTo>
                  <a:lnTo>
                    <a:pt x="7905" y="5329"/>
                  </a:lnTo>
                  <a:lnTo>
                    <a:pt x="48909" y="5329"/>
                  </a:lnTo>
                  <a:lnTo>
                    <a:pt x="48909" y="4973"/>
                  </a:lnTo>
                  <a:lnTo>
                    <a:pt x="43946" y="0"/>
                  </a:lnTo>
                  <a:close/>
                </a:path>
                <a:path w="49530" h="45720">
                  <a:moveTo>
                    <a:pt x="48909" y="5329"/>
                  </a:moveTo>
                  <a:lnTo>
                    <a:pt x="41003" y="5329"/>
                  </a:lnTo>
                  <a:lnTo>
                    <a:pt x="43590" y="7905"/>
                  </a:lnTo>
                  <a:lnTo>
                    <a:pt x="43590" y="37653"/>
                  </a:lnTo>
                  <a:lnTo>
                    <a:pt x="41003" y="40229"/>
                  </a:lnTo>
                  <a:lnTo>
                    <a:pt x="48909" y="40229"/>
                  </a:lnTo>
                  <a:lnTo>
                    <a:pt x="48909" y="5329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5" name="object 495" descr=""/>
            <p:cNvSpPr/>
            <p:nvPr/>
          </p:nvSpPr>
          <p:spPr>
            <a:xfrm>
              <a:off x="14711144" y="7323044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4" h="20954">
                  <a:moveTo>
                    <a:pt x="61254" y="0"/>
                  </a:moveTo>
                  <a:lnTo>
                    <a:pt x="0" y="0"/>
                  </a:lnTo>
                  <a:lnTo>
                    <a:pt x="0" y="20952"/>
                  </a:lnTo>
                  <a:lnTo>
                    <a:pt x="61254" y="20952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4733105" y="7179367"/>
              <a:ext cx="17145" cy="134620"/>
            </a:xfrm>
            <a:custGeom>
              <a:avLst/>
              <a:gdLst/>
              <a:ahLst/>
              <a:cxnLst/>
              <a:rect l="l" t="t" r="r" b="b"/>
              <a:pathLst>
                <a:path w="17144" h="134620">
                  <a:moveTo>
                    <a:pt x="10947" y="110032"/>
                  </a:moveTo>
                  <a:lnTo>
                    <a:pt x="9817" y="108902"/>
                  </a:lnTo>
                  <a:lnTo>
                    <a:pt x="7048" y="108902"/>
                  </a:lnTo>
                  <a:lnTo>
                    <a:pt x="5918" y="110032"/>
                  </a:lnTo>
                  <a:lnTo>
                    <a:pt x="5918" y="133324"/>
                  </a:lnTo>
                  <a:lnTo>
                    <a:pt x="7048" y="134454"/>
                  </a:lnTo>
                  <a:lnTo>
                    <a:pt x="8432" y="134454"/>
                  </a:lnTo>
                  <a:lnTo>
                    <a:pt x="9817" y="134454"/>
                  </a:lnTo>
                  <a:lnTo>
                    <a:pt x="10947" y="133324"/>
                  </a:lnTo>
                  <a:lnTo>
                    <a:pt x="10947" y="110032"/>
                  </a:lnTo>
                  <a:close/>
                </a:path>
                <a:path w="17144" h="134620">
                  <a:moveTo>
                    <a:pt x="16865" y="8737"/>
                  </a:moveTo>
                  <a:lnTo>
                    <a:pt x="14757" y="2730"/>
                  </a:lnTo>
                  <a:lnTo>
                    <a:pt x="8432" y="0"/>
                  </a:lnTo>
                  <a:lnTo>
                    <a:pt x="2108" y="2730"/>
                  </a:lnTo>
                  <a:lnTo>
                    <a:pt x="0" y="8737"/>
                  </a:lnTo>
                  <a:lnTo>
                    <a:pt x="2108" y="14744"/>
                  </a:lnTo>
                  <a:lnTo>
                    <a:pt x="8432" y="17475"/>
                  </a:lnTo>
                  <a:lnTo>
                    <a:pt x="14757" y="14744"/>
                  </a:lnTo>
                  <a:lnTo>
                    <a:pt x="16865" y="8737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4719745" y="7014190"/>
              <a:ext cx="282575" cy="71755"/>
            </a:xfrm>
            <a:custGeom>
              <a:avLst/>
              <a:gdLst/>
              <a:ahLst/>
              <a:cxnLst/>
              <a:rect l="l" t="t" r="r" b="b"/>
              <a:pathLst>
                <a:path w="282575" h="71754">
                  <a:moveTo>
                    <a:pt x="237324" y="42075"/>
                  </a:moveTo>
                  <a:lnTo>
                    <a:pt x="202869" y="16827"/>
                  </a:lnTo>
                  <a:lnTo>
                    <a:pt x="128168" y="0"/>
                  </a:lnTo>
                  <a:lnTo>
                    <a:pt x="87414" y="4483"/>
                  </a:lnTo>
                  <a:lnTo>
                    <a:pt x="48285" y="15049"/>
                  </a:lnTo>
                  <a:lnTo>
                    <a:pt x="17056" y="27292"/>
                  </a:lnTo>
                  <a:lnTo>
                    <a:pt x="0" y="36842"/>
                  </a:lnTo>
                  <a:lnTo>
                    <a:pt x="0" y="43954"/>
                  </a:lnTo>
                  <a:lnTo>
                    <a:pt x="4470" y="44767"/>
                  </a:lnTo>
                  <a:lnTo>
                    <a:pt x="16344" y="44996"/>
                  </a:lnTo>
                  <a:lnTo>
                    <a:pt x="28689" y="44843"/>
                  </a:lnTo>
                  <a:lnTo>
                    <a:pt x="34582" y="44538"/>
                  </a:lnTo>
                  <a:lnTo>
                    <a:pt x="46418" y="35572"/>
                  </a:lnTo>
                  <a:lnTo>
                    <a:pt x="66522" y="24117"/>
                  </a:lnTo>
                  <a:lnTo>
                    <a:pt x="94056" y="14249"/>
                  </a:lnTo>
                  <a:lnTo>
                    <a:pt x="128168" y="10045"/>
                  </a:lnTo>
                  <a:lnTo>
                    <a:pt x="163258" y="15468"/>
                  </a:lnTo>
                  <a:lnTo>
                    <a:pt x="185978" y="27317"/>
                  </a:lnTo>
                  <a:lnTo>
                    <a:pt x="199047" y="38976"/>
                  </a:lnTo>
                  <a:lnTo>
                    <a:pt x="205130" y="43840"/>
                  </a:lnTo>
                  <a:lnTo>
                    <a:pt x="210794" y="43980"/>
                  </a:lnTo>
                  <a:lnTo>
                    <a:pt x="220789" y="44653"/>
                  </a:lnTo>
                  <a:lnTo>
                    <a:pt x="230606" y="45034"/>
                  </a:lnTo>
                  <a:lnTo>
                    <a:pt x="235686" y="44259"/>
                  </a:lnTo>
                  <a:lnTo>
                    <a:pt x="237324" y="42075"/>
                  </a:lnTo>
                  <a:close/>
                </a:path>
                <a:path w="282575" h="71754">
                  <a:moveTo>
                    <a:pt x="282067" y="63360"/>
                  </a:moveTo>
                  <a:lnTo>
                    <a:pt x="279882" y="61175"/>
                  </a:lnTo>
                  <a:lnTo>
                    <a:pt x="156679" y="61175"/>
                  </a:lnTo>
                  <a:lnTo>
                    <a:pt x="154025" y="61175"/>
                  </a:lnTo>
                  <a:lnTo>
                    <a:pt x="151853" y="63360"/>
                  </a:lnTo>
                  <a:lnTo>
                    <a:pt x="151853" y="69062"/>
                  </a:lnTo>
                  <a:lnTo>
                    <a:pt x="154025" y="71247"/>
                  </a:lnTo>
                  <a:lnTo>
                    <a:pt x="279895" y="71247"/>
                  </a:lnTo>
                  <a:lnTo>
                    <a:pt x="282067" y="69062"/>
                  </a:lnTo>
                  <a:lnTo>
                    <a:pt x="282067" y="63360"/>
                  </a:lnTo>
                  <a:close/>
                </a:path>
              </a:pathLst>
            </a:custGeom>
            <a:solidFill>
              <a:srgbClr val="F4D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8" name="object 498" descr=""/>
            <p:cNvSpPr/>
            <p:nvPr/>
          </p:nvSpPr>
          <p:spPr>
            <a:xfrm>
              <a:off x="14989086" y="7072429"/>
              <a:ext cx="36195" cy="369570"/>
            </a:xfrm>
            <a:custGeom>
              <a:avLst/>
              <a:gdLst/>
              <a:ahLst/>
              <a:cxnLst/>
              <a:rect l="l" t="t" r="r" b="b"/>
              <a:pathLst>
                <a:path w="36194" h="369570">
                  <a:moveTo>
                    <a:pt x="33360" y="0"/>
                  </a:moveTo>
                  <a:lnTo>
                    <a:pt x="2366" y="0"/>
                  </a:lnTo>
                  <a:lnTo>
                    <a:pt x="0" y="2408"/>
                  </a:lnTo>
                  <a:lnTo>
                    <a:pt x="0" y="325466"/>
                  </a:lnTo>
                  <a:lnTo>
                    <a:pt x="522" y="334647"/>
                  </a:lnTo>
                  <a:lnTo>
                    <a:pt x="2075" y="343678"/>
                  </a:lnTo>
                  <a:lnTo>
                    <a:pt x="4638" y="352468"/>
                  </a:lnTo>
                  <a:lnTo>
                    <a:pt x="8188" y="360931"/>
                  </a:lnTo>
                  <a:lnTo>
                    <a:pt x="12156" y="369046"/>
                  </a:lnTo>
                  <a:lnTo>
                    <a:pt x="23569" y="369046"/>
                  </a:lnTo>
                  <a:lnTo>
                    <a:pt x="35737" y="325466"/>
                  </a:lnTo>
                  <a:lnTo>
                    <a:pt x="35737" y="2408"/>
                  </a:lnTo>
                  <a:lnTo>
                    <a:pt x="3336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9" name="object 499" descr=""/>
            <p:cNvSpPr/>
            <p:nvPr/>
          </p:nvSpPr>
          <p:spPr>
            <a:xfrm>
              <a:off x="14976287" y="7173006"/>
              <a:ext cx="61594" cy="34925"/>
            </a:xfrm>
            <a:custGeom>
              <a:avLst/>
              <a:gdLst/>
              <a:ahLst/>
              <a:cxnLst/>
              <a:rect l="l" t="t" r="r" b="b"/>
              <a:pathLst>
                <a:path w="61594" h="34925">
                  <a:moveTo>
                    <a:pt x="61254" y="0"/>
                  </a:moveTo>
                  <a:lnTo>
                    <a:pt x="0" y="0"/>
                  </a:lnTo>
                  <a:lnTo>
                    <a:pt x="0" y="34365"/>
                  </a:lnTo>
                  <a:lnTo>
                    <a:pt x="61254" y="34365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0" name="object 500" descr=""/>
            <p:cNvSpPr/>
            <p:nvPr/>
          </p:nvSpPr>
          <p:spPr>
            <a:xfrm>
              <a:off x="14982226" y="7296068"/>
              <a:ext cx="49530" cy="45720"/>
            </a:xfrm>
            <a:custGeom>
              <a:avLst/>
              <a:gdLst/>
              <a:ahLst/>
              <a:cxnLst/>
              <a:rect l="l" t="t" r="r" b="b"/>
              <a:pathLst>
                <a:path w="49530" h="45720">
                  <a:moveTo>
                    <a:pt x="43946" y="0"/>
                  </a:moveTo>
                  <a:lnTo>
                    <a:pt x="4973" y="0"/>
                  </a:lnTo>
                  <a:lnTo>
                    <a:pt x="0" y="4973"/>
                  </a:lnTo>
                  <a:lnTo>
                    <a:pt x="0" y="40595"/>
                  </a:lnTo>
                  <a:lnTo>
                    <a:pt x="4973" y="45558"/>
                  </a:lnTo>
                  <a:lnTo>
                    <a:pt x="43946" y="45558"/>
                  </a:lnTo>
                  <a:lnTo>
                    <a:pt x="48919" y="40595"/>
                  </a:lnTo>
                  <a:lnTo>
                    <a:pt x="48919" y="40229"/>
                  </a:lnTo>
                  <a:lnTo>
                    <a:pt x="7905" y="40229"/>
                  </a:lnTo>
                  <a:lnTo>
                    <a:pt x="5329" y="37653"/>
                  </a:lnTo>
                  <a:lnTo>
                    <a:pt x="5329" y="7905"/>
                  </a:lnTo>
                  <a:lnTo>
                    <a:pt x="7905" y="5329"/>
                  </a:lnTo>
                  <a:lnTo>
                    <a:pt x="48919" y="5329"/>
                  </a:lnTo>
                  <a:lnTo>
                    <a:pt x="48919" y="4973"/>
                  </a:lnTo>
                  <a:lnTo>
                    <a:pt x="43946" y="0"/>
                  </a:lnTo>
                  <a:close/>
                </a:path>
                <a:path w="49530" h="45720">
                  <a:moveTo>
                    <a:pt x="48919" y="5329"/>
                  </a:moveTo>
                  <a:lnTo>
                    <a:pt x="41003" y="5329"/>
                  </a:lnTo>
                  <a:lnTo>
                    <a:pt x="43590" y="7905"/>
                  </a:lnTo>
                  <a:lnTo>
                    <a:pt x="43590" y="37653"/>
                  </a:lnTo>
                  <a:lnTo>
                    <a:pt x="41003" y="40229"/>
                  </a:lnTo>
                  <a:lnTo>
                    <a:pt x="48919" y="40229"/>
                  </a:lnTo>
                  <a:lnTo>
                    <a:pt x="48919" y="5329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1" name="object 501" descr=""/>
            <p:cNvSpPr/>
            <p:nvPr/>
          </p:nvSpPr>
          <p:spPr>
            <a:xfrm>
              <a:off x="14976287" y="7323044"/>
              <a:ext cx="61594" cy="20955"/>
            </a:xfrm>
            <a:custGeom>
              <a:avLst/>
              <a:gdLst/>
              <a:ahLst/>
              <a:cxnLst/>
              <a:rect l="l" t="t" r="r" b="b"/>
              <a:pathLst>
                <a:path w="61594" h="20954">
                  <a:moveTo>
                    <a:pt x="61254" y="0"/>
                  </a:moveTo>
                  <a:lnTo>
                    <a:pt x="0" y="0"/>
                  </a:lnTo>
                  <a:lnTo>
                    <a:pt x="0" y="20952"/>
                  </a:lnTo>
                  <a:lnTo>
                    <a:pt x="61254" y="20952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2" name="object 502" descr=""/>
            <p:cNvSpPr/>
            <p:nvPr/>
          </p:nvSpPr>
          <p:spPr>
            <a:xfrm>
              <a:off x="14998243" y="7179367"/>
              <a:ext cx="17145" cy="134620"/>
            </a:xfrm>
            <a:custGeom>
              <a:avLst/>
              <a:gdLst/>
              <a:ahLst/>
              <a:cxnLst/>
              <a:rect l="l" t="t" r="r" b="b"/>
              <a:pathLst>
                <a:path w="17144" h="134620">
                  <a:moveTo>
                    <a:pt x="10947" y="110032"/>
                  </a:moveTo>
                  <a:lnTo>
                    <a:pt x="9817" y="108902"/>
                  </a:lnTo>
                  <a:lnTo>
                    <a:pt x="7048" y="108902"/>
                  </a:lnTo>
                  <a:lnTo>
                    <a:pt x="5918" y="110032"/>
                  </a:lnTo>
                  <a:lnTo>
                    <a:pt x="5918" y="133324"/>
                  </a:lnTo>
                  <a:lnTo>
                    <a:pt x="7048" y="134454"/>
                  </a:lnTo>
                  <a:lnTo>
                    <a:pt x="8432" y="134454"/>
                  </a:lnTo>
                  <a:lnTo>
                    <a:pt x="9817" y="134454"/>
                  </a:lnTo>
                  <a:lnTo>
                    <a:pt x="10947" y="133324"/>
                  </a:lnTo>
                  <a:lnTo>
                    <a:pt x="10947" y="110032"/>
                  </a:lnTo>
                  <a:close/>
                </a:path>
                <a:path w="17144" h="134620">
                  <a:moveTo>
                    <a:pt x="16865" y="8737"/>
                  </a:moveTo>
                  <a:lnTo>
                    <a:pt x="14770" y="2730"/>
                  </a:lnTo>
                  <a:lnTo>
                    <a:pt x="8432" y="0"/>
                  </a:lnTo>
                  <a:lnTo>
                    <a:pt x="2108" y="2730"/>
                  </a:lnTo>
                  <a:lnTo>
                    <a:pt x="0" y="8737"/>
                  </a:lnTo>
                  <a:lnTo>
                    <a:pt x="2108" y="14744"/>
                  </a:lnTo>
                  <a:lnTo>
                    <a:pt x="8432" y="17475"/>
                  </a:lnTo>
                  <a:lnTo>
                    <a:pt x="14757" y="14744"/>
                  </a:lnTo>
                  <a:lnTo>
                    <a:pt x="16865" y="8737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3" name="object 503" descr=""/>
          <p:cNvGrpSpPr/>
          <p:nvPr/>
        </p:nvGrpSpPr>
        <p:grpSpPr>
          <a:xfrm>
            <a:off x="14228413" y="7014180"/>
            <a:ext cx="205104" cy="427355"/>
            <a:chOff x="14228413" y="7014180"/>
            <a:chExt cx="205104" cy="427355"/>
          </a:xfrm>
        </p:grpSpPr>
        <p:sp>
          <p:nvSpPr>
            <p:cNvPr id="504" name="object 504" descr=""/>
            <p:cNvSpPr/>
            <p:nvPr/>
          </p:nvSpPr>
          <p:spPr>
            <a:xfrm>
              <a:off x="14242673" y="7094105"/>
              <a:ext cx="187960" cy="318770"/>
            </a:xfrm>
            <a:custGeom>
              <a:avLst/>
              <a:gdLst/>
              <a:ahLst/>
              <a:cxnLst/>
              <a:rect l="l" t="t" r="r" b="b"/>
              <a:pathLst>
                <a:path w="187959" h="318770">
                  <a:moveTo>
                    <a:pt x="169031" y="0"/>
                  </a:moveTo>
                  <a:lnTo>
                    <a:pt x="18324" y="0"/>
                  </a:lnTo>
                  <a:lnTo>
                    <a:pt x="11193" y="1439"/>
                  </a:lnTo>
                  <a:lnTo>
                    <a:pt x="5368" y="5365"/>
                  </a:lnTo>
                  <a:lnTo>
                    <a:pt x="1440" y="11189"/>
                  </a:lnTo>
                  <a:lnTo>
                    <a:pt x="0" y="18324"/>
                  </a:lnTo>
                  <a:lnTo>
                    <a:pt x="0" y="263635"/>
                  </a:lnTo>
                  <a:lnTo>
                    <a:pt x="4289" y="284874"/>
                  </a:lnTo>
                  <a:lnTo>
                    <a:pt x="15986" y="302218"/>
                  </a:lnTo>
                  <a:lnTo>
                    <a:pt x="33333" y="313911"/>
                  </a:lnTo>
                  <a:lnTo>
                    <a:pt x="54574" y="318199"/>
                  </a:lnTo>
                  <a:lnTo>
                    <a:pt x="132791" y="318199"/>
                  </a:lnTo>
                  <a:lnTo>
                    <a:pt x="154030" y="313911"/>
                  </a:lnTo>
                  <a:lnTo>
                    <a:pt x="171374" y="302218"/>
                  </a:lnTo>
                  <a:lnTo>
                    <a:pt x="183067" y="284874"/>
                  </a:lnTo>
                  <a:lnTo>
                    <a:pt x="187355" y="263635"/>
                  </a:lnTo>
                  <a:lnTo>
                    <a:pt x="187355" y="18324"/>
                  </a:lnTo>
                  <a:lnTo>
                    <a:pt x="185916" y="11189"/>
                  </a:lnTo>
                  <a:lnTo>
                    <a:pt x="181990" y="5365"/>
                  </a:lnTo>
                  <a:lnTo>
                    <a:pt x="176166" y="1439"/>
                  </a:lnTo>
                  <a:lnTo>
                    <a:pt x="169031" y="0"/>
                  </a:lnTo>
                  <a:close/>
                </a:path>
              </a:pathLst>
            </a:custGeom>
            <a:solidFill>
              <a:srgbClr val="F4D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5" name="object 505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4238013" y="7049160"/>
              <a:ext cx="192022" cy="197736"/>
            </a:xfrm>
            <a:prstGeom prst="rect">
              <a:avLst/>
            </a:prstGeom>
          </p:spPr>
        </p:pic>
        <p:sp>
          <p:nvSpPr>
            <p:cNvPr id="506" name="object 506" descr=""/>
            <p:cNvSpPr/>
            <p:nvPr/>
          </p:nvSpPr>
          <p:spPr>
            <a:xfrm>
              <a:off x="14231373" y="7288262"/>
              <a:ext cx="5080" cy="26034"/>
            </a:xfrm>
            <a:custGeom>
              <a:avLst/>
              <a:gdLst/>
              <a:ahLst/>
              <a:cxnLst/>
              <a:rect l="l" t="t" r="r" b="b"/>
              <a:pathLst>
                <a:path w="5080" h="26034">
                  <a:moveTo>
                    <a:pt x="3895" y="0"/>
                  </a:moveTo>
                  <a:lnTo>
                    <a:pt x="1130" y="0"/>
                  </a:lnTo>
                  <a:lnTo>
                    <a:pt x="0" y="1130"/>
                  </a:lnTo>
                  <a:lnTo>
                    <a:pt x="0" y="24428"/>
                  </a:lnTo>
                  <a:lnTo>
                    <a:pt x="1130" y="25559"/>
                  </a:lnTo>
                  <a:lnTo>
                    <a:pt x="2513" y="25559"/>
                  </a:lnTo>
                  <a:lnTo>
                    <a:pt x="3895" y="25559"/>
                  </a:lnTo>
                  <a:lnTo>
                    <a:pt x="5026" y="24428"/>
                  </a:lnTo>
                  <a:lnTo>
                    <a:pt x="5026" y="1130"/>
                  </a:lnTo>
                  <a:lnTo>
                    <a:pt x="3895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14233920" y="7062344"/>
              <a:ext cx="132715" cy="379730"/>
            </a:xfrm>
            <a:custGeom>
              <a:avLst/>
              <a:gdLst/>
              <a:ahLst/>
              <a:cxnLst/>
              <a:rect l="l" t="t" r="r" b="b"/>
              <a:pathLst>
                <a:path w="132715" h="379729">
                  <a:moveTo>
                    <a:pt x="39480" y="0"/>
                  </a:moveTo>
                  <a:lnTo>
                    <a:pt x="22753" y="5132"/>
                  </a:lnTo>
                  <a:lnTo>
                    <a:pt x="9964" y="18043"/>
                  </a:lnTo>
                  <a:lnTo>
                    <a:pt x="2219" y="33732"/>
                  </a:lnTo>
                  <a:lnTo>
                    <a:pt x="0" y="59656"/>
                  </a:lnTo>
                  <a:lnTo>
                    <a:pt x="456" y="104390"/>
                  </a:lnTo>
                  <a:lnTo>
                    <a:pt x="739" y="176510"/>
                  </a:lnTo>
                  <a:lnTo>
                    <a:pt x="69" y="335552"/>
                  </a:lnTo>
                  <a:lnTo>
                    <a:pt x="239" y="344733"/>
                  </a:lnTo>
                  <a:lnTo>
                    <a:pt x="746" y="353764"/>
                  </a:lnTo>
                  <a:lnTo>
                    <a:pt x="1584" y="362554"/>
                  </a:lnTo>
                  <a:lnTo>
                    <a:pt x="4048" y="379132"/>
                  </a:lnTo>
                  <a:lnTo>
                    <a:pt x="7775" y="379132"/>
                  </a:lnTo>
                  <a:lnTo>
                    <a:pt x="10235" y="362554"/>
                  </a:lnTo>
                  <a:lnTo>
                    <a:pt x="11074" y="353764"/>
                  </a:lnTo>
                  <a:lnTo>
                    <a:pt x="11583" y="344733"/>
                  </a:lnTo>
                  <a:lnTo>
                    <a:pt x="11754" y="335552"/>
                  </a:lnTo>
                  <a:lnTo>
                    <a:pt x="11754" y="22829"/>
                  </a:lnTo>
                  <a:lnTo>
                    <a:pt x="19126" y="15457"/>
                  </a:lnTo>
                  <a:lnTo>
                    <a:pt x="131081" y="15457"/>
                  </a:lnTo>
                  <a:lnTo>
                    <a:pt x="132285" y="14253"/>
                  </a:lnTo>
                  <a:lnTo>
                    <a:pt x="132285" y="11290"/>
                  </a:lnTo>
                  <a:lnTo>
                    <a:pt x="131081" y="10086"/>
                  </a:lnTo>
                  <a:lnTo>
                    <a:pt x="129615" y="10086"/>
                  </a:lnTo>
                  <a:lnTo>
                    <a:pt x="71361" y="1899"/>
                  </a:lnTo>
                  <a:lnTo>
                    <a:pt x="39480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8" name="object 508" descr=""/>
            <p:cNvSpPr/>
            <p:nvPr/>
          </p:nvSpPr>
          <p:spPr>
            <a:xfrm>
              <a:off x="14228413" y="7296068"/>
              <a:ext cx="19050" cy="45720"/>
            </a:xfrm>
            <a:custGeom>
              <a:avLst/>
              <a:gdLst/>
              <a:ahLst/>
              <a:cxnLst/>
              <a:rect l="l" t="t" r="r" b="b"/>
              <a:pathLst>
                <a:path w="19050" h="45720">
                  <a:moveTo>
                    <a:pt x="15193" y="0"/>
                  </a:moveTo>
                  <a:lnTo>
                    <a:pt x="3266" y="0"/>
                  </a:lnTo>
                  <a:lnTo>
                    <a:pt x="0" y="3266"/>
                  </a:lnTo>
                  <a:lnTo>
                    <a:pt x="0" y="42291"/>
                  </a:lnTo>
                  <a:lnTo>
                    <a:pt x="3266" y="45558"/>
                  </a:lnTo>
                  <a:lnTo>
                    <a:pt x="15193" y="45558"/>
                  </a:lnTo>
                  <a:lnTo>
                    <a:pt x="18460" y="42291"/>
                  </a:lnTo>
                  <a:lnTo>
                    <a:pt x="18460" y="40229"/>
                  </a:lnTo>
                  <a:lnTo>
                    <a:pt x="6219" y="40229"/>
                  </a:lnTo>
                  <a:lnTo>
                    <a:pt x="5319" y="39339"/>
                  </a:lnTo>
                  <a:lnTo>
                    <a:pt x="5319" y="6219"/>
                  </a:lnTo>
                  <a:lnTo>
                    <a:pt x="6219" y="5329"/>
                  </a:lnTo>
                  <a:lnTo>
                    <a:pt x="18460" y="5329"/>
                  </a:lnTo>
                  <a:lnTo>
                    <a:pt x="18460" y="3266"/>
                  </a:lnTo>
                  <a:lnTo>
                    <a:pt x="15193" y="0"/>
                  </a:lnTo>
                  <a:close/>
                </a:path>
                <a:path w="19050" h="45720">
                  <a:moveTo>
                    <a:pt x="18460" y="5329"/>
                  </a:moveTo>
                  <a:lnTo>
                    <a:pt x="12240" y="5329"/>
                  </a:lnTo>
                  <a:lnTo>
                    <a:pt x="13130" y="6219"/>
                  </a:lnTo>
                  <a:lnTo>
                    <a:pt x="13130" y="39339"/>
                  </a:lnTo>
                  <a:lnTo>
                    <a:pt x="12240" y="40229"/>
                  </a:lnTo>
                  <a:lnTo>
                    <a:pt x="18460" y="40229"/>
                  </a:lnTo>
                  <a:lnTo>
                    <a:pt x="18460" y="5329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9" name="object 509" descr=""/>
            <p:cNvSpPr/>
            <p:nvPr/>
          </p:nvSpPr>
          <p:spPr>
            <a:xfrm>
              <a:off x="14228896" y="7323044"/>
              <a:ext cx="20955" cy="20955"/>
            </a:xfrm>
            <a:custGeom>
              <a:avLst/>
              <a:gdLst/>
              <a:ahLst/>
              <a:cxnLst/>
              <a:rect l="l" t="t" r="r" b="b"/>
              <a:pathLst>
                <a:path w="20955" h="20954">
                  <a:moveTo>
                    <a:pt x="20952" y="0"/>
                  </a:moveTo>
                  <a:lnTo>
                    <a:pt x="0" y="0"/>
                  </a:lnTo>
                  <a:lnTo>
                    <a:pt x="0" y="20952"/>
                  </a:lnTo>
                  <a:lnTo>
                    <a:pt x="20952" y="20952"/>
                  </a:lnTo>
                  <a:lnTo>
                    <a:pt x="20952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0" name="object 510" descr=""/>
            <p:cNvSpPr/>
            <p:nvPr/>
          </p:nvSpPr>
          <p:spPr>
            <a:xfrm>
              <a:off x="14233890" y="7173006"/>
              <a:ext cx="20320" cy="34925"/>
            </a:xfrm>
            <a:custGeom>
              <a:avLst/>
              <a:gdLst/>
              <a:ahLst/>
              <a:cxnLst/>
              <a:rect l="l" t="t" r="r" b="b"/>
              <a:pathLst>
                <a:path w="20319" h="34925">
                  <a:moveTo>
                    <a:pt x="19769" y="0"/>
                  </a:moveTo>
                  <a:lnTo>
                    <a:pt x="0" y="0"/>
                  </a:lnTo>
                  <a:lnTo>
                    <a:pt x="0" y="34365"/>
                  </a:lnTo>
                  <a:lnTo>
                    <a:pt x="19769" y="34365"/>
                  </a:lnTo>
                  <a:lnTo>
                    <a:pt x="19769" y="0"/>
                  </a:lnTo>
                  <a:close/>
                </a:path>
              </a:pathLst>
            </a:custGeom>
            <a:solidFill>
              <a:srgbClr val="EBC1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14230253" y="7179364"/>
              <a:ext cx="7620" cy="17780"/>
            </a:xfrm>
            <a:custGeom>
              <a:avLst/>
              <a:gdLst/>
              <a:ahLst/>
              <a:cxnLst/>
              <a:rect l="l" t="t" r="r" b="b"/>
              <a:pathLst>
                <a:path w="7619" h="17779">
                  <a:moveTo>
                    <a:pt x="7266" y="0"/>
                  </a:moveTo>
                  <a:lnTo>
                    <a:pt x="3633" y="0"/>
                  </a:lnTo>
                  <a:lnTo>
                    <a:pt x="10" y="0"/>
                  </a:lnTo>
                  <a:lnTo>
                    <a:pt x="0" y="17465"/>
                  </a:lnTo>
                  <a:lnTo>
                    <a:pt x="7256" y="17465"/>
                  </a:lnTo>
                  <a:lnTo>
                    <a:pt x="7266" y="0"/>
                  </a:lnTo>
                  <a:close/>
                </a:path>
              </a:pathLst>
            </a:custGeom>
            <a:solidFill>
              <a:srgbClr val="FA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2" name="object 512" descr=""/>
            <p:cNvSpPr/>
            <p:nvPr/>
          </p:nvSpPr>
          <p:spPr>
            <a:xfrm>
              <a:off x="14340127" y="7014180"/>
              <a:ext cx="29209" cy="53975"/>
            </a:xfrm>
            <a:custGeom>
              <a:avLst/>
              <a:gdLst/>
              <a:ahLst/>
              <a:cxnLst/>
              <a:rect l="l" t="t" r="r" b="b"/>
              <a:pathLst>
                <a:path w="29209" h="53975">
                  <a:moveTo>
                    <a:pt x="23884" y="0"/>
                  </a:moveTo>
                  <a:lnTo>
                    <a:pt x="18009" y="0"/>
                  </a:lnTo>
                  <a:lnTo>
                    <a:pt x="4753" y="0"/>
                  </a:lnTo>
                  <a:lnTo>
                    <a:pt x="0" y="4753"/>
                  </a:lnTo>
                  <a:lnTo>
                    <a:pt x="0" y="48668"/>
                  </a:lnTo>
                  <a:lnTo>
                    <a:pt x="4753" y="53432"/>
                  </a:lnTo>
                  <a:lnTo>
                    <a:pt x="23884" y="53432"/>
                  </a:lnTo>
                  <a:lnTo>
                    <a:pt x="28637" y="48668"/>
                  </a:lnTo>
                  <a:lnTo>
                    <a:pt x="28637" y="4753"/>
                  </a:lnTo>
                  <a:lnTo>
                    <a:pt x="23884" y="0"/>
                  </a:lnTo>
                  <a:close/>
                </a:path>
              </a:pathLst>
            </a:custGeom>
            <a:solidFill>
              <a:srgbClr val="F4D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3" name="object 513" descr=""/>
            <p:cNvSpPr/>
            <p:nvPr/>
          </p:nvSpPr>
          <p:spPr>
            <a:xfrm>
              <a:off x="14387852" y="7139391"/>
              <a:ext cx="45720" cy="200025"/>
            </a:xfrm>
            <a:custGeom>
              <a:avLst/>
              <a:gdLst/>
              <a:ahLst/>
              <a:cxnLst/>
              <a:rect l="l" t="t" r="r" b="b"/>
              <a:pathLst>
                <a:path w="45719" h="200025">
                  <a:moveTo>
                    <a:pt x="38292" y="0"/>
                  </a:moveTo>
                  <a:lnTo>
                    <a:pt x="7235" y="0"/>
                  </a:lnTo>
                  <a:lnTo>
                    <a:pt x="0" y="7245"/>
                  </a:lnTo>
                  <a:lnTo>
                    <a:pt x="0" y="192329"/>
                  </a:lnTo>
                  <a:lnTo>
                    <a:pt x="7235" y="199575"/>
                  </a:lnTo>
                  <a:lnTo>
                    <a:pt x="29444" y="199575"/>
                  </a:lnTo>
                  <a:lnTo>
                    <a:pt x="38292" y="199575"/>
                  </a:lnTo>
                  <a:lnTo>
                    <a:pt x="45537" y="192329"/>
                  </a:lnTo>
                  <a:lnTo>
                    <a:pt x="45537" y="7245"/>
                  </a:lnTo>
                  <a:lnTo>
                    <a:pt x="38292" y="0"/>
                  </a:lnTo>
                  <a:close/>
                </a:path>
              </a:pathLst>
            </a:custGeom>
            <a:solidFill>
              <a:srgbClr val="F4D1A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4" name="object 514" descr=""/>
          <p:cNvPicPr/>
          <p:nvPr/>
        </p:nvPicPr>
        <p:blipFill>
          <a:blip r:embed="rId111" cstate="print"/>
          <a:stretch>
            <a:fillRect/>
          </a:stretch>
        </p:blipFill>
        <p:spPr>
          <a:xfrm>
            <a:off x="11545124" y="6650355"/>
            <a:ext cx="939579" cy="804011"/>
          </a:xfrm>
          <a:prstGeom prst="rect">
            <a:avLst/>
          </a:prstGeom>
        </p:spPr>
      </p:pic>
      <p:sp>
        <p:nvSpPr>
          <p:cNvPr id="515" name="object 515" descr=""/>
          <p:cNvSpPr/>
          <p:nvPr/>
        </p:nvSpPr>
        <p:spPr>
          <a:xfrm>
            <a:off x="1428327" y="9007335"/>
            <a:ext cx="419734" cy="430530"/>
          </a:xfrm>
          <a:custGeom>
            <a:avLst/>
            <a:gdLst/>
            <a:ahLst/>
            <a:cxnLst/>
            <a:rect l="l" t="t" r="r" b="b"/>
            <a:pathLst>
              <a:path w="419735" h="430529">
                <a:moveTo>
                  <a:pt x="371591" y="0"/>
                </a:moveTo>
                <a:lnTo>
                  <a:pt x="9487" y="37977"/>
                </a:lnTo>
                <a:lnTo>
                  <a:pt x="0" y="128022"/>
                </a:lnTo>
                <a:lnTo>
                  <a:pt x="1283" y="196791"/>
                </a:lnTo>
                <a:lnTo>
                  <a:pt x="17338" y="279163"/>
                </a:lnTo>
                <a:lnTo>
                  <a:pt x="52166" y="410018"/>
                </a:lnTo>
                <a:lnTo>
                  <a:pt x="71496" y="424729"/>
                </a:lnTo>
                <a:lnTo>
                  <a:pt x="112967" y="430352"/>
                </a:lnTo>
                <a:lnTo>
                  <a:pt x="168080" y="428737"/>
                </a:lnTo>
                <a:lnTo>
                  <a:pt x="228333" y="421733"/>
                </a:lnTo>
                <a:lnTo>
                  <a:pt x="285226" y="411189"/>
                </a:lnTo>
                <a:lnTo>
                  <a:pt x="330259" y="398954"/>
                </a:lnTo>
                <a:lnTo>
                  <a:pt x="419736" y="265698"/>
                </a:lnTo>
                <a:lnTo>
                  <a:pt x="418552" y="139456"/>
                </a:lnTo>
                <a:lnTo>
                  <a:pt x="389722" y="40206"/>
                </a:lnTo>
                <a:lnTo>
                  <a:pt x="371591" y="0"/>
                </a:lnTo>
                <a:close/>
              </a:path>
            </a:pathLst>
          </a:custGeom>
          <a:solidFill>
            <a:srgbClr val="7C482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6" name="object 516" descr=""/>
          <p:cNvGrpSpPr/>
          <p:nvPr/>
        </p:nvGrpSpPr>
        <p:grpSpPr>
          <a:xfrm>
            <a:off x="1468522" y="9250271"/>
            <a:ext cx="331470" cy="1165860"/>
            <a:chOff x="1468522" y="9250271"/>
            <a:chExt cx="331470" cy="1165860"/>
          </a:xfrm>
        </p:grpSpPr>
        <p:sp>
          <p:nvSpPr>
            <p:cNvPr id="517" name="object 517" descr=""/>
            <p:cNvSpPr/>
            <p:nvPr/>
          </p:nvSpPr>
          <p:spPr>
            <a:xfrm>
              <a:off x="1468513" y="9250280"/>
              <a:ext cx="331470" cy="1140460"/>
            </a:xfrm>
            <a:custGeom>
              <a:avLst/>
              <a:gdLst/>
              <a:ahLst/>
              <a:cxnLst/>
              <a:rect l="l" t="t" r="r" b="b"/>
              <a:pathLst>
                <a:path w="331469" h="1140459">
                  <a:moveTo>
                    <a:pt x="331343" y="853427"/>
                  </a:moveTo>
                  <a:lnTo>
                    <a:pt x="329946" y="783678"/>
                  </a:lnTo>
                  <a:lnTo>
                    <a:pt x="326796" y="733602"/>
                  </a:lnTo>
                  <a:lnTo>
                    <a:pt x="319455" y="679018"/>
                  </a:lnTo>
                  <a:lnTo>
                    <a:pt x="306451" y="601408"/>
                  </a:lnTo>
                  <a:lnTo>
                    <a:pt x="306768" y="592251"/>
                  </a:lnTo>
                  <a:lnTo>
                    <a:pt x="307454" y="543991"/>
                  </a:lnTo>
                  <a:lnTo>
                    <a:pt x="307784" y="484530"/>
                  </a:lnTo>
                  <a:lnTo>
                    <a:pt x="307708" y="420712"/>
                  </a:lnTo>
                  <a:lnTo>
                    <a:pt x="307162" y="359410"/>
                  </a:lnTo>
                  <a:lnTo>
                    <a:pt x="306095" y="307441"/>
                  </a:lnTo>
                  <a:lnTo>
                    <a:pt x="304596" y="252730"/>
                  </a:lnTo>
                  <a:lnTo>
                    <a:pt x="304101" y="207276"/>
                  </a:lnTo>
                  <a:lnTo>
                    <a:pt x="304596" y="146570"/>
                  </a:lnTo>
                  <a:lnTo>
                    <a:pt x="306095" y="46126"/>
                  </a:lnTo>
                  <a:lnTo>
                    <a:pt x="291376" y="19024"/>
                  </a:lnTo>
                  <a:lnTo>
                    <a:pt x="260743" y="4305"/>
                  </a:lnTo>
                  <a:lnTo>
                    <a:pt x="218960" y="0"/>
                  </a:lnTo>
                  <a:lnTo>
                    <a:pt x="170764" y="4152"/>
                  </a:lnTo>
                  <a:lnTo>
                    <a:pt x="120916" y="14795"/>
                  </a:lnTo>
                  <a:lnTo>
                    <a:pt x="74168" y="29972"/>
                  </a:lnTo>
                  <a:lnTo>
                    <a:pt x="35255" y="47726"/>
                  </a:lnTo>
                  <a:lnTo>
                    <a:pt x="0" y="83108"/>
                  </a:lnTo>
                  <a:lnTo>
                    <a:pt x="2794" y="106019"/>
                  </a:lnTo>
                  <a:lnTo>
                    <a:pt x="8636" y="146469"/>
                  </a:lnTo>
                  <a:lnTo>
                    <a:pt x="16941" y="200507"/>
                  </a:lnTo>
                  <a:lnTo>
                    <a:pt x="27152" y="264210"/>
                  </a:lnTo>
                  <a:lnTo>
                    <a:pt x="38684" y="333629"/>
                  </a:lnTo>
                  <a:lnTo>
                    <a:pt x="50952" y="404850"/>
                  </a:lnTo>
                  <a:lnTo>
                    <a:pt x="63398" y="473925"/>
                  </a:lnTo>
                  <a:lnTo>
                    <a:pt x="75425" y="536930"/>
                  </a:lnTo>
                  <a:lnTo>
                    <a:pt x="86461" y="589915"/>
                  </a:lnTo>
                  <a:lnTo>
                    <a:pt x="95935" y="628967"/>
                  </a:lnTo>
                  <a:lnTo>
                    <a:pt x="99720" y="639914"/>
                  </a:lnTo>
                  <a:lnTo>
                    <a:pt x="101650" y="648195"/>
                  </a:lnTo>
                  <a:lnTo>
                    <a:pt x="114287" y="719023"/>
                  </a:lnTo>
                  <a:lnTo>
                    <a:pt x="137477" y="866330"/>
                  </a:lnTo>
                  <a:lnTo>
                    <a:pt x="179489" y="1140460"/>
                  </a:lnTo>
                  <a:lnTo>
                    <a:pt x="307340" y="1129665"/>
                  </a:lnTo>
                  <a:lnTo>
                    <a:pt x="311289" y="1100074"/>
                  </a:lnTo>
                  <a:lnTo>
                    <a:pt x="319887" y="1027747"/>
                  </a:lnTo>
                  <a:lnTo>
                    <a:pt x="328206" y="937310"/>
                  </a:lnTo>
                  <a:lnTo>
                    <a:pt x="331343" y="853427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1639803" y="10361060"/>
              <a:ext cx="146685" cy="55244"/>
            </a:xfrm>
            <a:custGeom>
              <a:avLst/>
              <a:gdLst/>
              <a:ahLst/>
              <a:cxnLst/>
              <a:rect l="l" t="t" r="r" b="b"/>
              <a:pathLst>
                <a:path w="146685" h="55245">
                  <a:moveTo>
                    <a:pt x="121250" y="0"/>
                  </a:moveTo>
                  <a:lnTo>
                    <a:pt x="74591" y="2527"/>
                  </a:lnTo>
                  <a:lnTo>
                    <a:pt x="27530" y="8199"/>
                  </a:lnTo>
                  <a:lnTo>
                    <a:pt x="3045" y="14026"/>
                  </a:lnTo>
                  <a:lnTo>
                    <a:pt x="0" y="21486"/>
                  </a:lnTo>
                  <a:lnTo>
                    <a:pt x="765" y="32099"/>
                  </a:lnTo>
                  <a:lnTo>
                    <a:pt x="3607" y="42916"/>
                  </a:lnTo>
                  <a:lnTo>
                    <a:pt x="6793" y="50988"/>
                  </a:lnTo>
                  <a:lnTo>
                    <a:pt x="26204" y="54597"/>
                  </a:lnTo>
                  <a:lnTo>
                    <a:pt x="66352" y="54713"/>
                  </a:lnTo>
                  <a:lnTo>
                    <a:pt x="108456" y="52399"/>
                  </a:lnTo>
                  <a:lnTo>
                    <a:pt x="133732" y="48716"/>
                  </a:lnTo>
                  <a:lnTo>
                    <a:pt x="141846" y="45008"/>
                  </a:lnTo>
                  <a:lnTo>
                    <a:pt x="145675" y="39073"/>
                  </a:lnTo>
                  <a:lnTo>
                    <a:pt x="146232" y="26682"/>
                  </a:lnTo>
                  <a:lnTo>
                    <a:pt x="144527" y="3608"/>
                  </a:lnTo>
                  <a:lnTo>
                    <a:pt x="121250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9" name="object 519" descr=""/>
          <p:cNvSpPr/>
          <p:nvPr/>
        </p:nvSpPr>
        <p:spPr>
          <a:xfrm>
            <a:off x="1432219" y="9052369"/>
            <a:ext cx="13335" cy="23495"/>
          </a:xfrm>
          <a:custGeom>
            <a:avLst/>
            <a:gdLst/>
            <a:ahLst/>
            <a:cxnLst/>
            <a:rect l="l" t="t" r="r" b="b"/>
            <a:pathLst>
              <a:path w="13334" h="23495">
                <a:moveTo>
                  <a:pt x="6628" y="0"/>
                </a:moveTo>
                <a:lnTo>
                  <a:pt x="1659" y="3650"/>
                </a:lnTo>
                <a:lnTo>
                  <a:pt x="0" y="11680"/>
                </a:lnTo>
                <a:lnTo>
                  <a:pt x="1654" y="19710"/>
                </a:lnTo>
                <a:lnTo>
                  <a:pt x="6628" y="23360"/>
                </a:lnTo>
                <a:lnTo>
                  <a:pt x="11600" y="19710"/>
                </a:lnTo>
                <a:lnTo>
                  <a:pt x="13260" y="11680"/>
                </a:lnTo>
                <a:lnTo>
                  <a:pt x="11603" y="3650"/>
                </a:lnTo>
                <a:lnTo>
                  <a:pt x="6628" y="0"/>
                </a:lnTo>
                <a:close/>
              </a:path>
            </a:pathLst>
          </a:custGeom>
          <a:solidFill>
            <a:srgbClr val="A36C35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0" name="object 520" descr=""/>
          <p:cNvPicPr/>
          <p:nvPr/>
        </p:nvPicPr>
        <p:blipFill>
          <a:blip r:embed="rId112" cstate="print"/>
          <a:stretch>
            <a:fillRect/>
          </a:stretch>
        </p:blipFill>
        <p:spPr>
          <a:xfrm>
            <a:off x="14931184" y="7474553"/>
            <a:ext cx="1070086" cy="1157843"/>
          </a:xfrm>
          <a:prstGeom prst="rect">
            <a:avLst/>
          </a:prstGeom>
        </p:spPr>
      </p:pic>
      <p:grpSp>
        <p:nvGrpSpPr>
          <p:cNvPr id="521" name="object 521" descr=""/>
          <p:cNvGrpSpPr/>
          <p:nvPr/>
        </p:nvGrpSpPr>
        <p:grpSpPr>
          <a:xfrm>
            <a:off x="11162472" y="5594922"/>
            <a:ext cx="702310" cy="210185"/>
            <a:chOff x="11162472" y="5594922"/>
            <a:chExt cx="702310" cy="210185"/>
          </a:xfrm>
        </p:grpSpPr>
        <p:sp>
          <p:nvSpPr>
            <p:cNvPr id="522" name="object 522" descr=""/>
            <p:cNvSpPr/>
            <p:nvPr/>
          </p:nvSpPr>
          <p:spPr>
            <a:xfrm>
              <a:off x="11225255" y="5664087"/>
              <a:ext cx="564515" cy="85725"/>
            </a:xfrm>
            <a:custGeom>
              <a:avLst/>
              <a:gdLst/>
              <a:ahLst/>
              <a:cxnLst/>
              <a:rect l="l" t="t" r="r" b="b"/>
              <a:pathLst>
                <a:path w="564515" h="85725">
                  <a:moveTo>
                    <a:pt x="0" y="0"/>
                  </a:moveTo>
                  <a:lnTo>
                    <a:pt x="0" y="76688"/>
                  </a:lnTo>
                  <a:lnTo>
                    <a:pt x="130278" y="84908"/>
                  </a:lnTo>
                  <a:lnTo>
                    <a:pt x="159601" y="85255"/>
                  </a:lnTo>
                  <a:lnTo>
                    <a:pt x="188731" y="82612"/>
                  </a:lnTo>
                  <a:lnTo>
                    <a:pt x="217450" y="77036"/>
                  </a:lnTo>
                  <a:lnTo>
                    <a:pt x="245542" y="68584"/>
                  </a:lnTo>
                  <a:lnTo>
                    <a:pt x="268435" y="61190"/>
                  </a:lnTo>
                  <a:lnTo>
                    <a:pt x="277666" y="59641"/>
                  </a:lnTo>
                  <a:lnTo>
                    <a:pt x="159399" y="59641"/>
                  </a:lnTo>
                  <a:lnTo>
                    <a:pt x="132261" y="57181"/>
                  </a:lnTo>
                  <a:lnTo>
                    <a:pt x="111317" y="53210"/>
                  </a:lnTo>
                  <a:lnTo>
                    <a:pt x="102918" y="51129"/>
                  </a:lnTo>
                  <a:lnTo>
                    <a:pt x="112779" y="39422"/>
                  </a:lnTo>
                  <a:lnTo>
                    <a:pt x="123775" y="33136"/>
                  </a:lnTo>
                  <a:lnTo>
                    <a:pt x="142841" y="30127"/>
                  </a:lnTo>
                  <a:lnTo>
                    <a:pt x="176916" y="28250"/>
                  </a:lnTo>
                  <a:lnTo>
                    <a:pt x="210855" y="27644"/>
                  </a:lnTo>
                  <a:lnTo>
                    <a:pt x="344394" y="27644"/>
                  </a:lnTo>
                  <a:lnTo>
                    <a:pt x="348727" y="26660"/>
                  </a:lnTo>
                  <a:lnTo>
                    <a:pt x="564087" y="26660"/>
                  </a:lnTo>
                  <a:lnTo>
                    <a:pt x="564087" y="9392"/>
                  </a:lnTo>
                  <a:lnTo>
                    <a:pt x="282047" y="9392"/>
                  </a:lnTo>
                  <a:lnTo>
                    <a:pt x="271207" y="9298"/>
                  </a:lnTo>
                  <a:lnTo>
                    <a:pt x="0" y="0"/>
                  </a:lnTo>
                  <a:close/>
                </a:path>
                <a:path w="564515" h="85725">
                  <a:moveTo>
                    <a:pt x="395588" y="58297"/>
                  </a:moveTo>
                  <a:lnTo>
                    <a:pt x="285674" y="58297"/>
                  </a:lnTo>
                  <a:lnTo>
                    <a:pt x="301378" y="59883"/>
                  </a:lnTo>
                  <a:lnTo>
                    <a:pt x="349058" y="75593"/>
                  </a:lnTo>
                  <a:lnTo>
                    <a:pt x="379280" y="81866"/>
                  </a:lnTo>
                  <a:lnTo>
                    <a:pt x="410026" y="84801"/>
                  </a:lnTo>
                  <a:lnTo>
                    <a:pt x="440991" y="84458"/>
                  </a:lnTo>
                  <a:lnTo>
                    <a:pt x="564087" y="76688"/>
                  </a:lnTo>
                  <a:lnTo>
                    <a:pt x="564087" y="62479"/>
                  </a:lnTo>
                  <a:lnTo>
                    <a:pt x="425754" y="62479"/>
                  </a:lnTo>
                  <a:lnTo>
                    <a:pt x="410450" y="61628"/>
                  </a:lnTo>
                  <a:lnTo>
                    <a:pt x="395588" y="58297"/>
                  </a:lnTo>
                  <a:close/>
                </a:path>
                <a:path w="564515" h="85725">
                  <a:moveTo>
                    <a:pt x="564087" y="26660"/>
                  </a:moveTo>
                  <a:lnTo>
                    <a:pt x="348727" y="26660"/>
                  </a:lnTo>
                  <a:lnTo>
                    <a:pt x="366175" y="26795"/>
                  </a:lnTo>
                  <a:lnTo>
                    <a:pt x="400019" y="28250"/>
                  </a:lnTo>
                  <a:lnTo>
                    <a:pt x="436274" y="32964"/>
                  </a:lnTo>
                  <a:lnTo>
                    <a:pt x="458967" y="40702"/>
                  </a:lnTo>
                  <a:lnTo>
                    <a:pt x="470685" y="47934"/>
                  </a:lnTo>
                  <a:lnTo>
                    <a:pt x="474016" y="51129"/>
                  </a:lnTo>
                  <a:lnTo>
                    <a:pt x="444336" y="59169"/>
                  </a:lnTo>
                  <a:lnTo>
                    <a:pt x="425754" y="62479"/>
                  </a:lnTo>
                  <a:lnTo>
                    <a:pt x="564087" y="62479"/>
                  </a:lnTo>
                  <a:lnTo>
                    <a:pt x="564087" y="26660"/>
                  </a:lnTo>
                  <a:close/>
                </a:path>
                <a:path w="564515" h="85725">
                  <a:moveTo>
                    <a:pt x="344394" y="27644"/>
                  </a:moveTo>
                  <a:lnTo>
                    <a:pt x="210855" y="27644"/>
                  </a:lnTo>
                  <a:lnTo>
                    <a:pt x="228462" y="28925"/>
                  </a:lnTo>
                  <a:lnTo>
                    <a:pt x="235097" y="30709"/>
                  </a:lnTo>
                  <a:lnTo>
                    <a:pt x="186325" y="57182"/>
                  </a:lnTo>
                  <a:lnTo>
                    <a:pt x="159399" y="59641"/>
                  </a:lnTo>
                  <a:lnTo>
                    <a:pt x="277666" y="59641"/>
                  </a:lnTo>
                  <a:lnTo>
                    <a:pt x="285674" y="58297"/>
                  </a:lnTo>
                  <a:lnTo>
                    <a:pt x="395588" y="58297"/>
                  </a:lnTo>
                  <a:lnTo>
                    <a:pt x="390605" y="57181"/>
                  </a:lnTo>
                  <a:lnTo>
                    <a:pt x="368915" y="49780"/>
                  </a:lnTo>
                  <a:lnTo>
                    <a:pt x="353346" y="41369"/>
                  </a:lnTo>
                  <a:lnTo>
                    <a:pt x="343959" y="34471"/>
                  </a:lnTo>
                  <a:lnTo>
                    <a:pt x="340816" y="31611"/>
                  </a:lnTo>
                  <a:lnTo>
                    <a:pt x="342124" y="28160"/>
                  </a:lnTo>
                  <a:lnTo>
                    <a:pt x="344394" y="27644"/>
                  </a:lnTo>
                  <a:close/>
                </a:path>
                <a:path w="564515" h="85725">
                  <a:moveTo>
                    <a:pt x="564087" y="0"/>
                  </a:moveTo>
                  <a:lnTo>
                    <a:pt x="292885" y="9298"/>
                  </a:lnTo>
                  <a:lnTo>
                    <a:pt x="282047" y="9392"/>
                  </a:lnTo>
                  <a:lnTo>
                    <a:pt x="564087" y="9392"/>
                  </a:lnTo>
                  <a:lnTo>
                    <a:pt x="564087" y="0"/>
                  </a:lnTo>
                  <a:close/>
                </a:path>
              </a:pathLst>
            </a:custGeom>
            <a:solidFill>
              <a:srgbClr val="E2DA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3" name="object 523" descr=""/>
            <p:cNvSpPr/>
            <p:nvPr/>
          </p:nvSpPr>
          <p:spPr>
            <a:xfrm>
              <a:off x="11162472" y="5600306"/>
              <a:ext cx="122555" cy="204470"/>
            </a:xfrm>
            <a:custGeom>
              <a:avLst/>
              <a:gdLst/>
              <a:ahLst/>
              <a:cxnLst/>
              <a:rect l="l" t="t" r="r" b="b"/>
              <a:pathLst>
                <a:path w="122554" h="204470">
                  <a:moveTo>
                    <a:pt x="68144" y="0"/>
                  </a:moveTo>
                  <a:lnTo>
                    <a:pt x="53956" y="0"/>
                  </a:lnTo>
                  <a:lnTo>
                    <a:pt x="33006" y="4257"/>
                  </a:lnTo>
                  <a:lnTo>
                    <a:pt x="15850" y="15848"/>
                  </a:lnTo>
                  <a:lnTo>
                    <a:pt x="4257" y="33002"/>
                  </a:lnTo>
                  <a:lnTo>
                    <a:pt x="0" y="53946"/>
                  </a:lnTo>
                  <a:lnTo>
                    <a:pt x="0" y="150309"/>
                  </a:lnTo>
                  <a:lnTo>
                    <a:pt x="4257" y="171257"/>
                  </a:lnTo>
                  <a:lnTo>
                    <a:pt x="15850" y="188410"/>
                  </a:lnTo>
                  <a:lnTo>
                    <a:pt x="33006" y="199999"/>
                  </a:lnTo>
                  <a:lnTo>
                    <a:pt x="53956" y="204255"/>
                  </a:lnTo>
                  <a:lnTo>
                    <a:pt x="68144" y="204255"/>
                  </a:lnTo>
                  <a:lnTo>
                    <a:pt x="89094" y="199999"/>
                  </a:lnTo>
                  <a:lnTo>
                    <a:pt x="106250" y="188410"/>
                  </a:lnTo>
                  <a:lnTo>
                    <a:pt x="117843" y="171257"/>
                  </a:lnTo>
                  <a:lnTo>
                    <a:pt x="122100" y="150309"/>
                  </a:lnTo>
                  <a:lnTo>
                    <a:pt x="122100" y="53946"/>
                  </a:lnTo>
                  <a:lnTo>
                    <a:pt x="117843" y="33002"/>
                  </a:lnTo>
                  <a:lnTo>
                    <a:pt x="106250" y="15848"/>
                  </a:lnTo>
                  <a:lnTo>
                    <a:pt x="89094" y="4257"/>
                  </a:lnTo>
                  <a:lnTo>
                    <a:pt x="68144" y="0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4" name="object 524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11730444" y="5594922"/>
              <a:ext cx="134133" cy="209639"/>
            </a:xfrm>
            <a:prstGeom prst="rect">
              <a:avLst/>
            </a:prstGeom>
          </p:spPr>
        </p:pic>
        <p:sp>
          <p:nvSpPr>
            <p:cNvPr id="525" name="object 525" descr=""/>
            <p:cNvSpPr/>
            <p:nvPr/>
          </p:nvSpPr>
          <p:spPr>
            <a:xfrm>
              <a:off x="11183843" y="5594922"/>
              <a:ext cx="113664" cy="107950"/>
            </a:xfrm>
            <a:custGeom>
              <a:avLst/>
              <a:gdLst/>
              <a:ahLst/>
              <a:cxnLst/>
              <a:rect l="l" t="t" r="r" b="b"/>
              <a:pathLst>
                <a:path w="113665" h="107950">
                  <a:moveTo>
                    <a:pt x="18449" y="0"/>
                  </a:moveTo>
                  <a:lnTo>
                    <a:pt x="0" y="0"/>
                  </a:lnTo>
                  <a:lnTo>
                    <a:pt x="0" y="107504"/>
                  </a:lnTo>
                  <a:lnTo>
                    <a:pt x="113462" y="107504"/>
                  </a:lnTo>
                  <a:lnTo>
                    <a:pt x="113462" y="95012"/>
                  </a:lnTo>
                  <a:lnTo>
                    <a:pt x="105995" y="58031"/>
                  </a:lnTo>
                  <a:lnTo>
                    <a:pt x="85632" y="27830"/>
                  </a:lnTo>
                  <a:lnTo>
                    <a:pt x="55431" y="7467"/>
                  </a:lnTo>
                  <a:lnTo>
                    <a:pt x="18449" y="0"/>
                  </a:lnTo>
                  <a:close/>
                </a:path>
              </a:pathLst>
            </a:custGeom>
            <a:solidFill>
              <a:srgbClr val="E6DF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6" name="object 526" descr=""/>
            <p:cNvSpPr/>
            <p:nvPr/>
          </p:nvSpPr>
          <p:spPr>
            <a:xfrm>
              <a:off x="11313236" y="5666669"/>
              <a:ext cx="388620" cy="10795"/>
            </a:xfrm>
            <a:custGeom>
              <a:avLst/>
              <a:gdLst/>
              <a:ahLst/>
              <a:cxnLst/>
              <a:rect l="l" t="t" r="r" b="b"/>
              <a:pathLst>
                <a:path w="388620" h="10795">
                  <a:moveTo>
                    <a:pt x="140804" y="0"/>
                  </a:moveTo>
                  <a:lnTo>
                    <a:pt x="0" y="0"/>
                  </a:lnTo>
                  <a:lnTo>
                    <a:pt x="0" y="10325"/>
                  </a:lnTo>
                  <a:lnTo>
                    <a:pt x="140804" y="10325"/>
                  </a:lnTo>
                  <a:lnTo>
                    <a:pt x="140804" y="0"/>
                  </a:lnTo>
                  <a:close/>
                </a:path>
                <a:path w="388620" h="10795">
                  <a:moveTo>
                    <a:pt x="388124" y="0"/>
                  </a:moveTo>
                  <a:lnTo>
                    <a:pt x="247307" y="0"/>
                  </a:lnTo>
                  <a:lnTo>
                    <a:pt x="247307" y="10325"/>
                  </a:lnTo>
                  <a:lnTo>
                    <a:pt x="388124" y="10325"/>
                  </a:lnTo>
                  <a:lnTo>
                    <a:pt x="388124" y="0"/>
                  </a:lnTo>
                  <a:close/>
                </a:path>
              </a:pathLst>
            </a:custGeom>
            <a:solidFill>
              <a:srgbClr val="2A34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7" name="object 527" descr=""/>
          <p:cNvGrpSpPr/>
          <p:nvPr/>
        </p:nvGrpSpPr>
        <p:grpSpPr>
          <a:xfrm>
            <a:off x="11358073" y="5889797"/>
            <a:ext cx="318770" cy="191770"/>
            <a:chOff x="11358073" y="5889797"/>
            <a:chExt cx="318770" cy="191770"/>
          </a:xfrm>
        </p:grpSpPr>
        <p:sp>
          <p:nvSpPr>
            <p:cNvPr id="528" name="object 528" descr=""/>
            <p:cNvSpPr/>
            <p:nvPr/>
          </p:nvSpPr>
          <p:spPr>
            <a:xfrm>
              <a:off x="11358073" y="5932355"/>
              <a:ext cx="318770" cy="74295"/>
            </a:xfrm>
            <a:custGeom>
              <a:avLst/>
              <a:gdLst/>
              <a:ahLst/>
              <a:cxnLst/>
              <a:rect l="l" t="t" r="r" b="b"/>
              <a:pathLst>
                <a:path w="318770" h="74295">
                  <a:moveTo>
                    <a:pt x="281446" y="0"/>
                  </a:moveTo>
                  <a:lnTo>
                    <a:pt x="37004" y="0"/>
                  </a:lnTo>
                  <a:lnTo>
                    <a:pt x="22634" y="2921"/>
                  </a:lnTo>
                  <a:lnTo>
                    <a:pt x="10868" y="10874"/>
                  </a:lnTo>
                  <a:lnTo>
                    <a:pt x="2919" y="22643"/>
                  </a:lnTo>
                  <a:lnTo>
                    <a:pt x="0" y="37014"/>
                  </a:lnTo>
                  <a:lnTo>
                    <a:pt x="2919" y="51385"/>
                  </a:lnTo>
                  <a:lnTo>
                    <a:pt x="10868" y="63155"/>
                  </a:lnTo>
                  <a:lnTo>
                    <a:pt x="22634" y="71108"/>
                  </a:lnTo>
                  <a:lnTo>
                    <a:pt x="37004" y="74029"/>
                  </a:lnTo>
                  <a:lnTo>
                    <a:pt x="281446" y="74029"/>
                  </a:lnTo>
                  <a:lnTo>
                    <a:pt x="295817" y="71108"/>
                  </a:lnTo>
                  <a:lnTo>
                    <a:pt x="307587" y="63155"/>
                  </a:lnTo>
                  <a:lnTo>
                    <a:pt x="315540" y="51385"/>
                  </a:lnTo>
                  <a:lnTo>
                    <a:pt x="318461" y="37014"/>
                  </a:lnTo>
                  <a:lnTo>
                    <a:pt x="315540" y="22643"/>
                  </a:lnTo>
                  <a:lnTo>
                    <a:pt x="307587" y="10874"/>
                  </a:lnTo>
                  <a:lnTo>
                    <a:pt x="295817" y="2921"/>
                  </a:lnTo>
                  <a:lnTo>
                    <a:pt x="281446" y="0"/>
                  </a:lnTo>
                  <a:close/>
                </a:path>
              </a:pathLst>
            </a:custGeom>
            <a:solidFill>
              <a:srgbClr val="E2DAD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9" name="object 529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11420126" y="5889797"/>
              <a:ext cx="201260" cy="191536"/>
            </a:xfrm>
            <a:prstGeom prst="rect">
              <a:avLst/>
            </a:prstGeom>
          </p:spPr>
        </p:pic>
      </p:grpSp>
      <p:pic>
        <p:nvPicPr>
          <p:cNvPr id="530" name="object 530" descr=""/>
          <p:cNvPicPr/>
          <p:nvPr/>
        </p:nvPicPr>
        <p:blipFill>
          <a:blip r:embed="rId115" cstate="print"/>
          <a:stretch>
            <a:fillRect/>
          </a:stretch>
        </p:blipFill>
        <p:spPr>
          <a:xfrm>
            <a:off x="12140752" y="3504565"/>
            <a:ext cx="2114308" cy="1245249"/>
          </a:xfrm>
          <a:prstGeom prst="rect">
            <a:avLst/>
          </a:prstGeom>
        </p:spPr>
      </p:pic>
      <p:sp>
        <p:nvSpPr>
          <p:cNvPr id="531" name="object 531" descr=""/>
          <p:cNvSpPr/>
          <p:nvPr/>
        </p:nvSpPr>
        <p:spPr>
          <a:xfrm>
            <a:off x="12906441" y="6773685"/>
            <a:ext cx="63500" cy="314960"/>
          </a:xfrm>
          <a:custGeom>
            <a:avLst/>
            <a:gdLst/>
            <a:ahLst/>
            <a:cxnLst/>
            <a:rect l="l" t="t" r="r" b="b"/>
            <a:pathLst>
              <a:path w="63500" h="314959">
                <a:moveTo>
                  <a:pt x="21360" y="0"/>
                </a:moveTo>
                <a:lnTo>
                  <a:pt x="0" y="309226"/>
                </a:lnTo>
                <a:lnTo>
                  <a:pt x="47537" y="314807"/>
                </a:lnTo>
                <a:lnTo>
                  <a:pt x="63401" y="19025"/>
                </a:lnTo>
                <a:lnTo>
                  <a:pt x="21360" y="0"/>
                </a:lnTo>
                <a:close/>
              </a:path>
            </a:pathLst>
          </a:custGeom>
          <a:solidFill>
            <a:srgbClr val="1077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2" name="object 532" descr=""/>
          <p:cNvSpPr/>
          <p:nvPr/>
        </p:nvSpPr>
        <p:spPr>
          <a:xfrm>
            <a:off x="12667680" y="6769393"/>
            <a:ext cx="63500" cy="360680"/>
          </a:xfrm>
          <a:custGeom>
            <a:avLst/>
            <a:gdLst/>
            <a:ahLst/>
            <a:cxnLst/>
            <a:rect l="l" t="t" r="r" b="b"/>
            <a:pathLst>
              <a:path w="63500" h="360679">
                <a:moveTo>
                  <a:pt x="42040" y="0"/>
                </a:moveTo>
                <a:lnTo>
                  <a:pt x="0" y="21779"/>
                </a:lnTo>
                <a:lnTo>
                  <a:pt x="15863" y="360617"/>
                </a:lnTo>
                <a:lnTo>
                  <a:pt x="63401" y="354240"/>
                </a:lnTo>
                <a:lnTo>
                  <a:pt x="42040" y="0"/>
                </a:lnTo>
                <a:close/>
              </a:path>
            </a:pathLst>
          </a:custGeom>
          <a:solidFill>
            <a:srgbClr val="1077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3" name="object 533" descr=""/>
          <p:cNvSpPr/>
          <p:nvPr/>
        </p:nvSpPr>
        <p:spPr>
          <a:xfrm>
            <a:off x="12920037" y="6778371"/>
            <a:ext cx="37465" cy="309245"/>
          </a:xfrm>
          <a:custGeom>
            <a:avLst/>
            <a:gdLst/>
            <a:ahLst/>
            <a:cxnLst/>
            <a:rect l="l" t="t" r="r" b="b"/>
            <a:pathLst>
              <a:path w="37465" h="309245">
                <a:moveTo>
                  <a:pt x="18104" y="0"/>
                </a:moveTo>
                <a:lnTo>
                  <a:pt x="0" y="306137"/>
                </a:lnTo>
                <a:lnTo>
                  <a:pt x="22920" y="308828"/>
                </a:lnTo>
                <a:lnTo>
                  <a:pt x="37150" y="8617"/>
                </a:lnTo>
                <a:lnTo>
                  <a:pt x="18104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4" name="object 534" descr=""/>
          <p:cNvSpPr/>
          <p:nvPr/>
        </p:nvSpPr>
        <p:spPr>
          <a:xfrm>
            <a:off x="12678395" y="6776005"/>
            <a:ext cx="37465" cy="351155"/>
          </a:xfrm>
          <a:custGeom>
            <a:avLst/>
            <a:gdLst/>
            <a:ahLst/>
            <a:cxnLst/>
            <a:rect l="l" t="t" r="r" b="b"/>
            <a:pathLst>
              <a:path w="37465" h="351154">
                <a:moveTo>
                  <a:pt x="19046" y="0"/>
                </a:moveTo>
                <a:lnTo>
                  <a:pt x="0" y="9769"/>
                </a:lnTo>
                <a:lnTo>
                  <a:pt x="14229" y="350596"/>
                </a:lnTo>
                <a:lnTo>
                  <a:pt x="37150" y="347539"/>
                </a:lnTo>
                <a:lnTo>
                  <a:pt x="19046" y="0"/>
                </a:lnTo>
                <a:close/>
              </a:path>
            </a:pathLst>
          </a:custGeom>
          <a:solidFill>
            <a:srgbClr val="66C4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5" name="object 535" descr=""/>
          <p:cNvGrpSpPr/>
          <p:nvPr/>
        </p:nvGrpSpPr>
        <p:grpSpPr>
          <a:xfrm>
            <a:off x="12628915" y="6889285"/>
            <a:ext cx="403225" cy="575310"/>
            <a:chOff x="12628915" y="6889285"/>
            <a:chExt cx="403225" cy="575310"/>
          </a:xfrm>
        </p:grpSpPr>
        <p:pic>
          <p:nvPicPr>
            <p:cNvPr id="536" name="object 536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12772432" y="6889285"/>
              <a:ext cx="106208" cy="95496"/>
            </a:xfrm>
            <a:prstGeom prst="rect">
              <a:avLst/>
            </a:prstGeom>
          </p:spPr>
        </p:pic>
        <p:sp>
          <p:nvSpPr>
            <p:cNvPr id="537" name="object 537" descr=""/>
            <p:cNvSpPr/>
            <p:nvPr/>
          </p:nvSpPr>
          <p:spPr>
            <a:xfrm>
              <a:off x="12660919" y="6969464"/>
              <a:ext cx="335280" cy="488950"/>
            </a:xfrm>
            <a:custGeom>
              <a:avLst/>
              <a:gdLst/>
              <a:ahLst/>
              <a:cxnLst/>
              <a:rect l="l" t="t" r="r" b="b"/>
              <a:pathLst>
                <a:path w="335279" h="488950">
                  <a:moveTo>
                    <a:pt x="235033" y="0"/>
                  </a:moveTo>
                  <a:lnTo>
                    <a:pt x="177538" y="1140"/>
                  </a:lnTo>
                  <a:lnTo>
                    <a:pt x="67564" y="4808"/>
                  </a:lnTo>
                  <a:lnTo>
                    <a:pt x="37595" y="101965"/>
                  </a:lnTo>
                  <a:lnTo>
                    <a:pt x="16071" y="177281"/>
                  </a:lnTo>
                  <a:lnTo>
                    <a:pt x="4352" y="229419"/>
                  </a:lnTo>
                  <a:lnTo>
                    <a:pt x="0" y="323942"/>
                  </a:lnTo>
                  <a:lnTo>
                    <a:pt x="1107" y="391156"/>
                  </a:lnTo>
                  <a:lnTo>
                    <a:pt x="7818" y="448584"/>
                  </a:lnTo>
                  <a:lnTo>
                    <a:pt x="22697" y="478909"/>
                  </a:lnTo>
                  <a:lnTo>
                    <a:pt x="56051" y="485792"/>
                  </a:lnTo>
                  <a:lnTo>
                    <a:pt x="114182" y="488351"/>
                  </a:lnTo>
                  <a:lnTo>
                    <a:pt x="183727" y="486985"/>
                  </a:lnTo>
                  <a:lnTo>
                    <a:pt x="251323" y="482091"/>
                  </a:lnTo>
                  <a:lnTo>
                    <a:pt x="303609" y="474070"/>
                  </a:lnTo>
                  <a:lnTo>
                    <a:pt x="332509" y="429367"/>
                  </a:lnTo>
                  <a:lnTo>
                    <a:pt x="334874" y="371990"/>
                  </a:lnTo>
                  <a:lnTo>
                    <a:pt x="334686" y="306733"/>
                  </a:lnTo>
                  <a:lnTo>
                    <a:pt x="332319" y="249138"/>
                  </a:lnTo>
                  <a:lnTo>
                    <a:pt x="298562" y="101919"/>
                  </a:lnTo>
                  <a:lnTo>
                    <a:pt x="280158" y="37251"/>
                  </a:lnTo>
                  <a:lnTo>
                    <a:pt x="258803" y="1463"/>
                  </a:lnTo>
                  <a:lnTo>
                    <a:pt x="235033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8" name="object 538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12663913" y="6974273"/>
              <a:ext cx="64570" cy="243866"/>
            </a:xfrm>
            <a:prstGeom prst="rect">
              <a:avLst/>
            </a:prstGeom>
          </p:spPr>
        </p:pic>
        <p:pic>
          <p:nvPicPr>
            <p:cNvPr id="539" name="object 539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12724888" y="7091019"/>
              <a:ext cx="218883" cy="373433"/>
            </a:xfrm>
            <a:prstGeom prst="rect">
              <a:avLst/>
            </a:prstGeom>
          </p:spPr>
        </p:pic>
        <p:sp>
          <p:nvSpPr>
            <p:cNvPr id="540" name="object 540" descr=""/>
            <p:cNvSpPr/>
            <p:nvPr/>
          </p:nvSpPr>
          <p:spPr>
            <a:xfrm>
              <a:off x="12826023" y="7091123"/>
              <a:ext cx="17780" cy="294640"/>
            </a:xfrm>
            <a:custGeom>
              <a:avLst/>
              <a:gdLst/>
              <a:ahLst/>
              <a:cxnLst/>
              <a:rect l="l" t="t" r="r" b="b"/>
              <a:pathLst>
                <a:path w="17779" h="294640">
                  <a:moveTo>
                    <a:pt x="4523" y="0"/>
                  </a:moveTo>
                  <a:lnTo>
                    <a:pt x="3473" y="17312"/>
                  </a:lnTo>
                  <a:lnTo>
                    <a:pt x="1464" y="59377"/>
                  </a:lnTo>
                  <a:lnTo>
                    <a:pt x="66" y="113650"/>
                  </a:lnTo>
                  <a:lnTo>
                    <a:pt x="848" y="167586"/>
                  </a:lnTo>
                  <a:lnTo>
                    <a:pt x="2051" y="214736"/>
                  </a:lnTo>
                  <a:lnTo>
                    <a:pt x="1621" y="254805"/>
                  </a:lnTo>
                  <a:lnTo>
                    <a:pt x="593" y="282735"/>
                  </a:lnTo>
                  <a:lnTo>
                    <a:pt x="0" y="293467"/>
                  </a:lnTo>
                  <a:lnTo>
                    <a:pt x="12701" y="294326"/>
                  </a:lnTo>
                  <a:lnTo>
                    <a:pt x="13302" y="283470"/>
                  </a:lnTo>
                  <a:lnTo>
                    <a:pt x="14343" y="255212"/>
                  </a:lnTo>
                  <a:lnTo>
                    <a:pt x="14778" y="214671"/>
                  </a:lnTo>
                  <a:lnTo>
                    <a:pt x="13559" y="166968"/>
                  </a:lnTo>
                  <a:lnTo>
                    <a:pt x="12792" y="113583"/>
                  </a:lnTo>
                  <a:lnTo>
                    <a:pt x="14182" y="59786"/>
                  </a:lnTo>
                  <a:lnTo>
                    <a:pt x="16177" y="18055"/>
                  </a:lnTo>
                  <a:lnTo>
                    <a:pt x="17224" y="869"/>
                  </a:lnTo>
                  <a:lnTo>
                    <a:pt x="4523" y="0"/>
                  </a:lnTo>
                  <a:close/>
                </a:path>
              </a:pathLst>
            </a:custGeom>
            <a:solidFill>
              <a:srgbClr val="1077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1" name="object 541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12628915" y="6969176"/>
              <a:ext cx="403055" cy="466591"/>
            </a:xfrm>
            <a:prstGeom prst="rect">
              <a:avLst/>
            </a:prstGeom>
          </p:spPr>
        </p:pic>
        <p:sp>
          <p:nvSpPr>
            <p:cNvPr id="542" name="object 542" descr=""/>
            <p:cNvSpPr/>
            <p:nvPr/>
          </p:nvSpPr>
          <p:spPr>
            <a:xfrm>
              <a:off x="12743917" y="6968432"/>
              <a:ext cx="162560" cy="283210"/>
            </a:xfrm>
            <a:custGeom>
              <a:avLst/>
              <a:gdLst/>
              <a:ahLst/>
              <a:cxnLst/>
              <a:rect l="l" t="t" r="r" b="b"/>
              <a:pathLst>
                <a:path w="162559" h="283209">
                  <a:moveTo>
                    <a:pt x="22707" y="0"/>
                  </a:moveTo>
                  <a:lnTo>
                    <a:pt x="0" y="0"/>
                  </a:lnTo>
                  <a:lnTo>
                    <a:pt x="0" y="278130"/>
                  </a:lnTo>
                  <a:lnTo>
                    <a:pt x="22707" y="278130"/>
                  </a:lnTo>
                  <a:lnTo>
                    <a:pt x="22707" y="0"/>
                  </a:lnTo>
                  <a:close/>
                </a:path>
                <a:path w="162559" h="283209">
                  <a:moveTo>
                    <a:pt x="162013" y="0"/>
                  </a:moveTo>
                  <a:lnTo>
                    <a:pt x="139306" y="0"/>
                  </a:lnTo>
                  <a:lnTo>
                    <a:pt x="139306" y="278130"/>
                  </a:lnTo>
                  <a:lnTo>
                    <a:pt x="141655" y="278130"/>
                  </a:lnTo>
                  <a:lnTo>
                    <a:pt x="141655" y="283210"/>
                  </a:lnTo>
                  <a:lnTo>
                    <a:pt x="159677" y="283210"/>
                  </a:lnTo>
                  <a:lnTo>
                    <a:pt x="159677" y="278130"/>
                  </a:lnTo>
                  <a:lnTo>
                    <a:pt x="162013" y="278130"/>
                  </a:lnTo>
                  <a:lnTo>
                    <a:pt x="162013" y="0"/>
                  </a:lnTo>
                  <a:close/>
                </a:path>
              </a:pathLst>
            </a:custGeom>
            <a:solidFill>
              <a:srgbClr val="1077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3" name="object 543" descr=""/>
            <p:cNvSpPr/>
            <p:nvPr/>
          </p:nvSpPr>
          <p:spPr>
            <a:xfrm>
              <a:off x="12729032" y="7161853"/>
              <a:ext cx="188595" cy="36830"/>
            </a:xfrm>
            <a:custGeom>
              <a:avLst/>
              <a:gdLst/>
              <a:ahLst/>
              <a:cxnLst/>
              <a:rect l="l" t="t" r="r" b="b"/>
              <a:pathLst>
                <a:path w="188595" h="36829">
                  <a:moveTo>
                    <a:pt x="47294" y="24841"/>
                  </a:moveTo>
                  <a:lnTo>
                    <a:pt x="46050" y="16065"/>
                  </a:lnTo>
                  <a:lnTo>
                    <a:pt x="41833" y="7594"/>
                  </a:lnTo>
                  <a:lnTo>
                    <a:pt x="37744" y="2540"/>
                  </a:lnTo>
                  <a:lnTo>
                    <a:pt x="31648" y="0"/>
                  </a:lnTo>
                  <a:lnTo>
                    <a:pt x="23685" y="0"/>
                  </a:lnTo>
                  <a:lnTo>
                    <a:pt x="0" y="34950"/>
                  </a:lnTo>
                  <a:lnTo>
                    <a:pt x="3187" y="36779"/>
                  </a:lnTo>
                  <a:lnTo>
                    <a:pt x="4559" y="34391"/>
                  </a:lnTo>
                  <a:lnTo>
                    <a:pt x="7200" y="33667"/>
                  </a:lnTo>
                  <a:lnTo>
                    <a:pt x="6845" y="31978"/>
                  </a:lnTo>
                  <a:lnTo>
                    <a:pt x="6019" y="18211"/>
                  </a:lnTo>
                  <a:lnTo>
                    <a:pt x="15024" y="7175"/>
                  </a:lnTo>
                  <a:lnTo>
                    <a:pt x="18719" y="5511"/>
                  </a:lnTo>
                  <a:lnTo>
                    <a:pt x="29895" y="5499"/>
                  </a:lnTo>
                  <a:lnTo>
                    <a:pt x="34556" y="7366"/>
                  </a:lnTo>
                  <a:lnTo>
                    <a:pt x="44132" y="19151"/>
                  </a:lnTo>
                  <a:lnTo>
                    <a:pt x="41084" y="33820"/>
                  </a:lnTo>
                  <a:lnTo>
                    <a:pt x="46469" y="34988"/>
                  </a:lnTo>
                  <a:lnTo>
                    <a:pt x="46964" y="31838"/>
                  </a:lnTo>
                  <a:lnTo>
                    <a:pt x="47294" y="24841"/>
                  </a:lnTo>
                  <a:close/>
                </a:path>
                <a:path w="188595" h="36829">
                  <a:moveTo>
                    <a:pt x="188455" y="24841"/>
                  </a:moveTo>
                  <a:lnTo>
                    <a:pt x="187210" y="16065"/>
                  </a:lnTo>
                  <a:lnTo>
                    <a:pt x="182981" y="7594"/>
                  </a:lnTo>
                  <a:lnTo>
                    <a:pt x="178904" y="2540"/>
                  </a:lnTo>
                  <a:lnTo>
                    <a:pt x="172796" y="0"/>
                  </a:lnTo>
                  <a:lnTo>
                    <a:pt x="164833" y="0"/>
                  </a:lnTo>
                  <a:lnTo>
                    <a:pt x="141147" y="34950"/>
                  </a:lnTo>
                  <a:lnTo>
                    <a:pt x="144335" y="36779"/>
                  </a:lnTo>
                  <a:lnTo>
                    <a:pt x="145707" y="34391"/>
                  </a:lnTo>
                  <a:lnTo>
                    <a:pt x="148348" y="33667"/>
                  </a:lnTo>
                  <a:lnTo>
                    <a:pt x="148005" y="31978"/>
                  </a:lnTo>
                  <a:lnTo>
                    <a:pt x="147180" y="18211"/>
                  </a:lnTo>
                  <a:lnTo>
                    <a:pt x="156184" y="7175"/>
                  </a:lnTo>
                  <a:lnTo>
                    <a:pt x="159867" y="5511"/>
                  </a:lnTo>
                  <a:lnTo>
                    <a:pt x="171043" y="5499"/>
                  </a:lnTo>
                  <a:lnTo>
                    <a:pt x="175717" y="7366"/>
                  </a:lnTo>
                  <a:lnTo>
                    <a:pt x="185293" y="19151"/>
                  </a:lnTo>
                  <a:lnTo>
                    <a:pt x="182245" y="33820"/>
                  </a:lnTo>
                  <a:lnTo>
                    <a:pt x="187617" y="34988"/>
                  </a:lnTo>
                  <a:lnTo>
                    <a:pt x="188125" y="31838"/>
                  </a:lnTo>
                  <a:lnTo>
                    <a:pt x="188455" y="24841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4" name="object 544" descr=""/>
            <p:cNvSpPr/>
            <p:nvPr/>
          </p:nvSpPr>
          <p:spPr>
            <a:xfrm>
              <a:off x="12728473" y="7066578"/>
              <a:ext cx="190500" cy="313690"/>
            </a:xfrm>
            <a:custGeom>
              <a:avLst/>
              <a:gdLst/>
              <a:ahLst/>
              <a:cxnLst/>
              <a:rect l="l" t="t" r="r" b="b"/>
              <a:pathLst>
                <a:path w="190500" h="313690">
                  <a:moveTo>
                    <a:pt x="48158" y="123825"/>
                  </a:moveTo>
                  <a:lnTo>
                    <a:pt x="0" y="123825"/>
                  </a:lnTo>
                  <a:lnTo>
                    <a:pt x="0" y="139636"/>
                  </a:lnTo>
                  <a:lnTo>
                    <a:pt x="48158" y="139636"/>
                  </a:lnTo>
                  <a:lnTo>
                    <a:pt x="48158" y="123825"/>
                  </a:lnTo>
                  <a:close/>
                </a:path>
                <a:path w="190500" h="313690">
                  <a:moveTo>
                    <a:pt x="53276" y="0"/>
                  </a:moveTo>
                  <a:lnTo>
                    <a:pt x="5118" y="0"/>
                  </a:lnTo>
                  <a:lnTo>
                    <a:pt x="5118" y="15824"/>
                  </a:lnTo>
                  <a:lnTo>
                    <a:pt x="53276" y="15824"/>
                  </a:lnTo>
                  <a:lnTo>
                    <a:pt x="53276" y="0"/>
                  </a:lnTo>
                  <a:close/>
                </a:path>
                <a:path w="190500" h="313690">
                  <a:moveTo>
                    <a:pt x="96088" y="247637"/>
                  </a:moveTo>
                  <a:lnTo>
                    <a:pt x="95529" y="234416"/>
                  </a:lnTo>
                  <a:lnTo>
                    <a:pt x="92151" y="230708"/>
                  </a:lnTo>
                  <a:lnTo>
                    <a:pt x="78105" y="226999"/>
                  </a:lnTo>
                  <a:lnTo>
                    <a:pt x="77355" y="230098"/>
                  </a:lnTo>
                  <a:lnTo>
                    <a:pt x="77927" y="241033"/>
                  </a:lnTo>
                  <a:lnTo>
                    <a:pt x="81292" y="248043"/>
                  </a:lnTo>
                  <a:lnTo>
                    <a:pt x="95719" y="250507"/>
                  </a:lnTo>
                  <a:lnTo>
                    <a:pt x="96088" y="247637"/>
                  </a:lnTo>
                  <a:close/>
                </a:path>
                <a:path w="190500" h="313690">
                  <a:moveTo>
                    <a:pt x="113334" y="310692"/>
                  </a:moveTo>
                  <a:lnTo>
                    <a:pt x="112776" y="297497"/>
                  </a:lnTo>
                  <a:lnTo>
                    <a:pt x="109397" y="293776"/>
                  </a:lnTo>
                  <a:lnTo>
                    <a:pt x="95351" y="290068"/>
                  </a:lnTo>
                  <a:lnTo>
                    <a:pt x="94602" y="293154"/>
                  </a:lnTo>
                  <a:lnTo>
                    <a:pt x="95173" y="304088"/>
                  </a:lnTo>
                  <a:lnTo>
                    <a:pt x="98539" y="311111"/>
                  </a:lnTo>
                  <a:lnTo>
                    <a:pt x="112966" y="313575"/>
                  </a:lnTo>
                  <a:lnTo>
                    <a:pt x="113334" y="310692"/>
                  </a:lnTo>
                  <a:close/>
                </a:path>
                <a:path w="190500" h="313690">
                  <a:moveTo>
                    <a:pt x="190182" y="123825"/>
                  </a:moveTo>
                  <a:lnTo>
                    <a:pt x="142024" y="123825"/>
                  </a:lnTo>
                  <a:lnTo>
                    <a:pt x="142024" y="139636"/>
                  </a:lnTo>
                  <a:lnTo>
                    <a:pt x="190182" y="139636"/>
                  </a:lnTo>
                  <a:lnTo>
                    <a:pt x="190182" y="123825"/>
                  </a:lnTo>
                  <a:close/>
                </a:path>
                <a:path w="190500" h="313690">
                  <a:moveTo>
                    <a:pt x="190182" y="0"/>
                  </a:moveTo>
                  <a:lnTo>
                    <a:pt x="142024" y="0"/>
                  </a:lnTo>
                  <a:lnTo>
                    <a:pt x="142024" y="15824"/>
                  </a:lnTo>
                  <a:lnTo>
                    <a:pt x="190182" y="15824"/>
                  </a:lnTo>
                  <a:lnTo>
                    <a:pt x="190182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5" name="object 545" descr=""/>
            <p:cNvSpPr/>
            <p:nvPr/>
          </p:nvSpPr>
          <p:spPr>
            <a:xfrm>
              <a:off x="12750800" y="7158411"/>
              <a:ext cx="147320" cy="16510"/>
            </a:xfrm>
            <a:custGeom>
              <a:avLst/>
              <a:gdLst/>
              <a:ahLst/>
              <a:cxnLst/>
              <a:rect l="l" t="t" r="r" b="b"/>
              <a:pathLst>
                <a:path w="147320" h="16509">
                  <a:moveTo>
                    <a:pt x="6883" y="0"/>
                  </a:moveTo>
                  <a:lnTo>
                    <a:pt x="0" y="0"/>
                  </a:lnTo>
                  <a:lnTo>
                    <a:pt x="0" y="16002"/>
                  </a:lnTo>
                  <a:lnTo>
                    <a:pt x="6883" y="16002"/>
                  </a:lnTo>
                  <a:lnTo>
                    <a:pt x="6883" y="0"/>
                  </a:lnTo>
                  <a:close/>
                </a:path>
                <a:path w="147320" h="16509">
                  <a:moveTo>
                    <a:pt x="147218" y="0"/>
                  </a:moveTo>
                  <a:lnTo>
                    <a:pt x="140335" y="0"/>
                  </a:lnTo>
                  <a:lnTo>
                    <a:pt x="140335" y="16002"/>
                  </a:lnTo>
                  <a:lnTo>
                    <a:pt x="147218" y="16002"/>
                  </a:lnTo>
                  <a:lnTo>
                    <a:pt x="147218" y="0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6" name="object 546" descr=""/>
            <p:cNvSpPr/>
            <p:nvPr/>
          </p:nvSpPr>
          <p:spPr>
            <a:xfrm>
              <a:off x="12880827" y="7388871"/>
              <a:ext cx="51435" cy="45085"/>
            </a:xfrm>
            <a:custGeom>
              <a:avLst/>
              <a:gdLst/>
              <a:ahLst/>
              <a:cxnLst/>
              <a:rect l="l" t="t" r="r" b="b"/>
              <a:pathLst>
                <a:path w="51434" h="45084">
                  <a:moveTo>
                    <a:pt x="50909" y="0"/>
                  </a:moveTo>
                  <a:lnTo>
                    <a:pt x="0" y="0"/>
                  </a:lnTo>
                  <a:lnTo>
                    <a:pt x="0" y="43820"/>
                  </a:lnTo>
                  <a:lnTo>
                    <a:pt x="24402" y="44468"/>
                  </a:lnTo>
                  <a:lnTo>
                    <a:pt x="37839" y="44684"/>
                  </a:lnTo>
                  <a:lnTo>
                    <a:pt x="45084" y="44468"/>
                  </a:lnTo>
                  <a:lnTo>
                    <a:pt x="50909" y="43820"/>
                  </a:lnTo>
                  <a:lnTo>
                    <a:pt x="50909" y="0"/>
                  </a:lnTo>
                  <a:close/>
                </a:path>
              </a:pathLst>
            </a:custGeom>
            <a:solidFill>
              <a:srgbClr val="1077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7" name="object 547" descr=""/>
            <p:cNvSpPr/>
            <p:nvPr/>
          </p:nvSpPr>
          <p:spPr>
            <a:xfrm>
              <a:off x="12667259" y="7273753"/>
              <a:ext cx="325755" cy="109855"/>
            </a:xfrm>
            <a:custGeom>
              <a:avLst/>
              <a:gdLst/>
              <a:ahLst/>
              <a:cxnLst/>
              <a:rect l="l" t="t" r="r" b="b"/>
              <a:pathLst>
                <a:path w="325754" h="109854">
                  <a:moveTo>
                    <a:pt x="9423" y="32435"/>
                  </a:moveTo>
                  <a:lnTo>
                    <a:pt x="9055" y="19227"/>
                  </a:lnTo>
                  <a:lnTo>
                    <a:pt x="8382" y="6477"/>
                  </a:lnTo>
                  <a:lnTo>
                    <a:pt x="7594" y="546"/>
                  </a:lnTo>
                  <a:lnTo>
                    <a:pt x="6578" y="0"/>
                  </a:lnTo>
                  <a:lnTo>
                    <a:pt x="4025" y="546"/>
                  </a:lnTo>
                  <a:lnTo>
                    <a:pt x="3035" y="7289"/>
                  </a:lnTo>
                  <a:lnTo>
                    <a:pt x="1282" y="20675"/>
                  </a:lnTo>
                  <a:lnTo>
                    <a:pt x="0" y="33794"/>
                  </a:lnTo>
                  <a:lnTo>
                    <a:pt x="457" y="39738"/>
                  </a:lnTo>
                  <a:lnTo>
                    <a:pt x="2743" y="39827"/>
                  </a:lnTo>
                  <a:lnTo>
                    <a:pt x="8686" y="42710"/>
                  </a:lnTo>
                  <a:lnTo>
                    <a:pt x="9283" y="39738"/>
                  </a:lnTo>
                  <a:lnTo>
                    <a:pt x="9423" y="32435"/>
                  </a:lnTo>
                  <a:close/>
                </a:path>
                <a:path w="325754" h="109854">
                  <a:moveTo>
                    <a:pt x="86347" y="95529"/>
                  </a:moveTo>
                  <a:lnTo>
                    <a:pt x="85839" y="77736"/>
                  </a:lnTo>
                  <a:lnTo>
                    <a:pt x="84937" y="60566"/>
                  </a:lnTo>
                  <a:lnTo>
                    <a:pt x="83883" y="52565"/>
                  </a:lnTo>
                  <a:lnTo>
                    <a:pt x="82499" y="51828"/>
                  </a:lnTo>
                  <a:lnTo>
                    <a:pt x="79070" y="52565"/>
                  </a:lnTo>
                  <a:lnTo>
                    <a:pt x="77736" y="61658"/>
                  </a:lnTo>
                  <a:lnTo>
                    <a:pt x="75361" y="79692"/>
                  </a:lnTo>
                  <a:lnTo>
                    <a:pt x="73647" y="97358"/>
                  </a:lnTo>
                  <a:lnTo>
                    <a:pt x="74244" y="105384"/>
                  </a:lnTo>
                  <a:lnTo>
                    <a:pt x="77355" y="105498"/>
                  </a:lnTo>
                  <a:lnTo>
                    <a:pt x="85356" y="109385"/>
                  </a:lnTo>
                  <a:lnTo>
                    <a:pt x="86169" y="105384"/>
                  </a:lnTo>
                  <a:lnTo>
                    <a:pt x="86347" y="95529"/>
                  </a:lnTo>
                  <a:close/>
                </a:path>
                <a:path w="325754" h="109854">
                  <a:moveTo>
                    <a:pt x="325551" y="32435"/>
                  </a:moveTo>
                  <a:lnTo>
                    <a:pt x="325183" y="19227"/>
                  </a:lnTo>
                  <a:lnTo>
                    <a:pt x="324510" y="6477"/>
                  </a:lnTo>
                  <a:lnTo>
                    <a:pt x="323723" y="546"/>
                  </a:lnTo>
                  <a:lnTo>
                    <a:pt x="322707" y="0"/>
                  </a:lnTo>
                  <a:lnTo>
                    <a:pt x="320141" y="546"/>
                  </a:lnTo>
                  <a:lnTo>
                    <a:pt x="319163" y="7289"/>
                  </a:lnTo>
                  <a:lnTo>
                    <a:pt x="317411" y="20675"/>
                  </a:lnTo>
                  <a:lnTo>
                    <a:pt x="316128" y="33794"/>
                  </a:lnTo>
                  <a:lnTo>
                    <a:pt x="316572" y="39738"/>
                  </a:lnTo>
                  <a:lnTo>
                    <a:pt x="318884" y="39827"/>
                  </a:lnTo>
                  <a:lnTo>
                    <a:pt x="324827" y="42710"/>
                  </a:lnTo>
                  <a:lnTo>
                    <a:pt x="325412" y="39827"/>
                  </a:lnTo>
                  <a:lnTo>
                    <a:pt x="325551" y="32435"/>
                  </a:lnTo>
                  <a:close/>
                </a:path>
              </a:pathLst>
            </a:custGeom>
            <a:solidFill>
              <a:srgbClr val="86B93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8" name="object 548" descr=""/>
          <p:cNvGrpSpPr/>
          <p:nvPr/>
        </p:nvGrpSpPr>
        <p:grpSpPr>
          <a:xfrm>
            <a:off x="8364884" y="2295955"/>
            <a:ext cx="54610" cy="214629"/>
            <a:chOff x="8364884" y="2295955"/>
            <a:chExt cx="54610" cy="214629"/>
          </a:xfrm>
        </p:grpSpPr>
        <p:sp>
          <p:nvSpPr>
            <p:cNvPr id="549" name="object 549" descr=""/>
            <p:cNvSpPr/>
            <p:nvPr/>
          </p:nvSpPr>
          <p:spPr>
            <a:xfrm>
              <a:off x="8364884" y="2401709"/>
              <a:ext cx="54610" cy="27940"/>
            </a:xfrm>
            <a:custGeom>
              <a:avLst/>
              <a:gdLst/>
              <a:ahLst/>
              <a:cxnLst/>
              <a:rect l="l" t="t" r="r" b="b"/>
              <a:pathLst>
                <a:path w="54609" h="27939">
                  <a:moveTo>
                    <a:pt x="50480" y="0"/>
                  </a:moveTo>
                  <a:lnTo>
                    <a:pt x="45872" y="0"/>
                  </a:lnTo>
                  <a:lnTo>
                    <a:pt x="3769" y="0"/>
                  </a:lnTo>
                  <a:lnTo>
                    <a:pt x="0" y="3769"/>
                  </a:lnTo>
                  <a:lnTo>
                    <a:pt x="0" y="23946"/>
                  </a:lnTo>
                  <a:lnTo>
                    <a:pt x="3769" y="27716"/>
                  </a:lnTo>
                  <a:lnTo>
                    <a:pt x="50480" y="27716"/>
                  </a:lnTo>
                  <a:lnTo>
                    <a:pt x="54249" y="23946"/>
                  </a:lnTo>
                  <a:lnTo>
                    <a:pt x="54249" y="3769"/>
                  </a:lnTo>
                  <a:lnTo>
                    <a:pt x="50480" y="0"/>
                  </a:lnTo>
                  <a:close/>
                </a:path>
              </a:pathLst>
            </a:custGeom>
            <a:solidFill>
              <a:srgbClr val="D1C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0" name="object 550" descr=""/>
            <p:cNvSpPr/>
            <p:nvPr/>
          </p:nvSpPr>
          <p:spPr>
            <a:xfrm>
              <a:off x="8377647" y="2295955"/>
              <a:ext cx="26034" cy="214629"/>
            </a:xfrm>
            <a:custGeom>
              <a:avLst/>
              <a:gdLst/>
              <a:ahLst/>
              <a:cxnLst/>
              <a:rect l="l" t="t" r="r" b="b"/>
              <a:pathLst>
                <a:path w="26034" h="214630">
                  <a:moveTo>
                    <a:pt x="19967" y="0"/>
                  </a:moveTo>
                  <a:lnTo>
                    <a:pt x="5769" y="0"/>
                  </a:lnTo>
                  <a:lnTo>
                    <a:pt x="0" y="5758"/>
                  </a:lnTo>
                  <a:lnTo>
                    <a:pt x="0" y="208580"/>
                  </a:lnTo>
                  <a:lnTo>
                    <a:pt x="5769" y="214339"/>
                  </a:lnTo>
                  <a:lnTo>
                    <a:pt x="12868" y="214339"/>
                  </a:lnTo>
                  <a:lnTo>
                    <a:pt x="19967" y="214339"/>
                  </a:lnTo>
                  <a:lnTo>
                    <a:pt x="25726" y="208580"/>
                  </a:lnTo>
                  <a:lnTo>
                    <a:pt x="25726" y="5758"/>
                  </a:lnTo>
                  <a:lnTo>
                    <a:pt x="19967" y="0"/>
                  </a:lnTo>
                  <a:close/>
                </a:path>
              </a:pathLst>
            </a:custGeom>
            <a:solidFill>
              <a:srgbClr val="B3AFA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1" name="object 551" descr=""/>
          <p:cNvSpPr/>
          <p:nvPr/>
        </p:nvSpPr>
        <p:spPr>
          <a:xfrm>
            <a:off x="8360274" y="3073110"/>
            <a:ext cx="63500" cy="146050"/>
          </a:xfrm>
          <a:custGeom>
            <a:avLst/>
            <a:gdLst/>
            <a:ahLst/>
            <a:cxnLst/>
            <a:rect l="l" t="t" r="r" b="b"/>
            <a:pathLst>
              <a:path w="63500" h="146050">
                <a:moveTo>
                  <a:pt x="44291" y="0"/>
                </a:moveTo>
                <a:lnTo>
                  <a:pt x="19172" y="0"/>
                </a:lnTo>
                <a:lnTo>
                  <a:pt x="11728" y="1512"/>
                </a:lnTo>
                <a:lnTo>
                  <a:pt x="5632" y="5632"/>
                </a:lnTo>
                <a:lnTo>
                  <a:pt x="1512" y="11728"/>
                </a:lnTo>
                <a:lnTo>
                  <a:pt x="0" y="19172"/>
                </a:lnTo>
                <a:lnTo>
                  <a:pt x="0" y="126268"/>
                </a:lnTo>
                <a:lnTo>
                  <a:pt x="1512" y="133712"/>
                </a:lnTo>
                <a:lnTo>
                  <a:pt x="5632" y="139808"/>
                </a:lnTo>
                <a:lnTo>
                  <a:pt x="11728" y="143927"/>
                </a:lnTo>
                <a:lnTo>
                  <a:pt x="19172" y="145440"/>
                </a:lnTo>
                <a:lnTo>
                  <a:pt x="44291" y="145440"/>
                </a:lnTo>
                <a:lnTo>
                  <a:pt x="51735" y="143927"/>
                </a:lnTo>
                <a:lnTo>
                  <a:pt x="57832" y="139808"/>
                </a:lnTo>
                <a:lnTo>
                  <a:pt x="61951" y="133712"/>
                </a:lnTo>
                <a:lnTo>
                  <a:pt x="63464" y="126268"/>
                </a:lnTo>
                <a:lnTo>
                  <a:pt x="63464" y="19172"/>
                </a:lnTo>
                <a:lnTo>
                  <a:pt x="61951" y="11728"/>
                </a:lnTo>
                <a:lnTo>
                  <a:pt x="57832" y="5632"/>
                </a:lnTo>
                <a:lnTo>
                  <a:pt x="51735" y="1512"/>
                </a:lnTo>
                <a:lnTo>
                  <a:pt x="44291" y="0"/>
                </a:lnTo>
                <a:close/>
              </a:path>
            </a:pathLst>
          </a:custGeom>
          <a:solidFill>
            <a:srgbClr val="C2BEB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2" name="object 552" descr=""/>
          <p:cNvGrpSpPr/>
          <p:nvPr/>
        </p:nvGrpSpPr>
        <p:grpSpPr>
          <a:xfrm>
            <a:off x="8373867" y="2412089"/>
            <a:ext cx="36195" cy="317500"/>
            <a:chOff x="8373867" y="2412089"/>
            <a:chExt cx="36195" cy="317500"/>
          </a:xfrm>
        </p:grpSpPr>
        <p:sp>
          <p:nvSpPr>
            <p:cNvPr id="553" name="object 553" descr=""/>
            <p:cNvSpPr/>
            <p:nvPr/>
          </p:nvSpPr>
          <p:spPr>
            <a:xfrm>
              <a:off x="8379019" y="2412089"/>
              <a:ext cx="26034" cy="69850"/>
            </a:xfrm>
            <a:custGeom>
              <a:avLst/>
              <a:gdLst/>
              <a:ahLst/>
              <a:cxnLst/>
              <a:rect l="l" t="t" r="r" b="b"/>
              <a:pathLst>
                <a:path w="26034" h="69850">
                  <a:moveTo>
                    <a:pt x="19967" y="0"/>
                  </a:moveTo>
                  <a:lnTo>
                    <a:pt x="5748" y="0"/>
                  </a:lnTo>
                  <a:lnTo>
                    <a:pt x="0" y="5758"/>
                  </a:lnTo>
                  <a:lnTo>
                    <a:pt x="0" y="63600"/>
                  </a:lnTo>
                  <a:lnTo>
                    <a:pt x="5748" y="69359"/>
                  </a:lnTo>
                  <a:lnTo>
                    <a:pt x="12858" y="69359"/>
                  </a:lnTo>
                  <a:lnTo>
                    <a:pt x="19967" y="69359"/>
                  </a:lnTo>
                  <a:lnTo>
                    <a:pt x="25716" y="63600"/>
                  </a:lnTo>
                  <a:lnTo>
                    <a:pt x="25716" y="5758"/>
                  </a:lnTo>
                  <a:lnTo>
                    <a:pt x="19967" y="0"/>
                  </a:lnTo>
                  <a:close/>
                </a:path>
              </a:pathLst>
            </a:custGeom>
            <a:solidFill>
              <a:srgbClr val="D1CE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8373867" y="2462346"/>
              <a:ext cx="36195" cy="267335"/>
            </a:xfrm>
            <a:custGeom>
              <a:avLst/>
              <a:gdLst/>
              <a:ahLst/>
              <a:cxnLst/>
              <a:rect l="l" t="t" r="r" b="b"/>
              <a:pathLst>
                <a:path w="36195" h="267335">
                  <a:moveTo>
                    <a:pt x="18146" y="0"/>
                  </a:moveTo>
                  <a:lnTo>
                    <a:pt x="0" y="249133"/>
                  </a:lnTo>
                  <a:lnTo>
                    <a:pt x="1413" y="256145"/>
                  </a:lnTo>
                  <a:lnTo>
                    <a:pt x="5270" y="261874"/>
                  </a:lnTo>
                  <a:lnTo>
                    <a:pt x="10994" y="265737"/>
                  </a:lnTo>
                  <a:lnTo>
                    <a:pt x="18009" y="267154"/>
                  </a:lnTo>
                  <a:lnTo>
                    <a:pt x="25014" y="265740"/>
                  </a:lnTo>
                  <a:lnTo>
                    <a:pt x="30737" y="261884"/>
                  </a:lnTo>
                  <a:lnTo>
                    <a:pt x="34598" y="256163"/>
                  </a:lnTo>
                  <a:lnTo>
                    <a:pt x="36019" y="249154"/>
                  </a:lnTo>
                  <a:lnTo>
                    <a:pt x="36145" y="18020"/>
                  </a:lnTo>
                  <a:lnTo>
                    <a:pt x="34736" y="11008"/>
                  </a:lnTo>
                  <a:lnTo>
                    <a:pt x="30879" y="5279"/>
                  </a:lnTo>
                  <a:lnTo>
                    <a:pt x="25156" y="1416"/>
                  </a:lnTo>
                  <a:lnTo>
                    <a:pt x="18146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55" name="object 555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8451174" y="3095149"/>
            <a:ext cx="109653" cy="177972"/>
          </a:xfrm>
          <a:prstGeom prst="rect">
            <a:avLst/>
          </a:prstGeom>
        </p:spPr>
      </p:pic>
      <p:grpSp>
        <p:nvGrpSpPr>
          <p:cNvPr id="556" name="object 556" descr=""/>
          <p:cNvGrpSpPr/>
          <p:nvPr/>
        </p:nvGrpSpPr>
        <p:grpSpPr>
          <a:xfrm>
            <a:off x="8222969" y="2604141"/>
            <a:ext cx="226695" cy="918844"/>
            <a:chOff x="8222969" y="2604141"/>
            <a:chExt cx="226695" cy="918844"/>
          </a:xfrm>
        </p:grpSpPr>
        <p:pic>
          <p:nvPicPr>
            <p:cNvPr id="557" name="object 557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8222969" y="2947970"/>
              <a:ext cx="109651" cy="177973"/>
            </a:xfrm>
            <a:prstGeom prst="rect">
              <a:avLst/>
            </a:prstGeom>
          </p:spPr>
        </p:pic>
        <p:sp>
          <p:nvSpPr>
            <p:cNvPr id="558" name="object 558" descr=""/>
            <p:cNvSpPr/>
            <p:nvPr/>
          </p:nvSpPr>
          <p:spPr>
            <a:xfrm>
              <a:off x="8370446" y="2686416"/>
              <a:ext cx="43180" cy="836294"/>
            </a:xfrm>
            <a:custGeom>
              <a:avLst/>
              <a:gdLst/>
              <a:ahLst/>
              <a:cxnLst/>
              <a:rect l="l" t="t" r="r" b="b"/>
              <a:pathLst>
                <a:path w="43179" h="836295">
                  <a:moveTo>
                    <a:pt x="21433" y="0"/>
                  </a:moveTo>
                  <a:lnTo>
                    <a:pt x="13110" y="1691"/>
                  </a:lnTo>
                  <a:lnTo>
                    <a:pt x="6295" y="6295"/>
                  </a:lnTo>
                  <a:lnTo>
                    <a:pt x="1691" y="13110"/>
                  </a:lnTo>
                  <a:lnTo>
                    <a:pt x="0" y="21433"/>
                  </a:lnTo>
                  <a:lnTo>
                    <a:pt x="0" y="814645"/>
                  </a:lnTo>
                  <a:lnTo>
                    <a:pt x="1691" y="822968"/>
                  </a:lnTo>
                  <a:lnTo>
                    <a:pt x="6295" y="829783"/>
                  </a:lnTo>
                  <a:lnTo>
                    <a:pt x="13110" y="834388"/>
                  </a:lnTo>
                  <a:lnTo>
                    <a:pt x="21433" y="836079"/>
                  </a:lnTo>
                  <a:lnTo>
                    <a:pt x="29756" y="834388"/>
                  </a:lnTo>
                  <a:lnTo>
                    <a:pt x="36572" y="829783"/>
                  </a:lnTo>
                  <a:lnTo>
                    <a:pt x="41176" y="822968"/>
                  </a:lnTo>
                  <a:lnTo>
                    <a:pt x="42867" y="814645"/>
                  </a:lnTo>
                  <a:lnTo>
                    <a:pt x="42867" y="21433"/>
                  </a:lnTo>
                  <a:lnTo>
                    <a:pt x="41176" y="13110"/>
                  </a:lnTo>
                  <a:lnTo>
                    <a:pt x="36572" y="6295"/>
                  </a:lnTo>
                  <a:lnTo>
                    <a:pt x="29756" y="1691"/>
                  </a:lnTo>
                  <a:lnTo>
                    <a:pt x="214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9" name="object 559" descr=""/>
            <p:cNvSpPr/>
            <p:nvPr/>
          </p:nvSpPr>
          <p:spPr>
            <a:xfrm>
              <a:off x="8334424" y="2604141"/>
              <a:ext cx="114935" cy="588010"/>
            </a:xfrm>
            <a:custGeom>
              <a:avLst/>
              <a:gdLst/>
              <a:ahLst/>
              <a:cxnLst/>
              <a:rect l="l" t="t" r="r" b="b"/>
              <a:pathLst>
                <a:path w="114934" h="588010">
                  <a:moveTo>
                    <a:pt x="57453" y="0"/>
                  </a:moveTo>
                  <a:lnTo>
                    <a:pt x="35109" y="4521"/>
                  </a:lnTo>
                  <a:lnTo>
                    <a:pt x="16845" y="16845"/>
                  </a:lnTo>
                  <a:lnTo>
                    <a:pt x="4521" y="35109"/>
                  </a:lnTo>
                  <a:lnTo>
                    <a:pt x="0" y="57453"/>
                  </a:lnTo>
                  <a:lnTo>
                    <a:pt x="0" y="580662"/>
                  </a:lnTo>
                  <a:lnTo>
                    <a:pt x="6910" y="587573"/>
                  </a:lnTo>
                  <a:lnTo>
                    <a:pt x="23967" y="587573"/>
                  </a:lnTo>
                  <a:lnTo>
                    <a:pt x="30868" y="580662"/>
                  </a:lnTo>
                  <a:lnTo>
                    <a:pt x="30868" y="57453"/>
                  </a:lnTo>
                  <a:lnTo>
                    <a:pt x="32960" y="47115"/>
                  </a:lnTo>
                  <a:lnTo>
                    <a:pt x="38663" y="38663"/>
                  </a:lnTo>
                  <a:lnTo>
                    <a:pt x="47115" y="32960"/>
                  </a:lnTo>
                  <a:lnTo>
                    <a:pt x="57453" y="30868"/>
                  </a:lnTo>
                  <a:lnTo>
                    <a:pt x="67792" y="32960"/>
                  </a:lnTo>
                  <a:lnTo>
                    <a:pt x="76243" y="38663"/>
                  </a:lnTo>
                  <a:lnTo>
                    <a:pt x="81946" y="47115"/>
                  </a:lnTo>
                  <a:lnTo>
                    <a:pt x="84039" y="57453"/>
                  </a:lnTo>
                  <a:lnTo>
                    <a:pt x="84039" y="580662"/>
                  </a:lnTo>
                  <a:lnTo>
                    <a:pt x="90950" y="587573"/>
                  </a:lnTo>
                  <a:lnTo>
                    <a:pt x="99473" y="587573"/>
                  </a:lnTo>
                  <a:lnTo>
                    <a:pt x="107996" y="587573"/>
                  </a:lnTo>
                  <a:lnTo>
                    <a:pt x="114907" y="580662"/>
                  </a:lnTo>
                  <a:lnTo>
                    <a:pt x="114907" y="57453"/>
                  </a:lnTo>
                  <a:lnTo>
                    <a:pt x="110384" y="35109"/>
                  </a:lnTo>
                  <a:lnTo>
                    <a:pt x="98058" y="16845"/>
                  </a:lnTo>
                  <a:lnTo>
                    <a:pt x="79793" y="4521"/>
                  </a:lnTo>
                  <a:lnTo>
                    <a:pt x="57453" y="0"/>
                  </a:lnTo>
                  <a:close/>
                </a:path>
              </a:pathLst>
            </a:custGeom>
            <a:solidFill>
              <a:srgbClr val="259C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0" name="object 560" descr=""/>
          <p:cNvSpPr/>
          <p:nvPr/>
        </p:nvSpPr>
        <p:spPr>
          <a:xfrm>
            <a:off x="8364883" y="2458851"/>
            <a:ext cx="54610" cy="18415"/>
          </a:xfrm>
          <a:custGeom>
            <a:avLst/>
            <a:gdLst/>
            <a:ahLst/>
            <a:cxnLst/>
            <a:rect l="l" t="t" r="r" b="b"/>
            <a:pathLst>
              <a:path w="54609" h="18414">
                <a:moveTo>
                  <a:pt x="50197" y="0"/>
                </a:moveTo>
                <a:lnTo>
                  <a:pt x="45244" y="0"/>
                </a:lnTo>
                <a:lnTo>
                  <a:pt x="4052" y="0"/>
                </a:lnTo>
                <a:lnTo>
                  <a:pt x="0" y="4052"/>
                </a:lnTo>
                <a:lnTo>
                  <a:pt x="0" y="13957"/>
                </a:lnTo>
                <a:lnTo>
                  <a:pt x="4052" y="18009"/>
                </a:lnTo>
                <a:lnTo>
                  <a:pt x="50197" y="18009"/>
                </a:lnTo>
                <a:lnTo>
                  <a:pt x="54249" y="13957"/>
                </a:lnTo>
                <a:lnTo>
                  <a:pt x="54249" y="4052"/>
                </a:lnTo>
                <a:lnTo>
                  <a:pt x="501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1" name="object 561" descr=""/>
          <p:cNvSpPr/>
          <p:nvPr/>
        </p:nvSpPr>
        <p:spPr>
          <a:xfrm>
            <a:off x="8364883" y="2595921"/>
            <a:ext cx="54610" cy="18415"/>
          </a:xfrm>
          <a:custGeom>
            <a:avLst/>
            <a:gdLst/>
            <a:ahLst/>
            <a:cxnLst/>
            <a:rect l="l" t="t" r="r" b="b"/>
            <a:pathLst>
              <a:path w="54609" h="18414">
                <a:moveTo>
                  <a:pt x="50197" y="0"/>
                </a:moveTo>
                <a:lnTo>
                  <a:pt x="45244" y="0"/>
                </a:lnTo>
                <a:lnTo>
                  <a:pt x="4052" y="0"/>
                </a:lnTo>
                <a:lnTo>
                  <a:pt x="0" y="4052"/>
                </a:lnTo>
                <a:lnTo>
                  <a:pt x="0" y="13957"/>
                </a:lnTo>
                <a:lnTo>
                  <a:pt x="4052" y="18009"/>
                </a:lnTo>
                <a:lnTo>
                  <a:pt x="50197" y="18009"/>
                </a:lnTo>
                <a:lnTo>
                  <a:pt x="54249" y="13957"/>
                </a:lnTo>
                <a:lnTo>
                  <a:pt x="54249" y="4052"/>
                </a:lnTo>
                <a:lnTo>
                  <a:pt x="5019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2" name="object 562" descr=""/>
          <p:cNvSpPr/>
          <p:nvPr/>
        </p:nvSpPr>
        <p:spPr>
          <a:xfrm>
            <a:off x="8139036" y="2395708"/>
            <a:ext cx="497205" cy="128270"/>
          </a:xfrm>
          <a:custGeom>
            <a:avLst/>
            <a:gdLst/>
            <a:ahLst/>
            <a:cxnLst/>
            <a:rect l="l" t="t" r="r" b="b"/>
            <a:pathLst>
              <a:path w="497204" h="128269">
                <a:moveTo>
                  <a:pt x="496785" y="106260"/>
                </a:moveTo>
                <a:lnTo>
                  <a:pt x="495185" y="84302"/>
                </a:lnTo>
                <a:lnTo>
                  <a:pt x="488162" y="56603"/>
                </a:lnTo>
                <a:lnTo>
                  <a:pt x="484212" y="49885"/>
                </a:lnTo>
                <a:lnTo>
                  <a:pt x="484339" y="49453"/>
                </a:lnTo>
                <a:lnTo>
                  <a:pt x="472846" y="30530"/>
                </a:lnTo>
                <a:lnTo>
                  <a:pt x="472655" y="30187"/>
                </a:lnTo>
                <a:lnTo>
                  <a:pt x="472274" y="29527"/>
                </a:lnTo>
                <a:lnTo>
                  <a:pt x="460692" y="18770"/>
                </a:lnTo>
                <a:lnTo>
                  <a:pt x="447217" y="10833"/>
                </a:lnTo>
                <a:lnTo>
                  <a:pt x="353161" y="1257"/>
                </a:lnTo>
                <a:lnTo>
                  <a:pt x="301726" y="266"/>
                </a:lnTo>
                <a:lnTo>
                  <a:pt x="266344" y="0"/>
                </a:lnTo>
                <a:lnTo>
                  <a:pt x="248386" y="63"/>
                </a:lnTo>
                <a:lnTo>
                  <a:pt x="230441" y="0"/>
                </a:lnTo>
                <a:lnTo>
                  <a:pt x="143624" y="1257"/>
                </a:lnTo>
                <a:lnTo>
                  <a:pt x="82016" y="3454"/>
                </a:lnTo>
                <a:lnTo>
                  <a:pt x="36093" y="18770"/>
                </a:lnTo>
                <a:lnTo>
                  <a:pt x="12446" y="49453"/>
                </a:lnTo>
                <a:lnTo>
                  <a:pt x="12560" y="49872"/>
                </a:lnTo>
                <a:lnTo>
                  <a:pt x="8610" y="56603"/>
                </a:lnTo>
                <a:lnTo>
                  <a:pt x="1600" y="84302"/>
                </a:lnTo>
                <a:lnTo>
                  <a:pt x="0" y="106260"/>
                </a:lnTo>
                <a:lnTo>
                  <a:pt x="330" y="116078"/>
                </a:lnTo>
                <a:lnTo>
                  <a:pt x="927" y="122758"/>
                </a:lnTo>
                <a:lnTo>
                  <a:pt x="6540" y="127787"/>
                </a:lnTo>
                <a:lnTo>
                  <a:pt x="13131" y="127787"/>
                </a:lnTo>
                <a:lnTo>
                  <a:pt x="13690" y="127749"/>
                </a:lnTo>
                <a:lnTo>
                  <a:pt x="14300" y="127736"/>
                </a:lnTo>
                <a:lnTo>
                  <a:pt x="19850" y="127228"/>
                </a:lnTo>
                <a:lnTo>
                  <a:pt x="21374" y="127101"/>
                </a:lnTo>
                <a:lnTo>
                  <a:pt x="26593" y="120840"/>
                </a:lnTo>
                <a:lnTo>
                  <a:pt x="25958" y="113766"/>
                </a:lnTo>
                <a:lnTo>
                  <a:pt x="25742" y="106502"/>
                </a:lnTo>
                <a:lnTo>
                  <a:pt x="26911" y="89090"/>
                </a:lnTo>
                <a:lnTo>
                  <a:pt x="32105" y="67170"/>
                </a:lnTo>
                <a:lnTo>
                  <a:pt x="43967" y="46380"/>
                </a:lnTo>
                <a:lnTo>
                  <a:pt x="83185" y="29146"/>
                </a:lnTo>
                <a:lnTo>
                  <a:pt x="144272" y="26974"/>
                </a:lnTo>
                <a:lnTo>
                  <a:pt x="195275" y="25984"/>
                </a:lnTo>
                <a:lnTo>
                  <a:pt x="248386" y="25755"/>
                </a:lnTo>
                <a:lnTo>
                  <a:pt x="301510" y="25984"/>
                </a:lnTo>
                <a:lnTo>
                  <a:pt x="352501" y="26974"/>
                </a:lnTo>
                <a:lnTo>
                  <a:pt x="413588" y="29146"/>
                </a:lnTo>
                <a:lnTo>
                  <a:pt x="452805" y="46355"/>
                </a:lnTo>
                <a:lnTo>
                  <a:pt x="458749" y="56781"/>
                </a:lnTo>
                <a:lnTo>
                  <a:pt x="464680" y="67170"/>
                </a:lnTo>
                <a:lnTo>
                  <a:pt x="469874" y="89090"/>
                </a:lnTo>
                <a:lnTo>
                  <a:pt x="471043" y="106502"/>
                </a:lnTo>
                <a:lnTo>
                  <a:pt x="470827" y="113766"/>
                </a:lnTo>
                <a:lnTo>
                  <a:pt x="470192" y="120840"/>
                </a:lnTo>
                <a:lnTo>
                  <a:pt x="475399" y="127088"/>
                </a:lnTo>
                <a:lnTo>
                  <a:pt x="476808" y="127228"/>
                </a:lnTo>
                <a:lnTo>
                  <a:pt x="482485" y="127736"/>
                </a:lnTo>
                <a:lnTo>
                  <a:pt x="483082" y="127749"/>
                </a:lnTo>
                <a:lnTo>
                  <a:pt x="483654" y="127787"/>
                </a:lnTo>
                <a:lnTo>
                  <a:pt x="490232" y="127787"/>
                </a:lnTo>
                <a:lnTo>
                  <a:pt x="495846" y="122758"/>
                </a:lnTo>
                <a:lnTo>
                  <a:pt x="496443" y="116078"/>
                </a:lnTo>
                <a:lnTo>
                  <a:pt x="496785" y="1062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3" name="object 563" descr=""/>
          <p:cNvGrpSpPr/>
          <p:nvPr/>
        </p:nvGrpSpPr>
        <p:grpSpPr>
          <a:xfrm>
            <a:off x="8302195" y="2266857"/>
            <a:ext cx="177165" cy="168275"/>
            <a:chOff x="8302195" y="2266857"/>
            <a:chExt cx="177165" cy="168275"/>
          </a:xfrm>
        </p:grpSpPr>
        <p:pic>
          <p:nvPicPr>
            <p:cNvPr id="564" name="object 564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8302195" y="2266857"/>
              <a:ext cx="176641" cy="83918"/>
            </a:xfrm>
            <a:prstGeom prst="rect">
              <a:avLst/>
            </a:prstGeom>
          </p:spPr>
        </p:pic>
        <p:sp>
          <p:nvSpPr>
            <p:cNvPr id="565" name="object 565" descr=""/>
            <p:cNvSpPr/>
            <p:nvPr/>
          </p:nvSpPr>
          <p:spPr>
            <a:xfrm>
              <a:off x="8361839" y="2388927"/>
              <a:ext cx="57785" cy="46355"/>
            </a:xfrm>
            <a:custGeom>
              <a:avLst/>
              <a:gdLst/>
              <a:ahLst/>
              <a:cxnLst/>
              <a:rect l="l" t="t" r="r" b="b"/>
              <a:pathLst>
                <a:path w="57784" h="46355">
                  <a:moveTo>
                    <a:pt x="40955" y="0"/>
                  </a:moveTo>
                  <a:lnTo>
                    <a:pt x="28631" y="335"/>
                  </a:lnTo>
                  <a:lnTo>
                    <a:pt x="16317" y="0"/>
                  </a:lnTo>
                  <a:lnTo>
                    <a:pt x="10872" y="387"/>
                  </a:lnTo>
                  <a:lnTo>
                    <a:pt x="5655" y="2909"/>
                  </a:lnTo>
                  <a:lnTo>
                    <a:pt x="1451" y="8998"/>
                  </a:lnTo>
                  <a:lnTo>
                    <a:pt x="0" y="17543"/>
                  </a:lnTo>
                  <a:lnTo>
                    <a:pt x="3040" y="27433"/>
                  </a:lnTo>
                  <a:lnTo>
                    <a:pt x="10111" y="35906"/>
                  </a:lnTo>
                  <a:lnTo>
                    <a:pt x="18316" y="41674"/>
                  </a:lnTo>
                  <a:lnTo>
                    <a:pt x="25270" y="45014"/>
                  </a:lnTo>
                  <a:lnTo>
                    <a:pt x="28589" y="46208"/>
                  </a:lnTo>
                  <a:lnTo>
                    <a:pt x="31961" y="45014"/>
                  </a:lnTo>
                  <a:lnTo>
                    <a:pt x="38939" y="41674"/>
                  </a:lnTo>
                  <a:lnTo>
                    <a:pt x="47151" y="35906"/>
                  </a:lnTo>
                  <a:lnTo>
                    <a:pt x="54222" y="27433"/>
                  </a:lnTo>
                  <a:lnTo>
                    <a:pt x="57262" y="17543"/>
                  </a:lnTo>
                  <a:lnTo>
                    <a:pt x="55811" y="8998"/>
                  </a:lnTo>
                  <a:lnTo>
                    <a:pt x="51607" y="2909"/>
                  </a:lnTo>
                  <a:lnTo>
                    <a:pt x="46389" y="387"/>
                  </a:lnTo>
                  <a:lnTo>
                    <a:pt x="40955" y="0"/>
                  </a:lnTo>
                  <a:close/>
                </a:path>
              </a:pathLst>
            </a:custGeom>
            <a:solidFill>
              <a:srgbClr val="E8E4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6" name="object 566" descr=""/>
          <p:cNvSpPr/>
          <p:nvPr/>
        </p:nvSpPr>
        <p:spPr>
          <a:xfrm>
            <a:off x="17670718" y="7717027"/>
            <a:ext cx="107950" cy="272415"/>
          </a:xfrm>
          <a:custGeom>
            <a:avLst/>
            <a:gdLst/>
            <a:ahLst/>
            <a:cxnLst/>
            <a:rect l="l" t="t" r="r" b="b"/>
            <a:pathLst>
              <a:path w="107950" h="272415">
                <a:moveTo>
                  <a:pt x="73273" y="0"/>
                </a:moveTo>
                <a:lnTo>
                  <a:pt x="35403" y="93119"/>
                </a:lnTo>
                <a:lnTo>
                  <a:pt x="18604" y="168101"/>
                </a:lnTo>
                <a:lnTo>
                  <a:pt x="5439" y="231553"/>
                </a:lnTo>
                <a:lnTo>
                  <a:pt x="0" y="260574"/>
                </a:lnTo>
                <a:lnTo>
                  <a:pt x="54794" y="272312"/>
                </a:lnTo>
                <a:lnTo>
                  <a:pt x="79629" y="146688"/>
                </a:lnTo>
                <a:lnTo>
                  <a:pt x="97682" y="57803"/>
                </a:lnTo>
                <a:lnTo>
                  <a:pt x="107944" y="12111"/>
                </a:lnTo>
                <a:lnTo>
                  <a:pt x="102543" y="8004"/>
                </a:lnTo>
                <a:lnTo>
                  <a:pt x="88630" y="3290"/>
                </a:lnTo>
                <a:lnTo>
                  <a:pt x="73273" y="0"/>
                </a:lnTo>
                <a:close/>
              </a:path>
            </a:pathLst>
          </a:custGeom>
          <a:solidFill>
            <a:srgbClr val="31160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7" name="object 567" descr=""/>
          <p:cNvSpPr/>
          <p:nvPr/>
        </p:nvSpPr>
        <p:spPr>
          <a:xfrm>
            <a:off x="17691583" y="8285827"/>
            <a:ext cx="173355" cy="274320"/>
          </a:xfrm>
          <a:custGeom>
            <a:avLst/>
            <a:gdLst/>
            <a:ahLst/>
            <a:cxnLst/>
            <a:rect l="l" t="t" r="r" b="b"/>
            <a:pathLst>
              <a:path w="173355" h="274320">
                <a:moveTo>
                  <a:pt x="47045" y="0"/>
                </a:moveTo>
                <a:lnTo>
                  <a:pt x="0" y="30438"/>
                </a:lnTo>
                <a:lnTo>
                  <a:pt x="80040" y="147952"/>
                </a:lnTo>
                <a:lnTo>
                  <a:pt x="136157" y="231214"/>
                </a:lnTo>
                <a:lnTo>
                  <a:pt x="163953" y="274253"/>
                </a:lnTo>
                <a:lnTo>
                  <a:pt x="166327" y="265056"/>
                </a:lnTo>
                <a:lnTo>
                  <a:pt x="169671" y="240331"/>
                </a:lnTo>
                <a:lnTo>
                  <a:pt x="172388" y="213562"/>
                </a:lnTo>
                <a:lnTo>
                  <a:pt x="172884" y="198234"/>
                </a:lnTo>
                <a:lnTo>
                  <a:pt x="158511" y="170346"/>
                </a:lnTo>
                <a:lnTo>
                  <a:pt x="127981" y="121206"/>
                </a:lnTo>
                <a:lnTo>
                  <a:pt x="92054" y="66187"/>
                </a:lnTo>
                <a:lnTo>
                  <a:pt x="61488" y="20660"/>
                </a:lnTo>
                <a:lnTo>
                  <a:pt x="47045" y="0"/>
                </a:lnTo>
                <a:close/>
              </a:path>
            </a:pathLst>
          </a:custGeom>
          <a:solidFill>
            <a:srgbClr val="31160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8" name="object 568" descr=""/>
          <p:cNvSpPr/>
          <p:nvPr/>
        </p:nvSpPr>
        <p:spPr>
          <a:xfrm>
            <a:off x="17242736" y="8285827"/>
            <a:ext cx="173355" cy="274320"/>
          </a:xfrm>
          <a:custGeom>
            <a:avLst/>
            <a:gdLst/>
            <a:ahLst/>
            <a:cxnLst/>
            <a:rect l="l" t="t" r="r" b="b"/>
            <a:pathLst>
              <a:path w="173355" h="274320">
                <a:moveTo>
                  <a:pt x="125839" y="0"/>
                </a:moveTo>
                <a:lnTo>
                  <a:pt x="80826" y="66187"/>
                </a:lnTo>
                <a:lnTo>
                  <a:pt x="44899" y="121206"/>
                </a:lnTo>
                <a:lnTo>
                  <a:pt x="14371" y="170346"/>
                </a:lnTo>
                <a:lnTo>
                  <a:pt x="0" y="198234"/>
                </a:lnTo>
                <a:lnTo>
                  <a:pt x="495" y="213562"/>
                </a:lnTo>
                <a:lnTo>
                  <a:pt x="3213" y="240331"/>
                </a:lnTo>
                <a:lnTo>
                  <a:pt x="6556" y="265056"/>
                </a:lnTo>
                <a:lnTo>
                  <a:pt x="8931" y="274253"/>
                </a:lnTo>
                <a:lnTo>
                  <a:pt x="36727" y="231214"/>
                </a:lnTo>
                <a:lnTo>
                  <a:pt x="92844" y="147952"/>
                </a:lnTo>
                <a:lnTo>
                  <a:pt x="172884" y="30438"/>
                </a:lnTo>
                <a:lnTo>
                  <a:pt x="125839" y="0"/>
                </a:lnTo>
                <a:close/>
              </a:path>
            </a:pathLst>
          </a:custGeom>
          <a:solidFill>
            <a:srgbClr val="31160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9" name="object 569" descr=""/>
          <p:cNvGrpSpPr/>
          <p:nvPr/>
        </p:nvGrpSpPr>
        <p:grpSpPr>
          <a:xfrm>
            <a:off x="17335806" y="7715822"/>
            <a:ext cx="372745" cy="272415"/>
            <a:chOff x="17335806" y="7715822"/>
            <a:chExt cx="372745" cy="272415"/>
          </a:xfrm>
        </p:grpSpPr>
        <p:sp>
          <p:nvSpPr>
            <p:cNvPr id="570" name="object 570" descr=""/>
            <p:cNvSpPr/>
            <p:nvPr/>
          </p:nvSpPr>
          <p:spPr>
            <a:xfrm>
              <a:off x="17335806" y="7715822"/>
              <a:ext cx="107950" cy="272415"/>
            </a:xfrm>
            <a:custGeom>
              <a:avLst/>
              <a:gdLst/>
              <a:ahLst/>
              <a:cxnLst/>
              <a:rect l="l" t="t" r="r" b="b"/>
              <a:pathLst>
                <a:path w="107950" h="272415">
                  <a:moveTo>
                    <a:pt x="34670" y="0"/>
                  </a:moveTo>
                  <a:lnTo>
                    <a:pt x="19313" y="3290"/>
                  </a:lnTo>
                  <a:lnTo>
                    <a:pt x="5401" y="8004"/>
                  </a:lnTo>
                  <a:lnTo>
                    <a:pt x="0" y="12111"/>
                  </a:lnTo>
                  <a:lnTo>
                    <a:pt x="10261" y="57803"/>
                  </a:lnTo>
                  <a:lnTo>
                    <a:pt x="28314" y="146688"/>
                  </a:lnTo>
                  <a:lnTo>
                    <a:pt x="53150" y="272312"/>
                  </a:lnTo>
                  <a:lnTo>
                    <a:pt x="107944" y="260574"/>
                  </a:lnTo>
                  <a:lnTo>
                    <a:pt x="102504" y="231553"/>
                  </a:lnTo>
                  <a:lnTo>
                    <a:pt x="89339" y="168101"/>
                  </a:lnTo>
                  <a:lnTo>
                    <a:pt x="72541" y="93119"/>
                  </a:lnTo>
                  <a:lnTo>
                    <a:pt x="56199" y="29506"/>
                  </a:lnTo>
                  <a:lnTo>
                    <a:pt x="44407" y="163"/>
                  </a:lnTo>
                  <a:lnTo>
                    <a:pt x="34670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17415464" y="7843785"/>
              <a:ext cx="293370" cy="121285"/>
            </a:xfrm>
            <a:custGeom>
              <a:avLst/>
              <a:gdLst/>
              <a:ahLst/>
              <a:cxnLst/>
              <a:rect l="l" t="t" r="r" b="b"/>
              <a:pathLst>
                <a:path w="293369" h="121284">
                  <a:moveTo>
                    <a:pt x="237149" y="35614"/>
                  </a:moveTo>
                  <a:lnTo>
                    <a:pt x="244515" y="64193"/>
                  </a:lnTo>
                  <a:lnTo>
                    <a:pt x="239678" y="120750"/>
                  </a:lnTo>
                  <a:lnTo>
                    <a:pt x="293027" y="114300"/>
                  </a:lnTo>
                  <a:lnTo>
                    <a:pt x="283876" y="94625"/>
                  </a:lnTo>
                  <a:lnTo>
                    <a:pt x="256370" y="52308"/>
                  </a:lnTo>
                  <a:lnTo>
                    <a:pt x="237149" y="35614"/>
                  </a:lnTo>
                  <a:close/>
                </a:path>
                <a:path w="293369" h="121284">
                  <a:moveTo>
                    <a:pt x="145995" y="0"/>
                  </a:moveTo>
                  <a:lnTo>
                    <a:pt x="88426" y="8984"/>
                  </a:lnTo>
                  <a:lnTo>
                    <a:pt x="54028" y="23501"/>
                  </a:lnTo>
                  <a:lnTo>
                    <a:pt x="29115" y="53921"/>
                  </a:lnTo>
                  <a:lnTo>
                    <a:pt x="0" y="110614"/>
                  </a:lnTo>
                  <a:lnTo>
                    <a:pt x="59914" y="115221"/>
                  </a:lnTo>
                  <a:lnTo>
                    <a:pt x="60174" y="99449"/>
                  </a:lnTo>
                  <a:lnTo>
                    <a:pt x="68212" y="65097"/>
                  </a:lnTo>
                  <a:lnTo>
                    <a:pt x="94917" y="31608"/>
                  </a:lnTo>
                  <a:lnTo>
                    <a:pt x="151178" y="18428"/>
                  </a:lnTo>
                  <a:lnTo>
                    <a:pt x="217362" y="18428"/>
                  </a:lnTo>
                  <a:lnTo>
                    <a:pt x="210435" y="12412"/>
                  </a:lnTo>
                  <a:lnTo>
                    <a:pt x="145995" y="0"/>
                  </a:lnTo>
                  <a:close/>
                </a:path>
                <a:path w="293369" h="121284">
                  <a:moveTo>
                    <a:pt x="235276" y="33987"/>
                  </a:moveTo>
                  <a:lnTo>
                    <a:pt x="237149" y="35614"/>
                  </a:lnTo>
                  <a:lnTo>
                    <a:pt x="236909" y="34682"/>
                  </a:lnTo>
                  <a:lnTo>
                    <a:pt x="235276" y="33987"/>
                  </a:lnTo>
                  <a:close/>
                </a:path>
                <a:path w="293369" h="121284">
                  <a:moveTo>
                    <a:pt x="217362" y="18428"/>
                  </a:moveTo>
                  <a:lnTo>
                    <a:pt x="151178" y="18428"/>
                  </a:lnTo>
                  <a:lnTo>
                    <a:pt x="208562" y="22624"/>
                  </a:lnTo>
                  <a:lnTo>
                    <a:pt x="235276" y="33987"/>
                  </a:lnTo>
                  <a:lnTo>
                    <a:pt x="217362" y="18428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2" name="object 572" descr=""/>
          <p:cNvGrpSpPr/>
          <p:nvPr/>
        </p:nvGrpSpPr>
        <p:grpSpPr>
          <a:xfrm>
            <a:off x="17300902" y="7946127"/>
            <a:ext cx="509270" cy="630555"/>
            <a:chOff x="17300902" y="7946127"/>
            <a:chExt cx="509270" cy="630555"/>
          </a:xfrm>
        </p:grpSpPr>
        <p:sp>
          <p:nvSpPr>
            <p:cNvPr id="573" name="object 573" descr=""/>
            <p:cNvSpPr/>
            <p:nvPr/>
          </p:nvSpPr>
          <p:spPr>
            <a:xfrm>
              <a:off x="17312292" y="8097163"/>
              <a:ext cx="487045" cy="421640"/>
            </a:xfrm>
            <a:custGeom>
              <a:avLst/>
              <a:gdLst/>
              <a:ahLst/>
              <a:cxnLst/>
              <a:rect l="l" t="t" r="r" b="b"/>
              <a:pathLst>
                <a:path w="487044" h="421640">
                  <a:moveTo>
                    <a:pt x="178267" y="0"/>
                  </a:moveTo>
                  <a:lnTo>
                    <a:pt x="113600" y="646"/>
                  </a:lnTo>
                  <a:lnTo>
                    <a:pt x="59830" y="2207"/>
                  </a:lnTo>
                  <a:lnTo>
                    <a:pt x="7211" y="8558"/>
                  </a:lnTo>
                  <a:lnTo>
                    <a:pt x="1166" y="209704"/>
                  </a:lnTo>
                  <a:lnTo>
                    <a:pt x="0" y="316577"/>
                  </a:lnTo>
                  <a:lnTo>
                    <a:pt x="4475" y="365019"/>
                  </a:lnTo>
                  <a:lnTo>
                    <a:pt x="34289" y="404322"/>
                  </a:lnTo>
                  <a:lnTo>
                    <a:pt x="121029" y="418888"/>
                  </a:lnTo>
                  <a:lnTo>
                    <a:pt x="179910" y="421200"/>
                  </a:lnTo>
                  <a:lnTo>
                    <a:pt x="243182" y="420997"/>
                  </a:lnTo>
                  <a:lnTo>
                    <a:pt x="306380" y="418876"/>
                  </a:lnTo>
                  <a:lnTo>
                    <a:pt x="365042" y="415437"/>
                  </a:lnTo>
                  <a:lnTo>
                    <a:pt x="414705" y="411278"/>
                  </a:lnTo>
                  <a:lnTo>
                    <a:pt x="469176" y="403195"/>
                  </a:lnTo>
                  <a:lnTo>
                    <a:pt x="482581" y="337909"/>
                  </a:lnTo>
                  <a:lnTo>
                    <a:pt x="485488" y="275474"/>
                  </a:lnTo>
                  <a:lnTo>
                    <a:pt x="486589" y="204616"/>
                  </a:lnTo>
                  <a:lnTo>
                    <a:pt x="486431" y="133916"/>
                  </a:lnTo>
                  <a:lnTo>
                    <a:pt x="485556" y="71953"/>
                  </a:lnTo>
                  <a:lnTo>
                    <a:pt x="484510" y="27307"/>
                  </a:lnTo>
                  <a:lnTo>
                    <a:pt x="434735" y="4143"/>
                  </a:lnTo>
                  <a:lnTo>
                    <a:pt x="382064" y="2340"/>
                  </a:lnTo>
                  <a:lnTo>
                    <a:pt x="318057" y="968"/>
                  </a:lnTo>
                  <a:lnTo>
                    <a:pt x="248272" y="147"/>
                  </a:lnTo>
                  <a:lnTo>
                    <a:pt x="178267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4" name="object 574" descr=""/>
            <p:cNvSpPr/>
            <p:nvPr/>
          </p:nvSpPr>
          <p:spPr>
            <a:xfrm>
              <a:off x="17300902" y="7946127"/>
              <a:ext cx="509270" cy="313690"/>
            </a:xfrm>
            <a:custGeom>
              <a:avLst/>
              <a:gdLst/>
              <a:ahLst/>
              <a:cxnLst/>
              <a:rect l="l" t="t" r="r" b="b"/>
              <a:pathLst>
                <a:path w="509269" h="313690">
                  <a:moveTo>
                    <a:pt x="186491" y="0"/>
                  </a:moveTo>
                  <a:lnTo>
                    <a:pt x="118840" y="480"/>
                  </a:lnTo>
                  <a:lnTo>
                    <a:pt x="62589" y="1642"/>
                  </a:lnTo>
                  <a:lnTo>
                    <a:pt x="23551" y="3575"/>
                  </a:lnTo>
                  <a:lnTo>
                    <a:pt x="1219" y="156064"/>
                  </a:lnTo>
                  <a:lnTo>
                    <a:pt x="0" y="235600"/>
                  </a:lnTo>
                  <a:lnTo>
                    <a:pt x="4682" y="271648"/>
                  </a:lnTo>
                  <a:lnTo>
                    <a:pt x="35870" y="300895"/>
                  </a:lnTo>
                  <a:lnTo>
                    <a:pt x="74276" y="307698"/>
                  </a:lnTo>
                  <a:lnTo>
                    <a:pt x="126613" y="311737"/>
                  </a:lnTo>
                  <a:lnTo>
                    <a:pt x="188211" y="313459"/>
                  </a:lnTo>
                  <a:lnTo>
                    <a:pt x="254401" y="313309"/>
                  </a:lnTo>
                  <a:lnTo>
                    <a:pt x="320515" y="311733"/>
                  </a:lnTo>
                  <a:lnTo>
                    <a:pt x="381882" y="309174"/>
                  </a:lnTo>
                  <a:lnTo>
                    <a:pt x="433834" y="306080"/>
                  </a:lnTo>
                  <a:lnTo>
                    <a:pt x="490814" y="300066"/>
                  </a:lnTo>
                  <a:lnTo>
                    <a:pt x="507106" y="221512"/>
                  </a:lnTo>
                  <a:lnTo>
                    <a:pt x="509036" y="152279"/>
                  </a:lnTo>
                  <a:lnTo>
                    <a:pt x="508623" y="83255"/>
                  </a:lnTo>
                  <a:lnTo>
                    <a:pt x="507216" y="29573"/>
                  </a:lnTo>
                  <a:lnTo>
                    <a:pt x="454796" y="3083"/>
                  </a:lnTo>
                  <a:lnTo>
                    <a:pt x="399694" y="1742"/>
                  </a:lnTo>
                  <a:lnTo>
                    <a:pt x="332733" y="720"/>
                  </a:lnTo>
                  <a:lnTo>
                    <a:pt x="259727" y="110"/>
                  </a:lnTo>
                  <a:lnTo>
                    <a:pt x="186491" y="0"/>
                  </a:lnTo>
                  <a:close/>
                </a:path>
              </a:pathLst>
            </a:custGeom>
            <a:solidFill>
              <a:srgbClr val="612D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5" name="object 575" descr=""/>
            <p:cNvSpPr/>
            <p:nvPr/>
          </p:nvSpPr>
          <p:spPr>
            <a:xfrm>
              <a:off x="17378596" y="8146134"/>
              <a:ext cx="47625" cy="430530"/>
            </a:xfrm>
            <a:custGeom>
              <a:avLst/>
              <a:gdLst/>
              <a:ahLst/>
              <a:cxnLst/>
              <a:rect l="l" t="t" r="r" b="b"/>
              <a:pathLst>
                <a:path w="47625" h="430529">
                  <a:moveTo>
                    <a:pt x="44417" y="0"/>
                  </a:moveTo>
                  <a:lnTo>
                    <a:pt x="2586" y="0"/>
                  </a:lnTo>
                  <a:lnTo>
                    <a:pt x="0" y="2596"/>
                  </a:lnTo>
                  <a:lnTo>
                    <a:pt x="0" y="406898"/>
                  </a:lnTo>
                  <a:lnTo>
                    <a:pt x="1706" y="410961"/>
                  </a:lnTo>
                  <a:lnTo>
                    <a:pt x="21245" y="430123"/>
                  </a:lnTo>
                  <a:lnTo>
                    <a:pt x="25758" y="430123"/>
                  </a:lnTo>
                  <a:lnTo>
                    <a:pt x="42270" y="413935"/>
                  </a:lnTo>
                  <a:lnTo>
                    <a:pt x="45297" y="410961"/>
                  </a:lnTo>
                  <a:lnTo>
                    <a:pt x="47014" y="406898"/>
                  </a:lnTo>
                  <a:lnTo>
                    <a:pt x="47014" y="2596"/>
                  </a:lnTo>
                  <a:lnTo>
                    <a:pt x="44417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6" name="object 576" descr=""/>
            <p:cNvSpPr/>
            <p:nvPr/>
          </p:nvSpPr>
          <p:spPr>
            <a:xfrm>
              <a:off x="17367523" y="8412110"/>
              <a:ext cx="66040" cy="21590"/>
            </a:xfrm>
            <a:custGeom>
              <a:avLst/>
              <a:gdLst/>
              <a:ahLst/>
              <a:cxnLst/>
              <a:rect l="l" t="t" r="r" b="b"/>
              <a:pathLst>
                <a:path w="66040" h="21590">
                  <a:moveTo>
                    <a:pt x="65453" y="0"/>
                  </a:moveTo>
                  <a:lnTo>
                    <a:pt x="0" y="0"/>
                  </a:lnTo>
                  <a:lnTo>
                    <a:pt x="0" y="21203"/>
                  </a:lnTo>
                  <a:lnTo>
                    <a:pt x="65453" y="21203"/>
                  </a:lnTo>
                  <a:lnTo>
                    <a:pt x="65453" y="0"/>
                  </a:lnTo>
                  <a:close/>
                </a:path>
              </a:pathLst>
            </a:custGeom>
            <a:solidFill>
              <a:srgbClr val="612D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7" name="object 577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7365905" y="8284409"/>
              <a:ext cx="72374" cy="90850"/>
            </a:xfrm>
            <a:prstGeom prst="rect">
              <a:avLst/>
            </a:prstGeom>
          </p:spPr>
        </p:pic>
        <p:sp>
          <p:nvSpPr>
            <p:cNvPr id="578" name="object 578" descr=""/>
            <p:cNvSpPr/>
            <p:nvPr/>
          </p:nvSpPr>
          <p:spPr>
            <a:xfrm>
              <a:off x="17689247" y="8146134"/>
              <a:ext cx="47625" cy="430530"/>
            </a:xfrm>
            <a:custGeom>
              <a:avLst/>
              <a:gdLst/>
              <a:ahLst/>
              <a:cxnLst/>
              <a:rect l="l" t="t" r="r" b="b"/>
              <a:pathLst>
                <a:path w="47625" h="430529">
                  <a:moveTo>
                    <a:pt x="44417" y="0"/>
                  </a:moveTo>
                  <a:lnTo>
                    <a:pt x="2586" y="0"/>
                  </a:lnTo>
                  <a:lnTo>
                    <a:pt x="0" y="2596"/>
                  </a:lnTo>
                  <a:lnTo>
                    <a:pt x="0" y="406898"/>
                  </a:lnTo>
                  <a:lnTo>
                    <a:pt x="1706" y="410961"/>
                  </a:lnTo>
                  <a:lnTo>
                    <a:pt x="21245" y="430123"/>
                  </a:lnTo>
                  <a:lnTo>
                    <a:pt x="25758" y="430123"/>
                  </a:lnTo>
                  <a:lnTo>
                    <a:pt x="42270" y="413935"/>
                  </a:lnTo>
                  <a:lnTo>
                    <a:pt x="45297" y="410961"/>
                  </a:lnTo>
                  <a:lnTo>
                    <a:pt x="47014" y="406898"/>
                  </a:lnTo>
                  <a:lnTo>
                    <a:pt x="47014" y="2596"/>
                  </a:lnTo>
                  <a:lnTo>
                    <a:pt x="44417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9" name="object 579" descr=""/>
            <p:cNvSpPr/>
            <p:nvPr/>
          </p:nvSpPr>
          <p:spPr>
            <a:xfrm>
              <a:off x="17678173" y="8412110"/>
              <a:ext cx="66040" cy="21590"/>
            </a:xfrm>
            <a:custGeom>
              <a:avLst/>
              <a:gdLst/>
              <a:ahLst/>
              <a:cxnLst/>
              <a:rect l="l" t="t" r="r" b="b"/>
              <a:pathLst>
                <a:path w="66040" h="21590">
                  <a:moveTo>
                    <a:pt x="65453" y="0"/>
                  </a:moveTo>
                  <a:lnTo>
                    <a:pt x="0" y="0"/>
                  </a:lnTo>
                  <a:lnTo>
                    <a:pt x="0" y="21203"/>
                  </a:lnTo>
                  <a:lnTo>
                    <a:pt x="65453" y="21203"/>
                  </a:lnTo>
                  <a:lnTo>
                    <a:pt x="65453" y="0"/>
                  </a:lnTo>
                  <a:close/>
                </a:path>
              </a:pathLst>
            </a:custGeom>
            <a:solidFill>
              <a:srgbClr val="612D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0" name="object 580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7676558" y="8284409"/>
              <a:ext cx="72374" cy="90850"/>
            </a:xfrm>
            <a:prstGeom prst="rect">
              <a:avLst/>
            </a:prstGeom>
          </p:spPr>
        </p:pic>
        <p:pic>
          <p:nvPicPr>
            <p:cNvPr id="581" name="object 581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7482748" y="7981124"/>
              <a:ext cx="157419" cy="157419"/>
            </a:xfrm>
            <a:prstGeom prst="rect">
              <a:avLst/>
            </a:prstGeom>
          </p:spPr>
        </p:pic>
      </p:grpSp>
      <p:grpSp>
        <p:nvGrpSpPr>
          <p:cNvPr id="582" name="object 582" descr=""/>
          <p:cNvGrpSpPr/>
          <p:nvPr/>
        </p:nvGrpSpPr>
        <p:grpSpPr>
          <a:xfrm>
            <a:off x="17925674" y="7739091"/>
            <a:ext cx="584835" cy="837565"/>
            <a:chOff x="17925674" y="7739091"/>
            <a:chExt cx="584835" cy="837565"/>
          </a:xfrm>
        </p:grpSpPr>
        <p:sp>
          <p:nvSpPr>
            <p:cNvPr id="583" name="object 583" descr=""/>
            <p:cNvSpPr/>
            <p:nvPr/>
          </p:nvSpPr>
          <p:spPr>
            <a:xfrm>
              <a:off x="18203077" y="7933115"/>
              <a:ext cx="300355" cy="621030"/>
            </a:xfrm>
            <a:custGeom>
              <a:avLst/>
              <a:gdLst/>
              <a:ahLst/>
              <a:cxnLst/>
              <a:rect l="l" t="t" r="r" b="b"/>
              <a:pathLst>
                <a:path w="300355" h="621029">
                  <a:moveTo>
                    <a:pt x="138035" y="0"/>
                  </a:moveTo>
                  <a:lnTo>
                    <a:pt x="75687" y="5739"/>
                  </a:lnTo>
                  <a:lnTo>
                    <a:pt x="23612" y="16754"/>
                  </a:lnTo>
                  <a:lnTo>
                    <a:pt x="392" y="31434"/>
                  </a:lnTo>
                  <a:lnTo>
                    <a:pt x="0" y="49836"/>
                  </a:lnTo>
                  <a:lnTo>
                    <a:pt x="1065" y="87690"/>
                  </a:lnTo>
                  <a:lnTo>
                    <a:pt x="3404" y="140753"/>
                  </a:lnTo>
                  <a:lnTo>
                    <a:pt x="6831" y="204784"/>
                  </a:lnTo>
                  <a:lnTo>
                    <a:pt x="11163" y="275540"/>
                  </a:lnTo>
                  <a:lnTo>
                    <a:pt x="16216" y="348779"/>
                  </a:lnTo>
                  <a:lnTo>
                    <a:pt x="21805" y="420259"/>
                  </a:lnTo>
                  <a:lnTo>
                    <a:pt x="27745" y="485737"/>
                  </a:lnTo>
                  <a:lnTo>
                    <a:pt x="33853" y="540972"/>
                  </a:lnTo>
                  <a:lnTo>
                    <a:pt x="39945" y="581721"/>
                  </a:lnTo>
                  <a:lnTo>
                    <a:pt x="62247" y="616411"/>
                  </a:lnTo>
                  <a:lnTo>
                    <a:pt x="90687" y="620433"/>
                  </a:lnTo>
                  <a:lnTo>
                    <a:pt x="127507" y="618874"/>
                  </a:lnTo>
                  <a:lnTo>
                    <a:pt x="169057" y="614799"/>
                  </a:lnTo>
                  <a:lnTo>
                    <a:pt x="229587" y="611165"/>
                  </a:lnTo>
                  <a:lnTo>
                    <a:pt x="256667" y="605457"/>
                  </a:lnTo>
                  <a:lnTo>
                    <a:pt x="279210" y="592014"/>
                  </a:lnTo>
                  <a:lnTo>
                    <a:pt x="299335" y="563013"/>
                  </a:lnTo>
                  <a:lnTo>
                    <a:pt x="299796" y="492801"/>
                  </a:lnTo>
                  <a:lnTo>
                    <a:pt x="274970" y="326889"/>
                  </a:lnTo>
                  <a:lnTo>
                    <a:pt x="219233" y="10786"/>
                  </a:lnTo>
                  <a:lnTo>
                    <a:pt x="192077" y="1145"/>
                  </a:lnTo>
                  <a:lnTo>
                    <a:pt x="138035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4" name="object 584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8177566" y="7804502"/>
              <a:ext cx="85894" cy="210349"/>
            </a:xfrm>
            <a:prstGeom prst="rect">
              <a:avLst/>
            </a:prstGeom>
          </p:spPr>
        </p:pic>
        <p:sp>
          <p:nvSpPr>
            <p:cNvPr id="585" name="object 585" descr=""/>
            <p:cNvSpPr/>
            <p:nvPr/>
          </p:nvSpPr>
          <p:spPr>
            <a:xfrm>
              <a:off x="18200421" y="7898568"/>
              <a:ext cx="307975" cy="339090"/>
            </a:xfrm>
            <a:custGeom>
              <a:avLst/>
              <a:gdLst/>
              <a:ahLst/>
              <a:cxnLst/>
              <a:rect l="l" t="t" r="r" b="b"/>
              <a:pathLst>
                <a:path w="307975" h="339090">
                  <a:moveTo>
                    <a:pt x="247573" y="48780"/>
                  </a:moveTo>
                  <a:lnTo>
                    <a:pt x="153255" y="48780"/>
                  </a:lnTo>
                  <a:lnTo>
                    <a:pt x="179508" y="52809"/>
                  </a:lnTo>
                  <a:lnTo>
                    <a:pt x="196800" y="66247"/>
                  </a:lnTo>
                  <a:lnTo>
                    <a:pt x="211509" y="99840"/>
                  </a:lnTo>
                  <a:lnTo>
                    <a:pt x="225123" y="159603"/>
                  </a:lnTo>
                  <a:lnTo>
                    <a:pt x="237354" y="227229"/>
                  </a:lnTo>
                  <a:lnTo>
                    <a:pt x="247911" y="284409"/>
                  </a:lnTo>
                  <a:lnTo>
                    <a:pt x="256503" y="312836"/>
                  </a:lnTo>
                  <a:lnTo>
                    <a:pt x="270363" y="324540"/>
                  </a:lnTo>
                  <a:lnTo>
                    <a:pt x="288373" y="335388"/>
                  </a:lnTo>
                  <a:lnTo>
                    <a:pt x="303311" y="338817"/>
                  </a:lnTo>
                  <a:lnTo>
                    <a:pt x="307947" y="328259"/>
                  </a:lnTo>
                  <a:lnTo>
                    <a:pt x="299915" y="275993"/>
                  </a:lnTo>
                  <a:lnTo>
                    <a:pt x="290199" y="218664"/>
                  </a:lnTo>
                  <a:lnTo>
                    <a:pt x="278916" y="160560"/>
                  </a:lnTo>
                  <a:lnTo>
                    <a:pt x="266188" y="105962"/>
                  </a:lnTo>
                  <a:lnTo>
                    <a:pt x="252134" y="59158"/>
                  </a:lnTo>
                  <a:lnTo>
                    <a:pt x="247573" y="48780"/>
                  </a:lnTo>
                  <a:close/>
                </a:path>
                <a:path w="307975" h="339090">
                  <a:moveTo>
                    <a:pt x="153257" y="48782"/>
                  </a:moveTo>
                  <a:lnTo>
                    <a:pt x="227274" y="171496"/>
                  </a:lnTo>
                  <a:lnTo>
                    <a:pt x="225122" y="159601"/>
                  </a:lnTo>
                  <a:lnTo>
                    <a:pt x="211507" y="99838"/>
                  </a:lnTo>
                  <a:lnTo>
                    <a:pt x="196796" y="66244"/>
                  </a:lnTo>
                  <a:lnTo>
                    <a:pt x="179491" y="52806"/>
                  </a:lnTo>
                  <a:lnTo>
                    <a:pt x="153257" y="48782"/>
                  </a:lnTo>
                  <a:close/>
                </a:path>
                <a:path w="307975" h="339090">
                  <a:moveTo>
                    <a:pt x="189919" y="0"/>
                  </a:moveTo>
                  <a:lnTo>
                    <a:pt x="132922" y="3859"/>
                  </a:lnTo>
                  <a:lnTo>
                    <a:pt x="78387" y="15707"/>
                  </a:lnTo>
                  <a:lnTo>
                    <a:pt x="30358" y="35759"/>
                  </a:lnTo>
                  <a:lnTo>
                    <a:pt x="0" y="70569"/>
                  </a:lnTo>
                  <a:lnTo>
                    <a:pt x="99556" y="54563"/>
                  </a:lnTo>
                  <a:lnTo>
                    <a:pt x="153241" y="48780"/>
                  </a:lnTo>
                  <a:lnTo>
                    <a:pt x="247573" y="48780"/>
                  </a:lnTo>
                  <a:lnTo>
                    <a:pt x="236873" y="24432"/>
                  </a:lnTo>
                  <a:lnTo>
                    <a:pt x="220526" y="6068"/>
                  </a:lnTo>
                  <a:lnTo>
                    <a:pt x="190803" y="26"/>
                  </a:lnTo>
                  <a:lnTo>
                    <a:pt x="189919" y="0"/>
                  </a:lnTo>
                  <a:close/>
                </a:path>
              </a:pathLst>
            </a:custGeom>
            <a:solidFill>
              <a:srgbClr val="612D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6" name="object 586" descr=""/>
            <p:cNvSpPr/>
            <p:nvPr/>
          </p:nvSpPr>
          <p:spPr>
            <a:xfrm>
              <a:off x="18439807" y="7966014"/>
              <a:ext cx="43815" cy="114300"/>
            </a:xfrm>
            <a:custGeom>
              <a:avLst/>
              <a:gdLst/>
              <a:ahLst/>
              <a:cxnLst/>
              <a:rect l="l" t="t" r="r" b="b"/>
              <a:pathLst>
                <a:path w="43815" h="114300">
                  <a:moveTo>
                    <a:pt x="15236" y="0"/>
                  </a:moveTo>
                  <a:lnTo>
                    <a:pt x="0" y="54358"/>
                  </a:lnTo>
                  <a:lnTo>
                    <a:pt x="43543" y="113782"/>
                  </a:lnTo>
                  <a:lnTo>
                    <a:pt x="39530" y="93114"/>
                  </a:lnTo>
                  <a:lnTo>
                    <a:pt x="26802" y="38516"/>
                  </a:lnTo>
                  <a:lnTo>
                    <a:pt x="15236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18455918" y="7986219"/>
              <a:ext cx="24130" cy="74930"/>
            </a:xfrm>
            <a:custGeom>
              <a:avLst/>
              <a:gdLst/>
              <a:ahLst/>
              <a:cxnLst/>
              <a:rect l="l" t="t" r="r" b="b"/>
              <a:pathLst>
                <a:path w="24130" h="74929">
                  <a:moveTo>
                    <a:pt x="5192" y="0"/>
                  </a:moveTo>
                  <a:lnTo>
                    <a:pt x="0" y="42323"/>
                  </a:lnTo>
                  <a:lnTo>
                    <a:pt x="23734" y="74531"/>
                  </a:lnTo>
                  <a:lnTo>
                    <a:pt x="23419" y="72909"/>
                  </a:lnTo>
                  <a:lnTo>
                    <a:pt x="10691" y="18311"/>
                  </a:lnTo>
                  <a:lnTo>
                    <a:pt x="5192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8" name="object 588" descr=""/>
            <p:cNvSpPr/>
            <p:nvPr/>
          </p:nvSpPr>
          <p:spPr>
            <a:xfrm>
              <a:off x="18435619" y="8125204"/>
              <a:ext cx="74930" cy="451484"/>
            </a:xfrm>
            <a:custGeom>
              <a:avLst/>
              <a:gdLst/>
              <a:ahLst/>
              <a:cxnLst/>
              <a:rect l="l" t="t" r="r" b="b"/>
              <a:pathLst>
                <a:path w="74930" h="451484">
                  <a:moveTo>
                    <a:pt x="25978" y="0"/>
                  </a:moveTo>
                  <a:lnTo>
                    <a:pt x="23213" y="261"/>
                  </a:lnTo>
                  <a:lnTo>
                    <a:pt x="2146" y="2251"/>
                  </a:lnTo>
                  <a:lnTo>
                    <a:pt x="0" y="5005"/>
                  </a:lnTo>
                  <a:lnTo>
                    <a:pt x="17335" y="119931"/>
                  </a:lnTo>
                  <a:lnTo>
                    <a:pt x="25545" y="177094"/>
                  </a:lnTo>
                  <a:lnTo>
                    <a:pt x="33898" y="237791"/>
                  </a:lnTo>
                  <a:lnTo>
                    <a:pt x="41703" y="298184"/>
                  </a:lnTo>
                  <a:lnTo>
                    <a:pt x="48267" y="354441"/>
                  </a:lnTo>
                  <a:lnTo>
                    <a:pt x="52899" y="402725"/>
                  </a:lnTo>
                  <a:lnTo>
                    <a:pt x="55097" y="450960"/>
                  </a:lnTo>
                  <a:lnTo>
                    <a:pt x="60071" y="447347"/>
                  </a:lnTo>
                  <a:lnTo>
                    <a:pt x="70092" y="444551"/>
                  </a:lnTo>
                  <a:lnTo>
                    <a:pt x="74785" y="431274"/>
                  </a:lnTo>
                  <a:lnTo>
                    <a:pt x="74601" y="396952"/>
                  </a:lnTo>
                  <a:lnTo>
                    <a:pt x="70688" y="343556"/>
                  </a:lnTo>
                  <a:lnTo>
                    <a:pt x="64196" y="273059"/>
                  </a:lnTo>
                  <a:lnTo>
                    <a:pt x="57535" y="211750"/>
                  </a:lnTo>
                  <a:lnTo>
                    <a:pt x="49185" y="146110"/>
                  </a:lnTo>
                  <a:lnTo>
                    <a:pt x="40633" y="84283"/>
                  </a:lnTo>
                  <a:lnTo>
                    <a:pt x="28459" y="1905"/>
                  </a:lnTo>
                  <a:lnTo>
                    <a:pt x="25978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9" name="object 589" descr=""/>
            <p:cNvSpPr/>
            <p:nvPr/>
          </p:nvSpPr>
          <p:spPr>
            <a:xfrm>
              <a:off x="18470882" y="8415517"/>
              <a:ext cx="35560" cy="26034"/>
            </a:xfrm>
            <a:custGeom>
              <a:avLst/>
              <a:gdLst/>
              <a:ahLst/>
              <a:cxnLst/>
              <a:rect l="l" t="t" r="r" b="b"/>
              <a:pathLst>
                <a:path w="35559" h="26034">
                  <a:moveTo>
                    <a:pt x="33307" y="0"/>
                  </a:moveTo>
                  <a:lnTo>
                    <a:pt x="0" y="3141"/>
                  </a:lnTo>
                  <a:lnTo>
                    <a:pt x="2146" y="25873"/>
                  </a:lnTo>
                  <a:lnTo>
                    <a:pt x="35454" y="22732"/>
                  </a:lnTo>
                  <a:lnTo>
                    <a:pt x="33307" y="0"/>
                  </a:lnTo>
                  <a:close/>
                </a:path>
              </a:pathLst>
            </a:custGeom>
            <a:solidFill>
              <a:srgbClr val="612D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18455920" y="8278234"/>
              <a:ext cx="53975" cy="99060"/>
            </a:xfrm>
            <a:custGeom>
              <a:avLst/>
              <a:gdLst/>
              <a:ahLst/>
              <a:cxnLst/>
              <a:rect l="l" t="t" r="r" b="b"/>
              <a:pathLst>
                <a:path w="53975" h="99059">
                  <a:moveTo>
                    <a:pt x="53809" y="84175"/>
                  </a:moveTo>
                  <a:lnTo>
                    <a:pt x="53606" y="82092"/>
                  </a:lnTo>
                  <a:lnTo>
                    <a:pt x="48679" y="29819"/>
                  </a:lnTo>
                  <a:lnTo>
                    <a:pt x="48056" y="23202"/>
                  </a:lnTo>
                  <a:lnTo>
                    <a:pt x="46126" y="19558"/>
                  </a:lnTo>
                  <a:lnTo>
                    <a:pt x="39878" y="14389"/>
                  </a:lnTo>
                  <a:lnTo>
                    <a:pt x="37160" y="13550"/>
                  </a:lnTo>
                  <a:lnTo>
                    <a:pt x="37160" y="80606"/>
                  </a:lnTo>
                  <a:lnTo>
                    <a:pt x="21450" y="82092"/>
                  </a:lnTo>
                  <a:lnTo>
                    <a:pt x="16649" y="31305"/>
                  </a:lnTo>
                  <a:lnTo>
                    <a:pt x="25222" y="30505"/>
                  </a:lnTo>
                  <a:lnTo>
                    <a:pt x="26504" y="44081"/>
                  </a:lnTo>
                  <a:lnTo>
                    <a:pt x="28765" y="45935"/>
                  </a:lnTo>
                  <a:lnTo>
                    <a:pt x="33794" y="45453"/>
                  </a:lnTo>
                  <a:lnTo>
                    <a:pt x="37160" y="80606"/>
                  </a:lnTo>
                  <a:lnTo>
                    <a:pt x="37160" y="13550"/>
                  </a:lnTo>
                  <a:lnTo>
                    <a:pt x="35941" y="13157"/>
                  </a:lnTo>
                  <a:lnTo>
                    <a:pt x="32842" y="13462"/>
                  </a:lnTo>
                  <a:lnTo>
                    <a:pt x="31750" y="1854"/>
                  </a:lnTo>
                  <a:lnTo>
                    <a:pt x="29502" y="0"/>
                  </a:lnTo>
                  <a:lnTo>
                    <a:pt x="26987" y="228"/>
                  </a:lnTo>
                  <a:lnTo>
                    <a:pt x="24472" y="469"/>
                  </a:lnTo>
                  <a:lnTo>
                    <a:pt x="22606" y="2730"/>
                  </a:lnTo>
                  <a:lnTo>
                    <a:pt x="23698" y="14325"/>
                  </a:lnTo>
                  <a:lnTo>
                    <a:pt x="10033" y="15621"/>
                  </a:lnTo>
                  <a:lnTo>
                    <a:pt x="6388" y="17538"/>
                  </a:lnTo>
                  <a:lnTo>
                    <a:pt x="1219" y="23799"/>
                  </a:lnTo>
                  <a:lnTo>
                    <a:pt x="0" y="27736"/>
                  </a:lnTo>
                  <a:lnTo>
                    <a:pt x="5753" y="88709"/>
                  </a:lnTo>
                  <a:lnTo>
                    <a:pt x="7696" y="92354"/>
                  </a:lnTo>
                  <a:lnTo>
                    <a:pt x="13563" y="97218"/>
                  </a:lnTo>
                  <a:lnTo>
                    <a:pt x="16941" y="98437"/>
                  </a:lnTo>
                  <a:lnTo>
                    <a:pt x="20942" y="98437"/>
                  </a:lnTo>
                  <a:lnTo>
                    <a:pt x="21412" y="98412"/>
                  </a:lnTo>
                  <a:lnTo>
                    <a:pt x="43776" y="96291"/>
                  </a:lnTo>
                  <a:lnTo>
                    <a:pt x="47421" y="94373"/>
                  </a:lnTo>
                  <a:lnTo>
                    <a:pt x="52590" y="88112"/>
                  </a:lnTo>
                  <a:lnTo>
                    <a:pt x="53809" y="84175"/>
                  </a:lnTo>
                  <a:close/>
                </a:path>
              </a:pathLst>
            </a:custGeom>
            <a:solidFill>
              <a:srgbClr val="B88A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1" name="object 591" descr=""/>
            <p:cNvSpPr/>
            <p:nvPr/>
          </p:nvSpPr>
          <p:spPr>
            <a:xfrm>
              <a:off x="17925674" y="7739091"/>
              <a:ext cx="384175" cy="779145"/>
            </a:xfrm>
            <a:custGeom>
              <a:avLst/>
              <a:gdLst/>
              <a:ahLst/>
              <a:cxnLst/>
              <a:rect l="l" t="t" r="r" b="b"/>
              <a:pathLst>
                <a:path w="384175" h="779145">
                  <a:moveTo>
                    <a:pt x="134330" y="0"/>
                  </a:moveTo>
                  <a:lnTo>
                    <a:pt x="84334" y="770"/>
                  </a:lnTo>
                  <a:lnTo>
                    <a:pt x="45687" y="12194"/>
                  </a:lnTo>
                  <a:lnTo>
                    <a:pt x="3305" y="68220"/>
                  </a:lnTo>
                  <a:lnTo>
                    <a:pt x="0" y="113431"/>
                  </a:lnTo>
                  <a:lnTo>
                    <a:pt x="2697" y="136473"/>
                  </a:lnTo>
                  <a:lnTo>
                    <a:pt x="17012" y="188054"/>
                  </a:lnTo>
                  <a:lnTo>
                    <a:pt x="43123" y="248896"/>
                  </a:lnTo>
                  <a:lnTo>
                    <a:pt x="60568" y="283516"/>
                  </a:lnTo>
                  <a:lnTo>
                    <a:pt x="80919" y="321322"/>
                  </a:lnTo>
                  <a:lnTo>
                    <a:pt x="104162" y="362604"/>
                  </a:lnTo>
                  <a:lnTo>
                    <a:pt x="130285" y="407652"/>
                  </a:lnTo>
                  <a:lnTo>
                    <a:pt x="159271" y="456757"/>
                  </a:lnTo>
                  <a:lnTo>
                    <a:pt x="263274" y="631312"/>
                  </a:lnTo>
                  <a:lnTo>
                    <a:pt x="303575" y="699545"/>
                  </a:lnTo>
                  <a:lnTo>
                    <a:pt x="349402" y="777986"/>
                  </a:lnTo>
                  <a:lnTo>
                    <a:pt x="355675" y="779107"/>
                  </a:lnTo>
                  <a:lnTo>
                    <a:pt x="382836" y="756385"/>
                  </a:lnTo>
                  <a:lnTo>
                    <a:pt x="383737" y="751903"/>
                  </a:lnTo>
                  <a:lnTo>
                    <a:pt x="354341" y="698477"/>
                  </a:lnTo>
                  <a:lnTo>
                    <a:pt x="324319" y="646200"/>
                  </a:lnTo>
                  <a:lnTo>
                    <a:pt x="292415" y="592227"/>
                  </a:lnTo>
                  <a:lnTo>
                    <a:pt x="259341" y="537369"/>
                  </a:lnTo>
                  <a:lnTo>
                    <a:pt x="160212" y="375571"/>
                  </a:lnTo>
                  <a:lnTo>
                    <a:pt x="129573" y="325262"/>
                  </a:lnTo>
                  <a:lnTo>
                    <a:pt x="101323" y="278114"/>
                  </a:lnTo>
                  <a:lnTo>
                    <a:pt x="76174" y="234937"/>
                  </a:lnTo>
                  <a:lnTo>
                    <a:pt x="54836" y="196540"/>
                  </a:lnTo>
                  <a:lnTo>
                    <a:pt x="26445" y="137323"/>
                  </a:lnTo>
                  <a:lnTo>
                    <a:pt x="20816" y="118122"/>
                  </a:lnTo>
                  <a:lnTo>
                    <a:pt x="23091" y="71089"/>
                  </a:lnTo>
                  <a:lnTo>
                    <a:pt x="44030" y="37191"/>
                  </a:lnTo>
                  <a:lnTo>
                    <a:pt x="79756" y="18431"/>
                  </a:lnTo>
                  <a:lnTo>
                    <a:pt x="126394" y="16816"/>
                  </a:lnTo>
                  <a:lnTo>
                    <a:pt x="146223" y="28715"/>
                  </a:lnTo>
                  <a:lnTo>
                    <a:pt x="191347" y="97142"/>
                  </a:lnTo>
                  <a:lnTo>
                    <a:pt x="215100" y="146959"/>
                  </a:lnTo>
                  <a:lnTo>
                    <a:pt x="238619" y="202705"/>
                  </a:lnTo>
                  <a:lnTo>
                    <a:pt x="261134" y="261025"/>
                  </a:lnTo>
                  <a:lnTo>
                    <a:pt x="281874" y="318562"/>
                  </a:lnTo>
                  <a:lnTo>
                    <a:pt x="300069" y="371962"/>
                  </a:lnTo>
                  <a:lnTo>
                    <a:pt x="314947" y="417869"/>
                  </a:lnTo>
                  <a:lnTo>
                    <a:pt x="325738" y="452928"/>
                  </a:lnTo>
                  <a:lnTo>
                    <a:pt x="330099" y="461098"/>
                  </a:lnTo>
                  <a:lnTo>
                    <a:pt x="337031" y="466725"/>
                  </a:lnTo>
                  <a:lnTo>
                    <a:pt x="345581" y="469306"/>
                  </a:lnTo>
                  <a:lnTo>
                    <a:pt x="354795" y="468341"/>
                  </a:lnTo>
                  <a:lnTo>
                    <a:pt x="367772" y="456627"/>
                  </a:lnTo>
                  <a:lnTo>
                    <a:pt x="374076" y="449386"/>
                  </a:lnTo>
                  <a:lnTo>
                    <a:pt x="375485" y="443619"/>
                  </a:lnTo>
                  <a:lnTo>
                    <a:pt x="373779" y="436321"/>
                  </a:lnTo>
                  <a:lnTo>
                    <a:pt x="351512" y="371218"/>
                  </a:lnTo>
                  <a:lnTo>
                    <a:pt x="333893" y="325011"/>
                  </a:lnTo>
                  <a:lnTo>
                    <a:pt x="312930" y="273462"/>
                  </a:lnTo>
                  <a:lnTo>
                    <a:pt x="289359" y="219391"/>
                  </a:lnTo>
                  <a:lnTo>
                    <a:pt x="263914" y="165620"/>
                  </a:lnTo>
                  <a:lnTo>
                    <a:pt x="237332" y="114970"/>
                  </a:lnTo>
                  <a:lnTo>
                    <a:pt x="210348" y="70262"/>
                  </a:lnTo>
                  <a:lnTo>
                    <a:pt x="183696" y="34317"/>
                  </a:lnTo>
                  <a:lnTo>
                    <a:pt x="158111" y="9956"/>
                  </a:lnTo>
                  <a:lnTo>
                    <a:pt x="134330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92" name="object 592" descr=""/>
          <p:cNvGrpSpPr/>
          <p:nvPr/>
        </p:nvGrpSpPr>
        <p:grpSpPr>
          <a:xfrm>
            <a:off x="11932102" y="5297799"/>
            <a:ext cx="478155" cy="1073785"/>
            <a:chOff x="11932102" y="5297799"/>
            <a:chExt cx="478155" cy="1073785"/>
          </a:xfrm>
        </p:grpSpPr>
        <p:sp>
          <p:nvSpPr>
            <p:cNvPr id="593" name="object 593" descr=""/>
            <p:cNvSpPr/>
            <p:nvPr/>
          </p:nvSpPr>
          <p:spPr>
            <a:xfrm>
              <a:off x="11932095" y="6127984"/>
              <a:ext cx="442595" cy="243840"/>
            </a:xfrm>
            <a:custGeom>
              <a:avLst/>
              <a:gdLst/>
              <a:ahLst/>
              <a:cxnLst/>
              <a:rect l="l" t="t" r="r" b="b"/>
              <a:pathLst>
                <a:path w="442595" h="243839">
                  <a:moveTo>
                    <a:pt x="442252" y="105498"/>
                  </a:moveTo>
                  <a:lnTo>
                    <a:pt x="437197" y="100444"/>
                  </a:lnTo>
                  <a:lnTo>
                    <a:pt x="431038" y="100444"/>
                  </a:lnTo>
                  <a:lnTo>
                    <a:pt x="46062" y="100444"/>
                  </a:lnTo>
                  <a:lnTo>
                    <a:pt x="46062" y="20358"/>
                  </a:lnTo>
                  <a:lnTo>
                    <a:pt x="44462" y="12458"/>
                  </a:lnTo>
                  <a:lnTo>
                    <a:pt x="40081" y="5981"/>
                  </a:lnTo>
                  <a:lnTo>
                    <a:pt x="33616" y="1612"/>
                  </a:lnTo>
                  <a:lnTo>
                    <a:pt x="25704" y="0"/>
                  </a:lnTo>
                  <a:lnTo>
                    <a:pt x="20358" y="0"/>
                  </a:lnTo>
                  <a:lnTo>
                    <a:pt x="12458" y="1612"/>
                  </a:lnTo>
                  <a:lnTo>
                    <a:pt x="5981" y="5981"/>
                  </a:lnTo>
                  <a:lnTo>
                    <a:pt x="1612" y="12458"/>
                  </a:lnTo>
                  <a:lnTo>
                    <a:pt x="0" y="20358"/>
                  </a:lnTo>
                  <a:lnTo>
                    <a:pt x="0" y="223215"/>
                  </a:lnTo>
                  <a:lnTo>
                    <a:pt x="1612" y="231127"/>
                  </a:lnTo>
                  <a:lnTo>
                    <a:pt x="5981" y="237591"/>
                  </a:lnTo>
                  <a:lnTo>
                    <a:pt x="12458" y="241960"/>
                  </a:lnTo>
                  <a:lnTo>
                    <a:pt x="20358" y="243560"/>
                  </a:lnTo>
                  <a:lnTo>
                    <a:pt x="25704" y="243560"/>
                  </a:lnTo>
                  <a:lnTo>
                    <a:pt x="33616" y="241960"/>
                  </a:lnTo>
                  <a:lnTo>
                    <a:pt x="40081" y="237591"/>
                  </a:lnTo>
                  <a:lnTo>
                    <a:pt x="44462" y="231127"/>
                  </a:lnTo>
                  <a:lnTo>
                    <a:pt x="46062" y="223215"/>
                  </a:lnTo>
                  <a:lnTo>
                    <a:pt x="46062" y="143129"/>
                  </a:lnTo>
                  <a:lnTo>
                    <a:pt x="437197" y="143129"/>
                  </a:lnTo>
                  <a:lnTo>
                    <a:pt x="442252" y="138074"/>
                  </a:lnTo>
                  <a:lnTo>
                    <a:pt x="442252" y="105498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4" name="object 594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1989126" y="6127545"/>
              <a:ext cx="420824" cy="243563"/>
            </a:xfrm>
            <a:prstGeom prst="rect">
              <a:avLst/>
            </a:prstGeom>
          </p:spPr>
        </p:pic>
        <p:sp>
          <p:nvSpPr>
            <p:cNvPr id="595" name="object 595" descr=""/>
            <p:cNvSpPr/>
            <p:nvPr/>
          </p:nvSpPr>
          <p:spPr>
            <a:xfrm>
              <a:off x="12142541" y="5490817"/>
              <a:ext cx="55244" cy="725170"/>
            </a:xfrm>
            <a:custGeom>
              <a:avLst/>
              <a:gdLst/>
              <a:ahLst/>
              <a:cxnLst/>
              <a:rect l="l" t="t" r="r" b="b"/>
              <a:pathLst>
                <a:path w="55245" h="725170">
                  <a:moveTo>
                    <a:pt x="0" y="724920"/>
                  </a:moveTo>
                  <a:lnTo>
                    <a:pt x="54658" y="724920"/>
                  </a:lnTo>
                  <a:lnTo>
                    <a:pt x="54658" y="0"/>
                  </a:lnTo>
                  <a:lnTo>
                    <a:pt x="0" y="0"/>
                  </a:lnTo>
                  <a:lnTo>
                    <a:pt x="0" y="724920"/>
                  </a:lnTo>
                  <a:close/>
                </a:path>
              </a:pathLst>
            </a:custGeom>
            <a:solidFill>
              <a:srgbClr val="A6A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6" name="object 596" descr=""/>
            <p:cNvSpPr/>
            <p:nvPr/>
          </p:nvSpPr>
          <p:spPr>
            <a:xfrm>
              <a:off x="12160530" y="5490817"/>
              <a:ext cx="18415" cy="711835"/>
            </a:xfrm>
            <a:custGeom>
              <a:avLst/>
              <a:gdLst/>
              <a:ahLst/>
              <a:cxnLst/>
              <a:rect l="l" t="t" r="r" b="b"/>
              <a:pathLst>
                <a:path w="18415" h="711835">
                  <a:moveTo>
                    <a:pt x="0" y="711758"/>
                  </a:moveTo>
                  <a:lnTo>
                    <a:pt x="18365" y="711758"/>
                  </a:lnTo>
                  <a:lnTo>
                    <a:pt x="18365" y="0"/>
                  </a:lnTo>
                  <a:lnTo>
                    <a:pt x="0" y="0"/>
                  </a:lnTo>
                  <a:lnTo>
                    <a:pt x="0" y="711758"/>
                  </a:lnTo>
                  <a:close/>
                </a:path>
              </a:pathLst>
            </a:custGeom>
            <a:solidFill>
              <a:srgbClr val="BDBD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7" name="object 597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2129174" y="6187740"/>
              <a:ext cx="81379" cy="81379"/>
            </a:xfrm>
            <a:prstGeom prst="rect">
              <a:avLst/>
            </a:prstGeom>
          </p:spPr>
        </p:pic>
        <p:sp>
          <p:nvSpPr>
            <p:cNvPr id="598" name="object 598" descr=""/>
            <p:cNvSpPr/>
            <p:nvPr/>
          </p:nvSpPr>
          <p:spPr>
            <a:xfrm>
              <a:off x="11955132" y="6121177"/>
              <a:ext cx="432434" cy="133985"/>
            </a:xfrm>
            <a:custGeom>
              <a:avLst/>
              <a:gdLst/>
              <a:ahLst/>
              <a:cxnLst/>
              <a:rect l="l" t="t" r="r" b="b"/>
              <a:pathLst>
                <a:path w="432434" h="133985">
                  <a:moveTo>
                    <a:pt x="36715" y="30988"/>
                  </a:moveTo>
                  <a:lnTo>
                    <a:pt x="34277" y="18923"/>
                  </a:lnTo>
                  <a:lnTo>
                    <a:pt x="27635" y="9080"/>
                  </a:lnTo>
                  <a:lnTo>
                    <a:pt x="17792" y="2438"/>
                  </a:lnTo>
                  <a:lnTo>
                    <a:pt x="5715" y="0"/>
                  </a:lnTo>
                  <a:lnTo>
                    <a:pt x="0" y="0"/>
                  </a:lnTo>
                  <a:lnTo>
                    <a:pt x="0" y="107010"/>
                  </a:lnTo>
                  <a:lnTo>
                    <a:pt x="1955" y="116763"/>
                  </a:lnTo>
                  <a:lnTo>
                    <a:pt x="7327" y="124714"/>
                  </a:lnTo>
                  <a:lnTo>
                    <a:pt x="15278" y="130086"/>
                  </a:lnTo>
                  <a:lnTo>
                    <a:pt x="25031" y="132041"/>
                  </a:lnTo>
                  <a:lnTo>
                    <a:pt x="36715" y="132041"/>
                  </a:lnTo>
                  <a:lnTo>
                    <a:pt x="36715" y="30988"/>
                  </a:lnTo>
                  <a:close/>
                </a:path>
                <a:path w="432434" h="133985">
                  <a:moveTo>
                    <a:pt x="431838" y="1892"/>
                  </a:moveTo>
                  <a:lnTo>
                    <a:pt x="426110" y="1892"/>
                  </a:lnTo>
                  <a:lnTo>
                    <a:pt x="414045" y="4330"/>
                  </a:lnTo>
                  <a:lnTo>
                    <a:pt x="404202" y="10972"/>
                  </a:lnTo>
                  <a:lnTo>
                    <a:pt x="397560" y="20815"/>
                  </a:lnTo>
                  <a:lnTo>
                    <a:pt x="395122" y="32880"/>
                  </a:lnTo>
                  <a:lnTo>
                    <a:pt x="395122" y="133946"/>
                  </a:lnTo>
                  <a:lnTo>
                    <a:pt x="406806" y="133946"/>
                  </a:lnTo>
                  <a:lnTo>
                    <a:pt x="416547" y="131978"/>
                  </a:lnTo>
                  <a:lnTo>
                    <a:pt x="424510" y="126606"/>
                  </a:lnTo>
                  <a:lnTo>
                    <a:pt x="429869" y="118656"/>
                  </a:lnTo>
                  <a:lnTo>
                    <a:pt x="431838" y="108902"/>
                  </a:lnTo>
                  <a:lnTo>
                    <a:pt x="431838" y="1892"/>
                  </a:lnTo>
                  <a:close/>
                </a:path>
              </a:pathLst>
            </a:custGeom>
            <a:solidFill>
              <a:srgbClr val="3737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9" name="object 599" descr=""/>
            <p:cNvSpPr/>
            <p:nvPr/>
          </p:nvSpPr>
          <p:spPr>
            <a:xfrm>
              <a:off x="11963222" y="5297810"/>
              <a:ext cx="413384" cy="193040"/>
            </a:xfrm>
            <a:custGeom>
              <a:avLst/>
              <a:gdLst/>
              <a:ahLst/>
              <a:cxnLst/>
              <a:rect l="l" t="t" r="r" b="b"/>
              <a:pathLst>
                <a:path w="413384" h="193039">
                  <a:moveTo>
                    <a:pt x="413283" y="31800"/>
                  </a:moveTo>
                  <a:lnTo>
                    <a:pt x="404812" y="25603"/>
                  </a:lnTo>
                  <a:lnTo>
                    <a:pt x="396240" y="22212"/>
                  </a:lnTo>
                  <a:lnTo>
                    <a:pt x="382397" y="20421"/>
                  </a:lnTo>
                  <a:lnTo>
                    <a:pt x="358127" y="19050"/>
                  </a:lnTo>
                  <a:lnTo>
                    <a:pt x="330022" y="16433"/>
                  </a:lnTo>
                  <a:lnTo>
                    <a:pt x="307962" y="12344"/>
                  </a:lnTo>
                  <a:lnTo>
                    <a:pt x="291668" y="7785"/>
                  </a:lnTo>
                  <a:lnTo>
                    <a:pt x="280847" y="3695"/>
                  </a:lnTo>
                  <a:lnTo>
                    <a:pt x="269443" y="2133"/>
                  </a:lnTo>
                  <a:lnTo>
                    <a:pt x="264642" y="1485"/>
                  </a:lnTo>
                  <a:lnTo>
                    <a:pt x="239649" y="1168"/>
                  </a:lnTo>
                  <a:lnTo>
                    <a:pt x="216700" y="1727"/>
                  </a:lnTo>
                  <a:lnTo>
                    <a:pt x="206641" y="2133"/>
                  </a:lnTo>
                  <a:lnTo>
                    <a:pt x="169887" y="406"/>
                  </a:lnTo>
                  <a:lnTo>
                    <a:pt x="149910" y="0"/>
                  </a:lnTo>
                  <a:lnTo>
                    <a:pt x="139750" y="1041"/>
                  </a:lnTo>
                  <a:lnTo>
                    <a:pt x="132448" y="3695"/>
                  </a:lnTo>
                  <a:lnTo>
                    <a:pt x="121615" y="7785"/>
                  </a:lnTo>
                  <a:lnTo>
                    <a:pt x="105321" y="12344"/>
                  </a:lnTo>
                  <a:lnTo>
                    <a:pt x="83273" y="16433"/>
                  </a:lnTo>
                  <a:lnTo>
                    <a:pt x="55168" y="19050"/>
                  </a:lnTo>
                  <a:lnTo>
                    <a:pt x="28981" y="21920"/>
                  </a:lnTo>
                  <a:lnTo>
                    <a:pt x="11963" y="26212"/>
                  </a:lnTo>
                  <a:lnTo>
                    <a:pt x="2755" y="30099"/>
                  </a:lnTo>
                  <a:lnTo>
                    <a:pt x="0" y="31800"/>
                  </a:lnTo>
                  <a:lnTo>
                    <a:pt x="8661" y="41160"/>
                  </a:lnTo>
                  <a:lnTo>
                    <a:pt x="12128" y="42468"/>
                  </a:lnTo>
                  <a:lnTo>
                    <a:pt x="30099" y="42545"/>
                  </a:lnTo>
                  <a:lnTo>
                    <a:pt x="108318" y="40233"/>
                  </a:lnTo>
                  <a:lnTo>
                    <a:pt x="135305" y="39865"/>
                  </a:lnTo>
                  <a:lnTo>
                    <a:pt x="149504" y="41922"/>
                  </a:lnTo>
                  <a:lnTo>
                    <a:pt x="162204" y="47409"/>
                  </a:lnTo>
                  <a:lnTo>
                    <a:pt x="172453" y="56464"/>
                  </a:lnTo>
                  <a:lnTo>
                    <a:pt x="177685" y="66217"/>
                  </a:lnTo>
                  <a:lnTo>
                    <a:pt x="172199" y="66217"/>
                  </a:lnTo>
                  <a:lnTo>
                    <a:pt x="172199" y="193014"/>
                  </a:lnTo>
                  <a:lnTo>
                    <a:pt x="241007" y="193014"/>
                  </a:lnTo>
                  <a:lnTo>
                    <a:pt x="241007" y="66217"/>
                  </a:lnTo>
                  <a:lnTo>
                    <a:pt x="235585" y="66217"/>
                  </a:lnTo>
                  <a:lnTo>
                    <a:pt x="240830" y="56464"/>
                  </a:lnTo>
                  <a:lnTo>
                    <a:pt x="251079" y="47409"/>
                  </a:lnTo>
                  <a:lnTo>
                    <a:pt x="263779" y="41922"/>
                  </a:lnTo>
                  <a:lnTo>
                    <a:pt x="277977" y="39865"/>
                  </a:lnTo>
                  <a:lnTo>
                    <a:pt x="304965" y="40233"/>
                  </a:lnTo>
                  <a:lnTo>
                    <a:pt x="383184" y="42545"/>
                  </a:lnTo>
                  <a:lnTo>
                    <a:pt x="401154" y="42468"/>
                  </a:lnTo>
                  <a:lnTo>
                    <a:pt x="404634" y="41160"/>
                  </a:lnTo>
                  <a:lnTo>
                    <a:pt x="405828" y="39865"/>
                  </a:lnTo>
                  <a:lnTo>
                    <a:pt x="413283" y="31800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0" name="object 600" descr=""/>
            <p:cNvSpPr/>
            <p:nvPr/>
          </p:nvSpPr>
          <p:spPr>
            <a:xfrm>
              <a:off x="12039041" y="5318232"/>
              <a:ext cx="259079" cy="3810"/>
            </a:xfrm>
            <a:custGeom>
              <a:avLst/>
              <a:gdLst/>
              <a:ahLst/>
              <a:cxnLst/>
              <a:rect l="l" t="t" r="r" b="b"/>
              <a:pathLst>
                <a:path w="259079" h="3810">
                  <a:moveTo>
                    <a:pt x="258800" y="1270"/>
                  </a:moveTo>
                  <a:lnTo>
                    <a:pt x="258711" y="0"/>
                  </a:lnTo>
                  <a:lnTo>
                    <a:pt x="76" y="0"/>
                  </a:lnTo>
                  <a:lnTo>
                    <a:pt x="76" y="1270"/>
                  </a:lnTo>
                  <a:lnTo>
                    <a:pt x="0" y="2540"/>
                  </a:lnTo>
                  <a:lnTo>
                    <a:pt x="685" y="2540"/>
                  </a:lnTo>
                  <a:lnTo>
                    <a:pt x="685" y="3810"/>
                  </a:lnTo>
                  <a:lnTo>
                    <a:pt x="258114" y="3810"/>
                  </a:lnTo>
                  <a:lnTo>
                    <a:pt x="258114" y="2540"/>
                  </a:lnTo>
                  <a:lnTo>
                    <a:pt x="258800" y="2540"/>
                  </a:lnTo>
                  <a:lnTo>
                    <a:pt x="258800" y="1270"/>
                  </a:lnTo>
                  <a:close/>
                </a:path>
              </a:pathLst>
            </a:custGeom>
            <a:solidFill>
              <a:srgbClr val="39394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1" name="object 601" descr=""/>
            <p:cNvSpPr/>
            <p:nvPr/>
          </p:nvSpPr>
          <p:spPr>
            <a:xfrm>
              <a:off x="12015788" y="6240722"/>
              <a:ext cx="309880" cy="10795"/>
            </a:xfrm>
            <a:custGeom>
              <a:avLst/>
              <a:gdLst/>
              <a:ahLst/>
              <a:cxnLst/>
              <a:rect l="l" t="t" r="r" b="b"/>
              <a:pathLst>
                <a:path w="309879" h="10795">
                  <a:moveTo>
                    <a:pt x="50952" y="5803"/>
                  </a:moveTo>
                  <a:lnTo>
                    <a:pt x="47980" y="5080"/>
                  </a:lnTo>
                  <a:lnTo>
                    <a:pt x="40614" y="3987"/>
                  </a:lnTo>
                  <a:lnTo>
                    <a:pt x="8839" y="0"/>
                  </a:lnTo>
                  <a:lnTo>
                    <a:pt x="4940" y="203"/>
                  </a:lnTo>
                  <a:lnTo>
                    <a:pt x="0" y="6096"/>
                  </a:lnTo>
                  <a:lnTo>
                    <a:pt x="1041" y="8610"/>
                  </a:lnTo>
                  <a:lnTo>
                    <a:pt x="8039" y="9880"/>
                  </a:lnTo>
                  <a:lnTo>
                    <a:pt x="22631" y="10172"/>
                  </a:lnTo>
                  <a:lnTo>
                    <a:pt x="37490" y="9906"/>
                  </a:lnTo>
                  <a:lnTo>
                    <a:pt x="45339" y="9499"/>
                  </a:lnTo>
                  <a:lnTo>
                    <a:pt x="47879" y="9055"/>
                  </a:lnTo>
                  <a:lnTo>
                    <a:pt x="50952" y="5803"/>
                  </a:lnTo>
                  <a:close/>
                </a:path>
                <a:path w="309879" h="10795">
                  <a:moveTo>
                    <a:pt x="309880" y="6096"/>
                  </a:moveTo>
                  <a:lnTo>
                    <a:pt x="304939" y="203"/>
                  </a:lnTo>
                  <a:lnTo>
                    <a:pt x="301028" y="0"/>
                  </a:lnTo>
                  <a:lnTo>
                    <a:pt x="269265" y="3987"/>
                  </a:lnTo>
                  <a:lnTo>
                    <a:pt x="261899" y="5080"/>
                  </a:lnTo>
                  <a:lnTo>
                    <a:pt x="258914" y="5803"/>
                  </a:lnTo>
                  <a:lnTo>
                    <a:pt x="262001" y="9055"/>
                  </a:lnTo>
                  <a:lnTo>
                    <a:pt x="264541" y="9499"/>
                  </a:lnTo>
                  <a:lnTo>
                    <a:pt x="272389" y="9906"/>
                  </a:lnTo>
                  <a:lnTo>
                    <a:pt x="287248" y="10172"/>
                  </a:lnTo>
                  <a:lnTo>
                    <a:pt x="301828" y="9880"/>
                  </a:lnTo>
                  <a:lnTo>
                    <a:pt x="308838" y="8610"/>
                  </a:lnTo>
                  <a:lnTo>
                    <a:pt x="309880" y="6096"/>
                  </a:lnTo>
                  <a:close/>
                </a:path>
              </a:pathLst>
            </a:custGeom>
            <a:solidFill>
              <a:srgbClr val="CF344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02" name="object 602" descr=""/>
          <p:cNvGrpSpPr/>
          <p:nvPr/>
        </p:nvGrpSpPr>
        <p:grpSpPr>
          <a:xfrm>
            <a:off x="12525483" y="5309667"/>
            <a:ext cx="344170" cy="1073150"/>
            <a:chOff x="12525483" y="5309667"/>
            <a:chExt cx="344170" cy="1073150"/>
          </a:xfrm>
        </p:grpSpPr>
        <p:sp>
          <p:nvSpPr>
            <p:cNvPr id="603" name="object 603" descr=""/>
            <p:cNvSpPr/>
            <p:nvPr/>
          </p:nvSpPr>
          <p:spPr>
            <a:xfrm>
              <a:off x="12539021" y="5501560"/>
              <a:ext cx="55244" cy="738505"/>
            </a:xfrm>
            <a:custGeom>
              <a:avLst/>
              <a:gdLst/>
              <a:ahLst/>
              <a:cxnLst/>
              <a:rect l="l" t="t" r="r" b="b"/>
              <a:pathLst>
                <a:path w="55245" h="738504">
                  <a:moveTo>
                    <a:pt x="0" y="738249"/>
                  </a:moveTo>
                  <a:lnTo>
                    <a:pt x="54658" y="738249"/>
                  </a:lnTo>
                  <a:lnTo>
                    <a:pt x="54658" y="0"/>
                  </a:lnTo>
                  <a:lnTo>
                    <a:pt x="0" y="0"/>
                  </a:lnTo>
                  <a:lnTo>
                    <a:pt x="0" y="738249"/>
                  </a:lnTo>
                  <a:close/>
                </a:path>
              </a:pathLst>
            </a:custGeom>
            <a:solidFill>
              <a:srgbClr val="A6A6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4" name="object 604" descr=""/>
            <p:cNvSpPr/>
            <p:nvPr/>
          </p:nvSpPr>
          <p:spPr>
            <a:xfrm>
              <a:off x="12557010" y="5501560"/>
              <a:ext cx="18415" cy="738505"/>
            </a:xfrm>
            <a:custGeom>
              <a:avLst/>
              <a:gdLst/>
              <a:ahLst/>
              <a:cxnLst/>
              <a:rect l="l" t="t" r="r" b="b"/>
              <a:pathLst>
                <a:path w="18415" h="738504">
                  <a:moveTo>
                    <a:pt x="0" y="737967"/>
                  </a:moveTo>
                  <a:lnTo>
                    <a:pt x="18365" y="737967"/>
                  </a:lnTo>
                  <a:lnTo>
                    <a:pt x="18365" y="0"/>
                  </a:lnTo>
                  <a:lnTo>
                    <a:pt x="0" y="0"/>
                  </a:lnTo>
                  <a:lnTo>
                    <a:pt x="0" y="737967"/>
                  </a:lnTo>
                  <a:close/>
                </a:path>
              </a:pathLst>
            </a:custGeom>
            <a:solidFill>
              <a:srgbClr val="BDBD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5" name="object 605" descr=""/>
            <p:cNvSpPr/>
            <p:nvPr/>
          </p:nvSpPr>
          <p:spPr>
            <a:xfrm>
              <a:off x="12525489" y="6239170"/>
              <a:ext cx="344170" cy="43180"/>
            </a:xfrm>
            <a:custGeom>
              <a:avLst/>
              <a:gdLst/>
              <a:ahLst/>
              <a:cxnLst/>
              <a:rect l="l" t="t" r="r" b="b"/>
              <a:pathLst>
                <a:path w="344170" h="43179">
                  <a:moveTo>
                    <a:pt x="325068" y="0"/>
                  </a:moveTo>
                  <a:lnTo>
                    <a:pt x="18858" y="0"/>
                  </a:lnTo>
                  <a:lnTo>
                    <a:pt x="11533" y="1487"/>
                  </a:lnTo>
                  <a:lnTo>
                    <a:pt x="5537" y="5537"/>
                  </a:lnTo>
                  <a:lnTo>
                    <a:pt x="1487" y="11533"/>
                  </a:lnTo>
                  <a:lnTo>
                    <a:pt x="0" y="18858"/>
                  </a:lnTo>
                  <a:lnTo>
                    <a:pt x="0" y="23821"/>
                  </a:lnTo>
                  <a:lnTo>
                    <a:pt x="1487" y="31141"/>
                  </a:lnTo>
                  <a:lnTo>
                    <a:pt x="5537" y="37137"/>
                  </a:lnTo>
                  <a:lnTo>
                    <a:pt x="11533" y="41190"/>
                  </a:lnTo>
                  <a:lnTo>
                    <a:pt x="18858" y="42679"/>
                  </a:lnTo>
                  <a:lnTo>
                    <a:pt x="325068" y="42679"/>
                  </a:lnTo>
                  <a:lnTo>
                    <a:pt x="332388" y="41190"/>
                  </a:lnTo>
                  <a:lnTo>
                    <a:pt x="338384" y="37137"/>
                  </a:lnTo>
                  <a:lnTo>
                    <a:pt x="342437" y="31141"/>
                  </a:lnTo>
                  <a:lnTo>
                    <a:pt x="343926" y="23821"/>
                  </a:lnTo>
                  <a:lnTo>
                    <a:pt x="343926" y="18858"/>
                  </a:lnTo>
                  <a:lnTo>
                    <a:pt x="342437" y="11533"/>
                  </a:lnTo>
                  <a:lnTo>
                    <a:pt x="338384" y="5537"/>
                  </a:lnTo>
                  <a:lnTo>
                    <a:pt x="332388" y="1487"/>
                  </a:lnTo>
                  <a:lnTo>
                    <a:pt x="325068" y="0"/>
                  </a:lnTo>
                  <a:close/>
                </a:path>
              </a:pathLst>
            </a:custGeom>
            <a:solidFill>
              <a:srgbClr val="2727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6" name="object 606" descr=""/>
            <p:cNvSpPr/>
            <p:nvPr/>
          </p:nvSpPr>
          <p:spPr>
            <a:xfrm>
              <a:off x="12544032" y="6247410"/>
              <a:ext cx="26670" cy="19050"/>
            </a:xfrm>
            <a:custGeom>
              <a:avLst/>
              <a:gdLst/>
              <a:ahLst/>
              <a:cxnLst/>
              <a:rect l="l" t="t" r="r" b="b"/>
              <a:pathLst>
                <a:path w="26670" h="19050">
                  <a:moveTo>
                    <a:pt x="21939" y="0"/>
                  </a:moveTo>
                  <a:lnTo>
                    <a:pt x="19321" y="1324"/>
                  </a:lnTo>
                  <a:lnTo>
                    <a:pt x="12717" y="5283"/>
                  </a:lnTo>
                  <a:lnTo>
                    <a:pt x="0" y="13096"/>
                  </a:lnTo>
                  <a:lnTo>
                    <a:pt x="31" y="15441"/>
                  </a:lnTo>
                  <a:lnTo>
                    <a:pt x="952" y="18561"/>
                  </a:lnTo>
                  <a:lnTo>
                    <a:pt x="25758" y="17776"/>
                  </a:lnTo>
                  <a:lnTo>
                    <a:pt x="26114" y="14656"/>
                  </a:lnTo>
                  <a:lnTo>
                    <a:pt x="23423" y="604"/>
                  </a:lnTo>
                  <a:lnTo>
                    <a:pt x="22700" y="91"/>
                  </a:lnTo>
                  <a:lnTo>
                    <a:pt x="21939" y="0"/>
                  </a:lnTo>
                  <a:close/>
                </a:path>
              </a:pathLst>
            </a:custGeom>
            <a:solidFill>
              <a:srgbClr val="9E29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7" name="object 607" descr=""/>
            <p:cNvSpPr/>
            <p:nvPr/>
          </p:nvSpPr>
          <p:spPr>
            <a:xfrm>
              <a:off x="12556169" y="6251454"/>
              <a:ext cx="12065" cy="11430"/>
            </a:xfrm>
            <a:custGeom>
              <a:avLst/>
              <a:gdLst/>
              <a:ahLst/>
              <a:cxnLst/>
              <a:rect l="l" t="t" r="r" b="b"/>
              <a:pathLst>
                <a:path w="12065" h="11429">
                  <a:moveTo>
                    <a:pt x="9696" y="0"/>
                  </a:moveTo>
                  <a:lnTo>
                    <a:pt x="1371" y="4366"/>
                  </a:lnTo>
                  <a:lnTo>
                    <a:pt x="0" y="5811"/>
                  </a:lnTo>
                  <a:lnTo>
                    <a:pt x="712" y="9057"/>
                  </a:lnTo>
                  <a:lnTo>
                    <a:pt x="1874" y="9957"/>
                  </a:lnTo>
                  <a:lnTo>
                    <a:pt x="11256" y="11130"/>
                  </a:lnTo>
                  <a:lnTo>
                    <a:pt x="11727" y="6104"/>
                  </a:lnTo>
                  <a:lnTo>
                    <a:pt x="10596" y="209"/>
                  </a:lnTo>
                  <a:lnTo>
                    <a:pt x="9696" y="0"/>
                  </a:lnTo>
                  <a:close/>
                </a:path>
              </a:pathLst>
            </a:custGeom>
            <a:solidFill>
              <a:srgbClr val="CF34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8" name="object 608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2603590" y="6138400"/>
              <a:ext cx="243898" cy="243887"/>
            </a:xfrm>
            <a:prstGeom prst="rect">
              <a:avLst/>
            </a:prstGeom>
          </p:spPr>
        </p:pic>
        <p:sp>
          <p:nvSpPr>
            <p:cNvPr id="609" name="object 609" descr=""/>
            <p:cNvSpPr/>
            <p:nvPr/>
          </p:nvSpPr>
          <p:spPr>
            <a:xfrm>
              <a:off x="12594213" y="6123017"/>
              <a:ext cx="264160" cy="133985"/>
            </a:xfrm>
            <a:custGeom>
              <a:avLst/>
              <a:gdLst/>
              <a:ahLst/>
              <a:cxnLst/>
              <a:rect l="l" t="t" r="r" b="b"/>
              <a:pathLst>
                <a:path w="264159" h="133985">
                  <a:moveTo>
                    <a:pt x="131776" y="0"/>
                  </a:moveTo>
                  <a:lnTo>
                    <a:pt x="80480" y="10268"/>
                  </a:lnTo>
                  <a:lnTo>
                    <a:pt x="38594" y="38272"/>
                  </a:lnTo>
                  <a:lnTo>
                    <a:pt x="10354" y="79809"/>
                  </a:lnTo>
                  <a:lnTo>
                    <a:pt x="0" y="130676"/>
                  </a:lnTo>
                  <a:lnTo>
                    <a:pt x="73" y="133524"/>
                  </a:lnTo>
                  <a:lnTo>
                    <a:pt x="22439" y="133524"/>
                  </a:lnTo>
                  <a:lnTo>
                    <a:pt x="30966" y="91637"/>
                  </a:lnTo>
                  <a:lnTo>
                    <a:pt x="54223" y="57432"/>
                  </a:lnTo>
                  <a:lnTo>
                    <a:pt x="88717" y="34371"/>
                  </a:lnTo>
                  <a:lnTo>
                    <a:pt x="130959" y="25915"/>
                  </a:lnTo>
                  <a:lnTo>
                    <a:pt x="173206" y="34371"/>
                  </a:lnTo>
                  <a:lnTo>
                    <a:pt x="207704" y="57432"/>
                  </a:lnTo>
                  <a:lnTo>
                    <a:pt x="230962" y="91637"/>
                  </a:lnTo>
                  <a:lnTo>
                    <a:pt x="239490" y="133524"/>
                  </a:lnTo>
                  <a:lnTo>
                    <a:pt x="263478" y="133524"/>
                  </a:lnTo>
                  <a:lnTo>
                    <a:pt x="263552" y="130676"/>
                  </a:lnTo>
                  <a:lnTo>
                    <a:pt x="253197" y="79809"/>
                  </a:lnTo>
                  <a:lnTo>
                    <a:pt x="224957" y="38272"/>
                  </a:lnTo>
                  <a:lnTo>
                    <a:pt x="183071" y="10268"/>
                  </a:lnTo>
                  <a:lnTo>
                    <a:pt x="131776" y="0"/>
                  </a:lnTo>
                  <a:close/>
                </a:path>
              </a:pathLst>
            </a:custGeom>
            <a:solidFill>
              <a:srgbClr val="3737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0" name="object 610" descr=""/>
            <p:cNvSpPr/>
            <p:nvPr/>
          </p:nvSpPr>
          <p:spPr>
            <a:xfrm>
              <a:off x="12531942" y="5374768"/>
              <a:ext cx="69215" cy="127000"/>
            </a:xfrm>
            <a:custGeom>
              <a:avLst/>
              <a:gdLst/>
              <a:ahLst/>
              <a:cxnLst/>
              <a:rect l="l" t="t" r="r" b="b"/>
              <a:pathLst>
                <a:path w="69215" h="127000">
                  <a:moveTo>
                    <a:pt x="68804" y="0"/>
                  </a:moveTo>
                  <a:lnTo>
                    <a:pt x="0" y="0"/>
                  </a:lnTo>
                  <a:lnTo>
                    <a:pt x="0" y="126791"/>
                  </a:lnTo>
                  <a:lnTo>
                    <a:pt x="68804" y="126791"/>
                  </a:lnTo>
                  <a:lnTo>
                    <a:pt x="68804" y="0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1" name="object 611" descr=""/>
            <p:cNvSpPr/>
            <p:nvPr/>
          </p:nvSpPr>
          <p:spPr>
            <a:xfrm>
              <a:off x="12525483" y="6199746"/>
              <a:ext cx="19050" cy="80645"/>
            </a:xfrm>
            <a:custGeom>
              <a:avLst/>
              <a:gdLst/>
              <a:ahLst/>
              <a:cxnLst/>
              <a:rect l="l" t="t" r="r" b="b"/>
              <a:pathLst>
                <a:path w="19050" h="80645">
                  <a:moveTo>
                    <a:pt x="14376" y="0"/>
                  </a:moveTo>
                  <a:lnTo>
                    <a:pt x="9277" y="0"/>
                  </a:lnTo>
                  <a:lnTo>
                    <a:pt x="4177" y="0"/>
                  </a:lnTo>
                  <a:lnTo>
                    <a:pt x="0" y="4167"/>
                  </a:lnTo>
                  <a:lnTo>
                    <a:pt x="0" y="75945"/>
                  </a:lnTo>
                  <a:lnTo>
                    <a:pt x="4177" y="80112"/>
                  </a:lnTo>
                  <a:lnTo>
                    <a:pt x="14376" y="80112"/>
                  </a:lnTo>
                  <a:lnTo>
                    <a:pt x="18543" y="75945"/>
                  </a:lnTo>
                  <a:lnTo>
                    <a:pt x="18543" y="4167"/>
                  </a:lnTo>
                  <a:lnTo>
                    <a:pt x="14376" y="0"/>
                  </a:lnTo>
                  <a:close/>
                </a:path>
              </a:pathLst>
            </a:custGeom>
            <a:solidFill>
              <a:srgbClr val="5C5C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 descr=""/>
            <p:cNvSpPr/>
            <p:nvPr/>
          </p:nvSpPr>
          <p:spPr>
            <a:xfrm>
              <a:off x="12528868" y="5309672"/>
              <a:ext cx="65405" cy="970280"/>
            </a:xfrm>
            <a:custGeom>
              <a:avLst/>
              <a:gdLst/>
              <a:ahLst/>
              <a:cxnLst/>
              <a:rect l="l" t="t" r="r" b="b"/>
              <a:pathLst>
                <a:path w="65404" h="970279">
                  <a:moveTo>
                    <a:pt x="6756" y="891603"/>
                  </a:moveTo>
                  <a:lnTo>
                    <a:pt x="5245" y="890079"/>
                  </a:lnTo>
                  <a:lnTo>
                    <a:pt x="3378" y="890079"/>
                  </a:lnTo>
                  <a:lnTo>
                    <a:pt x="1511" y="890079"/>
                  </a:lnTo>
                  <a:lnTo>
                    <a:pt x="0" y="891603"/>
                  </a:lnTo>
                  <a:lnTo>
                    <a:pt x="0" y="968679"/>
                  </a:lnTo>
                  <a:lnTo>
                    <a:pt x="1511" y="970191"/>
                  </a:lnTo>
                  <a:lnTo>
                    <a:pt x="5245" y="970191"/>
                  </a:lnTo>
                  <a:lnTo>
                    <a:pt x="6756" y="968679"/>
                  </a:lnTo>
                  <a:lnTo>
                    <a:pt x="6756" y="891603"/>
                  </a:lnTo>
                  <a:close/>
                </a:path>
                <a:path w="65404" h="970279">
                  <a:moveTo>
                    <a:pt x="64808" y="27279"/>
                  </a:moveTo>
                  <a:lnTo>
                    <a:pt x="62649" y="16687"/>
                  </a:lnTo>
                  <a:lnTo>
                    <a:pt x="56794" y="8013"/>
                  </a:lnTo>
                  <a:lnTo>
                    <a:pt x="48120" y="2159"/>
                  </a:lnTo>
                  <a:lnTo>
                    <a:pt x="37528" y="0"/>
                  </a:lnTo>
                  <a:lnTo>
                    <a:pt x="30353" y="0"/>
                  </a:lnTo>
                  <a:lnTo>
                    <a:pt x="19761" y="2159"/>
                  </a:lnTo>
                  <a:lnTo>
                    <a:pt x="11087" y="8013"/>
                  </a:lnTo>
                  <a:lnTo>
                    <a:pt x="5232" y="16687"/>
                  </a:lnTo>
                  <a:lnTo>
                    <a:pt x="3073" y="27279"/>
                  </a:lnTo>
                  <a:lnTo>
                    <a:pt x="3073" y="48120"/>
                  </a:lnTo>
                  <a:lnTo>
                    <a:pt x="5232" y="58699"/>
                  </a:lnTo>
                  <a:lnTo>
                    <a:pt x="11087" y="67373"/>
                  </a:lnTo>
                  <a:lnTo>
                    <a:pt x="19761" y="73240"/>
                  </a:lnTo>
                  <a:lnTo>
                    <a:pt x="30353" y="75387"/>
                  </a:lnTo>
                  <a:lnTo>
                    <a:pt x="37528" y="75387"/>
                  </a:lnTo>
                  <a:lnTo>
                    <a:pt x="48120" y="73240"/>
                  </a:lnTo>
                  <a:lnTo>
                    <a:pt x="56794" y="67373"/>
                  </a:lnTo>
                  <a:lnTo>
                    <a:pt x="62649" y="58699"/>
                  </a:lnTo>
                  <a:lnTo>
                    <a:pt x="64808" y="48120"/>
                  </a:lnTo>
                  <a:lnTo>
                    <a:pt x="64808" y="27279"/>
                  </a:lnTo>
                  <a:close/>
                </a:path>
              </a:pathLst>
            </a:custGeom>
            <a:solidFill>
              <a:srgbClr val="1B1B1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3" name="object 613" descr=""/>
            <p:cNvSpPr/>
            <p:nvPr/>
          </p:nvSpPr>
          <p:spPr>
            <a:xfrm>
              <a:off x="12539018" y="5321981"/>
              <a:ext cx="48895" cy="33655"/>
            </a:xfrm>
            <a:custGeom>
              <a:avLst/>
              <a:gdLst/>
              <a:ahLst/>
              <a:cxnLst/>
              <a:rect l="l" t="t" r="r" b="b"/>
              <a:pathLst>
                <a:path w="48895" h="33654">
                  <a:moveTo>
                    <a:pt x="26380" y="0"/>
                  </a:moveTo>
                  <a:lnTo>
                    <a:pt x="10384" y="1448"/>
                  </a:lnTo>
                  <a:lnTo>
                    <a:pt x="0" y="11120"/>
                  </a:lnTo>
                  <a:lnTo>
                    <a:pt x="1886" y="17598"/>
                  </a:lnTo>
                  <a:lnTo>
                    <a:pt x="9323" y="23703"/>
                  </a:lnTo>
                  <a:lnTo>
                    <a:pt x="18045" y="28571"/>
                  </a:lnTo>
                  <a:lnTo>
                    <a:pt x="23789" y="31339"/>
                  </a:lnTo>
                  <a:lnTo>
                    <a:pt x="27580" y="33234"/>
                  </a:lnTo>
                  <a:lnTo>
                    <a:pt x="37339" y="31339"/>
                  </a:lnTo>
                  <a:lnTo>
                    <a:pt x="48480" y="21999"/>
                  </a:lnTo>
                  <a:lnTo>
                    <a:pt x="47883" y="11120"/>
                  </a:lnTo>
                  <a:lnTo>
                    <a:pt x="41156" y="4111"/>
                  </a:lnTo>
                  <a:lnTo>
                    <a:pt x="26380" y="0"/>
                  </a:lnTo>
                  <a:close/>
                </a:path>
              </a:pathLst>
            </a:custGeom>
            <a:solidFill>
              <a:srgbClr val="39394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4" name="object 614" descr=""/>
          <p:cNvGrpSpPr/>
          <p:nvPr/>
        </p:nvGrpSpPr>
        <p:grpSpPr>
          <a:xfrm>
            <a:off x="16182810" y="7454915"/>
            <a:ext cx="759460" cy="1163955"/>
            <a:chOff x="16182810" y="7454915"/>
            <a:chExt cx="759460" cy="1163955"/>
          </a:xfrm>
        </p:grpSpPr>
        <p:sp>
          <p:nvSpPr>
            <p:cNvPr id="615" name="object 615" descr=""/>
            <p:cNvSpPr/>
            <p:nvPr/>
          </p:nvSpPr>
          <p:spPr>
            <a:xfrm>
              <a:off x="16207324" y="7454915"/>
              <a:ext cx="726440" cy="825500"/>
            </a:xfrm>
            <a:custGeom>
              <a:avLst/>
              <a:gdLst/>
              <a:ahLst/>
              <a:cxnLst/>
              <a:rect l="l" t="t" r="r" b="b"/>
              <a:pathLst>
                <a:path w="726440" h="825500">
                  <a:moveTo>
                    <a:pt x="692889" y="0"/>
                  </a:moveTo>
                  <a:lnTo>
                    <a:pt x="0" y="810813"/>
                  </a:lnTo>
                  <a:lnTo>
                    <a:pt x="23528" y="825105"/>
                  </a:lnTo>
                  <a:lnTo>
                    <a:pt x="725925" y="15130"/>
                  </a:lnTo>
                  <a:lnTo>
                    <a:pt x="718942" y="8220"/>
                  </a:lnTo>
                  <a:lnTo>
                    <a:pt x="713173" y="4341"/>
                  </a:lnTo>
                  <a:lnTo>
                    <a:pt x="705521" y="2074"/>
                  </a:lnTo>
                  <a:lnTo>
                    <a:pt x="692889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 descr=""/>
            <p:cNvSpPr/>
            <p:nvPr/>
          </p:nvSpPr>
          <p:spPr>
            <a:xfrm>
              <a:off x="16205169" y="8225388"/>
              <a:ext cx="63500" cy="62230"/>
            </a:xfrm>
            <a:custGeom>
              <a:avLst/>
              <a:gdLst/>
              <a:ahLst/>
              <a:cxnLst/>
              <a:rect l="l" t="t" r="r" b="b"/>
              <a:pathLst>
                <a:path w="63500" h="62229">
                  <a:moveTo>
                    <a:pt x="28794" y="0"/>
                  </a:moveTo>
                  <a:lnTo>
                    <a:pt x="22166" y="879"/>
                  </a:lnTo>
                  <a:lnTo>
                    <a:pt x="0" y="33349"/>
                  </a:lnTo>
                  <a:lnTo>
                    <a:pt x="1591" y="39841"/>
                  </a:lnTo>
                  <a:lnTo>
                    <a:pt x="34114" y="62039"/>
                  </a:lnTo>
                  <a:lnTo>
                    <a:pt x="40731" y="61160"/>
                  </a:lnTo>
                  <a:lnTo>
                    <a:pt x="46882" y="52155"/>
                  </a:lnTo>
                  <a:lnTo>
                    <a:pt x="34564" y="52155"/>
                  </a:lnTo>
                  <a:lnTo>
                    <a:pt x="10638" y="35820"/>
                  </a:lnTo>
                  <a:lnTo>
                    <a:pt x="10387" y="34805"/>
                  </a:lnTo>
                  <a:lnTo>
                    <a:pt x="27297" y="10020"/>
                  </a:lnTo>
                  <a:lnTo>
                    <a:pt x="28334" y="9884"/>
                  </a:lnTo>
                  <a:lnTo>
                    <a:pt x="43272" y="9884"/>
                  </a:lnTo>
                  <a:lnTo>
                    <a:pt x="28794" y="0"/>
                  </a:lnTo>
                  <a:close/>
                </a:path>
                <a:path w="63500" h="62229">
                  <a:moveTo>
                    <a:pt x="43272" y="9884"/>
                  </a:moveTo>
                  <a:lnTo>
                    <a:pt x="28334" y="9884"/>
                  </a:lnTo>
                  <a:lnTo>
                    <a:pt x="52270" y="26229"/>
                  </a:lnTo>
                  <a:lnTo>
                    <a:pt x="52521" y="27245"/>
                  </a:lnTo>
                  <a:lnTo>
                    <a:pt x="35601" y="52019"/>
                  </a:lnTo>
                  <a:lnTo>
                    <a:pt x="34564" y="52155"/>
                  </a:lnTo>
                  <a:lnTo>
                    <a:pt x="46882" y="52155"/>
                  </a:lnTo>
                  <a:lnTo>
                    <a:pt x="62909" y="28690"/>
                  </a:lnTo>
                  <a:lnTo>
                    <a:pt x="61307" y="22198"/>
                  </a:lnTo>
                  <a:lnTo>
                    <a:pt x="43272" y="9884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16190522" y="8253295"/>
              <a:ext cx="546735" cy="363220"/>
            </a:xfrm>
            <a:custGeom>
              <a:avLst/>
              <a:gdLst/>
              <a:ahLst/>
              <a:cxnLst/>
              <a:rect l="l" t="t" r="r" b="b"/>
              <a:pathLst>
                <a:path w="546734" h="363220">
                  <a:moveTo>
                    <a:pt x="486309" y="0"/>
                  </a:moveTo>
                  <a:lnTo>
                    <a:pt x="59914" y="0"/>
                  </a:lnTo>
                  <a:lnTo>
                    <a:pt x="36593" y="4708"/>
                  </a:lnTo>
                  <a:lnTo>
                    <a:pt x="17549" y="17549"/>
                  </a:lnTo>
                  <a:lnTo>
                    <a:pt x="4708" y="36593"/>
                  </a:lnTo>
                  <a:lnTo>
                    <a:pt x="0" y="59914"/>
                  </a:lnTo>
                  <a:lnTo>
                    <a:pt x="0" y="302692"/>
                  </a:lnTo>
                  <a:lnTo>
                    <a:pt x="4708" y="326012"/>
                  </a:lnTo>
                  <a:lnTo>
                    <a:pt x="17549" y="345057"/>
                  </a:lnTo>
                  <a:lnTo>
                    <a:pt x="36593" y="357898"/>
                  </a:lnTo>
                  <a:lnTo>
                    <a:pt x="59914" y="362606"/>
                  </a:lnTo>
                  <a:lnTo>
                    <a:pt x="486320" y="362606"/>
                  </a:lnTo>
                  <a:lnTo>
                    <a:pt x="509639" y="357898"/>
                  </a:lnTo>
                  <a:lnTo>
                    <a:pt x="528680" y="345057"/>
                  </a:lnTo>
                  <a:lnTo>
                    <a:pt x="541517" y="326012"/>
                  </a:lnTo>
                  <a:lnTo>
                    <a:pt x="546224" y="302692"/>
                  </a:lnTo>
                  <a:lnTo>
                    <a:pt x="546224" y="59914"/>
                  </a:lnTo>
                  <a:lnTo>
                    <a:pt x="541517" y="36589"/>
                  </a:lnTo>
                  <a:lnTo>
                    <a:pt x="528678" y="17545"/>
                  </a:lnTo>
                  <a:lnTo>
                    <a:pt x="509634" y="4707"/>
                  </a:lnTo>
                  <a:lnTo>
                    <a:pt x="486309" y="0"/>
                  </a:lnTo>
                  <a:close/>
                </a:path>
              </a:pathLst>
            </a:custGeom>
            <a:solidFill>
              <a:srgbClr val="AC7A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8" name="object 618" descr=""/>
            <p:cNvSpPr/>
            <p:nvPr/>
          </p:nvSpPr>
          <p:spPr>
            <a:xfrm>
              <a:off x="16190521" y="8275996"/>
              <a:ext cx="421640" cy="340360"/>
            </a:xfrm>
            <a:custGeom>
              <a:avLst/>
              <a:gdLst/>
              <a:ahLst/>
              <a:cxnLst/>
              <a:rect l="l" t="t" r="r" b="b"/>
              <a:pathLst>
                <a:path w="421640" h="340359">
                  <a:moveTo>
                    <a:pt x="370449" y="0"/>
                  </a:moveTo>
                  <a:lnTo>
                    <a:pt x="50951" y="0"/>
                  </a:lnTo>
                  <a:lnTo>
                    <a:pt x="31120" y="4004"/>
                  </a:lnTo>
                  <a:lnTo>
                    <a:pt x="14924" y="14924"/>
                  </a:lnTo>
                  <a:lnTo>
                    <a:pt x="4004" y="31120"/>
                  </a:lnTo>
                  <a:lnTo>
                    <a:pt x="0" y="50951"/>
                  </a:lnTo>
                  <a:lnTo>
                    <a:pt x="0" y="288954"/>
                  </a:lnTo>
                  <a:lnTo>
                    <a:pt x="4003" y="308785"/>
                  </a:lnTo>
                  <a:lnTo>
                    <a:pt x="14921" y="324980"/>
                  </a:lnTo>
                  <a:lnTo>
                    <a:pt x="31116" y="335901"/>
                  </a:lnTo>
                  <a:lnTo>
                    <a:pt x="50951" y="339905"/>
                  </a:lnTo>
                  <a:lnTo>
                    <a:pt x="370459" y="339905"/>
                  </a:lnTo>
                  <a:lnTo>
                    <a:pt x="390288" y="335901"/>
                  </a:lnTo>
                  <a:lnTo>
                    <a:pt x="406481" y="324980"/>
                  </a:lnTo>
                  <a:lnTo>
                    <a:pt x="417397" y="308785"/>
                  </a:lnTo>
                  <a:lnTo>
                    <a:pt x="421400" y="288954"/>
                  </a:lnTo>
                  <a:lnTo>
                    <a:pt x="421400" y="50951"/>
                  </a:lnTo>
                  <a:lnTo>
                    <a:pt x="417397" y="31120"/>
                  </a:lnTo>
                  <a:lnTo>
                    <a:pt x="406479" y="14924"/>
                  </a:lnTo>
                  <a:lnTo>
                    <a:pt x="390284" y="4004"/>
                  </a:lnTo>
                  <a:lnTo>
                    <a:pt x="370449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9" name="object 619" descr=""/>
            <p:cNvSpPr/>
            <p:nvPr/>
          </p:nvSpPr>
          <p:spPr>
            <a:xfrm>
              <a:off x="16236623" y="8470810"/>
              <a:ext cx="285750" cy="116839"/>
            </a:xfrm>
            <a:custGeom>
              <a:avLst/>
              <a:gdLst/>
              <a:ahLst/>
              <a:cxnLst/>
              <a:rect l="l" t="t" r="r" b="b"/>
              <a:pathLst>
                <a:path w="285750" h="116840">
                  <a:moveTo>
                    <a:pt x="285383" y="0"/>
                  </a:moveTo>
                  <a:lnTo>
                    <a:pt x="0" y="0"/>
                  </a:lnTo>
                  <a:lnTo>
                    <a:pt x="0" y="87882"/>
                  </a:lnTo>
                  <a:lnTo>
                    <a:pt x="2269" y="99128"/>
                  </a:lnTo>
                  <a:lnTo>
                    <a:pt x="8460" y="108310"/>
                  </a:lnTo>
                  <a:lnTo>
                    <a:pt x="17643" y="114501"/>
                  </a:lnTo>
                  <a:lnTo>
                    <a:pt x="28889" y="116771"/>
                  </a:lnTo>
                  <a:lnTo>
                    <a:pt x="256494" y="116771"/>
                  </a:lnTo>
                  <a:lnTo>
                    <a:pt x="267740" y="114501"/>
                  </a:lnTo>
                  <a:lnTo>
                    <a:pt x="276923" y="108310"/>
                  </a:lnTo>
                  <a:lnTo>
                    <a:pt x="283114" y="99128"/>
                  </a:lnTo>
                  <a:lnTo>
                    <a:pt x="285383" y="87882"/>
                  </a:lnTo>
                  <a:lnTo>
                    <a:pt x="28538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0" name="object 620" descr=""/>
            <p:cNvPicPr/>
            <p:nvPr/>
          </p:nvPicPr>
          <p:blipFill>
            <a:blip r:embed="rId130" cstate="print"/>
            <a:stretch>
              <a:fillRect/>
            </a:stretch>
          </p:blipFill>
          <p:spPr>
            <a:xfrm>
              <a:off x="16328990" y="8494134"/>
              <a:ext cx="79850" cy="79850"/>
            </a:xfrm>
            <a:prstGeom prst="rect">
              <a:avLst/>
            </a:prstGeom>
          </p:spPr>
        </p:pic>
        <p:sp>
          <p:nvSpPr>
            <p:cNvPr id="621" name="object 621" descr=""/>
            <p:cNvSpPr/>
            <p:nvPr/>
          </p:nvSpPr>
          <p:spPr>
            <a:xfrm>
              <a:off x="16182810" y="8248758"/>
              <a:ext cx="415290" cy="271780"/>
            </a:xfrm>
            <a:custGeom>
              <a:avLst/>
              <a:gdLst/>
              <a:ahLst/>
              <a:cxnLst/>
              <a:rect l="l" t="t" r="r" b="b"/>
              <a:pathLst>
                <a:path w="415290" h="271779">
                  <a:moveTo>
                    <a:pt x="410657" y="0"/>
                  </a:moveTo>
                  <a:lnTo>
                    <a:pt x="4272" y="0"/>
                  </a:lnTo>
                  <a:lnTo>
                    <a:pt x="0" y="4261"/>
                  </a:lnTo>
                  <a:lnTo>
                    <a:pt x="0" y="138571"/>
                  </a:lnTo>
                  <a:lnTo>
                    <a:pt x="6766" y="180520"/>
                  </a:lnTo>
                  <a:lnTo>
                    <a:pt x="25607" y="216952"/>
                  </a:lnTo>
                  <a:lnTo>
                    <a:pt x="54337" y="245682"/>
                  </a:lnTo>
                  <a:lnTo>
                    <a:pt x="90770" y="264523"/>
                  </a:lnTo>
                  <a:lnTo>
                    <a:pt x="132718" y="271290"/>
                  </a:lnTo>
                  <a:lnTo>
                    <a:pt x="282211" y="271290"/>
                  </a:lnTo>
                  <a:lnTo>
                    <a:pt x="324159" y="264523"/>
                  </a:lnTo>
                  <a:lnTo>
                    <a:pt x="360592" y="245682"/>
                  </a:lnTo>
                  <a:lnTo>
                    <a:pt x="389322" y="216952"/>
                  </a:lnTo>
                  <a:lnTo>
                    <a:pt x="408163" y="180520"/>
                  </a:lnTo>
                  <a:lnTo>
                    <a:pt x="414929" y="138571"/>
                  </a:lnTo>
                  <a:lnTo>
                    <a:pt x="414929" y="4261"/>
                  </a:lnTo>
                  <a:lnTo>
                    <a:pt x="410657" y="0"/>
                  </a:lnTo>
                  <a:close/>
                </a:path>
              </a:pathLst>
            </a:custGeom>
            <a:solidFill>
              <a:srgbClr val="D4AA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 descr=""/>
            <p:cNvSpPr/>
            <p:nvPr/>
          </p:nvSpPr>
          <p:spPr>
            <a:xfrm>
              <a:off x="16184849" y="8246816"/>
              <a:ext cx="407670" cy="268605"/>
            </a:xfrm>
            <a:custGeom>
              <a:avLst/>
              <a:gdLst/>
              <a:ahLst/>
              <a:cxnLst/>
              <a:rect l="l" t="t" r="r" b="b"/>
              <a:pathLst>
                <a:path w="407669" h="268604">
                  <a:moveTo>
                    <a:pt x="401171" y="0"/>
                  </a:moveTo>
                  <a:lnTo>
                    <a:pt x="395569" y="2795"/>
                  </a:lnTo>
                  <a:lnTo>
                    <a:pt x="394427" y="6198"/>
                  </a:lnTo>
                  <a:lnTo>
                    <a:pt x="396134" y="9612"/>
                  </a:lnTo>
                  <a:lnTo>
                    <a:pt x="396291" y="10324"/>
                  </a:lnTo>
                  <a:lnTo>
                    <a:pt x="396291" y="19318"/>
                  </a:lnTo>
                  <a:lnTo>
                    <a:pt x="398825" y="21852"/>
                  </a:lnTo>
                  <a:lnTo>
                    <a:pt x="405097" y="21852"/>
                  </a:lnTo>
                  <a:lnTo>
                    <a:pt x="407642" y="19318"/>
                  </a:lnTo>
                  <a:lnTo>
                    <a:pt x="407642" y="8586"/>
                  </a:lnTo>
                  <a:lnTo>
                    <a:pt x="407066" y="6125"/>
                  </a:lnTo>
                  <a:lnTo>
                    <a:pt x="404595" y="1141"/>
                  </a:lnTo>
                  <a:lnTo>
                    <a:pt x="401171" y="0"/>
                  </a:lnTo>
                  <a:close/>
                </a:path>
                <a:path w="407669" h="268604">
                  <a:moveTo>
                    <a:pt x="8806" y="5392"/>
                  </a:moveTo>
                  <a:lnTo>
                    <a:pt x="2533" y="5392"/>
                  </a:lnTo>
                  <a:lnTo>
                    <a:pt x="0" y="7926"/>
                  </a:lnTo>
                  <a:lnTo>
                    <a:pt x="0" y="25548"/>
                  </a:lnTo>
                  <a:lnTo>
                    <a:pt x="2533" y="28082"/>
                  </a:lnTo>
                  <a:lnTo>
                    <a:pt x="8806" y="28082"/>
                  </a:lnTo>
                  <a:lnTo>
                    <a:pt x="11339" y="25548"/>
                  </a:lnTo>
                  <a:lnTo>
                    <a:pt x="11339" y="7926"/>
                  </a:lnTo>
                  <a:lnTo>
                    <a:pt x="8806" y="5392"/>
                  </a:lnTo>
                  <a:close/>
                </a:path>
                <a:path w="407669" h="268604">
                  <a:moveTo>
                    <a:pt x="405097" y="27527"/>
                  </a:moveTo>
                  <a:lnTo>
                    <a:pt x="398825" y="27527"/>
                  </a:lnTo>
                  <a:lnTo>
                    <a:pt x="396291" y="30061"/>
                  </a:lnTo>
                  <a:lnTo>
                    <a:pt x="396291" y="47684"/>
                  </a:lnTo>
                  <a:lnTo>
                    <a:pt x="398825" y="50218"/>
                  </a:lnTo>
                  <a:lnTo>
                    <a:pt x="405097" y="50218"/>
                  </a:lnTo>
                  <a:lnTo>
                    <a:pt x="407642" y="47684"/>
                  </a:lnTo>
                  <a:lnTo>
                    <a:pt x="407642" y="30061"/>
                  </a:lnTo>
                  <a:lnTo>
                    <a:pt x="405097" y="27527"/>
                  </a:lnTo>
                  <a:close/>
                </a:path>
                <a:path w="407669" h="268604">
                  <a:moveTo>
                    <a:pt x="8806" y="33758"/>
                  </a:moveTo>
                  <a:lnTo>
                    <a:pt x="2533" y="33758"/>
                  </a:lnTo>
                  <a:lnTo>
                    <a:pt x="0" y="36292"/>
                  </a:lnTo>
                  <a:lnTo>
                    <a:pt x="0" y="53914"/>
                  </a:lnTo>
                  <a:lnTo>
                    <a:pt x="2533" y="56459"/>
                  </a:lnTo>
                  <a:lnTo>
                    <a:pt x="8806" y="56459"/>
                  </a:lnTo>
                  <a:lnTo>
                    <a:pt x="11339" y="53914"/>
                  </a:lnTo>
                  <a:lnTo>
                    <a:pt x="11339" y="36292"/>
                  </a:lnTo>
                  <a:lnTo>
                    <a:pt x="8806" y="33758"/>
                  </a:lnTo>
                  <a:close/>
                </a:path>
                <a:path w="407669" h="268604">
                  <a:moveTo>
                    <a:pt x="405097" y="55893"/>
                  </a:moveTo>
                  <a:lnTo>
                    <a:pt x="398825" y="55893"/>
                  </a:lnTo>
                  <a:lnTo>
                    <a:pt x="396291" y="58427"/>
                  </a:lnTo>
                  <a:lnTo>
                    <a:pt x="396291" y="76050"/>
                  </a:lnTo>
                  <a:lnTo>
                    <a:pt x="398825" y="78594"/>
                  </a:lnTo>
                  <a:lnTo>
                    <a:pt x="405097" y="78594"/>
                  </a:lnTo>
                  <a:lnTo>
                    <a:pt x="407642" y="76050"/>
                  </a:lnTo>
                  <a:lnTo>
                    <a:pt x="407642" y="58427"/>
                  </a:lnTo>
                  <a:lnTo>
                    <a:pt x="405097" y="55893"/>
                  </a:lnTo>
                  <a:close/>
                </a:path>
                <a:path w="407669" h="268604">
                  <a:moveTo>
                    <a:pt x="8806" y="62123"/>
                  </a:moveTo>
                  <a:lnTo>
                    <a:pt x="2533" y="62123"/>
                  </a:lnTo>
                  <a:lnTo>
                    <a:pt x="0" y="64668"/>
                  </a:lnTo>
                  <a:lnTo>
                    <a:pt x="0" y="82290"/>
                  </a:lnTo>
                  <a:lnTo>
                    <a:pt x="2533" y="84824"/>
                  </a:lnTo>
                  <a:lnTo>
                    <a:pt x="8806" y="84824"/>
                  </a:lnTo>
                  <a:lnTo>
                    <a:pt x="11339" y="82290"/>
                  </a:lnTo>
                  <a:lnTo>
                    <a:pt x="11339" y="64668"/>
                  </a:lnTo>
                  <a:lnTo>
                    <a:pt x="8806" y="62123"/>
                  </a:lnTo>
                  <a:close/>
                </a:path>
                <a:path w="407669" h="268604">
                  <a:moveTo>
                    <a:pt x="405097" y="84259"/>
                  </a:moveTo>
                  <a:lnTo>
                    <a:pt x="398825" y="84259"/>
                  </a:lnTo>
                  <a:lnTo>
                    <a:pt x="396291" y="86803"/>
                  </a:lnTo>
                  <a:lnTo>
                    <a:pt x="396291" y="104426"/>
                  </a:lnTo>
                  <a:lnTo>
                    <a:pt x="398825" y="106960"/>
                  </a:lnTo>
                  <a:lnTo>
                    <a:pt x="405097" y="106960"/>
                  </a:lnTo>
                  <a:lnTo>
                    <a:pt x="407642" y="104426"/>
                  </a:lnTo>
                  <a:lnTo>
                    <a:pt x="407642" y="86803"/>
                  </a:lnTo>
                  <a:lnTo>
                    <a:pt x="405097" y="84259"/>
                  </a:lnTo>
                  <a:close/>
                </a:path>
                <a:path w="407669" h="268604">
                  <a:moveTo>
                    <a:pt x="8806" y="90499"/>
                  </a:moveTo>
                  <a:lnTo>
                    <a:pt x="2533" y="90499"/>
                  </a:lnTo>
                  <a:lnTo>
                    <a:pt x="0" y="93033"/>
                  </a:lnTo>
                  <a:lnTo>
                    <a:pt x="0" y="110656"/>
                  </a:lnTo>
                  <a:lnTo>
                    <a:pt x="2533" y="113190"/>
                  </a:lnTo>
                  <a:lnTo>
                    <a:pt x="8806" y="113190"/>
                  </a:lnTo>
                  <a:lnTo>
                    <a:pt x="11339" y="110656"/>
                  </a:lnTo>
                  <a:lnTo>
                    <a:pt x="11339" y="93033"/>
                  </a:lnTo>
                  <a:lnTo>
                    <a:pt x="8806" y="90499"/>
                  </a:lnTo>
                  <a:close/>
                </a:path>
                <a:path w="407669" h="268604">
                  <a:moveTo>
                    <a:pt x="405097" y="112635"/>
                  </a:moveTo>
                  <a:lnTo>
                    <a:pt x="398825" y="112635"/>
                  </a:lnTo>
                  <a:lnTo>
                    <a:pt x="396291" y="115169"/>
                  </a:lnTo>
                  <a:lnTo>
                    <a:pt x="396291" y="132791"/>
                  </a:lnTo>
                  <a:lnTo>
                    <a:pt x="398825" y="135325"/>
                  </a:lnTo>
                  <a:lnTo>
                    <a:pt x="405097" y="135325"/>
                  </a:lnTo>
                  <a:lnTo>
                    <a:pt x="407642" y="132791"/>
                  </a:lnTo>
                  <a:lnTo>
                    <a:pt x="407642" y="115169"/>
                  </a:lnTo>
                  <a:lnTo>
                    <a:pt x="405097" y="112635"/>
                  </a:lnTo>
                  <a:close/>
                </a:path>
                <a:path w="407669" h="268604">
                  <a:moveTo>
                    <a:pt x="8806" y="118865"/>
                  </a:moveTo>
                  <a:lnTo>
                    <a:pt x="2533" y="118865"/>
                  </a:lnTo>
                  <a:lnTo>
                    <a:pt x="0" y="121409"/>
                  </a:lnTo>
                  <a:lnTo>
                    <a:pt x="0" y="139021"/>
                  </a:lnTo>
                  <a:lnTo>
                    <a:pt x="2533" y="141566"/>
                  </a:lnTo>
                  <a:lnTo>
                    <a:pt x="8806" y="141566"/>
                  </a:lnTo>
                  <a:lnTo>
                    <a:pt x="11339" y="139021"/>
                  </a:lnTo>
                  <a:lnTo>
                    <a:pt x="11339" y="121409"/>
                  </a:lnTo>
                  <a:lnTo>
                    <a:pt x="8806" y="118865"/>
                  </a:lnTo>
                  <a:close/>
                </a:path>
                <a:path w="407669" h="268604">
                  <a:moveTo>
                    <a:pt x="398783" y="140697"/>
                  </a:moveTo>
                  <a:lnTo>
                    <a:pt x="396145" y="143137"/>
                  </a:lnTo>
                  <a:lnTo>
                    <a:pt x="395663" y="149890"/>
                  </a:lnTo>
                  <a:lnTo>
                    <a:pt x="395265" y="153534"/>
                  </a:lnTo>
                  <a:lnTo>
                    <a:pt x="394270" y="160204"/>
                  </a:lnTo>
                  <a:lnTo>
                    <a:pt x="396406" y="163084"/>
                  </a:lnTo>
                  <a:lnTo>
                    <a:pt x="399506" y="163555"/>
                  </a:lnTo>
                  <a:lnTo>
                    <a:pt x="400071" y="163618"/>
                  </a:lnTo>
                  <a:lnTo>
                    <a:pt x="403108" y="163618"/>
                  </a:lnTo>
                  <a:lnTo>
                    <a:pt x="405537" y="161597"/>
                  </a:lnTo>
                  <a:lnTo>
                    <a:pt x="406532" y="154927"/>
                  </a:lnTo>
                  <a:lnTo>
                    <a:pt x="406961" y="150990"/>
                  </a:lnTo>
                  <a:lnTo>
                    <a:pt x="407464" y="143943"/>
                  </a:lnTo>
                  <a:lnTo>
                    <a:pt x="405118" y="141231"/>
                  </a:lnTo>
                  <a:lnTo>
                    <a:pt x="401987" y="141011"/>
                  </a:lnTo>
                  <a:lnTo>
                    <a:pt x="398783" y="140697"/>
                  </a:lnTo>
                  <a:close/>
                </a:path>
                <a:path w="407669" h="268604">
                  <a:moveTo>
                    <a:pt x="9109" y="146833"/>
                  </a:moveTo>
                  <a:lnTo>
                    <a:pt x="5989" y="147241"/>
                  </a:lnTo>
                  <a:lnTo>
                    <a:pt x="2869" y="147587"/>
                  </a:lnTo>
                  <a:lnTo>
                    <a:pt x="638" y="150403"/>
                  </a:lnTo>
                  <a:lnTo>
                    <a:pt x="1434" y="157440"/>
                  </a:lnTo>
                  <a:lnTo>
                    <a:pt x="2052" y="161366"/>
                  </a:lnTo>
                  <a:lnTo>
                    <a:pt x="3319" y="167879"/>
                  </a:lnTo>
                  <a:lnTo>
                    <a:pt x="5696" y="169753"/>
                  </a:lnTo>
                  <a:lnTo>
                    <a:pt x="8711" y="169753"/>
                  </a:lnTo>
                  <a:lnTo>
                    <a:pt x="9078" y="169722"/>
                  </a:lnTo>
                  <a:lnTo>
                    <a:pt x="12523" y="169041"/>
                  </a:lnTo>
                  <a:lnTo>
                    <a:pt x="14533" y="166068"/>
                  </a:lnTo>
                  <a:lnTo>
                    <a:pt x="13235" y="159482"/>
                  </a:lnTo>
                  <a:lnTo>
                    <a:pt x="12680" y="155859"/>
                  </a:lnTo>
                  <a:lnTo>
                    <a:pt x="11915" y="149115"/>
                  </a:lnTo>
                  <a:lnTo>
                    <a:pt x="9109" y="146833"/>
                  </a:lnTo>
                  <a:close/>
                </a:path>
                <a:path w="407669" h="268604">
                  <a:moveTo>
                    <a:pt x="395328" y="168298"/>
                  </a:moveTo>
                  <a:lnTo>
                    <a:pt x="392197" y="170057"/>
                  </a:lnTo>
                  <a:lnTo>
                    <a:pt x="390406" y="176601"/>
                  </a:lnTo>
                  <a:lnTo>
                    <a:pt x="389297" y="180088"/>
                  </a:lnTo>
                  <a:lnTo>
                    <a:pt x="386993" y="186402"/>
                  </a:lnTo>
                  <a:lnTo>
                    <a:pt x="388522" y="189659"/>
                  </a:lnTo>
                  <a:lnTo>
                    <a:pt x="392103" y="190957"/>
                  </a:lnTo>
                  <a:lnTo>
                    <a:pt x="392752" y="191072"/>
                  </a:lnTo>
                  <a:lnTo>
                    <a:pt x="395715" y="191072"/>
                  </a:lnTo>
                  <a:lnTo>
                    <a:pt x="397893" y="189638"/>
                  </a:lnTo>
                  <a:lnTo>
                    <a:pt x="400061" y="183669"/>
                  </a:lnTo>
                  <a:lnTo>
                    <a:pt x="401265" y="179889"/>
                  </a:lnTo>
                  <a:lnTo>
                    <a:pt x="403139" y="173062"/>
                  </a:lnTo>
                  <a:lnTo>
                    <a:pt x="401359" y="169942"/>
                  </a:lnTo>
                  <a:lnTo>
                    <a:pt x="395328" y="168298"/>
                  </a:lnTo>
                  <a:close/>
                </a:path>
                <a:path w="407669" h="268604">
                  <a:moveTo>
                    <a:pt x="13811" y="174225"/>
                  </a:moveTo>
                  <a:lnTo>
                    <a:pt x="10837" y="175156"/>
                  </a:lnTo>
                  <a:lnTo>
                    <a:pt x="7863" y="176120"/>
                  </a:lnTo>
                  <a:lnTo>
                    <a:pt x="6219" y="179313"/>
                  </a:lnTo>
                  <a:lnTo>
                    <a:pt x="8387" y="186057"/>
                  </a:lnTo>
                  <a:lnTo>
                    <a:pt x="9758" y="189784"/>
                  </a:lnTo>
                  <a:lnTo>
                    <a:pt x="12167" y="195564"/>
                  </a:lnTo>
                  <a:lnTo>
                    <a:pt x="14271" y="196873"/>
                  </a:lnTo>
                  <a:lnTo>
                    <a:pt x="17224" y="196873"/>
                  </a:lnTo>
                  <a:lnTo>
                    <a:pt x="17968" y="196737"/>
                  </a:lnTo>
                  <a:lnTo>
                    <a:pt x="21570" y="195240"/>
                  </a:lnTo>
                  <a:lnTo>
                    <a:pt x="22941" y="191920"/>
                  </a:lnTo>
                  <a:lnTo>
                    <a:pt x="20355" y="185711"/>
                  </a:lnTo>
                  <a:lnTo>
                    <a:pt x="19098" y="182277"/>
                  </a:lnTo>
                  <a:lnTo>
                    <a:pt x="17015" y="175837"/>
                  </a:lnTo>
                  <a:lnTo>
                    <a:pt x="13811" y="174225"/>
                  </a:lnTo>
                  <a:close/>
                </a:path>
                <a:path w="407669" h="268604">
                  <a:moveTo>
                    <a:pt x="386438" y="194496"/>
                  </a:moveTo>
                  <a:lnTo>
                    <a:pt x="383004" y="195617"/>
                  </a:lnTo>
                  <a:lnTo>
                    <a:pt x="379915" y="201616"/>
                  </a:lnTo>
                  <a:lnTo>
                    <a:pt x="378114" y="204800"/>
                  </a:lnTo>
                  <a:lnTo>
                    <a:pt x="374533" y="210496"/>
                  </a:lnTo>
                  <a:lnTo>
                    <a:pt x="375339" y="214003"/>
                  </a:lnTo>
                  <a:lnTo>
                    <a:pt x="378930" y="216255"/>
                  </a:lnTo>
                  <a:lnTo>
                    <a:pt x="379977" y="216527"/>
                  </a:lnTo>
                  <a:lnTo>
                    <a:pt x="382888" y="216527"/>
                  </a:lnTo>
                  <a:lnTo>
                    <a:pt x="384742" y="215585"/>
                  </a:lnTo>
                  <a:lnTo>
                    <a:pt x="387923" y="210496"/>
                  </a:lnTo>
                  <a:lnTo>
                    <a:pt x="389862" y="207093"/>
                  </a:lnTo>
                  <a:lnTo>
                    <a:pt x="393097" y="200789"/>
                  </a:lnTo>
                  <a:lnTo>
                    <a:pt x="391998" y="197376"/>
                  </a:lnTo>
                  <a:lnTo>
                    <a:pt x="386438" y="194496"/>
                  </a:lnTo>
                  <a:close/>
                </a:path>
                <a:path w="407669" h="268604">
                  <a:moveTo>
                    <a:pt x="23915" y="200004"/>
                  </a:moveTo>
                  <a:lnTo>
                    <a:pt x="18460" y="203103"/>
                  </a:lnTo>
                  <a:lnTo>
                    <a:pt x="17517" y="206569"/>
                  </a:lnTo>
                  <a:lnTo>
                    <a:pt x="21025" y="212705"/>
                  </a:lnTo>
                  <a:lnTo>
                    <a:pt x="23161" y="216066"/>
                  </a:lnTo>
                  <a:lnTo>
                    <a:pt x="26512" y="220872"/>
                  </a:lnTo>
                  <a:lnTo>
                    <a:pt x="28281" y="221720"/>
                  </a:lnTo>
                  <a:lnTo>
                    <a:pt x="31192" y="221720"/>
                  </a:lnTo>
                  <a:lnTo>
                    <a:pt x="32323" y="221385"/>
                  </a:lnTo>
                  <a:lnTo>
                    <a:pt x="35883" y="218904"/>
                  </a:lnTo>
                  <a:lnTo>
                    <a:pt x="36511" y="215375"/>
                  </a:lnTo>
                  <a:lnTo>
                    <a:pt x="32669" y="209857"/>
                  </a:lnTo>
                  <a:lnTo>
                    <a:pt x="30597" y="206569"/>
                  </a:lnTo>
                  <a:lnTo>
                    <a:pt x="27360" y="200925"/>
                  </a:lnTo>
                  <a:lnTo>
                    <a:pt x="23915" y="200004"/>
                  </a:lnTo>
                  <a:close/>
                </a:path>
                <a:path w="407669" h="268604">
                  <a:moveTo>
                    <a:pt x="372239" y="218244"/>
                  </a:moveTo>
                  <a:lnTo>
                    <a:pt x="368658" y="218579"/>
                  </a:lnTo>
                  <a:lnTo>
                    <a:pt x="364344" y="223741"/>
                  </a:lnTo>
                  <a:lnTo>
                    <a:pt x="361884" y="226411"/>
                  </a:lnTo>
                  <a:lnTo>
                    <a:pt x="357120" y="231123"/>
                  </a:lnTo>
                  <a:lnTo>
                    <a:pt x="357099" y="234704"/>
                  </a:lnTo>
                  <a:lnTo>
                    <a:pt x="360407" y="238066"/>
                  </a:lnTo>
                  <a:lnTo>
                    <a:pt x="361863" y="238631"/>
                  </a:lnTo>
                  <a:lnTo>
                    <a:pt x="364774" y="238631"/>
                  </a:lnTo>
                  <a:lnTo>
                    <a:pt x="366229" y="238066"/>
                  </a:lnTo>
                  <a:lnTo>
                    <a:pt x="370114" y="234233"/>
                  </a:lnTo>
                  <a:lnTo>
                    <a:pt x="372826" y="231301"/>
                  </a:lnTo>
                  <a:lnTo>
                    <a:pt x="377381" y="225846"/>
                  </a:lnTo>
                  <a:lnTo>
                    <a:pt x="377056" y="222265"/>
                  </a:lnTo>
                  <a:lnTo>
                    <a:pt x="372239" y="218244"/>
                  </a:lnTo>
                  <a:close/>
                </a:path>
                <a:path w="407669" h="268604">
                  <a:moveTo>
                    <a:pt x="39171" y="223008"/>
                  </a:moveTo>
                  <a:lnTo>
                    <a:pt x="34585" y="227270"/>
                  </a:lnTo>
                  <a:lnTo>
                    <a:pt x="34459" y="230862"/>
                  </a:lnTo>
                  <a:lnTo>
                    <a:pt x="39297" y="236066"/>
                  </a:lnTo>
                  <a:lnTo>
                    <a:pt x="42166" y="238861"/>
                  </a:lnTo>
                  <a:lnTo>
                    <a:pt x="46187" y="242411"/>
                  </a:lnTo>
                  <a:lnTo>
                    <a:pt x="47527" y="242882"/>
                  </a:lnTo>
                  <a:lnTo>
                    <a:pt x="50427" y="242882"/>
                  </a:lnTo>
                  <a:lnTo>
                    <a:pt x="51998" y="242233"/>
                  </a:lnTo>
                  <a:lnTo>
                    <a:pt x="55192" y="238621"/>
                  </a:lnTo>
                  <a:lnTo>
                    <a:pt x="54972" y="235029"/>
                  </a:lnTo>
                  <a:lnTo>
                    <a:pt x="49956" y="230600"/>
                  </a:lnTo>
                  <a:lnTo>
                    <a:pt x="47359" y="228066"/>
                  </a:lnTo>
                  <a:lnTo>
                    <a:pt x="42752" y="223145"/>
                  </a:lnTo>
                  <a:lnTo>
                    <a:pt x="39171" y="223008"/>
                  </a:lnTo>
                  <a:close/>
                </a:path>
                <a:path w="407669" h="268604">
                  <a:moveTo>
                    <a:pt x="349580" y="237500"/>
                  </a:moveTo>
                  <a:lnTo>
                    <a:pt x="344136" y="241448"/>
                  </a:lnTo>
                  <a:lnTo>
                    <a:pt x="341099" y="243406"/>
                  </a:lnTo>
                  <a:lnTo>
                    <a:pt x="335288" y="246715"/>
                  </a:lnTo>
                  <a:lnTo>
                    <a:pt x="334345" y="250180"/>
                  </a:lnTo>
                  <a:lnTo>
                    <a:pt x="336942" y="254735"/>
                  </a:lnTo>
                  <a:lnTo>
                    <a:pt x="338858" y="255761"/>
                  </a:lnTo>
                  <a:lnTo>
                    <a:pt x="341790" y="255761"/>
                  </a:lnTo>
                  <a:lnTo>
                    <a:pt x="356795" y="243154"/>
                  </a:lnTo>
                  <a:lnTo>
                    <a:pt x="353120" y="238076"/>
                  </a:lnTo>
                  <a:lnTo>
                    <a:pt x="349580" y="237500"/>
                  </a:lnTo>
                  <a:close/>
                </a:path>
                <a:path w="407669" h="268604">
                  <a:moveTo>
                    <a:pt x="62846" y="240987"/>
                  </a:moveTo>
                  <a:lnTo>
                    <a:pt x="59338" y="241762"/>
                  </a:lnTo>
                  <a:lnTo>
                    <a:pt x="55966" y="247050"/>
                  </a:lnTo>
                  <a:lnTo>
                    <a:pt x="56752" y="250557"/>
                  </a:lnTo>
                  <a:lnTo>
                    <a:pt x="62762" y="254390"/>
                  </a:lnTo>
                  <a:lnTo>
                    <a:pt x="66270" y="256358"/>
                  </a:lnTo>
                  <a:lnTo>
                    <a:pt x="70626" y="258505"/>
                  </a:lnTo>
                  <a:lnTo>
                    <a:pt x="71474" y="258693"/>
                  </a:lnTo>
                  <a:lnTo>
                    <a:pt x="74416" y="258693"/>
                  </a:lnTo>
                  <a:lnTo>
                    <a:pt x="76426" y="257531"/>
                  </a:lnTo>
                  <a:lnTo>
                    <a:pt x="78803" y="252714"/>
                  </a:lnTo>
                  <a:lnTo>
                    <a:pt x="77652" y="249311"/>
                  </a:lnTo>
                  <a:lnTo>
                    <a:pt x="71652" y="246358"/>
                  </a:lnTo>
                  <a:lnTo>
                    <a:pt x="68511" y="244589"/>
                  </a:lnTo>
                  <a:lnTo>
                    <a:pt x="62846" y="240987"/>
                  </a:lnTo>
                  <a:close/>
                </a:path>
                <a:path w="407669" h="268604">
                  <a:moveTo>
                    <a:pt x="326408" y="250830"/>
                  </a:moveTo>
                  <a:lnTo>
                    <a:pt x="320126" y="253102"/>
                  </a:lnTo>
                  <a:lnTo>
                    <a:pt x="316691" y="254128"/>
                  </a:lnTo>
                  <a:lnTo>
                    <a:pt x="310210" y="255636"/>
                  </a:lnTo>
                  <a:lnTo>
                    <a:pt x="308315" y="258683"/>
                  </a:lnTo>
                  <a:lnTo>
                    <a:pt x="309634" y="264358"/>
                  </a:lnTo>
                  <a:lnTo>
                    <a:pt x="311969" y="266117"/>
                  </a:lnTo>
                  <a:lnTo>
                    <a:pt x="314974" y="266117"/>
                  </a:lnTo>
                  <a:lnTo>
                    <a:pt x="331822" y="258232"/>
                  </a:lnTo>
                  <a:lnTo>
                    <a:pt x="329686" y="252348"/>
                  </a:lnTo>
                  <a:lnTo>
                    <a:pt x="326408" y="250830"/>
                  </a:lnTo>
                  <a:close/>
                </a:path>
                <a:path w="407669" h="268604">
                  <a:moveTo>
                    <a:pt x="86719" y="252829"/>
                  </a:moveTo>
                  <a:lnTo>
                    <a:pt x="83578" y="254568"/>
                  </a:lnTo>
                  <a:lnTo>
                    <a:pt x="81829" y="260588"/>
                  </a:lnTo>
                  <a:lnTo>
                    <a:pt x="83557" y="263730"/>
                  </a:lnTo>
                  <a:lnTo>
                    <a:pt x="90374" y="265719"/>
                  </a:lnTo>
                  <a:lnTo>
                    <a:pt x="94321" y="266620"/>
                  </a:lnTo>
                  <a:lnTo>
                    <a:pt x="98593" y="267321"/>
                  </a:lnTo>
                  <a:lnTo>
                    <a:pt x="98907" y="267342"/>
                  </a:lnTo>
                  <a:lnTo>
                    <a:pt x="101934" y="267342"/>
                  </a:lnTo>
                  <a:lnTo>
                    <a:pt x="104342" y="265374"/>
                  </a:lnTo>
                  <a:lnTo>
                    <a:pt x="105316" y="259510"/>
                  </a:lnTo>
                  <a:lnTo>
                    <a:pt x="103221" y="256589"/>
                  </a:lnTo>
                  <a:lnTo>
                    <a:pt x="96614" y="255489"/>
                  </a:lnTo>
                  <a:lnTo>
                    <a:pt x="93117" y="254693"/>
                  </a:lnTo>
                  <a:lnTo>
                    <a:pt x="86719" y="252829"/>
                  </a:lnTo>
                  <a:close/>
                </a:path>
                <a:path w="407669" h="268604">
                  <a:moveTo>
                    <a:pt x="300545" y="256913"/>
                  </a:moveTo>
                  <a:lnTo>
                    <a:pt x="297446" y="257144"/>
                  </a:lnTo>
                  <a:lnTo>
                    <a:pt x="294546" y="257248"/>
                  </a:lnTo>
                  <a:lnTo>
                    <a:pt x="283237" y="257248"/>
                  </a:lnTo>
                  <a:lnTo>
                    <a:pt x="280703" y="259782"/>
                  </a:lnTo>
                  <a:lnTo>
                    <a:pt x="280703" y="266054"/>
                  </a:lnTo>
                  <a:lnTo>
                    <a:pt x="283237" y="268588"/>
                  </a:lnTo>
                  <a:lnTo>
                    <a:pt x="294724" y="268588"/>
                  </a:lnTo>
                  <a:lnTo>
                    <a:pt x="296357" y="268557"/>
                  </a:lnTo>
                  <a:lnTo>
                    <a:pt x="301111" y="268326"/>
                  </a:lnTo>
                  <a:lnTo>
                    <a:pt x="303530" y="265667"/>
                  </a:lnTo>
                  <a:lnTo>
                    <a:pt x="303236" y="259405"/>
                  </a:lnTo>
                  <a:lnTo>
                    <a:pt x="300545" y="256913"/>
                  </a:lnTo>
                  <a:close/>
                </a:path>
                <a:path w="407669" h="268604">
                  <a:moveTo>
                    <a:pt x="272483" y="257248"/>
                  </a:moveTo>
                  <a:lnTo>
                    <a:pt x="254871" y="257248"/>
                  </a:lnTo>
                  <a:lnTo>
                    <a:pt x="252327" y="259782"/>
                  </a:lnTo>
                  <a:lnTo>
                    <a:pt x="252327" y="266054"/>
                  </a:lnTo>
                  <a:lnTo>
                    <a:pt x="254871" y="268588"/>
                  </a:lnTo>
                  <a:lnTo>
                    <a:pt x="272483" y="268588"/>
                  </a:lnTo>
                  <a:lnTo>
                    <a:pt x="275028" y="266054"/>
                  </a:lnTo>
                  <a:lnTo>
                    <a:pt x="275028" y="259782"/>
                  </a:lnTo>
                  <a:lnTo>
                    <a:pt x="272483" y="257248"/>
                  </a:lnTo>
                  <a:close/>
                </a:path>
                <a:path w="407669" h="268604">
                  <a:moveTo>
                    <a:pt x="244118" y="257248"/>
                  </a:moveTo>
                  <a:lnTo>
                    <a:pt x="226495" y="257248"/>
                  </a:lnTo>
                  <a:lnTo>
                    <a:pt x="223961" y="259782"/>
                  </a:lnTo>
                  <a:lnTo>
                    <a:pt x="223961" y="266054"/>
                  </a:lnTo>
                  <a:lnTo>
                    <a:pt x="226495" y="268588"/>
                  </a:lnTo>
                  <a:lnTo>
                    <a:pt x="244118" y="268588"/>
                  </a:lnTo>
                  <a:lnTo>
                    <a:pt x="246652" y="266054"/>
                  </a:lnTo>
                  <a:lnTo>
                    <a:pt x="246652" y="259782"/>
                  </a:lnTo>
                  <a:lnTo>
                    <a:pt x="244118" y="257248"/>
                  </a:lnTo>
                  <a:close/>
                </a:path>
                <a:path w="407669" h="268604">
                  <a:moveTo>
                    <a:pt x="215752" y="257248"/>
                  </a:moveTo>
                  <a:lnTo>
                    <a:pt x="198130" y="257248"/>
                  </a:lnTo>
                  <a:lnTo>
                    <a:pt x="195596" y="259782"/>
                  </a:lnTo>
                  <a:lnTo>
                    <a:pt x="195596" y="266054"/>
                  </a:lnTo>
                  <a:lnTo>
                    <a:pt x="198130" y="268588"/>
                  </a:lnTo>
                  <a:lnTo>
                    <a:pt x="215752" y="268588"/>
                  </a:lnTo>
                  <a:lnTo>
                    <a:pt x="218286" y="266054"/>
                  </a:lnTo>
                  <a:lnTo>
                    <a:pt x="218286" y="259782"/>
                  </a:lnTo>
                  <a:lnTo>
                    <a:pt x="215752" y="257248"/>
                  </a:lnTo>
                  <a:close/>
                </a:path>
                <a:path w="407669" h="268604">
                  <a:moveTo>
                    <a:pt x="187376" y="257248"/>
                  </a:moveTo>
                  <a:lnTo>
                    <a:pt x="169753" y="257248"/>
                  </a:lnTo>
                  <a:lnTo>
                    <a:pt x="167220" y="259782"/>
                  </a:lnTo>
                  <a:lnTo>
                    <a:pt x="167220" y="266054"/>
                  </a:lnTo>
                  <a:lnTo>
                    <a:pt x="169753" y="268588"/>
                  </a:lnTo>
                  <a:lnTo>
                    <a:pt x="187376" y="268588"/>
                  </a:lnTo>
                  <a:lnTo>
                    <a:pt x="189920" y="266054"/>
                  </a:lnTo>
                  <a:lnTo>
                    <a:pt x="189920" y="259782"/>
                  </a:lnTo>
                  <a:lnTo>
                    <a:pt x="187376" y="257248"/>
                  </a:lnTo>
                  <a:close/>
                </a:path>
                <a:path w="407669" h="268604">
                  <a:moveTo>
                    <a:pt x="159010" y="257248"/>
                  </a:moveTo>
                  <a:lnTo>
                    <a:pt x="141388" y="257248"/>
                  </a:lnTo>
                  <a:lnTo>
                    <a:pt x="138854" y="259782"/>
                  </a:lnTo>
                  <a:lnTo>
                    <a:pt x="138854" y="266054"/>
                  </a:lnTo>
                  <a:lnTo>
                    <a:pt x="141388" y="268588"/>
                  </a:lnTo>
                  <a:lnTo>
                    <a:pt x="159010" y="268588"/>
                  </a:lnTo>
                  <a:lnTo>
                    <a:pt x="161544" y="266054"/>
                  </a:lnTo>
                  <a:lnTo>
                    <a:pt x="161544" y="259782"/>
                  </a:lnTo>
                  <a:lnTo>
                    <a:pt x="159010" y="257248"/>
                  </a:lnTo>
                  <a:close/>
                </a:path>
                <a:path w="407669" h="268604">
                  <a:moveTo>
                    <a:pt x="130634" y="257248"/>
                  </a:moveTo>
                  <a:lnTo>
                    <a:pt x="113022" y="257248"/>
                  </a:lnTo>
                  <a:lnTo>
                    <a:pt x="110478" y="259782"/>
                  </a:lnTo>
                  <a:lnTo>
                    <a:pt x="110478" y="266054"/>
                  </a:lnTo>
                  <a:lnTo>
                    <a:pt x="113022" y="268588"/>
                  </a:lnTo>
                  <a:lnTo>
                    <a:pt x="130634" y="268588"/>
                  </a:lnTo>
                  <a:lnTo>
                    <a:pt x="133179" y="266054"/>
                  </a:lnTo>
                  <a:lnTo>
                    <a:pt x="133179" y="259782"/>
                  </a:lnTo>
                  <a:lnTo>
                    <a:pt x="130634" y="257248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3" name="object 623" descr=""/>
            <p:cNvPicPr/>
            <p:nvPr/>
          </p:nvPicPr>
          <p:blipFill>
            <a:blip r:embed="rId131" cstate="print"/>
            <a:stretch>
              <a:fillRect/>
            </a:stretch>
          </p:blipFill>
          <p:spPr>
            <a:xfrm>
              <a:off x="16616177" y="8249760"/>
              <a:ext cx="129085" cy="368537"/>
            </a:xfrm>
            <a:prstGeom prst="rect">
              <a:avLst/>
            </a:prstGeom>
          </p:spPr>
        </p:pic>
        <p:sp>
          <p:nvSpPr>
            <p:cNvPr id="624" name="object 624" descr=""/>
            <p:cNvSpPr/>
            <p:nvPr/>
          </p:nvSpPr>
          <p:spPr>
            <a:xfrm>
              <a:off x="16688292" y="7458995"/>
              <a:ext cx="254000" cy="817244"/>
            </a:xfrm>
            <a:custGeom>
              <a:avLst/>
              <a:gdLst/>
              <a:ahLst/>
              <a:cxnLst/>
              <a:rect l="l" t="t" r="r" b="b"/>
              <a:pathLst>
                <a:path w="254000" h="817245">
                  <a:moveTo>
                    <a:pt x="231303" y="0"/>
                  </a:moveTo>
                  <a:lnTo>
                    <a:pt x="218516" y="502"/>
                  </a:lnTo>
                  <a:lnTo>
                    <a:pt x="0" y="807723"/>
                  </a:lnTo>
                  <a:lnTo>
                    <a:pt x="25925" y="817000"/>
                  </a:lnTo>
                  <a:lnTo>
                    <a:pt x="253908" y="8700"/>
                  </a:lnTo>
                  <a:lnTo>
                    <a:pt x="245681" y="3330"/>
                  </a:lnTo>
                  <a:lnTo>
                    <a:pt x="239251" y="686"/>
                  </a:lnTo>
                  <a:lnTo>
                    <a:pt x="231303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5" name="object 625" descr=""/>
          <p:cNvSpPr/>
          <p:nvPr/>
        </p:nvSpPr>
        <p:spPr>
          <a:xfrm>
            <a:off x="739959" y="6757711"/>
            <a:ext cx="225425" cy="384810"/>
          </a:xfrm>
          <a:custGeom>
            <a:avLst/>
            <a:gdLst/>
            <a:ahLst/>
            <a:cxnLst/>
            <a:rect l="l" t="t" r="r" b="b"/>
            <a:pathLst>
              <a:path w="225425" h="384809">
                <a:moveTo>
                  <a:pt x="91944" y="0"/>
                </a:moveTo>
                <a:lnTo>
                  <a:pt x="61854" y="46764"/>
                </a:lnTo>
                <a:lnTo>
                  <a:pt x="47370" y="90855"/>
                </a:lnTo>
                <a:lnTo>
                  <a:pt x="29618" y="164421"/>
                </a:lnTo>
                <a:lnTo>
                  <a:pt x="14485" y="252311"/>
                </a:lnTo>
                <a:lnTo>
                  <a:pt x="3951" y="325979"/>
                </a:lnTo>
                <a:lnTo>
                  <a:pt x="0" y="356879"/>
                </a:lnTo>
                <a:lnTo>
                  <a:pt x="36603" y="376725"/>
                </a:lnTo>
                <a:lnTo>
                  <a:pt x="67360" y="384505"/>
                </a:lnTo>
                <a:lnTo>
                  <a:pt x="108972" y="381264"/>
                </a:lnTo>
                <a:lnTo>
                  <a:pt x="178141" y="368051"/>
                </a:lnTo>
                <a:lnTo>
                  <a:pt x="200798" y="267937"/>
                </a:lnTo>
                <a:lnTo>
                  <a:pt x="213255" y="211963"/>
                </a:lnTo>
                <a:lnTo>
                  <a:pt x="225218" y="151063"/>
                </a:lnTo>
                <a:lnTo>
                  <a:pt x="224258" y="117148"/>
                </a:lnTo>
                <a:lnTo>
                  <a:pt x="211150" y="75701"/>
                </a:lnTo>
                <a:lnTo>
                  <a:pt x="185195" y="36105"/>
                </a:lnTo>
                <a:lnTo>
                  <a:pt x="145692" y="7744"/>
                </a:lnTo>
                <a:lnTo>
                  <a:pt x="91944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6" name="object 626" descr=""/>
          <p:cNvGrpSpPr/>
          <p:nvPr/>
        </p:nvGrpSpPr>
        <p:grpSpPr>
          <a:xfrm>
            <a:off x="831908" y="6704928"/>
            <a:ext cx="674370" cy="803275"/>
            <a:chOff x="831908" y="6704928"/>
            <a:chExt cx="674370" cy="803275"/>
          </a:xfrm>
        </p:grpSpPr>
        <p:sp>
          <p:nvSpPr>
            <p:cNvPr id="627" name="object 627" descr=""/>
            <p:cNvSpPr/>
            <p:nvPr/>
          </p:nvSpPr>
          <p:spPr>
            <a:xfrm>
              <a:off x="1272908" y="6755388"/>
              <a:ext cx="233679" cy="387350"/>
            </a:xfrm>
            <a:custGeom>
              <a:avLst/>
              <a:gdLst/>
              <a:ahLst/>
              <a:cxnLst/>
              <a:rect l="l" t="t" r="r" b="b"/>
              <a:pathLst>
                <a:path w="233680" h="387350">
                  <a:moveTo>
                    <a:pt x="139702" y="0"/>
                  </a:moveTo>
                  <a:lnTo>
                    <a:pt x="83874" y="7986"/>
                  </a:lnTo>
                  <a:lnTo>
                    <a:pt x="42548" y="36923"/>
                  </a:lnTo>
                  <a:lnTo>
                    <a:pt x="15166" y="77205"/>
                  </a:lnTo>
                  <a:lnTo>
                    <a:pt x="1169" y="119226"/>
                  </a:lnTo>
                  <a:lnTo>
                    <a:pt x="0" y="153377"/>
                  </a:lnTo>
                  <a:lnTo>
                    <a:pt x="5479" y="182100"/>
                  </a:lnTo>
                  <a:lnTo>
                    <a:pt x="25276" y="270256"/>
                  </a:lnTo>
                  <a:lnTo>
                    <a:pt x="48731" y="370376"/>
                  </a:lnTo>
                  <a:lnTo>
                    <a:pt x="120342" y="383589"/>
                  </a:lnTo>
                  <a:lnTo>
                    <a:pt x="163424" y="386829"/>
                  </a:lnTo>
                  <a:lnTo>
                    <a:pt x="195268" y="379050"/>
                  </a:lnTo>
                  <a:lnTo>
                    <a:pt x="233165" y="359203"/>
                  </a:lnTo>
                  <a:lnTo>
                    <a:pt x="229074" y="328303"/>
                  </a:lnTo>
                  <a:lnTo>
                    <a:pt x="218168" y="254634"/>
                  </a:lnTo>
                  <a:lnTo>
                    <a:pt x="202500" y="166741"/>
                  </a:lnTo>
                  <a:lnTo>
                    <a:pt x="184120" y="93169"/>
                  </a:lnTo>
                  <a:lnTo>
                    <a:pt x="169154" y="49047"/>
                  </a:lnTo>
                  <a:lnTo>
                    <a:pt x="151110" y="11197"/>
                  </a:lnTo>
                  <a:lnTo>
                    <a:pt x="139702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8" name="object 628" descr=""/>
            <p:cNvSpPr/>
            <p:nvPr/>
          </p:nvSpPr>
          <p:spPr>
            <a:xfrm>
              <a:off x="831908" y="6704928"/>
              <a:ext cx="581025" cy="803275"/>
            </a:xfrm>
            <a:custGeom>
              <a:avLst/>
              <a:gdLst/>
              <a:ahLst/>
              <a:cxnLst/>
              <a:rect l="l" t="t" r="r" b="b"/>
              <a:pathLst>
                <a:path w="581025" h="803275">
                  <a:moveTo>
                    <a:pt x="448216" y="0"/>
                  </a:moveTo>
                  <a:lnTo>
                    <a:pt x="441329" y="11694"/>
                  </a:lnTo>
                  <a:lnTo>
                    <a:pt x="415571" y="37422"/>
                  </a:lnTo>
                  <a:lnTo>
                    <a:pt x="363296" y="63151"/>
                  </a:lnTo>
                  <a:lnTo>
                    <a:pt x="276860" y="74845"/>
                  </a:lnTo>
                  <a:lnTo>
                    <a:pt x="212464" y="73688"/>
                  </a:lnTo>
                  <a:lnTo>
                    <a:pt x="175043" y="65588"/>
                  </a:lnTo>
                  <a:lnTo>
                    <a:pt x="150235" y="43601"/>
                  </a:lnTo>
                  <a:lnTo>
                    <a:pt x="123682" y="785"/>
                  </a:lnTo>
                  <a:lnTo>
                    <a:pt x="0" y="52783"/>
                  </a:lnTo>
                  <a:lnTo>
                    <a:pt x="20727" y="171801"/>
                  </a:lnTo>
                  <a:lnTo>
                    <a:pt x="36478" y="263873"/>
                  </a:lnTo>
                  <a:lnTo>
                    <a:pt x="46794" y="327257"/>
                  </a:lnTo>
                  <a:lnTo>
                    <a:pt x="58786" y="416398"/>
                  </a:lnTo>
                  <a:lnTo>
                    <a:pt x="66554" y="477460"/>
                  </a:lnTo>
                  <a:lnTo>
                    <a:pt x="73824" y="537140"/>
                  </a:lnTo>
                  <a:lnTo>
                    <a:pt x="79335" y="586153"/>
                  </a:lnTo>
                  <a:lnTo>
                    <a:pt x="82345" y="635639"/>
                  </a:lnTo>
                  <a:lnTo>
                    <a:pt x="81756" y="658561"/>
                  </a:lnTo>
                  <a:lnTo>
                    <a:pt x="79376" y="698484"/>
                  </a:lnTo>
                  <a:lnTo>
                    <a:pt x="74521" y="769913"/>
                  </a:lnTo>
                  <a:lnTo>
                    <a:pt x="87016" y="781830"/>
                  </a:lnTo>
                  <a:lnTo>
                    <a:pt x="117418" y="791170"/>
                  </a:lnTo>
                  <a:lnTo>
                    <a:pt x="161676" y="797839"/>
                  </a:lnTo>
                  <a:lnTo>
                    <a:pt x="215740" y="801743"/>
                  </a:lnTo>
                  <a:lnTo>
                    <a:pt x="275560" y="802789"/>
                  </a:lnTo>
                  <a:lnTo>
                    <a:pt x="337087" y="800883"/>
                  </a:lnTo>
                  <a:lnTo>
                    <a:pt x="396269" y="795931"/>
                  </a:lnTo>
                  <a:lnTo>
                    <a:pt x="449057" y="787839"/>
                  </a:lnTo>
                  <a:lnTo>
                    <a:pt x="491401" y="776513"/>
                  </a:lnTo>
                  <a:lnTo>
                    <a:pt x="519251" y="761861"/>
                  </a:lnTo>
                  <a:lnTo>
                    <a:pt x="518813" y="719498"/>
                  </a:lnTo>
                  <a:lnTo>
                    <a:pt x="518336" y="622287"/>
                  </a:lnTo>
                  <a:lnTo>
                    <a:pt x="519070" y="515043"/>
                  </a:lnTo>
                  <a:lnTo>
                    <a:pt x="522266" y="442583"/>
                  </a:lnTo>
                  <a:lnTo>
                    <a:pt x="532161" y="362079"/>
                  </a:lnTo>
                  <a:lnTo>
                    <a:pt x="541547" y="294398"/>
                  </a:lnTo>
                  <a:lnTo>
                    <a:pt x="555902" y="202778"/>
                  </a:lnTo>
                  <a:lnTo>
                    <a:pt x="580704" y="50459"/>
                  </a:lnTo>
                  <a:lnTo>
                    <a:pt x="44821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9" name="object 629" descr=""/>
          <p:cNvSpPr/>
          <p:nvPr/>
        </p:nvSpPr>
        <p:spPr>
          <a:xfrm>
            <a:off x="3086379" y="6758546"/>
            <a:ext cx="225425" cy="384810"/>
          </a:xfrm>
          <a:custGeom>
            <a:avLst/>
            <a:gdLst/>
            <a:ahLst/>
            <a:cxnLst/>
            <a:rect l="l" t="t" r="r" b="b"/>
            <a:pathLst>
              <a:path w="225425" h="384809">
                <a:moveTo>
                  <a:pt x="91944" y="0"/>
                </a:moveTo>
                <a:lnTo>
                  <a:pt x="61854" y="46764"/>
                </a:lnTo>
                <a:lnTo>
                  <a:pt x="47370" y="90855"/>
                </a:lnTo>
                <a:lnTo>
                  <a:pt x="29618" y="164421"/>
                </a:lnTo>
                <a:lnTo>
                  <a:pt x="14485" y="252311"/>
                </a:lnTo>
                <a:lnTo>
                  <a:pt x="3951" y="325979"/>
                </a:lnTo>
                <a:lnTo>
                  <a:pt x="0" y="356879"/>
                </a:lnTo>
                <a:lnTo>
                  <a:pt x="36603" y="376725"/>
                </a:lnTo>
                <a:lnTo>
                  <a:pt x="67360" y="384505"/>
                </a:lnTo>
                <a:lnTo>
                  <a:pt x="108972" y="381264"/>
                </a:lnTo>
                <a:lnTo>
                  <a:pt x="178141" y="368051"/>
                </a:lnTo>
                <a:lnTo>
                  <a:pt x="200798" y="267931"/>
                </a:lnTo>
                <a:lnTo>
                  <a:pt x="213255" y="211955"/>
                </a:lnTo>
                <a:lnTo>
                  <a:pt x="225218" y="151063"/>
                </a:lnTo>
                <a:lnTo>
                  <a:pt x="224259" y="117148"/>
                </a:lnTo>
                <a:lnTo>
                  <a:pt x="211153" y="75701"/>
                </a:lnTo>
                <a:lnTo>
                  <a:pt x="185199" y="36105"/>
                </a:lnTo>
                <a:lnTo>
                  <a:pt x="145696" y="7744"/>
                </a:lnTo>
                <a:lnTo>
                  <a:pt x="91944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0" name="object 630" descr=""/>
          <p:cNvGrpSpPr/>
          <p:nvPr/>
        </p:nvGrpSpPr>
        <p:grpSpPr>
          <a:xfrm>
            <a:off x="3178328" y="6705763"/>
            <a:ext cx="674370" cy="803275"/>
            <a:chOff x="3178328" y="6705763"/>
            <a:chExt cx="674370" cy="803275"/>
          </a:xfrm>
        </p:grpSpPr>
        <p:sp>
          <p:nvSpPr>
            <p:cNvPr id="631" name="object 631" descr=""/>
            <p:cNvSpPr/>
            <p:nvPr/>
          </p:nvSpPr>
          <p:spPr>
            <a:xfrm>
              <a:off x="3619328" y="6756223"/>
              <a:ext cx="233679" cy="387350"/>
            </a:xfrm>
            <a:custGeom>
              <a:avLst/>
              <a:gdLst/>
              <a:ahLst/>
              <a:cxnLst/>
              <a:rect l="l" t="t" r="r" b="b"/>
              <a:pathLst>
                <a:path w="233679" h="387350">
                  <a:moveTo>
                    <a:pt x="139702" y="0"/>
                  </a:moveTo>
                  <a:lnTo>
                    <a:pt x="83874" y="7985"/>
                  </a:lnTo>
                  <a:lnTo>
                    <a:pt x="42548" y="36920"/>
                  </a:lnTo>
                  <a:lnTo>
                    <a:pt x="15166" y="77201"/>
                  </a:lnTo>
                  <a:lnTo>
                    <a:pt x="1169" y="119222"/>
                  </a:lnTo>
                  <a:lnTo>
                    <a:pt x="0" y="153377"/>
                  </a:lnTo>
                  <a:lnTo>
                    <a:pt x="5479" y="182100"/>
                  </a:lnTo>
                  <a:lnTo>
                    <a:pt x="25276" y="270256"/>
                  </a:lnTo>
                  <a:lnTo>
                    <a:pt x="48731" y="370376"/>
                  </a:lnTo>
                  <a:lnTo>
                    <a:pt x="120342" y="383589"/>
                  </a:lnTo>
                  <a:lnTo>
                    <a:pt x="163423" y="386828"/>
                  </a:lnTo>
                  <a:lnTo>
                    <a:pt x="195264" y="379046"/>
                  </a:lnTo>
                  <a:lnTo>
                    <a:pt x="233155" y="359193"/>
                  </a:lnTo>
                  <a:lnTo>
                    <a:pt x="229065" y="328295"/>
                  </a:lnTo>
                  <a:lnTo>
                    <a:pt x="218163" y="254629"/>
                  </a:lnTo>
                  <a:lnTo>
                    <a:pt x="202498" y="166740"/>
                  </a:lnTo>
                  <a:lnTo>
                    <a:pt x="184120" y="93169"/>
                  </a:lnTo>
                  <a:lnTo>
                    <a:pt x="169154" y="49047"/>
                  </a:lnTo>
                  <a:lnTo>
                    <a:pt x="151110" y="11197"/>
                  </a:lnTo>
                  <a:lnTo>
                    <a:pt x="139702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2" name="object 632" descr=""/>
            <p:cNvSpPr/>
            <p:nvPr/>
          </p:nvSpPr>
          <p:spPr>
            <a:xfrm>
              <a:off x="3178328" y="6705763"/>
              <a:ext cx="581025" cy="803275"/>
            </a:xfrm>
            <a:custGeom>
              <a:avLst/>
              <a:gdLst/>
              <a:ahLst/>
              <a:cxnLst/>
              <a:rect l="l" t="t" r="r" b="b"/>
              <a:pathLst>
                <a:path w="581025" h="803275">
                  <a:moveTo>
                    <a:pt x="448216" y="0"/>
                  </a:moveTo>
                  <a:lnTo>
                    <a:pt x="441329" y="11693"/>
                  </a:lnTo>
                  <a:lnTo>
                    <a:pt x="415571" y="37417"/>
                  </a:lnTo>
                  <a:lnTo>
                    <a:pt x="363296" y="63142"/>
                  </a:lnTo>
                  <a:lnTo>
                    <a:pt x="276860" y="74835"/>
                  </a:lnTo>
                  <a:lnTo>
                    <a:pt x="212464" y="73678"/>
                  </a:lnTo>
                  <a:lnTo>
                    <a:pt x="175043" y="65579"/>
                  </a:lnTo>
                  <a:lnTo>
                    <a:pt x="150235" y="43595"/>
                  </a:lnTo>
                  <a:lnTo>
                    <a:pt x="123682" y="785"/>
                  </a:lnTo>
                  <a:lnTo>
                    <a:pt x="0" y="52783"/>
                  </a:lnTo>
                  <a:lnTo>
                    <a:pt x="20725" y="171801"/>
                  </a:lnTo>
                  <a:lnTo>
                    <a:pt x="36474" y="263873"/>
                  </a:lnTo>
                  <a:lnTo>
                    <a:pt x="46783" y="327257"/>
                  </a:lnTo>
                  <a:lnTo>
                    <a:pt x="58783" y="416398"/>
                  </a:lnTo>
                  <a:lnTo>
                    <a:pt x="66552" y="477460"/>
                  </a:lnTo>
                  <a:lnTo>
                    <a:pt x="73823" y="537140"/>
                  </a:lnTo>
                  <a:lnTo>
                    <a:pt x="79335" y="586153"/>
                  </a:lnTo>
                  <a:lnTo>
                    <a:pt x="82345" y="635639"/>
                  </a:lnTo>
                  <a:lnTo>
                    <a:pt x="81756" y="658561"/>
                  </a:lnTo>
                  <a:lnTo>
                    <a:pt x="79376" y="698484"/>
                  </a:lnTo>
                  <a:lnTo>
                    <a:pt x="74521" y="769913"/>
                  </a:lnTo>
                  <a:lnTo>
                    <a:pt x="87016" y="781830"/>
                  </a:lnTo>
                  <a:lnTo>
                    <a:pt x="117418" y="791170"/>
                  </a:lnTo>
                  <a:lnTo>
                    <a:pt x="161676" y="797839"/>
                  </a:lnTo>
                  <a:lnTo>
                    <a:pt x="215740" y="801743"/>
                  </a:lnTo>
                  <a:lnTo>
                    <a:pt x="275560" y="802789"/>
                  </a:lnTo>
                  <a:lnTo>
                    <a:pt x="337087" y="800883"/>
                  </a:lnTo>
                  <a:lnTo>
                    <a:pt x="396269" y="795931"/>
                  </a:lnTo>
                  <a:lnTo>
                    <a:pt x="449057" y="787839"/>
                  </a:lnTo>
                  <a:lnTo>
                    <a:pt x="491401" y="776513"/>
                  </a:lnTo>
                  <a:lnTo>
                    <a:pt x="519251" y="761861"/>
                  </a:lnTo>
                  <a:lnTo>
                    <a:pt x="518813" y="719498"/>
                  </a:lnTo>
                  <a:lnTo>
                    <a:pt x="518336" y="622287"/>
                  </a:lnTo>
                  <a:lnTo>
                    <a:pt x="519070" y="515043"/>
                  </a:lnTo>
                  <a:lnTo>
                    <a:pt x="522266" y="442583"/>
                  </a:lnTo>
                  <a:lnTo>
                    <a:pt x="532161" y="362079"/>
                  </a:lnTo>
                  <a:lnTo>
                    <a:pt x="541547" y="294398"/>
                  </a:lnTo>
                  <a:lnTo>
                    <a:pt x="555902" y="202778"/>
                  </a:lnTo>
                  <a:lnTo>
                    <a:pt x="580704" y="50459"/>
                  </a:lnTo>
                  <a:lnTo>
                    <a:pt x="44821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3" name="object 633" descr=""/>
          <p:cNvSpPr/>
          <p:nvPr/>
        </p:nvSpPr>
        <p:spPr>
          <a:xfrm>
            <a:off x="2224582" y="6757711"/>
            <a:ext cx="225425" cy="384810"/>
          </a:xfrm>
          <a:custGeom>
            <a:avLst/>
            <a:gdLst/>
            <a:ahLst/>
            <a:cxnLst/>
            <a:rect l="l" t="t" r="r" b="b"/>
            <a:pathLst>
              <a:path w="225425" h="384809">
                <a:moveTo>
                  <a:pt x="91944" y="0"/>
                </a:moveTo>
                <a:lnTo>
                  <a:pt x="61854" y="46764"/>
                </a:lnTo>
                <a:lnTo>
                  <a:pt x="47370" y="90855"/>
                </a:lnTo>
                <a:lnTo>
                  <a:pt x="29618" y="164421"/>
                </a:lnTo>
                <a:lnTo>
                  <a:pt x="14485" y="252311"/>
                </a:lnTo>
                <a:lnTo>
                  <a:pt x="3951" y="325979"/>
                </a:lnTo>
                <a:lnTo>
                  <a:pt x="0" y="356879"/>
                </a:lnTo>
                <a:lnTo>
                  <a:pt x="36603" y="376725"/>
                </a:lnTo>
                <a:lnTo>
                  <a:pt x="67360" y="384505"/>
                </a:lnTo>
                <a:lnTo>
                  <a:pt x="108972" y="381264"/>
                </a:lnTo>
                <a:lnTo>
                  <a:pt x="178141" y="368051"/>
                </a:lnTo>
                <a:lnTo>
                  <a:pt x="200798" y="267937"/>
                </a:lnTo>
                <a:lnTo>
                  <a:pt x="213255" y="211963"/>
                </a:lnTo>
                <a:lnTo>
                  <a:pt x="225218" y="151063"/>
                </a:lnTo>
                <a:lnTo>
                  <a:pt x="224258" y="117148"/>
                </a:lnTo>
                <a:lnTo>
                  <a:pt x="211150" y="75701"/>
                </a:lnTo>
                <a:lnTo>
                  <a:pt x="185195" y="36105"/>
                </a:lnTo>
                <a:lnTo>
                  <a:pt x="145692" y="7744"/>
                </a:lnTo>
                <a:lnTo>
                  <a:pt x="91944" y="0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34" name="object 634" descr=""/>
          <p:cNvGrpSpPr/>
          <p:nvPr/>
        </p:nvGrpSpPr>
        <p:grpSpPr>
          <a:xfrm>
            <a:off x="2316531" y="6704928"/>
            <a:ext cx="674370" cy="803275"/>
            <a:chOff x="2316531" y="6704928"/>
            <a:chExt cx="674370" cy="803275"/>
          </a:xfrm>
        </p:grpSpPr>
        <p:sp>
          <p:nvSpPr>
            <p:cNvPr id="635" name="object 635" descr=""/>
            <p:cNvSpPr/>
            <p:nvPr/>
          </p:nvSpPr>
          <p:spPr>
            <a:xfrm>
              <a:off x="2757530" y="6755388"/>
              <a:ext cx="233679" cy="387350"/>
            </a:xfrm>
            <a:custGeom>
              <a:avLst/>
              <a:gdLst/>
              <a:ahLst/>
              <a:cxnLst/>
              <a:rect l="l" t="t" r="r" b="b"/>
              <a:pathLst>
                <a:path w="233680" h="387350">
                  <a:moveTo>
                    <a:pt x="139702" y="0"/>
                  </a:moveTo>
                  <a:lnTo>
                    <a:pt x="83874" y="7986"/>
                  </a:lnTo>
                  <a:lnTo>
                    <a:pt x="42548" y="36923"/>
                  </a:lnTo>
                  <a:lnTo>
                    <a:pt x="15166" y="77205"/>
                  </a:lnTo>
                  <a:lnTo>
                    <a:pt x="1169" y="119226"/>
                  </a:lnTo>
                  <a:lnTo>
                    <a:pt x="0" y="153377"/>
                  </a:lnTo>
                  <a:lnTo>
                    <a:pt x="5479" y="182100"/>
                  </a:lnTo>
                  <a:lnTo>
                    <a:pt x="25276" y="270256"/>
                  </a:lnTo>
                  <a:lnTo>
                    <a:pt x="48731" y="370376"/>
                  </a:lnTo>
                  <a:lnTo>
                    <a:pt x="120342" y="383589"/>
                  </a:lnTo>
                  <a:lnTo>
                    <a:pt x="163424" y="386829"/>
                  </a:lnTo>
                  <a:lnTo>
                    <a:pt x="195268" y="379050"/>
                  </a:lnTo>
                  <a:lnTo>
                    <a:pt x="233165" y="359203"/>
                  </a:lnTo>
                  <a:lnTo>
                    <a:pt x="229074" y="328303"/>
                  </a:lnTo>
                  <a:lnTo>
                    <a:pt x="218168" y="254634"/>
                  </a:lnTo>
                  <a:lnTo>
                    <a:pt x="202500" y="166741"/>
                  </a:lnTo>
                  <a:lnTo>
                    <a:pt x="184120" y="93169"/>
                  </a:lnTo>
                  <a:lnTo>
                    <a:pt x="169154" y="49047"/>
                  </a:lnTo>
                  <a:lnTo>
                    <a:pt x="151110" y="11197"/>
                  </a:lnTo>
                  <a:lnTo>
                    <a:pt x="139702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 descr=""/>
            <p:cNvSpPr/>
            <p:nvPr/>
          </p:nvSpPr>
          <p:spPr>
            <a:xfrm>
              <a:off x="2316531" y="6704928"/>
              <a:ext cx="581025" cy="803275"/>
            </a:xfrm>
            <a:custGeom>
              <a:avLst/>
              <a:gdLst/>
              <a:ahLst/>
              <a:cxnLst/>
              <a:rect l="l" t="t" r="r" b="b"/>
              <a:pathLst>
                <a:path w="581025" h="803275">
                  <a:moveTo>
                    <a:pt x="448216" y="0"/>
                  </a:moveTo>
                  <a:lnTo>
                    <a:pt x="441329" y="11694"/>
                  </a:lnTo>
                  <a:lnTo>
                    <a:pt x="415571" y="37422"/>
                  </a:lnTo>
                  <a:lnTo>
                    <a:pt x="363296" y="63151"/>
                  </a:lnTo>
                  <a:lnTo>
                    <a:pt x="276860" y="74845"/>
                  </a:lnTo>
                  <a:lnTo>
                    <a:pt x="212464" y="73688"/>
                  </a:lnTo>
                  <a:lnTo>
                    <a:pt x="175043" y="65588"/>
                  </a:lnTo>
                  <a:lnTo>
                    <a:pt x="150235" y="43601"/>
                  </a:lnTo>
                  <a:lnTo>
                    <a:pt x="123682" y="785"/>
                  </a:lnTo>
                  <a:lnTo>
                    <a:pt x="0" y="52783"/>
                  </a:lnTo>
                  <a:lnTo>
                    <a:pt x="12940" y="169874"/>
                  </a:lnTo>
                  <a:lnTo>
                    <a:pt x="23337" y="260622"/>
                  </a:lnTo>
                  <a:lnTo>
                    <a:pt x="31213" y="323403"/>
                  </a:lnTo>
                  <a:lnTo>
                    <a:pt x="35971" y="359654"/>
                  </a:lnTo>
                  <a:lnTo>
                    <a:pt x="42401" y="413497"/>
                  </a:lnTo>
                  <a:lnTo>
                    <a:pt x="49417" y="475446"/>
                  </a:lnTo>
                  <a:lnTo>
                    <a:pt x="55934" y="536012"/>
                  </a:lnTo>
                  <a:lnTo>
                    <a:pt x="60866" y="585709"/>
                  </a:lnTo>
                  <a:lnTo>
                    <a:pt x="63628" y="635479"/>
                  </a:lnTo>
                  <a:lnTo>
                    <a:pt x="62964" y="658459"/>
                  </a:lnTo>
                  <a:lnTo>
                    <a:pt x="60387" y="698538"/>
                  </a:lnTo>
                  <a:lnTo>
                    <a:pt x="55150" y="770269"/>
                  </a:lnTo>
                  <a:lnTo>
                    <a:pt x="68190" y="782174"/>
                  </a:lnTo>
                  <a:lnTo>
                    <a:pt x="100066" y="791485"/>
                  </a:lnTo>
                  <a:lnTo>
                    <a:pt x="146494" y="798114"/>
                  </a:lnTo>
                  <a:lnTo>
                    <a:pt x="203192" y="801970"/>
                  </a:lnTo>
                  <a:lnTo>
                    <a:pt x="265879" y="802963"/>
                  </a:lnTo>
                  <a:lnTo>
                    <a:pt x="330271" y="801005"/>
                  </a:lnTo>
                  <a:lnTo>
                    <a:pt x="392087" y="796006"/>
                  </a:lnTo>
                  <a:lnTo>
                    <a:pt x="447043" y="787875"/>
                  </a:lnTo>
                  <a:lnTo>
                    <a:pt x="490859" y="776523"/>
                  </a:lnTo>
                  <a:lnTo>
                    <a:pt x="519251" y="761861"/>
                  </a:lnTo>
                  <a:lnTo>
                    <a:pt x="518813" y="719498"/>
                  </a:lnTo>
                  <a:lnTo>
                    <a:pt x="518336" y="622287"/>
                  </a:lnTo>
                  <a:lnTo>
                    <a:pt x="519070" y="515043"/>
                  </a:lnTo>
                  <a:lnTo>
                    <a:pt x="522266" y="442583"/>
                  </a:lnTo>
                  <a:lnTo>
                    <a:pt x="532161" y="362079"/>
                  </a:lnTo>
                  <a:lnTo>
                    <a:pt x="541547" y="294398"/>
                  </a:lnTo>
                  <a:lnTo>
                    <a:pt x="555902" y="202778"/>
                  </a:lnTo>
                  <a:lnTo>
                    <a:pt x="580704" y="50459"/>
                  </a:lnTo>
                  <a:lnTo>
                    <a:pt x="44821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7" name="object 637" descr=""/>
          <p:cNvGrpSpPr/>
          <p:nvPr/>
        </p:nvGrpSpPr>
        <p:grpSpPr>
          <a:xfrm>
            <a:off x="1630552" y="6645236"/>
            <a:ext cx="427990" cy="921385"/>
            <a:chOff x="1630552" y="6645236"/>
            <a:chExt cx="427990" cy="921385"/>
          </a:xfrm>
        </p:grpSpPr>
        <p:sp>
          <p:nvSpPr>
            <p:cNvPr id="638" name="object 638" descr=""/>
            <p:cNvSpPr/>
            <p:nvPr/>
          </p:nvSpPr>
          <p:spPr>
            <a:xfrm>
              <a:off x="1630552" y="6645236"/>
              <a:ext cx="427990" cy="921385"/>
            </a:xfrm>
            <a:custGeom>
              <a:avLst/>
              <a:gdLst/>
              <a:ahLst/>
              <a:cxnLst/>
              <a:rect l="l" t="t" r="r" b="b"/>
              <a:pathLst>
                <a:path w="427989" h="921384">
                  <a:moveTo>
                    <a:pt x="240483" y="0"/>
                  </a:moveTo>
                  <a:lnTo>
                    <a:pt x="181295" y="16583"/>
                  </a:lnTo>
                  <a:lnTo>
                    <a:pt x="81250" y="54953"/>
                  </a:lnTo>
                  <a:lnTo>
                    <a:pt x="36559" y="161969"/>
                  </a:lnTo>
                  <a:lnTo>
                    <a:pt x="13011" y="217001"/>
                  </a:lnTo>
                  <a:lnTo>
                    <a:pt x="4844" y="251181"/>
                  </a:lnTo>
                  <a:lnTo>
                    <a:pt x="801" y="301067"/>
                  </a:lnTo>
                  <a:lnTo>
                    <a:pt x="0" y="360659"/>
                  </a:lnTo>
                  <a:lnTo>
                    <a:pt x="1557" y="423959"/>
                  </a:lnTo>
                  <a:lnTo>
                    <a:pt x="4589" y="484970"/>
                  </a:lnTo>
                  <a:lnTo>
                    <a:pt x="8215" y="537693"/>
                  </a:lnTo>
                  <a:lnTo>
                    <a:pt x="15157" y="629764"/>
                  </a:lnTo>
                  <a:lnTo>
                    <a:pt x="18516" y="692891"/>
                  </a:lnTo>
                  <a:lnTo>
                    <a:pt x="19232" y="756267"/>
                  </a:lnTo>
                  <a:lnTo>
                    <a:pt x="18246" y="849086"/>
                  </a:lnTo>
                  <a:lnTo>
                    <a:pt x="133333" y="905021"/>
                  </a:lnTo>
                  <a:lnTo>
                    <a:pt x="214371" y="921224"/>
                  </a:lnTo>
                  <a:lnTo>
                    <a:pt x="299768" y="895497"/>
                  </a:lnTo>
                  <a:lnTo>
                    <a:pt x="427930" y="825642"/>
                  </a:lnTo>
                  <a:lnTo>
                    <a:pt x="423947" y="727350"/>
                  </a:lnTo>
                  <a:lnTo>
                    <a:pt x="421061" y="647006"/>
                  </a:lnTo>
                  <a:lnTo>
                    <a:pt x="419438" y="583660"/>
                  </a:lnTo>
                  <a:lnTo>
                    <a:pt x="419430" y="542800"/>
                  </a:lnTo>
                  <a:lnTo>
                    <a:pt x="420389" y="445639"/>
                  </a:lnTo>
                  <a:lnTo>
                    <a:pt x="420330" y="392565"/>
                  </a:lnTo>
                  <a:lnTo>
                    <a:pt x="419226" y="338646"/>
                  </a:lnTo>
                  <a:lnTo>
                    <a:pt x="416566" y="285495"/>
                  </a:lnTo>
                  <a:lnTo>
                    <a:pt x="411834" y="234727"/>
                  </a:lnTo>
                  <a:lnTo>
                    <a:pt x="404517" y="187955"/>
                  </a:lnTo>
                  <a:lnTo>
                    <a:pt x="388048" y="131116"/>
                  </a:lnTo>
                  <a:lnTo>
                    <a:pt x="367486" y="89735"/>
                  </a:lnTo>
                  <a:lnTo>
                    <a:pt x="329305" y="18536"/>
                  </a:lnTo>
                  <a:lnTo>
                    <a:pt x="282068" y="1788"/>
                  </a:lnTo>
                  <a:lnTo>
                    <a:pt x="240483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9" name="object 639" descr=""/>
            <p:cNvSpPr/>
            <p:nvPr/>
          </p:nvSpPr>
          <p:spPr>
            <a:xfrm>
              <a:off x="1729454" y="6699709"/>
              <a:ext cx="240029" cy="407034"/>
            </a:xfrm>
            <a:custGeom>
              <a:avLst/>
              <a:gdLst/>
              <a:ahLst/>
              <a:cxnLst/>
              <a:rect l="l" t="t" r="r" b="b"/>
              <a:pathLst>
                <a:path w="240030" h="407034">
                  <a:moveTo>
                    <a:pt x="106364" y="0"/>
                  </a:moveTo>
                  <a:lnTo>
                    <a:pt x="58545" y="11581"/>
                  </a:lnTo>
                  <a:lnTo>
                    <a:pt x="29068" y="36015"/>
                  </a:lnTo>
                  <a:lnTo>
                    <a:pt x="6712" y="100402"/>
                  </a:lnTo>
                  <a:lnTo>
                    <a:pt x="3002" y="159896"/>
                  </a:lnTo>
                  <a:lnTo>
                    <a:pt x="1126" y="255938"/>
                  </a:lnTo>
                  <a:lnTo>
                    <a:pt x="0" y="365249"/>
                  </a:lnTo>
                  <a:lnTo>
                    <a:pt x="72310" y="396834"/>
                  </a:lnTo>
                  <a:lnTo>
                    <a:pt x="121392" y="406443"/>
                  </a:lnTo>
                  <a:lnTo>
                    <a:pt x="169726" y="393248"/>
                  </a:lnTo>
                  <a:lnTo>
                    <a:pt x="239793" y="356422"/>
                  </a:lnTo>
                  <a:lnTo>
                    <a:pt x="234221" y="275064"/>
                  </a:lnTo>
                  <a:lnTo>
                    <a:pt x="228887" y="201239"/>
                  </a:lnTo>
                  <a:lnTo>
                    <a:pt x="223302" y="130094"/>
                  </a:lnTo>
                  <a:lnTo>
                    <a:pt x="218575" y="80457"/>
                  </a:lnTo>
                  <a:lnTo>
                    <a:pt x="199820" y="30463"/>
                  </a:lnTo>
                  <a:lnTo>
                    <a:pt x="106364" y="0"/>
                  </a:lnTo>
                  <a:close/>
                </a:path>
              </a:pathLst>
            </a:custGeom>
            <a:solidFill>
              <a:srgbClr val="DEDE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0" name="object 640" descr=""/>
          <p:cNvSpPr/>
          <p:nvPr/>
        </p:nvSpPr>
        <p:spPr>
          <a:xfrm>
            <a:off x="7336880" y="8662830"/>
            <a:ext cx="90805" cy="58419"/>
          </a:xfrm>
          <a:custGeom>
            <a:avLst/>
            <a:gdLst/>
            <a:ahLst/>
            <a:cxnLst/>
            <a:rect l="l" t="t" r="r" b="b"/>
            <a:pathLst>
              <a:path w="90804" h="58420">
                <a:moveTo>
                  <a:pt x="36211" y="0"/>
                </a:moveTo>
                <a:lnTo>
                  <a:pt x="6921" y="6782"/>
                </a:lnTo>
                <a:lnTo>
                  <a:pt x="0" y="38310"/>
                </a:lnTo>
                <a:lnTo>
                  <a:pt x="24557" y="51005"/>
                </a:lnTo>
                <a:lnTo>
                  <a:pt x="41598" y="57059"/>
                </a:lnTo>
                <a:lnTo>
                  <a:pt x="59090" y="58113"/>
                </a:lnTo>
                <a:lnTo>
                  <a:pt x="85002" y="55807"/>
                </a:lnTo>
                <a:lnTo>
                  <a:pt x="90573" y="29954"/>
                </a:lnTo>
                <a:lnTo>
                  <a:pt x="70194" y="9413"/>
                </a:lnTo>
                <a:lnTo>
                  <a:pt x="54688" y="152"/>
                </a:lnTo>
                <a:lnTo>
                  <a:pt x="36211" y="0"/>
                </a:lnTo>
                <a:close/>
              </a:path>
            </a:pathLst>
          </a:custGeom>
          <a:solidFill>
            <a:srgbClr val="BCB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1" name="object 641" descr=""/>
          <p:cNvSpPr/>
          <p:nvPr/>
        </p:nvSpPr>
        <p:spPr>
          <a:xfrm>
            <a:off x="8100710" y="8657187"/>
            <a:ext cx="90805" cy="58419"/>
          </a:xfrm>
          <a:custGeom>
            <a:avLst/>
            <a:gdLst/>
            <a:ahLst/>
            <a:cxnLst/>
            <a:rect l="l" t="t" r="r" b="b"/>
            <a:pathLst>
              <a:path w="90804" h="58420">
                <a:moveTo>
                  <a:pt x="54362" y="0"/>
                </a:moveTo>
                <a:lnTo>
                  <a:pt x="35885" y="152"/>
                </a:lnTo>
                <a:lnTo>
                  <a:pt x="20378" y="9413"/>
                </a:lnTo>
                <a:lnTo>
                  <a:pt x="0" y="29954"/>
                </a:lnTo>
                <a:lnTo>
                  <a:pt x="5570" y="55807"/>
                </a:lnTo>
                <a:lnTo>
                  <a:pt x="31483" y="58113"/>
                </a:lnTo>
                <a:lnTo>
                  <a:pt x="48974" y="57058"/>
                </a:lnTo>
                <a:lnTo>
                  <a:pt x="66015" y="51000"/>
                </a:lnTo>
                <a:lnTo>
                  <a:pt x="90573" y="38299"/>
                </a:lnTo>
                <a:lnTo>
                  <a:pt x="83651" y="6782"/>
                </a:lnTo>
                <a:lnTo>
                  <a:pt x="54362" y="0"/>
                </a:lnTo>
                <a:close/>
              </a:path>
            </a:pathLst>
          </a:custGeom>
          <a:solidFill>
            <a:srgbClr val="BCB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2" name="object 642" descr=""/>
          <p:cNvSpPr/>
          <p:nvPr/>
        </p:nvSpPr>
        <p:spPr>
          <a:xfrm>
            <a:off x="7302893" y="7883734"/>
            <a:ext cx="323850" cy="812165"/>
          </a:xfrm>
          <a:custGeom>
            <a:avLst/>
            <a:gdLst/>
            <a:ahLst/>
            <a:cxnLst/>
            <a:rect l="l" t="t" r="r" b="b"/>
            <a:pathLst>
              <a:path w="323850" h="812165">
                <a:moveTo>
                  <a:pt x="323672" y="170802"/>
                </a:moveTo>
                <a:lnTo>
                  <a:pt x="297434" y="96075"/>
                </a:lnTo>
                <a:lnTo>
                  <a:pt x="265620" y="54940"/>
                </a:lnTo>
                <a:lnTo>
                  <a:pt x="229819" y="20586"/>
                </a:lnTo>
                <a:lnTo>
                  <a:pt x="196392" y="0"/>
                </a:lnTo>
                <a:lnTo>
                  <a:pt x="171691" y="152"/>
                </a:lnTo>
                <a:lnTo>
                  <a:pt x="154330" y="47345"/>
                </a:lnTo>
                <a:lnTo>
                  <a:pt x="141909" y="93573"/>
                </a:lnTo>
                <a:lnTo>
                  <a:pt x="128257" y="148488"/>
                </a:lnTo>
                <a:lnTo>
                  <a:pt x="114287" y="207314"/>
                </a:lnTo>
                <a:lnTo>
                  <a:pt x="100926" y="265226"/>
                </a:lnTo>
                <a:lnTo>
                  <a:pt x="89103" y="317461"/>
                </a:lnTo>
                <a:lnTo>
                  <a:pt x="76098" y="382562"/>
                </a:lnTo>
                <a:lnTo>
                  <a:pt x="48590" y="542086"/>
                </a:lnTo>
                <a:lnTo>
                  <a:pt x="33185" y="626795"/>
                </a:lnTo>
                <a:lnTo>
                  <a:pt x="24206" y="665200"/>
                </a:lnTo>
                <a:lnTo>
                  <a:pt x="16027" y="685673"/>
                </a:lnTo>
                <a:lnTo>
                  <a:pt x="6400" y="711022"/>
                </a:lnTo>
                <a:lnTo>
                  <a:pt x="0" y="740295"/>
                </a:lnTo>
                <a:lnTo>
                  <a:pt x="1612" y="766432"/>
                </a:lnTo>
                <a:lnTo>
                  <a:pt x="16027" y="782294"/>
                </a:lnTo>
                <a:lnTo>
                  <a:pt x="44335" y="792886"/>
                </a:lnTo>
                <a:lnTo>
                  <a:pt x="78981" y="804418"/>
                </a:lnTo>
                <a:lnTo>
                  <a:pt x="111734" y="811568"/>
                </a:lnTo>
                <a:lnTo>
                  <a:pt x="134378" y="809053"/>
                </a:lnTo>
                <a:lnTo>
                  <a:pt x="177520" y="742835"/>
                </a:lnTo>
                <a:lnTo>
                  <a:pt x="193370" y="691578"/>
                </a:lnTo>
                <a:lnTo>
                  <a:pt x="206082" y="635076"/>
                </a:lnTo>
                <a:lnTo>
                  <a:pt x="216115" y="578459"/>
                </a:lnTo>
                <a:lnTo>
                  <a:pt x="230200" y="485432"/>
                </a:lnTo>
                <a:lnTo>
                  <a:pt x="235216" y="459282"/>
                </a:lnTo>
                <a:lnTo>
                  <a:pt x="236105" y="437210"/>
                </a:lnTo>
                <a:lnTo>
                  <a:pt x="245491" y="420243"/>
                </a:lnTo>
                <a:lnTo>
                  <a:pt x="264655" y="372491"/>
                </a:lnTo>
                <a:lnTo>
                  <a:pt x="283718" y="316268"/>
                </a:lnTo>
                <a:lnTo>
                  <a:pt x="301002" y="258978"/>
                </a:lnTo>
                <a:lnTo>
                  <a:pt x="314883" y="208013"/>
                </a:lnTo>
                <a:lnTo>
                  <a:pt x="323672" y="170802"/>
                </a:lnTo>
                <a:close/>
              </a:path>
            </a:pathLst>
          </a:custGeom>
          <a:solidFill>
            <a:srgbClr val="D2CD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3" name="object 643" descr=""/>
          <p:cNvSpPr/>
          <p:nvPr/>
        </p:nvSpPr>
        <p:spPr>
          <a:xfrm>
            <a:off x="7883663" y="7881174"/>
            <a:ext cx="250190" cy="483870"/>
          </a:xfrm>
          <a:custGeom>
            <a:avLst/>
            <a:gdLst/>
            <a:ahLst/>
            <a:cxnLst/>
            <a:rect l="l" t="t" r="r" b="b"/>
            <a:pathLst>
              <a:path w="250190" h="483870">
                <a:moveTo>
                  <a:pt x="144393" y="0"/>
                </a:moveTo>
                <a:lnTo>
                  <a:pt x="88108" y="21298"/>
                </a:lnTo>
                <a:lnTo>
                  <a:pt x="54154" y="56273"/>
                </a:lnTo>
                <a:lnTo>
                  <a:pt x="24209" y="98003"/>
                </a:lnTo>
                <a:lnTo>
                  <a:pt x="4187" y="139393"/>
                </a:lnTo>
                <a:lnTo>
                  <a:pt x="0" y="173345"/>
                </a:lnTo>
                <a:lnTo>
                  <a:pt x="8792" y="210561"/>
                </a:lnTo>
                <a:lnTo>
                  <a:pt x="22663" y="261523"/>
                </a:lnTo>
                <a:lnTo>
                  <a:pt x="39956" y="318822"/>
                </a:lnTo>
                <a:lnTo>
                  <a:pt x="59016" y="375050"/>
                </a:lnTo>
                <a:lnTo>
                  <a:pt x="78185" y="422797"/>
                </a:lnTo>
                <a:lnTo>
                  <a:pt x="125434" y="477341"/>
                </a:lnTo>
                <a:lnTo>
                  <a:pt x="161093" y="483705"/>
                </a:lnTo>
                <a:lnTo>
                  <a:pt x="196270" y="477688"/>
                </a:lnTo>
                <a:lnTo>
                  <a:pt x="224453" y="463231"/>
                </a:lnTo>
                <a:lnTo>
                  <a:pt x="242216" y="446759"/>
                </a:lnTo>
                <a:lnTo>
                  <a:pt x="250155" y="424740"/>
                </a:lnTo>
                <a:lnTo>
                  <a:pt x="247770" y="386160"/>
                </a:lnTo>
                <a:lnTo>
                  <a:pt x="234558" y="320000"/>
                </a:lnTo>
                <a:lnTo>
                  <a:pt x="223612" y="268509"/>
                </a:lnTo>
                <a:lnTo>
                  <a:pt x="212185" y="212264"/>
                </a:lnTo>
                <a:lnTo>
                  <a:pt x="200179" y="155274"/>
                </a:lnTo>
                <a:lnTo>
                  <a:pt x="187495" y="101544"/>
                </a:lnTo>
                <a:lnTo>
                  <a:pt x="174036" y="55084"/>
                </a:lnTo>
                <a:lnTo>
                  <a:pt x="159701" y="19900"/>
                </a:lnTo>
                <a:lnTo>
                  <a:pt x="144393" y="0"/>
                </a:lnTo>
                <a:close/>
              </a:path>
            </a:pathLst>
          </a:custGeom>
          <a:solidFill>
            <a:srgbClr val="D2CDC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44" name="object 644" descr=""/>
          <p:cNvGrpSpPr/>
          <p:nvPr/>
        </p:nvGrpSpPr>
        <p:grpSpPr>
          <a:xfrm>
            <a:off x="7474593" y="7820817"/>
            <a:ext cx="732790" cy="875030"/>
            <a:chOff x="7474593" y="7820817"/>
            <a:chExt cx="732790" cy="875030"/>
          </a:xfrm>
        </p:grpSpPr>
        <p:sp>
          <p:nvSpPr>
            <p:cNvPr id="645" name="object 645" descr=""/>
            <p:cNvSpPr/>
            <p:nvPr/>
          </p:nvSpPr>
          <p:spPr>
            <a:xfrm>
              <a:off x="7546259" y="8551471"/>
              <a:ext cx="442595" cy="102870"/>
            </a:xfrm>
            <a:custGeom>
              <a:avLst/>
              <a:gdLst/>
              <a:ahLst/>
              <a:cxnLst/>
              <a:rect l="l" t="t" r="r" b="b"/>
              <a:pathLst>
                <a:path w="442595" h="102870">
                  <a:moveTo>
                    <a:pt x="153242" y="0"/>
                  </a:moveTo>
                  <a:lnTo>
                    <a:pt x="81021" y="10733"/>
                  </a:lnTo>
                  <a:lnTo>
                    <a:pt x="1444" y="42933"/>
                  </a:lnTo>
                  <a:lnTo>
                    <a:pt x="361" y="65336"/>
                  </a:lnTo>
                  <a:lnTo>
                    <a:pt x="0" y="77428"/>
                  </a:lnTo>
                  <a:lnTo>
                    <a:pt x="361" y="83368"/>
                  </a:lnTo>
                  <a:lnTo>
                    <a:pt x="42659" y="93735"/>
                  </a:lnTo>
                  <a:lnTo>
                    <a:pt x="87251" y="97651"/>
                  </a:lnTo>
                  <a:lnTo>
                    <a:pt x="142532" y="100963"/>
                  </a:lnTo>
                  <a:lnTo>
                    <a:pt x="204526" y="102865"/>
                  </a:lnTo>
                  <a:lnTo>
                    <a:pt x="269257" y="102550"/>
                  </a:lnTo>
                  <a:lnTo>
                    <a:pt x="332751" y="99212"/>
                  </a:lnTo>
                  <a:lnTo>
                    <a:pt x="391031" y="92044"/>
                  </a:lnTo>
                  <a:lnTo>
                    <a:pt x="440122" y="80241"/>
                  </a:lnTo>
                  <a:lnTo>
                    <a:pt x="442565" y="73598"/>
                  </a:lnTo>
                  <a:lnTo>
                    <a:pt x="442294" y="60864"/>
                  </a:lnTo>
                  <a:lnTo>
                    <a:pt x="440936" y="48491"/>
                  </a:lnTo>
                  <a:lnTo>
                    <a:pt x="440122" y="42933"/>
                  </a:lnTo>
                  <a:lnTo>
                    <a:pt x="259234" y="10733"/>
                  </a:lnTo>
                  <a:lnTo>
                    <a:pt x="153242" y="0"/>
                  </a:lnTo>
                  <a:close/>
                </a:path>
              </a:pathLst>
            </a:custGeom>
            <a:solidFill>
              <a:srgbClr val="BCB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6" name="object 646" descr=""/>
            <p:cNvSpPr/>
            <p:nvPr/>
          </p:nvSpPr>
          <p:spPr>
            <a:xfrm>
              <a:off x="7970372" y="8230266"/>
              <a:ext cx="237490" cy="465455"/>
            </a:xfrm>
            <a:custGeom>
              <a:avLst/>
              <a:gdLst/>
              <a:ahLst/>
              <a:cxnLst/>
              <a:rect l="l" t="t" r="r" b="b"/>
              <a:pathLst>
                <a:path w="237490" h="465454">
                  <a:moveTo>
                    <a:pt x="115789" y="0"/>
                  </a:moveTo>
                  <a:lnTo>
                    <a:pt x="80777" y="721"/>
                  </a:lnTo>
                  <a:lnTo>
                    <a:pt x="45693" y="13041"/>
                  </a:lnTo>
                  <a:lnTo>
                    <a:pt x="16709" y="36275"/>
                  </a:lnTo>
                  <a:lnTo>
                    <a:pt x="0" y="69739"/>
                  </a:lnTo>
                  <a:lnTo>
                    <a:pt x="1737" y="112749"/>
                  </a:lnTo>
                  <a:lnTo>
                    <a:pt x="6760" y="138896"/>
                  </a:lnTo>
                  <a:lnTo>
                    <a:pt x="20839" y="231926"/>
                  </a:lnTo>
                  <a:lnTo>
                    <a:pt x="30881" y="288541"/>
                  </a:lnTo>
                  <a:lnTo>
                    <a:pt x="43583" y="345042"/>
                  </a:lnTo>
                  <a:lnTo>
                    <a:pt x="59438" y="396295"/>
                  </a:lnTo>
                  <a:lnTo>
                    <a:pt x="78940" y="437165"/>
                  </a:lnTo>
                  <a:lnTo>
                    <a:pt x="125227" y="465034"/>
                  </a:lnTo>
                  <a:lnTo>
                    <a:pt x="157981" y="457877"/>
                  </a:lnTo>
                  <a:lnTo>
                    <a:pt x="192623" y="446351"/>
                  </a:lnTo>
                  <a:lnTo>
                    <a:pt x="220934" y="435755"/>
                  </a:lnTo>
                  <a:lnTo>
                    <a:pt x="235341" y="419887"/>
                  </a:lnTo>
                  <a:lnTo>
                    <a:pt x="236955" y="393761"/>
                  </a:lnTo>
                  <a:lnTo>
                    <a:pt x="230558" y="364479"/>
                  </a:lnTo>
                  <a:lnTo>
                    <a:pt x="220934" y="339140"/>
                  </a:lnTo>
                  <a:lnTo>
                    <a:pt x="212758" y="318655"/>
                  </a:lnTo>
                  <a:lnTo>
                    <a:pt x="203779" y="280260"/>
                  </a:lnTo>
                  <a:lnTo>
                    <a:pt x="188371" y="195542"/>
                  </a:lnTo>
                  <a:lnTo>
                    <a:pt x="160905" y="36092"/>
                  </a:lnTo>
                  <a:lnTo>
                    <a:pt x="144556" y="11562"/>
                  </a:lnTo>
                  <a:lnTo>
                    <a:pt x="115789" y="0"/>
                  </a:lnTo>
                  <a:close/>
                </a:path>
              </a:pathLst>
            </a:custGeom>
            <a:solidFill>
              <a:srgbClr val="D2CD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7" name="object 647" descr=""/>
            <p:cNvSpPr/>
            <p:nvPr/>
          </p:nvSpPr>
          <p:spPr>
            <a:xfrm>
              <a:off x="7474593" y="7820817"/>
              <a:ext cx="553720" cy="784225"/>
            </a:xfrm>
            <a:custGeom>
              <a:avLst/>
              <a:gdLst/>
              <a:ahLst/>
              <a:cxnLst/>
              <a:rect l="l" t="t" r="r" b="b"/>
              <a:pathLst>
                <a:path w="553720" h="784225">
                  <a:moveTo>
                    <a:pt x="387150" y="0"/>
                  </a:moveTo>
                  <a:lnTo>
                    <a:pt x="333518" y="28258"/>
                  </a:lnTo>
                  <a:lnTo>
                    <a:pt x="292837" y="37943"/>
                  </a:lnTo>
                  <a:lnTo>
                    <a:pt x="244584" y="29296"/>
                  </a:lnTo>
                  <a:lnTo>
                    <a:pt x="168235" y="2554"/>
                  </a:lnTo>
                  <a:lnTo>
                    <a:pt x="0" y="63066"/>
                  </a:lnTo>
                  <a:lnTo>
                    <a:pt x="7920" y="121954"/>
                  </a:lnTo>
                  <a:lnTo>
                    <a:pt x="25098" y="256319"/>
                  </a:lnTo>
                  <a:lnTo>
                    <a:pt x="41656" y="402711"/>
                  </a:lnTo>
                  <a:lnTo>
                    <a:pt x="47715" y="497681"/>
                  </a:lnTo>
                  <a:lnTo>
                    <a:pt x="41485" y="601781"/>
                  </a:lnTo>
                  <a:lnTo>
                    <a:pt x="39193" y="650068"/>
                  </a:lnTo>
                  <a:lnTo>
                    <a:pt x="42263" y="718374"/>
                  </a:lnTo>
                  <a:lnTo>
                    <a:pt x="60976" y="772397"/>
                  </a:lnTo>
                  <a:lnTo>
                    <a:pt x="100052" y="783772"/>
                  </a:lnTo>
                  <a:lnTo>
                    <a:pt x="144542" y="783109"/>
                  </a:lnTo>
                  <a:lnTo>
                    <a:pt x="268594" y="780423"/>
                  </a:lnTo>
                  <a:lnTo>
                    <a:pt x="333874" y="779555"/>
                  </a:lnTo>
                  <a:lnTo>
                    <a:pt x="391804" y="779771"/>
                  </a:lnTo>
                  <a:lnTo>
                    <a:pt x="435243" y="781651"/>
                  </a:lnTo>
                  <a:lnTo>
                    <a:pt x="483845" y="782586"/>
                  </a:lnTo>
                  <a:lnTo>
                    <a:pt x="514002" y="775174"/>
                  </a:lnTo>
                  <a:lnTo>
                    <a:pt x="529784" y="759333"/>
                  </a:lnTo>
                  <a:lnTo>
                    <a:pt x="535261" y="734982"/>
                  </a:lnTo>
                  <a:lnTo>
                    <a:pt x="533764" y="698708"/>
                  </a:lnTo>
                  <a:lnTo>
                    <a:pt x="528299" y="643339"/>
                  </a:lnTo>
                  <a:lnTo>
                    <a:pt x="521457" y="580339"/>
                  </a:lnTo>
                  <a:lnTo>
                    <a:pt x="515828" y="521173"/>
                  </a:lnTo>
                  <a:lnTo>
                    <a:pt x="514005" y="477304"/>
                  </a:lnTo>
                  <a:lnTo>
                    <a:pt x="515511" y="440410"/>
                  </a:lnTo>
                  <a:lnTo>
                    <a:pt x="520122" y="384679"/>
                  </a:lnTo>
                  <a:lnTo>
                    <a:pt x="531539" y="271023"/>
                  </a:lnTo>
                  <a:lnTo>
                    <a:pt x="553459" y="60354"/>
                  </a:lnTo>
                  <a:lnTo>
                    <a:pt x="387150" y="0"/>
                  </a:lnTo>
                  <a:close/>
                </a:path>
              </a:pathLst>
            </a:custGeom>
            <a:solidFill>
              <a:srgbClr val="DAD4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8" name="object 648" descr=""/>
          <p:cNvSpPr/>
          <p:nvPr/>
        </p:nvSpPr>
        <p:spPr>
          <a:xfrm>
            <a:off x="10052147" y="8660782"/>
            <a:ext cx="90805" cy="58419"/>
          </a:xfrm>
          <a:custGeom>
            <a:avLst/>
            <a:gdLst/>
            <a:ahLst/>
            <a:cxnLst/>
            <a:rect l="l" t="t" r="r" b="b"/>
            <a:pathLst>
              <a:path w="90804" h="58420">
                <a:moveTo>
                  <a:pt x="36211" y="0"/>
                </a:moveTo>
                <a:lnTo>
                  <a:pt x="6921" y="6782"/>
                </a:lnTo>
                <a:lnTo>
                  <a:pt x="0" y="38299"/>
                </a:lnTo>
                <a:lnTo>
                  <a:pt x="24557" y="51000"/>
                </a:lnTo>
                <a:lnTo>
                  <a:pt x="41598" y="57058"/>
                </a:lnTo>
                <a:lnTo>
                  <a:pt x="59090" y="58113"/>
                </a:lnTo>
                <a:lnTo>
                  <a:pt x="85002" y="55807"/>
                </a:lnTo>
                <a:lnTo>
                  <a:pt x="90573" y="29954"/>
                </a:lnTo>
                <a:lnTo>
                  <a:pt x="70194" y="9413"/>
                </a:lnTo>
                <a:lnTo>
                  <a:pt x="54688" y="152"/>
                </a:lnTo>
                <a:lnTo>
                  <a:pt x="36211" y="0"/>
                </a:lnTo>
                <a:close/>
              </a:path>
            </a:pathLst>
          </a:custGeom>
          <a:solidFill>
            <a:srgbClr val="BCB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9" name="object 649" descr=""/>
          <p:cNvSpPr/>
          <p:nvPr/>
        </p:nvSpPr>
        <p:spPr>
          <a:xfrm>
            <a:off x="10018166" y="7881689"/>
            <a:ext cx="323850" cy="812165"/>
          </a:xfrm>
          <a:custGeom>
            <a:avLst/>
            <a:gdLst/>
            <a:ahLst/>
            <a:cxnLst/>
            <a:rect l="l" t="t" r="r" b="b"/>
            <a:pathLst>
              <a:path w="323850" h="812165">
                <a:moveTo>
                  <a:pt x="323672" y="170802"/>
                </a:moveTo>
                <a:lnTo>
                  <a:pt x="297434" y="96075"/>
                </a:lnTo>
                <a:lnTo>
                  <a:pt x="265620" y="54940"/>
                </a:lnTo>
                <a:lnTo>
                  <a:pt x="229819" y="20586"/>
                </a:lnTo>
                <a:lnTo>
                  <a:pt x="196392" y="0"/>
                </a:lnTo>
                <a:lnTo>
                  <a:pt x="171678" y="152"/>
                </a:lnTo>
                <a:lnTo>
                  <a:pt x="154317" y="47345"/>
                </a:lnTo>
                <a:lnTo>
                  <a:pt x="141909" y="93573"/>
                </a:lnTo>
                <a:lnTo>
                  <a:pt x="128257" y="148488"/>
                </a:lnTo>
                <a:lnTo>
                  <a:pt x="114287" y="207302"/>
                </a:lnTo>
                <a:lnTo>
                  <a:pt x="100926" y="265226"/>
                </a:lnTo>
                <a:lnTo>
                  <a:pt x="89115" y="317449"/>
                </a:lnTo>
                <a:lnTo>
                  <a:pt x="76098" y="382536"/>
                </a:lnTo>
                <a:lnTo>
                  <a:pt x="48590" y="542074"/>
                </a:lnTo>
                <a:lnTo>
                  <a:pt x="33172" y="626795"/>
                </a:lnTo>
                <a:lnTo>
                  <a:pt x="24193" y="665187"/>
                </a:lnTo>
                <a:lnTo>
                  <a:pt x="16027" y="685673"/>
                </a:lnTo>
                <a:lnTo>
                  <a:pt x="6400" y="711009"/>
                </a:lnTo>
                <a:lnTo>
                  <a:pt x="0" y="740295"/>
                </a:lnTo>
                <a:lnTo>
                  <a:pt x="1612" y="766419"/>
                </a:lnTo>
                <a:lnTo>
                  <a:pt x="16027" y="782294"/>
                </a:lnTo>
                <a:lnTo>
                  <a:pt x="44335" y="792886"/>
                </a:lnTo>
                <a:lnTo>
                  <a:pt x="78968" y="804418"/>
                </a:lnTo>
                <a:lnTo>
                  <a:pt x="111734" y="811568"/>
                </a:lnTo>
                <a:lnTo>
                  <a:pt x="134378" y="809053"/>
                </a:lnTo>
                <a:lnTo>
                  <a:pt x="177520" y="742823"/>
                </a:lnTo>
                <a:lnTo>
                  <a:pt x="193370" y="691578"/>
                </a:lnTo>
                <a:lnTo>
                  <a:pt x="206070" y="635076"/>
                </a:lnTo>
                <a:lnTo>
                  <a:pt x="216115" y="578459"/>
                </a:lnTo>
                <a:lnTo>
                  <a:pt x="230200" y="485432"/>
                </a:lnTo>
                <a:lnTo>
                  <a:pt x="235216" y="459282"/>
                </a:lnTo>
                <a:lnTo>
                  <a:pt x="236105" y="437184"/>
                </a:lnTo>
                <a:lnTo>
                  <a:pt x="245478" y="420243"/>
                </a:lnTo>
                <a:lnTo>
                  <a:pt x="264642" y="372503"/>
                </a:lnTo>
                <a:lnTo>
                  <a:pt x="283705" y="316268"/>
                </a:lnTo>
                <a:lnTo>
                  <a:pt x="301002" y="258978"/>
                </a:lnTo>
                <a:lnTo>
                  <a:pt x="314871" y="208013"/>
                </a:lnTo>
                <a:lnTo>
                  <a:pt x="323672" y="170802"/>
                </a:lnTo>
                <a:close/>
              </a:path>
            </a:pathLst>
          </a:custGeom>
          <a:solidFill>
            <a:srgbClr val="D2CD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0" name="object 650" descr=""/>
          <p:cNvSpPr/>
          <p:nvPr/>
        </p:nvSpPr>
        <p:spPr>
          <a:xfrm>
            <a:off x="10798047" y="8660782"/>
            <a:ext cx="90805" cy="58419"/>
          </a:xfrm>
          <a:custGeom>
            <a:avLst/>
            <a:gdLst/>
            <a:ahLst/>
            <a:cxnLst/>
            <a:rect l="l" t="t" r="r" b="b"/>
            <a:pathLst>
              <a:path w="90804" h="58420">
                <a:moveTo>
                  <a:pt x="54367" y="0"/>
                </a:moveTo>
                <a:lnTo>
                  <a:pt x="35892" y="152"/>
                </a:lnTo>
                <a:lnTo>
                  <a:pt x="20384" y="9413"/>
                </a:lnTo>
                <a:lnTo>
                  <a:pt x="0" y="29954"/>
                </a:lnTo>
                <a:lnTo>
                  <a:pt x="5570" y="55807"/>
                </a:lnTo>
                <a:lnTo>
                  <a:pt x="31483" y="58113"/>
                </a:lnTo>
                <a:lnTo>
                  <a:pt x="48974" y="57058"/>
                </a:lnTo>
                <a:lnTo>
                  <a:pt x="66015" y="51000"/>
                </a:lnTo>
                <a:lnTo>
                  <a:pt x="90573" y="38299"/>
                </a:lnTo>
                <a:lnTo>
                  <a:pt x="83651" y="6782"/>
                </a:lnTo>
                <a:lnTo>
                  <a:pt x="54367" y="0"/>
                </a:lnTo>
                <a:close/>
              </a:path>
            </a:pathLst>
          </a:custGeom>
          <a:solidFill>
            <a:srgbClr val="BCB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1" name="object 651" descr=""/>
          <p:cNvSpPr/>
          <p:nvPr/>
        </p:nvSpPr>
        <p:spPr>
          <a:xfrm>
            <a:off x="10598929" y="7889130"/>
            <a:ext cx="250190" cy="473709"/>
          </a:xfrm>
          <a:custGeom>
            <a:avLst/>
            <a:gdLst/>
            <a:ahLst/>
            <a:cxnLst/>
            <a:rect l="l" t="t" r="r" b="b"/>
            <a:pathLst>
              <a:path w="250190" h="473709">
                <a:moveTo>
                  <a:pt x="137100" y="0"/>
                </a:moveTo>
                <a:lnTo>
                  <a:pt x="101662" y="19155"/>
                </a:lnTo>
                <a:lnTo>
                  <a:pt x="63304" y="51572"/>
                </a:lnTo>
                <a:lnTo>
                  <a:pt x="28954" y="90746"/>
                </a:lnTo>
                <a:lnTo>
                  <a:pt x="5542" y="130170"/>
                </a:lnTo>
                <a:lnTo>
                  <a:pt x="0" y="163340"/>
                </a:lnTo>
                <a:lnTo>
                  <a:pt x="8792" y="200556"/>
                </a:lnTo>
                <a:lnTo>
                  <a:pt x="22663" y="251518"/>
                </a:lnTo>
                <a:lnTo>
                  <a:pt x="39956" y="308817"/>
                </a:lnTo>
                <a:lnTo>
                  <a:pt x="59016" y="365045"/>
                </a:lnTo>
                <a:lnTo>
                  <a:pt x="78185" y="412792"/>
                </a:lnTo>
                <a:lnTo>
                  <a:pt x="125434" y="467335"/>
                </a:lnTo>
                <a:lnTo>
                  <a:pt x="161093" y="473699"/>
                </a:lnTo>
                <a:lnTo>
                  <a:pt x="196270" y="467683"/>
                </a:lnTo>
                <a:lnTo>
                  <a:pt x="224453" y="453226"/>
                </a:lnTo>
                <a:lnTo>
                  <a:pt x="242221" y="436754"/>
                </a:lnTo>
                <a:lnTo>
                  <a:pt x="250159" y="414737"/>
                </a:lnTo>
                <a:lnTo>
                  <a:pt x="247771" y="376159"/>
                </a:lnTo>
                <a:lnTo>
                  <a:pt x="234558" y="310005"/>
                </a:lnTo>
                <a:lnTo>
                  <a:pt x="224628" y="259098"/>
                </a:lnTo>
                <a:lnTo>
                  <a:pt x="215816" y="204368"/>
                </a:lnTo>
                <a:lnTo>
                  <a:pt x="207383" y="149449"/>
                </a:lnTo>
                <a:lnTo>
                  <a:pt x="198592" y="97978"/>
                </a:lnTo>
                <a:lnTo>
                  <a:pt x="188704" y="53591"/>
                </a:lnTo>
                <a:lnTo>
                  <a:pt x="176981" y="19924"/>
                </a:lnTo>
                <a:lnTo>
                  <a:pt x="162686" y="612"/>
                </a:lnTo>
                <a:lnTo>
                  <a:pt x="137100" y="0"/>
                </a:lnTo>
                <a:close/>
              </a:path>
            </a:pathLst>
          </a:custGeom>
          <a:solidFill>
            <a:srgbClr val="D2CDC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52" name="object 652" descr=""/>
          <p:cNvGrpSpPr/>
          <p:nvPr/>
        </p:nvGrpSpPr>
        <p:grpSpPr>
          <a:xfrm>
            <a:off x="10189861" y="7818766"/>
            <a:ext cx="732790" cy="875030"/>
            <a:chOff x="10189861" y="7818766"/>
            <a:chExt cx="732790" cy="875030"/>
          </a:xfrm>
        </p:grpSpPr>
        <p:sp>
          <p:nvSpPr>
            <p:cNvPr id="653" name="object 653" descr=""/>
            <p:cNvSpPr/>
            <p:nvPr/>
          </p:nvSpPr>
          <p:spPr>
            <a:xfrm>
              <a:off x="10253217" y="8544452"/>
              <a:ext cx="453390" cy="102870"/>
            </a:xfrm>
            <a:custGeom>
              <a:avLst/>
              <a:gdLst/>
              <a:ahLst/>
              <a:cxnLst/>
              <a:rect l="l" t="t" r="r" b="b"/>
              <a:pathLst>
                <a:path w="453390" h="102870">
                  <a:moveTo>
                    <a:pt x="156844" y="0"/>
                  </a:moveTo>
                  <a:lnTo>
                    <a:pt x="82929" y="10733"/>
                  </a:lnTo>
                  <a:lnTo>
                    <a:pt x="1484" y="42933"/>
                  </a:lnTo>
                  <a:lnTo>
                    <a:pt x="371" y="65336"/>
                  </a:lnTo>
                  <a:lnTo>
                    <a:pt x="0" y="77428"/>
                  </a:lnTo>
                  <a:lnTo>
                    <a:pt x="371" y="83368"/>
                  </a:lnTo>
                  <a:lnTo>
                    <a:pt x="43667" y="93735"/>
                  </a:lnTo>
                  <a:lnTo>
                    <a:pt x="89305" y="97651"/>
                  </a:lnTo>
                  <a:lnTo>
                    <a:pt x="145881" y="100963"/>
                  </a:lnTo>
                  <a:lnTo>
                    <a:pt x="209327" y="102865"/>
                  </a:lnTo>
                  <a:lnTo>
                    <a:pt x="275575" y="102550"/>
                  </a:lnTo>
                  <a:lnTo>
                    <a:pt x="340556" y="99212"/>
                  </a:lnTo>
                  <a:lnTo>
                    <a:pt x="400202" y="92044"/>
                  </a:lnTo>
                  <a:lnTo>
                    <a:pt x="450444" y="80241"/>
                  </a:lnTo>
                  <a:lnTo>
                    <a:pt x="452944" y="73598"/>
                  </a:lnTo>
                  <a:lnTo>
                    <a:pt x="452666" y="60864"/>
                  </a:lnTo>
                  <a:lnTo>
                    <a:pt x="451277" y="48491"/>
                  </a:lnTo>
                  <a:lnTo>
                    <a:pt x="450444" y="42933"/>
                  </a:lnTo>
                  <a:lnTo>
                    <a:pt x="265319" y="10733"/>
                  </a:lnTo>
                  <a:lnTo>
                    <a:pt x="156844" y="0"/>
                  </a:lnTo>
                  <a:close/>
                </a:path>
              </a:pathLst>
            </a:custGeom>
            <a:solidFill>
              <a:srgbClr val="BCB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 descr=""/>
            <p:cNvSpPr/>
            <p:nvPr/>
          </p:nvSpPr>
          <p:spPr>
            <a:xfrm>
              <a:off x="10685642" y="8228217"/>
              <a:ext cx="237490" cy="465455"/>
            </a:xfrm>
            <a:custGeom>
              <a:avLst/>
              <a:gdLst/>
              <a:ahLst/>
              <a:cxnLst/>
              <a:rect l="l" t="t" r="r" b="b"/>
              <a:pathLst>
                <a:path w="237490" h="465454">
                  <a:moveTo>
                    <a:pt x="115789" y="0"/>
                  </a:moveTo>
                  <a:lnTo>
                    <a:pt x="80777" y="721"/>
                  </a:lnTo>
                  <a:lnTo>
                    <a:pt x="45693" y="13041"/>
                  </a:lnTo>
                  <a:lnTo>
                    <a:pt x="16709" y="36275"/>
                  </a:lnTo>
                  <a:lnTo>
                    <a:pt x="0" y="69739"/>
                  </a:lnTo>
                  <a:lnTo>
                    <a:pt x="1737" y="112749"/>
                  </a:lnTo>
                  <a:lnTo>
                    <a:pt x="6757" y="138893"/>
                  </a:lnTo>
                  <a:lnTo>
                    <a:pt x="20834" y="231922"/>
                  </a:lnTo>
                  <a:lnTo>
                    <a:pt x="30876" y="288537"/>
                  </a:lnTo>
                  <a:lnTo>
                    <a:pt x="43578" y="345039"/>
                  </a:lnTo>
                  <a:lnTo>
                    <a:pt x="59432" y="396293"/>
                  </a:lnTo>
                  <a:lnTo>
                    <a:pt x="78933" y="437165"/>
                  </a:lnTo>
                  <a:lnTo>
                    <a:pt x="125218" y="465034"/>
                  </a:lnTo>
                  <a:lnTo>
                    <a:pt x="157975" y="457877"/>
                  </a:lnTo>
                  <a:lnTo>
                    <a:pt x="192622" y="446351"/>
                  </a:lnTo>
                  <a:lnTo>
                    <a:pt x="220934" y="435755"/>
                  </a:lnTo>
                  <a:lnTo>
                    <a:pt x="235341" y="419887"/>
                  </a:lnTo>
                  <a:lnTo>
                    <a:pt x="236955" y="393761"/>
                  </a:lnTo>
                  <a:lnTo>
                    <a:pt x="230558" y="364479"/>
                  </a:lnTo>
                  <a:lnTo>
                    <a:pt x="220934" y="339140"/>
                  </a:lnTo>
                  <a:lnTo>
                    <a:pt x="212758" y="318655"/>
                  </a:lnTo>
                  <a:lnTo>
                    <a:pt x="203779" y="280260"/>
                  </a:lnTo>
                  <a:lnTo>
                    <a:pt x="188371" y="195542"/>
                  </a:lnTo>
                  <a:lnTo>
                    <a:pt x="160905" y="36092"/>
                  </a:lnTo>
                  <a:lnTo>
                    <a:pt x="144556" y="11562"/>
                  </a:lnTo>
                  <a:lnTo>
                    <a:pt x="115789" y="0"/>
                  </a:lnTo>
                  <a:close/>
                </a:path>
              </a:pathLst>
            </a:custGeom>
            <a:solidFill>
              <a:srgbClr val="D2CD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 descr=""/>
            <p:cNvSpPr/>
            <p:nvPr/>
          </p:nvSpPr>
          <p:spPr>
            <a:xfrm>
              <a:off x="10189861" y="7818766"/>
              <a:ext cx="565150" cy="784225"/>
            </a:xfrm>
            <a:custGeom>
              <a:avLst/>
              <a:gdLst/>
              <a:ahLst/>
              <a:cxnLst/>
              <a:rect l="l" t="t" r="r" b="b"/>
              <a:pathLst>
                <a:path w="565150" h="784225">
                  <a:moveTo>
                    <a:pt x="387150" y="0"/>
                  </a:moveTo>
                  <a:lnTo>
                    <a:pt x="333518" y="28258"/>
                  </a:lnTo>
                  <a:lnTo>
                    <a:pt x="292837" y="37943"/>
                  </a:lnTo>
                  <a:lnTo>
                    <a:pt x="244584" y="29296"/>
                  </a:lnTo>
                  <a:lnTo>
                    <a:pt x="168235" y="2554"/>
                  </a:lnTo>
                  <a:lnTo>
                    <a:pt x="0" y="63066"/>
                  </a:lnTo>
                  <a:lnTo>
                    <a:pt x="7920" y="121954"/>
                  </a:lnTo>
                  <a:lnTo>
                    <a:pt x="25098" y="256319"/>
                  </a:lnTo>
                  <a:lnTo>
                    <a:pt x="41656" y="402711"/>
                  </a:lnTo>
                  <a:lnTo>
                    <a:pt x="47715" y="497681"/>
                  </a:lnTo>
                  <a:lnTo>
                    <a:pt x="41484" y="601782"/>
                  </a:lnTo>
                  <a:lnTo>
                    <a:pt x="39188" y="650072"/>
                  </a:lnTo>
                  <a:lnTo>
                    <a:pt x="42259" y="718378"/>
                  </a:lnTo>
                  <a:lnTo>
                    <a:pt x="60971" y="772397"/>
                  </a:lnTo>
                  <a:lnTo>
                    <a:pt x="100045" y="783772"/>
                  </a:lnTo>
                  <a:lnTo>
                    <a:pt x="144538" y="783109"/>
                  </a:lnTo>
                  <a:lnTo>
                    <a:pt x="268593" y="780423"/>
                  </a:lnTo>
                  <a:lnTo>
                    <a:pt x="333874" y="779555"/>
                  </a:lnTo>
                  <a:lnTo>
                    <a:pt x="391804" y="779771"/>
                  </a:lnTo>
                  <a:lnTo>
                    <a:pt x="435243" y="781651"/>
                  </a:lnTo>
                  <a:lnTo>
                    <a:pt x="483845" y="782586"/>
                  </a:lnTo>
                  <a:lnTo>
                    <a:pt x="514002" y="775174"/>
                  </a:lnTo>
                  <a:lnTo>
                    <a:pt x="529784" y="759333"/>
                  </a:lnTo>
                  <a:lnTo>
                    <a:pt x="535261" y="734982"/>
                  </a:lnTo>
                  <a:lnTo>
                    <a:pt x="533764" y="698708"/>
                  </a:lnTo>
                  <a:lnTo>
                    <a:pt x="528299" y="643339"/>
                  </a:lnTo>
                  <a:lnTo>
                    <a:pt x="521459" y="580339"/>
                  </a:lnTo>
                  <a:lnTo>
                    <a:pt x="515834" y="521173"/>
                  </a:lnTo>
                  <a:lnTo>
                    <a:pt x="514015" y="477304"/>
                  </a:lnTo>
                  <a:lnTo>
                    <a:pt x="515695" y="440534"/>
                  </a:lnTo>
                  <a:lnTo>
                    <a:pt x="521565" y="385678"/>
                  </a:lnTo>
                  <a:lnTo>
                    <a:pt x="536403" y="274394"/>
                  </a:lnTo>
                  <a:lnTo>
                    <a:pt x="564988" y="68343"/>
                  </a:lnTo>
                  <a:lnTo>
                    <a:pt x="387150" y="0"/>
                  </a:lnTo>
                  <a:close/>
                </a:path>
              </a:pathLst>
            </a:custGeom>
            <a:solidFill>
              <a:srgbClr val="DAD4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6" name="object 656" descr=""/>
          <p:cNvSpPr/>
          <p:nvPr/>
        </p:nvSpPr>
        <p:spPr>
          <a:xfrm>
            <a:off x="9010876" y="8662830"/>
            <a:ext cx="90805" cy="58419"/>
          </a:xfrm>
          <a:custGeom>
            <a:avLst/>
            <a:gdLst/>
            <a:ahLst/>
            <a:cxnLst/>
            <a:rect l="l" t="t" r="r" b="b"/>
            <a:pathLst>
              <a:path w="90804" h="58420">
                <a:moveTo>
                  <a:pt x="36211" y="0"/>
                </a:moveTo>
                <a:lnTo>
                  <a:pt x="6921" y="6782"/>
                </a:lnTo>
                <a:lnTo>
                  <a:pt x="0" y="38310"/>
                </a:lnTo>
                <a:lnTo>
                  <a:pt x="24557" y="51005"/>
                </a:lnTo>
                <a:lnTo>
                  <a:pt x="41598" y="57059"/>
                </a:lnTo>
                <a:lnTo>
                  <a:pt x="59090" y="58113"/>
                </a:lnTo>
                <a:lnTo>
                  <a:pt x="85002" y="55807"/>
                </a:lnTo>
                <a:lnTo>
                  <a:pt x="90573" y="29954"/>
                </a:lnTo>
                <a:lnTo>
                  <a:pt x="70194" y="9413"/>
                </a:lnTo>
                <a:lnTo>
                  <a:pt x="54688" y="152"/>
                </a:lnTo>
                <a:lnTo>
                  <a:pt x="36211" y="0"/>
                </a:lnTo>
                <a:close/>
              </a:path>
            </a:pathLst>
          </a:custGeom>
          <a:solidFill>
            <a:srgbClr val="BCB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7" name="object 657" descr=""/>
          <p:cNvSpPr/>
          <p:nvPr/>
        </p:nvSpPr>
        <p:spPr>
          <a:xfrm>
            <a:off x="8976893" y="7883734"/>
            <a:ext cx="323850" cy="812165"/>
          </a:xfrm>
          <a:custGeom>
            <a:avLst/>
            <a:gdLst/>
            <a:ahLst/>
            <a:cxnLst/>
            <a:rect l="l" t="t" r="r" b="b"/>
            <a:pathLst>
              <a:path w="323850" h="812165">
                <a:moveTo>
                  <a:pt x="323672" y="170802"/>
                </a:moveTo>
                <a:lnTo>
                  <a:pt x="297434" y="96075"/>
                </a:lnTo>
                <a:lnTo>
                  <a:pt x="265620" y="54940"/>
                </a:lnTo>
                <a:lnTo>
                  <a:pt x="229819" y="20586"/>
                </a:lnTo>
                <a:lnTo>
                  <a:pt x="196392" y="0"/>
                </a:lnTo>
                <a:lnTo>
                  <a:pt x="171691" y="152"/>
                </a:lnTo>
                <a:lnTo>
                  <a:pt x="154317" y="47345"/>
                </a:lnTo>
                <a:lnTo>
                  <a:pt x="141909" y="93573"/>
                </a:lnTo>
                <a:lnTo>
                  <a:pt x="128257" y="148488"/>
                </a:lnTo>
                <a:lnTo>
                  <a:pt x="114287" y="207314"/>
                </a:lnTo>
                <a:lnTo>
                  <a:pt x="100926" y="265226"/>
                </a:lnTo>
                <a:lnTo>
                  <a:pt x="89115" y="317461"/>
                </a:lnTo>
                <a:lnTo>
                  <a:pt x="76111" y="382536"/>
                </a:lnTo>
                <a:lnTo>
                  <a:pt x="48590" y="542086"/>
                </a:lnTo>
                <a:lnTo>
                  <a:pt x="33185" y="626795"/>
                </a:lnTo>
                <a:lnTo>
                  <a:pt x="24206" y="665200"/>
                </a:lnTo>
                <a:lnTo>
                  <a:pt x="16027" y="685673"/>
                </a:lnTo>
                <a:lnTo>
                  <a:pt x="6400" y="711022"/>
                </a:lnTo>
                <a:lnTo>
                  <a:pt x="0" y="740295"/>
                </a:lnTo>
                <a:lnTo>
                  <a:pt x="1625" y="766432"/>
                </a:lnTo>
                <a:lnTo>
                  <a:pt x="16027" y="782294"/>
                </a:lnTo>
                <a:lnTo>
                  <a:pt x="44335" y="792886"/>
                </a:lnTo>
                <a:lnTo>
                  <a:pt x="78981" y="804418"/>
                </a:lnTo>
                <a:lnTo>
                  <a:pt x="111734" y="811568"/>
                </a:lnTo>
                <a:lnTo>
                  <a:pt x="134378" y="809053"/>
                </a:lnTo>
                <a:lnTo>
                  <a:pt x="177520" y="742835"/>
                </a:lnTo>
                <a:lnTo>
                  <a:pt x="193370" y="691578"/>
                </a:lnTo>
                <a:lnTo>
                  <a:pt x="206070" y="635076"/>
                </a:lnTo>
                <a:lnTo>
                  <a:pt x="216115" y="578459"/>
                </a:lnTo>
                <a:lnTo>
                  <a:pt x="230200" y="485432"/>
                </a:lnTo>
                <a:lnTo>
                  <a:pt x="235216" y="459282"/>
                </a:lnTo>
                <a:lnTo>
                  <a:pt x="236105" y="437210"/>
                </a:lnTo>
                <a:lnTo>
                  <a:pt x="245491" y="420243"/>
                </a:lnTo>
                <a:lnTo>
                  <a:pt x="264655" y="372491"/>
                </a:lnTo>
                <a:lnTo>
                  <a:pt x="283718" y="316268"/>
                </a:lnTo>
                <a:lnTo>
                  <a:pt x="301002" y="258978"/>
                </a:lnTo>
                <a:lnTo>
                  <a:pt x="314883" y="208013"/>
                </a:lnTo>
                <a:lnTo>
                  <a:pt x="323672" y="170802"/>
                </a:lnTo>
                <a:close/>
              </a:path>
            </a:pathLst>
          </a:custGeom>
          <a:solidFill>
            <a:srgbClr val="D2CD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8" name="object 658" descr=""/>
          <p:cNvSpPr/>
          <p:nvPr/>
        </p:nvSpPr>
        <p:spPr>
          <a:xfrm>
            <a:off x="9756777" y="8662830"/>
            <a:ext cx="90805" cy="58419"/>
          </a:xfrm>
          <a:custGeom>
            <a:avLst/>
            <a:gdLst/>
            <a:ahLst/>
            <a:cxnLst/>
            <a:rect l="l" t="t" r="r" b="b"/>
            <a:pathLst>
              <a:path w="90804" h="58420">
                <a:moveTo>
                  <a:pt x="54362" y="0"/>
                </a:moveTo>
                <a:lnTo>
                  <a:pt x="35885" y="152"/>
                </a:lnTo>
                <a:lnTo>
                  <a:pt x="20378" y="9413"/>
                </a:lnTo>
                <a:lnTo>
                  <a:pt x="0" y="29954"/>
                </a:lnTo>
                <a:lnTo>
                  <a:pt x="5570" y="55807"/>
                </a:lnTo>
                <a:lnTo>
                  <a:pt x="31483" y="58113"/>
                </a:lnTo>
                <a:lnTo>
                  <a:pt x="48974" y="57059"/>
                </a:lnTo>
                <a:lnTo>
                  <a:pt x="66015" y="51005"/>
                </a:lnTo>
                <a:lnTo>
                  <a:pt x="90573" y="38310"/>
                </a:lnTo>
                <a:lnTo>
                  <a:pt x="83651" y="6782"/>
                </a:lnTo>
                <a:lnTo>
                  <a:pt x="54362" y="0"/>
                </a:lnTo>
                <a:close/>
              </a:path>
            </a:pathLst>
          </a:custGeom>
          <a:solidFill>
            <a:srgbClr val="BCB8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9" name="object 659" descr=""/>
          <p:cNvSpPr/>
          <p:nvPr/>
        </p:nvSpPr>
        <p:spPr>
          <a:xfrm>
            <a:off x="9557660" y="7881174"/>
            <a:ext cx="250190" cy="483870"/>
          </a:xfrm>
          <a:custGeom>
            <a:avLst/>
            <a:gdLst/>
            <a:ahLst/>
            <a:cxnLst/>
            <a:rect l="l" t="t" r="r" b="b"/>
            <a:pathLst>
              <a:path w="250190" h="483870">
                <a:moveTo>
                  <a:pt x="144393" y="0"/>
                </a:moveTo>
                <a:lnTo>
                  <a:pt x="88108" y="21298"/>
                </a:lnTo>
                <a:lnTo>
                  <a:pt x="54154" y="56273"/>
                </a:lnTo>
                <a:lnTo>
                  <a:pt x="24209" y="98003"/>
                </a:lnTo>
                <a:lnTo>
                  <a:pt x="4187" y="139393"/>
                </a:lnTo>
                <a:lnTo>
                  <a:pt x="0" y="173345"/>
                </a:lnTo>
                <a:lnTo>
                  <a:pt x="8792" y="210561"/>
                </a:lnTo>
                <a:lnTo>
                  <a:pt x="22663" y="261523"/>
                </a:lnTo>
                <a:lnTo>
                  <a:pt x="39956" y="318822"/>
                </a:lnTo>
                <a:lnTo>
                  <a:pt x="59016" y="375050"/>
                </a:lnTo>
                <a:lnTo>
                  <a:pt x="78185" y="422797"/>
                </a:lnTo>
                <a:lnTo>
                  <a:pt x="125434" y="477341"/>
                </a:lnTo>
                <a:lnTo>
                  <a:pt x="161091" y="483705"/>
                </a:lnTo>
                <a:lnTo>
                  <a:pt x="196266" y="477688"/>
                </a:lnTo>
                <a:lnTo>
                  <a:pt x="224443" y="463231"/>
                </a:lnTo>
                <a:lnTo>
                  <a:pt x="242212" y="446759"/>
                </a:lnTo>
                <a:lnTo>
                  <a:pt x="250154" y="424740"/>
                </a:lnTo>
                <a:lnTo>
                  <a:pt x="247770" y="386160"/>
                </a:lnTo>
                <a:lnTo>
                  <a:pt x="234558" y="320000"/>
                </a:lnTo>
                <a:lnTo>
                  <a:pt x="223612" y="268509"/>
                </a:lnTo>
                <a:lnTo>
                  <a:pt x="212185" y="212264"/>
                </a:lnTo>
                <a:lnTo>
                  <a:pt x="200179" y="155274"/>
                </a:lnTo>
                <a:lnTo>
                  <a:pt x="187495" y="101544"/>
                </a:lnTo>
                <a:lnTo>
                  <a:pt x="174036" y="55084"/>
                </a:lnTo>
                <a:lnTo>
                  <a:pt x="159701" y="19900"/>
                </a:lnTo>
                <a:lnTo>
                  <a:pt x="144393" y="0"/>
                </a:lnTo>
                <a:close/>
              </a:path>
            </a:pathLst>
          </a:custGeom>
          <a:solidFill>
            <a:srgbClr val="D2CDC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0" name="object 660" descr=""/>
          <p:cNvGrpSpPr/>
          <p:nvPr/>
        </p:nvGrpSpPr>
        <p:grpSpPr>
          <a:xfrm>
            <a:off x="9148589" y="7820942"/>
            <a:ext cx="732790" cy="874394"/>
            <a:chOff x="9148589" y="7820942"/>
            <a:chExt cx="732790" cy="874394"/>
          </a:xfrm>
        </p:grpSpPr>
        <p:sp>
          <p:nvSpPr>
            <p:cNvPr id="661" name="object 661" descr=""/>
            <p:cNvSpPr/>
            <p:nvPr/>
          </p:nvSpPr>
          <p:spPr>
            <a:xfrm>
              <a:off x="9206970" y="8551471"/>
              <a:ext cx="442595" cy="102870"/>
            </a:xfrm>
            <a:custGeom>
              <a:avLst/>
              <a:gdLst/>
              <a:ahLst/>
              <a:cxnLst/>
              <a:rect l="l" t="t" r="r" b="b"/>
              <a:pathLst>
                <a:path w="442595" h="102870">
                  <a:moveTo>
                    <a:pt x="153242" y="0"/>
                  </a:moveTo>
                  <a:lnTo>
                    <a:pt x="81021" y="10733"/>
                  </a:lnTo>
                  <a:lnTo>
                    <a:pt x="1444" y="42933"/>
                  </a:lnTo>
                  <a:lnTo>
                    <a:pt x="361" y="65336"/>
                  </a:lnTo>
                  <a:lnTo>
                    <a:pt x="0" y="77428"/>
                  </a:lnTo>
                  <a:lnTo>
                    <a:pt x="361" y="83368"/>
                  </a:lnTo>
                  <a:lnTo>
                    <a:pt x="42659" y="93735"/>
                  </a:lnTo>
                  <a:lnTo>
                    <a:pt x="87251" y="97651"/>
                  </a:lnTo>
                  <a:lnTo>
                    <a:pt x="142532" y="100963"/>
                  </a:lnTo>
                  <a:lnTo>
                    <a:pt x="204526" y="102865"/>
                  </a:lnTo>
                  <a:lnTo>
                    <a:pt x="269257" y="102550"/>
                  </a:lnTo>
                  <a:lnTo>
                    <a:pt x="332751" y="99212"/>
                  </a:lnTo>
                  <a:lnTo>
                    <a:pt x="391031" y="92044"/>
                  </a:lnTo>
                  <a:lnTo>
                    <a:pt x="440122" y="80241"/>
                  </a:lnTo>
                  <a:lnTo>
                    <a:pt x="442565" y="73598"/>
                  </a:lnTo>
                  <a:lnTo>
                    <a:pt x="442294" y="60864"/>
                  </a:lnTo>
                  <a:lnTo>
                    <a:pt x="440936" y="48491"/>
                  </a:lnTo>
                  <a:lnTo>
                    <a:pt x="440122" y="42933"/>
                  </a:lnTo>
                  <a:lnTo>
                    <a:pt x="259234" y="10733"/>
                  </a:lnTo>
                  <a:lnTo>
                    <a:pt x="153242" y="0"/>
                  </a:lnTo>
                  <a:close/>
                </a:path>
              </a:pathLst>
            </a:custGeom>
            <a:solidFill>
              <a:srgbClr val="BCB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2" name="object 662" descr=""/>
            <p:cNvSpPr/>
            <p:nvPr/>
          </p:nvSpPr>
          <p:spPr>
            <a:xfrm>
              <a:off x="9644371" y="8230266"/>
              <a:ext cx="237490" cy="465455"/>
            </a:xfrm>
            <a:custGeom>
              <a:avLst/>
              <a:gdLst/>
              <a:ahLst/>
              <a:cxnLst/>
              <a:rect l="l" t="t" r="r" b="b"/>
              <a:pathLst>
                <a:path w="237490" h="465454">
                  <a:moveTo>
                    <a:pt x="115789" y="0"/>
                  </a:moveTo>
                  <a:lnTo>
                    <a:pt x="80777" y="721"/>
                  </a:lnTo>
                  <a:lnTo>
                    <a:pt x="45693" y="13041"/>
                  </a:lnTo>
                  <a:lnTo>
                    <a:pt x="16709" y="36275"/>
                  </a:lnTo>
                  <a:lnTo>
                    <a:pt x="0" y="69739"/>
                  </a:lnTo>
                  <a:lnTo>
                    <a:pt x="1737" y="112749"/>
                  </a:lnTo>
                  <a:lnTo>
                    <a:pt x="6757" y="138896"/>
                  </a:lnTo>
                  <a:lnTo>
                    <a:pt x="20834" y="231926"/>
                  </a:lnTo>
                  <a:lnTo>
                    <a:pt x="30876" y="288541"/>
                  </a:lnTo>
                  <a:lnTo>
                    <a:pt x="43578" y="345042"/>
                  </a:lnTo>
                  <a:lnTo>
                    <a:pt x="59432" y="396295"/>
                  </a:lnTo>
                  <a:lnTo>
                    <a:pt x="78933" y="437165"/>
                  </a:lnTo>
                  <a:lnTo>
                    <a:pt x="125218" y="465034"/>
                  </a:lnTo>
                  <a:lnTo>
                    <a:pt x="157974" y="457877"/>
                  </a:lnTo>
                  <a:lnTo>
                    <a:pt x="192617" y="446351"/>
                  </a:lnTo>
                  <a:lnTo>
                    <a:pt x="220924" y="435755"/>
                  </a:lnTo>
                  <a:lnTo>
                    <a:pt x="235336" y="419887"/>
                  </a:lnTo>
                  <a:lnTo>
                    <a:pt x="236952" y="393761"/>
                  </a:lnTo>
                  <a:lnTo>
                    <a:pt x="230554" y="364479"/>
                  </a:lnTo>
                  <a:lnTo>
                    <a:pt x="220924" y="339140"/>
                  </a:lnTo>
                  <a:lnTo>
                    <a:pt x="212753" y="318655"/>
                  </a:lnTo>
                  <a:lnTo>
                    <a:pt x="203778" y="280260"/>
                  </a:lnTo>
                  <a:lnTo>
                    <a:pt x="188370" y="195542"/>
                  </a:lnTo>
                  <a:lnTo>
                    <a:pt x="160905" y="36092"/>
                  </a:lnTo>
                  <a:lnTo>
                    <a:pt x="144556" y="11562"/>
                  </a:lnTo>
                  <a:lnTo>
                    <a:pt x="115789" y="0"/>
                  </a:lnTo>
                  <a:close/>
                </a:path>
              </a:pathLst>
            </a:custGeom>
            <a:solidFill>
              <a:srgbClr val="D2CD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3" name="object 663" descr=""/>
            <p:cNvSpPr/>
            <p:nvPr/>
          </p:nvSpPr>
          <p:spPr>
            <a:xfrm>
              <a:off x="9148589" y="7820942"/>
              <a:ext cx="553720" cy="784225"/>
            </a:xfrm>
            <a:custGeom>
              <a:avLst/>
              <a:gdLst/>
              <a:ahLst/>
              <a:cxnLst/>
              <a:rect l="l" t="t" r="r" b="b"/>
              <a:pathLst>
                <a:path w="553720" h="784225">
                  <a:moveTo>
                    <a:pt x="376742" y="0"/>
                  </a:moveTo>
                  <a:lnTo>
                    <a:pt x="291108" y="39447"/>
                  </a:lnTo>
                  <a:lnTo>
                    <a:pt x="240844" y="52849"/>
                  </a:lnTo>
                  <a:lnTo>
                    <a:pt x="206402" y="40433"/>
                  </a:lnTo>
                  <a:lnTo>
                    <a:pt x="168235" y="2429"/>
                  </a:lnTo>
                  <a:lnTo>
                    <a:pt x="0" y="62940"/>
                  </a:lnTo>
                  <a:lnTo>
                    <a:pt x="278" y="102023"/>
                  </a:lnTo>
                  <a:lnTo>
                    <a:pt x="2230" y="197364"/>
                  </a:lnTo>
                  <a:lnTo>
                    <a:pt x="7527" y="316097"/>
                  </a:lnTo>
                  <a:lnTo>
                    <a:pt x="17842" y="425358"/>
                  </a:lnTo>
                  <a:lnTo>
                    <a:pt x="22291" y="463053"/>
                  </a:lnTo>
                  <a:lnTo>
                    <a:pt x="26225" y="509884"/>
                  </a:lnTo>
                  <a:lnTo>
                    <a:pt x="29157" y="561837"/>
                  </a:lnTo>
                  <a:lnTo>
                    <a:pt x="30599" y="614901"/>
                  </a:lnTo>
                  <a:lnTo>
                    <a:pt x="30065" y="665064"/>
                  </a:lnTo>
                  <a:lnTo>
                    <a:pt x="27067" y="708313"/>
                  </a:lnTo>
                  <a:lnTo>
                    <a:pt x="29568" y="736042"/>
                  </a:lnTo>
                  <a:lnTo>
                    <a:pt x="41231" y="759164"/>
                  </a:lnTo>
                  <a:lnTo>
                    <a:pt x="58239" y="775553"/>
                  </a:lnTo>
                  <a:lnTo>
                    <a:pt x="76772" y="783086"/>
                  </a:lnTo>
                  <a:lnTo>
                    <a:pt x="100052" y="783646"/>
                  </a:lnTo>
                  <a:lnTo>
                    <a:pt x="144542" y="782983"/>
                  </a:lnTo>
                  <a:lnTo>
                    <a:pt x="268594" y="780298"/>
                  </a:lnTo>
                  <a:lnTo>
                    <a:pt x="333874" y="779429"/>
                  </a:lnTo>
                  <a:lnTo>
                    <a:pt x="391804" y="779646"/>
                  </a:lnTo>
                  <a:lnTo>
                    <a:pt x="435243" y="781525"/>
                  </a:lnTo>
                  <a:lnTo>
                    <a:pt x="483845" y="782460"/>
                  </a:lnTo>
                  <a:lnTo>
                    <a:pt x="514003" y="775048"/>
                  </a:lnTo>
                  <a:lnTo>
                    <a:pt x="529789" y="759207"/>
                  </a:lnTo>
                  <a:lnTo>
                    <a:pt x="535271" y="734857"/>
                  </a:lnTo>
                  <a:lnTo>
                    <a:pt x="535844" y="697152"/>
                  </a:lnTo>
                  <a:lnTo>
                    <a:pt x="535323" y="638374"/>
                  </a:lnTo>
                  <a:lnTo>
                    <a:pt x="533706" y="508729"/>
                  </a:lnTo>
                  <a:lnTo>
                    <a:pt x="533962" y="463430"/>
                  </a:lnTo>
                  <a:lnTo>
                    <a:pt x="535156" y="426750"/>
                  </a:lnTo>
                  <a:lnTo>
                    <a:pt x="537587" y="372523"/>
                  </a:lnTo>
                  <a:lnTo>
                    <a:pt x="553470" y="60228"/>
                  </a:lnTo>
                  <a:lnTo>
                    <a:pt x="376742" y="0"/>
                  </a:lnTo>
                  <a:close/>
                </a:path>
              </a:pathLst>
            </a:custGeom>
            <a:solidFill>
              <a:srgbClr val="DAD4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64" name="object 664" descr=""/>
          <p:cNvGrpSpPr/>
          <p:nvPr/>
        </p:nvGrpSpPr>
        <p:grpSpPr>
          <a:xfrm>
            <a:off x="8373968" y="7777309"/>
            <a:ext cx="432434" cy="814069"/>
            <a:chOff x="8373968" y="7777309"/>
            <a:chExt cx="432434" cy="814069"/>
          </a:xfrm>
        </p:grpSpPr>
        <p:sp>
          <p:nvSpPr>
            <p:cNvPr id="665" name="object 665" descr=""/>
            <p:cNvSpPr/>
            <p:nvPr/>
          </p:nvSpPr>
          <p:spPr>
            <a:xfrm>
              <a:off x="8403802" y="8485539"/>
              <a:ext cx="377825" cy="106045"/>
            </a:xfrm>
            <a:custGeom>
              <a:avLst/>
              <a:gdLst/>
              <a:ahLst/>
              <a:cxnLst/>
              <a:rect l="l" t="t" r="r" b="b"/>
              <a:pathLst>
                <a:path w="377825" h="106045">
                  <a:moveTo>
                    <a:pt x="126352" y="0"/>
                  </a:moveTo>
                  <a:lnTo>
                    <a:pt x="66240" y="11139"/>
                  </a:lnTo>
                  <a:lnTo>
                    <a:pt x="1177" y="43397"/>
                  </a:lnTo>
                  <a:lnTo>
                    <a:pt x="294" y="65801"/>
                  </a:lnTo>
                  <a:lnTo>
                    <a:pt x="0" y="77892"/>
                  </a:lnTo>
                  <a:lnTo>
                    <a:pt x="294" y="83833"/>
                  </a:lnTo>
                  <a:lnTo>
                    <a:pt x="45586" y="95685"/>
                  </a:lnTo>
                  <a:lnTo>
                    <a:pt x="92681" y="100472"/>
                  </a:lnTo>
                  <a:lnTo>
                    <a:pt x="149674" y="104186"/>
                  </a:lnTo>
                  <a:lnTo>
                    <a:pt x="211544" y="105605"/>
                  </a:lnTo>
                  <a:lnTo>
                    <a:pt x="273268" y="103506"/>
                  </a:lnTo>
                  <a:lnTo>
                    <a:pt x="329824" y="96668"/>
                  </a:lnTo>
                  <a:lnTo>
                    <a:pt x="376192" y="83867"/>
                  </a:lnTo>
                  <a:lnTo>
                    <a:pt x="377224" y="76150"/>
                  </a:lnTo>
                  <a:lnTo>
                    <a:pt x="374890" y="61051"/>
                  </a:lnTo>
                  <a:lnTo>
                    <a:pt x="371670" y="46314"/>
                  </a:lnTo>
                  <a:lnTo>
                    <a:pt x="370046" y="39680"/>
                  </a:lnTo>
                  <a:lnTo>
                    <a:pt x="216093" y="9629"/>
                  </a:lnTo>
                  <a:lnTo>
                    <a:pt x="126352" y="0"/>
                  </a:lnTo>
                  <a:close/>
                </a:path>
              </a:pathLst>
            </a:custGeom>
            <a:solidFill>
              <a:srgbClr val="BCB8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 descr=""/>
            <p:cNvSpPr/>
            <p:nvPr/>
          </p:nvSpPr>
          <p:spPr>
            <a:xfrm>
              <a:off x="8373968" y="7777309"/>
              <a:ext cx="432434" cy="784860"/>
            </a:xfrm>
            <a:custGeom>
              <a:avLst/>
              <a:gdLst/>
              <a:ahLst/>
              <a:cxnLst/>
              <a:rect l="l" t="t" r="r" b="b"/>
              <a:pathLst>
                <a:path w="432434" h="784859">
                  <a:moveTo>
                    <a:pt x="318112" y="0"/>
                  </a:moveTo>
                  <a:lnTo>
                    <a:pt x="166598" y="30501"/>
                  </a:lnTo>
                  <a:lnTo>
                    <a:pt x="110140" y="49440"/>
                  </a:lnTo>
                  <a:lnTo>
                    <a:pt x="37561" y="170474"/>
                  </a:lnTo>
                  <a:lnTo>
                    <a:pt x="9087" y="234072"/>
                  </a:lnTo>
                  <a:lnTo>
                    <a:pt x="0" y="275189"/>
                  </a:lnTo>
                  <a:lnTo>
                    <a:pt x="1629" y="317990"/>
                  </a:lnTo>
                  <a:lnTo>
                    <a:pt x="7280" y="405552"/>
                  </a:lnTo>
                  <a:lnTo>
                    <a:pt x="9914" y="481251"/>
                  </a:lnTo>
                  <a:lnTo>
                    <a:pt x="10357" y="545909"/>
                  </a:lnTo>
                  <a:lnTo>
                    <a:pt x="9434" y="600345"/>
                  </a:lnTo>
                  <a:lnTo>
                    <a:pt x="6793" y="681833"/>
                  </a:lnTo>
                  <a:lnTo>
                    <a:pt x="6727" y="710526"/>
                  </a:lnTo>
                  <a:lnTo>
                    <a:pt x="28465" y="767524"/>
                  </a:lnTo>
                  <a:lnTo>
                    <a:pt x="90850" y="784407"/>
                  </a:lnTo>
                  <a:lnTo>
                    <a:pt x="143627" y="780849"/>
                  </a:lnTo>
                  <a:lnTo>
                    <a:pt x="214544" y="768740"/>
                  </a:lnTo>
                  <a:lnTo>
                    <a:pt x="299252" y="756449"/>
                  </a:lnTo>
                  <a:lnTo>
                    <a:pt x="355509" y="754131"/>
                  </a:lnTo>
                  <a:lnTo>
                    <a:pt x="409460" y="738815"/>
                  </a:lnTo>
                  <a:lnTo>
                    <a:pt x="419236" y="691860"/>
                  </a:lnTo>
                  <a:lnTo>
                    <a:pt x="423473" y="648978"/>
                  </a:lnTo>
                  <a:lnTo>
                    <a:pt x="427038" y="596855"/>
                  </a:lnTo>
                  <a:lnTo>
                    <a:pt x="429755" y="538263"/>
                  </a:lnTo>
                  <a:lnTo>
                    <a:pt x="431448" y="475972"/>
                  </a:lnTo>
                  <a:lnTo>
                    <a:pt x="431938" y="412754"/>
                  </a:lnTo>
                  <a:lnTo>
                    <a:pt x="431050" y="351380"/>
                  </a:lnTo>
                  <a:lnTo>
                    <a:pt x="428605" y="294622"/>
                  </a:lnTo>
                  <a:lnTo>
                    <a:pt x="424427" y="245249"/>
                  </a:lnTo>
                  <a:lnTo>
                    <a:pt x="418339" y="206035"/>
                  </a:lnTo>
                  <a:lnTo>
                    <a:pt x="391697" y="122463"/>
                  </a:lnTo>
                  <a:lnTo>
                    <a:pt x="358464" y="57347"/>
                  </a:lnTo>
                  <a:lnTo>
                    <a:pt x="330112" y="15066"/>
                  </a:lnTo>
                  <a:lnTo>
                    <a:pt x="318112" y="0"/>
                  </a:lnTo>
                  <a:close/>
                </a:path>
              </a:pathLst>
            </a:custGeom>
            <a:solidFill>
              <a:srgbClr val="DAD4D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67" name="object 667" descr="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8558348" y="8724540"/>
            <a:ext cx="111818" cy="66788"/>
          </a:xfrm>
          <a:prstGeom prst="rect">
            <a:avLst/>
          </a:prstGeom>
        </p:spPr>
      </p:pic>
      <p:sp>
        <p:nvSpPr>
          <p:cNvPr id="668" name="object 668" descr=""/>
          <p:cNvSpPr/>
          <p:nvPr/>
        </p:nvSpPr>
        <p:spPr>
          <a:xfrm>
            <a:off x="8502561" y="7817033"/>
            <a:ext cx="229870" cy="945515"/>
          </a:xfrm>
          <a:custGeom>
            <a:avLst/>
            <a:gdLst/>
            <a:ahLst/>
            <a:cxnLst/>
            <a:rect l="l" t="t" r="r" b="b"/>
            <a:pathLst>
              <a:path w="229870" h="945515">
                <a:moveTo>
                  <a:pt x="229704" y="736892"/>
                </a:moveTo>
                <a:lnTo>
                  <a:pt x="224193" y="640435"/>
                </a:lnTo>
                <a:lnTo>
                  <a:pt x="211061" y="468210"/>
                </a:lnTo>
                <a:lnTo>
                  <a:pt x="213512" y="392988"/>
                </a:lnTo>
                <a:lnTo>
                  <a:pt x="214617" y="341274"/>
                </a:lnTo>
                <a:lnTo>
                  <a:pt x="217906" y="227152"/>
                </a:lnTo>
                <a:lnTo>
                  <a:pt x="218706" y="170713"/>
                </a:lnTo>
                <a:lnTo>
                  <a:pt x="218033" y="118643"/>
                </a:lnTo>
                <a:lnTo>
                  <a:pt x="215214" y="73926"/>
                </a:lnTo>
                <a:lnTo>
                  <a:pt x="200329" y="18465"/>
                </a:lnTo>
                <a:lnTo>
                  <a:pt x="139941" y="0"/>
                </a:lnTo>
                <a:lnTo>
                  <a:pt x="97688" y="5499"/>
                </a:lnTo>
                <a:lnTo>
                  <a:pt x="57124" y="22491"/>
                </a:lnTo>
                <a:lnTo>
                  <a:pt x="25577" y="52235"/>
                </a:lnTo>
                <a:lnTo>
                  <a:pt x="10337" y="95986"/>
                </a:lnTo>
                <a:lnTo>
                  <a:pt x="6426" y="169557"/>
                </a:lnTo>
                <a:lnTo>
                  <a:pt x="4851" y="223291"/>
                </a:lnTo>
                <a:lnTo>
                  <a:pt x="3886" y="282829"/>
                </a:lnTo>
                <a:lnTo>
                  <a:pt x="3797" y="344068"/>
                </a:lnTo>
                <a:lnTo>
                  <a:pt x="4864" y="402869"/>
                </a:lnTo>
                <a:lnTo>
                  <a:pt x="7353" y="455155"/>
                </a:lnTo>
                <a:lnTo>
                  <a:pt x="10515" y="486714"/>
                </a:lnTo>
                <a:lnTo>
                  <a:pt x="10337" y="487718"/>
                </a:lnTo>
                <a:lnTo>
                  <a:pt x="9588" y="514654"/>
                </a:lnTo>
                <a:lnTo>
                  <a:pt x="3949" y="612063"/>
                </a:lnTo>
                <a:lnTo>
                  <a:pt x="1219" y="673569"/>
                </a:lnTo>
                <a:lnTo>
                  <a:pt x="0" y="737641"/>
                </a:lnTo>
                <a:lnTo>
                  <a:pt x="1384" y="799807"/>
                </a:lnTo>
                <a:lnTo>
                  <a:pt x="6451" y="855573"/>
                </a:lnTo>
                <a:lnTo>
                  <a:pt x="16294" y="900455"/>
                </a:lnTo>
                <a:lnTo>
                  <a:pt x="57289" y="940181"/>
                </a:lnTo>
                <a:lnTo>
                  <a:pt x="99364" y="945057"/>
                </a:lnTo>
                <a:lnTo>
                  <a:pt x="144272" y="945438"/>
                </a:lnTo>
                <a:lnTo>
                  <a:pt x="178092" y="942174"/>
                </a:lnTo>
                <a:lnTo>
                  <a:pt x="209931" y="902893"/>
                </a:lnTo>
                <a:lnTo>
                  <a:pt x="222021" y="842987"/>
                </a:lnTo>
                <a:lnTo>
                  <a:pt x="228638" y="792695"/>
                </a:lnTo>
                <a:lnTo>
                  <a:pt x="229704" y="736892"/>
                </a:lnTo>
                <a:close/>
              </a:path>
            </a:pathLst>
          </a:custGeom>
          <a:solidFill>
            <a:srgbClr val="D2CD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9" name="object 669" descr=""/>
          <p:cNvSpPr/>
          <p:nvPr/>
        </p:nvSpPr>
        <p:spPr>
          <a:xfrm>
            <a:off x="7343992" y="7497461"/>
            <a:ext cx="93980" cy="60325"/>
          </a:xfrm>
          <a:custGeom>
            <a:avLst/>
            <a:gdLst/>
            <a:ahLst/>
            <a:cxnLst/>
            <a:rect l="l" t="t" r="r" b="b"/>
            <a:pathLst>
              <a:path w="93979" h="60325">
                <a:moveTo>
                  <a:pt x="37440" y="0"/>
                </a:moveTo>
                <a:lnTo>
                  <a:pt x="7151" y="7011"/>
                </a:lnTo>
                <a:lnTo>
                  <a:pt x="0" y="39607"/>
                </a:lnTo>
                <a:lnTo>
                  <a:pt x="25392" y="52735"/>
                </a:lnTo>
                <a:lnTo>
                  <a:pt x="43011" y="58996"/>
                </a:lnTo>
                <a:lnTo>
                  <a:pt x="61098" y="60086"/>
                </a:lnTo>
                <a:lnTo>
                  <a:pt x="87892" y="57700"/>
                </a:lnTo>
                <a:lnTo>
                  <a:pt x="93651" y="30979"/>
                </a:lnTo>
                <a:lnTo>
                  <a:pt x="72580" y="9736"/>
                </a:lnTo>
                <a:lnTo>
                  <a:pt x="56546" y="159"/>
                </a:lnTo>
                <a:lnTo>
                  <a:pt x="37440" y="0"/>
                </a:lnTo>
                <a:close/>
              </a:path>
            </a:pathLst>
          </a:custGeom>
          <a:solidFill>
            <a:srgbClr val="2928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0" name="object 670" descr=""/>
          <p:cNvSpPr/>
          <p:nvPr/>
        </p:nvSpPr>
        <p:spPr>
          <a:xfrm>
            <a:off x="7308850" y="6691788"/>
            <a:ext cx="335280" cy="839469"/>
          </a:xfrm>
          <a:custGeom>
            <a:avLst/>
            <a:gdLst/>
            <a:ahLst/>
            <a:cxnLst/>
            <a:rect l="l" t="t" r="r" b="b"/>
            <a:pathLst>
              <a:path w="335279" h="839470">
                <a:moveTo>
                  <a:pt x="334708" y="176618"/>
                </a:moveTo>
                <a:lnTo>
                  <a:pt x="307581" y="99339"/>
                </a:lnTo>
                <a:lnTo>
                  <a:pt x="274675" y="56807"/>
                </a:lnTo>
                <a:lnTo>
                  <a:pt x="237655" y="21285"/>
                </a:lnTo>
                <a:lnTo>
                  <a:pt x="203085" y="0"/>
                </a:lnTo>
                <a:lnTo>
                  <a:pt x="177533" y="152"/>
                </a:lnTo>
                <a:lnTo>
                  <a:pt x="159575" y="48958"/>
                </a:lnTo>
                <a:lnTo>
                  <a:pt x="146748" y="96761"/>
                </a:lnTo>
                <a:lnTo>
                  <a:pt x="132626" y="153555"/>
                </a:lnTo>
                <a:lnTo>
                  <a:pt x="118173" y="214376"/>
                </a:lnTo>
                <a:lnTo>
                  <a:pt x="104355" y="274269"/>
                </a:lnTo>
                <a:lnTo>
                  <a:pt x="92138" y="328269"/>
                </a:lnTo>
                <a:lnTo>
                  <a:pt x="78676" y="395617"/>
                </a:lnTo>
                <a:lnTo>
                  <a:pt x="50241" y="560565"/>
                </a:lnTo>
                <a:lnTo>
                  <a:pt x="34302" y="648169"/>
                </a:lnTo>
                <a:lnTo>
                  <a:pt x="25019" y="687882"/>
                </a:lnTo>
                <a:lnTo>
                  <a:pt x="16573" y="709066"/>
                </a:lnTo>
                <a:lnTo>
                  <a:pt x="6616" y="735266"/>
                </a:lnTo>
                <a:lnTo>
                  <a:pt x="0" y="765556"/>
                </a:lnTo>
                <a:lnTo>
                  <a:pt x="1663" y="792568"/>
                </a:lnTo>
                <a:lnTo>
                  <a:pt x="16573" y="808977"/>
                </a:lnTo>
                <a:lnTo>
                  <a:pt x="45847" y="819937"/>
                </a:lnTo>
                <a:lnTo>
                  <a:pt x="81673" y="831850"/>
                </a:lnTo>
                <a:lnTo>
                  <a:pt x="115544" y="839254"/>
                </a:lnTo>
                <a:lnTo>
                  <a:pt x="138963" y="836663"/>
                </a:lnTo>
                <a:lnTo>
                  <a:pt x="183578" y="768172"/>
                </a:lnTo>
                <a:lnTo>
                  <a:pt x="199974" y="715175"/>
                </a:lnTo>
                <a:lnTo>
                  <a:pt x="213106" y="656742"/>
                </a:lnTo>
                <a:lnTo>
                  <a:pt x="223494" y="598195"/>
                </a:lnTo>
                <a:lnTo>
                  <a:pt x="238048" y="501992"/>
                </a:lnTo>
                <a:lnTo>
                  <a:pt x="243243" y="474954"/>
                </a:lnTo>
                <a:lnTo>
                  <a:pt x="244157" y="452107"/>
                </a:lnTo>
                <a:lnTo>
                  <a:pt x="253860" y="434568"/>
                </a:lnTo>
                <a:lnTo>
                  <a:pt x="273672" y="385203"/>
                </a:lnTo>
                <a:lnTo>
                  <a:pt x="293382" y="327050"/>
                </a:lnTo>
                <a:lnTo>
                  <a:pt x="311264" y="267804"/>
                </a:lnTo>
                <a:lnTo>
                  <a:pt x="325615" y="215099"/>
                </a:lnTo>
                <a:lnTo>
                  <a:pt x="334708" y="176618"/>
                </a:lnTo>
                <a:close/>
              </a:path>
            </a:pathLst>
          </a:custGeom>
          <a:solidFill>
            <a:srgbClr val="36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1" name="object 671" descr=""/>
          <p:cNvSpPr/>
          <p:nvPr/>
        </p:nvSpPr>
        <p:spPr>
          <a:xfrm>
            <a:off x="7909431" y="6689136"/>
            <a:ext cx="259079" cy="500380"/>
          </a:xfrm>
          <a:custGeom>
            <a:avLst/>
            <a:gdLst/>
            <a:ahLst/>
            <a:cxnLst/>
            <a:rect l="l" t="t" r="r" b="b"/>
            <a:pathLst>
              <a:path w="259079" h="500379">
                <a:moveTo>
                  <a:pt x="149314" y="0"/>
                </a:moveTo>
                <a:lnTo>
                  <a:pt x="91113" y="22026"/>
                </a:lnTo>
                <a:lnTo>
                  <a:pt x="56002" y="58194"/>
                </a:lnTo>
                <a:lnTo>
                  <a:pt x="25036" y="101348"/>
                </a:lnTo>
                <a:lnTo>
                  <a:pt x="4330" y="144149"/>
                </a:lnTo>
                <a:lnTo>
                  <a:pt x="0" y="179261"/>
                </a:lnTo>
                <a:lnTo>
                  <a:pt x="9088" y="217748"/>
                </a:lnTo>
                <a:lnTo>
                  <a:pt x="23431" y="270449"/>
                </a:lnTo>
                <a:lnTo>
                  <a:pt x="41314" y="329703"/>
                </a:lnTo>
                <a:lnTo>
                  <a:pt x="61023" y="387847"/>
                </a:lnTo>
                <a:lnTo>
                  <a:pt x="80845" y="437221"/>
                </a:lnTo>
                <a:lnTo>
                  <a:pt x="129706" y="493624"/>
                </a:lnTo>
                <a:lnTo>
                  <a:pt x="166582" y="500207"/>
                </a:lnTo>
                <a:lnTo>
                  <a:pt x="202957" y="493985"/>
                </a:lnTo>
                <a:lnTo>
                  <a:pt x="232097" y="479032"/>
                </a:lnTo>
                <a:lnTo>
                  <a:pt x="250472" y="462000"/>
                </a:lnTo>
                <a:lnTo>
                  <a:pt x="258684" y="439232"/>
                </a:lnTo>
                <a:lnTo>
                  <a:pt x="256218" y="399336"/>
                </a:lnTo>
                <a:lnTo>
                  <a:pt x="242558" y="330921"/>
                </a:lnTo>
                <a:lnTo>
                  <a:pt x="231240" y="277671"/>
                </a:lnTo>
                <a:lnTo>
                  <a:pt x="219423" y="219506"/>
                </a:lnTo>
                <a:lnTo>
                  <a:pt x="207007" y="160570"/>
                </a:lnTo>
                <a:lnTo>
                  <a:pt x="193889" y="105008"/>
                </a:lnTo>
                <a:lnTo>
                  <a:pt x="179968" y="56962"/>
                </a:lnTo>
                <a:lnTo>
                  <a:pt x="165144" y="20578"/>
                </a:lnTo>
                <a:lnTo>
                  <a:pt x="149314" y="0"/>
                </a:lnTo>
                <a:close/>
              </a:path>
            </a:pathLst>
          </a:custGeom>
          <a:solidFill>
            <a:srgbClr val="3634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2" name="object 672" descr=""/>
          <p:cNvGrpSpPr/>
          <p:nvPr/>
        </p:nvGrpSpPr>
        <p:grpSpPr>
          <a:xfrm>
            <a:off x="7486400" y="6626724"/>
            <a:ext cx="758190" cy="904875"/>
            <a:chOff x="7486400" y="6626724"/>
            <a:chExt cx="758190" cy="904875"/>
          </a:xfrm>
        </p:grpSpPr>
        <p:sp>
          <p:nvSpPr>
            <p:cNvPr id="673" name="object 673" descr=""/>
            <p:cNvSpPr/>
            <p:nvPr/>
          </p:nvSpPr>
          <p:spPr>
            <a:xfrm>
              <a:off x="7560504" y="7382298"/>
              <a:ext cx="457834" cy="106680"/>
            </a:xfrm>
            <a:custGeom>
              <a:avLst/>
              <a:gdLst/>
              <a:ahLst/>
              <a:cxnLst/>
              <a:rect l="l" t="t" r="r" b="b"/>
              <a:pathLst>
                <a:path w="457834" h="106679">
                  <a:moveTo>
                    <a:pt x="158483" y="0"/>
                  </a:moveTo>
                  <a:lnTo>
                    <a:pt x="83796" y="11100"/>
                  </a:lnTo>
                  <a:lnTo>
                    <a:pt x="1499" y="44401"/>
                  </a:lnTo>
                  <a:lnTo>
                    <a:pt x="374" y="67565"/>
                  </a:lnTo>
                  <a:lnTo>
                    <a:pt x="0" y="80066"/>
                  </a:lnTo>
                  <a:lnTo>
                    <a:pt x="374" y="86209"/>
                  </a:lnTo>
                  <a:lnTo>
                    <a:pt x="44119" y="96932"/>
                  </a:lnTo>
                  <a:lnTo>
                    <a:pt x="90232" y="100981"/>
                  </a:lnTo>
                  <a:lnTo>
                    <a:pt x="147398" y="104407"/>
                  </a:lnTo>
                  <a:lnTo>
                    <a:pt x="211508" y="106374"/>
                  </a:lnTo>
                  <a:lnTo>
                    <a:pt x="278449" y="106048"/>
                  </a:lnTo>
                  <a:lnTo>
                    <a:pt x="344111" y="102596"/>
                  </a:lnTo>
                  <a:lnTo>
                    <a:pt x="404381" y="95183"/>
                  </a:lnTo>
                  <a:lnTo>
                    <a:pt x="455151" y="82976"/>
                  </a:lnTo>
                  <a:lnTo>
                    <a:pt x="457673" y="76109"/>
                  </a:lnTo>
                  <a:lnTo>
                    <a:pt x="457393" y="62943"/>
                  </a:lnTo>
                  <a:lnTo>
                    <a:pt x="455991" y="50149"/>
                  </a:lnTo>
                  <a:lnTo>
                    <a:pt x="455151" y="44401"/>
                  </a:lnTo>
                  <a:lnTo>
                    <a:pt x="268091" y="11100"/>
                  </a:lnTo>
                  <a:lnTo>
                    <a:pt x="158483" y="0"/>
                  </a:lnTo>
                  <a:close/>
                </a:path>
              </a:pathLst>
            </a:custGeom>
            <a:solidFill>
              <a:srgbClr val="292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4" name="object 674" descr=""/>
            <p:cNvSpPr/>
            <p:nvPr/>
          </p:nvSpPr>
          <p:spPr>
            <a:xfrm>
              <a:off x="7999090" y="7050134"/>
              <a:ext cx="245110" cy="481330"/>
            </a:xfrm>
            <a:custGeom>
              <a:avLst/>
              <a:gdLst/>
              <a:ahLst/>
              <a:cxnLst/>
              <a:rect l="l" t="t" r="r" b="b"/>
              <a:pathLst>
                <a:path w="245109" h="481329">
                  <a:moveTo>
                    <a:pt x="119744" y="0"/>
                  </a:moveTo>
                  <a:lnTo>
                    <a:pt x="83537" y="745"/>
                  </a:lnTo>
                  <a:lnTo>
                    <a:pt x="47254" y="13486"/>
                  </a:lnTo>
                  <a:lnTo>
                    <a:pt x="17280" y="37514"/>
                  </a:lnTo>
                  <a:lnTo>
                    <a:pt x="0" y="72122"/>
                  </a:lnTo>
                  <a:lnTo>
                    <a:pt x="1796" y="116601"/>
                  </a:lnTo>
                  <a:lnTo>
                    <a:pt x="6991" y="143637"/>
                  </a:lnTo>
                  <a:lnTo>
                    <a:pt x="21550" y="239841"/>
                  </a:lnTo>
                  <a:lnTo>
                    <a:pt x="31935" y="298388"/>
                  </a:lnTo>
                  <a:lnTo>
                    <a:pt x="45070" y="356819"/>
                  </a:lnTo>
                  <a:lnTo>
                    <a:pt x="61464" y="409822"/>
                  </a:lnTo>
                  <a:lnTo>
                    <a:pt x="81630" y="452088"/>
                  </a:lnTo>
                  <a:lnTo>
                    <a:pt x="129497" y="480905"/>
                  </a:lnTo>
                  <a:lnTo>
                    <a:pt x="163373" y="473503"/>
                  </a:lnTo>
                  <a:lnTo>
                    <a:pt x="199198" y="461583"/>
                  </a:lnTo>
                  <a:lnTo>
                    <a:pt x="228469" y="450622"/>
                  </a:lnTo>
                  <a:lnTo>
                    <a:pt x="243372" y="434215"/>
                  </a:lnTo>
                  <a:lnTo>
                    <a:pt x="245043" y="407199"/>
                  </a:lnTo>
                  <a:lnTo>
                    <a:pt x="238428" y="376916"/>
                  </a:lnTo>
                  <a:lnTo>
                    <a:pt x="228469" y="350709"/>
                  </a:lnTo>
                  <a:lnTo>
                    <a:pt x="220019" y="329527"/>
                  </a:lnTo>
                  <a:lnTo>
                    <a:pt x="210737" y="289822"/>
                  </a:lnTo>
                  <a:lnTo>
                    <a:pt x="194803" y="202215"/>
                  </a:lnTo>
                  <a:lnTo>
                    <a:pt x="166398" y="37326"/>
                  </a:lnTo>
                  <a:lnTo>
                    <a:pt x="149493" y="11957"/>
                  </a:lnTo>
                  <a:lnTo>
                    <a:pt x="119744" y="0"/>
                  </a:lnTo>
                  <a:close/>
                </a:path>
              </a:pathLst>
            </a:custGeom>
            <a:solidFill>
              <a:srgbClr val="36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 descr=""/>
            <p:cNvSpPr/>
            <p:nvPr/>
          </p:nvSpPr>
          <p:spPr>
            <a:xfrm>
              <a:off x="7486400" y="6626724"/>
              <a:ext cx="572770" cy="810895"/>
            </a:xfrm>
            <a:custGeom>
              <a:avLst/>
              <a:gdLst/>
              <a:ahLst/>
              <a:cxnLst/>
              <a:rect l="l" t="t" r="r" b="b"/>
              <a:pathLst>
                <a:path w="572770" h="810895">
                  <a:moveTo>
                    <a:pt x="400354" y="0"/>
                  </a:moveTo>
                  <a:lnTo>
                    <a:pt x="344897" y="29219"/>
                  </a:lnTo>
                  <a:lnTo>
                    <a:pt x="302831" y="39234"/>
                  </a:lnTo>
                  <a:lnTo>
                    <a:pt x="252930" y="30291"/>
                  </a:lnTo>
                  <a:lnTo>
                    <a:pt x="173973" y="2638"/>
                  </a:lnTo>
                  <a:lnTo>
                    <a:pt x="0" y="65212"/>
                  </a:lnTo>
                  <a:lnTo>
                    <a:pt x="8190" y="126109"/>
                  </a:lnTo>
                  <a:lnTo>
                    <a:pt x="25954" y="265058"/>
                  </a:lnTo>
                  <a:lnTo>
                    <a:pt x="43078" y="416444"/>
                  </a:lnTo>
                  <a:lnTo>
                    <a:pt x="49349" y="514654"/>
                  </a:lnTo>
                  <a:lnTo>
                    <a:pt x="42899" y="622304"/>
                  </a:lnTo>
                  <a:lnTo>
                    <a:pt x="40523" y="672239"/>
                  </a:lnTo>
                  <a:lnTo>
                    <a:pt x="40344" y="710690"/>
                  </a:lnTo>
                  <a:lnTo>
                    <a:pt x="51217" y="774312"/>
                  </a:lnTo>
                  <a:lnTo>
                    <a:pt x="79390" y="809922"/>
                  </a:lnTo>
                  <a:lnTo>
                    <a:pt x="103463" y="810504"/>
                  </a:lnTo>
                  <a:lnTo>
                    <a:pt x="149471" y="809820"/>
                  </a:lnTo>
                  <a:lnTo>
                    <a:pt x="277755" y="807042"/>
                  </a:lnTo>
                  <a:lnTo>
                    <a:pt x="345263" y="806143"/>
                  </a:lnTo>
                  <a:lnTo>
                    <a:pt x="405170" y="806367"/>
                  </a:lnTo>
                  <a:lnTo>
                    <a:pt x="450091" y="808310"/>
                  </a:lnTo>
                  <a:lnTo>
                    <a:pt x="500350" y="809277"/>
                  </a:lnTo>
                  <a:lnTo>
                    <a:pt x="531534" y="801614"/>
                  </a:lnTo>
                  <a:lnTo>
                    <a:pt x="547855" y="785233"/>
                  </a:lnTo>
                  <a:lnTo>
                    <a:pt x="553522" y="760050"/>
                  </a:lnTo>
                  <a:lnTo>
                    <a:pt x="551976" y="722540"/>
                  </a:lnTo>
                  <a:lnTo>
                    <a:pt x="546324" y="665284"/>
                  </a:lnTo>
                  <a:lnTo>
                    <a:pt x="539247" y="600136"/>
                  </a:lnTo>
                  <a:lnTo>
                    <a:pt x="533426" y="538952"/>
                  </a:lnTo>
                  <a:lnTo>
                    <a:pt x="531544" y="493587"/>
                  </a:lnTo>
                  <a:lnTo>
                    <a:pt x="533100" y="455433"/>
                  </a:lnTo>
                  <a:lnTo>
                    <a:pt x="537869" y="397802"/>
                  </a:lnTo>
                  <a:lnTo>
                    <a:pt x="549677" y="280270"/>
                  </a:lnTo>
                  <a:lnTo>
                    <a:pt x="572349" y="62416"/>
                  </a:lnTo>
                  <a:lnTo>
                    <a:pt x="400354" y="0"/>
                  </a:lnTo>
                  <a:close/>
                </a:path>
              </a:pathLst>
            </a:custGeom>
            <a:solidFill>
              <a:srgbClr val="3D3B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6" name="object 676" descr=""/>
          <p:cNvSpPr/>
          <p:nvPr/>
        </p:nvSpPr>
        <p:spPr>
          <a:xfrm>
            <a:off x="10151895" y="7495342"/>
            <a:ext cx="93980" cy="60325"/>
          </a:xfrm>
          <a:custGeom>
            <a:avLst/>
            <a:gdLst/>
            <a:ahLst/>
            <a:cxnLst/>
            <a:rect l="l" t="t" r="r" b="b"/>
            <a:pathLst>
              <a:path w="93979" h="60325">
                <a:moveTo>
                  <a:pt x="37440" y="0"/>
                </a:moveTo>
                <a:lnTo>
                  <a:pt x="7151" y="7011"/>
                </a:lnTo>
                <a:lnTo>
                  <a:pt x="0" y="39607"/>
                </a:lnTo>
                <a:lnTo>
                  <a:pt x="25392" y="52735"/>
                </a:lnTo>
                <a:lnTo>
                  <a:pt x="43011" y="58996"/>
                </a:lnTo>
                <a:lnTo>
                  <a:pt x="61098" y="60086"/>
                </a:lnTo>
                <a:lnTo>
                  <a:pt x="87892" y="57700"/>
                </a:lnTo>
                <a:lnTo>
                  <a:pt x="93651" y="30979"/>
                </a:lnTo>
                <a:lnTo>
                  <a:pt x="72580" y="9736"/>
                </a:lnTo>
                <a:lnTo>
                  <a:pt x="56546" y="159"/>
                </a:lnTo>
                <a:lnTo>
                  <a:pt x="37440" y="0"/>
                </a:lnTo>
                <a:close/>
              </a:path>
            </a:pathLst>
          </a:custGeom>
          <a:solidFill>
            <a:srgbClr val="2928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7" name="object 677" descr=""/>
          <p:cNvSpPr/>
          <p:nvPr/>
        </p:nvSpPr>
        <p:spPr>
          <a:xfrm>
            <a:off x="10116744" y="6689667"/>
            <a:ext cx="335280" cy="839469"/>
          </a:xfrm>
          <a:custGeom>
            <a:avLst/>
            <a:gdLst/>
            <a:ahLst/>
            <a:cxnLst/>
            <a:rect l="l" t="t" r="r" b="b"/>
            <a:pathLst>
              <a:path w="335279" h="839470">
                <a:moveTo>
                  <a:pt x="334721" y="176618"/>
                </a:moveTo>
                <a:lnTo>
                  <a:pt x="307581" y="99339"/>
                </a:lnTo>
                <a:lnTo>
                  <a:pt x="274688" y="56807"/>
                </a:lnTo>
                <a:lnTo>
                  <a:pt x="237667" y="21285"/>
                </a:lnTo>
                <a:lnTo>
                  <a:pt x="203098" y="0"/>
                </a:lnTo>
                <a:lnTo>
                  <a:pt x="177546" y="165"/>
                </a:lnTo>
                <a:lnTo>
                  <a:pt x="159588" y="48958"/>
                </a:lnTo>
                <a:lnTo>
                  <a:pt x="146761" y="96761"/>
                </a:lnTo>
                <a:lnTo>
                  <a:pt x="132638" y="153555"/>
                </a:lnTo>
                <a:lnTo>
                  <a:pt x="118186" y="214376"/>
                </a:lnTo>
                <a:lnTo>
                  <a:pt x="104368" y="274269"/>
                </a:lnTo>
                <a:lnTo>
                  <a:pt x="92151" y="328269"/>
                </a:lnTo>
                <a:lnTo>
                  <a:pt x="78701" y="395605"/>
                </a:lnTo>
                <a:lnTo>
                  <a:pt x="50253" y="560565"/>
                </a:lnTo>
                <a:lnTo>
                  <a:pt x="34315" y="648182"/>
                </a:lnTo>
                <a:lnTo>
                  <a:pt x="25031" y="687882"/>
                </a:lnTo>
                <a:lnTo>
                  <a:pt x="16573" y="709066"/>
                </a:lnTo>
                <a:lnTo>
                  <a:pt x="6616" y="735266"/>
                </a:lnTo>
                <a:lnTo>
                  <a:pt x="0" y="765556"/>
                </a:lnTo>
                <a:lnTo>
                  <a:pt x="1676" y="792568"/>
                </a:lnTo>
                <a:lnTo>
                  <a:pt x="16573" y="808977"/>
                </a:lnTo>
                <a:lnTo>
                  <a:pt x="45847" y="819937"/>
                </a:lnTo>
                <a:lnTo>
                  <a:pt x="81673" y="831862"/>
                </a:lnTo>
                <a:lnTo>
                  <a:pt x="115557" y="839266"/>
                </a:lnTo>
                <a:lnTo>
                  <a:pt x="138976" y="836663"/>
                </a:lnTo>
                <a:lnTo>
                  <a:pt x="183578" y="768172"/>
                </a:lnTo>
                <a:lnTo>
                  <a:pt x="199974" y="715175"/>
                </a:lnTo>
                <a:lnTo>
                  <a:pt x="213118" y="656742"/>
                </a:lnTo>
                <a:lnTo>
                  <a:pt x="223494" y="598195"/>
                </a:lnTo>
                <a:lnTo>
                  <a:pt x="238061" y="501992"/>
                </a:lnTo>
                <a:lnTo>
                  <a:pt x="243255" y="474954"/>
                </a:lnTo>
                <a:lnTo>
                  <a:pt x="244170" y="452081"/>
                </a:lnTo>
                <a:lnTo>
                  <a:pt x="253860" y="434581"/>
                </a:lnTo>
                <a:lnTo>
                  <a:pt x="273685" y="385203"/>
                </a:lnTo>
                <a:lnTo>
                  <a:pt x="293395" y="327063"/>
                </a:lnTo>
                <a:lnTo>
                  <a:pt x="311277" y="267804"/>
                </a:lnTo>
                <a:lnTo>
                  <a:pt x="325628" y="215099"/>
                </a:lnTo>
                <a:lnTo>
                  <a:pt x="334721" y="176618"/>
                </a:lnTo>
                <a:close/>
              </a:path>
            </a:pathLst>
          </a:custGeom>
          <a:solidFill>
            <a:srgbClr val="36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8" name="object 678" descr=""/>
          <p:cNvSpPr/>
          <p:nvPr/>
        </p:nvSpPr>
        <p:spPr>
          <a:xfrm>
            <a:off x="10923243" y="7495342"/>
            <a:ext cx="93980" cy="60325"/>
          </a:xfrm>
          <a:custGeom>
            <a:avLst/>
            <a:gdLst/>
            <a:ahLst/>
            <a:cxnLst/>
            <a:rect l="l" t="t" r="r" b="b"/>
            <a:pathLst>
              <a:path w="93979" h="60325">
                <a:moveTo>
                  <a:pt x="56211" y="0"/>
                </a:moveTo>
                <a:lnTo>
                  <a:pt x="37104" y="159"/>
                </a:lnTo>
                <a:lnTo>
                  <a:pt x="21070" y="9736"/>
                </a:lnTo>
                <a:lnTo>
                  <a:pt x="0" y="30979"/>
                </a:lnTo>
                <a:lnTo>
                  <a:pt x="5758" y="57700"/>
                </a:lnTo>
                <a:lnTo>
                  <a:pt x="32553" y="60086"/>
                </a:lnTo>
                <a:lnTo>
                  <a:pt x="50639" y="58996"/>
                </a:lnTo>
                <a:lnTo>
                  <a:pt x="68259" y="52735"/>
                </a:lnTo>
                <a:lnTo>
                  <a:pt x="93651" y="39607"/>
                </a:lnTo>
                <a:lnTo>
                  <a:pt x="86499" y="7011"/>
                </a:lnTo>
                <a:lnTo>
                  <a:pt x="56211" y="0"/>
                </a:lnTo>
                <a:close/>
              </a:path>
            </a:pathLst>
          </a:custGeom>
          <a:solidFill>
            <a:srgbClr val="2928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9" name="object 679" descr=""/>
          <p:cNvSpPr/>
          <p:nvPr/>
        </p:nvSpPr>
        <p:spPr>
          <a:xfrm>
            <a:off x="10717326" y="6697362"/>
            <a:ext cx="259079" cy="490220"/>
          </a:xfrm>
          <a:custGeom>
            <a:avLst/>
            <a:gdLst/>
            <a:ahLst/>
            <a:cxnLst/>
            <a:rect l="l" t="t" r="r" b="b"/>
            <a:pathLst>
              <a:path w="259079" h="490220">
                <a:moveTo>
                  <a:pt x="141775" y="0"/>
                </a:moveTo>
                <a:lnTo>
                  <a:pt x="105129" y="19809"/>
                </a:lnTo>
                <a:lnTo>
                  <a:pt x="65462" y="53334"/>
                </a:lnTo>
                <a:lnTo>
                  <a:pt x="29941" y="93847"/>
                </a:lnTo>
                <a:lnTo>
                  <a:pt x="5732" y="134619"/>
                </a:lnTo>
                <a:lnTo>
                  <a:pt x="0" y="168922"/>
                </a:lnTo>
                <a:lnTo>
                  <a:pt x="9092" y="207406"/>
                </a:lnTo>
                <a:lnTo>
                  <a:pt x="23436" y="260106"/>
                </a:lnTo>
                <a:lnTo>
                  <a:pt x="41319" y="319360"/>
                </a:lnTo>
                <a:lnTo>
                  <a:pt x="61028" y="377506"/>
                </a:lnTo>
                <a:lnTo>
                  <a:pt x="80851" y="426881"/>
                </a:lnTo>
                <a:lnTo>
                  <a:pt x="129715" y="483285"/>
                </a:lnTo>
                <a:lnTo>
                  <a:pt x="166589" y="489868"/>
                </a:lnTo>
                <a:lnTo>
                  <a:pt x="202964" y="483646"/>
                </a:lnTo>
                <a:lnTo>
                  <a:pt x="232108" y="468693"/>
                </a:lnTo>
                <a:lnTo>
                  <a:pt x="250483" y="451661"/>
                </a:lnTo>
                <a:lnTo>
                  <a:pt x="258695" y="428893"/>
                </a:lnTo>
                <a:lnTo>
                  <a:pt x="256228" y="388997"/>
                </a:lnTo>
                <a:lnTo>
                  <a:pt x="242568" y="320582"/>
                </a:lnTo>
                <a:lnTo>
                  <a:pt x="232295" y="267936"/>
                </a:lnTo>
                <a:lnTo>
                  <a:pt x="223178" y="211337"/>
                </a:lnTo>
                <a:lnTo>
                  <a:pt x="214456" y="154545"/>
                </a:lnTo>
                <a:lnTo>
                  <a:pt x="205364" y="101320"/>
                </a:lnTo>
                <a:lnTo>
                  <a:pt x="195138" y="55420"/>
                </a:lnTo>
                <a:lnTo>
                  <a:pt x="183017" y="20604"/>
                </a:lnTo>
                <a:lnTo>
                  <a:pt x="168235" y="634"/>
                </a:lnTo>
                <a:lnTo>
                  <a:pt x="141775" y="0"/>
                </a:lnTo>
                <a:close/>
              </a:path>
            </a:pathLst>
          </a:custGeom>
          <a:solidFill>
            <a:srgbClr val="3634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0" name="object 680" descr=""/>
          <p:cNvGrpSpPr/>
          <p:nvPr/>
        </p:nvGrpSpPr>
        <p:grpSpPr>
          <a:xfrm>
            <a:off x="10294292" y="6624604"/>
            <a:ext cx="758190" cy="904875"/>
            <a:chOff x="10294292" y="6624604"/>
            <a:chExt cx="758190" cy="904875"/>
          </a:xfrm>
        </p:grpSpPr>
        <p:sp>
          <p:nvSpPr>
            <p:cNvPr id="681" name="object 681" descr=""/>
            <p:cNvSpPr/>
            <p:nvPr/>
          </p:nvSpPr>
          <p:spPr>
            <a:xfrm>
              <a:off x="10359821" y="7375038"/>
              <a:ext cx="468630" cy="106680"/>
            </a:xfrm>
            <a:custGeom>
              <a:avLst/>
              <a:gdLst/>
              <a:ahLst/>
              <a:cxnLst/>
              <a:rect l="l" t="t" r="r" b="b"/>
              <a:pathLst>
                <a:path w="468629" h="106679">
                  <a:moveTo>
                    <a:pt x="162191" y="0"/>
                  </a:moveTo>
                  <a:lnTo>
                    <a:pt x="85754" y="11100"/>
                  </a:lnTo>
                  <a:lnTo>
                    <a:pt x="1531" y="44401"/>
                  </a:lnTo>
                  <a:lnTo>
                    <a:pt x="382" y="67565"/>
                  </a:lnTo>
                  <a:lnTo>
                    <a:pt x="0" y="80066"/>
                  </a:lnTo>
                  <a:lnTo>
                    <a:pt x="382" y="86209"/>
                  </a:lnTo>
                  <a:lnTo>
                    <a:pt x="45152" y="96932"/>
                  </a:lnTo>
                  <a:lnTo>
                    <a:pt x="92346" y="100981"/>
                  </a:lnTo>
                  <a:lnTo>
                    <a:pt x="150853" y="104407"/>
                  </a:lnTo>
                  <a:lnTo>
                    <a:pt x="216464" y="106374"/>
                  </a:lnTo>
                  <a:lnTo>
                    <a:pt x="284973" y="106048"/>
                  </a:lnTo>
                  <a:lnTo>
                    <a:pt x="352172" y="102596"/>
                  </a:lnTo>
                  <a:lnTo>
                    <a:pt x="413853" y="95183"/>
                  </a:lnTo>
                  <a:lnTo>
                    <a:pt x="465810" y="82976"/>
                  </a:lnTo>
                  <a:lnTo>
                    <a:pt x="468394" y="76109"/>
                  </a:lnTo>
                  <a:lnTo>
                    <a:pt x="468107" y="62943"/>
                  </a:lnTo>
                  <a:lnTo>
                    <a:pt x="466671" y="50149"/>
                  </a:lnTo>
                  <a:lnTo>
                    <a:pt x="465810" y="44401"/>
                  </a:lnTo>
                  <a:lnTo>
                    <a:pt x="274367" y="11100"/>
                  </a:lnTo>
                  <a:lnTo>
                    <a:pt x="162191" y="0"/>
                  </a:lnTo>
                  <a:close/>
                </a:path>
              </a:pathLst>
            </a:custGeom>
            <a:solidFill>
              <a:srgbClr val="292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2" name="object 682" descr=""/>
            <p:cNvSpPr/>
            <p:nvPr/>
          </p:nvSpPr>
          <p:spPr>
            <a:xfrm>
              <a:off x="10806991" y="7048017"/>
              <a:ext cx="245110" cy="481330"/>
            </a:xfrm>
            <a:custGeom>
              <a:avLst/>
              <a:gdLst/>
              <a:ahLst/>
              <a:cxnLst/>
              <a:rect l="l" t="t" r="r" b="b"/>
              <a:pathLst>
                <a:path w="245109" h="481329">
                  <a:moveTo>
                    <a:pt x="119744" y="0"/>
                  </a:moveTo>
                  <a:lnTo>
                    <a:pt x="83537" y="745"/>
                  </a:lnTo>
                  <a:lnTo>
                    <a:pt x="47254" y="13486"/>
                  </a:lnTo>
                  <a:lnTo>
                    <a:pt x="17280" y="37514"/>
                  </a:lnTo>
                  <a:lnTo>
                    <a:pt x="0" y="72122"/>
                  </a:lnTo>
                  <a:lnTo>
                    <a:pt x="1796" y="116601"/>
                  </a:lnTo>
                  <a:lnTo>
                    <a:pt x="6991" y="143637"/>
                  </a:lnTo>
                  <a:lnTo>
                    <a:pt x="21550" y="239841"/>
                  </a:lnTo>
                  <a:lnTo>
                    <a:pt x="31935" y="298388"/>
                  </a:lnTo>
                  <a:lnTo>
                    <a:pt x="45070" y="356819"/>
                  </a:lnTo>
                  <a:lnTo>
                    <a:pt x="61464" y="409822"/>
                  </a:lnTo>
                  <a:lnTo>
                    <a:pt x="81630" y="452088"/>
                  </a:lnTo>
                  <a:lnTo>
                    <a:pt x="129496" y="480905"/>
                  </a:lnTo>
                  <a:lnTo>
                    <a:pt x="163369" y="473503"/>
                  </a:lnTo>
                  <a:lnTo>
                    <a:pt x="199194" y="461583"/>
                  </a:lnTo>
                  <a:lnTo>
                    <a:pt x="228469" y="450622"/>
                  </a:lnTo>
                  <a:lnTo>
                    <a:pt x="243372" y="434215"/>
                  </a:lnTo>
                  <a:lnTo>
                    <a:pt x="245043" y="407199"/>
                  </a:lnTo>
                  <a:lnTo>
                    <a:pt x="238428" y="376916"/>
                  </a:lnTo>
                  <a:lnTo>
                    <a:pt x="228469" y="350709"/>
                  </a:lnTo>
                  <a:lnTo>
                    <a:pt x="220019" y="329527"/>
                  </a:lnTo>
                  <a:lnTo>
                    <a:pt x="210737" y="289822"/>
                  </a:lnTo>
                  <a:lnTo>
                    <a:pt x="194803" y="202215"/>
                  </a:lnTo>
                  <a:lnTo>
                    <a:pt x="166398" y="37326"/>
                  </a:lnTo>
                  <a:lnTo>
                    <a:pt x="149493" y="11957"/>
                  </a:lnTo>
                  <a:lnTo>
                    <a:pt x="119744" y="0"/>
                  </a:lnTo>
                  <a:close/>
                </a:path>
              </a:pathLst>
            </a:custGeom>
            <a:solidFill>
              <a:srgbClr val="36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3" name="object 683" descr=""/>
            <p:cNvSpPr/>
            <p:nvPr/>
          </p:nvSpPr>
          <p:spPr>
            <a:xfrm>
              <a:off x="10294292" y="6624604"/>
              <a:ext cx="584835" cy="810895"/>
            </a:xfrm>
            <a:custGeom>
              <a:avLst/>
              <a:gdLst/>
              <a:ahLst/>
              <a:cxnLst/>
              <a:rect l="l" t="t" r="r" b="b"/>
              <a:pathLst>
                <a:path w="584834" h="810895">
                  <a:moveTo>
                    <a:pt x="400364" y="0"/>
                  </a:moveTo>
                  <a:lnTo>
                    <a:pt x="344908" y="29219"/>
                  </a:lnTo>
                  <a:lnTo>
                    <a:pt x="302841" y="39234"/>
                  </a:lnTo>
                  <a:lnTo>
                    <a:pt x="252941" y="30291"/>
                  </a:lnTo>
                  <a:lnTo>
                    <a:pt x="173984" y="2638"/>
                  </a:lnTo>
                  <a:lnTo>
                    <a:pt x="0" y="65212"/>
                  </a:lnTo>
                  <a:lnTo>
                    <a:pt x="8192" y="126109"/>
                  </a:lnTo>
                  <a:lnTo>
                    <a:pt x="25958" y="265058"/>
                  </a:lnTo>
                  <a:lnTo>
                    <a:pt x="43082" y="416444"/>
                  </a:lnTo>
                  <a:lnTo>
                    <a:pt x="49349" y="514654"/>
                  </a:lnTo>
                  <a:lnTo>
                    <a:pt x="42908" y="622304"/>
                  </a:lnTo>
                  <a:lnTo>
                    <a:pt x="40533" y="672239"/>
                  </a:lnTo>
                  <a:lnTo>
                    <a:pt x="40354" y="710690"/>
                  </a:lnTo>
                  <a:lnTo>
                    <a:pt x="51227" y="774312"/>
                  </a:lnTo>
                  <a:lnTo>
                    <a:pt x="79400" y="809922"/>
                  </a:lnTo>
                  <a:lnTo>
                    <a:pt x="103473" y="810504"/>
                  </a:lnTo>
                  <a:lnTo>
                    <a:pt x="149481" y="809820"/>
                  </a:lnTo>
                  <a:lnTo>
                    <a:pt x="277766" y="807042"/>
                  </a:lnTo>
                  <a:lnTo>
                    <a:pt x="345274" y="806143"/>
                  </a:lnTo>
                  <a:lnTo>
                    <a:pt x="405180" y="806367"/>
                  </a:lnTo>
                  <a:lnTo>
                    <a:pt x="450101" y="808310"/>
                  </a:lnTo>
                  <a:lnTo>
                    <a:pt x="500360" y="809282"/>
                  </a:lnTo>
                  <a:lnTo>
                    <a:pt x="531545" y="801618"/>
                  </a:lnTo>
                  <a:lnTo>
                    <a:pt x="547866" y="785235"/>
                  </a:lnTo>
                  <a:lnTo>
                    <a:pt x="553532" y="760050"/>
                  </a:lnTo>
                  <a:lnTo>
                    <a:pt x="551982" y="722540"/>
                  </a:lnTo>
                  <a:lnTo>
                    <a:pt x="546330" y="665284"/>
                  </a:lnTo>
                  <a:lnTo>
                    <a:pt x="539254" y="600136"/>
                  </a:lnTo>
                  <a:lnTo>
                    <a:pt x="533436" y="538952"/>
                  </a:lnTo>
                  <a:lnTo>
                    <a:pt x="531554" y="493587"/>
                  </a:lnTo>
                  <a:lnTo>
                    <a:pt x="533296" y="455562"/>
                  </a:lnTo>
                  <a:lnTo>
                    <a:pt x="539368" y="398833"/>
                  </a:lnTo>
                  <a:lnTo>
                    <a:pt x="554710" y="283751"/>
                  </a:lnTo>
                  <a:lnTo>
                    <a:pt x="584264" y="70668"/>
                  </a:lnTo>
                  <a:lnTo>
                    <a:pt x="400364" y="0"/>
                  </a:lnTo>
                  <a:close/>
                </a:path>
              </a:pathLst>
            </a:custGeom>
            <a:solidFill>
              <a:srgbClr val="3D3B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4" name="object 684" descr=""/>
          <p:cNvSpPr/>
          <p:nvPr/>
        </p:nvSpPr>
        <p:spPr>
          <a:xfrm>
            <a:off x="9075100" y="7497461"/>
            <a:ext cx="93980" cy="60325"/>
          </a:xfrm>
          <a:custGeom>
            <a:avLst/>
            <a:gdLst/>
            <a:ahLst/>
            <a:cxnLst/>
            <a:rect l="l" t="t" r="r" b="b"/>
            <a:pathLst>
              <a:path w="93979" h="60325">
                <a:moveTo>
                  <a:pt x="37440" y="0"/>
                </a:moveTo>
                <a:lnTo>
                  <a:pt x="7151" y="7011"/>
                </a:lnTo>
                <a:lnTo>
                  <a:pt x="0" y="39607"/>
                </a:lnTo>
                <a:lnTo>
                  <a:pt x="25392" y="52735"/>
                </a:lnTo>
                <a:lnTo>
                  <a:pt x="43011" y="58996"/>
                </a:lnTo>
                <a:lnTo>
                  <a:pt x="61098" y="60086"/>
                </a:lnTo>
                <a:lnTo>
                  <a:pt x="87892" y="57700"/>
                </a:lnTo>
                <a:lnTo>
                  <a:pt x="93651" y="30979"/>
                </a:lnTo>
                <a:lnTo>
                  <a:pt x="72580" y="9736"/>
                </a:lnTo>
                <a:lnTo>
                  <a:pt x="56546" y="159"/>
                </a:lnTo>
                <a:lnTo>
                  <a:pt x="37440" y="0"/>
                </a:lnTo>
                <a:close/>
              </a:path>
            </a:pathLst>
          </a:custGeom>
          <a:solidFill>
            <a:srgbClr val="2928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5" name="object 685" descr=""/>
          <p:cNvSpPr/>
          <p:nvPr/>
        </p:nvSpPr>
        <p:spPr>
          <a:xfrm>
            <a:off x="9039948" y="6691788"/>
            <a:ext cx="335280" cy="839469"/>
          </a:xfrm>
          <a:custGeom>
            <a:avLst/>
            <a:gdLst/>
            <a:ahLst/>
            <a:cxnLst/>
            <a:rect l="l" t="t" r="r" b="b"/>
            <a:pathLst>
              <a:path w="335279" h="839470">
                <a:moveTo>
                  <a:pt x="334708" y="176618"/>
                </a:moveTo>
                <a:lnTo>
                  <a:pt x="307581" y="99339"/>
                </a:lnTo>
                <a:lnTo>
                  <a:pt x="274688" y="56807"/>
                </a:lnTo>
                <a:lnTo>
                  <a:pt x="237667" y="21285"/>
                </a:lnTo>
                <a:lnTo>
                  <a:pt x="203098" y="0"/>
                </a:lnTo>
                <a:lnTo>
                  <a:pt x="177546" y="152"/>
                </a:lnTo>
                <a:lnTo>
                  <a:pt x="159588" y="48958"/>
                </a:lnTo>
                <a:lnTo>
                  <a:pt x="146761" y="96761"/>
                </a:lnTo>
                <a:lnTo>
                  <a:pt x="132638" y="153555"/>
                </a:lnTo>
                <a:lnTo>
                  <a:pt x="118186" y="214376"/>
                </a:lnTo>
                <a:lnTo>
                  <a:pt x="104368" y="274269"/>
                </a:lnTo>
                <a:lnTo>
                  <a:pt x="92151" y="328269"/>
                </a:lnTo>
                <a:lnTo>
                  <a:pt x="78689" y="395617"/>
                </a:lnTo>
                <a:lnTo>
                  <a:pt x="50241" y="560565"/>
                </a:lnTo>
                <a:lnTo>
                  <a:pt x="34315" y="648169"/>
                </a:lnTo>
                <a:lnTo>
                  <a:pt x="25031" y="687882"/>
                </a:lnTo>
                <a:lnTo>
                  <a:pt x="16573" y="709066"/>
                </a:lnTo>
                <a:lnTo>
                  <a:pt x="6616" y="735266"/>
                </a:lnTo>
                <a:lnTo>
                  <a:pt x="0" y="765556"/>
                </a:lnTo>
                <a:lnTo>
                  <a:pt x="1676" y="792568"/>
                </a:lnTo>
                <a:lnTo>
                  <a:pt x="16573" y="808977"/>
                </a:lnTo>
                <a:lnTo>
                  <a:pt x="45859" y="819937"/>
                </a:lnTo>
                <a:lnTo>
                  <a:pt x="81673" y="831850"/>
                </a:lnTo>
                <a:lnTo>
                  <a:pt x="115557" y="839254"/>
                </a:lnTo>
                <a:lnTo>
                  <a:pt x="138976" y="836663"/>
                </a:lnTo>
                <a:lnTo>
                  <a:pt x="183578" y="768172"/>
                </a:lnTo>
                <a:lnTo>
                  <a:pt x="199974" y="715175"/>
                </a:lnTo>
                <a:lnTo>
                  <a:pt x="213118" y="656742"/>
                </a:lnTo>
                <a:lnTo>
                  <a:pt x="223494" y="598195"/>
                </a:lnTo>
                <a:lnTo>
                  <a:pt x="238061" y="501992"/>
                </a:lnTo>
                <a:lnTo>
                  <a:pt x="243255" y="474954"/>
                </a:lnTo>
                <a:lnTo>
                  <a:pt x="244170" y="452081"/>
                </a:lnTo>
                <a:lnTo>
                  <a:pt x="253860" y="434568"/>
                </a:lnTo>
                <a:lnTo>
                  <a:pt x="273685" y="385203"/>
                </a:lnTo>
                <a:lnTo>
                  <a:pt x="293395" y="327050"/>
                </a:lnTo>
                <a:lnTo>
                  <a:pt x="311277" y="267804"/>
                </a:lnTo>
                <a:lnTo>
                  <a:pt x="325628" y="215099"/>
                </a:lnTo>
                <a:lnTo>
                  <a:pt x="334708" y="176618"/>
                </a:lnTo>
                <a:close/>
              </a:path>
            </a:pathLst>
          </a:custGeom>
          <a:solidFill>
            <a:srgbClr val="36343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6" name="object 686" descr=""/>
          <p:cNvSpPr/>
          <p:nvPr/>
        </p:nvSpPr>
        <p:spPr>
          <a:xfrm>
            <a:off x="9846447" y="7497461"/>
            <a:ext cx="93980" cy="60325"/>
          </a:xfrm>
          <a:custGeom>
            <a:avLst/>
            <a:gdLst/>
            <a:ahLst/>
            <a:cxnLst/>
            <a:rect l="l" t="t" r="r" b="b"/>
            <a:pathLst>
              <a:path w="93979" h="60325">
                <a:moveTo>
                  <a:pt x="56211" y="0"/>
                </a:moveTo>
                <a:lnTo>
                  <a:pt x="37104" y="159"/>
                </a:lnTo>
                <a:lnTo>
                  <a:pt x="21070" y="9736"/>
                </a:lnTo>
                <a:lnTo>
                  <a:pt x="0" y="30979"/>
                </a:lnTo>
                <a:lnTo>
                  <a:pt x="5758" y="57700"/>
                </a:lnTo>
                <a:lnTo>
                  <a:pt x="32553" y="60086"/>
                </a:lnTo>
                <a:lnTo>
                  <a:pt x="50639" y="58996"/>
                </a:lnTo>
                <a:lnTo>
                  <a:pt x="68259" y="52735"/>
                </a:lnTo>
                <a:lnTo>
                  <a:pt x="93651" y="39607"/>
                </a:lnTo>
                <a:lnTo>
                  <a:pt x="86499" y="7011"/>
                </a:lnTo>
                <a:lnTo>
                  <a:pt x="56211" y="0"/>
                </a:lnTo>
                <a:close/>
              </a:path>
            </a:pathLst>
          </a:custGeom>
          <a:solidFill>
            <a:srgbClr val="2928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7" name="object 687" descr=""/>
          <p:cNvSpPr/>
          <p:nvPr/>
        </p:nvSpPr>
        <p:spPr>
          <a:xfrm>
            <a:off x="9640537" y="6689136"/>
            <a:ext cx="259079" cy="500380"/>
          </a:xfrm>
          <a:custGeom>
            <a:avLst/>
            <a:gdLst/>
            <a:ahLst/>
            <a:cxnLst/>
            <a:rect l="l" t="t" r="r" b="b"/>
            <a:pathLst>
              <a:path w="259079" h="500379">
                <a:moveTo>
                  <a:pt x="149314" y="0"/>
                </a:moveTo>
                <a:lnTo>
                  <a:pt x="91113" y="22026"/>
                </a:lnTo>
                <a:lnTo>
                  <a:pt x="56002" y="58194"/>
                </a:lnTo>
                <a:lnTo>
                  <a:pt x="25036" y="101348"/>
                </a:lnTo>
                <a:lnTo>
                  <a:pt x="4330" y="144149"/>
                </a:lnTo>
                <a:lnTo>
                  <a:pt x="0" y="179261"/>
                </a:lnTo>
                <a:lnTo>
                  <a:pt x="9088" y="217748"/>
                </a:lnTo>
                <a:lnTo>
                  <a:pt x="23431" y="270449"/>
                </a:lnTo>
                <a:lnTo>
                  <a:pt x="41314" y="329703"/>
                </a:lnTo>
                <a:lnTo>
                  <a:pt x="61023" y="387847"/>
                </a:lnTo>
                <a:lnTo>
                  <a:pt x="80845" y="437221"/>
                </a:lnTo>
                <a:lnTo>
                  <a:pt x="129706" y="493624"/>
                </a:lnTo>
                <a:lnTo>
                  <a:pt x="166582" y="500207"/>
                </a:lnTo>
                <a:lnTo>
                  <a:pt x="202957" y="493985"/>
                </a:lnTo>
                <a:lnTo>
                  <a:pt x="232097" y="479032"/>
                </a:lnTo>
                <a:lnTo>
                  <a:pt x="250472" y="462000"/>
                </a:lnTo>
                <a:lnTo>
                  <a:pt x="258684" y="439232"/>
                </a:lnTo>
                <a:lnTo>
                  <a:pt x="256218" y="399336"/>
                </a:lnTo>
                <a:lnTo>
                  <a:pt x="242558" y="330921"/>
                </a:lnTo>
                <a:lnTo>
                  <a:pt x="231240" y="277671"/>
                </a:lnTo>
                <a:lnTo>
                  <a:pt x="219423" y="219506"/>
                </a:lnTo>
                <a:lnTo>
                  <a:pt x="207007" y="160570"/>
                </a:lnTo>
                <a:lnTo>
                  <a:pt x="193889" y="105008"/>
                </a:lnTo>
                <a:lnTo>
                  <a:pt x="179968" y="56962"/>
                </a:lnTo>
                <a:lnTo>
                  <a:pt x="165144" y="20578"/>
                </a:lnTo>
                <a:lnTo>
                  <a:pt x="149314" y="0"/>
                </a:lnTo>
                <a:close/>
              </a:path>
            </a:pathLst>
          </a:custGeom>
          <a:solidFill>
            <a:srgbClr val="3634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88" name="object 688" descr=""/>
          <p:cNvGrpSpPr/>
          <p:nvPr/>
        </p:nvGrpSpPr>
        <p:grpSpPr>
          <a:xfrm>
            <a:off x="9217497" y="6626849"/>
            <a:ext cx="758190" cy="904240"/>
            <a:chOff x="9217497" y="6626849"/>
            <a:chExt cx="758190" cy="904240"/>
          </a:xfrm>
        </p:grpSpPr>
        <p:sp>
          <p:nvSpPr>
            <p:cNvPr id="689" name="object 689" descr=""/>
            <p:cNvSpPr/>
            <p:nvPr/>
          </p:nvSpPr>
          <p:spPr>
            <a:xfrm>
              <a:off x="9277871" y="7382297"/>
              <a:ext cx="457834" cy="106680"/>
            </a:xfrm>
            <a:custGeom>
              <a:avLst/>
              <a:gdLst/>
              <a:ahLst/>
              <a:cxnLst/>
              <a:rect l="l" t="t" r="r" b="b"/>
              <a:pathLst>
                <a:path w="457834" h="106679">
                  <a:moveTo>
                    <a:pt x="158482" y="0"/>
                  </a:moveTo>
                  <a:lnTo>
                    <a:pt x="83795" y="11100"/>
                  </a:lnTo>
                  <a:lnTo>
                    <a:pt x="1499" y="44401"/>
                  </a:lnTo>
                  <a:lnTo>
                    <a:pt x="374" y="67565"/>
                  </a:lnTo>
                  <a:lnTo>
                    <a:pt x="0" y="80066"/>
                  </a:lnTo>
                  <a:lnTo>
                    <a:pt x="374" y="86209"/>
                  </a:lnTo>
                  <a:lnTo>
                    <a:pt x="44123" y="96932"/>
                  </a:lnTo>
                  <a:lnTo>
                    <a:pt x="90236" y="100981"/>
                  </a:lnTo>
                  <a:lnTo>
                    <a:pt x="147402" y="104407"/>
                  </a:lnTo>
                  <a:lnTo>
                    <a:pt x="211510" y="106374"/>
                  </a:lnTo>
                  <a:lnTo>
                    <a:pt x="278448" y="106048"/>
                  </a:lnTo>
                  <a:lnTo>
                    <a:pt x="344107" y="102596"/>
                  </a:lnTo>
                  <a:lnTo>
                    <a:pt x="404374" y="95183"/>
                  </a:lnTo>
                  <a:lnTo>
                    <a:pt x="455140" y="82976"/>
                  </a:lnTo>
                  <a:lnTo>
                    <a:pt x="457667" y="76109"/>
                  </a:lnTo>
                  <a:lnTo>
                    <a:pt x="457386" y="62943"/>
                  </a:lnTo>
                  <a:lnTo>
                    <a:pt x="455982" y="50149"/>
                  </a:lnTo>
                  <a:lnTo>
                    <a:pt x="455140" y="44401"/>
                  </a:lnTo>
                  <a:lnTo>
                    <a:pt x="268087" y="11100"/>
                  </a:lnTo>
                  <a:lnTo>
                    <a:pt x="158482" y="0"/>
                  </a:lnTo>
                  <a:close/>
                </a:path>
              </a:pathLst>
            </a:custGeom>
            <a:solidFill>
              <a:srgbClr val="292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 descr=""/>
            <p:cNvSpPr/>
            <p:nvPr/>
          </p:nvSpPr>
          <p:spPr>
            <a:xfrm>
              <a:off x="9730196" y="7050134"/>
              <a:ext cx="245110" cy="481330"/>
            </a:xfrm>
            <a:custGeom>
              <a:avLst/>
              <a:gdLst/>
              <a:ahLst/>
              <a:cxnLst/>
              <a:rect l="l" t="t" r="r" b="b"/>
              <a:pathLst>
                <a:path w="245109" h="481329">
                  <a:moveTo>
                    <a:pt x="119744" y="0"/>
                  </a:moveTo>
                  <a:lnTo>
                    <a:pt x="83537" y="745"/>
                  </a:lnTo>
                  <a:lnTo>
                    <a:pt x="47254" y="13486"/>
                  </a:lnTo>
                  <a:lnTo>
                    <a:pt x="17280" y="37514"/>
                  </a:lnTo>
                  <a:lnTo>
                    <a:pt x="0" y="72122"/>
                  </a:lnTo>
                  <a:lnTo>
                    <a:pt x="1796" y="116601"/>
                  </a:lnTo>
                  <a:lnTo>
                    <a:pt x="6991" y="143637"/>
                  </a:lnTo>
                  <a:lnTo>
                    <a:pt x="21550" y="239841"/>
                  </a:lnTo>
                  <a:lnTo>
                    <a:pt x="31935" y="298388"/>
                  </a:lnTo>
                  <a:lnTo>
                    <a:pt x="45070" y="356819"/>
                  </a:lnTo>
                  <a:lnTo>
                    <a:pt x="61464" y="409822"/>
                  </a:lnTo>
                  <a:lnTo>
                    <a:pt x="81630" y="452088"/>
                  </a:lnTo>
                  <a:lnTo>
                    <a:pt x="129496" y="480905"/>
                  </a:lnTo>
                  <a:lnTo>
                    <a:pt x="163369" y="473503"/>
                  </a:lnTo>
                  <a:lnTo>
                    <a:pt x="199194" y="461583"/>
                  </a:lnTo>
                  <a:lnTo>
                    <a:pt x="228469" y="450622"/>
                  </a:lnTo>
                  <a:lnTo>
                    <a:pt x="243372" y="434215"/>
                  </a:lnTo>
                  <a:lnTo>
                    <a:pt x="245043" y="407199"/>
                  </a:lnTo>
                  <a:lnTo>
                    <a:pt x="238428" y="376916"/>
                  </a:lnTo>
                  <a:lnTo>
                    <a:pt x="228469" y="350709"/>
                  </a:lnTo>
                  <a:lnTo>
                    <a:pt x="220019" y="329527"/>
                  </a:lnTo>
                  <a:lnTo>
                    <a:pt x="210737" y="289822"/>
                  </a:lnTo>
                  <a:lnTo>
                    <a:pt x="194803" y="202215"/>
                  </a:lnTo>
                  <a:lnTo>
                    <a:pt x="166398" y="37326"/>
                  </a:lnTo>
                  <a:lnTo>
                    <a:pt x="149493" y="11957"/>
                  </a:lnTo>
                  <a:lnTo>
                    <a:pt x="119744" y="0"/>
                  </a:lnTo>
                  <a:close/>
                </a:path>
              </a:pathLst>
            </a:custGeom>
            <a:solidFill>
              <a:srgbClr val="36343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 descr=""/>
            <p:cNvSpPr/>
            <p:nvPr/>
          </p:nvSpPr>
          <p:spPr>
            <a:xfrm>
              <a:off x="9217497" y="6626849"/>
              <a:ext cx="572770" cy="810895"/>
            </a:xfrm>
            <a:custGeom>
              <a:avLst/>
              <a:gdLst/>
              <a:ahLst/>
              <a:cxnLst/>
              <a:rect l="l" t="t" r="r" b="b"/>
              <a:pathLst>
                <a:path w="572770" h="810895">
                  <a:moveTo>
                    <a:pt x="389600" y="0"/>
                  </a:moveTo>
                  <a:lnTo>
                    <a:pt x="301046" y="40791"/>
                  </a:lnTo>
                  <a:lnTo>
                    <a:pt x="249068" y="54650"/>
                  </a:lnTo>
                  <a:lnTo>
                    <a:pt x="213452" y="41812"/>
                  </a:lnTo>
                  <a:lnTo>
                    <a:pt x="173984" y="2513"/>
                  </a:lnTo>
                  <a:lnTo>
                    <a:pt x="0" y="65087"/>
                  </a:lnTo>
                  <a:lnTo>
                    <a:pt x="288" y="105504"/>
                  </a:lnTo>
                  <a:lnTo>
                    <a:pt x="2306" y="204099"/>
                  </a:lnTo>
                  <a:lnTo>
                    <a:pt x="7783" y="326884"/>
                  </a:lnTo>
                  <a:lnTo>
                    <a:pt x="18449" y="439871"/>
                  </a:lnTo>
                  <a:lnTo>
                    <a:pt x="23052" y="478851"/>
                  </a:lnTo>
                  <a:lnTo>
                    <a:pt x="27121" y="527278"/>
                  </a:lnTo>
                  <a:lnTo>
                    <a:pt x="30153" y="581004"/>
                  </a:lnTo>
                  <a:lnTo>
                    <a:pt x="31644" y="635879"/>
                  </a:lnTo>
                  <a:lnTo>
                    <a:pt x="31090" y="687754"/>
                  </a:lnTo>
                  <a:lnTo>
                    <a:pt x="27988" y="732480"/>
                  </a:lnTo>
                  <a:lnTo>
                    <a:pt x="30583" y="761152"/>
                  </a:lnTo>
                  <a:lnTo>
                    <a:pt x="42649" y="785062"/>
                  </a:lnTo>
                  <a:lnTo>
                    <a:pt x="60237" y="802010"/>
                  </a:lnTo>
                  <a:lnTo>
                    <a:pt x="79400" y="809797"/>
                  </a:lnTo>
                  <a:lnTo>
                    <a:pt x="103473" y="810378"/>
                  </a:lnTo>
                  <a:lnTo>
                    <a:pt x="149481" y="809694"/>
                  </a:lnTo>
                  <a:lnTo>
                    <a:pt x="277766" y="806917"/>
                  </a:lnTo>
                  <a:lnTo>
                    <a:pt x="345274" y="806018"/>
                  </a:lnTo>
                  <a:lnTo>
                    <a:pt x="405180" y="806241"/>
                  </a:lnTo>
                  <a:lnTo>
                    <a:pt x="450101" y="808184"/>
                  </a:lnTo>
                  <a:lnTo>
                    <a:pt x="500360" y="809152"/>
                  </a:lnTo>
                  <a:lnTo>
                    <a:pt x="531545" y="801488"/>
                  </a:lnTo>
                  <a:lnTo>
                    <a:pt x="547866" y="785108"/>
                  </a:lnTo>
                  <a:lnTo>
                    <a:pt x="553532" y="759924"/>
                  </a:lnTo>
                  <a:lnTo>
                    <a:pt x="554130" y="729304"/>
                  </a:lnTo>
                  <a:lnTo>
                    <a:pt x="553860" y="682019"/>
                  </a:lnTo>
                  <a:lnTo>
                    <a:pt x="552332" y="568057"/>
                  </a:lnTo>
                  <a:lnTo>
                    <a:pt x="551886" y="516681"/>
                  </a:lnTo>
                  <a:lnTo>
                    <a:pt x="552192" y="479241"/>
                  </a:lnTo>
                  <a:lnTo>
                    <a:pt x="553420" y="441310"/>
                  </a:lnTo>
                  <a:lnTo>
                    <a:pt x="555930" y="385234"/>
                  </a:lnTo>
                  <a:lnTo>
                    <a:pt x="572359" y="62291"/>
                  </a:lnTo>
                  <a:lnTo>
                    <a:pt x="389600" y="0"/>
                  </a:lnTo>
                  <a:close/>
                </a:path>
              </a:pathLst>
            </a:custGeom>
            <a:solidFill>
              <a:srgbClr val="3D3B3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2" name="object 692" descr=""/>
          <p:cNvGrpSpPr/>
          <p:nvPr/>
        </p:nvGrpSpPr>
        <p:grpSpPr>
          <a:xfrm>
            <a:off x="8416456" y="6581727"/>
            <a:ext cx="447040" cy="842010"/>
            <a:chOff x="8416456" y="6581727"/>
            <a:chExt cx="447040" cy="842010"/>
          </a:xfrm>
        </p:grpSpPr>
        <p:sp>
          <p:nvSpPr>
            <p:cNvPr id="693" name="object 693" descr=""/>
            <p:cNvSpPr/>
            <p:nvPr/>
          </p:nvSpPr>
          <p:spPr>
            <a:xfrm>
              <a:off x="8447311" y="7314116"/>
              <a:ext cx="390525" cy="109220"/>
            </a:xfrm>
            <a:custGeom>
              <a:avLst/>
              <a:gdLst/>
              <a:ahLst/>
              <a:cxnLst/>
              <a:rect l="l" t="t" r="r" b="b"/>
              <a:pathLst>
                <a:path w="390525" h="109220">
                  <a:moveTo>
                    <a:pt x="130658" y="0"/>
                  </a:moveTo>
                  <a:lnTo>
                    <a:pt x="68496" y="11520"/>
                  </a:lnTo>
                  <a:lnTo>
                    <a:pt x="1217" y="44882"/>
                  </a:lnTo>
                  <a:lnTo>
                    <a:pt x="304" y="68051"/>
                  </a:lnTo>
                  <a:lnTo>
                    <a:pt x="0" y="80555"/>
                  </a:lnTo>
                  <a:lnTo>
                    <a:pt x="304" y="86695"/>
                  </a:lnTo>
                  <a:lnTo>
                    <a:pt x="47140" y="98949"/>
                  </a:lnTo>
                  <a:lnTo>
                    <a:pt x="95842" y="103901"/>
                  </a:lnTo>
                  <a:lnTo>
                    <a:pt x="154780" y="107744"/>
                  </a:lnTo>
                  <a:lnTo>
                    <a:pt x="218761" y="109212"/>
                  </a:lnTo>
                  <a:lnTo>
                    <a:pt x="282591" y="107043"/>
                  </a:lnTo>
                  <a:lnTo>
                    <a:pt x="341077" y="99972"/>
                  </a:lnTo>
                  <a:lnTo>
                    <a:pt x="389027" y="86734"/>
                  </a:lnTo>
                  <a:lnTo>
                    <a:pt x="390092" y="78750"/>
                  </a:lnTo>
                  <a:lnTo>
                    <a:pt x="387679" y="63136"/>
                  </a:lnTo>
                  <a:lnTo>
                    <a:pt x="384350" y="47897"/>
                  </a:lnTo>
                  <a:lnTo>
                    <a:pt x="382671" y="41039"/>
                  </a:lnTo>
                  <a:lnTo>
                    <a:pt x="223462" y="9959"/>
                  </a:lnTo>
                  <a:lnTo>
                    <a:pt x="130658" y="0"/>
                  </a:lnTo>
                  <a:close/>
                </a:path>
              </a:pathLst>
            </a:custGeom>
            <a:solidFill>
              <a:srgbClr val="29282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4" name="object 694" descr=""/>
            <p:cNvSpPr/>
            <p:nvPr/>
          </p:nvSpPr>
          <p:spPr>
            <a:xfrm>
              <a:off x="8416456" y="6581727"/>
              <a:ext cx="447040" cy="811530"/>
            </a:xfrm>
            <a:custGeom>
              <a:avLst/>
              <a:gdLst/>
              <a:ahLst/>
              <a:cxnLst/>
              <a:rect l="l" t="t" r="r" b="b"/>
              <a:pathLst>
                <a:path w="447040" h="811529">
                  <a:moveTo>
                    <a:pt x="328964" y="0"/>
                  </a:moveTo>
                  <a:lnTo>
                    <a:pt x="172288" y="31548"/>
                  </a:lnTo>
                  <a:lnTo>
                    <a:pt x="113899" y="51129"/>
                  </a:lnTo>
                  <a:lnTo>
                    <a:pt x="38841" y="176290"/>
                  </a:lnTo>
                  <a:lnTo>
                    <a:pt x="9397" y="242055"/>
                  </a:lnTo>
                  <a:lnTo>
                    <a:pt x="0" y="284575"/>
                  </a:lnTo>
                  <a:lnTo>
                    <a:pt x="1686" y="328838"/>
                  </a:lnTo>
                  <a:lnTo>
                    <a:pt x="7528" y="419388"/>
                  </a:lnTo>
                  <a:lnTo>
                    <a:pt x="10251" y="497671"/>
                  </a:lnTo>
                  <a:lnTo>
                    <a:pt x="10710" y="564534"/>
                  </a:lnTo>
                  <a:lnTo>
                    <a:pt x="9756" y="620827"/>
                  </a:lnTo>
                  <a:lnTo>
                    <a:pt x="7029" y="705095"/>
                  </a:lnTo>
                  <a:lnTo>
                    <a:pt x="6961" y="734767"/>
                  </a:lnTo>
                  <a:lnTo>
                    <a:pt x="13686" y="773431"/>
                  </a:lnTo>
                  <a:lnTo>
                    <a:pt x="55227" y="806431"/>
                  </a:lnTo>
                  <a:lnTo>
                    <a:pt x="93952" y="811167"/>
                  </a:lnTo>
                  <a:lnTo>
                    <a:pt x="148529" y="807487"/>
                  </a:lnTo>
                  <a:lnTo>
                    <a:pt x="221868" y="794960"/>
                  </a:lnTo>
                  <a:lnTo>
                    <a:pt x="309463" y="782253"/>
                  </a:lnTo>
                  <a:lnTo>
                    <a:pt x="367641" y="779858"/>
                  </a:lnTo>
                  <a:lnTo>
                    <a:pt x="423432" y="764018"/>
                  </a:lnTo>
                  <a:lnTo>
                    <a:pt x="433540" y="715460"/>
                  </a:lnTo>
                  <a:lnTo>
                    <a:pt x="437920" y="671116"/>
                  </a:lnTo>
                  <a:lnTo>
                    <a:pt x="441606" y="617215"/>
                  </a:lnTo>
                  <a:lnTo>
                    <a:pt x="444415" y="556624"/>
                  </a:lnTo>
                  <a:lnTo>
                    <a:pt x="446166" y="492208"/>
                  </a:lnTo>
                  <a:lnTo>
                    <a:pt x="446673" y="426834"/>
                  </a:lnTo>
                  <a:lnTo>
                    <a:pt x="445755" y="363366"/>
                  </a:lnTo>
                  <a:lnTo>
                    <a:pt x="443228" y="304671"/>
                  </a:lnTo>
                  <a:lnTo>
                    <a:pt x="438909" y="253614"/>
                  </a:lnTo>
                  <a:lnTo>
                    <a:pt x="432615" y="213061"/>
                  </a:lnTo>
                  <a:lnTo>
                    <a:pt x="405063" y="126638"/>
                  </a:lnTo>
                  <a:lnTo>
                    <a:pt x="370695" y="59301"/>
                  </a:lnTo>
                  <a:lnTo>
                    <a:pt x="341374" y="15580"/>
                  </a:lnTo>
                  <a:lnTo>
                    <a:pt x="328964" y="0"/>
                  </a:lnTo>
                  <a:close/>
                </a:path>
              </a:pathLst>
            </a:custGeom>
            <a:solidFill>
              <a:srgbClr val="3D3B3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95" name="object 695" descr="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8607135" y="7561269"/>
            <a:ext cx="115629" cy="69069"/>
          </a:xfrm>
          <a:prstGeom prst="rect">
            <a:avLst/>
          </a:prstGeom>
        </p:spPr>
      </p:pic>
      <p:sp>
        <p:nvSpPr>
          <p:cNvPr id="696" name="object 696" descr=""/>
          <p:cNvSpPr/>
          <p:nvPr/>
        </p:nvSpPr>
        <p:spPr>
          <a:xfrm>
            <a:off x="8549627" y="6622815"/>
            <a:ext cx="237490" cy="977900"/>
          </a:xfrm>
          <a:custGeom>
            <a:avLst/>
            <a:gdLst/>
            <a:ahLst/>
            <a:cxnLst/>
            <a:rect l="l" t="t" r="r" b="b"/>
            <a:pathLst>
              <a:path w="237490" h="977900">
                <a:moveTo>
                  <a:pt x="237350" y="762025"/>
                </a:moveTo>
                <a:lnTo>
                  <a:pt x="231648" y="662279"/>
                </a:lnTo>
                <a:lnTo>
                  <a:pt x="218071" y="484174"/>
                </a:lnTo>
                <a:lnTo>
                  <a:pt x="220611" y="406387"/>
                </a:lnTo>
                <a:lnTo>
                  <a:pt x="221754" y="352907"/>
                </a:lnTo>
                <a:lnTo>
                  <a:pt x="225145" y="234899"/>
                </a:lnTo>
                <a:lnTo>
                  <a:pt x="225983" y="176530"/>
                </a:lnTo>
                <a:lnTo>
                  <a:pt x="225285" y="122694"/>
                </a:lnTo>
                <a:lnTo>
                  <a:pt x="222364" y="76454"/>
                </a:lnTo>
                <a:lnTo>
                  <a:pt x="206971" y="19100"/>
                </a:lnTo>
                <a:lnTo>
                  <a:pt x="144538" y="0"/>
                </a:lnTo>
                <a:lnTo>
                  <a:pt x="100838" y="5689"/>
                </a:lnTo>
                <a:lnTo>
                  <a:pt x="58889" y="23253"/>
                </a:lnTo>
                <a:lnTo>
                  <a:pt x="26263" y="54013"/>
                </a:lnTo>
                <a:lnTo>
                  <a:pt x="10502" y="99250"/>
                </a:lnTo>
                <a:lnTo>
                  <a:pt x="6451" y="175336"/>
                </a:lnTo>
                <a:lnTo>
                  <a:pt x="4826" y="230898"/>
                </a:lnTo>
                <a:lnTo>
                  <a:pt x="3822" y="292468"/>
                </a:lnTo>
                <a:lnTo>
                  <a:pt x="3733" y="355790"/>
                </a:lnTo>
                <a:lnTo>
                  <a:pt x="4838" y="416610"/>
                </a:lnTo>
                <a:lnTo>
                  <a:pt x="7416" y="470674"/>
                </a:lnTo>
                <a:lnTo>
                  <a:pt x="10668" y="503212"/>
                </a:lnTo>
                <a:lnTo>
                  <a:pt x="10502" y="504342"/>
                </a:lnTo>
                <a:lnTo>
                  <a:pt x="9906" y="528586"/>
                </a:lnTo>
                <a:lnTo>
                  <a:pt x="4876" y="615061"/>
                </a:lnTo>
                <a:lnTo>
                  <a:pt x="2070" y="670521"/>
                </a:lnTo>
                <a:lnTo>
                  <a:pt x="177" y="729627"/>
                </a:lnTo>
                <a:lnTo>
                  <a:pt x="0" y="789012"/>
                </a:lnTo>
                <a:lnTo>
                  <a:pt x="2362" y="845286"/>
                </a:lnTo>
                <a:lnTo>
                  <a:pt x="8077" y="895070"/>
                </a:lnTo>
                <a:lnTo>
                  <a:pt x="17983" y="935012"/>
                </a:lnTo>
                <a:lnTo>
                  <a:pt x="59055" y="972248"/>
                </a:lnTo>
                <a:lnTo>
                  <a:pt x="102565" y="977290"/>
                </a:lnTo>
                <a:lnTo>
                  <a:pt x="149009" y="977684"/>
                </a:lnTo>
                <a:lnTo>
                  <a:pt x="183984" y="974318"/>
                </a:lnTo>
                <a:lnTo>
                  <a:pt x="216903" y="933691"/>
                </a:lnTo>
                <a:lnTo>
                  <a:pt x="229400" y="871740"/>
                </a:lnTo>
                <a:lnTo>
                  <a:pt x="236245" y="819734"/>
                </a:lnTo>
                <a:lnTo>
                  <a:pt x="237350" y="762025"/>
                </a:lnTo>
                <a:close/>
              </a:path>
            </a:pathLst>
          </a:custGeom>
          <a:solidFill>
            <a:srgbClr val="36343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97" name="object 697" descr=""/>
          <p:cNvGrpSpPr/>
          <p:nvPr/>
        </p:nvGrpSpPr>
        <p:grpSpPr>
          <a:xfrm>
            <a:off x="4528380" y="7839019"/>
            <a:ext cx="335280" cy="852805"/>
            <a:chOff x="4528380" y="7839019"/>
            <a:chExt cx="335280" cy="852805"/>
          </a:xfrm>
        </p:grpSpPr>
        <p:sp>
          <p:nvSpPr>
            <p:cNvPr id="698" name="object 698" descr=""/>
            <p:cNvSpPr/>
            <p:nvPr/>
          </p:nvSpPr>
          <p:spPr>
            <a:xfrm>
              <a:off x="4648174" y="7901374"/>
              <a:ext cx="215265" cy="676910"/>
            </a:xfrm>
            <a:custGeom>
              <a:avLst/>
              <a:gdLst/>
              <a:ahLst/>
              <a:cxnLst/>
              <a:rect l="l" t="t" r="r" b="b"/>
              <a:pathLst>
                <a:path w="215264" h="676909">
                  <a:moveTo>
                    <a:pt x="215252" y="522541"/>
                  </a:moveTo>
                  <a:lnTo>
                    <a:pt x="214350" y="503199"/>
                  </a:lnTo>
                  <a:lnTo>
                    <a:pt x="210947" y="484568"/>
                  </a:lnTo>
                  <a:lnTo>
                    <a:pt x="205333" y="470052"/>
                  </a:lnTo>
                  <a:lnTo>
                    <a:pt x="200342" y="460971"/>
                  </a:lnTo>
                  <a:lnTo>
                    <a:pt x="198348" y="453999"/>
                  </a:lnTo>
                  <a:lnTo>
                    <a:pt x="199085" y="445579"/>
                  </a:lnTo>
                  <a:lnTo>
                    <a:pt x="202247" y="432181"/>
                  </a:lnTo>
                  <a:lnTo>
                    <a:pt x="201904" y="431228"/>
                  </a:lnTo>
                  <a:lnTo>
                    <a:pt x="209588" y="417969"/>
                  </a:lnTo>
                  <a:lnTo>
                    <a:pt x="213334" y="400469"/>
                  </a:lnTo>
                  <a:lnTo>
                    <a:pt x="211315" y="389064"/>
                  </a:lnTo>
                  <a:lnTo>
                    <a:pt x="205752" y="379222"/>
                  </a:lnTo>
                  <a:lnTo>
                    <a:pt x="198894" y="366191"/>
                  </a:lnTo>
                  <a:lnTo>
                    <a:pt x="194144" y="350901"/>
                  </a:lnTo>
                  <a:lnTo>
                    <a:pt x="194957" y="334289"/>
                  </a:lnTo>
                  <a:lnTo>
                    <a:pt x="197688" y="318338"/>
                  </a:lnTo>
                  <a:lnTo>
                    <a:pt x="196024" y="302856"/>
                  </a:lnTo>
                  <a:lnTo>
                    <a:pt x="189382" y="285496"/>
                  </a:lnTo>
                  <a:lnTo>
                    <a:pt x="177139" y="263880"/>
                  </a:lnTo>
                  <a:lnTo>
                    <a:pt x="165061" y="229933"/>
                  </a:lnTo>
                  <a:lnTo>
                    <a:pt x="137350" y="112903"/>
                  </a:lnTo>
                  <a:lnTo>
                    <a:pt x="118922" y="54432"/>
                  </a:lnTo>
                  <a:lnTo>
                    <a:pt x="95580" y="12395"/>
                  </a:lnTo>
                  <a:lnTo>
                    <a:pt x="71666" y="0"/>
                  </a:lnTo>
                  <a:lnTo>
                    <a:pt x="51054" y="14363"/>
                  </a:lnTo>
                  <a:lnTo>
                    <a:pt x="20167" y="86410"/>
                  </a:lnTo>
                  <a:lnTo>
                    <a:pt x="10147" y="125590"/>
                  </a:lnTo>
                  <a:lnTo>
                    <a:pt x="749" y="189636"/>
                  </a:lnTo>
                  <a:lnTo>
                    <a:pt x="0" y="245922"/>
                  </a:lnTo>
                  <a:lnTo>
                    <a:pt x="1562" y="312127"/>
                  </a:lnTo>
                  <a:lnTo>
                    <a:pt x="5346" y="376974"/>
                  </a:lnTo>
                  <a:lnTo>
                    <a:pt x="11277" y="429183"/>
                  </a:lnTo>
                  <a:lnTo>
                    <a:pt x="19265" y="457454"/>
                  </a:lnTo>
                  <a:lnTo>
                    <a:pt x="26517" y="508101"/>
                  </a:lnTo>
                  <a:lnTo>
                    <a:pt x="39547" y="565632"/>
                  </a:lnTo>
                  <a:lnTo>
                    <a:pt x="55067" y="619785"/>
                  </a:lnTo>
                  <a:lnTo>
                    <a:pt x="69799" y="660260"/>
                  </a:lnTo>
                  <a:lnTo>
                    <a:pt x="80454" y="676757"/>
                  </a:lnTo>
                  <a:lnTo>
                    <a:pt x="102984" y="672973"/>
                  </a:lnTo>
                  <a:lnTo>
                    <a:pt x="140830" y="661009"/>
                  </a:lnTo>
                  <a:lnTo>
                    <a:pt x="177507" y="643978"/>
                  </a:lnTo>
                  <a:lnTo>
                    <a:pt x="201180" y="603669"/>
                  </a:lnTo>
                  <a:lnTo>
                    <a:pt x="209689" y="557022"/>
                  </a:lnTo>
                  <a:lnTo>
                    <a:pt x="213347" y="539178"/>
                  </a:lnTo>
                  <a:lnTo>
                    <a:pt x="215252" y="522541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9" name="object 699" descr=""/>
            <p:cNvPicPr/>
            <p:nvPr/>
          </p:nvPicPr>
          <p:blipFill>
            <a:blip r:embed="rId134" cstate="print"/>
            <a:stretch>
              <a:fillRect/>
            </a:stretch>
          </p:blipFill>
          <p:spPr>
            <a:xfrm>
              <a:off x="4696315" y="8499067"/>
              <a:ext cx="154728" cy="90918"/>
            </a:xfrm>
            <a:prstGeom prst="rect">
              <a:avLst/>
            </a:prstGeom>
          </p:spPr>
        </p:pic>
        <p:sp>
          <p:nvSpPr>
            <p:cNvPr id="700" name="object 700" descr=""/>
            <p:cNvSpPr/>
            <p:nvPr/>
          </p:nvSpPr>
          <p:spPr>
            <a:xfrm>
              <a:off x="4528380" y="7839019"/>
              <a:ext cx="221615" cy="852805"/>
            </a:xfrm>
            <a:custGeom>
              <a:avLst/>
              <a:gdLst/>
              <a:ahLst/>
              <a:cxnLst/>
              <a:rect l="l" t="t" r="r" b="b"/>
              <a:pathLst>
                <a:path w="221614" h="852804">
                  <a:moveTo>
                    <a:pt x="76892" y="0"/>
                  </a:moveTo>
                  <a:lnTo>
                    <a:pt x="14308" y="247615"/>
                  </a:lnTo>
                  <a:lnTo>
                    <a:pt x="13585" y="278089"/>
                  </a:lnTo>
                  <a:lnTo>
                    <a:pt x="11495" y="351193"/>
                  </a:lnTo>
                  <a:lnTo>
                    <a:pt x="8155" y="439454"/>
                  </a:lnTo>
                  <a:lnTo>
                    <a:pt x="3680" y="515397"/>
                  </a:lnTo>
                  <a:lnTo>
                    <a:pt x="108" y="564671"/>
                  </a:lnTo>
                  <a:lnTo>
                    <a:pt x="0" y="606492"/>
                  </a:lnTo>
                  <a:lnTo>
                    <a:pt x="4328" y="663716"/>
                  </a:lnTo>
                  <a:lnTo>
                    <a:pt x="14067" y="759202"/>
                  </a:lnTo>
                  <a:lnTo>
                    <a:pt x="46186" y="789193"/>
                  </a:lnTo>
                  <a:lnTo>
                    <a:pt x="91390" y="817920"/>
                  </a:lnTo>
                  <a:lnTo>
                    <a:pt x="138350" y="840570"/>
                  </a:lnTo>
                  <a:lnTo>
                    <a:pt x="175736" y="852332"/>
                  </a:lnTo>
                  <a:lnTo>
                    <a:pt x="192219" y="848393"/>
                  </a:lnTo>
                  <a:lnTo>
                    <a:pt x="197715" y="769692"/>
                  </a:lnTo>
                  <a:lnTo>
                    <a:pt x="199266" y="710768"/>
                  </a:lnTo>
                  <a:lnTo>
                    <a:pt x="200166" y="644882"/>
                  </a:lnTo>
                  <a:lnTo>
                    <a:pt x="200527" y="576602"/>
                  </a:lnTo>
                  <a:lnTo>
                    <a:pt x="200459" y="510492"/>
                  </a:lnTo>
                  <a:lnTo>
                    <a:pt x="200074" y="451121"/>
                  </a:lnTo>
                  <a:lnTo>
                    <a:pt x="199482" y="403054"/>
                  </a:lnTo>
                  <a:lnTo>
                    <a:pt x="198794" y="370857"/>
                  </a:lnTo>
                  <a:lnTo>
                    <a:pt x="201139" y="325254"/>
                  </a:lnTo>
                  <a:lnTo>
                    <a:pt x="208415" y="289818"/>
                  </a:lnTo>
                  <a:lnTo>
                    <a:pt x="216276" y="263146"/>
                  </a:lnTo>
                  <a:lnTo>
                    <a:pt x="220375" y="243835"/>
                  </a:lnTo>
                  <a:lnTo>
                    <a:pt x="220944" y="229335"/>
                  </a:lnTo>
                  <a:lnTo>
                    <a:pt x="221197" y="208370"/>
                  </a:lnTo>
                  <a:lnTo>
                    <a:pt x="220982" y="88971"/>
                  </a:lnTo>
                  <a:lnTo>
                    <a:pt x="196899" y="53233"/>
                  </a:lnTo>
                  <a:lnTo>
                    <a:pt x="135446" y="22247"/>
                  </a:lnTo>
                  <a:lnTo>
                    <a:pt x="76892" y="0"/>
                  </a:lnTo>
                  <a:close/>
                </a:path>
              </a:pathLst>
            </a:custGeom>
            <a:solidFill>
              <a:srgbClr val="3193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1" name="object 701" descr=""/>
            <p:cNvSpPr/>
            <p:nvPr/>
          </p:nvSpPr>
          <p:spPr>
            <a:xfrm>
              <a:off x="4554223" y="8048277"/>
              <a:ext cx="147320" cy="71120"/>
            </a:xfrm>
            <a:custGeom>
              <a:avLst/>
              <a:gdLst/>
              <a:ahLst/>
              <a:cxnLst/>
              <a:rect l="l" t="t" r="r" b="b"/>
              <a:pathLst>
                <a:path w="147320" h="71120">
                  <a:moveTo>
                    <a:pt x="0" y="0"/>
                  </a:moveTo>
                  <a:lnTo>
                    <a:pt x="17645" y="43022"/>
                  </a:lnTo>
                  <a:lnTo>
                    <a:pt x="64281" y="65379"/>
                  </a:lnTo>
                  <a:lnTo>
                    <a:pt x="76741" y="70866"/>
                  </a:lnTo>
                  <a:lnTo>
                    <a:pt x="88540" y="68662"/>
                  </a:lnTo>
                  <a:lnTo>
                    <a:pt x="130833" y="53672"/>
                  </a:lnTo>
                  <a:lnTo>
                    <a:pt x="147178" y="16858"/>
                  </a:lnTo>
                  <a:lnTo>
                    <a:pt x="125071" y="14709"/>
                  </a:lnTo>
                  <a:lnTo>
                    <a:pt x="102371" y="12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2" name="object 702" descr=""/>
            <p:cNvSpPr/>
            <p:nvPr/>
          </p:nvSpPr>
          <p:spPr>
            <a:xfrm>
              <a:off x="4624044" y="8085710"/>
              <a:ext cx="22860" cy="21590"/>
            </a:xfrm>
            <a:custGeom>
              <a:avLst/>
              <a:gdLst/>
              <a:ahLst/>
              <a:cxnLst/>
              <a:rect l="l" t="t" r="r" b="b"/>
              <a:pathLst>
                <a:path w="22860" h="21590">
                  <a:moveTo>
                    <a:pt x="17423" y="0"/>
                  </a:moveTo>
                  <a:lnTo>
                    <a:pt x="11319" y="240"/>
                  </a:lnTo>
                  <a:lnTo>
                    <a:pt x="5172" y="492"/>
                  </a:lnTo>
                  <a:lnTo>
                    <a:pt x="0" y="4690"/>
                  </a:lnTo>
                  <a:lnTo>
                    <a:pt x="0" y="16219"/>
                  </a:lnTo>
                  <a:lnTo>
                    <a:pt x="5204" y="21297"/>
                  </a:lnTo>
                  <a:lnTo>
                    <a:pt x="17444" y="20805"/>
                  </a:lnTo>
                  <a:lnTo>
                    <a:pt x="22627" y="16606"/>
                  </a:lnTo>
                  <a:lnTo>
                    <a:pt x="22627" y="5057"/>
                  </a:lnTo>
                  <a:lnTo>
                    <a:pt x="17423" y="0"/>
                  </a:lnTo>
                  <a:close/>
                </a:path>
              </a:pathLst>
            </a:custGeom>
            <a:solidFill>
              <a:srgbClr val="76B8D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3" name="object 703" descr=""/>
          <p:cNvGrpSpPr/>
          <p:nvPr/>
        </p:nvGrpSpPr>
        <p:grpSpPr>
          <a:xfrm>
            <a:off x="4101616" y="7816064"/>
            <a:ext cx="324485" cy="878205"/>
            <a:chOff x="4101616" y="7816064"/>
            <a:chExt cx="324485" cy="878205"/>
          </a:xfrm>
        </p:grpSpPr>
        <p:sp>
          <p:nvSpPr>
            <p:cNvPr id="704" name="object 704" descr=""/>
            <p:cNvSpPr/>
            <p:nvPr/>
          </p:nvSpPr>
          <p:spPr>
            <a:xfrm>
              <a:off x="4101605" y="7941888"/>
              <a:ext cx="215265" cy="636270"/>
            </a:xfrm>
            <a:custGeom>
              <a:avLst/>
              <a:gdLst/>
              <a:ahLst/>
              <a:cxnLst/>
              <a:rect l="l" t="t" r="r" b="b"/>
              <a:pathLst>
                <a:path w="215264" h="636270">
                  <a:moveTo>
                    <a:pt x="215252" y="205409"/>
                  </a:moveTo>
                  <a:lnTo>
                    <a:pt x="214503" y="149123"/>
                  </a:lnTo>
                  <a:lnTo>
                    <a:pt x="193840" y="74129"/>
                  </a:lnTo>
                  <a:lnTo>
                    <a:pt x="161442" y="29641"/>
                  </a:lnTo>
                  <a:lnTo>
                    <a:pt x="124917" y="0"/>
                  </a:lnTo>
                  <a:lnTo>
                    <a:pt x="95021" y="4660"/>
                  </a:lnTo>
                  <a:lnTo>
                    <a:pt x="73558" y="112725"/>
                  </a:lnTo>
                  <a:lnTo>
                    <a:pt x="60464" y="171526"/>
                  </a:lnTo>
                  <a:lnTo>
                    <a:pt x="50431" y="201574"/>
                  </a:lnTo>
                  <a:lnTo>
                    <a:pt x="25869" y="244983"/>
                  </a:lnTo>
                  <a:lnTo>
                    <a:pt x="19227" y="262343"/>
                  </a:lnTo>
                  <a:lnTo>
                    <a:pt x="17576" y="277825"/>
                  </a:lnTo>
                  <a:lnTo>
                    <a:pt x="20307" y="293776"/>
                  </a:lnTo>
                  <a:lnTo>
                    <a:pt x="21107" y="310388"/>
                  </a:lnTo>
                  <a:lnTo>
                    <a:pt x="16370" y="325678"/>
                  </a:lnTo>
                  <a:lnTo>
                    <a:pt x="9499" y="338709"/>
                  </a:lnTo>
                  <a:lnTo>
                    <a:pt x="3937" y="348551"/>
                  </a:lnTo>
                  <a:lnTo>
                    <a:pt x="1917" y="359956"/>
                  </a:lnTo>
                  <a:lnTo>
                    <a:pt x="5676" y="377456"/>
                  </a:lnTo>
                  <a:lnTo>
                    <a:pt x="13335" y="390690"/>
                  </a:lnTo>
                  <a:lnTo>
                    <a:pt x="12992" y="391668"/>
                  </a:lnTo>
                  <a:lnTo>
                    <a:pt x="16167" y="405066"/>
                  </a:lnTo>
                  <a:lnTo>
                    <a:pt x="16903" y="413486"/>
                  </a:lnTo>
                  <a:lnTo>
                    <a:pt x="14909" y="420458"/>
                  </a:lnTo>
                  <a:lnTo>
                    <a:pt x="9918" y="429539"/>
                  </a:lnTo>
                  <a:lnTo>
                    <a:pt x="4318" y="444055"/>
                  </a:lnTo>
                  <a:lnTo>
                    <a:pt x="901" y="462686"/>
                  </a:lnTo>
                  <a:lnTo>
                    <a:pt x="0" y="482028"/>
                  </a:lnTo>
                  <a:lnTo>
                    <a:pt x="1905" y="498665"/>
                  </a:lnTo>
                  <a:lnTo>
                    <a:pt x="5575" y="516509"/>
                  </a:lnTo>
                  <a:lnTo>
                    <a:pt x="14084" y="563156"/>
                  </a:lnTo>
                  <a:lnTo>
                    <a:pt x="37744" y="603465"/>
                  </a:lnTo>
                  <a:lnTo>
                    <a:pt x="74422" y="620496"/>
                  </a:lnTo>
                  <a:lnTo>
                    <a:pt x="112268" y="632460"/>
                  </a:lnTo>
                  <a:lnTo>
                    <a:pt x="134810" y="636244"/>
                  </a:lnTo>
                  <a:lnTo>
                    <a:pt x="145453" y="619747"/>
                  </a:lnTo>
                  <a:lnTo>
                    <a:pt x="160185" y="579272"/>
                  </a:lnTo>
                  <a:lnTo>
                    <a:pt x="175704" y="525119"/>
                  </a:lnTo>
                  <a:lnTo>
                    <a:pt x="188734" y="467588"/>
                  </a:lnTo>
                  <a:lnTo>
                    <a:pt x="195986" y="416953"/>
                  </a:lnTo>
                  <a:lnTo>
                    <a:pt x="203987" y="388670"/>
                  </a:lnTo>
                  <a:lnTo>
                    <a:pt x="209918" y="336473"/>
                  </a:lnTo>
                  <a:lnTo>
                    <a:pt x="213702" y="271627"/>
                  </a:lnTo>
                  <a:lnTo>
                    <a:pt x="215252" y="205409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5" name="object 705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4114003" y="8499068"/>
              <a:ext cx="154728" cy="90918"/>
            </a:xfrm>
            <a:prstGeom prst="rect">
              <a:avLst/>
            </a:prstGeom>
          </p:spPr>
        </p:pic>
        <p:sp>
          <p:nvSpPr>
            <p:cNvPr id="706" name="object 706" descr=""/>
            <p:cNvSpPr/>
            <p:nvPr/>
          </p:nvSpPr>
          <p:spPr>
            <a:xfrm>
              <a:off x="4196627" y="7841741"/>
              <a:ext cx="229235" cy="852169"/>
            </a:xfrm>
            <a:custGeom>
              <a:avLst/>
              <a:gdLst/>
              <a:ahLst/>
              <a:cxnLst/>
              <a:rect l="l" t="t" r="r" b="b"/>
              <a:pathLst>
                <a:path w="229235" h="852170">
                  <a:moveTo>
                    <a:pt x="145859" y="0"/>
                  </a:moveTo>
                  <a:lnTo>
                    <a:pt x="90501" y="24032"/>
                  </a:lnTo>
                  <a:lnTo>
                    <a:pt x="44117" y="46896"/>
                  </a:lnTo>
                  <a:lnTo>
                    <a:pt x="6744" y="87797"/>
                  </a:lnTo>
                  <a:lnTo>
                    <a:pt x="0" y="104792"/>
                  </a:lnTo>
                  <a:lnTo>
                    <a:pt x="9003" y="206184"/>
                  </a:lnTo>
                  <a:lnTo>
                    <a:pt x="10411" y="224869"/>
                  </a:lnTo>
                  <a:lnTo>
                    <a:pt x="11151" y="238987"/>
                  </a:lnTo>
                  <a:lnTo>
                    <a:pt x="15177" y="258229"/>
                  </a:lnTo>
                  <a:lnTo>
                    <a:pt x="22908" y="284798"/>
                  </a:lnTo>
                  <a:lnTo>
                    <a:pt x="30065" y="320095"/>
                  </a:lnTo>
                  <a:lnTo>
                    <a:pt x="32365" y="365517"/>
                  </a:lnTo>
                  <a:lnTo>
                    <a:pt x="32385" y="399146"/>
                  </a:lnTo>
                  <a:lnTo>
                    <a:pt x="33619" y="450954"/>
                  </a:lnTo>
                  <a:lnTo>
                    <a:pt x="35753" y="515267"/>
                  </a:lnTo>
                  <a:lnTo>
                    <a:pt x="38472" y="586412"/>
                  </a:lnTo>
                  <a:lnTo>
                    <a:pt x="44415" y="726506"/>
                  </a:lnTo>
                  <a:lnTo>
                    <a:pt x="49883" y="846058"/>
                  </a:lnTo>
                  <a:lnTo>
                    <a:pt x="63300" y="851997"/>
                  </a:lnTo>
                  <a:lnTo>
                    <a:pt x="96290" y="843889"/>
                  </a:lnTo>
                  <a:lnTo>
                    <a:pt x="139824" y="823572"/>
                  </a:lnTo>
                  <a:lnTo>
                    <a:pt x="184874" y="792887"/>
                  </a:lnTo>
                  <a:lnTo>
                    <a:pt x="222412" y="753673"/>
                  </a:lnTo>
                  <a:lnTo>
                    <a:pt x="227170" y="657787"/>
                  </a:lnTo>
                  <a:lnTo>
                    <a:pt x="228952" y="600387"/>
                  </a:lnTo>
                  <a:lnTo>
                    <a:pt x="227932" y="558580"/>
                  </a:lnTo>
                  <a:lnTo>
                    <a:pt x="224286" y="509471"/>
                  </a:lnTo>
                  <a:lnTo>
                    <a:pt x="219888" y="433833"/>
                  </a:lnTo>
                  <a:lnTo>
                    <a:pt x="216603" y="345927"/>
                  </a:lnTo>
                  <a:lnTo>
                    <a:pt x="213836" y="242767"/>
                  </a:lnTo>
                  <a:lnTo>
                    <a:pt x="145859" y="0"/>
                  </a:lnTo>
                  <a:close/>
                </a:path>
              </a:pathLst>
            </a:custGeom>
            <a:solidFill>
              <a:srgbClr val="3193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 descr=""/>
            <p:cNvSpPr/>
            <p:nvPr/>
          </p:nvSpPr>
          <p:spPr>
            <a:xfrm>
              <a:off x="4314695" y="7816064"/>
              <a:ext cx="95885" cy="268605"/>
            </a:xfrm>
            <a:custGeom>
              <a:avLst/>
              <a:gdLst/>
              <a:ahLst/>
              <a:cxnLst/>
              <a:rect l="l" t="t" r="r" b="b"/>
              <a:pathLst>
                <a:path w="95885" h="268604">
                  <a:moveTo>
                    <a:pt x="75547" y="0"/>
                  </a:moveTo>
                  <a:lnTo>
                    <a:pt x="35457" y="14597"/>
                  </a:lnTo>
                  <a:lnTo>
                    <a:pt x="10161" y="91391"/>
                  </a:lnTo>
                  <a:lnTo>
                    <a:pt x="3038" y="135432"/>
                  </a:lnTo>
                  <a:lnTo>
                    <a:pt x="0" y="155220"/>
                  </a:lnTo>
                  <a:lnTo>
                    <a:pt x="31886" y="140785"/>
                  </a:lnTo>
                  <a:lnTo>
                    <a:pt x="48550" y="134803"/>
                  </a:lnTo>
                  <a:lnTo>
                    <a:pt x="55426" y="136221"/>
                  </a:lnTo>
                  <a:lnTo>
                    <a:pt x="57945" y="143985"/>
                  </a:lnTo>
                  <a:lnTo>
                    <a:pt x="66382" y="175846"/>
                  </a:lnTo>
                  <a:lnTo>
                    <a:pt x="79102" y="217252"/>
                  </a:lnTo>
                  <a:lnTo>
                    <a:pt x="95766" y="268452"/>
                  </a:lnTo>
                  <a:lnTo>
                    <a:pt x="82993" y="118866"/>
                  </a:lnTo>
                  <a:lnTo>
                    <a:pt x="76629" y="41040"/>
                  </a:lnTo>
                  <a:lnTo>
                    <a:pt x="74779" y="9807"/>
                  </a:lnTo>
                  <a:lnTo>
                    <a:pt x="75547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8" name="object 708" descr=""/>
          <p:cNvSpPr/>
          <p:nvPr/>
        </p:nvSpPr>
        <p:spPr>
          <a:xfrm>
            <a:off x="4542625" y="7816064"/>
            <a:ext cx="92075" cy="273685"/>
          </a:xfrm>
          <a:custGeom>
            <a:avLst/>
            <a:gdLst/>
            <a:ahLst/>
            <a:cxnLst/>
            <a:rect l="l" t="t" r="r" b="b"/>
            <a:pathLst>
              <a:path w="92075" h="273684">
                <a:moveTo>
                  <a:pt x="6575" y="0"/>
                </a:moveTo>
                <a:lnTo>
                  <a:pt x="7556" y="9885"/>
                </a:lnTo>
                <a:lnTo>
                  <a:pt x="7198" y="41664"/>
                </a:lnTo>
                <a:lnTo>
                  <a:pt x="4885" y="120973"/>
                </a:lnTo>
                <a:lnTo>
                  <a:pt x="0" y="273447"/>
                </a:lnTo>
                <a:lnTo>
                  <a:pt x="14558" y="219749"/>
                </a:lnTo>
                <a:lnTo>
                  <a:pt x="25828" y="176626"/>
                </a:lnTo>
                <a:lnTo>
                  <a:pt x="33601" y="143985"/>
                </a:lnTo>
                <a:lnTo>
                  <a:pt x="36126" y="136221"/>
                </a:lnTo>
                <a:lnTo>
                  <a:pt x="43005" y="134803"/>
                </a:lnTo>
                <a:lnTo>
                  <a:pt x="59671" y="140785"/>
                </a:lnTo>
                <a:lnTo>
                  <a:pt x="91557" y="155220"/>
                </a:lnTo>
                <a:lnTo>
                  <a:pt x="88517" y="135432"/>
                </a:lnTo>
                <a:lnTo>
                  <a:pt x="81391" y="91391"/>
                </a:lnTo>
                <a:lnTo>
                  <a:pt x="73167" y="46079"/>
                </a:lnTo>
                <a:lnTo>
                  <a:pt x="38126" y="9191"/>
                </a:lnTo>
                <a:lnTo>
                  <a:pt x="6575" y="0"/>
                </a:lnTo>
                <a:close/>
              </a:path>
            </a:pathLst>
          </a:custGeom>
          <a:solidFill>
            <a:srgbClr val="057CB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09" name="object 709" descr=""/>
          <p:cNvPicPr/>
          <p:nvPr/>
        </p:nvPicPr>
        <p:blipFill>
          <a:blip r:embed="rId136" cstate="print"/>
          <a:stretch>
            <a:fillRect/>
          </a:stretch>
        </p:blipFill>
        <p:spPr>
          <a:xfrm>
            <a:off x="4257433" y="8048055"/>
            <a:ext cx="147157" cy="77106"/>
          </a:xfrm>
          <a:prstGeom prst="rect">
            <a:avLst/>
          </a:prstGeom>
        </p:spPr>
      </p:pic>
      <p:sp>
        <p:nvSpPr>
          <p:cNvPr id="710" name="object 710" descr=""/>
          <p:cNvSpPr/>
          <p:nvPr/>
        </p:nvSpPr>
        <p:spPr>
          <a:xfrm>
            <a:off x="4391588" y="8231940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5">
                <a:moveTo>
                  <a:pt x="11612" y="0"/>
                </a:moveTo>
                <a:lnTo>
                  <a:pt x="3486" y="0"/>
                </a:lnTo>
                <a:lnTo>
                  <a:pt x="0" y="4135"/>
                </a:lnTo>
                <a:lnTo>
                  <a:pt x="335" y="13863"/>
                </a:lnTo>
                <a:lnTo>
                  <a:pt x="3225" y="17988"/>
                </a:lnTo>
                <a:lnTo>
                  <a:pt x="11350" y="17988"/>
                </a:lnTo>
                <a:lnTo>
                  <a:pt x="14837" y="13852"/>
                </a:lnTo>
                <a:lnTo>
                  <a:pt x="14669" y="8994"/>
                </a:lnTo>
                <a:lnTo>
                  <a:pt x="14502" y="4115"/>
                </a:lnTo>
                <a:lnTo>
                  <a:pt x="11612" y="0"/>
                </a:lnTo>
                <a:close/>
              </a:path>
            </a:pathLst>
          </a:custGeom>
          <a:solidFill>
            <a:srgbClr val="76B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1" name="object 711" descr=""/>
          <p:cNvSpPr/>
          <p:nvPr/>
        </p:nvSpPr>
        <p:spPr>
          <a:xfrm>
            <a:off x="4398846" y="8356710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5">
                <a:moveTo>
                  <a:pt x="11612" y="0"/>
                </a:moveTo>
                <a:lnTo>
                  <a:pt x="3486" y="0"/>
                </a:lnTo>
                <a:lnTo>
                  <a:pt x="0" y="4135"/>
                </a:lnTo>
                <a:lnTo>
                  <a:pt x="335" y="13863"/>
                </a:lnTo>
                <a:lnTo>
                  <a:pt x="3225" y="17988"/>
                </a:lnTo>
                <a:lnTo>
                  <a:pt x="11350" y="17988"/>
                </a:lnTo>
                <a:lnTo>
                  <a:pt x="14837" y="13852"/>
                </a:lnTo>
                <a:lnTo>
                  <a:pt x="14669" y="8994"/>
                </a:lnTo>
                <a:lnTo>
                  <a:pt x="14502" y="4125"/>
                </a:lnTo>
                <a:lnTo>
                  <a:pt x="11612" y="0"/>
                </a:lnTo>
                <a:close/>
              </a:path>
            </a:pathLst>
          </a:custGeom>
          <a:solidFill>
            <a:srgbClr val="76B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2" name="object 712" descr=""/>
          <p:cNvSpPr/>
          <p:nvPr/>
        </p:nvSpPr>
        <p:spPr>
          <a:xfrm>
            <a:off x="4406106" y="8481476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5">
                <a:moveTo>
                  <a:pt x="11612" y="0"/>
                </a:moveTo>
                <a:lnTo>
                  <a:pt x="7706" y="0"/>
                </a:lnTo>
                <a:lnTo>
                  <a:pt x="3486" y="0"/>
                </a:lnTo>
                <a:lnTo>
                  <a:pt x="0" y="4135"/>
                </a:lnTo>
                <a:lnTo>
                  <a:pt x="335" y="13873"/>
                </a:lnTo>
                <a:lnTo>
                  <a:pt x="3225" y="17988"/>
                </a:lnTo>
                <a:lnTo>
                  <a:pt x="11350" y="17988"/>
                </a:lnTo>
                <a:lnTo>
                  <a:pt x="14837" y="13852"/>
                </a:lnTo>
                <a:lnTo>
                  <a:pt x="14502" y="4125"/>
                </a:lnTo>
                <a:lnTo>
                  <a:pt x="11612" y="0"/>
                </a:lnTo>
                <a:close/>
              </a:path>
            </a:pathLst>
          </a:custGeom>
          <a:solidFill>
            <a:srgbClr val="76B8D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13" name="object 713" descr=""/>
          <p:cNvGrpSpPr/>
          <p:nvPr/>
        </p:nvGrpSpPr>
        <p:grpSpPr>
          <a:xfrm>
            <a:off x="6894409" y="7867174"/>
            <a:ext cx="215265" cy="688975"/>
            <a:chOff x="6894409" y="7867174"/>
            <a:chExt cx="215265" cy="688975"/>
          </a:xfrm>
        </p:grpSpPr>
        <p:sp>
          <p:nvSpPr>
            <p:cNvPr id="714" name="object 714" descr=""/>
            <p:cNvSpPr/>
            <p:nvPr/>
          </p:nvSpPr>
          <p:spPr>
            <a:xfrm>
              <a:off x="6894398" y="7867186"/>
              <a:ext cx="215265" cy="676910"/>
            </a:xfrm>
            <a:custGeom>
              <a:avLst/>
              <a:gdLst/>
              <a:ahLst/>
              <a:cxnLst/>
              <a:rect l="l" t="t" r="r" b="b"/>
              <a:pathLst>
                <a:path w="215265" h="676909">
                  <a:moveTo>
                    <a:pt x="215252" y="522541"/>
                  </a:moveTo>
                  <a:lnTo>
                    <a:pt x="214350" y="503199"/>
                  </a:lnTo>
                  <a:lnTo>
                    <a:pt x="210947" y="484568"/>
                  </a:lnTo>
                  <a:lnTo>
                    <a:pt x="205333" y="470052"/>
                  </a:lnTo>
                  <a:lnTo>
                    <a:pt x="200342" y="460971"/>
                  </a:lnTo>
                  <a:lnTo>
                    <a:pt x="198348" y="453999"/>
                  </a:lnTo>
                  <a:lnTo>
                    <a:pt x="199085" y="445579"/>
                  </a:lnTo>
                  <a:lnTo>
                    <a:pt x="202247" y="432181"/>
                  </a:lnTo>
                  <a:lnTo>
                    <a:pt x="201891" y="431215"/>
                  </a:lnTo>
                  <a:lnTo>
                    <a:pt x="209575" y="417969"/>
                  </a:lnTo>
                  <a:lnTo>
                    <a:pt x="213334" y="400469"/>
                  </a:lnTo>
                  <a:lnTo>
                    <a:pt x="211315" y="389064"/>
                  </a:lnTo>
                  <a:lnTo>
                    <a:pt x="205752" y="379222"/>
                  </a:lnTo>
                  <a:lnTo>
                    <a:pt x="198882" y="366191"/>
                  </a:lnTo>
                  <a:lnTo>
                    <a:pt x="194144" y="350901"/>
                  </a:lnTo>
                  <a:lnTo>
                    <a:pt x="194957" y="334289"/>
                  </a:lnTo>
                  <a:lnTo>
                    <a:pt x="197688" y="318338"/>
                  </a:lnTo>
                  <a:lnTo>
                    <a:pt x="196037" y="302856"/>
                  </a:lnTo>
                  <a:lnTo>
                    <a:pt x="189382" y="285496"/>
                  </a:lnTo>
                  <a:lnTo>
                    <a:pt x="177139" y="263880"/>
                  </a:lnTo>
                  <a:lnTo>
                    <a:pt x="165061" y="229933"/>
                  </a:lnTo>
                  <a:lnTo>
                    <a:pt x="137350" y="112903"/>
                  </a:lnTo>
                  <a:lnTo>
                    <a:pt x="118922" y="54432"/>
                  </a:lnTo>
                  <a:lnTo>
                    <a:pt x="95580" y="12395"/>
                  </a:lnTo>
                  <a:lnTo>
                    <a:pt x="71666" y="0"/>
                  </a:lnTo>
                  <a:lnTo>
                    <a:pt x="51041" y="14363"/>
                  </a:lnTo>
                  <a:lnTo>
                    <a:pt x="20167" y="86410"/>
                  </a:lnTo>
                  <a:lnTo>
                    <a:pt x="10147" y="125590"/>
                  </a:lnTo>
                  <a:lnTo>
                    <a:pt x="762" y="189636"/>
                  </a:lnTo>
                  <a:lnTo>
                    <a:pt x="0" y="245922"/>
                  </a:lnTo>
                  <a:lnTo>
                    <a:pt x="1562" y="312140"/>
                  </a:lnTo>
                  <a:lnTo>
                    <a:pt x="5334" y="376986"/>
                  </a:lnTo>
                  <a:lnTo>
                    <a:pt x="11264" y="429183"/>
                  </a:lnTo>
                  <a:lnTo>
                    <a:pt x="19265" y="457466"/>
                  </a:lnTo>
                  <a:lnTo>
                    <a:pt x="26517" y="508101"/>
                  </a:lnTo>
                  <a:lnTo>
                    <a:pt x="39547" y="565645"/>
                  </a:lnTo>
                  <a:lnTo>
                    <a:pt x="55067" y="619785"/>
                  </a:lnTo>
                  <a:lnTo>
                    <a:pt x="69799" y="660260"/>
                  </a:lnTo>
                  <a:lnTo>
                    <a:pt x="80454" y="676757"/>
                  </a:lnTo>
                  <a:lnTo>
                    <a:pt x="102984" y="672973"/>
                  </a:lnTo>
                  <a:lnTo>
                    <a:pt x="140830" y="661009"/>
                  </a:lnTo>
                  <a:lnTo>
                    <a:pt x="177507" y="643978"/>
                  </a:lnTo>
                  <a:lnTo>
                    <a:pt x="201180" y="603669"/>
                  </a:lnTo>
                  <a:lnTo>
                    <a:pt x="209677" y="557009"/>
                  </a:lnTo>
                  <a:lnTo>
                    <a:pt x="213347" y="539178"/>
                  </a:lnTo>
                  <a:lnTo>
                    <a:pt x="215252" y="522541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5" name="object 715" descr=""/>
            <p:cNvPicPr/>
            <p:nvPr/>
          </p:nvPicPr>
          <p:blipFill>
            <a:blip r:embed="rId137" cstate="print"/>
            <a:stretch>
              <a:fillRect/>
            </a:stretch>
          </p:blipFill>
          <p:spPr>
            <a:xfrm>
              <a:off x="6942538" y="8464880"/>
              <a:ext cx="154728" cy="90918"/>
            </a:xfrm>
            <a:prstGeom prst="rect">
              <a:avLst/>
            </a:prstGeom>
          </p:spPr>
        </p:pic>
      </p:grpSp>
      <p:grpSp>
        <p:nvGrpSpPr>
          <p:cNvPr id="716" name="object 716" descr=""/>
          <p:cNvGrpSpPr/>
          <p:nvPr/>
        </p:nvGrpSpPr>
        <p:grpSpPr>
          <a:xfrm>
            <a:off x="6347837" y="7784555"/>
            <a:ext cx="648335" cy="963294"/>
            <a:chOff x="6347837" y="7784555"/>
            <a:chExt cx="648335" cy="963294"/>
          </a:xfrm>
        </p:grpSpPr>
        <p:sp>
          <p:nvSpPr>
            <p:cNvPr id="717" name="object 717" descr=""/>
            <p:cNvSpPr/>
            <p:nvPr/>
          </p:nvSpPr>
          <p:spPr>
            <a:xfrm>
              <a:off x="6347828" y="7907711"/>
              <a:ext cx="215265" cy="636270"/>
            </a:xfrm>
            <a:custGeom>
              <a:avLst/>
              <a:gdLst/>
              <a:ahLst/>
              <a:cxnLst/>
              <a:rect l="l" t="t" r="r" b="b"/>
              <a:pathLst>
                <a:path w="215265" h="636270">
                  <a:moveTo>
                    <a:pt x="215252" y="205397"/>
                  </a:moveTo>
                  <a:lnTo>
                    <a:pt x="214503" y="149110"/>
                  </a:lnTo>
                  <a:lnTo>
                    <a:pt x="193840" y="74117"/>
                  </a:lnTo>
                  <a:lnTo>
                    <a:pt x="161442" y="29629"/>
                  </a:lnTo>
                  <a:lnTo>
                    <a:pt x="124917" y="0"/>
                  </a:lnTo>
                  <a:lnTo>
                    <a:pt x="95021" y="4648"/>
                  </a:lnTo>
                  <a:lnTo>
                    <a:pt x="73545" y="112712"/>
                  </a:lnTo>
                  <a:lnTo>
                    <a:pt x="60464" y="171513"/>
                  </a:lnTo>
                  <a:lnTo>
                    <a:pt x="50431" y="201561"/>
                  </a:lnTo>
                  <a:lnTo>
                    <a:pt x="25869" y="244970"/>
                  </a:lnTo>
                  <a:lnTo>
                    <a:pt x="19227" y="262343"/>
                  </a:lnTo>
                  <a:lnTo>
                    <a:pt x="17576" y="277812"/>
                  </a:lnTo>
                  <a:lnTo>
                    <a:pt x="20307" y="293763"/>
                  </a:lnTo>
                  <a:lnTo>
                    <a:pt x="21107" y="310375"/>
                  </a:lnTo>
                  <a:lnTo>
                    <a:pt x="16370" y="325666"/>
                  </a:lnTo>
                  <a:lnTo>
                    <a:pt x="9512" y="338696"/>
                  </a:lnTo>
                  <a:lnTo>
                    <a:pt x="3949" y="348538"/>
                  </a:lnTo>
                  <a:lnTo>
                    <a:pt x="1917" y="359943"/>
                  </a:lnTo>
                  <a:lnTo>
                    <a:pt x="5676" y="377444"/>
                  </a:lnTo>
                  <a:lnTo>
                    <a:pt x="13335" y="390677"/>
                  </a:lnTo>
                  <a:lnTo>
                    <a:pt x="12992" y="391655"/>
                  </a:lnTo>
                  <a:lnTo>
                    <a:pt x="16167" y="405053"/>
                  </a:lnTo>
                  <a:lnTo>
                    <a:pt x="16903" y="413473"/>
                  </a:lnTo>
                  <a:lnTo>
                    <a:pt x="14909" y="420446"/>
                  </a:lnTo>
                  <a:lnTo>
                    <a:pt x="9918" y="429526"/>
                  </a:lnTo>
                  <a:lnTo>
                    <a:pt x="4318" y="444042"/>
                  </a:lnTo>
                  <a:lnTo>
                    <a:pt x="901" y="462673"/>
                  </a:lnTo>
                  <a:lnTo>
                    <a:pt x="0" y="482015"/>
                  </a:lnTo>
                  <a:lnTo>
                    <a:pt x="1905" y="498652"/>
                  </a:lnTo>
                  <a:lnTo>
                    <a:pt x="5575" y="516483"/>
                  </a:lnTo>
                  <a:lnTo>
                    <a:pt x="14071" y="563143"/>
                  </a:lnTo>
                  <a:lnTo>
                    <a:pt x="37744" y="603453"/>
                  </a:lnTo>
                  <a:lnTo>
                    <a:pt x="74422" y="620483"/>
                  </a:lnTo>
                  <a:lnTo>
                    <a:pt x="112268" y="632447"/>
                  </a:lnTo>
                  <a:lnTo>
                    <a:pt x="134797" y="636231"/>
                  </a:lnTo>
                  <a:lnTo>
                    <a:pt x="145453" y="619734"/>
                  </a:lnTo>
                  <a:lnTo>
                    <a:pt x="160185" y="579259"/>
                  </a:lnTo>
                  <a:lnTo>
                    <a:pt x="175704" y="525119"/>
                  </a:lnTo>
                  <a:lnTo>
                    <a:pt x="188734" y="467575"/>
                  </a:lnTo>
                  <a:lnTo>
                    <a:pt x="195973" y="416953"/>
                  </a:lnTo>
                  <a:lnTo>
                    <a:pt x="203987" y="388658"/>
                  </a:lnTo>
                  <a:lnTo>
                    <a:pt x="209918" y="336461"/>
                  </a:lnTo>
                  <a:lnTo>
                    <a:pt x="213690" y="271614"/>
                  </a:lnTo>
                  <a:lnTo>
                    <a:pt x="215252" y="205397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8" name="object 718" descr=""/>
            <p:cNvPicPr/>
            <p:nvPr/>
          </p:nvPicPr>
          <p:blipFill>
            <a:blip r:embed="rId138" cstate="print"/>
            <a:stretch>
              <a:fillRect/>
            </a:stretch>
          </p:blipFill>
          <p:spPr>
            <a:xfrm>
              <a:off x="6360225" y="8464880"/>
              <a:ext cx="154728" cy="90918"/>
            </a:xfrm>
            <a:prstGeom prst="rect">
              <a:avLst/>
            </a:prstGeom>
          </p:spPr>
        </p:pic>
        <p:sp>
          <p:nvSpPr>
            <p:cNvPr id="719" name="object 719" descr=""/>
            <p:cNvSpPr/>
            <p:nvPr/>
          </p:nvSpPr>
          <p:spPr>
            <a:xfrm>
              <a:off x="6442855" y="7803118"/>
              <a:ext cx="553085" cy="944880"/>
            </a:xfrm>
            <a:custGeom>
              <a:avLst/>
              <a:gdLst/>
              <a:ahLst/>
              <a:cxnLst/>
              <a:rect l="l" t="t" r="r" b="b"/>
              <a:pathLst>
                <a:path w="553084" h="944879">
                  <a:moveTo>
                    <a:pt x="184968" y="0"/>
                  </a:moveTo>
                  <a:lnTo>
                    <a:pt x="106994" y="26599"/>
                  </a:lnTo>
                  <a:lnTo>
                    <a:pt x="65034" y="41790"/>
                  </a:lnTo>
                  <a:lnTo>
                    <a:pt x="31674" y="60720"/>
                  </a:lnTo>
                  <a:lnTo>
                    <a:pt x="6739" y="92236"/>
                  </a:lnTo>
                  <a:lnTo>
                    <a:pt x="0" y="109232"/>
                  </a:lnTo>
                  <a:lnTo>
                    <a:pt x="9002" y="210616"/>
                  </a:lnTo>
                  <a:lnTo>
                    <a:pt x="10407" y="229303"/>
                  </a:lnTo>
                  <a:lnTo>
                    <a:pt x="11141" y="243427"/>
                  </a:lnTo>
                  <a:lnTo>
                    <a:pt x="15168" y="262668"/>
                  </a:lnTo>
                  <a:lnTo>
                    <a:pt x="22902" y="289238"/>
                  </a:lnTo>
                  <a:lnTo>
                    <a:pt x="30059" y="324535"/>
                  </a:lnTo>
                  <a:lnTo>
                    <a:pt x="32355" y="369957"/>
                  </a:lnTo>
                  <a:lnTo>
                    <a:pt x="32143" y="403632"/>
                  </a:lnTo>
                  <a:lnTo>
                    <a:pt x="32792" y="455560"/>
                  </a:lnTo>
                  <a:lnTo>
                    <a:pt x="34164" y="520032"/>
                  </a:lnTo>
                  <a:lnTo>
                    <a:pt x="36122" y="591336"/>
                  </a:lnTo>
                  <a:lnTo>
                    <a:pt x="38527" y="663762"/>
                  </a:lnTo>
                  <a:lnTo>
                    <a:pt x="41242" y="731601"/>
                  </a:lnTo>
                  <a:lnTo>
                    <a:pt x="44130" y="789141"/>
                  </a:lnTo>
                  <a:lnTo>
                    <a:pt x="47053" y="830673"/>
                  </a:lnTo>
                  <a:lnTo>
                    <a:pt x="69049" y="881638"/>
                  </a:lnTo>
                  <a:lnTo>
                    <a:pt x="98465" y="906004"/>
                  </a:lnTo>
                  <a:lnTo>
                    <a:pt x="136112" y="924016"/>
                  </a:lnTo>
                  <a:lnTo>
                    <a:pt x="179985" y="936110"/>
                  </a:lnTo>
                  <a:lnTo>
                    <a:pt x="228077" y="942718"/>
                  </a:lnTo>
                  <a:lnTo>
                    <a:pt x="278383" y="944273"/>
                  </a:lnTo>
                  <a:lnTo>
                    <a:pt x="328896" y="941210"/>
                  </a:lnTo>
                  <a:lnTo>
                    <a:pt x="377609" y="933961"/>
                  </a:lnTo>
                  <a:lnTo>
                    <a:pt x="422516" y="922960"/>
                  </a:lnTo>
                  <a:lnTo>
                    <a:pt x="461612" y="908641"/>
                  </a:lnTo>
                  <a:lnTo>
                    <a:pt x="514341" y="871783"/>
                  </a:lnTo>
                  <a:lnTo>
                    <a:pt x="526585" y="818721"/>
                  </a:lnTo>
                  <a:lnTo>
                    <a:pt x="528599" y="771278"/>
                  </a:lnTo>
                  <a:lnTo>
                    <a:pt x="530063" y="712338"/>
                  </a:lnTo>
                  <a:lnTo>
                    <a:pt x="531034" y="646462"/>
                  </a:lnTo>
                  <a:lnTo>
                    <a:pt x="531572" y="578208"/>
                  </a:lnTo>
                  <a:lnTo>
                    <a:pt x="531733" y="512133"/>
                  </a:lnTo>
                  <a:lnTo>
                    <a:pt x="531576" y="452797"/>
                  </a:lnTo>
                  <a:lnTo>
                    <a:pt x="531158" y="404758"/>
                  </a:lnTo>
                  <a:lnTo>
                    <a:pt x="530538" y="372575"/>
                  </a:lnTo>
                  <a:lnTo>
                    <a:pt x="532884" y="326969"/>
                  </a:lnTo>
                  <a:lnTo>
                    <a:pt x="540164" y="291530"/>
                  </a:lnTo>
                  <a:lnTo>
                    <a:pt x="548028" y="264855"/>
                  </a:lnTo>
                  <a:lnTo>
                    <a:pt x="552129" y="245542"/>
                  </a:lnTo>
                  <a:lnTo>
                    <a:pt x="552642" y="212286"/>
                  </a:lnTo>
                  <a:lnTo>
                    <a:pt x="552726" y="90688"/>
                  </a:lnTo>
                  <a:lnTo>
                    <a:pt x="552686" y="80971"/>
                  </a:lnTo>
                  <a:lnTo>
                    <a:pt x="495995" y="40192"/>
                  </a:lnTo>
                  <a:lnTo>
                    <a:pt x="442922" y="22507"/>
                  </a:lnTo>
                  <a:lnTo>
                    <a:pt x="393459" y="7664"/>
                  </a:lnTo>
                  <a:lnTo>
                    <a:pt x="371632" y="1434"/>
                  </a:lnTo>
                  <a:lnTo>
                    <a:pt x="184968" y="0"/>
                  </a:lnTo>
                  <a:close/>
                </a:path>
              </a:pathLst>
            </a:custGeom>
            <a:solidFill>
              <a:srgbClr val="3193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 descr=""/>
            <p:cNvSpPr/>
            <p:nvPr/>
          </p:nvSpPr>
          <p:spPr>
            <a:xfrm>
              <a:off x="6588817" y="7784555"/>
              <a:ext cx="248285" cy="52705"/>
            </a:xfrm>
            <a:custGeom>
              <a:avLst/>
              <a:gdLst/>
              <a:ahLst/>
              <a:cxnLst/>
              <a:rect l="l" t="t" r="r" b="b"/>
              <a:pathLst>
                <a:path w="248284" h="52704">
                  <a:moveTo>
                    <a:pt x="35987" y="0"/>
                  </a:moveTo>
                  <a:lnTo>
                    <a:pt x="1900" y="28124"/>
                  </a:lnTo>
                  <a:lnTo>
                    <a:pt x="0" y="32178"/>
                  </a:lnTo>
                  <a:lnTo>
                    <a:pt x="15770" y="32671"/>
                  </a:lnTo>
                  <a:lnTo>
                    <a:pt x="26666" y="34115"/>
                  </a:lnTo>
                  <a:lnTo>
                    <a:pt x="37762" y="37665"/>
                  </a:lnTo>
                  <a:lnTo>
                    <a:pt x="54134" y="44471"/>
                  </a:lnTo>
                  <a:lnTo>
                    <a:pt x="86853" y="50835"/>
                  </a:lnTo>
                  <a:lnTo>
                    <a:pt x="133105" y="52623"/>
                  </a:lnTo>
                  <a:lnTo>
                    <a:pt x="177135" y="50335"/>
                  </a:lnTo>
                  <a:lnTo>
                    <a:pt x="203187" y="44471"/>
                  </a:lnTo>
                  <a:lnTo>
                    <a:pt x="215215" y="36962"/>
                  </a:lnTo>
                  <a:lnTo>
                    <a:pt x="227169" y="30415"/>
                  </a:lnTo>
                  <a:lnTo>
                    <a:pt x="238266" y="26352"/>
                  </a:lnTo>
                  <a:lnTo>
                    <a:pt x="247720" y="26294"/>
                  </a:lnTo>
                  <a:lnTo>
                    <a:pt x="239102" y="13990"/>
                  </a:lnTo>
                  <a:lnTo>
                    <a:pt x="233319" y="7860"/>
                  </a:lnTo>
                  <a:lnTo>
                    <a:pt x="226172" y="3733"/>
                  </a:lnTo>
                  <a:lnTo>
                    <a:pt x="218147" y="1803"/>
                  </a:lnTo>
                  <a:lnTo>
                    <a:pt x="209731" y="2263"/>
                  </a:lnTo>
                  <a:lnTo>
                    <a:pt x="195184" y="4623"/>
                  </a:lnTo>
                  <a:lnTo>
                    <a:pt x="175092" y="6481"/>
                  </a:lnTo>
                  <a:lnTo>
                    <a:pt x="148755" y="7356"/>
                  </a:lnTo>
                  <a:lnTo>
                    <a:pt x="115472" y="6765"/>
                  </a:lnTo>
                  <a:lnTo>
                    <a:pt x="93014" y="4853"/>
                  </a:lnTo>
                  <a:lnTo>
                    <a:pt x="63378" y="1856"/>
                  </a:lnTo>
                  <a:lnTo>
                    <a:pt x="35987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1" name="object 721" descr=""/>
          <p:cNvGrpSpPr/>
          <p:nvPr/>
        </p:nvGrpSpPr>
        <p:grpSpPr>
          <a:xfrm>
            <a:off x="5929284" y="7839019"/>
            <a:ext cx="335280" cy="852805"/>
            <a:chOff x="5929284" y="7839019"/>
            <a:chExt cx="335280" cy="852805"/>
          </a:xfrm>
        </p:grpSpPr>
        <p:sp>
          <p:nvSpPr>
            <p:cNvPr id="722" name="object 722" descr=""/>
            <p:cNvSpPr/>
            <p:nvPr/>
          </p:nvSpPr>
          <p:spPr>
            <a:xfrm>
              <a:off x="6049086" y="7901374"/>
              <a:ext cx="215265" cy="676910"/>
            </a:xfrm>
            <a:custGeom>
              <a:avLst/>
              <a:gdLst/>
              <a:ahLst/>
              <a:cxnLst/>
              <a:rect l="l" t="t" r="r" b="b"/>
              <a:pathLst>
                <a:path w="215264" h="676909">
                  <a:moveTo>
                    <a:pt x="215239" y="522541"/>
                  </a:moveTo>
                  <a:lnTo>
                    <a:pt x="214337" y="503199"/>
                  </a:lnTo>
                  <a:lnTo>
                    <a:pt x="210934" y="484568"/>
                  </a:lnTo>
                  <a:lnTo>
                    <a:pt x="205333" y="470052"/>
                  </a:lnTo>
                  <a:lnTo>
                    <a:pt x="200329" y="460971"/>
                  </a:lnTo>
                  <a:lnTo>
                    <a:pt x="198348" y="453999"/>
                  </a:lnTo>
                  <a:lnTo>
                    <a:pt x="199085" y="445579"/>
                  </a:lnTo>
                  <a:lnTo>
                    <a:pt x="202234" y="432181"/>
                  </a:lnTo>
                  <a:lnTo>
                    <a:pt x="201891" y="431228"/>
                  </a:lnTo>
                  <a:lnTo>
                    <a:pt x="209575" y="417969"/>
                  </a:lnTo>
                  <a:lnTo>
                    <a:pt x="213334" y="400469"/>
                  </a:lnTo>
                  <a:lnTo>
                    <a:pt x="211315" y="389064"/>
                  </a:lnTo>
                  <a:lnTo>
                    <a:pt x="205740" y="379222"/>
                  </a:lnTo>
                  <a:lnTo>
                    <a:pt x="198882" y="366191"/>
                  </a:lnTo>
                  <a:lnTo>
                    <a:pt x="194144" y="350901"/>
                  </a:lnTo>
                  <a:lnTo>
                    <a:pt x="194945" y="334289"/>
                  </a:lnTo>
                  <a:lnTo>
                    <a:pt x="197675" y="318338"/>
                  </a:lnTo>
                  <a:lnTo>
                    <a:pt x="196024" y="302856"/>
                  </a:lnTo>
                  <a:lnTo>
                    <a:pt x="189382" y="285496"/>
                  </a:lnTo>
                  <a:lnTo>
                    <a:pt x="177139" y="263880"/>
                  </a:lnTo>
                  <a:lnTo>
                    <a:pt x="165049" y="229933"/>
                  </a:lnTo>
                  <a:lnTo>
                    <a:pt x="137350" y="112903"/>
                  </a:lnTo>
                  <a:lnTo>
                    <a:pt x="118922" y="54432"/>
                  </a:lnTo>
                  <a:lnTo>
                    <a:pt x="95580" y="12395"/>
                  </a:lnTo>
                  <a:lnTo>
                    <a:pt x="71666" y="0"/>
                  </a:lnTo>
                  <a:lnTo>
                    <a:pt x="51041" y="14363"/>
                  </a:lnTo>
                  <a:lnTo>
                    <a:pt x="20167" y="86410"/>
                  </a:lnTo>
                  <a:lnTo>
                    <a:pt x="10134" y="125590"/>
                  </a:lnTo>
                  <a:lnTo>
                    <a:pt x="749" y="189636"/>
                  </a:lnTo>
                  <a:lnTo>
                    <a:pt x="0" y="245922"/>
                  </a:lnTo>
                  <a:lnTo>
                    <a:pt x="1549" y="312127"/>
                  </a:lnTo>
                  <a:lnTo>
                    <a:pt x="5334" y="376974"/>
                  </a:lnTo>
                  <a:lnTo>
                    <a:pt x="11264" y="429183"/>
                  </a:lnTo>
                  <a:lnTo>
                    <a:pt x="19265" y="457466"/>
                  </a:lnTo>
                  <a:lnTo>
                    <a:pt x="26517" y="508101"/>
                  </a:lnTo>
                  <a:lnTo>
                    <a:pt x="39535" y="565632"/>
                  </a:lnTo>
                  <a:lnTo>
                    <a:pt x="55067" y="619785"/>
                  </a:lnTo>
                  <a:lnTo>
                    <a:pt x="69786" y="660260"/>
                  </a:lnTo>
                  <a:lnTo>
                    <a:pt x="80441" y="676757"/>
                  </a:lnTo>
                  <a:lnTo>
                    <a:pt x="102984" y="672973"/>
                  </a:lnTo>
                  <a:lnTo>
                    <a:pt x="140830" y="661009"/>
                  </a:lnTo>
                  <a:lnTo>
                    <a:pt x="177495" y="643978"/>
                  </a:lnTo>
                  <a:lnTo>
                    <a:pt x="201168" y="603669"/>
                  </a:lnTo>
                  <a:lnTo>
                    <a:pt x="209677" y="557022"/>
                  </a:lnTo>
                  <a:lnTo>
                    <a:pt x="213334" y="539178"/>
                  </a:lnTo>
                  <a:lnTo>
                    <a:pt x="215239" y="522541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3" name="object 723" descr=""/>
            <p:cNvPicPr/>
            <p:nvPr/>
          </p:nvPicPr>
          <p:blipFill>
            <a:blip r:embed="rId139" cstate="print"/>
            <a:stretch>
              <a:fillRect/>
            </a:stretch>
          </p:blipFill>
          <p:spPr>
            <a:xfrm>
              <a:off x="6097219" y="8499067"/>
              <a:ext cx="154728" cy="90918"/>
            </a:xfrm>
            <a:prstGeom prst="rect">
              <a:avLst/>
            </a:prstGeom>
          </p:spPr>
        </p:pic>
        <p:sp>
          <p:nvSpPr>
            <p:cNvPr id="724" name="object 724" descr=""/>
            <p:cNvSpPr/>
            <p:nvPr/>
          </p:nvSpPr>
          <p:spPr>
            <a:xfrm>
              <a:off x="5929284" y="7839019"/>
              <a:ext cx="221615" cy="852805"/>
            </a:xfrm>
            <a:custGeom>
              <a:avLst/>
              <a:gdLst/>
              <a:ahLst/>
              <a:cxnLst/>
              <a:rect l="l" t="t" r="r" b="b"/>
              <a:pathLst>
                <a:path w="221614" h="852804">
                  <a:moveTo>
                    <a:pt x="76892" y="0"/>
                  </a:moveTo>
                  <a:lnTo>
                    <a:pt x="14308" y="247615"/>
                  </a:lnTo>
                  <a:lnTo>
                    <a:pt x="13585" y="278089"/>
                  </a:lnTo>
                  <a:lnTo>
                    <a:pt x="11495" y="351193"/>
                  </a:lnTo>
                  <a:lnTo>
                    <a:pt x="8155" y="439454"/>
                  </a:lnTo>
                  <a:lnTo>
                    <a:pt x="3680" y="515397"/>
                  </a:lnTo>
                  <a:lnTo>
                    <a:pt x="108" y="564671"/>
                  </a:lnTo>
                  <a:lnTo>
                    <a:pt x="0" y="606492"/>
                  </a:lnTo>
                  <a:lnTo>
                    <a:pt x="4328" y="663716"/>
                  </a:lnTo>
                  <a:lnTo>
                    <a:pt x="14067" y="759202"/>
                  </a:lnTo>
                  <a:lnTo>
                    <a:pt x="46186" y="789193"/>
                  </a:lnTo>
                  <a:lnTo>
                    <a:pt x="91390" y="817920"/>
                  </a:lnTo>
                  <a:lnTo>
                    <a:pt x="138350" y="840570"/>
                  </a:lnTo>
                  <a:lnTo>
                    <a:pt x="175736" y="852332"/>
                  </a:lnTo>
                  <a:lnTo>
                    <a:pt x="192219" y="848393"/>
                  </a:lnTo>
                  <a:lnTo>
                    <a:pt x="197711" y="769692"/>
                  </a:lnTo>
                  <a:lnTo>
                    <a:pt x="199261" y="710768"/>
                  </a:lnTo>
                  <a:lnTo>
                    <a:pt x="200162" y="644882"/>
                  </a:lnTo>
                  <a:lnTo>
                    <a:pt x="200523" y="576602"/>
                  </a:lnTo>
                  <a:lnTo>
                    <a:pt x="200457" y="510492"/>
                  </a:lnTo>
                  <a:lnTo>
                    <a:pt x="200072" y="451121"/>
                  </a:lnTo>
                  <a:lnTo>
                    <a:pt x="199481" y="403054"/>
                  </a:lnTo>
                  <a:lnTo>
                    <a:pt x="198794" y="370857"/>
                  </a:lnTo>
                  <a:lnTo>
                    <a:pt x="201139" y="325254"/>
                  </a:lnTo>
                  <a:lnTo>
                    <a:pt x="208415" y="289818"/>
                  </a:lnTo>
                  <a:lnTo>
                    <a:pt x="216276" y="263146"/>
                  </a:lnTo>
                  <a:lnTo>
                    <a:pt x="220375" y="243835"/>
                  </a:lnTo>
                  <a:lnTo>
                    <a:pt x="220944" y="229335"/>
                  </a:lnTo>
                  <a:lnTo>
                    <a:pt x="221197" y="208370"/>
                  </a:lnTo>
                  <a:lnTo>
                    <a:pt x="220982" y="88971"/>
                  </a:lnTo>
                  <a:lnTo>
                    <a:pt x="196899" y="53233"/>
                  </a:lnTo>
                  <a:lnTo>
                    <a:pt x="135446" y="22247"/>
                  </a:lnTo>
                  <a:lnTo>
                    <a:pt x="76892" y="0"/>
                  </a:lnTo>
                  <a:close/>
                </a:path>
              </a:pathLst>
            </a:custGeom>
            <a:solidFill>
              <a:srgbClr val="3193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 descr=""/>
            <p:cNvSpPr/>
            <p:nvPr/>
          </p:nvSpPr>
          <p:spPr>
            <a:xfrm>
              <a:off x="5955126" y="8048277"/>
              <a:ext cx="147320" cy="71120"/>
            </a:xfrm>
            <a:custGeom>
              <a:avLst/>
              <a:gdLst/>
              <a:ahLst/>
              <a:cxnLst/>
              <a:rect l="l" t="t" r="r" b="b"/>
              <a:pathLst>
                <a:path w="147320" h="71120">
                  <a:moveTo>
                    <a:pt x="0" y="0"/>
                  </a:moveTo>
                  <a:lnTo>
                    <a:pt x="17645" y="43022"/>
                  </a:lnTo>
                  <a:lnTo>
                    <a:pt x="64281" y="65379"/>
                  </a:lnTo>
                  <a:lnTo>
                    <a:pt x="76741" y="70866"/>
                  </a:lnTo>
                  <a:lnTo>
                    <a:pt x="88540" y="68662"/>
                  </a:lnTo>
                  <a:lnTo>
                    <a:pt x="130833" y="53672"/>
                  </a:lnTo>
                  <a:lnTo>
                    <a:pt x="147178" y="16858"/>
                  </a:lnTo>
                  <a:lnTo>
                    <a:pt x="125071" y="14709"/>
                  </a:lnTo>
                  <a:lnTo>
                    <a:pt x="102371" y="12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 descr=""/>
            <p:cNvSpPr/>
            <p:nvPr/>
          </p:nvSpPr>
          <p:spPr>
            <a:xfrm>
              <a:off x="6024948" y="8085710"/>
              <a:ext cx="22860" cy="21590"/>
            </a:xfrm>
            <a:custGeom>
              <a:avLst/>
              <a:gdLst/>
              <a:ahLst/>
              <a:cxnLst/>
              <a:rect l="l" t="t" r="r" b="b"/>
              <a:pathLst>
                <a:path w="22860" h="21590">
                  <a:moveTo>
                    <a:pt x="17423" y="0"/>
                  </a:moveTo>
                  <a:lnTo>
                    <a:pt x="11319" y="240"/>
                  </a:lnTo>
                  <a:lnTo>
                    <a:pt x="5172" y="492"/>
                  </a:lnTo>
                  <a:lnTo>
                    <a:pt x="0" y="4690"/>
                  </a:lnTo>
                  <a:lnTo>
                    <a:pt x="0" y="16219"/>
                  </a:lnTo>
                  <a:lnTo>
                    <a:pt x="5204" y="21297"/>
                  </a:lnTo>
                  <a:lnTo>
                    <a:pt x="17444" y="20805"/>
                  </a:lnTo>
                  <a:lnTo>
                    <a:pt x="22627" y="16606"/>
                  </a:lnTo>
                  <a:lnTo>
                    <a:pt x="22627" y="5057"/>
                  </a:lnTo>
                  <a:lnTo>
                    <a:pt x="17423" y="0"/>
                  </a:lnTo>
                  <a:close/>
                </a:path>
              </a:pathLst>
            </a:custGeom>
            <a:solidFill>
              <a:srgbClr val="76B8D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27" name="object 727" descr=""/>
          <p:cNvGrpSpPr/>
          <p:nvPr/>
        </p:nvGrpSpPr>
        <p:grpSpPr>
          <a:xfrm>
            <a:off x="5502520" y="7816064"/>
            <a:ext cx="287020" cy="880110"/>
            <a:chOff x="5502520" y="7816064"/>
            <a:chExt cx="287020" cy="880110"/>
          </a:xfrm>
        </p:grpSpPr>
        <p:sp>
          <p:nvSpPr>
            <p:cNvPr id="728" name="object 728" descr=""/>
            <p:cNvSpPr/>
            <p:nvPr/>
          </p:nvSpPr>
          <p:spPr>
            <a:xfrm>
              <a:off x="5502516" y="7941888"/>
              <a:ext cx="215265" cy="636270"/>
            </a:xfrm>
            <a:custGeom>
              <a:avLst/>
              <a:gdLst/>
              <a:ahLst/>
              <a:cxnLst/>
              <a:rect l="l" t="t" r="r" b="b"/>
              <a:pathLst>
                <a:path w="215264" h="636270">
                  <a:moveTo>
                    <a:pt x="215239" y="205409"/>
                  </a:moveTo>
                  <a:lnTo>
                    <a:pt x="214490" y="149123"/>
                  </a:lnTo>
                  <a:lnTo>
                    <a:pt x="193840" y="74129"/>
                  </a:lnTo>
                  <a:lnTo>
                    <a:pt x="161442" y="29641"/>
                  </a:lnTo>
                  <a:lnTo>
                    <a:pt x="124917" y="0"/>
                  </a:lnTo>
                  <a:lnTo>
                    <a:pt x="95008" y="4660"/>
                  </a:lnTo>
                  <a:lnTo>
                    <a:pt x="73545" y="112725"/>
                  </a:lnTo>
                  <a:lnTo>
                    <a:pt x="60464" y="171526"/>
                  </a:lnTo>
                  <a:lnTo>
                    <a:pt x="50419" y="201574"/>
                  </a:lnTo>
                  <a:lnTo>
                    <a:pt x="25857" y="244983"/>
                  </a:lnTo>
                  <a:lnTo>
                    <a:pt x="19227" y="262343"/>
                  </a:lnTo>
                  <a:lnTo>
                    <a:pt x="17576" y="277825"/>
                  </a:lnTo>
                  <a:lnTo>
                    <a:pt x="20307" y="293776"/>
                  </a:lnTo>
                  <a:lnTo>
                    <a:pt x="21107" y="310388"/>
                  </a:lnTo>
                  <a:lnTo>
                    <a:pt x="16370" y="325678"/>
                  </a:lnTo>
                  <a:lnTo>
                    <a:pt x="9499" y="338709"/>
                  </a:lnTo>
                  <a:lnTo>
                    <a:pt x="3937" y="348551"/>
                  </a:lnTo>
                  <a:lnTo>
                    <a:pt x="1905" y="359956"/>
                  </a:lnTo>
                  <a:lnTo>
                    <a:pt x="5664" y="377456"/>
                  </a:lnTo>
                  <a:lnTo>
                    <a:pt x="13335" y="390702"/>
                  </a:lnTo>
                  <a:lnTo>
                    <a:pt x="12992" y="391668"/>
                  </a:lnTo>
                  <a:lnTo>
                    <a:pt x="16154" y="405066"/>
                  </a:lnTo>
                  <a:lnTo>
                    <a:pt x="16891" y="413486"/>
                  </a:lnTo>
                  <a:lnTo>
                    <a:pt x="14909" y="420458"/>
                  </a:lnTo>
                  <a:lnTo>
                    <a:pt x="9906" y="429539"/>
                  </a:lnTo>
                  <a:lnTo>
                    <a:pt x="4305" y="444055"/>
                  </a:lnTo>
                  <a:lnTo>
                    <a:pt x="901" y="462686"/>
                  </a:lnTo>
                  <a:lnTo>
                    <a:pt x="0" y="482028"/>
                  </a:lnTo>
                  <a:lnTo>
                    <a:pt x="1905" y="498665"/>
                  </a:lnTo>
                  <a:lnTo>
                    <a:pt x="5562" y="516509"/>
                  </a:lnTo>
                  <a:lnTo>
                    <a:pt x="14071" y="563156"/>
                  </a:lnTo>
                  <a:lnTo>
                    <a:pt x="37744" y="603465"/>
                  </a:lnTo>
                  <a:lnTo>
                    <a:pt x="74422" y="620496"/>
                  </a:lnTo>
                  <a:lnTo>
                    <a:pt x="112255" y="632460"/>
                  </a:lnTo>
                  <a:lnTo>
                    <a:pt x="134797" y="636244"/>
                  </a:lnTo>
                  <a:lnTo>
                    <a:pt x="145453" y="619747"/>
                  </a:lnTo>
                  <a:lnTo>
                    <a:pt x="160185" y="579272"/>
                  </a:lnTo>
                  <a:lnTo>
                    <a:pt x="175704" y="525119"/>
                  </a:lnTo>
                  <a:lnTo>
                    <a:pt x="188734" y="467588"/>
                  </a:lnTo>
                  <a:lnTo>
                    <a:pt x="195961" y="416966"/>
                  </a:lnTo>
                  <a:lnTo>
                    <a:pt x="203987" y="388670"/>
                  </a:lnTo>
                  <a:lnTo>
                    <a:pt x="209905" y="336473"/>
                  </a:lnTo>
                  <a:lnTo>
                    <a:pt x="213690" y="271627"/>
                  </a:lnTo>
                  <a:lnTo>
                    <a:pt x="215239" y="205409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9" name="object 729" descr=""/>
            <p:cNvPicPr/>
            <p:nvPr/>
          </p:nvPicPr>
          <p:blipFill>
            <a:blip r:embed="rId135" cstate="print"/>
            <a:stretch>
              <a:fillRect/>
            </a:stretch>
          </p:blipFill>
          <p:spPr>
            <a:xfrm>
              <a:off x="5514907" y="8499068"/>
              <a:ext cx="154728" cy="90918"/>
            </a:xfrm>
            <a:prstGeom prst="rect">
              <a:avLst/>
            </a:prstGeom>
          </p:spPr>
        </p:pic>
        <p:sp>
          <p:nvSpPr>
            <p:cNvPr id="730" name="object 730" descr=""/>
            <p:cNvSpPr/>
            <p:nvPr/>
          </p:nvSpPr>
          <p:spPr>
            <a:xfrm>
              <a:off x="5597531" y="7841741"/>
              <a:ext cx="174625" cy="854710"/>
            </a:xfrm>
            <a:custGeom>
              <a:avLst/>
              <a:gdLst/>
              <a:ahLst/>
              <a:cxnLst/>
              <a:rect l="l" t="t" r="r" b="b"/>
              <a:pathLst>
                <a:path w="174625" h="854709">
                  <a:moveTo>
                    <a:pt x="145859" y="0"/>
                  </a:moveTo>
                  <a:lnTo>
                    <a:pt x="90501" y="24032"/>
                  </a:lnTo>
                  <a:lnTo>
                    <a:pt x="44117" y="46896"/>
                  </a:lnTo>
                  <a:lnTo>
                    <a:pt x="6744" y="87797"/>
                  </a:lnTo>
                  <a:lnTo>
                    <a:pt x="0" y="104792"/>
                  </a:lnTo>
                  <a:lnTo>
                    <a:pt x="9003" y="206184"/>
                  </a:lnTo>
                  <a:lnTo>
                    <a:pt x="10411" y="224869"/>
                  </a:lnTo>
                  <a:lnTo>
                    <a:pt x="11151" y="238987"/>
                  </a:lnTo>
                  <a:lnTo>
                    <a:pt x="15177" y="258229"/>
                  </a:lnTo>
                  <a:lnTo>
                    <a:pt x="22908" y="284798"/>
                  </a:lnTo>
                  <a:lnTo>
                    <a:pt x="30065" y="320095"/>
                  </a:lnTo>
                  <a:lnTo>
                    <a:pt x="32365" y="365517"/>
                  </a:lnTo>
                  <a:lnTo>
                    <a:pt x="32385" y="399146"/>
                  </a:lnTo>
                  <a:lnTo>
                    <a:pt x="33619" y="450954"/>
                  </a:lnTo>
                  <a:lnTo>
                    <a:pt x="35753" y="515267"/>
                  </a:lnTo>
                  <a:lnTo>
                    <a:pt x="38472" y="586412"/>
                  </a:lnTo>
                  <a:lnTo>
                    <a:pt x="44415" y="726506"/>
                  </a:lnTo>
                  <a:lnTo>
                    <a:pt x="49883" y="846058"/>
                  </a:lnTo>
                  <a:lnTo>
                    <a:pt x="61754" y="854315"/>
                  </a:lnTo>
                  <a:lnTo>
                    <a:pt x="90709" y="845063"/>
                  </a:lnTo>
                  <a:lnTo>
                    <a:pt x="129087" y="818172"/>
                  </a:lnTo>
                  <a:lnTo>
                    <a:pt x="169230" y="773515"/>
                  </a:lnTo>
                  <a:lnTo>
                    <a:pt x="172905" y="702588"/>
                  </a:lnTo>
                  <a:lnTo>
                    <a:pt x="174130" y="658006"/>
                  </a:lnTo>
                  <a:lnTo>
                    <a:pt x="172905" y="620923"/>
                  </a:lnTo>
                  <a:lnTo>
                    <a:pt x="169230" y="572495"/>
                  </a:lnTo>
                  <a:lnTo>
                    <a:pt x="167037" y="485709"/>
                  </a:lnTo>
                  <a:lnTo>
                    <a:pt x="168593" y="373277"/>
                  </a:lnTo>
                  <a:lnTo>
                    <a:pt x="171375" y="275942"/>
                  </a:lnTo>
                  <a:lnTo>
                    <a:pt x="172863" y="234443"/>
                  </a:lnTo>
                  <a:lnTo>
                    <a:pt x="145859" y="0"/>
                  </a:lnTo>
                  <a:close/>
                </a:path>
              </a:pathLst>
            </a:custGeom>
            <a:solidFill>
              <a:srgbClr val="3193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1" name="object 731" descr=""/>
            <p:cNvSpPr/>
            <p:nvPr/>
          </p:nvSpPr>
          <p:spPr>
            <a:xfrm>
              <a:off x="5691293" y="7816064"/>
              <a:ext cx="98425" cy="274320"/>
            </a:xfrm>
            <a:custGeom>
              <a:avLst/>
              <a:gdLst/>
              <a:ahLst/>
              <a:cxnLst/>
              <a:rect l="l" t="t" r="r" b="b"/>
              <a:pathLst>
                <a:path w="98425" h="274320">
                  <a:moveTo>
                    <a:pt x="97944" y="0"/>
                  </a:moveTo>
                  <a:lnTo>
                    <a:pt x="58899" y="9191"/>
                  </a:lnTo>
                  <a:lnTo>
                    <a:pt x="18389" y="46079"/>
                  </a:lnTo>
                  <a:lnTo>
                    <a:pt x="10165" y="91391"/>
                  </a:lnTo>
                  <a:lnTo>
                    <a:pt x="3039" y="135432"/>
                  </a:lnTo>
                  <a:lnTo>
                    <a:pt x="0" y="155220"/>
                  </a:lnTo>
                  <a:lnTo>
                    <a:pt x="31892" y="140785"/>
                  </a:lnTo>
                  <a:lnTo>
                    <a:pt x="48560" y="134803"/>
                  </a:lnTo>
                  <a:lnTo>
                    <a:pt x="63781" y="176693"/>
                  </a:lnTo>
                  <a:lnTo>
                    <a:pt x="70768" y="219964"/>
                  </a:lnTo>
                  <a:lnTo>
                    <a:pt x="79097" y="273876"/>
                  </a:lnTo>
                  <a:lnTo>
                    <a:pt x="74084" y="143860"/>
                  </a:lnTo>
                  <a:lnTo>
                    <a:pt x="74377" y="71992"/>
                  </a:lnTo>
                  <a:lnTo>
                    <a:pt x="81741" y="32597"/>
                  </a:lnTo>
                  <a:lnTo>
                    <a:pt x="9794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2" name="object 732" descr=""/>
          <p:cNvSpPr/>
          <p:nvPr/>
        </p:nvSpPr>
        <p:spPr>
          <a:xfrm>
            <a:off x="5943529" y="7816064"/>
            <a:ext cx="92075" cy="273685"/>
          </a:xfrm>
          <a:custGeom>
            <a:avLst/>
            <a:gdLst/>
            <a:ahLst/>
            <a:cxnLst/>
            <a:rect l="l" t="t" r="r" b="b"/>
            <a:pathLst>
              <a:path w="92075" h="273684">
                <a:moveTo>
                  <a:pt x="6575" y="0"/>
                </a:moveTo>
                <a:lnTo>
                  <a:pt x="7556" y="9885"/>
                </a:lnTo>
                <a:lnTo>
                  <a:pt x="7198" y="41664"/>
                </a:lnTo>
                <a:lnTo>
                  <a:pt x="4885" y="120973"/>
                </a:lnTo>
                <a:lnTo>
                  <a:pt x="0" y="273447"/>
                </a:lnTo>
                <a:lnTo>
                  <a:pt x="14558" y="219749"/>
                </a:lnTo>
                <a:lnTo>
                  <a:pt x="25828" y="176626"/>
                </a:lnTo>
                <a:lnTo>
                  <a:pt x="33601" y="143985"/>
                </a:lnTo>
                <a:lnTo>
                  <a:pt x="36126" y="136221"/>
                </a:lnTo>
                <a:lnTo>
                  <a:pt x="43005" y="134803"/>
                </a:lnTo>
                <a:lnTo>
                  <a:pt x="59671" y="140785"/>
                </a:lnTo>
                <a:lnTo>
                  <a:pt x="91557" y="155220"/>
                </a:lnTo>
                <a:lnTo>
                  <a:pt x="88517" y="135432"/>
                </a:lnTo>
                <a:lnTo>
                  <a:pt x="81391" y="91391"/>
                </a:lnTo>
                <a:lnTo>
                  <a:pt x="73167" y="46079"/>
                </a:lnTo>
                <a:lnTo>
                  <a:pt x="38126" y="9191"/>
                </a:lnTo>
                <a:lnTo>
                  <a:pt x="6575" y="0"/>
                </a:lnTo>
                <a:close/>
              </a:path>
            </a:pathLst>
          </a:custGeom>
          <a:solidFill>
            <a:srgbClr val="057CB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33" name="object 733" descr=""/>
          <p:cNvPicPr/>
          <p:nvPr/>
        </p:nvPicPr>
        <p:blipFill>
          <a:blip r:embed="rId140" cstate="print"/>
          <a:stretch>
            <a:fillRect/>
          </a:stretch>
        </p:blipFill>
        <p:spPr>
          <a:xfrm>
            <a:off x="5627587" y="8052123"/>
            <a:ext cx="127898" cy="72407"/>
          </a:xfrm>
          <a:prstGeom prst="rect">
            <a:avLst/>
          </a:prstGeom>
        </p:spPr>
      </p:pic>
      <p:sp>
        <p:nvSpPr>
          <p:cNvPr id="734" name="object 734" descr=""/>
          <p:cNvSpPr/>
          <p:nvPr/>
        </p:nvSpPr>
        <p:spPr>
          <a:xfrm>
            <a:off x="5742070" y="8231148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5">
                <a:moveTo>
                  <a:pt x="3821" y="0"/>
                </a:moveTo>
                <a:lnTo>
                  <a:pt x="136" y="3968"/>
                </a:lnTo>
                <a:lnTo>
                  <a:pt x="0" y="13706"/>
                </a:lnTo>
                <a:lnTo>
                  <a:pt x="2691" y="17957"/>
                </a:lnTo>
                <a:lnTo>
                  <a:pt x="10805" y="18355"/>
                </a:lnTo>
                <a:lnTo>
                  <a:pt x="14491" y="14386"/>
                </a:lnTo>
                <a:lnTo>
                  <a:pt x="14554" y="9528"/>
                </a:lnTo>
                <a:lnTo>
                  <a:pt x="14617" y="4649"/>
                </a:lnTo>
                <a:lnTo>
                  <a:pt x="11936" y="397"/>
                </a:lnTo>
                <a:lnTo>
                  <a:pt x="3821" y="0"/>
                </a:lnTo>
                <a:close/>
              </a:path>
            </a:pathLst>
          </a:custGeom>
          <a:solidFill>
            <a:srgbClr val="76B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5" name="object 735" descr=""/>
          <p:cNvSpPr/>
          <p:nvPr/>
        </p:nvSpPr>
        <p:spPr>
          <a:xfrm>
            <a:off x="5743272" y="8356122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5">
                <a:moveTo>
                  <a:pt x="3821" y="0"/>
                </a:moveTo>
                <a:lnTo>
                  <a:pt x="136" y="3968"/>
                </a:lnTo>
                <a:lnTo>
                  <a:pt x="0" y="13706"/>
                </a:lnTo>
                <a:lnTo>
                  <a:pt x="2691" y="17957"/>
                </a:lnTo>
                <a:lnTo>
                  <a:pt x="10805" y="18355"/>
                </a:lnTo>
                <a:lnTo>
                  <a:pt x="14491" y="14386"/>
                </a:lnTo>
                <a:lnTo>
                  <a:pt x="14554" y="9528"/>
                </a:lnTo>
                <a:lnTo>
                  <a:pt x="14617" y="4649"/>
                </a:lnTo>
                <a:lnTo>
                  <a:pt x="11936" y="397"/>
                </a:lnTo>
                <a:lnTo>
                  <a:pt x="3821" y="0"/>
                </a:lnTo>
                <a:close/>
              </a:path>
            </a:pathLst>
          </a:custGeom>
          <a:solidFill>
            <a:srgbClr val="76B8D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6" name="object 736" descr=""/>
          <p:cNvSpPr/>
          <p:nvPr/>
        </p:nvSpPr>
        <p:spPr>
          <a:xfrm>
            <a:off x="5744469" y="8481091"/>
            <a:ext cx="15240" cy="18415"/>
          </a:xfrm>
          <a:custGeom>
            <a:avLst/>
            <a:gdLst/>
            <a:ahLst/>
            <a:cxnLst/>
            <a:rect l="l" t="t" r="r" b="b"/>
            <a:pathLst>
              <a:path w="15239" h="18415">
                <a:moveTo>
                  <a:pt x="3821" y="0"/>
                </a:moveTo>
                <a:lnTo>
                  <a:pt x="136" y="3968"/>
                </a:lnTo>
                <a:lnTo>
                  <a:pt x="0" y="13706"/>
                </a:lnTo>
                <a:lnTo>
                  <a:pt x="2691" y="17968"/>
                </a:lnTo>
                <a:lnTo>
                  <a:pt x="10805" y="18355"/>
                </a:lnTo>
                <a:lnTo>
                  <a:pt x="14491" y="14397"/>
                </a:lnTo>
                <a:lnTo>
                  <a:pt x="14627" y="4659"/>
                </a:lnTo>
                <a:lnTo>
                  <a:pt x="11936" y="397"/>
                </a:lnTo>
                <a:lnTo>
                  <a:pt x="8041" y="209"/>
                </a:lnTo>
                <a:lnTo>
                  <a:pt x="3821" y="0"/>
                </a:lnTo>
                <a:close/>
              </a:path>
            </a:pathLst>
          </a:custGeom>
          <a:solidFill>
            <a:srgbClr val="76B8D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37" name="object 737" descr=""/>
          <p:cNvGrpSpPr/>
          <p:nvPr/>
        </p:nvGrpSpPr>
        <p:grpSpPr>
          <a:xfrm>
            <a:off x="5003228" y="7782338"/>
            <a:ext cx="398780" cy="913130"/>
            <a:chOff x="5003228" y="7782338"/>
            <a:chExt cx="398780" cy="913130"/>
          </a:xfrm>
        </p:grpSpPr>
        <p:sp>
          <p:nvSpPr>
            <p:cNvPr id="738" name="object 738" descr=""/>
            <p:cNvSpPr/>
            <p:nvPr/>
          </p:nvSpPr>
          <p:spPr>
            <a:xfrm>
              <a:off x="5003228" y="7822342"/>
              <a:ext cx="398780" cy="873125"/>
            </a:xfrm>
            <a:custGeom>
              <a:avLst/>
              <a:gdLst/>
              <a:ahLst/>
              <a:cxnLst/>
              <a:rect l="l" t="t" r="r" b="b"/>
              <a:pathLst>
                <a:path w="398779" h="873125">
                  <a:moveTo>
                    <a:pt x="226010" y="0"/>
                  </a:moveTo>
                  <a:lnTo>
                    <a:pt x="179900" y="4940"/>
                  </a:lnTo>
                  <a:lnTo>
                    <a:pt x="139538" y="28357"/>
                  </a:lnTo>
                  <a:lnTo>
                    <a:pt x="92497" y="73504"/>
                  </a:lnTo>
                  <a:lnTo>
                    <a:pt x="53485" y="117425"/>
                  </a:lnTo>
                  <a:lnTo>
                    <a:pt x="16662" y="295073"/>
                  </a:lnTo>
                  <a:lnTo>
                    <a:pt x="5507" y="500949"/>
                  </a:lnTo>
                  <a:lnTo>
                    <a:pt x="902" y="679609"/>
                  </a:lnTo>
                  <a:lnTo>
                    <a:pt x="0" y="755870"/>
                  </a:lnTo>
                  <a:lnTo>
                    <a:pt x="87833" y="807338"/>
                  </a:lnTo>
                  <a:lnTo>
                    <a:pt x="211888" y="843885"/>
                  </a:lnTo>
                  <a:lnTo>
                    <a:pt x="322641" y="865686"/>
                  </a:lnTo>
                  <a:lnTo>
                    <a:pt x="370564" y="872914"/>
                  </a:lnTo>
                  <a:lnTo>
                    <a:pt x="390802" y="718632"/>
                  </a:lnTo>
                  <a:lnTo>
                    <a:pt x="398646" y="597644"/>
                  </a:lnTo>
                  <a:lnTo>
                    <a:pt x="395085" y="447346"/>
                  </a:lnTo>
                  <a:lnTo>
                    <a:pt x="387446" y="314960"/>
                  </a:lnTo>
                  <a:lnTo>
                    <a:pt x="236293" y="314960"/>
                  </a:lnTo>
                  <a:lnTo>
                    <a:pt x="191801" y="312787"/>
                  </a:lnTo>
                  <a:lnTo>
                    <a:pt x="151866" y="300566"/>
                  </a:lnTo>
                  <a:lnTo>
                    <a:pt x="132833" y="283885"/>
                  </a:lnTo>
                  <a:lnTo>
                    <a:pt x="129351" y="253763"/>
                  </a:lnTo>
                  <a:lnTo>
                    <a:pt x="126680" y="205819"/>
                  </a:lnTo>
                  <a:lnTo>
                    <a:pt x="127086" y="152511"/>
                  </a:lnTo>
                  <a:lnTo>
                    <a:pt x="132833" y="106299"/>
                  </a:lnTo>
                  <a:lnTo>
                    <a:pt x="163107" y="53720"/>
                  </a:lnTo>
                  <a:lnTo>
                    <a:pt x="215532" y="38187"/>
                  </a:lnTo>
                  <a:lnTo>
                    <a:pt x="317504" y="38187"/>
                  </a:lnTo>
                  <a:lnTo>
                    <a:pt x="304740" y="19685"/>
                  </a:lnTo>
                  <a:lnTo>
                    <a:pt x="291760" y="4427"/>
                  </a:lnTo>
                  <a:lnTo>
                    <a:pt x="251186" y="1066"/>
                  </a:lnTo>
                  <a:lnTo>
                    <a:pt x="226010" y="0"/>
                  </a:lnTo>
                  <a:close/>
                </a:path>
                <a:path w="398779" h="873125">
                  <a:moveTo>
                    <a:pt x="317504" y="38187"/>
                  </a:moveTo>
                  <a:lnTo>
                    <a:pt x="215532" y="38187"/>
                  </a:lnTo>
                  <a:lnTo>
                    <a:pt x="241188" y="46909"/>
                  </a:lnTo>
                  <a:lnTo>
                    <a:pt x="260685" y="62669"/>
                  </a:lnTo>
                  <a:lnTo>
                    <a:pt x="273541" y="82310"/>
                  </a:lnTo>
                  <a:lnTo>
                    <a:pt x="280596" y="112667"/>
                  </a:lnTo>
                  <a:lnTo>
                    <a:pt x="285546" y="162420"/>
                  </a:lnTo>
                  <a:lnTo>
                    <a:pt x="286514" y="218913"/>
                  </a:lnTo>
                  <a:lnTo>
                    <a:pt x="281623" y="269491"/>
                  </a:lnTo>
                  <a:lnTo>
                    <a:pt x="268997" y="301497"/>
                  </a:lnTo>
                  <a:lnTo>
                    <a:pt x="236293" y="314960"/>
                  </a:lnTo>
                  <a:lnTo>
                    <a:pt x="387446" y="314960"/>
                  </a:lnTo>
                  <a:lnTo>
                    <a:pt x="381108" y="205133"/>
                  </a:lnTo>
                  <a:lnTo>
                    <a:pt x="364206" y="125464"/>
                  </a:lnTo>
                  <a:lnTo>
                    <a:pt x="333819" y="61839"/>
                  </a:lnTo>
                  <a:lnTo>
                    <a:pt x="317504" y="38187"/>
                  </a:lnTo>
                  <a:close/>
                </a:path>
              </a:pathLst>
            </a:custGeom>
            <a:solidFill>
              <a:srgbClr val="3193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9" name="object 739" descr=""/>
            <p:cNvSpPr/>
            <p:nvPr/>
          </p:nvSpPr>
          <p:spPr>
            <a:xfrm>
              <a:off x="5086680" y="7852594"/>
              <a:ext cx="245745" cy="755015"/>
            </a:xfrm>
            <a:custGeom>
              <a:avLst/>
              <a:gdLst/>
              <a:ahLst/>
              <a:cxnLst/>
              <a:rect l="l" t="t" r="r" b="b"/>
              <a:pathLst>
                <a:path w="245745" h="755015">
                  <a:moveTo>
                    <a:pt x="245287" y="447878"/>
                  </a:moveTo>
                  <a:lnTo>
                    <a:pt x="244944" y="435216"/>
                  </a:lnTo>
                  <a:lnTo>
                    <a:pt x="241261" y="422148"/>
                  </a:lnTo>
                  <a:lnTo>
                    <a:pt x="239166" y="402971"/>
                  </a:lnTo>
                  <a:lnTo>
                    <a:pt x="239420" y="381304"/>
                  </a:lnTo>
                  <a:lnTo>
                    <a:pt x="242824" y="360705"/>
                  </a:lnTo>
                  <a:lnTo>
                    <a:pt x="244906" y="330949"/>
                  </a:lnTo>
                  <a:lnTo>
                    <a:pt x="242658" y="286804"/>
                  </a:lnTo>
                  <a:lnTo>
                    <a:pt x="239102" y="239344"/>
                  </a:lnTo>
                  <a:lnTo>
                    <a:pt x="237248" y="199682"/>
                  </a:lnTo>
                  <a:lnTo>
                    <a:pt x="236499" y="118237"/>
                  </a:lnTo>
                  <a:lnTo>
                    <a:pt x="231190" y="72021"/>
                  </a:lnTo>
                  <a:lnTo>
                    <a:pt x="188772" y="16662"/>
                  </a:lnTo>
                  <a:lnTo>
                    <a:pt x="135318" y="0"/>
                  </a:lnTo>
                  <a:lnTo>
                    <a:pt x="93649" y="3175"/>
                  </a:lnTo>
                  <a:lnTo>
                    <a:pt x="39344" y="50165"/>
                  </a:lnTo>
                  <a:lnTo>
                    <a:pt x="13182" y="119862"/>
                  </a:lnTo>
                  <a:lnTo>
                    <a:pt x="2451" y="174548"/>
                  </a:lnTo>
                  <a:lnTo>
                    <a:pt x="0" y="205663"/>
                  </a:lnTo>
                  <a:lnTo>
                    <a:pt x="584" y="254482"/>
                  </a:lnTo>
                  <a:lnTo>
                    <a:pt x="3721" y="313486"/>
                  </a:lnTo>
                  <a:lnTo>
                    <a:pt x="8928" y="375132"/>
                  </a:lnTo>
                  <a:lnTo>
                    <a:pt x="15697" y="431914"/>
                  </a:lnTo>
                  <a:lnTo>
                    <a:pt x="17030" y="439508"/>
                  </a:lnTo>
                  <a:lnTo>
                    <a:pt x="14897" y="448360"/>
                  </a:lnTo>
                  <a:lnTo>
                    <a:pt x="21412" y="499071"/>
                  </a:lnTo>
                  <a:lnTo>
                    <a:pt x="33312" y="563410"/>
                  </a:lnTo>
                  <a:lnTo>
                    <a:pt x="48247" y="631278"/>
                  </a:lnTo>
                  <a:lnTo>
                    <a:pt x="63830" y="692569"/>
                  </a:lnTo>
                  <a:lnTo>
                    <a:pt x="77698" y="737158"/>
                  </a:lnTo>
                  <a:lnTo>
                    <a:pt x="87490" y="754938"/>
                  </a:lnTo>
                  <a:lnTo>
                    <a:pt x="112534" y="750735"/>
                  </a:lnTo>
                  <a:lnTo>
                    <a:pt x="154559" y="737438"/>
                  </a:lnTo>
                  <a:lnTo>
                    <a:pt x="195287" y="718515"/>
                  </a:lnTo>
                  <a:lnTo>
                    <a:pt x="221576" y="673709"/>
                  </a:lnTo>
                  <a:lnTo>
                    <a:pt x="231025" y="621868"/>
                  </a:lnTo>
                  <a:lnTo>
                    <a:pt x="235089" y="602043"/>
                  </a:lnTo>
                  <a:lnTo>
                    <a:pt x="238937" y="581152"/>
                  </a:lnTo>
                  <a:lnTo>
                    <a:pt x="241731" y="554367"/>
                  </a:lnTo>
                  <a:lnTo>
                    <a:pt x="241757" y="528370"/>
                  </a:lnTo>
                  <a:lnTo>
                    <a:pt x="237248" y="509828"/>
                  </a:lnTo>
                  <a:lnTo>
                    <a:pt x="231749" y="499732"/>
                  </a:lnTo>
                  <a:lnTo>
                    <a:pt x="229920" y="491883"/>
                  </a:lnTo>
                  <a:lnTo>
                    <a:pt x="231749" y="482257"/>
                  </a:lnTo>
                  <a:lnTo>
                    <a:pt x="237248" y="466801"/>
                  </a:lnTo>
                  <a:lnTo>
                    <a:pt x="237248" y="466623"/>
                  </a:lnTo>
                  <a:lnTo>
                    <a:pt x="245287" y="447878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0" name="object 740" descr=""/>
            <p:cNvPicPr/>
            <p:nvPr/>
          </p:nvPicPr>
          <p:blipFill>
            <a:blip r:embed="rId141" cstate="print"/>
            <a:stretch>
              <a:fillRect/>
            </a:stretch>
          </p:blipFill>
          <p:spPr>
            <a:xfrm>
              <a:off x="5138286" y="8519669"/>
              <a:ext cx="171848" cy="101044"/>
            </a:xfrm>
            <a:prstGeom prst="rect">
              <a:avLst/>
            </a:prstGeom>
          </p:spPr>
        </p:pic>
        <p:sp>
          <p:nvSpPr>
            <p:cNvPr id="741" name="object 741" descr=""/>
            <p:cNvSpPr/>
            <p:nvPr/>
          </p:nvSpPr>
          <p:spPr>
            <a:xfrm>
              <a:off x="5029434" y="8032715"/>
              <a:ext cx="64135" cy="95250"/>
            </a:xfrm>
            <a:custGeom>
              <a:avLst/>
              <a:gdLst/>
              <a:ahLst/>
              <a:cxnLst/>
              <a:rect l="l" t="t" r="r" b="b"/>
              <a:pathLst>
                <a:path w="64135" h="95250">
                  <a:moveTo>
                    <a:pt x="8921" y="0"/>
                  </a:moveTo>
                  <a:lnTo>
                    <a:pt x="3969" y="28441"/>
                  </a:lnTo>
                  <a:lnTo>
                    <a:pt x="841" y="48794"/>
                  </a:lnTo>
                  <a:lnTo>
                    <a:pt x="0" y="59725"/>
                  </a:lnTo>
                  <a:lnTo>
                    <a:pt x="1102" y="67286"/>
                  </a:lnTo>
                  <a:lnTo>
                    <a:pt x="1359" y="77883"/>
                  </a:lnTo>
                  <a:lnTo>
                    <a:pt x="1379" y="88278"/>
                  </a:lnTo>
                  <a:lnTo>
                    <a:pt x="1769" y="95232"/>
                  </a:lnTo>
                  <a:lnTo>
                    <a:pt x="11172" y="91647"/>
                  </a:lnTo>
                  <a:lnTo>
                    <a:pt x="51774" y="67884"/>
                  </a:lnTo>
                  <a:lnTo>
                    <a:pt x="63589" y="20941"/>
                  </a:lnTo>
                  <a:lnTo>
                    <a:pt x="55384" y="18270"/>
                  </a:lnTo>
                  <a:lnTo>
                    <a:pt x="46955" y="15198"/>
                  </a:lnTo>
                  <a:lnTo>
                    <a:pt x="8921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 descr=""/>
            <p:cNvSpPr/>
            <p:nvPr/>
          </p:nvSpPr>
          <p:spPr>
            <a:xfrm>
              <a:off x="5038114" y="8079435"/>
              <a:ext cx="15240" cy="26034"/>
            </a:xfrm>
            <a:custGeom>
              <a:avLst/>
              <a:gdLst/>
              <a:ahLst/>
              <a:cxnLst/>
              <a:rect l="l" t="t" r="r" b="b"/>
              <a:pathLst>
                <a:path w="15239" h="26034">
                  <a:moveTo>
                    <a:pt x="6324" y="0"/>
                  </a:moveTo>
                  <a:lnTo>
                    <a:pt x="2565" y="4607"/>
                  </a:lnTo>
                  <a:lnTo>
                    <a:pt x="0" y="18701"/>
                  </a:lnTo>
                  <a:lnTo>
                    <a:pt x="1717" y="25412"/>
                  </a:lnTo>
                  <a:lnTo>
                    <a:pt x="8512" y="26020"/>
                  </a:lnTo>
                  <a:lnTo>
                    <a:pt x="12292" y="21412"/>
                  </a:lnTo>
                  <a:lnTo>
                    <a:pt x="14837" y="7319"/>
                  </a:lnTo>
                  <a:lnTo>
                    <a:pt x="13120" y="596"/>
                  </a:lnTo>
                  <a:lnTo>
                    <a:pt x="9737" y="293"/>
                  </a:lnTo>
                  <a:lnTo>
                    <a:pt x="6324" y="0"/>
                  </a:lnTo>
                  <a:close/>
                </a:path>
              </a:pathLst>
            </a:custGeom>
            <a:solidFill>
              <a:srgbClr val="76B8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 descr=""/>
            <p:cNvSpPr/>
            <p:nvPr/>
          </p:nvSpPr>
          <p:spPr>
            <a:xfrm>
              <a:off x="5024959" y="7782338"/>
              <a:ext cx="289560" cy="279400"/>
            </a:xfrm>
            <a:custGeom>
              <a:avLst/>
              <a:gdLst/>
              <a:ahLst/>
              <a:cxnLst/>
              <a:rect l="l" t="t" r="r" b="b"/>
              <a:pathLst>
                <a:path w="289560" h="279400">
                  <a:moveTo>
                    <a:pt x="258306" y="0"/>
                  </a:moveTo>
                  <a:lnTo>
                    <a:pt x="151609" y="28629"/>
                  </a:lnTo>
                  <a:lnTo>
                    <a:pt x="94591" y="44605"/>
                  </a:lnTo>
                  <a:lnTo>
                    <a:pt x="52364" y="61757"/>
                  </a:lnTo>
                  <a:lnTo>
                    <a:pt x="43276" y="77159"/>
                  </a:lnTo>
                  <a:lnTo>
                    <a:pt x="32195" y="104309"/>
                  </a:lnTo>
                  <a:lnTo>
                    <a:pt x="19914" y="147240"/>
                  </a:lnTo>
                  <a:lnTo>
                    <a:pt x="8494" y="205593"/>
                  </a:lnTo>
                  <a:lnTo>
                    <a:pt x="0" y="279007"/>
                  </a:lnTo>
                  <a:lnTo>
                    <a:pt x="47234" y="139451"/>
                  </a:lnTo>
                  <a:lnTo>
                    <a:pt x="48862" y="149978"/>
                  </a:lnTo>
                  <a:lnTo>
                    <a:pt x="51710" y="158968"/>
                  </a:lnTo>
                  <a:lnTo>
                    <a:pt x="54416" y="165234"/>
                  </a:lnTo>
                  <a:lnTo>
                    <a:pt x="55621" y="167586"/>
                  </a:lnTo>
                  <a:lnTo>
                    <a:pt x="81413" y="136772"/>
                  </a:lnTo>
                  <a:lnTo>
                    <a:pt x="96021" y="119756"/>
                  </a:lnTo>
                  <a:lnTo>
                    <a:pt x="139778" y="93868"/>
                  </a:lnTo>
                  <a:lnTo>
                    <a:pt x="186566" y="84917"/>
                  </a:lnTo>
                  <a:lnTo>
                    <a:pt x="235059" y="76554"/>
                  </a:lnTo>
                  <a:lnTo>
                    <a:pt x="266630" y="69338"/>
                  </a:lnTo>
                  <a:lnTo>
                    <a:pt x="289174" y="60720"/>
                  </a:lnTo>
                  <a:lnTo>
                    <a:pt x="258306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44" name="object 744" descr=""/>
          <p:cNvPicPr/>
          <p:nvPr/>
        </p:nvPicPr>
        <p:blipFill>
          <a:blip r:embed="rId142" cstate="print"/>
          <a:stretch>
            <a:fillRect/>
          </a:stretch>
        </p:blipFill>
        <p:spPr>
          <a:xfrm>
            <a:off x="6790389" y="1772888"/>
            <a:ext cx="743570" cy="2106617"/>
          </a:xfrm>
          <a:prstGeom prst="rect">
            <a:avLst/>
          </a:prstGeom>
        </p:spPr>
      </p:pic>
      <p:pic>
        <p:nvPicPr>
          <p:cNvPr id="745" name="object 745" descr=""/>
          <p:cNvPicPr/>
          <p:nvPr/>
        </p:nvPicPr>
        <p:blipFill>
          <a:blip r:embed="rId143" cstate="print"/>
          <a:stretch>
            <a:fillRect/>
          </a:stretch>
        </p:blipFill>
        <p:spPr>
          <a:xfrm>
            <a:off x="4257331" y="1787622"/>
            <a:ext cx="729124" cy="2109228"/>
          </a:xfrm>
          <a:prstGeom prst="rect">
            <a:avLst/>
          </a:prstGeom>
        </p:spPr>
      </p:pic>
      <p:pic>
        <p:nvPicPr>
          <p:cNvPr id="746" name="object 746" descr=""/>
          <p:cNvPicPr/>
          <p:nvPr/>
        </p:nvPicPr>
        <p:blipFill>
          <a:blip r:embed="rId144" cstate="print"/>
          <a:stretch>
            <a:fillRect/>
          </a:stretch>
        </p:blipFill>
        <p:spPr>
          <a:xfrm>
            <a:off x="5255783" y="1769536"/>
            <a:ext cx="339645" cy="2103386"/>
          </a:xfrm>
          <a:prstGeom prst="rect">
            <a:avLst/>
          </a:prstGeom>
        </p:spPr>
      </p:pic>
      <p:pic>
        <p:nvPicPr>
          <p:cNvPr id="747" name="object 747" descr=""/>
          <p:cNvPicPr/>
          <p:nvPr/>
        </p:nvPicPr>
        <p:blipFill>
          <a:blip r:embed="rId145" cstate="print"/>
          <a:stretch>
            <a:fillRect/>
          </a:stretch>
        </p:blipFill>
        <p:spPr>
          <a:xfrm>
            <a:off x="5868244" y="1770470"/>
            <a:ext cx="729428" cy="2121047"/>
          </a:xfrm>
          <a:prstGeom prst="rect">
            <a:avLst/>
          </a:prstGeom>
        </p:spPr>
      </p:pic>
      <p:pic>
        <p:nvPicPr>
          <p:cNvPr id="748" name="object 748" descr=""/>
          <p:cNvPicPr/>
          <p:nvPr/>
        </p:nvPicPr>
        <p:blipFill>
          <a:blip r:embed="rId146" cstate="print"/>
          <a:stretch>
            <a:fillRect/>
          </a:stretch>
        </p:blipFill>
        <p:spPr>
          <a:xfrm>
            <a:off x="7118574" y="4805930"/>
            <a:ext cx="350933" cy="763127"/>
          </a:xfrm>
          <a:prstGeom prst="rect">
            <a:avLst/>
          </a:prstGeom>
        </p:spPr>
      </p:pic>
      <p:pic>
        <p:nvPicPr>
          <p:cNvPr id="749" name="object 749" descr=""/>
          <p:cNvPicPr/>
          <p:nvPr/>
        </p:nvPicPr>
        <p:blipFill>
          <a:blip r:embed="rId147" cstate="print"/>
          <a:stretch>
            <a:fillRect/>
          </a:stretch>
        </p:blipFill>
        <p:spPr>
          <a:xfrm>
            <a:off x="4358016" y="5286211"/>
            <a:ext cx="318523" cy="1082303"/>
          </a:xfrm>
          <a:prstGeom prst="rect">
            <a:avLst/>
          </a:prstGeom>
        </p:spPr>
      </p:pic>
      <p:pic>
        <p:nvPicPr>
          <p:cNvPr id="750" name="object 750" descr=""/>
          <p:cNvPicPr/>
          <p:nvPr/>
        </p:nvPicPr>
        <p:blipFill>
          <a:blip r:embed="rId148" cstate="print"/>
          <a:stretch>
            <a:fillRect/>
          </a:stretch>
        </p:blipFill>
        <p:spPr>
          <a:xfrm>
            <a:off x="4767838" y="4202013"/>
            <a:ext cx="2360331" cy="2168932"/>
          </a:xfrm>
          <a:prstGeom prst="rect">
            <a:avLst/>
          </a:prstGeom>
        </p:spPr>
      </p:pic>
      <p:grpSp>
        <p:nvGrpSpPr>
          <p:cNvPr id="751" name="object 751" descr=""/>
          <p:cNvGrpSpPr/>
          <p:nvPr/>
        </p:nvGrpSpPr>
        <p:grpSpPr>
          <a:xfrm>
            <a:off x="4399834" y="4202012"/>
            <a:ext cx="184150" cy="884555"/>
            <a:chOff x="4399834" y="4202012"/>
            <a:chExt cx="184150" cy="884555"/>
          </a:xfrm>
        </p:grpSpPr>
        <p:sp>
          <p:nvSpPr>
            <p:cNvPr id="752" name="object 752" descr=""/>
            <p:cNvSpPr/>
            <p:nvPr/>
          </p:nvSpPr>
          <p:spPr>
            <a:xfrm>
              <a:off x="4408322" y="4204899"/>
              <a:ext cx="149860" cy="727710"/>
            </a:xfrm>
            <a:custGeom>
              <a:avLst/>
              <a:gdLst/>
              <a:ahLst/>
              <a:cxnLst/>
              <a:rect l="l" t="t" r="r" b="b"/>
              <a:pathLst>
                <a:path w="149860" h="727710">
                  <a:moveTo>
                    <a:pt x="149326" y="154851"/>
                  </a:moveTo>
                  <a:lnTo>
                    <a:pt x="148729" y="119976"/>
                  </a:lnTo>
                  <a:lnTo>
                    <a:pt x="146494" y="83273"/>
                  </a:lnTo>
                  <a:lnTo>
                    <a:pt x="141947" y="28244"/>
                  </a:lnTo>
                  <a:lnTo>
                    <a:pt x="87668" y="0"/>
                  </a:lnTo>
                  <a:lnTo>
                    <a:pt x="47167" y="4356"/>
                  </a:lnTo>
                  <a:lnTo>
                    <a:pt x="19608" y="27622"/>
                  </a:lnTo>
                  <a:lnTo>
                    <a:pt x="4165" y="56095"/>
                  </a:lnTo>
                  <a:lnTo>
                    <a:pt x="0" y="76085"/>
                  </a:lnTo>
                  <a:lnTo>
                    <a:pt x="11861" y="211747"/>
                  </a:lnTo>
                  <a:lnTo>
                    <a:pt x="18288" y="279463"/>
                  </a:lnTo>
                  <a:lnTo>
                    <a:pt x="24892" y="341464"/>
                  </a:lnTo>
                  <a:lnTo>
                    <a:pt x="31089" y="387553"/>
                  </a:lnTo>
                  <a:lnTo>
                    <a:pt x="36995" y="407847"/>
                  </a:lnTo>
                  <a:lnTo>
                    <a:pt x="34467" y="424459"/>
                  </a:lnTo>
                  <a:lnTo>
                    <a:pt x="35331" y="441947"/>
                  </a:lnTo>
                  <a:lnTo>
                    <a:pt x="38188" y="471271"/>
                  </a:lnTo>
                  <a:lnTo>
                    <a:pt x="48247" y="603542"/>
                  </a:lnTo>
                  <a:lnTo>
                    <a:pt x="53390" y="663448"/>
                  </a:lnTo>
                  <a:lnTo>
                    <a:pt x="57264" y="690499"/>
                  </a:lnTo>
                  <a:lnTo>
                    <a:pt x="81267" y="718019"/>
                  </a:lnTo>
                  <a:lnTo>
                    <a:pt x="96443" y="727202"/>
                  </a:lnTo>
                  <a:lnTo>
                    <a:pt x="109270" y="718070"/>
                  </a:lnTo>
                  <a:lnTo>
                    <a:pt x="132448" y="644550"/>
                  </a:lnTo>
                  <a:lnTo>
                    <a:pt x="138061" y="599706"/>
                  </a:lnTo>
                  <a:lnTo>
                    <a:pt x="143344" y="551675"/>
                  </a:lnTo>
                  <a:lnTo>
                    <a:pt x="146900" y="483196"/>
                  </a:lnTo>
                  <a:lnTo>
                    <a:pt x="143154" y="443357"/>
                  </a:lnTo>
                  <a:lnTo>
                    <a:pt x="134658" y="378091"/>
                  </a:lnTo>
                  <a:lnTo>
                    <a:pt x="138137" y="356819"/>
                  </a:lnTo>
                  <a:lnTo>
                    <a:pt x="142646" y="319125"/>
                  </a:lnTo>
                  <a:lnTo>
                    <a:pt x="146735" y="267500"/>
                  </a:lnTo>
                  <a:lnTo>
                    <a:pt x="148920" y="204444"/>
                  </a:lnTo>
                  <a:lnTo>
                    <a:pt x="149326" y="154851"/>
                  </a:lnTo>
                  <a:close/>
                </a:path>
              </a:pathLst>
            </a:custGeom>
            <a:solidFill>
              <a:srgbClr val="704B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3" name="object 753" descr=""/>
            <p:cNvPicPr/>
            <p:nvPr/>
          </p:nvPicPr>
          <p:blipFill>
            <a:blip r:embed="rId149" cstate="print"/>
            <a:stretch>
              <a:fillRect/>
            </a:stretch>
          </p:blipFill>
          <p:spPr>
            <a:xfrm>
              <a:off x="4438129" y="4781880"/>
              <a:ext cx="112306" cy="304498"/>
            </a:xfrm>
            <a:prstGeom prst="rect">
              <a:avLst/>
            </a:prstGeom>
          </p:spPr>
        </p:pic>
        <p:sp>
          <p:nvSpPr>
            <p:cNvPr id="754" name="object 754" descr=""/>
            <p:cNvSpPr/>
            <p:nvPr/>
          </p:nvSpPr>
          <p:spPr>
            <a:xfrm>
              <a:off x="4448429" y="4695729"/>
              <a:ext cx="104775" cy="60960"/>
            </a:xfrm>
            <a:custGeom>
              <a:avLst/>
              <a:gdLst/>
              <a:ahLst/>
              <a:cxnLst/>
              <a:rect l="l" t="t" r="r" b="b"/>
              <a:pathLst>
                <a:path w="104775" h="60960">
                  <a:moveTo>
                    <a:pt x="104114" y="49441"/>
                  </a:moveTo>
                  <a:lnTo>
                    <a:pt x="86995" y="53124"/>
                  </a:lnTo>
                  <a:lnTo>
                    <a:pt x="70815" y="54635"/>
                  </a:lnTo>
                  <a:lnTo>
                    <a:pt x="46139" y="54241"/>
                  </a:lnTo>
                  <a:lnTo>
                    <a:pt x="3530" y="52197"/>
                  </a:lnTo>
                  <a:lnTo>
                    <a:pt x="3784" y="55753"/>
                  </a:lnTo>
                  <a:lnTo>
                    <a:pt x="37553" y="59791"/>
                  </a:lnTo>
                  <a:lnTo>
                    <a:pt x="59245" y="60871"/>
                  </a:lnTo>
                  <a:lnTo>
                    <a:pt x="78219" y="58750"/>
                  </a:lnTo>
                  <a:lnTo>
                    <a:pt x="103873" y="53174"/>
                  </a:lnTo>
                  <a:lnTo>
                    <a:pt x="104114" y="49441"/>
                  </a:lnTo>
                  <a:close/>
                </a:path>
                <a:path w="104775" h="60960">
                  <a:moveTo>
                    <a:pt x="104355" y="3086"/>
                  </a:moveTo>
                  <a:lnTo>
                    <a:pt x="104254" y="0"/>
                  </a:lnTo>
                  <a:lnTo>
                    <a:pt x="66344" y="5029"/>
                  </a:lnTo>
                  <a:lnTo>
                    <a:pt x="32918" y="6324"/>
                  </a:lnTo>
                  <a:lnTo>
                    <a:pt x="9080" y="5753"/>
                  </a:lnTo>
                  <a:lnTo>
                    <a:pt x="0" y="5143"/>
                  </a:lnTo>
                  <a:lnTo>
                    <a:pt x="139" y="7632"/>
                  </a:lnTo>
                  <a:lnTo>
                    <a:pt x="49885" y="8089"/>
                  </a:lnTo>
                  <a:lnTo>
                    <a:pt x="81991" y="6388"/>
                  </a:lnTo>
                  <a:lnTo>
                    <a:pt x="99225" y="4178"/>
                  </a:lnTo>
                  <a:lnTo>
                    <a:pt x="104355" y="3086"/>
                  </a:lnTo>
                  <a:close/>
                </a:path>
              </a:pathLst>
            </a:custGeom>
            <a:solidFill>
              <a:srgbClr val="2B334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5" name="object 755" descr=""/>
            <p:cNvSpPr/>
            <p:nvPr/>
          </p:nvSpPr>
          <p:spPr>
            <a:xfrm>
              <a:off x="4399834" y="4202012"/>
              <a:ext cx="184150" cy="295910"/>
            </a:xfrm>
            <a:custGeom>
              <a:avLst/>
              <a:gdLst/>
              <a:ahLst/>
              <a:cxnLst/>
              <a:rect l="l" t="t" r="r" b="b"/>
              <a:pathLst>
                <a:path w="184150" h="295910">
                  <a:moveTo>
                    <a:pt x="82067" y="0"/>
                  </a:moveTo>
                  <a:lnTo>
                    <a:pt x="38403" y="12420"/>
                  </a:lnTo>
                  <a:lnTo>
                    <a:pt x="8336" y="61068"/>
                  </a:lnTo>
                  <a:lnTo>
                    <a:pt x="2098" y="141260"/>
                  </a:lnTo>
                  <a:lnTo>
                    <a:pt x="980" y="201761"/>
                  </a:lnTo>
                  <a:lnTo>
                    <a:pt x="257" y="255277"/>
                  </a:lnTo>
                  <a:lnTo>
                    <a:pt x="0" y="278332"/>
                  </a:lnTo>
                  <a:lnTo>
                    <a:pt x="68090" y="295507"/>
                  </a:lnTo>
                  <a:lnTo>
                    <a:pt x="126853" y="291160"/>
                  </a:lnTo>
                  <a:lnTo>
                    <a:pt x="168110" y="278710"/>
                  </a:lnTo>
                  <a:lnTo>
                    <a:pt x="183679" y="271573"/>
                  </a:lnTo>
                  <a:lnTo>
                    <a:pt x="182480" y="253618"/>
                  </a:lnTo>
                  <a:lnTo>
                    <a:pt x="179418" y="209251"/>
                  </a:lnTo>
                  <a:lnTo>
                    <a:pt x="175333" y="152702"/>
                  </a:lnTo>
                  <a:lnTo>
                    <a:pt x="171052" y="98201"/>
                  </a:lnTo>
                  <a:lnTo>
                    <a:pt x="163225" y="56062"/>
                  </a:lnTo>
                  <a:lnTo>
                    <a:pt x="140450" y="9525"/>
                  </a:lnTo>
                  <a:lnTo>
                    <a:pt x="82067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6" name="object 756" descr=""/>
          <p:cNvGrpSpPr/>
          <p:nvPr/>
        </p:nvGrpSpPr>
        <p:grpSpPr>
          <a:xfrm>
            <a:off x="7376381" y="4194714"/>
            <a:ext cx="394335" cy="447675"/>
            <a:chOff x="7376381" y="4194714"/>
            <a:chExt cx="394335" cy="447675"/>
          </a:xfrm>
        </p:grpSpPr>
        <p:sp>
          <p:nvSpPr>
            <p:cNvPr id="757" name="object 757" descr=""/>
            <p:cNvSpPr/>
            <p:nvPr/>
          </p:nvSpPr>
          <p:spPr>
            <a:xfrm>
              <a:off x="7595114" y="4222307"/>
              <a:ext cx="149860" cy="420370"/>
            </a:xfrm>
            <a:custGeom>
              <a:avLst/>
              <a:gdLst/>
              <a:ahLst/>
              <a:cxnLst/>
              <a:rect l="l" t="t" r="r" b="b"/>
              <a:pathLst>
                <a:path w="149859" h="420370">
                  <a:moveTo>
                    <a:pt x="87664" y="0"/>
                  </a:moveTo>
                  <a:lnTo>
                    <a:pt x="47161" y="4359"/>
                  </a:lnTo>
                  <a:lnTo>
                    <a:pt x="19602" y="27627"/>
                  </a:lnTo>
                  <a:lnTo>
                    <a:pt x="4159" y="56102"/>
                  </a:lnTo>
                  <a:lnTo>
                    <a:pt x="0" y="76081"/>
                  </a:lnTo>
                  <a:lnTo>
                    <a:pt x="11860" y="211752"/>
                  </a:lnTo>
                  <a:lnTo>
                    <a:pt x="18276" y="279473"/>
                  </a:lnTo>
                  <a:lnTo>
                    <a:pt x="24889" y="341470"/>
                  </a:lnTo>
                  <a:lnTo>
                    <a:pt x="31080" y="387559"/>
                  </a:lnTo>
                  <a:lnTo>
                    <a:pt x="69566" y="420074"/>
                  </a:lnTo>
                  <a:lnTo>
                    <a:pt x="100574" y="412117"/>
                  </a:lnTo>
                  <a:lnTo>
                    <a:pt x="134645" y="378093"/>
                  </a:lnTo>
                  <a:lnTo>
                    <a:pt x="142640" y="319127"/>
                  </a:lnTo>
                  <a:lnTo>
                    <a:pt x="146723" y="267500"/>
                  </a:lnTo>
                  <a:lnTo>
                    <a:pt x="148916" y="204444"/>
                  </a:lnTo>
                  <a:lnTo>
                    <a:pt x="149320" y="154854"/>
                  </a:lnTo>
                  <a:lnTo>
                    <a:pt x="148728" y="119971"/>
                  </a:lnTo>
                  <a:lnTo>
                    <a:pt x="146487" y="83276"/>
                  </a:lnTo>
                  <a:lnTo>
                    <a:pt x="141943" y="28250"/>
                  </a:lnTo>
                  <a:lnTo>
                    <a:pt x="87664" y="0"/>
                  </a:lnTo>
                  <a:close/>
                </a:path>
              </a:pathLst>
            </a:custGeom>
            <a:solidFill>
              <a:srgbClr val="62391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8" name="object 758" descr=""/>
            <p:cNvSpPr/>
            <p:nvPr/>
          </p:nvSpPr>
          <p:spPr>
            <a:xfrm>
              <a:off x="7586620" y="4219427"/>
              <a:ext cx="184150" cy="295910"/>
            </a:xfrm>
            <a:custGeom>
              <a:avLst/>
              <a:gdLst/>
              <a:ahLst/>
              <a:cxnLst/>
              <a:rect l="l" t="t" r="r" b="b"/>
              <a:pathLst>
                <a:path w="184150" h="295910">
                  <a:moveTo>
                    <a:pt x="82044" y="0"/>
                  </a:moveTo>
                  <a:lnTo>
                    <a:pt x="38389" y="12424"/>
                  </a:lnTo>
                  <a:lnTo>
                    <a:pt x="8320" y="61104"/>
                  </a:lnTo>
                  <a:lnTo>
                    <a:pt x="2094" y="141262"/>
                  </a:lnTo>
                  <a:lnTo>
                    <a:pt x="976" y="201763"/>
                  </a:lnTo>
                  <a:lnTo>
                    <a:pt x="253" y="255276"/>
                  </a:lnTo>
                  <a:lnTo>
                    <a:pt x="0" y="278330"/>
                  </a:lnTo>
                  <a:lnTo>
                    <a:pt x="68082" y="295505"/>
                  </a:lnTo>
                  <a:lnTo>
                    <a:pt x="126846" y="291158"/>
                  </a:lnTo>
                  <a:lnTo>
                    <a:pt x="168105" y="278708"/>
                  </a:lnTo>
                  <a:lnTo>
                    <a:pt x="183676" y="271573"/>
                  </a:lnTo>
                  <a:lnTo>
                    <a:pt x="182474" y="253619"/>
                  </a:lnTo>
                  <a:lnTo>
                    <a:pt x="179412" y="209252"/>
                  </a:lnTo>
                  <a:lnTo>
                    <a:pt x="175326" y="152703"/>
                  </a:lnTo>
                  <a:lnTo>
                    <a:pt x="171048" y="98199"/>
                  </a:lnTo>
                  <a:lnTo>
                    <a:pt x="163220" y="56059"/>
                  </a:lnTo>
                  <a:lnTo>
                    <a:pt x="140437" y="9522"/>
                  </a:lnTo>
                  <a:lnTo>
                    <a:pt x="82044" y="0"/>
                  </a:lnTo>
                  <a:close/>
                </a:path>
              </a:pathLst>
            </a:custGeom>
            <a:solidFill>
              <a:srgbClr val="82CF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9" name="object 759" descr=""/>
            <p:cNvSpPr/>
            <p:nvPr/>
          </p:nvSpPr>
          <p:spPr>
            <a:xfrm>
              <a:off x="7454190" y="4341441"/>
              <a:ext cx="258445" cy="297815"/>
            </a:xfrm>
            <a:custGeom>
              <a:avLst/>
              <a:gdLst/>
              <a:ahLst/>
              <a:cxnLst/>
              <a:rect l="l" t="t" r="r" b="b"/>
              <a:pathLst>
                <a:path w="258445" h="297814">
                  <a:moveTo>
                    <a:pt x="22141" y="0"/>
                  </a:moveTo>
                  <a:lnTo>
                    <a:pt x="4518" y="2061"/>
                  </a:lnTo>
                  <a:lnTo>
                    <a:pt x="0" y="17138"/>
                  </a:lnTo>
                  <a:lnTo>
                    <a:pt x="3477" y="49184"/>
                  </a:lnTo>
                  <a:lnTo>
                    <a:pt x="26818" y="89416"/>
                  </a:lnTo>
                  <a:lnTo>
                    <a:pt x="49908" y="128265"/>
                  </a:lnTo>
                  <a:lnTo>
                    <a:pt x="75203" y="169432"/>
                  </a:lnTo>
                  <a:lnTo>
                    <a:pt x="123874" y="232272"/>
                  </a:lnTo>
                  <a:lnTo>
                    <a:pt x="150678" y="261949"/>
                  </a:lnTo>
                  <a:lnTo>
                    <a:pt x="181770" y="292244"/>
                  </a:lnTo>
                  <a:lnTo>
                    <a:pt x="202482" y="297542"/>
                  </a:lnTo>
                  <a:lnTo>
                    <a:pt x="213314" y="295742"/>
                  </a:lnTo>
                  <a:lnTo>
                    <a:pt x="258105" y="256608"/>
                  </a:lnTo>
                  <a:lnTo>
                    <a:pt x="253115" y="227883"/>
                  </a:lnTo>
                  <a:lnTo>
                    <a:pt x="239245" y="203065"/>
                  </a:lnTo>
                  <a:lnTo>
                    <a:pt x="227826" y="189787"/>
                  </a:lnTo>
                  <a:lnTo>
                    <a:pt x="207581" y="168386"/>
                  </a:lnTo>
                  <a:lnTo>
                    <a:pt x="118467" y="70123"/>
                  </a:lnTo>
                  <a:lnTo>
                    <a:pt x="77635" y="25986"/>
                  </a:lnTo>
                  <a:lnTo>
                    <a:pt x="57978" y="6997"/>
                  </a:lnTo>
                  <a:lnTo>
                    <a:pt x="22141" y="0"/>
                  </a:lnTo>
                  <a:close/>
                </a:path>
              </a:pathLst>
            </a:custGeom>
            <a:solidFill>
              <a:srgbClr val="62391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0" name="object 760" descr=""/>
            <p:cNvPicPr/>
            <p:nvPr/>
          </p:nvPicPr>
          <p:blipFill>
            <a:blip r:embed="rId150" cstate="print"/>
            <a:stretch>
              <a:fillRect/>
            </a:stretch>
          </p:blipFill>
          <p:spPr>
            <a:xfrm>
              <a:off x="7376381" y="4194714"/>
              <a:ext cx="268709" cy="364824"/>
            </a:xfrm>
            <a:prstGeom prst="rect">
              <a:avLst/>
            </a:prstGeom>
          </p:spPr>
        </p:pic>
      </p:grpSp>
      <p:pic>
        <p:nvPicPr>
          <p:cNvPr id="761" name="object 761" descr=""/>
          <p:cNvPicPr/>
          <p:nvPr/>
        </p:nvPicPr>
        <p:blipFill>
          <a:blip r:embed="rId151" cstate="print"/>
          <a:stretch>
            <a:fillRect/>
          </a:stretch>
        </p:blipFill>
        <p:spPr>
          <a:xfrm>
            <a:off x="8362342" y="2186073"/>
            <a:ext cx="2619571" cy="2753427"/>
          </a:xfrm>
          <a:prstGeom prst="rect">
            <a:avLst/>
          </a:prstGeom>
        </p:spPr>
      </p:pic>
      <p:pic>
        <p:nvPicPr>
          <p:cNvPr id="762" name="object 762" descr=""/>
          <p:cNvPicPr/>
          <p:nvPr/>
        </p:nvPicPr>
        <p:blipFill>
          <a:blip r:embed="rId152" cstate="print"/>
          <a:stretch>
            <a:fillRect/>
          </a:stretch>
        </p:blipFill>
        <p:spPr>
          <a:xfrm>
            <a:off x="11153008" y="2250697"/>
            <a:ext cx="716765" cy="2727253"/>
          </a:xfrm>
          <a:prstGeom prst="rect">
            <a:avLst/>
          </a:prstGeom>
        </p:spPr>
      </p:pic>
      <p:sp>
        <p:nvSpPr>
          <p:cNvPr id="763" name="object 763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4" name="object 764" descr=""/>
          <p:cNvSpPr txBox="1"/>
          <p:nvPr/>
        </p:nvSpPr>
        <p:spPr>
          <a:xfrm>
            <a:off x="732793" y="781072"/>
            <a:ext cx="391541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Extras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for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adaptation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Hairstyles,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bodies,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and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accessories</a:t>
            </a:r>
            <a:endParaRPr sz="1950">
              <a:latin typeface="Open Sans Light"/>
              <a:cs typeface="Open Sans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911340" y="5408143"/>
            <a:ext cx="333375" cy="312420"/>
          </a:xfrm>
          <a:custGeom>
            <a:avLst/>
            <a:gdLst/>
            <a:ahLst/>
            <a:cxnLst/>
            <a:rect l="l" t="t" r="r" b="b"/>
            <a:pathLst>
              <a:path w="333375" h="312420">
                <a:moveTo>
                  <a:pt x="317372" y="0"/>
                </a:moveTo>
                <a:lnTo>
                  <a:pt x="6994" y="28020"/>
                </a:lnTo>
                <a:lnTo>
                  <a:pt x="6440" y="64270"/>
                </a:lnTo>
                <a:lnTo>
                  <a:pt x="3976" y="140010"/>
                </a:lnTo>
                <a:lnTo>
                  <a:pt x="0" y="248913"/>
                </a:lnTo>
                <a:lnTo>
                  <a:pt x="111295" y="296800"/>
                </a:lnTo>
                <a:lnTo>
                  <a:pt x="183104" y="312425"/>
                </a:lnTo>
                <a:lnTo>
                  <a:pt x="246667" y="295482"/>
                </a:lnTo>
                <a:lnTo>
                  <a:pt x="333225" y="245667"/>
                </a:lnTo>
                <a:lnTo>
                  <a:pt x="317372" y="0"/>
                </a:lnTo>
                <a:close/>
              </a:path>
            </a:pathLst>
          </a:custGeom>
          <a:solidFill>
            <a:srgbClr val="B6885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88629" y="4750184"/>
            <a:ext cx="560070" cy="800735"/>
            <a:chOff x="788629" y="4750184"/>
            <a:chExt cx="560070" cy="8007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8629" y="5124783"/>
              <a:ext cx="98094" cy="20420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49621" y="4782863"/>
              <a:ext cx="461009" cy="755650"/>
            </a:xfrm>
            <a:custGeom>
              <a:avLst/>
              <a:gdLst/>
              <a:ahLst/>
              <a:cxnLst/>
              <a:rect l="l" t="t" r="r" b="b"/>
              <a:pathLst>
                <a:path w="461009" h="755650">
                  <a:moveTo>
                    <a:pt x="198075" y="0"/>
                  </a:moveTo>
                  <a:lnTo>
                    <a:pt x="148743" y="7698"/>
                  </a:lnTo>
                  <a:lnTo>
                    <a:pt x="109668" y="24917"/>
                  </a:lnTo>
                  <a:lnTo>
                    <a:pt x="80790" y="51393"/>
                  </a:lnTo>
                  <a:lnTo>
                    <a:pt x="48479" y="90381"/>
                  </a:lnTo>
                  <a:lnTo>
                    <a:pt x="20790" y="132887"/>
                  </a:lnTo>
                  <a:lnTo>
                    <a:pt x="5776" y="169918"/>
                  </a:lnTo>
                  <a:lnTo>
                    <a:pt x="853" y="215877"/>
                  </a:lnTo>
                  <a:lnTo>
                    <a:pt x="0" y="274277"/>
                  </a:lnTo>
                  <a:lnTo>
                    <a:pt x="2284" y="339703"/>
                  </a:lnTo>
                  <a:lnTo>
                    <a:pt x="6775" y="406740"/>
                  </a:lnTo>
                  <a:lnTo>
                    <a:pt x="12542" y="469976"/>
                  </a:lnTo>
                  <a:lnTo>
                    <a:pt x="18653" y="523996"/>
                  </a:lnTo>
                  <a:lnTo>
                    <a:pt x="24178" y="563386"/>
                  </a:lnTo>
                  <a:lnTo>
                    <a:pt x="43933" y="609699"/>
                  </a:lnTo>
                  <a:lnTo>
                    <a:pt x="74997" y="653578"/>
                  </a:lnTo>
                  <a:lnTo>
                    <a:pt x="113625" y="701173"/>
                  </a:lnTo>
                  <a:lnTo>
                    <a:pt x="152072" y="739285"/>
                  </a:lnTo>
                  <a:lnTo>
                    <a:pt x="182588" y="754717"/>
                  </a:lnTo>
                  <a:lnTo>
                    <a:pt x="202907" y="754713"/>
                  </a:lnTo>
                  <a:lnTo>
                    <a:pt x="244864" y="755318"/>
                  </a:lnTo>
                  <a:lnTo>
                    <a:pt x="294004" y="738801"/>
                  </a:lnTo>
                  <a:lnTo>
                    <a:pt x="332151" y="699160"/>
                  </a:lnTo>
                  <a:lnTo>
                    <a:pt x="370983" y="650431"/>
                  </a:lnTo>
                  <a:lnTo>
                    <a:pt x="401871" y="606649"/>
                  </a:lnTo>
                  <a:lnTo>
                    <a:pt x="420571" y="563122"/>
                  </a:lnTo>
                  <a:lnTo>
                    <a:pt x="428330" y="525050"/>
                  </a:lnTo>
                  <a:lnTo>
                    <a:pt x="437831" y="472956"/>
                  </a:lnTo>
                  <a:lnTo>
                    <a:pt x="447444" y="412159"/>
                  </a:lnTo>
                  <a:lnTo>
                    <a:pt x="455538" y="347979"/>
                  </a:lnTo>
                  <a:lnTo>
                    <a:pt x="460486" y="285734"/>
                  </a:lnTo>
                  <a:lnTo>
                    <a:pt x="460657" y="230743"/>
                  </a:lnTo>
                  <a:lnTo>
                    <a:pt x="454422" y="188326"/>
                  </a:lnTo>
                  <a:lnTo>
                    <a:pt x="437064" y="144491"/>
                  </a:lnTo>
                  <a:lnTo>
                    <a:pt x="409560" y="94461"/>
                  </a:lnTo>
                  <a:lnTo>
                    <a:pt x="376652" y="49836"/>
                  </a:lnTo>
                  <a:lnTo>
                    <a:pt x="343085" y="22216"/>
                  </a:lnTo>
                  <a:lnTo>
                    <a:pt x="301698" y="8439"/>
                  </a:lnTo>
                  <a:lnTo>
                    <a:pt x="251211" y="640"/>
                  </a:lnTo>
                  <a:lnTo>
                    <a:pt x="198075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73040" y="5341444"/>
              <a:ext cx="396875" cy="209550"/>
            </a:xfrm>
            <a:custGeom>
              <a:avLst/>
              <a:gdLst/>
              <a:ahLst/>
              <a:cxnLst/>
              <a:rect l="l" t="t" r="r" b="b"/>
              <a:pathLst>
                <a:path w="396875" h="209550">
                  <a:moveTo>
                    <a:pt x="0" y="0"/>
                  </a:moveTo>
                  <a:lnTo>
                    <a:pt x="10855" y="38335"/>
                  </a:lnTo>
                  <a:lnTo>
                    <a:pt x="41265" y="89891"/>
                  </a:lnTo>
                  <a:lnTo>
                    <a:pt x="79705" y="142781"/>
                  </a:lnTo>
                  <a:lnTo>
                    <a:pt x="114649" y="185120"/>
                  </a:lnTo>
                  <a:lnTo>
                    <a:pt x="160210" y="208946"/>
                  </a:lnTo>
                  <a:lnTo>
                    <a:pt x="203495" y="209462"/>
                  </a:lnTo>
                  <a:lnTo>
                    <a:pt x="246109" y="207367"/>
                  </a:lnTo>
                  <a:lnTo>
                    <a:pt x="283458" y="190645"/>
                  </a:lnTo>
                  <a:lnTo>
                    <a:pt x="330410" y="134844"/>
                  </a:lnTo>
                  <a:lnTo>
                    <a:pt x="353947" y="104813"/>
                  </a:lnTo>
                  <a:lnTo>
                    <a:pt x="386045" y="40977"/>
                  </a:lnTo>
                  <a:lnTo>
                    <a:pt x="396563" y="7235"/>
                  </a:lnTo>
                  <a:lnTo>
                    <a:pt x="387007" y="14477"/>
                  </a:lnTo>
                  <a:lnTo>
                    <a:pt x="366130" y="27047"/>
                  </a:lnTo>
                  <a:lnTo>
                    <a:pt x="344302" y="39030"/>
                  </a:lnTo>
                  <a:lnTo>
                    <a:pt x="331895" y="44511"/>
                  </a:lnTo>
                  <a:lnTo>
                    <a:pt x="314932" y="39501"/>
                  </a:lnTo>
                  <a:lnTo>
                    <a:pt x="251176" y="16671"/>
                  </a:lnTo>
                  <a:lnTo>
                    <a:pt x="235385" y="11455"/>
                  </a:lnTo>
                  <a:lnTo>
                    <a:pt x="193652" y="13163"/>
                  </a:lnTo>
                  <a:lnTo>
                    <a:pt x="151251" y="17078"/>
                  </a:lnTo>
                  <a:lnTo>
                    <a:pt x="137633" y="23931"/>
                  </a:lnTo>
                  <a:lnTo>
                    <a:pt x="111284" y="35835"/>
                  </a:lnTo>
                  <a:lnTo>
                    <a:pt x="83930" y="46449"/>
                  </a:lnTo>
                  <a:lnTo>
                    <a:pt x="67296" y="49433"/>
                  </a:lnTo>
                  <a:lnTo>
                    <a:pt x="60720" y="46446"/>
                  </a:lnTo>
                  <a:lnTo>
                    <a:pt x="51518" y="40301"/>
                  </a:lnTo>
                  <a:lnTo>
                    <a:pt x="33381" y="263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73780" y="5112225"/>
              <a:ext cx="74847" cy="21001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30776" y="4750184"/>
              <a:ext cx="495934" cy="417195"/>
            </a:xfrm>
            <a:custGeom>
              <a:avLst/>
              <a:gdLst/>
              <a:ahLst/>
              <a:cxnLst/>
              <a:rect l="l" t="t" r="r" b="b"/>
              <a:pathLst>
                <a:path w="495934" h="417195">
                  <a:moveTo>
                    <a:pt x="320398" y="0"/>
                  </a:moveTo>
                  <a:lnTo>
                    <a:pt x="230798" y="7416"/>
                  </a:lnTo>
                  <a:lnTo>
                    <a:pt x="175977" y="13463"/>
                  </a:lnTo>
                  <a:lnTo>
                    <a:pt x="121698" y="22619"/>
                  </a:lnTo>
                  <a:lnTo>
                    <a:pt x="73381" y="36046"/>
                  </a:lnTo>
                  <a:lnTo>
                    <a:pt x="36443" y="54907"/>
                  </a:lnTo>
                  <a:lnTo>
                    <a:pt x="3952" y="135165"/>
                  </a:lnTo>
                  <a:lnTo>
                    <a:pt x="0" y="189300"/>
                  </a:lnTo>
                  <a:lnTo>
                    <a:pt x="1961" y="230364"/>
                  </a:lnTo>
                  <a:lnTo>
                    <a:pt x="7350" y="245950"/>
                  </a:lnTo>
                  <a:lnTo>
                    <a:pt x="9033" y="293693"/>
                  </a:lnTo>
                  <a:lnTo>
                    <a:pt x="14093" y="338806"/>
                  </a:lnTo>
                  <a:lnTo>
                    <a:pt x="19460" y="373230"/>
                  </a:lnTo>
                  <a:lnTo>
                    <a:pt x="22062" y="388909"/>
                  </a:lnTo>
                  <a:lnTo>
                    <a:pt x="26240" y="196339"/>
                  </a:lnTo>
                  <a:lnTo>
                    <a:pt x="46318" y="248271"/>
                  </a:lnTo>
                  <a:lnTo>
                    <a:pt x="86213" y="277835"/>
                  </a:lnTo>
                  <a:lnTo>
                    <a:pt x="125285" y="291114"/>
                  </a:lnTo>
                  <a:lnTo>
                    <a:pt x="142896" y="294189"/>
                  </a:lnTo>
                  <a:lnTo>
                    <a:pt x="149661" y="261958"/>
                  </a:lnTo>
                  <a:lnTo>
                    <a:pt x="177045" y="232250"/>
                  </a:lnTo>
                  <a:lnTo>
                    <a:pt x="218608" y="205833"/>
                  </a:lnTo>
                  <a:lnTo>
                    <a:pt x="267913" y="183472"/>
                  </a:lnTo>
                  <a:lnTo>
                    <a:pt x="318521" y="165933"/>
                  </a:lnTo>
                  <a:lnTo>
                    <a:pt x="363996" y="153983"/>
                  </a:lnTo>
                  <a:lnTo>
                    <a:pt x="397897" y="148387"/>
                  </a:lnTo>
                  <a:lnTo>
                    <a:pt x="413788" y="149911"/>
                  </a:lnTo>
                  <a:lnTo>
                    <a:pt x="420681" y="176245"/>
                  </a:lnTo>
                  <a:lnTo>
                    <a:pt x="423522" y="220285"/>
                  </a:lnTo>
                  <a:lnTo>
                    <a:pt x="423994" y="261652"/>
                  </a:lnTo>
                  <a:lnTo>
                    <a:pt x="423777" y="279970"/>
                  </a:lnTo>
                  <a:lnTo>
                    <a:pt x="435100" y="347663"/>
                  </a:lnTo>
                  <a:lnTo>
                    <a:pt x="445734" y="394113"/>
                  </a:lnTo>
                  <a:lnTo>
                    <a:pt x="458509" y="416845"/>
                  </a:lnTo>
                  <a:lnTo>
                    <a:pt x="484865" y="388358"/>
                  </a:lnTo>
                  <a:lnTo>
                    <a:pt x="495724" y="353309"/>
                  </a:lnTo>
                  <a:lnTo>
                    <a:pt x="492952" y="288704"/>
                  </a:lnTo>
                  <a:lnTo>
                    <a:pt x="478414" y="171544"/>
                  </a:lnTo>
                  <a:lnTo>
                    <a:pt x="442519" y="91773"/>
                  </a:lnTo>
                  <a:lnTo>
                    <a:pt x="407483" y="45604"/>
                  </a:lnTo>
                  <a:lnTo>
                    <a:pt x="365632" y="11059"/>
                  </a:lnTo>
                  <a:lnTo>
                    <a:pt x="320398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2724460" y="5389914"/>
            <a:ext cx="333375" cy="312420"/>
          </a:xfrm>
          <a:custGeom>
            <a:avLst/>
            <a:gdLst/>
            <a:ahLst/>
            <a:cxnLst/>
            <a:rect l="l" t="t" r="r" b="b"/>
            <a:pathLst>
              <a:path w="333375" h="312420">
                <a:moveTo>
                  <a:pt x="317383" y="0"/>
                </a:moveTo>
                <a:lnTo>
                  <a:pt x="7005" y="28020"/>
                </a:lnTo>
                <a:lnTo>
                  <a:pt x="6449" y="64270"/>
                </a:lnTo>
                <a:lnTo>
                  <a:pt x="3981" y="140010"/>
                </a:lnTo>
                <a:lnTo>
                  <a:pt x="0" y="248913"/>
                </a:lnTo>
                <a:lnTo>
                  <a:pt x="111301" y="296800"/>
                </a:lnTo>
                <a:lnTo>
                  <a:pt x="183113" y="312425"/>
                </a:lnTo>
                <a:lnTo>
                  <a:pt x="246678" y="295482"/>
                </a:lnTo>
                <a:lnTo>
                  <a:pt x="333235" y="245667"/>
                </a:lnTo>
                <a:lnTo>
                  <a:pt x="317383" y="0"/>
                </a:lnTo>
                <a:close/>
              </a:path>
            </a:pathLst>
          </a:custGeom>
          <a:solidFill>
            <a:srgbClr val="B6885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2577340" y="4732675"/>
            <a:ext cx="560070" cy="806450"/>
            <a:chOff x="2577340" y="4732675"/>
            <a:chExt cx="560070" cy="806450"/>
          </a:xfrm>
        </p:grpSpPr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7340" y="5124784"/>
              <a:ext cx="98102" cy="204207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2638006" y="4783823"/>
              <a:ext cx="461645" cy="753745"/>
            </a:xfrm>
            <a:custGeom>
              <a:avLst/>
              <a:gdLst/>
              <a:ahLst/>
              <a:cxnLst/>
              <a:rect l="l" t="t" r="r" b="b"/>
              <a:pathLst>
                <a:path w="461644" h="753745">
                  <a:moveTo>
                    <a:pt x="244831" y="0"/>
                  </a:moveTo>
                  <a:lnTo>
                    <a:pt x="186330" y="232"/>
                  </a:lnTo>
                  <a:lnTo>
                    <a:pt x="132503" y="8661"/>
                  </a:lnTo>
                  <a:lnTo>
                    <a:pt x="91543" y="26186"/>
                  </a:lnTo>
                  <a:lnTo>
                    <a:pt x="39413" y="90177"/>
                  </a:lnTo>
                  <a:lnTo>
                    <a:pt x="17957" y="131669"/>
                  </a:lnTo>
                  <a:lnTo>
                    <a:pt x="5776" y="168234"/>
                  </a:lnTo>
                  <a:lnTo>
                    <a:pt x="853" y="214196"/>
                  </a:lnTo>
                  <a:lnTo>
                    <a:pt x="0" y="272597"/>
                  </a:lnTo>
                  <a:lnTo>
                    <a:pt x="2284" y="338024"/>
                  </a:lnTo>
                  <a:lnTo>
                    <a:pt x="6775" y="405061"/>
                  </a:lnTo>
                  <a:lnTo>
                    <a:pt x="12542" y="468297"/>
                  </a:lnTo>
                  <a:lnTo>
                    <a:pt x="18653" y="522318"/>
                  </a:lnTo>
                  <a:lnTo>
                    <a:pt x="24178" y="561710"/>
                  </a:lnTo>
                  <a:lnTo>
                    <a:pt x="42630" y="608026"/>
                  </a:lnTo>
                  <a:lnTo>
                    <a:pt x="70585" y="651918"/>
                  </a:lnTo>
                  <a:lnTo>
                    <a:pt x="105506" y="699528"/>
                  </a:lnTo>
                  <a:lnTo>
                    <a:pt x="140847" y="737652"/>
                  </a:lnTo>
                  <a:lnTo>
                    <a:pt x="170065" y="753085"/>
                  </a:lnTo>
                  <a:lnTo>
                    <a:pt x="189326" y="753067"/>
                  </a:lnTo>
                  <a:lnTo>
                    <a:pt x="226675" y="753590"/>
                  </a:lnTo>
                  <a:lnTo>
                    <a:pt x="277481" y="737662"/>
                  </a:lnTo>
                  <a:lnTo>
                    <a:pt x="322097" y="699480"/>
                  </a:lnTo>
                  <a:lnTo>
                    <a:pt x="368650" y="652494"/>
                  </a:lnTo>
                  <a:lnTo>
                    <a:pt x="406006" y="610173"/>
                  </a:lnTo>
                  <a:lnTo>
                    <a:pt x="427125" y="567010"/>
                  </a:lnTo>
                  <a:lnTo>
                    <a:pt x="434108" y="528279"/>
                  </a:lnTo>
                  <a:lnTo>
                    <a:pt x="442512" y="475254"/>
                  </a:lnTo>
                  <a:lnTo>
                    <a:pt x="450867" y="413390"/>
                  </a:lnTo>
                  <a:lnTo>
                    <a:pt x="457705" y="348141"/>
                  </a:lnTo>
                  <a:lnTo>
                    <a:pt x="461556" y="284964"/>
                  </a:lnTo>
                  <a:lnTo>
                    <a:pt x="460952" y="229312"/>
                  </a:lnTo>
                  <a:lnTo>
                    <a:pt x="454422" y="186641"/>
                  </a:lnTo>
                  <a:lnTo>
                    <a:pt x="437064" y="142807"/>
                  </a:lnTo>
                  <a:lnTo>
                    <a:pt x="409560" y="92776"/>
                  </a:lnTo>
                  <a:lnTo>
                    <a:pt x="376652" y="48151"/>
                  </a:lnTo>
                  <a:lnTo>
                    <a:pt x="343085" y="20531"/>
                  </a:lnTo>
                  <a:lnTo>
                    <a:pt x="299813" y="7066"/>
                  </a:lnTo>
                  <a:lnTo>
                    <a:pt x="244831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659705" y="5304255"/>
              <a:ext cx="412750" cy="234315"/>
            </a:xfrm>
            <a:custGeom>
              <a:avLst/>
              <a:gdLst/>
              <a:ahLst/>
              <a:cxnLst/>
              <a:rect l="l" t="t" r="r" b="b"/>
              <a:pathLst>
                <a:path w="412750" h="234314">
                  <a:moveTo>
                    <a:pt x="410835" y="0"/>
                  </a:moveTo>
                  <a:lnTo>
                    <a:pt x="384662" y="19058"/>
                  </a:lnTo>
                  <a:lnTo>
                    <a:pt x="331939" y="61095"/>
                  </a:lnTo>
                  <a:lnTo>
                    <a:pt x="319519" y="69317"/>
                  </a:lnTo>
                  <a:lnTo>
                    <a:pt x="302495" y="64917"/>
                  </a:lnTo>
                  <a:lnTo>
                    <a:pt x="238472" y="44797"/>
                  </a:lnTo>
                  <a:lnTo>
                    <a:pt x="222621" y="40197"/>
                  </a:lnTo>
                  <a:lnTo>
                    <a:pt x="181082" y="39933"/>
                  </a:lnTo>
                  <a:lnTo>
                    <a:pt x="153343" y="40374"/>
                  </a:lnTo>
                  <a:lnTo>
                    <a:pt x="138875" y="41883"/>
                  </a:lnTo>
                  <a:lnTo>
                    <a:pt x="125258" y="48732"/>
                  </a:lnTo>
                  <a:lnTo>
                    <a:pt x="98911" y="60636"/>
                  </a:lnTo>
                  <a:lnTo>
                    <a:pt x="71558" y="71253"/>
                  </a:lnTo>
                  <a:lnTo>
                    <a:pt x="54919" y="74238"/>
                  </a:lnTo>
                  <a:lnTo>
                    <a:pt x="48536" y="71251"/>
                  </a:lnTo>
                  <a:lnTo>
                    <a:pt x="40688" y="65107"/>
                  </a:lnTo>
                  <a:lnTo>
                    <a:pt x="26225" y="51173"/>
                  </a:lnTo>
                  <a:lnTo>
                    <a:pt x="0" y="24815"/>
                  </a:lnTo>
                  <a:lnTo>
                    <a:pt x="9113" y="71818"/>
                  </a:lnTo>
                  <a:lnTo>
                    <a:pt x="36397" y="124456"/>
                  </a:lnTo>
                  <a:lnTo>
                    <a:pt x="71344" y="174092"/>
                  </a:lnTo>
                  <a:lnTo>
                    <a:pt x="103446" y="212094"/>
                  </a:lnTo>
                  <a:lnTo>
                    <a:pt x="147838" y="233751"/>
                  </a:lnTo>
                  <a:lnTo>
                    <a:pt x="191122" y="234267"/>
                  </a:lnTo>
                  <a:lnTo>
                    <a:pt x="233734" y="232172"/>
                  </a:lnTo>
                  <a:lnTo>
                    <a:pt x="278110" y="210059"/>
                  </a:lnTo>
                  <a:lnTo>
                    <a:pt x="315413" y="173168"/>
                  </a:lnTo>
                  <a:lnTo>
                    <a:pt x="355988" y="130539"/>
                  </a:lnTo>
                  <a:lnTo>
                    <a:pt x="386553" y="95117"/>
                  </a:lnTo>
                  <a:lnTo>
                    <a:pt x="410297" y="33140"/>
                  </a:lnTo>
                  <a:lnTo>
                    <a:pt x="412170" y="8951"/>
                  </a:lnTo>
                  <a:lnTo>
                    <a:pt x="410835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2501" y="5112225"/>
              <a:ext cx="74841" cy="210010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2617773" y="4732675"/>
              <a:ext cx="511809" cy="451484"/>
            </a:xfrm>
            <a:custGeom>
              <a:avLst/>
              <a:gdLst/>
              <a:ahLst/>
              <a:cxnLst/>
              <a:rect l="l" t="t" r="r" b="b"/>
              <a:pathLst>
                <a:path w="511810" h="451485">
                  <a:moveTo>
                    <a:pt x="311342" y="0"/>
                  </a:moveTo>
                  <a:lnTo>
                    <a:pt x="272191" y="5221"/>
                  </a:lnTo>
                  <a:lnTo>
                    <a:pt x="223538" y="14234"/>
                  </a:lnTo>
                  <a:lnTo>
                    <a:pt x="170485" y="26997"/>
                  </a:lnTo>
                  <a:lnTo>
                    <a:pt x="118135" y="43472"/>
                  </a:lnTo>
                  <a:lnTo>
                    <a:pt x="71586" y="63616"/>
                  </a:lnTo>
                  <a:lnTo>
                    <a:pt x="35943" y="87389"/>
                  </a:lnTo>
                  <a:lnTo>
                    <a:pt x="3953" y="169551"/>
                  </a:lnTo>
                  <a:lnTo>
                    <a:pt x="0" y="223686"/>
                  </a:lnTo>
                  <a:lnTo>
                    <a:pt x="1958" y="264750"/>
                  </a:lnTo>
                  <a:lnTo>
                    <a:pt x="7341" y="280337"/>
                  </a:lnTo>
                  <a:lnTo>
                    <a:pt x="9030" y="328084"/>
                  </a:lnTo>
                  <a:lnTo>
                    <a:pt x="14093" y="373196"/>
                  </a:lnTo>
                  <a:lnTo>
                    <a:pt x="19461" y="407618"/>
                  </a:lnTo>
                  <a:lnTo>
                    <a:pt x="22063" y="423296"/>
                  </a:lnTo>
                  <a:lnTo>
                    <a:pt x="41717" y="198370"/>
                  </a:lnTo>
                  <a:lnTo>
                    <a:pt x="54442" y="255459"/>
                  </a:lnTo>
                  <a:lnTo>
                    <a:pt x="78150" y="296369"/>
                  </a:lnTo>
                  <a:lnTo>
                    <a:pt x="101034" y="320993"/>
                  </a:lnTo>
                  <a:lnTo>
                    <a:pt x="111285" y="329225"/>
                  </a:lnTo>
                  <a:lnTo>
                    <a:pt x="117848" y="282556"/>
                  </a:lnTo>
                  <a:lnTo>
                    <a:pt x="139272" y="245856"/>
                  </a:lnTo>
                  <a:lnTo>
                    <a:pt x="171989" y="218042"/>
                  </a:lnTo>
                  <a:lnTo>
                    <a:pt x="212428" y="198027"/>
                  </a:lnTo>
                  <a:lnTo>
                    <a:pt x="257022" y="184726"/>
                  </a:lnTo>
                  <a:lnTo>
                    <a:pt x="302200" y="177053"/>
                  </a:lnTo>
                  <a:lnTo>
                    <a:pt x="344394" y="173925"/>
                  </a:lnTo>
                  <a:lnTo>
                    <a:pt x="380035" y="174254"/>
                  </a:lnTo>
                  <a:lnTo>
                    <a:pt x="424211" y="208172"/>
                  </a:lnTo>
                  <a:lnTo>
                    <a:pt x="429715" y="261623"/>
                  </a:lnTo>
                  <a:lnTo>
                    <a:pt x="434157" y="324596"/>
                  </a:lnTo>
                  <a:lnTo>
                    <a:pt x="437803" y="380386"/>
                  </a:lnTo>
                  <a:lnTo>
                    <a:pt x="440919" y="412291"/>
                  </a:lnTo>
                  <a:lnTo>
                    <a:pt x="445734" y="428502"/>
                  </a:lnTo>
                  <a:lnTo>
                    <a:pt x="451547" y="440766"/>
                  </a:lnTo>
                  <a:lnTo>
                    <a:pt x="456442" y="448531"/>
                  </a:lnTo>
                  <a:lnTo>
                    <a:pt x="458500" y="451242"/>
                  </a:lnTo>
                  <a:lnTo>
                    <a:pt x="488433" y="382048"/>
                  </a:lnTo>
                  <a:lnTo>
                    <a:pt x="503915" y="330827"/>
                  </a:lnTo>
                  <a:lnTo>
                    <a:pt x="509898" y="272240"/>
                  </a:lnTo>
                  <a:lnTo>
                    <a:pt x="511336" y="180947"/>
                  </a:lnTo>
                  <a:lnTo>
                    <a:pt x="501919" y="153071"/>
                  </a:lnTo>
                  <a:lnTo>
                    <a:pt x="476567" y="114480"/>
                  </a:lnTo>
                  <a:lnTo>
                    <a:pt x="440058" y="72525"/>
                  </a:lnTo>
                  <a:lnTo>
                    <a:pt x="397167" y="34558"/>
                  </a:lnTo>
                  <a:lnTo>
                    <a:pt x="352670" y="7933"/>
                  </a:lnTo>
                  <a:lnTo>
                    <a:pt x="311342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4413807" y="3213746"/>
            <a:ext cx="531495" cy="960755"/>
            <a:chOff x="4413807" y="3213746"/>
            <a:chExt cx="531495" cy="960755"/>
          </a:xfrm>
        </p:grpSpPr>
        <p:sp>
          <p:nvSpPr>
            <p:cNvPr id="17" name="object 17" descr=""/>
            <p:cNvSpPr/>
            <p:nvPr/>
          </p:nvSpPr>
          <p:spPr>
            <a:xfrm>
              <a:off x="4491436" y="3275247"/>
              <a:ext cx="436245" cy="753745"/>
            </a:xfrm>
            <a:custGeom>
              <a:avLst/>
              <a:gdLst/>
              <a:ahLst/>
              <a:cxnLst/>
              <a:rect l="l" t="t" r="r" b="b"/>
              <a:pathLst>
                <a:path w="436245" h="753745">
                  <a:moveTo>
                    <a:pt x="244831" y="0"/>
                  </a:moveTo>
                  <a:lnTo>
                    <a:pt x="186330" y="232"/>
                  </a:lnTo>
                  <a:lnTo>
                    <a:pt x="132503" y="8661"/>
                  </a:lnTo>
                  <a:lnTo>
                    <a:pt x="91543" y="26186"/>
                  </a:lnTo>
                  <a:lnTo>
                    <a:pt x="39416" y="90181"/>
                  </a:lnTo>
                  <a:lnTo>
                    <a:pt x="17961" y="131670"/>
                  </a:lnTo>
                  <a:lnTo>
                    <a:pt x="5776" y="168234"/>
                  </a:lnTo>
                  <a:lnTo>
                    <a:pt x="853" y="214197"/>
                  </a:lnTo>
                  <a:lnTo>
                    <a:pt x="0" y="272599"/>
                  </a:lnTo>
                  <a:lnTo>
                    <a:pt x="2284" y="338026"/>
                  </a:lnTo>
                  <a:lnTo>
                    <a:pt x="6776" y="405065"/>
                  </a:lnTo>
                  <a:lnTo>
                    <a:pt x="12544" y="468302"/>
                  </a:lnTo>
                  <a:lnTo>
                    <a:pt x="18657" y="522322"/>
                  </a:lnTo>
                  <a:lnTo>
                    <a:pt x="24184" y="561713"/>
                  </a:lnTo>
                  <a:lnTo>
                    <a:pt x="43939" y="608022"/>
                  </a:lnTo>
                  <a:lnTo>
                    <a:pt x="74999" y="651903"/>
                  </a:lnTo>
                  <a:lnTo>
                    <a:pt x="113628" y="699501"/>
                  </a:lnTo>
                  <a:lnTo>
                    <a:pt x="152077" y="737614"/>
                  </a:lnTo>
                  <a:lnTo>
                    <a:pt x="182598" y="753043"/>
                  </a:lnTo>
                  <a:lnTo>
                    <a:pt x="202911" y="753039"/>
                  </a:lnTo>
                  <a:lnTo>
                    <a:pt x="244864" y="753639"/>
                  </a:lnTo>
                  <a:lnTo>
                    <a:pt x="303688" y="738620"/>
                  </a:lnTo>
                  <a:lnTo>
                    <a:pt x="354208" y="704709"/>
                  </a:lnTo>
                  <a:lnTo>
                    <a:pt x="399054" y="667564"/>
                  </a:lnTo>
                  <a:lnTo>
                    <a:pt x="423043" y="625744"/>
                  </a:lnTo>
                  <a:lnTo>
                    <a:pt x="429787" y="541157"/>
                  </a:lnTo>
                  <a:lnTo>
                    <a:pt x="432910" y="482591"/>
                  </a:lnTo>
                  <a:lnTo>
                    <a:pt x="435115" y="419123"/>
                  </a:lnTo>
                  <a:lnTo>
                    <a:pt x="435841" y="355210"/>
                  </a:lnTo>
                  <a:lnTo>
                    <a:pt x="434523" y="295312"/>
                  </a:lnTo>
                  <a:lnTo>
                    <a:pt x="430597" y="243887"/>
                  </a:lnTo>
                  <a:lnTo>
                    <a:pt x="423502" y="205395"/>
                  </a:lnTo>
                  <a:lnTo>
                    <a:pt x="410970" y="158631"/>
                  </a:lnTo>
                  <a:lnTo>
                    <a:pt x="394095" y="102157"/>
                  </a:lnTo>
                  <a:lnTo>
                    <a:pt x="371819" y="51086"/>
                  </a:lnTo>
                  <a:lnTo>
                    <a:pt x="343085" y="20531"/>
                  </a:lnTo>
                  <a:lnTo>
                    <a:pt x="299813" y="7066"/>
                  </a:lnTo>
                  <a:lnTo>
                    <a:pt x="244831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510191" y="3858688"/>
              <a:ext cx="333375" cy="315595"/>
            </a:xfrm>
            <a:custGeom>
              <a:avLst/>
              <a:gdLst/>
              <a:ahLst/>
              <a:cxnLst/>
              <a:rect l="l" t="t" r="r" b="b"/>
              <a:pathLst>
                <a:path w="333375" h="315595">
                  <a:moveTo>
                    <a:pt x="312356" y="0"/>
                  </a:moveTo>
                  <a:lnTo>
                    <a:pt x="2596" y="35485"/>
                  </a:lnTo>
                  <a:lnTo>
                    <a:pt x="2765" y="71745"/>
                  </a:lnTo>
                  <a:lnTo>
                    <a:pt x="1808" y="147525"/>
                  </a:lnTo>
                  <a:lnTo>
                    <a:pt x="0" y="256494"/>
                  </a:lnTo>
                  <a:lnTo>
                    <a:pt x="112217" y="301694"/>
                  </a:lnTo>
                  <a:lnTo>
                    <a:pt x="184318" y="315587"/>
                  </a:lnTo>
                  <a:lnTo>
                    <a:pt x="247530" y="297117"/>
                  </a:lnTo>
                  <a:lnTo>
                    <a:pt x="333078" y="245228"/>
                  </a:lnTo>
                  <a:lnTo>
                    <a:pt x="312356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13807" y="3615494"/>
              <a:ext cx="98099" cy="204208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4429627" y="3213746"/>
              <a:ext cx="492759" cy="779145"/>
            </a:xfrm>
            <a:custGeom>
              <a:avLst/>
              <a:gdLst/>
              <a:ahLst/>
              <a:cxnLst/>
              <a:rect l="l" t="t" r="r" b="b"/>
              <a:pathLst>
                <a:path w="492760" h="779145">
                  <a:moveTo>
                    <a:pt x="159118" y="0"/>
                  </a:moveTo>
                  <a:lnTo>
                    <a:pt x="116834" y="169"/>
                  </a:lnTo>
                  <a:lnTo>
                    <a:pt x="80726" y="26347"/>
                  </a:lnTo>
                  <a:lnTo>
                    <a:pt x="55688" y="80957"/>
                  </a:lnTo>
                  <a:lnTo>
                    <a:pt x="27273" y="158922"/>
                  </a:lnTo>
                  <a:lnTo>
                    <a:pt x="6375" y="249565"/>
                  </a:lnTo>
                  <a:lnTo>
                    <a:pt x="46" y="322812"/>
                  </a:lnTo>
                  <a:lnTo>
                    <a:pt x="0" y="393085"/>
                  </a:lnTo>
                  <a:lnTo>
                    <a:pt x="1412" y="519535"/>
                  </a:lnTo>
                  <a:lnTo>
                    <a:pt x="80562" y="731895"/>
                  </a:lnTo>
                  <a:lnTo>
                    <a:pt x="90325" y="734494"/>
                  </a:lnTo>
                  <a:lnTo>
                    <a:pt x="111466" y="739427"/>
                  </a:lnTo>
                  <a:lnTo>
                    <a:pt x="145023" y="752342"/>
                  </a:lnTo>
                  <a:lnTo>
                    <a:pt x="192035" y="778889"/>
                  </a:lnTo>
                  <a:lnTo>
                    <a:pt x="210640" y="770754"/>
                  </a:lnTo>
                  <a:lnTo>
                    <a:pt x="258845" y="752700"/>
                  </a:lnTo>
                  <a:lnTo>
                    <a:pt x="325233" y="734251"/>
                  </a:lnTo>
                  <a:lnTo>
                    <a:pt x="398384" y="724932"/>
                  </a:lnTo>
                  <a:lnTo>
                    <a:pt x="404331" y="718620"/>
                  </a:lnTo>
                  <a:lnTo>
                    <a:pt x="436537" y="661410"/>
                  </a:lnTo>
                  <a:lnTo>
                    <a:pt x="452550" y="606035"/>
                  </a:lnTo>
                  <a:lnTo>
                    <a:pt x="464297" y="540598"/>
                  </a:lnTo>
                  <a:lnTo>
                    <a:pt x="474199" y="471589"/>
                  </a:lnTo>
                  <a:lnTo>
                    <a:pt x="482104" y="405697"/>
                  </a:lnTo>
                  <a:lnTo>
                    <a:pt x="487860" y="349610"/>
                  </a:lnTo>
                  <a:lnTo>
                    <a:pt x="491312" y="310017"/>
                  </a:lnTo>
                  <a:lnTo>
                    <a:pt x="492308" y="293605"/>
                  </a:lnTo>
                  <a:lnTo>
                    <a:pt x="485258" y="241421"/>
                  </a:lnTo>
                  <a:lnTo>
                    <a:pt x="475002" y="192638"/>
                  </a:lnTo>
                  <a:lnTo>
                    <a:pt x="460496" y="148374"/>
                  </a:lnTo>
                  <a:lnTo>
                    <a:pt x="440694" y="109746"/>
                  </a:lnTo>
                  <a:lnTo>
                    <a:pt x="414552" y="77874"/>
                  </a:lnTo>
                  <a:lnTo>
                    <a:pt x="381024" y="53874"/>
                  </a:lnTo>
                  <a:lnTo>
                    <a:pt x="329296" y="32199"/>
                  </a:lnTo>
                  <a:lnTo>
                    <a:pt x="271180" y="16003"/>
                  </a:lnTo>
                  <a:lnTo>
                    <a:pt x="212510" y="5274"/>
                  </a:lnTo>
                  <a:lnTo>
                    <a:pt x="159118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6548" y="3602939"/>
              <a:ext cx="98610" cy="210002"/>
            </a:xfrm>
            <a:prstGeom prst="rect">
              <a:avLst/>
            </a:prstGeom>
          </p:spPr>
        </p:pic>
      </p:grpSp>
      <p:grpSp>
        <p:nvGrpSpPr>
          <p:cNvPr id="22" name="object 22" descr=""/>
          <p:cNvGrpSpPr/>
          <p:nvPr/>
        </p:nvGrpSpPr>
        <p:grpSpPr>
          <a:xfrm>
            <a:off x="1664513" y="4776125"/>
            <a:ext cx="626110" cy="907415"/>
            <a:chOff x="1664513" y="4776125"/>
            <a:chExt cx="626110" cy="907415"/>
          </a:xfrm>
        </p:grpSpPr>
        <p:sp>
          <p:nvSpPr>
            <p:cNvPr id="23" name="object 23" descr=""/>
            <p:cNvSpPr/>
            <p:nvPr/>
          </p:nvSpPr>
          <p:spPr>
            <a:xfrm>
              <a:off x="1813469" y="5295798"/>
              <a:ext cx="338455" cy="387985"/>
            </a:xfrm>
            <a:custGeom>
              <a:avLst/>
              <a:gdLst/>
              <a:ahLst/>
              <a:cxnLst/>
              <a:rect l="l" t="t" r="r" b="b"/>
              <a:pathLst>
                <a:path w="338455" h="387985">
                  <a:moveTo>
                    <a:pt x="317739" y="0"/>
                  </a:moveTo>
                  <a:lnTo>
                    <a:pt x="267551" y="26587"/>
                  </a:lnTo>
                  <a:lnTo>
                    <a:pt x="157431" y="86465"/>
                  </a:lnTo>
                  <a:lnTo>
                    <a:pt x="48043" y="149811"/>
                  </a:lnTo>
                  <a:lnTo>
                    <a:pt x="52" y="186800"/>
                  </a:lnTo>
                  <a:lnTo>
                    <a:pt x="2236" y="200008"/>
                  </a:lnTo>
                  <a:lnTo>
                    <a:pt x="2959" y="223202"/>
                  </a:lnTo>
                  <a:lnTo>
                    <a:pt x="2215" y="273293"/>
                  </a:lnTo>
                  <a:lnTo>
                    <a:pt x="0" y="367193"/>
                  </a:lnTo>
                  <a:lnTo>
                    <a:pt x="109424" y="384878"/>
                  </a:lnTo>
                  <a:lnTo>
                    <a:pt x="181138" y="387382"/>
                  </a:lnTo>
                  <a:lnTo>
                    <a:pt x="246856" y="371653"/>
                  </a:lnTo>
                  <a:lnTo>
                    <a:pt x="338293" y="334639"/>
                  </a:lnTo>
                  <a:lnTo>
                    <a:pt x="317739" y="0"/>
                  </a:lnTo>
                  <a:close/>
                </a:path>
              </a:pathLst>
            </a:custGeom>
            <a:solidFill>
              <a:srgbClr val="B688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700221" y="4810652"/>
              <a:ext cx="561340" cy="711835"/>
            </a:xfrm>
            <a:custGeom>
              <a:avLst/>
              <a:gdLst/>
              <a:ahLst/>
              <a:cxnLst/>
              <a:rect l="l" t="t" r="r" b="b"/>
              <a:pathLst>
                <a:path w="561339" h="711835">
                  <a:moveTo>
                    <a:pt x="326037" y="0"/>
                  </a:moveTo>
                  <a:lnTo>
                    <a:pt x="270291" y="8560"/>
                  </a:lnTo>
                  <a:lnTo>
                    <a:pt x="215492" y="24743"/>
                  </a:lnTo>
                  <a:lnTo>
                    <a:pt x="165362" y="46114"/>
                  </a:lnTo>
                  <a:lnTo>
                    <a:pt x="123621" y="70240"/>
                  </a:lnTo>
                  <a:lnTo>
                    <a:pt x="93991" y="94686"/>
                  </a:lnTo>
                  <a:lnTo>
                    <a:pt x="71109" y="130818"/>
                  </a:lnTo>
                  <a:lnTo>
                    <a:pt x="49877" y="181030"/>
                  </a:lnTo>
                  <a:lnTo>
                    <a:pt x="33678" y="230207"/>
                  </a:lnTo>
                  <a:lnTo>
                    <a:pt x="19180" y="315595"/>
                  </a:lnTo>
                  <a:lnTo>
                    <a:pt x="13897" y="361412"/>
                  </a:lnTo>
                  <a:lnTo>
                    <a:pt x="8478" y="416153"/>
                  </a:lnTo>
                  <a:lnTo>
                    <a:pt x="3782" y="476691"/>
                  </a:lnTo>
                  <a:lnTo>
                    <a:pt x="669" y="539901"/>
                  </a:lnTo>
                  <a:lnTo>
                    <a:pt x="0" y="602656"/>
                  </a:lnTo>
                  <a:lnTo>
                    <a:pt x="2632" y="661831"/>
                  </a:lnTo>
                  <a:lnTo>
                    <a:pt x="31208" y="704662"/>
                  </a:lnTo>
                  <a:lnTo>
                    <a:pt x="73918" y="711812"/>
                  </a:lnTo>
                  <a:lnTo>
                    <a:pt x="133219" y="704330"/>
                  </a:lnTo>
                  <a:lnTo>
                    <a:pt x="203568" y="692026"/>
                  </a:lnTo>
                  <a:lnTo>
                    <a:pt x="266765" y="677845"/>
                  </a:lnTo>
                  <a:lnTo>
                    <a:pt x="304613" y="664731"/>
                  </a:lnTo>
                  <a:lnTo>
                    <a:pt x="327603" y="633715"/>
                  </a:lnTo>
                  <a:lnTo>
                    <a:pt x="347145" y="584316"/>
                  </a:lnTo>
                  <a:lnTo>
                    <a:pt x="360719" y="538539"/>
                  </a:lnTo>
                  <a:lnTo>
                    <a:pt x="365804" y="518390"/>
                  </a:lnTo>
                  <a:lnTo>
                    <a:pt x="419677" y="518390"/>
                  </a:lnTo>
                  <a:lnTo>
                    <a:pt x="490638" y="521124"/>
                  </a:lnTo>
                  <a:lnTo>
                    <a:pt x="528856" y="505160"/>
                  </a:lnTo>
                  <a:lnTo>
                    <a:pt x="547439" y="455310"/>
                  </a:lnTo>
                  <a:lnTo>
                    <a:pt x="559495" y="356385"/>
                  </a:lnTo>
                  <a:lnTo>
                    <a:pt x="560881" y="302657"/>
                  </a:lnTo>
                  <a:lnTo>
                    <a:pt x="554762" y="248902"/>
                  </a:lnTo>
                  <a:lnTo>
                    <a:pt x="542058" y="196662"/>
                  </a:lnTo>
                  <a:lnTo>
                    <a:pt x="523687" y="147482"/>
                  </a:lnTo>
                  <a:lnTo>
                    <a:pt x="500569" y="102904"/>
                  </a:lnTo>
                  <a:lnTo>
                    <a:pt x="473623" y="64473"/>
                  </a:lnTo>
                  <a:lnTo>
                    <a:pt x="443768" y="33733"/>
                  </a:lnTo>
                  <a:lnTo>
                    <a:pt x="411923" y="12225"/>
                  </a:lnTo>
                  <a:lnTo>
                    <a:pt x="379008" y="1495"/>
                  </a:lnTo>
                  <a:lnTo>
                    <a:pt x="326037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722226" y="4776125"/>
              <a:ext cx="568325" cy="634365"/>
            </a:xfrm>
            <a:custGeom>
              <a:avLst/>
              <a:gdLst/>
              <a:ahLst/>
              <a:cxnLst/>
              <a:rect l="l" t="t" r="r" b="b"/>
              <a:pathLst>
                <a:path w="568325" h="634364">
                  <a:moveTo>
                    <a:pt x="327762" y="0"/>
                  </a:moveTo>
                  <a:lnTo>
                    <a:pt x="277632" y="1349"/>
                  </a:lnTo>
                  <a:lnTo>
                    <a:pt x="225153" y="6582"/>
                  </a:lnTo>
                  <a:lnTo>
                    <a:pt x="172585" y="16058"/>
                  </a:lnTo>
                  <a:lnTo>
                    <a:pt x="122192" y="30133"/>
                  </a:lnTo>
                  <a:lnTo>
                    <a:pt x="76235" y="49166"/>
                  </a:lnTo>
                  <a:lnTo>
                    <a:pt x="19200" y="105065"/>
                  </a:lnTo>
                  <a:lnTo>
                    <a:pt x="0" y="174557"/>
                  </a:lnTo>
                  <a:lnTo>
                    <a:pt x="1237" y="233762"/>
                  </a:lnTo>
                  <a:lnTo>
                    <a:pt x="5515" y="258804"/>
                  </a:lnTo>
                  <a:lnTo>
                    <a:pt x="17842" y="211276"/>
                  </a:lnTo>
                  <a:lnTo>
                    <a:pt x="45936" y="181862"/>
                  </a:lnTo>
                  <a:lnTo>
                    <a:pt x="83342" y="167014"/>
                  </a:lnTo>
                  <a:lnTo>
                    <a:pt x="123606" y="163184"/>
                  </a:lnTo>
                  <a:lnTo>
                    <a:pt x="160276" y="166824"/>
                  </a:lnTo>
                  <a:lnTo>
                    <a:pt x="186898" y="174387"/>
                  </a:lnTo>
                  <a:lnTo>
                    <a:pt x="197017" y="182325"/>
                  </a:lnTo>
                  <a:lnTo>
                    <a:pt x="202141" y="281244"/>
                  </a:lnTo>
                  <a:lnTo>
                    <a:pt x="219018" y="360982"/>
                  </a:lnTo>
                  <a:lnTo>
                    <a:pt x="236972" y="414203"/>
                  </a:lnTo>
                  <a:lnTo>
                    <a:pt x="245330" y="433574"/>
                  </a:lnTo>
                  <a:lnTo>
                    <a:pt x="274356" y="429418"/>
                  </a:lnTo>
                  <a:lnTo>
                    <a:pt x="298979" y="435355"/>
                  </a:lnTo>
                  <a:lnTo>
                    <a:pt x="316057" y="444192"/>
                  </a:lnTo>
                  <a:lnTo>
                    <a:pt x="322448" y="448735"/>
                  </a:lnTo>
                  <a:lnTo>
                    <a:pt x="318515" y="510076"/>
                  </a:lnTo>
                  <a:lnTo>
                    <a:pt x="325186" y="549827"/>
                  </a:lnTo>
                  <a:lnTo>
                    <a:pt x="349644" y="585360"/>
                  </a:lnTo>
                  <a:lnTo>
                    <a:pt x="399074" y="634049"/>
                  </a:lnTo>
                  <a:lnTo>
                    <a:pt x="412128" y="588376"/>
                  </a:lnTo>
                  <a:lnTo>
                    <a:pt x="423487" y="563979"/>
                  </a:lnTo>
                  <a:lnTo>
                    <a:pt x="439455" y="552605"/>
                  </a:lnTo>
                  <a:lnTo>
                    <a:pt x="466339" y="545999"/>
                  </a:lnTo>
                  <a:lnTo>
                    <a:pt x="505988" y="522291"/>
                  </a:lnTo>
                  <a:lnTo>
                    <a:pt x="535214" y="478098"/>
                  </a:lnTo>
                  <a:lnTo>
                    <a:pt x="554801" y="426356"/>
                  </a:lnTo>
                  <a:lnTo>
                    <a:pt x="565532" y="379999"/>
                  </a:lnTo>
                  <a:lnTo>
                    <a:pt x="568189" y="351964"/>
                  </a:lnTo>
                  <a:lnTo>
                    <a:pt x="560864" y="288908"/>
                  </a:lnTo>
                  <a:lnTo>
                    <a:pt x="549346" y="229452"/>
                  </a:lnTo>
                  <a:lnTo>
                    <a:pt x="534514" y="174799"/>
                  </a:lnTo>
                  <a:lnTo>
                    <a:pt x="517248" y="126152"/>
                  </a:lnTo>
                  <a:lnTo>
                    <a:pt x="498427" y="84714"/>
                  </a:lnTo>
                  <a:lnTo>
                    <a:pt x="478931" y="51687"/>
                  </a:lnTo>
                  <a:lnTo>
                    <a:pt x="441428" y="15681"/>
                  </a:lnTo>
                  <a:lnTo>
                    <a:pt x="373279" y="2177"/>
                  </a:lnTo>
                  <a:lnTo>
                    <a:pt x="327762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697684" y="5202879"/>
              <a:ext cx="374650" cy="329565"/>
            </a:xfrm>
            <a:custGeom>
              <a:avLst/>
              <a:gdLst/>
              <a:ahLst/>
              <a:cxnLst/>
              <a:rect l="l" t="t" r="r" b="b"/>
              <a:pathLst>
                <a:path w="374650" h="329564">
                  <a:moveTo>
                    <a:pt x="276742" y="0"/>
                  </a:moveTo>
                  <a:lnTo>
                    <a:pt x="267555" y="1454"/>
                  </a:lnTo>
                  <a:lnTo>
                    <a:pt x="263118" y="15592"/>
                  </a:lnTo>
                  <a:lnTo>
                    <a:pt x="251124" y="45732"/>
                  </a:lnTo>
                  <a:lnTo>
                    <a:pt x="232231" y="81284"/>
                  </a:lnTo>
                  <a:lnTo>
                    <a:pt x="207097" y="111660"/>
                  </a:lnTo>
                  <a:lnTo>
                    <a:pt x="162449" y="118849"/>
                  </a:lnTo>
                  <a:lnTo>
                    <a:pt x="118461" y="123147"/>
                  </a:lnTo>
                  <a:lnTo>
                    <a:pt x="104169" y="119332"/>
                  </a:lnTo>
                  <a:lnTo>
                    <a:pt x="75873" y="111159"/>
                  </a:lnTo>
                  <a:lnTo>
                    <a:pt x="47408" y="103538"/>
                  </a:lnTo>
                  <a:lnTo>
                    <a:pt x="32610" y="101378"/>
                  </a:lnTo>
                  <a:lnTo>
                    <a:pt x="29672" y="103033"/>
                  </a:lnTo>
                  <a:lnTo>
                    <a:pt x="25834" y="103585"/>
                  </a:lnTo>
                  <a:lnTo>
                    <a:pt x="18523" y="103033"/>
                  </a:lnTo>
                  <a:lnTo>
                    <a:pt x="5166" y="101378"/>
                  </a:lnTo>
                  <a:lnTo>
                    <a:pt x="1542" y="151283"/>
                  </a:lnTo>
                  <a:lnTo>
                    <a:pt x="0" y="217699"/>
                  </a:lnTo>
                  <a:lnTo>
                    <a:pt x="4160" y="279788"/>
                  </a:lnTo>
                  <a:lnTo>
                    <a:pt x="17647" y="316712"/>
                  </a:lnTo>
                  <a:lnTo>
                    <a:pt x="55716" y="329447"/>
                  </a:lnTo>
                  <a:lnTo>
                    <a:pt x="112527" y="326492"/>
                  </a:lnTo>
                  <a:lnTo>
                    <a:pt x="177078" y="313585"/>
                  </a:lnTo>
                  <a:lnTo>
                    <a:pt x="238366" y="296460"/>
                  </a:lnTo>
                  <a:lnTo>
                    <a:pt x="285390" y="280855"/>
                  </a:lnTo>
                  <a:lnTo>
                    <a:pt x="332949" y="242980"/>
                  </a:lnTo>
                  <a:lnTo>
                    <a:pt x="353283" y="191545"/>
                  </a:lnTo>
                  <a:lnTo>
                    <a:pt x="367335" y="130206"/>
                  </a:lnTo>
                  <a:lnTo>
                    <a:pt x="374294" y="70968"/>
                  </a:lnTo>
                  <a:lnTo>
                    <a:pt x="373346" y="25839"/>
                  </a:lnTo>
                  <a:lnTo>
                    <a:pt x="363678" y="6826"/>
                  </a:lnTo>
                  <a:lnTo>
                    <a:pt x="330478" y="3003"/>
                  </a:lnTo>
                  <a:lnTo>
                    <a:pt x="299608" y="622"/>
                  </a:lnTo>
                  <a:lnTo>
                    <a:pt x="276742" y="0"/>
                  </a:lnTo>
                  <a:close/>
                </a:path>
              </a:pathLst>
            </a:custGeom>
            <a:solidFill>
              <a:srgbClr val="A36C3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37278" y="5096365"/>
              <a:ext cx="104696" cy="21817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64513" y="5167039"/>
              <a:ext cx="88740" cy="125860"/>
            </a:xfrm>
            <a:prstGeom prst="rect">
              <a:avLst/>
            </a:prstGeom>
          </p:spPr>
        </p:pic>
      </p:grpSp>
      <p:grpSp>
        <p:nvGrpSpPr>
          <p:cNvPr id="29" name="object 29" descr=""/>
          <p:cNvGrpSpPr/>
          <p:nvPr/>
        </p:nvGrpSpPr>
        <p:grpSpPr>
          <a:xfrm>
            <a:off x="3491776" y="4792835"/>
            <a:ext cx="560070" cy="909955"/>
            <a:chOff x="3491776" y="4792835"/>
            <a:chExt cx="560070" cy="909955"/>
          </a:xfrm>
        </p:grpSpPr>
        <p:sp>
          <p:nvSpPr>
            <p:cNvPr id="30" name="object 30" descr=""/>
            <p:cNvSpPr/>
            <p:nvPr/>
          </p:nvSpPr>
          <p:spPr>
            <a:xfrm>
              <a:off x="3547979" y="4816338"/>
              <a:ext cx="471170" cy="697230"/>
            </a:xfrm>
            <a:custGeom>
              <a:avLst/>
              <a:gdLst/>
              <a:ahLst/>
              <a:cxnLst/>
              <a:rect l="l" t="t" r="r" b="b"/>
              <a:pathLst>
                <a:path w="471170" h="697229">
                  <a:moveTo>
                    <a:pt x="217296" y="0"/>
                  </a:moveTo>
                  <a:lnTo>
                    <a:pt x="165347" y="4579"/>
                  </a:lnTo>
                  <a:lnTo>
                    <a:pt x="122345" y="13504"/>
                  </a:lnTo>
                  <a:lnTo>
                    <a:pt x="69454" y="55222"/>
                  </a:lnTo>
                  <a:lnTo>
                    <a:pt x="41720" y="95922"/>
                  </a:lnTo>
                  <a:lnTo>
                    <a:pt x="18175" y="139473"/>
                  </a:lnTo>
                  <a:lnTo>
                    <a:pt x="4961" y="176857"/>
                  </a:lnTo>
                  <a:lnTo>
                    <a:pt x="0" y="226910"/>
                  </a:lnTo>
                  <a:lnTo>
                    <a:pt x="670" y="286496"/>
                  </a:lnTo>
                  <a:lnTo>
                    <a:pt x="5386" y="349815"/>
                  </a:lnTo>
                  <a:lnTo>
                    <a:pt x="12562" y="411068"/>
                  </a:lnTo>
                  <a:lnTo>
                    <a:pt x="20611" y="464456"/>
                  </a:lnTo>
                  <a:lnTo>
                    <a:pt x="27946" y="504179"/>
                  </a:lnTo>
                  <a:lnTo>
                    <a:pt x="48730" y="551404"/>
                  </a:lnTo>
                  <a:lnTo>
                    <a:pt x="79791" y="595284"/>
                  </a:lnTo>
                  <a:lnTo>
                    <a:pt x="118418" y="642878"/>
                  </a:lnTo>
                  <a:lnTo>
                    <a:pt x="156865" y="680990"/>
                  </a:lnTo>
                  <a:lnTo>
                    <a:pt x="187385" y="696422"/>
                  </a:lnTo>
                  <a:lnTo>
                    <a:pt x="207699" y="696418"/>
                  </a:lnTo>
                  <a:lnTo>
                    <a:pt x="249655" y="697023"/>
                  </a:lnTo>
                  <a:lnTo>
                    <a:pt x="298795" y="680502"/>
                  </a:lnTo>
                  <a:lnTo>
                    <a:pt x="336945" y="640862"/>
                  </a:lnTo>
                  <a:lnTo>
                    <a:pt x="375778" y="592135"/>
                  </a:lnTo>
                  <a:lnTo>
                    <a:pt x="406662" y="548358"/>
                  </a:lnTo>
                  <a:lnTo>
                    <a:pt x="426448" y="504153"/>
                  </a:lnTo>
                  <a:lnTo>
                    <a:pt x="436319" y="466298"/>
                  </a:lnTo>
                  <a:lnTo>
                    <a:pt x="448139" y="415577"/>
                  </a:lnTo>
                  <a:lnTo>
                    <a:pt x="459466" y="357565"/>
                  </a:lnTo>
                  <a:lnTo>
                    <a:pt x="467856" y="297835"/>
                  </a:lnTo>
                  <a:lnTo>
                    <a:pt x="470868" y="241960"/>
                  </a:lnTo>
                  <a:lnTo>
                    <a:pt x="466057" y="195516"/>
                  </a:lnTo>
                  <a:lnTo>
                    <a:pt x="447241" y="137312"/>
                  </a:lnTo>
                  <a:lnTo>
                    <a:pt x="420878" y="84103"/>
                  </a:lnTo>
                  <a:lnTo>
                    <a:pt x="389948" y="41767"/>
                  </a:lnTo>
                  <a:lnTo>
                    <a:pt x="357432" y="16181"/>
                  </a:lnTo>
                  <a:lnTo>
                    <a:pt x="320278" y="5416"/>
                  </a:lnTo>
                  <a:lnTo>
                    <a:pt x="271253" y="150"/>
                  </a:lnTo>
                  <a:lnTo>
                    <a:pt x="21729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616650" y="5389914"/>
              <a:ext cx="333375" cy="312420"/>
            </a:xfrm>
            <a:custGeom>
              <a:avLst/>
              <a:gdLst/>
              <a:ahLst/>
              <a:cxnLst/>
              <a:rect l="l" t="t" r="r" b="b"/>
              <a:pathLst>
                <a:path w="333375" h="312420">
                  <a:moveTo>
                    <a:pt x="317372" y="0"/>
                  </a:moveTo>
                  <a:lnTo>
                    <a:pt x="6994" y="28020"/>
                  </a:lnTo>
                  <a:lnTo>
                    <a:pt x="6440" y="64270"/>
                  </a:lnTo>
                  <a:lnTo>
                    <a:pt x="3976" y="140010"/>
                  </a:lnTo>
                  <a:lnTo>
                    <a:pt x="0" y="248913"/>
                  </a:lnTo>
                  <a:lnTo>
                    <a:pt x="111295" y="296800"/>
                  </a:lnTo>
                  <a:lnTo>
                    <a:pt x="183104" y="312425"/>
                  </a:lnTo>
                  <a:lnTo>
                    <a:pt x="246667" y="295482"/>
                  </a:lnTo>
                  <a:lnTo>
                    <a:pt x="333225" y="245667"/>
                  </a:lnTo>
                  <a:lnTo>
                    <a:pt x="317372" y="0"/>
                  </a:lnTo>
                  <a:close/>
                </a:path>
              </a:pathLst>
            </a:custGeom>
            <a:solidFill>
              <a:srgbClr val="B6885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91776" y="5099973"/>
              <a:ext cx="98104" cy="204198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976937" y="5087405"/>
              <a:ext cx="74841" cy="21001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3513985" y="4792835"/>
              <a:ext cx="516255" cy="691515"/>
            </a:xfrm>
            <a:custGeom>
              <a:avLst/>
              <a:gdLst/>
              <a:ahLst/>
              <a:cxnLst/>
              <a:rect l="l" t="t" r="r" b="b"/>
              <a:pathLst>
                <a:path w="516254" h="691514">
                  <a:moveTo>
                    <a:pt x="287124" y="0"/>
                  </a:moveTo>
                  <a:lnTo>
                    <a:pt x="226195" y="3666"/>
                  </a:lnTo>
                  <a:lnTo>
                    <a:pt x="170720" y="9936"/>
                  </a:lnTo>
                  <a:lnTo>
                    <a:pt x="127372" y="16978"/>
                  </a:lnTo>
                  <a:lnTo>
                    <a:pt x="77321" y="44193"/>
                  </a:lnTo>
                  <a:lnTo>
                    <a:pt x="55694" y="82995"/>
                  </a:lnTo>
                  <a:lnTo>
                    <a:pt x="37780" y="132898"/>
                  </a:lnTo>
                  <a:lnTo>
                    <a:pt x="23417" y="187439"/>
                  </a:lnTo>
                  <a:lnTo>
                    <a:pt x="12441" y="240155"/>
                  </a:lnTo>
                  <a:lnTo>
                    <a:pt x="4689" y="284582"/>
                  </a:lnTo>
                  <a:lnTo>
                    <a:pt x="0" y="314257"/>
                  </a:lnTo>
                  <a:lnTo>
                    <a:pt x="660" y="348921"/>
                  </a:lnTo>
                  <a:lnTo>
                    <a:pt x="8395" y="399904"/>
                  </a:lnTo>
                  <a:lnTo>
                    <a:pt x="20604" y="458181"/>
                  </a:lnTo>
                  <a:lnTo>
                    <a:pt x="34685" y="514727"/>
                  </a:lnTo>
                  <a:lnTo>
                    <a:pt x="48037" y="560519"/>
                  </a:lnTo>
                  <a:lnTo>
                    <a:pt x="72353" y="609457"/>
                  </a:lnTo>
                  <a:lnTo>
                    <a:pt x="109075" y="662488"/>
                  </a:lnTo>
                  <a:lnTo>
                    <a:pt x="162796" y="653505"/>
                  </a:lnTo>
                  <a:lnTo>
                    <a:pt x="196406" y="653488"/>
                  </a:lnTo>
                  <a:lnTo>
                    <a:pt x="224038" y="665117"/>
                  </a:lnTo>
                  <a:lnTo>
                    <a:pt x="259824" y="691073"/>
                  </a:lnTo>
                  <a:lnTo>
                    <a:pt x="307159" y="663775"/>
                  </a:lnTo>
                  <a:lnTo>
                    <a:pt x="340009" y="650801"/>
                  </a:lnTo>
                  <a:lnTo>
                    <a:pt x="373736" y="648662"/>
                  </a:lnTo>
                  <a:lnTo>
                    <a:pt x="423704" y="653870"/>
                  </a:lnTo>
                  <a:lnTo>
                    <a:pt x="437007" y="643030"/>
                  </a:lnTo>
                  <a:lnTo>
                    <a:pt x="472080" y="575274"/>
                  </a:lnTo>
                  <a:lnTo>
                    <a:pt x="488812" y="536251"/>
                  </a:lnTo>
                  <a:lnTo>
                    <a:pt x="501182" y="497356"/>
                  </a:lnTo>
                  <a:lnTo>
                    <a:pt x="509769" y="450395"/>
                  </a:lnTo>
                  <a:lnTo>
                    <a:pt x="514687" y="397537"/>
                  </a:lnTo>
                  <a:lnTo>
                    <a:pt x="516053" y="340954"/>
                  </a:lnTo>
                  <a:lnTo>
                    <a:pt x="513983" y="282818"/>
                  </a:lnTo>
                  <a:lnTo>
                    <a:pt x="508593" y="225299"/>
                  </a:lnTo>
                  <a:lnTo>
                    <a:pt x="500000" y="170569"/>
                  </a:lnTo>
                  <a:lnTo>
                    <a:pt x="488319" y="120798"/>
                  </a:lnTo>
                  <a:lnTo>
                    <a:pt x="473667" y="78159"/>
                  </a:lnTo>
                  <a:lnTo>
                    <a:pt x="435913" y="22957"/>
                  </a:lnTo>
                  <a:lnTo>
                    <a:pt x="398656" y="7812"/>
                  </a:lnTo>
                  <a:lnTo>
                    <a:pt x="346836" y="771"/>
                  </a:lnTo>
                  <a:lnTo>
                    <a:pt x="287124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778968" y="6244533"/>
            <a:ext cx="577215" cy="938530"/>
            <a:chOff x="778968" y="6244533"/>
            <a:chExt cx="577215" cy="938530"/>
          </a:xfrm>
        </p:grpSpPr>
        <p:sp>
          <p:nvSpPr>
            <p:cNvPr id="36" name="object 36" descr=""/>
            <p:cNvSpPr/>
            <p:nvPr/>
          </p:nvSpPr>
          <p:spPr>
            <a:xfrm>
              <a:off x="911340" y="6870033"/>
              <a:ext cx="333375" cy="312420"/>
            </a:xfrm>
            <a:custGeom>
              <a:avLst/>
              <a:gdLst/>
              <a:ahLst/>
              <a:cxnLst/>
              <a:rect l="l" t="t" r="r" b="b"/>
              <a:pathLst>
                <a:path w="333375" h="312420">
                  <a:moveTo>
                    <a:pt x="317372" y="0"/>
                  </a:moveTo>
                  <a:lnTo>
                    <a:pt x="6994" y="28020"/>
                  </a:lnTo>
                  <a:lnTo>
                    <a:pt x="6440" y="64270"/>
                  </a:lnTo>
                  <a:lnTo>
                    <a:pt x="3976" y="140010"/>
                  </a:lnTo>
                  <a:lnTo>
                    <a:pt x="0" y="248913"/>
                  </a:lnTo>
                  <a:lnTo>
                    <a:pt x="111295" y="296800"/>
                  </a:lnTo>
                  <a:lnTo>
                    <a:pt x="183104" y="312425"/>
                  </a:lnTo>
                  <a:lnTo>
                    <a:pt x="246667" y="295482"/>
                  </a:lnTo>
                  <a:lnTo>
                    <a:pt x="333225" y="245667"/>
                  </a:lnTo>
                  <a:lnTo>
                    <a:pt x="317372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29738" y="6260739"/>
              <a:ext cx="486409" cy="785495"/>
            </a:xfrm>
            <a:custGeom>
              <a:avLst/>
              <a:gdLst/>
              <a:ahLst/>
              <a:cxnLst/>
              <a:rect l="l" t="t" r="r" b="b"/>
              <a:pathLst>
                <a:path w="486409" h="785495">
                  <a:moveTo>
                    <a:pt x="257102" y="0"/>
                  </a:moveTo>
                  <a:lnTo>
                    <a:pt x="204499" y="674"/>
                  </a:lnTo>
                  <a:lnTo>
                    <a:pt x="156093" y="8089"/>
                  </a:lnTo>
                  <a:lnTo>
                    <a:pt x="118918" y="23356"/>
                  </a:lnTo>
                  <a:lnTo>
                    <a:pt x="85523" y="54688"/>
                  </a:lnTo>
                  <a:lnTo>
                    <a:pt x="51385" y="100584"/>
                  </a:lnTo>
                  <a:lnTo>
                    <a:pt x="22915" y="150996"/>
                  </a:lnTo>
                  <a:lnTo>
                    <a:pt x="6524" y="195874"/>
                  </a:lnTo>
                  <a:lnTo>
                    <a:pt x="1271" y="236914"/>
                  </a:lnTo>
                  <a:lnTo>
                    <a:pt x="0" y="286914"/>
                  </a:lnTo>
                  <a:lnTo>
                    <a:pt x="1915" y="342443"/>
                  </a:lnTo>
                  <a:lnTo>
                    <a:pt x="6225" y="400066"/>
                  </a:lnTo>
                  <a:lnTo>
                    <a:pt x="12135" y="456349"/>
                  </a:lnTo>
                  <a:lnTo>
                    <a:pt x="18851" y="507860"/>
                  </a:lnTo>
                  <a:lnTo>
                    <a:pt x="25580" y="551163"/>
                  </a:lnTo>
                  <a:lnTo>
                    <a:pt x="42650" y="607443"/>
                  </a:lnTo>
                  <a:lnTo>
                    <a:pt x="66818" y="647690"/>
                  </a:lnTo>
                  <a:lnTo>
                    <a:pt x="99108" y="694577"/>
                  </a:lnTo>
                  <a:lnTo>
                    <a:pt x="134596" y="739115"/>
                  </a:lnTo>
                  <a:lnTo>
                    <a:pt x="168358" y="772314"/>
                  </a:lnTo>
                  <a:lnTo>
                    <a:pt x="195471" y="785186"/>
                  </a:lnTo>
                  <a:lnTo>
                    <a:pt x="218831" y="785110"/>
                  </a:lnTo>
                  <a:lnTo>
                    <a:pt x="269066" y="785447"/>
                  </a:lnTo>
                  <a:lnTo>
                    <a:pt x="324377" y="767952"/>
                  </a:lnTo>
                  <a:lnTo>
                    <a:pt x="366662" y="726144"/>
                  </a:lnTo>
                  <a:lnTo>
                    <a:pt x="409707" y="674674"/>
                  </a:lnTo>
                  <a:lnTo>
                    <a:pt x="443945" y="628279"/>
                  </a:lnTo>
                  <a:lnTo>
                    <a:pt x="463741" y="571794"/>
                  </a:lnTo>
                  <a:lnTo>
                    <a:pt x="467891" y="516444"/>
                  </a:lnTo>
                  <a:lnTo>
                    <a:pt x="476781" y="380346"/>
                  </a:lnTo>
                  <a:lnTo>
                    <a:pt x="485751" y="272824"/>
                  </a:lnTo>
                  <a:lnTo>
                    <a:pt x="486348" y="222587"/>
                  </a:lnTo>
                  <a:lnTo>
                    <a:pt x="481819" y="177818"/>
                  </a:lnTo>
                  <a:lnTo>
                    <a:pt x="448484" y="106706"/>
                  </a:lnTo>
                  <a:lnTo>
                    <a:pt x="416304" y="68087"/>
                  </a:lnTo>
                  <a:lnTo>
                    <a:pt x="380335" y="34523"/>
                  </a:lnTo>
                  <a:lnTo>
                    <a:pt x="346754" y="14425"/>
                  </a:lnTo>
                  <a:lnTo>
                    <a:pt x="306865" y="4954"/>
                  </a:lnTo>
                  <a:lnTo>
                    <a:pt x="257102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7020" y="6572006"/>
              <a:ext cx="78834" cy="190360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8968" y="6574431"/>
              <a:ext cx="78846" cy="190286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862124" y="6842031"/>
              <a:ext cx="431800" cy="236220"/>
            </a:xfrm>
            <a:custGeom>
              <a:avLst/>
              <a:gdLst/>
              <a:ahLst/>
              <a:cxnLst/>
              <a:rect l="l" t="t" r="r" b="b"/>
              <a:pathLst>
                <a:path w="431800" h="236220">
                  <a:moveTo>
                    <a:pt x="430437" y="0"/>
                  </a:moveTo>
                  <a:lnTo>
                    <a:pt x="415380" y="19763"/>
                  </a:lnTo>
                  <a:lnTo>
                    <a:pt x="377705" y="60388"/>
                  </a:lnTo>
                  <a:lnTo>
                    <a:pt x="327340" y="101700"/>
                  </a:lnTo>
                  <a:lnTo>
                    <a:pt x="274211" y="123525"/>
                  </a:lnTo>
                  <a:lnTo>
                    <a:pt x="267919" y="119115"/>
                  </a:lnTo>
                  <a:lnTo>
                    <a:pt x="259302" y="108833"/>
                  </a:lnTo>
                  <a:lnTo>
                    <a:pt x="251071" y="98438"/>
                  </a:lnTo>
                  <a:lnTo>
                    <a:pt x="245940" y="93693"/>
                  </a:lnTo>
                  <a:lnTo>
                    <a:pt x="199848" y="94099"/>
                  </a:lnTo>
                  <a:lnTo>
                    <a:pt x="176684" y="111276"/>
                  </a:lnTo>
                  <a:lnTo>
                    <a:pt x="167774" y="120144"/>
                  </a:lnTo>
                  <a:lnTo>
                    <a:pt x="112097" y="112502"/>
                  </a:lnTo>
                  <a:lnTo>
                    <a:pt x="47376" y="64294"/>
                  </a:lnTo>
                  <a:lnTo>
                    <a:pt x="0" y="4512"/>
                  </a:lnTo>
                  <a:lnTo>
                    <a:pt x="6723" y="49200"/>
                  </a:lnTo>
                  <a:lnTo>
                    <a:pt x="29261" y="97497"/>
                  </a:lnTo>
                  <a:lnTo>
                    <a:pt x="60596" y="144489"/>
                  </a:lnTo>
                  <a:lnTo>
                    <a:pt x="93708" y="185262"/>
                  </a:lnTo>
                  <a:lnTo>
                    <a:pt x="121578" y="214902"/>
                  </a:lnTo>
                  <a:lnTo>
                    <a:pt x="167792" y="233352"/>
                  </a:lnTo>
                  <a:lnTo>
                    <a:pt x="221998" y="235916"/>
                  </a:lnTo>
                  <a:lnTo>
                    <a:pt x="275536" y="235869"/>
                  </a:lnTo>
                  <a:lnTo>
                    <a:pt x="320313" y="218249"/>
                  </a:lnTo>
                  <a:lnTo>
                    <a:pt x="348133" y="187881"/>
                  </a:lnTo>
                  <a:lnTo>
                    <a:pt x="380637" y="148494"/>
                  </a:lnTo>
                  <a:lnTo>
                    <a:pt x="410867" y="106792"/>
                  </a:lnTo>
                  <a:lnTo>
                    <a:pt x="430484" y="37521"/>
                  </a:lnTo>
                  <a:lnTo>
                    <a:pt x="431234" y="9758"/>
                  </a:lnTo>
                  <a:lnTo>
                    <a:pt x="430437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29122" y="6244533"/>
              <a:ext cx="490220" cy="412750"/>
            </a:xfrm>
            <a:custGeom>
              <a:avLst/>
              <a:gdLst/>
              <a:ahLst/>
              <a:cxnLst/>
              <a:rect l="l" t="t" r="r" b="b"/>
              <a:pathLst>
                <a:path w="490219" h="412750">
                  <a:moveTo>
                    <a:pt x="227317" y="0"/>
                  </a:moveTo>
                  <a:lnTo>
                    <a:pt x="169131" y="3921"/>
                  </a:lnTo>
                  <a:lnTo>
                    <a:pt x="131085" y="13389"/>
                  </a:lnTo>
                  <a:lnTo>
                    <a:pt x="88558" y="48120"/>
                  </a:lnTo>
                  <a:lnTo>
                    <a:pt x="53429" y="93493"/>
                  </a:lnTo>
                  <a:lnTo>
                    <a:pt x="27546" y="136551"/>
                  </a:lnTo>
                  <a:lnTo>
                    <a:pt x="5713" y="191797"/>
                  </a:lnTo>
                  <a:lnTo>
                    <a:pt x="1592" y="235113"/>
                  </a:lnTo>
                  <a:lnTo>
                    <a:pt x="0" y="283160"/>
                  </a:lnTo>
                  <a:lnTo>
                    <a:pt x="545" y="324814"/>
                  </a:lnTo>
                  <a:lnTo>
                    <a:pt x="5234" y="354482"/>
                  </a:lnTo>
                  <a:lnTo>
                    <a:pt x="13622" y="374564"/>
                  </a:lnTo>
                  <a:lnTo>
                    <a:pt x="21638" y="385957"/>
                  </a:lnTo>
                  <a:lnTo>
                    <a:pt x="25214" y="389556"/>
                  </a:lnTo>
                  <a:lnTo>
                    <a:pt x="42354" y="327011"/>
                  </a:lnTo>
                  <a:lnTo>
                    <a:pt x="50897" y="290616"/>
                  </a:lnTo>
                  <a:lnTo>
                    <a:pt x="53389" y="266378"/>
                  </a:lnTo>
                  <a:lnTo>
                    <a:pt x="52376" y="240304"/>
                  </a:lnTo>
                  <a:lnTo>
                    <a:pt x="53207" y="209125"/>
                  </a:lnTo>
                  <a:lnTo>
                    <a:pt x="65777" y="156915"/>
                  </a:lnTo>
                  <a:lnTo>
                    <a:pt x="106868" y="128104"/>
                  </a:lnTo>
                  <a:lnTo>
                    <a:pt x="130503" y="132358"/>
                  </a:lnTo>
                  <a:lnTo>
                    <a:pt x="153357" y="146045"/>
                  </a:lnTo>
                  <a:lnTo>
                    <a:pt x="181415" y="162205"/>
                  </a:lnTo>
                  <a:lnTo>
                    <a:pt x="218508" y="171900"/>
                  </a:lnTo>
                  <a:lnTo>
                    <a:pt x="257300" y="173942"/>
                  </a:lnTo>
                  <a:lnTo>
                    <a:pt x="290452" y="167144"/>
                  </a:lnTo>
                  <a:lnTo>
                    <a:pt x="317434" y="152750"/>
                  </a:lnTo>
                  <a:lnTo>
                    <a:pt x="342265" y="136149"/>
                  </a:lnTo>
                  <a:lnTo>
                    <a:pt x="364438" y="122388"/>
                  </a:lnTo>
                  <a:lnTo>
                    <a:pt x="383444" y="116517"/>
                  </a:lnTo>
                  <a:lnTo>
                    <a:pt x="397009" y="120004"/>
                  </a:lnTo>
                  <a:lnTo>
                    <a:pt x="405660" y="130630"/>
                  </a:lnTo>
                  <a:lnTo>
                    <a:pt x="423077" y="171374"/>
                  </a:lnTo>
                  <a:lnTo>
                    <a:pt x="431185" y="199532"/>
                  </a:lnTo>
                  <a:lnTo>
                    <a:pt x="433300" y="230876"/>
                  </a:lnTo>
                  <a:lnTo>
                    <a:pt x="433497" y="264845"/>
                  </a:lnTo>
                  <a:lnTo>
                    <a:pt x="435851" y="300878"/>
                  </a:lnTo>
                  <a:lnTo>
                    <a:pt x="441984" y="339030"/>
                  </a:lnTo>
                  <a:lnTo>
                    <a:pt x="449239" y="375022"/>
                  </a:lnTo>
                  <a:lnTo>
                    <a:pt x="455295" y="401795"/>
                  </a:lnTo>
                  <a:lnTo>
                    <a:pt x="457829" y="412288"/>
                  </a:lnTo>
                  <a:lnTo>
                    <a:pt x="473440" y="366299"/>
                  </a:lnTo>
                  <a:lnTo>
                    <a:pt x="477491" y="355673"/>
                  </a:lnTo>
                  <a:lnTo>
                    <a:pt x="482070" y="344866"/>
                  </a:lnTo>
                  <a:lnTo>
                    <a:pt x="487049" y="314646"/>
                  </a:lnTo>
                  <a:lnTo>
                    <a:pt x="489742" y="261997"/>
                  </a:lnTo>
                  <a:lnTo>
                    <a:pt x="488598" y="204946"/>
                  </a:lnTo>
                  <a:lnTo>
                    <a:pt x="482070" y="161521"/>
                  </a:lnTo>
                  <a:lnTo>
                    <a:pt x="465402" y="123742"/>
                  </a:lnTo>
                  <a:lnTo>
                    <a:pt x="438263" y="78720"/>
                  </a:lnTo>
                  <a:lnTo>
                    <a:pt x="405735" y="37109"/>
                  </a:lnTo>
                  <a:lnTo>
                    <a:pt x="372900" y="9567"/>
                  </a:lnTo>
                  <a:lnTo>
                    <a:pt x="290661" y="430"/>
                  </a:lnTo>
                  <a:lnTo>
                    <a:pt x="227317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 descr=""/>
          <p:cNvGrpSpPr/>
          <p:nvPr/>
        </p:nvGrpSpPr>
        <p:grpSpPr>
          <a:xfrm>
            <a:off x="1713697" y="6275096"/>
            <a:ext cx="603885" cy="855980"/>
            <a:chOff x="1713697" y="6275096"/>
            <a:chExt cx="603885" cy="855980"/>
          </a:xfrm>
        </p:grpSpPr>
        <p:sp>
          <p:nvSpPr>
            <p:cNvPr id="43" name="object 43" descr=""/>
            <p:cNvSpPr/>
            <p:nvPr/>
          </p:nvSpPr>
          <p:spPr>
            <a:xfrm>
              <a:off x="1851816" y="6743426"/>
              <a:ext cx="338455" cy="387985"/>
            </a:xfrm>
            <a:custGeom>
              <a:avLst/>
              <a:gdLst/>
              <a:ahLst/>
              <a:cxnLst/>
              <a:rect l="l" t="t" r="r" b="b"/>
              <a:pathLst>
                <a:path w="338455" h="387984">
                  <a:moveTo>
                    <a:pt x="317739" y="0"/>
                  </a:moveTo>
                  <a:lnTo>
                    <a:pt x="267551" y="26587"/>
                  </a:lnTo>
                  <a:lnTo>
                    <a:pt x="157431" y="86465"/>
                  </a:lnTo>
                  <a:lnTo>
                    <a:pt x="48043" y="149811"/>
                  </a:lnTo>
                  <a:lnTo>
                    <a:pt x="52" y="186800"/>
                  </a:lnTo>
                  <a:lnTo>
                    <a:pt x="2236" y="200008"/>
                  </a:lnTo>
                  <a:lnTo>
                    <a:pt x="2959" y="223202"/>
                  </a:lnTo>
                  <a:lnTo>
                    <a:pt x="2215" y="273293"/>
                  </a:lnTo>
                  <a:lnTo>
                    <a:pt x="0" y="367193"/>
                  </a:lnTo>
                  <a:lnTo>
                    <a:pt x="109424" y="384878"/>
                  </a:lnTo>
                  <a:lnTo>
                    <a:pt x="181138" y="387382"/>
                  </a:lnTo>
                  <a:lnTo>
                    <a:pt x="246856" y="371653"/>
                  </a:lnTo>
                  <a:lnTo>
                    <a:pt x="338293" y="334639"/>
                  </a:lnTo>
                  <a:lnTo>
                    <a:pt x="317739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746150" y="6287786"/>
              <a:ext cx="570865" cy="692150"/>
            </a:xfrm>
            <a:custGeom>
              <a:avLst/>
              <a:gdLst/>
              <a:ahLst/>
              <a:cxnLst/>
              <a:rect l="l" t="t" r="r" b="b"/>
              <a:pathLst>
                <a:path w="570864" h="692150">
                  <a:moveTo>
                    <a:pt x="369136" y="0"/>
                  </a:moveTo>
                  <a:lnTo>
                    <a:pt x="317591" y="2581"/>
                  </a:lnTo>
                  <a:lnTo>
                    <a:pt x="264501" y="10133"/>
                  </a:lnTo>
                  <a:lnTo>
                    <a:pt x="213181" y="21884"/>
                  </a:lnTo>
                  <a:lnTo>
                    <a:pt x="166950" y="37061"/>
                  </a:lnTo>
                  <a:lnTo>
                    <a:pt x="129121" y="54892"/>
                  </a:lnTo>
                  <a:lnTo>
                    <a:pt x="80131" y="110737"/>
                  </a:lnTo>
                  <a:lnTo>
                    <a:pt x="58898" y="160949"/>
                  </a:lnTo>
                  <a:lnTo>
                    <a:pt x="42700" y="210126"/>
                  </a:lnTo>
                  <a:lnTo>
                    <a:pt x="32571" y="266206"/>
                  </a:lnTo>
                  <a:lnTo>
                    <a:pt x="17008" y="435903"/>
                  </a:lnTo>
                  <a:lnTo>
                    <a:pt x="1953" y="607984"/>
                  </a:lnTo>
                  <a:lnTo>
                    <a:pt x="0" y="632891"/>
                  </a:lnTo>
                  <a:lnTo>
                    <a:pt x="5204" y="654421"/>
                  </a:lnTo>
                  <a:lnTo>
                    <a:pt x="19824" y="671026"/>
                  </a:lnTo>
                  <a:lnTo>
                    <a:pt x="37754" y="683203"/>
                  </a:lnTo>
                  <a:lnTo>
                    <a:pt x="52888" y="691445"/>
                  </a:lnTo>
                  <a:lnTo>
                    <a:pt x="82944" y="691731"/>
                  </a:lnTo>
                  <a:lnTo>
                    <a:pt x="142244" y="684249"/>
                  </a:lnTo>
                  <a:lnTo>
                    <a:pt x="212592" y="671945"/>
                  </a:lnTo>
                  <a:lnTo>
                    <a:pt x="275788" y="657763"/>
                  </a:lnTo>
                  <a:lnTo>
                    <a:pt x="313634" y="644650"/>
                  </a:lnTo>
                  <a:lnTo>
                    <a:pt x="343298" y="562429"/>
                  </a:lnTo>
                  <a:lnTo>
                    <a:pt x="348025" y="515410"/>
                  </a:lnTo>
                  <a:lnTo>
                    <a:pt x="349088" y="494697"/>
                  </a:lnTo>
                  <a:lnTo>
                    <a:pt x="427955" y="529732"/>
                  </a:lnTo>
                  <a:lnTo>
                    <a:pt x="499346" y="514300"/>
                  </a:lnTo>
                  <a:lnTo>
                    <a:pt x="537784" y="489007"/>
                  </a:lnTo>
                  <a:lnTo>
                    <a:pt x="556449" y="435719"/>
                  </a:lnTo>
                  <a:lnTo>
                    <a:pt x="568516" y="336303"/>
                  </a:lnTo>
                  <a:lnTo>
                    <a:pt x="570855" y="283322"/>
                  </a:lnTo>
                  <a:lnTo>
                    <a:pt x="567291" y="231565"/>
                  </a:lnTo>
                  <a:lnTo>
                    <a:pt x="558284" y="182219"/>
                  </a:lnTo>
                  <a:lnTo>
                    <a:pt x="544297" y="136470"/>
                  </a:lnTo>
                  <a:lnTo>
                    <a:pt x="525791" y="95502"/>
                  </a:lnTo>
                  <a:lnTo>
                    <a:pt x="503229" y="60502"/>
                  </a:lnTo>
                  <a:lnTo>
                    <a:pt x="477072" y="32655"/>
                  </a:lnTo>
                  <a:lnTo>
                    <a:pt x="415819" y="3162"/>
                  </a:lnTo>
                  <a:lnTo>
                    <a:pt x="369136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827877" y="6275096"/>
              <a:ext cx="489584" cy="569595"/>
            </a:xfrm>
            <a:custGeom>
              <a:avLst/>
              <a:gdLst/>
              <a:ahLst/>
              <a:cxnLst/>
              <a:rect l="l" t="t" r="r" b="b"/>
              <a:pathLst>
                <a:path w="489585" h="569595">
                  <a:moveTo>
                    <a:pt x="326482" y="0"/>
                  </a:moveTo>
                  <a:lnTo>
                    <a:pt x="284462" y="311"/>
                  </a:lnTo>
                  <a:lnTo>
                    <a:pt x="229974" y="5730"/>
                  </a:lnTo>
                  <a:lnTo>
                    <a:pt x="170668" y="15335"/>
                  </a:lnTo>
                  <a:lnTo>
                    <a:pt x="114196" y="28205"/>
                  </a:lnTo>
                  <a:lnTo>
                    <a:pt x="68207" y="43417"/>
                  </a:lnTo>
                  <a:lnTo>
                    <a:pt x="23379" y="80626"/>
                  </a:lnTo>
                  <a:lnTo>
                    <a:pt x="2756" y="114486"/>
                  </a:lnTo>
                  <a:lnTo>
                    <a:pt x="0" y="120237"/>
                  </a:lnTo>
                  <a:lnTo>
                    <a:pt x="21119" y="125289"/>
                  </a:lnTo>
                  <a:lnTo>
                    <a:pt x="37535" y="124176"/>
                  </a:lnTo>
                  <a:lnTo>
                    <a:pt x="57685" y="114382"/>
                  </a:lnTo>
                  <a:lnTo>
                    <a:pt x="90007" y="93389"/>
                  </a:lnTo>
                  <a:lnTo>
                    <a:pt x="132033" y="77581"/>
                  </a:lnTo>
                  <a:lnTo>
                    <a:pt x="171179" y="78789"/>
                  </a:lnTo>
                  <a:lnTo>
                    <a:pt x="200738" y="87648"/>
                  </a:lnTo>
                  <a:lnTo>
                    <a:pt x="214003" y="94792"/>
                  </a:lnTo>
                  <a:lnTo>
                    <a:pt x="212104" y="105806"/>
                  </a:lnTo>
                  <a:lnTo>
                    <a:pt x="203614" y="130142"/>
                  </a:lnTo>
                  <a:lnTo>
                    <a:pt x="192968" y="164240"/>
                  </a:lnTo>
                  <a:lnTo>
                    <a:pt x="184601" y="204538"/>
                  </a:lnTo>
                  <a:lnTo>
                    <a:pt x="183320" y="248916"/>
                  </a:lnTo>
                  <a:lnTo>
                    <a:pt x="188397" y="293301"/>
                  </a:lnTo>
                  <a:lnTo>
                    <a:pt x="195948" y="331177"/>
                  </a:lnTo>
                  <a:lnTo>
                    <a:pt x="209721" y="371916"/>
                  </a:lnTo>
                  <a:lnTo>
                    <a:pt x="236045" y="399485"/>
                  </a:lnTo>
                  <a:lnTo>
                    <a:pt x="255546" y="435244"/>
                  </a:lnTo>
                  <a:lnTo>
                    <a:pt x="265308" y="458403"/>
                  </a:lnTo>
                  <a:lnTo>
                    <a:pt x="268265" y="479079"/>
                  </a:lnTo>
                  <a:lnTo>
                    <a:pt x="267353" y="507387"/>
                  </a:lnTo>
                  <a:lnTo>
                    <a:pt x="312421" y="532182"/>
                  </a:lnTo>
                  <a:lnTo>
                    <a:pt x="335684" y="546877"/>
                  </a:lnTo>
                  <a:lnTo>
                    <a:pt x="344559" y="557258"/>
                  </a:lnTo>
                  <a:lnTo>
                    <a:pt x="346460" y="569113"/>
                  </a:lnTo>
                  <a:lnTo>
                    <a:pt x="397317" y="517408"/>
                  </a:lnTo>
                  <a:lnTo>
                    <a:pt x="412948" y="501969"/>
                  </a:lnTo>
                  <a:lnTo>
                    <a:pt x="432845" y="482665"/>
                  </a:lnTo>
                  <a:lnTo>
                    <a:pt x="453527" y="457443"/>
                  </a:lnTo>
                  <a:lnTo>
                    <a:pt x="477428" y="391640"/>
                  </a:lnTo>
                  <a:lnTo>
                    <a:pt x="485199" y="345968"/>
                  </a:lnTo>
                  <a:lnTo>
                    <a:pt x="489318" y="301430"/>
                  </a:lnTo>
                  <a:lnTo>
                    <a:pt x="489367" y="251968"/>
                  </a:lnTo>
                  <a:lnTo>
                    <a:pt x="484907" y="200924"/>
                  </a:lnTo>
                  <a:lnTo>
                    <a:pt x="475497" y="151638"/>
                  </a:lnTo>
                  <a:lnTo>
                    <a:pt x="460698" y="107452"/>
                  </a:lnTo>
                  <a:lnTo>
                    <a:pt x="436674" y="62890"/>
                  </a:lnTo>
                  <a:lnTo>
                    <a:pt x="407494" y="30311"/>
                  </a:lnTo>
                  <a:lnTo>
                    <a:pt x="371361" y="9440"/>
                  </a:lnTo>
                  <a:lnTo>
                    <a:pt x="326482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13697" y="6662090"/>
              <a:ext cx="102227" cy="113022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065512" y="6589415"/>
              <a:ext cx="95847" cy="199740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740300" y="6782482"/>
              <a:ext cx="360680" cy="264795"/>
            </a:xfrm>
            <a:custGeom>
              <a:avLst/>
              <a:gdLst/>
              <a:ahLst/>
              <a:cxnLst/>
              <a:rect l="l" t="t" r="r" b="b"/>
              <a:pathLst>
                <a:path w="360680" h="264795">
                  <a:moveTo>
                    <a:pt x="354931" y="0"/>
                  </a:moveTo>
                  <a:lnTo>
                    <a:pt x="326257" y="39843"/>
                  </a:lnTo>
                  <a:lnTo>
                    <a:pt x="289433" y="75850"/>
                  </a:lnTo>
                  <a:lnTo>
                    <a:pt x="247578" y="107387"/>
                  </a:lnTo>
                  <a:lnTo>
                    <a:pt x="203807" y="133819"/>
                  </a:lnTo>
                  <a:lnTo>
                    <a:pt x="161240" y="154512"/>
                  </a:lnTo>
                  <a:lnTo>
                    <a:pt x="122993" y="168831"/>
                  </a:lnTo>
                  <a:lnTo>
                    <a:pt x="92185" y="176141"/>
                  </a:lnTo>
                  <a:lnTo>
                    <a:pt x="86962" y="167146"/>
                  </a:lnTo>
                  <a:lnTo>
                    <a:pt x="79727" y="146307"/>
                  </a:lnTo>
                  <a:lnTo>
                    <a:pt x="70454" y="124584"/>
                  </a:lnTo>
                  <a:lnTo>
                    <a:pt x="20280" y="110793"/>
                  </a:lnTo>
                  <a:lnTo>
                    <a:pt x="1568" y="177219"/>
                  </a:lnTo>
                  <a:lnTo>
                    <a:pt x="0" y="222253"/>
                  </a:lnTo>
                  <a:lnTo>
                    <a:pt x="5768" y="246107"/>
                  </a:lnTo>
                  <a:lnTo>
                    <a:pt x="33138" y="253028"/>
                  </a:lnTo>
                  <a:lnTo>
                    <a:pt x="80230" y="260132"/>
                  </a:lnTo>
                  <a:lnTo>
                    <a:pt x="126649" y="264626"/>
                  </a:lnTo>
                  <a:lnTo>
                    <a:pt x="152005" y="263719"/>
                  </a:lnTo>
                  <a:lnTo>
                    <a:pt x="240849" y="232132"/>
                  </a:lnTo>
                  <a:lnTo>
                    <a:pt x="302593" y="205673"/>
                  </a:lnTo>
                  <a:lnTo>
                    <a:pt x="342784" y="177607"/>
                  </a:lnTo>
                  <a:lnTo>
                    <a:pt x="356805" y="133969"/>
                  </a:lnTo>
                  <a:lnTo>
                    <a:pt x="360060" y="73933"/>
                  </a:lnTo>
                  <a:lnTo>
                    <a:pt x="357714" y="21332"/>
                  </a:lnTo>
                  <a:lnTo>
                    <a:pt x="354931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3554976" y="6258472"/>
            <a:ext cx="558800" cy="885190"/>
            <a:chOff x="3554976" y="6258472"/>
            <a:chExt cx="558800" cy="885190"/>
          </a:xfrm>
        </p:grpSpPr>
        <p:sp>
          <p:nvSpPr>
            <p:cNvPr id="50" name="object 50" descr=""/>
            <p:cNvSpPr/>
            <p:nvPr/>
          </p:nvSpPr>
          <p:spPr>
            <a:xfrm>
              <a:off x="3603558" y="6658133"/>
              <a:ext cx="459105" cy="323850"/>
            </a:xfrm>
            <a:custGeom>
              <a:avLst/>
              <a:gdLst/>
              <a:ahLst/>
              <a:cxnLst/>
              <a:rect l="l" t="t" r="r" b="b"/>
              <a:pathLst>
                <a:path w="459104" h="323850">
                  <a:moveTo>
                    <a:pt x="382299" y="0"/>
                  </a:moveTo>
                  <a:lnTo>
                    <a:pt x="225856" y="1310"/>
                  </a:lnTo>
                  <a:lnTo>
                    <a:pt x="70450" y="7865"/>
                  </a:lnTo>
                  <a:lnTo>
                    <a:pt x="0" y="11798"/>
                  </a:lnTo>
                  <a:lnTo>
                    <a:pt x="11403" y="127660"/>
                  </a:lnTo>
                  <a:lnTo>
                    <a:pt x="17761" y="188403"/>
                  </a:lnTo>
                  <a:lnTo>
                    <a:pt x="45333" y="242148"/>
                  </a:lnTo>
                  <a:lnTo>
                    <a:pt x="86962" y="270438"/>
                  </a:lnTo>
                  <a:lnTo>
                    <a:pt x="129440" y="298233"/>
                  </a:lnTo>
                  <a:lnTo>
                    <a:pt x="152780" y="314721"/>
                  </a:lnTo>
                  <a:lnTo>
                    <a:pt x="184114" y="321177"/>
                  </a:lnTo>
                  <a:lnTo>
                    <a:pt x="246404" y="323434"/>
                  </a:lnTo>
                  <a:lnTo>
                    <a:pt x="313452" y="317550"/>
                  </a:lnTo>
                  <a:lnTo>
                    <a:pt x="359057" y="299580"/>
                  </a:lnTo>
                  <a:lnTo>
                    <a:pt x="408505" y="249215"/>
                  </a:lnTo>
                  <a:lnTo>
                    <a:pt x="448827" y="117124"/>
                  </a:lnTo>
                  <a:lnTo>
                    <a:pt x="457001" y="59321"/>
                  </a:lnTo>
                  <a:lnTo>
                    <a:pt x="458594" y="30849"/>
                  </a:lnTo>
                  <a:lnTo>
                    <a:pt x="455860" y="11798"/>
                  </a:lnTo>
                  <a:lnTo>
                    <a:pt x="382299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3589589" y="6275575"/>
              <a:ext cx="484505" cy="782320"/>
            </a:xfrm>
            <a:custGeom>
              <a:avLst/>
              <a:gdLst/>
              <a:ahLst/>
              <a:cxnLst/>
              <a:rect l="l" t="t" r="r" b="b"/>
              <a:pathLst>
                <a:path w="484504" h="782320">
                  <a:moveTo>
                    <a:pt x="255974" y="0"/>
                  </a:moveTo>
                  <a:lnTo>
                    <a:pt x="203604" y="671"/>
                  </a:lnTo>
                  <a:lnTo>
                    <a:pt x="155411" y="8053"/>
                  </a:lnTo>
                  <a:lnTo>
                    <a:pt x="118398" y="23256"/>
                  </a:lnTo>
                  <a:lnTo>
                    <a:pt x="85149" y="54454"/>
                  </a:lnTo>
                  <a:lnTo>
                    <a:pt x="51162" y="100150"/>
                  </a:lnTo>
                  <a:lnTo>
                    <a:pt x="22817" y="150340"/>
                  </a:lnTo>
                  <a:lnTo>
                    <a:pt x="6496" y="195020"/>
                  </a:lnTo>
                  <a:lnTo>
                    <a:pt x="1265" y="235881"/>
                  </a:lnTo>
                  <a:lnTo>
                    <a:pt x="0" y="285664"/>
                  </a:lnTo>
                  <a:lnTo>
                    <a:pt x="1908" y="340951"/>
                  </a:lnTo>
                  <a:lnTo>
                    <a:pt x="6200" y="398322"/>
                  </a:lnTo>
                  <a:lnTo>
                    <a:pt x="12085" y="454359"/>
                  </a:lnTo>
                  <a:lnTo>
                    <a:pt x="18773" y="505645"/>
                  </a:lnTo>
                  <a:lnTo>
                    <a:pt x="25473" y="548760"/>
                  </a:lnTo>
                  <a:lnTo>
                    <a:pt x="42467" y="604794"/>
                  </a:lnTo>
                  <a:lnTo>
                    <a:pt x="66529" y="644863"/>
                  </a:lnTo>
                  <a:lnTo>
                    <a:pt x="98677" y="691544"/>
                  </a:lnTo>
                  <a:lnTo>
                    <a:pt x="134010" y="735887"/>
                  </a:lnTo>
                  <a:lnTo>
                    <a:pt x="167624" y="768941"/>
                  </a:lnTo>
                  <a:lnTo>
                    <a:pt x="194616" y="781756"/>
                  </a:lnTo>
                  <a:lnTo>
                    <a:pt x="217874" y="781680"/>
                  </a:lnTo>
                  <a:lnTo>
                    <a:pt x="267889" y="782017"/>
                  </a:lnTo>
                  <a:lnTo>
                    <a:pt x="322964" y="764598"/>
                  </a:lnTo>
                  <a:lnTo>
                    <a:pt x="365060" y="722973"/>
                  </a:lnTo>
                  <a:lnTo>
                    <a:pt x="407912" y="671728"/>
                  </a:lnTo>
                  <a:lnTo>
                    <a:pt x="441997" y="625534"/>
                  </a:lnTo>
                  <a:lnTo>
                    <a:pt x="461710" y="569295"/>
                  </a:lnTo>
                  <a:lnTo>
                    <a:pt x="465844" y="514189"/>
                  </a:lnTo>
                  <a:lnTo>
                    <a:pt x="474699" y="378686"/>
                  </a:lnTo>
                  <a:lnTo>
                    <a:pt x="483625" y="271634"/>
                  </a:lnTo>
                  <a:lnTo>
                    <a:pt x="484217" y="221616"/>
                  </a:lnTo>
                  <a:lnTo>
                    <a:pt x="479707" y="177041"/>
                  </a:lnTo>
                  <a:lnTo>
                    <a:pt x="446520" y="106241"/>
                  </a:lnTo>
                  <a:lnTo>
                    <a:pt x="414481" y="67791"/>
                  </a:lnTo>
                  <a:lnTo>
                    <a:pt x="378668" y="34372"/>
                  </a:lnTo>
                  <a:lnTo>
                    <a:pt x="345229" y="14356"/>
                  </a:lnTo>
                  <a:lnTo>
                    <a:pt x="305517" y="4931"/>
                  </a:lnTo>
                  <a:lnTo>
                    <a:pt x="255974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3624535" y="6865417"/>
              <a:ext cx="422909" cy="203835"/>
            </a:xfrm>
            <a:custGeom>
              <a:avLst/>
              <a:gdLst/>
              <a:ahLst/>
              <a:cxnLst/>
              <a:rect l="l" t="t" r="r" b="b"/>
              <a:pathLst>
                <a:path w="422910" h="203834">
                  <a:moveTo>
                    <a:pt x="0" y="0"/>
                  </a:moveTo>
                  <a:lnTo>
                    <a:pt x="10896" y="45600"/>
                  </a:lnTo>
                  <a:lnTo>
                    <a:pt x="41429" y="107978"/>
                  </a:lnTo>
                  <a:lnTo>
                    <a:pt x="75686" y="164415"/>
                  </a:lnTo>
                  <a:lnTo>
                    <a:pt x="136263" y="197716"/>
                  </a:lnTo>
                  <a:lnTo>
                    <a:pt x="207904" y="201790"/>
                  </a:lnTo>
                  <a:lnTo>
                    <a:pt x="278878" y="203267"/>
                  </a:lnTo>
                  <a:lnTo>
                    <a:pt x="315383" y="200999"/>
                  </a:lnTo>
                  <a:lnTo>
                    <a:pt x="364725" y="162301"/>
                  </a:lnTo>
                  <a:lnTo>
                    <a:pt x="403769" y="101902"/>
                  </a:lnTo>
                  <a:lnTo>
                    <a:pt x="415219" y="58574"/>
                  </a:lnTo>
                  <a:lnTo>
                    <a:pt x="422845" y="9224"/>
                  </a:lnTo>
                  <a:lnTo>
                    <a:pt x="399547" y="26680"/>
                  </a:lnTo>
                  <a:lnTo>
                    <a:pt x="348450" y="61729"/>
                  </a:lnTo>
                  <a:lnTo>
                    <a:pt x="296410" y="96196"/>
                  </a:lnTo>
                  <a:lnTo>
                    <a:pt x="270284" y="111902"/>
                  </a:lnTo>
                  <a:lnTo>
                    <a:pt x="264003" y="107410"/>
                  </a:lnTo>
                  <a:lnTo>
                    <a:pt x="255421" y="97182"/>
                  </a:lnTo>
                  <a:lnTo>
                    <a:pt x="247232" y="86888"/>
                  </a:lnTo>
                  <a:lnTo>
                    <a:pt x="242128" y="82196"/>
                  </a:lnTo>
                  <a:lnTo>
                    <a:pt x="196243" y="82602"/>
                  </a:lnTo>
                  <a:lnTo>
                    <a:pt x="173003" y="100409"/>
                  </a:lnTo>
                  <a:lnTo>
                    <a:pt x="164113" y="109324"/>
                  </a:lnTo>
                  <a:lnTo>
                    <a:pt x="155890" y="111546"/>
                  </a:lnTo>
                  <a:lnTo>
                    <a:pt x="147947" y="107600"/>
                  </a:lnTo>
                  <a:lnTo>
                    <a:pt x="129061" y="94665"/>
                  </a:lnTo>
                  <a:lnTo>
                    <a:pt x="84617" y="622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043129" y="6587933"/>
              <a:ext cx="70148" cy="189516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3684913" y="6807398"/>
              <a:ext cx="332105" cy="335915"/>
            </a:xfrm>
            <a:custGeom>
              <a:avLst/>
              <a:gdLst/>
              <a:ahLst/>
              <a:cxnLst/>
              <a:rect l="l" t="t" r="r" b="b"/>
              <a:pathLst>
                <a:path w="332104" h="335915">
                  <a:moveTo>
                    <a:pt x="165806" y="0"/>
                  </a:moveTo>
                  <a:lnTo>
                    <a:pt x="122249" y="8840"/>
                  </a:lnTo>
                  <a:lnTo>
                    <a:pt x="68148" y="28370"/>
                  </a:lnTo>
                  <a:lnTo>
                    <a:pt x="22071" y="47917"/>
                  </a:lnTo>
                  <a:lnTo>
                    <a:pt x="2586" y="56804"/>
                  </a:lnTo>
                  <a:lnTo>
                    <a:pt x="2756" y="92905"/>
                  </a:lnTo>
                  <a:lnTo>
                    <a:pt x="1803" y="168354"/>
                  </a:lnTo>
                  <a:lnTo>
                    <a:pt x="0" y="276850"/>
                  </a:lnTo>
                  <a:lnTo>
                    <a:pt x="111729" y="321850"/>
                  </a:lnTo>
                  <a:lnTo>
                    <a:pt x="183516" y="335680"/>
                  </a:lnTo>
                  <a:lnTo>
                    <a:pt x="246451" y="317290"/>
                  </a:lnTo>
                  <a:lnTo>
                    <a:pt x="331623" y="265625"/>
                  </a:lnTo>
                  <a:lnTo>
                    <a:pt x="313582" y="52113"/>
                  </a:lnTo>
                  <a:lnTo>
                    <a:pt x="249971" y="22032"/>
                  </a:lnTo>
                  <a:lnTo>
                    <a:pt x="213374" y="6577"/>
                  </a:lnTo>
                  <a:lnTo>
                    <a:pt x="189937" y="861"/>
                  </a:lnTo>
                  <a:lnTo>
                    <a:pt x="165806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54976" y="6587891"/>
              <a:ext cx="74470" cy="189458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3586614" y="6258472"/>
              <a:ext cx="490220" cy="650240"/>
            </a:xfrm>
            <a:custGeom>
              <a:avLst/>
              <a:gdLst/>
              <a:ahLst/>
              <a:cxnLst/>
              <a:rect l="l" t="t" r="r" b="b"/>
              <a:pathLst>
                <a:path w="490220" h="650240">
                  <a:moveTo>
                    <a:pt x="298962" y="0"/>
                  </a:moveTo>
                  <a:lnTo>
                    <a:pt x="233908" y="368"/>
                  </a:lnTo>
                  <a:lnTo>
                    <a:pt x="172792" y="7038"/>
                  </a:lnTo>
                  <a:lnTo>
                    <a:pt x="121307" y="23995"/>
                  </a:lnTo>
                  <a:lnTo>
                    <a:pt x="81515" y="63299"/>
                  </a:lnTo>
                  <a:lnTo>
                    <a:pt x="41498" y="123129"/>
                  </a:lnTo>
                  <a:lnTo>
                    <a:pt x="13551" y="182627"/>
                  </a:lnTo>
                  <a:lnTo>
                    <a:pt x="0" y="264318"/>
                  </a:lnTo>
                  <a:lnTo>
                    <a:pt x="2273" y="308932"/>
                  </a:lnTo>
                  <a:lnTo>
                    <a:pt x="7790" y="346068"/>
                  </a:lnTo>
                  <a:lnTo>
                    <a:pt x="12524" y="369600"/>
                  </a:lnTo>
                  <a:lnTo>
                    <a:pt x="17370" y="398009"/>
                  </a:lnTo>
                  <a:lnTo>
                    <a:pt x="23999" y="443671"/>
                  </a:lnTo>
                  <a:lnTo>
                    <a:pt x="29550" y="491296"/>
                  </a:lnTo>
                  <a:lnTo>
                    <a:pt x="31162" y="525595"/>
                  </a:lnTo>
                  <a:lnTo>
                    <a:pt x="41720" y="557670"/>
                  </a:lnTo>
                  <a:lnTo>
                    <a:pt x="66652" y="598936"/>
                  </a:lnTo>
                  <a:lnTo>
                    <a:pt x="91912" y="634567"/>
                  </a:lnTo>
                  <a:lnTo>
                    <a:pt x="103453" y="649738"/>
                  </a:lnTo>
                  <a:lnTo>
                    <a:pt x="162101" y="620754"/>
                  </a:lnTo>
                  <a:lnTo>
                    <a:pt x="197054" y="605640"/>
                  </a:lnTo>
                  <a:lnTo>
                    <a:pt x="222177" y="599486"/>
                  </a:lnTo>
                  <a:lnTo>
                    <a:pt x="251334" y="597383"/>
                  </a:lnTo>
                  <a:lnTo>
                    <a:pt x="297561" y="604596"/>
                  </a:lnTo>
                  <a:lnTo>
                    <a:pt x="352738" y="622701"/>
                  </a:lnTo>
                  <a:lnTo>
                    <a:pt x="398968" y="641235"/>
                  </a:lnTo>
                  <a:lnTo>
                    <a:pt x="418355" y="649738"/>
                  </a:lnTo>
                  <a:lnTo>
                    <a:pt x="430860" y="638104"/>
                  </a:lnTo>
                  <a:lnTo>
                    <a:pt x="453453" y="603279"/>
                  </a:lnTo>
                  <a:lnTo>
                    <a:pt x="468464" y="525515"/>
                  </a:lnTo>
                  <a:lnTo>
                    <a:pt x="475759" y="462829"/>
                  </a:lnTo>
                  <a:lnTo>
                    <a:pt x="481957" y="396911"/>
                  </a:lnTo>
                  <a:lnTo>
                    <a:pt x="486338" y="337242"/>
                  </a:lnTo>
                  <a:lnTo>
                    <a:pt x="489838" y="249979"/>
                  </a:lnTo>
                  <a:lnTo>
                    <a:pt x="489973" y="214060"/>
                  </a:lnTo>
                  <a:lnTo>
                    <a:pt x="482887" y="178455"/>
                  </a:lnTo>
                  <a:lnTo>
                    <a:pt x="462877" y="136078"/>
                  </a:lnTo>
                  <a:lnTo>
                    <a:pt x="433847" y="93891"/>
                  </a:lnTo>
                  <a:lnTo>
                    <a:pt x="404003" y="61453"/>
                  </a:lnTo>
                  <a:lnTo>
                    <a:pt x="374095" y="35551"/>
                  </a:lnTo>
                  <a:lnTo>
                    <a:pt x="344870" y="12972"/>
                  </a:lnTo>
                  <a:lnTo>
                    <a:pt x="298962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7" name="object 5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660257" y="6560571"/>
            <a:ext cx="72397" cy="200445"/>
          </a:xfrm>
          <a:prstGeom prst="rect">
            <a:avLst/>
          </a:prstGeom>
        </p:spPr>
      </p:pic>
      <p:grpSp>
        <p:nvGrpSpPr>
          <p:cNvPr id="58" name="object 58" descr=""/>
          <p:cNvGrpSpPr/>
          <p:nvPr/>
        </p:nvGrpSpPr>
        <p:grpSpPr>
          <a:xfrm>
            <a:off x="2709563" y="6274838"/>
            <a:ext cx="521334" cy="877569"/>
            <a:chOff x="2709563" y="6274838"/>
            <a:chExt cx="521334" cy="877569"/>
          </a:xfrm>
        </p:grpSpPr>
        <p:sp>
          <p:nvSpPr>
            <p:cNvPr id="59" name="object 59" descr=""/>
            <p:cNvSpPr/>
            <p:nvPr/>
          </p:nvSpPr>
          <p:spPr>
            <a:xfrm>
              <a:off x="2811865" y="6851835"/>
              <a:ext cx="316865" cy="300355"/>
            </a:xfrm>
            <a:custGeom>
              <a:avLst/>
              <a:gdLst/>
              <a:ahLst/>
              <a:cxnLst/>
              <a:rect l="l" t="t" r="r" b="b"/>
              <a:pathLst>
                <a:path w="316864" h="300354">
                  <a:moveTo>
                    <a:pt x="297048" y="0"/>
                  </a:moveTo>
                  <a:lnTo>
                    <a:pt x="2481" y="33747"/>
                  </a:lnTo>
                  <a:lnTo>
                    <a:pt x="2641" y="68225"/>
                  </a:lnTo>
                  <a:lnTo>
                    <a:pt x="1727" y="140290"/>
                  </a:lnTo>
                  <a:lnTo>
                    <a:pt x="0" y="243919"/>
                  </a:lnTo>
                  <a:lnTo>
                    <a:pt x="106726" y="286895"/>
                  </a:lnTo>
                  <a:lnTo>
                    <a:pt x="175298" y="300104"/>
                  </a:lnTo>
                  <a:lnTo>
                    <a:pt x="235412" y="282543"/>
                  </a:lnTo>
                  <a:lnTo>
                    <a:pt x="316765" y="233207"/>
                  </a:lnTo>
                  <a:lnTo>
                    <a:pt x="297048" y="0"/>
                  </a:lnTo>
                  <a:close/>
                </a:path>
              </a:pathLst>
            </a:custGeom>
            <a:solidFill>
              <a:srgbClr val="7D4E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710994" y="6291566"/>
              <a:ext cx="465455" cy="749935"/>
            </a:xfrm>
            <a:custGeom>
              <a:avLst/>
              <a:gdLst/>
              <a:ahLst/>
              <a:cxnLst/>
              <a:rect l="l" t="t" r="r" b="b"/>
              <a:pathLst>
                <a:path w="465455" h="749934">
                  <a:moveTo>
                    <a:pt x="206334" y="0"/>
                  </a:moveTo>
                  <a:lnTo>
                    <a:pt x="160052" y="4649"/>
                  </a:lnTo>
                  <a:lnTo>
                    <a:pt x="91117" y="45414"/>
                  </a:lnTo>
                  <a:lnTo>
                    <a:pt x="56811" y="87317"/>
                  </a:lnTo>
                  <a:lnTo>
                    <a:pt x="27706" y="133792"/>
                  </a:lnTo>
                  <a:lnTo>
                    <a:pt x="10303" y="175611"/>
                  </a:lnTo>
                  <a:lnTo>
                    <a:pt x="2977" y="220660"/>
                  </a:lnTo>
                  <a:lnTo>
                    <a:pt x="0" y="276466"/>
                  </a:lnTo>
                  <a:lnTo>
                    <a:pt x="453" y="338102"/>
                  </a:lnTo>
                  <a:lnTo>
                    <a:pt x="3422" y="400643"/>
                  </a:lnTo>
                  <a:lnTo>
                    <a:pt x="7988" y="459160"/>
                  </a:lnTo>
                  <a:lnTo>
                    <a:pt x="13237" y="508727"/>
                  </a:lnTo>
                  <a:lnTo>
                    <a:pt x="31270" y="575279"/>
                  </a:lnTo>
                  <a:lnTo>
                    <a:pt x="59975" y="625920"/>
                  </a:lnTo>
                  <a:lnTo>
                    <a:pt x="96915" y="681163"/>
                  </a:lnTo>
                  <a:lnTo>
                    <a:pt x="134643" y="725831"/>
                  </a:lnTo>
                  <a:lnTo>
                    <a:pt x="187905" y="745835"/>
                  </a:lnTo>
                  <a:lnTo>
                    <a:pt x="235614" y="748646"/>
                  </a:lnTo>
                  <a:lnTo>
                    <a:pt x="288876" y="734765"/>
                  </a:lnTo>
                  <a:lnTo>
                    <a:pt x="330744" y="697138"/>
                  </a:lnTo>
                  <a:lnTo>
                    <a:pt x="373731" y="650374"/>
                  </a:lnTo>
                  <a:lnTo>
                    <a:pt x="408146" y="607995"/>
                  </a:lnTo>
                  <a:lnTo>
                    <a:pt x="429260" y="555321"/>
                  </a:lnTo>
                  <a:lnTo>
                    <a:pt x="435465" y="502950"/>
                  </a:lnTo>
                  <a:lnTo>
                    <a:pt x="449472" y="374112"/>
                  </a:lnTo>
                  <a:lnTo>
                    <a:pt x="462382" y="272428"/>
                  </a:lnTo>
                  <a:lnTo>
                    <a:pt x="464999" y="224738"/>
                  </a:lnTo>
                  <a:lnTo>
                    <a:pt x="462523" y="181984"/>
                  </a:lnTo>
                  <a:lnTo>
                    <a:pt x="453420" y="147371"/>
                  </a:lnTo>
                  <a:lnTo>
                    <a:pt x="433764" y="112775"/>
                  </a:lnTo>
                  <a:lnTo>
                    <a:pt x="404774" y="74498"/>
                  </a:lnTo>
                  <a:lnTo>
                    <a:pt x="371977" y="40837"/>
                  </a:lnTo>
                  <a:lnTo>
                    <a:pt x="303397" y="9123"/>
                  </a:lnTo>
                  <a:lnTo>
                    <a:pt x="256328" y="1959"/>
                  </a:lnTo>
                  <a:lnTo>
                    <a:pt x="206334" y="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145329" y="6587746"/>
              <a:ext cx="85069" cy="195614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2729249" y="6835659"/>
              <a:ext cx="412750" cy="226695"/>
            </a:xfrm>
            <a:custGeom>
              <a:avLst/>
              <a:gdLst/>
              <a:ahLst/>
              <a:cxnLst/>
              <a:rect l="l" t="t" r="r" b="b"/>
              <a:pathLst>
                <a:path w="412750" h="226695">
                  <a:moveTo>
                    <a:pt x="412458" y="0"/>
                  </a:moveTo>
                  <a:lnTo>
                    <a:pt x="397238" y="19278"/>
                  </a:lnTo>
                  <a:lnTo>
                    <a:pt x="359568" y="59469"/>
                  </a:lnTo>
                  <a:lnTo>
                    <a:pt x="309693" y="102165"/>
                  </a:lnTo>
                  <a:lnTo>
                    <a:pt x="257856" y="128959"/>
                  </a:lnTo>
                  <a:lnTo>
                    <a:pt x="249595" y="124464"/>
                  </a:lnTo>
                  <a:lnTo>
                    <a:pt x="236728" y="113123"/>
                  </a:lnTo>
                  <a:lnTo>
                    <a:pt x="224242" y="101469"/>
                  </a:lnTo>
                  <a:lnTo>
                    <a:pt x="217124" y="96038"/>
                  </a:lnTo>
                  <a:lnTo>
                    <a:pt x="148885" y="92478"/>
                  </a:lnTo>
                  <a:lnTo>
                    <a:pt x="137730" y="97942"/>
                  </a:lnTo>
                  <a:lnTo>
                    <a:pt x="122831" y="109668"/>
                  </a:lnTo>
                  <a:lnTo>
                    <a:pt x="108053" y="120539"/>
                  </a:lnTo>
                  <a:lnTo>
                    <a:pt x="50594" y="68903"/>
                  </a:lnTo>
                  <a:lnTo>
                    <a:pt x="0" y="324"/>
                  </a:lnTo>
                  <a:lnTo>
                    <a:pt x="5478" y="29315"/>
                  </a:lnTo>
                  <a:lnTo>
                    <a:pt x="19236" y="74735"/>
                  </a:lnTo>
                  <a:lnTo>
                    <a:pt x="39872" y="126672"/>
                  </a:lnTo>
                  <a:lnTo>
                    <a:pt x="65988" y="175216"/>
                  </a:lnTo>
                  <a:lnTo>
                    <a:pt x="96185" y="210454"/>
                  </a:lnTo>
                  <a:lnTo>
                    <a:pt x="179731" y="223702"/>
                  </a:lnTo>
                  <a:lnTo>
                    <a:pt x="232835" y="226086"/>
                  </a:lnTo>
                  <a:lnTo>
                    <a:pt x="261321" y="223741"/>
                  </a:lnTo>
                  <a:lnTo>
                    <a:pt x="313812" y="187927"/>
                  </a:lnTo>
                  <a:lnTo>
                    <a:pt x="355401" y="152969"/>
                  </a:lnTo>
                  <a:lnTo>
                    <a:pt x="384934" y="117547"/>
                  </a:lnTo>
                  <a:lnTo>
                    <a:pt x="401254" y="80343"/>
                  </a:lnTo>
                  <a:lnTo>
                    <a:pt x="411525" y="20750"/>
                  </a:lnTo>
                  <a:lnTo>
                    <a:pt x="412673" y="4266"/>
                  </a:lnTo>
                  <a:lnTo>
                    <a:pt x="412458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709563" y="6274838"/>
              <a:ext cx="468630" cy="403225"/>
            </a:xfrm>
            <a:custGeom>
              <a:avLst/>
              <a:gdLst/>
              <a:ahLst/>
              <a:cxnLst/>
              <a:rect l="l" t="t" r="r" b="b"/>
              <a:pathLst>
                <a:path w="468630" h="403225">
                  <a:moveTo>
                    <a:pt x="228675" y="0"/>
                  </a:moveTo>
                  <a:lnTo>
                    <a:pt x="173244" y="847"/>
                  </a:lnTo>
                  <a:lnTo>
                    <a:pt x="94904" y="38847"/>
                  </a:lnTo>
                  <a:lnTo>
                    <a:pt x="59680" y="80208"/>
                  </a:lnTo>
                  <a:lnTo>
                    <a:pt x="33331" y="119827"/>
                  </a:lnTo>
                  <a:lnTo>
                    <a:pt x="10338" y="171225"/>
                  </a:lnTo>
                  <a:lnTo>
                    <a:pt x="4655" y="212167"/>
                  </a:lnTo>
                  <a:lnTo>
                    <a:pt x="1181" y="257729"/>
                  </a:lnTo>
                  <a:lnTo>
                    <a:pt x="0" y="297325"/>
                  </a:lnTo>
                  <a:lnTo>
                    <a:pt x="375" y="327367"/>
                  </a:lnTo>
                  <a:lnTo>
                    <a:pt x="1210" y="350448"/>
                  </a:lnTo>
                  <a:lnTo>
                    <a:pt x="2429" y="370486"/>
                  </a:lnTo>
                  <a:lnTo>
                    <a:pt x="11867" y="311865"/>
                  </a:lnTo>
                  <a:lnTo>
                    <a:pt x="16643" y="277686"/>
                  </a:lnTo>
                  <a:lnTo>
                    <a:pt x="18222" y="254775"/>
                  </a:lnTo>
                  <a:lnTo>
                    <a:pt x="18072" y="229956"/>
                  </a:lnTo>
                  <a:lnTo>
                    <a:pt x="23424" y="198402"/>
                  </a:lnTo>
                  <a:lnTo>
                    <a:pt x="51986" y="140745"/>
                  </a:lnTo>
                  <a:lnTo>
                    <a:pt x="87138" y="113773"/>
                  </a:lnTo>
                  <a:lnTo>
                    <a:pt x="102876" y="122411"/>
                  </a:lnTo>
                  <a:lnTo>
                    <a:pt x="119389" y="144817"/>
                  </a:lnTo>
                  <a:lnTo>
                    <a:pt x="146497" y="171690"/>
                  </a:lnTo>
                  <a:lnTo>
                    <a:pt x="181634" y="179455"/>
                  </a:lnTo>
                  <a:lnTo>
                    <a:pt x="218281" y="175117"/>
                  </a:lnTo>
                  <a:lnTo>
                    <a:pt x="249919" y="165686"/>
                  </a:lnTo>
                  <a:lnTo>
                    <a:pt x="270804" y="151381"/>
                  </a:lnTo>
                  <a:lnTo>
                    <a:pt x="288845" y="133252"/>
                  </a:lnTo>
                  <a:lnTo>
                    <a:pt x="318001" y="119521"/>
                  </a:lnTo>
                  <a:lnTo>
                    <a:pt x="372229" y="118409"/>
                  </a:lnTo>
                  <a:lnTo>
                    <a:pt x="406853" y="159293"/>
                  </a:lnTo>
                  <a:lnTo>
                    <a:pt x="414115" y="214202"/>
                  </a:lnTo>
                  <a:lnTo>
                    <a:pt x="413097" y="264679"/>
                  </a:lnTo>
                  <a:lnTo>
                    <a:pt x="414479" y="296132"/>
                  </a:lnTo>
                  <a:lnTo>
                    <a:pt x="418744" y="332670"/>
                  </a:lnTo>
                  <a:lnTo>
                    <a:pt x="424165" y="367216"/>
                  </a:lnTo>
                  <a:lnTo>
                    <a:pt x="428824" y="392947"/>
                  </a:lnTo>
                  <a:lnTo>
                    <a:pt x="430803" y="403040"/>
                  </a:lnTo>
                  <a:lnTo>
                    <a:pt x="449957" y="400094"/>
                  </a:lnTo>
                  <a:lnTo>
                    <a:pt x="459679" y="392512"/>
                  </a:lnTo>
                  <a:lnTo>
                    <a:pt x="462974" y="374354"/>
                  </a:lnTo>
                  <a:lnTo>
                    <a:pt x="462844" y="339680"/>
                  </a:lnTo>
                  <a:lnTo>
                    <a:pt x="464390" y="310398"/>
                  </a:lnTo>
                  <a:lnTo>
                    <a:pt x="467328" y="260796"/>
                  </a:lnTo>
                  <a:lnTo>
                    <a:pt x="468330" y="207227"/>
                  </a:lnTo>
                  <a:lnTo>
                    <a:pt x="464069" y="166042"/>
                  </a:lnTo>
                  <a:lnTo>
                    <a:pt x="449784" y="129331"/>
                  </a:lnTo>
                  <a:lnTo>
                    <a:pt x="425845" y="85221"/>
                  </a:lnTo>
                  <a:lnTo>
                    <a:pt x="396645" y="44084"/>
                  </a:lnTo>
                  <a:lnTo>
                    <a:pt x="366575" y="16297"/>
                  </a:lnTo>
                  <a:lnTo>
                    <a:pt x="288828" y="3543"/>
                  </a:lnTo>
                  <a:lnTo>
                    <a:pt x="228675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" name="object 64" descr=""/>
          <p:cNvGrpSpPr/>
          <p:nvPr/>
        </p:nvGrpSpPr>
        <p:grpSpPr>
          <a:xfrm>
            <a:off x="4505842" y="6240242"/>
            <a:ext cx="513080" cy="892175"/>
            <a:chOff x="4505842" y="6240242"/>
            <a:chExt cx="513080" cy="892175"/>
          </a:xfrm>
        </p:grpSpPr>
        <p:pic>
          <p:nvPicPr>
            <p:cNvPr id="65" name="object 6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06309" y="6537571"/>
              <a:ext cx="78840" cy="190361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4531931" y="6260750"/>
              <a:ext cx="487045" cy="871855"/>
            </a:xfrm>
            <a:custGeom>
              <a:avLst/>
              <a:gdLst/>
              <a:ahLst/>
              <a:cxnLst/>
              <a:rect l="l" t="t" r="r" b="b"/>
              <a:pathLst>
                <a:path w="487045" h="871854">
                  <a:moveTo>
                    <a:pt x="486575" y="222580"/>
                  </a:moveTo>
                  <a:lnTo>
                    <a:pt x="482041" y="177812"/>
                  </a:lnTo>
                  <a:lnTo>
                    <a:pt x="448716" y="106705"/>
                  </a:lnTo>
                  <a:lnTo>
                    <a:pt x="416534" y="68084"/>
                  </a:lnTo>
                  <a:lnTo>
                    <a:pt x="380568" y="34518"/>
                  </a:lnTo>
                  <a:lnTo>
                    <a:pt x="346989" y="14414"/>
                  </a:lnTo>
                  <a:lnTo>
                    <a:pt x="307098" y="4953"/>
                  </a:lnTo>
                  <a:lnTo>
                    <a:pt x="257340" y="0"/>
                  </a:lnTo>
                  <a:lnTo>
                    <a:pt x="204736" y="673"/>
                  </a:lnTo>
                  <a:lnTo>
                    <a:pt x="156324" y="8089"/>
                  </a:lnTo>
                  <a:lnTo>
                    <a:pt x="119151" y="23355"/>
                  </a:lnTo>
                  <a:lnTo>
                    <a:pt x="85763" y="54686"/>
                  </a:lnTo>
                  <a:lnTo>
                    <a:pt x="51625" y="100584"/>
                  </a:lnTo>
                  <a:lnTo>
                    <a:pt x="23152" y="150990"/>
                  </a:lnTo>
                  <a:lnTo>
                    <a:pt x="6756" y="195872"/>
                  </a:lnTo>
                  <a:lnTo>
                    <a:pt x="330" y="246913"/>
                  </a:lnTo>
                  <a:lnTo>
                    <a:pt x="0" y="303110"/>
                  </a:lnTo>
                  <a:lnTo>
                    <a:pt x="4127" y="360692"/>
                  </a:lnTo>
                  <a:lnTo>
                    <a:pt x="11087" y="415886"/>
                  </a:lnTo>
                  <a:lnTo>
                    <a:pt x="19291" y="464934"/>
                  </a:lnTo>
                  <a:lnTo>
                    <a:pt x="27089" y="504075"/>
                  </a:lnTo>
                  <a:lnTo>
                    <a:pt x="67602" y="562432"/>
                  </a:lnTo>
                  <a:lnTo>
                    <a:pt x="69608" y="563994"/>
                  </a:lnTo>
                  <a:lnTo>
                    <a:pt x="70104" y="598411"/>
                  </a:lnTo>
                  <a:lnTo>
                    <a:pt x="70040" y="686028"/>
                  </a:lnTo>
                  <a:lnTo>
                    <a:pt x="69519" y="812215"/>
                  </a:lnTo>
                  <a:lnTo>
                    <a:pt x="181749" y="857415"/>
                  </a:lnTo>
                  <a:lnTo>
                    <a:pt x="253847" y="871308"/>
                  </a:lnTo>
                  <a:lnTo>
                    <a:pt x="317068" y="852830"/>
                  </a:lnTo>
                  <a:lnTo>
                    <a:pt x="402615" y="800938"/>
                  </a:lnTo>
                  <a:lnTo>
                    <a:pt x="387502" y="622185"/>
                  </a:lnTo>
                  <a:lnTo>
                    <a:pt x="410235" y="602183"/>
                  </a:lnTo>
                  <a:lnTo>
                    <a:pt x="451967" y="560590"/>
                  </a:lnTo>
                  <a:lnTo>
                    <a:pt x="470979" y="536016"/>
                  </a:lnTo>
                  <a:lnTo>
                    <a:pt x="474218" y="504418"/>
                  </a:lnTo>
                  <a:lnTo>
                    <a:pt x="477570" y="386384"/>
                  </a:lnTo>
                  <a:lnTo>
                    <a:pt x="481736" y="325069"/>
                  </a:lnTo>
                  <a:lnTo>
                    <a:pt x="485978" y="272821"/>
                  </a:lnTo>
                  <a:lnTo>
                    <a:pt x="486575" y="222580"/>
                  </a:lnTo>
                  <a:close/>
                </a:path>
              </a:pathLst>
            </a:custGeom>
            <a:solidFill>
              <a:srgbClr val="885D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14362" y="6756075"/>
              <a:ext cx="88552" cy="204998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4505842" y="6240242"/>
              <a:ext cx="483234" cy="646430"/>
            </a:xfrm>
            <a:custGeom>
              <a:avLst/>
              <a:gdLst/>
              <a:ahLst/>
              <a:cxnLst/>
              <a:rect l="l" t="t" r="r" b="b"/>
              <a:pathLst>
                <a:path w="483235" h="646429">
                  <a:moveTo>
                    <a:pt x="232310" y="0"/>
                  </a:moveTo>
                  <a:lnTo>
                    <a:pt x="172564" y="2742"/>
                  </a:lnTo>
                  <a:lnTo>
                    <a:pt x="121839" y="17402"/>
                  </a:lnTo>
                  <a:lnTo>
                    <a:pt x="81873" y="56880"/>
                  </a:lnTo>
                  <a:lnTo>
                    <a:pt x="41676" y="116970"/>
                  </a:lnTo>
                  <a:lnTo>
                    <a:pt x="13605" y="176728"/>
                  </a:lnTo>
                  <a:lnTo>
                    <a:pt x="0" y="258784"/>
                  </a:lnTo>
                  <a:lnTo>
                    <a:pt x="2282" y="303595"/>
                  </a:lnTo>
                  <a:lnTo>
                    <a:pt x="7821" y="340895"/>
                  </a:lnTo>
                  <a:lnTo>
                    <a:pt x="12576" y="364528"/>
                  </a:lnTo>
                  <a:lnTo>
                    <a:pt x="17445" y="393059"/>
                  </a:lnTo>
                  <a:lnTo>
                    <a:pt x="24104" y="438919"/>
                  </a:lnTo>
                  <a:lnTo>
                    <a:pt x="29680" y="486753"/>
                  </a:lnTo>
                  <a:lnTo>
                    <a:pt x="31298" y="521204"/>
                  </a:lnTo>
                  <a:lnTo>
                    <a:pt x="41900" y="553421"/>
                  </a:lnTo>
                  <a:lnTo>
                    <a:pt x="66941" y="594868"/>
                  </a:lnTo>
                  <a:lnTo>
                    <a:pt x="92311" y="630654"/>
                  </a:lnTo>
                  <a:lnTo>
                    <a:pt x="103903" y="645891"/>
                  </a:lnTo>
                  <a:lnTo>
                    <a:pt x="135107" y="618112"/>
                  </a:lnTo>
                  <a:lnTo>
                    <a:pt x="155988" y="603615"/>
                  </a:lnTo>
                  <a:lnTo>
                    <a:pt x="175977" y="597685"/>
                  </a:lnTo>
                  <a:lnTo>
                    <a:pt x="204507" y="595610"/>
                  </a:lnTo>
                  <a:lnTo>
                    <a:pt x="257706" y="602494"/>
                  </a:lnTo>
                  <a:lnTo>
                    <a:pt x="328015" y="619886"/>
                  </a:lnTo>
                  <a:lnTo>
                    <a:pt x="389339" y="637710"/>
                  </a:lnTo>
                  <a:lnTo>
                    <a:pt x="415579" y="645891"/>
                  </a:lnTo>
                  <a:lnTo>
                    <a:pt x="429272" y="605119"/>
                  </a:lnTo>
                  <a:lnTo>
                    <a:pt x="437712" y="581427"/>
                  </a:lnTo>
                  <a:lnTo>
                    <a:pt x="444390" y="565721"/>
                  </a:lnTo>
                  <a:lnTo>
                    <a:pt x="452793" y="548909"/>
                  </a:lnTo>
                  <a:lnTo>
                    <a:pt x="460315" y="519043"/>
                  </a:lnTo>
                  <a:lnTo>
                    <a:pt x="466212" y="468968"/>
                  </a:lnTo>
                  <a:lnTo>
                    <a:pt x="470510" y="409040"/>
                  </a:lnTo>
                  <a:lnTo>
                    <a:pt x="473236" y="349616"/>
                  </a:lnTo>
                  <a:lnTo>
                    <a:pt x="474415" y="301053"/>
                  </a:lnTo>
                  <a:lnTo>
                    <a:pt x="478248" y="249203"/>
                  </a:lnTo>
                  <a:lnTo>
                    <a:pt x="483166" y="194780"/>
                  </a:lnTo>
                  <a:lnTo>
                    <a:pt x="480832" y="140673"/>
                  </a:lnTo>
                  <a:lnTo>
                    <a:pt x="462908" y="89772"/>
                  </a:lnTo>
                  <a:lnTo>
                    <a:pt x="435619" y="51466"/>
                  </a:lnTo>
                  <a:lnTo>
                    <a:pt x="380092" y="16080"/>
                  </a:lnTo>
                  <a:lnTo>
                    <a:pt x="297321" y="422"/>
                  </a:lnTo>
                  <a:lnTo>
                    <a:pt x="232310" y="0"/>
                  </a:lnTo>
                  <a:close/>
                </a:path>
              </a:pathLst>
            </a:custGeom>
            <a:solidFill>
              <a:srgbClr val="7E503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906930" y="6524418"/>
              <a:ext cx="95942" cy="190285"/>
            </a:xfrm>
            <a:prstGeom prst="rect">
              <a:avLst/>
            </a:prstGeom>
          </p:spPr>
        </p:pic>
      </p:grpSp>
      <p:grpSp>
        <p:nvGrpSpPr>
          <p:cNvPr id="70" name="object 70" descr=""/>
          <p:cNvGrpSpPr/>
          <p:nvPr/>
        </p:nvGrpSpPr>
        <p:grpSpPr>
          <a:xfrm>
            <a:off x="4423853" y="4766177"/>
            <a:ext cx="527685" cy="908050"/>
            <a:chOff x="4423853" y="4766177"/>
            <a:chExt cx="527685" cy="908050"/>
          </a:xfrm>
        </p:grpSpPr>
        <p:sp>
          <p:nvSpPr>
            <p:cNvPr id="71" name="object 71" descr=""/>
            <p:cNvSpPr/>
            <p:nvPr/>
          </p:nvSpPr>
          <p:spPr>
            <a:xfrm>
              <a:off x="4457847" y="4791811"/>
              <a:ext cx="474980" cy="721360"/>
            </a:xfrm>
            <a:custGeom>
              <a:avLst/>
              <a:gdLst/>
              <a:ahLst/>
              <a:cxnLst/>
              <a:rect l="l" t="t" r="r" b="b"/>
              <a:pathLst>
                <a:path w="474979" h="721360">
                  <a:moveTo>
                    <a:pt x="224526" y="0"/>
                  </a:moveTo>
                  <a:lnTo>
                    <a:pt x="173915" y="2570"/>
                  </a:lnTo>
                  <a:lnTo>
                    <a:pt x="129039" y="11125"/>
                  </a:lnTo>
                  <a:lnTo>
                    <a:pt x="68481" y="57450"/>
                  </a:lnTo>
                  <a:lnTo>
                    <a:pt x="40853" y="106789"/>
                  </a:lnTo>
                  <a:lnTo>
                    <a:pt x="17847" y="159647"/>
                  </a:lnTo>
                  <a:lnTo>
                    <a:pt x="4962" y="201383"/>
                  </a:lnTo>
                  <a:lnTo>
                    <a:pt x="0" y="251437"/>
                  </a:lnTo>
                  <a:lnTo>
                    <a:pt x="669" y="311023"/>
                  </a:lnTo>
                  <a:lnTo>
                    <a:pt x="5384" y="374342"/>
                  </a:lnTo>
                  <a:lnTo>
                    <a:pt x="12558" y="435595"/>
                  </a:lnTo>
                  <a:lnTo>
                    <a:pt x="20607" y="488983"/>
                  </a:lnTo>
                  <a:lnTo>
                    <a:pt x="27943" y="528706"/>
                  </a:lnTo>
                  <a:lnTo>
                    <a:pt x="48726" y="575931"/>
                  </a:lnTo>
                  <a:lnTo>
                    <a:pt x="79787" y="619810"/>
                  </a:lnTo>
                  <a:lnTo>
                    <a:pt x="118416" y="667405"/>
                  </a:lnTo>
                  <a:lnTo>
                    <a:pt x="156864" y="705517"/>
                  </a:lnTo>
                  <a:lnTo>
                    <a:pt x="187385" y="720949"/>
                  </a:lnTo>
                  <a:lnTo>
                    <a:pt x="204807" y="716343"/>
                  </a:lnTo>
                  <a:lnTo>
                    <a:pt x="234041" y="696702"/>
                  </a:lnTo>
                  <a:lnTo>
                    <a:pt x="251457" y="692101"/>
                  </a:lnTo>
                  <a:lnTo>
                    <a:pt x="297771" y="688597"/>
                  </a:lnTo>
                  <a:lnTo>
                    <a:pt x="365445" y="680010"/>
                  </a:lnTo>
                  <a:lnTo>
                    <a:pt x="427446" y="668192"/>
                  </a:lnTo>
                  <a:lnTo>
                    <a:pt x="459307" y="638018"/>
                  </a:lnTo>
                  <a:lnTo>
                    <a:pt x="466656" y="554260"/>
                  </a:lnTo>
                  <a:lnTo>
                    <a:pt x="470316" y="496241"/>
                  </a:lnTo>
                  <a:lnTo>
                    <a:pt x="473220" y="433305"/>
                  </a:lnTo>
                  <a:lnTo>
                    <a:pt x="474806" y="369835"/>
                  </a:lnTo>
                  <a:lnTo>
                    <a:pt x="474514" y="310213"/>
                  </a:lnTo>
                  <a:lnTo>
                    <a:pt x="471785" y="258821"/>
                  </a:lnTo>
                  <a:lnTo>
                    <a:pt x="466058" y="220043"/>
                  </a:lnTo>
                  <a:lnTo>
                    <a:pt x="451704" y="171339"/>
                  </a:lnTo>
                  <a:lnTo>
                    <a:pt x="432138" y="122410"/>
                  </a:lnTo>
                  <a:lnTo>
                    <a:pt x="408887" y="78043"/>
                  </a:lnTo>
                  <a:lnTo>
                    <a:pt x="383477" y="43027"/>
                  </a:lnTo>
                  <a:lnTo>
                    <a:pt x="321617" y="10395"/>
                  </a:lnTo>
                  <a:lnTo>
                    <a:pt x="275537" y="2809"/>
                  </a:lnTo>
                  <a:lnTo>
                    <a:pt x="224526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809543" y="5265866"/>
              <a:ext cx="120473" cy="202402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4536810" y="5358504"/>
              <a:ext cx="333375" cy="315595"/>
            </a:xfrm>
            <a:custGeom>
              <a:avLst/>
              <a:gdLst/>
              <a:ahLst/>
              <a:cxnLst/>
              <a:rect l="l" t="t" r="r" b="b"/>
              <a:pathLst>
                <a:path w="333375" h="315595">
                  <a:moveTo>
                    <a:pt x="312356" y="0"/>
                  </a:moveTo>
                  <a:lnTo>
                    <a:pt x="2596" y="35485"/>
                  </a:lnTo>
                  <a:lnTo>
                    <a:pt x="2765" y="71745"/>
                  </a:lnTo>
                  <a:lnTo>
                    <a:pt x="1808" y="147525"/>
                  </a:lnTo>
                  <a:lnTo>
                    <a:pt x="0" y="256494"/>
                  </a:lnTo>
                  <a:lnTo>
                    <a:pt x="112217" y="301694"/>
                  </a:lnTo>
                  <a:lnTo>
                    <a:pt x="184318" y="315587"/>
                  </a:lnTo>
                  <a:lnTo>
                    <a:pt x="247530" y="297117"/>
                  </a:lnTo>
                  <a:lnTo>
                    <a:pt x="333078" y="245228"/>
                  </a:lnTo>
                  <a:lnTo>
                    <a:pt x="312356" y="0"/>
                  </a:lnTo>
                  <a:close/>
                </a:path>
              </a:pathLst>
            </a:custGeom>
            <a:solidFill>
              <a:srgbClr val="B688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4423853" y="4766177"/>
              <a:ext cx="527685" cy="725805"/>
            </a:xfrm>
            <a:custGeom>
              <a:avLst/>
              <a:gdLst/>
              <a:ahLst/>
              <a:cxnLst/>
              <a:rect l="l" t="t" r="r" b="b"/>
              <a:pathLst>
                <a:path w="527685" h="725804">
                  <a:moveTo>
                    <a:pt x="219215" y="0"/>
                  </a:moveTo>
                  <a:lnTo>
                    <a:pt x="166279" y="7046"/>
                  </a:lnTo>
                  <a:lnTo>
                    <a:pt x="120038" y="26328"/>
                  </a:lnTo>
                  <a:lnTo>
                    <a:pt x="89467" y="56671"/>
                  </a:lnTo>
                  <a:lnTo>
                    <a:pt x="63781" y="101839"/>
                  </a:lnTo>
                  <a:lnTo>
                    <a:pt x="42733" y="155857"/>
                  </a:lnTo>
                  <a:lnTo>
                    <a:pt x="26077" y="212749"/>
                  </a:lnTo>
                  <a:lnTo>
                    <a:pt x="13567" y="266539"/>
                  </a:lnTo>
                  <a:lnTo>
                    <a:pt x="4957" y="311253"/>
                  </a:lnTo>
                  <a:lnTo>
                    <a:pt x="0" y="340916"/>
                  </a:lnTo>
                  <a:lnTo>
                    <a:pt x="660" y="375580"/>
                  </a:lnTo>
                  <a:lnTo>
                    <a:pt x="8395" y="426562"/>
                  </a:lnTo>
                  <a:lnTo>
                    <a:pt x="20604" y="484839"/>
                  </a:lnTo>
                  <a:lnTo>
                    <a:pt x="34685" y="541386"/>
                  </a:lnTo>
                  <a:lnTo>
                    <a:pt x="48037" y="587178"/>
                  </a:lnTo>
                  <a:lnTo>
                    <a:pt x="72958" y="636341"/>
                  </a:lnTo>
                  <a:lnTo>
                    <a:pt x="112949" y="690591"/>
                  </a:lnTo>
                  <a:lnTo>
                    <a:pt x="137317" y="687808"/>
                  </a:lnTo>
                  <a:lnTo>
                    <a:pt x="154364" y="690515"/>
                  </a:lnTo>
                  <a:lnTo>
                    <a:pt x="172122" y="701982"/>
                  </a:lnTo>
                  <a:lnTo>
                    <a:pt x="198622" y="725480"/>
                  </a:lnTo>
                  <a:lnTo>
                    <a:pt x="249500" y="691273"/>
                  </a:lnTo>
                  <a:lnTo>
                    <a:pt x="285945" y="675797"/>
                  </a:lnTo>
                  <a:lnTo>
                    <a:pt x="325494" y="675385"/>
                  </a:lnTo>
                  <a:lnTo>
                    <a:pt x="385684" y="686371"/>
                  </a:lnTo>
                  <a:lnTo>
                    <a:pt x="399587" y="674833"/>
                  </a:lnTo>
                  <a:lnTo>
                    <a:pt x="437605" y="601678"/>
                  </a:lnTo>
                  <a:lnTo>
                    <a:pt x="455012" y="561338"/>
                  </a:lnTo>
                  <a:lnTo>
                    <a:pt x="467288" y="522579"/>
                  </a:lnTo>
                  <a:lnTo>
                    <a:pt x="475435" y="476675"/>
                  </a:lnTo>
                  <a:lnTo>
                    <a:pt x="480044" y="425104"/>
                  </a:lnTo>
                  <a:lnTo>
                    <a:pt x="481708" y="369343"/>
                  </a:lnTo>
                  <a:lnTo>
                    <a:pt x="481020" y="310869"/>
                  </a:lnTo>
                  <a:lnTo>
                    <a:pt x="478571" y="251159"/>
                  </a:lnTo>
                  <a:lnTo>
                    <a:pt x="484096" y="203586"/>
                  </a:lnTo>
                  <a:lnTo>
                    <a:pt x="501200" y="193705"/>
                  </a:lnTo>
                  <a:lnTo>
                    <a:pt x="519257" y="202052"/>
                  </a:lnTo>
                  <a:lnTo>
                    <a:pt x="527638" y="209160"/>
                  </a:lnTo>
                  <a:lnTo>
                    <a:pt x="506695" y="161229"/>
                  </a:lnTo>
                  <a:lnTo>
                    <a:pt x="470909" y="108747"/>
                  </a:lnTo>
                  <a:lnTo>
                    <a:pt x="434696" y="65112"/>
                  </a:lnTo>
                  <a:lnTo>
                    <a:pt x="375472" y="27048"/>
                  </a:lnTo>
                  <a:lnTo>
                    <a:pt x="328083" y="12522"/>
                  </a:lnTo>
                  <a:lnTo>
                    <a:pt x="274574" y="2665"/>
                  </a:lnTo>
                  <a:lnTo>
                    <a:pt x="219215" y="0"/>
                  </a:lnTo>
                  <a:close/>
                </a:path>
              </a:pathLst>
            </a:custGeom>
            <a:solidFill>
              <a:srgbClr val="31160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23880" y="5087406"/>
              <a:ext cx="97382" cy="210010"/>
            </a:xfrm>
            <a:prstGeom prst="rect">
              <a:avLst/>
            </a:prstGeom>
          </p:spPr>
        </p:pic>
      </p:grpSp>
      <p:sp>
        <p:nvSpPr>
          <p:cNvPr id="76" name="object 76" descr=""/>
          <p:cNvSpPr/>
          <p:nvPr/>
        </p:nvSpPr>
        <p:spPr>
          <a:xfrm>
            <a:off x="5943804" y="1855001"/>
            <a:ext cx="405130" cy="137160"/>
          </a:xfrm>
          <a:custGeom>
            <a:avLst/>
            <a:gdLst/>
            <a:ahLst/>
            <a:cxnLst/>
            <a:rect l="l" t="t" r="r" b="b"/>
            <a:pathLst>
              <a:path w="405129" h="137160">
                <a:moveTo>
                  <a:pt x="80280" y="0"/>
                </a:moveTo>
                <a:lnTo>
                  <a:pt x="32428" y="1633"/>
                </a:lnTo>
                <a:lnTo>
                  <a:pt x="0" y="32365"/>
                </a:lnTo>
                <a:lnTo>
                  <a:pt x="13308" y="36689"/>
                </a:lnTo>
                <a:lnTo>
                  <a:pt x="14041" y="37307"/>
                </a:lnTo>
                <a:lnTo>
                  <a:pt x="21397" y="75311"/>
                </a:lnTo>
                <a:lnTo>
                  <a:pt x="38112" y="113277"/>
                </a:lnTo>
                <a:lnTo>
                  <a:pt x="74226" y="131154"/>
                </a:lnTo>
                <a:lnTo>
                  <a:pt x="106153" y="134215"/>
                </a:lnTo>
                <a:lnTo>
                  <a:pt x="113158" y="133650"/>
                </a:lnTo>
                <a:lnTo>
                  <a:pt x="150136" y="117967"/>
                </a:lnTo>
                <a:lnTo>
                  <a:pt x="183753" y="46208"/>
                </a:lnTo>
                <a:lnTo>
                  <a:pt x="186842" y="47422"/>
                </a:lnTo>
                <a:lnTo>
                  <a:pt x="195920" y="48700"/>
                </a:lnTo>
                <a:lnTo>
                  <a:pt x="208726" y="49045"/>
                </a:lnTo>
                <a:lnTo>
                  <a:pt x="215124" y="48092"/>
                </a:lnTo>
                <a:lnTo>
                  <a:pt x="220757" y="46124"/>
                </a:lnTo>
                <a:lnTo>
                  <a:pt x="233636" y="89243"/>
                </a:lnTo>
                <a:lnTo>
                  <a:pt x="266689" y="128523"/>
                </a:lnTo>
                <a:lnTo>
                  <a:pt x="303425" y="137063"/>
                </a:lnTo>
                <a:lnTo>
                  <a:pt x="316169" y="136546"/>
                </a:lnTo>
                <a:lnTo>
                  <a:pt x="358528" y="123746"/>
                </a:lnTo>
                <a:lnTo>
                  <a:pt x="382574" y="80522"/>
                </a:lnTo>
                <a:lnTo>
                  <a:pt x="390846" y="42763"/>
                </a:lnTo>
                <a:lnTo>
                  <a:pt x="391569" y="42145"/>
                </a:lnTo>
                <a:lnTo>
                  <a:pt x="404961" y="38218"/>
                </a:lnTo>
                <a:lnTo>
                  <a:pt x="403977" y="25528"/>
                </a:lnTo>
                <a:lnTo>
                  <a:pt x="403642" y="21318"/>
                </a:lnTo>
                <a:lnTo>
                  <a:pt x="324157" y="3444"/>
                </a:lnTo>
                <a:lnTo>
                  <a:pt x="298113" y="3282"/>
                </a:lnTo>
                <a:lnTo>
                  <a:pt x="275284" y="5223"/>
                </a:lnTo>
                <a:lnTo>
                  <a:pt x="235419" y="15214"/>
                </a:lnTo>
                <a:lnTo>
                  <a:pt x="216265" y="32386"/>
                </a:lnTo>
                <a:lnTo>
                  <a:pt x="210517" y="34553"/>
                </a:lnTo>
                <a:lnTo>
                  <a:pt x="203334" y="35119"/>
                </a:lnTo>
                <a:lnTo>
                  <a:pt x="190716" y="33590"/>
                </a:lnTo>
                <a:lnTo>
                  <a:pt x="188800" y="32658"/>
                </a:lnTo>
                <a:lnTo>
                  <a:pt x="188737" y="31025"/>
                </a:lnTo>
                <a:lnTo>
                  <a:pt x="188465" y="30218"/>
                </a:lnTo>
                <a:lnTo>
                  <a:pt x="148742" y="6737"/>
                </a:lnTo>
                <a:lnTo>
                  <a:pt x="107646" y="541"/>
                </a:lnTo>
                <a:lnTo>
                  <a:pt x="80280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" name="object 77" descr=""/>
          <p:cNvGrpSpPr/>
          <p:nvPr/>
        </p:nvGrpSpPr>
        <p:grpSpPr>
          <a:xfrm>
            <a:off x="5971545" y="2114152"/>
            <a:ext cx="355600" cy="135255"/>
            <a:chOff x="5971545" y="2114152"/>
            <a:chExt cx="355600" cy="135255"/>
          </a:xfrm>
        </p:grpSpPr>
        <p:pic>
          <p:nvPicPr>
            <p:cNvPr id="78" name="object 78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71545" y="2114984"/>
              <a:ext cx="111651" cy="134048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6071595" y="2114152"/>
              <a:ext cx="255904" cy="84455"/>
            </a:xfrm>
            <a:custGeom>
              <a:avLst/>
              <a:gdLst/>
              <a:ahLst/>
              <a:cxnLst/>
              <a:rect l="l" t="t" r="r" b="b"/>
              <a:pathLst>
                <a:path w="255904" h="84455">
                  <a:moveTo>
                    <a:pt x="188896" y="0"/>
                  </a:moveTo>
                  <a:lnTo>
                    <a:pt x="123479" y="2245"/>
                  </a:lnTo>
                  <a:lnTo>
                    <a:pt x="0" y="9544"/>
                  </a:lnTo>
                  <a:lnTo>
                    <a:pt x="2303" y="40433"/>
                  </a:lnTo>
                  <a:lnTo>
                    <a:pt x="35433" y="37363"/>
                  </a:lnTo>
                  <a:lnTo>
                    <a:pt x="108983" y="31432"/>
                  </a:lnTo>
                  <a:lnTo>
                    <a:pt x="184194" y="27556"/>
                  </a:lnTo>
                  <a:lnTo>
                    <a:pt x="222307" y="30653"/>
                  </a:lnTo>
                  <a:lnTo>
                    <a:pt x="227491" y="37665"/>
                  </a:lnTo>
                  <a:lnTo>
                    <a:pt x="230525" y="45561"/>
                  </a:lnTo>
                  <a:lnTo>
                    <a:pt x="232583" y="59343"/>
                  </a:lnTo>
                  <a:lnTo>
                    <a:pt x="234841" y="84013"/>
                  </a:lnTo>
                  <a:lnTo>
                    <a:pt x="255447" y="79939"/>
                  </a:lnTo>
                  <a:lnTo>
                    <a:pt x="244744" y="28322"/>
                  </a:lnTo>
                  <a:lnTo>
                    <a:pt x="218079" y="2977"/>
                  </a:lnTo>
                  <a:lnTo>
                    <a:pt x="188896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0" name="object 80" descr=""/>
          <p:cNvGrpSpPr/>
          <p:nvPr/>
        </p:nvGrpSpPr>
        <p:grpSpPr>
          <a:xfrm>
            <a:off x="5958858" y="2348035"/>
            <a:ext cx="495934" cy="164465"/>
            <a:chOff x="5958858" y="2348035"/>
            <a:chExt cx="495934" cy="164465"/>
          </a:xfrm>
        </p:grpSpPr>
        <p:sp>
          <p:nvSpPr>
            <p:cNvPr id="81" name="object 81" descr=""/>
            <p:cNvSpPr/>
            <p:nvPr/>
          </p:nvSpPr>
          <p:spPr>
            <a:xfrm>
              <a:off x="5958858" y="2372315"/>
              <a:ext cx="405130" cy="140335"/>
            </a:xfrm>
            <a:custGeom>
              <a:avLst/>
              <a:gdLst/>
              <a:ahLst/>
              <a:cxnLst/>
              <a:rect l="l" t="t" r="r" b="b"/>
              <a:pathLst>
                <a:path w="405129" h="140335">
                  <a:moveTo>
                    <a:pt x="80646" y="0"/>
                  </a:moveTo>
                  <a:lnTo>
                    <a:pt x="32742" y="1005"/>
                  </a:lnTo>
                  <a:lnTo>
                    <a:pt x="0" y="31297"/>
                  </a:lnTo>
                  <a:lnTo>
                    <a:pt x="13224" y="35789"/>
                  </a:lnTo>
                  <a:lnTo>
                    <a:pt x="13968" y="36417"/>
                  </a:lnTo>
                  <a:lnTo>
                    <a:pt x="20914" y="74518"/>
                  </a:lnTo>
                  <a:lnTo>
                    <a:pt x="37208" y="112712"/>
                  </a:lnTo>
                  <a:lnTo>
                    <a:pt x="73122" y="131074"/>
                  </a:lnTo>
                  <a:lnTo>
                    <a:pt x="105012" y="134571"/>
                  </a:lnTo>
                  <a:lnTo>
                    <a:pt x="112038" y="134090"/>
                  </a:lnTo>
                  <a:lnTo>
                    <a:pt x="149168" y="118919"/>
                  </a:lnTo>
                  <a:lnTo>
                    <a:pt x="183586" y="47621"/>
                  </a:lnTo>
                  <a:lnTo>
                    <a:pt x="186643" y="48867"/>
                  </a:lnTo>
                  <a:lnTo>
                    <a:pt x="195732" y="50270"/>
                  </a:lnTo>
                  <a:lnTo>
                    <a:pt x="208527" y="50783"/>
                  </a:lnTo>
                  <a:lnTo>
                    <a:pt x="214925" y="49914"/>
                  </a:lnTo>
                  <a:lnTo>
                    <a:pt x="220590" y="48019"/>
                  </a:lnTo>
                  <a:lnTo>
                    <a:pt x="232966" y="91316"/>
                  </a:lnTo>
                  <a:lnTo>
                    <a:pt x="265590" y="131034"/>
                  </a:lnTo>
                  <a:lnTo>
                    <a:pt x="302231" y="140079"/>
                  </a:lnTo>
                  <a:lnTo>
                    <a:pt x="314979" y="139733"/>
                  </a:lnTo>
                  <a:lnTo>
                    <a:pt x="357492" y="127510"/>
                  </a:lnTo>
                  <a:lnTo>
                    <a:pt x="382008" y="84602"/>
                  </a:lnTo>
                  <a:lnTo>
                    <a:pt x="390689" y="46951"/>
                  </a:lnTo>
                  <a:lnTo>
                    <a:pt x="391433" y="46354"/>
                  </a:lnTo>
                  <a:lnTo>
                    <a:pt x="404877" y="42606"/>
                  </a:lnTo>
                  <a:lnTo>
                    <a:pt x="404029" y="29904"/>
                  </a:lnTo>
                  <a:lnTo>
                    <a:pt x="403725" y="25695"/>
                  </a:lnTo>
                  <a:lnTo>
                    <a:pt x="324450" y="6753"/>
                  </a:lnTo>
                  <a:lnTo>
                    <a:pt x="298412" y="6234"/>
                  </a:lnTo>
                  <a:lnTo>
                    <a:pt x="275563" y="7867"/>
                  </a:lnTo>
                  <a:lnTo>
                    <a:pt x="235584" y="17317"/>
                  </a:lnTo>
                  <a:lnTo>
                    <a:pt x="216223" y="34218"/>
                  </a:lnTo>
                  <a:lnTo>
                    <a:pt x="210475" y="36323"/>
                  </a:lnTo>
                  <a:lnTo>
                    <a:pt x="203271" y="36773"/>
                  </a:lnTo>
                  <a:lnTo>
                    <a:pt x="190685" y="35087"/>
                  </a:lnTo>
                  <a:lnTo>
                    <a:pt x="188779" y="34135"/>
                  </a:lnTo>
                  <a:lnTo>
                    <a:pt x="188727" y="32512"/>
                  </a:lnTo>
                  <a:lnTo>
                    <a:pt x="188475" y="31695"/>
                  </a:lnTo>
                  <a:lnTo>
                    <a:pt x="149004" y="7666"/>
                  </a:lnTo>
                  <a:lnTo>
                    <a:pt x="108000" y="914"/>
                  </a:lnTo>
                  <a:lnTo>
                    <a:pt x="80646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6355861" y="2353240"/>
              <a:ext cx="98803" cy="63966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5971203" y="2348035"/>
              <a:ext cx="99060" cy="57785"/>
            </a:xfrm>
            <a:custGeom>
              <a:avLst/>
              <a:gdLst/>
              <a:ahLst/>
              <a:cxnLst/>
              <a:rect l="l" t="t" r="r" b="b"/>
              <a:pathLst>
                <a:path w="99060" h="57785">
                  <a:moveTo>
                    <a:pt x="79055" y="0"/>
                  </a:moveTo>
                  <a:lnTo>
                    <a:pt x="38423" y="15527"/>
                  </a:lnTo>
                  <a:lnTo>
                    <a:pt x="1424" y="34040"/>
                  </a:lnTo>
                  <a:lnTo>
                    <a:pt x="0" y="57537"/>
                  </a:lnTo>
                  <a:lnTo>
                    <a:pt x="61569" y="28992"/>
                  </a:lnTo>
                  <a:lnTo>
                    <a:pt x="75872" y="22156"/>
                  </a:lnTo>
                  <a:lnTo>
                    <a:pt x="81683" y="19046"/>
                  </a:lnTo>
                  <a:lnTo>
                    <a:pt x="95456" y="19046"/>
                  </a:lnTo>
                  <a:lnTo>
                    <a:pt x="94011" y="14371"/>
                  </a:lnTo>
                  <a:lnTo>
                    <a:pt x="88007" y="3852"/>
                  </a:lnTo>
                  <a:lnTo>
                    <a:pt x="79055" y="0"/>
                  </a:lnTo>
                  <a:close/>
                </a:path>
                <a:path w="99060" h="57785">
                  <a:moveTo>
                    <a:pt x="95456" y="19046"/>
                  </a:moveTo>
                  <a:lnTo>
                    <a:pt x="81683" y="19046"/>
                  </a:lnTo>
                  <a:lnTo>
                    <a:pt x="83484" y="38093"/>
                  </a:lnTo>
                  <a:lnTo>
                    <a:pt x="98436" y="30313"/>
                  </a:lnTo>
                  <a:lnTo>
                    <a:pt x="97382" y="25282"/>
                  </a:lnTo>
                  <a:lnTo>
                    <a:pt x="95456" y="19046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 descr=""/>
          <p:cNvSpPr/>
          <p:nvPr/>
        </p:nvSpPr>
        <p:spPr>
          <a:xfrm>
            <a:off x="5314524" y="1873745"/>
            <a:ext cx="403860" cy="137160"/>
          </a:xfrm>
          <a:custGeom>
            <a:avLst/>
            <a:gdLst/>
            <a:ahLst/>
            <a:cxnLst/>
            <a:rect l="l" t="t" r="r" b="b"/>
            <a:pathLst>
              <a:path w="403860" h="137160">
                <a:moveTo>
                  <a:pt x="235664" y="46050"/>
                </a:moveTo>
                <a:lnTo>
                  <a:pt x="220077" y="46050"/>
                </a:lnTo>
                <a:lnTo>
                  <a:pt x="221993" y="52131"/>
                </a:lnTo>
                <a:lnTo>
                  <a:pt x="224022" y="58813"/>
                </a:lnTo>
                <a:lnTo>
                  <a:pt x="230475" y="80720"/>
                </a:lnTo>
                <a:lnTo>
                  <a:pt x="232894" y="89044"/>
                </a:lnTo>
                <a:lnTo>
                  <a:pt x="234726" y="94635"/>
                </a:lnTo>
                <a:lnTo>
                  <a:pt x="265884" y="128221"/>
                </a:lnTo>
                <a:lnTo>
                  <a:pt x="302504" y="136728"/>
                </a:lnTo>
                <a:lnTo>
                  <a:pt x="315224" y="136219"/>
                </a:lnTo>
                <a:lnTo>
                  <a:pt x="357481" y="123458"/>
                </a:lnTo>
                <a:lnTo>
                  <a:pt x="358736" y="122332"/>
                </a:lnTo>
                <a:lnTo>
                  <a:pt x="300247" y="122332"/>
                </a:lnTo>
                <a:lnTo>
                  <a:pt x="285772" y="120352"/>
                </a:lnTo>
                <a:lnTo>
                  <a:pt x="248967" y="90395"/>
                </a:lnTo>
                <a:lnTo>
                  <a:pt x="238262" y="54589"/>
                </a:lnTo>
                <a:lnTo>
                  <a:pt x="235664" y="46050"/>
                </a:lnTo>
                <a:close/>
              </a:path>
              <a:path w="403860" h="137160">
                <a:moveTo>
                  <a:pt x="81328" y="0"/>
                </a:moveTo>
                <a:lnTo>
                  <a:pt x="32272" y="1675"/>
                </a:lnTo>
                <a:lnTo>
                  <a:pt x="116" y="30585"/>
                </a:lnTo>
                <a:lnTo>
                  <a:pt x="0" y="32344"/>
                </a:lnTo>
                <a:lnTo>
                  <a:pt x="8157" y="35098"/>
                </a:lnTo>
                <a:lnTo>
                  <a:pt x="13204" y="36637"/>
                </a:lnTo>
                <a:lnTo>
                  <a:pt x="13916" y="37255"/>
                </a:lnTo>
                <a:lnTo>
                  <a:pt x="14502" y="39873"/>
                </a:lnTo>
                <a:lnTo>
                  <a:pt x="18356" y="61215"/>
                </a:lnTo>
                <a:lnTo>
                  <a:pt x="21257" y="75149"/>
                </a:lnTo>
                <a:lnTo>
                  <a:pt x="24357" y="86837"/>
                </a:lnTo>
                <a:lnTo>
                  <a:pt x="27719" y="95159"/>
                </a:lnTo>
                <a:lnTo>
                  <a:pt x="28732" y="96960"/>
                </a:lnTo>
                <a:lnTo>
                  <a:pt x="29633" y="98771"/>
                </a:lnTo>
                <a:lnTo>
                  <a:pt x="62865" y="127859"/>
                </a:lnTo>
                <a:lnTo>
                  <a:pt x="105809" y="133901"/>
                </a:lnTo>
                <a:lnTo>
                  <a:pt x="112772" y="133325"/>
                </a:lnTo>
                <a:lnTo>
                  <a:pt x="119347" y="131880"/>
                </a:lnTo>
                <a:lnTo>
                  <a:pt x="135643" y="126336"/>
                </a:lnTo>
                <a:lnTo>
                  <a:pt x="146772" y="119474"/>
                </a:lnTo>
                <a:lnTo>
                  <a:pt x="101434" y="119474"/>
                </a:lnTo>
                <a:lnTo>
                  <a:pt x="86253" y="118493"/>
                </a:lnTo>
                <a:lnTo>
                  <a:pt x="71847" y="115565"/>
                </a:lnTo>
                <a:lnTo>
                  <a:pt x="59653" y="111284"/>
                </a:lnTo>
                <a:lnTo>
                  <a:pt x="49999" y="106949"/>
                </a:lnTo>
                <a:lnTo>
                  <a:pt x="43098" y="92667"/>
                </a:lnTo>
                <a:lnTo>
                  <a:pt x="41969" y="90395"/>
                </a:lnTo>
                <a:lnTo>
                  <a:pt x="29162" y="37255"/>
                </a:lnTo>
                <a:lnTo>
                  <a:pt x="26994" y="27381"/>
                </a:lnTo>
                <a:lnTo>
                  <a:pt x="20366" y="24062"/>
                </a:lnTo>
                <a:lnTo>
                  <a:pt x="15968" y="22501"/>
                </a:lnTo>
                <a:lnTo>
                  <a:pt x="16052" y="20983"/>
                </a:lnTo>
                <a:lnTo>
                  <a:pt x="81799" y="14324"/>
                </a:lnTo>
                <a:lnTo>
                  <a:pt x="169588" y="14324"/>
                </a:lnTo>
                <a:lnTo>
                  <a:pt x="160854" y="10355"/>
                </a:lnTo>
                <a:lnTo>
                  <a:pt x="148257" y="6771"/>
                </a:lnTo>
                <a:lnTo>
                  <a:pt x="130004" y="3179"/>
                </a:lnTo>
                <a:lnTo>
                  <a:pt x="107294" y="585"/>
                </a:lnTo>
                <a:lnTo>
                  <a:pt x="81328" y="0"/>
                </a:lnTo>
                <a:close/>
              </a:path>
              <a:path w="403860" h="137160">
                <a:moveTo>
                  <a:pt x="401687" y="17626"/>
                </a:moveTo>
                <a:lnTo>
                  <a:pt x="298057" y="17626"/>
                </a:lnTo>
                <a:lnTo>
                  <a:pt x="322367" y="17800"/>
                </a:lnTo>
                <a:lnTo>
                  <a:pt x="360364" y="20083"/>
                </a:lnTo>
                <a:lnTo>
                  <a:pt x="387999" y="27863"/>
                </a:lnTo>
                <a:lnTo>
                  <a:pt x="383559" y="29308"/>
                </a:lnTo>
                <a:lnTo>
                  <a:pt x="376858" y="32428"/>
                </a:lnTo>
                <a:lnTo>
                  <a:pt x="374460" y="42239"/>
                </a:lnTo>
                <a:lnTo>
                  <a:pt x="370947" y="59485"/>
                </a:lnTo>
                <a:lnTo>
                  <a:pt x="368017" y="72565"/>
                </a:lnTo>
                <a:lnTo>
                  <a:pt x="364758" y="84809"/>
                </a:lnTo>
                <a:lnTo>
                  <a:pt x="361581" y="92981"/>
                </a:lnTo>
                <a:lnTo>
                  <a:pt x="360272" y="95159"/>
                </a:lnTo>
                <a:lnTo>
                  <a:pt x="357715" y="100155"/>
                </a:lnTo>
                <a:lnTo>
                  <a:pt x="315450" y="121793"/>
                </a:lnTo>
                <a:lnTo>
                  <a:pt x="300247" y="122332"/>
                </a:lnTo>
                <a:lnTo>
                  <a:pt x="358736" y="122332"/>
                </a:lnTo>
                <a:lnTo>
                  <a:pt x="363895" y="117696"/>
                </a:lnTo>
                <a:lnTo>
                  <a:pt x="368267" y="111656"/>
                </a:lnTo>
                <a:lnTo>
                  <a:pt x="371549" y="105630"/>
                </a:lnTo>
                <a:lnTo>
                  <a:pt x="373465" y="101923"/>
                </a:lnTo>
                <a:lnTo>
                  <a:pt x="374544" y="100122"/>
                </a:lnTo>
                <a:lnTo>
                  <a:pt x="378074" y="91945"/>
                </a:lnTo>
                <a:lnTo>
                  <a:pt x="381448" y="80349"/>
                </a:lnTo>
                <a:lnTo>
                  <a:pt x="384679" y="66501"/>
                </a:lnTo>
                <a:lnTo>
                  <a:pt x="389057" y="45286"/>
                </a:lnTo>
                <a:lnTo>
                  <a:pt x="389685" y="42679"/>
                </a:lnTo>
                <a:lnTo>
                  <a:pt x="390449" y="42082"/>
                </a:lnTo>
                <a:lnTo>
                  <a:pt x="395957" y="40543"/>
                </a:lnTo>
                <a:lnTo>
                  <a:pt x="403789" y="38166"/>
                </a:lnTo>
                <a:lnTo>
                  <a:pt x="402470" y="21308"/>
                </a:lnTo>
                <a:lnTo>
                  <a:pt x="401687" y="17626"/>
                </a:lnTo>
                <a:close/>
              </a:path>
              <a:path w="403860" h="137160">
                <a:moveTo>
                  <a:pt x="169588" y="14324"/>
                </a:moveTo>
                <a:lnTo>
                  <a:pt x="81799" y="14324"/>
                </a:lnTo>
                <a:lnTo>
                  <a:pt x="106100" y="14848"/>
                </a:lnTo>
                <a:lnTo>
                  <a:pt x="127266" y="17228"/>
                </a:lnTo>
                <a:lnTo>
                  <a:pt x="168697" y="30606"/>
                </a:lnTo>
                <a:lnTo>
                  <a:pt x="172016" y="33475"/>
                </a:lnTo>
                <a:lnTo>
                  <a:pt x="170103" y="38477"/>
                </a:lnTo>
                <a:lnTo>
                  <a:pt x="167354" y="46460"/>
                </a:lnTo>
                <a:lnTo>
                  <a:pt x="164589" y="54845"/>
                </a:lnTo>
                <a:lnTo>
                  <a:pt x="160697" y="66908"/>
                </a:lnTo>
                <a:lnTo>
                  <a:pt x="155336" y="83672"/>
                </a:lnTo>
                <a:lnTo>
                  <a:pt x="153439" y="89044"/>
                </a:lnTo>
                <a:lnTo>
                  <a:pt x="115955" y="117912"/>
                </a:lnTo>
                <a:lnTo>
                  <a:pt x="101434" y="119474"/>
                </a:lnTo>
                <a:lnTo>
                  <a:pt x="146772" y="119474"/>
                </a:lnTo>
                <a:lnTo>
                  <a:pt x="169545" y="88122"/>
                </a:lnTo>
                <a:lnTo>
                  <a:pt x="176927" y="65069"/>
                </a:lnTo>
                <a:lnTo>
                  <a:pt x="179034" y="58546"/>
                </a:lnTo>
                <a:lnTo>
                  <a:pt x="181161" y="52077"/>
                </a:lnTo>
                <a:lnTo>
                  <a:pt x="183167" y="46134"/>
                </a:lnTo>
                <a:lnTo>
                  <a:pt x="219837" y="46134"/>
                </a:lnTo>
                <a:lnTo>
                  <a:pt x="220077" y="46050"/>
                </a:lnTo>
                <a:lnTo>
                  <a:pt x="235664" y="46050"/>
                </a:lnTo>
                <a:lnTo>
                  <a:pt x="233527" y="39387"/>
                </a:lnTo>
                <a:lnTo>
                  <a:pt x="231992" y="35066"/>
                </a:lnTo>
                <a:lnTo>
                  <a:pt x="202706" y="35066"/>
                </a:lnTo>
                <a:lnTo>
                  <a:pt x="190131" y="33538"/>
                </a:lnTo>
                <a:lnTo>
                  <a:pt x="188214" y="32616"/>
                </a:lnTo>
                <a:lnTo>
                  <a:pt x="188131" y="30993"/>
                </a:lnTo>
                <a:lnTo>
                  <a:pt x="187890" y="30187"/>
                </a:lnTo>
                <a:lnTo>
                  <a:pt x="184478" y="25255"/>
                </a:lnTo>
                <a:lnTo>
                  <a:pt x="177874" y="19600"/>
                </a:lnTo>
                <a:lnTo>
                  <a:pt x="169588" y="14324"/>
                </a:lnTo>
                <a:close/>
              </a:path>
              <a:path w="403860" h="137160">
                <a:moveTo>
                  <a:pt x="219837" y="46134"/>
                </a:moveTo>
                <a:lnTo>
                  <a:pt x="183167" y="46134"/>
                </a:lnTo>
                <a:lnTo>
                  <a:pt x="186256" y="47338"/>
                </a:lnTo>
                <a:lnTo>
                  <a:pt x="189471" y="47904"/>
                </a:lnTo>
                <a:lnTo>
                  <a:pt x="195314" y="48626"/>
                </a:lnTo>
                <a:lnTo>
                  <a:pt x="198204" y="48815"/>
                </a:lnTo>
                <a:lnTo>
                  <a:pt x="208088" y="48961"/>
                </a:lnTo>
                <a:lnTo>
                  <a:pt x="214454" y="48009"/>
                </a:lnTo>
                <a:lnTo>
                  <a:pt x="219837" y="46134"/>
                </a:lnTo>
                <a:close/>
              </a:path>
              <a:path w="403860" h="137160">
                <a:moveTo>
                  <a:pt x="297227" y="3322"/>
                </a:moveTo>
                <a:lnTo>
                  <a:pt x="256121" y="8322"/>
                </a:lnTo>
                <a:lnTo>
                  <a:pt x="219471" y="25768"/>
                </a:lnTo>
                <a:lnTo>
                  <a:pt x="215585" y="32344"/>
                </a:lnTo>
                <a:lnTo>
                  <a:pt x="209879" y="34501"/>
                </a:lnTo>
                <a:lnTo>
                  <a:pt x="202706" y="35066"/>
                </a:lnTo>
                <a:lnTo>
                  <a:pt x="231992" y="35066"/>
                </a:lnTo>
                <a:lnTo>
                  <a:pt x="231731" y="34334"/>
                </a:lnTo>
                <a:lnTo>
                  <a:pt x="235114" y="31548"/>
                </a:lnTo>
                <a:lnTo>
                  <a:pt x="276845" y="19396"/>
                </a:lnTo>
                <a:lnTo>
                  <a:pt x="298057" y="17626"/>
                </a:lnTo>
                <a:lnTo>
                  <a:pt x="401687" y="17626"/>
                </a:lnTo>
                <a:lnTo>
                  <a:pt x="401559" y="17025"/>
                </a:lnTo>
                <a:lnTo>
                  <a:pt x="323205" y="3486"/>
                </a:lnTo>
                <a:lnTo>
                  <a:pt x="297227" y="3322"/>
                </a:lnTo>
                <a:close/>
              </a:path>
            </a:pathLst>
          </a:custGeom>
          <a:solidFill>
            <a:srgbClr val="2D363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5" name="object 85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330090" y="2128472"/>
            <a:ext cx="351839" cy="133501"/>
          </a:xfrm>
          <a:prstGeom prst="rect">
            <a:avLst/>
          </a:prstGeom>
        </p:spPr>
      </p:pic>
      <p:sp>
        <p:nvSpPr>
          <p:cNvPr id="86" name="object 86" descr=""/>
          <p:cNvSpPr/>
          <p:nvPr/>
        </p:nvSpPr>
        <p:spPr>
          <a:xfrm>
            <a:off x="5317528" y="2359958"/>
            <a:ext cx="490855" cy="163195"/>
          </a:xfrm>
          <a:custGeom>
            <a:avLst/>
            <a:gdLst/>
            <a:ahLst/>
            <a:cxnLst/>
            <a:rect l="l" t="t" r="r" b="b"/>
            <a:pathLst>
              <a:path w="490854" h="163194">
                <a:moveTo>
                  <a:pt x="490740" y="35153"/>
                </a:moveTo>
                <a:lnTo>
                  <a:pt x="489699" y="30175"/>
                </a:lnTo>
                <a:lnTo>
                  <a:pt x="487794" y="24015"/>
                </a:lnTo>
                <a:lnTo>
                  <a:pt x="486371" y="19380"/>
                </a:lnTo>
                <a:lnTo>
                  <a:pt x="480428" y="8966"/>
                </a:lnTo>
                <a:lnTo>
                  <a:pt x="471576" y="5156"/>
                </a:lnTo>
                <a:lnTo>
                  <a:pt x="462572" y="6845"/>
                </a:lnTo>
                <a:lnTo>
                  <a:pt x="451561" y="10922"/>
                </a:lnTo>
                <a:lnTo>
                  <a:pt x="431355" y="20523"/>
                </a:lnTo>
                <a:lnTo>
                  <a:pt x="394741" y="38836"/>
                </a:lnTo>
                <a:lnTo>
                  <a:pt x="394716" y="39128"/>
                </a:lnTo>
                <a:lnTo>
                  <a:pt x="391541" y="37515"/>
                </a:lnTo>
                <a:lnTo>
                  <a:pt x="385178" y="36296"/>
                </a:lnTo>
                <a:lnTo>
                  <a:pt x="385178" y="55791"/>
                </a:lnTo>
                <a:lnTo>
                  <a:pt x="380771" y="57150"/>
                </a:lnTo>
                <a:lnTo>
                  <a:pt x="374065" y="60172"/>
                </a:lnTo>
                <a:lnTo>
                  <a:pt x="371576" y="69926"/>
                </a:lnTo>
                <a:lnTo>
                  <a:pt x="367893" y="86931"/>
                </a:lnTo>
                <a:lnTo>
                  <a:pt x="364845" y="99872"/>
                </a:lnTo>
                <a:lnTo>
                  <a:pt x="361480" y="111988"/>
                </a:lnTo>
                <a:lnTo>
                  <a:pt x="358228" y="120053"/>
                </a:lnTo>
                <a:lnTo>
                  <a:pt x="356920" y="122199"/>
                </a:lnTo>
                <a:lnTo>
                  <a:pt x="355841" y="124244"/>
                </a:lnTo>
                <a:lnTo>
                  <a:pt x="312127" y="148031"/>
                </a:lnTo>
                <a:lnTo>
                  <a:pt x="297027" y="148374"/>
                </a:lnTo>
                <a:lnTo>
                  <a:pt x="282676" y="146215"/>
                </a:lnTo>
                <a:lnTo>
                  <a:pt x="246494" y="115989"/>
                </a:lnTo>
                <a:lnTo>
                  <a:pt x="240080" y="93738"/>
                </a:lnTo>
                <a:lnTo>
                  <a:pt x="236651" y="81610"/>
                </a:lnTo>
                <a:lnTo>
                  <a:pt x="233718" y="71577"/>
                </a:lnTo>
                <a:lnTo>
                  <a:pt x="233591" y="71170"/>
                </a:lnTo>
                <a:lnTo>
                  <a:pt x="231749" y="65151"/>
                </a:lnTo>
                <a:lnTo>
                  <a:pt x="230149" y="60452"/>
                </a:lnTo>
                <a:lnTo>
                  <a:pt x="230200" y="59994"/>
                </a:lnTo>
                <a:lnTo>
                  <a:pt x="233514" y="57327"/>
                </a:lnTo>
                <a:lnTo>
                  <a:pt x="274955" y="45885"/>
                </a:lnTo>
                <a:lnTo>
                  <a:pt x="296037" y="44424"/>
                </a:lnTo>
                <a:lnTo>
                  <a:pt x="320167" y="44919"/>
                </a:lnTo>
                <a:lnTo>
                  <a:pt x="373735" y="49136"/>
                </a:lnTo>
                <a:lnTo>
                  <a:pt x="385178" y="55791"/>
                </a:lnTo>
                <a:lnTo>
                  <a:pt x="385178" y="36296"/>
                </a:lnTo>
                <a:lnTo>
                  <a:pt x="321119" y="30721"/>
                </a:lnTo>
                <a:lnTo>
                  <a:pt x="295351" y="30213"/>
                </a:lnTo>
                <a:lnTo>
                  <a:pt x="272745" y="31826"/>
                </a:lnTo>
                <a:lnTo>
                  <a:pt x="233159" y="41186"/>
                </a:lnTo>
                <a:lnTo>
                  <a:pt x="214007" y="57912"/>
                </a:lnTo>
                <a:lnTo>
                  <a:pt x="208318" y="59994"/>
                </a:lnTo>
                <a:lnTo>
                  <a:pt x="201168" y="60452"/>
                </a:lnTo>
                <a:lnTo>
                  <a:pt x="188734" y="58775"/>
                </a:lnTo>
                <a:lnTo>
                  <a:pt x="186855" y="57835"/>
                </a:lnTo>
                <a:lnTo>
                  <a:pt x="186778" y="56184"/>
                </a:lnTo>
                <a:lnTo>
                  <a:pt x="186537" y="55410"/>
                </a:lnTo>
                <a:lnTo>
                  <a:pt x="183210" y="50469"/>
                </a:lnTo>
                <a:lnTo>
                  <a:pt x="176720" y="44767"/>
                </a:lnTo>
                <a:lnTo>
                  <a:pt x="170751" y="40855"/>
                </a:lnTo>
                <a:lnTo>
                  <a:pt x="170751" y="58458"/>
                </a:lnTo>
                <a:lnTo>
                  <a:pt x="168808" y="63398"/>
                </a:lnTo>
                <a:lnTo>
                  <a:pt x="166255" y="70510"/>
                </a:lnTo>
                <a:lnTo>
                  <a:pt x="163144" y="79565"/>
                </a:lnTo>
                <a:lnTo>
                  <a:pt x="153644" y="108064"/>
                </a:lnTo>
                <a:lnTo>
                  <a:pt x="151714" y="113372"/>
                </a:lnTo>
                <a:lnTo>
                  <a:pt x="114185" y="141516"/>
                </a:lnTo>
                <a:lnTo>
                  <a:pt x="99758" y="142862"/>
                </a:lnTo>
                <a:lnTo>
                  <a:pt x="84709" y="141681"/>
                </a:lnTo>
                <a:lnTo>
                  <a:pt x="70446" y="138582"/>
                </a:lnTo>
                <a:lnTo>
                  <a:pt x="58394" y="134175"/>
                </a:lnTo>
                <a:lnTo>
                  <a:pt x="48856" y="129730"/>
                </a:lnTo>
                <a:lnTo>
                  <a:pt x="41135" y="113334"/>
                </a:lnTo>
                <a:lnTo>
                  <a:pt x="39954" y="111150"/>
                </a:lnTo>
                <a:lnTo>
                  <a:pt x="37084" y="102920"/>
                </a:lnTo>
                <a:lnTo>
                  <a:pt x="34277" y="90639"/>
                </a:lnTo>
                <a:lnTo>
                  <a:pt x="31737" y="77050"/>
                </a:lnTo>
                <a:lnTo>
                  <a:pt x="28867" y="59994"/>
                </a:lnTo>
                <a:lnTo>
                  <a:pt x="26898" y="50469"/>
                </a:lnTo>
                <a:lnTo>
                  <a:pt x="26568" y="50304"/>
                </a:lnTo>
                <a:lnTo>
                  <a:pt x="51422" y="38773"/>
                </a:lnTo>
                <a:lnTo>
                  <a:pt x="80124" y="38252"/>
                </a:lnTo>
                <a:lnTo>
                  <a:pt x="81432" y="38252"/>
                </a:lnTo>
                <a:lnTo>
                  <a:pt x="126530" y="41732"/>
                </a:lnTo>
                <a:lnTo>
                  <a:pt x="167500" y="55562"/>
                </a:lnTo>
                <a:lnTo>
                  <a:pt x="170751" y="58458"/>
                </a:lnTo>
                <a:lnTo>
                  <a:pt x="170751" y="40855"/>
                </a:lnTo>
                <a:lnTo>
                  <a:pt x="168490" y="39370"/>
                </a:lnTo>
                <a:lnTo>
                  <a:pt x="166103" y="38252"/>
                </a:lnTo>
                <a:lnTo>
                  <a:pt x="159931" y="35356"/>
                </a:lnTo>
                <a:lnTo>
                  <a:pt x="147472" y="31635"/>
                </a:lnTo>
                <a:lnTo>
                  <a:pt x="129387" y="27825"/>
                </a:lnTo>
                <a:lnTo>
                  <a:pt x="108610" y="25184"/>
                </a:lnTo>
                <a:lnTo>
                  <a:pt x="108585" y="25031"/>
                </a:lnTo>
                <a:lnTo>
                  <a:pt x="106680" y="18859"/>
                </a:lnTo>
                <a:lnTo>
                  <a:pt x="105244" y="14236"/>
                </a:lnTo>
                <a:lnTo>
                  <a:pt x="99314" y="3822"/>
                </a:lnTo>
                <a:lnTo>
                  <a:pt x="93586" y="1346"/>
                </a:lnTo>
                <a:lnTo>
                  <a:pt x="93586" y="24485"/>
                </a:lnTo>
                <a:lnTo>
                  <a:pt x="82816" y="24091"/>
                </a:lnTo>
                <a:lnTo>
                  <a:pt x="87312" y="21945"/>
                </a:lnTo>
                <a:lnTo>
                  <a:pt x="93052" y="18859"/>
                </a:lnTo>
                <a:lnTo>
                  <a:pt x="93586" y="24485"/>
                </a:lnTo>
                <a:lnTo>
                  <a:pt x="93586" y="1346"/>
                </a:lnTo>
                <a:lnTo>
                  <a:pt x="90474" y="0"/>
                </a:lnTo>
                <a:lnTo>
                  <a:pt x="81457" y="1689"/>
                </a:lnTo>
                <a:lnTo>
                  <a:pt x="70446" y="5765"/>
                </a:lnTo>
                <a:lnTo>
                  <a:pt x="50241" y="15379"/>
                </a:lnTo>
                <a:lnTo>
                  <a:pt x="30772" y="25120"/>
                </a:lnTo>
                <a:lnTo>
                  <a:pt x="18973" y="25730"/>
                </a:lnTo>
                <a:lnTo>
                  <a:pt x="0" y="55016"/>
                </a:lnTo>
                <a:lnTo>
                  <a:pt x="8597" y="58026"/>
                </a:lnTo>
                <a:lnTo>
                  <a:pt x="13093" y="59461"/>
                </a:lnTo>
                <a:lnTo>
                  <a:pt x="13817" y="60083"/>
                </a:lnTo>
                <a:lnTo>
                  <a:pt x="14363" y="62712"/>
                </a:lnTo>
                <a:lnTo>
                  <a:pt x="16878" y="77647"/>
                </a:lnTo>
                <a:lnTo>
                  <a:pt x="18021" y="84302"/>
                </a:lnTo>
                <a:lnTo>
                  <a:pt x="20688" y="97802"/>
                </a:lnTo>
                <a:lnTo>
                  <a:pt x="23634" y="109448"/>
                </a:lnTo>
                <a:lnTo>
                  <a:pt x="26847" y="117703"/>
                </a:lnTo>
                <a:lnTo>
                  <a:pt x="27863" y="119545"/>
                </a:lnTo>
                <a:lnTo>
                  <a:pt x="29603" y="123291"/>
                </a:lnTo>
                <a:lnTo>
                  <a:pt x="61379" y="150672"/>
                </a:lnTo>
                <a:lnTo>
                  <a:pt x="103936" y="157238"/>
                </a:lnTo>
                <a:lnTo>
                  <a:pt x="110871" y="156756"/>
                </a:lnTo>
                <a:lnTo>
                  <a:pt x="117398" y="155422"/>
                </a:lnTo>
                <a:lnTo>
                  <a:pt x="133642" y="150126"/>
                </a:lnTo>
                <a:lnTo>
                  <a:pt x="145770" y="142862"/>
                </a:lnTo>
                <a:lnTo>
                  <a:pt x="147637" y="141744"/>
                </a:lnTo>
                <a:lnTo>
                  <a:pt x="158597" y="130873"/>
                </a:lnTo>
                <a:lnTo>
                  <a:pt x="165709" y="118135"/>
                </a:lnTo>
                <a:lnTo>
                  <a:pt x="167690" y="112674"/>
                </a:lnTo>
                <a:lnTo>
                  <a:pt x="177444" y="83439"/>
                </a:lnTo>
                <a:lnTo>
                  <a:pt x="179628" y="77050"/>
                </a:lnTo>
                <a:lnTo>
                  <a:pt x="181686" y="71170"/>
                </a:lnTo>
                <a:lnTo>
                  <a:pt x="184746" y="72402"/>
                </a:lnTo>
                <a:lnTo>
                  <a:pt x="187909" y="73012"/>
                </a:lnTo>
                <a:lnTo>
                  <a:pt x="193713" y="73799"/>
                </a:lnTo>
                <a:lnTo>
                  <a:pt x="196583" y="74041"/>
                </a:lnTo>
                <a:lnTo>
                  <a:pt x="206387" y="74307"/>
                </a:lnTo>
                <a:lnTo>
                  <a:pt x="212725" y="73444"/>
                </a:lnTo>
                <a:lnTo>
                  <a:pt x="218325" y="71577"/>
                </a:lnTo>
                <a:lnTo>
                  <a:pt x="220154" y="77647"/>
                </a:lnTo>
                <a:lnTo>
                  <a:pt x="222084" y="84302"/>
                </a:lnTo>
                <a:lnTo>
                  <a:pt x="230568" y="114427"/>
                </a:lnTo>
                <a:lnTo>
                  <a:pt x="232346" y="120053"/>
                </a:lnTo>
                <a:lnTo>
                  <a:pt x="262877" y="153746"/>
                </a:lnTo>
                <a:lnTo>
                  <a:pt x="299123" y="162687"/>
                </a:lnTo>
                <a:lnTo>
                  <a:pt x="311759" y="162344"/>
                </a:lnTo>
                <a:lnTo>
                  <a:pt x="353822" y="150241"/>
                </a:lnTo>
                <a:lnTo>
                  <a:pt x="369925" y="129095"/>
                </a:lnTo>
                <a:lnTo>
                  <a:pt x="371005" y="127304"/>
                </a:lnTo>
                <a:lnTo>
                  <a:pt x="374611" y="119240"/>
                </a:lnTo>
                <a:lnTo>
                  <a:pt x="378091" y="107784"/>
                </a:lnTo>
                <a:lnTo>
                  <a:pt x="381533" y="93738"/>
                </a:lnTo>
                <a:lnTo>
                  <a:pt x="386067" y="73012"/>
                </a:lnTo>
                <a:lnTo>
                  <a:pt x="386689" y="70510"/>
                </a:lnTo>
                <a:lnTo>
                  <a:pt x="387451" y="69926"/>
                </a:lnTo>
                <a:lnTo>
                  <a:pt x="391985" y="68745"/>
                </a:lnTo>
                <a:lnTo>
                  <a:pt x="392912" y="68478"/>
                </a:lnTo>
                <a:lnTo>
                  <a:pt x="400710" y="66205"/>
                </a:lnTo>
                <a:lnTo>
                  <a:pt x="400570" y="64274"/>
                </a:lnTo>
                <a:lnTo>
                  <a:pt x="468414" y="27076"/>
                </a:lnTo>
                <a:lnTo>
                  <a:pt x="474167" y="24015"/>
                </a:lnTo>
                <a:lnTo>
                  <a:pt x="475957" y="42862"/>
                </a:lnTo>
                <a:lnTo>
                  <a:pt x="490740" y="35153"/>
                </a:lnTo>
                <a:close/>
              </a:path>
            </a:pathLst>
          </a:custGeom>
          <a:solidFill>
            <a:srgbClr val="2D363A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7" name="object 87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573727" y="1853747"/>
            <a:ext cx="382229" cy="137951"/>
          </a:xfrm>
          <a:prstGeom prst="rect">
            <a:avLst/>
          </a:prstGeom>
        </p:spPr>
      </p:pic>
      <p:pic>
        <p:nvPicPr>
          <p:cNvPr id="88" name="object 88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592265" y="2096137"/>
            <a:ext cx="330241" cy="155417"/>
          </a:xfrm>
          <a:prstGeom prst="rect">
            <a:avLst/>
          </a:prstGeom>
        </p:spPr>
      </p:pic>
      <p:pic>
        <p:nvPicPr>
          <p:cNvPr id="89" name="object 89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579809" y="2367804"/>
            <a:ext cx="471063" cy="149961"/>
          </a:xfrm>
          <a:prstGeom prst="rect">
            <a:avLst/>
          </a:prstGeom>
        </p:spPr>
      </p:pic>
      <p:pic>
        <p:nvPicPr>
          <p:cNvPr id="90" name="object 90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189467" y="1861948"/>
            <a:ext cx="417722" cy="122041"/>
          </a:xfrm>
          <a:prstGeom prst="rect">
            <a:avLst/>
          </a:prstGeom>
        </p:spPr>
      </p:pic>
      <p:grpSp>
        <p:nvGrpSpPr>
          <p:cNvPr id="91" name="object 91" descr=""/>
          <p:cNvGrpSpPr/>
          <p:nvPr/>
        </p:nvGrpSpPr>
        <p:grpSpPr>
          <a:xfrm>
            <a:off x="7190678" y="2123883"/>
            <a:ext cx="367665" cy="132080"/>
            <a:chOff x="7190678" y="2123883"/>
            <a:chExt cx="367665" cy="132080"/>
          </a:xfrm>
        </p:grpSpPr>
        <p:pic>
          <p:nvPicPr>
            <p:cNvPr id="92" name="object 9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190678" y="2123883"/>
              <a:ext cx="90854" cy="131998"/>
            </a:xfrm>
            <a:prstGeom prst="rect">
              <a:avLst/>
            </a:prstGeom>
          </p:spPr>
        </p:pic>
        <p:sp>
          <p:nvSpPr>
            <p:cNvPr id="93" name="object 93" descr=""/>
            <p:cNvSpPr/>
            <p:nvPr/>
          </p:nvSpPr>
          <p:spPr>
            <a:xfrm>
              <a:off x="7273669" y="2153372"/>
              <a:ext cx="284480" cy="93980"/>
            </a:xfrm>
            <a:custGeom>
              <a:avLst/>
              <a:gdLst/>
              <a:ahLst/>
              <a:cxnLst/>
              <a:rect l="l" t="t" r="r" b="b"/>
              <a:pathLst>
                <a:path w="284479" h="93980">
                  <a:moveTo>
                    <a:pt x="210136" y="0"/>
                  </a:moveTo>
                  <a:lnTo>
                    <a:pt x="137364" y="2497"/>
                  </a:lnTo>
                  <a:lnTo>
                    <a:pt x="0" y="10617"/>
                  </a:lnTo>
                  <a:lnTo>
                    <a:pt x="2575" y="44982"/>
                  </a:lnTo>
                  <a:lnTo>
                    <a:pt x="39427" y="41566"/>
                  </a:lnTo>
                  <a:lnTo>
                    <a:pt x="121241" y="34966"/>
                  </a:lnTo>
                  <a:lnTo>
                    <a:pt x="204906" y="30657"/>
                  </a:lnTo>
                  <a:lnTo>
                    <a:pt x="247311" y="34114"/>
                  </a:lnTo>
                  <a:lnTo>
                    <a:pt x="253077" y="41908"/>
                  </a:lnTo>
                  <a:lnTo>
                    <a:pt x="256451" y="50688"/>
                  </a:lnTo>
                  <a:lnTo>
                    <a:pt x="258739" y="66015"/>
                  </a:lnTo>
                  <a:lnTo>
                    <a:pt x="261248" y="93452"/>
                  </a:lnTo>
                  <a:lnTo>
                    <a:pt x="284148" y="88929"/>
                  </a:lnTo>
                  <a:lnTo>
                    <a:pt x="272256" y="31511"/>
                  </a:lnTo>
                  <a:lnTo>
                    <a:pt x="242599" y="3314"/>
                  </a:lnTo>
                  <a:lnTo>
                    <a:pt x="210136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4" name="object 94" descr=""/>
          <p:cNvSpPr/>
          <p:nvPr/>
        </p:nvSpPr>
        <p:spPr>
          <a:xfrm>
            <a:off x="7414845" y="2396239"/>
            <a:ext cx="184785" cy="119380"/>
          </a:xfrm>
          <a:custGeom>
            <a:avLst/>
            <a:gdLst/>
            <a:ahLst/>
            <a:cxnLst/>
            <a:rect l="l" t="t" r="r" b="b"/>
            <a:pathLst>
              <a:path w="184784" h="119380">
                <a:moveTo>
                  <a:pt x="130108" y="0"/>
                </a:moveTo>
                <a:lnTo>
                  <a:pt x="87120" y="350"/>
                </a:lnTo>
                <a:lnTo>
                  <a:pt x="46738" y="5168"/>
                </a:lnTo>
                <a:lnTo>
                  <a:pt x="9248" y="24208"/>
                </a:lnTo>
                <a:lnTo>
                  <a:pt x="0" y="50908"/>
                </a:lnTo>
                <a:lnTo>
                  <a:pt x="10" y="52824"/>
                </a:lnTo>
                <a:lnTo>
                  <a:pt x="16952" y="100278"/>
                </a:lnTo>
                <a:lnTo>
                  <a:pt x="63427" y="117552"/>
                </a:lnTo>
                <a:lnTo>
                  <a:pt x="93671" y="119262"/>
                </a:lnTo>
                <a:lnTo>
                  <a:pt x="114793" y="118522"/>
                </a:lnTo>
                <a:lnTo>
                  <a:pt x="162318" y="109378"/>
                </a:lnTo>
                <a:lnTo>
                  <a:pt x="172251" y="100943"/>
                </a:lnTo>
                <a:lnTo>
                  <a:pt x="105658" y="100943"/>
                </a:lnTo>
                <a:lnTo>
                  <a:pt x="71787" y="100324"/>
                </a:lnTo>
                <a:lnTo>
                  <a:pt x="41463" y="94666"/>
                </a:lnTo>
                <a:lnTo>
                  <a:pt x="25616" y="84379"/>
                </a:lnTo>
                <a:lnTo>
                  <a:pt x="18265" y="70745"/>
                </a:lnTo>
                <a:lnTo>
                  <a:pt x="16231" y="58611"/>
                </a:lnTo>
                <a:lnTo>
                  <a:pt x="16323" y="52824"/>
                </a:lnTo>
                <a:lnTo>
                  <a:pt x="57504" y="21042"/>
                </a:lnTo>
                <a:lnTo>
                  <a:pt x="100496" y="17623"/>
                </a:lnTo>
                <a:lnTo>
                  <a:pt x="178705" y="17623"/>
                </a:lnTo>
                <a:lnTo>
                  <a:pt x="176601" y="12292"/>
                </a:lnTo>
                <a:lnTo>
                  <a:pt x="171596" y="8198"/>
                </a:lnTo>
                <a:lnTo>
                  <a:pt x="163439" y="5339"/>
                </a:lnTo>
                <a:lnTo>
                  <a:pt x="130108" y="0"/>
                </a:lnTo>
                <a:close/>
              </a:path>
              <a:path w="184784" h="119380">
                <a:moveTo>
                  <a:pt x="178705" y="17623"/>
                </a:moveTo>
                <a:lnTo>
                  <a:pt x="100496" y="17623"/>
                </a:lnTo>
                <a:lnTo>
                  <a:pt x="141599" y="18815"/>
                </a:lnTo>
                <a:lnTo>
                  <a:pt x="163742" y="24993"/>
                </a:lnTo>
                <a:lnTo>
                  <a:pt x="166648" y="36750"/>
                </a:lnTo>
                <a:lnTo>
                  <a:pt x="167736" y="50908"/>
                </a:lnTo>
                <a:lnTo>
                  <a:pt x="167736" y="52824"/>
                </a:lnTo>
                <a:lnTo>
                  <a:pt x="159617" y="91001"/>
                </a:lnTo>
                <a:lnTo>
                  <a:pt x="105658" y="100943"/>
                </a:lnTo>
                <a:lnTo>
                  <a:pt x="172251" y="100943"/>
                </a:lnTo>
                <a:lnTo>
                  <a:pt x="175703" y="95584"/>
                </a:lnTo>
                <a:lnTo>
                  <a:pt x="178883" y="88310"/>
                </a:lnTo>
                <a:lnTo>
                  <a:pt x="183111" y="70333"/>
                </a:lnTo>
                <a:lnTo>
                  <a:pt x="184206" y="50908"/>
                </a:lnTo>
                <a:lnTo>
                  <a:pt x="182620" y="32630"/>
                </a:lnTo>
                <a:lnTo>
                  <a:pt x="178779" y="17810"/>
                </a:lnTo>
                <a:lnTo>
                  <a:pt x="178705" y="17623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 descr=""/>
          <p:cNvSpPr/>
          <p:nvPr/>
        </p:nvSpPr>
        <p:spPr>
          <a:xfrm>
            <a:off x="7190689" y="2396026"/>
            <a:ext cx="233679" cy="119380"/>
          </a:xfrm>
          <a:custGeom>
            <a:avLst/>
            <a:gdLst/>
            <a:ahLst/>
            <a:cxnLst/>
            <a:rect l="l" t="t" r="r" b="b"/>
            <a:pathLst>
              <a:path w="233679" h="119380">
                <a:moveTo>
                  <a:pt x="233184" y="52793"/>
                </a:moveTo>
                <a:lnTo>
                  <a:pt x="232956" y="46151"/>
                </a:lnTo>
                <a:lnTo>
                  <a:pt x="230022" y="41287"/>
                </a:lnTo>
                <a:lnTo>
                  <a:pt x="212509" y="32943"/>
                </a:lnTo>
                <a:lnTo>
                  <a:pt x="194792" y="30518"/>
                </a:lnTo>
                <a:lnTo>
                  <a:pt x="177139" y="34023"/>
                </a:lnTo>
                <a:lnTo>
                  <a:pt x="165735" y="40233"/>
                </a:lnTo>
                <a:lnTo>
                  <a:pt x="164719" y="35928"/>
                </a:lnTo>
                <a:lnTo>
                  <a:pt x="158940" y="24688"/>
                </a:lnTo>
                <a:lnTo>
                  <a:pt x="152044" y="17729"/>
                </a:lnTo>
                <a:lnTo>
                  <a:pt x="151104" y="16789"/>
                </a:lnTo>
                <a:lnTo>
                  <a:pt x="151104" y="58750"/>
                </a:lnTo>
                <a:lnTo>
                  <a:pt x="149364" y="70916"/>
                </a:lnTo>
                <a:lnTo>
                  <a:pt x="142824" y="84594"/>
                </a:lnTo>
                <a:lnTo>
                  <a:pt x="128536" y="94881"/>
                </a:lnTo>
                <a:lnTo>
                  <a:pt x="101333" y="100495"/>
                </a:lnTo>
                <a:lnTo>
                  <a:pt x="70967" y="101130"/>
                </a:lnTo>
                <a:lnTo>
                  <a:pt x="43751" y="98171"/>
                </a:lnTo>
                <a:lnTo>
                  <a:pt x="26009" y="93065"/>
                </a:lnTo>
                <a:lnTo>
                  <a:pt x="19519" y="82842"/>
                </a:lnTo>
                <a:lnTo>
                  <a:pt x="16268" y="64363"/>
                </a:lnTo>
                <a:lnTo>
                  <a:pt x="16344" y="43307"/>
                </a:lnTo>
                <a:lnTo>
                  <a:pt x="50050" y="18186"/>
                </a:lnTo>
                <a:lnTo>
                  <a:pt x="66433" y="17729"/>
                </a:lnTo>
                <a:lnTo>
                  <a:pt x="88734" y="18453"/>
                </a:lnTo>
                <a:lnTo>
                  <a:pt x="127660" y="24015"/>
                </a:lnTo>
                <a:lnTo>
                  <a:pt x="151104" y="58750"/>
                </a:lnTo>
                <a:lnTo>
                  <a:pt x="151104" y="16789"/>
                </a:lnTo>
                <a:lnTo>
                  <a:pt x="148005" y="13665"/>
                </a:lnTo>
                <a:lnTo>
                  <a:pt x="125450" y="5562"/>
                </a:lnTo>
                <a:lnTo>
                  <a:pt x="89877" y="596"/>
                </a:lnTo>
                <a:lnTo>
                  <a:pt x="51549" y="0"/>
                </a:lnTo>
                <a:lnTo>
                  <a:pt x="20726" y="4978"/>
                </a:lnTo>
                <a:lnTo>
                  <a:pt x="406" y="39598"/>
                </a:lnTo>
                <a:lnTo>
                  <a:pt x="0" y="66954"/>
                </a:lnTo>
                <a:lnTo>
                  <a:pt x="5524" y="92760"/>
                </a:lnTo>
                <a:lnTo>
                  <a:pt x="44678" y="116535"/>
                </a:lnTo>
                <a:lnTo>
                  <a:pt x="81775" y="119367"/>
                </a:lnTo>
                <a:lnTo>
                  <a:pt x="95745" y="118948"/>
                </a:lnTo>
                <a:lnTo>
                  <a:pt x="133705" y="112014"/>
                </a:lnTo>
                <a:lnTo>
                  <a:pt x="162293" y="83959"/>
                </a:lnTo>
                <a:lnTo>
                  <a:pt x="167144" y="58026"/>
                </a:lnTo>
                <a:lnTo>
                  <a:pt x="178536" y="51765"/>
                </a:lnTo>
                <a:lnTo>
                  <a:pt x="194805" y="48437"/>
                </a:lnTo>
                <a:lnTo>
                  <a:pt x="211124" y="50673"/>
                </a:lnTo>
                <a:lnTo>
                  <a:pt x="227406" y="58470"/>
                </a:lnTo>
                <a:lnTo>
                  <a:pt x="231165" y="57975"/>
                </a:lnTo>
                <a:lnTo>
                  <a:pt x="233184" y="52793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 descr=""/>
          <p:cNvSpPr/>
          <p:nvPr/>
        </p:nvSpPr>
        <p:spPr>
          <a:xfrm>
            <a:off x="7590883" y="2367373"/>
            <a:ext cx="109220" cy="94615"/>
          </a:xfrm>
          <a:custGeom>
            <a:avLst/>
            <a:gdLst/>
            <a:ahLst/>
            <a:cxnLst/>
            <a:rect l="l" t="t" r="r" b="b"/>
            <a:pathLst>
              <a:path w="109220" h="94614">
                <a:moveTo>
                  <a:pt x="87568" y="0"/>
                </a:moveTo>
                <a:lnTo>
                  <a:pt x="77989" y="3097"/>
                </a:lnTo>
                <a:lnTo>
                  <a:pt x="65674" y="10290"/>
                </a:lnTo>
                <a:lnTo>
                  <a:pt x="42414" y="27122"/>
                </a:lnTo>
                <a:lnTo>
                  <a:pt x="0" y="59139"/>
                </a:lnTo>
                <a:lnTo>
                  <a:pt x="7172" y="94091"/>
                </a:lnTo>
                <a:lnTo>
                  <a:pt x="85170" y="30930"/>
                </a:lnTo>
                <a:lnTo>
                  <a:pt x="88644" y="28623"/>
                </a:lnTo>
                <a:lnTo>
                  <a:pt x="90704" y="30099"/>
                </a:lnTo>
                <a:lnTo>
                  <a:pt x="92158" y="37381"/>
                </a:lnTo>
                <a:lnTo>
                  <a:pt x="93819" y="52490"/>
                </a:lnTo>
                <a:lnTo>
                  <a:pt x="109096" y="40700"/>
                </a:lnTo>
                <a:lnTo>
                  <a:pt x="107782" y="33797"/>
                </a:lnTo>
                <a:lnTo>
                  <a:pt x="103797" y="18901"/>
                </a:lnTo>
                <a:lnTo>
                  <a:pt x="97080" y="4729"/>
                </a:lnTo>
                <a:lnTo>
                  <a:pt x="87568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 descr=""/>
          <p:cNvSpPr/>
          <p:nvPr/>
        </p:nvSpPr>
        <p:spPr>
          <a:xfrm>
            <a:off x="7197392" y="2378074"/>
            <a:ext cx="134620" cy="83820"/>
          </a:xfrm>
          <a:custGeom>
            <a:avLst/>
            <a:gdLst/>
            <a:ahLst/>
            <a:cxnLst/>
            <a:rect l="l" t="t" r="r" b="b"/>
            <a:pathLst>
              <a:path w="134620" h="83819">
                <a:moveTo>
                  <a:pt x="105672" y="0"/>
                </a:moveTo>
                <a:lnTo>
                  <a:pt x="93154" y="2987"/>
                </a:lnTo>
                <a:lnTo>
                  <a:pt x="77974" y="9451"/>
                </a:lnTo>
                <a:lnTo>
                  <a:pt x="50224" y="24311"/>
                </a:lnTo>
                <a:lnTo>
                  <a:pt x="0" y="52490"/>
                </a:lnTo>
                <a:lnTo>
                  <a:pt x="1926" y="83808"/>
                </a:lnTo>
                <a:lnTo>
                  <a:pt x="83463" y="41176"/>
                </a:lnTo>
                <a:lnTo>
                  <a:pt x="102499" y="30930"/>
                </a:lnTo>
                <a:lnTo>
                  <a:pt x="107113" y="28623"/>
                </a:lnTo>
                <a:lnTo>
                  <a:pt x="109843" y="30099"/>
                </a:lnTo>
                <a:lnTo>
                  <a:pt x="111762" y="37381"/>
                </a:lnTo>
                <a:lnTo>
                  <a:pt x="113944" y="52490"/>
                </a:lnTo>
                <a:lnTo>
                  <a:pt x="134215" y="40689"/>
                </a:lnTo>
                <a:lnTo>
                  <a:pt x="132474" y="33788"/>
                </a:lnTo>
                <a:lnTo>
                  <a:pt x="127192" y="18896"/>
                </a:lnTo>
                <a:lnTo>
                  <a:pt x="118286" y="4727"/>
                </a:lnTo>
                <a:lnTo>
                  <a:pt x="105672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8" name="object 98" descr=""/>
          <p:cNvGrpSpPr/>
          <p:nvPr/>
        </p:nvGrpSpPr>
        <p:grpSpPr>
          <a:xfrm>
            <a:off x="7966249" y="2239085"/>
            <a:ext cx="528955" cy="256540"/>
            <a:chOff x="7966249" y="2239085"/>
            <a:chExt cx="528955" cy="256540"/>
          </a:xfrm>
        </p:grpSpPr>
        <p:sp>
          <p:nvSpPr>
            <p:cNvPr id="99" name="object 99" descr=""/>
            <p:cNvSpPr/>
            <p:nvPr/>
          </p:nvSpPr>
          <p:spPr>
            <a:xfrm>
              <a:off x="7966249" y="2358463"/>
              <a:ext cx="528955" cy="137160"/>
            </a:xfrm>
            <a:custGeom>
              <a:avLst/>
              <a:gdLst/>
              <a:ahLst/>
              <a:cxnLst/>
              <a:rect l="l" t="t" r="r" b="b"/>
              <a:pathLst>
                <a:path w="528954" h="137160">
                  <a:moveTo>
                    <a:pt x="174677" y="0"/>
                  </a:moveTo>
                  <a:lnTo>
                    <a:pt x="134938" y="4578"/>
                  </a:lnTo>
                  <a:lnTo>
                    <a:pt x="87685" y="15533"/>
                  </a:lnTo>
                  <a:lnTo>
                    <a:pt x="44938" y="27023"/>
                  </a:lnTo>
                  <a:lnTo>
                    <a:pt x="0" y="53331"/>
                  </a:lnTo>
                  <a:lnTo>
                    <a:pt x="15197" y="72848"/>
                  </a:lnTo>
                  <a:lnTo>
                    <a:pt x="53764" y="98802"/>
                  </a:lnTo>
                  <a:lnTo>
                    <a:pt x="99172" y="122488"/>
                  </a:lnTo>
                  <a:lnTo>
                    <a:pt x="134896" y="135203"/>
                  </a:lnTo>
                  <a:lnTo>
                    <a:pt x="170923" y="136840"/>
                  </a:lnTo>
                  <a:lnTo>
                    <a:pt x="232784" y="136831"/>
                  </a:lnTo>
                  <a:lnTo>
                    <a:pt x="299351" y="135989"/>
                  </a:lnTo>
                  <a:lnTo>
                    <a:pt x="349497" y="135129"/>
                  </a:lnTo>
                  <a:lnTo>
                    <a:pt x="396893" y="127128"/>
                  </a:lnTo>
                  <a:lnTo>
                    <a:pt x="454583" y="108925"/>
                  </a:lnTo>
                  <a:lnTo>
                    <a:pt x="504474" y="87358"/>
                  </a:lnTo>
                  <a:lnTo>
                    <a:pt x="528476" y="69268"/>
                  </a:lnTo>
                  <a:lnTo>
                    <a:pt x="522141" y="59724"/>
                  </a:lnTo>
                  <a:lnTo>
                    <a:pt x="466516" y="32802"/>
                  </a:lnTo>
                  <a:lnTo>
                    <a:pt x="423222" y="22463"/>
                  </a:lnTo>
                  <a:lnTo>
                    <a:pt x="384683" y="16610"/>
                  </a:lnTo>
                  <a:lnTo>
                    <a:pt x="335214" y="10031"/>
                  </a:lnTo>
                  <a:lnTo>
                    <a:pt x="280160" y="4132"/>
                  </a:lnTo>
                  <a:lnTo>
                    <a:pt x="224866" y="319"/>
                  </a:lnTo>
                  <a:lnTo>
                    <a:pt x="174677" y="0"/>
                  </a:lnTo>
                  <a:close/>
                </a:path>
              </a:pathLst>
            </a:custGeom>
            <a:solidFill>
              <a:srgbClr val="5334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8084677" y="2239085"/>
              <a:ext cx="277495" cy="207645"/>
            </a:xfrm>
            <a:custGeom>
              <a:avLst/>
              <a:gdLst/>
              <a:ahLst/>
              <a:cxnLst/>
              <a:rect l="l" t="t" r="r" b="b"/>
              <a:pathLst>
                <a:path w="277495" h="207644">
                  <a:moveTo>
                    <a:pt x="135363" y="0"/>
                  </a:moveTo>
                  <a:lnTo>
                    <a:pt x="93467" y="6297"/>
                  </a:lnTo>
                  <a:lnTo>
                    <a:pt x="37005" y="33444"/>
                  </a:lnTo>
                  <a:lnTo>
                    <a:pt x="2551" y="71143"/>
                  </a:lnTo>
                  <a:lnTo>
                    <a:pt x="0" y="88656"/>
                  </a:lnTo>
                  <a:lnTo>
                    <a:pt x="395" y="118301"/>
                  </a:lnTo>
                  <a:lnTo>
                    <a:pt x="3239" y="170962"/>
                  </a:lnTo>
                  <a:lnTo>
                    <a:pt x="100186" y="200040"/>
                  </a:lnTo>
                  <a:lnTo>
                    <a:pt x="161047" y="207300"/>
                  </a:lnTo>
                  <a:lnTo>
                    <a:pt x="211512" y="190550"/>
                  </a:lnTo>
                  <a:lnTo>
                    <a:pt x="277272" y="147601"/>
                  </a:lnTo>
                  <a:lnTo>
                    <a:pt x="274821" y="129985"/>
                  </a:lnTo>
                  <a:lnTo>
                    <a:pt x="268525" y="90193"/>
                  </a:lnTo>
                  <a:lnTo>
                    <a:pt x="259969" y="47817"/>
                  </a:lnTo>
                  <a:lnTo>
                    <a:pt x="227420" y="11813"/>
                  </a:lnTo>
                  <a:lnTo>
                    <a:pt x="184487" y="3085"/>
                  </a:lnTo>
                  <a:lnTo>
                    <a:pt x="135363" y="0"/>
                  </a:lnTo>
                  <a:close/>
                </a:path>
              </a:pathLst>
            </a:custGeom>
            <a:solidFill>
              <a:srgbClr val="73473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 descr=""/>
          <p:cNvGrpSpPr/>
          <p:nvPr/>
        </p:nvGrpSpPr>
        <p:grpSpPr>
          <a:xfrm>
            <a:off x="7998876" y="1858147"/>
            <a:ext cx="450850" cy="289560"/>
            <a:chOff x="7998876" y="1858147"/>
            <a:chExt cx="450850" cy="289560"/>
          </a:xfrm>
        </p:grpSpPr>
        <p:sp>
          <p:nvSpPr>
            <p:cNvPr id="102" name="object 102" descr=""/>
            <p:cNvSpPr/>
            <p:nvPr/>
          </p:nvSpPr>
          <p:spPr>
            <a:xfrm>
              <a:off x="7998876" y="1989182"/>
              <a:ext cx="450850" cy="158750"/>
            </a:xfrm>
            <a:custGeom>
              <a:avLst/>
              <a:gdLst/>
              <a:ahLst/>
              <a:cxnLst/>
              <a:rect l="l" t="t" r="r" b="b"/>
              <a:pathLst>
                <a:path w="450850" h="158750">
                  <a:moveTo>
                    <a:pt x="236948" y="92"/>
                  </a:moveTo>
                  <a:lnTo>
                    <a:pt x="183477" y="0"/>
                  </a:lnTo>
                  <a:lnTo>
                    <a:pt x="135616" y="3684"/>
                  </a:lnTo>
                  <a:lnTo>
                    <a:pt x="59489" y="28036"/>
                  </a:lnTo>
                  <a:lnTo>
                    <a:pt x="8568" y="56722"/>
                  </a:lnTo>
                  <a:lnTo>
                    <a:pt x="0" y="70892"/>
                  </a:lnTo>
                  <a:lnTo>
                    <a:pt x="8671" y="88948"/>
                  </a:lnTo>
                  <a:lnTo>
                    <a:pt x="58078" y="131859"/>
                  </a:lnTo>
                  <a:lnTo>
                    <a:pt x="112727" y="146860"/>
                  </a:lnTo>
                  <a:lnTo>
                    <a:pt x="177808" y="154110"/>
                  </a:lnTo>
                  <a:lnTo>
                    <a:pt x="247495" y="158148"/>
                  </a:lnTo>
                  <a:lnTo>
                    <a:pt x="296671" y="153633"/>
                  </a:lnTo>
                  <a:lnTo>
                    <a:pt x="328127" y="143454"/>
                  </a:lnTo>
                  <a:lnTo>
                    <a:pt x="382934" y="127172"/>
                  </a:lnTo>
                  <a:lnTo>
                    <a:pt x="426589" y="100635"/>
                  </a:lnTo>
                  <a:lnTo>
                    <a:pt x="450645" y="69971"/>
                  </a:lnTo>
                  <a:lnTo>
                    <a:pt x="448009" y="59073"/>
                  </a:lnTo>
                  <a:lnTo>
                    <a:pt x="410749" y="25469"/>
                  </a:lnTo>
                  <a:lnTo>
                    <a:pt x="374239" y="13104"/>
                  </a:lnTo>
                  <a:lnTo>
                    <a:pt x="290351" y="2969"/>
                  </a:lnTo>
                  <a:lnTo>
                    <a:pt x="236948" y="92"/>
                  </a:lnTo>
                  <a:close/>
                </a:path>
              </a:pathLst>
            </a:custGeom>
            <a:solidFill>
              <a:srgbClr val="5334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8086053" y="1858147"/>
              <a:ext cx="267970" cy="174625"/>
            </a:xfrm>
            <a:custGeom>
              <a:avLst/>
              <a:gdLst/>
              <a:ahLst/>
              <a:cxnLst/>
              <a:rect l="l" t="t" r="r" b="b"/>
              <a:pathLst>
                <a:path w="267970" h="174625">
                  <a:moveTo>
                    <a:pt x="132498" y="0"/>
                  </a:moveTo>
                  <a:lnTo>
                    <a:pt x="60473" y="19689"/>
                  </a:lnTo>
                  <a:lnTo>
                    <a:pt x="17685" y="42386"/>
                  </a:lnTo>
                  <a:lnTo>
                    <a:pt x="0" y="168738"/>
                  </a:lnTo>
                  <a:lnTo>
                    <a:pt x="36475" y="145025"/>
                  </a:lnTo>
                  <a:lnTo>
                    <a:pt x="76513" y="137710"/>
                  </a:lnTo>
                  <a:lnTo>
                    <a:pt x="145203" y="147322"/>
                  </a:lnTo>
                  <a:lnTo>
                    <a:pt x="267635" y="174392"/>
                  </a:lnTo>
                  <a:lnTo>
                    <a:pt x="266556" y="158755"/>
                  </a:lnTo>
                  <a:lnTo>
                    <a:pt x="258990" y="83999"/>
                  </a:lnTo>
                  <a:lnTo>
                    <a:pt x="237208" y="41246"/>
                  </a:lnTo>
                  <a:lnTo>
                    <a:pt x="169310" y="4798"/>
                  </a:lnTo>
                  <a:lnTo>
                    <a:pt x="132498" y="0"/>
                  </a:lnTo>
                  <a:close/>
                </a:path>
              </a:pathLst>
            </a:custGeom>
            <a:solidFill>
              <a:srgbClr val="7347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8008840" y="1983091"/>
              <a:ext cx="412115" cy="74930"/>
            </a:xfrm>
            <a:custGeom>
              <a:avLst/>
              <a:gdLst/>
              <a:ahLst/>
              <a:cxnLst/>
              <a:rect l="l" t="t" r="r" b="b"/>
              <a:pathLst>
                <a:path w="412115" h="74930">
                  <a:moveTo>
                    <a:pt x="246589" y="0"/>
                  </a:moveTo>
                  <a:lnTo>
                    <a:pt x="196722" y="1407"/>
                  </a:lnTo>
                  <a:lnTo>
                    <a:pt x="144463" y="7360"/>
                  </a:lnTo>
                  <a:lnTo>
                    <a:pt x="92480" y="18765"/>
                  </a:lnTo>
                  <a:lnTo>
                    <a:pt x="43437" y="36525"/>
                  </a:lnTo>
                  <a:lnTo>
                    <a:pt x="0" y="61546"/>
                  </a:lnTo>
                  <a:lnTo>
                    <a:pt x="44040" y="74321"/>
                  </a:lnTo>
                  <a:lnTo>
                    <a:pt x="152527" y="44679"/>
                  </a:lnTo>
                  <a:lnTo>
                    <a:pt x="224312" y="34577"/>
                  </a:lnTo>
                  <a:lnTo>
                    <a:pt x="291456" y="43816"/>
                  </a:lnTo>
                  <a:lnTo>
                    <a:pt x="386019" y="72195"/>
                  </a:lnTo>
                  <a:lnTo>
                    <a:pt x="411547" y="37872"/>
                  </a:lnTo>
                  <a:lnTo>
                    <a:pt x="360464" y="13401"/>
                  </a:lnTo>
                  <a:lnTo>
                    <a:pt x="291401" y="2233"/>
                  </a:lnTo>
                  <a:lnTo>
                    <a:pt x="246589" y="0"/>
                  </a:lnTo>
                  <a:close/>
                </a:path>
              </a:pathLst>
            </a:custGeom>
            <a:solidFill>
              <a:srgbClr val="53342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5" name="object 105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1993916" y="2286068"/>
            <a:ext cx="208469" cy="127263"/>
          </a:xfrm>
          <a:prstGeom prst="rect">
            <a:avLst/>
          </a:prstGeom>
        </p:spPr>
      </p:pic>
      <p:pic>
        <p:nvPicPr>
          <p:cNvPr id="106" name="object 106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11991672" y="1879028"/>
            <a:ext cx="208470" cy="127263"/>
          </a:xfrm>
          <a:prstGeom prst="rect">
            <a:avLst/>
          </a:prstGeom>
        </p:spPr>
      </p:pic>
      <p:pic>
        <p:nvPicPr>
          <p:cNvPr id="107" name="object 107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1991138" y="2085441"/>
            <a:ext cx="208470" cy="127263"/>
          </a:xfrm>
          <a:prstGeom prst="rect">
            <a:avLst/>
          </a:prstGeom>
        </p:spPr>
      </p:pic>
      <p:grpSp>
        <p:nvGrpSpPr>
          <p:cNvPr id="108" name="object 108" descr=""/>
          <p:cNvGrpSpPr/>
          <p:nvPr/>
        </p:nvGrpSpPr>
        <p:grpSpPr>
          <a:xfrm>
            <a:off x="12328879" y="2085441"/>
            <a:ext cx="60960" cy="127635"/>
            <a:chOff x="12328879" y="2085441"/>
            <a:chExt cx="60960" cy="127635"/>
          </a:xfrm>
        </p:grpSpPr>
        <p:sp>
          <p:nvSpPr>
            <p:cNvPr id="109" name="object 109" descr=""/>
            <p:cNvSpPr/>
            <p:nvPr/>
          </p:nvSpPr>
          <p:spPr>
            <a:xfrm>
              <a:off x="12328879" y="2130447"/>
              <a:ext cx="30480" cy="54610"/>
            </a:xfrm>
            <a:custGeom>
              <a:avLst/>
              <a:gdLst/>
              <a:ahLst/>
              <a:cxnLst/>
              <a:rect l="l" t="t" r="r" b="b"/>
              <a:pathLst>
                <a:path w="30479" h="54610">
                  <a:moveTo>
                    <a:pt x="25119" y="0"/>
                  </a:moveTo>
                  <a:lnTo>
                    <a:pt x="18742" y="0"/>
                  </a:lnTo>
                  <a:lnTo>
                    <a:pt x="5214" y="0"/>
                  </a:lnTo>
                  <a:lnTo>
                    <a:pt x="0" y="5224"/>
                  </a:lnTo>
                  <a:lnTo>
                    <a:pt x="0" y="48951"/>
                  </a:lnTo>
                  <a:lnTo>
                    <a:pt x="5214" y="54165"/>
                  </a:lnTo>
                  <a:lnTo>
                    <a:pt x="25119" y="54165"/>
                  </a:lnTo>
                  <a:lnTo>
                    <a:pt x="30334" y="48951"/>
                  </a:lnTo>
                  <a:lnTo>
                    <a:pt x="30334" y="5214"/>
                  </a:lnTo>
                  <a:lnTo>
                    <a:pt x="25119" y="0"/>
                  </a:lnTo>
                  <a:close/>
                </a:path>
              </a:pathLst>
            </a:custGeom>
            <a:solidFill>
              <a:srgbClr val="3939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12341356" y="2085441"/>
              <a:ext cx="48260" cy="127635"/>
            </a:xfrm>
            <a:custGeom>
              <a:avLst/>
              <a:gdLst/>
              <a:ahLst/>
              <a:cxnLst/>
              <a:rect l="l" t="t" r="r" b="b"/>
              <a:pathLst>
                <a:path w="48259" h="127635">
                  <a:moveTo>
                    <a:pt x="38208" y="0"/>
                  </a:moveTo>
                  <a:lnTo>
                    <a:pt x="28496" y="12395"/>
                  </a:lnTo>
                  <a:lnTo>
                    <a:pt x="15629" y="39259"/>
                  </a:lnTo>
                  <a:lnTo>
                    <a:pt x="4499" y="66380"/>
                  </a:lnTo>
                  <a:lnTo>
                    <a:pt x="0" y="79547"/>
                  </a:lnTo>
                  <a:lnTo>
                    <a:pt x="7015" y="91901"/>
                  </a:lnTo>
                  <a:lnTo>
                    <a:pt x="20279" y="109903"/>
                  </a:lnTo>
                  <a:lnTo>
                    <a:pt x="34223" y="124656"/>
                  </a:lnTo>
                  <a:lnTo>
                    <a:pt x="43276" y="127263"/>
                  </a:lnTo>
                  <a:lnTo>
                    <a:pt x="47172" y="103242"/>
                  </a:lnTo>
                  <a:lnTo>
                    <a:pt x="47943" y="59756"/>
                  </a:lnTo>
                  <a:lnTo>
                    <a:pt x="45113" y="18207"/>
                  </a:lnTo>
                  <a:lnTo>
                    <a:pt x="38208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1" name="object 111" descr=""/>
          <p:cNvGrpSpPr/>
          <p:nvPr/>
        </p:nvGrpSpPr>
        <p:grpSpPr>
          <a:xfrm>
            <a:off x="12328880" y="1877263"/>
            <a:ext cx="60960" cy="127635"/>
            <a:chOff x="12328880" y="1877263"/>
            <a:chExt cx="60960" cy="127635"/>
          </a:xfrm>
        </p:grpSpPr>
        <p:sp>
          <p:nvSpPr>
            <p:cNvPr id="112" name="object 112" descr=""/>
            <p:cNvSpPr/>
            <p:nvPr/>
          </p:nvSpPr>
          <p:spPr>
            <a:xfrm>
              <a:off x="12328880" y="1922268"/>
              <a:ext cx="30480" cy="54610"/>
            </a:xfrm>
            <a:custGeom>
              <a:avLst/>
              <a:gdLst/>
              <a:ahLst/>
              <a:cxnLst/>
              <a:rect l="l" t="t" r="r" b="b"/>
              <a:pathLst>
                <a:path w="30479" h="54610">
                  <a:moveTo>
                    <a:pt x="25119" y="0"/>
                  </a:moveTo>
                  <a:lnTo>
                    <a:pt x="18742" y="0"/>
                  </a:lnTo>
                  <a:lnTo>
                    <a:pt x="5214" y="0"/>
                  </a:lnTo>
                  <a:lnTo>
                    <a:pt x="0" y="5224"/>
                  </a:lnTo>
                  <a:lnTo>
                    <a:pt x="0" y="48951"/>
                  </a:lnTo>
                  <a:lnTo>
                    <a:pt x="5214" y="54165"/>
                  </a:lnTo>
                  <a:lnTo>
                    <a:pt x="25119" y="54165"/>
                  </a:lnTo>
                  <a:lnTo>
                    <a:pt x="30334" y="48951"/>
                  </a:lnTo>
                  <a:lnTo>
                    <a:pt x="30334" y="5214"/>
                  </a:lnTo>
                  <a:lnTo>
                    <a:pt x="25119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2341356" y="1877263"/>
              <a:ext cx="48260" cy="127635"/>
            </a:xfrm>
            <a:custGeom>
              <a:avLst/>
              <a:gdLst/>
              <a:ahLst/>
              <a:cxnLst/>
              <a:rect l="l" t="t" r="r" b="b"/>
              <a:pathLst>
                <a:path w="48259" h="127635">
                  <a:moveTo>
                    <a:pt x="38208" y="0"/>
                  </a:moveTo>
                  <a:lnTo>
                    <a:pt x="28496" y="12395"/>
                  </a:lnTo>
                  <a:lnTo>
                    <a:pt x="15629" y="39259"/>
                  </a:lnTo>
                  <a:lnTo>
                    <a:pt x="4499" y="66380"/>
                  </a:lnTo>
                  <a:lnTo>
                    <a:pt x="0" y="79547"/>
                  </a:lnTo>
                  <a:lnTo>
                    <a:pt x="7015" y="91901"/>
                  </a:lnTo>
                  <a:lnTo>
                    <a:pt x="20279" y="109903"/>
                  </a:lnTo>
                  <a:lnTo>
                    <a:pt x="34223" y="124656"/>
                  </a:lnTo>
                  <a:lnTo>
                    <a:pt x="43276" y="127263"/>
                  </a:lnTo>
                  <a:lnTo>
                    <a:pt x="47172" y="103242"/>
                  </a:lnTo>
                  <a:lnTo>
                    <a:pt x="47943" y="59756"/>
                  </a:lnTo>
                  <a:lnTo>
                    <a:pt x="45113" y="18207"/>
                  </a:lnTo>
                  <a:lnTo>
                    <a:pt x="38208" y="0"/>
                  </a:lnTo>
                  <a:close/>
                </a:path>
              </a:pathLst>
            </a:custGeom>
            <a:solidFill>
              <a:srgbClr val="1E89B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4" name="object 114" descr=""/>
          <p:cNvGrpSpPr/>
          <p:nvPr/>
        </p:nvGrpSpPr>
        <p:grpSpPr>
          <a:xfrm>
            <a:off x="12328879" y="2286068"/>
            <a:ext cx="60960" cy="127635"/>
            <a:chOff x="12328879" y="2286068"/>
            <a:chExt cx="60960" cy="127635"/>
          </a:xfrm>
        </p:grpSpPr>
        <p:sp>
          <p:nvSpPr>
            <p:cNvPr id="115" name="object 115" descr=""/>
            <p:cNvSpPr/>
            <p:nvPr/>
          </p:nvSpPr>
          <p:spPr>
            <a:xfrm>
              <a:off x="12328879" y="2331075"/>
              <a:ext cx="30480" cy="54610"/>
            </a:xfrm>
            <a:custGeom>
              <a:avLst/>
              <a:gdLst/>
              <a:ahLst/>
              <a:cxnLst/>
              <a:rect l="l" t="t" r="r" b="b"/>
              <a:pathLst>
                <a:path w="30479" h="54610">
                  <a:moveTo>
                    <a:pt x="25119" y="0"/>
                  </a:moveTo>
                  <a:lnTo>
                    <a:pt x="18742" y="0"/>
                  </a:lnTo>
                  <a:lnTo>
                    <a:pt x="5214" y="0"/>
                  </a:lnTo>
                  <a:lnTo>
                    <a:pt x="0" y="5224"/>
                  </a:lnTo>
                  <a:lnTo>
                    <a:pt x="0" y="48951"/>
                  </a:lnTo>
                  <a:lnTo>
                    <a:pt x="5214" y="54165"/>
                  </a:lnTo>
                  <a:lnTo>
                    <a:pt x="25119" y="54165"/>
                  </a:lnTo>
                  <a:lnTo>
                    <a:pt x="30334" y="48951"/>
                  </a:lnTo>
                  <a:lnTo>
                    <a:pt x="30334" y="5214"/>
                  </a:lnTo>
                  <a:lnTo>
                    <a:pt x="25119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12341356" y="2286068"/>
              <a:ext cx="48260" cy="127635"/>
            </a:xfrm>
            <a:custGeom>
              <a:avLst/>
              <a:gdLst/>
              <a:ahLst/>
              <a:cxnLst/>
              <a:rect l="l" t="t" r="r" b="b"/>
              <a:pathLst>
                <a:path w="48259" h="127635">
                  <a:moveTo>
                    <a:pt x="38208" y="0"/>
                  </a:moveTo>
                  <a:lnTo>
                    <a:pt x="28496" y="12395"/>
                  </a:lnTo>
                  <a:lnTo>
                    <a:pt x="15629" y="39259"/>
                  </a:lnTo>
                  <a:lnTo>
                    <a:pt x="4499" y="66380"/>
                  </a:lnTo>
                  <a:lnTo>
                    <a:pt x="0" y="79547"/>
                  </a:lnTo>
                  <a:lnTo>
                    <a:pt x="7015" y="91901"/>
                  </a:lnTo>
                  <a:lnTo>
                    <a:pt x="20279" y="109903"/>
                  </a:lnTo>
                  <a:lnTo>
                    <a:pt x="34223" y="124656"/>
                  </a:lnTo>
                  <a:lnTo>
                    <a:pt x="43276" y="127263"/>
                  </a:lnTo>
                  <a:lnTo>
                    <a:pt x="47172" y="103242"/>
                  </a:lnTo>
                  <a:lnTo>
                    <a:pt x="47943" y="59756"/>
                  </a:lnTo>
                  <a:lnTo>
                    <a:pt x="45113" y="18207"/>
                  </a:lnTo>
                  <a:lnTo>
                    <a:pt x="38208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7" name="object 117" descr=""/>
          <p:cNvGrpSpPr/>
          <p:nvPr/>
        </p:nvGrpSpPr>
        <p:grpSpPr>
          <a:xfrm>
            <a:off x="13725111" y="1874099"/>
            <a:ext cx="199390" cy="610870"/>
            <a:chOff x="13725111" y="1874099"/>
            <a:chExt cx="199390" cy="610870"/>
          </a:xfrm>
        </p:grpSpPr>
        <p:sp>
          <p:nvSpPr>
            <p:cNvPr id="118" name="object 118" descr=""/>
            <p:cNvSpPr/>
            <p:nvPr/>
          </p:nvSpPr>
          <p:spPr>
            <a:xfrm>
              <a:off x="13725111" y="1874099"/>
              <a:ext cx="199390" cy="610870"/>
            </a:xfrm>
            <a:custGeom>
              <a:avLst/>
              <a:gdLst/>
              <a:ahLst/>
              <a:cxnLst/>
              <a:rect l="l" t="t" r="r" b="b"/>
              <a:pathLst>
                <a:path w="199390" h="610869">
                  <a:moveTo>
                    <a:pt x="13559" y="17297"/>
                  </a:moveTo>
                  <a:lnTo>
                    <a:pt x="23673" y="55324"/>
                  </a:lnTo>
                  <a:lnTo>
                    <a:pt x="71725" y="79243"/>
                  </a:lnTo>
                  <a:lnTo>
                    <a:pt x="74174" y="89819"/>
                  </a:lnTo>
                  <a:lnTo>
                    <a:pt x="76526" y="98955"/>
                  </a:lnTo>
                  <a:lnTo>
                    <a:pt x="77730" y="100860"/>
                  </a:lnTo>
                  <a:lnTo>
                    <a:pt x="66333" y="268552"/>
                  </a:lnTo>
                  <a:lnTo>
                    <a:pt x="58712" y="381739"/>
                  </a:lnTo>
                  <a:lnTo>
                    <a:pt x="54933" y="438541"/>
                  </a:lnTo>
                  <a:lnTo>
                    <a:pt x="51812" y="486191"/>
                  </a:lnTo>
                  <a:lnTo>
                    <a:pt x="48663" y="537988"/>
                  </a:lnTo>
                  <a:lnTo>
                    <a:pt x="56319" y="560634"/>
                  </a:lnTo>
                  <a:lnTo>
                    <a:pt x="74101" y="584286"/>
                  </a:lnTo>
                  <a:lnTo>
                    <a:pt x="92060" y="602903"/>
                  </a:lnTo>
                  <a:lnTo>
                    <a:pt x="100258" y="610452"/>
                  </a:lnTo>
                  <a:lnTo>
                    <a:pt x="125849" y="578163"/>
                  </a:lnTo>
                  <a:lnTo>
                    <a:pt x="139402" y="560132"/>
                  </a:lnTo>
                  <a:lnTo>
                    <a:pt x="145438" y="549816"/>
                  </a:lnTo>
                  <a:lnTo>
                    <a:pt x="148477" y="540674"/>
                  </a:lnTo>
                  <a:lnTo>
                    <a:pt x="148399" y="526058"/>
                  </a:lnTo>
                  <a:lnTo>
                    <a:pt x="142371" y="445604"/>
                  </a:lnTo>
                  <a:lnTo>
                    <a:pt x="137325" y="388273"/>
                  </a:lnTo>
                  <a:lnTo>
                    <a:pt x="131529" y="325218"/>
                  </a:lnTo>
                  <a:lnTo>
                    <a:pt x="125435" y="260693"/>
                  </a:lnTo>
                  <a:lnTo>
                    <a:pt x="119495" y="198953"/>
                  </a:lnTo>
                  <a:lnTo>
                    <a:pt x="114161" y="144254"/>
                  </a:lnTo>
                  <a:lnTo>
                    <a:pt x="109886" y="100850"/>
                  </a:lnTo>
                  <a:lnTo>
                    <a:pt x="111331" y="99269"/>
                  </a:lnTo>
                  <a:lnTo>
                    <a:pt x="113161" y="89662"/>
                  </a:lnTo>
                  <a:lnTo>
                    <a:pt x="114729" y="79159"/>
                  </a:lnTo>
                  <a:lnTo>
                    <a:pt x="144106" y="67717"/>
                  </a:lnTo>
                  <a:lnTo>
                    <a:pt x="171287" y="53112"/>
                  </a:lnTo>
                  <a:lnTo>
                    <a:pt x="180458" y="47341"/>
                  </a:lnTo>
                  <a:lnTo>
                    <a:pt x="112381" y="47341"/>
                  </a:lnTo>
                  <a:lnTo>
                    <a:pt x="73537" y="41181"/>
                  </a:lnTo>
                  <a:lnTo>
                    <a:pt x="13559" y="17297"/>
                  </a:lnTo>
                  <a:close/>
                </a:path>
                <a:path w="199390" h="610869">
                  <a:moveTo>
                    <a:pt x="194538" y="0"/>
                  </a:moveTo>
                  <a:lnTo>
                    <a:pt x="147059" y="34154"/>
                  </a:lnTo>
                  <a:lnTo>
                    <a:pt x="112381" y="47341"/>
                  </a:lnTo>
                  <a:lnTo>
                    <a:pt x="180458" y="47341"/>
                  </a:lnTo>
                  <a:lnTo>
                    <a:pt x="191268" y="40538"/>
                  </a:lnTo>
                  <a:lnTo>
                    <a:pt x="199035" y="35196"/>
                  </a:lnTo>
                  <a:lnTo>
                    <a:pt x="194538" y="0"/>
                  </a:lnTo>
                  <a:close/>
                </a:path>
              </a:pathLst>
            </a:custGeom>
            <a:solidFill>
              <a:srgbClr val="1C17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13742314" y="1892877"/>
              <a:ext cx="180975" cy="574675"/>
            </a:xfrm>
            <a:custGeom>
              <a:avLst/>
              <a:gdLst/>
              <a:ahLst/>
              <a:cxnLst/>
              <a:rect l="l" t="t" r="r" b="b"/>
              <a:pathLst>
                <a:path w="180975" h="574675">
                  <a:moveTo>
                    <a:pt x="53619" y="21336"/>
                  </a:moveTo>
                  <a:lnTo>
                    <a:pt x="40462" y="16090"/>
                  </a:lnTo>
                  <a:lnTo>
                    <a:pt x="0" y="30899"/>
                  </a:lnTo>
                  <a:lnTo>
                    <a:pt x="6464" y="36550"/>
                  </a:lnTo>
                  <a:lnTo>
                    <a:pt x="8280" y="37922"/>
                  </a:lnTo>
                  <a:lnTo>
                    <a:pt x="53619" y="21336"/>
                  </a:lnTo>
                  <a:close/>
                </a:path>
                <a:path w="180975" h="574675">
                  <a:moveTo>
                    <a:pt x="95008" y="105752"/>
                  </a:moveTo>
                  <a:lnTo>
                    <a:pt x="94056" y="96062"/>
                  </a:lnTo>
                  <a:lnTo>
                    <a:pt x="58686" y="109004"/>
                  </a:lnTo>
                  <a:lnTo>
                    <a:pt x="57988" y="119316"/>
                  </a:lnTo>
                  <a:lnTo>
                    <a:pt x="95008" y="105752"/>
                  </a:lnTo>
                  <a:close/>
                </a:path>
                <a:path w="180975" h="574675">
                  <a:moveTo>
                    <a:pt x="97205" y="62471"/>
                  </a:moveTo>
                  <a:lnTo>
                    <a:pt x="58407" y="76682"/>
                  </a:lnTo>
                  <a:lnTo>
                    <a:pt x="59309" y="80187"/>
                  </a:lnTo>
                  <a:lnTo>
                    <a:pt x="60515" y="82092"/>
                  </a:lnTo>
                  <a:lnTo>
                    <a:pt x="60248" y="86055"/>
                  </a:lnTo>
                  <a:lnTo>
                    <a:pt x="95529" y="73139"/>
                  </a:lnTo>
                  <a:lnTo>
                    <a:pt x="95948" y="70891"/>
                  </a:lnTo>
                  <a:lnTo>
                    <a:pt x="97205" y="62471"/>
                  </a:lnTo>
                  <a:close/>
                </a:path>
                <a:path w="180975" h="574675">
                  <a:moveTo>
                    <a:pt x="98082" y="137071"/>
                  </a:moveTo>
                  <a:lnTo>
                    <a:pt x="97142" y="127355"/>
                  </a:lnTo>
                  <a:lnTo>
                    <a:pt x="56426" y="142252"/>
                  </a:lnTo>
                  <a:lnTo>
                    <a:pt x="55727" y="152565"/>
                  </a:lnTo>
                  <a:lnTo>
                    <a:pt x="98082" y="137071"/>
                  </a:lnTo>
                  <a:close/>
                </a:path>
                <a:path w="180975" h="574675">
                  <a:moveTo>
                    <a:pt x="101130" y="168376"/>
                  </a:moveTo>
                  <a:lnTo>
                    <a:pt x="100190" y="158661"/>
                  </a:lnTo>
                  <a:lnTo>
                    <a:pt x="54165" y="175501"/>
                  </a:lnTo>
                  <a:lnTo>
                    <a:pt x="53467" y="185826"/>
                  </a:lnTo>
                  <a:lnTo>
                    <a:pt x="101130" y="168376"/>
                  </a:lnTo>
                  <a:close/>
                </a:path>
                <a:path w="180975" h="574675">
                  <a:moveTo>
                    <a:pt x="104165" y="199694"/>
                  </a:moveTo>
                  <a:lnTo>
                    <a:pt x="103225" y="189979"/>
                  </a:lnTo>
                  <a:lnTo>
                    <a:pt x="51904" y="208762"/>
                  </a:lnTo>
                  <a:lnTo>
                    <a:pt x="51206" y="219075"/>
                  </a:lnTo>
                  <a:lnTo>
                    <a:pt x="104165" y="199694"/>
                  </a:lnTo>
                  <a:close/>
                </a:path>
                <a:path w="180975" h="574675">
                  <a:moveTo>
                    <a:pt x="107175" y="231013"/>
                  </a:moveTo>
                  <a:lnTo>
                    <a:pt x="106235" y="221297"/>
                  </a:lnTo>
                  <a:lnTo>
                    <a:pt x="49644" y="242011"/>
                  </a:lnTo>
                  <a:lnTo>
                    <a:pt x="48945" y="252323"/>
                  </a:lnTo>
                  <a:lnTo>
                    <a:pt x="107175" y="231013"/>
                  </a:lnTo>
                  <a:close/>
                </a:path>
                <a:path w="180975" h="574675">
                  <a:moveTo>
                    <a:pt x="110159" y="262356"/>
                  </a:moveTo>
                  <a:lnTo>
                    <a:pt x="109232" y="252628"/>
                  </a:lnTo>
                  <a:lnTo>
                    <a:pt x="47409" y="275259"/>
                  </a:lnTo>
                  <a:lnTo>
                    <a:pt x="46710" y="285572"/>
                  </a:lnTo>
                  <a:lnTo>
                    <a:pt x="110159" y="262356"/>
                  </a:lnTo>
                  <a:close/>
                </a:path>
                <a:path w="180975" h="574675">
                  <a:moveTo>
                    <a:pt x="113296" y="295656"/>
                  </a:moveTo>
                  <a:lnTo>
                    <a:pt x="112382" y="285940"/>
                  </a:lnTo>
                  <a:lnTo>
                    <a:pt x="45034" y="310591"/>
                  </a:lnTo>
                  <a:lnTo>
                    <a:pt x="44335" y="320903"/>
                  </a:lnTo>
                  <a:lnTo>
                    <a:pt x="113296" y="295656"/>
                  </a:lnTo>
                  <a:close/>
                </a:path>
                <a:path w="180975" h="574675">
                  <a:moveTo>
                    <a:pt x="116395" y="328980"/>
                  </a:moveTo>
                  <a:lnTo>
                    <a:pt x="115493" y="319252"/>
                  </a:lnTo>
                  <a:lnTo>
                    <a:pt x="42646" y="345922"/>
                  </a:lnTo>
                  <a:lnTo>
                    <a:pt x="41960" y="356222"/>
                  </a:lnTo>
                  <a:lnTo>
                    <a:pt x="116395" y="328980"/>
                  </a:lnTo>
                  <a:close/>
                </a:path>
                <a:path w="180975" h="574675">
                  <a:moveTo>
                    <a:pt x="119456" y="362318"/>
                  </a:moveTo>
                  <a:lnTo>
                    <a:pt x="118567" y="352590"/>
                  </a:lnTo>
                  <a:lnTo>
                    <a:pt x="40284" y="381241"/>
                  </a:lnTo>
                  <a:lnTo>
                    <a:pt x="39598" y="391541"/>
                  </a:lnTo>
                  <a:lnTo>
                    <a:pt x="119456" y="362318"/>
                  </a:lnTo>
                  <a:close/>
                </a:path>
                <a:path w="180975" h="574675">
                  <a:moveTo>
                    <a:pt x="120332" y="543839"/>
                  </a:moveTo>
                  <a:lnTo>
                    <a:pt x="57988" y="566661"/>
                  </a:lnTo>
                  <a:lnTo>
                    <a:pt x="65163" y="574090"/>
                  </a:lnTo>
                  <a:lnTo>
                    <a:pt x="109905" y="557707"/>
                  </a:lnTo>
                  <a:lnTo>
                    <a:pt x="120332" y="543839"/>
                  </a:lnTo>
                  <a:close/>
                </a:path>
                <a:path w="180975" h="574675">
                  <a:moveTo>
                    <a:pt x="122415" y="395681"/>
                  </a:moveTo>
                  <a:lnTo>
                    <a:pt x="121564" y="385940"/>
                  </a:lnTo>
                  <a:lnTo>
                    <a:pt x="37934" y="416560"/>
                  </a:lnTo>
                  <a:lnTo>
                    <a:pt x="37261" y="426859"/>
                  </a:lnTo>
                  <a:lnTo>
                    <a:pt x="122415" y="395681"/>
                  </a:lnTo>
                  <a:close/>
                </a:path>
                <a:path w="180975" h="574675">
                  <a:moveTo>
                    <a:pt x="125107" y="426199"/>
                  </a:moveTo>
                  <a:lnTo>
                    <a:pt x="124244" y="416445"/>
                  </a:lnTo>
                  <a:lnTo>
                    <a:pt x="35814" y="448818"/>
                  </a:lnTo>
                  <a:lnTo>
                    <a:pt x="35140" y="459130"/>
                  </a:lnTo>
                  <a:lnTo>
                    <a:pt x="125107" y="426199"/>
                  </a:lnTo>
                  <a:close/>
                </a:path>
                <a:path w="180975" h="574675">
                  <a:moveTo>
                    <a:pt x="127584" y="456768"/>
                  </a:moveTo>
                  <a:lnTo>
                    <a:pt x="126796" y="447001"/>
                  </a:lnTo>
                  <a:lnTo>
                    <a:pt x="33731" y="481076"/>
                  </a:lnTo>
                  <a:lnTo>
                    <a:pt x="33083" y="491363"/>
                  </a:lnTo>
                  <a:lnTo>
                    <a:pt x="127584" y="456768"/>
                  </a:lnTo>
                  <a:close/>
                </a:path>
                <a:path w="180975" h="574675">
                  <a:moveTo>
                    <a:pt x="129882" y="487426"/>
                  </a:moveTo>
                  <a:lnTo>
                    <a:pt x="129235" y="477608"/>
                  </a:lnTo>
                  <a:lnTo>
                    <a:pt x="31775" y="513270"/>
                  </a:lnTo>
                  <a:lnTo>
                    <a:pt x="31445" y="519214"/>
                  </a:lnTo>
                  <a:lnTo>
                    <a:pt x="32727" y="522986"/>
                  </a:lnTo>
                  <a:lnTo>
                    <a:pt x="129882" y="487426"/>
                  </a:lnTo>
                  <a:close/>
                </a:path>
                <a:path w="180975" h="574675">
                  <a:moveTo>
                    <a:pt x="131254" y="518414"/>
                  </a:moveTo>
                  <a:lnTo>
                    <a:pt x="131191" y="508368"/>
                  </a:lnTo>
                  <a:lnTo>
                    <a:pt x="39243" y="542036"/>
                  </a:lnTo>
                  <a:lnTo>
                    <a:pt x="45161" y="549922"/>
                  </a:lnTo>
                  <a:lnTo>
                    <a:pt x="131254" y="518414"/>
                  </a:lnTo>
                  <a:close/>
                </a:path>
                <a:path w="180975" h="574675">
                  <a:moveTo>
                    <a:pt x="180962" y="9601"/>
                  </a:moveTo>
                  <a:lnTo>
                    <a:pt x="179730" y="0"/>
                  </a:lnTo>
                  <a:lnTo>
                    <a:pt x="33299" y="53594"/>
                  </a:lnTo>
                  <a:lnTo>
                    <a:pt x="35598" y="54686"/>
                  </a:lnTo>
                  <a:lnTo>
                    <a:pt x="47675" y="58381"/>
                  </a:lnTo>
                  <a:lnTo>
                    <a:pt x="180962" y="9601"/>
                  </a:lnTo>
                  <a:close/>
                </a:path>
              </a:pathLst>
            </a:custGeom>
            <a:solidFill>
              <a:srgbClr val="74C8B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0" name="object 120" descr=""/>
          <p:cNvGrpSpPr/>
          <p:nvPr/>
        </p:nvGrpSpPr>
        <p:grpSpPr>
          <a:xfrm>
            <a:off x="10265416" y="1898888"/>
            <a:ext cx="348615" cy="144780"/>
            <a:chOff x="10265416" y="1898888"/>
            <a:chExt cx="348615" cy="144780"/>
          </a:xfrm>
        </p:grpSpPr>
        <p:sp>
          <p:nvSpPr>
            <p:cNvPr id="121" name="object 121" descr=""/>
            <p:cNvSpPr/>
            <p:nvPr/>
          </p:nvSpPr>
          <p:spPr>
            <a:xfrm>
              <a:off x="10265416" y="1905918"/>
              <a:ext cx="348615" cy="130175"/>
            </a:xfrm>
            <a:custGeom>
              <a:avLst/>
              <a:gdLst/>
              <a:ahLst/>
              <a:cxnLst/>
              <a:rect l="l" t="t" r="r" b="b"/>
              <a:pathLst>
                <a:path w="348615" h="130175">
                  <a:moveTo>
                    <a:pt x="348314" y="0"/>
                  </a:moveTo>
                  <a:lnTo>
                    <a:pt x="0" y="324"/>
                  </a:lnTo>
                  <a:lnTo>
                    <a:pt x="94" y="129640"/>
                  </a:lnTo>
                  <a:lnTo>
                    <a:pt x="348408" y="129325"/>
                  </a:lnTo>
                  <a:lnTo>
                    <a:pt x="348314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0286758" y="1905945"/>
              <a:ext cx="307340" cy="130175"/>
            </a:xfrm>
            <a:custGeom>
              <a:avLst/>
              <a:gdLst/>
              <a:ahLst/>
              <a:cxnLst/>
              <a:rect l="l" t="t" r="r" b="b"/>
              <a:pathLst>
                <a:path w="307340" h="130175">
                  <a:moveTo>
                    <a:pt x="21564" y="129578"/>
                  </a:moveTo>
                  <a:lnTo>
                    <a:pt x="21475" y="266"/>
                  </a:lnTo>
                  <a:lnTo>
                    <a:pt x="0" y="292"/>
                  </a:lnTo>
                  <a:lnTo>
                    <a:pt x="101" y="129603"/>
                  </a:lnTo>
                  <a:lnTo>
                    <a:pt x="21564" y="129578"/>
                  </a:lnTo>
                  <a:close/>
                </a:path>
                <a:path w="307340" h="130175">
                  <a:moveTo>
                    <a:pt x="61620" y="129540"/>
                  </a:moveTo>
                  <a:lnTo>
                    <a:pt x="61531" y="228"/>
                  </a:lnTo>
                  <a:lnTo>
                    <a:pt x="40068" y="254"/>
                  </a:lnTo>
                  <a:lnTo>
                    <a:pt x="40157" y="129565"/>
                  </a:lnTo>
                  <a:lnTo>
                    <a:pt x="61620" y="129540"/>
                  </a:lnTo>
                  <a:close/>
                </a:path>
                <a:path w="307340" h="130175">
                  <a:moveTo>
                    <a:pt x="261937" y="129362"/>
                  </a:moveTo>
                  <a:lnTo>
                    <a:pt x="261848" y="50"/>
                  </a:lnTo>
                  <a:lnTo>
                    <a:pt x="240372" y="63"/>
                  </a:lnTo>
                  <a:lnTo>
                    <a:pt x="240474" y="129387"/>
                  </a:lnTo>
                  <a:lnTo>
                    <a:pt x="261937" y="129362"/>
                  </a:lnTo>
                  <a:close/>
                </a:path>
                <a:path w="307340" h="130175">
                  <a:moveTo>
                    <a:pt x="306882" y="129311"/>
                  </a:moveTo>
                  <a:lnTo>
                    <a:pt x="306781" y="0"/>
                  </a:lnTo>
                  <a:lnTo>
                    <a:pt x="285318" y="12"/>
                  </a:lnTo>
                  <a:lnTo>
                    <a:pt x="285407" y="129336"/>
                  </a:lnTo>
                  <a:lnTo>
                    <a:pt x="306882" y="129311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0364347" y="1898888"/>
              <a:ext cx="137160" cy="144780"/>
            </a:xfrm>
            <a:custGeom>
              <a:avLst/>
              <a:gdLst/>
              <a:ahLst/>
              <a:cxnLst/>
              <a:rect l="l" t="t" r="r" b="b"/>
              <a:pathLst>
                <a:path w="137159" h="144780">
                  <a:moveTo>
                    <a:pt x="105431" y="0"/>
                  </a:moveTo>
                  <a:lnTo>
                    <a:pt x="31391" y="62"/>
                  </a:lnTo>
                  <a:lnTo>
                    <a:pt x="0" y="31506"/>
                  </a:lnTo>
                  <a:lnTo>
                    <a:pt x="62" y="112938"/>
                  </a:lnTo>
                  <a:lnTo>
                    <a:pt x="2540" y="125164"/>
                  </a:lnTo>
                  <a:lnTo>
                    <a:pt x="9282" y="135143"/>
                  </a:lnTo>
                  <a:lnTo>
                    <a:pt x="19275" y="141865"/>
                  </a:lnTo>
                  <a:lnTo>
                    <a:pt x="31506" y="144320"/>
                  </a:lnTo>
                  <a:lnTo>
                    <a:pt x="105546" y="144257"/>
                  </a:lnTo>
                  <a:lnTo>
                    <a:pt x="117772" y="141775"/>
                  </a:lnTo>
                  <a:lnTo>
                    <a:pt x="127752" y="135033"/>
                  </a:lnTo>
                  <a:lnTo>
                    <a:pt x="134477" y="125043"/>
                  </a:lnTo>
                  <a:lnTo>
                    <a:pt x="136938" y="112813"/>
                  </a:lnTo>
                  <a:lnTo>
                    <a:pt x="136864" y="31381"/>
                  </a:lnTo>
                  <a:lnTo>
                    <a:pt x="134388" y="19155"/>
                  </a:lnTo>
                  <a:lnTo>
                    <a:pt x="127650" y="9176"/>
                  </a:lnTo>
                  <a:lnTo>
                    <a:pt x="117661" y="2454"/>
                  </a:lnTo>
                  <a:lnTo>
                    <a:pt x="105431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0376085" y="1911264"/>
              <a:ext cx="113664" cy="120014"/>
            </a:xfrm>
            <a:custGeom>
              <a:avLst/>
              <a:gdLst/>
              <a:ahLst/>
              <a:cxnLst/>
              <a:rect l="l" t="t" r="r" b="b"/>
              <a:pathLst>
                <a:path w="113665" h="120014">
                  <a:moveTo>
                    <a:pt x="81966" y="0"/>
                  </a:moveTo>
                  <a:lnTo>
                    <a:pt x="31381" y="41"/>
                  </a:lnTo>
                  <a:lnTo>
                    <a:pt x="0" y="31485"/>
                  </a:lnTo>
                  <a:lnTo>
                    <a:pt x="52" y="88185"/>
                  </a:lnTo>
                  <a:lnTo>
                    <a:pt x="2528" y="100411"/>
                  </a:lnTo>
                  <a:lnTo>
                    <a:pt x="9266" y="110391"/>
                  </a:lnTo>
                  <a:lnTo>
                    <a:pt x="19256" y="117116"/>
                  </a:lnTo>
                  <a:lnTo>
                    <a:pt x="31485" y="119577"/>
                  </a:lnTo>
                  <a:lnTo>
                    <a:pt x="82070" y="119525"/>
                  </a:lnTo>
                  <a:lnTo>
                    <a:pt x="94296" y="117047"/>
                  </a:lnTo>
                  <a:lnTo>
                    <a:pt x="104275" y="110306"/>
                  </a:lnTo>
                  <a:lnTo>
                    <a:pt x="110997" y="100316"/>
                  </a:lnTo>
                  <a:lnTo>
                    <a:pt x="113452" y="88091"/>
                  </a:lnTo>
                  <a:lnTo>
                    <a:pt x="113410" y="31381"/>
                  </a:lnTo>
                  <a:lnTo>
                    <a:pt x="110928" y="19155"/>
                  </a:lnTo>
                  <a:lnTo>
                    <a:pt x="104186" y="9176"/>
                  </a:lnTo>
                  <a:lnTo>
                    <a:pt x="94195" y="2454"/>
                  </a:lnTo>
                  <a:lnTo>
                    <a:pt x="81966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5" name="object 125" descr=""/>
          <p:cNvGrpSpPr/>
          <p:nvPr/>
        </p:nvGrpSpPr>
        <p:grpSpPr>
          <a:xfrm>
            <a:off x="11104546" y="1803490"/>
            <a:ext cx="316230" cy="564515"/>
            <a:chOff x="11104546" y="1803490"/>
            <a:chExt cx="316230" cy="564515"/>
          </a:xfrm>
        </p:grpSpPr>
        <p:pic>
          <p:nvPicPr>
            <p:cNvPr id="126" name="object 126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275379" y="2111154"/>
              <a:ext cx="144948" cy="195505"/>
            </a:xfrm>
            <a:prstGeom prst="rect">
              <a:avLst/>
            </a:prstGeom>
          </p:spPr>
        </p:pic>
        <p:sp>
          <p:nvSpPr>
            <p:cNvPr id="127" name="object 127" descr=""/>
            <p:cNvSpPr/>
            <p:nvPr/>
          </p:nvSpPr>
          <p:spPr>
            <a:xfrm>
              <a:off x="11104546" y="2069251"/>
              <a:ext cx="218440" cy="298450"/>
            </a:xfrm>
            <a:custGeom>
              <a:avLst/>
              <a:gdLst/>
              <a:ahLst/>
              <a:cxnLst/>
              <a:rect l="l" t="t" r="r" b="b"/>
              <a:pathLst>
                <a:path w="218440" h="298450">
                  <a:moveTo>
                    <a:pt x="217930" y="0"/>
                  </a:moveTo>
                  <a:lnTo>
                    <a:pt x="0" y="0"/>
                  </a:lnTo>
                  <a:lnTo>
                    <a:pt x="0" y="208653"/>
                  </a:lnTo>
                  <a:lnTo>
                    <a:pt x="7040" y="243523"/>
                  </a:lnTo>
                  <a:lnTo>
                    <a:pt x="26241" y="272000"/>
                  </a:lnTo>
                  <a:lnTo>
                    <a:pt x="54718" y="291201"/>
                  </a:lnTo>
                  <a:lnTo>
                    <a:pt x="89588" y="298242"/>
                  </a:lnTo>
                  <a:lnTo>
                    <a:pt x="128341" y="298242"/>
                  </a:lnTo>
                  <a:lnTo>
                    <a:pt x="163212" y="291201"/>
                  </a:lnTo>
                  <a:lnTo>
                    <a:pt x="191689" y="272000"/>
                  </a:lnTo>
                  <a:lnTo>
                    <a:pt x="210889" y="243523"/>
                  </a:lnTo>
                  <a:lnTo>
                    <a:pt x="217930" y="208653"/>
                  </a:lnTo>
                  <a:lnTo>
                    <a:pt x="217930" y="0"/>
                  </a:lnTo>
                  <a:close/>
                </a:path>
              </a:pathLst>
            </a:custGeom>
            <a:solidFill>
              <a:srgbClr val="50A3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11119739" y="1803494"/>
              <a:ext cx="152400" cy="288290"/>
            </a:xfrm>
            <a:custGeom>
              <a:avLst/>
              <a:gdLst/>
              <a:ahLst/>
              <a:cxnLst/>
              <a:rect l="l" t="t" r="r" b="b"/>
              <a:pathLst>
                <a:path w="152400" h="288289">
                  <a:moveTo>
                    <a:pt x="38658" y="276555"/>
                  </a:moveTo>
                  <a:lnTo>
                    <a:pt x="35623" y="273240"/>
                  </a:lnTo>
                  <a:lnTo>
                    <a:pt x="31902" y="273240"/>
                  </a:lnTo>
                  <a:lnTo>
                    <a:pt x="3035" y="273240"/>
                  </a:lnTo>
                  <a:lnTo>
                    <a:pt x="0" y="276555"/>
                  </a:lnTo>
                  <a:lnTo>
                    <a:pt x="0" y="284759"/>
                  </a:lnTo>
                  <a:lnTo>
                    <a:pt x="3035" y="288086"/>
                  </a:lnTo>
                  <a:lnTo>
                    <a:pt x="35623" y="288086"/>
                  </a:lnTo>
                  <a:lnTo>
                    <a:pt x="38658" y="284759"/>
                  </a:lnTo>
                  <a:lnTo>
                    <a:pt x="38658" y="276555"/>
                  </a:lnTo>
                  <a:close/>
                </a:path>
                <a:path w="152400" h="288289">
                  <a:moveTo>
                    <a:pt x="151866" y="56769"/>
                  </a:moveTo>
                  <a:lnTo>
                    <a:pt x="130213" y="21158"/>
                  </a:lnTo>
                  <a:lnTo>
                    <a:pt x="81584" y="1346"/>
                  </a:lnTo>
                  <a:lnTo>
                    <a:pt x="77292" y="0"/>
                  </a:lnTo>
                  <a:lnTo>
                    <a:pt x="86156" y="8915"/>
                  </a:lnTo>
                  <a:lnTo>
                    <a:pt x="93065" y="25641"/>
                  </a:lnTo>
                  <a:lnTo>
                    <a:pt x="94284" y="45148"/>
                  </a:lnTo>
                  <a:lnTo>
                    <a:pt x="86067" y="62420"/>
                  </a:lnTo>
                  <a:lnTo>
                    <a:pt x="66179" y="82003"/>
                  </a:lnTo>
                  <a:lnTo>
                    <a:pt x="41160" y="107111"/>
                  </a:lnTo>
                  <a:lnTo>
                    <a:pt x="20447" y="130670"/>
                  </a:lnTo>
                  <a:lnTo>
                    <a:pt x="13462" y="145669"/>
                  </a:lnTo>
                  <a:lnTo>
                    <a:pt x="16624" y="152882"/>
                  </a:lnTo>
                  <a:lnTo>
                    <a:pt x="23558" y="161632"/>
                  </a:lnTo>
                  <a:lnTo>
                    <a:pt x="39535" y="177622"/>
                  </a:lnTo>
                  <a:lnTo>
                    <a:pt x="69862" y="206565"/>
                  </a:lnTo>
                  <a:lnTo>
                    <a:pt x="78905" y="222389"/>
                  </a:lnTo>
                  <a:lnTo>
                    <a:pt x="82905" y="242176"/>
                  </a:lnTo>
                  <a:lnTo>
                    <a:pt x="84442" y="258775"/>
                  </a:lnTo>
                  <a:lnTo>
                    <a:pt x="86067" y="265036"/>
                  </a:lnTo>
                  <a:lnTo>
                    <a:pt x="92900" y="256806"/>
                  </a:lnTo>
                  <a:lnTo>
                    <a:pt x="104736" y="240042"/>
                  </a:lnTo>
                  <a:lnTo>
                    <a:pt x="116179" y="222834"/>
                  </a:lnTo>
                  <a:lnTo>
                    <a:pt x="121843" y="213245"/>
                  </a:lnTo>
                  <a:lnTo>
                    <a:pt x="121259" y="200964"/>
                  </a:lnTo>
                  <a:lnTo>
                    <a:pt x="112115" y="168656"/>
                  </a:lnTo>
                  <a:lnTo>
                    <a:pt x="111709" y="157530"/>
                  </a:lnTo>
                  <a:lnTo>
                    <a:pt x="121869" y="135978"/>
                  </a:lnTo>
                  <a:lnTo>
                    <a:pt x="138925" y="96862"/>
                  </a:lnTo>
                  <a:lnTo>
                    <a:pt x="151866" y="56769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9" name="object 129" descr=""/>
          <p:cNvGrpSpPr/>
          <p:nvPr/>
        </p:nvGrpSpPr>
        <p:grpSpPr>
          <a:xfrm>
            <a:off x="8625901" y="1857622"/>
            <a:ext cx="549910" cy="226060"/>
            <a:chOff x="8625901" y="1857622"/>
            <a:chExt cx="549910" cy="226060"/>
          </a:xfrm>
        </p:grpSpPr>
        <p:sp>
          <p:nvSpPr>
            <p:cNvPr id="130" name="object 130" descr=""/>
            <p:cNvSpPr/>
            <p:nvPr/>
          </p:nvSpPr>
          <p:spPr>
            <a:xfrm>
              <a:off x="8625901" y="2014588"/>
              <a:ext cx="549910" cy="69215"/>
            </a:xfrm>
            <a:custGeom>
              <a:avLst/>
              <a:gdLst/>
              <a:ahLst/>
              <a:cxnLst/>
              <a:rect l="l" t="t" r="r" b="b"/>
              <a:pathLst>
                <a:path w="549909" h="69214">
                  <a:moveTo>
                    <a:pt x="221850" y="0"/>
                  </a:moveTo>
                  <a:lnTo>
                    <a:pt x="157196" y="3398"/>
                  </a:lnTo>
                  <a:lnTo>
                    <a:pt x="75214" y="13149"/>
                  </a:lnTo>
                  <a:lnTo>
                    <a:pt x="23539" y="24519"/>
                  </a:lnTo>
                  <a:lnTo>
                    <a:pt x="0" y="35891"/>
                  </a:lnTo>
                  <a:lnTo>
                    <a:pt x="2426" y="45648"/>
                  </a:lnTo>
                  <a:lnTo>
                    <a:pt x="45409" y="56168"/>
                  </a:lnTo>
                  <a:lnTo>
                    <a:pt x="97599" y="64922"/>
                  </a:lnTo>
                  <a:lnTo>
                    <a:pt x="168207" y="68456"/>
                  </a:lnTo>
                  <a:lnTo>
                    <a:pt x="219492" y="68923"/>
                  </a:lnTo>
                  <a:lnTo>
                    <a:pt x="277174" y="68815"/>
                  </a:lnTo>
                  <a:lnTo>
                    <a:pt x="333681" y="68346"/>
                  </a:lnTo>
                  <a:lnTo>
                    <a:pt x="412884" y="67197"/>
                  </a:lnTo>
                  <a:lnTo>
                    <a:pt x="492290" y="58684"/>
                  </a:lnTo>
                  <a:lnTo>
                    <a:pt x="547603" y="45648"/>
                  </a:lnTo>
                  <a:lnTo>
                    <a:pt x="549367" y="39973"/>
                  </a:lnTo>
                  <a:lnTo>
                    <a:pt x="539380" y="33486"/>
                  </a:lnTo>
                  <a:lnTo>
                    <a:pt x="477113" y="19188"/>
                  </a:lnTo>
                  <a:lnTo>
                    <a:pt x="395316" y="8267"/>
                  </a:lnTo>
                  <a:lnTo>
                    <a:pt x="342587" y="3432"/>
                  </a:lnTo>
                  <a:lnTo>
                    <a:pt x="284206" y="343"/>
                  </a:lnTo>
                  <a:lnTo>
                    <a:pt x="22185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8773650" y="1857622"/>
              <a:ext cx="272415" cy="167640"/>
            </a:xfrm>
            <a:custGeom>
              <a:avLst/>
              <a:gdLst/>
              <a:ahLst/>
              <a:cxnLst/>
              <a:rect l="l" t="t" r="r" b="b"/>
              <a:pathLst>
                <a:path w="272415" h="167639">
                  <a:moveTo>
                    <a:pt x="134341" y="0"/>
                  </a:moveTo>
                  <a:lnTo>
                    <a:pt x="79827" y="8303"/>
                  </a:lnTo>
                  <a:lnTo>
                    <a:pt x="33590" y="35360"/>
                  </a:lnTo>
                  <a:lnTo>
                    <a:pt x="11199" y="101083"/>
                  </a:lnTo>
                  <a:lnTo>
                    <a:pt x="0" y="145775"/>
                  </a:lnTo>
                  <a:lnTo>
                    <a:pt x="8010" y="160158"/>
                  </a:lnTo>
                  <a:lnTo>
                    <a:pt x="39032" y="166794"/>
                  </a:lnTo>
                  <a:lnTo>
                    <a:pt x="118583" y="167342"/>
                  </a:lnTo>
                  <a:lnTo>
                    <a:pt x="272180" y="163460"/>
                  </a:lnTo>
                  <a:lnTo>
                    <a:pt x="259768" y="99337"/>
                  </a:lnTo>
                  <a:lnTo>
                    <a:pt x="246899" y="52221"/>
                  </a:lnTo>
                  <a:lnTo>
                    <a:pt x="213008" y="15025"/>
                  </a:lnTo>
                  <a:lnTo>
                    <a:pt x="158050" y="661"/>
                  </a:lnTo>
                  <a:lnTo>
                    <a:pt x="134341" y="0"/>
                  </a:lnTo>
                  <a:close/>
                </a:path>
              </a:pathLst>
            </a:custGeom>
            <a:solidFill>
              <a:srgbClr val="364A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8631608" y="1991536"/>
              <a:ext cx="523875" cy="60960"/>
            </a:xfrm>
            <a:custGeom>
              <a:avLst/>
              <a:gdLst/>
              <a:ahLst/>
              <a:cxnLst/>
              <a:rect l="l" t="t" r="r" b="b"/>
              <a:pathLst>
                <a:path w="523875" h="60960">
                  <a:moveTo>
                    <a:pt x="297069" y="0"/>
                  </a:moveTo>
                  <a:lnTo>
                    <a:pt x="228310" y="1616"/>
                  </a:lnTo>
                  <a:lnTo>
                    <a:pt x="163622" y="8580"/>
                  </a:lnTo>
                  <a:lnTo>
                    <a:pt x="105727" y="19135"/>
                  </a:lnTo>
                  <a:lnTo>
                    <a:pt x="57344" y="31522"/>
                  </a:lnTo>
                  <a:lnTo>
                    <a:pt x="21195" y="43984"/>
                  </a:lnTo>
                  <a:lnTo>
                    <a:pt x="0" y="54762"/>
                  </a:lnTo>
                  <a:lnTo>
                    <a:pt x="25619" y="57689"/>
                  </a:lnTo>
                  <a:lnTo>
                    <a:pt x="45264" y="58939"/>
                  </a:lnTo>
                  <a:lnTo>
                    <a:pt x="68927" y="58757"/>
                  </a:lnTo>
                  <a:lnTo>
                    <a:pt x="149831" y="55955"/>
                  </a:lnTo>
                  <a:lnTo>
                    <a:pt x="209384" y="54463"/>
                  </a:lnTo>
                  <a:lnTo>
                    <a:pt x="276097" y="53400"/>
                  </a:lnTo>
                  <a:lnTo>
                    <a:pt x="340804" y="53250"/>
                  </a:lnTo>
                  <a:lnTo>
                    <a:pt x="394339" y="54499"/>
                  </a:lnTo>
                  <a:lnTo>
                    <a:pt x="459378" y="60485"/>
                  </a:lnTo>
                  <a:lnTo>
                    <a:pt x="490471" y="58492"/>
                  </a:lnTo>
                  <a:lnTo>
                    <a:pt x="514073" y="54910"/>
                  </a:lnTo>
                  <a:lnTo>
                    <a:pt x="523439" y="52993"/>
                  </a:lnTo>
                  <a:lnTo>
                    <a:pt x="447015" y="23646"/>
                  </a:lnTo>
                  <a:lnTo>
                    <a:pt x="397960" y="8343"/>
                  </a:lnTo>
                  <a:lnTo>
                    <a:pt x="355052" y="2117"/>
                  </a:lnTo>
                  <a:lnTo>
                    <a:pt x="297069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" name="object 133" descr=""/>
          <p:cNvGrpSpPr/>
          <p:nvPr/>
        </p:nvGrpSpPr>
        <p:grpSpPr>
          <a:xfrm>
            <a:off x="8644515" y="2178803"/>
            <a:ext cx="573405" cy="301625"/>
            <a:chOff x="8644515" y="2178803"/>
            <a:chExt cx="573405" cy="301625"/>
          </a:xfrm>
        </p:grpSpPr>
        <p:sp>
          <p:nvSpPr>
            <p:cNvPr id="134" name="object 134" descr=""/>
            <p:cNvSpPr/>
            <p:nvPr/>
          </p:nvSpPr>
          <p:spPr>
            <a:xfrm>
              <a:off x="8644515" y="2254134"/>
              <a:ext cx="573405" cy="226695"/>
            </a:xfrm>
            <a:custGeom>
              <a:avLst/>
              <a:gdLst/>
              <a:ahLst/>
              <a:cxnLst/>
              <a:rect l="l" t="t" r="r" b="b"/>
              <a:pathLst>
                <a:path w="573404" h="226694">
                  <a:moveTo>
                    <a:pt x="14676" y="0"/>
                  </a:moveTo>
                  <a:lnTo>
                    <a:pt x="58061" y="43791"/>
                  </a:lnTo>
                  <a:lnTo>
                    <a:pt x="114514" y="76683"/>
                  </a:lnTo>
                  <a:lnTo>
                    <a:pt x="175757" y="111447"/>
                  </a:lnTo>
                  <a:lnTo>
                    <a:pt x="231668" y="142110"/>
                  </a:lnTo>
                  <a:lnTo>
                    <a:pt x="272127" y="162698"/>
                  </a:lnTo>
                  <a:lnTo>
                    <a:pt x="312804" y="176621"/>
                  </a:lnTo>
                  <a:lnTo>
                    <a:pt x="369562" y="190553"/>
                  </a:lnTo>
                  <a:lnTo>
                    <a:pt x="432543" y="203439"/>
                  </a:lnTo>
                  <a:lnTo>
                    <a:pt x="491887" y="214224"/>
                  </a:lnTo>
                  <a:lnTo>
                    <a:pt x="537737" y="221850"/>
                  </a:lnTo>
                  <a:lnTo>
                    <a:pt x="570689" y="226190"/>
                  </a:lnTo>
                  <a:lnTo>
                    <a:pt x="572905" y="221848"/>
                  </a:lnTo>
                  <a:lnTo>
                    <a:pt x="521816" y="172887"/>
                  </a:lnTo>
                  <a:lnTo>
                    <a:pt x="475499" y="139805"/>
                  </a:lnTo>
                  <a:lnTo>
                    <a:pt x="426293" y="114377"/>
                  </a:lnTo>
                  <a:lnTo>
                    <a:pt x="375954" y="94295"/>
                  </a:lnTo>
                  <a:lnTo>
                    <a:pt x="278901" y="60924"/>
                  </a:lnTo>
                  <a:lnTo>
                    <a:pt x="235699" y="43016"/>
                  </a:lnTo>
                  <a:lnTo>
                    <a:pt x="179532" y="22507"/>
                  </a:lnTo>
                  <a:lnTo>
                    <a:pt x="116161" y="8097"/>
                  </a:lnTo>
                  <a:lnTo>
                    <a:pt x="57303" y="394"/>
                  </a:lnTo>
                  <a:lnTo>
                    <a:pt x="14676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8813366" y="2178803"/>
              <a:ext cx="285750" cy="218440"/>
            </a:xfrm>
            <a:custGeom>
              <a:avLst/>
              <a:gdLst/>
              <a:ahLst/>
              <a:cxnLst/>
              <a:rect l="l" t="t" r="r" b="b"/>
              <a:pathLst>
                <a:path w="285750" h="218439">
                  <a:moveTo>
                    <a:pt x="122813" y="0"/>
                  </a:moveTo>
                  <a:lnTo>
                    <a:pt x="80373" y="3159"/>
                  </a:lnTo>
                  <a:lnTo>
                    <a:pt x="46030" y="27737"/>
                  </a:lnTo>
                  <a:lnTo>
                    <a:pt x="23643" y="70347"/>
                  </a:lnTo>
                  <a:lnTo>
                    <a:pt x="0" y="119005"/>
                  </a:lnTo>
                  <a:lnTo>
                    <a:pt x="50300" y="165813"/>
                  </a:lnTo>
                  <a:lnTo>
                    <a:pt x="94792" y="191749"/>
                  </a:lnTo>
                  <a:lnTo>
                    <a:pt x="158431" y="206113"/>
                  </a:lnTo>
                  <a:lnTo>
                    <a:pt x="266169" y="218206"/>
                  </a:lnTo>
                  <a:lnTo>
                    <a:pt x="269274" y="201026"/>
                  </a:lnTo>
                  <a:lnTo>
                    <a:pt x="276034" y="161670"/>
                  </a:lnTo>
                  <a:lnTo>
                    <a:pt x="282624" y="118413"/>
                  </a:lnTo>
                  <a:lnTo>
                    <a:pt x="285216" y="89529"/>
                  </a:lnTo>
                  <a:lnTo>
                    <a:pt x="272282" y="71012"/>
                  </a:lnTo>
                  <a:lnTo>
                    <a:pt x="243270" y="42759"/>
                  </a:lnTo>
                  <a:lnTo>
                    <a:pt x="211587" y="16457"/>
                  </a:lnTo>
                  <a:lnTo>
                    <a:pt x="165284" y="1318"/>
                  </a:lnTo>
                  <a:lnTo>
                    <a:pt x="122813" y="0"/>
                  </a:lnTo>
                  <a:close/>
                </a:path>
              </a:pathLst>
            </a:custGeom>
            <a:solidFill>
              <a:srgbClr val="364A8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6" name="object 136" descr=""/>
          <p:cNvGrpSpPr/>
          <p:nvPr/>
        </p:nvGrpSpPr>
        <p:grpSpPr>
          <a:xfrm>
            <a:off x="10263289" y="2142148"/>
            <a:ext cx="352425" cy="168910"/>
            <a:chOff x="10263289" y="2142148"/>
            <a:chExt cx="352425" cy="168910"/>
          </a:xfrm>
        </p:grpSpPr>
        <p:sp>
          <p:nvSpPr>
            <p:cNvPr id="137" name="object 137" descr=""/>
            <p:cNvSpPr/>
            <p:nvPr/>
          </p:nvSpPr>
          <p:spPr>
            <a:xfrm>
              <a:off x="10263289" y="2178310"/>
              <a:ext cx="352425" cy="95885"/>
            </a:xfrm>
            <a:custGeom>
              <a:avLst/>
              <a:gdLst/>
              <a:ahLst/>
              <a:cxnLst/>
              <a:rect l="l" t="t" r="r" b="b"/>
              <a:pathLst>
                <a:path w="352425" h="95885">
                  <a:moveTo>
                    <a:pt x="351884" y="0"/>
                  </a:moveTo>
                  <a:lnTo>
                    <a:pt x="0" y="0"/>
                  </a:lnTo>
                  <a:lnTo>
                    <a:pt x="0" y="95599"/>
                  </a:lnTo>
                  <a:lnTo>
                    <a:pt x="351884" y="95599"/>
                  </a:lnTo>
                  <a:lnTo>
                    <a:pt x="35188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363844" y="2142148"/>
              <a:ext cx="153304" cy="168780"/>
            </a:xfrm>
            <a:prstGeom prst="rect">
              <a:avLst/>
            </a:prstGeom>
          </p:spPr>
        </p:pic>
      </p:grpSp>
      <p:pic>
        <p:nvPicPr>
          <p:cNvPr id="139" name="object 139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0697807" y="2142150"/>
            <a:ext cx="174908" cy="168780"/>
          </a:xfrm>
          <a:prstGeom prst="rect">
            <a:avLst/>
          </a:prstGeom>
        </p:spPr>
      </p:pic>
      <p:grpSp>
        <p:nvGrpSpPr>
          <p:cNvPr id="140" name="object 140" descr=""/>
          <p:cNvGrpSpPr/>
          <p:nvPr/>
        </p:nvGrpSpPr>
        <p:grpSpPr>
          <a:xfrm>
            <a:off x="11508848" y="2023178"/>
            <a:ext cx="229870" cy="342265"/>
            <a:chOff x="11508848" y="2023178"/>
            <a:chExt cx="229870" cy="342265"/>
          </a:xfrm>
        </p:grpSpPr>
        <p:sp>
          <p:nvSpPr>
            <p:cNvPr id="141" name="object 141" descr=""/>
            <p:cNvSpPr/>
            <p:nvPr/>
          </p:nvSpPr>
          <p:spPr>
            <a:xfrm>
              <a:off x="11521518" y="2077560"/>
              <a:ext cx="205740" cy="287655"/>
            </a:xfrm>
            <a:custGeom>
              <a:avLst/>
              <a:gdLst/>
              <a:ahLst/>
              <a:cxnLst/>
              <a:rect l="l" t="t" r="r" b="b"/>
              <a:pathLst>
                <a:path w="205740" h="287655">
                  <a:moveTo>
                    <a:pt x="205553" y="0"/>
                  </a:moveTo>
                  <a:lnTo>
                    <a:pt x="0" y="0"/>
                  </a:lnTo>
                  <a:lnTo>
                    <a:pt x="20166" y="287467"/>
                  </a:lnTo>
                  <a:lnTo>
                    <a:pt x="185156" y="287467"/>
                  </a:lnTo>
                  <a:lnTo>
                    <a:pt x="205553" y="0"/>
                  </a:lnTo>
                  <a:close/>
                </a:path>
              </a:pathLst>
            </a:custGeom>
            <a:solidFill>
              <a:srgbClr val="EDED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2" name="object 14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1523340" y="2103549"/>
              <a:ext cx="201889" cy="121169"/>
            </a:xfrm>
            <a:prstGeom prst="rect">
              <a:avLst/>
            </a:prstGeom>
          </p:spPr>
        </p:pic>
        <p:sp>
          <p:nvSpPr>
            <p:cNvPr id="143" name="object 143" descr=""/>
            <p:cNvSpPr/>
            <p:nvPr/>
          </p:nvSpPr>
          <p:spPr>
            <a:xfrm>
              <a:off x="11508848" y="2023178"/>
              <a:ext cx="229870" cy="54610"/>
            </a:xfrm>
            <a:custGeom>
              <a:avLst/>
              <a:gdLst/>
              <a:ahLst/>
              <a:cxnLst/>
              <a:rect l="l" t="t" r="r" b="b"/>
              <a:pathLst>
                <a:path w="229870" h="54610">
                  <a:moveTo>
                    <a:pt x="218223" y="0"/>
                  </a:moveTo>
                  <a:lnTo>
                    <a:pt x="12669" y="0"/>
                  </a:lnTo>
                  <a:lnTo>
                    <a:pt x="0" y="54385"/>
                  </a:lnTo>
                  <a:lnTo>
                    <a:pt x="229406" y="54385"/>
                  </a:lnTo>
                  <a:lnTo>
                    <a:pt x="218223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4" name="object 144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0697503" y="1897795"/>
            <a:ext cx="224459" cy="144341"/>
          </a:xfrm>
          <a:prstGeom prst="rect">
            <a:avLst/>
          </a:prstGeom>
        </p:spPr>
      </p:pic>
      <p:grpSp>
        <p:nvGrpSpPr>
          <p:cNvPr id="145" name="object 145" descr=""/>
          <p:cNvGrpSpPr/>
          <p:nvPr/>
        </p:nvGrpSpPr>
        <p:grpSpPr>
          <a:xfrm>
            <a:off x="3466996" y="1905364"/>
            <a:ext cx="561340" cy="973455"/>
            <a:chOff x="3466996" y="1905364"/>
            <a:chExt cx="561340" cy="973455"/>
          </a:xfrm>
        </p:grpSpPr>
        <p:pic>
          <p:nvPicPr>
            <p:cNvPr id="146" name="object 146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466996" y="2222491"/>
              <a:ext cx="82435" cy="207622"/>
            </a:xfrm>
            <a:prstGeom prst="rect">
              <a:avLst/>
            </a:prstGeom>
          </p:spPr>
        </p:pic>
        <p:sp>
          <p:nvSpPr>
            <p:cNvPr id="147" name="object 147" descr=""/>
            <p:cNvSpPr/>
            <p:nvPr/>
          </p:nvSpPr>
          <p:spPr>
            <a:xfrm>
              <a:off x="3519220" y="1961364"/>
              <a:ext cx="445134" cy="629920"/>
            </a:xfrm>
            <a:custGeom>
              <a:avLst/>
              <a:gdLst/>
              <a:ahLst/>
              <a:cxnLst/>
              <a:rect l="l" t="t" r="r" b="b"/>
              <a:pathLst>
                <a:path w="445135" h="629919">
                  <a:moveTo>
                    <a:pt x="235836" y="0"/>
                  </a:moveTo>
                  <a:lnTo>
                    <a:pt x="179398" y="200"/>
                  </a:lnTo>
                  <a:lnTo>
                    <a:pt x="127468" y="7514"/>
                  </a:lnTo>
                  <a:lnTo>
                    <a:pt x="87950" y="22721"/>
                  </a:lnTo>
                  <a:lnTo>
                    <a:pt x="37662" y="78246"/>
                  </a:lnTo>
                  <a:lnTo>
                    <a:pt x="16961" y="114251"/>
                  </a:lnTo>
                  <a:lnTo>
                    <a:pt x="125" y="192555"/>
                  </a:lnTo>
                  <a:lnTo>
                    <a:pt x="0" y="252348"/>
                  </a:lnTo>
                  <a:lnTo>
                    <a:pt x="3492" y="318350"/>
                  </a:lnTo>
                  <a:lnTo>
                    <a:pt x="9260" y="383549"/>
                  </a:lnTo>
                  <a:lnTo>
                    <a:pt x="15966" y="440932"/>
                  </a:lnTo>
                  <a:lnTo>
                    <a:pt x="22266" y="483488"/>
                  </a:lnTo>
                  <a:lnTo>
                    <a:pt x="48196" y="532445"/>
                  </a:lnTo>
                  <a:lnTo>
                    <a:pt x="89466" y="574645"/>
                  </a:lnTo>
                  <a:lnTo>
                    <a:pt x="136299" y="612932"/>
                  </a:lnTo>
                  <a:lnTo>
                    <a:pt x="174366" y="629435"/>
                  </a:lnTo>
                  <a:lnTo>
                    <a:pt x="199929" y="627828"/>
                  </a:lnTo>
                  <a:lnTo>
                    <a:pt x="266659" y="621284"/>
                  </a:lnTo>
                  <a:lnTo>
                    <a:pt x="292216" y="619676"/>
                  </a:lnTo>
                  <a:lnTo>
                    <a:pt x="360933" y="569692"/>
                  </a:lnTo>
                  <a:lnTo>
                    <a:pt x="392390" y="532284"/>
                  </a:lnTo>
                  <a:lnTo>
                    <a:pt x="412538" y="488154"/>
                  </a:lnTo>
                  <a:lnTo>
                    <a:pt x="420691" y="446321"/>
                  </a:lnTo>
                  <a:lnTo>
                    <a:pt x="430103" y="390051"/>
                  </a:lnTo>
                  <a:lnTo>
                    <a:pt x="438662" y="326413"/>
                  </a:lnTo>
                  <a:lnTo>
                    <a:pt x="444250" y="262473"/>
                  </a:lnTo>
                  <a:lnTo>
                    <a:pt x="444753" y="205297"/>
                  </a:lnTo>
                  <a:lnTo>
                    <a:pt x="438055" y="161952"/>
                  </a:lnTo>
                  <a:lnTo>
                    <a:pt x="421302" y="123920"/>
                  </a:lnTo>
                  <a:lnTo>
                    <a:pt x="394764" y="80509"/>
                  </a:lnTo>
                  <a:lnTo>
                    <a:pt x="363013" y="41787"/>
                  </a:lnTo>
                  <a:lnTo>
                    <a:pt x="330623" y="17820"/>
                  </a:lnTo>
                  <a:lnTo>
                    <a:pt x="288879" y="6133"/>
                  </a:lnTo>
                  <a:lnTo>
                    <a:pt x="235836" y="0"/>
                  </a:lnTo>
                  <a:close/>
                </a:path>
              </a:pathLst>
            </a:custGeom>
            <a:solidFill>
              <a:srgbClr val="DBB6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8" name="object 148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953431" y="2219615"/>
              <a:ext cx="74484" cy="207621"/>
            </a:xfrm>
            <a:prstGeom prst="rect">
              <a:avLst/>
            </a:prstGeom>
          </p:spPr>
        </p:pic>
        <p:sp>
          <p:nvSpPr>
            <p:cNvPr id="149" name="object 149" descr=""/>
            <p:cNvSpPr/>
            <p:nvPr/>
          </p:nvSpPr>
          <p:spPr>
            <a:xfrm>
              <a:off x="3493756" y="1905364"/>
              <a:ext cx="513080" cy="753110"/>
            </a:xfrm>
            <a:custGeom>
              <a:avLst/>
              <a:gdLst/>
              <a:ahLst/>
              <a:cxnLst/>
              <a:rect l="l" t="t" r="r" b="b"/>
              <a:pathLst>
                <a:path w="513079" h="753110">
                  <a:moveTo>
                    <a:pt x="290501" y="0"/>
                  </a:moveTo>
                  <a:lnTo>
                    <a:pt x="213712" y="4040"/>
                  </a:lnTo>
                  <a:lnTo>
                    <a:pt x="171884" y="11904"/>
                  </a:lnTo>
                  <a:lnTo>
                    <a:pt x="130468" y="25132"/>
                  </a:lnTo>
                  <a:lnTo>
                    <a:pt x="91492" y="44828"/>
                  </a:lnTo>
                  <a:lnTo>
                    <a:pt x="56983" y="72094"/>
                  </a:lnTo>
                  <a:lnTo>
                    <a:pt x="28968" y="108031"/>
                  </a:lnTo>
                  <a:lnTo>
                    <a:pt x="9473" y="153742"/>
                  </a:lnTo>
                  <a:lnTo>
                    <a:pt x="526" y="210330"/>
                  </a:lnTo>
                  <a:lnTo>
                    <a:pt x="0" y="342697"/>
                  </a:lnTo>
                  <a:lnTo>
                    <a:pt x="7825" y="446842"/>
                  </a:lnTo>
                  <a:lnTo>
                    <a:pt x="17377" y="515014"/>
                  </a:lnTo>
                  <a:lnTo>
                    <a:pt x="38877" y="575650"/>
                  </a:lnTo>
                  <a:lnTo>
                    <a:pt x="70065" y="636177"/>
                  </a:lnTo>
                  <a:lnTo>
                    <a:pt x="98806" y="688451"/>
                  </a:lnTo>
                  <a:lnTo>
                    <a:pt x="112269" y="691786"/>
                  </a:lnTo>
                  <a:lnTo>
                    <a:pt x="142082" y="691310"/>
                  </a:lnTo>
                  <a:lnTo>
                    <a:pt x="191230" y="705464"/>
                  </a:lnTo>
                  <a:lnTo>
                    <a:pt x="262696" y="752690"/>
                  </a:lnTo>
                  <a:lnTo>
                    <a:pt x="269266" y="739910"/>
                  </a:lnTo>
                  <a:lnTo>
                    <a:pt x="298981" y="716704"/>
                  </a:lnTo>
                  <a:lnTo>
                    <a:pt x="347790" y="697909"/>
                  </a:lnTo>
                  <a:lnTo>
                    <a:pt x="411645" y="698357"/>
                  </a:lnTo>
                  <a:lnTo>
                    <a:pt x="448877" y="649202"/>
                  </a:lnTo>
                  <a:lnTo>
                    <a:pt x="478024" y="592430"/>
                  </a:lnTo>
                  <a:lnTo>
                    <a:pt x="494689" y="442591"/>
                  </a:lnTo>
                  <a:lnTo>
                    <a:pt x="497124" y="354181"/>
                  </a:lnTo>
                  <a:lnTo>
                    <a:pt x="495248" y="297856"/>
                  </a:lnTo>
                  <a:lnTo>
                    <a:pt x="493611" y="278087"/>
                  </a:lnTo>
                  <a:lnTo>
                    <a:pt x="497150" y="150122"/>
                  </a:lnTo>
                  <a:lnTo>
                    <a:pt x="513034" y="147368"/>
                  </a:lnTo>
                  <a:lnTo>
                    <a:pt x="501767" y="112818"/>
                  </a:lnTo>
                  <a:lnTo>
                    <a:pt x="480265" y="79500"/>
                  </a:lnTo>
                  <a:lnTo>
                    <a:pt x="448904" y="49382"/>
                  </a:lnTo>
                  <a:lnTo>
                    <a:pt x="408060" y="24432"/>
                  </a:lnTo>
                  <a:lnTo>
                    <a:pt x="358107" y="6619"/>
                  </a:lnTo>
                  <a:lnTo>
                    <a:pt x="321407" y="1617"/>
                  </a:lnTo>
                  <a:lnTo>
                    <a:pt x="290501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3585573" y="2553221"/>
              <a:ext cx="333375" cy="325120"/>
            </a:xfrm>
            <a:custGeom>
              <a:avLst/>
              <a:gdLst/>
              <a:ahLst/>
              <a:cxnLst/>
              <a:rect l="l" t="t" r="r" b="b"/>
              <a:pathLst>
                <a:path w="333375" h="325119">
                  <a:moveTo>
                    <a:pt x="166612" y="0"/>
                  </a:moveTo>
                  <a:lnTo>
                    <a:pt x="125009" y="6214"/>
                  </a:lnTo>
                  <a:lnTo>
                    <a:pt x="71992" y="20183"/>
                  </a:lnTo>
                  <a:lnTo>
                    <a:pt x="26380" y="34209"/>
                  </a:lnTo>
                  <a:lnTo>
                    <a:pt x="6440" y="76846"/>
                  </a:lnTo>
                  <a:lnTo>
                    <a:pt x="3976" y="152585"/>
                  </a:lnTo>
                  <a:lnTo>
                    <a:pt x="0" y="261489"/>
                  </a:lnTo>
                  <a:lnTo>
                    <a:pt x="111295" y="309376"/>
                  </a:lnTo>
                  <a:lnTo>
                    <a:pt x="183104" y="325000"/>
                  </a:lnTo>
                  <a:lnTo>
                    <a:pt x="246667" y="308057"/>
                  </a:lnTo>
                  <a:lnTo>
                    <a:pt x="333225" y="258243"/>
                  </a:lnTo>
                  <a:lnTo>
                    <a:pt x="319341" y="42962"/>
                  </a:lnTo>
                  <a:lnTo>
                    <a:pt x="252749" y="18289"/>
                  </a:lnTo>
                  <a:lnTo>
                    <a:pt x="214642" y="5590"/>
                  </a:lnTo>
                  <a:lnTo>
                    <a:pt x="190703" y="836"/>
                  </a:lnTo>
                  <a:lnTo>
                    <a:pt x="166612" y="0"/>
                  </a:lnTo>
                  <a:close/>
                </a:path>
              </a:pathLst>
            </a:custGeom>
            <a:solidFill>
              <a:srgbClr val="DBB6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1" name="object 151" descr=""/>
          <p:cNvSpPr/>
          <p:nvPr/>
        </p:nvSpPr>
        <p:spPr>
          <a:xfrm>
            <a:off x="4775549" y="2052727"/>
            <a:ext cx="126364" cy="581660"/>
          </a:xfrm>
          <a:custGeom>
            <a:avLst/>
            <a:gdLst/>
            <a:ahLst/>
            <a:cxnLst/>
            <a:rect l="l" t="t" r="r" b="b"/>
            <a:pathLst>
              <a:path w="126364" h="581660">
                <a:moveTo>
                  <a:pt x="85515" y="0"/>
                </a:moveTo>
                <a:lnTo>
                  <a:pt x="69130" y="253229"/>
                </a:lnTo>
                <a:lnTo>
                  <a:pt x="54761" y="395165"/>
                </a:lnTo>
                <a:lnTo>
                  <a:pt x="34390" y="477583"/>
                </a:lnTo>
                <a:lnTo>
                  <a:pt x="0" y="552255"/>
                </a:lnTo>
                <a:lnTo>
                  <a:pt x="3383" y="570041"/>
                </a:lnTo>
                <a:lnTo>
                  <a:pt x="27228" y="580337"/>
                </a:lnTo>
                <a:lnTo>
                  <a:pt x="60737" y="581143"/>
                </a:lnTo>
                <a:lnTo>
                  <a:pt x="93117" y="570464"/>
                </a:lnTo>
                <a:lnTo>
                  <a:pt x="103783" y="498021"/>
                </a:lnTo>
                <a:lnTo>
                  <a:pt x="110826" y="428083"/>
                </a:lnTo>
                <a:lnTo>
                  <a:pt x="117617" y="351454"/>
                </a:lnTo>
                <a:lnTo>
                  <a:pt x="123113" y="279974"/>
                </a:lnTo>
                <a:lnTo>
                  <a:pt x="126271" y="225485"/>
                </a:lnTo>
                <a:lnTo>
                  <a:pt x="126048" y="199826"/>
                </a:lnTo>
                <a:lnTo>
                  <a:pt x="120687" y="176590"/>
                </a:lnTo>
                <a:lnTo>
                  <a:pt x="116386" y="146419"/>
                </a:lnTo>
                <a:lnTo>
                  <a:pt x="113785" y="113704"/>
                </a:lnTo>
                <a:lnTo>
                  <a:pt x="113525" y="82835"/>
                </a:lnTo>
                <a:lnTo>
                  <a:pt x="109776" y="53870"/>
                </a:lnTo>
                <a:lnTo>
                  <a:pt x="100078" y="27175"/>
                </a:lnTo>
                <a:lnTo>
                  <a:pt x="90101" y="7602"/>
                </a:lnTo>
                <a:lnTo>
                  <a:pt x="85515" y="0"/>
                </a:lnTo>
                <a:close/>
              </a:path>
            </a:pathLst>
          </a:custGeom>
          <a:solidFill>
            <a:srgbClr val="DBB69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2" name="object 152" descr=""/>
          <p:cNvGrpSpPr/>
          <p:nvPr/>
        </p:nvGrpSpPr>
        <p:grpSpPr>
          <a:xfrm>
            <a:off x="4377188" y="1898625"/>
            <a:ext cx="549275" cy="979805"/>
            <a:chOff x="4377188" y="1898625"/>
            <a:chExt cx="549275" cy="979805"/>
          </a:xfrm>
        </p:grpSpPr>
        <p:pic>
          <p:nvPicPr>
            <p:cNvPr id="153" name="object 15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4397864" y="2222491"/>
              <a:ext cx="82431" cy="207622"/>
            </a:xfrm>
            <a:prstGeom prst="rect">
              <a:avLst/>
            </a:prstGeom>
          </p:spPr>
        </p:pic>
        <p:sp>
          <p:nvSpPr>
            <p:cNvPr id="154" name="object 154" descr=""/>
            <p:cNvSpPr/>
            <p:nvPr/>
          </p:nvSpPr>
          <p:spPr>
            <a:xfrm>
              <a:off x="4417382" y="1963475"/>
              <a:ext cx="445134" cy="627380"/>
            </a:xfrm>
            <a:custGeom>
              <a:avLst/>
              <a:gdLst/>
              <a:ahLst/>
              <a:cxnLst/>
              <a:rect l="l" t="t" r="r" b="b"/>
              <a:pathLst>
                <a:path w="445135" h="627380">
                  <a:moveTo>
                    <a:pt x="235840" y="0"/>
                  </a:moveTo>
                  <a:lnTo>
                    <a:pt x="179402" y="200"/>
                  </a:lnTo>
                  <a:lnTo>
                    <a:pt x="127472" y="7490"/>
                  </a:lnTo>
                  <a:lnTo>
                    <a:pt x="87955" y="22648"/>
                  </a:lnTo>
                  <a:lnTo>
                    <a:pt x="37663" y="77984"/>
                  </a:lnTo>
                  <a:lnTo>
                    <a:pt x="16964" y="113867"/>
                  </a:lnTo>
                  <a:lnTo>
                    <a:pt x="126" y="191904"/>
                  </a:lnTo>
                  <a:lnTo>
                    <a:pt x="0" y="251496"/>
                  </a:lnTo>
                  <a:lnTo>
                    <a:pt x="3492" y="317277"/>
                  </a:lnTo>
                  <a:lnTo>
                    <a:pt x="9263" y="382257"/>
                  </a:lnTo>
                  <a:lnTo>
                    <a:pt x="15972" y="439449"/>
                  </a:lnTo>
                  <a:lnTo>
                    <a:pt x="22276" y="481862"/>
                  </a:lnTo>
                  <a:lnTo>
                    <a:pt x="48204" y="530653"/>
                  </a:lnTo>
                  <a:lnTo>
                    <a:pt x="89468" y="572712"/>
                  </a:lnTo>
                  <a:lnTo>
                    <a:pt x="136299" y="610872"/>
                  </a:lnTo>
                  <a:lnTo>
                    <a:pt x="174371" y="627320"/>
                  </a:lnTo>
                  <a:lnTo>
                    <a:pt x="199934" y="625724"/>
                  </a:lnTo>
                  <a:lnTo>
                    <a:pt x="266664" y="619201"/>
                  </a:lnTo>
                  <a:lnTo>
                    <a:pt x="292221" y="617593"/>
                  </a:lnTo>
                  <a:lnTo>
                    <a:pt x="360937" y="567778"/>
                  </a:lnTo>
                  <a:lnTo>
                    <a:pt x="392394" y="530496"/>
                  </a:lnTo>
                  <a:lnTo>
                    <a:pt x="412543" y="486515"/>
                  </a:lnTo>
                  <a:lnTo>
                    <a:pt x="420695" y="444822"/>
                  </a:lnTo>
                  <a:lnTo>
                    <a:pt x="430108" y="388742"/>
                  </a:lnTo>
                  <a:lnTo>
                    <a:pt x="438666" y="325318"/>
                  </a:lnTo>
                  <a:lnTo>
                    <a:pt x="444254" y="261593"/>
                  </a:lnTo>
                  <a:lnTo>
                    <a:pt x="444757" y="204608"/>
                  </a:lnTo>
                  <a:lnTo>
                    <a:pt x="438059" y="161408"/>
                  </a:lnTo>
                  <a:lnTo>
                    <a:pt x="421307" y="123504"/>
                  </a:lnTo>
                  <a:lnTo>
                    <a:pt x="394768" y="80237"/>
                  </a:lnTo>
                  <a:lnTo>
                    <a:pt x="363018" y="41643"/>
                  </a:lnTo>
                  <a:lnTo>
                    <a:pt x="330628" y="17758"/>
                  </a:lnTo>
                  <a:lnTo>
                    <a:pt x="288883" y="6111"/>
                  </a:lnTo>
                  <a:lnTo>
                    <a:pt x="235840" y="0"/>
                  </a:lnTo>
                  <a:close/>
                </a:path>
              </a:pathLst>
            </a:custGeom>
            <a:solidFill>
              <a:srgbClr val="DBB6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 descr=""/>
            <p:cNvSpPr/>
            <p:nvPr/>
          </p:nvSpPr>
          <p:spPr>
            <a:xfrm>
              <a:off x="4377188" y="1898625"/>
              <a:ext cx="525145" cy="751840"/>
            </a:xfrm>
            <a:custGeom>
              <a:avLst/>
              <a:gdLst/>
              <a:ahLst/>
              <a:cxnLst/>
              <a:rect l="l" t="t" r="r" b="b"/>
              <a:pathLst>
                <a:path w="525145" h="751839">
                  <a:moveTo>
                    <a:pt x="261922" y="0"/>
                  </a:moveTo>
                  <a:lnTo>
                    <a:pt x="219891" y="385"/>
                  </a:lnTo>
                  <a:lnTo>
                    <a:pt x="176401" y="5469"/>
                  </a:lnTo>
                  <a:lnTo>
                    <a:pt x="133623" y="16758"/>
                  </a:lnTo>
                  <a:lnTo>
                    <a:pt x="93730" y="35759"/>
                  </a:lnTo>
                  <a:lnTo>
                    <a:pt x="58894" y="63979"/>
                  </a:lnTo>
                  <a:lnTo>
                    <a:pt x="31287" y="102926"/>
                  </a:lnTo>
                  <a:lnTo>
                    <a:pt x="13080" y="154106"/>
                  </a:lnTo>
                  <a:lnTo>
                    <a:pt x="0" y="291224"/>
                  </a:lnTo>
                  <a:lnTo>
                    <a:pt x="10006" y="417479"/>
                  </a:lnTo>
                  <a:lnTo>
                    <a:pt x="27471" y="510003"/>
                  </a:lnTo>
                  <a:lnTo>
                    <a:pt x="47507" y="582297"/>
                  </a:lnTo>
                  <a:lnTo>
                    <a:pt x="74412" y="642935"/>
                  </a:lnTo>
                  <a:lnTo>
                    <a:pt x="102994" y="695189"/>
                  </a:lnTo>
                  <a:lnTo>
                    <a:pt x="110240" y="697321"/>
                  </a:lnTo>
                  <a:lnTo>
                    <a:pt x="126388" y="694206"/>
                  </a:lnTo>
                  <a:lnTo>
                    <a:pt x="161875" y="705716"/>
                  </a:lnTo>
                  <a:lnTo>
                    <a:pt x="227137" y="751722"/>
                  </a:lnTo>
                  <a:lnTo>
                    <a:pt x="234493" y="742826"/>
                  </a:lnTo>
                  <a:lnTo>
                    <a:pt x="262831" y="725385"/>
                  </a:lnTo>
                  <a:lnTo>
                    <a:pt x="306311" y="706975"/>
                  </a:lnTo>
                  <a:lnTo>
                    <a:pt x="359091" y="695174"/>
                  </a:lnTo>
                  <a:lnTo>
                    <a:pt x="415330" y="697556"/>
                  </a:lnTo>
                  <a:lnTo>
                    <a:pt x="458948" y="652578"/>
                  </a:lnTo>
                  <a:lnTo>
                    <a:pt x="492587" y="598755"/>
                  </a:lnTo>
                  <a:lnTo>
                    <a:pt x="509425" y="449111"/>
                  </a:lnTo>
                  <a:lnTo>
                    <a:pt x="511857" y="360751"/>
                  </a:lnTo>
                  <a:lnTo>
                    <a:pt x="509980" y="304457"/>
                  </a:lnTo>
                  <a:lnTo>
                    <a:pt x="508343" y="284699"/>
                  </a:lnTo>
                  <a:lnTo>
                    <a:pt x="507254" y="196712"/>
                  </a:lnTo>
                  <a:lnTo>
                    <a:pt x="525012" y="166923"/>
                  </a:lnTo>
                  <a:lnTo>
                    <a:pt x="513941" y="131252"/>
                  </a:lnTo>
                  <a:lnTo>
                    <a:pt x="492917" y="95236"/>
                  </a:lnTo>
                  <a:lnTo>
                    <a:pt x="462128" y="61891"/>
                  </a:lnTo>
                  <a:lnTo>
                    <a:pt x="421763" y="34238"/>
                  </a:lnTo>
                  <a:lnTo>
                    <a:pt x="372012" y="15294"/>
                  </a:lnTo>
                  <a:lnTo>
                    <a:pt x="332918" y="7293"/>
                  </a:lnTo>
                  <a:lnTo>
                    <a:pt x="300322" y="2805"/>
                  </a:lnTo>
                  <a:lnTo>
                    <a:pt x="261922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6" name="object 156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831484" y="2219614"/>
              <a:ext cx="94596" cy="207621"/>
            </a:xfrm>
            <a:prstGeom prst="rect">
              <a:avLst/>
            </a:prstGeom>
          </p:spPr>
        </p:pic>
        <p:sp>
          <p:nvSpPr>
            <p:cNvPr id="157" name="object 157" descr=""/>
            <p:cNvSpPr/>
            <p:nvPr/>
          </p:nvSpPr>
          <p:spPr>
            <a:xfrm>
              <a:off x="4473185" y="2552918"/>
              <a:ext cx="333375" cy="325755"/>
            </a:xfrm>
            <a:custGeom>
              <a:avLst/>
              <a:gdLst/>
              <a:ahLst/>
              <a:cxnLst/>
              <a:rect l="l" t="t" r="r" b="b"/>
              <a:pathLst>
                <a:path w="333375" h="325755">
                  <a:moveTo>
                    <a:pt x="127116" y="0"/>
                  </a:moveTo>
                  <a:lnTo>
                    <a:pt x="52244" y="20335"/>
                  </a:lnTo>
                  <a:lnTo>
                    <a:pt x="6994" y="40899"/>
                  </a:lnTo>
                  <a:lnTo>
                    <a:pt x="6440" y="77149"/>
                  </a:lnTo>
                  <a:lnTo>
                    <a:pt x="3976" y="152889"/>
                  </a:lnTo>
                  <a:lnTo>
                    <a:pt x="0" y="261793"/>
                  </a:lnTo>
                  <a:lnTo>
                    <a:pt x="111295" y="309680"/>
                  </a:lnTo>
                  <a:lnTo>
                    <a:pt x="183104" y="325304"/>
                  </a:lnTo>
                  <a:lnTo>
                    <a:pt x="246667" y="308361"/>
                  </a:lnTo>
                  <a:lnTo>
                    <a:pt x="333225" y="258547"/>
                  </a:lnTo>
                  <a:lnTo>
                    <a:pt x="319341" y="43265"/>
                  </a:lnTo>
                  <a:lnTo>
                    <a:pt x="229915" y="18417"/>
                  </a:lnTo>
                  <a:lnTo>
                    <a:pt x="180083" y="5628"/>
                  </a:lnTo>
                  <a:lnTo>
                    <a:pt x="151824" y="840"/>
                  </a:lnTo>
                  <a:lnTo>
                    <a:pt x="127116" y="0"/>
                  </a:lnTo>
                  <a:close/>
                </a:path>
              </a:pathLst>
            </a:custGeom>
            <a:solidFill>
              <a:srgbClr val="DBB69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8" name="object 158" descr=""/>
          <p:cNvSpPr/>
          <p:nvPr/>
        </p:nvSpPr>
        <p:spPr>
          <a:xfrm>
            <a:off x="883042" y="2559505"/>
            <a:ext cx="333375" cy="312420"/>
          </a:xfrm>
          <a:custGeom>
            <a:avLst/>
            <a:gdLst/>
            <a:ahLst/>
            <a:cxnLst/>
            <a:rect l="l" t="t" r="r" b="b"/>
            <a:pathLst>
              <a:path w="333375" h="312419">
                <a:moveTo>
                  <a:pt x="317383" y="0"/>
                </a:moveTo>
                <a:lnTo>
                  <a:pt x="7005" y="28020"/>
                </a:lnTo>
                <a:lnTo>
                  <a:pt x="6449" y="64270"/>
                </a:lnTo>
                <a:lnTo>
                  <a:pt x="3981" y="140010"/>
                </a:lnTo>
                <a:lnTo>
                  <a:pt x="0" y="248913"/>
                </a:lnTo>
                <a:lnTo>
                  <a:pt x="111301" y="296800"/>
                </a:lnTo>
                <a:lnTo>
                  <a:pt x="183113" y="312425"/>
                </a:lnTo>
                <a:lnTo>
                  <a:pt x="246678" y="295482"/>
                </a:lnTo>
                <a:lnTo>
                  <a:pt x="333235" y="245667"/>
                </a:lnTo>
                <a:lnTo>
                  <a:pt x="317383" y="0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9" name="object 159" descr=""/>
          <p:cNvGrpSpPr/>
          <p:nvPr/>
        </p:nvGrpSpPr>
        <p:grpSpPr>
          <a:xfrm>
            <a:off x="765555" y="1891237"/>
            <a:ext cx="547370" cy="796925"/>
            <a:chOff x="765555" y="1891237"/>
            <a:chExt cx="547370" cy="796925"/>
          </a:xfrm>
        </p:grpSpPr>
        <p:pic>
          <p:nvPicPr>
            <p:cNvPr id="160" name="object 160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5555" y="2276475"/>
              <a:ext cx="82783" cy="207616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817414" y="1952869"/>
              <a:ext cx="445770" cy="735330"/>
            </a:xfrm>
            <a:custGeom>
              <a:avLst/>
              <a:gdLst/>
              <a:ahLst/>
              <a:cxnLst/>
              <a:rect l="l" t="t" r="r" b="b"/>
              <a:pathLst>
                <a:path w="445769" h="735330">
                  <a:moveTo>
                    <a:pt x="236196" y="0"/>
                  </a:moveTo>
                  <a:lnTo>
                    <a:pt x="179758" y="224"/>
                  </a:lnTo>
                  <a:lnTo>
                    <a:pt x="127828" y="8358"/>
                  </a:lnTo>
                  <a:lnTo>
                    <a:pt x="88310" y="25268"/>
                  </a:lnTo>
                  <a:lnTo>
                    <a:pt x="38022" y="87001"/>
                  </a:lnTo>
                  <a:lnTo>
                    <a:pt x="17321" y="127029"/>
                  </a:lnTo>
                  <a:lnTo>
                    <a:pt x="822" y="206652"/>
                  </a:lnTo>
                  <a:lnTo>
                    <a:pt x="0" y="262994"/>
                  </a:lnTo>
                  <a:lnTo>
                    <a:pt x="2204" y="326114"/>
                  </a:lnTo>
                  <a:lnTo>
                    <a:pt x="6536" y="390790"/>
                  </a:lnTo>
                  <a:lnTo>
                    <a:pt x="12100" y="451797"/>
                  </a:lnTo>
                  <a:lnTo>
                    <a:pt x="17995" y="503913"/>
                  </a:lnTo>
                  <a:lnTo>
                    <a:pt x="23325" y="541916"/>
                  </a:lnTo>
                  <a:lnTo>
                    <a:pt x="47225" y="595140"/>
                  </a:lnTo>
                  <a:lnTo>
                    <a:pt x="85488" y="649720"/>
                  </a:lnTo>
                  <a:lnTo>
                    <a:pt x="129154" y="701732"/>
                  </a:lnTo>
                  <a:lnTo>
                    <a:pt x="165397" y="728587"/>
                  </a:lnTo>
                  <a:lnTo>
                    <a:pt x="224013" y="734843"/>
                  </a:lnTo>
                  <a:lnTo>
                    <a:pt x="256920" y="734733"/>
                  </a:lnTo>
                  <a:lnTo>
                    <a:pt x="317813" y="703402"/>
                  </a:lnTo>
                  <a:lnTo>
                    <a:pt x="358129" y="650788"/>
                  </a:lnTo>
                  <a:lnTo>
                    <a:pt x="391896" y="596997"/>
                  </a:lnTo>
                  <a:lnTo>
                    <a:pt x="412073" y="547032"/>
                  </a:lnTo>
                  <a:lnTo>
                    <a:pt x="426920" y="458508"/>
                  </a:lnTo>
                  <a:lnTo>
                    <a:pt x="434982" y="398823"/>
                  </a:lnTo>
                  <a:lnTo>
                    <a:pt x="441579" y="335874"/>
                  </a:lnTo>
                  <a:lnTo>
                    <a:pt x="445295" y="274924"/>
                  </a:lnTo>
                  <a:lnTo>
                    <a:pt x="444713" y="221234"/>
                  </a:lnTo>
                  <a:lnTo>
                    <a:pt x="438415" y="180070"/>
                  </a:lnTo>
                  <a:lnTo>
                    <a:pt x="421662" y="137782"/>
                  </a:lnTo>
                  <a:lnTo>
                    <a:pt x="395124" y="89516"/>
                  </a:lnTo>
                  <a:lnTo>
                    <a:pt x="363373" y="46462"/>
                  </a:lnTo>
                  <a:lnTo>
                    <a:pt x="330983" y="19813"/>
                  </a:lnTo>
                  <a:lnTo>
                    <a:pt x="289239" y="6818"/>
                  </a:lnTo>
                  <a:lnTo>
                    <a:pt x="236196" y="0"/>
                  </a:lnTo>
                  <a:close/>
                </a:path>
              </a:pathLst>
            </a:custGeom>
            <a:solidFill>
              <a:srgbClr val="DBB69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789175" y="1891237"/>
              <a:ext cx="495300" cy="503555"/>
            </a:xfrm>
            <a:custGeom>
              <a:avLst/>
              <a:gdLst/>
              <a:ahLst/>
              <a:cxnLst/>
              <a:rect l="l" t="t" r="r" b="b"/>
              <a:pathLst>
                <a:path w="495300" h="503555">
                  <a:moveTo>
                    <a:pt x="211996" y="0"/>
                  </a:moveTo>
                  <a:lnTo>
                    <a:pt x="168727" y="6543"/>
                  </a:lnTo>
                  <a:lnTo>
                    <a:pt x="111523" y="28795"/>
                  </a:lnTo>
                  <a:lnTo>
                    <a:pt x="67163" y="55041"/>
                  </a:lnTo>
                  <a:lnTo>
                    <a:pt x="34739" y="84262"/>
                  </a:lnTo>
                  <a:lnTo>
                    <a:pt x="2066" y="147558"/>
                  </a:lnTo>
                  <a:lnTo>
                    <a:pt x="0" y="179596"/>
                  </a:lnTo>
                  <a:lnTo>
                    <a:pt x="18741" y="151649"/>
                  </a:lnTo>
                  <a:lnTo>
                    <a:pt x="31900" y="146692"/>
                  </a:lnTo>
                  <a:lnTo>
                    <a:pt x="45698" y="168651"/>
                  </a:lnTo>
                  <a:lnTo>
                    <a:pt x="66354" y="221448"/>
                  </a:lnTo>
                  <a:lnTo>
                    <a:pt x="74548" y="219997"/>
                  </a:lnTo>
                  <a:lnTo>
                    <a:pt x="95923" y="211342"/>
                  </a:lnTo>
                  <a:lnTo>
                    <a:pt x="129517" y="199278"/>
                  </a:lnTo>
                  <a:lnTo>
                    <a:pt x="174369" y="187598"/>
                  </a:lnTo>
                  <a:lnTo>
                    <a:pt x="229517" y="180096"/>
                  </a:lnTo>
                  <a:lnTo>
                    <a:pt x="294001" y="180565"/>
                  </a:lnTo>
                  <a:lnTo>
                    <a:pt x="366857" y="192800"/>
                  </a:lnTo>
                  <a:lnTo>
                    <a:pt x="417777" y="205719"/>
                  </a:lnTo>
                  <a:lnTo>
                    <a:pt x="427107" y="207731"/>
                  </a:lnTo>
                  <a:lnTo>
                    <a:pt x="432120" y="229285"/>
                  </a:lnTo>
                  <a:lnTo>
                    <a:pt x="436671" y="281970"/>
                  </a:lnTo>
                  <a:lnTo>
                    <a:pt x="440856" y="350754"/>
                  </a:lnTo>
                  <a:lnTo>
                    <a:pt x="444774" y="420607"/>
                  </a:lnTo>
                  <a:lnTo>
                    <a:pt x="448521" y="476499"/>
                  </a:lnTo>
                  <a:lnTo>
                    <a:pt x="452195" y="503397"/>
                  </a:lnTo>
                  <a:lnTo>
                    <a:pt x="456791" y="494031"/>
                  </a:lnTo>
                  <a:lnTo>
                    <a:pt x="463464" y="465285"/>
                  </a:lnTo>
                  <a:lnTo>
                    <a:pt x="473901" y="413610"/>
                  </a:lnTo>
                  <a:lnTo>
                    <a:pt x="480669" y="381513"/>
                  </a:lnTo>
                  <a:lnTo>
                    <a:pt x="486328" y="345553"/>
                  </a:lnTo>
                  <a:lnTo>
                    <a:pt x="490891" y="307384"/>
                  </a:lnTo>
                  <a:lnTo>
                    <a:pt x="494372" y="268661"/>
                  </a:lnTo>
                  <a:lnTo>
                    <a:pt x="495141" y="219030"/>
                  </a:lnTo>
                  <a:lnTo>
                    <a:pt x="489731" y="169195"/>
                  </a:lnTo>
                  <a:lnTo>
                    <a:pt x="477609" y="123389"/>
                  </a:lnTo>
                  <a:lnTo>
                    <a:pt x="458241" y="85848"/>
                  </a:lnTo>
                  <a:lnTo>
                    <a:pt x="399092" y="45014"/>
                  </a:lnTo>
                  <a:lnTo>
                    <a:pt x="357525" y="28387"/>
                  </a:lnTo>
                  <a:lnTo>
                    <a:pt x="310050" y="13573"/>
                  </a:lnTo>
                  <a:lnTo>
                    <a:pt x="260322" y="3227"/>
                  </a:lnTo>
                  <a:lnTo>
                    <a:pt x="211996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3" name="object 163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234066" y="2267411"/>
              <a:ext cx="78658" cy="207625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815195" y="2040237"/>
              <a:ext cx="43815" cy="337820"/>
            </a:xfrm>
            <a:custGeom>
              <a:avLst/>
              <a:gdLst/>
              <a:ahLst/>
              <a:cxnLst/>
              <a:rect l="l" t="t" r="r" b="b"/>
              <a:pathLst>
                <a:path w="43815" h="337819">
                  <a:moveTo>
                    <a:pt x="2107" y="0"/>
                  </a:moveTo>
                  <a:lnTo>
                    <a:pt x="1404" y="34684"/>
                  </a:lnTo>
                  <a:lnTo>
                    <a:pt x="234" y="114400"/>
                  </a:lnTo>
                  <a:lnTo>
                    <a:pt x="0" y="202639"/>
                  </a:lnTo>
                  <a:lnTo>
                    <a:pt x="2107" y="262892"/>
                  </a:lnTo>
                  <a:lnTo>
                    <a:pt x="7042" y="306293"/>
                  </a:lnTo>
                  <a:lnTo>
                    <a:pt x="8952" y="319881"/>
                  </a:lnTo>
                  <a:lnTo>
                    <a:pt x="11687" y="337371"/>
                  </a:lnTo>
                  <a:lnTo>
                    <a:pt x="11429" y="333217"/>
                  </a:lnTo>
                  <a:lnTo>
                    <a:pt x="11084" y="320648"/>
                  </a:lnTo>
                  <a:lnTo>
                    <a:pt x="12703" y="269646"/>
                  </a:lnTo>
                  <a:lnTo>
                    <a:pt x="18746" y="208387"/>
                  </a:lnTo>
                  <a:lnTo>
                    <a:pt x="27285" y="152880"/>
                  </a:lnTo>
                  <a:lnTo>
                    <a:pt x="43330" y="53809"/>
                  </a:lnTo>
                  <a:lnTo>
                    <a:pt x="2107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228082" y="2120422"/>
              <a:ext cx="57150" cy="128270"/>
            </a:xfrm>
            <a:custGeom>
              <a:avLst/>
              <a:gdLst/>
              <a:ahLst/>
              <a:cxnLst/>
              <a:rect l="l" t="t" r="r" b="b"/>
              <a:pathLst>
                <a:path w="57150" h="128269">
                  <a:moveTo>
                    <a:pt x="56553" y="0"/>
                  </a:moveTo>
                  <a:lnTo>
                    <a:pt x="0" y="63306"/>
                  </a:lnTo>
                  <a:lnTo>
                    <a:pt x="3308" y="128153"/>
                  </a:lnTo>
                  <a:lnTo>
                    <a:pt x="54333" y="53380"/>
                  </a:lnTo>
                  <a:lnTo>
                    <a:pt x="56553" y="0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6" name="object 166" descr=""/>
          <p:cNvGrpSpPr/>
          <p:nvPr/>
        </p:nvGrpSpPr>
        <p:grpSpPr>
          <a:xfrm>
            <a:off x="1658644" y="1910509"/>
            <a:ext cx="586740" cy="898525"/>
            <a:chOff x="1658644" y="1910509"/>
            <a:chExt cx="586740" cy="898525"/>
          </a:xfrm>
        </p:grpSpPr>
        <p:sp>
          <p:nvSpPr>
            <p:cNvPr id="167" name="object 167" descr=""/>
            <p:cNvSpPr/>
            <p:nvPr/>
          </p:nvSpPr>
          <p:spPr>
            <a:xfrm>
              <a:off x="1821136" y="2400543"/>
              <a:ext cx="338455" cy="408305"/>
            </a:xfrm>
            <a:custGeom>
              <a:avLst/>
              <a:gdLst/>
              <a:ahLst/>
              <a:cxnLst/>
              <a:rect l="l" t="t" r="r" b="b"/>
              <a:pathLst>
                <a:path w="338455" h="408305">
                  <a:moveTo>
                    <a:pt x="316482" y="0"/>
                  </a:moveTo>
                  <a:lnTo>
                    <a:pt x="266491" y="29789"/>
                  </a:lnTo>
                  <a:lnTo>
                    <a:pt x="156802" y="96711"/>
                  </a:lnTo>
                  <a:lnTo>
                    <a:pt x="47846" y="167101"/>
                  </a:lnTo>
                  <a:lnTo>
                    <a:pt x="52" y="207292"/>
                  </a:lnTo>
                  <a:lnTo>
                    <a:pt x="2236" y="220500"/>
                  </a:lnTo>
                  <a:lnTo>
                    <a:pt x="2959" y="243694"/>
                  </a:lnTo>
                  <a:lnTo>
                    <a:pt x="2215" y="293784"/>
                  </a:lnTo>
                  <a:lnTo>
                    <a:pt x="0" y="387684"/>
                  </a:lnTo>
                  <a:lnTo>
                    <a:pt x="109430" y="405369"/>
                  </a:lnTo>
                  <a:lnTo>
                    <a:pt x="181146" y="407873"/>
                  </a:lnTo>
                  <a:lnTo>
                    <a:pt x="246862" y="392144"/>
                  </a:lnTo>
                  <a:lnTo>
                    <a:pt x="338293" y="355130"/>
                  </a:lnTo>
                  <a:lnTo>
                    <a:pt x="316482" y="0"/>
                  </a:lnTo>
                  <a:close/>
                </a:path>
              </a:pathLst>
            </a:custGeom>
            <a:solidFill>
              <a:srgbClr val="CF9E7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8" name="object 168" descr=""/>
            <p:cNvSpPr/>
            <p:nvPr/>
          </p:nvSpPr>
          <p:spPr>
            <a:xfrm>
              <a:off x="1704976" y="1910509"/>
              <a:ext cx="540385" cy="540385"/>
            </a:xfrm>
            <a:custGeom>
              <a:avLst/>
              <a:gdLst/>
              <a:ahLst/>
              <a:cxnLst/>
              <a:rect l="l" t="t" r="r" b="b"/>
              <a:pathLst>
                <a:path w="540385" h="540385">
                  <a:moveTo>
                    <a:pt x="290743" y="0"/>
                  </a:moveTo>
                  <a:lnTo>
                    <a:pt x="228276" y="3097"/>
                  </a:lnTo>
                  <a:lnTo>
                    <a:pt x="175199" y="10892"/>
                  </a:lnTo>
                  <a:lnTo>
                    <a:pt x="130651" y="22403"/>
                  </a:lnTo>
                  <a:lnTo>
                    <a:pt x="93772" y="36643"/>
                  </a:lnTo>
                  <a:lnTo>
                    <a:pt x="39579" y="69379"/>
                  </a:lnTo>
                  <a:lnTo>
                    <a:pt x="5738" y="101227"/>
                  </a:lnTo>
                  <a:lnTo>
                    <a:pt x="11095" y="175113"/>
                  </a:lnTo>
                  <a:lnTo>
                    <a:pt x="15420" y="213274"/>
                  </a:lnTo>
                  <a:lnTo>
                    <a:pt x="20998" y="227886"/>
                  </a:lnTo>
                  <a:lnTo>
                    <a:pt x="30114" y="231129"/>
                  </a:lnTo>
                  <a:lnTo>
                    <a:pt x="44019" y="263338"/>
                  </a:lnTo>
                  <a:lnTo>
                    <a:pt x="2136" y="518325"/>
                  </a:lnTo>
                  <a:lnTo>
                    <a:pt x="1759" y="521309"/>
                  </a:lnTo>
                  <a:lnTo>
                    <a:pt x="1036" y="524241"/>
                  </a:lnTo>
                  <a:lnTo>
                    <a:pt x="0" y="527057"/>
                  </a:lnTo>
                  <a:lnTo>
                    <a:pt x="336565" y="540387"/>
                  </a:lnTo>
                  <a:lnTo>
                    <a:pt x="380848" y="531448"/>
                  </a:lnTo>
                  <a:lnTo>
                    <a:pt x="422859" y="518636"/>
                  </a:lnTo>
                  <a:lnTo>
                    <a:pt x="460915" y="499941"/>
                  </a:lnTo>
                  <a:lnTo>
                    <a:pt x="493330" y="473349"/>
                  </a:lnTo>
                  <a:lnTo>
                    <a:pt x="518420" y="436849"/>
                  </a:lnTo>
                  <a:lnTo>
                    <a:pt x="534501" y="388430"/>
                  </a:lnTo>
                  <a:lnTo>
                    <a:pt x="539889" y="326079"/>
                  </a:lnTo>
                  <a:lnTo>
                    <a:pt x="535342" y="233143"/>
                  </a:lnTo>
                  <a:lnTo>
                    <a:pt x="524576" y="159202"/>
                  </a:lnTo>
                  <a:lnTo>
                    <a:pt x="509585" y="102467"/>
                  </a:lnTo>
                  <a:lnTo>
                    <a:pt x="492366" y="61151"/>
                  </a:lnTo>
                  <a:lnTo>
                    <a:pt x="459220" y="17624"/>
                  </a:lnTo>
                  <a:lnTo>
                    <a:pt x="363459" y="2585"/>
                  </a:lnTo>
                  <a:lnTo>
                    <a:pt x="290743" y="0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9" name="object 169" descr=""/>
            <p:cNvSpPr/>
            <p:nvPr/>
          </p:nvSpPr>
          <p:spPr>
            <a:xfrm>
              <a:off x="1707405" y="2084221"/>
              <a:ext cx="350520" cy="597535"/>
            </a:xfrm>
            <a:custGeom>
              <a:avLst/>
              <a:gdLst/>
              <a:ahLst/>
              <a:cxnLst/>
              <a:rect l="l" t="t" r="r" b="b"/>
              <a:pathLst>
                <a:path w="350519" h="597535">
                  <a:moveTo>
                    <a:pt x="229249" y="0"/>
                  </a:moveTo>
                  <a:lnTo>
                    <a:pt x="190185" y="15576"/>
                  </a:lnTo>
                  <a:lnTo>
                    <a:pt x="156178" y="26644"/>
                  </a:lnTo>
                  <a:lnTo>
                    <a:pt x="108342" y="38491"/>
                  </a:lnTo>
                  <a:lnTo>
                    <a:pt x="27789" y="56406"/>
                  </a:lnTo>
                  <a:lnTo>
                    <a:pt x="22444" y="101615"/>
                  </a:lnTo>
                  <a:lnTo>
                    <a:pt x="11220" y="210409"/>
                  </a:lnTo>
                  <a:lnTo>
                    <a:pt x="1333" y="342539"/>
                  </a:lnTo>
                  <a:lnTo>
                    <a:pt x="0" y="457755"/>
                  </a:lnTo>
                  <a:lnTo>
                    <a:pt x="3846" y="514906"/>
                  </a:lnTo>
                  <a:lnTo>
                    <a:pt x="13182" y="558925"/>
                  </a:lnTo>
                  <a:lnTo>
                    <a:pt x="35515" y="587229"/>
                  </a:lnTo>
                  <a:lnTo>
                    <a:pt x="78353" y="597238"/>
                  </a:lnTo>
                  <a:lnTo>
                    <a:pt x="128648" y="590241"/>
                  </a:lnTo>
                  <a:lnTo>
                    <a:pt x="184318" y="573336"/>
                  </a:lnTo>
                  <a:lnTo>
                    <a:pt x="236417" y="552655"/>
                  </a:lnTo>
                  <a:lnTo>
                    <a:pt x="275998" y="534328"/>
                  </a:lnTo>
                  <a:lnTo>
                    <a:pt x="322392" y="486990"/>
                  </a:lnTo>
                  <a:lnTo>
                    <a:pt x="339975" y="435856"/>
                  </a:lnTo>
                  <a:lnTo>
                    <a:pt x="348704" y="380089"/>
                  </a:lnTo>
                  <a:lnTo>
                    <a:pt x="350415" y="328696"/>
                  </a:lnTo>
                  <a:lnTo>
                    <a:pt x="346946" y="290684"/>
                  </a:lnTo>
                  <a:lnTo>
                    <a:pt x="340136" y="275059"/>
                  </a:lnTo>
                  <a:lnTo>
                    <a:pt x="312558" y="255308"/>
                  </a:lnTo>
                  <a:lnTo>
                    <a:pt x="290423" y="213423"/>
                  </a:lnTo>
                  <a:lnTo>
                    <a:pt x="272812" y="158775"/>
                  </a:lnTo>
                  <a:lnTo>
                    <a:pt x="258808" y="100737"/>
                  </a:lnTo>
                  <a:lnTo>
                    <a:pt x="247491" y="48680"/>
                  </a:lnTo>
                  <a:lnTo>
                    <a:pt x="237944" y="11977"/>
                  </a:lnTo>
                  <a:lnTo>
                    <a:pt x="229249" y="0"/>
                  </a:lnTo>
                  <a:close/>
                </a:path>
              </a:pathLst>
            </a:custGeom>
            <a:solidFill>
              <a:srgbClr val="DBB6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0" name="object 17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658644" y="2307517"/>
              <a:ext cx="107138" cy="139639"/>
            </a:xfrm>
            <a:prstGeom prst="rect">
              <a:avLst/>
            </a:prstGeom>
          </p:spPr>
        </p:pic>
        <p:pic>
          <p:nvPicPr>
            <p:cNvPr id="171" name="object 171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964266" y="2114452"/>
              <a:ext cx="195166" cy="353940"/>
            </a:xfrm>
            <a:prstGeom prst="rect">
              <a:avLst/>
            </a:prstGeom>
          </p:spPr>
        </p:pic>
      </p:grpSp>
      <p:sp>
        <p:nvSpPr>
          <p:cNvPr id="172" name="object 172" descr=""/>
          <p:cNvSpPr/>
          <p:nvPr/>
        </p:nvSpPr>
        <p:spPr>
          <a:xfrm>
            <a:off x="2736963" y="2553215"/>
            <a:ext cx="333375" cy="312420"/>
          </a:xfrm>
          <a:custGeom>
            <a:avLst/>
            <a:gdLst/>
            <a:ahLst/>
            <a:cxnLst/>
            <a:rect l="l" t="t" r="r" b="b"/>
            <a:pathLst>
              <a:path w="333375" h="312419">
                <a:moveTo>
                  <a:pt x="317383" y="0"/>
                </a:moveTo>
                <a:lnTo>
                  <a:pt x="7005" y="28020"/>
                </a:lnTo>
                <a:lnTo>
                  <a:pt x="6449" y="64270"/>
                </a:lnTo>
                <a:lnTo>
                  <a:pt x="3981" y="140010"/>
                </a:lnTo>
                <a:lnTo>
                  <a:pt x="0" y="248913"/>
                </a:lnTo>
                <a:lnTo>
                  <a:pt x="111301" y="296800"/>
                </a:lnTo>
                <a:lnTo>
                  <a:pt x="183113" y="312425"/>
                </a:lnTo>
                <a:lnTo>
                  <a:pt x="246678" y="295482"/>
                </a:lnTo>
                <a:lnTo>
                  <a:pt x="333235" y="245667"/>
                </a:lnTo>
                <a:lnTo>
                  <a:pt x="317383" y="0"/>
                </a:lnTo>
                <a:close/>
              </a:path>
            </a:pathLst>
          </a:custGeom>
          <a:solidFill>
            <a:srgbClr val="CF9E7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3" name="object 173" descr=""/>
          <p:cNvGrpSpPr/>
          <p:nvPr/>
        </p:nvGrpSpPr>
        <p:grpSpPr>
          <a:xfrm>
            <a:off x="2618962" y="1896738"/>
            <a:ext cx="523240" cy="804545"/>
            <a:chOff x="2618962" y="1896738"/>
            <a:chExt cx="523240" cy="804545"/>
          </a:xfrm>
        </p:grpSpPr>
        <p:pic>
          <p:nvPicPr>
            <p:cNvPr id="174" name="object 174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2618962" y="2284743"/>
              <a:ext cx="82439" cy="207622"/>
            </a:xfrm>
            <a:prstGeom prst="rect">
              <a:avLst/>
            </a:prstGeom>
          </p:spPr>
        </p:pic>
        <p:sp>
          <p:nvSpPr>
            <p:cNvPr id="175" name="object 175" descr=""/>
            <p:cNvSpPr/>
            <p:nvPr/>
          </p:nvSpPr>
          <p:spPr>
            <a:xfrm>
              <a:off x="2652438" y="1973819"/>
              <a:ext cx="445770" cy="727075"/>
            </a:xfrm>
            <a:custGeom>
              <a:avLst/>
              <a:gdLst/>
              <a:ahLst/>
              <a:cxnLst/>
              <a:rect l="l" t="t" r="r" b="b"/>
              <a:pathLst>
                <a:path w="445769" h="727075">
                  <a:moveTo>
                    <a:pt x="236200" y="0"/>
                  </a:moveTo>
                  <a:lnTo>
                    <a:pt x="179762" y="223"/>
                  </a:lnTo>
                  <a:lnTo>
                    <a:pt x="127833" y="8355"/>
                  </a:lnTo>
                  <a:lnTo>
                    <a:pt x="88315" y="25264"/>
                  </a:lnTo>
                  <a:lnTo>
                    <a:pt x="38027" y="87000"/>
                  </a:lnTo>
                  <a:lnTo>
                    <a:pt x="17326" y="127029"/>
                  </a:lnTo>
                  <a:lnTo>
                    <a:pt x="824" y="206648"/>
                  </a:lnTo>
                  <a:lnTo>
                    <a:pt x="0" y="262991"/>
                  </a:lnTo>
                  <a:lnTo>
                    <a:pt x="2203" y="326113"/>
                  </a:lnTo>
                  <a:lnTo>
                    <a:pt x="6536" y="390789"/>
                  </a:lnTo>
                  <a:lnTo>
                    <a:pt x="12099" y="451797"/>
                  </a:lnTo>
                  <a:lnTo>
                    <a:pt x="17994" y="503913"/>
                  </a:lnTo>
                  <a:lnTo>
                    <a:pt x="23322" y="541914"/>
                  </a:lnTo>
                  <a:lnTo>
                    <a:pt x="41127" y="586601"/>
                  </a:lnTo>
                  <a:lnTo>
                    <a:pt x="68100" y="628951"/>
                  </a:lnTo>
                  <a:lnTo>
                    <a:pt x="101791" y="674887"/>
                  </a:lnTo>
                  <a:lnTo>
                    <a:pt x="135886" y="711670"/>
                  </a:lnTo>
                  <a:lnTo>
                    <a:pt x="164072" y="726562"/>
                  </a:lnTo>
                  <a:lnTo>
                    <a:pt x="182658" y="726538"/>
                  </a:lnTo>
                  <a:lnTo>
                    <a:pt x="218693" y="727036"/>
                  </a:lnTo>
                  <a:lnTo>
                    <a:pt x="267705" y="711669"/>
                  </a:lnTo>
                  <a:lnTo>
                    <a:pt x="310749" y="674832"/>
                  </a:lnTo>
                  <a:lnTo>
                    <a:pt x="355663" y="629500"/>
                  </a:lnTo>
                  <a:lnTo>
                    <a:pt x="391703" y="588671"/>
                  </a:lnTo>
                  <a:lnTo>
                    <a:pt x="412078" y="547031"/>
                  </a:lnTo>
                  <a:lnTo>
                    <a:pt x="426925" y="458511"/>
                  </a:lnTo>
                  <a:lnTo>
                    <a:pt x="434986" y="398827"/>
                  </a:lnTo>
                  <a:lnTo>
                    <a:pt x="441583" y="335877"/>
                  </a:lnTo>
                  <a:lnTo>
                    <a:pt x="445299" y="274925"/>
                  </a:lnTo>
                  <a:lnTo>
                    <a:pt x="444717" y="221233"/>
                  </a:lnTo>
                  <a:lnTo>
                    <a:pt x="438419" y="180065"/>
                  </a:lnTo>
                  <a:lnTo>
                    <a:pt x="421667" y="137778"/>
                  </a:lnTo>
                  <a:lnTo>
                    <a:pt x="395129" y="89512"/>
                  </a:lnTo>
                  <a:lnTo>
                    <a:pt x="363378" y="46458"/>
                  </a:lnTo>
                  <a:lnTo>
                    <a:pt x="330988" y="19808"/>
                  </a:lnTo>
                  <a:lnTo>
                    <a:pt x="289243" y="6817"/>
                  </a:lnTo>
                  <a:lnTo>
                    <a:pt x="236200" y="0"/>
                  </a:lnTo>
                  <a:close/>
                </a:path>
              </a:pathLst>
            </a:custGeom>
            <a:solidFill>
              <a:srgbClr val="DBB69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3053759" y="2285365"/>
              <a:ext cx="88150" cy="206376"/>
            </a:xfrm>
            <a:prstGeom prst="rect">
              <a:avLst/>
            </a:prstGeom>
          </p:spPr>
        </p:pic>
        <p:sp>
          <p:nvSpPr>
            <p:cNvPr id="177" name="object 177" descr=""/>
            <p:cNvSpPr/>
            <p:nvPr/>
          </p:nvSpPr>
          <p:spPr>
            <a:xfrm>
              <a:off x="2624696" y="1896738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493852" y="200825"/>
                  </a:moveTo>
                  <a:lnTo>
                    <a:pt x="488442" y="150990"/>
                  </a:lnTo>
                  <a:lnTo>
                    <a:pt x="476326" y="105181"/>
                  </a:lnTo>
                  <a:lnTo>
                    <a:pt x="456958" y="67640"/>
                  </a:lnTo>
                  <a:lnTo>
                    <a:pt x="387959" y="27051"/>
                  </a:lnTo>
                  <a:lnTo>
                    <a:pt x="332079" y="15087"/>
                  </a:lnTo>
                  <a:lnTo>
                    <a:pt x="273062" y="6654"/>
                  </a:lnTo>
                  <a:lnTo>
                    <a:pt x="221818" y="1651"/>
                  </a:lnTo>
                  <a:lnTo>
                    <a:pt x="189230" y="0"/>
                  </a:lnTo>
                  <a:lnTo>
                    <a:pt x="137655" y="4051"/>
                  </a:lnTo>
                  <a:lnTo>
                    <a:pt x="94983" y="17132"/>
                  </a:lnTo>
                  <a:lnTo>
                    <a:pt x="60540" y="40614"/>
                  </a:lnTo>
                  <a:lnTo>
                    <a:pt x="33680" y="75882"/>
                  </a:lnTo>
                  <a:lnTo>
                    <a:pt x="13716" y="124320"/>
                  </a:lnTo>
                  <a:lnTo>
                    <a:pt x="0" y="187312"/>
                  </a:lnTo>
                  <a:lnTo>
                    <a:pt x="23761" y="186524"/>
                  </a:lnTo>
                  <a:lnTo>
                    <a:pt x="36461" y="191046"/>
                  </a:lnTo>
                  <a:lnTo>
                    <a:pt x="42379" y="205168"/>
                  </a:lnTo>
                  <a:lnTo>
                    <a:pt x="42938" y="209829"/>
                  </a:lnTo>
                  <a:lnTo>
                    <a:pt x="33058" y="200977"/>
                  </a:lnTo>
                  <a:lnTo>
                    <a:pt x="27622" y="198374"/>
                  </a:lnTo>
                  <a:lnTo>
                    <a:pt x="22771" y="257695"/>
                  </a:lnTo>
                  <a:lnTo>
                    <a:pt x="20281" y="293738"/>
                  </a:lnTo>
                  <a:lnTo>
                    <a:pt x="19354" y="321157"/>
                  </a:lnTo>
                  <a:lnTo>
                    <a:pt x="19227" y="354571"/>
                  </a:lnTo>
                  <a:lnTo>
                    <a:pt x="21463" y="394131"/>
                  </a:lnTo>
                  <a:lnTo>
                    <a:pt x="26377" y="427482"/>
                  </a:lnTo>
                  <a:lnTo>
                    <a:pt x="31292" y="450494"/>
                  </a:lnTo>
                  <a:lnTo>
                    <a:pt x="33528" y="459079"/>
                  </a:lnTo>
                  <a:lnTo>
                    <a:pt x="29438" y="370573"/>
                  </a:lnTo>
                  <a:lnTo>
                    <a:pt x="29286" y="320192"/>
                  </a:lnTo>
                  <a:lnTo>
                    <a:pt x="34150" y="289191"/>
                  </a:lnTo>
                  <a:lnTo>
                    <a:pt x="45110" y="258749"/>
                  </a:lnTo>
                  <a:lnTo>
                    <a:pt x="49784" y="232600"/>
                  </a:lnTo>
                  <a:lnTo>
                    <a:pt x="55283" y="231775"/>
                  </a:lnTo>
                  <a:lnTo>
                    <a:pt x="82130" y="222389"/>
                  </a:lnTo>
                  <a:lnTo>
                    <a:pt x="125349" y="210172"/>
                  </a:lnTo>
                  <a:lnTo>
                    <a:pt x="183959" y="200253"/>
                  </a:lnTo>
                  <a:lnTo>
                    <a:pt x="256921" y="197764"/>
                  </a:lnTo>
                  <a:lnTo>
                    <a:pt x="343255" y="207860"/>
                  </a:lnTo>
                  <a:lnTo>
                    <a:pt x="384733" y="215912"/>
                  </a:lnTo>
                  <a:lnTo>
                    <a:pt x="407365" y="256984"/>
                  </a:lnTo>
                  <a:lnTo>
                    <a:pt x="422148" y="391769"/>
                  </a:lnTo>
                  <a:lnTo>
                    <a:pt x="429958" y="454507"/>
                  </a:lnTo>
                  <a:lnTo>
                    <a:pt x="435851" y="486016"/>
                  </a:lnTo>
                  <a:lnTo>
                    <a:pt x="442810" y="476516"/>
                  </a:lnTo>
                  <a:lnTo>
                    <a:pt x="454660" y="447484"/>
                  </a:lnTo>
                  <a:lnTo>
                    <a:pt x="472605" y="395401"/>
                  </a:lnTo>
                  <a:lnTo>
                    <a:pt x="485038" y="327342"/>
                  </a:lnTo>
                  <a:lnTo>
                    <a:pt x="489610" y="289179"/>
                  </a:lnTo>
                  <a:lnTo>
                    <a:pt x="493077" y="250444"/>
                  </a:lnTo>
                  <a:lnTo>
                    <a:pt x="493852" y="200825"/>
                  </a:lnTo>
                  <a:close/>
                </a:path>
              </a:pathLst>
            </a:custGeom>
            <a:solidFill>
              <a:srgbClr val="5A5A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8" name="object 178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3034621" y="2120781"/>
              <a:ext cx="80332" cy="104928"/>
            </a:xfrm>
            <a:prstGeom prst="rect">
              <a:avLst/>
            </a:prstGeom>
          </p:spPr>
        </p:pic>
      </p:grpSp>
      <p:sp>
        <p:nvSpPr>
          <p:cNvPr id="179" name="object 179" descr=""/>
          <p:cNvSpPr/>
          <p:nvPr/>
        </p:nvSpPr>
        <p:spPr>
          <a:xfrm>
            <a:off x="904648" y="3890098"/>
            <a:ext cx="333375" cy="312420"/>
          </a:xfrm>
          <a:custGeom>
            <a:avLst/>
            <a:gdLst/>
            <a:ahLst/>
            <a:cxnLst/>
            <a:rect l="l" t="t" r="r" b="b"/>
            <a:pathLst>
              <a:path w="333375" h="312420">
                <a:moveTo>
                  <a:pt x="317383" y="0"/>
                </a:moveTo>
                <a:lnTo>
                  <a:pt x="7005" y="28020"/>
                </a:lnTo>
                <a:lnTo>
                  <a:pt x="6449" y="64270"/>
                </a:lnTo>
                <a:lnTo>
                  <a:pt x="3981" y="140010"/>
                </a:lnTo>
                <a:lnTo>
                  <a:pt x="0" y="248913"/>
                </a:lnTo>
                <a:lnTo>
                  <a:pt x="111301" y="296800"/>
                </a:lnTo>
                <a:lnTo>
                  <a:pt x="183113" y="312425"/>
                </a:lnTo>
                <a:lnTo>
                  <a:pt x="246678" y="295482"/>
                </a:lnTo>
                <a:lnTo>
                  <a:pt x="333235" y="245667"/>
                </a:lnTo>
                <a:lnTo>
                  <a:pt x="317383" y="0"/>
                </a:lnTo>
                <a:close/>
              </a:path>
            </a:pathLst>
          </a:custGeom>
          <a:solidFill>
            <a:srgbClr val="DFB59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0" name="object 180" descr=""/>
          <p:cNvGrpSpPr/>
          <p:nvPr/>
        </p:nvGrpSpPr>
        <p:grpSpPr>
          <a:xfrm>
            <a:off x="769485" y="3194193"/>
            <a:ext cx="560070" cy="864235"/>
            <a:chOff x="769485" y="3194193"/>
            <a:chExt cx="560070" cy="864235"/>
          </a:xfrm>
        </p:grpSpPr>
        <p:pic>
          <p:nvPicPr>
            <p:cNvPr id="181" name="object 181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69485" y="3615494"/>
              <a:ext cx="98104" cy="204208"/>
            </a:xfrm>
            <a:prstGeom prst="rect">
              <a:avLst/>
            </a:prstGeom>
          </p:spPr>
        </p:pic>
        <p:sp>
          <p:nvSpPr>
            <p:cNvPr id="182" name="object 182" descr=""/>
            <p:cNvSpPr/>
            <p:nvPr/>
          </p:nvSpPr>
          <p:spPr>
            <a:xfrm>
              <a:off x="830483" y="3275247"/>
              <a:ext cx="461009" cy="753745"/>
            </a:xfrm>
            <a:custGeom>
              <a:avLst/>
              <a:gdLst/>
              <a:ahLst/>
              <a:cxnLst/>
              <a:rect l="l" t="t" r="r" b="b"/>
              <a:pathLst>
                <a:path w="461009" h="753745">
                  <a:moveTo>
                    <a:pt x="244824" y="0"/>
                  </a:moveTo>
                  <a:lnTo>
                    <a:pt x="186326" y="232"/>
                  </a:lnTo>
                  <a:lnTo>
                    <a:pt x="132502" y="8661"/>
                  </a:lnTo>
                  <a:lnTo>
                    <a:pt x="91543" y="26186"/>
                  </a:lnTo>
                  <a:lnTo>
                    <a:pt x="39413" y="90181"/>
                  </a:lnTo>
                  <a:lnTo>
                    <a:pt x="17957" y="131670"/>
                  </a:lnTo>
                  <a:lnTo>
                    <a:pt x="5776" y="168234"/>
                  </a:lnTo>
                  <a:lnTo>
                    <a:pt x="853" y="214197"/>
                  </a:lnTo>
                  <a:lnTo>
                    <a:pt x="0" y="272599"/>
                  </a:lnTo>
                  <a:lnTo>
                    <a:pt x="2284" y="338026"/>
                  </a:lnTo>
                  <a:lnTo>
                    <a:pt x="6775" y="405065"/>
                  </a:lnTo>
                  <a:lnTo>
                    <a:pt x="12542" y="468302"/>
                  </a:lnTo>
                  <a:lnTo>
                    <a:pt x="18653" y="522322"/>
                  </a:lnTo>
                  <a:lnTo>
                    <a:pt x="24178" y="561713"/>
                  </a:lnTo>
                  <a:lnTo>
                    <a:pt x="43933" y="608022"/>
                  </a:lnTo>
                  <a:lnTo>
                    <a:pt x="74997" y="651903"/>
                  </a:lnTo>
                  <a:lnTo>
                    <a:pt x="113628" y="699501"/>
                  </a:lnTo>
                  <a:lnTo>
                    <a:pt x="152077" y="737614"/>
                  </a:lnTo>
                  <a:lnTo>
                    <a:pt x="182598" y="753043"/>
                  </a:lnTo>
                  <a:lnTo>
                    <a:pt x="202911" y="753039"/>
                  </a:lnTo>
                  <a:lnTo>
                    <a:pt x="244864" y="753639"/>
                  </a:lnTo>
                  <a:lnTo>
                    <a:pt x="294004" y="737116"/>
                  </a:lnTo>
                  <a:lnTo>
                    <a:pt x="332151" y="697477"/>
                  </a:lnTo>
                  <a:lnTo>
                    <a:pt x="370983" y="648749"/>
                  </a:lnTo>
                  <a:lnTo>
                    <a:pt x="401871" y="604970"/>
                  </a:lnTo>
                  <a:lnTo>
                    <a:pt x="420571" y="561445"/>
                  </a:lnTo>
                  <a:lnTo>
                    <a:pt x="428330" y="523372"/>
                  </a:lnTo>
                  <a:lnTo>
                    <a:pt x="437831" y="471277"/>
                  </a:lnTo>
                  <a:lnTo>
                    <a:pt x="447445" y="410481"/>
                  </a:lnTo>
                  <a:lnTo>
                    <a:pt x="455541" y="346302"/>
                  </a:lnTo>
                  <a:lnTo>
                    <a:pt x="460491" y="284058"/>
                  </a:lnTo>
                  <a:lnTo>
                    <a:pt x="460664" y="229069"/>
                  </a:lnTo>
                  <a:lnTo>
                    <a:pt x="454433" y="186652"/>
                  </a:lnTo>
                  <a:lnTo>
                    <a:pt x="437068" y="142817"/>
                  </a:lnTo>
                  <a:lnTo>
                    <a:pt x="409560" y="92786"/>
                  </a:lnTo>
                  <a:lnTo>
                    <a:pt x="376648" y="48157"/>
                  </a:lnTo>
                  <a:lnTo>
                    <a:pt x="343075" y="20531"/>
                  </a:lnTo>
                  <a:lnTo>
                    <a:pt x="299804" y="7066"/>
                  </a:lnTo>
                  <a:lnTo>
                    <a:pt x="244824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 descr=""/>
            <p:cNvSpPr/>
            <p:nvPr/>
          </p:nvSpPr>
          <p:spPr>
            <a:xfrm>
              <a:off x="841320" y="3726363"/>
              <a:ext cx="421640" cy="332105"/>
            </a:xfrm>
            <a:custGeom>
              <a:avLst/>
              <a:gdLst/>
              <a:ahLst/>
              <a:cxnLst/>
              <a:rect l="l" t="t" r="r" b="b"/>
              <a:pathLst>
                <a:path w="421640" h="332104">
                  <a:moveTo>
                    <a:pt x="0" y="0"/>
                  </a:moveTo>
                  <a:lnTo>
                    <a:pt x="6528" y="76129"/>
                  </a:lnTo>
                  <a:lnTo>
                    <a:pt x="12836" y="131696"/>
                  </a:lnTo>
                  <a:lnTo>
                    <a:pt x="39477" y="189367"/>
                  </a:lnTo>
                  <a:lnTo>
                    <a:pt x="75670" y="231388"/>
                  </a:lnTo>
                  <a:lnTo>
                    <a:pt x="112040" y="271912"/>
                  </a:lnTo>
                  <a:lnTo>
                    <a:pt x="148191" y="302163"/>
                  </a:lnTo>
                  <a:lnTo>
                    <a:pt x="201478" y="326650"/>
                  </a:lnTo>
                  <a:lnTo>
                    <a:pt x="219742" y="331790"/>
                  </a:lnTo>
                  <a:lnTo>
                    <a:pt x="238180" y="326158"/>
                  </a:lnTo>
                  <a:lnTo>
                    <a:pt x="289327" y="296429"/>
                  </a:lnTo>
                  <a:lnTo>
                    <a:pt x="330231" y="256324"/>
                  </a:lnTo>
                  <a:lnTo>
                    <a:pt x="366066" y="207784"/>
                  </a:lnTo>
                  <a:lnTo>
                    <a:pt x="398984" y="158851"/>
                  </a:lnTo>
                  <a:lnTo>
                    <a:pt x="413327" y="130498"/>
                  </a:lnTo>
                  <a:lnTo>
                    <a:pt x="413323" y="120257"/>
                  </a:lnTo>
                  <a:lnTo>
                    <a:pt x="414157" y="103970"/>
                  </a:lnTo>
                  <a:lnTo>
                    <a:pt x="421348" y="6921"/>
                  </a:lnTo>
                  <a:lnTo>
                    <a:pt x="402059" y="45475"/>
                  </a:lnTo>
                  <a:lnTo>
                    <a:pt x="387091" y="74622"/>
                  </a:lnTo>
                  <a:lnTo>
                    <a:pt x="359173" y="115895"/>
                  </a:lnTo>
                  <a:lnTo>
                    <a:pt x="339801" y="128184"/>
                  </a:lnTo>
                  <a:lnTo>
                    <a:pt x="322820" y="124129"/>
                  </a:lnTo>
                  <a:lnTo>
                    <a:pt x="293900" y="116890"/>
                  </a:lnTo>
                  <a:lnTo>
                    <a:pt x="262347" y="111479"/>
                  </a:lnTo>
                  <a:lnTo>
                    <a:pt x="237469" y="112907"/>
                  </a:lnTo>
                  <a:lnTo>
                    <a:pt x="222360" y="117238"/>
                  </a:lnTo>
                  <a:lnTo>
                    <a:pt x="208648" y="118534"/>
                  </a:lnTo>
                  <a:lnTo>
                    <a:pt x="194487" y="116663"/>
                  </a:lnTo>
                  <a:lnTo>
                    <a:pt x="178036" y="111493"/>
                  </a:lnTo>
                  <a:lnTo>
                    <a:pt x="155519" y="111162"/>
                  </a:lnTo>
                  <a:lnTo>
                    <a:pt x="100597" y="123755"/>
                  </a:lnTo>
                  <a:lnTo>
                    <a:pt x="85955" y="122121"/>
                  </a:lnTo>
                  <a:lnTo>
                    <a:pt x="71751" y="103882"/>
                  </a:lnTo>
                  <a:lnTo>
                    <a:pt x="63305" y="92088"/>
                  </a:lnTo>
                  <a:lnTo>
                    <a:pt x="54343" y="77735"/>
                  </a:lnTo>
                  <a:lnTo>
                    <a:pt x="46656" y="64647"/>
                  </a:lnTo>
                  <a:lnTo>
                    <a:pt x="38433" y="52186"/>
                  </a:lnTo>
                  <a:lnTo>
                    <a:pt x="24579" y="330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4" name="object 184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1254649" y="3602939"/>
              <a:ext cx="74839" cy="210002"/>
            </a:xfrm>
            <a:prstGeom prst="rect">
              <a:avLst/>
            </a:prstGeom>
          </p:spPr>
        </p:pic>
        <p:sp>
          <p:nvSpPr>
            <p:cNvPr id="185" name="object 185" descr=""/>
            <p:cNvSpPr/>
            <p:nvPr/>
          </p:nvSpPr>
          <p:spPr>
            <a:xfrm>
              <a:off x="817616" y="3194193"/>
              <a:ext cx="478790" cy="462280"/>
            </a:xfrm>
            <a:custGeom>
              <a:avLst/>
              <a:gdLst/>
              <a:ahLst/>
              <a:cxnLst/>
              <a:rect l="l" t="t" r="r" b="b"/>
              <a:pathLst>
                <a:path w="478790" h="462279">
                  <a:moveTo>
                    <a:pt x="316461" y="0"/>
                  </a:moveTo>
                  <a:lnTo>
                    <a:pt x="192559" y="33057"/>
                  </a:lnTo>
                  <a:lnTo>
                    <a:pt x="126424" y="51990"/>
                  </a:lnTo>
                  <a:lnTo>
                    <a:pt x="78049" y="75976"/>
                  </a:lnTo>
                  <a:lnTo>
                    <a:pt x="47885" y="108405"/>
                  </a:lnTo>
                  <a:lnTo>
                    <a:pt x="38256" y="135512"/>
                  </a:lnTo>
                  <a:lnTo>
                    <a:pt x="39537" y="154113"/>
                  </a:lnTo>
                  <a:lnTo>
                    <a:pt x="42103" y="161021"/>
                  </a:lnTo>
                  <a:lnTo>
                    <a:pt x="17762" y="186059"/>
                  </a:lnTo>
                  <a:lnTo>
                    <a:pt x="5262" y="205441"/>
                  </a:lnTo>
                  <a:lnTo>
                    <a:pt x="657" y="229099"/>
                  </a:lnTo>
                  <a:lnTo>
                    <a:pt x="0" y="266965"/>
                  </a:lnTo>
                  <a:lnTo>
                    <a:pt x="1992" y="308587"/>
                  </a:lnTo>
                  <a:lnTo>
                    <a:pt x="6376" y="364537"/>
                  </a:lnTo>
                  <a:lnTo>
                    <a:pt x="12753" y="434709"/>
                  </a:lnTo>
                  <a:lnTo>
                    <a:pt x="37688" y="311148"/>
                  </a:lnTo>
                  <a:lnTo>
                    <a:pt x="41848" y="291845"/>
                  </a:lnTo>
                  <a:lnTo>
                    <a:pt x="61666" y="236494"/>
                  </a:lnTo>
                  <a:lnTo>
                    <a:pt x="78049" y="198370"/>
                  </a:lnTo>
                  <a:lnTo>
                    <a:pt x="144357" y="194090"/>
                  </a:lnTo>
                  <a:lnTo>
                    <a:pt x="208630" y="192797"/>
                  </a:lnTo>
                  <a:lnTo>
                    <a:pt x="278580" y="193266"/>
                  </a:lnTo>
                  <a:lnTo>
                    <a:pt x="342902" y="196391"/>
                  </a:lnTo>
                  <a:lnTo>
                    <a:pt x="390294" y="203071"/>
                  </a:lnTo>
                  <a:lnTo>
                    <a:pt x="428568" y="263996"/>
                  </a:lnTo>
                  <a:lnTo>
                    <a:pt x="443031" y="308580"/>
                  </a:lnTo>
                  <a:lnTo>
                    <a:pt x="447589" y="350852"/>
                  </a:lnTo>
                  <a:lnTo>
                    <a:pt x="450673" y="389007"/>
                  </a:lnTo>
                  <a:lnTo>
                    <a:pt x="453390" y="429163"/>
                  </a:lnTo>
                  <a:lnTo>
                    <a:pt x="454823" y="462069"/>
                  </a:lnTo>
                  <a:lnTo>
                    <a:pt x="467962" y="437404"/>
                  </a:lnTo>
                  <a:lnTo>
                    <a:pt x="474806" y="424008"/>
                  </a:lnTo>
                  <a:lnTo>
                    <a:pt x="477572" y="417224"/>
                  </a:lnTo>
                  <a:lnTo>
                    <a:pt x="478477" y="412395"/>
                  </a:lnTo>
                  <a:lnTo>
                    <a:pt x="477671" y="386171"/>
                  </a:lnTo>
                  <a:lnTo>
                    <a:pt x="474886" y="334076"/>
                  </a:lnTo>
                  <a:lnTo>
                    <a:pt x="469849" y="246913"/>
                  </a:lnTo>
                  <a:lnTo>
                    <a:pt x="445524" y="164213"/>
                  </a:lnTo>
                  <a:lnTo>
                    <a:pt x="426039" y="114702"/>
                  </a:lnTo>
                  <a:lnTo>
                    <a:pt x="392316" y="76335"/>
                  </a:lnTo>
                  <a:lnTo>
                    <a:pt x="343543" y="41447"/>
                  </a:lnTo>
                  <a:lnTo>
                    <a:pt x="330838" y="32711"/>
                  </a:lnTo>
                  <a:lnTo>
                    <a:pt x="326166" y="26261"/>
                  </a:lnTo>
                  <a:lnTo>
                    <a:pt x="321494" y="15165"/>
                  </a:lnTo>
                  <a:lnTo>
                    <a:pt x="316461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6" name="object 186" descr=""/>
          <p:cNvGrpSpPr/>
          <p:nvPr/>
        </p:nvGrpSpPr>
        <p:grpSpPr>
          <a:xfrm>
            <a:off x="1649329" y="3238510"/>
            <a:ext cx="615315" cy="944880"/>
            <a:chOff x="1649329" y="3238510"/>
            <a:chExt cx="615315" cy="944880"/>
          </a:xfrm>
        </p:grpSpPr>
        <p:sp>
          <p:nvSpPr>
            <p:cNvPr id="187" name="object 187" descr=""/>
            <p:cNvSpPr/>
            <p:nvPr/>
          </p:nvSpPr>
          <p:spPr>
            <a:xfrm>
              <a:off x="1757518" y="3238510"/>
              <a:ext cx="507365" cy="633095"/>
            </a:xfrm>
            <a:custGeom>
              <a:avLst/>
              <a:gdLst/>
              <a:ahLst/>
              <a:cxnLst/>
              <a:rect l="l" t="t" r="r" b="b"/>
              <a:pathLst>
                <a:path w="507364" h="633095">
                  <a:moveTo>
                    <a:pt x="289794" y="0"/>
                  </a:moveTo>
                  <a:lnTo>
                    <a:pt x="221540" y="17936"/>
                  </a:lnTo>
                  <a:lnTo>
                    <a:pt x="167335" y="33236"/>
                  </a:lnTo>
                  <a:lnTo>
                    <a:pt x="127401" y="46427"/>
                  </a:lnTo>
                  <a:lnTo>
                    <a:pt x="54489" y="89164"/>
                  </a:lnTo>
                  <a:lnTo>
                    <a:pt x="19751" y="116664"/>
                  </a:lnTo>
                  <a:lnTo>
                    <a:pt x="0" y="156889"/>
                  </a:lnTo>
                  <a:lnTo>
                    <a:pt x="2074" y="178747"/>
                  </a:lnTo>
                  <a:lnTo>
                    <a:pt x="6745" y="219312"/>
                  </a:lnTo>
                  <a:lnTo>
                    <a:pt x="94461" y="345272"/>
                  </a:lnTo>
                  <a:lnTo>
                    <a:pt x="156924" y="436542"/>
                  </a:lnTo>
                  <a:lnTo>
                    <a:pt x="189850" y="487849"/>
                  </a:lnTo>
                  <a:lnTo>
                    <a:pt x="255381" y="551312"/>
                  </a:lnTo>
                  <a:lnTo>
                    <a:pt x="305245" y="592488"/>
                  </a:lnTo>
                  <a:lnTo>
                    <a:pt x="346195" y="623779"/>
                  </a:lnTo>
                  <a:lnTo>
                    <a:pt x="362996" y="633048"/>
                  </a:lnTo>
                  <a:lnTo>
                    <a:pt x="378096" y="609217"/>
                  </a:lnTo>
                  <a:lnTo>
                    <a:pt x="414481" y="559644"/>
                  </a:lnTo>
                  <a:lnTo>
                    <a:pt x="457701" y="499866"/>
                  </a:lnTo>
                  <a:lnTo>
                    <a:pt x="493309" y="445422"/>
                  </a:lnTo>
                  <a:lnTo>
                    <a:pt x="506856" y="411851"/>
                  </a:lnTo>
                  <a:lnTo>
                    <a:pt x="503995" y="382136"/>
                  </a:lnTo>
                  <a:lnTo>
                    <a:pt x="499325" y="330594"/>
                  </a:lnTo>
                  <a:lnTo>
                    <a:pt x="492952" y="268740"/>
                  </a:lnTo>
                  <a:lnTo>
                    <a:pt x="484981" y="208091"/>
                  </a:lnTo>
                  <a:lnTo>
                    <a:pt x="475518" y="160161"/>
                  </a:lnTo>
                  <a:lnTo>
                    <a:pt x="436685" y="116265"/>
                  </a:lnTo>
                  <a:lnTo>
                    <a:pt x="396647" y="86700"/>
                  </a:lnTo>
                  <a:lnTo>
                    <a:pt x="358663" y="59508"/>
                  </a:lnTo>
                  <a:lnTo>
                    <a:pt x="336840" y="46427"/>
                  </a:lnTo>
                  <a:lnTo>
                    <a:pt x="329332" y="44118"/>
                  </a:lnTo>
                  <a:lnTo>
                    <a:pt x="321928" y="38511"/>
                  </a:lnTo>
                  <a:lnTo>
                    <a:pt x="310219" y="25256"/>
                  </a:lnTo>
                  <a:lnTo>
                    <a:pt x="289794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798128" y="3775493"/>
              <a:ext cx="338455" cy="408305"/>
            </a:xfrm>
            <a:custGeom>
              <a:avLst/>
              <a:gdLst/>
              <a:ahLst/>
              <a:cxnLst/>
              <a:rect l="l" t="t" r="r" b="b"/>
              <a:pathLst>
                <a:path w="338455" h="408304">
                  <a:moveTo>
                    <a:pt x="316482" y="0"/>
                  </a:moveTo>
                  <a:lnTo>
                    <a:pt x="266491" y="29789"/>
                  </a:lnTo>
                  <a:lnTo>
                    <a:pt x="156802" y="96711"/>
                  </a:lnTo>
                  <a:lnTo>
                    <a:pt x="47846" y="167101"/>
                  </a:lnTo>
                  <a:lnTo>
                    <a:pt x="52" y="207292"/>
                  </a:lnTo>
                  <a:lnTo>
                    <a:pt x="2236" y="220500"/>
                  </a:lnTo>
                  <a:lnTo>
                    <a:pt x="2959" y="243694"/>
                  </a:lnTo>
                  <a:lnTo>
                    <a:pt x="2215" y="293784"/>
                  </a:lnTo>
                  <a:lnTo>
                    <a:pt x="0" y="387684"/>
                  </a:lnTo>
                  <a:lnTo>
                    <a:pt x="109430" y="405369"/>
                  </a:lnTo>
                  <a:lnTo>
                    <a:pt x="181146" y="407873"/>
                  </a:lnTo>
                  <a:lnTo>
                    <a:pt x="246862" y="392144"/>
                  </a:lnTo>
                  <a:lnTo>
                    <a:pt x="338293" y="355130"/>
                  </a:lnTo>
                  <a:lnTo>
                    <a:pt x="316482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674970" y="3436373"/>
              <a:ext cx="373380" cy="593090"/>
            </a:xfrm>
            <a:custGeom>
              <a:avLst/>
              <a:gdLst/>
              <a:ahLst/>
              <a:cxnLst/>
              <a:rect l="l" t="t" r="r" b="b"/>
              <a:pathLst>
                <a:path w="373380" h="593089">
                  <a:moveTo>
                    <a:pt x="87002" y="0"/>
                  </a:moveTo>
                  <a:lnTo>
                    <a:pt x="57854" y="79263"/>
                  </a:lnTo>
                  <a:lnTo>
                    <a:pt x="42570" y="122551"/>
                  </a:lnTo>
                  <a:lnTo>
                    <a:pt x="33548" y="161921"/>
                  </a:lnTo>
                  <a:lnTo>
                    <a:pt x="19658" y="310249"/>
                  </a:lnTo>
                  <a:lnTo>
                    <a:pt x="6967" y="453026"/>
                  </a:lnTo>
                  <a:lnTo>
                    <a:pt x="2315" y="507176"/>
                  </a:lnTo>
                  <a:lnTo>
                    <a:pt x="0" y="536318"/>
                  </a:lnTo>
                  <a:lnTo>
                    <a:pt x="5000" y="557000"/>
                  </a:lnTo>
                  <a:lnTo>
                    <a:pt x="19045" y="572952"/>
                  </a:lnTo>
                  <a:lnTo>
                    <a:pt x="36268" y="584649"/>
                  </a:lnTo>
                  <a:lnTo>
                    <a:pt x="50804" y="592568"/>
                  </a:lnTo>
                  <a:lnTo>
                    <a:pt x="79676" y="592844"/>
                  </a:lnTo>
                  <a:lnTo>
                    <a:pt x="136644" y="585656"/>
                  </a:lnTo>
                  <a:lnTo>
                    <a:pt x="204224" y="573836"/>
                  </a:lnTo>
                  <a:lnTo>
                    <a:pt x="264933" y="560212"/>
                  </a:lnTo>
                  <a:lnTo>
                    <a:pt x="301289" y="547616"/>
                  </a:lnTo>
                  <a:lnTo>
                    <a:pt x="325360" y="510278"/>
                  </a:lnTo>
                  <a:lnTo>
                    <a:pt x="348495" y="446233"/>
                  </a:lnTo>
                  <a:lnTo>
                    <a:pt x="365896" y="385670"/>
                  </a:lnTo>
                  <a:lnTo>
                    <a:pt x="372763" y="358774"/>
                  </a:lnTo>
                  <a:lnTo>
                    <a:pt x="344659" y="282138"/>
                  </a:lnTo>
                  <a:lnTo>
                    <a:pt x="268898" y="211456"/>
                  </a:lnTo>
                  <a:lnTo>
                    <a:pt x="255738" y="199723"/>
                  </a:lnTo>
                  <a:lnTo>
                    <a:pt x="246830" y="192528"/>
                  </a:lnTo>
                  <a:lnTo>
                    <a:pt x="237815" y="166869"/>
                  </a:lnTo>
                  <a:lnTo>
                    <a:pt x="230625" y="119239"/>
                  </a:lnTo>
                  <a:lnTo>
                    <a:pt x="225498" y="70451"/>
                  </a:lnTo>
                  <a:lnTo>
                    <a:pt x="222673" y="41318"/>
                  </a:lnTo>
                  <a:lnTo>
                    <a:pt x="200574" y="27895"/>
                  </a:lnTo>
                  <a:lnTo>
                    <a:pt x="154037" y="14466"/>
                  </a:lnTo>
                  <a:lnTo>
                    <a:pt x="107900" y="4133"/>
                  </a:lnTo>
                  <a:lnTo>
                    <a:pt x="87002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0" name="object 190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2007423" y="3619885"/>
              <a:ext cx="100578" cy="209588"/>
            </a:xfrm>
            <a:prstGeom prst="rect">
              <a:avLst/>
            </a:prstGeom>
          </p:spPr>
        </p:pic>
        <p:sp>
          <p:nvSpPr>
            <p:cNvPr id="191" name="object 191" descr=""/>
            <p:cNvSpPr/>
            <p:nvPr/>
          </p:nvSpPr>
          <p:spPr>
            <a:xfrm>
              <a:off x="1671632" y="3679097"/>
              <a:ext cx="368935" cy="414020"/>
            </a:xfrm>
            <a:custGeom>
              <a:avLst/>
              <a:gdLst/>
              <a:ahLst/>
              <a:cxnLst/>
              <a:rect l="l" t="t" r="r" b="b"/>
              <a:pathLst>
                <a:path w="368935" h="414020">
                  <a:moveTo>
                    <a:pt x="335796" y="0"/>
                  </a:moveTo>
                  <a:lnTo>
                    <a:pt x="278820" y="29110"/>
                  </a:lnTo>
                  <a:lnTo>
                    <a:pt x="244203" y="63482"/>
                  </a:lnTo>
                  <a:lnTo>
                    <a:pt x="206187" y="101905"/>
                  </a:lnTo>
                  <a:lnTo>
                    <a:pt x="165077" y="139609"/>
                  </a:lnTo>
                  <a:lnTo>
                    <a:pt x="135771" y="160173"/>
                  </a:lnTo>
                  <a:lnTo>
                    <a:pt x="119463" y="161679"/>
                  </a:lnTo>
                  <a:lnTo>
                    <a:pt x="103111" y="156763"/>
                  </a:lnTo>
                  <a:lnTo>
                    <a:pt x="86309" y="148680"/>
                  </a:lnTo>
                  <a:lnTo>
                    <a:pt x="68652" y="140686"/>
                  </a:lnTo>
                  <a:lnTo>
                    <a:pt x="52069" y="138694"/>
                  </a:lnTo>
                  <a:lnTo>
                    <a:pt x="23237" y="143980"/>
                  </a:lnTo>
                  <a:lnTo>
                    <a:pt x="14528" y="140686"/>
                  </a:lnTo>
                  <a:lnTo>
                    <a:pt x="9402" y="157811"/>
                  </a:lnTo>
                  <a:lnTo>
                    <a:pt x="4391" y="208077"/>
                  </a:lnTo>
                  <a:lnTo>
                    <a:pt x="816" y="270821"/>
                  </a:lnTo>
                  <a:lnTo>
                    <a:pt x="0" y="325379"/>
                  </a:lnTo>
                  <a:lnTo>
                    <a:pt x="3262" y="351088"/>
                  </a:lnTo>
                  <a:lnTo>
                    <a:pt x="16671" y="363885"/>
                  </a:lnTo>
                  <a:lnTo>
                    <a:pt x="37905" y="384901"/>
                  </a:lnTo>
                  <a:lnTo>
                    <a:pt x="60002" y="404595"/>
                  </a:lnTo>
                  <a:lnTo>
                    <a:pt x="76003" y="413421"/>
                  </a:lnTo>
                  <a:lnTo>
                    <a:pt x="103751" y="406421"/>
                  </a:lnTo>
                  <a:lnTo>
                    <a:pt x="156214" y="388978"/>
                  </a:lnTo>
                  <a:lnTo>
                    <a:pt x="216825" y="367016"/>
                  </a:lnTo>
                  <a:lnTo>
                    <a:pt x="269021" y="346458"/>
                  </a:lnTo>
                  <a:lnTo>
                    <a:pt x="314038" y="300632"/>
                  </a:lnTo>
                  <a:lnTo>
                    <a:pt x="338228" y="240162"/>
                  </a:lnTo>
                  <a:lnTo>
                    <a:pt x="359500" y="179296"/>
                  </a:lnTo>
                  <a:lnTo>
                    <a:pt x="368549" y="145513"/>
                  </a:lnTo>
                  <a:lnTo>
                    <a:pt x="367908" y="134929"/>
                  </a:lnTo>
                  <a:lnTo>
                    <a:pt x="364282" y="116243"/>
                  </a:lnTo>
                  <a:lnTo>
                    <a:pt x="354602" y="75814"/>
                  </a:lnTo>
                  <a:lnTo>
                    <a:pt x="335796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2" name="object 192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649329" y="3687784"/>
              <a:ext cx="85264" cy="120896"/>
            </a:xfrm>
            <a:prstGeom prst="rect">
              <a:avLst/>
            </a:prstGeom>
          </p:spPr>
        </p:pic>
      </p:grpSp>
      <p:sp>
        <p:nvSpPr>
          <p:cNvPr id="193" name="object 193" descr=""/>
          <p:cNvSpPr/>
          <p:nvPr/>
        </p:nvSpPr>
        <p:spPr>
          <a:xfrm>
            <a:off x="2721624" y="3885958"/>
            <a:ext cx="333375" cy="312420"/>
          </a:xfrm>
          <a:custGeom>
            <a:avLst/>
            <a:gdLst/>
            <a:ahLst/>
            <a:cxnLst/>
            <a:rect l="l" t="t" r="r" b="b"/>
            <a:pathLst>
              <a:path w="333375" h="312420">
                <a:moveTo>
                  <a:pt x="317383" y="0"/>
                </a:moveTo>
                <a:lnTo>
                  <a:pt x="7005" y="28020"/>
                </a:lnTo>
                <a:lnTo>
                  <a:pt x="6449" y="64270"/>
                </a:lnTo>
                <a:lnTo>
                  <a:pt x="3981" y="140010"/>
                </a:lnTo>
                <a:lnTo>
                  <a:pt x="0" y="248913"/>
                </a:lnTo>
                <a:lnTo>
                  <a:pt x="111301" y="296800"/>
                </a:lnTo>
                <a:lnTo>
                  <a:pt x="183113" y="312425"/>
                </a:lnTo>
                <a:lnTo>
                  <a:pt x="246678" y="295482"/>
                </a:lnTo>
                <a:lnTo>
                  <a:pt x="333235" y="245667"/>
                </a:lnTo>
                <a:lnTo>
                  <a:pt x="317383" y="0"/>
                </a:lnTo>
                <a:close/>
              </a:path>
            </a:pathLst>
          </a:custGeom>
          <a:solidFill>
            <a:srgbClr val="DFB59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4" name="object 194" descr=""/>
          <p:cNvGrpSpPr/>
          <p:nvPr/>
        </p:nvGrpSpPr>
        <p:grpSpPr>
          <a:xfrm>
            <a:off x="2596147" y="3194193"/>
            <a:ext cx="559435" cy="877569"/>
            <a:chOff x="2596147" y="3194193"/>
            <a:chExt cx="559435" cy="877569"/>
          </a:xfrm>
        </p:grpSpPr>
        <p:pic>
          <p:nvPicPr>
            <p:cNvPr id="195" name="object 195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2596147" y="3578508"/>
              <a:ext cx="85446" cy="215203"/>
            </a:xfrm>
            <a:prstGeom prst="rect">
              <a:avLst/>
            </a:prstGeom>
          </p:spPr>
        </p:pic>
        <p:sp>
          <p:nvSpPr>
            <p:cNvPr id="196" name="object 196" descr=""/>
            <p:cNvSpPr/>
            <p:nvPr/>
          </p:nvSpPr>
          <p:spPr>
            <a:xfrm>
              <a:off x="2644647" y="3275247"/>
              <a:ext cx="461645" cy="753745"/>
            </a:xfrm>
            <a:custGeom>
              <a:avLst/>
              <a:gdLst/>
              <a:ahLst/>
              <a:cxnLst/>
              <a:rect l="l" t="t" r="r" b="b"/>
              <a:pathLst>
                <a:path w="461644" h="753745">
                  <a:moveTo>
                    <a:pt x="244831" y="0"/>
                  </a:moveTo>
                  <a:lnTo>
                    <a:pt x="186330" y="232"/>
                  </a:lnTo>
                  <a:lnTo>
                    <a:pt x="132503" y="8661"/>
                  </a:lnTo>
                  <a:lnTo>
                    <a:pt x="91543" y="26186"/>
                  </a:lnTo>
                  <a:lnTo>
                    <a:pt x="39417" y="90181"/>
                  </a:lnTo>
                  <a:lnTo>
                    <a:pt x="17958" y="131670"/>
                  </a:lnTo>
                  <a:lnTo>
                    <a:pt x="5776" y="168234"/>
                  </a:lnTo>
                  <a:lnTo>
                    <a:pt x="853" y="214197"/>
                  </a:lnTo>
                  <a:lnTo>
                    <a:pt x="0" y="272599"/>
                  </a:lnTo>
                  <a:lnTo>
                    <a:pt x="2284" y="338026"/>
                  </a:lnTo>
                  <a:lnTo>
                    <a:pt x="6775" y="405065"/>
                  </a:lnTo>
                  <a:lnTo>
                    <a:pt x="12542" y="468302"/>
                  </a:lnTo>
                  <a:lnTo>
                    <a:pt x="18653" y="522322"/>
                  </a:lnTo>
                  <a:lnTo>
                    <a:pt x="24178" y="561713"/>
                  </a:lnTo>
                  <a:lnTo>
                    <a:pt x="42630" y="608028"/>
                  </a:lnTo>
                  <a:lnTo>
                    <a:pt x="70585" y="651922"/>
                  </a:lnTo>
                  <a:lnTo>
                    <a:pt x="105506" y="699535"/>
                  </a:lnTo>
                  <a:lnTo>
                    <a:pt x="140847" y="737661"/>
                  </a:lnTo>
                  <a:lnTo>
                    <a:pt x="170065" y="753095"/>
                  </a:lnTo>
                  <a:lnTo>
                    <a:pt x="189326" y="753073"/>
                  </a:lnTo>
                  <a:lnTo>
                    <a:pt x="226675" y="753595"/>
                  </a:lnTo>
                  <a:lnTo>
                    <a:pt x="277481" y="737662"/>
                  </a:lnTo>
                  <a:lnTo>
                    <a:pt x="322097" y="699480"/>
                  </a:lnTo>
                  <a:lnTo>
                    <a:pt x="368650" y="652494"/>
                  </a:lnTo>
                  <a:lnTo>
                    <a:pt x="406006" y="610173"/>
                  </a:lnTo>
                  <a:lnTo>
                    <a:pt x="427125" y="567010"/>
                  </a:lnTo>
                  <a:lnTo>
                    <a:pt x="434110" y="528279"/>
                  </a:lnTo>
                  <a:lnTo>
                    <a:pt x="442515" y="475255"/>
                  </a:lnTo>
                  <a:lnTo>
                    <a:pt x="450873" y="413391"/>
                  </a:lnTo>
                  <a:lnTo>
                    <a:pt x="457712" y="348144"/>
                  </a:lnTo>
                  <a:lnTo>
                    <a:pt x="461565" y="284968"/>
                  </a:lnTo>
                  <a:lnTo>
                    <a:pt x="460962" y="229319"/>
                  </a:lnTo>
                  <a:lnTo>
                    <a:pt x="454433" y="186652"/>
                  </a:lnTo>
                  <a:lnTo>
                    <a:pt x="437069" y="142817"/>
                  </a:lnTo>
                  <a:lnTo>
                    <a:pt x="409561" y="92786"/>
                  </a:lnTo>
                  <a:lnTo>
                    <a:pt x="376653" y="48157"/>
                  </a:lnTo>
                  <a:lnTo>
                    <a:pt x="343085" y="20531"/>
                  </a:lnTo>
                  <a:lnTo>
                    <a:pt x="299813" y="7066"/>
                  </a:lnTo>
                  <a:lnTo>
                    <a:pt x="244831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7" name="object 197" descr=""/>
            <p:cNvSpPr/>
            <p:nvPr/>
          </p:nvSpPr>
          <p:spPr>
            <a:xfrm>
              <a:off x="2653939" y="3690617"/>
              <a:ext cx="433705" cy="381000"/>
            </a:xfrm>
            <a:custGeom>
              <a:avLst/>
              <a:gdLst/>
              <a:ahLst/>
              <a:cxnLst/>
              <a:rect l="l" t="t" r="r" b="b"/>
              <a:pathLst>
                <a:path w="433705" h="381000">
                  <a:moveTo>
                    <a:pt x="416563" y="0"/>
                  </a:moveTo>
                  <a:lnTo>
                    <a:pt x="397448" y="46851"/>
                  </a:lnTo>
                  <a:lnTo>
                    <a:pt x="372271" y="103096"/>
                  </a:lnTo>
                  <a:lnTo>
                    <a:pt x="348571" y="136015"/>
                  </a:lnTo>
                  <a:lnTo>
                    <a:pt x="323026" y="158749"/>
                  </a:lnTo>
                  <a:lnTo>
                    <a:pt x="305172" y="154395"/>
                  </a:lnTo>
                  <a:lnTo>
                    <a:pt x="274331" y="146488"/>
                  </a:lnTo>
                  <a:lnTo>
                    <a:pt x="240860" y="140406"/>
                  </a:lnTo>
                  <a:lnTo>
                    <a:pt x="215113" y="141524"/>
                  </a:lnTo>
                  <a:lnTo>
                    <a:pt x="199379" y="147422"/>
                  </a:lnTo>
                  <a:lnTo>
                    <a:pt x="184299" y="152168"/>
                  </a:lnTo>
                  <a:lnTo>
                    <a:pt x="168773" y="153748"/>
                  </a:lnTo>
                  <a:lnTo>
                    <a:pt x="151702" y="150152"/>
                  </a:lnTo>
                  <a:lnTo>
                    <a:pt x="130068" y="151514"/>
                  </a:lnTo>
                  <a:lnTo>
                    <a:pt x="103227" y="161766"/>
                  </a:lnTo>
                  <a:lnTo>
                    <a:pt x="79009" y="171587"/>
                  </a:lnTo>
                  <a:lnTo>
                    <a:pt x="65244" y="171659"/>
                  </a:lnTo>
                  <a:lnTo>
                    <a:pt x="59866" y="160643"/>
                  </a:lnTo>
                  <a:lnTo>
                    <a:pt x="48977" y="127613"/>
                  </a:lnTo>
                  <a:lnTo>
                    <a:pt x="41202" y="110666"/>
                  </a:lnTo>
                  <a:lnTo>
                    <a:pt x="33720" y="97362"/>
                  </a:lnTo>
                  <a:lnTo>
                    <a:pt x="26935" y="83395"/>
                  </a:lnTo>
                  <a:lnTo>
                    <a:pt x="16982" y="60184"/>
                  </a:lnTo>
                  <a:lnTo>
                    <a:pt x="0" y="19151"/>
                  </a:lnTo>
                  <a:lnTo>
                    <a:pt x="2531" y="45176"/>
                  </a:lnTo>
                  <a:lnTo>
                    <a:pt x="8748" y="103579"/>
                  </a:lnTo>
                  <a:lnTo>
                    <a:pt x="16582" y="164850"/>
                  </a:lnTo>
                  <a:lnTo>
                    <a:pt x="23967" y="199480"/>
                  </a:lnTo>
                  <a:lnTo>
                    <a:pt x="36842" y="225324"/>
                  </a:lnTo>
                  <a:lnTo>
                    <a:pt x="57472" y="267805"/>
                  </a:lnTo>
                  <a:lnTo>
                    <a:pt x="78278" y="308790"/>
                  </a:lnTo>
                  <a:lnTo>
                    <a:pt x="110808" y="341114"/>
                  </a:lnTo>
                  <a:lnTo>
                    <a:pt x="179271" y="373796"/>
                  </a:lnTo>
                  <a:lnTo>
                    <a:pt x="200988" y="380794"/>
                  </a:lnTo>
                  <a:lnTo>
                    <a:pt x="223820" y="374902"/>
                  </a:lnTo>
                  <a:lnTo>
                    <a:pt x="294119" y="343760"/>
                  </a:lnTo>
                  <a:lnTo>
                    <a:pt x="365805" y="277193"/>
                  </a:lnTo>
                  <a:lnTo>
                    <a:pt x="399110" y="226999"/>
                  </a:lnTo>
                  <a:lnTo>
                    <a:pt x="419245" y="182028"/>
                  </a:lnTo>
                  <a:lnTo>
                    <a:pt x="429510" y="144744"/>
                  </a:lnTo>
                  <a:lnTo>
                    <a:pt x="433630" y="103096"/>
                  </a:lnTo>
                  <a:lnTo>
                    <a:pt x="433234" y="93174"/>
                  </a:lnTo>
                  <a:lnTo>
                    <a:pt x="431324" y="79128"/>
                  </a:lnTo>
                  <a:lnTo>
                    <a:pt x="426300" y="51291"/>
                  </a:lnTo>
                  <a:lnTo>
                    <a:pt x="416563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8" name="object 198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3066892" y="3578508"/>
              <a:ext cx="88078" cy="215203"/>
            </a:xfrm>
            <a:prstGeom prst="rect">
              <a:avLst/>
            </a:prstGeom>
          </p:spPr>
        </p:pic>
        <p:sp>
          <p:nvSpPr>
            <p:cNvPr id="199" name="object 199" descr=""/>
            <p:cNvSpPr/>
            <p:nvPr/>
          </p:nvSpPr>
          <p:spPr>
            <a:xfrm>
              <a:off x="2631486" y="3194193"/>
              <a:ext cx="497840" cy="464820"/>
            </a:xfrm>
            <a:custGeom>
              <a:avLst/>
              <a:gdLst/>
              <a:ahLst/>
              <a:cxnLst/>
              <a:rect l="l" t="t" r="r" b="b"/>
              <a:pathLst>
                <a:path w="497839" h="464820">
                  <a:moveTo>
                    <a:pt x="316461" y="0"/>
                  </a:moveTo>
                  <a:lnTo>
                    <a:pt x="192559" y="33057"/>
                  </a:lnTo>
                  <a:lnTo>
                    <a:pt x="126424" y="51990"/>
                  </a:lnTo>
                  <a:lnTo>
                    <a:pt x="78049" y="75976"/>
                  </a:lnTo>
                  <a:lnTo>
                    <a:pt x="47885" y="108405"/>
                  </a:lnTo>
                  <a:lnTo>
                    <a:pt x="38256" y="135512"/>
                  </a:lnTo>
                  <a:lnTo>
                    <a:pt x="39537" y="154113"/>
                  </a:lnTo>
                  <a:lnTo>
                    <a:pt x="42103" y="161021"/>
                  </a:lnTo>
                  <a:lnTo>
                    <a:pt x="17762" y="186059"/>
                  </a:lnTo>
                  <a:lnTo>
                    <a:pt x="5262" y="205441"/>
                  </a:lnTo>
                  <a:lnTo>
                    <a:pt x="657" y="229099"/>
                  </a:lnTo>
                  <a:lnTo>
                    <a:pt x="0" y="266965"/>
                  </a:lnTo>
                  <a:lnTo>
                    <a:pt x="2614" y="309612"/>
                  </a:lnTo>
                  <a:lnTo>
                    <a:pt x="8366" y="367814"/>
                  </a:lnTo>
                  <a:lnTo>
                    <a:pt x="16732" y="441264"/>
                  </a:lnTo>
                  <a:lnTo>
                    <a:pt x="20513" y="360211"/>
                  </a:lnTo>
                  <a:lnTo>
                    <a:pt x="22831" y="317199"/>
                  </a:lnTo>
                  <a:lnTo>
                    <a:pt x="32005" y="269775"/>
                  </a:lnTo>
                  <a:lnTo>
                    <a:pt x="47436" y="218716"/>
                  </a:lnTo>
                  <a:lnTo>
                    <a:pt x="108439" y="201112"/>
                  </a:lnTo>
                  <a:lnTo>
                    <a:pt x="165382" y="198414"/>
                  </a:lnTo>
                  <a:lnTo>
                    <a:pt x="230529" y="196624"/>
                  </a:lnTo>
                  <a:lnTo>
                    <a:pt x="295695" y="196527"/>
                  </a:lnTo>
                  <a:lnTo>
                    <a:pt x="352694" y="198902"/>
                  </a:lnTo>
                  <a:lnTo>
                    <a:pt x="393341" y="204533"/>
                  </a:lnTo>
                  <a:lnTo>
                    <a:pt x="409453" y="214202"/>
                  </a:lnTo>
                  <a:lnTo>
                    <a:pt x="418634" y="311693"/>
                  </a:lnTo>
                  <a:lnTo>
                    <a:pt x="420269" y="327110"/>
                  </a:lnTo>
                  <a:lnTo>
                    <a:pt x="424511" y="353930"/>
                  </a:lnTo>
                  <a:lnTo>
                    <a:pt x="431349" y="391891"/>
                  </a:lnTo>
                  <a:lnTo>
                    <a:pt x="437820" y="431850"/>
                  </a:lnTo>
                  <a:lnTo>
                    <a:pt x="479891" y="391831"/>
                  </a:lnTo>
                  <a:lnTo>
                    <a:pt x="491443" y="342634"/>
                  </a:lnTo>
                  <a:lnTo>
                    <a:pt x="497831" y="292355"/>
                  </a:lnTo>
                  <a:lnTo>
                    <a:pt x="496979" y="242181"/>
                  </a:lnTo>
                  <a:lnTo>
                    <a:pt x="485776" y="199972"/>
                  </a:lnTo>
                  <a:lnTo>
                    <a:pt x="464865" y="150563"/>
                  </a:lnTo>
                  <a:lnTo>
                    <a:pt x="438920" y="106466"/>
                  </a:lnTo>
                  <a:lnTo>
                    <a:pt x="393955" y="69683"/>
                  </a:lnTo>
                  <a:lnTo>
                    <a:pt x="330838" y="32711"/>
                  </a:lnTo>
                  <a:lnTo>
                    <a:pt x="326166" y="26261"/>
                  </a:lnTo>
                  <a:lnTo>
                    <a:pt x="321494" y="15165"/>
                  </a:lnTo>
                  <a:lnTo>
                    <a:pt x="316461" y="0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0" name="object 200" descr=""/>
          <p:cNvGrpSpPr/>
          <p:nvPr/>
        </p:nvGrpSpPr>
        <p:grpSpPr>
          <a:xfrm>
            <a:off x="3491776" y="3203336"/>
            <a:ext cx="560070" cy="999490"/>
            <a:chOff x="3491776" y="3203336"/>
            <a:chExt cx="560070" cy="999490"/>
          </a:xfrm>
        </p:grpSpPr>
        <p:sp>
          <p:nvSpPr>
            <p:cNvPr id="201" name="object 201" descr=""/>
            <p:cNvSpPr/>
            <p:nvPr/>
          </p:nvSpPr>
          <p:spPr>
            <a:xfrm>
              <a:off x="3552772" y="3275247"/>
              <a:ext cx="461009" cy="753745"/>
            </a:xfrm>
            <a:custGeom>
              <a:avLst/>
              <a:gdLst/>
              <a:ahLst/>
              <a:cxnLst/>
              <a:rect l="l" t="t" r="r" b="b"/>
              <a:pathLst>
                <a:path w="461010" h="753745">
                  <a:moveTo>
                    <a:pt x="244829" y="0"/>
                  </a:moveTo>
                  <a:lnTo>
                    <a:pt x="186329" y="232"/>
                  </a:lnTo>
                  <a:lnTo>
                    <a:pt x="132503" y="8661"/>
                  </a:lnTo>
                  <a:lnTo>
                    <a:pt x="91543" y="26186"/>
                  </a:lnTo>
                  <a:lnTo>
                    <a:pt x="39413" y="90181"/>
                  </a:lnTo>
                  <a:lnTo>
                    <a:pt x="17957" y="131670"/>
                  </a:lnTo>
                  <a:lnTo>
                    <a:pt x="5776" y="168234"/>
                  </a:lnTo>
                  <a:lnTo>
                    <a:pt x="853" y="214197"/>
                  </a:lnTo>
                  <a:lnTo>
                    <a:pt x="0" y="272599"/>
                  </a:lnTo>
                  <a:lnTo>
                    <a:pt x="2284" y="338026"/>
                  </a:lnTo>
                  <a:lnTo>
                    <a:pt x="6775" y="405065"/>
                  </a:lnTo>
                  <a:lnTo>
                    <a:pt x="12542" y="468302"/>
                  </a:lnTo>
                  <a:lnTo>
                    <a:pt x="18653" y="522322"/>
                  </a:lnTo>
                  <a:lnTo>
                    <a:pt x="24178" y="561713"/>
                  </a:lnTo>
                  <a:lnTo>
                    <a:pt x="43933" y="608022"/>
                  </a:lnTo>
                  <a:lnTo>
                    <a:pt x="74997" y="651903"/>
                  </a:lnTo>
                  <a:lnTo>
                    <a:pt x="113628" y="699501"/>
                  </a:lnTo>
                  <a:lnTo>
                    <a:pt x="152077" y="737614"/>
                  </a:lnTo>
                  <a:lnTo>
                    <a:pt x="182598" y="753043"/>
                  </a:lnTo>
                  <a:lnTo>
                    <a:pt x="202907" y="753039"/>
                  </a:lnTo>
                  <a:lnTo>
                    <a:pt x="244863" y="753639"/>
                  </a:lnTo>
                  <a:lnTo>
                    <a:pt x="294004" y="737116"/>
                  </a:lnTo>
                  <a:lnTo>
                    <a:pt x="332150" y="697477"/>
                  </a:lnTo>
                  <a:lnTo>
                    <a:pt x="370981" y="648749"/>
                  </a:lnTo>
                  <a:lnTo>
                    <a:pt x="401865" y="604970"/>
                  </a:lnTo>
                  <a:lnTo>
                    <a:pt x="420564" y="561445"/>
                  </a:lnTo>
                  <a:lnTo>
                    <a:pt x="428326" y="523372"/>
                  </a:lnTo>
                  <a:lnTo>
                    <a:pt x="437828" y="471277"/>
                  </a:lnTo>
                  <a:lnTo>
                    <a:pt x="447442" y="410481"/>
                  </a:lnTo>
                  <a:lnTo>
                    <a:pt x="455538" y="346302"/>
                  </a:lnTo>
                  <a:lnTo>
                    <a:pt x="460486" y="284058"/>
                  </a:lnTo>
                  <a:lnTo>
                    <a:pt x="460657" y="229069"/>
                  </a:lnTo>
                  <a:lnTo>
                    <a:pt x="454422" y="186652"/>
                  </a:lnTo>
                  <a:lnTo>
                    <a:pt x="437064" y="142817"/>
                  </a:lnTo>
                  <a:lnTo>
                    <a:pt x="409559" y="92786"/>
                  </a:lnTo>
                  <a:lnTo>
                    <a:pt x="376648" y="48157"/>
                  </a:lnTo>
                  <a:lnTo>
                    <a:pt x="343075" y="20531"/>
                  </a:lnTo>
                  <a:lnTo>
                    <a:pt x="299808" y="7066"/>
                  </a:lnTo>
                  <a:lnTo>
                    <a:pt x="244829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2" name="object 202" descr=""/>
            <p:cNvSpPr/>
            <p:nvPr/>
          </p:nvSpPr>
          <p:spPr>
            <a:xfrm>
              <a:off x="3601311" y="3890098"/>
              <a:ext cx="333375" cy="312420"/>
            </a:xfrm>
            <a:custGeom>
              <a:avLst/>
              <a:gdLst/>
              <a:ahLst/>
              <a:cxnLst/>
              <a:rect l="l" t="t" r="r" b="b"/>
              <a:pathLst>
                <a:path w="333375" h="312420">
                  <a:moveTo>
                    <a:pt x="317372" y="0"/>
                  </a:moveTo>
                  <a:lnTo>
                    <a:pt x="6994" y="28020"/>
                  </a:lnTo>
                  <a:lnTo>
                    <a:pt x="6440" y="64270"/>
                  </a:lnTo>
                  <a:lnTo>
                    <a:pt x="3976" y="140010"/>
                  </a:lnTo>
                  <a:lnTo>
                    <a:pt x="0" y="248913"/>
                  </a:lnTo>
                  <a:lnTo>
                    <a:pt x="111295" y="296800"/>
                  </a:lnTo>
                  <a:lnTo>
                    <a:pt x="183104" y="312425"/>
                  </a:lnTo>
                  <a:lnTo>
                    <a:pt x="246667" y="295482"/>
                  </a:lnTo>
                  <a:lnTo>
                    <a:pt x="333225" y="245667"/>
                  </a:lnTo>
                  <a:lnTo>
                    <a:pt x="317372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3" name="object 203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491776" y="3615494"/>
              <a:ext cx="98104" cy="204208"/>
            </a:xfrm>
            <a:prstGeom prst="rect">
              <a:avLst/>
            </a:prstGeom>
          </p:spPr>
        </p:pic>
        <p:pic>
          <p:nvPicPr>
            <p:cNvPr id="204" name="object 204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3976937" y="3602939"/>
              <a:ext cx="74841" cy="210002"/>
            </a:xfrm>
            <a:prstGeom prst="rect">
              <a:avLst/>
            </a:prstGeom>
          </p:spPr>
        </p:pic>
        <p:sp>
          <p:nvSpPr>
            <p:cNvPr id="205" name="object 205" descr=""/>
            <p:cNvSpPr/>
            <p:nvPr/>
          </p:nvSpPr>
          <p:spPr>
            <a:xfrm>
              <a:off x="3530727" y="3203339"/>
              <a:ext cx="488950" cy="800100"/>
            </a:xfrm>
            <a:custGeom>
              <a:avLst/>
              <a:gdLst/>
              <a:ahLst/>
              <a:cxnLst/>
              <a:rect l="l" t="t" r="r" b="b"/>
              <a:pathLst>
                <a:path w="488950" h="800100">
                  <a:moveTo>
                    <a:pt x="488797" y="387921"/>
                  </a:moveTo>
                  <a:lnTo>
                    <a:pt x="488657" y="332981"/>
                  </a:lnTo>
                  <a:lnTo>
                    <a:pt x="483692" y="279984"/>
                  </a:lnTo>
                  <a:lnTo>
                    <a:pt x="471639" y="226872"/>
                  </a:lnTo>
                  <a:lnTo>
                    <a:pt x="453148" y="179920"/>
                  </a:lnTo>
                  <a:lnTo>
                    <a:pt x="429450" y="139979"/>
                  </a:lnTo>
                  <a:lnTo>
                    <a:pt x="403288" y="109728"/>
                  </a:lnTo>
                  <a:lnTo>
                    <a:pt x="403504" y="109626"/>
                  </a:lnTo>
                  <a:lnTo>
                    <a:pt x="402551" y="108877"/>
                  </a:lnTo>
                  <a:lnTo>
                    <a:pt x="401764" y="107950"/>
                  </a:lnTo>
                  <a:lnTo>
                    <a:pt x="394335" y="102285"/>
                  </a:lnTo>
                  <a:lnTo>
                    <a:pt x="352285" y="69811"/>
                  </a:lnTo>
                  <a:lnTo>
                    <a:pt x="295668" y="35179"/>
                  </a:lnTo>
                  <a:lnTo>
                    <a:pt x="254825" y="15430"/>
                  </a:lnTo>
                  <a:lnTo>
                    <a:pt x="198056" y="749"/>
                  </a:lnTo>
                  <a:lnTo>
                    <a:pt x="189572" y="0"/>
                  </a:lnTo>
                  <a:lnTo>
                    <a:pt x="188772" y="17932"/>
                  </a:lnTo>
                  <a:lnTo>
                    <a:pt x="183184" y="30594"/>
                  </a:lnTo>
                  <a:lnTo>
                    <a:pt x="168008" y="44043"/>
                  </a:lnTo>
                  <a:lnTo>
                    <a:pt x="138442" y="64287"/>
                  </a:lnTo>
                  <a:lnTo>
                    <a:pt x="99644" y="94919"/>
                  </a:lnTo>
                  <a:lnTo>
                    <a:pt x="63614" y="134391"/>
                  </a:lnTo>
                  <a:lnTo>
                    <a:pt x="60604" y="139433"/>
                  </a:lnTo>
                  <a:lnTo>
                    <a:pt x="58102" y="141706"/>
                  </a:lnTo>
                  <a:lnTo>
                    <a:pt x="30264" y="184035"/>
                  </a:lnTo>
                  <a:lnTo>
                    <a:pt x="9182" y="243408"/>
                  </a:lnTo>
                  <a:lnTo>
                    <a:pt x="965" y="324777"/>
                  </a:lnTo>
                  <a:lnTo>
                    <a:pt x="0" y="379336"/>
                  </a:lnTo>
                  <a:lnTo>
                    <a:pt x="812" y="435533"/>
                  </a:lnTo>
                  <a:lnTo>
                    <a:pt x="3200" y="487641"/>
                  </a:lnTo>
                  <a:lnTo>
                    <a:pt x="6921" y="529958"/>
                  </a:lnTo>
                  <a:lnTo>
                    <a:pt x="18008" y="615365"/>
                  </a:lnTo>
                  <a:lnTo>
                    <a:pt x="29019" y="666330"/>
                  </a:lnTo>
                  <a:lnTo>
                    <a:pt x="46545" y="703097"/>
                  </a:lnTo>
                  <a:lnTo>
                    <a:pt x="77165" y="745896"/>
                  </a:lnTo>
                  <a:lnTo>
                    <a:pt x="95021" y="745782"/>
                  </a:lnTo>
                  <a:lnTo>
                    <a:pt x="133705" y="746798"/>
                  </a:lnTo>
                  <a:lnTo>
                    <a:pt x="184124" y="760882"/>
                  </a:lnTo>
                  <a:lnTo>
                    <a:pt x="237185" y="799960"/>
                  </a:lnTo>
                  <a:lnTo>
                    <a:pt x="247611" y="790257"/>
                  </a:lnTo>
                  <a:lnTo>
                    <a:pt x="277799" y="768731"/>
                  </a:lnTo>
                  <a:lnTo>
                    <a:pt x="326161" y="746823"/>
                  </a:lnTo>
                  <a:lnTo>
                    <a:pt x="391121" y="735939"/>
                  </a:lnTo>
                  <a:lnTo>
                    <a:pt x="399072" y="729538"/>
                  </a:lnTo>
                  <a:lnTo>
                    <a:pt x="440055" y="671918"/>
                  </a:lnTo>
                  <a:lnTo>
                    <a:pt x="458076" y="616458"/>
                  </a:lnTo>
                  <a:lnTo>
                    <a:pt x="472020" y="542899"/>
                  </a:lnTo>
                  <a:lnTo>
                    <a:pt x="479323" y="495046"/>
                  </a:lnTo>
                  <a:lnTo>
                    <a:pt x="485305" y="442658"/>
                  </a:lnTo>
                  <a:lnTo>
                    <a:pt x="488797" y="387921"/>
                  </a:lnTo>
                  <a:close/>
                </a:path>
              </a:pathLst>
            </a:custGeom>
            <a:solidFill>
              <a:srgbClr val="7C482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06" name="object 206" descr="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9915016" y="1945241"/>
            <a:ext cx="190537" cy="106216"/>
          </a:xfrm>
          <a:prstGeom prst="rect">
            <a:avLst/>
          </a:prstGeom>
        </p:spPr>
      </p:pic>
      <p:grpSp>
        <p:nvGrpSpPr>
          <p:cNvPr id="207" name="object 207" descr=""/>
          <p:cNvGrpSpPr/>
          <p:nvPr/>
        </p:nvGrpSpPr>
        <p:grpSpPr>
          <a:xfrm>
            <a:off x="9463215" y="2144463"/>
            <a:ext cx="372110" cy="106680"/>
            <a:chOff x="9463215" y="2144463"/>
            <a:chExt cx="372110" cy="106680"/>
          </a:xfrm>
        </p:grpSpPr>
        <p:sp>
          <p:nvSpPr>
            <p:cNvPr id="208" name="object 208" descr=""/>
            <p:cNvSpPr/>
            <p:nvPr/>
          </p:nvSpPr>
          <p:spPr>
            <a:xfrm>
              <a:off x="9463215" y="2158724"/>
              <a:ext cx="372110" cy="80645"/>
            </a:xfrm>
            <a:custGeom>
              <a:avLst/>
              <a:gdLst/>
              <a:ahLst/>
              <a:cxnLst/>
              <a:rect l="l" t="t" r="r" b="b"/>
              <a:pathLst>
                <a:path w="372109" h="80644">
                  <a:moveTo>
                    <a:pt x="62" y="0"/>
                  </a:moveTo>
                  <a:lnTo>
                    <a:pt x="0" y="80186"/>
                  </a:lnTo>
                  <a:lnTo>
                    <a:pt x="371936" y="80594"/>
                  </a:lnTo>
                  <a:lnTo>
                    <a:pt x="372009" y="397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6F4D4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9599659" y="2144463"/>
              <a:ext cx="96520" cy="106680"/>
            </a:xfrm>
            <a:custGeom>
              <a:avLst/>
              <a:gdLst/>
              <a:ahLst/>
              <a:cxnLst/>
              <a:rect l="l" t="t" r="r" b="b"/>
              <a:pathLst>
                <a:path w="96520" h="106680">
                  <a:moveTo>
                    <a:pt x="48302" y="0"/>
                  </a:moveTo>
                  <a:lnTo>
                    <a:pt x="29511" y="4147"/>
                  </a:lnTo>
                  <a:lnTo>
                    <a:pt x="14161" y="15513"/>
                  </a:lnTo>
                  <a:lnTo>
                    <a:pt x="3807" y="32386"/>
                  </a:lnTo>
                  <a:lnTo>
                    <a:pt x="0" y="53055"/>
                  </a:lnTo>
                  <a:lnTo>
                    <a:pt x="3776" y="73731"/>
                  </a:lnTo>
                  <a:lnTo>
                    <a:pt x="14102" y="90622"/>
                  </a:lnTo>
                  <a:lnTo>
                    <a:pt x="29430" y="102021"/>
                  </a:lnTo>
                  <a:lnTo>
                    <a:pt x="48207" y="106216"/>
                  </a:lnTo>
                  <a:lnTo>
                    <a:pt x="66988" y="102059"/>
                  </a:lnTo>
                  <a:lnTo>
                    <a:pt x="82335" y="90694"/>
                  </a:lnTo>
                  <a:lnTo>
                    <a:pt x="92691" y="73826"/>
                  </a:lnTo>
                  <a:lnTo>
                    <a:pt x="96499" y="53160"/>
                  </a:lnTo>
                  <a:lnTo>
                    <a:pt x="92723" y="32481"/>
                  </a:lnTo>
                  <a:lnTo>
                    <a:pt x="82398" y="15589"/>
                  </a:lnTo>
                  <a:lnTo>
                    <a:pt x="67073" y="4193"/>
                  </a:lnTo>
                  <a:lnTo>
                    <a:pt x="48302" y="0"/>
                  </a:lnTo>
                  <a:close/>
                </a:path>
              </a:pathLst>
            </a:custGeom>
            <a:solidFill>
              <a:srgbClr val="5339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9611477" y="2158912"/>
              <a:ext cx="73025" cy="80645"/>
            </a:xfrm>
            <a:custGeom>
              <a:avLst/>
              <a:gdLst/>
              <a:ahLst/>
              <a:cxnLst/>
              <a:rect l="l" t="t" r="r" b="b"/>
              <a:pathLst>
                <a:path w="73025" h="80644">
                  <a:moveTo>
                    <a:pt x="36459" y="0"/>
                  </a:moveTo>
                  <a:lnTo>
                    <a:pt x="22278" y="3136"/>
                  </a:lnTo>
                  <a:lnTo>
                    <a:pt x="10690" y="11718"/>
                  </a:lnTo>
                  <a:lnTo>
                    <a:pt x="2872" y="24456"/>
                  </a:lnTo>
                  <a:lnTo>
                    <a:pt x="0" y="40061"/>
                  </a:lnTo>
                  <a:lnTo>
                    <a:pt x="2842" y="55678"/>
                  </a:lnTo>
                  <a:lnTo>
                    <a:pt x="10635" y="68435"/>
                  </a:lnTo>
                  <a:lnTo>
                    <a:pt x="22210" y="77041"/>
                  </a:lnTo>
                  <a:lnTo>
                    <a:pt x="36396" y="80206"/>
                  </a:lnTo>
                  <a:lnTo>
                    <a:pt x="50582" y="77070"/>
                  </a:lnTo>
                  <a:lnTo>
                    <a:pt x="62170" y="68488"/>
                  </a:lnTo>
                  <a:lnTo>
                    <a:pt x="69989" y="55750"/>
                  </a:lnTo>
                  <a:lnTo>
                    <a:pt x="72866" y="40145"/>
                  </a:lnTo>
                  <a:lnTo>
                    <a:pt x="70018" y="24534"/>
                  </a:lnTo>
                  <a:lnTo>
                    <a:pt x="62221" y="11779"/>
                  </a:lnTo>
                  <a:lnTo>
                    <a:pt x="50645" y="3171"/>
                  </a:lnTo>
                  <a:lnTo>
                    <a:pt x="364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1" name="object 211" descr=""/>
            <p:cNvSpPr/>
            <p:nvPr/>
          </p:nvSpPr>
          <p:spPr>
            <a:xfrm>
              <a:off x="9546323" y="2148363"/>
              <a:ext cx="271145" cy="98425"/>
            </a:xfrm>
            <a:custGeom>
              <a:avLst/>
              <a:gdLst/>
              <a:ahLst/>
              <a:cxnLst/>
              <a:rect l="l" t="t" r="r" b="b"/>
              <a:pathLst>
                <a:path w="271145" h="98425">
                  <a:moveTo>
                    <a:pt x="16751" y="0"/>
                  </a:moveTo>
                  <a:lnTo>
                    <a:pt x="0" y="0"/>
                  </a:lnTo>
                  <a:lnTo>
                    <a:pt x="0" y="98361"/>
                  </a:lnTo>
                  <a:lnTo>
                    <a:pt x="16751" y="98361"/>
                  </a:lnTo>
                  <a:lnTo>
                    <a:pt x="16751" y="0"/>
                  </a:lnTo>
                  <a:close/>
                </a:path>
                <a:path w="271145" h="98425">
                  <a:moveTo>
                    <a:pt x="179412" y="41960"/>
                  </a:moveTo>
                  <a:lnTo>
                    <a:pt x="171005" y="41948"/>
                  </a:lnTo>
                  <a:lnTo>
                    <a:pt x="162598" y="41935"/>
                  </a:lnTo>
                  <a:lnTo>
                    <a:pt x="162585" y="56299"/>
                  </a:lnTo>
                  <a:lnTo>
                    <a:pt x="179387" y="56324"/>
                  </a:lnTo>
                  <a:lnTo>
                    <a:pt x="179412" y="41960"/>
                  </a:lnTo>
                  <a:close/>
                </a:path>
                <a:path w="271145" h="98425">
                  <a:moveTo>
                    <a:pt x="209880" y="41986"/>
                  </a:moveTo>
                  <a:lnTo>
                    <a:pt x="203530" y="41986"/>
                  </a:lnTo>
                  <a:lnTo>
                    <a:pt x="203530" y="0"/>
                  </a:lnTo>
                  <a:lnTo>
                    <a:pt x="186778" y="0"/>
                  </a:lnTo>
                  <a:lnTo>
                    <a:pt x="186778" y="98361"/>
                  </a:lnTo>
                  <a:lnTo>
                    <a:pt x="203530" y="98361"/>
                  </a:lnTo>
                  <a:lnTo>
                    <a:pt x="203530" y="56349"/>
                  </a:lnTo>
                  <a:lnTo>
                    <a:pt x="209854" y="56349"/>
                  </a:lnTo>
                  <a:lnTo>
                    <a:pt x="209880" y="41986"/>
                  </a:lnTo>
                  <a:close/>
                </a:path>
                <a:path w="271145" h="98425">
                  <a:moveTo>
                    <a:pt x="240322" y="42024"/>
                  </a:moveTo>
                  <a:lnTo>
                    <a:pt x="231914" y="42011"/>
                  </a:lnTo>
                  <a:lnTo>
                    <a:pt x="223507" y="41998"/>
                  </a:lnTo>
                  <a:lnTo>
                    <a:pt x="223481" y="56375"/>
                  </a:lnTo>
                  <a:lnTo>
                    <a:pt x="240296" y="56375"/>
                  </a:lnTo>
                  <a:lnTo>
                    <a:pt x="240322" y="42024"/>
                  </a:lnTo>
                  <a:close/>
                </a:path>
                <a:path w="271145" h="98425">
                  <a:moveTo>
                    <a:pt x="270776" y="42049"/>
                  </a:moveTo>
                  <a:lnTo>
                    <a:pt x="262369" y="42049"/>
                  </a:lnTo>
                  <a:lnTo>
                    <a:pt x="253961" y="42037"/>
                  </a:lnTo>
                  <a:lnTo>
                    <a:pt x="253949" y="56400"/>
                  </a:lnTo>
                  <a:lnTo>
                    <a:pt x="270738" y="56426"/>
                  </a:lnTo>
                  <a:lnTo>
                    <a:pt x="270776" y="42049"/>
                  </a:lnTo>
                  <a:close/>
                </a:path>
              </a:pathLst>
            </a:custGeom>
            <a:solidFill>
              <a:srgbClr val="53393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2" name="object 212" descr="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9916488" y="2144457"/>
            <a:ext cx="189448" cy="106206"/>
          </a:xfrm>
          <a:prstGeom prst="rect">
            <a:avLst/>
          </a:prstGeom>
        </p:spPr>
      </p:pic>
      <p:grpSp>
        <p:nvGrpSpPr>
          <p:cNvPr id="213" name="object 213" descr=""/>
          <p:cNvGrpSpPr/>
          <p:nvPr/>
        </p:nvGrpSpPr>
        <p:grpSpPr>
          <a:xfrm>
            <a:off x="9521273" y="1929385"/>
            <a:ext cx="260350" cy="125095"/>
            <a:chOff x="9521273" y="1929385"/>
            <a:chExt cx="260350" cy="125095"/>
          </a:xfrm>
        </p:grpSpPr>
        <p:sp>
          <p:nvSpPr>
            <p:cNvPr id="214" name="object 214" descr=""/>
            <p:cNvSpPr/>
            <p:nvPr/>
          </p:nvSpPr>
          <p:spPr>
            <a:xfrm>
              <a:off x="9521273" y="1947959"/>
              <a:ext cx="260350" cy="83185"/>
            </a:xfrm>
            <a:custGeom>
              <a:avLst/>
              <a:gdLst/>
              <a:ahLst/>
              <a:cxnLst/>
              <a:rect l="l" t="t" r="r" b="b"/>
              <a:pathLst>
                <a:path w="260350" h="83185">
                  <a:moveTo>
                    <a:pt x="73" y="0"/>
                  </a:moveTo>
                  <a:lnTo>
                    <a:pt x="0" y="82426"/>
                  </a:lnTo>
                  <a:lnTo>
                    <a:pt x="259866" y="82709"/>
                  </a:lnTo>
                  <a:lnTo>
                    <a:pt x="259939" y="282"/>
                  </a:lnTo>
                  <a:lnTo>
                    <a:pt x="73" y="0"/>
                  </a:lnTo>
                  <a:close/>
                </a:path>
              </a:pathLst>
            </a:custGeom>
            <a:solidFill>
              <a:srgbClr val="077DB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5" name="object 215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9532538" y="1929385"/>
              <a:ext cx="232007" cy="124697"/>
            </a:xfrm>
            <a:prstGeom prst="rect">
              <a:avLst/>
            </a:prstGeom>
          </p:spPr>
        </p:pic>
      </p:grpSp>
      <p:grpSp>
        <p:nvGrpSpPr>
          <p:cNvPr id="216" name="object 216" descr=""/>
          <p:cNvGrpSpPr/>
          <p:nvPr/>
        </p:nvGrpSpPr>
        <p:grpSpPr>
          <a:xfrm>
            <a:off x="17284489" y="1922775"/>
            <a:ext cx="248920" cy="689610"/>
            <a:chOff x="17284489" y="1922775"/>
            <a:chExt cx="248920" cy="689610"/>
          </a:xfrm>
        </p:grpSpPr>
        <p:sp>
          <p:nvSpPr>
            <p:cNvPr id="217" name="object 217" descr=""/>
            <p:cNvSpPr/>
            <p:nvPr/>
          </p:nvSpPr>
          <p:spPr>
            <a:xfrm>
              <a:off x="17284485" y="1922785"/>
              <a:ext cx="238760" cy="644525"/>
            </a:xfrm>
            <a:custGeom>
              <a:avLst/>
              <a:gdLst/>
              <a:ahLst/>
              <a:cxnLst/>
              <a:rect l="l" t="t" r="r" b="b"/>
              <a:pathLst>
                <a:path w="238759" h="644525">
                  <a:moveTo>
                    <a:pt x="238531" y="619264"/>
                  </a:moveTo>
                  <a:lnTo>
                    <a:pt x="234048" y="585978"/>
                  </a:lnTo>
                  <a:lnTo>
                    <a:pt x="223367" y="509384"/>
                  </a:lnTo>
                  <a:lnTo>
                    <a:pt x="210604" y="424383"/>
                  </a:lnTo>
                  <a:lnTo>
                    <a:pt x="199885" y="365836"/>
                  </a:lnTo>
                  <a:lnTo>
                    <a:pt x="197472" y="332892"/>
                  </a:lnTo>
                  <a:lnTo>
                    <a:pt x="188810" y="249618"/>
                  </a:lnTo>
                  <a:lnTo>
                    <a:pt x="171792" y="139293"/>
                  </a:lnTo>
                  <a:lnTo>
                    <a:pt x="144322" y="25234"/>
                  </a:lnTo>
                  <a:lnTo>
                    <a:pt x="106502" y="723"/>
                  </a:lnTo>
                  <a:lnTo>
                    <a:pt x="83540" y="0"/>
                  </a:lnTo>
                  <a:lnTo>
                    <a:pt x="69456" y="1155"/>
                  </a:lnTo>
                  <a:lnTo>
                    <a:pt x="49784" y="10477"/>
                  </a:lnTo>
                  <a:lnTo>
                    <a:pt x="24485" y="31927"/>
                  </a:lnTo>
                  <a:lnTo>
                    <a:pt x="4305" y="59550"/>
                  </a:lnTo>
                  <a:lnTo>
                    <a:pt x="0" y="87388"/>
                  </a:lnTo>
                  <a:lnTo>
                    <a:pt x="6527" y="111633"/>
                  </a:lnTo>
                  <a:lnTo>
                    <a:pt x="16179" y="151409"/>
                  </a:lnTo>
                  <a:lnTo>
                    <a:pt x="71793" y="391642"/>
                  </a:lnTo>
                  <a:lnTo>
                    <a:pt x="79616" y="438797"/>
                  </a:lnTo>
                  <a:lnTo>
                    <a:pt x="88519" y="480834"/>
                  </a:lnTo>
                  <a:lnTo>
                    <a:pt x="104203" y="541464"/>
                  </a:lnTo>
                  <a:lnTo>
                    <a:pt x="132334" y="644398"/>
                  </a:lnTo>
                  <a:lnTo>
                    <a:pt x="238531" y="619264"/>
                  </a:lnTo>
                  <a:close/>
                </a:path>
              </a:pathLst>
            </a:custGeom>
            <a:solidFill>
              <a:srgbClr val="40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8" name="object 218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7413721" y="2534686"/>
              <a:ext cx="119159" cy="77285"/>
            </a:xfrm>
            <a:prstGeom prst="rect">
              <a:avLst/>
            </a:prstGeom>
          </p:spPr>
        </p:pic>
      </p:grpSp>
      <p:grpSp>
        <p:nvGrpSpPr>
          <p:cNvPr id="219" name="object 219" descr=""/>
          <p:cNvGrpSpPr/>
          <p:nvPr/>
        </p:nvGrpSpPr>
        <p:grpSpPr>
          <a:xfrm>
            <a:off x="16786476" y="1849403"/>
            <a:ext cx="629920" cy="767715"/>
            <a:chOff x="16786476" y="1849403"/>
            <a:chExt cx="629920" cy="767715"/>
          </a:xfrm>
        </p:grpSpPr>
        <p:sp>
          <p:nvSpPr>
            <p:cNvPr id="220" name="object 220" descr=""/>
            <p:cNvSpPr/>
            <p:nvPr/>
          </p:nvSpPr>
          <p:spPr>
            <a:xfrm>
              <a:off x="16796334" y="1917578"/>
              <a:ext cx="238760" cy="654685"/>
            </a:xfrm>
            <a:custGeom>
              <a:avLst/>
              <a:gdLst/>
              <a:ahLst/>
              <a:cxnLst/>
              <a:rect l="l" t="t" r="r" b="b"/>
              <a:pathLst>
                <a:path w="238759" h="654685">
                  <a:moveTo>
                    <a:pt x="238531" y="97675"/>
                  </a:moveTo>
                  <a:lnTo>
                    <a:pt x="232473" y="68046"/>
                  </a:lnTo>
                  <a:lnTo>
                    <a:pt x="208457" y="36487"/>
                  </a:lnTo>
                  <a:lnTo>
                    <a:pt x="179324" y="11112"/>
                  </a:lnTo>
                  <a:lnTo>
                    <a:pt x="157911" y="0"/>
                  </a:lnTo>
                  <a:lnTo>
                    <a:pt x="145567" y="622"/>
                  </a:lnTo>
                  <a:lnTo>
                    <a:pt x="107124" y="16167"/>
                  </a:lnTo>
                  <a:lnTo>
                    <a:pt x="66738" y="149580"/>
                  </a:lnTo>
                  <a:lnTo>
                    <a:pt x="49720" y="259905"/>
                  </a:lnTo>
                  <a:lnTo>
                    <a:pt x="41059" y="343179"/>
                  </a:lnTo>
                  <a:lnTo>
                    <a:pt x="38633" y="376123"/>
                  </a:lnTo>
                  <a:lnTo>
                    <a:pt x="27927" y="434670"/>
                  </a:lnTo>
                  <a:lnTo>
                    <a:pt x="15151" y="519671"/>
                  </a:lnTo>
                  <a:lnTo>
                    <a:pt x="4470" y="596252"/>
                  </a:lnTo>
                  <a:lnTo>
                    <a:pt x="0" y="629539"/>
                  </a:lnTo>
                  <a:lnTo>
                    <a:pt x="106184" y="654672"/>
                  </a:lnTo>
                  <a:lnTo>
                    <a:pt x="134327" y="551751"/>
                  </a:lnTo>
                  <a:lnTo>
                    <a:pt x="150012" y="491121"/>
                  </a:lnTo>
                  <a:lnTo>
                    <a:pt x="158915" y="449072"/>
                  </a:lnTo>
                  <a:lnTo>
                    <a:pt x="166725" y="401929"/>
                  </a:lnTo>
                  <a:lnTo>
                    <a:pt x="222338" y="161683"/>
                  </a:lnTo>
                  <a:lnTo>
                    <a:pt x="232003" y="121920"/>
                  </a:lnTo>
                  <a:lnTo>
                    <a:pt x="238531" y="97675"/>
                  </a:lnTo>
                  <a:close/>
                </a:path>
              </a:pathLst>
            </a:custGeom>
            <a:solidFill>
              <a:srgbClr val="40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1" name="object 221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6786476" y="2539765"/>
              <a:ext cx="119160" cy="77285"/>
            </a:xfrm>
            <a:prstGeom prst="rect">
              <a:avLst/>
            </a:prstGeom>
          </p:spPr>
        </p:pic>
        <p:sp>
          <p:nvSpPr>
            <p:cNvPr id="222" name="object 222" descr=""/>
            <p:cNvSpPr/>
            <p:nvPr/>
          </p:nvSpPr>
          <p:spPr>
            <a:xfrm>
              <a:off x="16911654" y="1868965"/>
              <a:ext cx="504825" cy="700405"/>
            </a:xfrm>
            <a:custGeom>
              <a:avLst/>
              <a:gdLst/>
              <a:ahLst/>
              <a:cxnLst/>
              <a:rect l="l" t="t" r="r" b="b"/>
              <a:pathLst>
                <a:path w="504825" h="700405">
                  <a:moveTo>
                    <a:pt x="134001" y="0"/>
                  </a:moveTo>
                  <a:lnTo>
                    <a:pt x="62072" y="29812"/>
                  </a:lnTo>
                  <a:lnTo>
                    <a:pt x="24223" y="45865"/>
                  </a:lnTo>
                  <a:lnTo>
                    <a:pt x="0" y="76127"/>
                  </a:lnTo>
                  <a:lnTo>
                    <a:pt x="3446" y="118063"/>
                  </a:lnTo>
                  <a:lnTo>
                    <a:pt x="9913" y="177247"/>
                  </a:lnTo>
                  <a:lnTo>
                    <a:pt x="34945" y="385656"/>
                  </a:lnTo>
                  <a:lnTo>
                    <a:pt x="41003" y="441206"/>
                  </a:lnTo>
                  <a:lnTo>
                    <a:pt x="43836" y="477692"/>
                  </a:lnTo>
                  <a:lnTo>
                    <a:pt x="44557" y="530072"/>
                  </a:lnTo>
                  <a:lnTo>
                    <a:pt x="44776" y="583059"/>
                  </a:lnTo>
                  <a:lnTo>
                    <a:pt x="46404" y="627602"/>
                  </a:lnTo>
                  <a:lnTo>
                    <a:pt x="51354" y="654650"/>
                  </a:lnTo>
                  <a:lnTo>
                    <a:pt x="57494" y="665581"/>
                  </a:lnTo>
                  <a:lnTo>
                    <a:pt x="62648" y="670132"/>
                  </a:lnTo>
                  <a:lnTo>
                    <a:pt x="77311" y="674031"/>
                  </a:lnTo>
                  <a:lnTo>
                    <a:pt x="125360" y="687459"/>
                  </a:lnTo>
                  <a:lnTo>
                    <a:pt x="177737" y="696096"/>
                  </a:lnTo>
                  <a:lnTo>
                    <a:pt x="232651" y="699840"/>
                  </a:lnTo>
                  <a:lnTo>
                    <a:pt x="288311" y="698586"/>
                  </a:lnTo>
                  <a:lnTo>
                    <a:pt x="342928" y="692230"/>
                  </a:lnTo>
                  <a:lnTo>
                    <a:pt x="394709" y="680666"/>
                  </a:lnTo>
                  <a:lnTo>
                    <a:pt x="441866" y="663791"/>
                  </a:lnTo>
                  <a:lnTo>
                    <a:pt x="448756" y="639666"/>
                  </a:lnTo>
                  <a:lnTo>
                    <a:pt x="447671" y="591051"/>
                  </a:lnTo>
                  <a:lnTo>
                    <a:pt x="443717" y="536901"/>
                  </a:lnTo>
                  <a:lnTo>
                    <a:pt x="442002" y="496173"/>
                  </a:lnTo>
                  <a:lnTo>
                    <a:pt x="444215" y="419016"/>
                  </a:lnTo>
                  <a:lnTo>
                    <a:pt x="447051" y="372165"/>
                  </a:lnTo>
                  <a:lnTo>
                    <a:pt x="452578" y="326953"/>
                  </a:lnTo>
                  <a:lnTo>
                    <a:pt x="461704" y="278942"/>
                  </a:lnTo>
                  <a:lnTo>
                    <a:pt x="489035" y="145269"/>
                  </a:lnTo>
                  <a:lnTo>
                    <a:pt x="500034" y="90218"/>
                  </a:lnTo>
                  <a:lnTo>
                    <a:pt x="477765" y="48438"/>
                  </a:lnTo>
                  <a:lnTo>
                    <a:pt x="419181" y="27724"/>
                  </a:lnTo>
                  <a:lnTo>
                    <a:pt x="360620" y="9369"/>
                  </a:lnTo>
                  <a:lnTo>
                    <a:pt x="334005" y="1455"/>
                  </a:lnTo>
                  <a:lnTo>
                    <a:pt x="283713" y="40879"/>
                  </a:lnTo>
                  <a:lnTo>
                    <a:pt x="254110" y="59741"/>
                  </a:lnTo>
                  <a:lnTo>
                    <a:pt x="240091" y="65551"/>
                  </a:lnTo>
                  <a:lnTo>
                    <a:pt x="236553" y="65819"/>
                  </a:lnTo>
                  <a:lnTo>
                    <a:pt x="207502" y="56242"/>
                  </a:lnTo>
                  <a:lnTo>
                    <a:pt x="173697" y="33538"/>
                  </a:lnTo>
                  <a:lnTo>
                    <a:pt x="145682" y="10519"/>
                  </a:lnTo>
                  <a:lnTo>
                    <a:pt x="134001" y="0"/>
                  </a:lnTo>
                  <a:close/>
                </a:path>
              </a:pathLst>
            </a:custGeom>
            <a:solidFill>
              <a:srgbClr val="4F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3" name="object 223" descr=""/>
            <p:cNvSpPr/>
            <p:nvPr/>
          </p:nvSpPr>
          <p:spPr>
            <a:xfrm>
              <a:off x="17238244" y="2005462"/>
              <a:ext cx="98425" cy="18415"/>
            </a:xfrm>
            <a:custGeom>
              <a:avLst/>
              <a:gdLst/>
              <a:ahLst/>
              <a:cxnLst/>
              <a:rect l="l" t="t" r="r" b="b"/>
              <a:pathLst>
                <a:path w="98425" h="18414">
                  <a:moveTo>
                    <a:pt x="97839" y="0"/>
                  </a:moveTo>
                  <a:lnTo>
                    <a:pt x="0" y="104"/>
                  </a:lnTo>
                  <a:lnTo>
                    <a:pt x="136" y="18355"/>
                  </a:lnTo>
                  <a:lnTo>
                    <a:pt x="97839" y="18250"/>
                  </a:lnTo>
                  <a:lnTo>
                    <a:pt x="97839" y="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7145470" y="2023738"/>
              <a:ext cx="22225" cy="461009"/>
            </a:xfrm>
            <a:custGeom>
              <a:avLst/>
              <a:gdLst/>
              <a:ahLst/>
              <a:cxnLst/>
              <a:rect l="l" t="t" r="r" b="b"/>
              <a:pathLst>
                <a:path w="22225" h="461010">
                  <a:moveTo>
                    <a:pt x="18237" y="363245"/>
                  </a:moveTo>
                  <a:lnTo>
                    <a:pt x="15735" y="356603"/>
                  </a:lnTo>
                  <a:lnTo>
                    <a:pt x="14655" y="355485"/>
                  </a:lnTo>
                  <a:lnTo>
                    <a:pt x="8356" y="352844"/>
                  </a:lnTo>
                  <a:lnTo>
                    <a:pt x="2717" y="355701"/>
                  </a:lnTo>
                  <a:lnTo>
                    <a:pt x="0" y="361632"/>
                  </a:lnTo>
                  <a:lnTo>
                    <a:pt x="2514" y="368261"/>
                  </a:lnTo>
                  <a:lnTo>
                    <a:pt x="3594" y="369392"/>
                  </a:lnTo>
                  <a:lnTo>
                    <a:pt x="9880" y="372021"/>
                  </a:lnTo>
                  <a:lnTo>
                    <a:pt x="15532" y="369176"/>
                  </a:lnTo>
                  <a:lnTo>
                    <a:pt x="18237" y="363245"/>
                  </a:lnTo>
                  <a:close/>
                </a:path>
                <a:path w="22225" h="461010">
                  <a:moveTo>
                    <a:pt x="18237" y="275031"/>
                  </a:moveTo>
                  <a:lnTo>
                    <a:pt x="15735" y="268401"/>
                  </a:lnTo>
                  <a:lnTo>
                    <a:pt x="14655" y="267271"/>
                  </a:lnTo>
                  <a:lnTo>
                    <a:pt x="8356" y="264642"/>
                  </a:lnTo>
                  <a:lnTo>
                    <a:pt x="2717" y="267487"/>
                  </a:lnTo>
                  <a:lnTo>
                    <a:pt x="0" y="273418"/>
                  </a:lnTo>
                  <a:lnTo>
                    <a:pt x="2514" y="280047"/>
                  </a:lnTo>
                  <a:lnTo>
                    <a:pt x="3594" y="281178"/>
                  </a:lnTo>
                  <a:lnTo>
                    <a:pt x="9880" y="283806"/>
                  </a:lnTo>
                  <a:lnTo>
                    <a:pt x="15532" y="280962"/>
                  </a:lnTo>
                  <a:lnTo>
                    <a:pt x="18237" y="275031"/>
                  </a:lnTo>
                  <a:close/>
                </a:path>
                <a:path w="22225" h="461010">
                  <a:moveTo>
                    <a:pt x="18237" y="186817"/>
                  </a:moveTo>
                  <a:lnTo>
                    <a:pt x="15735" y="180200"/>
                  </a:lnTo>
                  <a:lnTo>
                    <a:pt x="14655" y="179057"/>
                  </a:lnTo>
                  <a:lnTo>
                    <a:pt x="8356" y="176428"/>
                  </a:lnTo>
                  <a:lnTo>
                    <a:pt x="2717" y="179273"/>
                  </a:lnTo>
                  <a:lnTo>
                    <a:pt x="0" y="185216"/>
                  </a:lnTo>
                  <a:lnTo>
                    <a:pt x="2514" y="191833"/>
                  </a:lnTo>
                  <a:lnTo>
                    <a:pt x="3594" y="192963"/>
                  </a:lnTo>
                  <a:lnTo>
                    <a:pt x="9880" y="195605"/>
                  </a:lnTo>
                  <a:lnTo>
                    <a:pt x="15532" y="192747"/>
                  </a:lnTo>
                  <a:lnTo>
                    <a:pt x="18237" y="186817"/>
                  </a:lnTo>
                  <a:close/>
                </a:path>
                <a:path w="22225" h="461010">
                  <a:moveTo>
                    <a:pt x="18237" y="98602"/>
                  </a:moveTo>
                  <a:lnTo>
                    <a:pt x="15735" y="91973"/>
                  </a:lnTo>
                  <a:lnTo>
                    <a:pt x="14655" y="90843"/>
                  </a:lnTo>
                  <a:lnTo>
                    <a:pt x="8356" y="88214"/>
                  </a:lnTo>
                  <a:lnTo>
                    <a:pt x="2717" y="91059"/>
                  </a:lnTo>
                  <a:lnTo>
                    <a:pt x="0" y="96989"/>
                  </a:lnTo>
                  <a:lnTo>
                    <a:pt x="2514" y="103619"/>
                  </a:lnTo>
                  <a:lnTo>
                    <a:pt x="3594" y="104749"/>
                  </a:lnTo>
                  <a:lnTo>
                    <a:pt x="9880" y="107391"/>
                  </a:lnTo>
                  <a:lnTo>
                    <a:pt x="15532" y="104546"/>
                  </a:lnTo>
                  <a:lnTo>
                    <a:pt x="18237" y="98602"/>
                  </a:lnTo>
                  <a:close/>
                </a:path>
                <a:path w="22225" h="461010">
                  <a:moveTo>
                    <a:pt x="18237" y="10401"/>
                  </a:moveTo>
                  <a:lnTo>
                    <a:pt x="15735" y="3759"/>
                  </a:lnTo>
                  <a:lnTo>
                    <a:pt x="14655" y="2628"/>
                  </a:lnTo>
                  <a:lnTo>
                    <a:pt x="8356" y="0"/>
                  </a:lnTo>
                  <a:lnTo>
                    <a:pt x="2717" y="2844"/>
                  </a:lnTo>
                  <a:lnTo>
                    <a:pt x="12" y="8788"/>
                  </a:lnTo>
                  <a:lnTo>
                    <a:pt x="2514" y="15417"/>
                  </a:lnTo>
                  <a:lnTo>
                    <a:pt x="3581" y="16535"/>
                  </a:lnTo>
                  <a:lnTo>
                    <a:pt x="9880" y="19177"/>
                  </a:lnTo>
                  <a:lnTo>
                    <a:pt x="15532" y="16332"/>
                  </a:lnTo>
                  <a:lnTo>
                    <a:pt x="18237" y="10401"/>
                  </a:lnTo>
                  <a:close/>
                </a:path>
                <a:path w="22225" h="461010">
                  <a:moveTo>
                    <a:pt x="21907" y="451332"/>
                  </a:moveTo>
                  <a:lnTo>
                    <a:pt x="14655" y="443699"/>
                  </a:lnTo>
                  <a:lnTo>
                    <a:pt x="8356" y="441058"/>
                  </a:lnTo>
                  <a:lnTo>
                    <a:pt x="2717" y="443903"/>
                  </a:lnTo>
                  <a:lnTo>
                    <a:pt x="0" y="449846"/>
                  </a:lnTo>
                  <a:lnTo>
                    <a:pt x="2514" y="456463"/>
                  </a:lnTo>
                  <a:lnTo>
                    <a:pt x="5232" y="459333"/>
                  </a:lnTo>
                  <a:lnTo>
                    <a:pt x="7073" y="460146"/>
                  </a:lnTo>
                  <a:lnTo>
                    <a:pt x="8890" y="460248"/>
                  </a:lnTo>
                  <a:lnTo>
                    <a:pt x="15646" y="460641"/>
                  </a:lnTo>
                  <a:lnTo>
                    <a:pt x="21907" y="451332"/>
                  </a:lnTo>
                  <a:close/>
                </a:path>
              </a:pathLst>
            </a:custGeom>
            <a:solidFill>
              <a:srgbClr val="2D2C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5" name="object 225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7044018" y="1849407"/>
              <a:ext cx="93053" cy="114551"/>
            </a:xfrm>
            <a:prstGeom prst="rect">
              <a:avLst/>
            </a:prstGeom>
          </p:spPr>
        </p:pic>
        <p:pic>
          <p:nvPicPr>
            <p:cNvPr id="226" name="object 226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17157959" y="1849403"/>
              <a:ext cx="107380" cy="112059"/>
            </a:xfrm>
            <a:prstGeom prst="rect">
              <a:avLst/>
            </a:prstGeom>
          </p:spPr>
        </p:pic>
      </p:grpSp>
      <p:grpSp>
        <p:nvGrpSpPr>
          <p:cNvPr id="227" name="object 227" descr=""/>
          <p:cNvGrpSpPr/>
          <p:nvPr/>
        </p:nvGrpSpPr>
        <p:grpSpPr>
          <a:xfrm>
            <a:off x="18527721" y="1888062"/>
            <a:ext cx="268605" cy="687070"/>
            <a:chOff x="18527721" y="1888062"/>
            <a:chExt cx="268605" cy="687070"/>
          </a:xfrm>
        </p:grpSpPr>
        <p:sp>
          <p:nvSpPr>
            <p:cNvPr id="228" name="object 228" descr=""/>
            <p:cNvSpPr/>
            <p:nvPr/>
          </p:nvSpPr>
          <p:spPr>
            <a:xfrm>
              <a:off x="18527713" y="1888064"/>
              <a:ext cx="257175" cy="642620"/>
            </a:xfrm>
            <a:custGeom>
              <a:avLst/>
              <a:gdLst/>
              <a:ahLst/>
              <a:cxnLst/>
              <a:rect l="l" t="t" r="r" b="b"/>
              <a:pathLst>
                <a:path w="257175" h="642619">
                  <a:moveTo>
                    <a:pt x="256844" y="612533"/>
                  </a:moveTo>
                  <a:lnTo>
                    <a:pt x="251218" y="579462"/>
                  </a:lnTo>
                  <a:lnTo>
                    <a:pt x="237871" y="503377"/>
                  </a:lnTo>
                  <a:lnTo>
                    <a:pt x="222161" y="418973"/>
                  </a:lnTo>
                  <a:lnTo>
                    <a:pt x="209410" y="360959"/>
                  </a:lnTo>
                  <a:lnTo>
                    <a:pt x="205854" y="328104"/>
                  </a:lnTo>
                  <a:lnTo>
                    <a:pt x="194310" y="245249"/>
                  </a:lnTo>
                  <a:lnTo>
                    <a:pt x="173469" y="135724"/>
                  </a:lnTo>
                  <a:lnTo>
                    <a:pt x="142049" y="22898"/>
                  </a:lnTo>
                  <a:lnTo>
                    <a:pt x="126796" y="5981"/>
                  </a:lnTo>
                  <a:lnTo>
                    <a:pt x="103416" y="0"/>
                  </a:lnTo>
                  <a:lnTo>
                    <a:pt x="80441" y="254"/>
                  </a:lnTo>
                  <a:lnTo>
                    <a:pt x="22542" y="34645"/>
                  </a:lnTo>
                  <a:lnTo>
                    <a:pt x="0" y="91097"/>
                  </a:lnTo>
                  <a:lnTo>
                    <a:pt x="7366" y="115049"/>
                  </a:lnTo>
                  <a:lnTo>
                    <a:pt x="18402" y="154381"/>
                  </a:lnTo>
                  <a:lnTo>
                    <a:pt x="82321" y="392099"/>
                  </a:lnTo>
                  <a:lnTo>
                    <a:pt x="91770" y="438886"/>
                  </a:lnTo>
                  <a:lnTo>
                    <a:pt x="102133" y="480529"/>
                  </a:lnTo>
                  <a:lnTo>
                    <a:pt x="119913" y="540461"/>
                  </a:lnTo>
                  <a:lnTo>
                    <a:pt x="151599" y="642124"/>
                  </a:lnTo>
                  <a:lnTo>
                    <a:pt x="256844" y="612533"/>
                  </a:lnTo>
                  <a:close/>
                </a:path>
              </a:pathLst>
            </a:custGeom>
            <a:solidFill>
              <a:srgbClr val="40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9" name="object 229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18675947" y="2492971"/>
              <a:ext cx="119860" cy="81725"/>
            </a:xfrm>
            <a:prstGeom prst="rect">
              <a:avLst/>
            </a:prstGeom>
          </p:spPr>
        </p:pic>
      </p:grpSp>
      <p:grpSp>
        <p:nvGrpSpPr>
          <p:cNvPr id="230" name="object 230" descr=""/>
          <p:cNvGrpSpPr/>
          <p:nvPr/>
        </p:nvGrpSpPr>
        <p:grpSpPr>
          <a:xfrm>
            <a:off x="18067607" y="1807348"/>
            <a:ext cx="593725" cy="778510"/>
            <a:chOff x="18067607" y="1807348"/>
            <a:chExt cx="593725" cy="778510"/>
          </a:xfrm>
        </p:grpSpPr>
        <p:sp>
          <p:nvSpPr>
            <p:cNvPr id="231" name="object 231" descr=""/>
            <p:cNvSpPr/>
            <p:nvPr/>
          </p:nvSpPr>
          <p:spPr>
            <a:xfrm>
              <a:off x="18076037" y="1884101"/>
              <a:ext cx="219075" cy="656590"/>
            </a:xfrm>
            <a:custGeom>
              <a:avLst/>
              <a:gdLst/>
              <a:ahLst/>
              <a:cxnLst/>
              <a:rect l="l" t="t" r="r" b="b"/>
              <a:pathLst>
                <a:path w="219075" h="656589">
                  <a:moveTo>
                    <a:pt x="218668" y="93992"/>
                  </a:moveTo>
                  <a:lnTo>
                    <a:pt x="211531" y="64655"/>
                  </a:lnTo>
                  <a:lnTo>
                    <a:pt x="186372" y="34201"/>
                  </a:lnTo>
                  <a:lnTo>
                    <a:pt x="156337" y="10147"/>
                  </a:lnTo>
                  <a:lnTo>
                    <a:pt x="134518" y="0"/>
                  </a:lnTo>
                  <a:lnTo>
                    <a:pt x="122212" y="1181"/>
                  </a:lnTo>
                  <a:lnTo>
                    <a:pt x="84366" y="18440"/>
                  </a:lnTo>
                  <a:lnTo>
                    <a:pt x="48945" y="153543"/>
                  </a:lnTo>
                  <a:lnTo>
                    <a:pt x="36017" y="264541"/>
                  </a:lnTo>
                  <a:lnTo>
                    <a:pt x="30441" y="348145"/>
                  </a:lnTo>
                  <a:lnTo>
                    <a:pt x="29248" y="381165"/>
                  </a:lnTo>
                  <a:lnTo>
                    <a:pt x="20701" y="440131"/>
                  </a:lnTo>
                  <a:lnTo>
                    <a:pt x="11087" y="525640"/>
                  </a:lnTo>
                  <a:lnTo>
                    <a:pt x="3238" y="602653"/>
                  </a:lnTo>
                  <a:lnTo>
                    <a:pt x="0" y="636104"/>
                  </a:lnTo>
                  <a:lnTo>
                    <a:pt x="107035" y="656463"/>
                  </a:lnTo>
                  <a:lnTo>
                    <a:pt x="131343" y="552361"/>
                  </a:lnTo>
                  <a:lnTo>
                    <a:pt x="144780" y="491070"/>
                  </a:lnTo>
                  <a:lnTo>
                    <a:pt x="152120" y="448665"/>
                  </a:lnTo>
                  <a:lnTo>
                    <a:pt x="158191" y="401205"/>
                  </a:lnTo>
                  <a:lnTo>
                    <a:pt x="204876" y="158673"/>
                  </a:lnTo>
                  <a:lnTo>
                    <a:pt x="213055" y="118503"/>
                  </a:lnTo>
                  <a:lnTo>
                    <a:pt x="218668" y="93992"/>
                  </a:lnTo>
                  <a:close/>
                </a:path>
              </a:pathLst>
            </a:custGeom>
            <a:solidFill>
              <a:srgbClr val="40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2" name="object 232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18067607" y="2513140"/>
              <a:ext cx="118294" cy="72437"/>
            </a:xfrm>
            <a:prstGeom prst="rect">
              <a:avLst/>
            </a:prstGeom>
          </p:spPr>
        </p:pic>
        <p:sp>
          <p:nvSpPr>
            <p:cNvPr id="233" name="object 233" descr=""/>
            <p:cNvSpPr/>
            <p:nvPr/>
          </p:nvSpPr>
          <p:spPr>
            <a:xfrm>
              <a:off x="18163227" y="1837141"/>
              <a:ext cx="498475" cy="700405"/>
            </a:xfrm>
            <a:custGeom>
              <a:avLst/>
              <a:gdLst/>
              <a:ahLst/>
              <a:cxnLst/>
              <a:rect l="l" t="t" r="r" b="b"/>
              <a:pathLst>
                <a:path w="498475" h="700405">
                  <a:moveTo>
                    <a:pt x="127577" y="0"/>
                  </a:moveTo>
                  <a:lnTo>
                    <a:pt x="59523" y="31774"/>
                  </a:lnTo>
                  <a:lnTo>
                    <a:pt x="23664" y="48833"/>
                  </a:lnTo>
                  <a:lnTo>
                    <a:pt x="0" y="79374"/>
                  </a:lnTo>
                  <a:lnTo>
                    <a:pt x="2686" y="120926"/>
                  </a:lnTo>
                  <a:lnTo>
                    <a:pt x="8078" y="179566"/>
                  </a:lnTo>
                  <a:lnTo>
                    <a:pt x="15083" y="248111"/>
                  </a:lnTo>
                  <a:lnTo>
                    <a:pt x="29570" y="386187"/>
                  </a:lnTo>
                  <a:lnTo>
                    <a:pt x="34868" y="441352"/>
                  </a:lnTo>
                  <a:lnTo>
                    <a:pt x="37413" y="477692"/>
                  </a:lnTo>
                  <a:lnTo>
                    <a:pt x="38134" y="530072"/>
                  </a:lnTo>
                  <a:lnTo>
                    <a:pt x="38352" y="583059"/>
                  </a:lnTo>
                  <a:lnTo>
                    <a:pt x="39981" y="627602"/>
                  </a:lnTo>
                  <a:lnTo>
                    <a:pt x="44931" y="654650"/>
                  </a:lnTo>
                  <a:lnTo>
                    <a:pt x="51070" y="665581"/>
                  </a:lnTo>
                  <a:lnTo>
                    <a:pt x="56225" y="670132"/>
                  </a:lnTo>
                  <a:lnTo>
                    <a:pt x="70888" y="674031"/>
                  </a:lnTo>
                  <a:lnTo>
                    <a:pt x="118937" y="687459"/>
                  </a:lnTo>
                  <a:lnTo>
                    <a:pt x="171314" y="696096"/>
                  </a:lnTo>
                  <a:lnTo>
                    <a:pt x="226227" y="699840"/>
                  </a:lnTo>
                  <a:lnTo>
                    <a:pt x="281888" y="698586"/>
                  </a:lnTo>
                  <a:lnTo>
                    <a:pt x="336504" y="692230"/>
                  </a:lnTo>
                  <a:lnTo>
                    <a:pt x="388286" y="680666"/>
                  </a:lnTo>
                  <a:lnTo>
                    <a:pt x="435442" y="663791"/>
                  </a:lnTo>
                  <a:lnTo>
                    <a:pt x="442333" y="639666"/>
                  </a:lnTo>
                  <a:lnTo>
                    <a:pt x="441247" y="591051"/>
                  </a:lnTo>
                  <a:lnTo>
                    <a:pt x="437293" y="536901"/>
                  </a:lnTo>
                  <a:lnTo>
                    <a:pt x="435579" y="496173"/>
                  </a:lnTo>
                  <a:lnTo>
                    <a:pt x="437792" y="419016"/>
                  </a:lnTo>
                  <a:lnTo>
                    <a:pt x="440628" y="372165"/>
                  </a:lnTo>
                  <a:lnTo>
                    <a:pt x="446154" y="326953"/>
                  </a:lnTo>
                  <a:lnTo>
                    <a:pt x="455280" y="278942"/>
                  </a:lnTo>
                  <a:lnTo>
                    <a:pt x="482611" y="145269"/>
                  </a:lnTo>
                  <a:lnTo>
                    <a:pt x="493610" y="90218"/>
                  </a:lnTo>
                  <a:lnTo>
                    <a:pt x="471342" y="48438"/>
                  </a:lnTo>
                  <a:lnTo>
                    <a:pt x="412757" y="27724"/>
                  </a:lnTo>
                  <a:lnTo>
                    <a:pt x="354196" y="9369"/>
                  </a:lnTo>
                  <a:lnTo>
                    <a:pt x="327582" y="1455"/>
                  </a:lnTo>
                  <a:lnTo>
                    <a:pt x="277218" y="30982"/>
                  </a:lnTo>
                  <a:lnTo>
                    <a:pt x="243120" y="47529"/>
                  </a:lnTo>
                  <a:lnTo>
                    <a:pt x="223771" y="54767"/>
                  </a:lnTo>
                  <a:lnTo>
                    <a:pt x="217658" y="56364"/>
                  </a:lnTo>
                  <a:lnTo>
                    <a:pt x="185490" y="40918"/>
                  </a:lnTo>
                  <a:lnTo>
                    <a:pt x="156535" y="22280"/>
                  </a:lnTo>
                  <a:lnTo>
                    <a:pt x="135621" y="6593"/>
                  </a:lnTo>
                  <a:lnTo>
                    <a:pt x="127577" y="0"/>
                  </a:lnTo>
                  <a:close/>
                </a:path>
              </a:pathLst>
            </a:custGeom>
            <a:solidFill>
              <a:srgbClr val="4F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18465081" y="1973636"/>
              <a:ext cx="98425" cy="18415"/>
            </a:xfrm>
            <a:custGeom>
              <a:avLst/>
              <a:gdLst/>
              <a:ahLst/>
              <a:cxnLst/>
              <a:rect l="l" t="t" r="r" b="b"/>
              <a:pathLst>
                <a:path w="98425" h="18414">
                  <a:moveTo>
                    <a:pt x="97839" y="0"/>
                  </a:moveTo>
                  <a:lnTo>
                    <a:pt x="0" y="104"/>
                  </a:lnTo>
                  <a:lnTo>
                    <a:pt x="136" y="18355"/>
                  </a:lnTo>
                  <a:lnTo>
                    <a:pt x="97839" y="18250"/>
                  </a:lnTo>
                  <a:lnTo>
                    <a:pt x="97839" y="0"/>
                  </a:lnTo>
                  <a:close/>
                </a:path>
              </a:pathLst>
            </a:custGeom>
            <a:solidFill>
              <a:srgbClr val="3A383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18371757" y="1993588"/>
              <a:ext cx="22225" cy="461009"/>
            </a:xfrm>
            <a:custGeom>
              <a:avLst/>
              <a:gdLst/>
              <a:ahLst/>
              <a:cxnLst/>
              <a:rect l="l" t="t" r="r" b="b"/>
              <a:pathLst>
                <a:path w="22225" h="461010">
                  <a:moveTo>
                    <a:pt x="18237" y="363245"/>
                  </a:moveTo>
                  <a:lnTo>
                    <a:pt x="15735" y="356616"/>
                  </a:lnTo>
                  <a:lnTo>
                    <a:pt x="14655" y="355498"/>
                  </a:lnTo>
                  <a:lnTo>
                    <a:pt x="8356" y="352856"/>
                  </a:lnTo>
                  <a:lnTo>
                    <a:pt x="2717" y="355701"/>
                  </a:lnTo>
                  <a:lnTo>
                    <a:pt x="0" y="361632"/>
                  </a:lnTo>
                  <a:lnTo>
                    <a:pt x="2514" y="368261"/>
                  </a:lnTo>
                  <a:lnTo>
                    <a:pt x="3594" y="369392"/>
                  </a:lnTo>
                  <a:lnTo>
                    <a:pt x="9880" y="372021"/>
                  </a:lnTo>
                  <a:lnTo>
                    <a:pt x="15532" y="369176"/>
                  </a:lnTo>
                  <a:lnTo>
                    <a:pt x="18237" y="363245"/>
                  </a:lnTo>
                  <a:close/>
                </a:path>
                <a:path w="22225" h="461010">
                  <a:moveTo>
                    <a:pt x="18237" y="275031"/>
                  </a:moveTo>
                  <a:lnTo>
                    <a:pt x="15735" y="268401"/>
                  </a:lnTo>
                  <a:lnTo>
                    <a:pt x="14655" y="267271"/>
                  </a:lnTo>
                  <a:lnTo>
                    <a:pt x="8356" y="264642"/>
                  </a:lnTo>
                  <a:lnTo>
                    <a:pt x="2717" y="267487"/>
                  </a:lnTo>
                  <a:lnTo>
                    <a:pt x="0" y="273418"/>
                  </a:lnTo>
                  <a:lnTo>
                    <a:pt x="2514" y="280047"/>
                  </a:lnTo>
                  <a:lnTo>
                    <a:pt x="3594" y="281178"/>
                  </a:lnTo>
                  <a:lnTo>
                    <a:pt x="9880" y="283819"/>
                  </a:lnTo>
                  <a:lnTo>
                    <a:pt x="15532" y="280974"/>
                  </a:lnTo>
                  <a:lnTo>
                    <a:pt x="18237" y="275031"/>
                  </a:lnTo>
                  <a:close/>
                </a:path>
                <a:path w="22225" h="461010">
                  <a:moveTo>
                    <a:pt x="18237" y="186817"/>
                  </a:moveTo>
                  <a:lnTo>
                    <a:pt x="15735" y="180187"/>
                  </a:lnTo>
                  <a:lnTo>
                    <a:pt x="14655" y="179070"/>
                  </a:lnTo>
                  <a:lnTo>
                    <a:pt x="8356" y="176428"/>
                  </a:lnTo>
                  <a:lnTo>
                    <a:pt x="2717" y="179273"/>
                  </a:lnTo>
                  <a:lnTo>
                    <a:pt x="0" y="185216"/>
                  </a:lnTo>
                  <a:lnTo>
                    <a:pt x="2514" y="191846"/>
                  </a:lnTo>
                  <a:lnTo>
                    <a:pt x="3594" y="192976"/>
                  </a:lnTo>
                  <a:lnTo>
                    <a:pt x="9880" y="195605"/>
                  </a:lnTo>
                  <a:lnTo>
                    <a:pt x="15532" y="192760"/>
                  </a:lnTo>
                  <a:lnTo>
                    <a:pt x="18237" y="186817"/>
                  </a:lnTo>
                  <a:close/>
                </a:path>
                <a:path w="22225" h="461010">
                  <a:moveTo>
                    <a:pt x="18237" y="98615"/>
                  </a:moveTo>
                  <a:lnTo>
                    <a:pt x="15735" y="91986"/>
                  </a:lnTo>
                  <a:lnTo>
                    <a:pt x="14655" y="90855"/>
                  </a:lnTo>
                  <a:lnTo>
                    <a:pt x="8356" y="88214"/>
                  </a:lnTo>
                  <a:lnTo>
                    <a:pt x="2717" y="91059"/>
                  </a:lnTo>
                  <a:lnTo>
                    <a:pt x="0" y="96989"/>
                  </a:lnTo>
                  <a:lnTo>
                    <a:pt x="2514" y="103619"/>
                  </a:lnTo>
                  <a:lnTo>
                    <a:pt x="3594" y="104749"/>
                  </a:lnTo>
                  <a:lnTo>
                    <a:pt x="9880" y="107391"/>
                  </a:lnTo>
                  <a:lnTo>
                    <a:pt x="15532" y="104546"/>
                  </a:lnTo>
                  <a:lnTo>
                    <a:pt x="18237" y="98615"/>
                  </a:lnTo>
                  <a:close/>
                </a:path>
                <a:path w="22225" h="461010">
                  <a:moveTo>
                    <a:pt x="18237" y="10401"/>
                  </a:moveTo>
                  <a:lnTo>
                    <a:pt x="15735" y="3771"/>
                  </a:lnTo>
                  <a:lnTo>
                    <a:pt x="14655" y="2641"/>
                  </a:lnTo>
                  <a:lnTo>
                    <a:pt x="8356" y="0"/>
                  </a:lnTo>
                  <a:lnTo>
                    <a:pt x="2717" y="2857"/>
                  </a:lnTo>
                  <a:lnTo>
                    <a:pt x="0" y="8788"/>
                  </a:lnTo>
                  <a:lnTo>
                    <a:pt x="2501" y="15417"/>
                  </a:lnTo>
                  <a:lnTo>
                    <a:pt x="3581" y="16548"/>
                  </a:lnTo>
                  <a:lnTo>
                    <a:pt x="9880" y="19177"/>
                  </a:lnTo>
                  <a:lnTo>
                    <a:pt x="15532" y="16332"/>
                  </a:lnTo>
                  <a:lnTo>
                    <a:pt x="18237" y="10401"/>
                  </a:lnTo>
                  <a:close/>
                </a:path>
                <a:path w="22225" h="461010">
                  <a:moveTo>
                    <a:pt x="21907" y="451332"/>
                  </a:moveTo>
                  <a:lnTo>
                    <a:pt x="14655" y="443699"/>
                  </a:lnTo>
                  <a:lnTo>
                    <a:pt x="8356" y="441058"/>
                  </a:lnTo>
                  <a:lnTo>
                    <a:pt x="2717" y="443915"/>
                  </a:lnTo>
                  <a:lnTo>
                    <a:pt x="0" y="449846"/>
                  </a:lnTo>
                  <a:lnTo>
                    <a:pt x="2514" y="456476"/>
                  </a:lnTo>
                  <a:lnTo>
                    <a:pt x="5232" y="459346"/>
                  </a:lnTo>
                  <a:lnTo>
                    <a:pt x="7086" y="460146"/>
                  </a:lnTo>
                  <a:lnTo>
                    <a:pt x="8890" y="460248"/>
                  </a:lnTo>
                  <a:lnTo>
                    <a:pt x="15646" y="460654"/>
                  </a:lnTo>
                  <a:lnTo>
                    <a:pt x="21907" y="451332"/>
                  </a:lnTo>
                  <a:close/>
                </a:path>
              </a:pathLst>
            </a:custGeom>
            <a:solidFill>
              <a:srgbClr val="2D2C2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6" name="object 236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18289229" y="1817582"/>
              <a:ext cx="84026" cy="109933"/>
            </a:xfrm>
            <a:prstGeom prst="rect">
              <a:avLst/>
            </a:prstGeom>
          </p:spPr>
        </p:pic>
        <p:pic>
          <p:nvPicPr>
            <p:cNvPr id="237" name="object 237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8393055" y="1807348"/>
              <a:ext cx="117298" cy="122216"/>
            </a:xfrm>
            <a:prstGeom prst="rect">
              <a:avLst/>
            </a:prstGeom>
          </p:spPr>
        </p:pic>
      </p:grpSp>
      <p:grpSp>
        <p:nvGrpSpPr>
          <p:cNvPr id="238" name="object 238" descr=""/>
          <p:cNvGrpSpPr/>
          <p:nvPr/>
        </p:nvGrpSpPr>
        <p:grpSpPr>
          <a:xfrm>
            <a:off x="17645372" y="1814848"/>
            <a:ext cx="344170" cy="868680"/>
            <a:chOff x="17645372" y="1814848"/>
            <a:chExt cx="344170" cy="868680"/>
          </a:xfrm>
        </p:grpSpPr>
        <p:sp>
          <p:nvSpPr>
            <p:cNvPr id="239" name="object 239" descr=""/>
            <p:cNvSpPr/>
            <p:nvPr/>
          </p:nvSpPr>
          <p:spPr>
            <a:xfrm>
              <a:off x="17645372" y="1858501"/>
              <a:ext cx="344170" cy="701040"/>
            </a:xfrm>
            <a:custGeom>
              <a:avLst/>
              <a:gdLst/>
              <a:ahLst/>
              <a:cxnLst/>
              <a:rect l="l" t="t" r="r" b="b"/>
              <a:pathLst>
                <a:path w="344169" h="701039">
                  <a:moveTo>
                    <a:pt x="274502" y="0"/>
                  </a:moveTo>
                  <a:lnTo>
                    <a:pt x="209823" y="28018"/>
                  </a:lnTo>
                  <a:lnTo>
                    <a:pt x="150091" y="34917"/>
                  </a:lnTo>
                  <a:lnTo>
                    <a:pt x="106235" y="31289"/>
                  </a:lnTo>
                  <a:lnTo>
                    <a:pt x="89188" y="27726"/>
                  </a:lnTo>
                  <a:lnTo>
                    <a:pt x="38234" y="66590"/>
                  </a:lnTo>
                  <a:lnTo>
                    <a:pt x="12014" y="103119"/>
                  </a:lnTo>
                  <a:lnTo>
                    <a:pt x="2217" y="158532"/>
                  </a:lnTo>
                  <a:lnTo>
                    <a:pt x="531" y="254044"/>
                  </a:lnTo>
                  <a:lnTo>
                    <a:pt x="126" y="335557"/>
                  </a:lnTo>
                  <a:lnTo>
                    <a:pt x="0" y="404658"/>
                  </a:lnTo>
                  <a:lnTo>
                    <a:pt x="234" y="473074"/>
                  </a:lnTo>
                  <a:lnTo>
                    <a:pt x="1065" y="526120"/>
                  </a:lnTo>
                  <a:lnTo>
                    <a:pt x="2867" y="576966"/>
                  </a:lnTo>
                  <a:lnTo>
                    <a:pt x="5550" y="624647"/>
                  </a:lnTo>
                  <a:lnTo>
                    <a:pt x="9551" y="663620"/>
                  </a:lnTo>
                  <a:lnTo>
                    <a:pt x="36224" y="700554"/>
                  </a:lnTo>
                  <a:lnTo>
                    <a:pt x="49028" y="698137"/>
                  </a:lnTo>
                  <a:lnTo>
                    <a:pt x="60582" y="695329"/>
                  </a:lnTo>
                  <a:lnTo>
                    <a:pt x="82596" y="692225"/>
                  </a:lnTo>
                  <a:lnTo>
                    <a:pt x="126748" y="686949"/>
                  </a:lnTo>
                  <a:lnTo>
                    <a:pt x="184929" y="681504"/>
                  </a:lnTo>
                  <a:lnTo>
                    <a:pt x="249029" y="677892"/>
                  </a:lnTo>
                  <a:lnTo>
                    <a:pt x="310940" y="678115"/>
                  </a:lnTo>
                  <a:lnTo>
                    <a:pt x="321106" y="662990"/>
                  </a:lnTo>
                  <a:lnTo>
                    <a:pt x="326626" y="626045"/>
                  </a:lnTo>
                  <a:lnTo>
                    <a:pt x="329146" y="581805"/>
                  </a:lnTo>
                  <a:lnTo>
                    <a:pt x="330312" y="544800"/>
                  </a:lnTo>
                  <a:lnTo>
                    <a:pt x="340862" y="300118"/>
                  </a:lnTo>
                  <a:lnTo>
                    <a:pt x="343072" y="244180"/>
                  </a:lnTo>
                  <a:lnTo>
                    <a:pt x="343735" y="218129"/>
                  </a:lnTo>
                  <a:lnTo>
                    <a:pt x="330921" y="145725"/>
                  </a:lnTo>
                  <a:lnTo>
                    <a:pt x="307344" y="75001"/>
                  </a:lnTo>
                  <a:lnTo>
                    <a:pt x="284654" y="21309"/>
                  </a:lnTo>
                  <a:lnTo>
                    <a:pt x="274502" y="0"/>
                  </a:lnTo>
                  <a:close/>
                </a:path>
              </a:pathLst>
            </a:custGeom>
            <a:solidFill>
              <a:srgbClr val="4F4E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17742548" y="1944388"/>
              <a:ext cx="161925" cy="689610"/>
            </a:xfrm>
            <a:custGeom>
              <a:avLst/>
              <a:gdLst/>
              <a:ahLst/>
              <a:cxnLst/>
              <a:rect l="l" t="t" r="r" b="b"/>
              <a:pathLst>
                <a:path w="161925" h="689610">
                  <a:moveTo>
                    <a:pt x="161747" y="193560"/>
                  </a:moveTo>
                  <a:lnTo>
                    <a:pt x="161671" y="151892"/>
                  </a:lnTo>
                  <a:lnTo>
                    <a:pt x="161251" y="104559"/>
                  </a:lnTo>
                  <a:lnTo>
                    <a:pt x="158318" y="61277"/>
                  </a:lnTo>
                  <a:lnTo>
                    <a:pt x="126606" y="7772"/>
                  </a:lnTo>
                  <a:lnTo>
                    <a:pt x="93408" y="0"/>
                  </a:lnTo>
                  <a:lnTo>
                    <a:pt x="58356" y="10972"/>
                  </a:lnTo>
                  <a:lnTo>
                    <a:pt x="28676" y="43192"/>
                  </a:lnTo>
                  <a:lnTo>
                    <a:pt x="11582" y="99174"/>
                  </a:lnTo>
                  <a:lnTo>
                    <a:pt x="2463" y="179120"/>
                  </a:lnTo>
                  <a:lnTo>
                    <a:pt x="0" y="236524"/>
                  </a:lnTo>
                  <a:lnTo>
                    <a:pt x="4737" y="299085"/>
                  </a:lnTo>
                  <a:lnTo>
                    <a:pt x="17183" y="394474"/>
                  </a:lnTo>
                  <a:lnTo>
                    <a:pt x="18249" y="395986"/>
                  </a:lnTo>
                  <a:lnTo>
                    <a:pt x="17183" y="404545"/>
                  </a:lnTo>
                  <a:lnTo>
                    <a:pt x="18542" y="481482"/>
                  </a:lnTo>
                  <a:lnTo>
                    <a:pt x="22263" y="536790"/>
                  </a:lnTo>
                  <a:lnTo>
                    <a:pt x="31305" y="597179"/>
                  </a:lnTo>
                  <a:lnTo>
                    <a:pt x="48602" y="689343"/>
                  </a:lnTo>
                  <a:lnTo>
                    <a:pt x="150685" y="679094"/>
                  </a:lnTo>
                  <a:lnTo>
                    <a:pt x="156349" y="430504"/>
                  </a:lnTo>
                  <a:lnTo>
                    <a:pt x="157416" y="371373"/>
                  </a:lnTo>
                  <a:lnTo>
                    <a:pt x="157276" y="370878"/>
                  </a:lnTo>
                  <a:lnTo>
                    <a:pt x="158623" y="352450"/>
                  </a:lnTo>
                  <a:lnTo>
                    <a:pt x="161467" y="282867"/>
                  </a:lnTo>
                  <a:lnTo>
                    <a:pt x="161747" y="193560"/>
                  </a:lnTo>
                  <a:close/>
                </a:path>
              </a:pathLst>
            </a:custGeom>
            <a:solidFill>
              <a:srgbClr val="40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1" name="object 241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7787073" y="2617909"/>
              <a:ext cx="110918" cy="65215"/>
            </a:xfrm>
            <a:prstGeom prst="rect">
              <a:avLst/>
            </a:prstGeom>
          </p:spPr>
        </p:pic>
        <p:pic>
          <p:nvPicPr>
            <p:cNvPr id="242" name="object 242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7699176" y="1814848"/>
              <a:ext cx="228223" cy="140728"/>
            </a:xfrm>
            <a:prstGeom prst="rect">
              <a:avLst/>
            </a:prstGeom>
          </p:spPr>
        </p:pic>
        <p:sp>
          <p:nvSpPr>
            <p:cNvPr id="243" name="object 243" descr=""/>
            <p:cNvSpPr/>
            <p:nvPr/>
          </p:nvSpPr>
          <p:spPr>
            <a:xfrm>
              <a:off x="17669986" y="2019931"/>
              <a:ext cx="34290" cy="19050"/>
            </a:xfrm>
            <a:custGeom>
              <a:avLst/>
              <a:gdLst/>
              <a:ahLst/>
              <a:cxnLst/>
              <a:rect l="l" t="t" r="r" b="b"/>
              <a:pathLst>
                <a:path w="34290" h="19050">
                  <a:moveTo>
                    <a:pt x="34176" y="0"/>
                  </a:moveTo>
                  <a:lnTo>
                    <a:pt x="0" y="115"/>
                  </a:lnTo>
                  <a:lnTo>
                    <a:pt x="52" y="18931"/>
                  </a:lnTo>
                  <a:lnTo>
                    <a:pt x="34176" y="18826"/>
                  </a:lnTo>
                  <a:lnTo>
                    <a:pt x="34176" y="0"/>
                  </a:lnTo>
                  <a:close/>
                </a:path>
              </a:pathLst>
            </a:custGeom>
            <a:solidFill>
              <a:srgbClr val="2D2C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4" name="object 244" descr=""/>
          <p:cNvGrpSpPr/>
          <p:nvPr/>
        </p:nvGrpSpPr>
        <p:grpSpPr>
          <a:xfrm>
            <a:off x="18555758" y="2845733"/>
            <a:ext cx="421005" cy="1086485"/>
            <a:chOff x="18555758" y="2845733"/>
            <a:chExt cx="421005" cy="1086485"/>
          </a:xfrm>
        </p:grpSpPr>
        <p:sp>
          <p:nvSpPr>
            <p:cNvPr id="245" name="object 245" descr=""/>
            <p:cNvSpPr/>
            <p:nvPr/>
          </p:nvSpPr>
          <p:spPr>
            <a:xfrm>
              <a:off x="18555755" y="2845733"/>
              <a:ext cx="421005" cy="1086485"/>
            </a:xfrm>
            <a:custGeom>
              <a:avLst/>
              <a:gdLst/>
              <a:ahLst/>
              <a:cxnLst/>
              <a:rect l="l" t="t" r="r" b="b"/>
              <a:pathLst>
                <a:path w="421005" h="1086485">
                  <a:moveTo>
                    <a:pt x="420573" y="205359"/>
                  </a:moveTo>
                  <a:lnTo>
                    <a:pt x="419557" y="202946"/>
                  </a:lnTo>
                  <a:lnTo>
                    <a:pt x="419557" y="178041"/>
                  </a:lnTo>
                  <a:lnTo>
                    <a:pt x="414375" y="104127"/>
                  </a:lnTo>
                  <a:lnTo>
                    <a:pt x="408190" y="32283"/>
                  </a:lnTo>
                  <a:lnTo>
                    <a:pt x="405206" y="0"/>
                  </a:lnTo>
                  <a:lnTo>
                    <a:pt x="9893" y="1435"/>
                  </a:lnTo>
                  <a:lnTo>
                    <a:pt x="4483" y="96989"/>
                  </a:lnTo>
                  <a:lnTo>
                    <a:pt x="1651" y="151117"/>
                  </a:lnTo>
                  <a:lnTo>
                    <a:pt x="469" y="183832"/>
                  </a:lnTo>
                  <a:lnTo>
                    <a:pt x="0" y="215176"/>
                  </a:lnTo>
                  <a:lnTo>
                    <a:pt x="34683" y="682688"/>
                  </a:lnTo>
                  <a:lnTo>
                    <a:pt x="34721" y="683336"/>
                  </a:lnTo>
                  <a:lnTo>
                    <a:pt x="77203" y="1086142"/>
                  </a:lnTo>
                  <a:lnTo>
                    <a:pt x="228473" y="1084757"/>
                  </a:lnTo>
                  <a:lnTo>
                    <a:pt x="228447" y="1032167"/>
                  </a:lnTo>
                  <a:lnTo>
                    <a:pt x="227711" y="982751"/>
                  </a:lnTo>
                  <a:lnTo>
                    <a:pt x="225602" y="907770"/>
                  </a:lnTo>
                  <a:lnTo>
                    <a:pt x="221462" y="778535"/>
                  </a:lnTo>
                  <a:lnTo>
                    <a:pt x="218363" y="703351"/>
                  </a:lnTo>
                  <a:lnTo>
                    <a:pt x="215938" y="676338"/>
                  </a:lnTo>
                  <a:lnTo>
                    <a:pt x="216763" y="674370"/>
                  </a:lnTo>
                  <a:lnTo>
                    <a:pt x="212826" y="432955"/>
                  </a:lnTo>
                  <a:lnTo>
                    <a:pt x="210527" y="305015"/>
                  </a:lnTo>
                  <a:lnTo>
                    <a:pt x="209092" y="252945"/>
                  </a:lnTo>
                  <a:lnTo>
                    <a:pt x="212496" y="252691"/>
                  </a:lnTo>
                  <a:lnTo>
                    <a:pt x="213791" y="305003"/>
                  </a:lnTo>
                  <a:lnTo>
                    <a:pt x="218211" y="432650"/>
                  </a:lnTo>
                  <a:lnTo>
                    <a:pt x="226987" y="673493"/>
                  </a:lnTo>
                  <a:lnTo>
                    <a:pt x="227914" y="675436"/>
                  </a:lnTo>
                  <a:lnTo>
                    <a:pt x="226847" y="702500"/>
                  </a:lnTo>
                  <a:lnTo>
                    <a:pt x="227507" y="777748"/>
                  </a:lnTo>
                  <a:lnTo>
                    <a:pt x="229882" y="907034"/>
                  </a:lnTo>
                  <a:lnTo>
                    <a:pt x="231863" y="982103"/>
                  </a:lnTo>
                  <a:lnTo>
                    <a:pt x="234518" y="1031748"/>
                  </a:lnTo>
                  <a:lnTo>
                    <a:pt x="238925" y="1084745"/>
                  </a:lnTo>
                  <a:lnTo>
                    <a:pt x="383514" y="1084745"/>
                  </a:lnTo>
                  <a:lnTo>
                    <a:pt x="409282" y="674535"/>
                  </a:lnTo>
                  <a:lnTo>
                    <a:pt x="420573" y="205359"/>
                  </a:lnTo>
                  <a:close/>
                </a:path>
              </a:pathLst>
            </a:custGeom>
            <a:solidFill>
              <a:srgbClr val="433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6" name="object 246" descr=""/>
            <p:cNvSpPr/>
            <p:nvPr/>
          </p:nvSpPr>
          <p:spPr>
            <a:xfrm>
              <a:off x="18579681" y="2927241"/>
              <a:ext cx="368935" cy="45085"/>
            </a:xfrm>
            <a:custGeom>
              <a:avLst/>
              <a:gdLst/>
              <a:ahLst/>
              <a:cxnLst/>
              <a:rect l="l" t="t" r="r" b="b"/>
              <a:pathLst>
                <a:path w="368934" h="45085">
                  <a:moveTo>
                    <a:pt x="133908" y="8115"/>
                  </a:moveTo>
                  <a:lnTo>
                    <a:pt x="0" y="0"/>
                  </a:lnTo>
                  <a:lnTo>
                    <a:pt x="0" y="19037"/>
                  </a:lnTo>
                  <a:lnTo>
                    <a:pt x="30988" y="34074"/>
                  </a:lnTo>
                  <a:lnTo>
                    <a:pt x="47828" y="41770"/>
                  </a:lnTo>
                  <a:lnTo>
                    <a:pt x="56349" y="44513"/>
                  </a:lnTo>
                  <a:lnTo>
                    <a:pt x="62433" y="44742"/>
                  </a:lnTo>
                  <a:lnTo>
                    <a:pt x="77419" y="42240"/>
                  </a:lnTo>
                  <a:lnTo>
                    <a:pt x="101561" y="37033"/>
                  </a:lnTo>
                  <a:lnTo>
                    <a:pt x="133908" y="29540"/>
                  </a:lnTo>
                  <a:lnTo>
                    <a:pt x="133908" y="8115"/>
                  </a:lnTo>
                  <a:close/>
                </a:path>
                <a:path w="368934" h="45085">
                  <a:moveTo>
                    <a:pt x="368376" y="0"/>
                  </a:moveTo>
                  <a:lnTo>
                    <a:pt x="234467" y="8115"/>
                  </a:lnTo>
                  <a:lnTo>
                    <a:pt x="234467" y="29552"/>
                  </a:lnTo>
                  <a:lnTo>
                    <a:pt x="270700" y="38163"/>
                  </a:lnTo>
                  <a:lnTo>
                    <a:pt x="290220" y="42621"/>
                  </a:lnTo>
                  <a:lnTo>
                    <a:pt x="299745" y="44335"/>
                  </a:lnTo>
                  <a:lnTo>
                    <a:pt x="305955" y="44742"/>
                  </a:lnTo>
                  <a:lnTo>
                    <a:pt x="319532" y="40855"/>
                  </a:lnTo>
                  <a:lnTo>
                    <a:pt x="340563" y="32004"/>
                  </a:lnTo>
                  <a:lnTo>
                    <a:pt x="368376" y="19037"/>
                  </a:lnTo>
                  <a:lnTo>
                    <a:pt x="368376" y="0"/>
                  </a:lnTo>
                  <a:close/>
                </a:path>
              </a:pathLst>
            </a:custGeom>
            <a:solidFill>
              <a:srgbClr val="3C2D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7" name="object 247" descr=""/>
          <p:cNvGrpSpPr/>
          <p:nvPr/>
        </p:nvGrpSpPr>
        <p:grpSpPr>
          <a:xfrm>
            <a:off x="19386007" y="1912647"/>
            <a:ext cx="248920" cy="689610"/>
            <a:chOff x="19386007" y="1912647"/>
            <a:chExt cx="248920" cy="689610"/>
          </a:xfrm>
        </p:grpSpPr>
        <p:sp>
          <p:nvSpPr>
            <p:cNvPr id="248" name="object 248" descr=""/>
            <p:cNvSpPr/>
            <p:nvPr/>
          </p:nvSpPr>
          <p:spPr>
            <a:xfrm>
              <a:off x="19386005" y="1912651"/>
              <a:ext cx="238760" cy="644525"/>
            </a:xfrm>
            <a:custGeom>
              <a:avLst/>
              <a:gdLst/>
              <a:ahLst/>
              <a:cxnLst/>
              <a:rect l="l" t="t" r="r" b="b"/>
              <a:pathLst>
                <a:path w="238759" h="644525">
                  <a:moveTo>
                    <a:pt x="238531" y="619264"/>
                  </a:moveTo>
                  <a:lnTo>
                    <a:pt x="234048" y="585990"/>
                  </a:lnTo>
                  <a:lnTo>
                    <a:pt x="223367" y="509397"/>
                  </a:lnTo>
                  <a:lnTo>
                    <a:pt x="210604" y="424383"/>
                  </a:lnTo>
                  <a:lnTo>
                    <a:pt x="199885" y="365848"/>
                  </a:lnTo>
                  <a:lnTo>
                    <a:pt x="197472" y="332905"/>
                  </a:lnTo>
                  <a:lnTo>
                    <a:pt x="188810" y="249618"/>
                  </a:lnTo>
                  <a:lnTo>
                    <a:pt x="171792" y="139306"/>
                  </a:lnTo>
                  <a:lnTo>
                    <a:pt x="144322" y="25234"/>
                  </a:lnTo>
                  <a:lnTo>
                    <a:pt x="106502" y="723"/>
                  </a:lnTo>
                  <a:lnTo>
                    <a:pt x="83540" y="0"/>
                  </a:lnTo>
                  <a:lnTo>
                    <a:pt x="69443" y="1168"/>
                  </a:lnTo>
                  <a:lnTo>
                    <a:pt x="49771" y="10490"/>
                  </a:lnTo>
                  <a:lnTo>
                    <a:pt x="24485" y="31940"/>
                  </a:lnTo>
                  <a:lnTo>
                    <a:pt x="4305" y="59563"/>
                  </a:lnTo>
                  <a:lnTo>
                    <a:pt x="0" y="87401"/>
                  </a:lnTo>
                  <a:lnTo>
                    <a:pt x="6527" y="111633"/>
                  </a:lnTo>
                  <a:lnTo>
                    <a:pt x="16179" y="151409"/>
                  </a:lnTo>
                  <a:lnTo>
                    <a:pt x="71793" y="391655"/>
                  </a:lnTo>
                  <a:lnTo>
                    <a:pt x="79603" y="438797"/>
                  </a:lnTo>
                  <a:lnTo>
                    <a:pt x="88519" y="480847"/>
                  </a:lnTo>
                  <a:lnTo>
                    <a:pt x="104203" y="541477"/>
                  </a:lnTo>
                  <a:lnTo>
                    <a:pt x="132334" y="644398"/>
                  </a:lnTo>
                  <a:lnTo>
                    <a:pt x="238531" y="619264"/>
                  </a:lnTo>
                  <a:close/>
                </a:path>
              </a:pathLst>
            </a:custGeom>
            <a:solidFill>
              <a:srgbClr val="40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9" name="object 249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9515239" y="2524559"/>
              <a:ext cx="119160" cy="77285"/>
            </a:xfrm>
            <a:prstGeom prst="rect">
              <a:avLst/>
            </a:prstGeom>
          </p:spPr>
        </p:pic>
      </p:grpSp>
      <p:grpSp>
        <p:nvGrpSpPr>
          <p:cNvPr id="250" name="object 250" descr=""/>
          <p:cNvGrpSpPr/>
          <p:nvPr/>
        </p:nvGrpSpPr>
        <p:grpSpPr>
          <a:xfrm>
            <a:off x="18887992" y="1825141"/>
            <a:ext cx="629920" cy="782320"/>
            <a:chOff x="18887992" y="1825141"/>
            <a:chExt cx="629920" cy="782320"/>
          </a:xfrm>
        </p:grpSpPr>
        <p:sp>
          <p:nvSpPr>
            <p:cNvPr id="251" name="object 251" descr=""/>
            <p:cNvSpPr/>
            <p:nvPr/>
          </p:nvSpPr>
          <p:spPr>
            <a:xfrm>
              <a:off x="18897842" y="1907444"/>
              <a:ext cx="238760" cy="654685"/>
            </a:xfrm>
            <a:custGeom>
              <a:avLst/>
              <a:gdLst/>
              <a:ahLst/>
              <a:cxnLst/>
              <a:rect l="l" t="t" r="r" b="b"/>
              <a:pathLst>
                <a:path w="238759" h="654685">
                  <a:moveTo>
                    <a:pt x="238544" y="97688"/>
                  </a:moveTo>
                  <a:lnTo>
                    <a:pt x="232486" y="68059"/>
                  </a:lnTo>
                  <a:lnTo>
                    <a:pt x="208470" y="36499"/>
                  </a:lnTo>
                  <a:lnTo>
                    <a:pt x="179336" y="11112"/>
                  </a:lnTo>
                  <a:lnTo>
                    <a:pt x="157924" y="0"/>
                  </a:lnTo>
                  <a:lnTo>
                    <a:pt x="145580" y="622"/>
                  </a:lnTo>
                  <a:lnTo>
                    <a:pt x="107124" y="16179"/>
                  </a:lnTo>
                  <a:lnTo>
                    <a:pt x="66738" y="149593"/>
                  </a:lnTo>
                  <a:lnTo>
                    <a:pt x="49733" y="259905"/>
                  </a:lnTo>
                  <a:lnTo>
                    <a:pt x="41071" y="343192"/>
                  </a:lnTo>
                  <a:lnTo>
                    <a:pt x="38646" y="376123"/>
                  </a:lnTo>
                  <a:lnTo>
                    <a:pt x="27927" y="434670"/>
                  </a:lnTo>
                  <a:lnTo>
                    <a:pt x="15163" y="519684"/>
                  </a:lnTo>
                  <a:lnTo>
                    <a:pt x="4483" y="596277"/>
                  </a:lnTo>
                  <a:lnTo>
                    <a:pt x="0" y="629551"/>
                  </a:lnTo>
                  <a:lnTo>
                    <a:pt x="106197" y="654685"/>
                  </a:lnTo>
                  <a:lnTo>
                    <a:pt x="134327" y="551764"/>
                  </a:lnTo>
                  <a:lnTo>
                    <a:pt x="150012" y="491121"/>
                  </a:lnTo>
                  <a:lnTo>
                    <a:pt x="158927" y="449084"/>
                  </a:lnTo>
                  <a:lnTo>
                    <a:pt x="166738" y="401942"/>
                  </a:lnTo>
                  <a:lnTo>
                    <a:pt x="222351" y="161696"/>
                  </a:lnTo>
                  <a:lnTo>
                    <a:pt x="232003" y="121920"/>
                  </a:lnTo>
                  <a:lnTo>
                    <a:pt x="238544" y="97688"/>
                  </a:lnTo>
                  <a:close/>
                </a:path>
              </a:pathLst>
            </a:custGeom>
            <a:solidFill>
              <a:srgbClr val="403E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2" name="object 252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8887992" y="2529638"/>
              <a:ext cx="119160" cy="77285"/>
            </a:xfrm>
            <a:prstGeom prst="rect">
              <a:avLst/>
            </a:prstGeom>
          </p:spPr>
        </p:pic>
        <p:sp>
          <p:nvSpPr>
            <p:cNvPr id="253" name="object 253" descr=""/>
            <p:cNvSpPr/>
            <p:nvPr/>
          </p:nvSpPr>
          <p:spPr>
            <a:xfrm>
              <a:off x="19013180" y="1856127"/>
              <a:ext cx="504825" cy="702945"/>
            </a:xfrm>
            <a:custGeom>
              <a:avLst/>
              <a:gdLst/>
              <a:ahLst/>
              <a:cxnLst/>
              <a:rect l="l" t="t" r="r" b="b"/>
              <a:pathLst>
                <a:path w="504825" h="702944">
                  <a:moveTo>
                    <a:pt x="330895" y="0"/>
                  </a:moveTo>
                  <a:lnTo>
                    <a:pt x="267872" y="21765"/>
                  </a:lnTo>
                  <a:lnTo>
                    <a:pt x="205933" y="21237"/>
                  </a:lnTo>
                  <a:lnTo>
                    <a:pt x="158746" y="11399"/>
                  </a:lnTo>
                  <a:lnTo>
                    <a:pt x="139980" y="5235"/>
                  </a:lnTo>
                  <a:lnTo>
                    <a:pt x="64588" y="33589"/>
                  </a:lnTo>
                  <a:lnTo>
                    <a:pt x="24962" y="48892"/>
                  </a:lnTo>
                  <a:lnTo>
                    <a:pt x="8055" y="56411"/>
                  </a:lnTo>
                  <a:lnTo>
                    <a:pt x="822" y="61411"/>
                  </a:lnTo>
                  <a:lnTo>
                    <a:pt x="0" y="78839"/>
                  </a:lnTo>
                  <a:lnTo>
                    <a:pt x="3446" y="120775"/>
                  </a:lnTo>
                  <a:lnTo>
                    <a:pt x="9913" y="179959"/>
                  </a:lnTo>
                  <a:lnTo>
                    <a:pt x="34940" y="388368"/>
                  </a:lnTo>
                  <a:lnTo>
                    <a:pt x="40996" y="443918"/>
                  </a:lnTo>
                  <a:lnTo>
                    <a:pt x="43826" y="480404"/>
                  </a:lnTo>
                  <a:lnTo>
                    <a:pt x="44553" y="532784"/>
                  </a:lnTo>
                  <a:lnTo>
                    <a:pt x="44773" y="585771"/>
                  </a:lnTo>
                  <a:lnTo>
                    <a:pt x="46399" y="630314"/>
                  </a:lnTo>
                  <a:lnTo>
                    <a:pt x="51344" y="657362"/>
                  </a:lnTo>
                  <a:lnTo>
                    <a:pt x="57488" y="668293"/>
                  </a:lnTo>
                  <a:lnTo>
                    <a:pt x="62643" y="672844"/>
                  </a:lnTo>
                  <a:lnTo>
                    <a:pt x="77312" y="676743"/>
                  </a:lnTo>
                  <a:lnTo>
                    <a:pt x="125356" y="690167"/>
                  </a:lnTo>
                  <a:lnTo>
                    <a:pt x="177730" y="698804"/>
                  </a:lnTo>
                  <a:lnTo>
                    <a:pt x="232642" y="702548"/>
                  </a:lnTo>
                  <a:lnTo>
                    <a:pt x="288302" y="701295"/>
                  </a:lnTo>
                  <a:lnTo>
                    <a:pt x="342917" y="694940"/>
                  </a:lnTo>
                  <a:lnTo>
                    <a:pt x="394699" y="683377"/>
                  </a:lnTo>
                  <a:lnTo>
                    <a:pt x="441855" y="666503"/>
                  </a:lnTo>
                  <a:lnTo>
                    <a:pt x="448746" y="642378"/>
                  </a:lnTo>
                  <a:lnTo>
                    <a:pt x="447660" y="593763"/>
                  </a:lnTo>
                  <a:lnTo>
                    <a:pt x="443706" y="539613"/>
                  </a:lnTo>
                  <a:lnTo>
                    <a:pt x="441992" y="498885"/>
                  </a:lnTo>
                  <a:lnTo>
                    <a:pt x="444205" y="421727"/>
                  </a:lnTo>
                  <a:lnTo>
                    <a:pt x="447041" y="374877"/>
                  </a:lnTo>
                  <a:lnTo>
                    <a:pt x="452567" y="329665"/>
                  </a:lnTo>
                  <a:lnTo>
                    <a:pt x="461693" y="281654"/>
                  </a:lnTo>
                  <a:lnTo>
                    <a:pt x="489024" y="147979"/>
                  </a:lnTo>
                  <a:lnTo>
                    <a:pt x="500023" y="92925"/>
                  </a:lnTo>
                  <a:lnTo>
                    <a:pt x="504440" y="66134"/>
                  </a:lnTo>
                  <a:lnTo>
                    <a:pt x="477271" y="50490"/>
                  </a:lnTo>
                  <a:lnTo>
                    <a:pt x="417621" y="28347"/>
                  </a:lnTo>
                  <a:lnTo>
                    <a:pt x="357994" y="8563"/>
                  </a:lnTo>
                  <a:lnTo>
                    <a:pt x="330895" y="0"/>
                  </a:lnTo>
                  <a:close/>
                </a:path>
              </a:pathLst>
            </a:custGeom>
            <a:solidFill>
              <a:srgbClr val="4F4E4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4" name="object 254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9137256" y="1825141"/>
              <a:ext cx="222862" cy="76835"/>
            </a:xfrm>
            <a:prstGeom prst="rect">
              <a:avLst/>
            </a:prstGeom>
          </p:spPr>
        </p:pic>
      </p:grpSp>
      <p:grpSp>
        <p:nvGrpSpPr>
          <p:cNvPr id="255" name="object 255" descr=""/>
          <p:cNvGrpSpPr/>
          <p:nvPr/>
        </p:nvGrpSpPr>
        <p:grpSpPr>
          <a:xfrm>
            <a:off x="15080040" y="1860129"/>
            <a:ext cx="368935" cy="680085"/>
            <a:chOff x="15080040" y="1860129"/>
            <a:chExt cx="368935" cy="680085"/>
          </a:xfrm>
        </p:grpSpPr>
        <p:sp>
          <p:nvSpPr>
            <p:cNvPr id="256" name="object 256" descr=""/>
            <p:cNvSpPr/>
            <p:nvPr/>
          </p:nvSpPr>
          <p:spPr>
            <a:xfrm>
              <a:off x="15080040" y="1860129"/>
              <a:ext cx="368935" cy="680085"/>
            </a:xfrm>
            <a:custGeom>
              <a:avLst/>
              <a:gdLst/>
              <a:ahLst/>
              <a:cxnLst/>
              <a:rect l="l" t="t" r="r" b="b"/>
              <a:pathLst>
                <a:path w="368934" h="680085">
                  <a:moveTo>
                    <a:pt x="224386" y="0"/>
                  </a:moveTo>
                  <a:lnTo>
                    <a:pt x="149730" y="12959"/>
                  </a:lnTo>
                  <a:lnTo>
                    <a:pt x="73646" y="102749"/>
                  </a:lnTo>
                  <a:lnTo>
                    <a:pt x="34996" y="209565"/>
                  </a:lnTo>
                  <a:lnTo>
                    <a:pt x="9315" y="305470"/>
                  </a:lnTo>
                  <a:lnTo>
                    <a:pt x="0" y="347080"/>
                  </a:lnTo>
                  <a:lnTo>
                    <a:pt x="0" y="618894"/>
                  </a:lnTo>
                  <a:lnTo>
                    <a:pt x="32521" y="653962"/>
                  </a:lnTo>
                  <a:lnTo>
                    <a:pt x="49946" y="671971"/>
                  </a:lnTo>
                  <a:lnTo>
                    <a:pt x="58197" y="678608"/>
                  </a:lnTo>
                  <a:lnTo>
                    <a:pt x="63202" y="679562"/>
                  </a:lnTo>
                  <a:lnTo>
                    <a:pt x="268799" y="662036"/>
                  </a:lnTo>
                  <a:lnTo>
                    <a:pt x="320002" y="656739"/>
                  </a:lnTo>
                  <a:lnTo>
                    <a:pt x="348808" y="608484"/>
                  </a:lnTo>
                  <a:lnTo>
                    <a:pt x="353144" y="561417"/>
                  </a:lnTo>
                  <a:lnTo>
                    <a:pt x="357634" y="503880"/>
                  </a:lnTo>
                  <a:lnTo>
                    <a:pt x="361844" y="440355"/>
                  </a:lnTo>
                  <a:lnTo>
                    <a:pt x="365339" y="375329"/>
                  </a:lnTo>
                  <a:lnTo>
                    <a:pt x="366940" y="332979"/>
                  </a:lnTo>
                  <a:lnTo>
                    <a:pt x="197173" y="332979"/>
                  </a:lnTo>
                  <a:lnTo>
                    <a:pt x="147867" y="332138"/>
                  </a:lnTo>
                  <a:lnTo>
                    <a:pt x="122415" y="324882"/>
                  </a:lnTo>
                  <a:lnTo>
                    <a:pt x="118007" y="300715"/>
                  </a:lnTo>
                  <a:lnTo>
                    <a:pt x="115349" y="253268"/>
                  </a:lnTo>
                  <a:lnTo>
                    <a:pt x="116644" y="193137"/>
                  </a:lnTo>
                  <a:lnTo>
                    <a:pt x="124094" y="130914"/>
                  </a:lnTo>
                  <a:lnTo>
                    <a:pt x="139901" y="77193"/>
                  </a:lnTo>
                  <a:lnTo>
                    <a:pt x="162403" y="54969"/>
                  </a:lnTo>
                  <a:lnTo>
                    <a:pt x="195412" y="47228"/>
                  </a:lnTo>
                  <a:lnTo>
                    <a:pt x="323160" y="47228"/>
                  </a:lnTo>
                  <a:lnTo>
                    <a:pt x="309230" y="38150"/>
                  </a:lnTo>
                  <a:lnTo>
                    <a:pt x="285305" y="25691"/>
                  </a:lnTo>
                  <a:lnTo>
                    <a:pt x="253824" y="7803"/>
                  </a:lnTo>
                  <a:lnTo>
                    <a:pt x="224386" y="0"/>
                  </a:lnTo>
                  <a:close/>
                </a:path>
                <a:path w="368934" h="680085">
                  <a:moveTo>
                    <a:pt x="323160" y="47228"/>
                  </a:moveTo>
                  <a:lnTo>
                    <a:pt x="195412" y="47228"/>
                  </a:lnTo>
                  <a:lnTo>
                    <a:pt x="228626" y="50486"/>
                  </a:lnTo>
                  <a:lnTo>
                    <a:pt x="251741" y="61256"/>
                  </a:lnTo>
                  <a:lnTo>
                    <a:pt x="269153" y="94172"/>
                  </a:lnTo>
                  <a:lnTo>
                    <a:pt x="278815" y="145864"/>
                  </a:lnTo>
                  <a:lnTo>
                    <a:pt x="282391" y="205556"/>
                  </a:lnTo>
                  <a:lnTo>
                    <a:pt x="281548" y="262473"/>
                  </a:lnTo>
                  <a:lnTo>
                    <a:pt x="277948" y="305840"/>
                  </a:lnTo>
                  <a:lnTo>
                    <a:pt x="273258" y="324882"/>
                  </a:lnTo>
                  <a:lnTo>
                    <a:pt x="246810" y="329771"/>
                  </a:lnTo>
                  <a:lnTo>
                    <a:pt x="197173" y="332979"/>
                  </a:lnTo>
                  <a:lnTo>
                    <a:pt x="366940" y="332979"/>
                  </a:lnTo>
                  <a:lnTo>
                    <a:pt x="367685" y="313285"/>
                  </a:lnTo>
                  <a:lnTo>
                    <a:pt x="368447" y="258707"/>
                  </a:lnTo>
                  <a:lnTo>
                    <a:pt x="367193" y="216079"/>
                  </a:lnTo>
                  <a:lnTo>
                    <a:pt x="363210" y="187106"/>
                  </a:lnTo>
                  <a:lnTo>
                    <a:pt x="355728" y="155795"/>
                  </a:lnTo>
                  <a:lnTo>
                    <a:pt x="345272" y="115607"/>
                  </a:lnTo>
                  <a:lnTo>
                    <a:pt x="332366" y="60000"/>
                  </a:lnTo>
                  <a:lnTo>
                    <a:pt x="325087" y="48484"/>
                  </a:lnTo>
                  <a:lnTo>
                    <a:pt x="323160" y="47228"/>
                  </a:lnTo>
                  <a:close/>
                </a:path>
              </a:pathLst>
            </a:custGeom>
            <a:solidFill>
              <a:srgbClr val="9091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7" name="object 257" descr=""/>
            <p:cNvSpPr/>
            <p:nvPr/>
          </p:nvSpPr>
          <p:spPr>
            <a:xfrm>
              <a:off x="15132443" y="2026229"/>
              <a:ext cx="42545" cy="50165"/>
            </a:xfrm>
            <a:custGeom>
              <a:avLst/>
              <a:gdLst/>
              <a:ahLst/>
              <a:cxnLst/>
              <a:rect l="l" t="t" r="r" b="b"/>
              <a:pathLst>
                <a:path w="42544" h="50164">
                  <a:moveTo>
                    <a:pt x="40208" y="35"/>
                  </a:moveTo>
                  <a:lnTo>
                    <a:pt x="37854" y="0"/>
                  </a:lnTo>
                  <a:lnTo>
                    <a:pt x="32881" y="4779"/>
                  </a:lnTo>
                  <a:lnTo>
                    <a:pt x="21519" y="18686"/>
                  </a:lnTo>
                  <a:lnTo>
                    <a:pt x="0" y="46033"/>
                  </a:lnTo>
                  <a:lnTo>
                    <a:pt x="41946" y="49981"/>
                  </a:lnTo>
                  <a:lnTo>
                    <a:pt x="42107" y="42362"/>
                  </a:lnTo>
                  <a:lnTo>
                    <a:pt x="42231" y="25502"/>
                  </a:lnTo>
                  <a:lnTo>
                    <a:pt x="41778" y="8395"/>
                  </a:lnTo>
                  <a:lnTo>
                    <a:pt x="40208" y="35"/>
                  </a:lnTo>
                  <a:close/>
                </a:path>
              </a:pathLst>
            </a:custGeom>
            <a:solidFill>
              <a:srgbClr val="B9C6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8" name="object 258" descr=""/>
            <p:cNvSpPr/>
            <p:nvPr/>
          </p:nvSpPr>
          <p:spPr>
            <a:xfrm>
              <a:off x="15127220" y="2065106"/>
              <a:ext cx="51435" cy="28575"/>
            </a:xfrm>
            <a:custGeom>
              <a:avLst/>
              <a:gdLst/>
              <a:ahLst/>
              <a:cxnLst/>
              <a:rect l="l" t="t" r="r" b="b"/>
              <a:pathLst>
                <a:path w="51434" h="28575">
                  <a:moveTo>
                    <a:pt x="0" y="0"/>
                  </a:moveTo>
                  <a:lnTo>
                    <a:pt x="0" y="28376"/>
                  </a:lnTo>
                  <a:lnTo>
                    <a:pt x="51254" y="28376"/>
                  </a:lnTo>
                  <a:lnTo>
                    <a:pt x="50783" y="1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73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9" name="object 259" descr=""/>
          <p:cNvGrpSpPr/>
          <p:nvPr/>
        </p:nvGrpSpPr>
        <p:grpSpPr>
          <a:xfrm>
            <a:off x="15544111" y="1836862"/>
            <a:ext cx="461009" cy="713105"/>
            <a:chOff x="15544111" y="1836862"/>
            <a:chExt cx="461009" cy="713105"/>
          </a:xfrm>
        </p:grpSpPr>
        <p:sp>
          <p:nvSpPr>
            <p:cNvPr id="260" name="object 260" descr=""/>
            <p:cNvSpPr/>
            <p:nvPr/>
          </p:nvSpPr>
          <p:spPr>
            <a:xfrm>
              <a:off x="15544111" y="1836868"/>
              <a:ext cx="461009" cy="713105"/>
            </a:xfrm>
            <a:custGeom>
              <a:avLst/>
              <a:gdLst/>
              <a:ahLst/>
              <a:cxnLst/>
              <a:rect l="l" t="t" r="r" b="b"/>
              <a:pathLst>
                <a:path w="461009" h="713105">
                  <a:moveTo>
                    <a:pt x="361004" y="0"/>
                  </a:moveTo>
                  <a:lnTo>
                    <a:pt x="198098" y="330764"/>
                  </a:lnTo>
                  <a:lnTo>
                    <a:pt x="94887" y="0"/>
                  </a:lnTo>
                  <a:lnTo>
                    <a:pt x="0" y="43401"/>
                  </a:lnTo>
                  <a:lnTo>
                    <a:pt x="5120" y="126366"/>
                  </a:lnTo>
                  <a:lnTo>
                    <a:pt x="8216" y="188715"/>
                  </a:lnTo>
                  <a:lnTo>
                    <a:pt x="8732" y="231500"/>
                  </a:lnTo>
                  <a:lnTo>
                    <a:pt x="7769" y="261321"/>
                  </a:lnTo>
                  <a:lnTo>
                    <a:pt x="7692" y="299582"/>
                  </a:lnTo>
                  <a:lnTo>
                    <a:pt x="8198" y="343387"/>
                  </a:lnTo>
                  <a:lnTo>
                    <a:pt x="8984" y="389841"/>
                  </a:lnTo>
                  <a:lnTo>
                    <a:pt x="12342" y="460924"/>
                  </a:lnTo>
                  <a:lnTo>
                    <a:pt x="18669" y="556459"/>
                  </a:lnTo>
                  <a:lnTo>
                    <a:pt x="27538" y="676272"/>
                  </a:lnTo>
                  <a:lnTo>
                    <a:pt x="128261" y="706326"/>
                  </a:lnTo>
                  <a:lnTo>
                    <a:pt x="142739" y="710852"/>
                  </a:lnTo>
                  <a:lnTo>
                    <a:pt x="177108" y="685789"/>
                  </a:lnTo>
                  <a:lnTo>
                    <a:pt x="200779" y="656566"/>
                  </a:lnTo>
                  <a:lnTo>
                    <a:pt x="226529" y="689219"/>
                  </a:lnTo>
                  <a:lnTo>
                    <a:pt x="240569" y="705987"/>
                  </a:lnTo>
                  <a:lnTo>
                    <a:pt x="247811" y="712168"/>
                  </a:lnTo>
                  <a:lnTo>
                    <a:pt x="253165" y="713056"/>
                  </a:lnTo>
                  <a:lnTo>
                    <a:pt x="282706" y="707344"/>
                  </a:lnTo>
                  <a:lnTo>
                    <a:pt x="340371" y="694423"/>
                  </a:lnTo>
                  <a:lnTo>
                    <a:pt x="397840" y="680638"/>
                  </a:lnTo>
                  <a:lnTo>
                    <a:pt x="429896" y="649383"/>
                  </a:lnTo>
                  <a:lnTo>
                    <a:pt x="431361" y="597665"/>
                  </a:lnTo>
                  <a:lnTo>
                    <a:pt x="432742" y="477603"/>
                  </a:lnTo>
                  <a:lnTo>
                    <a:pt x="434342" y="444091"/>
                  </a:lnTo>
                  <a:lnTo>
                    <a:pt x="444049" y="381433"/>
                  </a:lnTo>
                  <a:lnTo>
                    <a:pt x="436588" y="370469"/>
                  </a:lnTo>
                  <a:lnTo>
                    <a:pt x="432893" y="358313"/>
                  </a:lnTo>
                  <a:lnTo>
                    <a:pt x="431879" y="337315"/>
                  </a:lnTo>
                  <a:lnTo>
                    <a:pt x="432458" y="299823"/>
                  </a:lnTo>
                  <a:lnTo>
                    <a:pt x="437398" y="231696"/>
                  </a:lnTo>
                  <a:lnTo>
                    <a:pt x="446960" y="144581"/>
                  </a:lnTo>
                  <a:lnTo>
                    <a:pt x="456270" y="69538"/>
                  </a:lnTo>
                  <a:lnTo>
                    <a:pt x="460457" y="37621"/>
                  </a:lnTo>
                  <a:lnTo>
                    <a:pt x="361004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1" name="object 261" descr=""/>
            <p:cNvSpPr/>
            <p:nvPr/>
          </p:nvSpPr>
          <p:spPr>
            <a:xfrm>
              <a:off x="15725940" y="1836862"/>
              <a:ext cx="278765" cy="713105"/>
            </a:xfrm>
            <a:custGeom>
              <a:avLst/>
              <a:gdLst/>
              <a:ahLst/>
              <a:cxnLst/>
              <a:rect l="l" t="t" r="r" b="b"/>
              <a:pathLst>
                <a:path w="278765" h="713105">
                  <a:moveTo>
                    <a:pt x="179177" y="0"/>
                  </a:moveTo>
                  <a:lnTo>
                    <a:pt x="0" y="363810"/>
                  </a:lnTo>
                  <a:lnTo>
                    <a:pt x="0" y="649331"/>
                  </a:lnTo>
                  <a:lnTo>
                    <a:pt x="36707" y="686166"/>
                  </a:lnTo>
                  <a:lnTo>
                    <a:pt x="56373" y="705083"/>
                  </a:lnTo>
                  <a:lnTo>
                    <a:pt x="65688" y="712055"/>
                  </a:lnTo>
                  <a:lnTo>
                    <a:pt x="71338" y="713056"/>
                  </a:lnTo>
                  <a:lnTo>
                    <a:pt x="102327" y="706752"/>
                  </a:lnTo>
                  <a:lnTo>
                    <a:pt x="163178" y="692516"/>
                  </a:lnTo>
                  <a:lnTo>
                    <a:pt x="223832" y="677415"/>
                  </a:lnTo>
                  <a:lnTo>
                    <a:pt x="254233" y="668513"/>
                  </a:lnTo>
                  <a:lnTo>
                    <a:pt x="256372" y="645962"/>
                  </a:lnTo>
                  <a:lnTo>
                    <a:pt x="255538" y="595193"/>
                  </a:lnTo>
                  <a:lnTo>
                    <a:pt x="253461" y="533258"/>
                  </a:lnTo>
                  <a:lnTo>
                    <a:pt x="251873" y="477206"/>
                  </a:lnTo>
                  <a:lnTo>
                    <a:pt x="252505" y="444091"/>
                  </a:lnTo>
                  <a:lnTo>
                    <a:pt x="262222" y="381433"/>
                  </a:lnTo>
                  <a:lnTo>
                    <a:pt x="254761" y="370475"/>
                  </a:lnTo>
                  <a:lnTo>
                    <a:pt x="251066" y="358322"/>
                  </a:lnTo>
                  <a:lnTo>
                    <a:pt x="250052" y="337325"/>
                  </a:lnTo>
                  <a:lnTo>
                    <a:pt x="250631" y="299833"/>
                  </a:lnTo>
                  <a:lnTo>
                    <a:pt x="255571" y="231700"/>
                  </a:lnTo>
                  <a:lnTo>
                    <a:pt x="265133" y="144583"/>
                  </a:lnTo>
                  <a:lnTo>
                    <a:pt x="274443" y="69538"/>
                  </a:lnTo>
                  <a:lnTo>
                    <a:pt x="278630" y="37621"/>
                  </a:lnTo>
                  <a:lnTo>
                    <a:pt x="179177" y="0"/>
                  </a:lnTo>
                  <a:close/>
                </a:path>
              </a:pathLst>
            </a:custGeom>
            <a:solidFill>
              <a:srgbClr val="9091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2" name="object 262" descr=""/>
            <p:cNvSpPr/>
            <p:nvPr/>
          </p:nvSpPr>
          <p:spPr>
            <a:xfrm>
              <a:off x="15734818" y="2201754"/>
              <a:ext cx="29209" cy="232410"/>
            </a:xfrm>
            <a:custGeom>
              <a:avLst/>
              <a:gdLst/>
              <a:ahLst/>
              <a:cxnLst/>
              <a:rect l="l" t="t" r="r" b="b"/>
              <a:pathLst>
                <a:path w="29209" h="232410">
                  <a:moveTo>
                    <a:pt x="26860" y="5867"/>
                  </a:moveTo>
                  <a:lnTo>
                    <a:pt x="20840" y="0"/>
                  </a:lnTo>
                  <a:lnTo>
                    <a:pt x="6007" y="0"/>
                  </a:lnTo>
                  <a:lnTo>
                    <a:pt x="0" y="5867"/>
                  </a:lnTo>
                  <a:lnTo>
                    <a:pt x="0" y="20383"/>
                  </a:lnTo>
                  <a:lnTo>
                    <a:pt x="6007" y="26263"/>
                  </a:lnTo>
                  <a:lnTo>
                    <a:pt x="13423" y="26263"/>
                  </a:lnTo>
                  <a:lnTo>
                    <a:pt x="20840" y="26263"/>
                  </a:lnTo>
                  <a:lnTo>
                    <a:pt x="26860" y="20383"/>
                  </a:lnTo>
                  <a:lnTo>
                    <a:pt x="26860" y="5867"/>
                  </a:lnTo>
                  <a:close/>
                </a:path>
                <a:path w="29209" h="232410">
                  <a:moveTo>
                    <a:pt x="27901" y="108762"/>
                  </a:moveTo>
                  <a:lnTo>
                    <a:pt x="21882" y="102882"/>
                  </a:lnTo>
                  <a:lnTo>
                    <a:pt x="7048" y="102882"/>
                  </a:lnTo>
                  <a:lnTo>
                    <a:pt x="1041" y="108762"/>
                  </a:lnTo>
                  <a:lnTo>
                    <a:pt x="1041" y="123266"/>
                  </a:lnTo>
                  <a:lnTo>
                    <a:pt x="7048" y="129146"/>
                  </a:lnTo>
                  <a:lnTo>
                    <a:pt x="14465" y="129146"/>
                  </a:lnTo>
                  <a:lnTo>
                    <a:pt x="21882" y="129146"/>
                  </a:lnTo>
                  <a:lnTo>
                    <a:pt x="27901" y="123266"/>
                  </a:lnTo>
                  <a:lnTo>
                    <a:pt x="27901" y="108762"/>
                  </a:lnTo>
                  <a:close/>
                </a:path>
                <a:path w="29209" h="232410">
                  <a:moveTo>
                    <a:pt x="28930" y="211645"/>
                  </a:moveTo>
                  <a:lnTo>
                    <a:pt x="22923" y="205765"/>
                  </a:lnTo>
                  <a:lnTo>
                    <a:pt x="15506" y="205765"/>
                  </a:lnTo>
                  <a:lnTo>
                    <a:pt x="8102" y="205765"/>
                  </a:lnTo>
                  <a:lnTo>
                    <a:pt x="2082" y="211645"/>
                  </a:lnTo>
                  <a:lnTo>
                    <a:pt x="2082" y="226161"/>
                  </a:lnTo>
                  <a:lnTo>
                    <a:pt x="8102" y="232041"/>
                  </a:lnTo>
                  <a:lnTo>
                    <a:pt x="22923" y="232041"/>
                  </a:lnTo>
                  <a:lnTo>
                    <a:pt x="28930" y="226161"/>
                  </a:lnTo>
                  <a:lnTo>
                    <a:pt x="28930" y="211645"/>
                  </a:lnTo>
                  <a:close/>
                </a:path>
              </a:pathLst>
            </a:custGeom>
            <a:solidFill>
              <a:srgbClr val="7173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15848307" y="2015895"/>
              <a:ext cx="93345" cy="52705"/>
            </a:xfrm>
            <a:custGeom>
              <a:avLst/>
              <a:gdLst/>
              <a:ahLst/>
              <a:cxnLst/>
              <a:rect l="l" t="t" r="r" b="b"/>
              <a:pathLst>
                <a:path w="93344" h="52705">
                  <a:moveTo>
                    <a:pt x="88562" y="34"/>
                  </a:moveTo>
                  <a:lnTo>
                    <a:pt x="83379" y="0"/>
                  </a:lnTo>
                  <a:lnTo>
                    <a:pt x="72427" y="5022"/>
                  </a:lnTo>
                  <a:lnTo>
                    <a:pt x="47401" y="19631"/>
                  </a:lnTo>
                  <a:lnTo>
                    <a:pt x="0" y="48357"/>
                  </a:lnTo>
                  <a:lnTo>
                    <a:pt x="92395" y="52493"/>
                  </a:lnTo>
                  <a:lnTo>
                    <a:pt x="92747" y="44492"/>
                  </a:lnTo>
                  <a:lnTo>
                    <a:pt x="93015" y="26785"/>
                  </a:lnTo>
                  <a:lnTo>
                    <a:pt x="92015" y="8818"/>
                  </a:lnTo>
                  <a:lnTo>
                    <a:pt x="88562" y="34"/>
                  </a:lnTo>
                  <a:close/>
                </a:path>
              </a:pathLst>
            </a:custGeom>
            <a:solidFill>
              <a:srgbClr val="B9C6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4" name="object 264" descr=""/>
            <p:cNvSpPr/>
            <p:nvPr/>
          </p:nvSpPr>
          <p:spPr>
            <a:xfrm>
              <a:off x="15836803" y="2056733"/>
              <a:ext cx="113030" cy="29845"/>
            </a:xfrm>
            <a:custGeom>
              <a:avLst/>
              <a:gdLst/>
              <a:ahLst/>
              <a:cxnLst/>
              <a:rect l="l" t="t" r="r" b="b"/>
              <a:pathLst>
                <a:path w="113030" h="29844">
                  <a:moveTo>
                    <a:pt x="0" y="0"/>
                  </a:moveTo>
                  <a:lnTo>
                    <a:pt x="0" y="29810"/>
                  </a:lnTo>
                  <a:lnTo>
                    <a:pt x="112897" y="29810"/>
                  </a:lnTo>
                  <a:lnTo>
                    <a:pt x="111849" y="1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73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5" name="object 265" descr=""/>
          <p:cNvGrpSpPr/>
          <p:nvPr/>
        </p:nvGrpSpPr>
        <p:grpSpPr>
          <a:xfrm>
            <a:off x="14500021" y="1855713"/>
            <a:ext cx="454659" cy="700405"/>
            <a:chOff x="14500021" y="1855713"/>
            <a:chExt cx="454659" cy="700405"/>
          </a:xfrm>
        </p:grpSpPr>
        <p:sp>
          <p:nvSpPr>
            <p:cNvPr id="266" name="object 266" descr=""/>
            <p:cNvSpPr/>
            <p:nvPr/>
          </p:nvSpPr>
          <p:spPr>
            <a:xfrm>
              <a:off x="14500021" y="1855713"/>
              <a:ext cx="454659" cy="700405"/>
            </a:xfrm>
            <a:custGeom>
              <a:avLst/>
              <a:gdLst/>
              <a:ahLst/>
              <a:cxnLst/>
              <a:rect l="l" t="t" r="r" b="b"/>
              <a:pathLst>
                <a:path w="454659" h="700405">
                  <a:moveTo>
                    <a:pt x="95860" y="0"/>
                  </a:moveTo>
                  <a:lnTo>
                    <a:pt x="0" y="46783"/>
                  </a:lnTo>
                  <a:lnTo>
                    <a:pt x="16768" y="182812"/>
                  </a:lnTo>
                  <a:lnTo>
                    <a:pt x="23543" y="240684"/>
                  </a:lnTo>
                  <a:lnTo>
                    <a:pt x="26993" y="276452"/>
                  </a:lnTo>
                  <a:lnTo>
                    <a:pt x="26160" y="314949"/>
                  </a:lnTo>
                  <a:lnTo>
                    <a:pt x="21344" y="343227"/>
                  </a:lnTo>
                  <a:lnTo>
                    <a:pt x="15956" y="360656"/>
                  </a:lnTo>
                  <a:lnTo>
                    <a:pt x="13402" y="366606"/>
                  </a:lnTo>
                  <a:lnTo>
                    <a:pt x="15786" y="438960"/>
                  </a:lnTo>
                  <a:lnTo>
                    <a:pt x="20039" y="539376"/>
                  </a:lnTo>
                  <a:lnTo>
                    <a:pt x="25915" y="666943"/>
                  </a:lnTo>
                  <a:lnTo>
                    <a:pt x="149046" y="694238"/>
                  </a:lnTo>
                  <a:lnTo>
                    <a:pt x="166216" y="698394"/>
                  </a:lnTo>
                  <a:lnTo>
                    <a:pt x="200016" y="672848"/>
                  </a:lnTo>
                  <a:lnTo>
                    <a:pt x="223239" y="643310"/>
                  </a:lnTo>
                  <a:lnTo>
                    <a:pt x="241736" y="675666"/>
                  </a:lnTo>
                  <a:lnTo>
                    <a:pt x="252002" y="692281"/>
                  </a:lnTo>
                  <a:lnTo>
                    <a:pt x="257730" y="698402"/>
                  </a:lnTo>
                  <a:lnTo>
                    <a:pt x="262609" y="699277"/>
                  </a:lnTo>
                  <a:lnTo>
                    <a:pt x="290418" y="693766"/>
                  </a:lnTo>
                  <a:lnTo>
                    <a:pt x="344691" y="681290"/>
                  </a:lnTo>
                  <a:lnTo>
                    <a:pt x="398774" y="667978"/>
                  </a:lnTo>
                  <a:lnTo>
                    <a:pt x="429393" y="627260"/>
                  </a:lnTo>
                  <a:lnTo>
                    <a:pt x="430671" y="557723"/>
                  </a:lnTo>
                  <a:lnTo>
                    <a:pt x="431397" y="484202"/>
                  </a:lnTo>
                  <a:lnTo>
                    <a:pt x="433117" y="439546"/>
                  </a:lnTo>
                  <a:lnTo>
                    <a:pt x="435208" y="418547"/>
                  </a:lnTo>
                  <a:lnTo>
                    <a:pt x="436265" y="397392"/>
                  </a:lnTo>
                  <a:lnTo>
                    <a:pt x="436688" y="374501"/>
                  </a:lnTo>
                  <a:lnTo>
                    <a:pt x="432888" y="366544"/>
                  </a:lnTo>
                  <a:lnTo>
                    <a:pt x="431065" y="356156"/>
                  </a:lnTo>
                  <a:lnTo>
                    <a:pt x="431348" y="300242"/>
                  </a:lnTo>
                  <a:lnTo>
                    <a:pt x="435477" y="233567"/>
                  </a:lnTo>
                  <a:lnTo>
                    <a:pt x="443337" y="147505"/>
                  </a:lnTo>
                  <a:lnTo>
                    <a:pt x="450961" y="73102"/>
                  </a:lnTo>
                  <a:lnTo>
                    <a:pt x="454384" y="41401"/>
                  </a:lnTo>
                  <a:lnTo>
                    <a:pt x="354418" y="5476"/>
                  </a:lnTo>
                  <a:lnTo>
                    <a:pt x="210789" y="330115"/>
                  </a:lnTo>
                  <a:lnTo>
                    <a:pt x="95860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14695499" y="1861192"/>
              <a:ext cx="259079" cy="694055"/>
            </a:xfrm>
            <a:custGeom>
              <a:avLst/>
              <a:gdLst/>
              <a:ahLst/>
              <a:cxnLst/>
              <a:rect l="l" t="t" r="r" b="b"/>
              <a:pathLst>
                <a:path w="259080" h="694055">
                  <a:moveTo>
                    <a:pt x="158937" y="0"/>
                  </a:moveTo>
                  <a:lnTo>
                    <a:pt x="0" y="356544"/>
                  </a:lnTo>
                  <a:lnTo>
                    <a:pt x="0" y="632263"/>
                  </a:lnTo>
                  <a:lnTo>
                    <a:pt x="34550" y="667833"/>
                  </a:lnTo>
                  <a:lnTo>
                    <a:pt x="53059" y="686100"/>
                  </a:lnTo>
                  <a:lnTo>
                    <a:pt x="61821" y="692833"/>
                  </a:lnTo>
                  <a:lnTo>
                    <a:pt x="67128" y="693800"/>
                  </a:lnTo>
                  <a:lnTo>
                    <a:pt x="96487" y="689286"/>
                  </a:lnTo>
                  <a:lnTo>
                    <a:pt x="154169" y="679002"/>
                  </a:lnTo>
                  <a:lnTo>
                    <a:pt x="211664" y="667882"/>
                  </a:lnTo>
                  <a:lnTo>
                    <a:pt x="240463" y="660859"/>
                  </a:lnTo>
                  <a:lnTo>
                    <a:pt x="243358" y="613387"/>
                  </a:lnTo>
                  <a:lnTo>
                    <a:pt x="243305" y="513277"/>
                  </a:lnTo>
                  <a:lnTo>
                    <a:pt x="242017" y="414000"/>
                  </a:lnTo>
                  <a:lnTo>
                    <a:pt x="241207" y="369025"/>
                  </a:lnTo>
                  <a:lnTo>
                    <a:pt x="237413" y="361062"/>
                  </a:lnTo>
                  <a:lnTo>
                    <a:pt x="235592" y="350672"/>
                  </a:lnTo>
                  <a:lnTo>
                    <a:pt x="235867" y="294765"/>
                  </a:lnTo>
                  <a:lnTo>
                    <a:pt x="239996" y="228089"/>
                  </a:lnTo>
                  <a:lnTo>
                    <a:pt x="247856" y="142024"/>
                  </a:lnTo>
                  <a:lnTo>
                    <a:pt x="255480" y="67617"/>
                  </a:lnTo>
                  <a:lnTo>
                    <a:pt x="258903" y="35915"/>
                  </a:lnTo>
                  <a:lnTo>
                    <a:pt x="158937" y="0"/>
                  </a:lnTo>
                  <a:close/>
                </a:path>
              </a:pathLst>
            </a:custGeom>
            <a:solidFill>
              <a:srgbClr val="9091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8" name="object 268" descr=""/>
            <p:cNvSpPr/>
            <p:nvPr/>
          </p:nvSpPr>
          <p:spPr>
            <a:xfrm>
              <a:off x="14703856" y="2218784"/>
              <a:ext cx="27305" cy="224154"/>
            </a:xfrm>
            <a:custGeom>
              <a:avLst/>
              <a:gdLst/>
              <a:ahLst/>
              <a:cxnLst/>
              <a:rect l="l" t="t" r="r" b="b"/>
              <a:pathLst>
                <a:path w="27305" h="224155">
                  <a:moveTo>
                    <a:pt x="25273" y="5664"/>
                  </a:moveTo>
                  <a:lnTo>
                    <a:pt x="19621" y="0"/>
                  </a:lnTo>
                  <a:lnTo>
                    <a:pt x="5664" y="0"/>
                  </a:lnTo>
                  <a:lnTo>
                    <a:pt x="0" y="5664"/>
                  </a:lnTo>
                  <a:lnTo>
                    <a:pt x="0" y="19685"/>
                  </a:lnTo>
                  <a:lnTo>
                    <a:pt x="5664" y="25361"/>
                  </a:lnTo>
                  <a:lnTo>
                    <a:pt x="12636" y="25361"/>
                  </a:lnTo>
                  <a:lnTo>
                    <a:pt x="19621" y="25361"/>
                  </a:lnTo>
                  <a:lnTo>
                    <a:pt x="25273" y="19685"/>
                  </a:lnTo>
                  <a:lnTo>
                    <a:pt x="25273" y="5664"/>
                  </a:lnTo>
                  <a:close/>
                </a:path>
                <a:path w="27305" h="224155">
                  <a:moveTo>
                    <a:pt x="26263" y="105016"/>
                  </a:moveTo>
                  <a:lnTo>
                    <a:pt x="20599" y="99339"/>
                  </a:lnTo>
                  <a:lnTo>
                    <a:pt x="6642" y="99339"/>
                  </a:lnTo>
                  <a:lnTo>
                    <a:pt x="977" y="105016"/>
                  </a:lnTo>
                  <a:lnTo>
                    <a:pt x="977" y="119024"/>
                  </a:lnTo>
                  <a:lnTo>
                    <a:pt x="6642" y="124714"/>
                  </a:lnTo>
                  <a:lnTo>
                    <a:pt x="13614" y="124714"/>
                  </a:lnTo>
                  <a:lnTo>
                    <a:pt x="20599" y="124714"/>
                  </a:lnTo>
                  <a:lnTo>
                    <a:pt x="26263" y="119024"/>
                  </a:lnTo>
                  <a:lnTo>
                    <a:pt x="26263" y="105016"/>
                  </a:lnTo>
                  <a:close/>
                </a:path>
                <a:path w="27305" h="224155">
                  <a:moveTo>
                    <a:pt x="27241" y="204381"/>
                  </a:moveTo>
                  <a:lnTo>
                    <a:pt x="21577" y="198691"/>
                  </a:lnTo>
                  <a:lnTo>
                    <a:pt x="14592" y="198691"/>
                  </a:lnTo>
                  <a:lnTo>
                    <a:pt x="7607" y="198691"/>
                  </a:lnTo>
                  <a:lnTo>
                    <a:pt x="1955" y="204381"/>
                  </a:lnTo>
                  <a:lnTo>
                    <a:pt x="1955" y="218389"/>
                  </a:lnTo>
                  <a:lnTo>
                    <a:pt x="7607" y="224078"/>
                  </a:lnTo>
                  <a:lnTo>
                    <a:pt x="21577" y="224078"/>
                  </a:lnTo>
                  <a:lnTo>
                    <a:pt x="27241" y="218389"/>
                  </a:lnTo>
                  <a:lnTo>
                    <a:pt x="27241" y="204381"/>
                  </a:lnTo>
                  <a:close/>
                </a:path>
              </a:pathLst>
            </a:custGeom>
            <a:solidFill>
              <a:srgbClr val="7173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9" name="object 269" descr=""/>
            <p:cNvSpPr/>
            <p:nvPr/>
          </p:nvSpPr>
          <p:spPr>
            <a:xfrm>
              <a:off x="14807608" y="2030995"/>
              <a:ext cx="87630" cy="50800"/>
            </a:xfrm>
            <a:custGeom>
              <a:avLst/>
              <a:gdLst/>
              <a:ahLst/>
              <a:cxnLst/>
              <a:rect l="l" t="t" r="r" b="b"/>
              <a:pathLst>
                <a:path w="87630" h="50800">
                  <a:moveTo>
                    <a:pt x="83348" y="36"/>
                  </a:moveTo>
                  <a:lnTo>
                    <a:pt x="78470" y="0"/>
                  </a:lnTo>
                  <a:lnTo>
                    <a:pt x="68162" y="4848"/>
                  </a:lnTo>
                  <a:lnTo>
                    <a:pt x="44610" y="18954"/>
                  </a:lnTo>
                  <a:lnTo>
                    <a:pt x="0" y="46694"/>
                  </a:lnTo>
                  <a:lnTo>
                    <a:pt x="86960" y="50694"/>
                  </a:lnTo>
                  <a:lnTo>
                    <a:pt x="87292" y="42967"/>
                  </a:lnTo>
                  <a:lnTo>
                    <a:pt x="87545" y="25868"/>
                  </a:lnTo>
                  <a:lnTo>
                    <a:pt x="86602" y="8517"/>
                  </a:lnTo>
                  <a:lnTo>
                    <a:pt x="83348" y="36"/>
                  </a:lnTo>
                  <a:close/>
                </a:path>
              </a:pathLst>
            </a:custGeom>
            <a:solidFill>
              <a:srgbClr val="B9C6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14796780" y="2070428"/>
              <a:ext cx="106680" cy="29209"/>
            </a:xfrm>
            <a:custGeom>
              <a:avLst/>
              <a:gdLst/>
              <a:ahLst/>
              <a:cxnLst/>
              <a:rect l="l" t="t" r="r" b="b"/>
              <a:pathLst>
                <a:path w="106680" h="29210">
                  <a:moveTo>
                    <a:pt x="0" y="0"/>
                  </a:moveTo>
                  <a:lnTo>
                    <a:pt x="0" y="28784"/>
                  </a:lnTo>
                  <a:lnTo>
                    <a:pt x="106258" y="28784"/>
                  </a:lnTo>
                  <a:lnTo>
                    <a:pt x="105274" y="18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737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1" name="object 271" descr=""/>
          <p:cNvGrpSpPr/>
          <p:nvPr/>
        </p:nvGrpSpPr>
        <p:grpSpPr>
          <a:xfrm>
            <a:off x="16121832" y="1852630"/>
            <a:ext cx="453390" cy="744220"/>
            <a:chOff x="16121832" y="1852630"/>
            <a:chExt cx="453390" cy="744220"/>
          </a:xfrm>
        </p:grpSpPr>
        <p:sp>
          <p:nvSpPr>
            <p:cNvPr id="272" name="object 272" descr=""/>
            <p:cNvSpPr/>
            <p:nvPr/>
          </p:nvSpPr>
          <p:spPr>
            <a:xfrm>
              <a:off x="16121832" y="1852630"/>
              <a:ext cx="453390" cy="744220"/>
            </a:xfrm>
            <a:custGeom>
              <a:avLst/>
              <a:gdLst/>
              <a:ahLst/>
              <a:cxnLst/>
              <a:rect l="l" t="t" r="r" b="b"/>
              <a:pathLst>
                <a:path w="453390" h="744219">
                  <a:moveTo>
                    <a:pt x="95641" y="0"/>
                  </a:moveTo>
                  <a:lnTo>
                    <a:pt x="0" y="47464"/>
                  </a:lnTo>
                  <a:lnTo>
                    <a:pt x="5397" y="139542"/>
                  </a:lnTo>
                  <a:lnTo>
                    <a:pt x="9329" y="211338"/>
                  </a:lnTo>
                  <a:lnTo>
                    <a:pt x="11580" y="265028"/>
                  </a:lnTo>
                  <a:lnTo>
                    <a:pt x="19266" y="690376"/>
                  </a:lnTo>
                  <a:lnTo>
                    <a:pt x="163483" y="730813"/>
                  </a:lnTo>
                  <a:lnTo>
                    <a:pt x="254768" y="743801"/>
                  </a:lnTo>
                  <a:lnTo>
                    <a:pt x="332014" y="728899"/>
                  </a:lnTo>
                  <a:lnTo>
                    <a:pt x="434112" y="685664"/>
                  </a:lnTo>
                  <a:lnTo>
                    <a:pt x="436342" y="661966"/>
                  </a:lnTo>
                  <a:lnTo>
                    <a:pt x="435506" y="607337"/>
                  </a:lnTo>
                  <a:lnTo>
                    <a:pt x="433360" y="540575"/>
                  </a:lnTo>
                  <a:lnTo>
                    <a:pt x="431658" y="480480"/>
                  </a:lnTo>
                  <a:lnTo>
                    <a:pt x="432154" y="445850"/>
                  </a:lnTo>
                  <a:lnTo>
                    <a:pt x="434243" y="424546"/>
                  </a:lnTo>
                  <a:lnTo>
                    <a:pt x="435296" y="403088"/>
                  </a:lnTo>
                  <a:lnTo>
                    <a:pt x="435714" y="379873"/>
                  </a:lnTo>
                  <a:lnTo>
                    <a:pt x="438113" y="367737"/>
                  </a:lnTo>
                  <a:lnTo>
                    <a:pt x="439472" y="355113"/>
                  </a:lnTo>
                  <a:lnTo>
                    <a:pt x="440295" y="334281"/>
                  </a:lnTo>
                  <a:lnTo>
                    <a:pt x="441086" y="297519"/>
                  </a:lnTo>
                  <a:lnTo>
                    <a:pt x="443535" y="230988"/>
                  </a:lnTo>
                  <a:lnTo>
                    <a:pt x="447698" y="146109"/>
                  </a:lnTo>
                  <a:lnTo>
                    <a:pt x="453368" y="41998"/>
                  </a:lnTo>
                  <a:lnTo>
                    <a:pt x="353633" y="5560"/>
                  </a:lnTo>
                  <a:lnTo>
                    <a:pt x="292228" y="38600"/>
                  </a:lnTo>
                  <a:lnTo>
                    <a:pt x="256822" y="55333"/>
                  </a:lnTo>
                  <a:lnTo>
                    <a:pt x="233968" y="60907"/>
                  </a:lnTo>
                  <a:lnTo>
                    <a:pt x="210223" y="60469"/>
                  </a:lnTo>
                  <a:lnTo>
                    <a:pt x="178741" y="50199"/>
                  </a:lnTo>
                  <a:lnTo>
                    <a:pt x="140862" y="29504"/>
                  </a:lnTo>
                  <a:lnTo>
                    <a:pt x="109018" y="9174"/>
                  </a:lnTo>
                  <a:lnTo>
                    <a:pt x="95641" y="0"/>
                  </a:lnTo>
                  <a:close/>
                </a:path>
              </a:pathLst>
            </a:custGeom>
            <a:solidFill>
              <a:srgbClr val="7C7C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16233076" y="2367488"/>
              <a:ext cx="229870" cy="38100"/>
            </a:xfrm>
            <a:custGeom>
              <a:avLst/>
              <a:gdLst/>
              <a:ahLst/>
              <a:cxnLst/>
              <a:rect l="l" t="t" r="r" b="b"/>
              <a:pathLst>
                <a:path w="229869" h="38100">
                  <a:moveTo>
                    <a:pt x="229574" y="0"/>
                  </a:moveTo>
                  <a:lnTo>
                    <a:pt x="0" y="0"/>
                  </a:lnTo>
                  <a:lnTo>
                    <a:pt x="0" y="37747"/>
                  </a:lnTo>
                  <a:lnTo>
                    <a:pt x="229574" y="37747"/>
                  </a:lnTo>
                  <a:lnTo>
                    <a:pt x="229574" y="0"/>
                  </a:lnTo>
                  <a:close/>
                </a:path>
              </a:pathLst>
            </a:custGeom>
            <a:solidFill>
              <a:srgbClr val="7173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4" name="object 274" descr=""/>
            <p:cNvSpPr/>
            <p:nvPr/>
          </p:nvSpPr>
          <p:spPr>
            <a:xfrm>
              <a:off x="16324812" y="2372231"/>
              <a:ext cx="50800" cy="28575"/>
            </a:xfrm>
            <a:custGeom>
              <a:avLst/>
              <a:gdLst/>
              <a:ahLst/>
              <a:cxnLst/>
              <a:rect l="l" t="t" r="r" b="b"/>
              <a:pathLst>
                <a:path w="50800" h="28575">
                  <a:moveTo>
                    <a:pt x="50605" y="0"/>
                  </a:moveTo>
                  <a:lnTo>
                    <a:pt x="0" y="0"/>
                  </a:lnTo>
                  <a:lnTo>
                    <a:pt x="0" y="28239"/>
                  </a:lnTo>
                  <a:lnTo>
                    <a:pt x="50605" y="28239"/>
                  </a:lnTo>
                  <a:lnTo>
                    <a:pt x="50605" y="0"/>
                  </a:lnTo>
                  <a:close/>
                </a:path>
              </a:pathLst>
            </a:custGeom>
            <a:solidFill>
              <a:srgbClr val="B9C6D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5" name="object 275" descr=""/>
          <p:cNvGrpSpPr/>
          <p:nvPr/>
        </p:nvGrpSpPr>
        <p:grpSpPr>
          <a:xfrm>
            <a:off x="15124526" y="2776185"/>
            <a:ext cx="332740" cy="1158875"/>
            <a:chOff x="15124526" y="2776185"/>
            <a:chExt cx="332740" cy="1158875"/>
          </a:xfrm>
        </p:grpSpPr>
        <p:sp>
          <p:nvSpPr>
            <p:cNvPr id="276" name="object 276" descr=""/>
            <p:cNvSpPr/>
            <p:nvPr/>
          </p:nvSpPr>
          <p:spPr>
            <a:xfrm>
              <a:off x="15124520" y="2776187"/>
              <a:ext cx="332740" cy="1158875"/>
            </a:xfrm>
            <a:custGeom>
              <a:avLst/>
              <a:gdLst/>
              <a:ahLst/>
              <a:cxnLst/>
              <a:rect l="l" t="t" r="r" b="b"/>
              <a:pathLst>
                <a:path w="332740" h="1158875">
                  <a:moveTo>
                    <a:pt x="332295" y="175996"/>
                  </a:moveTo>
                  <a:lnTo>
                    <a:pt x="330936" y="96774"/>
                  </a:lnTo>
                  <a:lnTo>
                    <a:pt x="324116" y="28829"/>
                  </a:lnTo>
                  <a:lnTo>
                    <a:pt x="320027" y="0"/>
                  </a:lnTo>
                  <a:lnTo>
                    <a:pt x="0" y="21971"/>
                  </a:lnTo>
                  <a:lnTo>
                    <a:pt x="5511" y="145973"/>
                  </a:lnTo>
                  <a:lnTo>
                    <a:pt x="7429" y="202387"/>
                  </a:lnTo>
                  <a:lnTo>
                    <a:pt x="8851" y="206044"/>
                  </a:lnTo>
                  <a:lnTo>
                    <a:pt x="45288" y="542607"/>
                  </a:lnTo>
                  <a:lnTo>
                    <a:pt x="51422" y="602107"/>
                  </a:lnTo>
                  <a:lnTo>
                    <a:pt x="52755" y="616775"/>
                  </a:lnTo>
                  <a:lnTo>
                    <a:pt x="52692" y="617118"/>
                  </a:lnTo>
                  <a:lnTo>
                    <a:pt x="83705" y="1158265"/>
                  </a:lnTo>
                  <a:lnTo>
                    <a:pt x="289115" y="1158265"/>
                  </a:lnTo>
                  <a:lnTo>
                    <a:pt x="294792" y="913117"/>
                  </a:lnTo>
                  <a:lnTo>
                    <a:pt x="294868" y="774179"/>
                  </a:lnTo>
                  <a:lnTo>
                    <a:pt x="287743" y="689965"/>
                  </a:lnTo>
                  <a:lnTo>
                    <a:pt x="271767" y="608952"/>
                  </a:lnTo>
                  <a:lnTo>
                    <a:pt x="280403" y="536536"/>
                  </a:lnTo>
                  <a:lnTo>
                    <a:pt x="289128" y="412127"/>
                  </a:lnTo>
                  <a:lnTo>
                    <a:pt x="295884" y="294424"/>
                  </a:lnTo>
                  <a:lnTo>
                    <a:pt x="297713" y="258876"/>
                  </a:lnTo>
                  <a:lnTo>
                    <a:pt x="299199" y="258292"/>
                  </a:lnTo>
                  <a:lnTo>
                    <a:pt x="320027" y="238671"/>
                  </a:lnTo>
                  <a:lnTo>
                    <a:pt x="332295" y="175996"/>
                  </a:lnTo>
                  <a:close/>
                </a:path>
              </a:pathLst>
            </a:custGeom>
            <a:solidFill>
              <a:srgbClr val="3841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5189690" y="2826005"/>
              <a:ext cx="83185" cy="155575"/>
            </a:xfrm>
            <a:custGeom>
              <a:avLst/>
              <a:gdLst/>
              <a:ahLst/>
              <a:cxnLst/>
              <a:rect l="l" t="t" r="r" b="b"/>
              <a:pathLst>
                <a:path w="83184" h="155575">
                  <a:moveTo>
                    <a:pt x="12680" y="0"/>
                  </a:moveTo>
                  <a:lnTo>
                    <a:pt x="0" y="7319"/>
                  </a:lnTo>
                  <a:lnTo>
                    <a:pt x="70385" y="154969"/>
                  </a:lnTo>
                  <a:lnTo>
                    <a:pt x="83055" y="147639"/>
                  </a:lnTo>
                  <a:lnTo>
                    <a:pt x="12680" y="0"/>
                  </a:lnTo>
                  <a:close/>
                </a:path>
              </a:pathLst>
            </a:custGeom>
            <a:solidFill>
              <a:srgbClr val="2D363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8" name="object 278" descr=""/>
          <p:cNvGrpSpPr/>
          <p:nvPr/>
        </p:nvGrpSpPr>
        <p:grpSpPr>
          <a:xfrm>
            <a:off x="16239906" y="2802921"/>
            <a:ext cx="419100" cy="1154430"/>
            <a:chOff x="16239906" y="2802921"/>
            <a:chExt cx="419100" cy="1154430"/>
          </a:xfrm>
        </p:grpSpPr>
        <p:sp>
          <p:nvSpPr>
            <p:cNvPr id="279" name="object 279" descr=""/>
            <p:cNvSpPr/>
            <p:nvPr/>
          </p:nvSpPr>
          <p:spPr>
            <a:xfrm>
              <a:off x="16239897" y="2802933"/>
              <a:ext cx="419100" cy="1154430"/>
            </a:xfrm>
            <a:custGeom>
              <a:avLst/>
              <a:gdLst/>
              <a:ahLst/>
              <a:cxnLst/>
              <a:rect l="l" t="t" r="r" b="b"/>
              <a:pathLst>
                <a:path w="419100" h="1154429">
                  <a:moveTo>
                    <a:pt x="418795" y="383895"/>
                  </a:moveTo>
                  <a:lnTo>
                    <a:pt x="418515" y="311670"/>
                  </a:lnTo>
                  <a:lnTo>
                    <a:pt x="417271" y="216166"/>
                  </a:lnTo>
                  <a:lnTo>
                    <a:pt x="418579" y="206298"/>
                  </a:lnTo>
                  <a:lnTo>
                    <a:pt x="418528" y="153212"/>
                  </a:lnTo>
                  <a:lnTo>
                    <a:pt x="415620" y="95021"/>
                  </a:lnTo>
                  <a:lnTo>
                    <a:pt x="411035" y="49364"/>
                  </a:lnTo>
                  <a:lnTo>
                    <a:pt x="404533" y="10769"/>
                  </a:lnTo>
                  <a:lnTo>
                    <a:pt x="402196" y="0"/>
                  </a:lnTo>
                  <a:lnTo>
                    <a:pt x="18364" y="2324"/>
                  </a:lnTo>
                  <a:lnTo>
                    <a:pt x="5626" y="98767"/>
                  </a:lnTo>
                  <a:lnTo>
                    <a:pt x="0" y="154863"/>
                  </a:lnTo>
                  <a:lnTo>
                    <a:pt x="279" y="192201"/>
                  </a:lnTo>
                  <a:lnTo>
                    <a:pt x="3225" y="216179"/>
                  </a:lnTo>
                  <a:lnTo>
                    <a:pt x="4165" y="313791"/>
                  </a:lnTo>
                  <a:lnTo>
                    <a:pt x="5524" y="386016"/>
                  </a:lnTo>
                  <a:lnTo>
                    <a:pt x="7962" y="440588"/>
                  </a:lnTo>
                  <a:lnTo>
                    <a:pt x="17157" y="577164"/>
                  </a:lnTo>
                  <a:lnTo>
                    <a:pt x="20866" y="626897"/>
                  </a:lnTo>
                  <a:lnTo>
                    <a:pt x="23114" y="647966"/>
                  </a:lnTo>
                  <a:lnTo>
                    <a:pt x="22948" y="648474"/>
                  </a:lnTo>
                  <a:lnTo>
                    <a:pt x="37706" y="828763"/>
                  </a:lnTo>
                  <a:lnTo>
                    <a:pt x="41224" y="869022"/>
                  </a:lnTo>
                  <a:lnTo>
                    <a:pt x="44919" y="908532"/>
                  </a:lnTo>
                  <a:lnTo>
                    <a:pt x="51828" y="969797"/>
                  </a:lnTo>
                  <a:lnTo>
                    <a:pt x="61201" y="1043114"/>
                  </a:lnTo>
                  <a:lnTo>
                    <a:pt x="72999" y="1130439"/>
                  </a:lnTo>
                  <a:lnTo>
                    <a:pt x="142951" y="1152753"/>
                  </a:lnTo>
                  <a:lnTo>
                    <a:pt x="210286" y="1126502"/>
                  </a:lnTo>
                  <a:lnTo>
                    <a:pt x="210388" y="705523"/>
                  </a:lnTo>
                  <a:lnTo>
                    <a:pt x="210286" y="669569"/>
                  </a:lnTo>
                  <a:lnTo>
                    <a:pt x="209359" y="436460"/>
                  </a:lnTo>
                  <a:lnTo>
                    <a:pt x="209042" y="313651"/>
                  </a:lnTo>
                  <a:lnTo>
                    <a:pt x="209359" y="260565"/>
                  </a:lnTo>
                  <a:lnTo>
                    <a:pt x="209372" y="260184"/>
                  </a:lnTo>
                  <a:lnTo>
                    <a:pt x="211950" y="260134"/>
                  </a:lnTo>
                  <a:lnTo>
                    <a:pt x="212191" y="264083"/>
                  </a:lnTo>
                  <a:lnTo>
                    <a:pt x="213702" y="317131"/>
                  </a:lnTo>
                  <a:lnTo>
                    <a:pt x="216166" y="439915"/>
                  </a:lnTo>
                  <a:lnTo>
                    <a:pt x="220522" y="672985"/>
                  </a:lnTo>
                  <a:lnTo>
                    <a:pt x="221221" y="708926"/>
                  </a:lnTo>
                  <a:lnTo>
                    <a:pt x="230835" y="1129766"/>
                  </a:lnTo>
                  <a:lnTo>
                    <a:pt x="298742" y="1154176"/>
                  </a:lnTo>
                  <a:lnTo>
                    <a:pt x="368173" y="1129944"/>
                  </a:lnTo>
                  <a:lnTo>
                    <a:pt x="377990" y="1042339"/>
                  </a:lnTo>
                  <a:lnTo>
                    <a:pt x="385711" y="968781"/>
                  </a:lnTo>
                  <a:lnTo>
                    <a:pt x="391223" y="907351"/>
                  </a:lnTo>
                  <a:lnTo>
                    <a:pt x="394030" y="867740"/>
                  </a:lnTo>
                  <a:lnTo>
                    <a:pt x="396633" y="827392"/>
                  </a:lnTo>
                  <a:lnTo>
                    <a:pt x="407314" y="646760"/>
                  </a:lnTo>
                  <a:lnTo>
                    <a:pt x="407123" y="646201"/>
                  </a:lnTo>
                  <a:lnTo>
                    <a:pt x="408901" y="625132"/>
                  </a:lnTo>
                  <a:lnTo>
                    <a:pt x="411480" y="575322"/>
                  </a:lnTo>
                  <a:lnTo>
                    <a:pt x="417601" y="438518"/>
                  </a:lnTo>
                  <a:lnTo>
                    <a:pt x="418795" y="383895"/>
                  </a:lnTo>
                  <a:close/>
                </a:path>
              </a:pathLst>
            </a:custGeom>
            <a:solidFill>
              <a:srgbClr val="3841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6275228" y="2839141"/>
              <a:ext cx="336550" cy="20320"/>
            </a:xfrm>
            <a:custGeom>
              <a:avLst/>
              <a:gdLst/>
              <a:ahLst/>
              <a:cxnLst/>
              <a:rect l="l" t="t" r="r" b="b"/>
              <a:pathLst>
                <a:path w="336550" h="20319">
                  <a:moveTo>
                    <a:pt x="91617" y="4152"/>
                  </a:moveTo>
                  <a:lnTo>
                    <a:pt x="711" y="0"/>
                  </a:lnTo>
                  <a:lnTo>
                    <a:pt x="0" y="15735"/>
                  </a:lnTo>
                  <a:lnTo>
                    <a:pt x="90893" y="19888"/>
                  </a:lnTo>
                  <a:lnTo>
                    <a:pt x="91617" y="4152"/>
                  </a:lnTo>
                  <a:close/>
                </a:path>
                <a:path w="336550" h="20319">
                  <a:moveTo>
                    <a:pt x="336473" y="15735"/>
                  </a:moveTo>
                  <a:lnTo>
                    <a:pt x="335762" y="0"/>
                  </a:lnTo>
                  <a:lnTo>
                    <a:pt x="244868" y="4152"/>
                  </a:lnTo>
                  <a:lnTo>
                    <a:pt x="245579" y="19888"/>
                  </a:lnTo>
                  <a:lnTo>
                    <a:pt x="336473" y="15735"/>
                  </a:lnTo>
                  <a:close/>
                </a:path>
              </a:pathLst>
            </a:custGeom>
            <a:solidFill>
              <a:srgbClr val="2D363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1" name="object 281" descr=""/>
          <p:cNvGrpSpPr/>
          <p:nvPr/>
        </p:nvGrpSpPr>
        <p:grpSpPr>
          <a:xfrm>
            <a:off x="14516197" y="2782039"/>
            <a:ext cx="419100" cy="1154430"/>
            <a:chOff x="14516197" y="2782039"/>
            <a:chExt cx="419100" cy="1154430"/>
          </a:xfrm>
        </p:grpSpPr>
        <p:sp>
          <p:nvSpPr>
            <p:cNvPr id="282" name="object 282" descr=""/>
            <p:cNvSpPr/>
            <p:nvPr/>
          </p:nvSpPr>
          <p:spPr>
            <a:xfrm>
              <a:off x="14516188" y="2782042"/>
              <a:ext cx="419100" cy="1154430"/>
            </a:xfrm>
            <a:custGeom>
              <a:avLst/>
              <a:gdLst/>
              <a:ahLst/>
              <a:cxnLst/>
              <a:rect l="l" t="t" r="r" b="b"/>
              <a:pathLst>
                <a:path w="419100" h="1154429">
                  <a:moveTo>
                    <a:pt x="418795" y="383882"/>
                  </a:moveTo>
                  <a:lnTo>
                    <a:pt x="418515" y="311645"/>
                  </a:lnTo>
                  <a:lnTo>
                    <a:pt x="417182" y="209588"/>
                  </a:lnTo>
                  <a:lnTo>
                    <a:pt x="417550" y="205854"/>
                  </a:lnTo>
                  <a:lnTo>
                    <a:pt x="416966" y="192519"/>
                  </a:lnTo>
                  <a:lnTo>
                    <a:pt x="415213" y="152438"/>
                  </a:lnTo>
                  <a:lnTo>
                    <a:pt x="409930" y="95377"/>
                  </a:lnTo>
                  <a:lnTo>
                    <a:pt x="404050" y="53746"/>
                  </a:lnTo>
                  <a:lnTo>
                    <a:pt x="399910" y="29845"/>
                  </a:lnTo>
                  <a:lnTo>
                    <a:pt x="397789" y="13093"/>
                  </a:lnTo>
                  <a:lnTo>
                    <a:pt x="397002" y="3225"/>
                  </a:lnTo>
                  <a:lnTo>
                    <a:pt x="396900" y="0"/>
                  </a:lnTo>
                  <a:lnTo>
                    <a:pt x="18364" y="2311"/>
                  </a:lnTo>
                  <a:lnTo>
                    <a:pt x="5626" y="98742"/>
                  </a:lnTo>
                  <a:lnTo>
                    <a:pt x="0" y="154851"/>
                  </a:lnTo>
                  <a:lnTo>
                    <a:pt x="279" y="192189"/>
                  </a:lnTo>
                  <a:lnTo>
                    <a:pt x="3225" y="216154"/>
                  </a:lnTo>
                  <a:lnTo>
                    <a:pt x="4165" y="313766"/>
                  </a:lnTo>
                  <a:lnTo>
                    <a:pt x="5524" y="385991"/>
                  </a:lnTo>
                  <a:lnTo>
                    <a:pt x="7950" y="440563"/>
                  </a:lnTo>
                  <a:lnTo>
                    <a:pt x="17157" y="577151"/>
                  </a:lnTo>
                  <a:lnTo>
                    <a:pt x="20866" y="626872"/>
                  </a:lnTo>
                  <a:lnTo>
                    <a:pt x="23114" y="647941"/>
                  </a:lnTo>
                  <a:lnTo>
                    <a:pt x="22948" y="648449"/>
                  </a:lnTo>
                  <a:lnTo>
                    <a:pt x="37706" y="828738"/>
                  </a:lnTo>
                  <a:lnTo>
                    <a:pt x="41224" y="868997"/>
                  </a:lnTo>
                  <a:lnTo>
                    <a:pt x="44919" y="908519"/>
                  </a:lnTo>
                  <a:lnTo>
                    <a:pt x="51828" y="969772"/>
                  </a:lnTo>
                  <a:lnTo>
                    <a:pt x="61201" y="1043101"/>
                  </a:lnTo>
                  <a:lnTo>
                    <a:pt x="72999" y="1130414"/>
                  </a:lnTo>
                  <a:lnTo>
                    <a:pt x="142951" y="1152740"/>
                  </a:lnTo>
                  <a:lnTo>
                    <a:pt x="210286" y="1126477"/>
                  </a:lnTo>
                  <a:lnTo>
                    <a:pt x="210388" y="705497"/>
                  </a:lnTo>
                  <a:lnTo>
                    <a:pt x="210286" y="669556"/>
                  </a:lnTo>
                  <a:lnTo>
                    <a:pt x="209359" y="436435"/>
                  </a:lnTo>
                  <a:lnTo>
                    <a:pt x="209042" y="313626"/>
                  </a:lnTo>
                  <a:lnTo>
                    <a:pt x="209359" y="260553"/>
                  </a:lnTo>
                  <a:lnTo>
                    <a:pt x="209372" y="260159"/>
                  </a:lnTo>
                  <a:lnTo>
                    <a:pt x="211950" y="260108"/>
                  </a:lnTo>
                  <a:lnTo>
                    <a:pt x="212191" y="264058"/>
                  </a:lnTo>
                  <a:lnTo>
                    <a:pt x="213702" y="317119"/>
                  </a:lnTo>
                  <a:lnTo>
                    <a:pt x="216166" y="439889"/>
                  </a:lnTo>
                  <a:lnTo>
                    <a:pt x="220510" y="672960"/>
                  </a:lnTo>
                  <a:lnTo>
                    <a:pt x="221221" y="708901"/>
                  </a:lnTo>
                  <a:lnTo>
                    <a:pt x="230835" y="1129753"/>
                  </a:lnTo>
                  <a:lnTo>
                    <a:pt x="298742" y="1154150"/>
                  </a:lnTo>
                  <a:lnTo>
                    <a:pt x="368173" y="1129931"/>
                  </a:lnTo>
                  <a:lnTo>
                    <a:pt x="377990" y="1042314"/>
                  </a:lnTo>
                  <a:lnTo>
                    <a:pt x="385699" y="968756"/>
                  </a:lnTo>
                  <a:lnTo>
                    <a:pt x="391223" y="907326"/>
                  </a:lnTo>
                  <a:lnTo>
                    <a:pt x="394030" y="867714"/>
                  </a:lnTo>
                  <a:lnTo>
                    <a:pt x="396633" y="827379"/>
                  </a:lnTo>
                  <a:lnTo>
                    <a:pt x="407301" y="646734"/>
                  </a:lnTo>
                  <a:lnTo>
                    <a:pt x="407123" y="646201"/>
                  </a:lnTo>
                  <a:lnTo>
                    <a:pt x="408901" y="625119"/>
                  </a:lnTo>
                  <a:lnTo>
                    <a:pt x="411480" y="575297"/>
                  </a:lnTo>
                  <a:lnTo>
                    <a:pt x="417601" y="438505"/>
                  </a:lnTo>
                  <a:lnTo>
                    <a:pt x="418795" y="383882"/>
                  </a:lnTo>
                  <a:close/>
                </a:path>
              </a:pathLst>
            </a:custGeom>
            <a:solidFill>
              <a:srgbClr val="3841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4537093" y="2802654"/>
              <a:ext cx="381635" cy="155575"/>
            </a:xfrm>
            <a:custGeom>
              <a:avLst/>
              <a:gdLst/>
              <a:ahLst/>
              <a:cxnLst/>
              <a:rect l="l" t="t" r="r" b="b"/>
              <a:pathLst>
                <a:path w="381634" h="155575">
                  <a:moveTo>
                    <a:pt x="83045" y="7327"/>
                  </a:moveTo>
                  <a:lnTo>
                    <a:pt x="70370" y="0"/>
                  </a:lnTo>
                  <a:lnTo>
                    <a:pt x="0" y="147637"/>
                  </a:lnTo>
                  <a:lnTo>
                    <a:pt x="12661" y="154978"/>
                  </a:lnTo>
                  <a:lnTo>
                    <a:pt x="83045" y="7327"/>
                  </a:lnTo>
                  <a:close/>
                </a:path>
                <a:path w="381634" h="155575">
                  <a:moveTo>
                    <a:pt x="381063" y="147637"/>
                  </a:moveTo>
                  <a:lnTo>
                    <a:pt x="310692" y="0"/>
                  </a:lnTo>
                  <a:lnTo>
                    <a:pt x="298018" y="7327"/>
                  </a:lnTo>
                  <a:lnTo>
                    <a:pt x="368401" y="154978"/>
                  </a:lnTo>
                  <a:lnTo>
                    <a:pt x="381063" y="147637"/>
                  </a:lnTo>
                  <a:close/>
                </a:path>
              </a:pathLst>
            </a:custGeom>
            <a:solidFill>
              <a:srgbClr val="2D36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4709364" y="2802963"/>
              <a:ext cx="19050" cy="21590"/>
            </a:xfrm>
            <a:custGeom>
              <a:avLst/>
              <a:gdLst/>
              <a:ahLst/>
              <a:cxnLst/>
              <a:rect l="l" t="t" r="r" b="b"/>
              <a:pathLst>
                <a:path w="19050" h="21589">
                  <a:moveTo>
                    <a:pt x="9219" y="0"/>
                  </a:moveTo>
                  <a:lnTo>
                    <a:pt x="2307" y="3281"/>
                  </a:lnTo>
                  <a:lnTo>
                    <a:pt x="0" y="10502"/>
                  </a:lnTo>
                  <a:lnTo>
                    <a:pt x="2301" y="17722"/>
                  </a:lnTo>
                  <a:lnTo>
                    <a:pt x="9219" y="21004"/>
                  </a:lnTo>
                  <a:lnTo>
                    <a:pt x="16131" y="17722"/>
                  </a:lnTo>
                  <a:lnTo>
                    <a:pt x="18439" y="10502"/>
                  </a:lnTo>
                  <a:lnTo>
                    <a:pt x="16137" y="3281"/>
                  </a:lnTo>
                  <a:lnTo>
                    <a:pt x="9219" y="0"/>
                  </a:lnTo>
                  <a:close/>
                </a:path>
              </a:pathLst>
            </a:custGeom>
            <a:solidFill>
              <a:srgbClr val="BEC2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5" name="object 285" descr=""/>
          <p:cNvGrpSpPr/>
          <p:nvPr/>
        </p:nvGrpSpPr>
        <p:grpSpPr>
          <a:xfrm>
            <a:off x="15626776" y="2791580"/>
            <a:ext cx="469265" cy="1165225"/>
            <a:chOff x="15626776" y="2791580"/>
            <a:chExt cx="469265" cy="1165225"/>
          </a:xfrm>
        </p:grpSpPr>
        <p:sp>
          <p:nvSpPr>
            <p:cNvPr id="286" name="object 286" descr=""/>
            <p:cNvSpPr/>
            <p:nvPr/>
          </p:nvSpPr>
          <p:spPr>
            <a:xfrm>
              <a:off x="15626766" y="2791592"/>
              <a:ext cx="469265" cy="1165225"/>
            </a:xfrm>
            <a:custGeom>
              <a:avLst/>
              <a:gdLst/>
              <a:ahLst/>
              <a:cxnLst/>
              <a:rect l="l" t="t" r="r" b="b"/>
              <a:pathLst>
                <a:path w="469265" h="1165225">
                  <a:moveTo>
                    <a:pt x="469226" y="970229"/>
                  </a:moveTo>
                  <a:lnTo>
                    <a:pt x="468528" y="908507"/>
                  </a:lnTo>
                  <a:lnTo>
                    <a:pt x="467334" y="868807"/>
                  </a:lnTo>
                  <a:lnTo>
                    <a:pt x="465874" y="828395"/>
                  </a:lnTo>
                  <a:lnTo>
                    <a:pt x="458304" y="647560"/>
                  </a:lnTo>
                  <a:lnTo>
                    <a:pt x="458076" y="647052"/>
                  </a:lnTo>
                  <a:lnTo>
                    <a:pt x="457720" y="625881"/>
                  </a:lnTo>
                  <a:lnTo>
                    <a:pt x="455269" y="576059"/>
                  </a:lnTo>
                  <a:lnTo>
                    <a:pt x="447586" y="439356"/>
                  </a:lnTo>
                  <a:lnTo>
                    <a:pt x="443280" y="384924"/>
                  </a:lnTo>
                  <a:lnTo>
                    <a:pt x="435737" y="313156"/>
                  </a:lnTo>
                  <a:lnTo>
                    <a:pt x="425399" y="222897"/>
                  </a:lnTo>
                  <a:lnTo>
                    <a:pt x="427037" y="203377"/>
                  </a:lnTo>
                  <a:lnTo>
                    <a:pt x="423608" y="152006"/>
                  </a:lnTo>
                  <a:lnTo>
                    <a:pt x="417233" y="97015"/>
                  </a:lnTo>
                  <a:lnTo>
                    <a:pt x="410870" y="56311"/>
                  </a:lnTo>
                  <a:lnTo>
                    <a:pt x="401967" y="14363"/>
                  </a:lnTo>
                  <a:lnTo>
                    <a:pt x="398437" y="0"/>
                  </a:lnTo>
                  <a:lnTo>
                    <a:pt x="7569" y="901"/>
                  </a:lnTo>
                  <a:lnTo>
                    <a:pt x="1955" y="98145"/>
                  </a:lnTo>
                  <a:lnTo>
                    <a:pt x="0" y="154660"/>
                  </a:lnTo>
                  <a:lnTo>
                    <a:pt x="1625" y="192151"/>
                  </a:lnTo>
                  <a:lnTo>
                    <a:pt x="4660" y="215976"/>
                  </a:lnTo>
                  <a:lnTo>
                    <a:pt x="4978" y="283552"/>
                  </a:lnTo>
                  <a:lnTo>
                    <a:pt x="6985" y="344563"/>
                  </a:lnTo>
                  <a:lnTo>
                    <a:pt x="12242" y="405904"/>
                  </a:lnTo>
                  <a:lnTo>
                    <a:pt x="22440" y="495795"/>
                  </a:lnTo>
                  <a:lnTo>
                    <a:pt x="29794" y="569315"/>
                  </a:lnTo>
                  <a:lnTo>
                    <a:pt x="37211" y="665949"/>
                  </a:lnTo>
                  <a:lnTo>
                    <a:pt x="38265" y="672007"/>
                  </a:lnTo>
                  <a:lnTo>
                    <a:pt x="50977" y="827417"/>
                  </a:lnTo>
                  <a:lnTo>
                    <a:pt x="54508" y="867676"/>
                  </a:lnTo>
                  <a:lnTo>
                    <a:pt x="58204" y="907199"/>
                  </a:lnTo>
                  <a:lnTo>
                    <a:pt x="63271" y="968654"/>
                  </a:lnTo>
                  <a:lnTo>
                    <a:pt x="68605" y="1042428"/>
                  </a:lnTo>
                  <a:lnTo>
                    <a:pt x="74549" y="1130401"/>
                  </a:lnTo>
                  <a:lnTo>
                    <a:pt x="144500" y="1152728"/>
                  </a:lnTo>
                  <a:lnTo>
                    <a:pt x="211836" y="1126464"/>
                  </a:lnTo>
                  <a:lnTo>
                    <a:pt x="232397" y="976782"/>
                  </a:lnTo>
                  <a:lnTo>
                    <a:pt x="239255" y="879297"/>
                  </a:lnTo>
                  <a:lnTo>
                    <a:pt x="232397" y="791159"/>
                  </a:lnTo>
                  <a:lnTo>
                    <a:pt x="211823" y="669544"/>
                  </a:lnTo>
                  <a:lnTo>
                    <a:pt x="210896" y="436422"/>
                  </a:lnTo>
                  <a:lnTo>
                    <a:pt x="210591" y="313626"/>
                  </a:lnTo>
                  <a:lnTo>
                    <a:pt x="210896" y="260540"/>
                  </a:lnTo>
                  <a:lnTo>
                    <a:pt x="210908" y="260159"/>
                  </a:lnTo>
                  <a:lnTo>
                    <a:pt x="217106" y="260045"/>
                  </a:lnTo>
                  <a:lnTo>
                    <a:pt x="220751" y="281863"/>
                  </a:lnTo>
                  <a:lnTo>
                    <a:pt x="228155" y="335432"/>
                  </a:lnTo>
                  <a:lnTo>
                    <a:pt x="275297" y="696391"/>
                  </a:lnTo>
                  <a:lnTo>
                    <a:pt x="279615" y="732028"/>
                  </a:lnTo>
                  <a:lnTo>
                    <a:pt x="331508" y="1149108"/>
                  </a:lnTo>
                  <a:lnTo>
                    <a:pt x="401459" y="1165085"/>
                  </a:lnTo>
                  <a:lnTo>
                    <a:pt x="468020" y="1132535"/>
                  </a:lnTo>
                  <a:lnTo>
                    <a:pt x="468972" y="1044270"/>
                  </a:lnTo>
                  <a:lnTo>
                    <a:pt x="469226" y="970229"/>
                  </a:lnTo>
                  <a:close/>
                </a:path>
              </a:pathLst>
            </a:custGeom>
            <a:solidFill>
              <a:srgbClr val="3841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7" name="object 287" descr=""/>
            <p:cNvSpPr/>
            <p:nvPr/>
          </p:nvSpPr>
          <p:spPr>
            <a:xfrm>
              <a:off x="15649194" y="2812205"/>
              <a:ext cx="381635" cy="155575"/>
            </a:xfrm>
            <a:custGeom>
              <a:avLst/>
              <a:gdLst/>
              <a:ahLst/>
              <a:cxnLst/>
              <a:rect l="l" t="t" r="r" b="b"/>
              <a:pathLst>
                <a:path w="381634" h="155575">
                  <a:moveTo>
                    <a:pt x="83070" y="7315"/>
                  </a:moveTo>
                  <a:lnTo>
                    <a:pt x="70383" y="0"/>
                  </a:lnTo>
                  <a:lnTo>
                    <a:pt x="0" y="147637"/>
                  </a:lnTo>
                  <a:lnTo>
                    <a:pt x="12687" y="154965"/>
                  </a:lnTo>
                  <a:lnTo>
                    <a:pt x="83070" y="7315"/>
                  </a:lnTo>
                  <a:close/>
                </a:path>
                <a:path w="381634" h="155575">
                  <a:moveTo>
                    <a:pt x="381101" y="147637"/>
                  </a:moveTo>
                  <a:lnTo>
                    <a:pt x="310718" y="0"/>
                  </a:lnTo>
                  <a:lnTo>
                    <a:pt x="298030" y="7315"/>
                  </a:lnTo>
                  <a:lnTo>
                    <a:pt x="368414" y="154965"/>
                  </a:lnTo>
                  <a:lnTo>
                    <a:pt x="381101" y="147637"/>
                  </a:lnTo>
                  <a:close/>
                </a:path>
              </a:pathLst>
            </a:custGeom>
            <a:solidFill>
              <a:srgbClr val="2D36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8" name="object 288" descr=""/>
            <p:cNvSpPr/>
            <p:nvPr/>
          </p:nvSpPr>
          <p:spPr>
            <a:xfrm>
              <a:off x="15821485" y="2812507"/>
              <a:ext cx="19050" cy="21590"/>
            </a:xfrm>
            <a:custGeom>
              <a:avLst/>
              <a:gdLst/>
              <a:ahLst/>
              <a:cxnLst/>
              <a:rect l="l" t="t" r="r" b="b"/>
              <a:pathLst>
                <a:path w="19050" h="21589">
                  <a:moveTo>
                    <a:pt x="9219" y="0"/>
                  </a:moveTo>
                  <a:lnTo>
                    <a:pt x="2307" y="3281"/>
                  </a:lnTo>
                  <a:lnTo>
                    <a:pt x="0" y="10502"/>
                  </a:lnTo>
                  <a:lnTo>
                    <a:pt x="2301" y="17722"/>
                  </a:lnTo>
                  <a:lnTo>
                    <a:pt x="9219" y="21004"/>
                  </a:lnTo>
                  <a:lnTo>
                    <a:pt x="16131" y="17722"/>
                  </a:lnTo>
                  <a:lnTo>
                    <a:pt x="18439" y="10502"/>
                  </a:lnTo>
                  <a:lnTo>
                    <a:pt x="16137" y="3281"/>
                  </a:lnTo>
                  <a:lnTo>
                    <a:pt x="9219" y="0"/>
                  </a:lnTo>
                  <a:close/>
                </a:path>
              </a:pathLst>
            </a:custGeom>
            <a:solidFill>
              <a:srgbClr val="BEC2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9" name="object 289" descr=""/>
          <p:cNvGrpSpPr/>
          <p:nvPr/>
        </p:nvGrpSpPr>
        <p:grpSpPr>
          <a:xfrm>
            <a:off x="17462050" y="2813313"/>
            <a:ext cx="348615" cy="1152525"/>
            <a:chOff x="17462050" y="2813313"/>
            <a:chExt cx="348615" cy="1152525"/>
          </a:xfrm>
        </p:grpSpPr>
        <p:sp>
          <p:nvSpPr>
            <p:cNvPr id="290" name="object 290" descr=""/>
            <p:cNvSpPr/>
            <p:nvPr/>
          </p:nvSpPr>
          <p:spPr>
            <a:xfrm>
              <a:off x="17462043" y="2813322"/>
              <a:ext cx="348615" cy="1152525"/>
            </a:xfrm>
            <a:custGeom>
              <a:avLst/>
              <a:gdLst/>
              <a:ahLst/>
              <a:cxnLst/>
              <a:rect l="l" t="t" r="r" b="b"/>
              <a:pathLst>
                <a:path w="348615" h="1152525">
                  <a:moveTo>
                    <a:pt x="348437" y="171119"/>
                  </a:moveTo>
                  <a:lnTo>
                    <a:pt x="339750" y="94526"/>
                  </a:lnTo>
                  <a:lnTo>
                    <a:pt x="326326" y="28244"/>
                  </a:lnTo>
                  <a:lnTo>
                    <a:pt x="319366" y="0"/>
                  </a:lnTo>
                  <a:lnTo>
                    <a:pt x="0" y="4000"/>
                  </a:lnTo>
                  <a:lnTo>
                    <a:pt x="190" y="84150"/>
                  </a:lnTo>
                  <a:lnTo>
                    <a:pt x="3670" y="138557"/>
                  </a:lnTo>
                  <a:lnTo>
                    <a:pt x="13487" y="192112"/>
                  </a:lnTo>
                  <a:lnTo>
                    <a:pt x="32727" y="269735"/>
                  </a:lnTo>
                  <a:lnTo>
                    <a:pt x="34353" y="299961"/>
                  </a:lnTo>
                  <a:lnTo>
                    <a:pt x="39865" y="359003"/>
                  </a:lnTo>
                  <a:lnTo>
                    <a:pt x="53708" y="490943"/>
                  </a:lnTo>
                  <a:lnTo>
                    <a:pt x="80378" y="739838"/>
                  </a:lnTo>
                  <a:lnTo>
                    <a:pt x="81699" y="741895"/>
                  </a:lnTo>
                  <a:lnTo>
                    <a:pt x="87604" y="811923"/>
                  </a:lnTo>
                  <a:lnTo>
                    <a:pt x="102552" y="945426"/>
                  </a:lnTo>
                  <a:lnTo>
                    <a:pt x="110934" y="1023391"/>
                  </a:lnTo>
                  <a:lnTo>
                    <a:pt x="115798" y="1075944"/>
                  </a:lnTo>
                  <a:lnTo>
                    <a:pt x="120192" y="1133208"/>
                  </a:lnTo>
                  <a:lnTo>
                    <a:pt x="145529" y="1151966"/>
                  </a:lnTo>
                  <a:lnTo>
                    <a:pt x="302780" y="1138707"/>
                  </a:lnTo>
                  <a:lnTo>
                    <a:pt x="302475" y="728167"/>
                  </a:lnTo>
                  <a:lnTo>
                    <a:pt x="302475" y="727811"/>
                  </a:lnTo>
                  <a:lnTo>
                    <a:pt x="305727" y="278447"/>
                  </a:lnTo>
                  <a:lnTo>
                    <a:pt x="312801" y="272935"/>
                  </a:lnTo>
                  <a:lnTo>
                    <a:pt x="341172" y="230314"/>
                  </a:lnTo>
                  <a:lnTo>
                    <a:pt x="348437" y="171119"/>
                  </a:lnTo>
                  <a:close/>
                </a:path>
              </a:pathLst>
            </a:custGeom>
            <a:solidFill>
              <a:srgbClr val="433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1" name="object 291" descr=""/>
            <p:cNvSpPr/>
            <p:nvPr/>
          </p:nvSpPr>
          <p:spPr>
            <a:xfrm>
              <a:off x="17714011" y="2883965"/>
              <a:ext cx="85725" cy="46990"/>
            </a:xfrm>
            <a:custGeom>
              <a:avLst/>
              <a:gdLst/>
              <a:ahLst/>
              <a:cxnLst/>
              <a:rect l="l" t="t" r="r" b="b"/>
              <a:pathLst>
                <a:path w="85725" h="46989">
                  <a:moveTo>
                    <a:pt x="0" y="0"/>
                  </a:moveTo>
                  <a:lnTo>
                    <a:pt x="0" y="19769"/>
                  </a:lnTo>
                  <a:lnTo>
                    <a:pt x="31196" y="35375"/>
                  </a:lnTo>
                  <a:lnTo>
                    <a:pt x="48141" y="43356"/>
                  </a:lnTo>
                  <a:lnTo>
                    <a:pt x="56723" y="46210"/>
                  </a:lnTo>
                  <a:lnTo>
                    <a:pt x="62835" y="46438"/>
                  </a:lnTo>
                  <a:lnTo>
                    <a:pt x="71955" y="46124"/>
                  </a:lnTo>
                  <a:lnTo>
                    <a:pt x="85609" y="42197"/>
                  </a:lnTo>
                  <a:lnTo>
                    <a:pt x="80772" y="50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2D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2" name="object 292" descr=""/>
          <p:cNvGrpSpPr/>
          <p:nvPr/>
        </p:nvGrpSpPr>
        <p:grpSpPr>
          <a:xfrm>
            <a:off x="16941229" y="2810877"/>
            <a:ext cx="410845" cy="1184275"/>
            <a:chOff x="16941229" y="2810877"/>
            <a:chExt cx="410845" cy="1184275"/>
          </a:xfrm>
        </p:grpSpPr>
        <p:sp>
          <p:nvSpPr>
            <p:cNvPr id="293" name="object 293" descr=""/>
            <p:cNvSpPr/>
            <p:nvPr/>
          </p:nvSpPr>
          <p:spPr>
            <a:xfrm>
              <a:off x="16947655" y="2810884"/>
              <a:ext cx="402590" cy="1184275"/>
            </a:xfrm>
            <a:custGeom>
              <a:avLst/>
              <a:gdLst/>
              <a:ahLst/>
              <a:cxnLst/>
              <a:rect l="l" t="t" r="r" b="b"/>
              <a:pathLst>
                <a:path w="402590" h="1184275">
                  <a:moveTo>
                    <a:pt x="402094" y="225488"/>
                  </a:moveTo>
                  <a:lnTo>
                    <a:pt x="400786" y="221869"/>
                  </a:lnTo>
                  <a:lnTo>
                    <a:pt x="400405" y="195834"/>
                  </a:lnTo>
                  <a:lnTo>
                    <a:pt x="393979" y="115544"/>
                  </a:lnTo>
                  <a:lnTo>
                    <a:pt x="386588" y="37503"/>
                  </a:lnTo>
                  <a:lnTo>
                    <a:pt x="383044" y="2438"/>
                  </a:lnTo>
                  <a:lnTo>
                    <a:pt x="11303" y="0"/>
                  </a:lnTo>
                  <a:lnTo>
                    <a:pt x="5308" y="103974"/>
                  </a:lnTo>
                  <a:lnTo>
                    <a:pt x="2133" y="162864"/>
                  </a:lnTo>
                  <a:lnTo>
                    <a:pt x="723" y="198462"/>
                  </a:lnTo>
                  <a:lnTo>
                    <a:pt x="0" y="232575"/>
                  </a:lnTo>
                  <a:lnTo>
                    <a:pt x="29171" y="742505"/>
                  </a:lnTo>
                  <a:lnTo>
                    <a:pt x="64516" y="1160233"/>
                  </a:lnTo>
                  <a:lnTo>
                    <a:pt x="113525" y="1184275"/>
                  </a:lnTo>
                  <a:lnTo>
                    <a:pt x="211035" y="1164209"/>
                  </a:lnTo>
                  <a:lnTo>
                    <a:pt x="211404" y="1116736"/>
                  </a:lnTo>
                  <a:lnTo>
                    <a:pt x="211074" y="1067943"/>
                  </a:lnTo>
                  <a:lnTo>
                    <a:pt x="209689" y="988148"/>
                  </a:lnTo>
                  <a:lnTo>
                    <a:pt x="206844" y="847699"/>
                  </a:lnTo>
                  <a:lnTo>
                    <a:pt x="204889" y="775055"/>
                  </a:lnTo>
                  <a:lnTo>
                    <a:pt x="202590" y="736015"/>
                  </a:lnTo>
                  <a:lnTo>
                    <a:pt x="203250" y="734275"/>
                  </a:lnTo>
                  <a:lnTo>
                    <a:pt x="201561" y="471462"/>
                  </a:lnTo>
                  <a:lnTo>
                    <a:pt x="200456" y="332181"/>
                  </a:lnTo>
                  <a:lnTo>
                    <a:pt x="199859" y="295186"/>
                  </a:lnTo>
                  <a:lnTo>
                    <a:pt x="203060" y="295071"/>
                  </a:lnTo>
                  <a:lnTo>
                    <a:pt x="203581" y="332193"/>
                  </a:lnTo>
                  <a:lnTo>
                    <a:pt x="206717" y="471182"/>
                  </a:lnTo>
                  <a:lnTo>
                    <a:pt x="213029" y="733425"/>
                  </a:lnTo>
                  <a:lnTo>
                    <a:pt x="213715" y="735114"/>
                  </a:lnTo>
                  <a:lnTo>
                    <a:pt x="212521" y="774217"/>
                  </a:lnTo>
                  <a:lnTo>
                    <a:pt x="212623" y="846899"/>
                  </a:lnTo>
                  <a:lnTo>
                    <a:pt x="213728" y="987361"/>
                  </a:lnTo>
                  <a:lnTo>
                    <a:pt x="214579" y="1067155"/>
                  </a:lnTo>
                  <a:lnTo>
                    <a:pt x="215633" y="1115936"/>
                  </a:lnTo>
                  <a:lnTo>
                    <a:pt x="217335" y="1163383"/>
                  </a:lnTo>
                  <a:lnTo>
                    <a:pt x="300913" y="1181887"/>
                  </a:lnTo>
                  <a:lnTo>
                    <a:pt x="360819" y="1155115"/>
                  </a:lnTo>
                  <a:lnTo>
                    <a:pt x="387261" y="736104"/>
                  </a:lnTo>
                  <a:lnTo>
                    <a:pt x="402094" y="225488"/>
                  </a:lnTo>
                  <a:close/>
                </a:path>
              </a:pathLst>
            </a:custGeom>
            <a:solidFill>
              <a:srgbClr val="433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4" name="object 294" descr=""/>
            <p:cNvSpPr/>
            <p:nvPr/>
          </p:nvSpPr>
          <p:spPr>
            <a:xfrm>
              <a:off x="16941228" y="2810884"/>
              <a:ext cx="410845" cy="1184275"/>
            </a:xfrm>
            <a:custGeom>
              <a:avLst/>
              <a:gdLst/>
              <a:ahLst/>
              <a:cxnLst/>
              <a:rect l="l" t="t" r="r" b="b"/>
              <a:pathLst>
                <a:path w="410844" h="1184275">
                  <a:moveTo>
                    <a:pt x="119951" y="1184275"/>
                  </a:moveTo>
                  <a:lnTo>
                    <a:pt x="96812" y="0"/>
                  </a:lnTo>
                  <a:lnTo>
                    <a:pt x="17729" y="0"/>
                  </a:lnTo>
                  <a:lnTo>
                    <a:pt x="9906" y="38468"/>
                  </a:lnTo>
                  <a:lnTo>
                    <a:pt x="4533" y="79997"/>
                  </a:lnTo>
                  <a:lnTo>
                    <a:pt x="1333" y="124218"/>
                  </a:lnTo>
                  <a:lnTo>
                    <a:pt x="0" y="170802"/>
                  </a:lnTo>
                  <a:lnTo>
                    <a:pt x="254" y="219392"/>
                  </a:lnTo>
                  <a:lnTo>
                    <a:pt x="1828" y="269646"/>
                  </a:lnTo>
                  <a:lnTo>
                    <a:pt x="4419" y="321208"/>
                  </a:lnTo>
                  <a:lnTo>
                    <a:pt x="7759" y="373735"/>
                  </a:lnTo>
                  <a:lnTo>
                    <a:pt x="19380" y="533641"/>
                  </a:lnTo>
                  <a:lnTo>
                    <a:pt x="22860" y="586562"/>
                  </a:lnTo>
                  <a:lnTo>
                    <a:pt x="30873" y="715441"/>
                  </a:lnTo>
                  <a:lnTo>
                    <a:pt x="38544" y="818159"/>
                  </a:lnTo>
                  <a:lnTo>
                    <a:pt x="50406" y="948499"/>
                  </a:lnTo>
                  <a:lnTo>
                    <a:pt x="70942" y="1160233"/>
                  </a:lnTo>
                  <a:lnTo>
                    <a:pt x="119951" y="1184275"/>
                  </a:lnTo>
                  <a:close/>
                </a:path>
                <a:path w="410844" h="1184275">
                  <a:moveTo>
                    <a:pt x="218249" y="15074"/>
                  </a:moveTo>
                  <a:lnTo>
                    <a:pt x="213677" y="10071"/>
                  </a:lnTo>
                  <a:lnTo>
                    <a:pt x="202247" y="9867"/>
                  </a:lnTo>
                  <a:lnTo>
                    <a:pt x="197535" y="14719"/>
                  </a:lnTo>
                  <a:lnTo>
                    <a:pt x="197345" y="26860"/>
                  </a:lnTo>
                  <a:lnTo>
                    <a:pt x="201917" y="31877"/>
                  </a:lnTo>
                  <a:lnTo>
                    <a:pt x="213347" y="32067"/>
                  </a:lnTo>
                  <a:lnTo>
                    <a:pt x="218059" y="27228"/>
                  </a:lnTo>
                  <a:lnTo>
                    <a:pt x="218160" y="21145"/>
                  </a:lnTo>
                  <a:lnTo>
                    <a:pt x="218249" y="15074"/>
                  </a:lnTo>
                  <a:close/>
                </a:path>
                <a:path w="410844" h="1184275">
                  <a:moveTo>
                    <a:pt x="410273" y="280492"/>
                  </a:moveTo>
                  <a:lnTo>
                    <a:pt x="409841" y="228257"/>
                  </a:lnTo>
                  <a:lnTo>
                    <a:pt x="408432" y="177812"/>
                  </a:lnTo>
                  <a:lnTo>
                    <a:pt x="405866" y="129578"/>
                  </a:lnTo>
                  <a:lnTo>
                    <a:pt x="401967" y="83985"/>
                  </a:lnTo>
                  <a:lnTo>
                    <a:pt x="396570" y="41465"/>
                  </a:lnTo>
                  <a:lnTo>
                    <a:pt x="389470" y="2438"/>
                  </a:lnTo>
                  <a:lnTo>
                    <a:pt x="312597" y="1943"/>
                  </a:lnTo>
                  <a:lnTo>
                    <a:pt x="307340" y="1181887"/>
                  </a:lnTo>
                  <a:lnTo>
                    <a:pt x="367245" y="1155115"/>
                  </a:lnTo>
                  <a:lnTo>
                    <a:pt x="384098" y="958532"/>
                  </a:lnTo>
                  <a:lnTo>
                    <a:pt x="393382" y="835939"/>
                  </a:lnTo>
                  <a:lnTo>
                    <a:pt x="398386" y="735977"/>
                  </a:lnTo>
                  <a:lnTo>
                    <a:pt x="407517" y="443585"/>
                  </a:lnTo>
                  <a:lnTo>
                    <a:pt x="408940" y="388581"/>
                  </a:lnTo>
                  <a:lnTo>
                    <a:pt x="409917" y="334073"/>
                  </a:lnTo>
                  <a:lnTo>
                    <a:pt x="410273" y="280492"/>
                  </a:lnTo>
                  <a:close/>
                </a:path>
              </a:pathLst>
            </a:custGeom>
            <a:solidFill>
              <a:srgbClr val="3C2D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5" name="object 295" descr=""/>
          <p:cNvGrpSpPr/>
          <p:nvPr/>
        </p:nvGrpSpPr>
        <p:grpSpPr>
          <a:xfrm>
            <a:off x="17956128" y="2850714"/>
            <a:ext cx="491490" cy="1108710"/>
            <a:chOff x="17956128" y="2850714"/>
            <a:chExt cx="491490" cy="1108710"/>
          </a:xfrm>
        </p:grpSpPr>
        <p:sp>
          <p:nvSpPr>
            <p:cNvPr id="296" name="object 296" descr=""/>
            <p:cNvSpPr/>
            <p:nvPr/>
          </p:nvSpPr>
          <p:spPr>
            <a:xfrm>
              <a:off x="17969611" y="2850724"/>
              <a:ext cx="477520" cy="1108075"/>
            </a:xfrm>
            <a:custGeom>
              <a:avLst/>
              <a:gdLst/>
              <a:ahLst/>
              <a:cxnLst/>
              <a:rect l="l" t="t" r="r" b="b"/>
              <a:pathLst>
                <a:path w="477519" h="1108075">
                  <a:moveTo>
                    <a:pt x="477469" y="1061999"/>
                  </a:moveTo>
                  <a:lnTo>
                    <a:pt x="451827" y="679361"/>
                  </a:lnTo>
                  <a:lnTo>
                    <a:pt x="451929" y="678980"/>
                  </a:lnTo>
                  <a:lnTo>
                    <a:pt x="450253" y="631418"/>
                  </a:lnTo>
                  <a:lnTo>
                    <a:pt x="444754" y="512089"/>
                  </a:lnTo>
                  <a:lnTo>
                    <a:pt x="434682" y="356019"/>
                  </a:lnTo>
                  <a:lnTo>
                    <a:pt x="419303" y="198234"/>
                  </a:lnTo>
                  <a:lnTo>
                    <a:pt x="415963" y="191249"/>
                  </a:lnTo>
                  <a:lnTo>
                    <a:pt x="408800" y="113423"/>
                  </a:lnTo>
                  <a:lnTo>
                    <a:pt x="400456" y="35179"/>
                  </a:lnTo>
                  <a:lnTo>
                    <a:pt x="396494" y="0"/>
                  </a:lnTo>
                  <a:lnTo>
                    <a:pt x="0" y="14325"/>
                  </a:lnTo>
                  <a:lnTo>
                    <a:pt x="4241" y="113792"/>
                  </a:lnTo>
                  <a:lnTo>
                    <a:pt x="6413" y="170040"/>
                  </a:lnTo>
                  <a:lnTo>
                    <a:pt x="7175" y="203860"/>
                  </a:lnTo>
                  <a:lnTo>
                    <a:pt x="7175" y="208686"/>
                  </a:lnTo>
                  <a:lnTo>
                    <a:pt x="0" y="229717"/>
                  </a:lnTo>
                  <a:lnTo>
                    <a:pt x="38354" y="665391"/>
                  </a:lnTo>
                  <a:lnTo>
                    <a:pt x="38252" y="674077"/>
                  </a:lnTo>
                  <a:lnTo>
                    <a:pt x="40005" y="691007"/>
                  </a:lnTo>
                  <a:lnTo>
                    <a:pt x="62979" y="1081366"/>
                  </a:lnTo>
                  <a:lnTo>
                    <a:pt x="93484" y="1108075"/>
                  </a:lnTo>
                  <a:lnTo>
                    <a:pt x="227291" y="1086599"/>
                  </a:lnTo>
                  <a:lnTo>
                    <a:pt x="229857" y="1040599"/>
                  </a:lnTo>
                  <a:lnTo>
                    <a:pt x="230454" y="994003"/>
                  </a:lnTo>
                  <a:lnTo>
                    <a:pt x="228854" y="918692"/>
                  </a:lnTo>
                  <a:lnTo>
                    <a:pt x="224828" y="786523"/>
                  </a:lnTo>
                  <a:lnTo>
                    <a:pt x="222034" y="718286"/>
                  </a:lnTo>
                  <a:lnTo>
                    <a:pt x="217462" y="663244"/>
                  </a:lnTo>
                  <a:lnTo>
                    <a:pt x="215417" y="651827"/>
                  </a:lnTo>
                  <a:lnTo>
                    <a:pt x="212966" y="432892"/>
                  </a:lnTo>
                  <a:lnTo>
                    <a:pt x="211264" y="300863"/>
                  </a:lnTo>
                  <a:lnTo>
                    <a:pt x="210527" y="268884"/>
                  </a:lnTo>
                  <a:lnTo>
                    <a:pt x="216789" y="268287"/>
                  </a:lnTo>
                  <a:lnTo>
                    <a:pt x="221729" y="309651"/>
                  </a:lnTo>
                  <a:lnTo>
                    <a:pt x="238772" y="441236"/>
                  </a:lnTo>
                  <a:lnTo>
                    <a:pt x="271411" y="689546"/>
                  </a:lnTo>
                  <a:lnTo>
                    <a:pt x="272148" y="690854"/>
                  </a:lnTo>
                  <a:lnTo>
                    <a:pt x="274243" y="722363"/>
                  </a:lnTo>
                  <a:lnTo>
                    <a:pt x="281178" y="790613"/>
                  </a:lnTo>
                  <a:lnTo>
                    <a:pt x="295503" y="922477"/>
                  </a:lnTo>
                  <a:lnTo>
                    <a:pt x="303885" y="997369"/>
                  </a:lnTo>
                  <a:lnTo>
                    <a:pt x="309562" y="1043114"/>
                  </a:lnTo>
                  <a:lnTo>
                    <a:pt x="315772" y="1087551"/>
                  </a:lnTo>
                  <a:lnTo>
                    <a:pt x="426478" y="1099108"/>
                  </a:lnTo>
                  <a:lnTo>
                    <a:pt x="477469" y="1061999"/>
                  </a:lnTo>
                  <a:close/>
                </a:path>
              </a:pathLst>
            </a:custGeom>
            <a:solidFill>
              <a:srgbClr val="43363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17956124" y="2850724"/>
              <a:ext cx="491490" cy="1108075"/>
            </a:xfrm>
            <a:custGeom>
              <a:avLst/>
              <a:gdLst/>
              <a:ahLst/>
              <a:cxnLst/>
              <a:rect l="l" t="t" r="r" b="b"/>
              <a:pathLst>
                <a:path w="491490" h="1108075">
                  <a:moveTo>
                    <a:pt x="106984" y="1108075"/>
                  </a:moveTo>
                  <a:lnTo>
                    <a:pt x="81089" y="13639"/>
                  </a:lnTo>
                  <a:lnTo>
                    <a:pt x="0" y="14452"/>
                  </a:lnTo>
                  <a:lnTo>
                    <a:pt x="2235" y="60325"/>
                  </a:lnTo>
                  <a:lnTo>
                    <a:pt x="8661" y="176237"/>
                  </a:lnTo>
                  <a:lnTo>
                    <a:pt x="18808" y="329628"/>
                  </a:lnTo>
                  <a:lnTo>
                    <a:pt x="32232" y="487934"/>
                  </a:lnTo>
                  <a:lnTo>
                    <a:pt x="41211" y="580580"/>
                  </a:lnTo>
                  <a:lnTo>
                    <a:pt x="48818" y="673277"/>
                  </a:lnTo>
                  <a:lnTo>
                    <a:pt x="59182" y="821664"/>
                  </a:lnTo>
                  <a:lnTo>
                    <a:pt x="76466" y="1081366"/>
                  </a:lnTo>
                  <a:lnTo>
                    <a:pt x="106984" y="1108075"/>
                  </a:lnTo>
                  <a:close/>
                </a:path>
                <a:path w="491490" h="1108075">
                  <a:moveTo>
                    <a:pt x="200533" y="25260"/>
                  </a:moveTo>
                  <a:lnTo>
                    <a:pt x="195707" y="20624"/>
                  </a:lnTo>
                  <a:lnTo>
                    <a:pt x="183819" y="20624"/>
                  </a:lnTo>
                  <a:lnTo>
                    <a:pt x="178993" y="25260"/>
                  </a:lnTo>
                  <a:lnTo>
                    <a:pt x="178993" y="36690"/>
                  </a:lnTo>
                  <a:lnTo>
                    <a:pt x="183819" y="41325"/>
                  </a:lnTo>
                  <a:lnTo>
                    <a:pt x="195707" y="41325"/>
                  </a:lnTo>
                  <a:lnTo>
                    <a:pt x="200533" y="36690"/>
                  </a:lnTo>
                  <a:lnTo>
                    <a:pt x="200533" y="30962"/>
                  </a:lnTo>
                  <a:lnTo>
                    <a:pt x="200533" y="25260"/>
                  </a:lnTo>
                  <a:close/>
                </a:path>
                <a:path w="491490" h="1108075">
                  <a:moveTo>
                    <a:pt x="490956" y="1062012"/>
                  </a:moveTo>
                  <a:lnTo>
                    <a:pt x="476618" y="794181"/>
                  </a:lnTo>
                  <a:lnTo>
                    <a:pt x="468147" y="641159"/>
                  </a:lnTo>
                  <a:lnTo>
                    <a:pt x="462229" y="545566"/>
                  </a:lnTo>
                  <a:lnTo>
                    <a:pt x="455549" y="450037"/>
                  </a:lnTo>
                  <a:lnTo>
                    <a:pt x="437934" y="232486"/>
                  </a:lnTo>
                  <a:lnTo>
                    <a:pt x="423443" y="94145"/>
                  </a:lnTo>
                  <a:lnTo>
                    <a:pt x="413613" y="21234"/>
                  </a:lnTo>
                  <a:lnTo>
                    <a:pt x="409981" y="0"/>
                  </a:lnTo>
                  <a:lnTo>
                    <a:pt x="328625" y="5130"/>
                  </a:lnTo>
                  <a:lnTo>
                    <a:pt x="439966" y="1099121"/>
                  </a:lnTo>
                  <a:lnTo>
                    <a:pt x="490956" y="1062012"/>
                  </a:lnTo>
                  <a:close/>
                </a:path>
              </a:pathLst>
            </a:custGeom>
            <a:solidFill>
              <a:srgbClr val="3C2D2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8" name="object 298" descr=""/>
          <p:cNvGrpSpPr/>
          <p:nvPr/>
        </p:nvGrpSpPr>
        <p:grpSpPr>
          <a:xfrm>
            <a:off x="10713251" y="6954256"/>
            <a:ext cx="891540" cy="749300"/>
            <a:chOff x="10713251" y="6954256"/>
            <a:chExt cx="891540" cy="749300"/>
          </a:xfrm>
        </p:grpSpPr>
        <p:sp>
          <p:nvSpPr>
            <p:cNvPr id="299" name="object 299" descr=""/>
            <p:cNvSpPr/>
            <p:nvPr/>
          </p:nvSpPr>
          <p:spPr>
            <a:xfrm>
              <a:off x="10726614" y="7151420"/>
              <a:ext cx="866775" cy="552450"/>
            </a:xfrm>
            <a:custGeom>
              <a:avLst/>
              <a:gdLst/>
              <a:ahLst/>
              <a:cxnLst/>
              <a:rect l="l" t="t" r="r" b="b"/>
              <a:pathLst>
                <a:path w="866775" h="552450">
                  <a:moveTo>
                    <a:pt x="866371" y="0"/>
                  </a:moveTo>
                  <a:lnTo>
                    <a:pt x="0" y="0"/>
                  </a:lnTo>
                  <a:lnTo>
                    <a:pt x="0" y="421777"/>
                  </a:lnTo>
                  <a:lnTo>
                    <a:pt x="10238" y="472491"/>
                  </a:lnTo>
                  <a:lnTo>
                    <a:pt x="38161" y="513905"/>
                  </a:lnTo>
                  <a:lnTo>
                    <a:pt x="79575" y="541828"/>
                  </a:lnTo>
                  <a:lnTo>
                    <a:pt x="130289" y="552066"/>
                  </a:lnTo>
                  <a:lnTo>
                    <a:pt x="736082" y="552066"/>
                  </a:lnTo>
                  <a:lnTo>
                    <a:pt x="786796" y="541828"/>
                  </a:lnTo>
                  <a:lnTo>
                    <a:pt x="828210" y="513905"/>
                  </a:lnTo>
                  <a:lnTo>
                    <a:pt x="856132" y="472491"/>
                  </a:lnTo>
                  <a:lnTo>
                    <a:pt x="866371" y="421777"/>
                  </a:lnTo>
                  <a:lnTo>
                    <a:pt x="866371" y="0"/>
                  </a:lnTo>
                  <a:close/>
                </a:path>
              </a:pathLst>
            </a:custGeom>
            <a:solidFill>
              <a:srgbClr val="4029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10713251" y="7007490"/>
              <a:ext cx="891540" cy="427990"/>
            </a:xfrm>
            <a:custGeom>
              <a:avLst/>
              <a:gdLst/>
              <a:ahLst/>
              <a:cxnLst/>
              <a:rect l="l" t="t" r="r" b="b"/>
              <a:pathLst>
                <a:path w="891540" h="427990">
                  <a:moveTo>
                    <a:pt x="816373" y="0"/>
                  </a:moveTo>
                  <a:lnTo>
                    <a:pt x="75128" y="0"/>
                  </a:lnTo>
                  <a:lnTo>
                    <a:pt x="45888" y="5903"/>
                  </a:lnTo>
                  <a:lnTo>
                    <a:pt x="22007" y="22003"/>
                  </a:lnTo>
                  <a:lnTo>
                    <a:pt x="5904" y="45883"/>
                  </a:lnTo>
                  <a:lnTo>
                    <a:pt x="0" y="75128"/>
                  </a:lnTo>
                  <a:lnTo>
                    <a:pt x="0" y="352847"/>
                  </a:lnTo>
                  <a:lnTo>
                    <a:pt x="5904" y="382086"/>
                  </a:lnTo>
                  <a:lnTo>
                    <a:pt x="22007" y="405964"/>
                  </a:lnTo>
                  <a:lnTo>
                    <a:pt x="45888" y="422062"/>
                  </a:lnTo>
                  <a:lnTo>
                    <a:pt x="75128" y="427966"/>
                  </a:lnTo>
                  <a:lnTo>
                    <a:pt x="816373" y="427966"/>
                  </a:lnTo>
                  <a:lnTo>
                    <a:pt x="845618" y="422062"/>
                  </a:lnTo>
                  <a:lnTo>
                    <a:pt x="869498" y="405964"/>
                  </a:lnTo>
                  <a:lnTo>
                    <a:pt x="885598" y="382086"/>
                  </a:lnTo>
                  <a:lnTo>
                    <a:pt x="891501" y="352847"/>
                  </a:lnTo>
                  <a:lnTo>
                    <a:pt x="891501" y="75128"/>
                  </a:lnTo>
                  <a:lnTo>
                    <a:pt x="885598" y="45883"/>
                  </a:lnTo>
                  <a:lnTo>
                    <a:pt x="869498" y="22003"/>
                  </a:lnTo>
                  <a:lnTo>
                    <a:pt x="845618" y="5903"/>
                  </a:lnTo>
                  <a:lnTo>
                    <a:pt x="816373" y="0"/>
                  </a:lnTo>
                  <a:close/>
                </a:path>
              </a:pathLst>
            </a:custGeom>
            <a:solidFill>
              <a:srgbClr val="4D31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10748111" y="7026116"/>
              <a:ext cx="817244" cy="25400"/>
            </a:xfrm>
            <a:custGeom>
              <a:avLst/>
              <a:gdLst/>
              <a:ahLst/>
              <a:cxnLst/>
              <a:rect l="l" t="t" r="r" b="b"/>
              <a:pathLst>
                <a:path w="817245" h="25400">
                  <a:moveTo>
                    <a:pt x="367411" y="0"/>
                  </a:moveTo>
                  <a:lnTo>
                    <a:pt x="0" y="0"/>
                  </a:lnTo>
                  <a:lnTo>
                    <a:pt x="0" y="25069"/>
                  </a:lnTo>
                  <a:lnTo>
                    <a:pt x="367411" y="25069"/>
                  </a:lnTo>
                  <a:lnTo>
                    <a:pt x="367411" y="0"/>
                  </a:lnTo>
                  <a:close/>
                </a:path>
                <a:path w="817245" h="25400">
                  <a:moveTo>
                    <a:pt x="816635" y="0"/>
                  </a:moveTo>
                  <a:lnTo>
                    <a:pt x="479310" y="0"/>
                  </a:lnTo>
                  <a:lnTo>
                    <a:pt x="479310" y="25069"/>
                  </a:lnTo>
                  <a:lnTo>
                    <a:pt x="816635" y="25069"/>
                  </a:lnTo>
                  <a:lnTo>
                    <a:pt x="816635" y="0"/>
                  </a:lnTo>
                  <a:close/>
                </a:path>
              </a:pathLst>
            </a:custGeom>
            <a:solidFill>
              <a:srgbClr val="8264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11115525" y="6998907"/>
              <a:ext cx="112395" cy="423545"/>
            </a:xfrm>
            <a:custGeom>
              <a:avLst/>
              <a:gdLst/>
              <a:ahLst/>
              <a:cxnLst/>
              <a:rect l="l" t="t" r="r" b="b"/>
              <a:pathLst>
                <a:path w="112395" h="423545">
                  <a:moveTo>
                    <a:pt x="0" y="423180"/>
                  </a:moveTo>
                  <a:lnTo>
                    <a:pt x="111902" y="423180"/>
                  </a:lnTo>
                  <a:lnTo>
                    <a:pt x="111902" y="0"/>
                  </a:lnTo>
                  <a:lnTo>
                    <a:pt x="0" y="0"/>
                  </a:lnTo>
                  <a:lnTo>
                    <a:pt x="0" y="423180"/>
                  </a:lnTo>
                  <a:close/>
                </a:path>
              </a:pathLst>
            </a:custGeom>
            <a:solidFill>
              <a:srgbClr val="603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3" name="object 303" descr=""/>
            <p:cNvSpPr/>
            <p:nvPr/>
          </p:nvSpPr>
          <p:spPr>
            <a:xfrm>
              <a:off x="10811052" y="7659109"/>
              <a:ext cx="711835" cy="34925"/>
            </a:xfrm>
            <a:custGeom>
              <a:avLst/>
              <a:gdLst/>
              <a:ahLst/>
              <a:cxnLst/>
              <a:rect l="l" t="t" r="r" b="b"/>
              <a:pathLst>
                <a:path w="711834" h="34925">
                  <a:moveTo>
                    <a:pt x="98894" y="5067"/>
                  </a:moveTo>
                  <a:lnTo>
                    <a:pt x="93827" y="0"/>
                  </a:lnTo>
                  <a:lnTo>
                    <a:pt x="87566" y="0"/>
                  </a:lnTo>
                  <a:lnTo>
                    <a:pt x="5080" y="0"/>
                  </a:lnTo>
                  <a:lnTo>
                    <a:pt x="0" y="5080"/>
                  </a:lnTo>
                  <a:lnTo>
                    <a:pt x="0" y="29298"/>
                  </a:lnTo>
                  <a:lnTo>
                    <a:pt x="5080" y="34366"/>
                  </a:lnTo>
                  <a:lnTo>
                    <a:pt x="93827" y="34366"/>
                  </a:lnTo>
                  <a:lnTo>
                    <a:pt x="98894" y="29298"/>
                  </a:lnTo>
                  <a:lnTo>
                    <a:pt x="98894" y="5067"/>
                  </a:lnTo>
                  <a:close/>
                </a:path>
                <a:path w="711834" h="34925">
                  <a:moveTo>
                    <a:pt x="711720" y="5080"/>
                  </a:moveTo>
                  <a:lnTo>
                    <a:pt x="706653" y="0"/>
                  </a:lnTo>
                  <a:lnTo>
                    <a:pt x="700392" y="0"/>
                  </a:lnTo>
                  <a:lnTo>
                    <a:pt x="617905" y="0"/>
                  </a:lnTo>
                  <a:lnTo>
                    <a:pt x="612838" y="5080"/>
                  </a:lnTo>
                  <a:lnTo>
                    <a:pt x="612838" y="29298"/>
                  </a:lnTo>
                  <a:lnTo>
                    <a:pt x="617905" y="34366"/>
                  </a:lnTo>
                  <a:lnTo>
                    <a:pt x="706653" y="34366"/>
                  </a:lnTo>
                  <a:lnTo>
                    <a:pt x="711720" y="29298"/>
                  </a:lnTo>
                  <a:lnTo>
                    <a:pt x="711720" y="5080"/>
                  </a:lnTo>
                  <a:close/>
                </a:path>
              </a:pathLst>
            </a:custGeom>
            <a:solidFill>
              <a:srgbClr val="C8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4" name="object 304" descr=""/>
            <p:cNvSpPr/>
            <p:nvPr/>
          </p:nvSpPr>
          <p:spPr>
            <a:xfrm>
              <a:off x="11115525" y="7422088"/>
              <a:ext cx="112395" cy="83185"/>
            </a:xfrm>
            <a:custGeom>
              <a:avLst/>
              <a:gdLst/>
              <a:ahLst/>
              <a:cxnLst/>
              <a:rect l="l" t="t" r="r" b="b"/>
              <a:pathLst>
                <a:path w="112395" h="83184">
                  <a:moveTo>
                    <a:pt x="111902" y="0"/>
                  </a:moveTo>
                  <a:lnTo>
                    <a:pt x="0" y="0"/>
                  </a:lnTo>
                  <a:lnTo>
                    <a:pt x="0" y="82699"/>
                  </a:lnTo>
                  <a:lnTo>
                    <a:pt x="111902" y="82699"/>
                  </a:lnTo>
                  <a:lnTo>
                    <a:pt x="111902" y="0"/>
                  </a:lnTo>
                  <a:close/>
                </a:path>
              </a:pathLst>
            </a:custGeom>
            <a:solidFill>
              <a:srgbClr val="B5B5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5" name="object 305" descr=""/>
            <p:cNvSpPr/>
            <p:nvPr/>
          </p:nvSpPr>
          <p:spPr>
            <a:xfrm>
              <a:off x="11106090" y="7407052"/>
              <a:ext cx="130175" cy="50800"/>
            </a:xfrm>
            <a:custGeom>
              <a:avLst/>
              <a:gdLst/>
              <a:ahLst/>
              <a:cxnLst/>
              <a:rect l="l" t="t" r="r" b="b"/>
              <a:pathLst>
                <a:path w="130175" h="50800">
                  <a:moveTo>
                    <a:pt x="129786" y="0"/>
                  </a:moveTo>
                  <a:lnTo>
                    <a:pt x="0" y="0"/>
                  </a:lnTo>
                  <a:lnTo>
                    <a:pt x="0" y="50480"/>
                  </a:lnTo>
                  <a:lnTo>
                    <a:pt x="129786" y="50480"/>
                  </a:lnTo>
                  <a:lnTo>
                    <a:pt x="129786" y="0"/>
                  </a:lnTo>
                  <a:close/>
                </a:path>
              </a:pathLst>
            </a:custGeom>
            <a:solidFill>
              <a:srgbClr val="C8C8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6" name="object 306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0871616" y="6954256"/>
              <a:ext cx="103316" cy="63639"/>
            </a:xfrm>
            <a:prstGeom prst="rect">
              <a:avLst/>
            </a:prstGeom>
          </p:spPr>
        </p:pic>
      </p:grpSp>
      <p:grpSp>
        <p:nvGrpSpPr>
          <p:cNvPr id="307" name="object 307" descr=""/>
          <p:cNvGrpSpPr/>
          <p:nvPr/>
        </p:nvGrpSpPr>
        <p:grpSpPr>
          <a:xfrm>
            <a:off x="10892385" y="6807635"/>
            <a:ext cx="565785" cy="210820"/>
            <a:chOff x="10892385" y="6807635"/>
            <a:chExt cx="565785" cy="210820"/>
          </a:xfrm>
        </p:grpSpPr>
        <p:sp>
          <p:nvSpPr>
            <p:cNvPr id="308" name="object 308" descr=""/>
            <p:cNvSpPr/>
            <p:nvPr/>
          </p:nvSpPr>
          <p:spPr>
            <a:xfrm>
              <a:off x="10892385" y="6807635"/>
              <a:ext cx="535940" cy="89535"/>
            </a:xfrm>
            <a:custGeom>
              <a:avLst/>
              <a:gdLst/>
              <a:ahLst/>
              <a:cxnLst/>
              <a:rect l="l" t="t" r="r" b="b"/>
              <a:pathLst>
                <a:path w="535940" h="89534">
                  <a:moveTo>
                    <a:pt x="279865" y="10"/>
                  </a:moveTo>
                  <a:lnTo>
                    <a:pt x="16292" y="34449"/>
                  </a:lnTo>
                  <a:lnTo>
                    <a:pt x="0" y="54658"/>
                  </a:lnTo>
                  <a:lnTo>
                    <a:pt x="0" y="68992"/>
                  </a:lnTo>
                  <a:lnTo>
                    <a:pt x="1683" y="77495"/>
                  </a:lnTo>
                  <a:lnTo>
                    <a:pt x="6213" y="84209"/>
                  </a:lnTo>
                  <a:lnTo>
                    <a:pt x="12806" y="88367"/>
                  </a:lnTo>
                  <a:lnTo>
                    <a:pt x="20679" y="89201"/>
                  </a:lnTo>
                  <a:lnTo>
                    <a:pt x="278316" y="55317"/>
                  </a:lnTo>
                  <a:lnTo>
                    <a:pt x="279865" y="55317"/>
                  </a:lnTo>
                  <a:lnTo>
                    <a:pt x="514863" y="88929"/>
                  </a:lnTo>
                  <a:lnTo>
                    <a:pt x="522793" y="88170"/>
                  </a:lnTo>
                  <a:lnTo>
                    <a:pt x="529448" y="84038"/>
                  </a:lnTo>
                  <a:lnTo>
                    <a:pt x="534028" y="77304"/>
                  </a:lnTo>
                  <a:lnTo>
                    <a:pt x="535732" y="68741"/>
                  </a:lnTo>
                  <a:lnTo>
                    <a:pt x="535732" y="54469"/>
                  </a:lnTo>
                  <a:lnTo>
                    <a:pt x="534511" y="47190"/>
                  </a:lnTo>
                  <a:lnTo>
                    <a:pt x="531135" y="41043"/>
                  </a:lnTo>
                  <a:lnTo>
                    <a:pt x="526031" y="36564"/>
                  </a:lnTo>
                  <a:lnTo>
                    <a:pt x="519628" y="34292"/>
                  </a:lnTo>
                  <a:lnTo>
                    <a:pt x="279865" y="10"/>
                  </a:lnTo>
                  <a:close/>
                </a:path>
              </a:pathLst>
            </a:custGeom>
            <a:solidFill>
              <a:srgbClr val="4029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0903448" y="6862844"/>
              <a:ext cx="33020" cy="123189"/>
            </a:xfrm>
            <a:custGeom>
              <a:avLst/>
              <a:gdLst/>
              <a:ahLst/>
              <a:cxnLst/>
              <a:rect l="l" t="t" r="r" b="b"/>
              <a:pathLst>
                <a:path w="33020" h="123190">
                  <a:moveTo>
                    <a:pt x="25203" y="0"/>
                  </a:moveTo>
                  <a:lnTo>
                    <a:pt x="16250" y="0"/>
                  </a:lnTo>
                  <a:lnTo>
                    <a:pt x="7308" y="0"/>
                  </a:lnTo>
                  <a:lnTo>
                    <a:pt x="0" y="7319"/>
                  </a:lnTo>
                  <a:lnTo>
                    <a:pt x="0" y="115849"/>
                  </a:lnTo>
                  <a:lnTo>
                    <a:pt x="7308" y="123169"/>
                  </a:lnTo>
                  <a:lnTo>
                    <a:pt x="25203" y="123169"/>
                  </a:lnTo>
                  <a:lnTo>
                    <a:pt x="32522" y="115849"/>
                  </a:lnTo>
                  <a:lnTo>
                    <a:pt x="32522" y="7319"/>
                  </a:lnTo>
                  <a:lnTo>
                    <a:pt x="25203" y="0"/>
                  </a:lnTo>
                  <a:close/>
                </a:path>
              </a:pathLst>
            </a:custGeom>
            <a:solidFill>
              <a:srgbClr val="B5B5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0" name="object 310" descr=""/>
            <p:cNvPicPr/>
            <p:nvPr/>
          </p:nvPicPr>
          <p:blipFill>
            <a:blip r:embed="rId77" cstate="print"/>
            <a:stretch>
              <a:fillRect/>
            </a:stretch>
          </p:blipFill>
          <p:spPr>
            <a:xfrm>
              <a:off x="11354336" y="6862844"/>
              <a:ext cx="103305" cy="155050"/>
            </a:xfrm>
            <a:prstGeom prst="rect">
              <a:avLst/>
            </a:prstGeom>
          </p:spPr>
        </p:pic>
      </p:grpSp>
      <p:grpSp>
        <p:nvGrpSpPr>
          <p:cNvPr id="311" name="object 311" descr=""/>
          <p:cNvGrpSpPr/>
          <p:nvPr/>
        </p:nvGrpSpPr>
        <p:grpSpPr>
          <a:xfrm>
            <a:off x="12794805" y="6954521"/>
            <a:ext cx="932180" cy="749300"/>
            <a:chOff x="12794805" y="6954521"/>
            <a:chExt cx="932180" cy="749300"/>
          </a:xfrm>
        </p:grpSpPr>
        <p:sp>
          <p:nvSpPr>
            <p:cNvPr id="312" name="object 312" descr=""/>
            <p:cNvSpPr/>
            <p:nvPr/>
          </p:nvSpPr>
          <p:spPr>
            <a:xfrm>
              <a:off x="12794805" y="7007747"/>
              <a:ext cx="920750" cy="696595"/>
            </a:xfrm>
            <a:custGeom>
              <a:avLst/>
              <a:gdLst/>
              <a:ahLst/>
              <a:cxnLst/>
              <a:rect l="l" t="t" r="r" b="b"/>
              <a:pathLst>
                <a:path w="920750" h="696595">
                  <a:moveTo>
                    <a:pt x="670136" y="0"/>
                  </a:moveTo>
                  <a:lnTo>
                    <a:pt x="180298" y="0"/>
                  </a:lnTo>
                  <a:lnTo>
                    <a:pt x="132367" y="6440"/>
                  </a:lnTo>
                  <a:lnTo>
                    <a:pt x="89297" y="24615"/>
                  </a:lnTo>
                  <a:lnTo>
                    <a:pt x="52807" y="52807"/>
                  </a:lnTo>
                  <a:lnTo>
                    <a:pt x="24615" y="89297"/>
                  </a:lnTo>
                  <a:lnTo>
                    <a:pt x="6440" y="132367"/>
                  </a:lnTo>
                  <a:lnTo>
                    <a:pt x="0" y="180298"/>
                  </a:lnTo>
                  <a:lnTo>
                    <a:pt x="0" y="565700"/>
                  </a:lnTo>
                  <a:lnTo>
                    <a:pt x="10239" y="616420"/>
                  </a:lnTo>
                  <a:lnTo>
                    <a:pt x="38162" y="657837"/>
                  </a:lnTo>
                  <a:lnTo>
                    <a:pt x="79579" y="685760"/>
                  </a:lnTo>
                  <a:lnTo>
                    <a:pt x="130299" y="695999"/>
                  </a:lnTo>
                  <a:lnTo>
                    <a:pt x="789892" y="695999"/>
                  </a:lnTo>
                  <a:lnTo>
                    <a:pt x="840612" y="685760"/>
                  </a:lnTo>
                  <a:lnTo>
                    <a:pt x="882029" y="657837"/>
                  </a:lnTo>
                  <a:lnTo>
                    <a:pt x="909952" y="616420"/>
                  </a:lnTo>
                  <a:lnTo>
                    <a:pt x="920191" y="565700"/>
                  </a:lnTo>
                  <a:lnTo>
                    <a:pt x="920191" y="250065"/>
                  </a:lnTo>
                  <a:lnTo>
                    <a:pt x="916163" y="205115"/>
                  </a:lnTo>
                  <a:lnTo>
                    <a:pt x="904547" y="162808"/>
                  </a:lnTo>
                  <a:lnTo>
                    <a:pt x="886051" y="123851"/>
                  </a:lnTo>
                  <a:lnTo>
                    <a:pt x="861381" y="88950"/>
                  </a:lnTo>
                  <a:lnTo>
                    <a:pt x="831243" y="58811"/>
                  </a:lnTo>
                  <a:lnTo>
                    <a:pt x="796343" y="34140"/>
                  </a:lnTo>
                  <a:lnTo>
                    <a:pt x="757388" y="15644"/>
                  </a:lnTo>
                  <a:lnTo>
                    <a:pt x="715084" y="4028"/>
                  </a:lnTo>
                  <a:lnTo>
                    <a:pt x="670136" y="0"/>
                  </a:lnTo>
                  <a:close/>
                </a:path>
              </a:pathLst>
            </a:custGeom>
            <a:solidFill>
              <a:srgbClr val="4029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3" name="object 313" descr=""/>
            <p:cNvSpPr/>
            <p:nvPr/>
          </p:nvSpPr>
          <p:spPr>
            <a:xfrm>
              <a:off x="12794805" y="7007747"/>
              <a:ext cx="219710" cy="696595"/>
            </a:xfrm>
            <a:custGeom>
              <a:avLst/>
              <a:gdLst/>
              <a:ahLst/>
              <a:cxnLst/>
              <a:rect l="l" t="t" r="r" b="b"/>
              <a:pathLst>
                <a:path w="219709" h="696595">
                  <a:moveTo>
                    <a:pt x="167743" y="0"/>
                  </a:moveTo>
                  <a:lnTo>
                    <a:pt x="151911" y="0"/>
                  </a:lnTo>
                  <a:lnTo>
                    <a:pt x="103893" y="7745"/>
                  </a:lnTo>
                  <a:lnTo>
                    <a:pt x="62192" y="29311"/>
                  </a:lnTo>
                  <a:lnTo>
                    <a:pt x="29308" y="62197"/>
                  </a:lnTo>
                  <a:lnTo>
                    <a:pt x="7744" y="103897"/>
                  </a:lnTo>
                  <a:lnTo>
                    <a:pt x="0" y="151911"/>
                  </a:lnTo>
                  <a:lnTo>
                    <a:pt x="0" y="586212"/>
                  </a:lnTo>
                  <a:lnTo>
                    <a:pt x="8627" y="628947"/>
                  </a:lnTo>
                  <a:lnTo>
                    <a:pt x="32154" y="663844"/>
                  </a:lnTo>
                  <a:lnTo>
                    <a:pt x="67051" y="687372"/>
                  </a:lnTo>
                  <a:lnTo>
                    <a:pt x="109787" y="695999"/>
                  </a:lnTo>
                  <a:lnTo>
                    <a:pt x="152524" y="687370"/>
                  </a:lnTo>
                  <a:lnTo>
                    <a:pt x="187424" y="663839"/>
                  </a:lnTo>
                  <a:lnTo>
                    <a:pt x="210956" y="628939"/>
                  </a:lnTo>
                  <a:lnTo>
                    <a:pt x="219584" y="586202"/>
                  </a:lnTo>
                  <a:lnTo>
                    <a:pt x="219584" y="51841"/>
                  </a:lnTo>
                  <a:lnTo>
                    <a:pt x="215510" y="31663"/>
                  </a:lnTo>
                  <a:lnTo>
                    <a:pt x="204399" y="15185"/>
                  </a:lnTo>
                  <a:lnTo>
                    <a:pt x="187920" y="4074"/>
                  </a:lnTo>
                  <a:lnTo>
                    <a:pt x="167743" y="0"/>
                  </a:lnTo>
                  <a:close/>
                </a:path>
              </a:pathLst>
            </a:custGeom>
            <a:solidFill>
              <a:srgbClr val="33201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3000296" y="7007751"/>
              <a:ext cx="727075" cy="427990"/>
            </a:xfrm>
            <a:custGeom>
              <a:avLst/>
              <a:gdLst/>
              <a:ahLst/>
              <a:cxnLst/>
              <a:rect l="l" t="t" r="r" b="b"/>
              <a:pathLst>
                <a:path w="727075" h="427990">
                  <a:moveTo>
                    <a:pt x="516392" y="0"/>
                  </a:moveTo>
                  <a:lnTo>
                    <a:pt x="75118" y="0"/>
                  </a:lnTo>
                  <a:lnTo>
                    <a:pt x="45879" y="5903"/>
                  </a:lnTo>
                  <a:lnTo>
                    <a:pt x="22001" y="22003"/>
                  </a:lnTo>
                  <a:lnTo>
                    <a:pt x="5903" y="45883"/>
                  </a:lnTo>
                  <a:lnTo>
                    <a:pt x="0" y="75128"/>
                  </a:lnTo>
                  <a:lnTo>
                    <a:pt x="0" y="352847"/>
                  </a:lnTo>
                  <a:lnTo>
                    <a:pt x="5903" y="382086"/>
                  </a:lnTo>
                  <a:lnTo>
                    <a:pt x="22003" y="405964"/>
                  </a:lnTo>
                  <a:lnTo>
                    <a:pt x="45883" y="422062"/>
                  </a:lnTo>
                  <a:lnTo>
                    <a:pt x="75128" y="427966"/>
                  </a:lnTo>
                  <a:lnTo>
                    <a:pt x="651330" y="427966"/>
                  </a:lnTo>
                  <a:lnTo>
                    <a:pt x="680575" y="422062"/>
                  </a:lnTo>
                  <a:lnTo>
                    <a:pt x="704456" y="405964"/>
                  </a:lnTo>
                  <a:lnTo>
                    <a:pt x="720556" y="382086"/>
                  </a:lnTo>
                  <a:lnTo>
                    <a:pt x="726459" y="352847"/>
                  </a:lnTo>
                  <a:lnTo>
                    <a:pt x="726459" y="210066"/>
                  </a:lnTo>
                  <a:lnTo>
                    <a:pt x="720911" y="161900"/>
                  </a:lnTo>
                  <a:lnTo>
                    <a:pt x="705108" y="117684"/>
                  </a:lnTo>
                  <a:lnTo>
                    <a:pt x="680310" y="78680"/>
                  </a:lnTo>
                  <a:lnTo>
                    <a:pt x="647779" y="46149"/>
                  </a:lnTo>
                  <a:lnTo>
                    <a:pt x="608775" y="21351"/>
                  </a:lnTo>
                  <a:lnTo>
                    <a:pt x="564559" y="5547"/>
                  </a:lnTo>
                  <a:lnTo>
                    <a:pt x="516392" y="0"/>
                  </a:lnTo>
                  <a:close/>
                </a:path>
              </a:pathLst>
            </a:custGeom>
            <a:solidFill>
              <a:srgbClr val="4D31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5" name="object 315" descr=""/>
            <p:cNvSpPr/>
            <p:nvPr/>
          </p:nvSpPr>
          <p:spPr>
            <a:xfrm>
              <a:off x="13009308" y="7026382"/>
              <a:ext cx="686435" cy="25400"/>
            </a:xfrm>
            <a:custGeom>
              <a:avLst/>
              <a:gdLst/>
              <a:ahLst/>
              <a:cxnLst/>
              <a:rect l="l" t="t" r="r" b="b"/>
              <a:pathLst>
                <a:path w="686434" h="25400">
                  <a:moveTo>
                    <a:pt x="317893" y="0"/>
                  </a:moveTo>
                  <a:lnTo>
                    <a:pt x="0" y="0"/>
                  </a:lnTo>
                  <a:lnTo>
                    <a:pt x="0" y="25044"/>
                  </a:lnTo>
                  <a:lnTo>
                    <a:pt x="317893" y="25044"/>
                  </a:lnTo>
                  <a:lnTo>
                    <a:pt x="317893" y="0"/>
                  </a:lnTo>
                  <a:close/>
                </a:path>
                <a:path w="686434" h="25400">
                  <a:moveTo>
                    <a:pt x="686181" y="0"/>
                  </a:moveTo>
                  <a:lnTo>
                    <a:pt x="429780" y="0"/>
                  </a:lnTo>
                  <a:lnTo>
                    <a:pt x="429780" y="25044"/>
                  </a:lnTo>
                  <a:lnTo>
                    <a:pt x="686181" y="25044"/>
                  </a:lnTo>
                  <a:lnTo>
                    <a:pt x="686181" y="0"/>
                  </a:lnTo>
                  <a:close/>
                </a:path>
              </a:pathLst>
            </a:custGeom>
            <a:solidFill>
              <a:srgbClr val="8264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6" name="object 316" descr=""/>
            <p:cNvSpPr/>
            <p:nvPr/>
          </p:nvSpPr>
          <p:spPr>
            <a:xfrm>
              <a:off x="13327206" y="6999158"/>
              <a:ext cx="112395" cy="423545"/>
            </a:xfrm>
            <a:custGeom>
              <a:avLst/>
              <a:gdLst/>
              <a:ahLst/>
              <a:cxnLst/>
              <a:rect l="l" t="t" r="r" b="b"/>
              <a:pathLst>
                <a:path w="112394" h="423545">
                  <a:moveTo>
                    <a:pt x="0" y="423191"/>
                  </a:moveTo>
                  <a:lnTo>
                    <a:pt x="111891" y="423191"/>
                  </a:lnTo>
                  <a:lnTo>
                    <a:pt x="111891" y="0"/>
                  </a:lnTo>
                  <a:lnTo>
                    <a:pt x="0" y="0"/>
                  </a:lnTo>
                  <a:lnTo>
                    <a:pt x="0" y="423191"/>
                  </a:lnTo>
                  <a:close/>
                </a:path>
              </a:pathLst>
            </a:custGeom>
            <a:solidFill>
              <a:srgbClr val="603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3023482" y="7659363"/>
              <a:ext cx="655320" cy="34925"/>
            </a:xfrm>
            <a:custGeom>
              <a:avLst/>
              <a:gdLst/>
              <a:ahLst/>
              <a:cxnLst/>
              <a:rect l="l" t="t" r="r" b="b"/>
              <a:pathLst>
                <a:path w="655319" h="34925">
                  <a:moveTo>
                    <a:pt x="98882" y="5080"/>
                  </a:moveTo>
                  <a:lnTo>
                    <a:pt x="93814" y="0"/>
                  </a:lnTo>
                  <a:lnTo>
                    <a:pt x="87553" y="0"/>
                  </a:lnTo>
                  <a:lnTo>
                    <a:pt x="5067" y="0"/>
                  </a:lnTo>
                  <a:lnTo>
                    <a:pt x="0" y="5067"/>
                  </a:lnTo>
                  <a:lnTo>
                    <a:pt x="0" y="29298"/>
                  </a:lnTo>
                  <a:lnTo>
                    <a:pt x="5067" y="34366"/>
                  </a:lnTo>
                  <a:lnTo>
                    <a:pt x="93814" y="34366"/>
                  </a:lnTo>
                  <a:lnTo>
                    <a:pt x="98882" y="29298"/>
                  </a:lnTo>
                  <a:lnTo>
                    <a:pt x="98882" y="5080"/>
                  </a:lnTo>
                  <a:close/>
                </a:path>
                <a:path w="655319" h="34925">
                  <a:moveTo>
                    <a:pt x="655040" y="5080"/>
                  </a:moveTo>
                  <a:lnTo>
                    <a:pt x="649973" y="0"/>
                  </a:lnTo>
                  <a:lnTo>
                    <a:pt x="643712" y="0"/>
                  </a:lnTo>
                  <a:lnTo>
                    <a:pt x="561238" y="0"/>
                  </a:lnTo>
                  <a:lnTo>
                    <a:pt x="556158" y="5080"/>
                  </a:lnTo>
                  <a:lnTo>
                    <a:pt x="556158" y="29298"/>
                  </a:lnTo>
                  <a:lnTo>
                    <a:pt x="561238" y="34366"/>
                  </a:lnTo>
                  <a:lnTo>
                    <a:pt x="649973" y="34366"/>
                  </a:lnTo>
                  <a:lnTo>
                    <a:pt x="655040" y="29298"/>
                  </a:lnTo>
                  <a:lnTo>
                    <a:pt x="655040" y="5080"/>
                  </a:lnTo>
                  <a:close/>
                </a:path>
              </a:pathLst>
            </a:custGeom>
            <a:solidFill>
              <a:srgbClr val="C8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8" name="object 318" descr=""/>
            <p:cNvSpPr/>
            <p:nvPr/>
          </p:nvSpPr>
          <p:spPr>
            <a:xfrm>
              <a:off x="13327206" y="7422349"/>
              <a:ext cx="112395" cy="83185"/>
            </a:xfrm>
            <a:custGeom>
              <a:avLst/>
              <a:gdLst/>
              <a:ahLst/>
              <a:cxnLst/>
              <a:rect l="l" t="t" r="r" b="b"/>
              <a:pathLst>
                <a:path w="112394" h="83184">
                  <a:moveTo>
                    <a:pt x="111891" y="0"/>
                  </a:moveTo>
                  <a:lnTo>
                    <a:pt x="0" y="0"/>
                  </a:lnTo>
                  <a:lnTo>
                    <a:pt x="0" y="82699"/>
                  </a:lnTo>
                  <a:lnTo>
                    <a:pt x="111891" y="82699"/>
                  </a:lnTo>
                  <a:lnTo>
                    <a:pt x="111891" y="0"/>
                  </a:lnTo>
                  <a:close/>
                </a:path>
              </a:pathLst>
            </a:custGeom>
            <a:solidFill>
              <a:srgbClr val="B5B5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9" name="object 319" descr=""/>
            <p:cNvSpPr/>
            <p:nvPr/>
          </p:nvSpPr>
          <p:spPr>
            <a:xfrm>
              <a:off x="13317772" y="7407303"/>
              <a:ext cx="130175" cy="50800"/>
            </a:xfrm>
            <a:custGeom>
              <a:avLst/>
              <a:gdLst/>
              <a:ahLst/>
              <a:cxnLst/>
              <a:rect l="l" t="t" r="r" b="b"/>
              <a:pathLst>
                <a:path w="130175" h="50800">
                  <a:moveTo>
                    <a:pt x="129786" y="0"/>
                  </a:moveTo>
                  <a:lnTo>
                    <a:pt x="0" y="0"/>
                  </a:lnTo>
                  <a:lnTo>
                    <a:pt x="0" y="50480"/>
                  </a:lnTo>
                  <a:lnTo>
                    <a:pt x="129786" y="50480"/>
                  </a:lnTo>
                  <a:lnTo>
                    <a:pt x="129786" y="0"/>
                  </a:lnTo>
                  <a:close/>
                </a:path>
              </a:pathLst>
            </a:custGeom>
            <a:solidFill>
              <a:srgbClr val="C8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12979782" y="6954521"/>
              <a:ext cx="103505" cy="63500"/>
            </a:xfrm>
            <a:custGeom>
              <a:avLst/>
              <a:gdLst/>
              <a:ahLst/>
              <a:cxnLst/>
              <a:rect l="l" t="t" r="r" b="b"/>
              <a:pathLst>
                <a:path w="103505" h="63500">
                  <a:moveTo>
                    <a:pt x="58779" y="0"/>
                  </a:moveTo>
                  <a:lnTo>
                    <a:pt x="10952" y="6512"/>
                  </a:lnTo>
                  <a:lnTo>
                    <a:pt x="0" y="61495"/>
                  </a:lnTo>
                  <a:lnTo>
                    <a:pt x="23915" y="63338"/>
                  </a:lnTo>
                  <a:lnTo>
                    <a:pt x="28334" y="22271"/>
                  </a:lnTo>
                  <a:lnTo>
                    <a:pt x="36945" y="18162"/>
                  </a:lnTo>
                  <a:lnTo>
                    <a:pt x="49717" y="15990"/>
                  </a:lnTo>
                  <a:lnTo>
                    <a:pt x="62891" y="16003"/>
                  </a:lnTo>
                  <a:lnTo>
                    <a:pt x="72709" y="18449"/>
                  </a:lnTo>
                  <a:lnTo>
                    <a:pt x="74961" y="24949"/>
                  </a:lnTo>
                  <a:lnTo>
                    <a:pt x="77417" y="35517"/>
                  </a:lnTo>
                  <a:lnTo>
                    <a:pt x="79782" y="48346"/>
                  </a:lnTo>
                  <a:lnTo>
                    <a:pt x="81756" y="61631"/>
                  </a:lnTo>
                  <a:lnTo>
                    <a:pt x="103305" y="61202"/>
                  </a:lnTo>
                  <a:lnTo>
                    <a:pt x="95077" y="19066"/>
                  </a:lnTo>
                  <a:lnTo>
                    <a:pt x="78433" y="2589"/>
                  </a:lnTo>
                  <a:lnTo>
                    <a:pt x="58779" y="0"/>
                  </a:lnTo>
                  <a:close/>
                </a:path>
              </a:pathLst>
            </a:custGeom>
            <a:solidFill>
              <a:srgbClr val="4D31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1" name="object 321" descr=""/>
          <p:cNvGrpSpPr/>
          <p:nvPr/>
        </p:nvGrpSpPr>
        <p:grpSpPr>
          <a:xfrm>
            <a:off x="13000556" y="6807906"/>
            <a:ext cx="565785" cy="210185"/>
            <a:chOff x="13000556" y="6807906"/>
            <a:chExt cx="565785" cy="210185"/>
          </a:xfrm>
        </p:grpSpPr>
        <p:sp>
          <p:nvSpPr>
            <p:cNvPr id="322" name="object 322" descr=""/>
            <p:cNvSpPr/>
            <p:nvPr/>
          </p:nvSpPr>
          <p:spPr>
            <a:xfrm>
              <a:off x="13000556" y="6807906"/>
              <a:ext cx="535940" cy="89535"/>
            </a:xfrm>
            <a:custGeom>
              <a:avLst/>
              <a:gdLst/>
              <a:ahLst/>
              <a:cxnLst/>
              <a:rect l="l" t="t" r="r" b="b"/>
              <a:pathLst>
                <a:path w="535940" h="89534">
                  <a:moveTo>
                    <a:pt x="279855" y="0"/>
                  </a:moveTo>
                  <a:lnTo>
                    <a:pt x="16292" y="34438"/>
                  </a:lnTo>
                  <a:lnTo>
                    <a:pt x="0" y="54647"/>
                  </a:lnTo>
                  <a:lnTo>
                    <a:pt x="0" y="68971"/>
                  </a:lnTo>
                  <a:lnTo>
                    <a:pt x="1683" y="77478"/>
                  </a:lnTo>
                  <a:lnTo>
                    <a:pt x="6213" y="84192"/>
                  </a:lnTo>
                  <a:lnTo>
                    <a:pt x="12806" y="88347"/>
                  </a:lnTo>
                  <a:lnTo>
                    <a:pt x="20679" y="89180"/>
                  </a:lnTo>
                  <a:lnTo>
                    <a:pt x="278316" y="55307"/>
                  </a:lnTo>
                  <a:lnTo>
                    <a:pt x="279855" y="55307"/>
                  </a:lnTo>
                  <a:lnTo>
                    <a:pt x="514863" y="88918"/>
                  </a:lnTo>
                  <a:lnTo>
                    <a:pt x="522793" y="88154"/>
                  </a:lnTo>
                  <a:lnTo>
                    <a:pt x="529448" y="84019"/>
                  </a:lnTo>
                  <a:lnTo>
                    <a:pt x="534028" y="77287"/>
                  </a:lnTo>
                  <a:lnTo>
                    <a:pt x="535732" y="68730"/>
                  </a:lnTo>
                  <a:lnTo>
                    <a:pt x="535732" y="54459"/>
                  </a:lnTo>
                  <a:lnTo>
                    <a:pt x="534511" y="47176"/>
                  </a:lnTo>
                  <a:lnTo>
                    <a:pt x="531135" y="41028"/>
                  </a:lnTo>
                  <a:lnTo>
                    <a:pt x="526031" y="36552"/>
                  </a:lnTo>
                  <a:lnTo>
                    <a:pt x="519628" y="34281"/>
                  </a:lnTo>
                  <a:lnTo>
                    <a:pt x="279855" y="0"/>
                  </a:lnTo>
                  <a:close/>
                </a:path>
              </a:pathLst>
            </a:custGeom>
            <a:solidFill>
              <a:srgbClr val="4029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3" name="object 323" descr=""/>
            <p:cNvSpPr/>
            <p:nvPr/>
          </p:nvSpPr>
          <p:spPr>
            <a:xfrm>
              <a:off x="13011608" y="6863106"/>
              <a:ext cx="33020" cy="123189"/>
            </a:xfrm>
            <a:custGeom>
              <a:avLst/>
              <a:gdLst/>
              <a:ahLst/>
              <a:cxnLst/>
              <a:rect l="l" t="t" r="r" b="b"/>
              <a:pathLst>
                <a:path w="33019" h="123190">
                  <a:moveTo>
                    <a:pt x="25213" y="0"/>
                  </a:moveTo>
                  <a:lnTo>
                    <a:pt x="16271" y="0"/>
                  </a:lnTo>
                  <a:lnTo>
                    <a:pt x="7319" y="0"/>
                  </a:lnTo>
                  <a:lnTo>
                    <a:pt x="0" y="7319"/>
                  </a:lnTo>
                  <a:lnTo>
                    <a:pt x="0" y="115849"/>
                  </a:lnTo>
                  <a:lnTo>
                    <a:pt x="7329" y="123169"/>
                  </a:lnTo>
                  <a:lnTo>
                    <a:pt x="25213" y="123169"/>
                  </a:lnTo>
                  <a:lnTo>
                    <a:pt x="32533" y="115849"/>
                  </a:lnTo>
                  <a:lnTo>
                    <a:pt x="32533" y="7319"/>
                  </a:lnTo>
                  <a:lnTo>
                    <a:pt x="25213" y="0"/>
                  </a:lnTo>
                  <a:close/>
                </a:path>
              </a:pathLst>
            </a:custGeom>
            <a:solidFill>
              <a:srgbClr val="B5B5B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4" name="object 324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3462495" y="6863106"/>
              <a:ext cx="103316" cy="154752"/>
            </a:xfrm>
            <a:prstGeom prst="rect">
              <a:avLst/>
            </a:prstGeom>
          </p:spPr>
        </p:pic>
      </p:grpSp>
      <p:grpSp>
        <p:nvGrpSpPr>
          <p:cNvPr id="325" name="object 325" descr=""/>
          <p:cNvGrpSpPr/>
          <p:nvPr/>
        </p:nvGrpSpPr>
        <p:grpSpPr>
          <a:xfrm>
            <a:off x="11978148" y="6834104"/>
            <a:ext cx="424815" cy="868044"/>
            <a:chOff x="11978148" y="6834104"/>
            <a:chExt cx="424815" cy="868044"/>
          </a:xfrm>
        </p:grpSpPr>
        <p:sp>
          <p:nvSpPr>
            <p:cNvPr id="326" name="object 326" descr=""/>
            <p:cNvSpPr/>
            <p:nvPr/>
          </p:nvSpPr>
          <p:spPr>
            <a:xfrm>
              <a:off x="12015727" y="7005667"/>
              <a:ext cx="387350" cy="696595"/>
            </a:xfrm>
            <a:custGeom>
              <a:avLst/>
              <a:gdLst/>
              <a:ahLst/>
              <a:cxnLst/>
              <a:rect l="l" t="t" r="r" b="b"/>
              <a:pathLst>
                <a:path w="387350" h="696595">
                  <a:moveTo>
                    <a:pt x="252589" y="0"/>
                  </a:moveTo>
                  <a:lnTo>
                    <a:pt x="136100" y="0"/>
                  </a:lnTo>
                  <a:lnTo>
                    <a:pt x="93080" y="6938"/>
                  </a:lnTo>
                  <a:lnTo>
                    <a:pt x="55719" y="26257"/>
                  </a:lnTo>
                  <a:lnTo>
                    <a:pt x="26258" y="55717"/>
                  </a:lnTo>
                  <a:lnTo>
                    <a:pt x="6938" y="93075"/>
                  </a:lnTo>
                  <a:lnTo>
                    <a:pt x="0" y="136090"/>
                  </a:lnTo>
                  <a:lnTo>
                    <a:pt x="0" y="565700"/>
                  </a:lnTo>
                  <a:lnTo>
                    <a:pt x="10240" y="616420"/>
                  </a:lnTo>
                  <a:lnTo>
                    <a:pt x="38166" y="657837"/>
                  </a:lnTo>
                  <a:lnTo>
                    <a:pt x="79583" y="685760"/>
                  </a:lnTo>
                  <a:lnTo>
                    <a:pt x="130299" y="695999"/>
                  </a:lnTo>
                  <a:lnTo>
                    <a:pt x="256641" y="695999"/>
                  </a:lnTo>
                  <a:lnTo>
                    <a:pt x="307355" y="685760"/>
                  </a:lnTo>
                  <a:lnTo>
                    <a:pt x="348769" y="657837"/>
                  </a:lnTo>
                  <a:lnTo>
                    <a:pt x="376691" y="616420"/>
                  </a:lnTo>
                  <a:lnTo>
                    <a:pt x="386930" y="565700"/>
                  </a:lnTo>
                  <a:lnTo>
                    <a:pt x="386930" y="134351"/>
                  </a:lnTo>
                  <a:lnTo>
                    <a:pt x="380081" y="91887"/>
                  </a:lnTo>
                  <a:lnTo>
                    <a:pt x="361011" y="55007"/>
                  </a:lnTo>
                  <a:lnTo>
                    <a:pt x="331930" y="25923"/>
                  </a:lnTo>
                  <a:lnTo>
                    <a:pt x="295052" y="6849"/>
                  </a:lnTo>
                  <a:lnTo>
                    <a:pt x="252589" y="0"/>
                  </a:lnTo>
                  <a:close/>
                </a:path>
              </a:pathLst>
            </a:custGeom>
            <a:solidFill>
              <a:srgbClr val="4029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7" name="object 327" descr=""/>
            <p:cNvSpPr/>
            <p:nvPr/>
          </p:nvSpPr>
          <p:spPr>
            <a:xfrm>
              <a:off x="12008776" y="7005669"/>
              <a:ext cx="68580" cy="427990"/>
            </a:xfrm>
            <a:custGeom>
              <a:avLst/>
              <a:gdLst/>
              <a:ahLst/>
              <a:cxnLst/>
              <a:rect l="l" t="t" r="r" b="b"/>
              <a:pathLst>
                <a:path w="68579" h="427990">
                  <a:moveTo>
                    <a:pt x="34271" y="0"/>
                  </a:moveTo>
                  <a:lnTo>
                    <a:pt x="20934" y="2964"/>
                  </a:lnTo>
                  <a:lnTo>
                    <a:pt x="10040" y="11048"/>
                  </a:lnTo>
                  <a:lnTo>
                    <a:pt x="2694" y="23036"/>
                  </a:lnTo>
                  <a:lnTo>
                    <a:pt x="0" y="37716"/>
                  </a:lnTo>
                  <a:lnTo>
                    <a:pt x="0" y="390249"/>
                  </a:lnTo>
                  <a:lnTo>
                    <a:pt x="2694" y="404933"/>
                  </a:lnTo>
                  <a:lnTo>
                    <a:pt x="10040" y="416921"/>
                  </a:lnTo>
                  <a:lnTo>
                    <a:pt x="20934" y="425003"/>
                  </a:lnTo>
                  <a:lnTo>
                    <a:pt x="34271" y="427966"/>
                  </a:lnTo>
                  <a:lnTo>
                    <a:pt x="47608" y="425003"/>
                  </a:lnTo>
                  <a:lnTo>
                    <a:pt x="58502" y="416921"/>
                  </a:lnTo>
                  <a:lnTo>
                    <a:pt x="65848" y="404933"/>
                  </a:lnTo>
                  <a:lnTo>
                    <a:pt x="68542" y="390249"/>
                  </a:lnTo>
                  <a:lnTo>
                    <a:pt x="68542" y="37716"/>
                  </a:lnTo>
                  <a:lnTo>
                    <a:pt x="65848" y="23036"/>
                  </a:lnTo>
                  <a:lnTo>
                    <a:pt x="58502" y="11048"/>
                  </a:lnTo>
                  <a:lnTo>
                    <a:pt x="47608" y="2964"/>
                  </a:lnTo>
                  <a:lnTo>
                    <a:pt x="34271" y="0"/>
                  </a:lnTo>
                  <a:close/>
                </a:path>
              </a:pathLst>
            </a:custGeom>
            <a:solidFill>
              <a:srgbClr val="4D31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8" name="object 328" descr=""/>
            <p:cNvSpPr/>
            <p:nvPr/>
          </p:nvSpPr>
          <p:spPr>
            <a:xfrm>
              <a:off x="12008779" y="7024294"/>
              <a:ext cx="22860" cy="50165"/>
            </a:xfrm>
            <a:custGeom>
              <a:avLst/>
              <a:gdLst/>
              <a:ahLst/>
              <a:cxnLst/>
              <a:rect l="l" t="t" r="r" b="b"/>
              <a:pathLst>
                <a:path w="22859" h="50165">
                  <a:moveTo>
                    <a:pt x="22564" y="0"/>
                  </a:moveTo>
                  <a:lnTo>
                    <a:pt x="13782" y="1773"/>
                  </a:lnTo>
                  <a:lnTo>
                    <a:pt x="6609" y="6609"/>
                  </a:lnTo>
                  <a:lnTo>
                    <a:pt x="1773" y="13782"/>
                  </a:lnTo>
                  <a:lnTo>
                    <a:pt x="0" y="22564"/>
                  </a:lnTo>
                  <a:lnTo>
                    <a:pt x="0" y="50113"/>
                  </a:lnTo>
                  <a:lnTo>
                    <a:pt x="22564" y="50113"/>
                  </a:lnTo>
                  <a:lnTo>
                    <a:pt x="22564" y="0"/>
                  </a:lnTo>
                  <a:close/>
                </a:path>
              </a:pathLst>
            </a:custGeom>
            <a:solidFill>
              <a:srgbClr val="8264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9" name="object 329" descr=""/>
            <p:cNvSpPr/>
            <p:nvPr/>
          </p:nvSpPr>
          <p:spPr>
            <a:xfrm>
              <a:off x="12015735" y="7657282"/>
              <a:ext cx="31750" cy="34925"/>
            </a:xfrm>
            <a:custGeom>
              <a:avLst/>
              <a:gdLst/>
              <a:ahLst/>
              <a:cxnLst/>
              <a:rect l="l" t="t" r="r" b="b"/>
              <a:pathLst>
                <a:path w="31750" h="34925">
                  <a:moveTo>
                    <a:pt x="26156" y="0"/>
                  </a:moveTo>
                  <a:lnTo>
                    <a:pt x="19894" y="0"/>
                  </a:lnTo>
                  <a:lnTo>
                    <a:pt x="5067" y="0"/>
                  </a:lnTo>
                  <a:lnTo>
                    <a:pt x="0" y="5067"/>
                  </a:lnTo>
                  <a:lnTo>
                    <a:pt x="0" y="29297"/>
                  </a:lnTo>
                  <a:lnTo>
                    <a:pt x="5067" y="34365"/>
                  </a:lnTo>
                  <a:lnTo>
                    <a:pt x="26156" y="34365"/>
                  </a:lnTo>
                  <a:lnTo>
                    <a:pt x="31224" y="29297"/>
                  </a:lnTo>
                  <a:lnTo>
                    <a:pt x="31224" y="5067"/>
                  </a:lnTo>
                  <a:lnTo>
                    <a:pt x="26156" y="0"/>
                  </a:lnTo>
                  <a:close/>
                </a:path>
              </a:pathLst>
            </a:custGeom>
            <a:solidFill>
              <a:srgbClr val="C8C8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0" name="object 330" descr=""/>
            <p:cNvSpPr/>
            <p:nvPr/>
          </p:nvSpPr>
          <p:spPr>
            <a:xfrm>
              <a:off x="11993997" y="6997074"/>
              <a:ext cx="227965" cy="487045"/>
            </a:xfrm>
            <a:custGeom>
              <a:avLst/>
              <a:gdLst/>
              <a:ahLst/>
              <a:cxnLst/>
              <a:rect l="l" t="t" r="r" b="b"/>
              <a:pathLst>
                <a:path w="227965" h="487045">
                  <a:moveTo>
                    <a:pt x="221480" y="0"/>
                  </a:moveTo>
                  <a:lnTo>
                    <a:pt x="214129" y="0"/>
                  </a:lnTo>
                  <a:lnTo>
                    <a:pt x="5968" y="0"/>
                  </a:lnTo>
                  <a:lnTo>
                    <a:pt x="0" y="6565"/>
                  </a:lnTo>
                  <a:lnTo>
                    <a:pt x="0" y="486561"/>
                  </a:lnTo>
                  <a:lnTo>
                    <a:pt x="28931" y="486561"/>
                  </a:lnTo>
                  <a:lnTo>
                    <a:pt x="28931" y="21214"/>
                  </a:lnTo>
                  <a:lnTo>
                    <a:pt x="34888" y="14659"/>
                  </a:lnTo>
                  <a:lnTo>
                    <a:pt x="227448" y="14659"/>
                  </a:lnTo>
                  <a:lnTo>
                    <a:pt x="227448" y="6565"/>
                  </a:lnTo>
                  <a:lnTo>
                    <a:pt x="221480" y="0"/>
                  </a:lnTo>
                  <a:close/>
                </a:path>
              </a:pathLst>
            </a:custGeom>
            <a:solidFill>
              <a:srgbClr val="603E3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1" name="object 331" descr=""/>
            <p:cNvSpPr/>
            <p:nvPr/>
          </p:nvSpPr>
          <p:spPr>
            <a:xfrm>
              <a:off x="11982022" y="7420266"/>
              <a:ext cx="46355" cy="83185"/>
            </a:xfrm>
            <a:custGeom>
              <a:avLst/>
              <a:gdLst/>
              <a:ahLst/>
              <a:cxnLst/>
              <a:rect l="l" t="t" r="r" b="b"/>
              <a:pathLst>
                <a:path w="46354" h="83184">
                  <a:moveTo>
                    <a:pt x="45862" y="0"/>
                  </a:moveTo>
                  <a:lnTo>
                    <a:pt x="0" y="0"/>
                  </a:lnTo>
                  <a:lnTo>
                    <a:pt x="0" y="82709"/>
                  </a:lnTo>
                  <a:lnTo>
                    <a:pt x="45862" y="82709"/>
                  </a:lnTo>
                  <a:lnTo>
                    <a:pt x="45862" y="0"/>
                  </a:lnTo>
                  <a:close/>
                </a:path>
              </a:pathLst>
            </a:custGeom>
            <a:solidFill>
              <a:srgbClr val="B5B5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2" name="object 332" descr=""/>
            <p:cNvSpPr/>
            <p:nvPr/>
          </p:nvSpPr>
          <p:spPr>
            <a:xfrm>
              <a:off x="11978148" y="7405230"/>
              <a:ext cx="53340" cy="50800"/>
            </a:xfrm>
            <a:custGeom>
              <a:avLst/>
              <a:gdLst/>
              <a:ahLst/>
              <a:cxnLst/>
              <a:rect l="l" t="t" r="r" b="b"/>
              <a:pathLst>
                <a:path w="53340" h="50800">
                  <a:moveTo>
                    <a:pt x="53192" y="0"/>
                  </a:moveTo>
                  <a:lnTo>
                    <a:pt x="0" y="0"/>
                  </a:lnTo>
                  <a:lnTo>
                    <a:pt x="0" y="50490"/>
                  </a:lnTo>
                  <a:lnTo>
                    <a:pt x="53192" y="50490"/>
                  </a:lnTo>
                  <a:lnTo>
                    <a:pt x="53192" y="0"/>
                  </a:lnTo>
                  <a:close/>
                </a:path>
              </a:pathLst>
            </a:custGeom>
            <a:solidFill>
              <a:srgbClr val="C8C8D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3" name="object 333" descr=""/>
            <p:cNvPicPr/>
            <p:nvPr/>
          </p:nvPicPr>
          <p:blipFill>
            <a:blip r:embed="rId79" cstate="print"/>
            <a:stretch>
              <a:fillRect/>
            </a:stretch>
          </p:blipFill>
          <p:spPr>
            <a:xfrm>
              <a:off x="12153656" y="6834104"/>
              <a:ext cx="98656" cy="181975"/>
            </a:xfrm>
            <a:prstGeom prst="rect">
              <a:avLst/>
            </a:prstGeom>
          </p:spPr>
        </p:pic>
      </p:grpSp>
      <p:sp>
        <p:nvSpPr>
          <p:cNvPr id="334" name="object 334" descr=""/>
          <p:cNvSpPr/>
          <p:nvPr/>
        </p:nvSpPr>
        <p:spPr>
          <a:xfrm>
            <a:off x="10903609" y="8032636"/>
            <a:ext cx="535940" cy="89535"/>
          </a:xfrm>
          <a:custGeom>
            <a:avLst/>
            <a:gdLst/>
            <a:ahLst/>
            <a:cxnLst/>
            <a:rect l="l" t="t" r="r" b="b"/>
            <a:pathLst>
              <a:path w="535940" h="89534">
                <a:moveTo>
                  <a:pt x="279855" y="0"/>
                </a:moveTo>
                <a:lnTo>
                  <a:pt x="16292" y="34449"/>
                </a:lnTo>
                <a:lnTo>
                  <a:pt x="0" y="54647"/>
                </a:lnTo>
                <a:lnTo>
                  <a:pt x="0" y="68982"/>
                </a:lnTo>
                <a:lnTo>
                  <a:pt x="1683" y="77489"/>
                </a:lnTo>
                <a:lnTo>
                  <a:pt x="6213" y="84202"/>
                </a:lnTo>
                <a:lnTo>
                  <a:pt x="12806" y="88358"/>
                </a:lnTo>
                <a:lnTo>
                  <a:pt x="20679" y="89191"/>
                </a:lnTo>
                <a:lnTo>
                  <a:pt x="278316" y="55307"/>
                </a:lnTo>
                <a:lnTo>
                  <a:pt x="279855" y="55317"/>
                </a:lnTo>
                <a:lnTo>
                  <a:pt x="514863" y="88918"/>
                </a:lnTo>
                <a:lnTo>
                  <a:pt x="522793" y="88160"/>
                </a:lnTo>
                <a:lnTo>
                  <a:pt x="529448" y="84027"/>
                </a:lnTo>
                <a:lnTo>
                  <a:pt x="534028" y="77293"/>
                </a:lnTo>
                <a:lnTo>
                  <a:pt x="535732" y="68730"/>
                </a:lnTo>
                <a:lnTo>
                  <a:pt x="535732" y="54459"/>
                </a:lnTo>
                <a:lnTo>
                  <a:pt x="534511" y="47181"/>
                </a:lnTo>
                <a:lnTo>
                  <a:pt x="531135" y="41036"/>
                </a:lnTo>
                <a:lnTo>
                  <a:pt x="526031" y="36558"/>
                </a:lnTo>
                <a:lnTo>
                  <a:pt x="519628" y="34281"/>
                </a:lnTo>
                <a:lnTo>
                  <a:pt x="279855" y="0"/>
                </a:lnTo>
                <a:close/>
              </a:path>
            </a:pathLst>
          </a:custGeom>
          <a:solidFill>
            <a:srgbClr val="20284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5" name="object 335" descr=""/>
          <p:cNvGrpSpPr/>
          <p:nvPr/>
        </p:nvGrpSpPr>
        <p:grpSpPr>
          <a:xfrm>
            <a:off x="10669199" y="8084879"/>
            <a:ext cx="1001394" cy="913130"/>
            <a:chOff x="10669199" y="8084879"/>
            <a:chExt cx="1001394" cy="913130"/>
          </a:xfrm>
        </p:grpSpPr>
        <p:sp>
          <p:nvSpPr>
            <p:cNvPr id="336" name="object 336" descr=""/>
            <p:cNvSpPr/>
            <p:nvPr/>
          </p:nvSpPr>
          <p:spPr>
            <a:xfrm>
              <a:off x="10669199" y="8173106"/>
              <a:ext cx="1001394" cy="805180"/>
            </a:xfrm>
            <a:custGeom>
              <a:avLst/>
              <a:gdLst/>
              <a:ahLst/>
              <a:cxnLst/>
              <a:rect l="l" t="t" r="r" b="b"/>
              <a:pathLst>
                <a:path w="1001395" h="805179">
                  <a:moveTo>
                    <a:pt x="854659" y="0"/>
                  </a:moveTo>
                  <a:lnTo>
                    <a:pt x="128514" y="0"/>
                  </a:lnTo>
                  <a:lnTo>
                    <a:pt x="99896" y="5964"/>
                  </a:lnTo>
                  <a:lnTo>
                    <a:pt x="58856" y="47116"/>
                  </a:lnTo>
                  <a:lnTo>
                    <a:pt x="3785" y="632158"/>
                  </a:lnTo>
                  <a:lnTo>
                    <a:pt x="0" y="704915"/>
                  </a:lnTo>
                  <a:lnTo>
                    <a:pt x="8304" y="753685"/>
                  </a:lnTo>
                  <a:lnTo>
                    <a:pt x="26948" y="783268"/>
                  </a:lnTo>
                  <a:lnTo>
                    <a:pt x="54182" y="798458"/>
                  </a:lnTo>
                  <a:lnTo>
                    <a:pt x="88258" y="804055"/>
                  </a:lnTo>
                  <a:lnTo>
                    <a:pt x="127425" y="804855"/>
                  </a:lnTo>
                  <a:lnTo>
                    <a:pt x="869643" y="804855"/>
                  </a:lnTo>
                  <a:lnTo>
                    <a:pt x="908968" y="803446"/>
                  </a:lnTo>
                  <a:lnTo>
                    <a:pt x="973381" y="780384"/>
                  </a:lnTo>
                  <a:lnTo>
                    <a:pt x="1000901" y="704116"/>
                  </a:lnTo>
                  <a:lnTo>
                    <a:pt x="994111" y="636200"/>
                  </a:lnTo>
                  <a:lnTo>
                    <a:pt x="932134" y="75536"/>
                  </a:lnTo>
                  <a:lnTo>
                    <a:pt x="906409" y="21598"/>
                  </a:lnTo>
                  <a:lnTo>
                    <a:pt x="854659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10769480" y="8173107"/>
              <a:ext cx="793750" cy="574675"/>
            </a:xfrm>
            <a:custGeom>
              <a:avLst/>
              <a:gdLst/>
              <a:ahLst/>
              <a:cxnLst/>
              <a:rect l="l" t="t" r="r" b="b"/>
              <a:pathLst>
                <a:path w="793750" h="574675">
                  <a:moveTo>
                    <a:pt x="753296" y="0"/>
                  </a:moveTo>
                  <a:lnTo>
                    <a:pt x="28229" y="0"/>
                  </a:lnTo>
                  <a:lnTo>
                    <a:pt x="0" y="492257"/>
                  </a:lnTo>
                  <a:lnTo>
                    <a:pt x="4159" y="523754"/>
                  </a:lnTo>
                  <a:lnTo>
                    <a:pt x="18818" y="549811"/>
                  </a:lnTo>
                  <a:lnTo>
                    <a:pt x="41523" y="567554"/>
                  </a:lnTo>
                  <a:lnTo>
                    <a:pt x="69819" y="574108"/>
                  </a:lnTo>
                  <a:lnTo>
                    <a:pt x="724009" y="574108"/>
                  </a:lnTo>
                  <a:lnTo>
                    <a:pt x="752774" y="567330"/>
                  </a:lnTo>
                  <a:lnTo>
                    <a:pt x="775667" y="549036"/>
                  </a:lnTo>
                  <a:lnTo>
                    <a:pt x="790149" y="522287"/>
                  </a:lnTo>
                  <a:lnTo>
                    <a:pt x="793682" y="490142"/>
                  </a:lnTo>
                  <a:lnTo>
                    <a:pt x="753296" y="0"/>
                  </a:lnTo>
                  <a:close/>
                </a:path>
              </a:pathLst>
            </a:custGeom>
            <a:solidFill>
              <a:srgbClr val="2C3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8" name="object 338" descr=""/>
            <p:cNvSpPr/>
            <p:nvPr/>
          </p:nvSpPr>
          <p:spPr>
            <a:xfrm>
              <a:off x="10792930" y="8712472"/>
              <a:ext cx="760730" cy="285750"/>
            </a:xfrm>
            <a:custGeom>
              <a:avLst/>
              <a:gdLst/>
              <a:ahLst/>
              <a:cxnLst/>
              <a:rect l="l" t="t" r="r" b="b"/>
              <a:pathLst>
                <a:path w="760729" h="285750">
                  <a:moveTo>
                    <a:pt x="35204" y="227799"/>
                  </a:moveTo>
                  <a:lnTo>
                    <a:pt x="0" y="227799"/>
                  </a:lnTo>
                  <a:lnTo>
                    <a:pt x="0" y="285127"/>
                  </a:lnTo>
                  <a:lnTo>
                    <a:pt x="35204" y="285127"/>
                  </a:lnTo>
                  <a:lnTo>
                    <a:pt x="35204" y="227799"/>
                  </a:lnTo>
                  <a:close/>
                </a:path>
                <a:path w="760729" h="285750">
                  <a:moveTo>
                    <a:pt x="450519" y="47840"/>
                  </a:moveTo>
                  <a:lnTo>
                    <a:pt x="446760" y="29222"/>
                  </a:lnTo>
                  <a:lnTo>
                    <a:pt x="436511" y="14008"/>
                  </a:lnTo>
                  <a:lnTo>
                    <a:pt x="421309" y="3759"/>
                  </a:lnTo>
                  <a:lnTo>
                    <a:pt x="402678" y="0"/>
                  </a:lnTo>
                  <a:lnTo>
                    <a:pt x="382917" y="0"/>
                  </a:lnTo>
                  <a:lnTo>
                    <a:pt x="364299" y="3759"/>
                  </a:lnTo>
                  <a:lnTo>
                    <a:pt x="349084" y="14008"/>
                  </a:lnTo>
                  <a:lnTo>
                    <a:pt x="338836" y="29222"/>
                  </a:lnTo>
                  <a:lnTo>
                    <a:pt x="335076" y="47840"/>
                  </a:lnTo>
                  <a:lnTo>
                    <a:pt x="335076" y="103822"/>
                  </a:lnTo>
                  <a:lnTo>
                    <a:pt x="450519" y="103822"/>
                  </a:lnTo>
                  <a:lnTo>
                    <a:pt x="450519" y="47840"/>
                  </a:lnTo>
                  <a:close/>
                </a:path>
                <a:path w="760729" h="285750">
                  <a:moveTo>
                    <a:pt x="760260" y="227799"/>
                  </a:moveTo>
                  <a:lnTo>
                    <a:pt x="725068" y="227799"/>
                  </a:lnTo>
                  <a:lnTo>
                    <a:pt x="725068" y="285127"/>
                  </a:lnTo>
                  <a:lnTo>
                    <a:pt x="760260" y="285127"/>
                  </a:lnTo>
                  <a:lnTo>
                    <a:pt x="760260" y="227799"/>
                  </a:lnTo>
                  <a:close/>
                </a:path>
              </a:pathLst>
            </a:custGeom>
            <a:solidFill>
              <a:srgbClr val="DBCF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9" name="object 339" descr=""/>
            <p:cNvSpPr/>
            <p:nvPr/>
          </p:nvSpPr>
          <p:spPr>
            <a:xfrm>
              <a:off x="11111127" y="8747220"/>
              <a:ext cx="149225" cy="26034"/>
            </a:xfrm>
            <a:custGeom>
              <a:avLst/>
              <a:gdLst/>
              <a:ahLst/>
              <a:cxnLst/>
              <a:rect l="l" t="t" r="r" b="b"/>
              <a:pathLst>
                <a:path w="149225" h="26034">
                  <a:moveTo>
                    <a:pt x="149231" y="0"/>
                  </a:moveTo>
                  <a:lnTo>
                    <a:pt x="0" y="0"/>
                  </a:lnTo>
                  <a:lnTo>
                    <a:pt x="0" y="25685"/>
                  </a:lnTo>
                  <a:lnTo>
                    <a:pt x="149231" y="25685"/>
                  </a:lnTo>
                  <a:lnTo>
                    <a:pt x="149231" y="0"/>
                  </a:lnTo>
                  <a:close/>
                </a:path>
              </a:pathLst>
            </a:custGeom>
            <a:solidFill>
              <a:srgbClr val="EF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10828141" y="8191802"/>
              <a:ext cx="657860" cy="29845"/>
            </a:xfrm>
            <a:custGeom>
              <a:avLst/>
              <a:gdLst/>
              <a:ahLst/>
              <a:cxnLst/>
              <a:rect l="l" t="t" r="r" b="b"/>
              <a:pathLst>
                <a:path w="657859" h="29845">
                  <a:moveTo>
                    <a:pt x="657477" y="0"/>
                  </a:moveTo>
                  <a:lnTo>
                    <a:pt x="0" y="0"/>
                  </a:lnTo>
                  <a:lnTo>
                    <a:pt x="0" y="29444"/>
                  </a:lnTo>
                  <a:lnTo>
                    <a:pt x="657477" y="29444"/>
                  </a:lnTo>
                  <a:lnTo>
                    <a:pt x="657477" y="0"/>
                  </a:lnTo>
                  <a:close/>
                </a:path>
              </a:pathLst>
            </a:custGeom>
            <a:solidFill>
              <a:srgbClr val="6C70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1" name="object 341" descr=""/>
            <p:cNvSpPr/>
            <p:nvPr/>
          </p:nvSpPr>
          <p:spPr>
            <a:xfrm>
              <a:off x="10900283" y="8144160"/>
              <a:ext cx="539750" cy="29209"/>
            </a:xfrm>
            <a:custGeom>
              <a:avLst/>
              <a:gdLst/>
              <a:ahLst/>
              <a:cxnLst/>
              <a:rect l="l" t="t" r="r" b="b"/>
              <a:pathLst>
                <a:path w="539750" h="29209">
                  <a:moveTo>
                    <a:pt x="63360" y="0"/>
                  </a:moveTo>
                  <a:lnTo>
                    <a:pt x="0" y="0"/>
                  </a:lnTo>
                  <a:lnTo>
                    <a:pt x="0" y="28943"/>
                  </a:lnTo>
                  <a:lnTo>
                    <a:pt x="63360" y="28943"/>
                  </a:lnTo>
                  <a:lnTo>
                    <a:pt x="63360" y="0"/>
                  </a:lnTo>
                  <a:close/>
                </a:path>
                <a:path w="539750" h="29209">
                  <a:moveTo>
                    <a:pt x="539572" y="0"/>
                  </a:moveTo>
                  <a:lnTo>
                    <a:pt x="476224" y="0"/>
                  </a:lnTo>
                  <a:lnTo>
                    <a:pt x="476224" y="28943"/>
                  </a:lnTo>
                  <a:lnTo>
                    <a:pt x="539572" y="28943"/>
                  </a:lnTo>
                  <a:lnTo>
                    <a:pt x="539572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2" name="object 342" descr=""/>
            <p:cNvSpPr/>
            <p:nvPr/>
          </p:nvSpPr>
          <p:spPr>
            <a:xfrm>
              <a:off x="10919295" y="8084889"/>
              <a:ext cx="502920" cy="74295"/>
            </a:xfrm>
            <a:custGeom>
              <a:avLst/>
              <a:gdLst/>
              <a:ahLst/>
              <a:cxnLst/>
              <a:rect l="l" t="t" r="r" b="b"/>
              <a:pathLst>
                <a:path w="502920" h="74295">
                  <a:moveTo>
                    <a:pt x="27444" y="6807"/>
                  </a:moveTo>
                  <a:lnTo>
                    <a:pt x="21272" y="0"/>
                  </a:lnTo>
                  <a:lnTo>
                    <a:pt x="13728" y="0"/>
                  </a:lnTo>
                  <a:lnTo>
                    <a:pt x="6172" y="0"/>
                  </a:lnTo>
                  <a:lnTo>
                    <a:pt x="0" y="6807"/>
                  </a:lnTo>
                  <a:lnTo>
                    <a:pt x="0" y="66941"/>
                  </a:lnTo>
                  <a:lnTo>
                    <a:pt x="6172" y="73736"/>
                  </a:lnTo>
                  <a:lnTo>
                    <a:pt x="21272" y="73736"/>
                  </a:lnTo>
                  <a:lnTo>
                    <a:pt x="27444" y="66941"/>
                  </a:lnTo>
                  <a:lnTo>
                    <a:pt x="27444" y="6807"/>
                  </a:lnTo>
                  <a:close/>
                </a:path>
                <a:path w="502920" h="74295">
                  <a:moveTo>
                    <a:pt x="502602" y="6807"/>
                  </a:moveTo>
                  <a:lnTo>
                    <a:pt x="496430" y="0"/>
                  </a:lnTo>
                  <a:lnTo>
                    <a:pt x="488873" y="0"/>
                  </a:lnTo>
                  <a:lnTo>
                    <a:pt x="481330" y="0"/>
                  </a:lnTo>
                  <a:lnTo>
                    <a:pt x="475145" y="6807"/>
                  </a:lnTo>
                  <a:lnTo>
                    <a:pt x="475145" y="66941"/>
                  </a:lnTo>
                  <a:lnTo>
                    <a:pt x="481330" y="73736"/>
                  </a:lnTo>
                  <a:lnTo>
                    <a:pt x="496430" y="73736"/>
                  </a:lnTo>
                  <a:lnTo>
                    <a:pt x="502602" y="66941"/>
                  </a:lnTo>
                  <a:lnTo>
                    <a:pt x="502602" y="6807"/>
                  </a:lnTo>
                  <a:close/>
                </a:path>
              </a:pathLst>
            </a:custGeom>
            <a:solidFill>
              <a:srgbClr val="EFE6D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3" name="object 343" descr=""/>
          <p:cNvSpPr/>
          <p:nvPr/>
        </p:nvSpPr>
        <p:spPr>
          <a:xfrm>
            <a:off x="12820866" y="8940262"/>
            <a:ext cx="35560" cy="57785"/>
          </a:xfrm>
          <a:custGeom>
            <a:avLst/>
            <a:gdLst/>
            <a:ahLst/>
            <a:cxnLst/>
            <a:rect l="l" t="t" r="r" b="b"/>
            <a:pathLst>
              <a:path w="35559" h="57784">
                <a:moveTo>
                  <a:pt x="35203" y="0"/>
                </a:moveTo>
                <a:lnTo>
                  <a:pt x="0" y="0"/>
                </a:lnTo>
                <a:lnTo>
                  <a:pt x="0" y="57328"/>
                </a:lnTo>
                <a:lnTo>
                  <a:pt x="35203" y="57328"/>
                </a:lnTo>
                <a:lnTo>
                  <a:pt x="35203" y="0"/>
                </a:lnTo>
                <a:close/>
              </a:path>
            </a:pathLst>
          </a:custGeom>
          <a:solidFill>
            <a:srgbClr val="DBC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4" name="object 344" descr=""/>
          <p:cNvSpPr/>
          <p:nvPr/>
        </p:nvSpPr>
        <p:spPr>
          <a:xfrm>
            <a:off x="13062472" y="8032636"/>
            <a:ext cx="535940" cy="89535"/>
          </a:xfrm>
          <a:custGeom>
            <a:avLst/>
            <a:gdLst/>
            <a:ahLst/>
            <a:cxnLst/>
            <a:rect l="l" t="t" r="r" b="b"/>
            <a:pathLst>
              <a:path w="535940" h="89534">
                <a:moveTo>
                  <a:pt x="279855" y="0"/>
                </a:moveTo>
                <a:lnTo>
                  <a:pt x="16292" y="34449"/>
                </a:lnTo>
                <a:lnTo>
                  <a:pt x="0" y="54647"/>
                </a:lnTo>
                <a:lnTo>
                  <a:pt x="0" y="68982"/>
                </a:lnTo>
                <a:lnTo>
                  <a:pt x="1683" y="77489"/>
                </a:lnTo>
                <a:lnTo>
                  <a:pt x="6213" y="84202"/>
                </a:lnTo>
                <a:lnTo>
                  <a:pt x="12806" y="88358"/>
                </a:lnTo>
                <a:lnTo>
                  <a:pt x="20679" y="89191"/>
                </a:lnTo>
                <a:lnTo>
                  <a:pt x="278316" y="55307"/>
                </a:lnTo>
                <a:lnTo>
                  <a:pt x="279855" y="55317"/>
                </a:lnTo>
                <a:lnTo>
                  <a:pt x="514863" y="88918"/>
                </a:lnTo>
                <a:lnTo>
                  <a:pt x="522791" y="88160"/>
                </a:lnTo>
                <a:lnTo>
                  <a:pt x="529449" y="84027"/>
                </a:lnTo>
                <a:lnTo>
                  <a:pt x="534035" y="77293"/>
                </a:lnTo>
                <a:lnTo>
                  <a:pt x="535742" y="68730"/>
                </a:lnTo>
                <a:lnTo>
                  <a:pt x="535742" y="54459"/>
                </a:lnTo>
                <a:lnTo>
                  <a:pt x="534520" y="47181"/>
                </a:lnTo>
                <a:lnTo>
                  <a:pt x="531140" y="41036"/>
                </a:lnTo>
                <a:lnTo>
                  <a:pt x="526033" y="36558"/>
                </a:lnTo>
                <a:lnTo>
                  <a:pt x="519628" y="34281"/>
                </a:lnTo>
                <a:lnTo>
                  <a:pt x="279855" y="0"/>
                </a:lnTo>
                <a:close/>
              </a:path>
            </a:pathLst>
          </a:custGeom>
          <a:solidFill>
            <a:srgbClr val="20284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5" name="object 345" descr=""/>
          <p:cNvGrpSpPr/>
          <p:nvPr/>
        </p:nvGrpSpPr>
        <p:grpSpPr>
          <a:xfrm>
            <a:off x="12802720" y="8084879"/>
            <a:ext cx="1001394" cy="913130"/>
            <a:chOff x="12802720" y="8084879"/>
            <a:chExt cx="1001394" cy="913130"/>
          </a:xfrm>
        </p:grpSpPr>
        <p:sp>
          <p:nvSpPr>
            <p:cNvPr id="346" name="object 346" descr=""/>
            <p:cNvSpPr/>
            <p:nvPr/>
          </p:nvSpPr>
          <p:spPr>
            <a:xfrm>
              <a:off x="12802720" y="8173106"/>
              <a:ext cx="1001394" cy="805180"/>
            </a:xfrm>
            <a:custGeom>
              <a:avLst/>
              <a:gdLst/>
              <a:ahLst/>
              <a:cxnLst/>
              <a:rect l="l" t="t" r="r" b="b"/>
              <a:pathLst>
                <a:path w="1001394" h="805179">
                  <a:moveTo>
                    <a:pt x="854659" y="0"/>
                  </a:moveTo>
                  <a:lnTo>
                    <a:pt x="128514" y="0"/>
                  </a:lnTo>
                  <a:lnTo>
                    <a:pt x="99900" y="5964"/>
                  </a:lnTo>
                  <a:lnTo>
                    <a:pt x="58857" y="47116"/>
                  </a:lnTo>
                  <a:lnTo>
                    <a:pt x="3785" y="632158"/>
                  </a:lnTo>
                  <a:lnTo>
                    <a:pt x="0" y="704915"/>
                  </a:lnTo>
                  <a:lnTo>
                    <a:pt x="8304" y="753685"/>
                  </a:lnTo>
                  <a:lnTo>
                    <a:pt x="26948" y="783268"/>
                  </a:lnTo>
                  <a:lnTo>
                    <a:pt x="54182" y="798458"/>
                  </a:lnTo>
                  <a:lnTo>
                    <a:pt x="88258" y="804055"/>
                  </a:lnTo>
                  <a:lnTo>
                    <a:pt x="127425" y="804855"/>
                  </a:lnTo>
                  <a:lnTo>
                    <a:pt x="869643" y="804855"/>
                  </a:lnTo>
                  <a:lnTo>
                    <a:pt x="908968" y="803446"/>
                  </a:lnTo>
                  <a:lnTo>
                    <a:pt x="973381" y="780384"/>
                  </a:lnTo>
                  <a:lnTo>
                    <a:pt x="1000901" y="704116"/>
                  </a:lnTo>
                  <a:lnTo>
                    <a:pt x="994111" y="636200"/>
                  </a:lnTo>
                  <a:lnTo>
                    <a:pt x="932134" y="75536"/>
                  </a:lnTo>
                  <a:lnTo>
                    <a:pt x="906409" y="21598"/>
                  </a:lnTo>
                  <a:lnTo>
                    <a:pt x="854659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7" name="object 347" descr=""/>
            <p:cNvSpPr/>
            <p:nvPr/>
          </p:nvSpPr>
          <p:spPr>
            <a:xfrm>
              <a:off x="12977197" y="8173106"/>
              <a:ext cx="826769" cy="805180"/>
            </a:xfrm>
            <a:custGeom>
              <a:avLst/>
              <a:gdLst/>
              <a:ahLst/>
              <a:cxnLst/>
              <a:rect l="l" t="t" r="r" b="b"/>
              <a:pathLst>
                <a:path w="826769" h="805179">
                  <a:moveTo>
                    <a:pt x="705679" y="0"/>
                  </a:moveTo>
                  <a:lnTo>
                    <a:pt x="106116" y="0"/>
                  </a:lnTo>
                  <a:lnTo>
                    <a:pt x="82486" y="5964"/>
                  </a:lnTo>
                  <a:lnTo>
                    <a:pt x="48600" y="47116"/>
                  </a:lnTo>
                  <a:lnTo>
                    <a:pt x="3124" y="632158"/>
                  </a:lnTo>
                  <a:lnTo>
                    <a:pt x="0" y="704915"/>
                  </a:lnTo>
                  <a:lnTo>
                    <a:pt x="6856" y="753685"/>
                  </a:lnTo>
                  <a:lnTo>
                    <a:pt x="22250" y="783268"/>
                  </a:lnTo>
                  <a:lnTo>
                    <a:pt x="44738" y="798458"/>
                  </a:lnTo>
                  <a:lnTo>
                    <a:pt x="72874" y="804055"/>
                  </a:lnTo>
                  <a:lnTo>
                    <a:pt x="105215" y="804855"/>
                  </a:lnTo>
                  <a:lnTo>
                    <a:pt x="718045" y="804855"/>
                  </a:lnTo>
                  <a:lnTo>
                    <a:pt x="779809" y="796600"/>
                  </a:lnTo>
                  <a:lnTo>
                    <a:pt x="819979" y="750867"/>
                  </a:lnTo>
                  <a:lnTo>
                    <a:pt x="826423" y="704116"/>
                  </a:lnTo>
                  <a:lnTo>
                    <a:pt x="820816" y="636200"/>
                  </a:lnTo>
                  <a:lnTo>
                    <a:pt x="769656" y="75536"/>
                  </a:lnTo>
                  <a:lnTo>
                    <a:pt x="748410" y="21598"/>
                  </a:lnTo>
                  <a:lnTo>
                    <a:pt x="705679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8" name="object 348" descr=""/>
            <p:cNvSpPr/>
            <p:nvPr/>
          </p:nvSpPr>
          <p:spPr>
            <a:xfrm>
              <a:off x="13051215" y="8173107"/>
              <a:ext cx="708025" cy="574675"/>
            </a:xfrm>
            <a:custGeom>
              <a:avLst/>
              <a:gdLst/>
              <a:ahLst/>
              <a:cxnLst/>
              <a:rect l="l" t="t" r="r" b="b"/>
              <a:pathLst>
                <a:path w="708025" h="574675">
                  <a:moveTo>
                    <a:pt x="577354" y="0"/>
                  </a:moveTo>
                  <a:lnTo>
                    <a:pt x="25182" y="0"/>
                  </a:lnTo>
                  <a:lnTo>
                    <a:pt x="0" y="492257"/>
                  </a:lnTo>
                  <a:lnTo>
                    <a:pt x="3707" y="523754"/>
                  </a:lnTo>
                  <a:lnTo>
                    <a:pt x="16780" y="549811"/>
                  </a:lnTo>
                  <a:lnTo>
                    <a:pt x="37034" y="567554"/>
                  </a:lnTo>
                  <a:lnTo>
                    <a:pt x="62280" y="574108"/>
                  </a:lnTo>
                  <a:lnTo>
                    <a:pt x="645865" y="574108"/>
                  </a:lnTo>
                  <a:lnTo>
                    <a:pt x="671522" y="567330"/>
                  </a:lnTo>
                  <a:lnTo>
                    <a:pt x="691946" y="549036"/>
                  </a:lnTo>
                  <a:lnTo>
                    <a:pt x="704868" y="522287"/>
                  </a:lnTo>
                  <a:lnTo>
                    <a:pt x="708020" y="490142"/>
                  </a:lnTo>
                  <a:lnTo>
                    <a:pt x="679623" y="103829"/>
                  </a:lnTo>
                  <a:lnTo>
                    <a:pt x="669340" y="62864"/>
                  </a:lnTo>
                  <a:lnTo>
                    <a:pt x="646916" y="29921"/>
                  </a:lnTo>
                  <a:lnTo>
                    <a:pt x="615277" y="7976"/>
                  </a:lnTo>
                  <a:lnTo>
                    <a:pt x="577354" y="0"/>
                  </a:lnTo>
                  <a:close/>
                </a:path>
              </a:pathLst>
            </a:custGeom>
            <a:solidFill>
              <a:srgbClr val="2C3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9" name="object 349" descr=""/>
            <p:cNvSpPr/>
            <p:nvPr/>
          </p:nvSpPr>
          <p:spPr>
            <a:xfrm>
              <a:off x="13027813" y="8712472"/>
              <a:ext cx="760730" cy="285750"/>
            </a:xfrm>
            <a:custGeom>
              <a:avLst/>
              <a:gdLst/>
              <a:ahLst/>
              <a:cxnLst/>
              <a:rect l="l" t="t" r="r" b="b"/>
              <a:pathLst>
                <a:path w="760730" h="285750">
                  <a:moveTo>
                    <a:pt x="35204" y="227799"/>
                  </a:moveTo>
                  <a:lnTo>
                    <a:pt x="0" y="227799"/>
                  </a:lnTo>
                  <a:lnTo>
                    <a:pt x="0" y="285127"/>
                  </a:lnTo>
                  <a:lnTo>
                    <a:pt x="35204" y="285127"/>
                  </a:lnTo>
                  <a:lnTo>
                    <a:pt x="35204" y="227799"/>
                  </a:lnTo>
                  <a:close/>
                </a:path>
                <a:path w="760730" h="285750">
                  <a:moveTo>
                    <a:pt x="469277" y="47840"/>
                  </a:moveTo>
                  <a:lnTo>
                    <a:pt x="465518" y="29222"/>
                  </a:lnTo>
                  <a:lnTo>
                    <a:pt x="455256" y="14008"/>
                  </a:lnTo>
                  <a:lnTo>
                    <a:pt x="440055" y="3759"/>
                  </a:lnTo>
                  <a:lnTo>
                    <a:pt x="421424" y="0"/>
                  </a:lnTo>
                  <a:lnTo>
                    <a:pt x="401688" y="0"/>
                  </a:lnTo>
                  <a:lnTo>
                    <a:pt x="383057" y="3759"/>
                  </a:lnTo>
                  <a:lnTo>
                    <a:pt x="367842" y="14008"/>
                  </a:lnTo>
                  <a:lnTo>
                    <a:pt x="357593" y="29222"/>
                  </a:lnTo>
                  <a:lnTo>
                    <a:pt x="353834" y="47840"/>
                  </a:lnTo>
                  <a:lnTo>
                    <a:pt x="353834" y="103822"/>
                  </a:lnTo>
                  <a:lnTo>
                    <a:pt x="469277" y="103822"/>
                  </a:lnTo>
                  <a:lnTo>
                    <a:pt x="469277" y="47840"/>
                  </a:lnTo>
                  <a:close/>
                </a:path>
                <a:path w="760730" h="285750">
                  <a:moveTo>
                    <a:pt x="760260" y="227799"/>
                  </a:moveTo>
                  <a:lnTo>
                    <a:pt x="725068" y="227799"/>
                  </a:lnTo>
                  <a:lnTo>
                    <a:pt x="725068" y="285127"/>
                  </a:lnTo>
                  <a:lnTo>
                    <a:pt x="760260" y="285127"/>
                  </a:lnTo>
                  <a:lnTo>
                    <a:pt x="760260" y="227799"/>
                  </a:lnTo>
                  <a:close/>
                </a:path>
              </a:pathLst>
            </a:custGeom>
            <a:solidFill>
              <a:srgbClr val="DBCF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13364755" y="8747220"/>
              <a:ext cx="149860" cy="26034"/>
            </a:xfrm>
            <a:custGeom>
              <a:avLst/>
              <a:gdLst/>
              <a:ahLst/>
              <a:cxnLst/>
              <a:rect l="l" t="t" r="r" b="b"/>
              <a:pathLst>
                <a:path w="149859" h="26034">
                  <a:moveTo>
                    <a:pt x="149241" y="0"/>
                  </a:moveTo>
                  <a:lnTo>
                    <a:pt x="0" y="0"/>
                  </a:lnTo>
                  <a:lnTo>
                    <a:pt x="0" y="25685"/>
                  </a:lnTo>
                  <a:lnTo>
                    <a:pt x="149241" y="25685"/>
                  </a:lnTo>
                  <a:lnTo>
                    <a:pt x="149241" y="0"/>
                  </a:lnTo>
                  <a:close/>
                </a:path>
              </a:pathLst>
            </a:custGeom>
            <a:solidFill>
              <a:srgbClr val="EF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13103538" y="8191802"/>
              <a:ext cx="586740" cy="29845"/>
            </a:xfrm>
            <a:custGeom>
              <a:avLst/>
              <a:gdLst/>
              <a:ahLst/>
              <a:cxnLst/>
              <a:rect l="l" t="t" r="r" b="b"/>
              <a:pathLst>
                <a:path w="586740" h="29845">
                  <a:moveTo>
                    <a:pt x="586516" y="0"/>
                  </a:moveTo>
                  <a:lnTo>
                    <a:pt x="0" y="0"/>
                  </a:lnTo>
                  <a:lnTo>
                    <a:pt x="0" y="29444"/>
                  </a:lnTo>
                  <a:lnTo>
                    <a:pt x="586516" y="29444"/>
                  </a:lnTo>
                  <a:lnTo>
                    <a:pt x="586516" y="0"/>
                  </a:lnTo>
                  <a:close/>
                </a:path>
              </a:pathLst>
            </a:custGeom>
            <a:solidFill>
              <a:srgbClr val="6C708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13059156" y="8144160"/>
              <a:ext cx="539750" cy="29209"/>
            </a:xfrm>
            <a:custGeom>
              <a:avLst/>
              <a:gdLst/>
              <a:ahLst/>
              <a:cxnLst/>
              <a:rect l="l" t="t" r="r" b="b"/>
              <a:pathLst>
                <a:path w="539750" h="29209">
                  <a:moveTo>
                    <a:pt x="63347" y="0"/>
                  </a:moveTo>
                  <a:lnTo>
                    <a:pt x="0" y="0"/>
                  </a:lnTo>
                  <a:lnTo>
                    <a:pt x="0" y="28943"/>
                  </a:lnTo>
                  <a:lnTo>
                    <a:pt x="63347" y="28943"/>
                  </a:lnTo>
                  <a:lnTo>
                    <a:pt x="63347" y="0"/>
                  </a:lnTo>
                  <a:close/>
                </a:path>
                <a:path w="539750" h="29209">
                  <a:moveTo>
                    <a:pt x="539559" y="0"/>
                  </a:moveTo>
                  <a:lnTo>
                    <a:pt x="476211" y="0"/>
                  </a:lnTo>
                  <a:lnTo>
                    <a:pt x="476211" y="28943"/>
                  </a:lnTo>
                  <a:lnTo>
                    <a:pt x="539559" y="28943"/>
                  </a:lnTo>
                  <a:lnTo>
                    <a:pt x="539559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3" name="object 353" descr=""/>
            <p:cNvSpPr/>
            <p:nvPr/>
          </p:nvSpPr>
          <p:spPr>
            <a:xfrm>
              <a:off x="13078155" y="8084889"/>
              <a:ext cx="502920" cy="74295"/>
            </a:xfrm>
            <a:custGeom>
              <a:avLst/>
              <a:gdLst/>
              <a:ahLst/>
              <a:cxnLst/>
              <a:rect l="l" t="t" r="r" b="b"/>
              <a:pathLst>
                <a:path w="502919" h="74295">
                  <a:moveTo>
                    <a:pt x="27457" y="6807"/>
                  </a:moveTo>
                  <a:lnTo>
                    <a:pt x="21272" y="0"/>
                  </a:lnTo>
                  <a:lnTo>
                    <a:pt x="13728" y="0"/>
                  </a:lnTo>
                  <a:lnTo>
                    <a:pt x="6172" y="0"/>
                  </a:lnTo>
                  <a:lnTo>
                    <a:pt x="0" y="6807"/>
                  </a:lnTo>
                  <a:lnTo>
                    <a:pt x="0" y="66941"/>
                  </a:lnTo>
                  <a:lnTo>
                    <a:pt x="6172" y="73736"/>
                  </a:lnTo>
                  <a:lnTo>
                    <a:pt x="21272" y="73736"/>
                  </a:lnTo>
                  <a:lnTo>
                    <a:pt x="27457" y="66941"/>
                  </a:lnTo>
                  <a:lnTo>
                    <a:pt x="27457" y="6807"/>
                  </a:lnTo>
                  <a:close/>
                </a:path>
                <a:path w="502919" h="74295">
                  <a:moveTo>
                    <a:pt x="502615" y="6807"/>
                  </a:moveTo>
                  <a:lnTo>
                    <a:pt x="496430" y="0"/>
                  </a:lnTo>
                  <a:lnTo>
                    <a:pt x="488886" y="0"/>
                  </a:lnTo>
                  <a:lnTo>
                    <a:pt x="481330" y="0"/>
                  </a:lnTo>
                  <a:lnTo>
                    <a:pt x="475157" y="6807"/>
                  </a:lnTo>
                  <a:lnTo>
                    <a:pt x="475157" y="66941"/>
                  </a:lnTo>
                  <a:lnTo>
                    <a:pt x="481330" y="73736"/>
                  </a:lnTo>
                  <a:lnTo>
                    <a:pt x="496430" y="73736"/>
                  </a:lnTo>
                  <a:lnTo>
                    <a:pt x="502615" y="66941"/>
                  </a:lnTo>
                  <a:lnTo>
                    <a:pt x="502615" y="6807"/>
                  </a:lnTo>
                  <a:close/>
                </a:path>
              </a:pathLst>
            </a:custGeom>
            <a:solidFill>
              <a:srgbClr val="EFE6D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4" name="object 354" descr=""/>
          <p:cNvGrpSpPr/>
          <p:nvPr/>
        </p:nvGrpSpPr>
        <p:grpSpPr>
          <a:xfrm>
            <a:off x="11985813" y="8032696"/>
            <a:ext cx="471170" cy="965200"/>
            <a:chOff x="11985813" y="8032696"/>
            <a:chExt cx="471170" cy="965200"/>
          </a:xfrm>
        </p:grpSpPr>
        <p:pic>
          <p:nvPicPr>
            <p:cNvPr id="355" name="object 355" descr=""/>
            <p:cNvPicPr/>
            <p:nvPr/>
          </p:nvPicPr>
          <p:blipFill>
            <a:blip r:embed="rId80" cstate="print"/>
            <a:stretch>
              <a:fillRect/>
            </a:stretch>
          </p:blipFill>
          <p:spPr>
            <a:xfrm>
              <a:off x="12190065" y="8032696"/>
              <a:ext cx="105023" cy="140407"/>
            </a:xfrm>
            <a:prstGeom prst="rect">
              <a:avLst/>
            </a:prstGeom>
          </p:spPr>
        </p:pic>
        <p:sp>
          <p:nvSpPr>
            <p:cNvPr id="356" name="object 356" descr=""/>
            <p:cNvSpPr/>
            <p:nvPr/>
          </p:nvSpPr>
          <p:spPr>
            <a:xfrm>
              <a:off x="12016559" y="8173105"/>
              <a:ext cx="440690" cy="805180"/>
            </a:xfrm>
            <a:custGeom>
              <a:avLst/>
              <a:gdLst/>
              <a:ahLst/>
              <a:cxnLst/>
              <a:rect l="l" t="t" r="r" b="b"/>
              <a:pathLst>
                <a:path w="440690" h="805179">
                  <a:moveTo>
                    <a:pt x="347340" y="0"/>
                  </a:moveTo>
                  <a:lnTo>
                    <a:pt x="95107" y="0"/>
                  </a:lnTo>
                  <a:lnTo>
                    <a:pt x="76349" y="3966"/>
                  </a:lnTo>
                  <a:lnTo>
                    <a:pt x="60736" y="14869"/>
                  </a:lnTo>
                  <a:lnTo>
                    <a:pt x="49725" y="31217"/>
                  </a:lnTo>
                  <a:lnTo>
                    <a:pt x="44773" y="51516"/>
                  </a:lnTo>
                  <a:lnTo>
                    <a:pt x="0" y="728888"/>
                  </a:lnTo>
                  <a:lnTo>
                    <a:pt x="3628" y="758065"/>
                  </a:lnTo>
                  <a:lnTo>
                    <a:pt x="17057" y="782256"/>
                  </a:lnTo>
                  <a:lnTo>
                    <a:pt x="38001" y="798754"/>
                  </a:lnTo>
                  <a:lnTo>
                    <a:pt x="64176" y="804855"/>
                  </a:lnTo>
                  <a:lnTo>
                    <a:pt x="376156" y="804855"/>
                  </a:lnTo>
                  <a:lnTo>
                    <a:pt x="402279" y="798780"/>
                  </a:lnTo>
                  <a:lnTo>
                    <a:pt x="423203" y="782345"/>
                  </a:lnTo>
                  <a:lnTo>
                    <a:pt x="436652" y="758233"/>
                  </a:lnTo>
                  <a:lnTo>
                    <a:pt x="440353" y="729129"/>
                  </a:lnTo>
                  <a:lnTo>
                    <a:pt x="397684" y="51715"/>
                  </a:lnTo>
                  <a:lnTo>
                    <a:pt x="392774" y="31345"/>
                  </a:lnTo>
                  <a:lnTo>
                    <a:pt x="381771" y="14934"/>
                  </a:lnTo>
                  <a:lnTo>
                    <a:pt x="366138" y="3984"/>
                  </a:lnTo>
                  <a:lnTo>
                    <a:pt x="347340" y="0"/>
                  </a:lnTo>
                  <a:close/>
                </a:path>
              </a:pathLst>
            </a:custGeom>
            <a:solidFill>
              <a:srgbClr val="20284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7" name="object 357" descr=""/>
            <p:cNvSpPr/>
            <p:nvPr/>
          </p:nvSpPr>
          <p:spPr>
            <a:xfrm>
              <a:off x="12172362" y="8173102"/>
              <a:ext cx="143510" cy="796290"/>
            </a:xfrm>
            <a:custGeom>
              <a:avLst/>
              <a:gdLst/>
              <a:ahLst/>
              <a:cxnLst/>
              <a:rect l="l" t="t" r="r" b="b"/>
              <a:pathLst>
                <a:path w="143509" h="796290">
                  <a:moveTo>
                    <a:pt x="142896" y="0"/>
                  </a:moveTo>
                  <a:lnTo>
                    <a:pt x="0" y="0"/>
                  </a:lnTo>
                  <a:lnTo>
                    <a:pt x="0" y="795818"/>
                  </a:lnTo>
                  <a:lnTo>
                    <a:pt x="142896" y="795818"/>
                  </a:lnTo>
                  <a:lnTo>
                    <a:pt x="142896" y="0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8" name="object 358" descr=""/>
            <p:cNvSpPr/>
            <p:nvPr/>
          </p:nvSpPr>
          <p:spPr>
            <a:xfrm>
              <a:off x="12007283" y="8173107"/>
              <a:ext cx="121285" cy="574675"/>
            </a:xfrm>
            <a:custGeom>
              <a:avLst/>
              <a:gdLst/>
              <a:ahLst/>
              <a:cxnLst/>
              <a:rect l="l" t="t" r="r" b="b"/>
              <a:pathLst>
                <a:path w="121284" h="574675">
                  <a:moveTo>
                    <a:pt x="121273" y="0"/>
                  </a:moveTo>
                  <a:lnTo>
                    <a:pt x="92206" y="0"/>
                  </a:lnTo>
                  <a:lnTo>
                    <a:pt x="57414" y="7695"/>
                  </a:lnTo>
                  <a:lnTo>
                    <a:pt x="28950" y="28698"/>
                  </a:lnTo>
                  <a:lnTo>
                    <a:pt x="9673" y="59882"/>
                  </a:lnTo>
                  <a:lnTo>
                    <a:pt x="2439" y="98122"/>
                  </a:lnTo>
                  <a:lnTo>
                    <a:pt x="0" y="492257"/>
                  </a:lnTo>
                  <a:lnTo>
                    <a:pt x="446" y="523754"/>
                  </a:lnTo>
                  <a:lnTo>
                    <a:pt x="2032" y="549811"/>
                  </a:lnTo>
                  <a:lnTo>
                    <a:pt x="4492" y="567554"/>
                  </a:lnTo>
                  <a:lnTo>
                    <a:pt x="7559" y="574108"/>
                  </a:lnTo>
                  <a:lnTo>
                    <a:pt x="53851" y="574108"/>
                  </a:lnTo>
                  <a:lnTo>
                    <a:pt x="56434" y="532928"/>
                  </a:lnTo>
                  <a:lnTo>
                    <a:pt x="57812" y="487361"/>
                  </a:lnTo>
                  <a:lnTo>
                    <a:pt x="59188" y="430394"/>
                  </a:lnTo>
                  <a:lnTo>
                    <a:pt x="60521" y="365964"/>
                  </a:lnTo>
                  <a:lnTo>
                    <a:pt x="62877" y="230470"/>
                  </a:lnTo>
                  <a:lnTo>
                    <a:pt x="64532" y="112384"/>
                  </a:lnTo>
                  <a:lnTo>
                    <a:pt x="68722" y="79050"/>
                  </a:lnTo>
                  <a:lnTo>
                    <a:pt x="80027" y="48323"/>
                  </a:lnTo>
                  <a:lnTo>
                    <a:pt x="97770" y="21529"/>
                  </a:lnTo>
                  <a:lnTo>
                    <a:pt x="121273" y="0"/>
                  </a:lnTo>
                  <a:close/>
                </a:path>
              </a:pathLst>
            </a:custGeom>
            <a:solidFill>
              <a:srgbClr val="2C345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11992902" y="8712473"/>
              <a:ext cx="451484" cy="285750"/>
            </a:xfrm>
            <a:custGeom>
              <a:avLst/>
              <a:gdLst/>
              <a:ahLst/>
              <a:cxnLst/>
              <a:rect l="l" t="t" r="r" b="b"/>
              <a:pathLst>
                <a:path w="451484" h="285750">
                  <a:moveTo>
                    <a:pt x="48425" y="26657"/>
                  </a:moveTo>
                  <a:lnTo>
                    <a:pt x="46520" y="16281"/>
                  </a:lnTo>
                  <a:lnTo>
                    <a:pt x="41325" y="7810"/>
                  </a:lnTo>
                  <a:lnTo>
                    <a:pt x="33629" y="2095"/>
                  </a:lnTo>
                  <a:lnTo>
                    <a:pt x="24206" y="0"/>
                  </a:lnTo>
                  <a:lnTo>
                    <a:pt x="14782" y="2095"/>
                  </a:lnTo>
                  <a:lnTo>
                    <a:pt x="7086" y="7810"/>
                  </a:lnTo>
                  <a:lnTo>
                    <a:pt x="1905" y="16281"/>
                  </a:lnTo>
                  <a:lnTo>
                    <a:pt x="0" y="26657"/>
                  </a:lnTo>
                  <a:lnTo>
                    <a:pt x="0" y="103822"/>
                  </a:lnTo>
                  <a:lnTo>
                    <a:pt x="48425" y="103822"/>
                  </a:lnTo>
                  <a:lnTo>
                    <a:pt x="48425" y="26657"/>
                  </a:lnTo>
                  <a:close/>
                </a:path>
                <a:path w="451484" h="285750">
                  <a:moveTo>
                    <a:pt x="73799" y="227799"/>
                  </a:moveTo>
                  <a:lnTo>
                    <a:pt x="38608" y="227799"/>
                  </a:lnTo>
                  <a:lnTo>
                    <a:pt x="38608" y="285127"/>
                  </a:lnTo>
                  <a:lnTo>
                    <a:pt x="73799" y="285127"/>
                  </a:lnTo>
                  <a:lnTo>
                    <a:pt x="73799" y="227799"/>
                  </a:lnTo>
                  <a:close/>
                </a:path>
                <a:path w="451484" h="285750">
                  <a:moveTo>
                    <a:pt x="451116" y="227799"/>
                  </a:moveTo>
                  <a:lnTo>
                    <a:pt x="415912" y="227799"/>
                  </a:lnTo>
                  <a:lnTo>
                    <a:pt x="415912" y="285127"/>
                  </a:lnTo>
                  <a:lnTo>
                    <a:pt x="451116" y="285127"/>
                  </a:lnTo>
                  <a:lnTo>
                    <a:pt x="451116" y="227799"/>
                  </a:lnTo>
                  <a:close/>
                </a:path>
              </a:pathLst>
            </a:custGeom>
            <a:solidFill>
              <a:srgbClr val="DBCFB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0" name="object 360" descr=""/>
            <p:cNvSpPr/>
            <p:nvPr/>
          </p:nvSpPr>
          <p:spPr>
            <a:xfrm>
              <a:off x="11985803" y="8336108"/>
              <a:ext cx="435609" cy="436880"/>
            </a:xfrm>
            <a:custGeom>
              <a:avLst/>
              <a:gdLst/>
              <a:ahLst/>
              <a:cxnLst/>
              <a:rect l="l" t="t" r="r" b="b"/>
              <a:pathLst>
                <a:path w="435609" h="436879">
                  <a:moveTo>
                    <a:pt x="62611" y="411124"/>
                  </a:moveTo>
                  <a:lnTo>
                    <a:pt x="0" y="411124"/>
                  </a:lnTo>
                  <a:lnTo>
                    <a:pt x="0" y="436803"/>
                  </a:lnTo>
                  <a:lnTo>
                    <a:pt x="62611" y="436803"/>
                  </a:lnTo>
                  <a:lnTo>
                    <a:pt x="62611" y="411124"/>
                  </a:lnTo>
                  <a:close/>
                </a:path>
                <a:path w="435609" h="436879">
                  <a:moveTo>
                    <a:pt x="435444" y="0"/>
                  </a:moveTo>
                  <a:lnTo>
                    <a:pt x="355485" y="0"/>
                  </a:lnTo>
                  <a:lnTo>
                    <a:pt x="355485" y="22034"/>
                  </a:lnTo>
                  <a:lnTo>
                    <a:pt x="435444" y="22034"/>
                  </a:lnTo>
                  <a:lnTo>
                    <a:pt x="435444" y="0"/>
                  </a:lnTo>
                  <a:close/>
                </a:path>
              </a:pathLst>
            </a:custGeom>
            <a:solidFill>
              <a:srgbClr val="EFE6D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1" name="object 361" descr=""/>
            <p:cNvSpPr/>
            <p:nvPr/>
          </p:nvSpPr>
          <p:spPr>
            <a:xfrm>
              <a:off x="12021711" y="8191804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5">
                  <a:moveTo>
                    <a:pt x="46197" y="0"/>
                  </a:moveTo>
                  <a:lnTo>
                    <a:pt x="25276" y="0"/>
                  </a:lnTo>
                  <a:lnTo>
                    <a:pt x="0" y="29444"/>
                  </a:lnTo>
                  <a:lnTo>
                    <a:pt x="46197" y="29444"/>
                  </a:lnTo>
                  <a:lnTo>
                    <a:pt x="46197" y="0"/>
                  </a:lnTo>
                  <a:close/>
                </a:path>
              </a:pathLst>
            </a:custGeom>
            <a:solidFill>
              <a:srgbClr val="6C708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2" name="object 362" descr=""/>
          <p:cNvSpPr/>
          <p:nvPr/>
        </p:nvSpPr>
        <p:spPr>
          <a:xfrm>
            <a:off x="14469022" y="4537893"/>
            <a:ext cx="310515" cy="903605"/>
          </a:xfrm>
          <a:custGeom>
            <a:avLst/>
            <a:gdLst/>
            <a:ahLst/>
            <a:cxnLst/>
            <a:rect l="l" t="t" r="r" b="b"/>
            <a:pathLst>
              <a:path w="310515" h="903604">
                <a:moveTo>
                  <a:pt x="310108" y="165608"/>
                </a:moveTo>
                <a:lnTo>
                  <a:pt x="300786" y="126415"/>
                </a:lnTo>
                <a:lnTo>
                  <a:pt x="271564" y="79857"/>
                </a:lnTo>
                <a:lnTo>
                  <a:pt x="231660" y="36347"/>
                </a:lnTo>
                <a:lnTo>
                  <a:pt x="190271" y="6273"/>
                </a:lnTo>
                <a:lnTo>
                  <a:pt x="156603" y="0"/>
                </a:lnTo>
                <a:lnTo>
                  <a:pt x="140474" y="8928"/>
                </a:lnTo>
                <a:lnTo>
                  <a:pt x="118160" y="61874"/>
                </a:lnTo>
                <a:lnTo>
                  <a:pt x="103924" y="144487"/>
                </a:lnTo>
                <a:lnTo>
                  <a:pt x="93776" y="209626"/>
                </a:lnTo>
                <a:lnTo>
                  <a:pt x="72656" y="350050"/>
                </a:lnTo>
                <a:lnTo>
                  <a:pt x="60210" y="434759"/>
                </a:lnTo>
                <a:lnTo>
                  <a:pt x="41490" y="527900"/>
                </a:lnTo>
                <a:lnTo>
                  <a:pt x="30746" y="584415"/>
                </a:lnTo>
                <a:lnTo>
                  <a:pt x="23888" y="627265"/>
                </a:lnTo>
                <a:lnTo>
                  <a:pt x="16852" y="679386"/>
                </a:lnTo>
                <a:lnTo>
                  <a:pt x="9448" y="745083"/>
                </a:lnTo>
                <a:lnTo>
                  <a:pt x="4191" y="805878"/>
                </a:lnTo>
                <a:lnTo>
                  <a:pt x="1041" y="850582"/>
                </a:lnTo>
                <a:lnTo>
                  <a:pt x="0" y="867968"/>
                </a:lnTo>
                <a:lnTo>
                  <a:pt x="144094" y="903249"/>
                </a:lnTo>
                <a:lnTo>
                  <a:pt x="199771" y="693928"/>
                </a:lnTo>
                <a:lnTo>
                  <a:pt x="229984" y="578129"/>
                </a:lnTo>
                <a:lnTo>
                  <a:pt x="245021" y="515340"/>
                </a:lnTo>
                <a:lnTo>
                  <a:pt x="245440" y="515239"/>
                </a:lnTo>
                <a:lnTo>
                  <a:pt x="279374" y="343166"/>
                </a:lnTo>
                <a:lnTo>
                  <a:pt x="297434" y="249402"/>
                </a:lnTo>
                <a:lnTo>
                  <a:pt x="305650" y="201142"/>
                </a:lnTo>
                <a:lnTo>
                  <a:pt x="310108" y="165608"/>
                </a:lnTo>
                <a:close/>
              </a:path>
            </a:pathLst>
          </a:custGeom>
          <a:solidFill>
            <a:srgbClr val="03465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3" name="object 363" descr=""/>
          <p:cNvGrpSpPr/>
          <p:nvPr/>
        </p:nvGrpSpPr>
        <p:grpSpPr>
          <a:xfrm>
            <a:off x="14625632" y="4456593"/>
            <a:ext cx="782955" cy="984885"/>
            <a:chOff x="14625632" y="4456593"/>
            <a:chExt cx="782955" cy="984885"/>
          </a:xfrm>
        </p:grpSpPr>
        <p:sp>
          <p:nvSpPr>
            <p:cNvPr id="364" name="object 364" descr=""/>
            <p:cNvSpPr/>
            <p:nvPr/>
          </p:nvSpPr>
          <p:spPr>
            <a:xfrm>
              <a:off x="15098396" y="4537893"/>
              <a:ext cx="310515" cy="903605"/>
            </a:xfrm>
            <a:custGeom>
              <a:avLst/>
              <a:gdLst/>
              <a:ahLst/>
              <a:cxnLst/>
              <a:rect l="l" t="t" r="r" b="b"/>
              <a:pathLst>
                <a:path w="310515" h="903604">
                  <a:moveTo>
                    <a:pt x="310108" y="867968"/>
                  </a:moveTo>
                  <a:lnTo>
                    <a:pt x="305930" y="805878"/>
                  </a:lnTo>
                  <a:lnTo>
                    <a:pt x="300659" y="745083"/>
                  </a:lnTo>
                  <a:lnTo>
                    <a:pt x="293255" y="679386"/>
                  </a:lnTo>
                  <a:lnTo>
                    <a:pt x="286219" y="627265"/>
                  </a:lnTo>
                  <a:lnTo>
                    <a:pt x="279361" y="584415"/>
                  </a:lnTo>
                  <a:lnTo>
                    <a:pt x="268630" y="527900"/>
                  </a:lnTo>
                  <a:lnTo>
                    <a:pt x="249948" y="434809"/>
                  </a:lnTo>
                  <a:lnTo>
                    <a:pt x="237464" y="350050"/>
                  </a:lnTo>
                  <a:lnTo>
                    <a:pt x="216344" y="209626"/>
                  </a:lnTo>
                  <a:lnTo>
                    <a:pt x="206197" y="144487"/>
                  </a:lnTo>
                  <a:lnTo>
                    <a:pt x="197713" y="92722"/>
                  </a:lnTo>
                  <a:lnTo>
                    <a:pt x="185254" y="34061"/>
                  </a:lnTo>
                  <a:lnTo>
                    <a:pt x="153504" y="0"/>
                  </a:lnTo>
                  <a:lnTo>
                    <a:pt x="119837" y="6273"/>
                  </a:lnTo>
                  <a:lnTo>
                    <a:pt x="78447" y="36347"/>
                  </a:lnTo>
                  <a:lnTo>
                    <a:pt x="38544" y="79857"/>
                  </a:lnTo>
                  <a:lnTo>
                    <a:pt x="9321" y="126415"/>
                  </a:lnTo>
                  <a:lnTo>
                    <a:pt x="0" y="165608"/>
                  </a:lnTo>
                  <a:lnTo>
                    <a:pt x="4457" y="201142"/>
                  </a:lnTo>
                  <a:lnTo>
                    <a:pt x="12687" y="249402"/>
                  </a:lnTo>
                  <a:lnTo>
                    <a:pt x="30734" y="343166"/>
                  </a:lnTo>
                  <a:lnTo>
                    <a:pt x="64668" y="515239"/>
                  </a:lnTo>
                  <a:lnTo>
                    <a:pt x="65087" y="515340"/>
                  </a:lnTo>
                  <a:lnTo>
                    <a:pt x="80124" y="578129"/>
                  </a:lnTo>
                  <a:lnTo>
                    <a:pt x="110337" y="693928"/>
                  </a:lnTo>
                  <a:lnTo>
                    <a:pt x="166014" y="903249"/>
                  </a:lnTo>
                  <a:lnTo>
                    <a:pt x="310108" y="867968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5" name="object 365" descr=""/>
            <p:cNvSpPr/>
            <p:nvPr/>
          </p:nvSpPr>
          <p:spPr>
            <a:xfrm>
              <a:off x="14625632" y="4467314"/>
              <a:ext cx="626745" cy="967105"/>
            </a:xfrm>
            <a:custGeom>
              <a:avLst/>
              <a:gdLst/>
              <a:ahLst/>
              <a:cxnLst/>
              <a:rect l="l" t="t" r="r" b="b"/>
              <a:pathLst>
                <a:path w="626744" h="967104">
                  <a:moveTo>
                    <a:pt x="440866" y="0"/>
                  </a:moveTo>
                  <a:lnTo>
                    <a:pt x="313142" y="514225"/>
                  </a:lnTo>
                  <a:lnTo>
                    <a:pt x="159670" y="2020"/>
                  </a:lnTo>
                  <a:lnTo>
                    <a:pt x="0" y="70573"/>
                  </a:lnTo>
                  <a:lnTo>
                    <a:pt x="24118" y="382851"/>
                  </a:lnTo>
                  <a:lnTo>
                    <a:pt x="36548" y="548290"/>
                  </a:lnTo>
                  <a:lnTo>
                    <a:pt x="41243" y="622105"/>
                  </a:lnTo>
                  <a:lnTo>
                    <a:pt x="42155" y="659508"/>
                  </a:lnTo>
                  <a:lnTo>
                    <a:pt x="45681" y="753873"/>
                  </a:lnTo>
                  <a:lnTo>
                    <a:pt x="52285" y="834321"/>
                  </a:lnTo>
                  <a:lnTo>
                    <a:pt x="58666" y="890316"/>
                  </a:lnTo>
                  <a:lnTo>
                    <a:pt x="178497" y="945684"/>
                  </a:lnTo>
                  <a:lnTo>
                    <a:pt x="240281" y="962592"/>
                  </a:lnTo>
                  <a:lnTo>
                    <a:pt x="267397" y="966957"/>
                  </a:lnTo>
                  <a:lnTo>
                    <a:pt x="280357" y="963687"/>
                  </a:lnTo>
                  <a:lnTo>
                    <a:pt x="292904" y="951765"/>
                  </a:lnTo>
                  <a:lnTo>
                    <a:pt x="303958" y="932611"/>
                  </a:lnTo>
                  <a:lnTo>
                    <a:pt x="311829" y="914818"/>
                  </a:lnTo>
                  <a:lnTo>
                    <a:pt x="314828" y="906977"/>
                  </a:lnTo>
                  <a:lnTo>
                    <a:pt x="327801" y="942169"/>
                  </a:lnTo>
                  <a:lnTo>
                    <a:pt x="335801" y="959867"/>
                  </a:lnTo>
                  <a:lnTo>
                    <a:pt x="342136" y="965441"/>
                  </a:lnTo>
                  <a:lnTo>
                    <a:pt x="350114" y="964263"/>
                  </a:lnTo>
                  <a:lnTo>
                    <a:pt x="429839" y="938788"/>
                  </a:lnTo>
                  <a:lnTo>
                    <a:pt x="490743" y="918314"/>
                  </a:lnTo>
                  <a:lnTo>
                    <a:pt x="541783" y="899840"/>
                  </a:lnTo>
                  <a:lnTo>
                    <a:pt x="566836" y="868793"/>
                  </a:lnTo>
                  <a:lnTo>
                    <a:pt x="568052" y="821840"/>
                  </a:lnTo>
                  <a:lnTo>
                    <a:pt x="568794" y="756656"/>
                  </a:lnTo>
                  <a:lnTo>
                    <a:pt x="569165" y="682015"/>
                  </a:lnTo>
                  <a:lnTo>
                    <a:pt x="569050" y="464425"/>
                  </a:lnTo>
                  <a:lnTo>
                    <a:pt x="577991" y="392819"/>
                  </a:lnTo>
                  <a:lnTo>
                    <a:pt x="597662" y="258551"/>
                  </a:lnTo>
                  <a:lnTo>
                    <a:pt x="626274" y="70573"/>
                  </a:lnTo>
                  <a:lnTo>
                    <a:pt x="440866" y="0"/>
                  </a:lnTo>
                  <a:close/>
                </a:path>
              </a:pathLst>
            </a:custGeom>
            <a:solidFill>
              <a:srgbClr val="1A57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6" name="object 366" descr=""/>
            <p:cNvSpPr/>
            <p:nvPr/>
          </p:nvSpPr>
          <p:spPr>
            <a:xfrm>
              <a:off x="14749794" y="4456601"/>
              <a:ext cx="363855" cy="758190"/>
            </a:xfrm>
            <a:custGeom>
              <a:avLst/>
              <a:gdLst/>
              <a:ahLst/>
              <a:cxnLst/>
              <a:rect l="l" t="t" r="r" b="b"/>
              <a:pathLst>
                <a:path w="363855" h="758189">
                  <a:moveTo>
                    <a:pt x="191795" y="742391"/>
                  </a:moveTo>
                  <a:lnTo>
                    <a:pt x="188379" y="731697"/>
                  </a:lnTo>
                  <a:lnTo>
                    <a:pt x="178142" y="726833"/>
                  </a:lnTo>
                  <a:lnTo>
                    <a:pt x="167894" y="731697"/>
                  </a:lnTo>
                  <a:lnTo>
                    <a:pt x="164477" y="742391"/>
                  </a:lnTo>
                  <a:lnTo>
                    <a:pt x="167894" y="753084"/>
                  </a:lnTo>
                  <a:lnTo>
                    <a:pt x="178142" y="757948"/>
                  </a:lnTo>
                  <a:lnTo>
                    <a:pt x="188379" y="753084"/>
                  </a:lnTo>
                  <a:lnTo>
                    <a:pt x="191795" y="742391"/>
                  </a:lnTo>
                  <a:close/>
                </a:path>
                <a:path w="363855" h="758189">
                  <a:moveTo>
                    <a:pt x="191795" y="648398"/>
                  </a:moveTo>
                  <a:lnTo>
                    <a:pt x="188379" y="637705"/>
                  </a:lnTo>
                  <a:lnTo>
                    <a:pt x="178142" y="632841"/>
                  </a:lnTo>
                  <a:lnTo>
                    <a:pt x="167894" y="637705"/>
                  </a:lnTo>
                  <a:lnTo>
                    <a:pt x="164477" y="648398"/>
                  </a:lnTo>
                  <a:lnTo>
                    <a:pt x="167894" y="659091"/>
                  </a:lnTo>
                  <a:lnTo>
                    <a:pt x="178142" y="663956"/>
                  </a:lnTo>
                  <a:lnTo>
                    <a:pt x="188379" y="659091"/>
                  </a:lnTo>
                  <a:lnTo>
                    <a:pt x="191795" y="648398"/>
                  </a:lnTo>
                  <a:close/>
                </a:path>
                <a:path w="363855" h="758189">
                  <a:moveTo>
                    <a:pt x="363715" y="78994"/>
                  </a:moveTo>
                  <a:lnTo>
                    <a:pt x="350342" y="40309"/>
                  </a:lnTo>
                  <a:lnTo>
                    <a:pt x="333629" y="16598"/>
                  </a:lnTo>
                  <a:lnTo>
                    <a:pt x="319036" y="4343"/>
                  </a:lnTo>
                  <a:lnTo>
                    <a:pt x="312026" y="0"/>
                  </a:lnTo>
                  <a:lnTo>
                    <a:pt x="221640" y="308114"/>
                  </a:lnTo>
                  <a:lnTo>
                    <a:pt x="199707" y="383844"/>
                  </a:lnTo>
                  <a:lnTo>
                    <a:pt x="193624" y="407860"/>
                  </a:lnTo>
                  <a:lnTo>
                    <a:pt x="191262" y="425615"/>
                  </a:lnTo>
                  <a:lnTo>
                    <a:pt x="165341" y="344144"/>
                  </a:lnTo>
                  <a:lnTo>
                    <a:pt x="117741" y="199263"/>
                  </a:lnTo>
                  <a:lnTo>
                    <a:pt x="51689" y="0"/>
                  </a:lnTo>
                  <a:lnTo>
                    <a:pt x="44678" y="4343"/>
                  </a:lnTo>
                  <a:lnTo>
                    <a:pt x="30086" y="16598"/>
                  </a:lnTo>
                  <a:lnTo>
                    <a:pt x="13373" y="40309"/>
                  </a:lnTo>
                  <a:lnTo>
                    <a:pt x="0" y="78994"/>
                  </a:lnTo>
                  <a:lnTo>
                    <a:pt x="23952" y="175310"/>
                  </a:lnTo>
                  <a:lnTo>
                    <a:pt x="89535" y="325640"/>
                  </a:lnTo>
                  <a:lnTo>
                    <a:pt x="157594" y="464146"/>
                  </a:lnTo>
                  <a:lnTo>
                    <a:pt x="185686" y="518604"/>
                  </a:lnTo>
                  <a:lnTo>
                    <a:pt x="183413" y="575779"/>
                  </a:lnTo>
                  <a:lnTo>
                    <a:pt x="213436" y="507034"/>
                  </a:lnTo>
                  <a:lnTo>
                    <a:pt x="278511" y="351066"/>
                  </a:lnTo>
                  <a:lnTo>
                    <a:pt x="341109" y="183248"/>
                  </a:lnTo>
                  <a:lnTo>
                    <a:pt x="363715" y="78994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7" name="object 367" descr=""/>
          <p:cNvSpPr/>
          <p:nvPr/>
        </p:nvSpPr>
        <p:spPr>
          <a:xfrm>
            <a:off x="16184626" y="4496390"/>
            <a:ext cx="281305" cy="902969"/>
          </a:xfrm>
          <a:custGeom>
            <a:avLst/>
            <a:gdLst/>
            <a:ahLst/>
            <a:cxnLst/>
            <a:rect l="l" t="t" r="r" b="b"/>
            <a:pathLst>
              <a:path w="281305" h="902970">
                <a:moveTo>
                  <a:pt x="281012" y="157835"/>
                </a:moveTo>
                <a:lnTo>
                  <a:pt x="270090" y="119126"/>
                </a:lnTo>
                <a:lnTo>
                  <a:pt x="239001" y="74079"/>
                </a:lnTo>
                <a:lnTo>
                  <a:pt x="197345" y="32588"/>
                </a:lnTo>
                <a:lnTo>
                  <a:pt x="154762" y="4584"/>
                </a:lnTo>
                <a:lnTo>
                  <a:pt x="120878" y="0"/>
                </a:lnTo>
                <a:lnTo>
                  <a:pt x="105117" y="9728"/>
                </a:lnTo>
                <a:lnTo>
                  <a:pt x="85001" y="63715"/>
                </a:lnTo>
                <a:lnTo>
                  <a:pt x="74168" y="146951"/>
                </a:lnTo>
                <a:lnTo>
                  <a:pt x="66700" y="212534"/>
                </a:lnTo>
                <a:lnTo>
                  <a:pt x="51346" y="353860"/>
                </a:lnTo>
                <a:lnTo>
                  <a:pt x="42379" y="439102"/>
                </a:lnTo>
                <a:lnTo>
                  <a:pt x="27508" y="533082"/>
                </a:lnTo>
                <a:lnTo>
                  <a:pt x="19088" y="590067"/>
                </a:lnTo>
                <a:lnTo>
                  <a:pt x="13995" y="633209"/>
                </a:lnTo>
                <a:lnTo>
                  <a:pt x="9093" y="685634"/>
                </a:lnTo>
                <a:lnTo>
                  <a:pt x="4394" y="751624"/>
                </a:lnTo>
                <a:lnTo>
                  <a:pt x="1625" y="812622"/>
                </a:lnTo>
                <a:lnTo>
                  <a:pt x="330" y="857427"/>
                </a:lnTo>
                <a:lnTo>
                  <a:pt x="0" y="874852"/>
                </a:lnTo>
                <a:lnTo>
                  <a:pt x="145389" y="902944"/>
                </a:lnTo>
                <a:lnTo>
                  <a:pt x="192430" y="691070"/>
                </a:lnTo>
                <a:lnTo>
                  <a:pt x="217868" y="573900"/>
                </a:lnTo>
                <a:lnTo>
                  <a:pt x="230314" y="510425"/>
                </a:lnTo>
                <a:lnTo>
                  <a:pt x="230746" y="510298"/>
                </a:lnTo>
                <a:lnTo>
                  <a:pt x="257594" y="336727"/>
                </a:lnTo>
                <a:lnTo>
                  <a:pt x="271780" y="242150"/>
                </a:lnTo>
                <a:lnTo>
                  <a:pt x="278015" y="193535"/>
                </a:lnTo>
                <a:lnTo>
                  <a:pt x="281012" y="157835"/>
                </a:lnTo>
                <a:close/>
              </a:path>
            </a:pathLst>
          </a:custGeom>
          <a:solidFill>
            <a:srgbClr val="03465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8" name="object 368" descr=""/>
          <p:cNvGrpSpPr/>
          <p:nvPr/>
        </p:nvGrpSpPr>
        <p:grpSpPr>
          <a:xfrm>
            <a:off x="16304846" y="4414088"/>
            <a:ext cx="810895" cy="984885"/>
            <a:chOff x="16304846" y="4414088"/>
            <a:chExt cx="810895" cy="984885"/>
          </a:xfrm>
        </p:grpSpPr>
        <p:sp>
          <p:nvSpPr>
            <p:cNvPr id="369" name="object 369" descr=""/>
            <p:cNvSpPr/>
            <p:nvPr/>
          </p:nvSpPr>
          <p:spPr>
            <a:xfrm>
              <a:off x="16780905" y="4496466"/>
              <a:ext cx="334645" cy="902335"/>
            </a:xfrm>
            <a:custGeom>
              <a:avLst/>
              <a:gdLst/>
              <a:ahLst/>
              <a:cxnLst/>
              <a:rect l="l" t="t" r="r" b="b"/>
              <a:pathLst>
                <a:path w="334644" h="902335">
                  <a:moveTo>
                    <a:pt x="334505" y="860666"/>
                  </a:moveTo>
                  <a:lnTo>
                    <a:pt x="328155" y="798804"/>
                  </a:lnTo>
                  <a:lnTo>
                    <a:pt x="320763" y="738276"/>
                  </a:lnTo>
                  <a:lnTo>
                    <a:pt x="311061" y="672947"/>
                  </a:lnTo>
                  <a:lnTo>
                    <a:pt x="302196" y="621157"/>
                  </a:lnTo>
                  <a:lnTo>
                    <a:pt x="293839" y="578624"/>
                  </a:lnTo>
                  <a:lnTo>
                    <a:pt x="281127" y="522617"/>
                  </a:lnTo>
                  <a:lnTo>
                    <a:pt x="259194" y="430390"/>
                  </a:lnTo>
                  <a:lnTo>
                    <a:pt x="243751" y="346214"/>
                  </a:lnTo>
                  <a:lnTo>
                    <a:pt x="217728" y="206794"/>
                  </a:lnTo>
                  <a:lnTo>
                    <a:pt x="205295" y="142138"/>
                  </a:lnTo>
                  <a:lnTo>
                    <a:pt x="195021" y="90779"/>
                  </a:lnTo>
                  <a:lnTo>
                    <a:pt x="180517" y="32689"/>
                  </a:lnTo>
                  <a:lnTo>
                    <a:pt x="147586" y="0"/>
                  </a:lnTo>
                  <a:lnTo>
                    <a:pt x="114160" y="7696"/>
                  </a:lnTo>
                  <a:lnTo>
                    <a:pt x="73863" y="39509"/>
                  </a:lnTo>
                  <a:lnTo>
                    <a:pt x="35509" y="84683"/>
                  </a:lnTo>
                  <a:lnTo>
                    <a:pt x="7937" y="132448"/>
                  </a:lnTo>
                  <a:lnTo>
                    <a:pt x="0" y="172021"/>
                  </a:lnTo>
                  <a:lnTo>
                    <a:pt x="5715" y="207327"/>
                  </a:lnTo>
                  <a:lnTo>
                    <a:pt x="15621" y="255206"/>
                  </a:lnTo>
                  <a:lnTo>
                    <a:pt x="36944" y="348132"/>
                  </a:lnTo>
                  <a:lnTo>
                    <a:pt x="76885" y="518629"/>
                  </a:lnTo>
                  <a:lnTo>
                    <a:pt x="77304" y="518706"/>
                  </a:lnTo>
                  <a:lnTo>
                    <a:pt x="94538" y="580821"/>
                  </a:lnTo>
                  <a:lnTo>
                    <a:pt x="128790" y="695236"/>
                  </a:lnTo>
                  <a:lnTo>
                    <a:pt x="191770" y="902042"/>
                  </a:lnTo>
                  <a:lnTo>
                    <a:pt x="334505" y="860666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0" name="object 370" descr=""/>
            <p:cNvSpPr/>
            <p:nvPr/>
          </p:nvSpPr>
          <p:spPr>
            <a:xfrm>
              <a:off x="16304846" y="4424810"/>
              <a:ext cx="626745" cy="969644"/>
            </a:xfrm>
            <a:custGeom>
              <a:avLst/>
              <a:gdLst/>
              <a:ahLst/>
              <a:cxnLst/>
              <a:rect l="l" t="t" r="r" b="b"/>
              <a:pathLst>
                <a:path w="626744" h="969645">
                  <a:moveTo>
                    <a:pt x="440855" y="0"/>
                  </a:moveTo>
                  <a:lnTo>
                    <a:pt x="283132" y="558119"/>
                  </a:lnTo>
                  <a:lnTo>
                    <a:pt x="159660" y="2020"/>
                  </a:lnTo>
                  <a:lnTo>
                    <a:pt x="0" y="70573"/>
                  </a:lnTo>
                  <a:lnTo>
                    <a:pt x="24111" y="382851"/>
                  </a:lnTo>
                  <a:lnTo>
                    <a:pt x="36539" y="548290"/>
                  </a:lnTo>
                  <a:lnTo>
                    <a:pt x="41233" y="622105"/>
                  </a:lnTo>
                  <a:lnTo>
                    <a:pt x="42145" y="659508"/>
                  </a:lnTo>
                  <a:lnTo>
                    <a:pt x="45671" y="753873"/>
                  </a:lnTo>
                  <a:lnTo>
                    <a:pt x="52274" y="834321"/>
                  </a:lnTo>
                  <a:lnTo>
                    <a:pt x="58656" y="890316"/>
                  </a:lnTo>
                  <a:lnTo>
                    <a:pt x="157305" y="947167"/>
                  </a:lnTo>
                  <a:lnTo>
                    <a:pt x="208213" y="964837"/>
                  </a:lnTo>
                  <a:lnTo>
                    <a:pt x="231321" y="969482"/>
                  </a:lnTo>
                  <a:lnTo>
                    <a:pt x="243709" y="966253"/>
                  </a:lnTo>
                  <a:lnTo>
                    <a:pt x="256252" y="954331"/>
                  </a:lnTo>
                  <a:lnTo>
                    <a:pt x="267305" y="935177"/>
                  </a:lnTo>
                  <a:lnTo>
                    <a:pt x="275179" y="917383"/>
                  </a:lnTo>
                  <a:lnTo>
                    <a:pt x="278180" y="909542"/>
                  </a:lnTo>
                  <a:lnTo>
                    <a:pt x="291152" y="944734"/>
                  </a:lnTo>
                  <a:lnTo>
                    <a:pt x="299151" y="962432"/>
                  </a:lnTo>
                  <a:lnTo>
                    <a:pt x="305483" y="968007"/>
                  </a:lnTo>
                  <a:lnTo>
                    <a:pt x="313456" y="966829"/>
                  </a:lnTo>
                  <a:lnTo>
                    <a:pt x="406085" y="940450"/>
                  </a:lnTo>
                  <a:lnTo>
                    <a:pt x="477836" y="919217"/>
                  </a:lnTo>
                  <a:lnTo>
                    <a:pt x="537962" y="900107"/>
                  </a:lnTo>
                  <a:lnTo>
                    <a:pt x="566825" y="868793"/>
                  </a:lnTo>
                  <a:lnTo>
                    <a:pt x="568041" y="821840"/>
                  </a:lnTo>
                  <a:lnTo>
                    <a:pt x="568783" y="756656"/>
                  </a:lnTo>
                  <a:lnTo>
                    <a:pt x="569155" y="682015"/>
                  </a:lnTo>
                  <a:lnTo>
                    <a:pt x="569040" y="464425"/>
                  </a:lnTo>
                  <a:lnTo>
                    <a:pt x="577981" y="392819"/>
                  </a:lnTo>
                  <a:lnTo>
                    <a:pt x="597651" y="258551"/>
                  </a:lnTo>
                  <a:lnTo>
                    <a:pt x="626263" y="70573"/>
                  </a:lnTo>
                  <a:lnTo>
                    <a:pt x="440855" y="0"/>
                  </a:lnTo>
                  <a:close/>
                </a:path>
              </a:pathLst>
            </a:custGeom>
            <a:solidFill>
              <a:srgbClr val="1A57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16414598" y="4414094"/>
              <a:ext cx="388620" cy="758190"/>
            </a:xfrm>
            <a:custGeom>
              <a:avLst/>
              <a:gdLst/>
              <a:ahLst/>
              <a:cxnLst/>
              <a:rect l="l" t="t" r="r" b="b"/>
              <a:pathLst>
                <a:path w="388619" h="758189">
                  <a:moveTo>
                    <a:pt x="167360" y="742391"/>
                  </a:moveTo>
                  <a:lnTo>
                    <a:pt x="163944" y="731697"/>
                  </a:lnTo>
                  <a:lnTo>
                    <a:pt x="153708" y="726833"/>
                  </a:lnTo>
                  <a:lnTo>
                    <a:pt x="143459" y="731697"/>
                  </a:lnTo>
                  <a:lnTo>
                    <a:pt x="140042" y="742391"/>
                  </a:lnTo>
                  <a:lnTo>
                    <a:pt x="143459" y="753084"/>
                  </a:lnTo>
                  <a:lnTo>
                    <a:pt x="153708" y="757948"/>
                  </a:lnTo>
                  <a:lnTo>
                    <a:pt x="163944" y="753084"/>
                  </a:lnTo>
                  <a:lnTo>
                    <a:pt x="167360" y="742391"/>
                  </a:lnTo>
                  <a:close/>
                </a:path>
                <a:path w="388619" h="758189">
                  <a:moveTo>
                    <a:pt x="167360" y="648398"/>
                  </a:moveTo>
                  <a:lnTo>
                    <a:pt x="163944" y="637705"/>
                  </a:lnTo>
                  <a:lnTo>
                    <a:pt x="153708" y="632841"/>
                  </a:lnTo>
                  <a:lnTo>
                    <a:pt x="143459" y="637705"/>
                  </a:lnTo>
                  <a:lnTo>
                    <a:pt x="140042" y="648398"/>
                  </a:lnTo>
                  <a:lnTo>
                    <a:pt x="143459" y="659091"/>
                  </a:lnTo>
                  <a:lnTo>
                    <a:pt x="153708" y="663956"/>
                  </a:lnTo>
                  <a:lnTo>
                    <a:pt x="163944" y="659091"/>
                  </a:lnTo>
                  <a:lnTo>
                    <a:pt x="167360" y="648398"/>
                  </a:lnTo>
                  <a:close/>
                </a:path>
                <a:path w="388619" h="758189">
                  <a:moveTo>
                    <a:pt x="388327" y="110998"/>
                  </a:moveTo>
                  <a:lnTo>
                    <a:pt x="373354" y="67322"/>
                  </a:lnTo>
                  <a:lnTo>
                    <a:pt x="353136" y="32613"/>
                  </a:lnTo>
                  <a:lnTo>
                    <a:pt x="335026" y="9347"/>
                  </a:lnTo>
                  <a:lnTo>
                    <a:pt x="326415" y="0"/>
                  </a:lnTo>
                  <a:lnTo>
                    <a:pt x="261594" y="181038"/>
                  </a:lnTo>
                  <a:lnTo>
                    <a:pt x="214845" y="313372"/>
                  </a:lnTo>
                  <a:lnTo>
                    <a:pt x="189001" y="390080"/>
                  </a:lnTo>
                  <a:lnTo>
                    <a:pt x="178701" y="441553"/>
                  </a:lnTo>
                  <a:lnTo>
                    <a:pt x="178638" y="442188"/>
                  </a:lnTo>
                  <a:lnTo>
                    <a:pt x="159359" y="367652"/>
                  </a:lnTo>
                  <a:lnTo>
                    <a:pt x="66090" y="0"/>
                  </a:lnTo>
                  <a:lnTo>
                    <a:pt x="56159" y="9423"/>
                  </a:lnTo>
                  <a:lnTo>
                    <a:pt x="35521" y="34086"/>
                  </a:lnTo>
                  <a:lnTo>
                    <a:pt x="13652" y="73317"/>
                  </a:lnTo>
                  <a:lnTo>
                    <a:pt x="0" y="126415"/>
                  </a:lnTo>
                  <a:lnTo>
                    <a:pt x="23482" y="222148"/>
                  </a:lnTo>
                  <a:lnTo>
                    <a:pt x="81838" y="370039"/>
                  </a:lnTo>
                  <a:lnTo>
                    <a:pt x="141490" y="505866"/>
                  </a:lnTo>
                  <a:lnTo>
                    <a:pt x="168833" y="565404"/>
                  </a:lnTo>
                  <a:lnTo>
                    <a:pt x="169875" y="562000"/>
                  </a:lnTo>
                  <a:lnTo>
                    <a:pt x="168833" y="577799"/>
                  </a:lnTo>
                  <a:lnTo>
                    <a:pt x="204990" y="513740"/>
                  </a:lnTo>
                  <a:lnTo>
                    <a:pt x="283527" y="368071"/>
                  </a:lnTo>
                  <a:lnTo>
                    <a:pt x="359600" y="210578"/>
                  </a:lnTo>
                  <a:lnTo>
                    <a:pt x="388327" y="110998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2" name="object 372" descr=""/>
          <p:cNvGrpSpPr/>
          <p:nvPr/>
        </p:nvGrpSpPr>
        <p:grpSpPr>
          <a:xfrm>
            <a:off x="15570852" y="4372776"/>
            <a:ext cx="450850" cy="1092200"/>
            <a:chOff x="15570852" y="4372776"/>
            <a:chExt cx="450850" cy="1092200"/>
          </a:xfrm>
        </p:grpSpPr>
        <p:sp>
          <p:nvSpPr>
            <p:cNvPr id="373" name="object 373" descr=""/>
            <p:cNvSpPr/>
            <p:nvPr/>
          </p:nvSpPr>
          <p:spPr>
            <a:xfrm>
              <a:off x="15570852" y="4389811"/>
              <a:ext cx="450850" cy="953135"/>
            </a:xfrm>
            <a:custGeom>
              <a:avLst/>
              <a:gdLst/>
              <a:ahLst/>
              <a:cxnLst/>
              <a:rect l="l" t="t" r="r" b="b"/>
              <a:pathLst>
                <a:path w="450850" h="953135">
                  <a:moveTo>
                    <a:pt x="343793" y="0"/>
                  </a:moveTo>
                  <a:lnTo>
                    <a:pt x="235289" y="64818"/>
                  </a:lnTo>
                  <a:lnTo>
                    <a:pt x="175601" y="104728"/>
                  </a:lnTo>
                  <a:lnTo>
                    <a:pt x="143561" y="136201"/>
                  </a:lnTo>
                  <a:lnTo>
                    <a:pt x="117999" y="175711"/>
                  </a:lnTo>
                  <a:lnTo>
                    <a:pt x="83197" y="238865"/>
                  </a:lnTo>
                  <a:lnTo>
                    <a:pt x="44836" y="314076"/>
                  </a:lnTo>
                  <a:lnTo>
                    <a:pt x="13821" y="377033"/>
                  </a:lnTo>
                  <a:lnTo>
                    <a:pt x="265" y="524475"/>
                  </a:lnTo>
                  <a:lnTo>
                    <a:pt x="0" y="595680"/>
                  </a:lnTo>
                  <a:lnTo>
                    <a:pt x="265" y="644806"/>
                  </a:lnTo>
                  <a:lnTo>
                    <a:pt x="1060" y="699622"/>
                  </a:lnTo>
                  <a:lnTo>
                    <a:pt x="2247" y="758155"/>
                  </a:lnTo>
                  <a:lnTo>
                    <a:pt x="4113" y="820982"/>
                  </a:lnTo>
                  <a:lnTo>
                    <a:pt x="6657" y="879551"/>
                  </a:lnTo>
                  <a:lnTo>
                    <a:pt x="9880" y="925308"/>
                  </a:lnTo>
                  <a:lnTo>
                    <a:pt x="29454" y="952710"/>
                  </a:lnTo>
                  <a:lnTo>
                    <a:pt x="67512" y="950482"/>
                  </a:lnTo>
                  <a:lnTo>
                    <a:pt x="121586" y="944223"/>
                  </a:lnTo>
                  <a:lnTo>
                    <a:pt x="185304" y="935143"/>
                  </a:lnTo>
                  <a:lnTo>
                    <a:pt x="252298" y="924451"/>
                  </a:lnTo>
                  <a:lnTo>
                    <a:pt x="316196" y="913357"/>
                  </a:lnTo>
                  <a:lnTo>
                    <a:pt x="370628" y="903069"/>
                  </a:lnTo>
                  <a:lnTo>
                    <a:pt x="409223" y="894798"/>
                  </a:lnTo>
                  <a:lnTo>
                    <a:pt x="430932" y="845851"/>
                  </a:lnTo>
                  <a:lnTo>
                    <a:pt x="433869" y="799747"/>
                  </a:lnTo>
                  <a:lnTo>
                    <a:pt x="436859" y="742303"/>
                  </a:lnTo>
                  <a:lnTo>
                    <a:pt x="439802" y="677094"/>
                  </a:lnTo>
                  <a:lnTo>
                    <a:pt x="442596" y="607692"/>
                  </a:lnTo>
                  <a:lnTo>
                    <a:pt x="445142" y="537670"/>
                  </a:lnTo>
                  <a:lnTo>
                    <a:pt x="447341" y="470601"/>
                  </a:lnTo>
                  <a:lnTo>
                    <a:pt x="449092" y="410059"/>
                  </a:lnTo>
                  <a:lnTo>
                    <a:pt x="450295" y="359616"/>
                  </a:lnTo>
                  <a:lnTo>
                    <a:pt x="450851" y="322846"/>
                  </a:lnTo>
                  <a:lnTo>
                    <a:pt x="450659" y="303320"/>
                  </a:lnTo>
                  <a:lnTo>
                    <a:pt x="431447" y="215220"/>
                  </a:lnTo>
                  <a:lnTo>
                    <a:pt x="394991" y="115476"/>
                  </a:lnTo>
                  <a:lnTo>
                    <a:pt x="359653" y="33825"/>
                  </a:lnTo>
                  <a:lnTo>
                    <a:pt x="343793" y="0"/>
                  </a:lnTo>
                  <a:close/>
                </a:path>
              </a:pathLst>
            </a:custGeom>
            <a:solidFill>
              <a:srgbClr val="1A57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4" name="object 374" descr=""/>
            <p:cNvSpPr/>
            <p:nvPr/>
          </p:nvSpPr>
          <p:spPr>
            <a:xfrm>
              <a:off x="15571902" y="4372781"/>
              <a:ext cx="351790" cy="1092200"/>
            </a:xfrm>
            <a:custGeom>
              <a:avLst/>
              <a:gdLst/>
              <a:ahLst/>
              <a:cxnLst/>
              <a:rect l="l" t="t" r="r" b="b"/>
              <a:pathLst>
                <a:path w="351790" h="1092200">
                  <a:moveTo>
                    <a:pt x="351726" y="445820"/>
                  </a:moveTo>
                  <a:lnTo>
                    <a:pt x="351536" y="374294"/>
                  </a:lnTo>
                  <a:lnTo>
                    <a:pt x="350202" y="306743"/>
                  </a:lnTo>
                  <a:lnTo>
                    <a:pt x="347586" y="249834"/>
                  </a:lnTo>
                  <a:lnTo>
                    <a:pt x="343560" y="210223"/>
                  </a:lnTo>
                  <a:lnTo>
                    <a:pt x="325081" y="164896"/>
                  </a:lnTo>
                  <a:lnTo>
                    <a:pt x="294513" y="140373"/>
                  </a:lnTo>
                  <a:lnTo>
                    <a:pt x="268732" y="133654"/>
                  </a:lnTo>
                  <a:lnTo>
                    <a:pt x="289839" y="119608"/>
                  </a:lnTo>
                  <a:lnTo>
                    <a:pt x="311035" y="97269"/>
                  </a:lnTo>
                  <a:lnTo>
                    <a:pt x="330111" y="70866"/>
                  </a:lnTo>
                  <a:lnTo>
                    <a:pt x="343877" y="48844"/>
                  </a:lnTo>
                  <a:lnTo>
                    <a:pt x="349161" y="39624"/>
                  </a:lnTo>
                  <a:lnTo>
                    <a:pt x="337896" y="0"/>
                  </a:lnTo>
                  <a:lnTo>
                    <a:pt x="285699" y="35801"/>
                  </a:lnTo>
                  <a:lnTo>
                    <a:pt x="237528" y="70192"/>
                  </a:lnTo>
                  <a:lnTo>
                    <a:pt x="184861" y="108966"/>
                  </a:lnTo>
                  <a:lnTo>
                    <a:pt x="135331" y="147167"/>
                  </a:lnTo>
                  <a:lnTo>
                    <a:pt x="96608" y="179857"/>
                  </a:lnTo>
                  <a:lnTo>
                    <a:pt x="56070" y="251307"/>
                  </a:lnTo>
                  <a:lnTo>
                    <a:pt x="30759" y="324700"/>
                  </a:lnTo>
                  <a:lnTo>
                    <a:pt x="9156" y="391375"/>
                  </a:lnTo>
                  <a:lnTo>
                    <a:pt x="0" y="420458"/>
                  </a:lnTo>
                  <a:lnTo>
                    <a:pt x="47498" y="332727"/>
                  </a:lnTo>
                  <a:lnTo>
                    <a:pt x="75514" y="284010"/>
                  </a:lnTo>
                  <a:lnTo>
                    <a:pt x="95008" y="256794"/>
                  </a:lnTo>
                  <a:lnTo>
                    <a:pt x="116941" y="233553"/>
                  </a:lnTo>
                  <a:lnTo>
                    <a:pt x="153860" y="204724"/>
                  </a:lnTo>
                  <a:lnTo>
                    <a:pt x="142875" y="236639"/>
                  </a:lnTo>
                  <a:lnTo>
                    <a:pt x="135813" y="301675"/>
                  </a:lnTo>
                  <a:lnTo>
                    <a:pt x="135013" y="358089"/>
                  </a:lnTo>
                  <a:lnTo>
                    <a:pt x="135026" y="417131"/>
                  </a:lnTo>
                  <a:lnTo>
                    <a:pt x="135699" y="475564"/>
                  </a:lnTo>
                  <a:lnTo>
                    <a:pt x="136906" y="530148"/>
                  </a:lnTo>
                  <a:lnTo>
                    <a:pt x="138518" y="577634"/>
                  </a:lnTo>
                  <a:lnTo>
                    <a:pt x="140055" y="608609"/>
                  </a:lnTo>
                  <a:lnTo>
                    <a:pt x="140017" y="608761"/>
                  </a:lnTo>
                  <a:lnTo>
                    <a:pt x="140131" y="610108"/>
                  </a:lnTo>
                  <a:lnTo>
                    <a:pt x="140373" y="614807"/>
                  </a:lnTo>
                  <a:lnTo>
                    <a:pt x="142367" y="638416"/>
                  </a:lnTo>
                  <a:lnTo>
                    <a:pt x="142722" y="638898"/>
                  </a:lnTo>
                  <a:lnTo>
                    <a:pt x="154686" y="771639"/>
                  </a:lnTo>
                  <a:lnTo>
                    <a:pt x="161518" y="852563"/>
                  </a:lnTo>
                  <a:lnTo>
                    <a:pt x="180898" y="1092085"/>
                  </a:lnTo>
                  <a:lnTo>
                    <a:pt x="337883" y="1084364"/>
                  </a:lnTo>
                  <a:lnTo>
                    <a:pt x="343903" y="842962"/>
                  </a:lnTo>
                  <a:lnTo>
                    <a:pt x="346887" y="712952"/>
                  </a:lnTo>
                  <a:lnTo>
                    <a:pt x="347751" y="649757"/>
                  </a:lnTo>
                  <a:lnTo>
                    <a:pt x="347357" y="608761"/>
                  </a:lnTo>
                  <a:lnTo>
                    <a:pt x="347192" y="608368"/>
                  </a:lnTo>
                  <a:lnTo>
                    <a:pt x="349161" y="574154"/>
                  </a:lnTo>
                  <a:lnTo>
                    <a:pt x="350888" y="514667"/>
                  </a:lnTo>
                  <a:lnTo>
                    <a:pt x="351726" y="44582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5" name="object 375" descr=""/>
          <p:cNvSpPr/>
          <p:nvPr/>
        </p:nvSpPr>
        <p:spPr>
          <a:xfrm>
            <a:off x="17230521" y="4504670"/>
            <a:ext cx="310515" cy="903605"/>
          </a:xfrm>
          <a:custGeom>
            <a:avLst/>
            <a:gdLst/>
            <a:ahLst/>
            <a:cxnLst/>
            <a:rect l="l" t="t" r="r" b="b"/>
            <a:pathLst>
              <a:path w="310515" h="903604">
                <a:moveTo>
                  <a:pt x="310108" y="165608"/>
                </a:moveTo>
                <a:lnTo>
                  <a:pt x="300774" y="126415"/>
                </a:lnTo>
                <a:lnTo>
                  <a:pt x="271564" y="79857"/>
                </a:lnTo>
                <a:lnTo>
                  <a:pt x="231660" y="36347"/>
                </a:lnTo>
                <a:lnTo>
                  <a:pt x="190271" y="6261"/>
                </a:lnTo>
                <a:lnTo>
                  <a:pt x="156603" y="0"/>
                </a:lnTo>
                <a:lnTo>
                  <a:pt x="140462" y="8928"/>
                </a:lnTo>
                <a:lnTo>
                  <a:pt x="118148" y="61874"/>
                </a:lnTo>
                <a:lnTo>
                  <a:pt x="103911" y="144475"/>
                </a:lnTo>
                <a:lnTo>
                  <a:pt x="93764" y="209626"/>
                </a:lnTo>
                <a:lnTo>
                  <a:pt x="72644" y="350037"/>
                </a:lnTo>
                <a:lnTo>
                  <a:pt x="60198" y="434746"/>
                </a:lnTo>
                <a:lnTo>
                  <a:pt x="41478" y="527900"/>
                </a:lnTo>
                <a:lnTo>
                  <a:pt x="30734" y="584403"/>
                </a:lnTo>
                <a:lnTo>
                  <a:pt x="23876" y="627265"/>
                </a:lnTo>
                <a:lnTo>
                  <a:pt x="16840" y="679386"/>
                </a:lnTo>
                <a:lnTo>
                  <a:pt x="9436" y="745070"/>
                </a:lnTo>
                <a:lnTo>
                  <a:pt x="4178" y="805878"/>
                </a:lnTo>
                <a:lnTo>
                  <a:pt x="1041" y="850569"/>
                </a:lnTo>
                <a:lnTo>
                  <a:pt x="0" y="867968"/>
                </a:lnTo>
                <a:lnTo>
                  <a:pt x="144081" y="903236"/>
                </a:lnTo>
                <a:lnTo>
                  <a:pt x="199758" y="693915"/>
                </a:lnTo>
                <a:lnTo>
                  <a:pt x="229971" y="578129"/>
                </a:lnTo>
                <a:lnTo>
                  <a:pt x="245008" y="515340"/>
                </a:lnTo>
                <a:lnTo>
                  <a:pt x="245440" y="515239"/>
                </a:lnTo>
                <a:lnTo>
                  <a:pt x="279374" y="343166"/>
                </a:lnTo>
                <a:lnTo>
                  <a:pt x="297421" y="249402"/>
                </a:lnTo>
                <a:lnTo>
                  <a:pt x="305638" y="201129"/>
                </a:lnTo>
                <a:lnTo>
                  <a:pt x="310108" y="165608"/>
                </a:lnTo>
                <a:close/>
              </a:path>
            </a:pathLst>
          </a:custGeom>
          <a:solidFill>
            <a:srgbClr val="03465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6" name="object 376" descr=""/>
          <p:cNvGrpSpPr/>
          <p:nvPr/>
        </p:nvGrpSpPr>
        <p:grpSpPr>
          <a:xfrm>
            <a:off x="17387124" y="4388446"/>
            <a:ext cx="782955" cy="1019810"/>
            <a:chOff x="17387124" y="4388446"/>
            <a:chExt cx="782955" cy="1019810"/>
          </a:xfrm>
        </p:grpSpPr>
        <p:sp>
          <p:nvSpPr>
            <p:cNvPr id="377" name="object 377" descr=""/>
            <p:cNvSpPr/>
            <p:nvPr/>
          </p:nvSpPr>
          <p:spPr>
            <a:xfrm>
              <a:off x="17859883" y="4504670"/>
              <a:ext cx="310515" cy="903605"/>
            </a:xfrm>
            <a:custGeom>
              <a:avLst/>
              <a:gdLst/>
              <a:ahLst/>
              <a:cxnLst/>
              <a:rect l="l" t="t" r="r" b="b"/>
              <a:pathLst>
                <a:path w="310515" h="903604">
                  <a:moveTo>
                    <a:pt x="310108" y="867968"/>
                  </a:moveTo>
                  <a:lnTo>
                    <a:pt x="305930" y="805878"/>
                  </a:lnTo>
                  <a:lnTo>
                    <a:pt x="300672" y="745070"/>
                  </a:lnTo>
                  <a:lnTo>
                    <a:pt x="293268" y="679386"/>
                  </a:lnTo>
                  <a:lnTo>
                    <a:pt x="286232" y="627265"/>
                  </a:lnTo>
                  <a:lnTo>
                    <a:pt x="279374" y="584403"/>
                  </a:lnTo>
                  <a:lnTo>
                    <a:pt x="268630" y="527900"/>
                  </a:lnTo>
                  <a:lnTo>
                    <a:pt x="249948" y="434809"/>
                  </a:lnTo>
                  <a:lnTo>
                    <a:pt x="237464" y="350037"/>
                  </a:lnTo>
                  <a:lnTo>
                    <a:pt x="216344" y="209626"/>
                  </a:lnTo>
                  <a:lnTo>
                    <a:pt x="206197" y="144475"/>
                  </a:lnTo>
                  <a:lnTo>
                    <a:pt x="197726" y="92722"/>
                  </a:lnTo>
                  <a:lnTo>
                    <a:pt x="185267" y="34061"/>
                  </a:lnTo>
                  <a:lnTo>
                    <a:pt x="153504" y="0"/>
                  </a:lnTo>
                  <a:lnTo>
                    <a:pt x="119837" y="6261"/>
                  </a:lnTo>
                  <a:lnTo>
                    <a:pt x="78447" y="36347"/>
                  </a:lnTo>
                  <a:lnTo>
                    <a:pt x="38544" y="79857"/>
                  </a:lnTo>
                  <a:lnTo>
                    <a:pt x="9334" y="126415"/>
                  </a:lnTo>
                  <a:lnTo>
                    <a:pt x="0" y="165608"/>
                  </a:lnTo>
                  <a:lnTo>
                    <a:pt x="4470" y="201129"/>
                  </a:lnTo>
                  <a:lnTo>
                    <a:pt x="12687" y="249402"/>
                  </a:lnTo>
                  <a:lnTo>
                    <a:pt x="30734" y="343166"/>
                  </a:lnTo>
                  <a:lnTo>
                    <a:pt x="64668" y="515239"/>
                  </a:lnTo>
                  <a:lnTo>
                    <a:pt x="65087" y="515340"/>
                  </a:lnTo>
                  <a:lnTo>
                    <a:pt x="80137" y="578129"/>
                  </a:lnTo>
                  <a:lnTo>
                    <a:pt x="110350" y="693915"/>
                  </a:lnTo>
                  <a:lnTo>
                    <a:pt x="166027" y="903236"/>
                  </a:lnTo>
                  <a:lnTo>
                    <a:pt x="310108" y="867968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8" name="object 378" descr=""/>
            <p:cNvSpPr/>
            <p:nvPr/>
          </p:nvSpPr>
          <p:spPr>
            <a:xfrm>
              <a:off x="17387124" y="4434089"/>
              <a:ext cx="626745" cy="966469"/>
            </a:xfrm>
            <a:custGeom>
              <a:avLst/>
              <a:gdLst/>
              <a:ahLst/>
              <a:cxnLst/>
              <a:rect l="l" t="t" r="r" b="b"/>
              <a:pathLst>
                <a:path w="626744" h="966470">
                  <a:moveTo>
                    <a:pt x="440866" y="0"/>
                  </a:moveTo>
                  <a:lnTo>
                    <a:pt x="306891" y="38574"/>
                  </a:lnTo>
                  <a:lnTo>
                    <a:pt x="159670" y="2020"/>
                  </a:lnTo>
                  <a:lnTo>
                    <a:pt x="0" y="70573"/>
                  </a:lnTo>
                  <a:lnTo>
                    <a:pt x="24118" y="382851"/>
                  </a:lnTo>
                  <a:lnTo>
                    <a:pt x="36548" y="548290"/>
                  </a:lnTo>
                  <a:lnTo>
                    <a:pt x="41243" y="622105"/>
                  </a:lnTo>
                  <a:lnTo>
                    <a:pt x="42155" y="659508"/>
                  </a:lnTo>
                  <a:lnTo>
                    <a:pt x="45681" y="753873"/>
                  </a:lnTo>
                  <a:lnTo>
                    <a:pt x="52285" y="834321"/>
                  </a:lnTo>
                  <a:lnTo>
                    <a:pt x="58666" y="890316"/>
                  </a:lnTo>
                  <a:lnTo>
                    <a:pt x="120010" y="944479"/>
                  </a:lnTo>
                  <a:lnTo>
                    <a:pt x="169566" y="961046"/>
                  </a:lnTo>
                  <a:lnTo>
                    <a:pt x="237249" y="965986"/>
                  </a:lnTo>
                  <a:lnTo>
                    <a:pt x="350114" y="964263"/>
                  </a:lnTo>
                  <a:lnTo>
                    <a:pt x="416989" y="956248"/>
                  </a:lnTo>
                  <a:lnTo>
                    <a:pt x="474838" y="939186"/>
                  </a:lnTo>
                  <a:lnTo>
                    <a:pt x="520743" y="918579"/>
                  </a:lnTo>
                  <a:lnTo>
                    <a:pt x="565040" y="888737"/>
                  </a:lnTo>
                  <a:lnTo>
                    <a:pt x="568052" y="821840"/>
                  </a:lnTo>
                  <a:lnTo>
                    <a:pt x="568794" y="756656"/>
                  </a:lnTo>
                  <a:lnTo>
                    <a:pt x="569165" y="682015"/>
                  </a:lnTo>
                  <a:lnTo>
                    <a:pt x="569050" y="464425"/>
                  </a:lnTo>
                  <a:lnTo>
                    <a:pt x="577991" y="392819"/>
                  </a:lnTo>
                  <a:lnTo>
                    <a:pt x="597662" y="258551"/>
                  </a:lnTo>
                  <a:lnTo>
                    <a:pt x="626274" y="70573"/>
                  </a:lnTo>
                  <a:lnTo>
                    <a:pt x="440866" y="0"/>
                  </a:lnTo>
                  <a:close/>
                </a:path>
              </a:pathLst>
            </a:custGeom>
            <a:solidFill>
              <a:srgbClr val="1A57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9" name="object 379" descr=""/>
            <p:cNvSpPr/>
            <p:nvPr/>
          </p:nvSpPr>
          <p:spPr>
            <a:xfrm>
              <a:off x="17541862" y="4388446"/>
              <a:ext cx="297180" cy="103505"/>
            </a:xfrm>
            <a:custGeom>
              <a:avLst/>
              <a:gdLst/>
              <a:ahLst/>
              <a:cxnLst/>
              <a:rect l="l" t="t" r="r" b="b"/>
              <a:pathLst>
                <a:path w="297180" h="103504">
                  <a:moveTo>
                    <a:pt x="260787" y="0"/>
                  </a:moveTo>
                  <a:lnTo>
                    <a:pt x="206987" y="19342"/>
                  </a:lnTo>
                  <a:lnTo>
                    <a:pt x="165795" y="25789"/>
                  </a:lnTo>
                  <a:lnTo>
                    <a:pt x="116279" y="19342"/>
                  </a:lnTo>
                  <a:lnTo>
                    <a:pt x="37506" y="0"/>
                  </a:lnTo>
                  <a:lnTo>
                    <a:pt x="0" y="49778"/>
                  </a:lnTo>
                  <a:lnTo>
                    <a:pt x="52150" y="82307"/>
                  </a:lnTo>
                  <a:lnTo>
                    <a:pt x="86034" y="98481"/>
                  </a:lnTo>
                  <a:lnTo>
                    <a:pt x="116501" y="103099"/>
                  </a:lnTo>
                  <a:lnTo>
                    <a:pt x="158403" y="100960"/>
                  </a:lnTo>
                  <a:lnTo>
                    <a:pt x="204606" y="91134"/>
                  </a:lnTo>
                  <a:lnTo>
                    <a:pt x="249519" y="73743"/>
                  </a:lnTo>
                  <a:lnTo>
                    <a:pt x="283523" y="57166"/>
                  </a:lnTo>
                  <a:lnTo>
                    <a:pt x="296996" y="49778"/>
                  </a:lnTo>
                  <a:lnTo>
                    <a:pt x="260787" y="0"/>
                  </a:lnTo>
                  <a:close/>
                </a:path>
              </a:pathLst>
            </a:custGeom>
            <a:solidFill>
              <a:srgbClr val="03465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0" name="object 380" descr=""/>
          <p:cNvGrpSpPr/>
          <p:nvPr/>
        </p:nvGrpSpPr>
        <p:grpSpPr>
          <a:xfrm>
            <a:off x="12619324" y="1871104"/>
            <a:ext cx="172085" cy="583565"/>
            <a:chOff x="12619324" y="1871104"/>
            <a:chExt cx="172085" cy="583565"/>
          </a:xfrm>
        </p:grpSpPr>
        <p:sp>
          <p:nvSpPr>
            <p:cNvPr id="381" name="object 381" descr=""/>
            <p:cNvSpPr/>
            <p:nvPr/>
          </p:nvSpPr>
          <p:spPr>
            <a:xfrm>
              <a:off x="12619324" y="1962286"/>
              <a:ext cx="82550" cy="492125"/>
            </a:xfrm>
            <a:custGeom>
              <a:avLst/>
              <a:gdLst/>
              <a:ahLst/>
              <a:cxnLst/>
              <a:rect l="l" t="t" r="r" b="b"/>
              <a:pathLst>
                <a:path w="82550" h="492125">
                  <a:moveTo>
                    <a:pt x="52883" y="0"/>
                  </a:moveTo>
                  <a:lnTo>
                    <a:pt x="18448" y="31069"/>
                  </a:lnTo>
                  <a:lnTo>
                    <a:pt x="2239" y="86193"/>
                  </a:lnTo>
                  <a:lnTo>
                    <a:pt x="0" y="205662"/>
                  </a:lnTo>
                  <a:lnTo>
                    <a:pt x="7471" y="429767"/>
                  </a:lnTo>
                  <a:lnTo>
                    <a:pt x="11180" y="450424"/>
                  </a:lnTo>
                  <a:lnTo>
                    <a:pt x="18391" y="470532"/>
                  </a:lnTo>
                  <a:lnTo>
                    <a:pt x="25419" y="485767"/>
                  </a:lnTo>
                  <a:lnTo>
                    <a:pt x="28580" y="491807"/>
                  </a:lnTo>
                  <a:lnTo>
                    <a:pt x="43967" y="460483"/>
                  </a:lnTo>
                  <a:lnTo>
                    <a:pt x="51819" y="442928"/>
                  </a:lnTo>
                  <a:lnTo>
                    <a:pt x="54588" y="432740"/>
                  </a:lnTo>
                  <a:lnTo>
                    <a:pt x="54726" y="423515"/>
                  </a:lnTo>
                  <a:lnTo>
                    <a:pt x="54408" y="220844"/>
                  </a:lnTo>
                  <a:lnTo>
                    <a:pt x="64406" y="95014"/>
                  </a:lnTo>
                  <a:lnTo>
                    <a:pt x="76463" y="30730"/>
                  </a:lnTo>
                  <a:lnTo>
                    <a:pt x="82317" y="12701"/>
                  </a:lnTo>
                  <a:lnTo>
                    <a:pt x="52883" y="0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2" name="object 382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2670347" y="1871104"/>
              <a:ext cx="120731" cy="104685"/>
            </a:xfrm>
            <a:prstGeom prst="rect">
              <a:avLst/>
            </a:prstGeom>
          </p:spPr>
        </p:pic>
      </p:grpSp>
      <p:grpSp>
        <p:nvGrpSpPr>
          <p:cNvPr id="383" name="object 383" descr=""/>
          <p:cNvGrpSpPr/>
          <p:nvPr/>
        </p:nvGrpSpPr>
        <p:grpSpPr>
          <a:xfrm>
            <a:off x="10702864" y="5709365"/>
            <a:ext cx="967740" cy="855980"/>
            <a:chOff x="10702864" y="5709365"/>
            <a:chExt cx="967740" cy="855980"/>
          </a:xfrm>
        </p:grpSpPr>
        <p:sp>
          <p:nvSpPr>
            <p:cNvPr id="384" name="object 384" descr=""/>
            <p:cNvSpPr/>
            <p:nvPr/>
          </p:nvSpPr>
          <p:spPr>
            <a:xfrm>
              <a:off x="10719857" y="5808776"/>
              <a:ext cx="934719" cy="756920"/>
            </a:xfrm>
            <a:custGeom>
              <a:avLst/>
              <a:gdLst/>
              <a:ahLst/>
              <a:cxnLst/>
              <a:rect l="l" t="t" r="r" b="b"/>
              <a:pathLst>
                <a:path w="934720" h="756920">
                  <a:moveTo>
                    <a:pt x="864612" y="0"/>
                  </a:moveTo>
                  <a:lnTo>
                    <a:pt x="69945" y="0"/>
                  </a:lnTo>
                  <a:lnTo>
                    <a:pt x="42720" y="5497"/>
                  </a:lnTo>
                  <a:lnTo>
                    <a:pt x="20487" y="20487"/>
                  </a:lnTo>
                  <a:lnTo>
                    <a:pt x="5497" y="42720"/>
                  </a:lnTo>
                  <a:lnTo>
                    <a:pt x="0" y="69945"/>
                  </a:lnTo>
                  <a:lnTo>
                    <a:pt x="0" y="686513"/>
                  </a:lnTo>
                  <a:lnTo>
                    <a:pt x="5497" y="713737"/>
                  </a:lnTo>
                  <a:lnTo>
                    <a:pt x="20487" y="735971"/>
                  </a:lnTo>
                  <a:lnTo>
                    <a:pt x="42720" y="750961"/>
                  </a:lnTo>
                  <a:lnTo>
                    <a:pt x="69945" y="756458"/>
                  </a:lnTo>
                  <a:lnTo>
                    <a:pt x="864612" y="756458"/>
                  </a:lnTo>
                  <a:lnTo>
                    <a:pt x="891837" y="750961"/>
                  </a:lnTo>
                  <a:lnTo>
                    <a:pt x="914070" y="735971"/>
                  </a:lnTo>
                  <a:lnTo>
                    <a:pt x="929060" y="713737"/>
                  </a:lnTo>
                  <a:lnTo>
                    <a:pt x="934557" y="686513"/>
                  </a:lnTo>
                  <a:lnTo>
                    <a:pt x="934557" y="69945"/>
                  </a:lnTo>
                  <a:lnTo>
                    <a:pt x="929060" y="42720"/>
                  </a:lnTo>
                  <a:lnTo>
                    <a:pt x="914070" y="20487"/>
                  </a:lnTo>
                  <a:lnTo>
                    <a:pt x="891837" y="5497"/>
                  </a:lnTo>
                  <a:lnTo>
                    <a:pt x="864612" y="0"/>
                  </a:lnTo>
                  <a:close/>
                </a:path>
              </a:pathLst>
            </a:custGeom>
            <a:solidFill>
              <a:srgbClr val="2D2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5" name="object 385" descr=""/>
            <p:cNvSpPr/>
            <p:nvPr/>
          </p:nvSpPr>
          <p:spPr>
            <a:xfrm>
              <a:off x="10733367" y="6088513"/>
              <a:ext cx="908685" cy="464184"/>
            </a:xfrm>
            <a:custGeom>
              <a:avLst/>
              <a:gdLst/>
              <a:ahLst/>
              <a:cxnLst/>
              <a:rect l="l" t="t" r="r" b="b"/>
              <a:pathLst>
                <a:path w="908684" h="464184">
                  <a:moveTo>
                    <a:pt x="11798" y="349427"/>
                  </a:moveTo>
                  <a:lnTo>
                    <a:pt x="9156" y="346532"/>
                  </a:lnTo>
                  <a:lnTo>
                    <a:pt x="2641" y="346532"/>
                  </a:lnTo>
                  <a:lnTo>
                    <a:pt x="0" y="349427"/>
                  </a:lnTo>
                  <a:lnTo>
                    <a:pt x="0" y="382790"/>
                  </a:lnTo>
                  <a:lnTo>
                    <a:pt x="2641" y="385699"/>
                  </a:lnTo>
                  <a:lnTo>
                    <a:pt x="9156" y="385699"/>
                  </a:lnTo>
                  <a:lnTo>
                    <a:pt x="11798" y="382790"/>
                  </a:lnTo>
                  <a:lnTo>
                    <a:pt x="11798" y="349427"/>
                  </a:lnTo>
                  <a:close/>
                </a:path>
                <a:path w="908684" h="464184">
                  <a:moveTo>
                    <a:pt x="11798" y="297053"/>
                  </a:moveTo>
                  <a:lnTo>
                    <a:pt x="9156" y="294144"/>
                  </a:lnTo>
                  <a:lnTo>
                    <a:pt x="2641" y="294144"/>
                  </a:lnTo>
                  <a:lnTo>
                    <a:pt x="0" y="297053"/>
                  </a:lnTo>
                  <a:lnTo>
                    <a:pt x="0" y="330415"/>
                  </a:lnTo>
                  <a:lnTo>
                    <a:pt x="2641" y="333311"/>
                  </a:lnTo>
                  <a:lnTo>
                    <a:pt x="9156" y="333311"/>
                  </a:lnTo>
                  <a:lnTo>
                    <a:pt x="11798" y="330415"/>
                  </a:lnTo>
                  <a:lnTo>
                    <a:pt x="11798" y="297053"/>
                  </a:lnTo>
                  <a:close/>
                </a:path>
                <a:path w="908684" h="464184">
                  <a:moveTo>
                    <a:pt x="11798" y="244665"/>
                  </a:moveTo>
                  <a:lnTo>
                    <a:pt x="9156" y="241769"/>
                  </a:lnTo>
                  <a:lnTo>
                    <a:pt x="2641" y="241769"/>
                  </a:lnTo>
                  <a:lnTo>
                    <a:pt x="0" y="244665"/>
                  </a:lnTo>
                  <a:lnTo>
                    <a:pt x="0" y="278041"/>
                  </a:lnTo>
                  <a:lnTo>
                    <a:pt x="2641" y="280936"/>
                  </a:lnTo>
                  <a:lnTo>
                    <a:pt x="9156" y="280936"/>
                  </a:lnTo>
                  <a:lnTo>
                    <a:pt x="11798" y="278041"/>
                  </a:lnTo>
                  <a:lnTo>
                    <a:pt x="11798" y="244665"/>
                  </a:lnTo>
                  <a:close/>
                </a:path>
                <a:path w="908684" h="464184">
                  <a:moveTo>
                    <a:pt x="11798" y="192290"/>
                  </a:moveTo>
                  <a:lnTo>
                    <a:pt x="9156" y="189395"/>
                  </a:lnTo>
                  <a:lnTo>
                    <a:pt x="2641" y="189395"/>
                  </a:lnTo>
                  <a:lnTo>
                    <a:pt x="0" y="192290"/>
                  </a:lnTo>
                  <a:lnTo>
                    <a:pt x="0" y="225653"/>
                  </a:lnTo>
                  <a:lnTo>
                    <a:pt x="2641" y="228561"/>
                  </a:lnTo>
                  <a:lnTo>
                    <a:pt x="9156" y="228561"/>
                  </a:lnTo>
                  <a:lnTo>
                    <a:pt x="11798" y="225653"/>
                  </a:lnTo>
                  <a:lnTo>
                    <a:pt x="11798" y="192290"/>
                  </a:lnTo>
                  <a:close/>
                </a:path>
                <a:path w="908684" h="464184">
                  <a:moveTo>
                    <a:pt x="11798" y="139915"/>
                  </a:moveTo>
                  <a:lnTo>
                    <a:pt x="9156" y="137020"/>
                  </a:lnTo>
                  <a:lnTo>
                    <a:pt x="2641" y="137020"/>
                  </a:lnTo>
                  <a:lnTo>
                    <a:pt x="0" y="139915"/>
                  </a:lnTo>
                  <a:lnTo>
                    <a:pt x="0" y="173278"/>
                  </a:lnTo>
                  <a:lnTo>
                    <a:pt x="2641" y="176187"/>
                  </a:lnTo>
                  <a:lnTo>
                    <a:pt x="9156" y="176187"/>
                  </a:lnTo>
                  <a:lnTo>
                    <a:pt x="11798" y="173278"/>
                  </a:lnTo>
                  <a:lnTo>
                    <a:pt x="11798" y="139915"/>
                  </a:lnTo>
                  <a:close/>
                </a:path>
                <a:path w="908684" h="464184">
                  <a:moveTo>
                    <a:pt x="11798" y="87528"/>
                  </a:moveTo>
                  <a:lnTo>
                    <a:pt x="9156" y="84632"/>
                  </a:lnTo>
                  <a:lnTo>
                    <a:pt x="2641" y="84632"/>
                  </a:lnTo>
                  <a:lnTo>
                    <a:pt x="0" y="87528"/>
                  </a:lnTo>
                  <a:lnTo>
                    <a:pt x="0" y="120904"/>
                  </a:lnTo>
                  <a:lnTo>
                    <a:pt x="2641" y="123799"/>
                  </a:lnTo>
                  <a:lnTo>
                    <a:pt x="9156" y="123799"/>
                  </a:lnTo>
                  <a:lnTo>
                    <a:pt x="11798" y="120904"/>
                  </a:lnTo>
                  <a:lnTo>
                    <a:pt x="11798" y="87528"/>
                  </a:lnTo>
                  <a:close/>
                </a:path>
                <a:path w="908684" h="464184">
                  <a:moveTo>
                    <a:pt x="11798" y="35153"/>
                  </a:moveTo>
                  <a:lnTo>
                    <a:pt x="9156" y="32258"/>
                  </a:lnTo>
                  <a:lnTo>
                    <a:pt x="2641" y="32258"/>
                  </a:lnTo>
                  <a:lnTo>
                    <a:pt x="0" y="35153"/>
                  </a:lnTo>
                  <a:lnTo>
                    <a:pt x="0" y="68516"/>
                  </a:lnTo>
                  <a:lnTo>
                    <a:pt x="2641" y="71424"/>
                  </a:lnTo>
                  <a:lnTo>
                    <a:pt x="9156" y="71424"/>
                  </a:lnTo>
                  <a:lnTo>
                    <a:pt x="11798" y="68516"/>
                  </a:lnTo>
                  <a:lnTo>
                    <a:pt x="11798" y="35153"/>
                  </a:lnTo>
                  <a:close/>
                </a:path>
                <a:path w="908684" h="464184">
                  <a:moveTo>
                    <a:pt x="11798" y="2908"/>
                  </a:moveTo>
                  <a:lnTo>
                    <a:pt x="9156" y="0"/>
                  </a:lnTo>
                  <a:lnTo>
                    <a:pt x="2641" y="0"/>
                  </a:lnTo>
                  <a:lnTo>
                    <a:pt x="12" y="2908"/>
                  </a:lnTo>
                  <a:lnTo>
                    <a:pt x="12" y="20764"/>
                  </a:lnTo>
                  <a:lnTo>
                    <a:pt x="2641" y="23660"/>
                  </a:lnTo>
                  <a:lnTo>
                    <a:pt x="5905" y="23660"/>
                  </a:lnTo>
                  <a:lnTo>
                    <a:pt x="9156" y="23660"/>
                  </a:lnTo>
                  <a:lnTo>
                    <a:pt x="11798" y="20764"/>
                  </a:lnTo>
                  <a:lnTo>
                    <a:pt x="11798" y="2908"/>
                  </a:lnTo>
                  <a:close/>
                </a:path>
                <a:path w="908684" h="464184">
                  <a:moveTo>
                    <a:pt x="14605" y="432536"/>
                  </a:moveTo>
                  <a:lnTo>
                    <a:pt x="12382" y="425615"/>
                  </a:lnTo>
                  <a:lnTo>
                    <a:pt x="11798" y="421881"/>
                  </a:lnTo>
                  <a:lnTo>
                    <a:pt x="11798" y="401802"/>
                  </a:lnTo>
                  <a:lnTo>
                    <a:pt x="9156" y="398907"/>
                  </a:lnTo>
                  <a:lnTo>
                    <a:pt x="2641" y="398907"/>
                  </a:lnTo>
                  <a:lnTo>
                    <a:pt x="0" y="401802"/>
                  </a:lnTo>
                  <a:lnTo>
                    <a:pt x="0" y="423354"/>
                  </a:lnTo>
                  <a:lnTo>
                    <a:pt x="812" y="428536"/>
                  </a:lnTo>
                  <a:lnTo>
                    <a:pt x="3251" y="436156"/>
                  </a:lnTo>
                  <a:lnTo>
                    <a:pt x="5524" y="437819"/>
                  </a:lnTo>
                  <a:lnTo>
                    <a:pt x="8597" y="437819"/>
                  </a:lnTo>
                  <a:lnTo>
                    <a:pt x="9271" y="437692"/>
                  </a:lnTo>
                  <a:lnTo>
                    <a:pt x="12992" y="436245"/>
                  </a:lnTo>
                  <a:lnTo>
                    <a:pt x="14605" y="432536"/>
                  </a:lnTo>
                  <a:close/>
                </a:path>
                <a:path w="908684" h="464184">
                  <a:moveTo>
                    <a:pt x="51231" y="453555"/>
                  </a:moveTo>
                  <a:lnTo>
                    <a:pt x="48590" y="450659"/>
                  </a:lnTo>
                  <a:lnTo>
                    <a:pt x="35356" y="450659"/>
                  </a:lnTo>
                  <a:lnTo>
                    <a:pt x="30175" y="449008"/>
                  </a:lnTo>
                  <a:lnTo>
                    <a:pt x="22898" y="443992"/>
                  </a:lnTo>
                  <a:lnTo>
                    <a:pt x="19265" y="444931"/>
                  </a:lnTo>
                  <a:lnTo>
                    <a:pt x="15798" y="451002"/>
                  </a:lnTo>
                  <a:lnTo>
                    <a:pt x="16637" y="455002"/>
                  </a:lnTo>
                  <a:lnTo>
                    <a:pt x="25793" y="461302"/>
                  </a:lnTo>
                  <a:lnTo>
                    <a:pt x="33147" y="463626"/>
                  </a:lnTo>
                  <a:lnTo>
                    <a:pt x="48590" y="463626"/>
                  </a:lnTo>
                  <a:lnTo>
                    <a:pt x="51231" y="460730"/>
                  </a:lnTo>
                  <a:lnTo>
                    <a:pt x="51231" y="453555"/>
                  </a:lnTo>
                  <a:close/>
                </a:path>
                <a:path w="908684" h="464184">
                  <a:moveTo>
                    <a:pt x="98818" y="453555"/>
                  </a:moveTo>
                  <a:lnTo>
                    <a:pt x="96177" y="450659"/>
                  </a:lnTo>
                  <a:lnTo>
                    <a:pt x="65874" y="450659"/>
                  </a:lnTo>
                  <a:lnTo>
                    <a:pt x="63233" y="453555"/>
                  </a:lnTo>
                  <a:lnTo>
                    <a:pt x="63233" y="460730"/>
                  </a:lnTo>
                  <a:lnTo>
                    <a:pt x="65874" y="463626"/>
                  </a:lnTo>
                  <a:lnTo>
                    <a:pt x="96177" y="463626"/>
                  </a:lnTo>
                  <a:lnTo>
                    <a:pt x="98818" y="460730"/>
                  </a:lnTo>
                  <a:lnTo>
                    <a:pt x="98818" y="453555"/>
                  </a:lnTo>
                  <a:close/>
                </a:path>
                <a:path w="908684" h="464184">
                  <a:moveTo>
                    <a:pt x="146405" y="453555"/>
                  </a:moveTo>
                  <a:lnTo>
                    <a:pt x="143764" y="450659"/>
                  </a:lnTo>
                  <a:lnTo>
                    <a:pt x="113461" y="450659"/>
                  </a:lnTo>
                  <a:lnTo>
                    <a:pt x="110832" y="453555"/>
                  </a:lnTo>
                  <a:lnTo>
                    <a:pt x="110832" y="460730"/>
                  </a:lnTo>
                  <a:lnTo>
                    <a:pt x="113461" y="463626"/>
                  </a:lnTo>
                  <a:lnTo>
                    <a:pt x="143764" y="463626"/>
                  </a:lnTo>
                  <a:lnTo>
                    <a:pt x="146405" y="460730"/>
                  </a:lnTo>
                  <a:lnTo>
                    <a:pt x="146405" y="453555"/>
                  </a:lnTo>
                  <a:close/>
                </a:path>
                <a:path w="908684" h="464184">
                  <a:moveTo>
                    <a:pt x="193992" y="453555"/>
                  </a:moveTo>
                  <a:lnTo>
                    <a:pt x="191363" y="450659"/>
                  </a:lnTo>
                  <a:lnTo>
                    <a:pt x="161061" y="450659"/>
                  </a:lnTo>
                  <a:lnTo>
                    <a:pt x="158419" y="453555"/>
                  </a:lnTo>
                  <a:lnTo>
                    <a:pt x="158419" y="460730"/>
                  </a:lnTo>
                  <a:lnTo>
                    <a:pt x="161061" y="463626"/>
                  </a:lnTo>
                  <a:lnTo>
                    <a:pt x="191363" y="463626"/>
                  </a:lnTo>
                  <a:lnTo>
                    <a:pt x="193992" y="460730"/>
                  </a:lnTo>
                  <a:lnTo>
                    <a:pt x="193992" y="453555"/>
                  </a:lnTo>
                  <a:close/>
                </a:path>
                <a:path w="908684" h="464184">
                  <a:moveTo>
                    <a:pt x="241592" y="453555"/>
                  </a:moveTo>
                  <a:lnTo>
                    <a:pt x="238950" y="450659"/>
                  </a:lnTo>
                  <a:lnTo>
                    <a:pt x="208635" y="450659"/>
                  </a:lnTo>
                  <a:lnTo>
                    <a:pt x="205994" y="453555"/>
                  </a:lnTo>
                  <a:lnTo>
                    <a:pt x="205994" y="460730"/>
                  </a:lnTo>
                  <a:lnTo>
                    <a:pt x="208635" y="463626"/>
                  </a:lnTo>
                  <a:lnTo>
                    <a:pt x="238950" y="463626"/>
                  </a:lnTo>
                  <a:lnTo>
                    <a:pt x="241592" y="460730"/>
                  </a:lnTo>
                  <a:lnTo>
                    <a:pt x="241592" y="453555"/>
                  </a:lnTo>
                  <a:close/>
                </a:path>
                <a:path w="908684" h="464184">
                  <a:moveTo>
                    <a:pt x="289179" y="453555"/>
                  </a:moveTo>
                  <a:lnTo>
                    <a:pt x="286524" y="450659"/>
                  </a:lnTo>
                  <a:lnTo>
                    <a:pt x="256222" y="450659"/>
                  </a:lnTo>
                  <a:lnTo>
                    <a:pt x="253593" y="453555"/>
                  </a:lnTo>
                  <a:lnTo>
                    <a:pt x="253593" y="460730"/>
                  </a:lnTo>
                  <a:lnTo>
                    <a:pt x="256222" y="463626"/>
                  </a:lnTo>
                  <a:lnTo>
                    <a:pt x="286524" y="463626"/>
                  </a:lnTo>
                  <a:lnTo>
                    <a:pt x="289179" y="460730"/>
                  </a:lnTo>
                  <a:lnTo>
                    <a:pt x="289179" y="453555"/>
                  </a:lnTo>
                  <a:close/>
                </a:path>
                <a:path w="908684" h="464184">
                  <a:moveTo>
                    <a:pt x="336753" y="453555"/>
                  </a:moveTo>
                  <a:lnTo>
                    <a:pt x="334124" y="450659"/>
                  </a:lnTo>
                  <a:lnTo>
                    <a:pt x="303822" y="450659"/>
                  </a:lnTo>
                  <a:lnTo>
                    <a:pt x="301180" y="453555"/>
                  </a:lnTo>
                  <a:lnTo>
                    <a:pt x="301180" y="460730"/>
                  </a:lnTo>
                  <a:lnTo>
                    <a:pt x="303822" y="463626"/>
                  </a:lnTo>
                  <a:lnTo>
                    <a:pt x="334124" y="463626"/>
                  </a:lnTo>
                  <a:lnTo>
                    <a:pt x="336753" y="460730"/>
                  </a:lnTo>
                  <a:lnTo>
                    <a:pt x="336753" y="453555"/>
                  </a:lnTo>
                  <a:close/>
                </a:path>
                <a:path w="908684" h="464184">
                  <a:moveTo>
                    <a:pt x="384352" y="453555"/>
                  </a:moveTo>
                  <a:lnTo>
                    <a:pt x="381711" y="450659"/>
                  </a:lnTo>
                  <a:lnTo>
                    <a:pt x="351409" y="450659"/>
                  </a:lnTo>
                  <a:lnTo>
                    <a:pt x="348767" y="453555"/>
                  </a:lnTo>
                  <a:lnTo>
                    <a:pt x="348767" y="460730"/>
                  </a:lnTo>
                  <a:lnTo>
                    <a:pt x="351409" y="463626"/>
                  </a:lnTo>
                  <a:lnTo>
                    <a:pt x="381711" y="463626"/>
                  </a:lnTo>
                  <a:lnTo>
                    <a:pt x="384352" y="460730"/>
                  </a:lnTo>
                  <a:lnTo>
                    <a:pt x="384352" y="453555"/>
                  </a:lnTo>
                  <a:close/>
                </a:path>
                <a:path w="908684" h="464184">
                  <a:moveTo>
                    <a:pt x="431939" y="453555"/>
                  </a:moveTo>
                  <a:lnTo>
                    <a:pt x="429298" y="450659"/>
                  </a:lnTo>
                  <a:lnTo>
                    <a:pt x="398995" y="450659"/>
                  </a:lnTo>
                  <a:lnTo>
                    <a:pt x="396354" y="453555"/>
                  </a:lnTo>
                  <a:lnTo>
                    <a:pt x="396354" y="460730"/>
                  </a:lnTo>
                  <a:lnTo>
                    <a:pt x="398995" y="463626"/>
                  </a:lnTo>
                  <a:lnTo>
                    <a:pt x="429298" y="463626"/>
                  </a:lnTo>
                  <a:lnTo>
                    <a:pt x="431939" y="460730"/>
                  </a:lnTo>
                  <a:lnTo>
                    <a:pt x="431939" y="453555"/>
                  </a:lnTo>
                  <a:close/>
                </a:path>
                <a:path w="908684" h="464184">
                  <a:moveTo>
                    <a:pt x="479526" y="453555"/>
                  </a:moveTo>
                  <a:lnTo>
                    <a:pt x="476885" y="450659"/>
                  </a:lnTo>
                  <a:lnTo>
                    <a:pt x="446582" y="450659"/>
                  </a:lnTo>
                  <a:lnTo>
                    <a:pt x="443953" y="453555"/>
                  </a:lnTo>
                  <a:lnTo>
                    <a:pt x="443953" y="460730"/>
                  </a:lnTo>
                  <a:lnTo>
                    <a:pt x="446582" y="463626"/>
                  </a:lnTo>
                  <a:lnTo>
                    <a:pt x="476885" y="463626"/>
                  </a:lnTo>
                  <a:lnTo>
                    <a:pt x="479526" y="460730"/>
                  </a:lnTo>
                  <a:lnTo>
                    <a:pt x="479526" y="453555"/>
                  </a:lnTo>
                  <a:close/>
                </a:path>
                <a:path w="908684" h="464184">
                  <a:moveTo>
                    <a:pt x="527113" y="453555"/>
                  </a:moveTo>
                  <a:lnTo>
                    <a:pt x="524484" y="450659"/>
                  </a:lnTo>
                  <a:lnTo>
                    <a:pt x="494182" y="450659"/>
                  </a:lnTo>
                  <a:lnTo>
                    <a:pt x="491528" y="453555"/>
                  </a:lnTo>
                  <a:lnTo>
                    <a:pt x="491528" y="460730"/>
                  </a:lnTo>
                  <a:lnTo>
                    <a:pt x="494182" y="463626"/>
                  </a:lnTo>
                  <a:lnTo>
                    <a:pt x="524484" y="463626"/>
                  </a:lnTo>
                  <a:lnTo>
                    <a:pt x="527113" y="460730"/>
                  </a:lnTo>
                  <a:lnTo>
                    <a:pt x="527113" y="453555"/>
                  </a:lnTo>
                  <a:close/>
                </a:path>
                <a:path w="908684" h="464184">
                  <a:moveTo>
                    <a:pt x="574700" y="453555"/>
                  </a:moveTo>
                  <a:lnTo>
                    <a:pt x="572058" y="450659"/>
                  </a:lnTo>
                  <a:lnTo>
                    <a:pt x="541756" y="450659"/>
                  </a:lnTo>
                  <a:lnTo>
                    <a:pt x="539115" y="453555"/>
                  </a:lnTo>
                  <a:lnTo>
                    <a:pt x="539115" y="460730"/>
                  </a:lnTo>
                  <a:lnTo>
                    <a:pt x="541756" y="463626"/>
                  </a:lnTo>
                  <a:lnTo>
                    <a:pt x="572058" y="463626"/>
                  </a:lnTo>
                  <a:lnTo>
                    <a:pt x="574700" y="460730"/>
                  </a:lnTo>
                  <a:lnTo>
                    <a:pt x="574700" y="453555"/>
                  </a:lnTo>
                  <a:close/>
                </a:path>
                <a:path w="908684" h="464184">
                  <a:moveTo>
                    <a:pt x="622287" y="453555"/>
                  </a:moveTo>
                  <a:lnTo>
                    <a:pt x="619645" y="450659"/>
                  </a:lnTo>
                  <a:lnTo>
                    <a:pt x="589343" y="450659"/>
                  </a:lnTo>
                  <a:lnTo>
                    <a:pt x="586714" y="453555"/>
                  </a:lnTo>
                  <a:lnTo>
                    <a:pt x="586714" y="460730"/>
                  </a:lnTo>
                  <a:lnTo>
                    <a:pt x="589343" y="463626"/>
                  </a:lnTo>
                  <a:lnTo>
                    <a:pt x="619645" y="463626"/>
                  </a:lnTo>
                  <a:lnTo>
                    <a:pt x="622287" y="460730"/>
                  </a:lnTo>
                  <a:lnTo>
                    <a:pt x="622287" y="453555"/>
                  </a:lnTo>
                  <a:close/>
                </a:path>
                <a:path w="908684" h="464184">
                  <a:moveTo>
                    <a:pt x="669874" y="453555"/>
                  </a:moveTo>
                  <a:lnTo>
                    <a:pt x="667245" y="450659"/>
                  </a:lnTo>
                  <a:lnTo>
                    <a:pt x="636943" y="450659"/>
                  </a:lnTo>
                  <a:lnTo>
                    <a:pt x="634301" y="453555"/>
                  </a:lnTo>
                  <a:lnTo>
                    <a:pt x="634301" y="460730"/>
                  </a:lnTo>
                  <a:lnTo>
                    <a:pt x="636943" y="463626"/>
                  </a:lnTo>
                  <a:lnTo>
                    <a:pt x="667245" y="463626"/>
                  </a:lnTo>
                  <a:lnTo>
                    <a:pt x="669874" y="460730"/>
                  </a:lnTo>
                  <a:lnTo>
                    <a:pt x="669874" y="453555"/>
                  </a:lnTo>
                  <a:close/>
                </a:path>
                <a:path w="908684" h="464184">
                  <a:moveTo>
                    <a:pt x="717473" y="453555"/>
                  </a:moveTo>
                  <a:lnTo>
                    <a:pt x="714832" y="450659"/>
                  </a:lnTo>
                  <a:lnTo>
                    <a:pt x="684530" y="450659"/>
                  </a:lnTo>
                  <a:lnTo>
                    <a:pt x="681875" y="453555"/>
                  </a:lnTo>
                  <a:lnTo>
                    <a:pt x="681875" y="460730"/>
                  </a:lnTo>
                  <a:lnTo>
                    <a:pt x="684530" y="463626"/>
                  </a:lnTo>
                  <a:lnTo>
                    <a:pt x="714832" y="463626"/>
                  </a:lnTo>
                  <a:lnTo>
                    <a:pt x="717473" y="460730"/>
                  </a:lnTo>
                  <a:lnTo>
                    <a:pt x="717473" y="453555"/>
                  </a:lnTo>
                  <a:close/>
                </a:path>
                <a:path w="908684" h="464184">
                  <a:moveTo>
                    <a:pt x="765060" y="453555"/>
                  </a:moveTo>
                  <a:lnTo>
                    <a:pt x="762419" y="450659"/>
                  </a:lnTo>
                  <a:lnTo>
                    <a:pt x="732104" y="450659"/>
                  </a:lnTo>
                  <a:lnTo>
                    <a:pt x="729462" y="453555"/>
                  </a:lnTo>
                  <a:lnTo>
                    <a:pt x="729462" y="460730"/>
                  </a:lnTo>
                  <a:lnTo>
                    <a:pt x="732104" y="463626"/>
                  </a:lnTo>
                  <a:lnTo>
                    <a:pt x="762419" y="463626"/>
                  </a:lnTo>
                  <a:lnTo>
                    <a:pt x="765060" y="460730"/>
                  </a:lnTo>
                  <a:lnTo>
                    <a:pt x="765060" y="453555"/>
                  </a:lnTo>
                  <a:close/>
                </a:path>
                <a:path w="908684" h="464184">
                  <a:moveTo>
                    <a:pt x="812647" y="453555"/>
                  </a:moveTo>
                  <a:lnTo>
                    <a:pt x="810006" y="450659"/>
                  </a:lnTo>
                  <a:lnTo>
                    <a:pt x="779691" y="450659"/>
                  </a:lnTo>
                  <a:lnTo>
                    <a:pt x="777062" y="453555"/>
                  </a:lnTo>
                  <a:lnTo>
                    <a:pt x="777062" y="460730"/>
                  </a:lnTo>
                  <a:lnTo>
                    <a:pt x="779691" y="463626"/>
                  </a:lnTo>
                  <a:lnTo>
                    <a:pt x="810006" y="463626"/>
                  </a:lnTo>
                  <a:lnTo>
                    <a:pt x="812647" y="460730"/>
                  </a:lnTo>
                  <a:lnTo>
                    <a:pt x="812647" y="453555"/>
                  </a:lnTo>
                  <a:close/>
                </a:path>
                <a:path w="908684" h="464184">
                  <a:moveTo>
                    <a:pt x="860234" y="453555"/>
                  </a:moveTo>
                  <a:lnTo>
                    <a:pt x="857592" y="450659"/>
                  </a:lnTo>
                  <a:lnTo>
                    <a:pt x="827290" y="450659"/>
                  </a:lnTo>
                  <a:lnTo>
                    <a:pt x="824649" y="453555"/>
                  </a:lnTo>
                  <a:lnTo>
                    <a:pt x="824649" y="460730"/>
                  </a:lnTo>
                  <a:lnTo>
                    <a:pt x="827290" y="463626"/>
                  </a:lnTo>
                  <a:lnTo>
                    <a:pt x="857592" y="463626"/>
                  </a:lnTo>
                  <a:lnTo>
                    <a:pt x="860234" y="460730"/>
                  </a:lnTo>
                  <a:lnTo>
                    <a:pt x="860234" y="453555"/>
                  </a:lnTo>
                  <a:close/>
                </a:path>
                <a:path w="908684" h="464184">
                  <a:moveTo>
                    <a:pt x="903249" y="440410"/>
                  </a:moveTo>
                  <a:lnTo>
                    <a:pt x="902500" y="436397"/>
                  </a:lnTo>
                  <a:lnTo>
                    <a:pt x="897051" y="432447"/>
                  </a:lnTo>
                  <a:lnTo>
                    <a:pt x="893394" y="433273"/>
                  </a:lnTo>
                  <a:lnTo>
                    <a:pt x="887920" y="442429"/>
                  </a:lnTo>
                  <a:lnTo>
                    <a:pt x="882446" y="447014"/>
                  </a:lnTo>
                  <a:lnTo>
                    <a:pt x="873086" y="450291"/>
                  </a:lnTo>
                  <a:lnTo>
                    <a:pt x="871359" y="453936"/>
                  </a:lnTo>
                  <a:lnTo>
                    <a:pt x="873137" y="460108"/>
                  </a:lnTo>
                  <a:lnTo>
                    <a:pt x="875461" y="461873"/>
                  </a:lnTo>
                  <a:lnTo>
                    <a:pt x="878547" y="461873"/>
                  </a:lnTo>
                  <a:lnTo>
                    <a:pt x="901458" y="443407"/>
                  </a:lnTo>
                  <a:lnTo>
                    <a:pt x="903249" y="440410"/>
                  </a:lnTo>
                  <a:close/>
                </a:path>
                <a:path w="908684" h="464184">
                  <a:moveTo>
                    <a:pt x="908329" y="385152"/>
                  </a:moveTo>
                  <a:lnTo>
                    <a:pt x="905687" y="382257"/>
                  </a:lnTo>
                  <a:lnTo>
                    <a:pt x="899185" y="382257"/>
                  </a:lnTo>
                  <a:lnTo>
                    <a:pt x="896543" y="385152"/>
                  </a:lnTo>
                  <a:lnTo>
                    <a:pt x="896543" y="418515"/>
                  </a:lnTo>
                  <a:lnTo>
                    <a:pt x="899185" y="421424"/>
                  </a:lnTo>
                  <a:lnTo>
                    <a:pt x="905687" y="421424"/>
                  </a:lnTo>
                  <a:lnTo>
                    <a:pt x="908329" y="418515"/>
                  </a:lnTo>
                  <a:lnTo>
                    <a:pt x="908329" y="385152"/>
                  </a:lnTo>
                  <a:close/>
                </a:path>
                <a:path w="908684" h="464184">
                  <a:moveTo>
                    <a:pt x="908329" y="332778"/>
                  </a:moveTo>
                  <a:lnTo>
                    <a:pt x="905687" y="329882"/>
                  </a:lnTo>
                  <a:lnTo>
                    <a:pt x="899185" y="329882"/>
                  </a:lnTo>
                  <a:lnTo>
                    <a:pt x="896543" y="332778"/>
                  </a:lnTo>
                  <a:lnTo>
                    <a:pt x="896543" y="366141"/>
                  </a:lnTo>
                  <a:lnTo>
                    <a:pt x="899185" y="369049"/>
                  </a:lnTo>
                  <a:lnTo>
                    <a:pt x="905687" y="369049"/>
                  </a:lnTo>
                  <a:lnTo>
                    <a:pt x="908329" y="366141"/>
                  </a:lnTo>
                  <a:lnTo>
                    <a:pt x="908329" y="332778"/>
                  </a:lnTo>
                  <a:close/>
                </a:path>
                <a:path w="908684" h="464184">
                  <a:moveTo>
                    <a:pt x="908329" y="280403"/>
                  </a:moveTo>
                  <a:lnTo>
                    <a:pt x="905687" y="277495"/>
                  </a:lnTo>
                  <a:lnTo>
                    <a:pt x="899185" y="277495"/>
                  </a:lnTo>
                  <a:lnTo>
                    <a:pt x="896543" y="280403"/>
                  </a:lnTo>
                  <a:lnTo>
                    <a:pt x="896543" y="313753"/>
                  </a:lnTo>
                  <a:lnTo>
                    <a:pt x="899185" y="316661"/>
                  </a:lnTo>
                  <a:lnTo>
                    <a:pt x="905687" y="316661"/>
                  </a:lnTo>
                  <a:lnTo>
                    <a:pt x="908329" y="313753"/>
                  </a:lnTo>
                  <a:lnTo>
                    <a:pt x="908329" y="280403"/>
                  </a:lnTo>
                  <a:close/>
                </a:path>
                <a:path w="908684" h="464184">
                  <a:moveTo>
                    <a:pt x="908329" y="228028"/>
                  </a:moveTo>
                  <a:lnTo>
                    <a:pt x="905687" y="225120"/>
                  </a:lnTo>
                  <a:lnTo>
                    <a:pt x="899185" y="225120"/>
                  </a:lnTo>
                  <a:lnTo>
                    <a:pt x="896543" y="228028"/>
                  </a:lnTo>
                  <a:lnTo>
                    <a:pt x="896543" y="261378"/>
                  </a:lnTo>
                  <a:lnTo>
                    <a:pt x="899185" y="264287"/>
                  </a:lnTo>
                  <a:lnTo>
                    <a:pt x="905687" y="264287"/>
                  </a:lnTo>
                  <a:lnTo>
                    <a:pt x="908329" y="261378"/>
                  </a:lnTo>
                  <a:lnTo>
                    <a:pt x="908329" y="228028"/>
                  </a:lnTo>
                  <a:close/>
                </a:path>
                <a:path w="908684" h="464184">
                  <a:moveTo>
                    <a:pt x="908329" y="175641"/>
                  </a:moveTo>
                  <a:lnTo>
                    <a:pt x="905687" y="172732"/>
                  </a:lnTo>
                  <a:lnTo>
                    <a:pt x="899185" y="172732"/>
                  </a:lnTo>
                  <a:lnTo>
                    <a:pt x="896543" y="175641"/>
                  </a:lnTo>
                  <a:lnTo>
                    <a:pt x="896543" y="209003"/>
                  </a:lnTo>
                  <a:lnTo>
                    <a:pt x="899185" y="211912"/>
                  </a:lnTo>
                  <a:lnTo>
                    <a:pt x="905687" y="211912"/>
                  </a:lnTo>
                  <a:lnTo>
                    <a:pt x="908329" y="209003"/>
                  </a:lnTo>
                  <a:lnTo>
                    <a:pt x="908329" y="175641"/>
                  </a:lnTo>
                  <a:close/>
                </a:path>
                <a:path w="908684" h="464184">
                  <a:moveTo>
                    <a:pt x="908329" y="123266"/>
                  </a:moveTo>
                  <a:lnTo>
                    <a:pt x="905687" y="120357"/>
                  </a:lnTo>
                  <a:lnTo>
                    <a:pt x="899185" y="120357"/>
                  </a:lnTo>
                  <a:lnTo>
                    <a:pt x="896543" y="123266"/>
                  </a:lnTo>
                  <a:lnTo>
                    <a:pt x="896543" y="156629"/>
                  </a:lnTo>
                  <a:lnTo>
                    <a:pt x="899185" y="159537"/>
                  </a:lnTo>
                  <a:lnTo>
                    <a:pt x="905687" y="159537"/>
                  </a:lnTo>
                  <a:lnTo>
                    <a:pt x="908329" y="156629"/>
                  </a:lnTo>
                  <a:lnTo>
                    <a:pt x="908329" y="123266"/>
                  </a:lnTo>
                  <a:close/>
                </a:path>
                <a:path w="908684" h="464184">
                  <a:moveTo>
                    <a:pt x="908329" y="70891"/>
                  </a:moveTo>
                  <a:lnTo>
                    <a:pt x="905687" y="67983"/>
                  </a:lnTo>
                  <a:lnTo>
                    <a:pt x="899185" y="67983"/>
                  </a:lnTo>
                  <a:lnTo>
                    <a:pt x="896543" y="70891"/>
                  </a:lnTo>
                  <a:lnTo>
                    <a:pt x="896543" y="104241"/>
                  </a:lnTo>
                  <a:lnTo>
                    <a:pt x="899185" y="107162"/>
                  </a:lnTo>
                  <a:lnTo>
                    <a:pt x="905687" y="107162"/>
                  </a:lnTo>
                  <a:lnTo>
                    <a:pt x="908329" y="104241"/>
                  </a:lnTo>
                  <a:lnTo>
                    <a:pt x="908329" y="70891"/>
                  </a:lnTo>
                  <a:close/>
                </a:path>
                <a:path w="908684" h="464184">
                  <a:moveTo>
                    <a:pt x="908329" y="2908"/>
                  </a:moveTo>
                  <a:lnTo>
                    <a:pt x="905687" y="0"/>
                  </a:lnTo>
                  <a:lnTo>
                    <a:pt x="899185" y="0"/>
                  </a:lnTo>
                  <a:lnTo>
                    <a:pt x="896543" y="2908"/>
                  </a:lnTo>
                  <a:lnTo>
                    <a:pt x="896543" y="20764"/>
                  </a:lnTo>
                  <a:lnTo>
                    <a:pt x="898182" y="22567"/>
                  </a:lnTo>
                  <a:lnTo>
                    <a:pt x="896543" y="24371"/>
                  </a:lnTo>
                  <a:lnTo>
                    <a:pt x="896543" y="51866"/>
                  </a:lnTo>
                  <a:lnTo>
                    <a:pt x="899185" y="54775"/>
                  </a:lnTo>
                  <a:lnTo>
                    <a:pt x="905687" y="54775"/>
                  </a:lnTo>
                  <a:lnTo>
                    <a:pt x="908329" y="51866"/>
                  </a:lnTo>
                  <a:lnTo>
                    <a:pt x="908329" y="24371"/>
                  </a:lnTo>
                  <a:lnTo>
                    <a:pt x="906678" y="22567"/>
                  </a:lnTo>
                  <a:lnTo>
                    <a:pt x="908329" y="20764"/>
                  </a:lnTo>
                  <a:lnTo>
                    <a:pt x="908329" y="2908"/>
                  </a:lnTo>
                  <a:close/>
                </a:path>
              </a:pathLst>
            </a:custGeom>
            <a:solidFill>
              <a:srgbClr val="8B88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6" name="object 386" descr=""/>
            <p:cNvSpPr/>
            <p:nvPr/>
          </p:nvSpPr>
          <p:spPr>
            <a:xfrm>
              <a:off x="10702864" y="5808776"/>
              <a:ext cx="967740" cy="398780"/>
            </a:xfrm>
            <a:custGeom>
              <a:avLst/>
              <a:gdLst/>
              <a:ahLst/>
              <a:cxnLst/>
              <a:rect l="l" t="t" r="r" b="b"/>
              <a:pathLst>
                <a:path w="967740" h="398779">
                  <a:moveTo>
                    <a:pt x="887512" y="0"/>
                  </a:moveTo>
                  <a:lnTo>
                    <a:pt x="79756" y="0"/>
                  </a:lnTo>
                  <a:lnTo>
                    <a:pt x="48710" y="6267"/>
                  </a:lnTo>
                  <a:lnTo>
                    <a:pt x="23359" y="23359"/>
                  </a:lnTo>
                  <a:lnTo>
                    <a:pt x="6267" y="48710"/>
                  </a:lnTo>
                  <a:lnTo>
                    <a:pt x="0" y="79756"/>
                  </a:lnTo>
                  <a:lnTo>
                    <a:pt x="0" y="318681"/>
                  </a:lnTo>
                  <a:lnTo>
                    <a:pt x="6267" y="349727"/>
                  </a:lnTo>
                  <a:lnTo>
                    <a:pt x="23359" y="375078"/>
                  </a:lnTo>
                  <a:lnTo>
                    <a:pt x="48710" y="392170"/>
                  </a:lnTo>
                  <a:lnTo>
                    <a:pt x="79756" y="398438"/>
                  </a:lnTo>
                  <a:lnTo>
                    <a:pt x="887512" y="398438"/>
                  </a:lnTo>
                  <a:lnTo>
                    <a:pt x="918558" y="392170"/>
                  </a:lnTo>
                  <a:lnTo>
                    <a:pt x="943909" y="375078"/>
                  </a:lnTo>
                  <a:lnTo>
                    <a:pt x="961001" y="349727"/>
                  </a:lnTo>
                  <a:lnTo>
                    <a:pt x="967268" y="318681"/>
                  </a:lnTo>
                  <a:lnTo>
                    <a:pt x="967268" y="79756"/>
                  </a:lnTo>
                  <a:lnTo>
                    <a:pt x="961001" y="48710"/>
                  </a:lnTo>
                  <a:lnTo>
                    <a:pt x="943909" y="23359"/>
                  </a:lnTo>
                  <a:lnTo>
                    <a:pt x="918558" y="6267"/>
                  </a:lnTo>
                  <a:lnTo>
                    <a:pt x="887512" y="0"/>
                  </a:lnTo>
                  <a:close/>
                </a:path>
              </a:pathLst>
            </a:custGeom>
            <a:solidFill>
              <a:srgbClr val="393C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7" name="object 387" descr=""/>
            <p:cNvSpPr/>
            <p:nvPr/>
          </p:nvSpPr>
          <p:spPr>
            <a:xfrm>
              <a:off x="10748981" y="6171592"/>
              <a:ext cx="877569" cy="27940"/>
            </a:xfrm>
            <a:custGeom>
              <a:avLst/>
              <a:gdLst/>
              <a:ahLst/>
              <a:cxnLst/>
              <a:rect l="l" t="t" r="r" b="b"/>
              <a:pathLst>
                <a:path w="877570" h="27939">
                  <a:moveTo>
                    <a:pt x="877523" y="0"/>
                  </a:moveTo>
                  <a:lnTo>
                    <a:pt x="0" y="0"/>
                  </a:lnTo>
                  <a:lnTo>
                    <a:pt x="0" y="27611"/>
                  </a:lnTo>
                  <a:lnTo>
                    <a:pt x="877523" y="27611"/>
                  </a:lnTo>
                  <a:lnTo>
                    <a:pt x="877523" y="0"/>
                  </a:lnTo>
                  <a:close/>
                </a:path>
              </a:pathLst>
            </a:custGeom>
            <a:solidFill>
              <a:srgbClr val="5458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8" name="object 388" descr=""/>
            <p:cNvSpPr/>
            <p:nvPr/>
          </p:nvSpPr>
          <p:spPr>
            <a:xfrm>
              <a:off x="10901106" y="5793975"/>
              <a:ext cx="78105" cy="582930"/>
            </a:xfrm>
            <a:custGeom>
              <a:avLst/>
              <a:gdLst/>
              <a:ahLst/>
              <a:cxnLst/>
              <a:rect l="l" t="t" r="r" b="b"/>
              <a:pathLst>
                <a:path w="78104" h="582929">
                  <a:moveTo>
                    <a:pt x="77673" y="0"/>
                  </a:moveTo>
                  <a:lnTo>
                    <a:pt x="0" y="0"/>
                  </a:lnTo>
                  <a:lnTo>
                    <a:pt x="0" y="527240"/>
                  </a:lnTo>
                  <a:lnTo>
                    <a:pt x="3052" y="543337"/>
                  </a:lnTo>
                  <a:lnTo>
                    <a:pt x="11376" y="561486"/>
                  </a:lnTo>
                  <a:lnTo>
                    <a:pt x="23721" y="576316"/>
                  </a:lnTo>
                  <a:lnTo>
                    <a:pt x="38836" y="582453"/>
                  </a:lnTo>
                  <a:lnTo>
                    <a:pt x="53955" y="576316"/>
                  </a:lnTo>
                  <a:lnTo>
                    <a:pt x="66300" y="561486"/>
                  </a:lnTo>
                  <a:lnTo>
                    <a:pt x="74621" y="543337"/>
                  </a:lnTo>
                  <a:lnTo>
                    <a:pt x="77673" y="527240"/>
                  </a:lnTo>
                  <a:lnTo>
                    <a:pt x="77673" y="0"/>
                  </a:lnTo>
                  <a:close/>
                </a:path>
              </a:pathLst>
            </a:custGeom>
            <a:solidFill>
              <a:srgbClr val="2123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10880069" y="5964971"/>
              <a:ext cx="114935" cy="43180"/>
            </a:xfrm>
            <a:custGeom>
              <a:avLst/>
              <a:gdLst/>
              <a:ahLst/>
              <a:cxnLst/>
              <a:rect l="l" t="t" r="r" b="b"/>
              <a:pathLst>
                <a:path w="114934" h="43179">
                  <a:moveTo>
                    <a:pt x="109221" y="0"/>
                  </a:moveTo>
                  <a:lnTo>
                    <a:pt x="102227" y="0"/>
                  </a:lnTo>
                  <a:lnTo>
                    <a:pt x="5664" y="0"/>
                  </a:lnTo>
                  <a:lnTo>
                    <a:pt x="0" y="5675"/>
                  </a:lnTo>
                  <a:lnTo>
                    <a:pt x="0" y="37349"/>
                  </a:lnTo>
                  <a:lnTo>
                    <a:pt x="5664" y="43024"/>
                  </a:lnTo>
                  <a:lnTo>
                    <a:pt x="109221" y="43024"/>
                  </a:lnTo>
                  <a:lnTo>
                    <a:pt x="114897" y="37349"/>
                  </a:lnTo>
                  <a:lnTo>
                    <a:pt x="114897" y="5675"/>
                  </a:lnTo>
                  <a:lnTo>
                    <a:pt x="109221" y="0"/>
                  </a:lnTo>
                  <a:close/>
                </a:path>
              </a:pathLst>
            </a:custGeom>
            <a:solidFill>
              <a:srgbClr val="8B88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0" name="object 390" descr=""/>
            <p:cNvSpPr/>
            <p:nvPr/>
          </p:nvSpPr>
          <p:spPr>
            <a:xfrm>
              <a:off x="10946086" y="5713936"/>
              <a:ext cx="505459" cy="102235"/>
            </a:xfrm>
            <a:custGeom>
              <a:avLst/>
              <a:gdLst/>
              <a:ahLst/>
              <a:cxnLst/>
              <a:rect l="l" t="t" r="r" b="b"/>
              <a:pathLst>
                <a:path w="505459" h="102235">
                  <a:moveTo>
                    <a:pt x="322062" y="0"/>
                  </a:moveTo>
                  <a:lnTo>
                    <a:pt x="251736" y="318"/>
                  </a:lnTo>
                  <a:lnTo>
                    <a:pt x="99127" y="2172"/>
                  </a:lnTo>
                  <a:lnTo>
                    <a:pt x="62321" y="23815"/>
                  </a:lnTo>
                  <a:lnTo>
                    <a:pt x="51453" y="62610"/>
                  </a:lnTo>
                  <a:lnTo>
                    <a:pt x="49286" y="76431"/>
                  </a:lnTo>
                  <a:lnTo>
                    <a:pt x="48166" y="78190"/>
                  </a:lnTo>
                  <a:lnTo>
                    <a:pt x="42287" y="80564"/>
                  </a:lnTo>
                  <a:lnTo>
                    <a:pt x="31446" y="81741"/>
                  </a:lnTo>
                  <a:lnTo>
                    <a:pt x="17491" y="81640"/>
                  </a:lnTo>
                  <a:lnTo>
                    <a:pt x="2272" y="80180"/>
                  </a:lnTo>
                  <a:lnTo>
                    <a:pt x="0" y="99488"/>
                  </a:lnTo>
                  <a:lnTo>
                    <a:pt x="14005" y="101005"/>
                  </a:lnTo>
                  <a:lnTo>
                    <a:pt x="31563" y="101327"/>
                  </a:lnTo>
                  <a:lnTo>
                    <a:pt x="48569" y="98777"/>
                  </a:lnTo>
                  <a:lnTo>
                    <a:pt x="68877" y="65918"/>
                  </a:lnTo>
                  <a:lnTo>
                    <a:pt x="72318" y="47996"/>
                  </a:lnTo>
                  <a:lnTo>
                    <a:pt x="77498" y="33989"/>
                  </a:lnTo>
                  <a:lnTo>
                    <a:pt x="85888" y="24876"/>
                  </a:lnTo>
                  <a:lnTo>
                    <a:pt x="98960" y="21637"/>
                  </a:lnTo>
                  <a:lnTo>
                    <a:pt x="109520" y="21630"/>
                  </a:lnTo>
                  <a:lnTo>
                    <a:pt x="219685" y="20126"/>
                  </a:lnTo>
                  <a:lnTo>
                    <a:pt x="284016" y="19528"/>
                  </a:lnTo>
                  <a:lnTo>
                    <a:pt x="346376" y="19621"/>
                  </a:lnTo>
                  <a:lnTo>
                    <a:pt x="395642" y="20907"/>
                  </a:lnTo>
                  <a:lnTo>
                    <a:pt x="430214" y="39689"/>
                  </a:lnTo>
                  <a:lnTo>
                    <a:pt x="431735" y="48652"/>
                  </a:lnTo>
                  <a:lnTo>
                    <a:pt x="436276" y="68722"/>
                  </a:lnTo>
                  <a:lnTo>
                    <a:pt x="445918" y="85617"/>
                  </a:lnTo>
                  <a:lnTo>
                    <a:pt x="464277" y="97270"/>
                  </a:lnTo>
                  <a:lnTo>
                    <a:pt x="494969" y="101614"/>
                  </a:lnTo>
                  <a:lnTo>
                    <a:pt x="505303" y="101300"/>
                  </a:lnTo>
                  <a:lnTo>
                    <a:pt x="504361" y="81855"/>
                  </a:lnTo>
                  <a:lnTo>
                    <a:pt x="475456" y="80489"/>
                  </a:lnTo>
                  <a:lnTo>
                    <a:pt x="459576" y="72978"/>
                  </a:lnTo>
                  <a:lnTo>
                    <a:pt x="452293" y="60799"/>
                  </a:lnTo>
                  <a:lnTo>
                    <a:pt x="449180" y="45427"/>
                  </a:lnTo>
                  <a:lnTo>
                    <a:pt x="447294" y="34597"/>
                  </a:lnTo>
                  <a:lnTo>
                    <a:pt x="443962" y="23664"/>
                  </a:lnTo>
                  <a:lnTo>
                    <a:pt x="437933" y="13794"/>
                  </a:lnTo>
                  <a:lnTo>
                    <a:pt x="427955" y="6151"/>
                  </a:lnTo>
                  <a:lnTo>
                    <a:pt x="410387" y="2693"/>
                  </a:lnTo>
                  <a:lnTo>
                    <a:pt x="375018" y="717"/>
                  </a:lnTo>
                  <a:lnTo>
                    <a:pt x="322062" y="0"/>
                  </a:lnTo>
                  <a:close/>
                </a:path>
              </a:pathLst>
            </a:custGeom>
            <a:solidFill>
              <a:srgbClr val="2123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1" name="object 391" descr=""/>
            <p:cNvSpPr/>
            <p:nvPr/>
          </p:nvSpPr>
          <p:spPr>
            <a:xfrm>
              <a:off x="10910299" y="5796965"/>
              <a:ext cx="59690" cy="555625"/>
            </a:xfrm>
            <a:custGeom>
              <a:avLst/>
              <a:gdLst/>
              <a:ahLst/>
              <a:cxnLst/>
              <a:rect l="l" t="t" r="r" b="b"/>
              <a:pathLst>
                <a:path w="59690" h="555625">
                  <a:moveTo>
                    <a:pt x="4575" y="0"/>
                  </a:moveTo>
                  <a:lnTo>
                    <a:pt x="1308" y="0"/>
                  </a:lnTo>
                  <a:lnTo>
                    <a:pt x="0" y="1455"/>
                  </a:lnTo>
                  <a:lnTo>
                    <a:pt x="0" y="18009"/>
                  </a:lnTo>
                  <a:lnTo>
                    <a:pt x="1308" y="19465"/>
                  </a:lnTo>
                  <a:lnTo>
                    <a:pt x="4575" y="19465"/>
                  </a:lnTo>
                  <a:lnTo>
                    <a:pt x="5884" y="18009"/>
                  </a:lnTo>
                  <a:lnTo>
                    <a:pt x="5884" y="1455"/>
                  </a:lnTo>
                  <a:lnTo>
                    <a:pt x="4575" y="0"/>
                  </a:lnTo>
                  <a:close/>
                </a:path>
                <a:path w="59690" h="555625">
                  <a:moveTo>
                    <a:pt x="57977" y="3026"/>
                  </a:moveTo>
                  <a:lnTo>
                    <a:pt x="54710" y="3026"/>
                  </a:lnTo>
                  <a:lnTo>
                    <a:pt x="53401" y="4481"/>
                  </a:lnTo>
                  <a:lnTo>
                    <a:pt x="53401" y="21046"/>
                  </a:lnTo>
                  <a:lnTo>
                    <a:pt x="54710" y="22491"/>
                  </a:lnTo>
                  <a:lnTo>
                    <a:pt x="57977" y="22491"/>
                  </a:lnTo>
                  <a:lnTo>
                    <a:pt x="59296" y="21046"/>
                  </a:lnTo>
                  <a:lnTo>
                    <a:pt x="59296" y="4481"/>
                  </a:lnTo>
                  <a:lnTo>
                    <a:pt x="57977" y="3026"/>
                  </a:lnTo>
                  <a:close/>
                </a:path>
                <a:path w="59690" h="555625">
                  <a:moveTo>
                    <a:pt x="4575" y="25957"/>
                  </a:moveTo>
                  <a:lnTo>
                    <a:pt x="1308" y="25957"/>
                  </a:lnTo>
                  <a:lnTo>
                    <a:pt x="0" y="27402"/>
                  </a:lnTo>
                  <a:lnTo>
                    <a:pt x="0" y="43967"/>
                  </a:lnTo>
                  <a:lnTo>
                    <a:pt x="1308" y="45422"/>
                  </a:lnTo>
                  <a:lnTo>
                    <a:pt x="4575" y="45422"/>
                  </a:lnTo>
                  <a:lnTo>
                    <a:pt x="5884" y="43967"/>
                  </a:lnTo>
                  <a:lnTo>
                    <a:pt x="5884" y="27402"/>
                  </a:lnTo>
                  <a:lnTo>
                    <a:pt x="4575" y="25957"/>
                  </a:lnTo>
                  <a:close/>
                </a:path>
                <a:path w="59690" h="555625">
                  <a:moveTo>
                    <a:pt x="57977" y="28983"/>
                  </a:moveTo>
                  <a:lnTo>
                    <a:pt x="54710" y="28983"/>
                  </a:lnTo>
                  <a:lnTo>
                    <a:pt x="53401" y="30428"/>
                  </a:lnTo>
                  <a:lnTo>
                    <a:pt x="53401" y="46993"/>
                  </a:lnTo>
                  <a:lnTo>
                    <a:pt x="54710" y="48448"/>
                  </a:lnTo>
                  <a:lnTo>
                    <a:pt x="57977" y="48448"/>
                  </a:lnTo>
                  <a:lnTo>
                    <a:pt x="59296" y="46993"/>
                  </a:lnTo>
                  <a:lnTo>
                    <a:pt x="59296" y="30428"/>
                  </a:lnTo>
                  <a:lnTo>
                    <a:pt x="57977" y="28983"/>
                  </a:lnTo>
                  <a:close/>
                </a:path>
                <a:path w="59690" h="555625">
                  <a:moveTo>
                    <a:pt x="4575" y="51904"/>
                  </a:moveTo>
                  <a:lnTo>
                    <a:pt x="1308" y="51904"/>
                  </a:lnTo>
                  <a:lnTo>
                    <a:pt x="0" y="53359"/>
                  </a:lnTo>
                  <a:lnTo>
                    <a:pt x="0" y="69924"/>
                  </a:lnTo>
                  <a:lnTo>
                    <a:pt x="1308" y="71369"/>
                  </a:lnTo>
                  <a:lnTo>
                    <a:pt x="4575" y="71369"/>
                  </a:lnTo>
                  <a:lnTo>
                    <a:pt x="5884" y="69924"/>
                  </a:lnTo>
                  <a:lnTo>
                    <a:pt x="5884" y="53359"/>
                  </a:lnTo>
                  <a:lnTo>
                    <a:pt x="4575" y="51904"/>
                  </a:lnTo>
                  <a:close/>
                </a:path>
                <a:path w="59690" h="555625">
                  <a:moveTo>
                    <a:pt x="57977" y="54940"/>
                  </a:moveTo>
                  <a:lnTo>
                    <a:pt x="54710" y="54940"/>
                  </a:lnTo>
                  <a:lnTo>
                    <a:pt x="53401" y="56385"/>
                  </a:lnTo>
                  <a:lnTo>
                    <a:pt x="53401" y="72950"/>
                  </a:lnTo>
                  <a:lnTo>
                    <a:pt x="54710" y="74406"/>
                  </a:lnTo>
                  <a:lnTo>
                    <a:pt x="57977" y="74406"/>
                  </a:lnTo>
                  <a:lnTo>
                    <a:pt x="59296" y="72950"/>
                  </a:lnTo>
                  <a:lnTo>
                    <a:pt x="59296" y="56385"/>
                  </a:lnTo>
                  <a:lnTo>
                    <a:pt x="57977" y="54940"/>
                  </a:lnTo>
                  <a:close/>
                </a:path>
                <a:path w="59690" h="555625">
                  <a:moveTo>
                    <a:pt x="4575" y="77861"/>
                  </a:moveTo>
                  <a:lnTo>
                    <a:pt x="1308" y="77861"/>
                  </a:lnTo>
                  <a:lnTo>
                    <a:pt x="0" y="79316"/>
                  </a:lnTo>
                  <a:lnTo>
                    <a:pt x="0" y="95871"/>
                  </a:lnTo>
                  <a:lnTo>
                    <a:pt x="1308" y="97326"/>
                  </a:lnTo>
                  <a:lnTo>
                    <a:pt x="4575" y="97326"/>
                  </a:lnTo>
                  <a:lnTo>
                    <a:pt x="5884" y="95871"/>
                  </a:lnTo>
                  <a:lnTo>
                    <a:pt x="5884" y="79316"/>
                  </a:lnTo>
                  <a:lnTo>
                    <a:pt x="4575" y="77861"/>
                  </a:lnTo>
                  <a:close/>
                </a:path>
                <a:path w="59690" h="555625">
                  <a:moveTo>
                    <a:pt x="57977" y="80887"/>
                  </a:moveTo>
                  <a:lnTo>
                    <a:pt x="54710" y="80887"/>
                  </a:lnTo>
                  <a:lnTo>
                    <a:pt x="53401" y="82343"/>
                  </a:lnTo>
                  <a:lnTo>
                    <a:pt x="53401" y="98907"/>
                  </a:lnTo>
                  <a:lnTo>
                    <a:pt x="54710" y="100352"/>
                  </a:lnTo>
                  <a:lnTo>
                    <a:pt x="57977" y="100352"/>
                  </a:lnTo>
                  <a:lnTo>
                    <a:pt x="59296" y="98907"/>
                  </a:lnTo>
                  <a:lnTo>
                    <a:pt x="59296" y="82343"/>
                  </a:lnTo>
                  <a:lnTo>
                    <a:pt x="57977" y="80887"/>
                  </a:lnTo>
                  <a:close/>
                </a:path>
                <a:path w="59690" h="555625">
                  <a:moveTo>
                    <a:pt x="4575" y="103818"/>
                  </a:moveTo>
                  <a:lnTo>
                    <a:pt x="1308" y="103818"/>
                  </a:lnTo>
                  <a:lnTo>
                    <a:pt x="0" y="105263"/>
                  </a:lnTo>
                  <a:lnTo>
                    <a:pt x="0" y="121828"/>
                  </a:lnTo>
                  <a:lnTo>
                    <a:pt x="1308" y="123284"/>
                  </a:lnTo>
                  <a:lnTo>
                    <a:pt x="4575" y="123284"/>
                  </a:lnTo>
                  <a:lnTo>
                    <a:pt x="5884" y="121828"/>
                  </a:lnTo>
                  <a:lnTo>
                    <a:pt x="5884" y="105263"/>
                  </a:lnTo>
                  <a:lnTo>
                    <a:pt x="4575" y="103818"/>
                  </a:lnTo>
                  <a:close/>
                </a:path>
                <a:path w="59690" h="555625">
                  <a:moveTo>
                    <a:pt x="57977" y="106844"/>
                  </a:moveTo>
                  <a:lnTo>
                    <a:pt x="54710" y="106844"/>
                  </a:lnTo>
                  <a:lnTo>
                    <a:pt x="53401" y="108289"/>
                  </a:lnTo>
                  <a:lnTo>
                    <a:pt x="53401" y="124854"/>
                  </a:lnTo>
                  <a:lnTo>
                    <a:pt x="54710" y="126310"/>
                  </a:lnTo>
                  <a:lnTo>
                    <a:pt x="57977" y="126310"/>
                  </a:lnTo>
                  <a:lnTo>
                    <a:pt x="59296" y="124854"/>
                  </a:lnTo>
                  <a:lnTo>
                    <a:pt x="59296" y="108289"/>
                  </a:lnTo>
                  <a:lnTo>
                    <a:pt x="57977" y="106844"/>
                  </a:lnTo>
                  <a:close/>
                </a:path>
                <a:path w="59690" h="555625">
                  <a:moveTo>
                    <a:pt x="4575" y="129765"/>
                  </a:moveTo>
                  <a:lnTo>
                    <a:pt x="1308" y="129765"/>
                  </a:lnTo>
                  <a:lnTo>
                    <a:pt x="0" y="131221"/>
                  </a:lnTo>
                  <a:lnTo>
                    <a:pt x="0" y="147786"/>
                  </a:lnTo>
                  <a:lnTo>
                    <a:pt x="1308" y="149231"/>
                  </a:lnTo>
                  <a:lnTo>
                    <a:pt x="4575" y="149231"/>
                  </a:lnTo>
                  <a:lnTo>
                    <a:pt x="5884" y="147786"/>
                  </a:lnTo>
                  <a:lnTo>
                    <a:pt x="5884" y="131221"/>
                  </a:lnTo>
                  <a:lnTo>
                    <a:pt x="4575" y="129765"/>
                  </a:lnTo>
                  <a:close/>
                </a:path>
                <a:path w="59690" h="555625">
                  <a:moveTo>
                    <a:pt x="57977" y="132791"/>
                  </a:moveTo>
                  <a:lnTo>
                    <a:pt x="54710" y="132791"/>
                  </a:lnTo>
                  <a:lnTo>
                    <a:pt x="53401" y="134247"/>
                  </a:lnTo>
                  <a:lnTo>
                    <a:pt x="53401" y="150812"/>
                  </a:lnTo>
                  <a:lnTo>
                    <a:pt x="54710" y="152257"/>
                  </a:lnTo>
                  <a:lnTo>
                    <a:pt x="57977" y="152257"/>
                  </a:lnTo>
                  <a:lnTo>
                    <a:pt x="59296" y="150812"/>
                  </a:lnTo>
                  <a:lnTo>
                    <a:pt x="59296" y="134247"/>
                  </a:lnTo>
                  <a:lnTo>
                    <a:pt x="57977" y="132791"/>
                  </a:lnTo>
                  <a:close/>
                </a:path>
                <a:path w="59690" h="555625">
                  <a:moveTo>
                    <a:pt x="4575" y="155723"/>
                  </a:moveTo>
                  <a:lnTo>
                    <a:pt x="1308" y="155723"/>
                  </a:lnTo>
                  <a:lnTo>
                    <a:pt x="0" y="157167"/>
                  </a:lnTo>
                  <a:lnTo>
                    <a:pt x="0" y="173732"/>
                  </a:lnTo>
                  <a:lnTo>
                    <a:pt x="1308" y="175188"/>
                  </a:lnTo>
                  <a:lnTo>
                    <a:pt x="4575" y="175188"/>
                  </a:lnTo>
                  <a:lnTo>
                    <a:pt x="5884" y="173732"/>
                  </a:lnTo>
                  <a:lnTo>
                    <a:pt x="5884" y="157167"/>
                  </a:lnTo>
                  <a:lnTo>
                    <a:pt x="4575" y="155723"/>
                  </a:lnTo>
                  <a:close/>
                </a:path>
                <a:path w="59690" h="555625">
                  <a:moveTo>
                    <a:pt x="57977" y="158749"/>
                  </a:moveTo>
                  <a:lnTo>
                    <a:pt x="54710" y="158749"/>
                  </a:lnTo>
                  <a:lnTo>
                    <a:pt x="53401" y="160204"/>
                  </a:lnTo>
                  <a:lnTo>
                    <a:pt x="53401" y="176759"/>
                  </a:lnTo>
                  <a:lnTo>
                    <a:pt x="54710" y="178214"/>
                  </a:lnTo>
                  <a:lnTo>
                    <a:pt x="57977" y="178214"/>
                  </a:lnTo>
                  <a:lnTo>
                    <a:pt x="59296" y="176759"/>
                  </a:lnTo>
                  <a:lnTo>
                    <a:pt x="59296" y="160204"/>
                  </a:lnTo>
                  <a:lnTo>
                    <a:pt x="57977" y="158749"/>
                  </a:lnTo>
                  <a:close/>
                </a:path>
                <a:path w="59690" h="555625">
                  <a:moveTo>
                    <a:pt x="4575" y="181669"/>
                  </a:moveTo>
                  <a:lnTo>
                    <a:pt x="1308" y="181669"/>
                  </a:lnTo>
                  <a:lnTo>
                    <a:pt x="0" y="183125"/>
                  </a:lnTo>
                  <a:lnTo>
                    <a:pt x="0" y="199690"/>
                  </a:lnTo>
                  <a:lnTo>
                    <a:pt x="1308" y="201135"/>
                  </a:lnTo>
                  <a:lnTo>
                    <a:pt x="4575" y="201135"/>
                  </a:lnTo>
                  <a:lnTo>
                    <a:pt x="5884" y="199690"/>
                  </a:lnTo>
                  <a:lnTo>
                    <a:pt x="5884" y="183125"/>
                  </a:lnTo>
                  <a:lnTo>
                    <a:pt x="4575" y="181669"/>
                  </a:lnTo>
                  <a:close/>
                </a:path>
                <a:path w="59690" h="555625">
                  <a:moveTo>
                    <a:pt x="57977" y="184706"/>
                  </a:moveTo>
                  <a:lnTo>
                    <a:pt x="54710" y="184706"/>
                  </a:lnTo>
                  <a:lnTo>
                    <a:pt x="53401" y="186151"/>
                  </a:lnTo>
                  <a:lnTo>
                    <a:pt x="53401" y="202716"/>
                  </a:lnTo>
                  <a:lnTo>
                    <a:pt x="54710" y="204171"/>
                  </a:lnTo>
                  <a:lnTo>
                    <a:pt x="57977" y="204171"/>
                  </a:lnTo>
                  <a:lnTo>
                    <a:pt x="59296" y="202716"/>
                  </a:lnTo>
                  <a:lnTo>
                    <a:pt x="59296" y="186151"/>
                  </a:lnTo>
                  <a:lnTo>
                    <a:pt x="57977" y="184706"/>
                  </a:lnTo>
                  <a:close/>
                </a:path>
                <a:path w="59690" h="555625">
                  <a:moveTo>
                    <a:pt x="4575" y="207627"/>
                  </a:moveTo>
                  <a:lnTo>
                    <a:pt x="1308" y="207627"/>
                  </a:lnTo>
                  <a:lnTo>
                    <a:pt x="0" y="209082"/>
                  </a:lnTo>
                  <a:lnTo>
                    <a:pt x="0" y="225647"/>
                  </a:lnTo>
                  <a:lnTo>
                    <a:pt x="1308" y="227092"/>
                  </a:lnTo>
                  <a:lnTo>
                    <a:pt x="4575" y="227092"/>
                  </a:lnTo>
                  <a:lnTo>
                    <a:pt x="5884" y="225647"/>
                  </a:lnTo>
                  <a:lnTo>
                    <a:pt x="5884" y="209082"/>
                  </a:lnTo>
                  <a:lnTo>
                    <a:pt x="4575" y="207627"/>
                  </a:lnTo>
                  <a:close/>
                </a:path>
                <a:path w="59690" h="555625">
                  <a:moveTo>
                    <a:pt x="57977" y="210653"/>
                  </a:moveTo>
                  <a:lnTo>
                    <a:pt x="54710" y="210653"/>
                  </a:lnTo>
                  <a:lnTo>
                    <a:pt x="53401" y="212108"/>
                  </a:lnTo>
                  <a:lnTo>
                    <a:pt x="53401" y="228673"/>
                  </a:lnTo>
                  <a:lnTo>
                    <a:pt x="54710" y="230118"/>
                  </a:lnTo>
                  <a:lnTo>
                    <a:pt x="57977" y="230118"/>
                  </a:lnTo>
                  <a:lnTo>
                    <a:pt x="59296" y="228673"/>
                  </a:lnTo>
                  <a:lnTo>
                    <a:pt x="59296" y="212108"/>
                  </a:lnTo>
                  <a:lnTo>
                    <a:pt x="57977" y="210653"/>
                  </a:lnTo>
                  <a:close/>
                </a:path>
                <a:path w="59690" h="555625">
                  <a:moveTo>
                    <a:pt x="4575" y="233584"/>
                  </a:moveTo>
                  <a:lnTo>
                    <a:pt x="1308" y="233584"/>
                  </a:lnTo>
                  <a:lnTo>
                    <a:pt x="0" y="235029"/>
                  </a:lnTo>
                  <a:lnTo>
                    <a:pt x="0" y="251594"/>
                  </a:lnTo>
                  <a:lnTo>
                    <a:pt x="1308" y="253049"/>
                  </a:lnTo>
                  <a:lnTo>
                    <a:pt x="4575" y="253049"/>
                  </a:lnTo>
                  <a:lnTo>
                    <a:pt x="5884" y="251594"/>
                  </a:lnTo>
                  <a:lnTo>
                    <a:pt x="5884" y="235029"/>
                  </a:lnTo>
                  <a:lnTo>
                    <a:pt x="4575" y="233584"/>
                  </a:lnTo>
                  <a:close/>
                </a:path>
                <a:path w="59690" h="555625">
                  <a:moveTo>
                    <a:pt x="57977" y="236610"/>
                  </a:moveTo>
                  <a:lnTo>
                    <a:pt x="54710" y="236610"/>
                  </a:lnTo>
                  <a:lnTo>
                    <a:pt x="53401" y="238066"/>
                  </a:lnTo>
                  <a:lnTo>
                    <a:pt x="53401" y="254620"/>
                  </a:lnTo>
                  <a:lnTo>
                    <a:pt x="54710" y="256075"/>
                  </a:lnTo>
                  <a:lnTo>
                    <a:pt x="57977" y="256075"/>
                  </a:lnTo>
                  <a:lnTo>
                    <a:pt x="59296" y="254620"/>
                  </a:lnTo>
                  <a:lnTo>
                    <a:pt x="59296" y="238066"/>
                  </a:lnTo>
                  <a:lnTo>
                    <a:pt x="57977" y="236610"/>
                  </a:lnTo>
                  <a:close/>
                </a:path>
                <a:path w="59690" h="555625">
                  <a:moveTo>
                    <a:pt x="4575" y="259531"/>
                  </a:moveTo>
                  <a:lnTo>
                    <a:pt x="1308" y="259531"/>
                  </a:lnTo>
                  <a:lnTo>
                    <a:pt x="0" y="260986"/>
                  </a:lnTo>
                  <a:lnTo>
                    <a:pt x="0" y="277551"/>
                  </a:lnTo>
                  <a:lnTo>
                    <a:pt x="1308" y="278996"/>
                  </a:lnTo>
                  <a:lnTo>
                    <a:pt x="4575" y="278996"/>
                  </a:lnTo>
                  <a:lnTo>
                    <a:pt x="5884" y="277551"/>
                  </a:lnTo>
                  <a:lnTo>
                    <a:pt x="5884" y="260986"/>
                  </a:lnTo>
                  <a:lnTo>
                    <a:pt x="4575" y="259531"/>
                  </a:lnTo>
                  <a:close/>
                </a:path>
                <a:path w="59690" h="555625">
                  <a:moveTo>
                    <a:pt x="57977" y="262567"/>
                  </a:moveTo>
                  <a:lnTo>
                    <a:pt x="54710" y="262567"/>
                  </a:lnTo>
                  <a:lnTo>
                    <a:pt x="53401" y="264012"/>
                  </a:lnTo>
                  <a:lnTo>
                    <a:pt x="53401" y="280577"/>
                  </a:lnTo>
                  <a:lnTo>
                    <a:pt x="54710" y="282033"/>
                  </a:lnTo>
                  <a:lnTo>
                    <a:pt x="57977" y="282033"/>
                  </a:lnTo>
                  <a:lnTo>
                    <a:pt x="59296" y="280577"/>
                  </a:lnTo>
                  <a:lnTo>
                    <a:pt x="59296" y="264012"/>
                  </a:lnTo>
                  <a:lnTo>
                    <a:pt x="57977" y="262567"/>
                  </a:lnTo>
                  <a:close/>
                </a:path>
                <a:path w="59690" h="555625">
                  <a:moveTo>
                    <a:pt x="4575" y="285488"/>
                  </a:moveTo>
                  <a:lnTo>
                    <a:pt x="1308" y="285488"/>
                  </a:lnTo>
                  <a:lnTo>
                    <a:pt x="0" y="286944"/>
                  </a:lnTo>
                  <a:lnTo>
                    <a:pt x="0" y="303498"/>
                  </a:lnTo>
                  <a:lnTo>
                    <a:pt x="1308" y="304954"/>
                  </a:lnTo>
                  <a:lnTo>
                    <a:pt x="4575" y="304954"/>
                  </a:lnTo>
                  <a:lnTo>
                    <a:pt x="5884" y="303498"/>
                  </a:lnTo>
                  <a:lnTo>
                    <a:pt x="5884" y="286944"/>
                  </a:lnTo>
                  <a:lnTo>
                    <a:pt x="4575" y="285488"/>
                  </a:lnTo>
                  <a:close/>
                </a:path>
                <a:path w="59690" h="555625">
                  <a:moveTo>
                    <a:pt x="57977" y="288514"/>
                  </a:moveTo>
                  <a:lnTo>
                    <a:pt x="54710" y="288514"/>
                  </a:lnTo>
                  <a:lnTo>
                    <a:pt x="53401" y="289970"/>
                  </a:lnTo>
                  <a:lnTo>
                    <a:pt x="53401" y="306535"/>
                  </a:lnTo>
                  <a:lnTo>
                    <a:pt x="54710" y="307980"/>
                  </a:lnTo>
                  <a:lnTo>
                    <a:pt x="57977" y="307980"/>
                  </a:lnTo>
                  <a:lnTo>
                    <a:pt x="59296" y="306535"/>
                  </a:lnTo>
                  <a:lnTo>
                    <a:pt x="59296" y="289970"/>
                  </a:lnTo>
                  <a:lnTo>
                    <a:pt x="57977" y="288514"/>
                  </a:lnTo>
                  <a:close/>
                </a:path>
                <a:path w="59690" h="555625">
                  <a:moveTo>
                    <a:pt x="4575" y="311446"/>
                  </a:moveTo>
                  <a:lnTo>
                    <a:pt x="1308" y="311446"/>
                  </a:lnTo>
                  <a:lnTo>
                    <a:pt x="0" y="312890"/>
                  </a:lnTo>
                  <a:lnTo>
                    <a:pt x="0" y="329455"/>
                  </a:lnTo>
                  <a:lnTo>
                    <a:pt x="1308" y="330911"/>
                  </a:lnTo>
                  <a:lnTo>
                    <a:pt x="4575" y="330911"/>
                  </a:lnTo>
                  <a:lnTo>
                    <a:pt x="5884" y="329455"/>
                  </a:lnTo>
                  <a:lnTo>
                    <a:pt x="5884" y="312890"/>
                  </a:lnTo>
                  <a:lnTo>
                    <a:pt x="4575" y="311446"/>
                  </a:lnTo>
                  <a:close/>
                </a:path>
                <a:path w="59690" h="555625">
                  <a:moveTo>
                    <a:pt x="57977" y="314472"/>
                  </a:moveTo>
                  <a:lnTo>
                    <a:pt x="54710" y="314472"/>
                  </a:lnTo>
                  <a:lnTo>
                    <a:pt x="53401" y="315917"/>
                  </a:lnTo>
                  <a:lnTo>
                    <a:pt x="53401" y="332482"/>
                  </a:lnTo>
                  <a:lnTo>
                    <a:pt x="54710" y="333937"/>
                  </a:lnTo>
                  <a:lnTo>
                    <a:pt x="57977" y="333937"/>
                  </a:lnTo>
                  <a:lnTo>
                    <a:pt x="59296" y="332482"/>
                  </a:lnTo>
                  <a:lnTo>
                    <a:pt x="59296" y="315917"/>
                  </a:lnTo>
                  <a:lnTo>
                    <a:pt x="57977" y="314472"/>
                  </a:lnTo>
                  <a:close/>
                </a:path>
                <a:path w="59690" h="555625">
                  <a:moveTo>
                    <a:pt x="4575" y="337392"/>
                  </a:moveTo>
                  <a:lnTo>
                    <a:pt x="1308" y="337392"/>
                  </a:lnTo>
                  <a:lnTo>
                    <a:pt x="0" y="338848"/>
                  </a:lnTo>
                  <a:lnTo>
                    <a:pt x="0" y="355413"/>
                  </a:lnTo>
                  <a:lnTo>
                    <a:pt x="1308" y="356858"/>
                  </a:lnTo>
                  <a:lnTo>
                    <a:pt x="4575" y="356858"/>
                  </a:lnTo>
                  <a:lnTo>
                    <a:pt x="5884" y="355413"/>
                  </a:lnTo>
                  <a:lnTo>
                    <a:pt x="5884" y="338848"/>
                  </a:lnTo>
                  <a:lnTo>
                    <a:pt x="4575" y="337392"/>
                  </a:lnTo>
                  <a:close/>
                </a:path>
                <a:path w="59690" h="555625">
                  <a:moveTo>
                    <a:pt x="57977" y="340429"/>
                  </a:moveTo>
                  <a:lnTo>
                    <a:pt x="54710" y="340429"/>
                  </a:lnTo>
                  <a:lnTo>
                    <a:pt x="53401" y="341874"/>
                  </a:lnTo>
                  <a:lnTo>
                    <a:pt x="53401" y="358439"/>
                  </a:lnTo>
                  <a:lnTo>
                    <a:pt x="54710" y="359894"/>
                  </a:lnTo>
                  <a:lnTo>
                    <a:pt x="57977" y="359894"/>
                  </a:lnTo>
                  <a:lnTo>
                    <a:pt x="59296" y="358439"/>
                  </a:lnTo>
                  <a:lnTo>
                    <a:pt x="59296" y="341874"/>
                  </a:lnTo>
                  <a:lnTo>
                    <a:pt x="57977" y="340429"/>
                  </a:lnTo>
                  <a:close/>
                </a:path>
                <a:path w="59690" h="555625">
                  <a:moveTo>
                    <a:pt x="4575" y="363350"/>
                  </a:moveTo>
                  <a:lnTo>
                    <a:pt x="1308" y="363350"/>
                  </a:lnTo>
                  <a:lnTo>
                    <a:pt x="0" y="364805"/>
                  </a:lnTo>
                  <a:lnTo>
                    <a:pt x="0" y="381360"/>
                  </a:lnTo>
                  <a:lnTo>
                    <a:pt x="1308" y="382815"/>
                  </a:lnTo>
                  <a:lnTo>
                    <a:pt x="4575" y="382815"/>
                  </a:lnTo>
                  <a:lnTo>
                    <a:pt x="5884" y="381360"/>
                  </a:lnTo>
                  <a:lnTo>
                    <a:pt x="5884" y="364805"/>
                  </a:lnTo>
                  <a:lnTo>
                    <a:pt x="4575" y="363350"/>
                  </a:lnTo>
                  <a:close/>
                </a:path>
                <a:path w="59690" h="555625">
                  <a:moveTo>
                    <a:pt x="57977" y="366376"/>
                  </a:moveTo>
                  <a:lnTo>
                    <a:pt x="54710" y="366376"/>
                  </a:lnTo>
                  <a:lnTo>
                    <a:pt x="53401" y="367831"/>
                  </a:lnTo>
                  <a:lnTo>
                    <a:pt x="53401" y="384396"/>
                  </a:lnTo>
                  <a:lnTo>
                    <a:pt x="54710" y="385841"/>
                  </a:lnTo>
                  <a:lnTo>
                    <a:pt x="57977" y="385841"/>
                  </a:lnTo>
                  <a:lnTo>
                    <a:pt x="59296" y="384396"/>
                  </a:lnTo>
                  <a:lnTo>
                    <a:pt x="59296" y="367831"/>
                  </a:lnTo>
                  <a:lnTo>
                    <a:pt x="57977" y="366376"/>
                  </a:lnTo>
                  <a:close/>
                </a:path>
                <a:path w="59690" h="555625">
                  <a:moveTo>
                    <a:pt x="4575" y="389307"/>
                  </a:moveTo>
                  <a:lnTo>
                    <a:pt x="1308" y="389307"/>
                  </a:lnTo>
                  <a:lnTo>
                    <a:pt x="0" y="390752"/>
                  </a:lnTo>
                  <a:lnTo>
                    <a:pt x="0" y="407317"/>
                  </a:lnTo>
                  <a:lnTo>
                    <a:pt x="1308" y="408772"/>
                  </a:lnTo>
                  <a:lnTo>
                    <a:pt x="4575" y="408772"/>
                  </a:lnTo>
                  <a:lnTo>
                    <a:pt x="5884" y="407317"/>
                  </a:lnTo>
                  <a:lnTo>
                    <a:pt x="5884" y="390752"/>
                  </a:lnTo>
                  <a:lnTo>
                    <a:pt x="4575" y="389307"/>
                  </a:lnTo>
                  <a:close/>
                </a:path>
                <a:path w="59690" h="555625">
                  <a:moveTo>
                    <a:pt x="57977" y="392333"/>
                  </a:moveTo>
                  <a:lnTo>
                    <a:pt x="54710" y="392333"/>
                  </a:lnTo>
                  <a:lnTo>
                    <a:pt x="53401" y="393778"/>
                  </a:lnTo>
                  <a:lnTo>
                    <a:pt x="53401" y="410343"/>
                  </a:lnTo>
                  <a:lnTo>
                    <a:pt x="54710" y="411798"/>
                  </a:lnTo>
                  <a:lnTo>
                    <a:pt x="57977" y="411798"/>
                  </a:lnTo>
                  <a:lnTo>
                    <a:pt x="59296" y="410343"/>
                  </a:lnTo>
                  <a:lnTo>
                    <a:pt x="59296" y="393778"/>
                  </a:lnTo>
                  <a:lnTo>
                    <a:pt x="57977" y="392333"/>
                  </a:lnTo>
                  <a:close/>
                </a:path>
                <a:path w="59690" h="555625">
                  <a:moveTo>
                    <a:pt x="4575" y="415254"/>
                  </a:moveTo>
                  <a:lnTo>
                    <a:pt x="1308" y="415254"/>
                  </a:lnTo>
                  <a:lnTo>
                    <a:pt x="0" y="416709"/>
                  </a:lnTo>
                  <a:lnTo>
                    <a:pt x="0" y="433274"/>
                  </a:lnTo>
                  <a:lnTo>
                    <a:pt x="1308" y="434719"/>
                  </a:lnTo>
                  <a:lnTo>
                    <a:pt x="4575" y="434719"/>
                  </a:lnTo>
                  <a:lnTo>
                    <a:pt x="5884" y="433274"/>
                  </a:lnTo>
                  <a:lnTo>
                    <a:pt x="5884" y="416709"/>
                  </a:lnTo>
                  <a:lnTo>
                    <a:pt x="4575" y="415254"/>
                  </a:lnTo>
                  <a:close/>
                </a:path>
                <a:path w="59690" h="555625">
                  <a:moveTo>
                    <a:pt x="57977" y="418280"/>
                  </a:moveTo>
                  <a:lnTo>
                    <a:pt x="54710" y="418280"/>
                  </a:lnTo>
                  <a:lnTo>
                    <a:pt x="53401" y="419735"/>
                  </a:lnTo>
                  <a:lnTo>
                    <a:pt x="53401" y="436300"/>
                  </a:lnTo>
                  <a:lnTo>
                    <a:pt x="54710" y="437745"/>
                  </a:lnTo>
                  <a:lnTo>
                    <a:pt x="57977" y="437745"/>
                  </a:lnTo>
                  <a:lnTo>
                    <a:pt x="59296" y="436300"/>
                  </a:lnTo>
                  <a:lnTo>
                    <a:pt x="59296" y="419735"/>
                  </a:lnTo>
                  <a:lnTo>
                    <a:pt x="57977" y="418280"/>
                  </a:lnTo>
                  <a:close/>
                </a:path>
                <a:path w="59690" h="555625">
                  <a:moveTo>
                    <a:pt x="4575" y="441211"/>
                  </a:moveTo>
                  <a:lnTo>
                    <a:pt x="1308" y="441211"/>
                  </a:lnTo>
                  <a:lnTo>
                    <a:pt x="0" y="442656"/>
                  </a:lnTo>
                  <a:lnTo>
                    <a:pt x="0" y="459221"/>
                  </a:lnTo>
                  <a:lnTo>
                    <a:pt x="1308" y="460677"/>
                  </a:lnTo>
                  <a:lnTo>
                    <a:pt x="4575" y="460677"/>
                  </a:lnTo>
                  <a:lnTo>
                    <a:pt x="5884" y="459221"/>
                  </a:lnTo>
                  <a:lnTo>
                    <a:pt x="5884" y="442656"/>
                  </a:lnTo>
                  <a:lnTo>
                    <a:pt x="4575" y="441211"/>
                  </a:lnTo>
                  <a:close/>
                </a:path>
                <a:path w="59690" h="555625">
                  <a:moveTo>
                    <a:pt x="57977" y="444237"/>
                  </a:moveTo>
                  <a:lnTo>
                    <a:pt x="54710" y="444237"/>
                  </a:lnTo>
                  <a:lnTo>
                    <a:pt x="53401" y="445693"/>
                  </a:lnTo>
                  <a:lnTo>
                    <a:pt x="53401" y="462258"/>
                  </a:lnTo>
                  <a:lnTo>
                    <a:pt x="54710" y="463703"/>
                  </a:lnTo>
                  <a:lnTo>
                    <a:pt x="57977" y="463703"/>
                  </a:lnTo>
                  <a:lnTo>
                    <a:pt x="59296" y="462258"/>
                  </a:lnTo>
                  <a:lnTo>
                    <a:pt x="59296" y="445693"/>
                  </a:lnTo>
                  <a:lnTo>
                    <a:pt x="57977" y="444237"/>
                  </a:lnTo>
                  <a:close/>
                </a:path>
                <a:path w="59690" h="555625">
                  <a:moveTo>
                    <a:pt x="4575" y="467169"/>
                  </a:moveTo>
                  <a:lnTo>
                    <a:pt x="1308" y="467169"/>
                  </a:lnTo>
                  <a:lnTo>
                    <a:pt x="0" y="468614"/>
                  </a:lnTo>
                  <a:lnTo>
                    <a:pt x="0" y="485178"/>
                  </a:lnTo>
                  <a:lnTo>
                    <a:pt x="1308" y="486623"/>
                  </a:lnTo>
                  <a:lnTo>
                    <a:pt x="4575" y="486623"/>
                  </a:lnTo>
                  <a:lnTo>
                    <a:pt x="5884" y="485178"/>
                  </a:lnTo>
                  <a:lnTo>
                    <a:pt x="5884" y="468614"/>
                  </a:lnTo>
                  <a:lnTo>
                    <a:pt x="4575" y="467169"/>
                  </a:lnTo>
                  <a:close/>
                </a:path>
                <a:path w="59690" h="555625">
                  <a:moveTo>
                    <a:pt x="57977" y="470195"/>
                  </a:moveTo>
                  <a:lnTo>
                    <a:pt x="54710" y="470195"/>
                  </a:lnTo>
                  <a:lnTo>
                    <a:pt x="53401" y="471640"/>
                  </a:lnTo>
                  <a:lnTo>
                    <a:pt x="53401" y="488205"/>
                  </a:lnTo>
                  <a:lnTo>
                    <a:pt x="54710" y="489660"/>
                  </a:lnTo>
                  <a:lnTo>
                    <a:pt x="57977" y="489660"/>
                  </a:lnTo>
                  <a:lnTo>
                    <a:pt x="59296" y="488205"/>
                  </a:lnTo>
                  <a:lnTo>
                    <a:pt x="59296" y="471640"/>
                  </a:lnTo>
                  <a:lnTo>
                    <a:pt x="57977" y="470195"/>
                  </a:lnTo>
                  <a:close/>
                </a:path>
                <a:path w="59690" h="555625">
                  <a:moveTo>
                    <a:pt x="4575" y="493115"/>
                  </a:moveTo>
                  <a:lnTo>
                    <a:pt x="1308" y="493115"/>
                  </a:lnTo>
                  <a:lnTo>
                    <a:pt x="0" y="494571"/>
                  </a:lnTo>
                  <a:lnTo>
                    <a:pt x="0" y="511136"/>
                  </a:lnTo>
                  <a:lnTo>
                    <a:pt x="1308" y="512581"/>
                  </a:lnTo>
                  <a:lnTo>
                    <a:pt x="4575" y="512581"/>
                  </a:lnTo>
                  <a:lnTo>
                    <a:pt x="5884" y="511136"/>
                  </a:lnTo>
                  <a:lnTo>
                    <a:pt x="5884" y="494571"/>
                  </a:lnTo>
                  <a:lnTo>
                    <a:pt x="4575" y="493115"/>
                  </a:lnTo>
                  <a:close/>
                </a:path>
                <a:path w="59690" h="555625">
                  <a:moveTo>
                    <a:pt x="57977" y="496141"/>
                  </a:moveTo>
                  <a:lnTo>
                    <a:pt x="54710" y="496141"/>
                  </a:lnTo>
                  <a:lnTo>
                    <a:pt x="53401" y="497597"/>
                  </a:lnTo>
                  <a:lnTo>
                    <a:pt x="53401" y="514162"/>
                  </a:lnTo>
                  <a:lnTo>
                    <a:pt x="54710" y="515607"/>
                  </a:lnTo>
                  <a:lnTo>
                    <a:pt x="57977" y="515607"/>
                  </a:lnTo>
                  <a:lnTo>
                    <a:pt x="59296" y="514162"/>
                  </a:lnTo>
                  <a:lnTo>
                    <a:pt x="59296" y="497597"/>
                  </a:lnTo>
                  <a:lnTo>
                    <a:pt x="57977" y="496141"/>
                  </a:lnTo>
                  <a:close/>
                </a:path>
                <a:path w="59690" h="555625">
                  <a:moveTo>
                    <a:pt x="4575" y="519073"/>
                  </a:moveTo>
                  <a:lnTo>
                    <a:pt x="1308" y="519073"/>
                  </a:lnTo>
                  <a:lnTo>
                    <a:pt x="0" y="520518"/>
                  </a:lnTo>
                  <a:lnTo>
                    <a:pt x="0" y="527669"/>
                  </a:lnTo>
                  <a:lnTo>
                    <a:pt x="837" y="532088"/>
                  </a:lnTo>
                  <a:lnTo>
                    <a:pt x="2994" y="537470"/>
                  </a:lnTo>
                  <a:lnTo>
                    <a:pt x="4083" y="538182"/>
                  </a:lnTo>
                  <a:lnTo>
                    <a:pt x="5612" y="538182"/>
                  </a:lnTo>
                  <a:lnTo>
                    <a:pt x="6010" y="538098"/>
                  </a:lnTo>
                  <a:lnTo>
                    <a:pt x="7895" y="537187"/>
                  </a:lnTo>
                  <a:lnTo>
                    <a:pt x="8565" y="535271"/>
                  </a:lnTo>
                  <a:lnTo>
                    <a:pt x="6565" y="530297"/>
                  </a:lnTo>
                  <a:lnTo>
                    <a:pt x="5884" y="526758"/>
                  </a:lnTo>
                  <a:lnTo>
                    <a:pt x="5884" y="520518"/>
                  </a:lnTo>
                  <a:lnTo>
                    <a:pt x="4575" y="519073"/>
                  </a:lnTo>
                  <a:close/>
                </a:path>
                <a:path w="59690" h="555625">
                  <a:moveTo>
                    <a:pt x="54856" y="521994"/>
                  </a:moveTo>
                  <a:lnTo>
                    <a:pt x="53453" y="523303"/>
                  </a:lnTo>
                  <a:lnTo>
                    <a:pt x="53066" y="528915"/>
                  </a:lnTo>
                  <a:lnTo>
                    <a:pt x="52008" y="532695"/>
                  </a:lnTo>
                  <a:lnTo>
                    <a:pt x="49474" y="537596"/>
                  </a:lnTo>
                  <a:lnTo>
                    <a:pt x="49967" y="539575"/>
                  </a:lnTo>
                  <a:lnTo>
                    <a:pt x="51841" y="540747"/>
                  </a:lnTo>
                  <a:lnTo>
                    <a:pt x="52343" y="540884"/>
                  </a:lnTo>
                  <a:lnTo>
                    <a:pt x="53862" y="540884"/>
                  </a:lnTo>
                  <a:lnTo>
                    <a:pt x="54856" y="540297"/>
                  </a:lnTo>
                  <a:lnTo>
                    <a:pt x="57558" y="535083"/>
                  </a:lnTo>
                  <a:lnTo>
                    <a:pt x="58877" y="530360"/>
                  </a:lnTo>
                  <a:lnTo>
                    <a:pt x="59328" y="523795"/>
                  </a:lnTo>
                  <a:lnTo>
                    <a:pt x="58113" y="522235"/>
                  </a:lnTo>
                  <a:lnTo>
                    <a:pt x="56490" y="522088"/>
                  </a:lnTo>
                  <a:lnTo>
                    <a:pt x="54856" y="521994"/>
                  </a:lnTo>
                  <a:close/>
                </a:path>
                <a:path w="59690" h="555625">
                  <a:moveTo>
                    <a:pt x="12858" y="541669"/>
                  </a:moveTo>
                  <a:lnTo>
                    <a:pt x="11004" y="541815"/>
                  </a:lnTo>
                  <a:lnTo>
                    <a:pt x="8868" y="544527"/>
                  </a:lnTo>
                  <a:lnTo>
                    <a:pt x="8994" y="546569"/>
                  </a:lnTo>
                  <a:lnTo>
                    <a:pt x="13559" y="550925"/>
                  </a:lnTo>
                  <a:lnTo>
                    <a:pt x="17413" y="553208"/>
                  </a:lnTo>
                  <a:lnTo>
                    <a:pt x="21936" y="554590"/>
                  </a:lnTo>
                  <a:lnTo>
                    <a:pt x="22208" y="554621"/>
                  </a:lnTo>
                  <a:lnTo>
                    <a:pt x="23758" y="554621"/>
                  </a:lnTo>
                  <a:lnTo>
                    <a:pt x="24941" y="553689"/>
                  </a:lnTo>
                  <a:lnTo>
                    <a:pt x="25737" y="550517"/>
                  </a:lnTo>
                  <a:lnTo>
                    <a:pt x="24815" y="548726"/>
                  </a:lnTo>
                  <a:lnTo>
                    <a:pt x="19842" y="547208"/>
                  </a:lnTo>
                  <a:lnTo>
                    <a:pt x="16753" y="545397"/>
                  </a:lnTo>
                  <a:lnTo>
                    <a:pt x="12858" y="541669"/>
                  </a:lnTo>
                  <a:close/>
                </a:path>
                <a:path w="59690" h="555625">
                  <a:moveTo>
                    <a:pt x="44605" y="543470"/>
                  </a:moveTo>
                  <a:lnTo>
                    <a:pt x="40375" y="546726"/>
                  </a:lnTo>
                  <a:lnTo>
                    <a:pt x="37150" y="548182"/>
                  </a:lnTo>
                  <a:lnTo>
                    <a:pt x="32051" y="549135"/>
                  </a:lnTo>
                  <a:lnTo>
                    <a:pt x="30962" y="550799"/>
                  </a:lnTo>
                  <a:lnTo>
                    <a:pt x="31485" y="554150"/>
                  </a:lnTo>
                  <a:lnTo>
                    <a:pt x="32731" y="555281"/>
                  </a:lnTo>
                  <a:lnTo>
                    <a:pt x="34302" y="555281"/>
                  </a:lnTo>
                  <a:lnTo>
                    <a:pt x="38941" y="554433"/>
                  </a:lnTo>
                  <a:lnTo>
                    <a:pt x="43087" y="552559"/>
                  </a:lnTo>
                  <a:lnTo>
                    <a:pt x="47988" y="548779"/>
                  </a:lnTo>
                  <a:lnTo>
                    <a:pt x="48312" y="546758"/>
                  </a:lnTo>
                  <a:lnTo>
                    <a:pt x="46438" y="543826"/>
                  </a:lnTo>
                  <a:lnTo>
                    <a:pt x="44605" y="543470"/>
                  </a:lnTo>
                  <a:close/>
                </a:path>
              </a:pathLst>
            </a:custGeom>
            <a:solidFill>
              <a:srgbClr val="8B88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11414509" y="5793975"/>
              <a:ext cx="78105" cy="582930"/>
            </a:xfrm>
            <a:custGeom>
              <a:avLst/>
              <a:gdLst/>
              <a:ahLst/>
              <a:cxnLst/>
              <a:rect l="l" t="t" r="r" b="b"/>
              <a:pathLst>
                <a:path w="78104" h="582929">
                  <a:moveTo>
                    <a:pt x="77673" y="0"/>
                  </a:moveTo>
                  <a:lnTo>
                    <a:pt x="0" y="0"/>
                  </a:lnTo>
                  <a:lnTo>
                    <a:pt x="0" y="527240"/>
                  </a:lnTo>
                  <a:lnTo>
                    <a:pt x="3052" y="543337"/>
                  </a:lnTo>
                  <a:lnTo>
                    <a:pt x="11376" y="561486"/>
                  </a:lnTo>
                  <a:lnTo>
                    <a:pt x="23721" y="576316"/>
                  </a:lnTo>
                  <a:lnTo>
                    <a:pt x="38836" y="582453"/>
                  </a:lnTo>
                  <a:lnTo>
                    <a:pt x="53955" y="576316"/>
                  </a:lnTo>
                  <a:lnTo>
                    <a:pt x="66300" y="561486"/>
                  </a:lnTo>
                  <a:lnTo>
                    <a:pt x="74621" y="543337"/>
                  </a:lnTo>
                  <a:lnTo>
                    <a:pt x="77673" y="527240"/>
                  </a:lnTo>
                  <a:lnTo>
                    <a:pt x="77673" y="0"/>
                  </a:lnTo>
                  <a:close/>
                </a:path>
              </a:pathLst>
            </a:custGeom>
            <a:solidFill>
              <a:srgbClr val="21232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11393462" y="5796971"/>
              <a:ext cx="114935" cy="555625"/>
            </a:xfrm>
            <a:custGeom>
              <a:avLst/>
              <a:gdLst/>
              <a:ahLst/>
              <a:cxnLst/>
              <a:rect l="l" t="t" r="r" b="b"/>
              <a:pathLst>
                <a:path w="114934" h="555625">
                  <a:moveTo>
                    <a:pt x="36118" y="494576"/>
                  </a:moveTo>
                  <a:lnTo>
                    <a:pt x="34810" y="493115"/>
                  </a:lnTo>
                  <a:lnTo>
                    <a:pt x="31546" y="493115"/>
                  </a:lnTo>
                  <a:lnTo>
                    <a:pt x="30238" y="494576"/>
                  </a:lnTo>
                  <a:lnTo>
                    <a:pt x="30238" y="511136"/>
                  </a:lnTo>
                  <a:lnTo>
                    <a:pt x="31546" y="512584"/>
                  </a:lnTo>
                  <a:lnTo>
                    <a:pt x="34810" y="512584"/>
                  </a:lnTo>
                  <a:lnTo>
                    <a:pt x="36118" y="511136"/>
                  </a:lnTo>
                  <a:lnTo>
                    <a:pt x="36118" y="494576"/>
                  </a:lnTo>
                  <a:close/>
                </a:path>
                <a:path w="114934" h="555625">
                  <a:moveTo>
                    <a:pt x="36118" y="468617"/>
                  </a:moveTo>
                  <a:lnTo>
                    <a:pt x="34810" y="467169"/>
                  </a:lnTo>
                  <a:lnTo>
                    <a:pt x="31546" y="467169"/>
                  </a:lnTo>
                  <a:lnTo>
                    <a:pt x="30238" y="468617"/>
                  </a:lnTo>
                  <a:lnTo>
                    <a:pt x="30238" y="485178"/>
                  </a:lnTo>
                  <a:lnTo>
                    <a:pt x="31546" y="486625"/>
                  </a:lnTo>
                  <a:lnTo>
                    <a:pt x="34810" y="486625"/>
                  </a:lnTo>
                  <a:lnTo>
                    <a:pt x="36118" y="485178"/>
                  </a:lnTo>
                  <a:lnTo>
                    <a:pt x="36118" y="468617"/>
                  </a:lnTo>
                  <a:close/>
                </a:path>
                <a:path w="114934" h="555625">
                  <a:moveTo>
                    <a:pt x="36118" y="442658"/>
                  </a:moveTo>
                  <a:lnTo>
                    <a:pt x="34810" y="441210"/>
                  </a:lnTo>
                  <a:lnTo>
                    <a:pt x="31546" y="441210"/>
                  </a:lnTo>
                  <a:lnTo>
                    <a:pt x="30238" y="442658"/>
                  </a:lnTo>
                  <a:lnTo>
                    <a:pt x="30238" y="459219"/>
                  </a:lnTo>
                  <a:lnTo>
                    <a:pt x="31546" y="460679"/>
                  </a:lnTo>
                  <a:lnTo>
                    <a:pt x="34810" y="460679"/>
                  </a:lnTo>
                  <a:lnTo>
                    <a:pt x="36118" y="459219"/>
                  </a:lnTo>
                  <a:lnTo>
                    <a:pt x="36118" y="442658"/>
                  </a:lnTo>
                  <a:close/>
                </a:path>
                <a:path w="114934" h="555625">
                  <a:moveTo>
                    <a:pt x="36118" y="416712"/>
                  </a:moveTo>
                  <a:lnTo>
                    <a:pt x="34810" y="415251"/>
                  </a:lnTo>
                  <a:lnTo>
                    <a:pt x="31546" y="415251"/>
                  </a:lnTo>
                  <a:lnTo>
                    <a:pt x="30238" y="416712"/>
                  </a:lnTo>
                  <a:lnTo>
                    <a:pt x="30238" y="433273"/>
                  </a:lnTo>
                  <a:lnTo>
                    <a:pt x="31546" y="434721"/>
                  </a:lnTo>
                  <a:lnTo>
                    <a:pt x="34810" y="434721"/>
                  </a:lnTo>
                  <a:lnTo>
                    <a:pt x="36118" y="433273"/>
                  </a:lnTo>
                  <a:lnTo>
                    <a:pt x="36118" y="416712"/>
                  </a:lnTo>
                  <a:close/>
                </a:path>
                <a:path w="114934" h="555625">
                  <a:moveTo>
                    <a:pt x="36118" y="390753"/>
                  </a:moveTo>
                  <a:lnTo>
                    <a:pt x="34810" y="389305"/>
                  </a:lnTo>
                  <a:lnTo>
                    <a:pt x="31546" y="389305"/>
                  </a:lnTo>
                  <a:lnTo>
                    <a:pt x="30238" y="390753"/>
                  </a:lnTo>
                  <a:lnTo>
                    <a:pt x="30238" y="407314"/>
                  </a:lnTo>
                  <a:lnTo>
                    <a:pt x="31546" y="408774"/>
                  </a:lnTo>
                  <a:lnTo>
                    <a:pt x="34810" y="408774"/>
                  </a:lnTo>
                  <a:lnTo>
                    <a:pt x="36118" y="407314"/>
                  </a:lnTo>
                  <a:lnTo>
                    <a:pt x="36118" y="390753"/>
                  </a:lnTo>
                  <a:close/>
                </a:path>
                <a:path w="114934" h="555625">
                  <a:moveTo>
                    <a:pt x="36118" y="364807"/>
                  </a:moveTo>
                  <a:lnTo>
                    <a:pt x="34810" y="363347"/>
                  </a:lnTo>
                  <a:lnTo>
                    <a:pt x="31546" y="363347"/>
                  </a:lnTo>
                  <a:lnTo>
                    <a:pt x="30238" y="364807"/>
                  </a:lnTo>
                  <a:lnTo>
                    <a:pt x="30238" y="381355"/>
                  </a:lnTo>
                  <a:lnTo>
                    <a:pt x="31546" y="382816"/>
                  </a:lnTo>
                  <a:lnTo>
                    <a:pt x="34810" y="382816"/>
                  </a:lnTo>
                  <a:lnTo>
                    <a:pt x="36118" y="381355"/>
                  </a:lnTo>
                  <a:lnTo>
                    <a:pt x="36118" y="364807"/>
                  </a:lnTo>
                  <a:close/>
                </a:path>
                <a:path w="114934" h="555625">
                  <a:moveTo>
                    <a:pt x="36118" y="338848"/>
                  </a:moveTo>
                  <a:lnTo>
                    <a:pt x="34810" y="337388"/>
                  </a:lnTo>
                  <a:lnTo>
                    <a:pt x="31546" y="337388"/>
                  </a:lnTo>
                  <a:lnTo>
                    <a:pt x="30238" y="338848"/>
                  </a:lnTo>
                  <a:lnTo>
                    <a:pt x="30238" y="355409"/>
                  </a:lnTo>
                  <a:lnTo>
                    <a:pt x="31546" y="356857"/>
                  </a:lnTo>
                  <a:lnTo>
                    <a:pt x="34810" y="356857"/>
                  </a:lnTo>
                  <a:lnTo>
                    <a:pt x="36118" y="355409"/>
                  </a:lnTo>
                  <a:lnTo>
                    <a:pt x="36118" y="338848"/>
                  </a:lnTo>
                  <a:close/>
                </a:path>
                <a:path w="114934" h="555625">
                  <a:moveTo>
                    <a:pt x="36118" y="312889"/>
                  </a:moveTo>
                  <a:lnTo>
                    <a:pt x="34810" y="311442"/>
                  </a:lnTo>
                  <a:lnTo>
                    <a:pt x="31546" y="311442"/>
                  </a:lnTo>
                  <a:lnTo>
                    <a:pt x="30238" y="312889"/>
                  </a:lnTo>
                  <a:lnTo>
                    <a:pt x="30238" y="329450"/>
                  </a:lnTo>
                  <a:lnTo>
                    <a:pt x="31546" y="330911"/>
                  </a:lnTo>
                  <a:lnTo>
                    <a:pt x="34810" y="330911"/>
                  </a:lnTo>
                  <a:lnTo>
                    <a:pt x="36118" y="329450"/>
                  </a:lnTo>
                  <a:lnTo>
                    <a:pt x="36118" y="312889"/>
                  </a:lnTo>
                  <a:close/>
                </a:path>
                <a:path w="114934" h="555625">
                  <a:moveTo>
                    <a:pt x="36118" y="286943"/>
                  </a:moveTo>
                  <a:lnTo>
                    <a:pt x="34810" y="285483"/>
                  </a:lnTo>
                  <a:lnTo>
                    <a:pt x="31546" y="285483"/>
                  </a:lnTo>
                  <a:lnTo>
                    <a:pt x="30238" y="286943"/>
                  </a:lnTo>
                  <a:lnTo>
                    <a:pt x="30238" y="303504"/>
                  </a:lnTo>
                  <a:lnTo>
                    <a:pt x="31546" y="304952"/>
                  </a:lnTo>
                  <a:lnTo>
                    <a:pt x="34810" y="304952"/>
                  </a:lnTo>
                  <a:lnTo>
                    <a:pt x="36118" y="303504"/>
                  </a:lnTo>
                  <a:lnTo>
                    <a:pt x="36118" y="286943"/>
                  </a:lnTo>
                  <a:close/>
                </a:path>
                <a:path w="114934" h="555625">
                  <a:moveTo>
                    <a:pt x="36118" y="260985"/>
                  </a:moveTo>
                  <a:lnTo>
                    <a:pt x="34810" y="259537"/>
                  </a:lnTo>
                  <a:lnTo>
                    <a:pt x="31546" y="259537"/>
                  </a:lnTo>
                  <a:lnTo>
                    <a:pt x="30238" y="260985"/>
                  </a:lnTo>
                  <a:lnTo>
                    <a:pt x="30238" y="277545"/>
                  </a:lnTo>
                  <a:lnTo>
                    <a:pt x="31546" y="278993"/>
                  </a:lnTo>
                  <a:lnTo>
                    <a:pt x="34810" y="278993"/>
                  </a:lnTo>
                  <a:lnTo>
                    <a:pt x="36118" y="277545"/>
                  </a:lnTo>
                  <a:lnTo>
                    <a:pt x="36118" y="260985"/>
                  </a:lnTo>
                  <a:close/>
                </a:path>
                <a:path w="114934" h="555625">
                  <a:moveTo>
                    <a:pt x="36118" y="235026"/>
                  </a:moveTo>
                  <a:lnTo>
                    <a:pt x="34810" y="233578"/>
                  </a:lnTo>
                  <a:lnTo>
                    <a:pt x="31546" y="233578"/>
                  </a:lnTo>
                  <a:lnTo>
                    <a:pt x="30238" y="235026"/>
                  </a:lnTo>
                  <a:lnTo>
                    <a:pt x="30238" y="251599"/>
                  </a:lnTo>
                  <a:lnTo>
                    <a:pt x="31546" y="253047"/>
                  </a:lnTo>
                  <a:lnTo>
                    <a:pt x="34810" y="253047"/>
                  </a:lnTo>
                  <a:lnTo>
                    <a:pt x="36118" y="251599"/>
                  </a:lnTo>
                  <a:lnTo>
                    <a:pt x="36118" y="235026"/>
                  </a:lnTo>
                  <a:close/>
                </a:path>
                <a:path w="114934" h="555625">
                  <a:moveTo>
                    <a:pt x="36118" y="131216"/>
                  </a:moveTo>
                  <a:lnTo>
                    <a:pt x="34810" y="129768"/>
                  </a:lnTo>
                  <a:lnTo>
                    <a:pt x="31546" y="129768"/>
                  </a:lnTo>
                  <a:lnTo>
                    <a:pt x="30238" y="131216"/>
                  </a:lnTo>
                  <a:lnTo>
                    <a:pt x="30238" y="147789"/>
                  </a:lnTo>
                  <a:lnTo>
                    <a:pt x="31546" y="149225"/>
                  </a:lnTo>
                  <a:lnTo>
                    <a:pt x="34810" y="149225"/>
                  </a:lnTo>
                  <a:lnTo>
                    <a:pt x="36118" y="147789"/>
                  </a:lnTo>
                  <a:lnTo>
                    <a:pt x="36118" y="131216"/>
                  </a:lnTo>
                  <a:close/>
                </a:path>
                <a:path w="114934" h="555625">
                  <a:moveTo>
                    <a:pt x="36118" y="105257"/>
                  </a:moveTo>
                  <a:lnTo>
                    <a:pt x="34810" y="103822"/>
                  </a:lnTo>
                  <a:lnTo>
                    <a:pt x="31546" y="103822"/>
                  </a:lnTo>
                  <a:lnTo>
                    <a:pt x="30238" y="105257"/>
                  </a:lnTo>
                  <a:lnTo>
                    <a:pt x="30238" y="121831"/>
                  </a:lnTo>
                  <a:lnTo>
                    <a:pt x="31546" y="123278"/>
                  </a:lnTo>
                  <a:lnTo>
                    <a:pt x="34810" y="123278"/>
                  </a:lnTo>
                  <a:lnTo>
                    <a:pt x="36118" y="121831"/>
                  </a:lnTo>
                  <a:lnTo>
                    <a:pt x="36118" y="105257"/>
                  </a:lnTo>
                  <a:close/>
                </a:path>
                <a:path w="114934" h="555625">
                  <a:moveTo>
                    <a:pt x="36118" y="79311"/>
                  </a:moveTo>
                  <a:lnTo>
                    <a:pt x="34810" y="77863"/>
                  </a:lnTo>
                  <a:lnTo>
                    <a:pt x="31546" y="77863"/>
                  </a:lnTo>
                  <a:lnTo>
                    <a:pt x="30238" y="79311"/>
                  </a:lnTo>
                  <a:lnTo>
                    <a:pt x="30238" y="95872"/>
                  </a:lnTo>
                  <a:lnTo>
                    <a:pt x="31546" y="97332"/>
                  </a:lnTo>
                  <a:lnTo>
                    <a:pt x="34810" y="97332"/>
                  </a:lnTo>
                  <a:lnTo>
                    <a:pt x="36118" y="95872"/>
                  </a:lnTo>
                  <a:lnTo>
                    <a:pt x="36118" y="79311"/>
                  </a:lnTo>
                  <a:close/>
                </a:path>
                <a:path w="114934" h="555625">
                  <a:moveTo>
                    <a:pt x="36118" y="53365"/>
                  </a:moveTo>
                  <a:lnTo>
                    <a:pt x="34810" y="51904"/>
                  </a:lnTo>
                  <a:lnTo>
                    <a:pt x="31546" y="51904"/>
                  </a:lnTo>
                  <a:lnTo>
                    <a:pt x="30238" y="53365"/>
                  </a:lnTo>
                  <a:lnTo>
                    <a:pt x="30238" y="69926"/>
                  </a:lnTo>
                  <a:lnTo>
                    <a:pt x="31546" y="71374"/>
                  </a:lnTo>
                  <a:lnTo>
                    <a:pt x="34810" y="71374"/>
                  </a:lnTo>
                  <a:lnTo>
                    <a:pt x="36118" y="69926"/>
                  </a:lnTo>
                  <a:lnTo>
                    <a:pt x="36118" y="53365"/>
                  </a:lnTo>
                  <a:close/>
                </a:path>
                <a:path w="114934" h="555625">
                  <a:moveTo>
                    <a:pt x="36118" y="27406"/>
                  </a:moveTo>
                  <a:lnTo>
                    <a:pt x="34810" y="25958"/>
                  </a:lnTo>
                  <a:lnTo>
                    <a:pt x="31546" y="25958"/>
                  </a:lnTo>
                  <a:lnTo>
                    <a:pt x="30238" y="27406"/>
                  </a:lnTo>
                  <a:lnTo>
                    <a:pt x="30238" y="43967"/>
                  </a:lnTo>
                  <a:lnTo>
                    <a:pt x="31546" y="45427"/>
                  </a:lnTo>
                  <a:lnTo>
                    <a:pt x="34810" y="45427"/>
                  </a:lnTo>
                  <a:lnTo>
                    <a:pt x="36118" y="43967"/>
                  </a:lnTo>
                  <a:lnTo>
                    <a:pt x="36118" y="27406"/>
                  </a:lnTo>
                  <a:close/>
                </a:path>
                <a:path w="114934" h="555625">
                  <a:moveTo>
                    <a:pt x="36118" y="1460"/>
                  </a:moveTo>
                  <a:lnTo>
                    <a:pt x="34810" y="0"/>
                  </a:lnTo>
                  <a:lnTo>
                    <a:pt x="31546" y="0"/>
                  </a:lnTo>
                  <a:lnTo>
                    <a:pt x="30238" y="1460"/>
                  </a:lnTo>
                  <a:lnTo>
                    <a:pt x="30238" y="18008"/>
                  </a:lnTo>
                  <a:lnTo>
                    <a:pt x="31546" y="19469"/>
                  </a:lnTo>
                  <a:lnTo>
                    <a:pt x="34810" y="19469"/>
                  </a:lnTo>
                  <a:lnTo>
                    <a:pt x="36118" y="18008"/>
                  </a:lnTo>
                  <a:lnTo>
                    <a:pt x="36118" y="1460"/>
                  </a:lnTo>
                  <a:close/>
                </a:path>
                <a:path w="114934" h="555625">
                  <a:moveTo>
                    <a:pt x="38798" y="535266"/>
                  </a:moveTo>
                  <a:lnTo>
                    <a:pt x="36804" y="530301"/>
                  </a:lnTo>
                  <a:lnTo>
                    <a:pt x="36118" y="526757"/>
                  </a:lnTo>
                  <a:lnTo>
                    <a:pt x="36118" y="520522"/>
                  </a:lnTo>
                  <a:lnTo>
                    <a:pt x="34810" y="519074"/>
                  </a:lnTo>
                  <a:lnTo>
                    <a:pt x="31546" y="519074"/>
                  </a:lnTo>
                  <a:lnTo>
                    <a:pt x="30238" y="520522"/>
                  </a:lnTo>
                  <a:lnTo>
                    <a:pt x="30238" y="527672"/>
                  </a:lnTo>
                  <a:lnTo>
                    <a:pt x="31076" y="532091"/>
                  </a:lnTo>
                  <a:lnTo>
                    <a:pt x="33235" y="537476"/>
                  </a:lnTo>
                  <a:lnTo>
                    <a:pt x="34315" y="538187"/>
                  </a:lnTo>
                  <a:lnTo>
                    <a:pt x="35852" y="538187"/>
                  </a:lnTo>
                  <a:lnTo>
                    <a:pt x="36245" y="538099"/>
                  </a:lnTo>
                  <a:lnTo>
                    <a:pt x="38125" y="537184"/>
                  </a:lnTo>
                  <a:lnTo>
                    <a:pt x="38798" y="535266"/>
                  </a:lnTo>
                  <a:close/>
                </a:path>
                <a:path w="114934" h="555625">
                  <a:moveTo>
                    <a:pt x="55968" y="550532"/>
                  </a:moveTo>
                  <a:lnTo>
                    <a:pt x="55054" y="548728"/>
                  </a:lnTo>
                  <a:lnTo>
                    <a:pt x="50076" y="547204"/>
                  </a:lnTo>
                  <a:lnTo>
                    <a:pt x="47002" y="545401"/>
                  </a:lnTo>
                  <a:lnTo>
                    <a:pt x="43091" y="541667"/>
                  </a:lnTo>
                  <a:lnTo>
                    <a:pt x="41236" y="541820"/>
                  </a:lnTo>
                  <a:lnTo>
                    <a:pt x="39103" y="544525"/>
                  </a:lnTo>
                  <a:lnTo>
                    <a:pt x="52438" y="554621"/>
                  </a:lnTo>
                  <a:lnTo>
                    <a:pt x="53987" y="554621"/>
                  </a:lnTo>
                  <a:lnTo>
                    <a:pt x="55181" y="553694"/>
                  </a:lnTo>
                  <a:lnTo>
                    <a:pt x="55968" y="550532"/>
                  </a:lnTo>
                  <a:close/>
                </a:path>
                <a:path w="114934" h="555625">
                  <a:moveTo>
                    <a:pt x="78549" y="546760"/>
                  </a:moveTo>
                  <a:lnTo>
                    <a:pt x="76669" y="543814"/>
                  </a:lnTo>
                  <a:lnTo>
                    <a:pt x="74841" y="543445"/>
                  </a:lnTo>
                  <a:lnTo>
                    <a:pt x="70624" y="546722"/>
                  </a:lnTo>
                  <a:lnTo>
                    <a:pt x="67386" y="548182"/>
                  </a:lnTo>
                  <a:lnTo>
                    <a:pt x="62280" y="549135"/>
                  </a:lnTo>
                  <a:lnTo>
                    <a:pt x="61201" y="550811"/>
                  </a:lnTo>
                  <a:lnTo>
                    <a:pt x="61722" y="554164"/>
                  </a:lnTo>
                  <a:lnTo>
                    <a:pt x="62966" y="555282"/>
                  </a:lnTo>
                  <a:lnTo>
                    <a:pt x="64541" y="555282"/>
                  </a:lnTo>
                  <a:lnTo>
                    <a:pt x="69240" y="554418"/>
                  </a:lnTo>
                  <a:lnTo>
                    <a:pt x="73279" y="552577"/>
                  </a:lnTo>
                  <a:lnTo>
                    <a:pt x="78219" y="548779"/>
                  </a:lnTo>
                  <a:lnTo>
                    <a:pt x="78549" y="546760"/>
                  </a:lnTo>
                  <a:close/>
                </a:path>
                <a:path w="114934" h="555625">
                  <a:moveTo>
                    <a:pt x="89535" y="497598"/>
                  </a:moveTo>
                  <a:lnTo>
                    <a:pt x="88214" y="496138"/>
                  </a:lnTo>
                  <a:lnTo>
                    <a:pt x="84950" y="496138"/>
                  </a:lnTo>
                  <a:lnTo>
                    <a:pt x="83629" y="497598"/>
                  </a:lnTo>
                  <a:lnTo>
                    <a:pt x="83629" y="514159"/>
                  </a:lnTo>
                  <a:lnTo>
                    <a:pt x="84950" y="515607"/>
                  </a:lnTo>
                  <a:lnTo>
                    <a:pt x="88214" y="515607"/>
                  </a:lnTo>
                  <a:lnTo>
                    <a:pt x="89535" y="514159"/>
                  </a:lnTo>
                  <a:lnTo>
                    <a:pt x="89535" y="497598"/>
                  </a:lnTo>
                  <a:close/>
                </a:path>
                <a:path w="114934" h="555625">
                  <a:moveTo>
                    <a:pt x="89535" y="471639"/>
                  </a:moveTo>
                  <a:lnTo>
                    <a:pt x="88214" y="470192"/>
                  </a:lnTo>
                  <a:lnTo>
                    <a:pt x="84950" y="470192"/>
                  </a:lnTo>
                  <a:lnTo>
                    <a:pt x="83629" y="471639"/>
                  </a:lnTo>
                  <a:lnTo>
                    <a:pt x="83629" y="488200"/>
                  </a:lnTo>
                  <a:lnTo>
                    <a:pt x="84950" y="489661"/>
                  </a:lnTo>
                  <a:lnTo>
                    <a:pt x="88214" y="489661"/>
                  </a:lnTo>
                  <a:lnTo>
                    <a:pt x="89535" y="488200"/>
                  </a:lnTo>
                  <a:lnTo>
                    <a:pt x="89535" y="471639"/>
                  </a:lnTo>
                  <a:close/>
                </a:path>
                <a:path w="114934" h="555625">
                  <a:moveTo>
                    <a:pt x="89535" y="445693"/>
                  </a:moveTo>
                  <a:lnTo>
                    <a:pt x="88214" y="444233"/>
                  </a:lnTo>
                  <a:lnTo>
                    <a:pt x="84950" y="444233"/>
                  </a:lnTo>
                  <a:lnTo>
                    <a:pt x="83629" y="445693"/>
                  </a:lnTo>
                  <a:lnTo>
                    <a:pt x="83629" y="462254"/>
                  </a:lnTo>
                  <a:lnTo>
                    <a:pt x="84950" y="463702"/>
                  </a:lnTo>
                  <a:lnTo>
                    <a:pt x="88214" y="463702"/>
                  </a:lnTo>
                  <a:lnTo>
                    <a:pt x="89535" y="462254"/>
                  </a:lnTo>
                  <a:lnTo>
                    <a:pt x="89535" y="445693"/>
                  </a:lnTo>
                  <a:close/>
                </a:path>
                <a:path w="114934" h="555625">
                  <a:moveTo>
                    <a:pt x="89535" y="419735"/>
                  </a:moveTo>
                  <a:lnTo>
                    <a:pt x="88214" y="418274"/>
                  </a:lnTo>
                  <a:lnTo>
                    <a:pt x="84950" y="418274"/>
                  </a:lnTo>
                  <a:lnTo>
                    <a:pt x="83629" y="419735"/>
                  </a:lnTo>
                  <a:lnTo>
                    <a:pt x="83629" y="436295"/>
                  </a:lnTo>
                  <a:lnTo>
                    <a:pt x="84950" y="437743"/>
                  </a:lnTo>
                  <a:lnTo>
                    <a:pt x="88214" y="437743"/>
                  </a:lnTo>
                  <a:lnTo>
                    <a:pt x="89535" y="436295"/>
                  </a:lnTo>
                  <a:lnTo>
                    <a:pt x="89535" y="419735"/>
                  </a:lnTo>
                  <a:close/>
                </a:path>
                <a:path w="114934" h="555625">
                  <a:moveTo>
                    <a:pt x="89535" y="393776"/>
                  </a:moveTo>
                  <a:lnTo>
                    <a:pt x="88214" y="392328"/>
                  </a:lnTo>
                  <a:lnTo>
                    <a:pt x="84950" y="392328"/>
                  </a:lnTo>
                  <a:lnTo>
                    <a:pt x="83629" y="393776"/>
                  </a:lnTo>
                  <a:lnTo>
                    <a:pt x="83629" y="410349"/>
                  </a:lnTo>
                  <a:lnTo>
                    <a:pt x="84950" y="411797"/>
                  </a:lnTo>
                  <a:lnTo>
                    <a:pt x="88214" y="411797"/>
                  </a:lnTo>
                  <a:lnTo>
                    <a:pt x="89535" y="410349"/>
                  </a:lnTo>
                  <a:lnTo>
                    <a:pt x="89535" y="393776"/>
                  </a:lnTo>
                  <a:close/>
                </a:path>
                <a:path w="114934" h="555625">
                  <a:moveTo>
                    <a:pt x="89535" y="367830"/>
                  </a:moveTo>
                  <a:lnTo>
                    <a:pt x="88214" y="366382"/>
                  </a:lnTo>
                  <a:lnTo>
                    <a:pt x="84950" y="366382"/>
                  </a:lnTo>
                  <a:lnTo>
                    <a:pt x="83629" y="367830"/>
                  </a:lnTo>
                  <a:lnTo>
                    <a:pt x="83629" y="384390"/>
                  </a:lnTo>
                  <a:lnTo>
                    <a:pt x="84950" y="385838"/>
                  </a:lnTo>
                  <a:lnTo>
                    <a:pt x="88214" y="385838"/>
                  </a:lnTo>
                  <a:lnTo>
                    <a:pt x="89535" y="384390"/>
                  </a:lnTo>
                  <a:lnTo>
                    <a:pt x="89535" y="367830"/>
                  </a:lnTo>
                  <a:close/>
                </a:path>
                <a:path w="114934" h="555625">
                  <a:moveTo>
                    <a:pt x="89535" y="341871"/>
                  </a:moveTo>
                  <a:lnTo>
                    <a:pt x="88214" y="340423"/>
                  </a:lnTo>
                  <a:lnTo>
                    <a:pt x="84950" y="340423"/>
                  </a:lnTo>
                  <a:lnTo>
                    <a:pt x="83629" y="341871"/>
                  </a:lnTo>
                  <a:lnTo>
                    <a:pt x="83629" y="358444"/>
                  </a:lnTo>
                  <a:lnTo>
                    <a:pt x="84950" y="359892"/>
                  </a:lnTo>
                  <a:lnTo>
                    <a:pt x="88214" y="359892"/>
                  </a:lnTo>
                  <a:lnTo>
                    <a:pt x="89535" y="358444"/>
                  </a:lnTo>
                  <a:lnTo>
                    <a:pt x="89535" y="341871"/>
                  </a:lnTo>
                  <a:close/>
                </a:path>
                <a:path w="114934" h="555625">
                  <a:moveTo>
                    <a:pt x="89535" y="315912"/>
                  </a:moveTo>
                  <a:lnTo>
                    <a:pt x="88214" y="314477"/>
                  </a:lnTo>
                  <a:lnTo>
                    <a:pt x="84950" y="314477"/>
                  </a:lnTo>
                  <a:lnTo>
                    <a:pt x="83629" y="315912"/>
                  </a:lnTo>
                  <a:lnTo>
                    <a:pt x="83629" y="332486"/>
                  </a:lnTo>
                  <a:lnTo>
                    <a:pt x="84950" y="333933"/>
                  </a:lnTo>
                  <a:lnTo>
                    <a:pt x="88214" y="333933"/>
                  </a:lnTo>
                  <a:lnTo>
                    <a:pt x="89535" y="332486"/>
                  </a:lnTo>
                  <a:lnTo>
                    <a:pt x="89535" y="315912"/>
                  </a:lnTo>
                  <a:close/>
                </a:path>
                <a:path w="114934" h="555625">
                  <a:moveTo>
                    <a:pt x="89535" y="289966"/>
                  </a:moveTo>
                  <a:lnTo>
                    <a:pt x="88214" y="288518"/>
                  </a:lnTo>
                  <a:lnTo>
                    <a:pt x="84950" y="288518"/>
                  </a:lnTo>
                  <a:lnTo>
                    <a:pt x="83629" y="289966"/>
                  </a:lnTo>
                  <a:lnTo>
                    <a:pt x="83629" y="306539"/>
                  </a:lnTo>
                  <a:lnTo>
                    <a:pt x="84950" y="307975"/>
                  </a:lnTo>
                  <a:lnTo>
                    <a:pt x="88214" y="307975"/>
                  </a:lnTo>
                  <a:lnTo>
                    <a:pt x="89535" y="306539"/>
                  </a:lnTo>
                  <a:lnTo>
                    <a:pt x="89535" y="289966"/>
                  </a:lnTo>
                  <a:close/>
                </a:path>
                <a:path w="114934" h="555625">
                  <a:moveTo>
                    <a:pt x="89535" y="264007"/>
                  </a:moveTo>
                  <a:lnTo>
                    <a:pt x="88214" y="262572"/>
                  </a:lnTo>
                  <a:lnTo>
                    <a:pt x="84950" y="262572"/>
                  </a:lnTo>
                  <a:lnTo>
                    <a:pt x="83629" y="264007"/>
                  </a:lnTo>
                  <a:lnTo>
                    <a:pt x="83629" y="280581"/>
                  </a:lnTo>
                  <a:lnTo>
                    <a:pt x="84950" y="282028"/>
                  </a:lnTo>
                  <a:lnTo>
                    <a:pt x="88214" y="282028"/>
                  </a:lnTo>
                  <a:lnTo>
                    <a:pt x="89535" y="280581"/>
                  </a:lnTo>
                  <a:lnTo>
                    <a:pt x="89535" y="264007"/>
                  </a:lnTo>
                  <a:close/>
                </a:path>
                <a:path w="114934" h="555625">
                  <a:moveTo>
                    <a:pt x="89535" y="238061"/>
                  </a:moveTo>
                  <a:lnTo>
                    <a:pt x="88214" y="236613"/>
                  </a:lnTo>
                  <a:lnTo>
                    <a:pt x="84950" y="236613"/>
                  </a:lnTo>
                  <a:lnTo>
                    <a:pt x="83629" y="238061"/>
                  </a:lnTo>
                  <a:lnTo>
                    <a:pt x="83629" y="254622"/>
                  </a:lnTo>
                  <a:lnTo>
                    <a:pt x="84950" y="256070"/>
                  </a:lnTo>
                  <a:lnTo>
                    <a:pt x="88214" y="256070"/>
                  </a:lnTo>
                  <a:lnTo>
                    <a:pt x="89535" y="254622"/>
                  </a:lnTo>
                  <a:lnTo>
                    <a:pt x="89535" y="238061"/>
                  </a:lnTo>
                  <a:close/>
                </a:path>
                <a:path w="114934" h="555625">
                  <a:moveTo>
                    <a:pt x="89535" y="134251"/>
                  </a:moveTo>
                  <a:lnTo>
                    <a:pt x="88214" y="132791"/>
                  </a:lnTo>
                  <a:lnTo>
                    <a:pt x="84950" y="132791"/>
                  </a:lnTo>
                  <a:lnTo>
                    <a:pt x="83629" y="134251"/>
                  </a:lnTo>
                  <a:lnTo>
                    <a:pt x="83629" y="150812"/>
                  </a:lnTo>
                  <a:lnTo>
                    <a:pt x="84950" y="152260"/>
                  </a:lnTo>
                  <a:lnTo>
                    <a:pt x="88214" y="152260"/>
                  </a:lnTo>
                  <a:lnTo>
                    <a:pt x="89535" y="150812"/>
                  </a:lnTo>
                  <a:lnTo>
                    <a:pt x="89535" y="134251"/>
                  </a:lnTo>
                  <a:close/>
                </a:path>
                <a:path w="114934" h="555625">
                  <a:moveTo>
                    <a:pt x="89535" y="108292"/>
                  </a:moveTo>
                  <a:lnTo>
                    <a:pt x="88214" y="106845"/>
                  </a:lnTo>
                  <a:lnTo>
                    <a:pt x="84950" y="106845"/>
                  </a:lnTo>
                  <a:lnTo>
                    <a:pt x="83629" y="108292"/>
                  </a:lnTo>
                  <a:lnTo>
                    <a:pt x="83629" y="124853"/>
                  </a:lnTo>
                  <a:lnTo>
                    <a:pt x="84950" y="126314"/>
                  </a:lnTo>
                  <a:lnTo>
                    <a:pt x="88214" y="126314"/>
                  </a:lnTo>
                  <a:lnTo>
                    <a:pt x="89535" y="124853"/>
                  </a:lnTo>
                  <a:lnTo>
                    <a:pt x="89535" y="108292"/>
                  </a:lnTo>
                  <a:close/>
                </a:path>
                <a:path w="114934" h="555625">
                  <a:moveTo>
                    <a:pt x="89535" y="82346"/>
                  </a:moveTo>
                  <a:lnTo>
                    <a:pt x="88214" y="80886"/>
                  </a:lnTo>
                  <a:lnTo>
                    <a:pt x="84950" y="80886"/>
                  </a:lnTo>
                  <a:lnTo>
                    <a:pt x="83629" y="82346"/>
                  </a:lnTo>
                  <a:lnTo>
                    <a:pt x="83629" y="98907"/>
                  </a:lnTo>
                  <a:lnTo>
                    <a:pt x="84950" y="100355"/>
                  </a:lnTo>
                  <a:lnTo>
                    <a:pt x="88214" y="100355"/>
                  </a:lnTo>
                  <a:lnTo>
                    <a:pt x="89535" y="98907"/>
                  </a:lnTo>
                  <a:lnTo>
                    <a:pt x="89535" y="82346"/>
                  </a:lnTo>
                  <a:close/>
                </a:path>
                <a:path w="114934" h="555625">
                  <a:moveTo>
                    <a:pt x="89535" y="56388"/>
                  </a:moveTo>
                  <a:lnTo>
                    <a:pt x="88214" y="54940"/>
                  </a:lnTo>
                  <a:lnTo>
                    <a:pt x="84950" y="54940"/>
                  </a:lnTo>
                  <a:lnTo>
                    <a:pt x="83629" y="56388"/>
                  </a:lnTo>
                  <a:lnTo>
                    <a:pt x="83629" y="72948"/>
                  </a:lnTo>
                  <a:lnTo>
                    <a:pt x="84950" y="74409"/>
                  </a:lnTo>
                  <a:lnTo>
                    <a:pt x="88214" y="74409"/>
                  </a:lnTo>
                  <a:lnTo>
                    <a:pt x="89535" y="72948"/>
                  </a:lnTo>
                  <a:lnTo>
                    <a:pt x="89535" y="56388"/>
                  </a:lnTo>
                  <a:close/>
                </a:path>
                <a:path w="114934" h="555625">
                  <a:moveTo>
                    <a:pt x="89535" y="30429"/>
                  </a:moveTo>
                  <a:lnTo>
                    <a:pt x="88214" y="28981"/>
                  </a:lnTo>
                  <a:lnTo>
                    <a:pt x="84950" y="28981"/>
                  </a:lnTo>
                  <a:lnTo>
                    <a:pt x="83629" y="30429"/>
                  </a:lnTo>
                  <a:lnTo>
                    <a:pt x="83629" y="46990"/>
                  </a:lnTo>
                  <a:lnTo>
                    <a:pt x="84950" y="48450"/>
                  </a:lnTo>
                  <a:lnTo>
                    <a:pt x="88214" y="48450"/>
                  </a:lnTo>
                  <a:lnTo>
                    <a:pt x="89535" y="46990"/>
                  </a:lnTo>
                  <a:lnTo>
                    <a:pt x="89535" y="30429"/>
                  </a:lnTo>
                  <a:close/>
                </a:path>
                <a:path w="114934" h="555625">
                  <a:moveTo>
                    <a:pt x="89535" y="4483"/>
                  </a:moveTo>
                  <a:lnTo>
                    <a:pt x="88214" y="3022"/>
                  </a:lnTo>
                  <a:lnTo>
                    <a:pt x="84950" y="3022"/>
                  </a:lnTo>
                  <a:lnTo>
                    <a:pt x="83629" y="4483"/>
                  </a:lnTo>
                  <a:lnTo>
                    <a:pt x="83629" y="21043"/>
                  </a:lnTo>
                  <a:lnTo>
                    <a:pt x="84950" y="22491"/>
                  </a:lnTo>
                  <a:lnTo>
                    <a:pt x="88214" y="22491"/>
                  </a:lnTo>
                  <a:lnTo>
                    <a:pt x="89535" y="21043"/>
                  </a:lnTo>
                  <a:lnTo>
                    <a:pt x="89535" y="4483"/>
                  </a:lnTo>
                  <a:close/>
                </a:path>
                <a:path w="114934" h="555625">
                  <a:moveTo>
                    <a:pt x="89560" y="523798"/>
                  </a:moveTo>
                  <a:lnTo>
                    <a:pt x="88341" y="522236"/>
                  </a:lnTo>
                  <a:lnTo>
                    <a:pt x="86728" y="522097"/>
                  </a:lnTo>
                  <a:lnTo>
                    <a:pt x="85051" y="521995"/>
                  </a:lnTo>
                  <a:lnTo>
                    <a:pt x="83693" y="523303"/>
                  </a:lnTo>
                  <a:lnTo>
                    <a:pt x="83299" y="528916"/>
                  </a:lnTo>
                  <a:lnTo>
                    <a:pt x="82245" y="532701"/>
                  </a:lnTo>
                  <a:lnTo>
                    <a:pt x="79705" y="537591"/>
                  </a:lnTo>
                  <a:lnTo>
                    <a:pt x="80200" y="539572"/>
                  </a:lnTo>
                  <a:lnTo>
                    <a:pt x="82080" y="540753"/>
                  </a:lnTo>
                  <a:lnTo>
                    <a:pt x="82575" y="540880"/>
                  </a:lnTo>
                  <a:lnTo>
                    <a:pt x="84099" y="540880"/>
                  </a:lnTo>
                  <a:lnTo>
                    <a:pt x="85090" y="540296"/>
                  </a:lnTo>
                  <a:lnTo>
                    <a:pt x="87795" y="535089"/>
                  </a:lnTo>
                  <a:lnTo>
                    <a:pt x="89115" y="530364"/>
                  </a:lnTo>
                  <a:lnTo>
                    <a:pt x="89560" y="523798"/>
                  </a:lnTo>
                  <a:close/>
                </a:path>
                <a:path w="114934" h="555625">
                  <a:moveTo>
                    <a:pt x="114896" y="173685"/>
                  </a:moveTo>
                  <a:lnTo>
                    <a:pt x="109232" y="168008"/>
                  </a:lnTo>
                  <a:lnTo>
                    <a:pt x="102235" y="168008"/>
                  </a:lnTo>
                  <a:lnTo>
                    <a:pt x="89535" y="168008"/>
                  </a:lnTo>
                  <a:lnTo>
                    <a:pt x="89535" y="160210"/>
                  </a:lnTo>
                  <a:lnTo>
                    <a:pt x="88214" y="158750"/>
                  </a:lnTo>
                  <a:lnTo>
                    <a:pt x="84950" y="158750"/>
                  </a:lnTo>
                  <a:lnTo>
                    <a:pt x="83629" y="160210"/>
                  </a:lnTo>
                  <a:lnTo>
                    <a:pt x="83629" y="168008"/>
                  </a:lnTo>
                  <a:lnTo>
                    <a:pt x="36118" y="168008"/>
                  </a:lnTo>
                  <a:lnTo>
                    <a:pt x="36118" y="157162"/>
                  </a:lnTo>
                  <a:lnTo>
                    <a:pt x="34810" y="155727"/>
                  </a:lnTo>
                  <a:lnTo>
                    <a:pt x="31546" y="155727"/>
                  </a:lnTo>
                  <a:lnTo>
                    <a:pt x="30238" y="157162"/>
                  </a:lnTo>
                  <a:lnTo>
                    <a:pt x="30238" y="168008"/>
                  </a:lnTo>
                  <a:lnTo>
                    <a:pt x="5664" y="168008"/>
                  </a:lnTo>
                  <a:lnTo>
                    <a:pt x="0" y="173685"/>
                  </a:lnTo>
                  <a:lnTo>
                    <a:pt x="0" y="205359"/>
                  </a:lnTo>
                  <a:lnTo>
                    <a:pt x="5664" y="211035"/>
                  </a:lnTo>
                  <a:lnTo>
                    <a:pt x="30238" y="211035"/>
                  </a:lnTo>
                  <a:lnTo>
                    <a:pt x="30238" y="225653"/>
                  </a:lnTo>
                  <a:lnTo>
                    <a:pt x="31546" y="227088"/>
                  </a:lnTo>
                  <a:lnTo>
                    <a:pt x="34810" y="227088"/>
                  </a:lnTo>
                  <a:lnTo>
                    <a:pt x="36118" y="225653"/>
                  </a:lnTo>
                  <a:lnTo>
                    <a:pt x="36118" y="211035"/>
                  </a:lnTo>
                  <a:lnTo>
                    <a:pt x="84594" y="211035"/>
                  </a:lnTo>
                  <a:lnTo>
                    <a:pt x="83629" y="212102"/>
                  </a:lnTo>
                  <a:lnTo>
                    <a:pt x="83629" y="228676"/>
                  </a:lnTo>
                  <a:lnTo>
                    <a:pt x="84950" y="230124"/>
                  </a:lnTo>
                  <a:lnTo>
                    <a:pt x="88214" y="230124"/>
                  </a:lnTo>
                  <a:lnTo>
                    <a:pt x="89535" y="228676"/>
                  </a:lnTo>
                  <a:lnTo>
                    <a:pt x="89535" y="212102"/>
                  </a:lnTo>
                  <a:lnTo>
                    <a:pt x="88557" y="211035"/>
                  </a:lnTo>
                  <a:lnTo>
                    <a:pt x="109232" y="211035"/>
                  </a:lnTo>
                  <a:lnTo>
                    <a:pt x="114896" y="205359"/>
                  </a:lnTo>
                  <a:lnTo>
                    <a:pt x="114896" y="173685"/>
                  </a:lnTo>
                  <a:close/>
                </a:path>
              </a:pathLst>
            </a:custGeom>
            <a:solidFill>
              <a:srgbClr val="8B88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10904550" y="5969501"/>
              <a:ext cx="580390" cy="34290"/>
            </a:xfrm>
            <a:custGeom>
              <a:avLst/>
              <a:gdLst/>
              <a:ahLst/>
              <a:cxnLst/>
              <a:rect l="l" t="t" r="r" b="b"/>
              <a:pathLst>
                <a:path w="580390" h="34289">
                  <a:moveTo>
                    <a:pt x="67805" y="3670"/>
                  </a:moveTo>
                  <a:lnTo>
                    <a:pt x="64135" y="0"/>
                  </a:lnTo>
                  <a:lnTo>
                    <a:pt x="59601" y="0"/>
                  </a:lnTo>
                  <a:lnTo>
                    <a:pt x="3670" y="0"/>
                  </a:lnTo>
                  <a:lnTo>
                    <a:pt x="0" y="3670"/>
                  </a:lnTo>
                  <a:lnTo>
                    <a:pt x="0" y="30302"/>
                  </a:lnTo>
                  <a:lnTo>
                    <a:pt x="3670" y="33972"/>
                  </a:lnTo>
                  <a:lnTo>
                    <a:pt x="64135" y="33972"/>
                  </a:lnTo>
                  <a:lnTo>
                    <a:pt x="67805" y="30302"/>
                  </a:lnTo>
                  <a:lnTo>
                    <a:pt x="67805" y="3670"/>
                  </a:lnTo>
                  <a:close/>
                </a:path>
                <a:path w="580390" h="34289">
                  <a:moveTo>
                    <a:pt x="580263" y="3670"/>
                  </a:moveTo>
                  <a:lnTo>
                    <a:pt x="576592" y="0"/>
                  </a:lnTo>
                  <a:lnTo>
                    <a:pt x="572058" y="0"/>
                  </a:lnTo>
                  <a:lnTo>
                    <a:pt x="516140" y="0"/>
                  </a:lnTo>
                  <a:lnTo>
                    <a:pt x="512457" y="3670"/>
                  </a:lnTo>
                  <a:lnTo>
                    <a:pt x="512457" y="30302"/>
                  </a:lnTo>
                  <a:lnTo>
                    <a:pt x="516140" y="33972"/>
                  </a:lnTo>
                  <a:lnTo>
                    <a:pt x="576592" y="33972"/>
                  </a:lnTo>
                  <a:lnTo>
                    <a:pt x="580263" y="30302"/>
                  </a:lnTo>
                  <a:lnTo>
                    <a:pt x="580263" y="3670"/>
                  </a:lnTo>
                  <a:close/>
                </a:path>
              </a:pathLst>
            </a:custGeom>
            <a:solidFill>
              <a:srgbClr val="C8C5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5" name="object 395" descr=""/>
            <p:cNvSpPr/>
            <p:nvPr/>
          </p:nvSpPr>
          <p:spPr>
            <a:xfrm>
              <a:off x="11035422" y="5709365"/>
              <a:ext cx="333375" cy="33020"/>
            </a:xfrm>
            <a:custGeom>
              <a:avLst/>
              <a:gdLst/>
              <a:ahLst/>
              <a:cxnLst/>
              <a:rect l="l" t="t" r="r" b="b"/>
              <a:pathLst>
                <a:path w="333375" h="33020">
                  <a:moveTo>
                    <a:pt x="333372" y="0"/>
                  </a:moveTo>
                  <a:lnTo>
                    <a:pt x="0" y="0"/>
                  </a:lnTo>
                  <a:lnTo>
                    <a:pt x="0" y="32951"/>
                  </a:lnTo>
                  <a:lnTo>
                    <a:pt x="333372" y="32951"/>
                  </a:lnTo>
                  <a:lnTo>
                    <a:pt x="333372" y="0"/>
                  </a:lnTo>
                  <a:close/>
                </a:path>
              </a:pathLst>
            </a:custGeom>
            <a:solidFill>
              <a:srgbClr val="393C3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96" name="object 396" descr=""/>
          <p:cNvPicPr/>
          <p:nvPr/>
        </p:nvPicPr>
        <p:blipFill>
          <a:blip r:embed="rId82" cstate="print"/>
          <a:stretch>
            <a:fillRect/>
          </a:stretch>
        </p:blipFill>
        <p:spPr>
          <a:xfrm>
            <a:off x="12816468" y="5709365"/>
            <a:ext cx="965695" cy="855869"/>
          </a:xfrm>
          <a:prstGeom prst="rect">
            <a:avLst/>
          </a:prstGeom>
        </p:spPr>
      </p:pic>
      <p:grpSp>
        <p:nvGrpSpPr>
          <p:cNvPr id="397" name="object 397" descr=""/>
          <p:cNvGrpSpPr/>
          <p:nvPr/>
        </p:nvGrpSpPr>
        <p:grpSpPr>
          <a:xfrm>
            <a:off x="12051475" y="5696670"/>
            <a:ext cx="421005" cy="882015"/>
            <a:chOff x="12051475" y="5696670"/>
            <a:chExt cx="421005" cy="882015"/>
          </a:xfrm>
        </p:grpSpPr>
        <p:pic>
          <p:nvPicPr>
            <p:cNvPr id="398" name="object 398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12227868" y="5696670"/>
              <a:ext cx="101955" cy="112723"/>
            </a:xfrm>
            <a:prstGeom prst="rect">
              <a:avLst/>
            </a:prstGeom>
          </p:spPr>
        </p:pic>
        <p:sp>
          <p:nvSpPr>
            <p:cNvPr id="399" name="object 399" descr=""/>
            <p:cNvSpPr/>
            <p:nvPr/>
          </p:nvSpPr>
          <p:spPr>
            <a:xfrm>
              <a:off x="12086454" y="5808775"/>
              <a:ext cx="378460" cy="770255"/>
            </a:xfrm>
            <a:custGeom>
              <a:avLst/>
              <a:gdLst/>
              <a:ahLst/>
              <a:cxnLst/>
              <a:rect l="l" t="t" r="r" b="b"/>
              <a:pathLst>
                <a:path w="378459" h="770254">
                  <a:moveTo>
                    <a:pt x="304001" y="0"/>
                  </a:moveTo>
                  <a:lnTo>
                    <a:pt x="74008" y="0"/>
                  </a:lnTo>
                  <a:lnTo>
                    <a:pt x="45203" y="5816"/>
                  </a:lnTo>
                  <a:lnTo>
                    <a:pt x="21678" y="21678"/>
                  </a:lnTo>
                  <a:lnTo>
                    <a:pt x="5816" y="45203"/>
                  </a:lnTo>
                  <a:lnTo>
                    <a:pt x="0" y="74008"/>
                  </a:lnTo>
                  <a:lnTo>
                    <a:pt x="0" y="695811"/>
                  </a:lnTo>
                  <a:lnTo>
                    <a:pt x="5816" y="724616"/>
                  </a:lnTo>
                  <a:lnTo>
                    <a:pt x="21678" y="748140"/>
                  </a:lnTo>
                  <a:lnTo>
                    <a:pt x="45203" y="764002"/>
                  </a:lnTo>
                  <a:lnTo>
                    <a:pt x="74008" y="769819"/>
                  </a:lnTo>
                  <a:lnTo>
                    <a:pt x="304001" y="769819"/>
                  </a:lnTo>
                  <a:lnTo>
                    <a:pt x="332810" y="764004"/>
                  </a:lnTo>
                  <a:lnTo>
                    <a:pt x="356334" y="748144"/>
                  </a:lnTo>
                  <a:lnTo>
                    <a:pt x="372194" y="724620"/>
                  </a:lnTo>
                  <a:lnTo>
                    <a:pt x="378009" y="695811"/>
                  </a:lnTo>
                  <a:lnTo>
                    <a:pt x="378009" y="74008"/>
                  </a:lnTo>
                  <a:lnTo>
                    <a:pt x="372194" y="45203"/>
                  </a:lnTo>
                  <a:lnTo>
                    <a:pt x="356334" y="21678"/>
                  </a:lnTo>
                  <a:lnTo>
                    <a:pt x="332810" y="5816"/>
                  </a:lnTo>
                  <a:lnTo>
                    <a:pt x="304001" y="0"/>
                  </a:lnTo>
                  <a:close/>
                </a:path>
              </a:pathLst>
            </a:custGeom>
            <a:solidFill>
              <a:srgbClr val="21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0" name="object 400" descr=""/>
            <p:cNvSpPr/>
            <p:nvPr/>
          </p:nvSpPr>
          <p:spPr>
            <a:xfrm>
              <a:off x="12076926" y="5798095"/>
              <a:ext cx="191770" cy="409575"/>
            </a:xfrm>
            <a:custGeom>
              <a:avLst/>
              <a:gdLst/>
              <a:ahLst/>
              <a:cxnLst/>
              <a:rect l="l" t="t" r="r" b="b"/>
              <a:pathLst>
                <a:path w="191770" h="409575">
                  <a:moveTo>
                    <a:pt x="191399" y="0"/>
                  </a:moveTo>
                  <a:lnTo>
                    <a:pt x="91160" y="1682"/>
                  </a:lnTo>
                  <a:lnTo>
                    <a:pt x="34877" y="6215"/>
                  </a:lnTo>
                  <a:lnTo>
                    <a:pt x="2442" y="29716"/>
                  </a:lnTo>
                  <a:lnTo>
                    <a:pt x="0" y="95180"/>
                  </a:lnTo>
                  <a:lnTo>
                    <a:pt x="610" y="203305"/>
                  </a:lnTo>
                  <a:lnTo>
                    <a:pt x="2442" y="409118"/>
                  </a:lnTo>
                  <a:lnTo>
                    <a:pt x="27834" y="409118"/>
                  </a:lnTo>
                  <a:lnTo>
                    <a:pt x="26835" y="360987"/>
                  </a:lnTo>
                  <a:lnTo>
                    <a:pt x="25172" y="251267"/>
                  </a:lnTo>
                  <a:lnTo>
                    <a:pt x="24839" y="131970"/>
                  </a:lnTo>
                  <a:lnTo>
                    <a:pt x="27834" y="55108"/>
                  </a:lnTo>
                  <a:lnTo>
                    <a:pt x="34377" y="25899"/>
                  </a:lnTo>
                  <a:lnTo>
                    <a:pt x="53596" y="13014"/>
                  </a:lnTo>
                  <a:lnTo>
                    <a:pt x="100825" y="13618"/>
                  </a:lnTo>
                  <a:lnTo>
                    <a:pt x="191399" y="24878"/>
                  </a:lnTo>
                  <a:lnTo>
                    <a:pt x="191399" y="0"/>
                  </a:lnTo>
                  <a:close/>
                </a:path>
              </a:pathLst>
            </a:custGeom>
            <a:solidFill>
              <a:srgbClr val="393C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1" name="object 401" descr=""/>
            <p:cNvSpPr/>
            <p:nvPr/>
          </p:nvSpPr>
          <p:spPr>
            <a:xfrm>
              <a:off x="12061189" y="5798094"/>
              <a:ext cx="224154" cy="578485"/>
            </a:xfrm>
            <a:custGeom>
              <a:avLst/>
              <a:gdLst/>
              <a:ahLst/>
              <a:cxnLst/>
              <a:rect l="l" t="t" r="r" b="b"/>
              <a:pathLst>
                <a:path w="224154" h="578485">
                  <a:moveTo>
                    <a:pt x="224129" y="0"/>
                  </a:moveTo>
                  <a:lnTo>
                    <a:pt x="33527" y="0"/>
                  </a:lnTo>
                  <a:lnTo>
                    <a:pt x="20474" y="2900"/>
                  </a:lnTo>
                  <a:lnTo>
                    <a:pt x="9817" y="10808"/>
                  </a:lnTo>
                  <a:lnTo>
                    <a:pt x="2633" y="22537"/>
                  </a:lnTo>
                  <a:lnTo>
                    <a:pt x="0" y="36899"/>
                  </a:lnTo>
                  <a:lnTo>
                    <a:pt x="0" y="558747"/>
                  </a:lnTo>
                  <a:lnTo>
                    <a:pt x="1398" y="566371"/>
                  </a:lnTo>
                  <a:lnTo>
                    <a:pt x="5211" y="572599"/>
                  </a:lnTo>
                  <a:lnTo>
                    <a:pt x="10866" y="576798"/>
                  </a:lnTo>
                  <a:lnTo>
                    <a:pt x="17790" y="578338"/>
                  </a:lnTo>
                  <a:lnTo>
                    <a:pt x="17790" y="40553"/>
                  </a:lnTo>
                  <a:lnTo>
                    <a:pt x="19879" y="29166"/>
                  </a:lnTo>
                  <a:lnTo>
                    <a:pt x="25577" y="19867"/>
                  </a:lnTo>
                  <a:lnTo>
                    <a:pt x="34028" y="13597"/>
                  </a:lnTo>
                  <a:lnTo>
                    <a:pt x="44375" y="11298"/>
                  </a:lnTo>
                  <a:lnTo>
                    <a:pt x="224129" y="11298"/>
                  </a:lnTo>
                  <a:lnTo>
                    <a:pt x="224129" y="0"/>
                  </a:lnTo>
                  <a:close/>
                </a:path>
              </a:pathLst>
            </a:custGeom>
            <a:solidFill>
              <a:srgbClr val="2123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12060091" y="5964971"/>
              <a:ext cx="30480" cy="43180"/>
            </a:xfrm>
            <a:custGeom>
              <a:avLst/>
              <a:gdLst/>
              <a:ahLst/>
              <a:cxnLst/>
              <a:rect l="l" t="t" r="r" b="b"/>
              <a:pathLst>
                <a:path w="30479" h="43179">
                  <a:moveTo>
                    <a:pt x="27318" y="0"/>
                  </a:moveTo>
                  <a:lnTo>
                    <a:pt x="23727" y="0"/>
                  </a:lnTo>
                  <a:lnTo>
                    <a:pt x="2910" y="0"/>
                  </a:lnTo>
                  <a:lnTo>
                    <a:pt x="0" y="2910"/>
                  </a:lnTo>
                  <a:lnTo>
                    <a:pt x="0" y="40113"/>
                  </a:lnTo>
                  <a:lnTo>
                    <a:pt x="2910" y="43024"/>
                  </a:lnTo>
                  <a:lnTo>
                    <a:pt x="27318" y="43024"/>
                  </a:lnTo>
                  <a:lnTo>
                    <a:pt x="30218" y="40113"/>
                  </a:lnTo>
                  <a:lnTo>
                    <a:pt x="30218" y="2910"/>
                  </a:lnTo>
                  <a:lnTo>
                    <a:pt x="27318" y="0"/>
                  </a:lnTo>
                  <a:close/>
                </a:path>
              </a:pathLst>
            </a:custGeom>
            <a:solidFill>
              <a:srgbClr val="8B88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12051475" y="5969492"/>
              <a:ext cx="28575" cy="34290"/>
            </a:xfrm>
            <a:custGeom>
              <a:avLst/>
              <a:gdLst/>
              <a:ahLst/>
              <a:cxnLst/>
              <a:rect l="l" t="t" r="r" b="b"/>
              <a:pathLst>
                <a:path w="28575" h="34289">
                  <a:moveTo>
                    <a:pt x="26114" y="0"/>
                  </a:moveTo>
                  <a:lnTo>
                    <a:pt x="23172" y="0"/>
                  </a:lnTo>
                  <a:lnTo>
                    <a:pt x="2376" y="0"/>
                  </a:lnTo>
                  <a:lnTo>
                    <a:pt x="0" y="2376"/>
                  </a:lnTo>
                  <a:lnTo>
                    <a:pt x="0" y="31601"/>
                  </a:lnTo>
                  <a:lnTo>
                    <a:pt x="2387" y="33978"/>
                  </a:lnTo>
                  <a:lnTo>
                    <a:pt x="26114" y="33978"/>
                  </a:lnTo>
                  <a:lnTo>
                    <a:pt x="28491" y="31601"/>
                  </a:lnTo>
                  <a:lnTo>
                    <a:pt x="28491" y="2387"/>
                  </a:lnTo>
                  <a:lnTo>
                    <a:pt x="26114" y="0"/>
                  </a:lnTo>
                  <a:close/>
                </a:path>
              </a:pathLst>
            </a:custGeom>
            <a:solidFill>
              <a:srgbClr val="C8C5A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12084417" y="5816486"/>
              <a:ext cx="105410" cy="735965"/>
            </a:xfrm>
            <a:custGeom>
              <a:avLst/>
              <a:gdLst/>
              <a:ahLst/>
              <a:cxnLst/>
              <a:rect l="l" t="t" r="r" b="b"/>
              <a:pathLst>
                <a:path w="105409" h="735965">
                  <a:moveTo>
                    <a:pt x="102352" y="0"/>
                  </a:moveTo>
                  <a:lnTo>
                    <a:pt x="95840" y="0"/>
                  </a:lnTo>
                  <a:lnTo>
                    <a:pt x="93201" y="2900"/>
                  </a:lnTo>
                  <a:lnTo>
                    <a:pt x="93201" y="22889"/>
                  </a:lnTo>
                  <a:lnTo>
                    <a:pt x="95840" y="25789"/>
                  </a:lnTo>
                  <a:lnTo>
                    <a:pt x="102352" y="25789"/>
                  </a:lnTo>
                  <a:lnTo>
                    <a:pt x="104991" y="22889"/>
                  </a:lnTo>
                  <a:lnTo>
                    <a:pt x="104991" y="2900"/>
                  </a:lnTo>
                  <a:lnTo>
                    <a:pt x="102352" y="0"/>
                  </a:lnTo>
                  <a:close/>
                </a:path>
                <a:path w="105409" h="735965">
                  <a:moveTo>
                    <a:pt x="102352" y="39004"/>
                  </a:moveTo>
                  <a:lnTo>
                    <a:pt x="95840" y="39004"/>
                  </a:lnTo>
                  <a:lnTo>
                    <a:pt x="93201" y="41904"/>
                  </a:lnTo>
                  <a:lnTo>
                    <a:pt x="93201" y="75275"/>
                  </a:lnTo>
                  <a:lnTo>
                    <a:pt x="95840" y="78175"/>
                  </a:lnTo>
                  <a:lnTo>
                    <a:pt x="102352" y="78175"/>
                  </a:lnTo>
                  <a:lnTo>
                    <a:pt x="104991" y="75275"/>
                  </a:lnTo>
                  <a:lnTo>
                    <a:pt x="104991" y="41904"/>
                  </a:lnTo>
                  <a:lnTo>
                    <a:pt x="102352" y="39004"/>
                  </a:lnTo>
                  <a:close/>
                </a:path>
                <a:path w="105409" h="735965">
                  <a:moveTo>
                    <a:pt x="102352" y="91379"/>
                  </a:moveTo>
                  <a:lnTo>
                    <a:pt x="95840" y="91379"/>
                  </a:lnTo>
                  <a:lnTo>
                    <a:pt x="93201" y="94290"/>
                  </a:lnTo>
                  <a:lnTo>
                    <a:pt x="93201" y="127650"/>
                  </a:lnTo>
                  <a:lnTo>
                    <a:pt x="95840" y="130550"/>
                  </a:lnTo>
                  <a:lnTo>
                    <a:pt x="102352" y="130550"/>
                  </a:lnTo>
                  <a:lnTo>
                    <a:pt x="104991" y="127650"/>
                  </a:lnTo>
                  <a:lnTo>
                    <a:pt x="104991" y="94290"/>
                  </a:lnTo>
                  <a:lnTo>
                    <a:pt x="102352" y="91379"/>
                  </a:lnTo>
                  <a:close/>
                </a:path>
                <a:path w="105409" h="735965">
                  <a:moveTo>
                    <a:pt x="102352" y="143754"/>
                  </a:moveTo>
                  <a:lnTo>
                    <a:pt x="95840" y="143754"/>
                  </a:lnTo>
                  <a:lnTo>
                    <a:pt x="93201" y="146665"/>
                  </a:lnTo>
                  <a:lnTo>
                    <a:pt x="93201" y="180025"/>
                  </a:lnTo>
                  <a:lnTo>
                    <a:pt x="95840" y="182926"/>
                  </a:lnTo>
                  <a:lnTo>
                    <a:pt x="102352" y="182926"/>
                  </a:lnTo>
                  <a:lnTo>
                    <a:pt x="104991" y="180025"/>
                  </a:lnTo>
                  <a:lnTo>
                    <a:pt x="104991" y="146665"/>
                  </a:lnTo>
                  <a:lnTo>
                    <a:pt x="102352" y="143754"/>
                  </a:lnTo>
                  <a:close/>
                </a:path>
                <a:path w="105409" h="735965">
                  <a:moveTo>
                    <a:pt x="102352" y="196140"/>
                  </a:moveTo>
                  <a:lnTo>
                    <a:pt x="95840" y="196140"/>
                  </a:lnTo>
                  <a:lnTo>
                    <a:pt x="93201" y="199041"/>
                  </a:lnTo>
                  <a:lnTo>
                    <a:pt x="93201" y="232401"/>
                  </a:lnTo>
                  <a:lnTo>
                    <a:pt x="95840" y="235301"/>
                  </a:lnTo>
                  <a:lnTo>
                    <a:pt x="102352" y="235301"/>
                  </a:lnTo>
                  <a:lnTo>
                    <a:pt x="104991" y="232401"/>
                  </a:lnTo>
                  <a:lnTo>
                    <a:pt x="104991" y="199041"/>
                  </a:lnTo>
                  <a:lnTo>
                    <a:pt x="102352" y="196140"/>
                  </a:lnTo>
                  <a:close/>
                </a:path>
                <a:path w="105409" h="735965">
                  <a:moveTo>
                    <a:pt x="102352" y="248515"/>
                  </a:moveTo>
                  <a:lnTo>
                    <a:pt x="95840" y="248515"/>
                  </a:lnTo>
                  <a:lnTo>
                    <a:pt x="93201" y="251416"/>
                  </a:lnTo>
                  <a:lnTo>
                    <a:pt x="93201" y="284787"/>
                  </a:lnTo>
                  <a:lnTo>
                    <a:pt x="95840" y="287687"/>
                  </a:lnTo>
                  <a:lnTo>
                    <a:pt x="102352" y="287687"/>
                  </a:lnTo>
                  <a:lnTo>
                    <a:pt x="104991" y="284787"/>
                  </a:lnTo>
                  <a:lnTo>
                    <a:pt x="104991" y="251416"/>
                  </a:lnTo>
                  <a:lnTo>
                    <a:pt x="102352" y="248515"/>
                  </a:lnTo>
                  <a:close/>
                </a:path>
                <a:path w="105409" h="735965">
                  <a:moveTo>
                    <a:pt x="102352" y="300901"/>
                  </a:moveTo>
                  <a:lnTo>
                    <a:pt x="95840" y="300901"/>
                  </a:lnTo>
                  <a:lnTo>
                    <a:pt x="93201" y="303802"/>
                  </a:lnTo>
                  <a:lnTo>
                    <a:pt x="93201" y="337162"/>
                  </a:lnTo>
                  <a:lnTo>
                    <a:pt x="95840" y="340062"/>
                  </a:lnTo>
                  <a:lnTo>
                    <a:pt x="102352" y="340062"/>
                  </a:lnTo>
                  <a:lnTo>
                    <a:pt x="104991" y="337162"/>
                  </a:lnTo>
                  <a:lnTo>
                    <a:pt x="104991" y="303802"/>
                  </a:lnTo>
                  <a:lnTo>
                    <a:pt x="102352" y="300901"/>
                  </a:lnTo>
                  <a:close/>
                </a:path>
                <a:path w="105409" h="735965">
                  <a:moveTo>
                    <a:pt x="102352" y="353277"/>
                  </a:moveTo>
                  <a:lnTo>
                    <a:pt x="95840" y="353277"/>
                  </a:lnTo>
                  <a:lnTo>
                    <a:pt x="93201" y="356177"/>
                  </a:lnTo>
                  <a:lnTo>
                    <a:pt x="93201" y="389548"/>
                  </a:lnTo>
                  <a:lnTo>
                    <a:pt x="95840" y="392448"/>
                  </a:lnTo>
                  <a:lnTo>
                    <a:pt x="102352" y="392448"/>
                  </a:lnTo>
                  <a:lnTo>
                    <a:pt x="104991" y="389548"/>
                  </a:lnTo>
                  <a:lnTo>
                    <a:pt x="104991" y="356177"/>
                  </a:lnTo>
                  <a:lnTo>
                    <a:pt x="102352" y="353277"/>
                  </a:lnTo>
                  <a:close/>
                </a:path>
                <a:path w="105409" h="735965">
                  <a:moveTo>
                    <a:pt x="102352" y="405663"/>
                  </a:moveTo>
                  <a:lnTo>
                    <a:pt x="95840" y="405663"/>
                  </a:lnTo>
                  <a:lnTo>
                    <a:pt x="93201" y="408563"/>
                  </a:lnTo>
                  <a:lnTo>
                    <a:pt x="93201" y="441923"/>
                  </a:lnTo>
                  <a:lnTo>
                    <a:pt x="95840" y="444824"/>
                  </a:lnTo>
                  <a:lnTo>
                    <a:pt x="102352" y="444824"/>
                  </a:lnTo>
                  <a:lnTo>
                    <a:pt x="104991" y="441923"/>
                  </a:lnTo>
                  <a:lnTo>
                    <a:pt x="104991" y="408563"/>
                  </a:lnTo>
                  <a:lnTo>
                    <a:pt x="102352" y="405663"/>
                  </a:lnTo>
                  <a:close/>
                </a:path>
                <a:path w="105409" h="735965">
                  <a:moveTo>
                    <a:pt x="102352" y="458038"/>
                  </a:moveTo>
                  <a:lnTo>
                    <a:pt x="95840" y="458038"/>
                  </a:lnTo>
                  <a:lnTo>
                    <a:pt x="93201" y="460938"/>
                  </a:lnTo>
                  <a:lnTo>
                    <a:pt x="93201" y="494299"/>
                  </a:lnTo>
                  <a:lnTo>
                    <a:pt x="95840" y="497209"/>
                  </a:lnTo>
                  <a:lnTo>
                    <a:pt x="102352" y="497209"/>
                  </a:lnTo>
                  <a:lnTo>
                    <a:pt x="104991" y="494299"/>
                  </a:lnTo>
                  <a:lnTo>
                    <a:pt x="104991" y="460938"/>
                  </a:lnTo>
                  <a:lnTo>
                    <a:pt x="102352" y="458038"/>
                  </a:lnTo>
                  <a:close/>
                </a:path>
                <a:path w="105409" h="735965">
                  <a:moveTo>
                    <a:pt x="102352" y="510413"/>
                  </a:moveTo>
                  <a:lnTo>
                    <a:pt x="95840" y="510413"/>
                  </a:lnTo>
                  <a:lnTo>
                    <a:pt x="93201" y="513314"/>
                  </a:lnTo>
                  <a:lnTo>
                    <a:pt x="93201" y="546674"/>
                  </a:lnTo>
                  <a:lnTo>
                    <a:pt x="95840" y="549585"/>
                  </a:lnTo>
                  <a:lnTo>
                    <a:pt x="102352" y="549585"/>
                  </a:lnTo>
                  <a:lnTo>
                    <a:pt x="104991" y="546674"/>
                  </a:lnTo>
                  <a:lnTo>
                    <a:pt x="104991" y="513314"/>
                  </a:lnTo>
                  <a:lnTo>
                    <a:pt x="102352" y="510413"/>
                  </a:lnTo>
                  <a:close/>
                </a:path>
                <a:path w="105409" h="735965">
                  <a:moveTo>
                    <a:pt x="102352" y="562789"/>
                  </a:moveTo>
                  <a:lnTo>
                    <a:pt x="95840" y="562789"/>
                  </a:lnTo>
                  <a:lnTo>
                    <a:pt x="93201" y="565700"/>
                  </a:lnTo>
                  <a:lnTo>
                    <a:pt x="93201" y="599060"/>
                  </a:lnTo>
                  <a:lnTo>
                    <a:pt x="95840" y="601960"/>
                  </a:lnTo>
                  <a:lnTo>
                    <a:pt x="102352" y="601960"/>
                  </a:lnTo>
                  <a:lnTo>
                    <a:pt x="104991" y="599060"/>
                  </a:lnTo>
                  <a:lnTo>
                    <a:pt x="104991" y="565700"/>
                  </a:lnTo>
                  <a:lnTo>
                    <a:pt x="102352" y="562789"/>
                  </a:lnTo>
                  <a:close/>
                </a:path>
                <a:path w="105409" h="735965">
                  <a:moveTo>
                    <a:pt x="102352" y="615174"/>
                  </a:moveTo>
                  <a:lnTo>
                    <a:pt x="95840" y="615174"/>
                  </a:lnTo>
                  <a:lnTo>
                    <a:pt x="93201" y="618075"/>
                  </a:lnTo>
                  <a:lnTo>
                    <a:pt x="93201" y="651435"/>
                  </a:lnTo>
                  <a:lnTo>
                    <a:pt x="95840" y="654336"/>
                  </a:lnTo>
                  <a:lnTo>
                    <a:pt x="102352" y="654336"/>
                  </a:lnTo>
                  <a:lnTo>
                    <a:pt x="104991" y="651435"/>
                  </a:lnTo>
                  <a:lnTo>
                    <a:pt x="104991" y="618075"/>
                  </a:lnTo>
                  <a:lnTo>
                    <a:pt x="102352" y="615174"/>
                  </a:lnTo>
                  <a:close/>
                </a:path>
                <a:path w="105409" h="735965">
                  <a:moveTo>
                    <a:pt x="96143" y="667131"/>
                  </a:moveTo>
                  <a:lnTo>
                    <a:pt x="93232" y="669717"/>
                  </a:lnTo>
                  <a:lnTo>
                    <a:pt x="92028" y="681120"/>
                  </a:lnTo>
                  <a:lnTo>
                    <a:pt x="89745" y="688534"/>
                  </a:lnTo>
                  <a:lnTo>
                    <a:pt x="84416" y="698397"/>
                  </a:lnTo>
                  <a:lnTo>
                    <a:pt x="85327" y="702376"/>
                  </a:lnTo>
                  <a:lnTo>
                    <a:pt x="89075" y="704837"/>
                  </a:lnTo>
                  <a:lnTo>
                    <a:pt x="90112" y="705119"/>
                  </a:lnTo>
                  <a:lnTo>
                    <a:pt x="93148" y="705119"/>
                  </a:lnTo>
                  <a:lnTo>
                    <a:pt x="104949" y="671215"/>
                  </a:lnTo>
                  <a:lnTo>
                    <a:pt x="102625" y="667990"/>
                  </a:lnTo>
                  <a:lnTo>
                    <a:pt x="99400" y="667581"/>
                  </a:lnTo>
                  <a:lnTo>
                    <a:pt x="96143" y="667131"/>
                  </a:lnTo>
                  <a:close/>
                </a:path>
                <a:path w="105409" h="735965">
                  <a:moveTo>
                    <a:pt x="74364" y="710355"/>
                  </a:moveTo>
                  <a:lnTo>
                    <a:pt x="65840" y="717004"/>
                  </a:lnTo>
                  <a:lnTo>
                    <a:pt x="59296" y="720093"/>
                  </a:lnTo>
                  <a:lnTo>
                    <a:pt x="49077" y="722302"/>
                  </a:lnTo>
                  <a:lnTo>
                    <a:pt x="46993" y="725716"/>
                  </a:lnTo>
                  <a:lnTo>
                    <a:pt x="48176" y="732323"/>
                  </a:lnTo>
                  <a:lnTo>
                    <a:pt x="50647" y="734469"/>
                  </a:lnTo>
                  <a:lnTo>
                    <a:pt x="53778" y="734469"/>
                  </a:lnTo>
                  <a:lnTo>
                    <a:pt x="81798" y="716899"/>
                  </a:lnTo>
                  <a:lnTo>
                    <a:pt x="78039" y="711046"/>
                  </a:lnTo>
                  <a:lnTo>
                    <a:pt x="74364" y="710355"/>
                  </a:lnTo>
                  <a:close/>
                </a:path>
                <a:path w="105409" h="735965">
                  <a:moveTo>
                    <a:pt x="32941" y="722669"/>
                  </a:moveTo>
                  <a:lnTo>
                    <a:pt x="2638" y="722669"/>
                  </a:lnTo>
                  <a:lnTo>
                    <a:pt x="0" y="725569"/>
                  </a:lnTo>
                  <a:lnTo>
                    <a:pt x="0" y="732742"/>
                  </a:lnTo>
                  <a:lnTo>
                    <a:pt x="2638" y="735642"/>
                  </a:lnTo>
                  <a:lnTo>
                    <a:pt x="32941" y="735642"/>
                  </a:lnTo>
                  <a:lnTo>
                    <a:pt x="35580" y="732742"/>
                  </a:lnTo>
                  <a:lnTo>
                    <a:pt x="35580" y="725569"/>
                  </a:lnTo>
                  <a:lnTo>
                    <a:pt x="32941" y="722669"/>
                  </a:lnTo>
                  <a:close/>
                </a:path>
              </a:pathLst>
            </a:custGeom>
            <a:solidFill>
              <a:srgbClr val="8B887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5" name="object 405" descr=""/>
            <p:cNvSpPr/>
            <p:nvPr/>
          </p:nvSpPr>
          <p:spPr>
            <a:xfrm>
              <a:off x="12422470" y="5964970"/>
              <a:ext cx="50165" cy="27940"/>
            </a:xfrm>
            <a:custGeom>
              <a:avLst/>
              <a:gdLst/>
              <a:ahLst/>
              <a:cxnLst/>
              <a:rect l="l" t="t" r="r" b="b"/>
              <a:pathLst>
                <a:path w="50165" h="27939">
                  <a:moveTo>
                    <a:pt x="49757" y="0"/>
                  </a:moveTo>
                  <a:lnTo>
                    <a:pt x="0" y="0"/>
                  </a:lnTo>
                  <a:lnTo>
                    <a:pt x="0" y="27611"/>
                  </a:lnTo>
                  <a:lnTo>
                    <a:pt x="49757" y="27611"/>
                  </a:lnTo>
                  <a:lnTo>
                    <a:pt x="49757" y="0"/>
                  </a:lnTo>
                  <a:close/>
                </a:path>
              </a:pathLst>
            </a:custGeom>
            <a:solidFill>
              <a:srgbClr val="393C3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6" name="object 406" descr=""/>
          <p:cNvGrpSpPr/>
          <p:nvPr/>
        </p:nvGrpSpPr>
        <p:grpSpPr>
          <a:xfrm>
            <a:off x="13170286" y="1890512"/>
            <a:ext cx="151765" cy="588010"/>
            <a:chOff x="13170286" y="1890512"/>
            <a:chExt cx="151765" cy="588010"/>
          </a:xfrm>
        </p:grpSpPr>
        <p:sp>
          <p:nvSpPr>
            <p:cNvPr id="407" name="object 407" descr=""/>
            <p:cNvSpPr/>
            <p:nvPr/>
          </p:nvSpPr>
          <p:spPr>
            <a:xfrm>
              <a:off x="13170286" y="1890512"/>
              <a:ext cx="151765" cy="62865"/>
            </a:xfrm>
            <a:custGeom>
              <a:avLst/>
              <a:gdLst/>
              <a:ahLst/>
              <a:cxnLst/>
              <a:rect l="l" t="t" r="r" b="b"/>
              <a:pathLst>
                <a:path w="151765" h="62864">
                  <a:moveTo>
                    <a:pt x="148204" y="0"/>
                  </a:moveTo>
                  <a:lnTo>
                    <a:pt x="112350" y="25789"/>
                  </a:lnTo>
                  <a:lnTo>
                    <a:pt x="86163" y="35746"/>
                  </a:lnTo>
                  <a:lnTo>
                    <a:pt x="56833" y="31094"/>
                  </a:lnTo>
                  <a:lnTo>
                    <a:pt x="11549" y="13057"/>
                  </a:lnTo>
                  <a:lnTo>
                    <a:pt x="0" y="26135"/>
                  </a:lnTo>
                  <a:lnTo>
                    <a:pt x="24181" y="46703"/>
                  </a:lnTo>
                  <a:lnTo>
                    <a:pt x="39646" y="57333"/>
                  </a:lnTo>
                  <a:lnTo>
                    <a:pt x="53060" y="61421"/>
                  </a:lnTo>
                  <a:lnTo>
                    <a:pt x="71086" y="62364"/>
                  </a:lnTo>
                  <a:lnTo>
                    <a:pt x="96348" y="57057"/>
                  </a:lnTo>
                  <a:lnTo>
                    <a:pt x="122615" y="44719"/>
                  </a:lnTo>
                  <a:lnTo>
                    <a:pt x="143245" y="32254"/>
                  </a:lnTo>
                  <a:lnTo>
                    <a:pt x="151597" y="26564"/>
                  </a:lnTo>
                  <a:lnTo>
                    <a:pt x="148204" y="0"/>
                  </a:lnTo>
                  <a:close/>
                </a:path>
              </a:pathLst>
            </a:custGeom>
            <a:solidFill>
              <a:srgbClr val="23222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3201828" y="1914226"/>
              <a:ext cx="99695" cy="563880"/>
            </a:xfrm>
            <a:custGeom>
              <a:avLst/>
              <a:gdLst/>
              <a:ahLst/>
              <a:cxnLst/>
              <a:rect l="l" t="t" r="r" b="b"/>
              <a:pathLst>
                <a:path w="99694" h="563880">
                  <a:moveTo>
                    <a:pt x="99263" y="494474"/>
                  </a:moveTo>
                  <a:lnTo>
                    <a:pt x="94411" y="414515"/>
                  </a:lnTo>
                  <a:lnTo>
                    <a:pt x="79806" y="252463"/>
                  </a:lnTo>
                  <a:lnTo>
                    <a:pt x="64427" y="93091"/>
                  </a:lnTo>
                  <a:lnTo>
                    <a:pt x="60858" y="57086"/>
                  </a:lnTo>
                  <a:lnTo>
                    <a:pt x="63665" y="47599"/>
                  </a:lnTo>
                  <a:lnTo>
                    <a:pt x="66509" y="29959"/>
                  </a:lnTo>
                  <a:lnTo>
                    <a:pt x="68719" y="12230"/>
                  </a:lnTo>
                  <a:lnTo>
                    <a:pt x="69608" y="2438"/>
                  </a:lnTo>
                  <a:lnTo>
                    <a:pt x="61798" y="355"/>
                  </a:lnTo>
                  <a:lnTo>
                    <a:pt x="44284" y="0"/>
                  </a:lnTo>
                  <a:lnTo>
                    <a:pt x="25971" y="863"/>
                  </a:lnTo>
                  <a:lnTo>
                    <a:pt x="15735" y="2438"/>
                  </a:lnTo>
                  <a:lnTo>
                    <a:pt x="21666" y="31394"/>
                  </a:lnTo>
                  <a:lnTo>
                    <a:pt x="25006" y="46736"/>
                  </a:lnTo>
                  <a:lnTo>
                    <a:pt x="27012" y="53594"/>
                  </a:lnTo>
                  <a:lnTo>
                    <a:pt x="28892" y="57073"/>
                  </a:lnTo>
                  <a:lnTo>
                    <a:pt x="4635" y="412953"/>
                  </a:lnTo>
                  <a:lnTo>
                    <a:pt x="1028" y="469442"/>
                  </a:lnTo>
                  <a:lnTo>
                    <a:pt x="0" y="491807"/>
                  </a:lnTo>
                  <a:lnTo>
                    <a:pt x="7607" y="514324"/>
                  </a:lnTo>
                  <a:lnTo>
                    <a:pt x="25285" y="537857"/>
                  </a:lnTo>
                  <a:lnTo>
                    <a:pt x="43154" y="556374"/>
                  </a:lnTo>
                  <a:lnTo>
                    <a:pt x="51308" y="563880"/>
                  </a:lnTo>
                  <a:lnTo>
                    <a:pt x="76758" y="531761"/>
                  </a:lnTo>
                  <a:lnTo>
                    <a:pt x="90233" y="513829"/>
                  </a:lnTo>
                  <a:lnTo>
                    <a:pt x="96240" y="503567"/>
                  </a:lnTo>
                  <a:lnTo>
                    <a:pt x="99263" y="494474"/>
                  </a:lnTo>
                  <a:close/>
                </a:path>
              </a:pathLst>
            </a:custGeom>
            <a:solidFill>
              <a:srgbClr val="2D2C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09" name="object 409" descr=""/>
          <p:cNvGrpSpPr/>
          <p:nvPr/>
        </p:nvGrpSpPr>
        <p:grpSpPr>
          <a:xfrm>
            <a:off x="12895786" y="1890512"/>
            <a:ext cx="151765" cy="588010"/>
            <a:chOff x="12895786" y="1890512"/>
            <a:chExt cx="151765" cy="588010"/>
          </a:xfrm>
        </p:grpSpPr>
        <p:sp>
          <p:nvSpPr>
            <p:cNvPr id="410" name="object 410" descr=""/>
            <p:cNvSpPr/>
            <p:nvPr/>
          </p:nvSpPr>
          <p:spPr>
            <a:xfrm>
              <a:off x="12895786" y="1890512"/>
              <a:ext cx="151765" cy="62865"/>
            </a:xfrm>
            <a:custGeom>
              <a:avLst/>
              <a:gdLst/>
              <a:ahLst/>
              <a:cxnLst/>
              <a:rect l="l" t="t" r="r" b="b"/>
              <a:pathLst>
                <a:path w="151765" h="62864">
                  <a:moveTo>
                    <a:pt x="148204" y="0"/>
                  </a:moveTo>
                  <a:lnTo>
                    <a:pt x="112350" y="25789"/>
                  </a:lnTo>
                  <a:lnTo>
                    <a:pt x="86163" y="35746"/>
                  </a:lnTo>
                  <a:lnTo>
                    <a:pt x="56833" y="31094"/>
                  </a:lnTo>
                  <a:lnTo>
                    <a:pt x="11549" y="13057"/>
                  </a:lnTo>
                  <a:lnTo>
                    <a:pt x="0" y="26135"/>
                  </a:lnTo>
                  <a:lnTo>
                    <a:pt x="24181" y="46703"/>
                  </a:lnTo>
                  <a:lnTo>
                    <a:pt x="39646" y="57333"/>
                  </a:lnTo>
                  <a:lnTo>
                    <a:pt x="53060" y="61421"/>
                  </a:lnTo>
                  <a:lnTo>
                    <a:pt x="71086" y="62364"/>
                  </a:lnTo>
                  <a:lnTo>
                    <a:pt x="96348" y="57057"/>
                  </a:lnTo>
                  <a:lnTo>
                    <a:pt x="122615" y="44719"/>
                  </a:lnTo>
                  <a:lnTo>
                    <a:pt x="143245" y="32254"/>
                  </a:lnTo>
                  <a:lnTo>
                    <a:pt x="151597" y="26564"/>
                  </a:lnTo>
                  <a:lnTo>
                    <a:pt x="148204" y="0"/>
                  </a:lnTo>
                  <a:close/>
                </a:path>
              </a:pathLst>
            </a:custGeom>
            <a:solidFill>
              <a:srgbClr val="66C4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1" name="object 411" descr=""/>
            <p:cNvSpPr/>
            <p:nvPr/>
          </p:nvSpPr>
          <p:spPr>
            <a:xfrm>
              <a:off x="12927330" y="1914226"/>
              <a:ext cx="99695" cy="563880"/>
            </a:xfrm>
            <a:custGeom>
              <a:avLst/>
              <a:gdLst/>
              <a:ahLst/>
              <a:cxnLst/>
              <a:rect l="l" t="t" r="r" b="b"/>
              <a:pathLst>
                <a:path w="99694" h="563880">
                  <a:moveTo>
                    <a:pt x="99263" y="494474"/>
                  </a:moveTo>
                  <a:lnTo>
                    <a:pt x="94411" y="414515"/>
                  </a:lnTo>
                  <a:lnTo>
                    <a:pt x="79794" y="252463"/>
                  </a:lnTo>
                  <a:lnTo>
                    <a:pt x="64427" y="93091"/>
                  </a:lnTo>
                  <a:lnTo>
                    <a:pt x="60858" y="57086"/>
                  </a:lnTo>
                  <a:lnTo>
                    <a:pt x="63665" y="47599"/>
                  </a:lnTo>
                  <a:lnTo>
                    <a:pt x="66509" y="29959"/>
                  </a:lnTo>
                  <a:lnTo>
                    <a:pt x="68719" y="12230"/>
                  </a:lnTo>
                  <a:lnTo>
                    <a:pt x="69608" y="2438"/>
                  </a:lnTo>
                  <a:lnTo>
                    <a:pt x="61798" y="355"/>
                  </a:lnTo>
                  <a:lnTo>
                    <a:pt x="44284" y="0"/>
                  </a:lnTo>
                  <a:lnTo>
                    <a:pt x="25971" y="863"/>
                  </a:lnTo>
                  <a:lnTo>
                    <a:pt x="15735" y="2438"/>
                  </a:lnTo>
                  <a:lnTo>
                    <a:pt x="21666" y="31394"/>
                  </a:lnTo>
                  <a:lnTo>
                    <a:pt x="25006" y="46736"/>
                  </a:lnTo>
                  <a:lnTo>
                    <a:pt x="27012" y="53594"/>
                  </a:lnTo>
                  <a:lnTo>
                    <a:pt x="28892" y="57073"/>
                  </a:lnTo>
                  <a:lnTo>
                    <a:pt x="4635" y="412953"/>
                  </a:lnTo>
                  <a:lnTo>
                    <a:pt x="1028" y="469442"/>
                  </a:lnTo>
                  <a:lnTo>
                    <a:pt x="0" y="491807"/>
                  </a:lnTo>
                  <a:lnTo>
                    <a:pt x="7607" y="514324"/>
                  </a:lnTo>
                  <a:lnTo>
                    <a:pt x="25285" y="537857"/>
                  </a:lnTo>
                  <a:lnTo>
                    <a:pt x="43154" y="556374"/>
                  </a:lnTo>
                  <a:lnTo>
                    <a:pt x="51308" y="563880"/>
                  </a:lnTo>
                  <a:lnTo>
                    <a:pt x="76758" y="531761"/>
                  </a:lnTo>
                  <a:lnTo>
                    <a:pt x="90233" y="513829"/>
                  </a:lnTo>
                  <a:lnTo>
                    <a:pt x="96240" y="503567"/>
                  </a:lnTo>
                  <a:lnTo>
                    <a:pt x="99263" y="494474"/>
                  </a:lnTo>
                  <a:close/>
                </a:path>
              </a:pathLst>
            </a:custGeom>
            <a:solidFill>
              <a:srgbClr val="78CA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2" name="object 412" descr=""/>
          <p:cNvGrpSpPr/>
          <p:nvPr/>
        </p:nvGrpSpPr>
        <p:grpSpPr>
          <a:xfrm>
            <a:off x="13451292" y="1890512"/>
            <a:ext cx="151765" cy="588010"/>
            <a:chOff x="13451292" y="1890512"/>
            <a:chExt cx="151765" cy="588010"/>
          </a:xfrm>
        </p:grpSpPr>
        <p:sp>
          <p:nvSpPr>
            <p:cNvPr id="413" name="object 413" descr=""/>
            <p:cNvSpPr/>
            <p:nvPr/>
          </p:nvSpPr>
          <p:spPr>
            <a:xfrm>
              <a:off x="13451292" y="1890512"/>
              <a:ext cx="151765" cy="62865"/>
            </a:xfrm>
            <a:custGeom>
              <a:avLst/>
              <a:gdLst/>
              <a:ahLst/>
              <a:cxnLst/>
              <a:rect l="l" t="t" r="r" b="b"/>
              <a:pathLst>
                <a:path w="151765" h="62864">
                  <a:moveTo>
                    <a:pt x="148204" y="0"/>
                  </a:moveTo>
                  <a:lnTo>
                    <a:pt x="112350" y="25789"/>
                  </a:lnTo>
                  <a:lnTo>
                    <a:pt x="86163" y="35746"/>
                  </a:lnTo>
                  <a:lnTo>
                    <a:pt x="56833" y="31094"/>
                  </a:lnTo>
                  <a:lnTo>
                    <a:pt x="11549" y="13057"/>
                  </a:lnTo>
                  <a:lnTo>
                    <a:pt x="0" y="26135"/>
                  </a:lnTo>
                  <a:lnTo>
                    <a:pt x="24181" y="46703"/>
                  </a:lnTo>
                  <a:lnTo>
                    <a:pt x="39646" y="57333"/>
                  </a:lnTo>
                  <a:lnTo>
                    <a:pt x="53060" y="61421"/>
                  </a:lnTo>
                  <a:lnTo>
                    <a:pt x="71086" y="62364"/>
                  </a:lnTo>
                  <a:lnTo>
                    <a:pt x="96348" y="57057"/>
                  </a:lnTo>
                  <a:lnTo>
                    <a:pt x="122615" y="44719"/>
                  </a:lnTo>
                  <a:lnTo>
                    <a:pt x="143245" y="32254"/>
                  </a:lnTo>
                  <a:lnTo>
                    <a:pt x="151597" y="26564"/>
                  </a:lnTo>
                  <a:lnTo>
                    <a:pt x="148204" y="0"/>
                  </a:lnTo>
                  <a:close/>
                </a:path>
              </a:pathLst>
            </a:custGeom>
            <a:solidFill>
              <a:srgbClr val="057CB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4" name="object 414" descr=""/>
            <p:cNvSpPr/>
            <p:nvPr/>
          </p:nvSpPr>
          <p:spPr>
            <a:xfrm>
              <a:off x="13482828" y="1914226"/>
              <a:ext cx="99695" cy="563880"/>
            </a:xfrm>
            <a:custGeom>
              <a:avLst/>
              <a:gdLst/>
              <a:ahLst/>
              <a:cxnLst/>
              <a:rect l="l" t="t" r="r" b="b"/>
              <a:pathLst>
                <a:path w="99694" h="563880">
                  <a:moveTo>
                    <a:pt x="99263" y="494474"/>
                  </a:moveTo>
                  <a:lnTo>
                    <a:pt x="94424" y="414515"/>
                  </a:lnTo>
                  <a:lnTo>
                    <a:pt x="79806" y="252463"/>
                  </a:lnTo>
                  <a:lnTo>
                    <a:pt x="64439" y="93091"/>
                  </a:lnTo>
                  <a:lnTo>
                    <a:pt x="60871" y="57073"/>
                  </a:lnTo>
                  <a:lnTo>
                    <a:pt x="63665" y="47599"/>
                  </a:lnTo>
                  <a:lnTo>
                    <a:pt x="66509" y="29959"/>
                  </a:lnTo>
                  <a:lnTo>
                    <a:pt x="68732" y="12230"/>
                  </a:lnTo>
                  <a:lnTo>
                    <a:pt x="69621" y="2438"/>
                  </a:lnTo>
                  <a:lnTo>
                    <a:pt x="61810" y="355"/>
                  </a:lnTo>
                  <a:lnTo>
                    <a:pt x="44297" y="0"/>
                  </a:lnTo>
                  <a:lnTo>
                    <a:pt x="25971" y="863"/>
                  </a:lnTo>
                  <a:lnTo>
                    <a:pt x="15735" y="2438"/>
                  </a:lnTo>
                  <a:lnTo>
                    <a:pt x="21666" y="31394"/>
                  </a:lnTo>
                  <a:lnTo>
                    <a:pt x="25019" y="46736"/>
                  </a:lnTo>
                  <a:lnTo>
                    <a:pt x="27012" y="53594"/>
                  </a:lnTo>
                  <a:lnTo>
                    <a:pt x="28892" y="57073"/>
                  </a:lnTo>
                  <a:lnTo>
                    <a:pt x="4635" y="412953"/>
                  </a:lnTo>
                  <a:lnTo>
                    <a:pt x="1028" y="469442"/>
                  </a:lnTo>
                  <a:lnTo>
                    <a:pt x="0" y="491807"/>
                  </a:lnTo>
                  <a:lnTo>
                    <a:pt x="7607" y="514324"/>
                  </a:lnTo>
                  <a:lnTo>
                    <a:pt x="25285" y="537857"/>
                  </a:lnTo>
                  <a:lnTo>
                    <a:pt x="43154" y="556374"/>
                  </a:lnTo>
                  <a:lnTo>
                    <a:pt x="51308" y="563880"/>
                  </a:lnTo>
                  <a:lnTo>
                    <a:pt x="76758" y="531761"/>
                  </a:lnTo>
                  <a:lnTo>
                    <a:pt x="90246" y="513829"/>
                  </a:lnTo>
                  <a:lnTo>
                    <a:pt x="96240" y="503567"/>
                  </a:lnTo>
                  <a:lnTo>
                    <a:pt x="99263" y="494474"/>
                  </a:lnTo>
                  <a:close/>
                </a:path>
              </a:pathLst>
            </a:custGeom>
            <a:solidFill>
              <a:srgbClr val="1E89B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5" name="object 415" descr=""/>
          <p:cNvGrpSpPr/>
          <p:nvPr/>
        </p:nvGrpSpPr>
        <p:grpSpPr>
          <a:xfrm>
            <a:off x="14501589" y="5855003"/>
            <a:ext cx="768350" cy="1442720"/>
            <a:chOff x="14501589" y="5855003"/>
            <a:chExt cx="768350" cy="1442720"/>
          </a:xfrm>
        </p:grpSpPr>
        <p:sp>
          <p:nvSpPr>
            <p:cNvPr id="416" name="object 416" descr=""/>
            <p:cNvSpPr/>
            <p:nvPr/>
          </p:nvSpPr>
          <p:spPr>
            <a:xfrm>
              <a:off x="14750669" y="5891250"/>
              <a:ext cx="326390" cy="1393190"/>
            </a:xfrm>
            <a:custGeom>
              <a:avLst/>
              <a:gdLst/>
              <a:ahLst/>
              <a:cxnLst/>
              <a:rect l="l" t="t" r="r" b="b"/>
              <a:pathLst>
                <a:path w="326390" h="1393190">
                  <a:moveTo>
                    <a:pt x="0" y="0"/>
                  </a:moveTo>
                  <a:lnTo>
                    <a:pt x="14763" y="1393015"/>
                  </a:lnTo>
                  <a:lnTo>
                    <a:pt x="104593" y="1393015"/>
                  </a:lnTo>
                  <a:lnTo>
                    <a:pt x="139377" y="1390443"/>
                  </a:lnTo>
                  <a:lnTo>
                    <a:pt x="215382" y="1386112"/>
                  </a:lnTo>
                  <a:lnTo>
                    <a:pt x="325770" y="1380230"/>
                  </a:lnTo>
                  <a:lnTo>
                    <a:pt x="259992" y="1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25F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4501584" y="5907576"/>
              <a:ext cx="233679" cy="694690"/>
            </a:xfrm>
            <a:custGeom>
              <a:avLst/>
              <a:gdLst/>
              <a:ahLst/>
              <a:cxnLst/>
              <a:rect l="l" t="t" r="r" b="b"/>
              <a:pathLst>
                <a:path w="233680" h="694690">
                  <a:moveTo>
                    <a:pt x="233464" y="152311"/>
                  </a:moveTo>
                  <a:lnTo>
                    <a:pt x="231622" y="101625"/>
                  </a:lnTo>
                  <a:lnTo>
                    <a:pt x="223316" y="57658"/>
                  </a:lnTo>
                  <a:lnTo>
                    <a:pt x="179057" y="8953"/>
                  </a:lnTo>
                  <a:lnTo>
                    <a:pt x="136575" y="0"/>
                  </a:lnTo>
                  <a:lnTo>
                    <a:pt x="129717" y="596"/>
                  </a:lnTo>
                  <a:lnTo>
                    <a:pt x="120167" y="304"/>
                  </a:lnTo>
                  <a:lnTo>
                    <a:pt x="113588" y="10477"/>
                  </a:lnTo>
                  <a:lnTo>
                    <a:pt x="106908" y="40373"/>
                  </a:lnTo>
                  <a:lnTo>
                    <a:pt x="97091" y="99225"/>
                  </a:lnTo>
                  <a:lnTo>
                    <a:pt x="87045" y="155994"/>
                  </a:lnTo>
                  <a:lnTo>
                    <a:pt x="76847" y="206222"/>
                  </a:lnTo>
                  <a:lnTo>
                    <a:pt x="56324" y="300164"/>
                  </a:lnTo>
                  <a:lnTo>
                    <a:pt x="48475" y="339115"/>
                  </a:lnTo>
                  <a:lnTo>
                    <a:pt x="48336" y="339318"/>
                  </a:lnTo>
                  <a:lnTo>
                    <a:pt x="46799" y="347433"/>
                  </a:lnTo>
                  <a:lnTo>
                    <a:pt x="46202" y="350418"/>
                  </a:lnTo>
                  <a:lnTo>
                    <a:pt x="46202" y="350570"/>
                  </a:lnTo>
                  <a:lnTo>
                    <a:pt x="34861" y="410679"/>
                  </a:lnTo>
                  <a:lnTo>
                    <a:pt x="27190" y="453250"/>
                  </a:lnTo>
                  <a:lnTo>
                    <a:pt x="22466" y="483920"/>
                  </a:lnTo>
                  <a:lnTo>
                    <a:pt x="0" y="658698"/>
                  </a:lnTo>
                  <a:lnTo>
                    <a:pt x="48691" y="678014"/>
                  </a:lnTo>
                  <a:lnTo>
                    <a:pt x="78384" y="688200"/>
                  </a:lnTo>
                  <a:lnTo>
                    <a:pt x="101193" y="692632"/>
                  </a:lnTo>
                  <a:lnTo>
                    <a:pt x="129222" y="694677"/>
                  </a:lnTo>
                  <a:lnTo>
                    <a:pt x="166497" y="537273"/>
                  </a:lnTo>
                  <a:lnTo>
                    <a:pt x="186131" y="452551"/>
                  </a:lnTo>
                  <a:lnTo>
                    <a:pt x="194614" y="411492"/>
                  </a:lnTo>
                  <a:lnTo>
                    <a:pt x="198450" y="385064"/>
                  </a:lnTo>
                  <a:lnTo>
                    <a:pt x="198259" y="383654"/>
                  </a:lnTo>
                  <a:lnTo>
                    <a:pt x="210769" y="345554"/>
                  </a:lnTo>
                  <a:lnTo>
                    <a:pt x="219824" y="294144"/>
                  </a:lnTo>
                  <a:lnTo>
                    <a:pt x="226364" y="244906"/>
                  </a:lnTo>
                  <a:lnTo>
                    <a:pt x="231000" y="202488"/>
                  </a:lnTo>
                  <a:lnTo>
                    <a:pt x="233464" y="152311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4635591" y="5855003"/>
              <a:ext cx="186055" cy="1439545"/>
            </a:xfrm>
            <a:custGeom>
              <a:avLst/>
              <a:gdLst/>
              <a:ahLst/>
              <a:cxnLst/>
              <a:rect l="l" t="t" r="r" b="b"/>
              <a:pathLst>
                <a:path w="186055" h="1439545">
                  <a:moveTo>
                    <a:pt x="125702" y="0"/>
                  </a:moveTo>
                  <a:lnTo>
                    <a:pt x="5706" y="53024"/>
                  </a:lnTo>
                  <a:lnTo>
                    <a:pt x="0" y="1416627"/>
                  </a:lnTo>
                  <a:lnTo>
                    <a:pt x="68179" y="1433413"/>
                  </a:lnTo>
                  <a:lnTo>
                    <a:pt x="110250" y="1439008"/>
                  </a:lnTo>
                  <a:lnTo>
                    <a:pt x="143624" y="1433413"/>
                  </a:lnTo>
                  <a:lnTo>
                    <a:pt x="185711" y="1416627"/>
                  </a:lnTo>
                  <a:lnTo>
                    <a:pt x="125702" y="0"/>
                  </a:lnTo>
                  <a:close/>
                </a:path>
              </a:pathLst>
            </a:custGeom>
            <a:solidFill>
              <a:srgbClr val="A278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9" name="object 419" descr=""/>
            <p:cNvSpPr/>
            <p:nvPr/>
          </p:nvSpPr>
          <p:spPr>
            <a:xfrm>
              <a:off x="14676082" y="5855010"/>
              <a:ext cx="593725" cy="748665"/>
            </a:xfrm>
            <a:custGeom>
              <a:avLst/>
              <a:gdLst/>
              <a:ahLst/>
              <a:cxnLst/>
              <a:rect l="l" t="t" r="r" b="b"/>
              <a:pathLst>
                <a:path w="593725" h="748665">
                  <a:moveTo>
                    <a:pt x="115798" y="722299"/>
                  </a:moveTo>
                  <a:lnTo>
                    <a:pt x="85204" y="0"/>
                  </a:lnTo>
                  <a:lnTo>
                    <a:pt x="37185" y="12242"/>
                  </a:lnTo>
                  <a:lnTo>
                    <a:pt x="12306" y="36322"/>
                  </a:lnTo>
                  <a:lnTo>
                    <a:pt x="2578" y="90208"/>
                  </a:lnTo>
                  <a:lnTo>
                    <a:pt x="0" y="191897"/>
                  </a:lnTo>
                  <a:lnTo>
                    <a:pt x="17145" y="348792"/>
                  </a:lnTo>
                  <a:lnTo>
                    <a:pt x="57061" y="522897"/>
                  </a:lnTo>
                  <a:lnTo>
                    <a:pt x="97396" y="664095"/>
                  </a:lnTo>
                  <a:lnTo>
                    <a:pt x="115798" y="722299"/>
                  </a:lnTo>
                  <a:close/>
                </a:path>
                <a:path w="593725" h="748665">
                  <a:moveTo>
                    <a:pt x="593267" y="710539"/>
                  </a:moveTo>
                  <a:lnTo>
                    <a:pt x="568477" y="536130"/>
                  </a:lnTo>
                  <a:lnTo>
                    <a:pt x="563346" y="505548"/>
                  </a:lnTo>
                  <a:lnTo>
                    <a:pt x="555117" y="463105"/>
                  </a:lnTo>
                  <a:lnTo>
                    <a:pt x="542963" y="403199"/>
                  </a:lnTo>
                  <a:lnTo>
                    <a:pt x="542975" y="403034"/>
                  </a:lnTo>
                  <a:lnTo>
                    <a:pt x="542290" y="399872"/>
                  </a:lnTo>
                  <a:lnTo>
                    <a:pt x="540689" y="391960"/>
                  </a:lnTo>
                  <a:lnTo>
                    <a:pt x="540537" y="391756"/>
                  </a:lnTo>
                  <a:lnTo>
                    <a:pt x="532180" y="352945"/>
                  </a:lnTo>
                  <a:lnTo>
                    <a:pt x="510400" y="259346"/>
                  </a:lnTo>
                  <a:lnTo>
                    <a:pt x="499529" y="209283"/>
                  </a:lnTo>
                  <a:lnTo>
                    <a:pt x="488734" y="152679"/>
                  </a:lnTo>
                  <a:lnTo>
                    <a:pt x="478129" y="93992"/>
                  </a:lnTo>
                  <a:lnTo>
                    <a:pt x="471055" y="64211"/>
                  </a:lnTo>
                  <a:lnTo>
                    <a:pt x="464337" y="54140"/>
                  </a:lnTo>
                  <a:lnTo>
                    <a:pt x="454799" y="54597"/>
                  </a:lnTo>
                  <a:lnTo>
                    <a:pt x="447929" y="54102"/>
                  </a:lnTo>
                  <a:lnTo>
                    <a:pt x="405574" y="63741"/>
                  </a:lnTo>
                  <a:lnTo>
                    <a:pt x="361962" y="113157"/>
                  </a:lnTo>
                  <a:lnTo>
                    <a:pt x="354253" y="157251"/>
                  </a:lnTo>
                  <a:lnTo>
                    <a:pt x="353085" y="207962"/>
                  </a:lnTo>
                  <a:lnTo>
                    <a:pt x="356209" y="258089"/>
                  </a:lnTo>
                  <a:lnTo>
                    <a:pt x="361429" y="300431"/>
                  </a:lnTo>
                  <a:lnTo>
                    <a:pt x="368604" y="349554"/>
                  </a:lnTo>
                  <a:lnTo>
                    <a:pt x="378345" y="400812"/>
                  </a:lnTo>
                  <a:lnTo>
                    <a:pt x="391363" y="438734"/>
                  </a:lnTo>
                  <a:lnTo>
                    <a:pt x="391198" y="440131"/>
                  </a:lnTo>
                  <a:lnTo>
                    <a:pt x="395376" y="466496"/>
                  </a:lnTo>
                  <a:lnTo>
                    <a:pt x="404406" y="507415"/>
                  </a:lnTo>
                  <a:lnTo>
                    <a:pt x="425170" y="591807"/>
                  </a:lnTo>
                  <a:lnTo>
                    <a:pt x="464540" y="748588"/>
                  </a:lnTo>
                  <a:lnTo>
                    <a:pt x="492544" y="746099"/>
                  </a:lnTo>
                  <a:lnTo>
                    <a:pt x="515277" y="741299"/>
                  </a:lnTo>
                  <a:lnTo>
                    <a:pt x="544842" y="730631"/>
                  </a:lnTo>
                  <a:lnTo>
                    <a:pt x="593267" y="710539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0" name="object 420" descr=""/>
            <p:cNvSpPr/>
            <p:nvPr/>
          </p:nvSpPr>
          <p:spPr>
            <a:xfrm>
              <a:off x="14959068" y="5858540"/>
              <a:ext cx="186055" cy="1438910"/>
            </a:xfrm>
            <a:custGeom>
              <a:avLst/>
              <a:gdLst/>
              <a:ahLst/>
              <a:cxnLst/>
              <a:rect l="l" t="t" r="r" b="b"/>
              <a:pathLst>
                <a:path w="186055" h="1438909">
                  <a:moveTo>
                    <a:pt x="41140" y="0"/>
                  </a:moveTo>
                  <a:lnTo>
                    <a:pt x="0" y="1417433"/>
                  </a:lnTo>
                  <a:lnTo>
                    <a:pt x="42310" y="1433542"/>
                  </a:lnTo>
                  <a:lnTo>
                    <a:pt x="75758" y="1438600"/>
                  </a:lnTo>
                  <a:lnTo>
                    <a:pt x="117751" y="1432325"/>
                  </a:lnTo>
                  <a:lnTo>
                    <a:pt x="185701" y="1414438"/>
                  </a:lnTo>
                  <a:lnTo>
                    <a:pt x="161827" y="51076"/>
                  </a:lnTo>
                  <a:lnTo>
                    <a:pt x="41140" y="0"/>
                  </a:lnTo>
                  <a:close/>
                </a:path>
              </a:pathLst>
            </a:custGeom>
            <a:solidFill>
              <a:srgbClr val="A278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4979235" y="5858540"/>
              <a:ext cx="109220" cy="723265"/>
            </a:xfrm>
            <a:custGeom>
              <a:avLst/>
              <a:gdLst/>
              <a:ahLst/>
              <a:cxnLst/>
              <a:rect l="l" t="t" r="r" b="b"/>
              <a:pathLst>
                <a:path w="109219" h="723265">
                  <a:moveTo>
                    <a:pt x="20973" y="0"/>
                  </a:moveTo>
                  <a:lnTo>
                    <a:pt x="0" y="722710"/>
                  </a:lnTo>
                  <a:lnTo>
                    <a:pt x="17632" y="664219"/>
                  </a:lnTo>
                  <a:lnTo>
                    <a:pt x="56082" y="522383"/>
                  </a:lnTo>
                  <a:lnTo>
                    <a:pt x="93675" y="347660"/>
                  </a:lnTo>
                  <a:lnTo>
                    <a:pt x="108740" y="190507"/>
                  </a:lnTo>
                  <a:lnTo>
                    <a:pt x="104800" y="88863"/>
                  </a:lnTo>
                  <a:lnTo>
                    <a:pt x="94345" y="35137"/>
                  </a:lnTo>
                  <a:lnTo>
                    <a:pt x="69145" y="11469"/>
                  </a:lnTo>
                  <a:lnTo>
                    <a:pt x="20973" y="0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2" name="object 422" descr=""/>
          <p:cNvGrpSpPr/>
          <p:nvPr/>
        </p:nvGrpSpPr>
        <p:grpSpPr>
          <a:xfrm>
            <a:off x="15964518" y="5825311"/>
            <a:ext cx="764540" cy="1435100"/>
            <a:chOff x="15964518" y="5825311"/>
            <a:chExt cx="764540" cy="1435100"/>
          </a:xfrm>
        </p:grpSpPr>
        <p:sp>
          <p:nvSpPr>
            <p:cNvPr id="423" name="object 423" descr=""/>
            <p:cNvSpPr/>
            <p:nvPr/>
          </p:nvSpPr>
          <p:spPr>
            <a:xfrm>
              <a:off x="16214286" y="5825311"/>
              <a:ext cx="311150" cy="1391920"/>
            </a:xfrm>
            <a:custGeom>
              <a:avLst/>
              <a:gdLst/>
              <a:ahLst/>
              <a:cxnLst/>
              <a:rect l="l" t="t" r="r" b="b"/>
              <a:pathLst>
                <a:path w="311150" h="1391920">
                  <a:moveTo>
                    <a:pt x="217249" y="0"/>
                  </a:moveTo>
                  <a:lnTo>
                    <a:pt x="5853" y="7266"/>
                  </a:lnTo>
                  <a:lnTo>
                    <a:pt x="0" y="1391821"/>
                  </a:lnTo>
                  <a:lnTo>
                    <a:pt x="89829" y="1391821"/>
                  </a:lnTo>
                  <a:lnTo>
                    <a:pt x="124613" y="1389265"/>
                  </a:lnTo>
                  <a:lnTo>
                    <a:pt x="200618" y="1384959"/>
                  </a:lnTo>
                  <a:lnTo>
                    <a:pt x="311006" y="1379109"/>
                  </a:lnTo>
                  <a:lnTo>
                    <a:pt x="217249" y="0"/>
                  </a:lnTo>
                  <a:close/>
                </a:path>
              </a:pathLst>
            </a:custGeom>
            <a:solidFill>
              <a:srgbClr val="825F5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5964509" y="5878975"/>
              <a:ext cx="232410" cy="691515"/>
            </a:xfrm>
            <a:custGeom>
              <a:avLst/>
              <a:gdLst/>
              <a:ahLst/>
              <a:cxnLst/>
              <a:rect l="l" t="t" r="r" b="b"/>
              <a:pathLst>
                <a:path w="232409" h="691515">
                  <a:moveTo>
                    <a:pt x="232295" y="151549"/>
                  </a:moveTo>
                  <a:lnTo>
                    <a:pt x="230454" y="101104"/>
                  </a:lnTo>
                  <a:lnTo>
                    <a:pt x="222199" y="57365"/>
                  </a:lnTo>
                  <a:lnTo>
                    <a:pt x="178168" y="8902"/>
                  </a:lnTo>
                  <a:lnTo>
                    <a:pt x="135902" y="0"/>
                  </a:lnTo>
                  <a:lnTo>
                    <a:pt x="129082" y="596"/>
                  </a:lnTo>
                  <a:lnTo>
                    <a:pt x="119570" y="304"/>
                  </a:lnTo>
                  <a:lnTo>
                    <a:pt x="113017" y="10426"/>
                  </a:lnTo>
                  <a:lnTo>
                    <a:pt x="106387" y="40170"/>
                  </a:lnTo>
                  <a:lnTo>
                    <a:pt x="96608" y="98729"/>
                  </a:lnTo>
                  <a:lnTo>
                    <a:pt x="86614" y="155206"/>
                  </a:lnTo>
                  <a:lnTo>
                    <a:pt x="76466" y="205193"/>
                  </a:lnTo>
                  <a:lnTo>
                    <a:pt x="56045" y="298665"/>
                  </a:lnTo>
                  <a:lnTo>
                    <a:pt x="48234" y="337400"/>
                  </a:lnTo>
                  <a:lnTo>
                    <a:pt x="48094" y="337616"/>
                  </a:lnTo>
                  <a:lnTo>
                    <a:pt x="46520" y="345960"/>
                  </a:lnTo>
                  <a:lnTo>
                    <a:pt x="45974" y="348665"/>
                  </a:lnTo>
                  <a:lnTo>
                    <a:pt x="45974" y="348805"/>
                  </a:lnTo>
                  <a:lnTo>
                    <a:pt x="34683" y="408622"/>
                  </a:lnTo>
                  <a:lnTo>
                    <a:pt x="27051" y="450977"/>
                  </a:lnTo>
                  <a:lnTo>
                    <a:pt x="22352" y="481495"/>
                  </a:lnTo>
                  <a:lnTo>
                    <a:pt x="0" y="655396"/>
                  </a:lnTo>
                  <a:lnTo>
                    <a:pt x="48463" y="674624"/>
                  </a:lnTo>
                  <a:lnTo>
                    <a:pt x="78003" y="684758"/>
                  </a:lnTo>
                  <a:lnTo>
                    <a:pt x="100698" y="689165"/>
                  </a:lnTo>
                  <a:lnTo>
                    <a:pt x="128574" y="691197"/>
                  </a:lnTo>
                  <a:lnTo>
                    <a:pt x="165671" y="534581"/>
                  </a:lnTo>
                  <a:lnTo>
                    <a:pt x="185204" y="450291"/>
                  </a:lnTo>
                  <a:lnTo>
                    <a:pt x="193649" y="409435"/>
                  </a:lnTo>
                  <a:lnTo>
                    <a:pt x="197459" y="383133"/>
                  </a:lnTo>
                  <a:lnTo>
                    <a:pt x="197269" y="381736"/>
                  </a:lnTo>
                  <a:lnTo>
                    <a:pt x="209727" y="343814"/>
                  </a:lnTo>
                  <a:lnTo>
                    <a:pt x="218732" y="292671"/>
                  </a:lnTo>
                  <a:lnTo>
                    <a:pt x="225221" y="243674"/>
                  </a:lnTo>
                  <a:lnTo>
                    <a:pt x="229844" y="201472"/>
                  </a:lnTo>
                  <a:lnTo>
                    <a:pt x="232295" y="151549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5" name="object 425" descr=""/>
            <p:cNvSpPr/>
            <p:nvPr/>
          </p:nvSpPr>
          <p:spPr>
            <a:xfrm>
              <a:off x="16082543" y="5826665"/>
              <a:ext cx="200660" cy="1431925"/>
            </a:xfrm>
            <a:custGeom>
              <a:avLst/>
              <a:gdLst/>
              <a:ahLst/>
              <a:cxnLst/>
              <a:rect l="l" t="t" r="r" b="b"/>
              <a:pathLst>
                <a:path w="200659" h="1431925">
                  <a:moveTo>
                    <a:pt x="140377" y="0"/>
                  </a:moveTo>
                  <a:lnTo>
                    <a:pt x="20988" y="52752"/>
                  </a:lnTo>
                  <a:lnTo>
                    <a:pt x="8107" y="465252"/>
                  </a:lnTo>
                  <a:lnTo>
                    <a:pt x="1735" y="693709"/>
                  </a:lnTo>
                  <a:lnTo>
                    <a:pt x="0" y="819984"/>
                  </a:lnTo>
                  <a:lnTo>
                    <a:pt x="1031" y="925940"/>
                  </a:lnTo>
                  <a:lnTo>
                    <a:pt x="4263" y="1070730"/>
                  </a:lnTo>
                  <a:lnTo>
                    <a:pt x="9058" y="1229271"/>
                  </a:lnTo>
                  <a:lnTo>
                    <a:pt x="15302" y="1409527"/>
                  </a:lnTo>
                  <a:lnTo>
                    <a:pt x="83143" y="1426231"/>
                  </a:lnTo>
                  <a:lnTo>
                    <a:pt x="125006" y="1431799"/>
                  </a:lnTo>
                  <a:lnTo>
                    <a:pt x="158214" y="1426231"/>
                  </a:lnTo>
                  <a:lnTo>
                    <a:pt x="200093" y="1409527"/>
                  </a:lnTo>
                  <a:lnTo>
                    <a:pt x="140377" y="0"/>
                  </a:lnTo>
                  <a:close/>
                </a:path>
              </a:pathLst>
            </a:custGeom>
            <a:solidFill>
              <a:srgbClr val="A278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6" name="object 426" descr=""/>
            <p:cNvSpPr/>
            <p:nvPr/>
          </p:nvSpPr>
          <p:spPr>
            <a:xfrm>
              <a:off x="16138118" y="5826677"/>
              <a:ext cx="590550" cy="744855"/>
            </a:xfrm>
            <a:custGeom>
              <a:avLst/>
              <a:gdLst/>
              <a:ahLst/>
              <a:cxnLst/>
              <a:rect l="l" t="t" r="r" b="b"/>
              <a:pathLst>
                <a:path w="590550" h="744854">
                  <a:moveTo>
                    <a:pt x="115252" y="718680"/>
                  </a:moveTo>
                  <a:lnTo>
                    <a:pt x="84797" y="0"/>
                  </a:lnTo>
                  <a:lnTo>
                    <a:pt x="37020" y="12179"/>
                  </a:lnTo>
                  <a:lnTo>
                    <a:pt x="12268" y="36131"/>
                  </a:lnTo>
                  <a:lnTo>
                    <a:pt x="2578" y="89750"/>
                  </a:lnTo>
                  <a:lnTo>
                    <a:pt x="0" y="190931"/>
                  </a:lnTo>
                  <a:lnTo>
                    <a:pt x="17081" y="347052"/>
                  </a:lnTo>
                  <a:lnTo>
                    <a:pt x="56794" y="520268"/>
                  </a:lnTo>
                  <a:lnTo>
                    <a:pt x="96926" y="660768"/>
                  </a:lnTo>
                  <a:lnTo>
                    <a:pt x="115252" y="718680"/>
                  </a:lnTo>
                  <a:close/>
                </a:path>
                <a:path w="590550" h="744854">
                  <a:moveTo>
                    <a:pt x="590308" y="706970"/>
                  </a:moveTo>
                  <a:lnTo>
                    <a:pt x="565645" y="533438"/>
                  </a:lnTo>
                  <a:lnTo>
                    <a:pt x="560539" y="503008"/>
                  </a:lnTo>
                  <a:lnTo>
                    <a:pt x="552348" y="460781"/>
                  </a:lnTo>
                  <a:lnTo>
                    <a:pt x="540258" y="401167"/>
                  </a:lnTo>
                  <a:lnTo>
                    <a:pt x="540270" y="401015"/>
                  </a:lnTo>
                  <a:lnTo>
                    <a:pt x="539623" y="398030"/>
                  </a:lnTo>
                  <a:lnTo>
                    <a:pt x="537997" y="389991"/>
                  </a:lnTo>
                  <a:lnTo>
                    <a:pt x="537845" y="389788"/>
                  </a:lnTo>
                  <a:lnTo>
                    <a:pt x="529526" y="351180"/>
                  </a:lnTo>
                  <a:lnTo>
                    <a:pt x="507873" y="258038"/>
                  </a:lnTo>
                  <a:lnTo>
                    <a:pt x="497052" y="208229"/>
                  </a:lnTo>
                  <a:lnTo>
                    <a:pt x="486308" y="151904"/>
                  </a:lnTo>
                  <a:lnTo>
                    <a:pt x="475754" y="93522"/>
                  </a:lnTo>
                  <a:lnTo>
                    <a:pt x="468718" y="63881"/>
                  </a:lnTo>
                  <a:lnTo>
                    <a:pt x="462038" y="53873"/>
                  </a:lnTo>
                  <a:lnTo>
                    <a:pt x="452539" y="54317"/>
                  </a:lnTo>
                  <a:lnTo>
                    <a:pt x="445706" y="53835"/>
                  </a:lnTo>
                  <a:lnTo>
                    <a:pt x="403555" y="63411"/>
                  </a:lnTo>
                  <a:lnTo>
                    <a:pt x="360172" y="112585"/>
                  </a:lnTo>
                  <a:lnTo>
                    <a:pt x="352501" y="156464"/>
                  </a:lnTo>
                  <a:lnTo>
                    <a:pt x="351332" y="206921"/>
                  </a:lnTo>
                  <a:lnTo>
                    <a:pt x="354457" y="256794"/>
                  </a:lnTo>
                  <a:lnTo>
                    <a:pt x="359638" y="298932"/>
                  </a:lnTo>
                  <a:lnTo>
                    <a:pt x="366776" y="347814"/>
                  </a:lnTo>
                  <a:lnTo>
                    <a:pt x="376466" y="398805"/>
                  </a:lnTo>
                  <a:lnTo>
                    <a:pt x="389420" y="436524"/>
                  </a:lnTo>
                  <a:lnTo>
                    <a:pt x="389255" y="437921"/>
                  </a:lnTo>
                  <a:lnTo>
                    <a:pt x="393420" y="464159"/>
                  </a:lnTo>
                  <a:lnTo>
                    <a:pt x="402399" y="504875"/>
                  </a:lnTo>
                  <a:lnTo>
                    <a:pt x="423062" y="588835"/>
                  </a:lnTo>
                  <a:lnTo>
                    <a:pt x="462241" y="744829"/>
                  </a:lnTo>
                  <a:lnTo>
                    <a:pt x="490093" y="742353"/>
                  </a:lnTo>
                  <a:lnTo>
                    <a:pt x="512724" y="737577"/>
                  </a:lnTo>
                  <a:lnTo>
                    <a:pt x="542124" y="726973"/>
                  </a:lnTo>
                  <a:lnTo>
                    <a:pt x="590308" y="706970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7" name="object 427" descr=""/>
            <p:cNvSpPr/>
            <p:nvPr/>
          </p:nvSpPr>
          <p:spPr>
            <a:xfrm>
              <a:off x="16368896" y="5825316"/>
              <a:ext cx="292100" cy="1435100"/>
            </a:xfrm>
            <a:custGeom>
              <a:avLst/>
              <a:gdLst/>
              <a:ahLst/>
              <a:cxnLst/>
              <a:rect l="l" t="t" r="r" b="b"/>
              <a:pathLst>
                <a:path w="292100" h="1435100">
                  <a:moveTo>
                    <a:pt x="62639" y="0"/>
                  </a:moveTo>
                  <a:lnTo>
                    <a:pt x="16584" y="329628"/>
                  </a:lnTo>
                  <a:lnTo>
                    <a:pt x="0" y="586921"/>
                  </a:lnTo>
                  <a:lnTo>
                    <a:pt x="11777" y="904554"/>
                  </a:lnTo>
                  <a:lnTo>
                    <a:pt x="50807" y="1415202"/>
                  </a:lnTo>
                  <a:lnTo>
                    <a:pt x="93782" y="1431061"/>
                  </a:lnTo>
                  <a:lnTo>
                    <a:pt x="133177" y="1434911"/>
                  </a:lnTo>
                  <a:lnTo>
                    <a:pt x="191556" y="1425463"/>
                  </a:lnTo>
                  <a:lnTo>
                    <a:pt x="291480" y="1401423"/>
                  </a:lnTo>
                  <a:lnTo>
                    <a:pt x="289243" y="1351430"/>
                  </a:lnTo>
                  <a:lnTo>
                    <a:pt x="284338" y="1229136"/>
                  </a:lnTo>
                  <a:lnTo>
                    <a:pt x="279469" y="1076068"/>
                  </a:lnTo>
                  <a:lnTo>
                    <a:pt x="277344" y="933751"/>
                  </a:lnTo>
                  <a:lnTo>
                    <a:pt x="276529" y="827702"/>
                  </a:lnTo>
                  <a:lnTo>
                    <a:pt x="270113" y="700850"/>
                  </a:lnTo>
                  <a:lnTo>
                    <a:pt x="252567" y="470842"/>
                  </a:lnTo>
                  <a:lnTo>
                    <a:pt x="218362" y="55328"/>
                  </a:lnTo>
                  <a:lnTo>
                    <a:pt x="62639" y="0"/>
                  </a:lnTo>
                  <a:close/>
                </a:path>
              </a:pathLst>
            </a:custGeom>
            <a:solidFill>
              <a:srgbClr val="A278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6389694" y="5825316"/>
              <a:ext cx="144145" cy="713740"/>
            </a:xfrm>
            <a:custGeom>
              <a:avLst/>
              <a:gdLst/>
              <a:ahLst/>
              <a:cxnLst/>
              <a:rect l="l" t="t" r="r" b="b"/>
              <a:pathLst>
                <a:path w="144144" h="713740">
                  <a:moveTo>
                    <a:pt x="41841" y="0"/>
                  </a:moveTo>
                  <a:lnTo>
                    <a:pt x="16079" y="193087"/>
                  </a:lnTo>
                  <a:lnTo>
                    <a:pt x="3369" y="331781"/>
                  </a:lnTo>
                  <a:lnTo>
                    <a:pt x="0" y="482979"/>
                  </a:lnTo>
                  <a:lnTo>
                    <a:pt x="2261" y="713580"/>
                  </a:lnTo>
                  <a:lnTo>
                    <a:pt x="25056" y="661547"/>
                  </a:lnTo>
                  <a:lnTo>
                    <a:pt x="74864" y="533985"/>
                  </a:lnTo>
                  <a:lnTo>
                    <a:pt x="123819" y="373700"/>
                  </a:lnTo>
                  <a:lnTo>
                    <a:pt x="144058" y="223501"/>
                  </a:lnTo>
                  <a:lnTo>
                    <a:pt x="139910" y="121836"/>
                  </a:lnTo>
                  <a:lnTo>
                    <a:pt x="127880" y="64666"/>
                  </a:lnTo>
                  <a:lnTo>
                    <a:pt x="98385" y="31039"/>
                  </a:lnTo>
                  <a:lnTo>
                    <a:pt x="41841" y="0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9" name="object 429" descr=""/>
          <p:cNvSpPr/>
          <p:nvPr/>
        </p:nvSpPr>
        <p:spPr>
          <a:xfrm>
            <a:off x="16879087" y="5881718"/>
            <a:ext cx="231775" cy="695960"/>
          </a:xfrm>
          <a:custGeom>
            <a:avLst/>
            <a:gdLst/>
            <a:ahLst/>
            <a:cxnLst/>
            <a:rect l="l" t="t" r="r" b="b"/>
            <a:pathLst>
              <a:path w="231775" h="695959">
                <a:moveTo>
                  <a:pt x="231648" y="152476"/>
                </a:moveTo>
                <a:lnTo>
                  <a:pt x="229819" y="101727"/>
                </a:lnTo>
                <a:lnTo>
                  <a:pt x="221576" y="57721"/>
                </a:lnTo>
                <a:lnTo>
                  <a:pt x="177673" y="8953"/>
                </a:lnTo>
                <a:lnTo>
                  <a:pt x="135521" y="0"/>
                </a:lnTo>
                <a:lnTo>
                  <a:pt x="128714" y="596"/>
                </a:lnTo>
                <a:lnTo>
                  <a:pt x="119227" y="304"/>
                </a:lnTo>
                <a:lnTo>
                  <a:pt x="112699" y="10490"/>
                </a:lnTo>
                <a:lnTo>
                  <a:pt x="106083" y="40411"/>
                </a:lnTo>
                <a:lnTo>
                  <a:pt x="96342" y="99326"/>
                </a:lnTo>
                <a:lnTo>
                  <a:pt x="86372" y="156159"/>
                </a:lnTo>
                <a:lnTo>
                  <a:pt x="76250" y="206451"/>
                </a:lnTo>
                <a:lnTo>
                  <a:pt x="55892" y="300494"/>
                </a:lnTo>
                <a:lnTo>
                  <a:pt x="48082" y="339509"/>
                </a:lnTo>
                <a:lnTo>
                  <a:pt x="47967" y="339686"/>
                </a:lnTo>
                <a:lnTo>
                  <a:pt x="46659" y="346621"/>
                </a:lnTo>
                <a:lnTo>
                  <a:pt x="45834" y="350799"/>
                </a:lnTo>
                <a:lnTo>
                  <a:pt x="45847" y="351015"/>
                </a:lnTo>
                <a:lnTo>
                  <a:pt x="34594" y="411124"/>
                </a:lnTo>
                <a:lnTo>
                  <a:pt x="26974" y="453745"/>
                </a:lnTo>
                <a:lnTo>
                  <a:pt x="22301" y="484441"/>
                </a:lnTo>
                <a:lnTo>
                  <a:pt x="0" y="659409"/>
                </a:lnTo>
                <a:lnTo>
                  <a:pt x="48323" y="678751"/>
                </a:lnTo>
                <a:lnTo>
                  <a:pt x="77787" y="688949"/>
                </a:lnTo>
                <a:lnTo>
                  <a:pt x="100406" y="693381"/>
                </a:lnTo>
                <a:lnTo>
                  <a:pt x="128206" y="695426"/>
                </a:lnTo>
                <a:lnTo>
                  <a:pt x="165201" y="537857"/>
                </a:lnTo>
                <a:lnTo>
                  <a:pt x="184683" y="453047"/>
                </a:lnTo>
                <a:lnTo>
                  <a:pt x="193103" y="411949"/>
                </a:lnTo>
                <a:lnTo>
                  <a:pt x="196913" y="385483"/>
                </a:lnTo>
                <a:lnTo>
                  <a:pt x="196723" y="384060"/>
                </a:lnTo>
                <a:lnTo>
                  <a:pt x="209143" y="345922"/>
                </a:lnTo>
                <a:lnTo>
                  <a:pt x="218122" y="294462"/>
                </a:lnTo>
                <a:lnTo>
                  <a:pt x="224599" y="245160"/>
                </a:lnTo>
                <a:lnTo>
                  <a:pt x="229209" y="202704"/>
                </a:lnTo>
                <a:lnTo>
                  <a:pt x="231648" y="152476"/>
                </a:lnTo>
                <a:close/>
              </a:path>
            </a:pathLst>
          </a:custGeom>
          <a:solidFill>
            <a:srgbClr val="956E5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0" name="object 430" descr=""/>
          <p:cNvGrpSpPr/>
          <p:nvPr/>
        </p:nvGrpSpPr>
        <p:grpSpPr>
          <a:xfrm>
            <a:off x="17012048" y="5829090"/>
            <a:ext cx="629285" cy="1469390"/>
            <a:chOff x="17012048" y="5829090"/>
            <a:chExt cx="629285" cy="1469390"/>
          </a:xfrm>
        </p:grpSpPr>
        <p:sp>
          <p:nvSpPr>
            <p:cNvPr id="431" name="object 431" descr=""/>
            <p:cNvSpPr/>
            <p:nvPr/>
          </p:nvSpPr>
          <p:spPr>
            <a:xfrm>
              <a:off x="17402556" y="5876842"/>
              <a:ext cx="238760" cy="701675"/>
            </a:xfrm>
            <a:custGeom>
              <a:avLst/>
              <a:gdLst/>
              <a:ahLst/>
              <a:cxnLst/>
              <a:rect l="l" t="t" r="r" b="b"/>
              <a:pathLst>
                <a:path w="238759" h="701675">
                  <a:moveTo>
                    <a:pt x="238315" y="663549"/>
                  </a:moveTo>
                  <a:lnTo>
                    <a:pt x="213728" y="488962"/>
                  </a:lnTo>
                  <a:lnTo>
                    <a:pt x="208635" y="458343"/>
                  </a:lnTo>
                  <a:lnTo>
                    <a:pt x="200469" y="415861"/>
                  </a:lnTo>
                  <a:lnTo>
                    <a:pt x="188404" y="355854"/>
                  </a:lnTo>
                  <a:lnTo>
                    <a:pt x="188417" y="355714"/>
                  </a:lnTo>
                  <a:lnTo>
                    <a:pt x="187833" y="352996"/>
                  </a:lnTo>
                  <a:lnTo>
                    <a:pt x="186156" y="344639"/>
                  </a:lnTo>
                  <a:lnTo>
                    <a:pt x="185991" y="344424"/>
                  </a:lnTo>
                  <a:lnTo>
                    <a:pt x="177698" y="305587"/>
                  </a:lnTo>
                  <a:lnTo>
                    <a:pt x="156108" y="211886"/>
                  </a:lnTo>
                  <a:lnTo>
                    <a:pt x="145313" y="161759"/>
                  </a:lnTo>
                  <a:lnTo>
                    <a:pt x="134607" y="105092"/>
                  </a:lnTo>
                  <a:lnTo>
                    <a:pt x="124015" y="46240"/>
                  </a:lnTo>
                  <a:lnTo>
                    <a:pt x="116573" y="15671"/>
                  </a:lnTo>
                  <a:lnTo>
                    <a:pt x="108724" y="3543"/>
                  </a:lnTo>
                  <a:lnTo>
                    <a:pt x="96964" y="0"/>
                  </a:lnTo>
                  <a:lnTo>
                    <a:pt x="90766" y="596"/>
                  </a:lnTo>
                  <a:lnTo>
                    <a:pt x="51473" y="14986"/>
                  </a:lnTo>
                  <a:lnTo>
                    <a:pt x="8826" y="65532"/>
                  </a:lnTo>
                  <a:lnTo>
                    <a:pt x="1168" y="109677"/>
                  </a:lnTo>
                  <a:lnTo>
                    <a:pt x="0" y="160439"/>
                  </a:lnTo>
                  <a:lnTo>
                    <a:pt x="3111" y="210629"/>
                  </a:lnTo>
                  <a:lnTo>
                    <a:pt x="8280" y="253009"/>
                  </a:lnTo>
                  <a:lnTo>
                    <a:pt x="15405" y="302196"/>
                  </a:lnTo>
                  <a:lnTo>
                    <a:pt x="25069" y="353504"/>
                  </a:lnTo>
                  <a:lnTo>
                    <a:pt x="37985" y="391439"/>
                  </a:lnTo>
                  <a:lnTo>
                    <a:pt x="37820" y="392849"/>
                  </a:lnTo>
                  <a:lnTo>
                    <a:pt x="41960" y="419252"/>
                  </a:lnTo>
                  <a:lnTo>
                    <a:pt x="50927" y="460222"/>
                  </a:lnTo>
                  <a:lnTo>
                    <a:pt x="71539" y="544703"/>
                  </a:lnTo>
                  <a:lnTo>
                    <a:pt x="110604" y="701662"/>
                  </a:lnTo>
                  <a:lnTo>
                    <a:pt x="138379" y="699160"/>
                  </a:lnTo>
                  <a:lnTo>
                    <a:pt x="160934" y="694359"/>
                  </a:lnTo>
                  <a:lnTo>
                    <a:pt x="190258" y="683679"/>
                  </a:lnTo>
                  <a:lnTo>
                    <a:pt x="238315" y="663549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17012048" y="5829090"/>
              <a:ext cx="505459" cy="1469390"/>
            </a:xfrm>
            <a:custGeom>
              <a:avLst/>
              <a:gdLst/>
              <a:ahLst/>
              <a:cxnLst/>
              <a:rect l="l" t="t" r="r" b="b"/>
              <a:pathLst>
                <a:path w="505459" h="1469390">
                  <a:moveTo>
                    <a:pt x="124729" y="0"/>
                  </a:moveTo>
                  <a:lnTo>
                    <a:pt x="5664" y="53076"/>
                  </a:lnTo>
                  <a:lnTo>
                    <a:pt x="0" y="1418166"/>
                  </a:lnTo>
                  <a:lnTo>
                    <a:pt x="67271" y="1447932"/>
                  </a:lnTo>
                  <a:lnTo>
                    <a:pt x="117358" y="1463147"/>
                  </a:lnTo>
                  <a:lnTo>
                    <a:pt x="175160" y="1468576"/>
                  </a:lnTo>
                  <a:lnTo>
                    <a:pt x="265573" y="1468981"/>
                  </a:lnTo>
                  <a:lnTo>
                    <a:pt x="373055" y="1460934"/>
                  </a:lnTo>
                  <a:lnTo>
                    <a:pt x="447652" y="1443966"/>
                  </a:lnTo>
                  <a:lnTo>
                    <a:pt x="491121" y="1427139"/>
                  </a:lnTo>
                  <a:lnTo>
                    <a:pt x="505220" y="1419516"/>
                  </a:lnTo>
                  <a:lnTo>
                    <a:pt x="479179" y="47747"/>
                  </a:lnTo>
                  <a:lnTo>
                    <a:pt x="344649" y="638"/>
                  </a:lnTo>
                  <a:lnTo>
                    <a:pt x="341265" y="12794"/>
                  </a:lnTo>
                  <a:lnTo>
                    <a:pt x="328772" y="19036"/>
                  </a:lnTo>
                  <a:lnTo>
                    <a:pt x="296941" y="21335"/>
                  </a:lnTo>
                  <a:lnTo>
                    <a:pt x="235542" y="21664"/>
                  </a:lnTo>
                  <a:lnTo>
                    <a:pt x="190168" y="18279"/>
                  </a:lnTo>
                  <a:lnTo>
                    <a:pt x="155194" y="10832"/>
                  </a:lnTo>
                  <a:lnTo>
                    <a:pt x="132690" y="3385"/>
                  </a:lnTo>
                  <a:lnTo>
                    <a:pt x="124729" y="0"/>
                  </a:lnTo>
                  <a:close/>
                </a:path>
              </a:pathLst>
            </a:custGeom>
            <a:solidFill>
              <a:srgbClr val="A278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3" name="object 433" descr=""/>
            <p:cNvSpPr/>
            <p:nvPr/>
          </p:nvSpPr>
          <p:spPr>
            <a:xfrm>
              <a:off x="17116440" y="6532763"/>
              <a:ext cx="297815" cy="55244"/>
            </a:xfrm>
            <a:custGeom>
              <a:avLst/>
              <a:gdLst/>
              <a:ahLst/>
              <a:cxnLst/>
              <a:rect l="l" t="t" r="r" b="b"/>
              <a:pathLst>
                <a:path w="297815" h="55245">
                  <a:moveTo>
                    <a:pt x="278410" y="0"/>
                  </a:moveTo>
                  <a:lnTo>
                    <a:pt x="19276" y="0"/>
                  </a:lnTo>
                  <a:lnTo>
                    <a:pt x="11776" y="1514"/>
                  </a:lnTo>
                  <a:lnTo>
                    <a:pt x="5649" y="5645"/>
                  </a:lnTo>
                  <a:lnTo>
                    <a:pt x="1515" y="11772"/>
                  </a:lnTo>
                  <a:lnTo>
                    <a:pt x="0" y="19276"/>
                  </a:lnTo>
                  <a:lnTo>
                    <a:pt x="0" y="35737"/>
                  </a:lnTo>
                  <a:lnTo>
                    <a:pt x="1515" y="43241"/>
                  </a:lnTo>
                  <a:lnTo>
                    <a:pt x="5649" y="49368"/>
                  </a:lnTo>
                  <a:lnTo>
                    <a:pt x="11776" y="53499"/>
                  </a:lnTo>
                  <a:lnTo>
                    <a:pt x="19276" y="55014"/>
                  </a:lnTo>
                  <a:lnTo>
                    <a:pt x="278410" y="55014"/>
                  </a:lnTo>
                  <a:lnTo>
                    <a:pt x="285914" y="53499"/>
                  </a:lnTo>
                  <a:lnTo>
                    <a:pt x="292042" y="49368"/>
                  </a:lnTo>
                  <a:lnTo>
                    <a:pt x="296172" y="43241"/>
                  </a:lnTo>
                  <a:lnTo>
                    <a:pt x="297687" y="35737"/>
                  </a:lnTo>
                  <a:lnTo>
                    <a:pt x="297687" y="19276"/>
                  </a:lnTo>
                  <a:lnTo>
                    <a:pt x="296172" y="11772"/>
                  </a:lnTo>
                  <a:lnTo>
                    <a:pt x="292042" y="5645"/>
                  </a:lnTo>
                  <a:lnTo>
                    <a:pt x="285914" y="1514"/>
                  </a:lnTo>
                  <a:lnTo>
                    <a:pt x="278410" y="0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4" name="object 434" descr=""/>
            <p:cNvSpPr/>
            <p:nvPr/>
          </p:nvSpPr>
          <p:spPr>
            <a:xfrm>
              <a:off x="17132846" y="6544201"/>
              <a:ext cx="266065" cy="33020"/>
            </a:xfrm>
            <a:custGeom>
              <a:avLst/>
              <a:gdLst/>
              <a:ahLst/>
              <a:cxnLst/>
              <a:rect l="l" t="t" r="r" b="b"/>
              <a:pathLst>
                <a:path w="266065" h="33020">
                  <a:moveTo>
                    <a:pt x="27495" y="17132"/>
                  </a:moveTo>
                  <a:lnTo>
                    <a:pt x="24066" y="6261"/>
                  </a:lnTo>
                  <a:lnTo>
                    <a:pt x="13754" y="1320"/>
                  </a:lnTo>
                  <a:lnTo>
                    <a:pt x="3441" y="6261"/>
                  </a:lnTo>
                  <a:lnTo>
                    <a:pt x="0" y="17132"/>
                  </a:lnTo>
                  <a:lnTo>
                    <a:pt x="3429" y="27990"/>
                  </a:lnTo>
                  <a:lnTo>
                    <a:pt x="13754" y="32931"/>
                  </a:lnTo>
                  <a:lnTo>
                    <a:pt x="24053" y="27990"/>
                  </a:lnTo>
                  <a:lnTo>
                    <a:pt x="27495" y="17132"/>
                  </a:lnTo>
                  <a:close/>
                </a:path>
                <a:path w="266065" h="33020">
                  <a:moveTo>
                    <a:pt x="265938" y="15798"/>
                  </a:moveTo>
                  <a:lnTo>
                    <a:pt x="262509" y="4940"/>
                  </a:lnTo>
                  <a:lnTo>
                    <a:pt x="252196" y="0"/>
                  </a:lnTo>
                  <a:lnTo>
                    <a:pt x="241884" y="4940"/>
                  </a:lnTo>
                  <a:lnTo>
                    <a:pt x="238442" y="15798"/>
                  </a:lnTo>
                  <a:lnTo>
                    <a:pt x="241871" y="26670"/>
                  </a:lnTo>
                  <a:lnTo>
                    <a:pt x="252196" y="31610"/>
                  </a:lnTo>
                  <a:lnTo>
                    <a:pt x="262509" y="26670"/>
                  </a:lnTo>
                  <a:lnTo>
                    <a:pt x="265938" y="15798"/>
                  </a:lnTo>
                  <a:close/>
                </a:path>
              </a:pathLst>
            </a:custGeom>
            <a:solidFill>
              <a:srgbClr val="CCA19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5" name="object 435" descr=""/>
          <p:cNvGrpSpPr/>
          <p:nvPr/>
        </p:nvGrpSpPr>
        <p:grpSpPr>
          <a:xfrm>
            <a:off x="15423125" y="5795932"/>
            <a:ext cx="410209" cy="1490345"/>
            <a:chOff x="15423125" y="5795932"/>
            <a:chExt cx="410209" cy="1490345"/>
          </a:xfrm>
        </p:grpSpPr>
        <p:sp>
          <p:nvSpPr>
            <p:cNvPr id="436" name="object 436" descr=""/>
            <p:cNvSpPr/>
            <p:nvPr/>
          </p:nvSpPr>
          <p:spPr>
            <a:xfrm>
              <a:off x="15428722" y="5795932"/>
              <a:ext cx="404495" cy="1490345"/>
            </a:xfrm>
            <a:custGeom>
              <a:avLst/>
              <a:gdLst/>
              <a:ahLst/>
              <a:cxnLst/>
              <a:rect l="l" t="t" r="r" b="b"/>
              <a:pathLst>
                <a:path w="404494" h="1490345">
                  <a:moveTo>
                    <a:pt x="301307" y="0"/>
                  </a:moveTo>
                  <a:lnTo>
                    <a:pt x="193370" y="28852"/>
                  </a:lnTo>
                  <a:lnTo>
                    <a:pt x="130579" y="58478"/>
                  </a:lnTo>
                  <a:lnTo>
                    <a:pt x="88803" y="106887"/>
                  </a:lnTo>
                  <a:lnTo>
                    <a:pt x="43912" y="192088"/>
                  </a:lnTo>
                  <a:lnTo>
                    <a:pt x="8055" y="450243"/>
                  </a:lnTo>
                  <a:lnTo>
                    <a:pt x="0" y="875706"/>
                  </a:lnTo>
                  <a:lnTo>
                    <a:pt x="5566" y="1273769"/>
                  </a:lnTo>
                  <a:lnTo>
                    <a:pt x="10572" y="1449725"/>
                  </a:lnTo>
                  <a:lnTo>
                    <a:pt x="153624" y="1480011"/>
                  </a:lnTo>
                  <a:lnTo>
                    <a:pt x="242329" y="1490106"/>
                  </a:lnTo>
                  <a:lnTo>
                    <a:pt x="313605" y="1480011"/>
                  </a:lnTo>
                  <a:lnTo>
                    <a:pt x="404372" y="1449725"/>
                  </a:lnTo>
                  <a:lnTo>
                    <a:pt x="390128" y="756705"/>
                  </a:lnTo>
                  <a:lnTo>
                    <a:pt x="382383" y="397065"/>
                  </a:lnTo>
                  <a:lnTo>
                    <a:pt x="378439" y="255033"/>
                  </a:lnTo>
                  <a:lnTo>
                    <a:pt x="375598" y="214841"/>
                  </a:lnTo>
                  <a:lnTo>
                    <a:pt x="362197" y="165599"/>
                  </a:lnTo>
                  <a:lnTo>
                    <a:pt x="336858" y="93489"/>
                  </a:lnTo>
                  <a:lnTo>
                    <a:pt x="312317" y="28344"/>
                  </a:lnTo>
                  <a:lnTo>
                    <a:pt x="301307" y="0"/>
                  </a:lnTo>
                  <a:close/>
                </a:path>
              </a:pathLst>
            </a:custGeom>
            <a:solidFill>
              <a:srgbClr val="A2786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7" name="object 437" descr=""/>
            <p:cNvSpPr/>
            <p:nvPr/>
          </p:nvSpPr>
          <p:spPr>
            <a:xfrm>
              <a:off x="15423122" y="5803270"/>
              <a:ext cx="317500" cy="798830"/>
            </a:xfrm>
            <a:custGeom>
              <a:avLst/>
              <a:gdLst/>
              <a:ahLst/>
              <a:cxnLst/>
              <a:rect l="l" t="t" r="r" b="b"/>
              <a:pathLst>
                <a:path w="317500" h="798829">
                  <a:moveTo>
                    <a:pt x="317461" y="288112"/>
                  </a:moveTo>
                  <a:lnTo>
                    <a:pt x="316674" y="227139"/>
                  </a:lnTo>
                  <a:lnTo>
                    <a:pt x="314553" y="161823"/>
                  </a:lnTo>
                  <a:lnTo>
                    <a:pt x="305943" y="107721"/>
                  </a:lnTo>
                  <a:lnTo>
                    <a:pt x="263245" y="67932"/>
                  </a:lnTo>
                  <a:lnTo>
                    <a:pt x="238252" y="62026"/>
                  </a:lnTo>
                  <a:lnTo>
                    <a:pt x="252526" y="40703"/>
                  </a:lnTo>
                  <a:lnTo>
                    <a:pt x="273316" y="10541"/>
                  </a:lnTo>
                  <a:lnTo>
                    <a:pt x="283006" y="0"/>
                  </a:lnTo>
                  <a:lnTo>
                    <a:pt x="264807" y="3670"/>
                  </a:lnTo>
                  <a:lnTo>
                    <a:pt x="217919" y="20332"/>
                  </a:lnTo>
                  <a:lnTo>
                    <a:pt x="153911" y="58470"/>
                  </a:lnTo>
                  <a:lnTo>
                    <a:pt x="84302" y="126568"/>
                  </a:lnTo>
                  <a:lnTo>
                    <a:pt x="31686" y="197688"/>
                  </a:lnTo>
                  <a:lnTo>
                    <a:pt x="6019" y="266065"/>
                  </a:lnTo>
                  <a:lnTo>
                    <a:pt x="0" y="371856"/>
                  </a:lnTo>
                  <a:lnTo>
                    <a:pt x="6299" y="555269"/>
                  </a:lnTo>
                  <a:lnTo>
                    <a:pt x="18554" y="513346"/>
                  </a:lnTo>
                  <a:lnTo>
                    <a:pt x="52006" y="411695"/>
                  </a:lnTo>
                  <a:lnTo>
                    <a:pt x="101676" y="286473"/>
                  </a:lnTo>
                  <a:lnTo>
                    <a:pt x="124752" y="243789"/>
                  </a:lnTo>
                  <a:lnTo>
                    <a:pt x="123913" y="302323"/>
                  </a:lnTo>
                  <a:lnTo>
                    <a:pt x="124599" y="356095"/>
                  </a:lnTo>
                  <a:lnTo>
                    <a:pt x="129933" y="405549"/>
                  </a:lnTo>
                  <a:lnTo>
                    <a:pt x="129616" y="406565"/>
                  </a:lnTo>
                  <a:lnTo>
                    <a:pt x="128930" y="434873"/>
                  </a:lnTo>
                  <a:lnTo>
                    <a:pt x="131813" y="484632"/>
                  </a:lnTo>
                  <a:lnTo>
                    <a:pt x="141071" y="592137"/>
                  </a:lnTo>
                  <a:lnTo>
                    <a:pt x="159499" y="793661"/>
                  </a:lnTo>
                  <a:lnTo>
                    <a:pt x="211658" y="798322"/>
                  </a:lnTo>
                  <a:lnTo>
                    <a:pt x="243281" y="794613"/>
                  </a:lnTo>
                  <a:lnTo>
                    <a:pt x="295630" y="785901"/>
                  </a:lnTo>
                  <a:lnTo>
                    <a:pt x="304812" y="604850"/>
                  </a:lnTo>
                  <a:lnTo>
                    <a:pt x="307721" y="508774"/>
                  </a:lnTo>
                  <a:lnTo>
                    <a:pt x="308673" y="466915"/>
                  </a:lnTo>
                  <a:lnTo>
                    <a:pt x="311594" y="434416"/>
                  </a:lnTo>
                  <a:lnTo>
                    <a:pt x="314413" y="392557"/>
                  </a:lnTo>
                  <a:lnTo>
                    <a:pt x="316547" y="343522"/>
                  </a:lnTo>
                  <a:lnTo>
                    <a:pt x="317461" y="288112"/>
                  </a:lnTo>
                  <a:close/>
                </a:path>
              </a:pathLst>
            </a:custGeom>
            <a:solidFill>
              <a:srgbClr val="956E5D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38" name="object 438" descr=""/>
          <p:cNvPicPr/>
          <p:nvPr/>
        </p:nvPicPr>
        <p:blipFill>
          <a:blip r:embed="rId84" cstate="print"/>
          <a:stretch>
            <a:fillRect/>
          </a:stretch>
        </p:blipFill>
        <p:spPr>
          <a:xfrm>
            <a:off x="2818097" y="7481651"/>
            <a:ext cx="1058238" cy="3213357"/>
          </a:xfrm>
          <a:prstGeom prst="rect">
            <a:avLst/>
          </a:prstGeom>
        </p:spPr>
      </p:pic>
      <p:pic>
        <p:nvPicPr>
          <p:cNvPr id="439" name="object 439" descr=""/>
          <p:cNvPicPr/>
          <p:nvPr/>
        </p:nvPicPr>
        <p:blipFill>
          <a:blip r:embed="rId85" cstate="print"/>
          <a:stretch>
            <a:fillRect/>
          </a:stretch>
        </p:blipFill>
        <p:spPr>
          <a:xfrm>
            <a:off x="4097119" y="7403039"/>
            <a:ext cx="1061749" cy="3169709"/>
          </a:xfrm>
          <a:prstGeom prst="rect">
            <a:avLst/>
          </a:prstGeom>
        </p:spPr>
      </p:pic>
      <p:pic>
        <p:nvPicPr>
          <p:cNvPr id="440" name="object 440" descr=""/>
          <p:cNvPicPr/>
          <p:nvPr/>
        </p:nvPicPr>
        <p:blipFill>
          <a:blip r:embed="rId86" cstate="print"/>
          <a:stretch>
            <a:fillRect/>
          </a:stretch>
        </p:blipFill>
        <p:spPr>
          <a:xfrm>
            <a:off x="676383" y="7469257"/>
            <a:ext cx="1061749" cy="3225752"/>
          </a:xfrm>
          <a:prstGeom prst="rect">
            <a:avLst/>
          </a:prstGeom>
        </p:spPr>
      </p:pic>
      <p:pic>
        <p:nvPicPr>
          <p:cNvPr id="441" name="object 441" descr=""/>
          <p:cNvPicPr/>
          <p:nvPr/>
        </p:nvPicPr>
        <p:blipFill>
          <a:blip r:embed="rId87" cstate="print"/>
          <a:stretch>
            <a:fillRect/>
          </a:stretch>
        </p:blipFill>
        <p:spPr>
          <a:xfrm>
            <a:off x="1998279" y="7469789"/>
            <a:ext cx="554750" cy="3111885"/>
          </a:xfrm>
          <a:prstGeom prst="rect">
            <a:avLst/>
          </a:prstGeom>
        </p:spPr>
      </p:pic>
      <p:grpSp>
        <p:nvGrpSpPr>
          <p:cNvPr id="442" name="object 442" descr=""/>
          <p:cNvGrpSpPr/>
          <p:nvPr/>
        </p:nvGrpSpPr>
        <p:grpSpPr>
          <a:xfrm>
            <a:off x="12169456" y="2746098"/>
            <a:ext cx="464820" cy="1103630"/>
            <a:chOff x="12169456" y="2746098"/>
            <a:chExt cx="464820" cy="1103630"/>
          </a:xfrm>
        </p:grpSpPr>
        <p:sp>
          <p:nvSpPr>
            <p:cNvPr id="443" name="object 443" descr=""/>
            <p:cNvSpPr/>
            <p:nvPr/>
          </p:nvSpPr>
          <p:spPr>
            <a:xfrm>
              <a:off x="12169456" y="3164201"/>
              <a:ext cx="464820" cy="685165"/>
            </a:xfrm>
            <a:custGeom>
              <a:avLst/>
              <a:gdLst/>
              <a:ahLst/>
              <a:cxnLst/>
              <a:rect l="l" t="t" r="r" b="b"/>
              <a:pathLst>
                <a:path w="464820" h="685164">
                  <a:moveTo>
                    <a:pt x="290136" y="0"/>
                  </a:moveTo>
                  <a:lnTo>
                    <a:pt x="241120" y="482"/>
                  </a:lnTo>
                  <a:lnTo>
                    <a:pt x="154769" y="2607"/>
                  </a:lnTo>
                  <a:lnTo>
                    <a:pt x="69233" y="26377"/>
                  </a:lnTo>
                  <a:lnTo>
                    <a:pt x="24913" y="39829"/>
                  </a:lnTo>
                  <a:lnTo>
                    <a:pt x="1296" y="74619"/>
                  </a:lnTo>
                  <a:lnTo>
                    <a:pt x="0" y="117017"/>
                  </a:lnTo>
                  <a:lnTo>
                    <a:pt x="465" y="175351"/>
                  </a:lnTo>
                  <a:lnTo>
                    <a:pt x="4033" y="242099"/>
                  </a:lnTo>
                  <a:lnTo>
                    <a:pt x="12045" y="309734"/>
                  </a:lnTo>
                  <a:lnTo>
                    <a:pt x="25841" y="370732"/>
                  </a:lnTo>
                  <a:lnTo>
                    <a:pt x="33333" y="411154"/>
                  </a:lnTo>
                  <a:lnTo>
                    <a:pt x="36303" y="460226"/>
                  </a:lnTo>
                  <a:lnTo>
                    <a:pt x="37484" y="512660"/>
                  </a:lnTo>
                  <a:lnTo>
                    <a:pt x="39610" y="563166"/>
                  </a:lnTo>
                  <a:lnTo>
                    <a:pt x="39853" y="584178"/>
                  </a:lnTo>
                  <a:lnTo>
                    <a:pt x="39101" y="607931"/>
                  </a:lnTo>
                  <a:lnTo>
                    <a:pt x="39117" y="629592"/>
                  </a:lnTo>
                  <a:lnTo>
                    <a:pt x="60587" y="661159"/>
                  </a:lnTo>
                  <a:lnTo>
                    <a:pt x="96672" y="673554"/>
                  </a:lnTo>
                  <a:lnTo>
                    <a:pt x="144914" y="681541"/>
                  </a:lnTo>
                  <a:lnTo>
                    <a:pt x="200307" y="685154"/>
                  </a:lnTo>
                  <a:lnTo>
                    <a:pt x="257849" y="684425"/>
                  </a:lnTo>
                  <a:lnTo>
                    <a:pt x="312536" y="679387"/>
                  </a:lnTo>
                  <a:lnTo>
                    <a:pt x="359362" y="670070"/>
                  </a:lnTo>
                  <a:lnTo>
                    <a:pt x="409421" y="638734"/>
                  </a:lnTo>
                  <a:lnTo>
                    <a:pt x="409631" y="630801"/>
                  </a:lnTo>
                  <a:lnTo>
                    <a:pt x="407705" y="616291"/>
                  </a:lnTo>
                  <a:lnTo>
                    <a:pt x="405199" y="589602"/>
                  </a:lnTo>
                  <a:lnTo>
                    <a:pt x="403672" y="545135"/>
                  </a:lnTo>
                  <a:lnTo>
                    <a:pt x="405392" y="467501"/>
                  </a:lnTo>
                  <a:lnTo>
                    <a:pt x="410312" y="407376"/>
                  </a:lnTo>
                  <a:lnTo>
                    <a:pt x="418719" y="342691"/>
                  </a:lnTo>
                  <a:lnTo>
                    <a:pt x="432321" y="211132"/>
                  </a:lnTo>
                  <a:lnTo>
                    <a:pt x="447413" y="121220"/>
                  </a:lnTo>
                  <a:lnTo>
                    <a:pt x="459652" y="69676"/>
                  </a:lnTo>
                  <a:lnTo>
                    <a:pt x="464697" y="53223"/>
                  </a:lnTo>
                  <a:lnTo>
                    <a:pt x="290136" y="0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4" name="object 444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12308052" y="3070857"/>
              <a:ext cx="156435" cy="146663"/>
            </a:xfrm>
            <a:prstGeom prst="rect">
              <a:avLst/>
            </a:prstGeom>
          </p:spPr>
        </p:pic>
        <p:sp>
          <p:nvSpPr>
            <p:cNvPr id="445" name="object 445" descr=""/>
            <p:cNvSpPr/>
            <p:nvPr/>
          </p:nvSpPr>
          <p:spPr>
            <a:xfrm>
              <a:off x="12249141" y="2926518"/>
              <a:ext cx="40640" cy="101600"/>
            </a:xfrm>
            <a:custGeom>
              <a:avLst/>
              <a:gdLst/>
              <a:ahLst/>
              <a:cxnLst/>
              <a:rect l="l" t="t" r="r" b="b"/>
              <a:pathLst>
                <a:path w="40640" h="101600">
                  <a:moveTo>
                    <a:pt x="10947" y="0"/>
                  </a:moveTo>
                  <a:lnTo>
                    <a:pt x="6587" y="2514"/>
                  </a:lnTo>
                  <a:lnTo>
                    <a:pt x="2329" y="16319"/>
                  </a:lnTo>
                  <a:lnTo>
                    <a:pt x="67" y="42845"/>
                  </a:lnTo>
                  <a:lnTo>
                    <a:pt x="0" y="70460"/>
                  </a:lnTo>
                  <a:lnTo>
                    <a:pt x="2326" y="87527"/>
                  </a:lnTo>
                  <a:lnTo>
                    <a:pt x="9368" y="94084"/>
                  </a:lnTo>
                  <a:lnTo>
                    <a:pt x="20186" y="98230"/>
                  </a:lnTo>
                  <a:lnTo>
                    <a:pt x="30105" y="100398"/>
                  </a:lnTo>
                  <a:lnTo>
                    <a:pt x="34450" y="101024"/>
                  </a:lnTo>
                  <a:lnTo>
                    <a:pt x="38516" y="81910"/>
                  </a:lnTo>
                  <a:lnTo>
                    <a:pt x="40120" y="66301"/>
                  </a:lnTo>
                  <a:lnTo>
                    <a:pt x="39486" y="45885"/>
                  </a:lnTo>
                  <a:lnTo>
                    <a:pt x="36838" y="12346"/>
                  </a:lnTo>
                  <a:lnTo>
                    <a:pt x="23237" y="3994"/>
                  </a:lnTo>
                  <a:lnTo>
                    <a:pt x="15552" y="186"/>
                  </a:lnTo>
                  <a:lnTo>
                    <a:pt x="10947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6" name="object 446" descr=""/>
            <p:cNvSpPr/>
            <p:nvPr/>
          </p:nvSpPr>
          <p:spPr>
            <a:xfrm>
              <a:off x="12271914" y="2783754"/>
              <a:ext cx="217170" cy="354330"/>
            </a:xfrm>
            <a:custGeom>
              <a:avLst/>
              <a:gdLst/>
              <a:ahLst/>
              <a:cxnLst/>
              <a:rect l="l" t="t" r="r" b="b"/>
              <a:pathLst>
                <a:path w="217170" h="354330">
                  <a:moveTo>
                    <a:pt x="101169" y="0"/>
                  </a:moveTo>
                  <a:lnTo>
                    <a:pt x="42971" y="12688"/>
                  </a:lnTo>
                  <a:lnTo>
                    <a:pt x="18502" y="42734"/>
                  </a:lnTo>
                  <a:lnTo>
                    <a:pt x="2711" y="79377"/>
                  </a:lnTo>
                  <a:lnTo>
                    <a:pt x="0" y="128372"/>
                  </a:lnTo>
                  <a:lnTo>
                    <a:pt x="3182" y="190560"/>
                  </a:lnTo>
                  <a:lnTo>
                    <a:pt x="8760" y="245608"/>
                  </a:lnTo>
                  <a:lnTo>
                    <a:pt x="22822" y="290491"/>
                  </a:lnTo>
                  <a:lnTo>
                    <a:pt x="62123" y="342979"/>
                  </a:lnTo>
                  <a:lnTo>
                    <a:pt x="115461" y="354164"/>
                  </a:lnTo>
                  <a:lnTo>
                    <a:pt x="135132" y="342953"/>
                  </a:lnTo>
                  <a:lnTo>
                    <a:pt x="186905" y="291266"/>
                  </a:lnTo>
                  <a:lnTo>
                    <a:pt x="203794" y="248399"/>
                  </a:lnTo>
                  <a:lnTo>
                    <a:pt x="211663" y="194463"/>
                  </a:lnTo>
                  <a:lnTo>
                    <a:pt x="216680" y="134176"/>
                  </a:lnTo>
                  <a:lnTo>
                    <a:pt x="213333" y="88026"/>
                  </a:lnTo>
                  <a:lnTo>
                    <a:pt x="192270" y="43959"/>
                  </a:lnTo>
                  <a:lnTo>
                    <a:pt x="161062" y="10038"/>
                  </a:lnTo>
                  <a:lnTo>
                    <a:pt x="101169" y="0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7" name="object 447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12265812" y="2746098"/>
              <a:ext cx="245673" cy="411817"/>
            </a:xfrm>
            <a:prstGeom prst="rect">
              <a:avLst/>
            </a:prstGeom>
          </p:spPr>
        </p:pic>
      </p:grpSp>
      <p:pic>
        <p:nvPicPr>
          <p:cNvPr id="448" name="object 448" descr=""/>
          <p:cNvPicPr/>
          <p:nvPr/>
        </p:nvPicPr>
        <p:blipFill>
          <a:blip r:embed="rId90" cstate="print"/>
          <a:stretch>
            <a:fillRect/>
          </a:stretch>
        </p:blipFill>
        <p:spPr>
          <a:xfrm>
            <a:off x="12562507" y="4831794"/>
            <a:ext cx="109738" cy="196647"/>
          </a:xfrm>
          <a:prstGeom prst="rect">
            <a:avLst/>
          </a:prstGeom>
        </p:spPr>
      </p:pic>
      <p:pic>
        <p:nvPicPr>
          <p:cNvPr id="449" name="object 449" descr=""/>
          <p:cNvPicPr/>
          <p:nvPr/>
        </p:nvPicPr>
        <p:blipFill>
          <a:blip r:embed="rId91" cstate="print"/>
          <a:stretch>
            <a:fillRect/>
          </a:stretch>
        </p:blipFill>
        <p:spPr>
          <a:xfrm>
            <a:off x="12040076" y="3877663"/>
            <a:ext cx="96536" cy="211493"/>
          </a:xfrm>
          <a:prstGeom prst="rect">
            <a:avLst/>
          </a:prstGeom>
        </p:spPr>
      </p:pic>
      <p:grpSp>
        <p:nvGrpSpPr>
          <p:cNvPr id="450" name="object 450" descr=""/>
          <p:cNvGrpSpPr/>
          <p:nvPr/>
        </p:nvGrpSpPr>
        <p:grpSpPr>
          <a:xfrm>
            <a:off x="12201925" y="3702644"/>
            <a:ext cx="450850" cy="1207135"/>
            <a:chOff x="12201925" y="3702644"/>
            <a:chExt cx="450850" cy="1207135"/>
          </a:xfrm>
        </p:grpSpPr>
        <p:sp>
          <p:nvSpPr>
            <p:cNvPr id="451" name="object 451" descr=""/>
            <p:cNvSpPr/>
            <p:nvPr/>
          </p:nvSpPr>
          <p:spPr>
            <a:xfrm>
              <a:off x="12205830" y="3702652"/>
              <a:ext cx="447040" cy="1207135"/>
            </a:xfrm>
            <a:custGeom>
              <a:avLst/>
              <a:gdLst/>
              <a:ahLst/>
              <a:cxnLst/>
              <a:rect l="l" t="t" r="r" b="b"/>
              <a:pathLst>
                <a:path w="447040" h="1207135">
                  <a:moveTo>
                    <a:pt x="446430" y="882573"/>
                  </a:moveTo>
                  <a:lnTo>
                    <a:pt x="441058" y="835279"/>
                  </a:lnTo>
                  <a:lnTo>
                    <a:pt x="428866" y="773201"/>
                  </a:lnTo>
                  <a:lnTo>
                    <a:pt x="411467" y="695363"/>
                  </a:lnTo>
                  <a:lnTo>
                    <a:pt x="414578" y="671957"/>
                  </a:lnTo>
                  <a:lnTo>
                    <a:pt x="416331" y="642721"/>
                  </a:lnTo>
                  <a:lnTo>
                    <a:pt x="417169" y="608076"/>
                  </a:lnTo>
                  <a:lnTo>
                    <a:pt x="416877" y="567994"/>
                  </a:lnTo>
                  <a:lnTo>
                    <a:pt x="415239" y="522478"/>
                  </a:lnTo>
                  <a:lnTo>
                    <a:pt x="412000" y="471500"/>
                  </a:lnTo>
                  <a:lnTo>
                    <a:pt x="406971" y="415048"/>
                  </a:lnTo>
                  <a:lnTo>
                    <a:pt x="399910" y="353123"/>
                  </a:lnTo>
                  <a:lnTo>
                    <a:pt x="390601" y="285686"/>
                  </a:lnTo>
                  <a:lnTo>
                    <a:pt x="378802" y="212737"/>
                  </a:lnTo>
                  <a:lnTo>
                    <a:pt x="362559" y="199440"/>
                  </a:lnTo>
                  <a:lnTo>
                    <a:pt x="358762" y="199821"/>
                  </a:lnTo>
                  <a:lnTo>
                    <a:pt x="358863" y="186169"/>
                  </a:lnTo>
                  <a:lnTo>
                    <a:pt x="354139" y="100164"/>
                  </a:lnTo>
                  <a:lnTo>
                    <a:pt x="335978" y="39878"/>
                  </a:lnTo>
                  <a:lnTo>
                    <a:pt x="272122" y="6540"/>
                  </a:lnTo>
                  <a:lnTo>
                    <a:pt x="212344" y="0"/>
                  </a:lnTo>
                  <a:lnTo>
                    <a:pt x="155016" y="3238"/>
                  </a:lnTo>
                  <a:lnTo>
                    <a:pt x="109816" y="14592"/>
                  </a:lnTo>
                  <a:lnTo>
                    <a:pt x="56667" y="58991"/>
                  </a:lnTo>
                  <a:lnTo>
                    <a:pt x="42583" y="95364"/>
                  </a:lnTo>
                  <a:lnTo>
                    <a:pt x="34963" y="144208"/>
                  </a:lnTo>
                  <a:lnTo>
                    <a:pt x="32372" y="207772"/>
                  </a:lnTo>
                  <a:lnTo>
                    <a:pt x="37401" y="221564"/>
                  </a:lnTo>
                  <a:lnTo>
                    <a:pt x="14617" y="222173"/>
                  </a:lnTo>
                  <a:lnTo>
                    <a:pt x="0" y="237477"/>
                  </a:lnTo>
                  <a:lnTo>
                    <a:pt x="406" y="311658"/>
                  </a:lnTo>
                  <a:lnTo>
                    <a:pt x="2413" y="379945"/>
                  </a:lnTo>
                  <a:lnTo>
                    <a:pt x="5676" y="442137"/>
                  </a:lnTo>
                  <a:lnTo>
                    <a:pt x="9842" y="498030"/>
                  </a:lnTo>
                  <a:lnTo>
                    <a:pt x="14528" y="547446"/>
                  </a:lnTo>
                  <a:lnTo>
                    <a:pt x="19392" y="590194"/>
                  </a:lnTo>
                  <a:lnTo>
                    <a:pt x="31407" y="676440"/>
                  </a:lnTo>
                  <a:lnTo>
                    <a:pt x="41795" y="721080"/>
                  </a:lnTo>
                  <a:lnTo>
                    <a:pt x="43649" y="724801"/>
                  </a:lnTo>
                  <a:lnTo>
                    <a:pt x="46558" y="805637"/>
                  </a:lnTo>
                  <a:lnTo>
                    <a:pt x="51574" y="859142"/>
                  </a:lnTo>
                  <a:lnTo>
                    <a:pt x="62230" y="906183"/>
                  </a:lnTo>
                  <a:lnTo>
                    <a:pt x="82156" y="969962"/>
                  </a:lnTo>
                  <a:lnTo>
                    <a:pt x="100711" y="1038212"/>
                  </a:lnTo>
                  <a:lnTo>
                    <a:pt x="113588" y="1101712"/>
                  </a:lnTo>
                  <a:lnTo>
                    <a:pt x="121094" y="1148537"/>
                  </a:lnTo>
                  <a:lnTo>
                    <a:pt x="123532" y="1166787"/>
                  </a:lnTo>
                  <a:lnTo>
                    <a:pt x="134924" y="1196759"/>
                  </a:lnTo>
                  <a:lnTo>
                    <a:pt x="144703" y="1206804"/>
                  </a:lnTo>
                  <a:lnTo>
                    <a:pt x="158254" y="1196962"/>
                  </a:lnTo>
                  <a:lnTo>
                    <a:pt x="180949" y="1167257"/>
                  </a:lnTo>
                  <a:lnTo>
                    <a:pt x="199072" y="1048715"/>
                  </a:lnTo>
                  <a:lnTo>
                    <a:pt x="208305" y="980516"/>
                  </a:lnTo>
                  <a:lnTo>
                    <a:pt x="211467" y="936891"/>
                  </a:lnTo>
                  <a:lnTo>
                    <a:pt x="211429" y="892009"/>
                  </a:lnTo>
                  <a:lnTo>
                    <a:pt x="206209" y="845197"/>
                  </a:lnTo>
                  <a:lnTo>
                    <a:pt x="195072" y="784199"/>
                  </a:lnTo>
                  <a:lnTo>
                    <a:pt x="182384" y="723506"/>
                  </a:lnTo>
                  <a:lnTo>
                    <a:pt x="183781" y="708279"/>
                  </a:lnTo>
                  <a:lnTo>
                    <a:pt x="186804" y="655332"/>
                  </a:lnTo>
                  <a:lnTo>
                    <a:pt x="189788" y="588238"/>
                  </a:lnTo>
                  <a:lnTo>
                    <a:pt x="192595" y="514756"/>
                  </a:lnTo>
                  <a:lnTo>
                    <a:pt x="195021" y="442620"/>
                  </a:lnTo>
                  <a:lnTo>
                    <a:pt x="196888" y="379577"/>
                  </a:lnTo>
                  <a:lnTo>
                    <a:pt x="198043" y="333387"/>
                  </a:lnTo>
                  <a:lnTo>
                    <a:pt x="198285" y="311785"/>
                  </a:lnTo>
                  <a:lnTo>
                    <a:pt x="197612" y="310438"/>
                  </a:lnTo>
                  <a:lnTo>
                    <a:pt x="204457" y="310375"/>
                  </a:lnTo>
                  <a:lnTo>
                    <a:pt x="213461" y="366331"/>
                  </a:lnTo>
                  <a:lnTo>
                    <a:pt x="233121" y="482727"/>
                  </a:lnTo>
                  <a:lnTo>
                    <a:pt x="244741" y="549376"/>
                  </a:lnTo>
                  <a:lnTo>
                    <a:pt x="256387" y="614235"/>
                  </a:lnTo>
                  <a:lnTo>
                    <a:pt x="267195" y="671715"/>
                  </a:lnTo>
                  <a:lnTo>
                    <a:pt x="276288" y="716241"/>
                  </a:lnTo>
                  <a:lnTo>
                    <a:pt x="282105" y="739508"/>
                  </a:lnTo>
                  <a:lnTo>
                    <a:pt x="283083" y="792721"/>
                  </a:lnTo>
                  <a:lnTo>
                    <a:pt x="287159" y="846328"/>
                  </a:lnTo>
                  <a:lnTo>
                    <a:pt x="297002" y="893584"/>
                  </a:lnTo>
                  <a:lnTo>
                    <a:pt x="315798" y="957770"/>
                  </a:lnTo>
                  <a:lnTo>
                    <a:pt x="333159" y="1026414"/>
                  </a:lnTo>
                  <a:lnTo>
                    <a:pt x="344932" y="1090168"/>
                  </a:lnTo>
                  <a:lnTo>
                    <a:pt x="351612" y="1137132"/>
                  </a:lnTo>
                  <a:lnTo>
                    <a:pt x="353733" y="1155446"/>
                  </a:lnTo>
                  <a:lnTo>
                    <a:pt x="364591" y="1185646"/>
                  </a:lnTo>
                  <a:lnTo>
                    <a:pt x="374192" y="1195895"/>
                  </a:lnTo>
                  <a:lnTo>
                    <a:pt x="387908" y="1186345"/>
                  </a:lnTo>
                  <a:lnTo>
                    <a:pt x="411124" y="1157135"/>
                  </a:lnTo>
                  <a:lnTo>
                    <a:pt x="431317" y="1038987"/>
                  </a:lnTo>
                  <a:lnTo>
                    <a:pt x="441731" y="971003"/>
                  </a:lnTo>
                  <a:lnTo>
                    <a:pt x="445668" y="927455"/>
                  </a:lnTo>
                  <a:lnTo>
                    <a:pt x="446430" y="882573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2" name="object 452" descr=""/>
            <p:cNvSpPr/>
            <p:nvPr/>
          </p:nvSpPr>
          <p:spPr>
            <a:xfrm>
              <a:off x="12201925" y="3802932"/>
              <a:ext cx="392430" cy="212090"/>
            </a:xfrm>
            <a:custGeom>
              <a:avLst/>
              <a:gdLst/>
              <a:ahLst/>
              <a:cxnLst/>
              <a:rect l="l" t="t" r="r" b="b"/>
              <a:pathLst>
                <a:path w="392429" h="212089">
                  <a:moveTo>
                    <a:pt x="376947" y="0"/>
                  </a:moveTo>
                  <a:lnTo>
                    <a:pt x="329819" y="6460"/>
                  </a:lnTo>
                  <a:lnTo>
                    <a:pt x="275801" y="9196"/>
                  </a:lnTo>
                  <a:lnTo>
                    <a:pt x="180417" y="8731"/>
                  </a:lnTo>
                  <a:lnTo>
                    <a:pt x="9189" y="5591"/>
                  </a:lnTo>
                  <a:lnTo>
                    <a:pt x="2744" y="44969"/>
                  </a:lnTo>
                  <a:lnTo>
                    <a:pt x="0" y="71513"/>
                  </a:lnTo>
                  <a:lnTo>
                    <a:pt x="418" y="97299"/>
                  </a:lnTo>
                  <a:lnTo>
                    <a:pt x="3461" y="134404"/>
                  </a:lnTo>
                  <a:lnTo>
                    <a:pt x="33478" y="132699"/>
                  </a:lnTo>
                  <a:lnTo>
                    <a:pt x="64185" y="140160"/>
                  </a:lnTo>
                  <a:lnTo>
                    <a:pt x="114215" y="164015"/>
                  </a:lnTo>
                  <a:lnTo>
                    <a:pt x="202199" y="211490"/>
                  </a:lnTo>
                  <a:lnTo>
                    <a:pt x="207979" y="211490"/>
                  </a:lnTo>
                  <a:lnTo>
                    <a:pt x="259110" y="171697"/>
                  </a:lnTo>
                  <a:lnTo>
                    <a:pt x="294856" y="151080"/>
                  </a:lnTo>
                  <a:lnTo>
                    <a:pt x="332046" y="143022"/>
                  </a:lnTo>
                  <a:lnTo>
                    <a:pt x="387513" y="140906"/>
                  </a:lnTo>
                  <a:lnTo>
                    <a:pt x="391665" y="105238"/>
                  </a:lnTo>
                  <a:lnTo>
                    <a:pt x="391948" y="78671"/>
                  </a:lnTo>
                  <a:lnTo>
                    <a:pt x="387373" y="47995"/>
                  </a:lnTo>
                  <a:lnTo>
                    <a:pt x="376947" y="0"/>
                  </a:lnTo>
                  <a:close/>
                </a:path>
              </a:pathLst>
            </a:custGeom>
            <a:solidFill>
              <a:srgbClr val="5F709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3" name="object 453" descr=""/>
          <p:cNvSpPr/>
          <p:nvPr/>
        </p:nvSpPr>
        <p:spPr>
          <a:xfrm>
            <a:off x="12077649" y="3209550"/>
            <a:ext cx="186690" cy="735330"/>
          </a:xfrm>
          <a:custGeom>
            <a:avLst/>
            <a:gdLst/>
            <a:ahLst/>
            <a:cxnLst/>
            <a:rect l="l" t="t" r="r" b="b"/>
            <a:pathLst>
              <a:path w="186690" h="735329">
                <a:moveTo>
                  <a:pt x="186105" y="123723"/>
                </a:moveTo>
                <a:lnTo>
                  <a:pt x="185064" y="84289"/>
                </a:lnTo>
                <a:lnTo>
                  <a:pt x="178333" y="45529"/>
                </a:lnTo>
                <a:lnTo>
                  <a:pt x="163156" y="14935"/>
                </a:lnTo>
                <a:lnTo>
                  <a:pt x="136791" y="0"/>
                </a:lnTo>
                <a:lnTo>
                  <a:pt x="96494" y="8229"/>
                </a:lnTo>
                <a:lnTo>
                  <a:pt x="65913" y="56870"/>
                </a:lnTo>
                <a:lnTo>
                  <a:pt x="56781" y="104457"/>
                </a:lnTo>
                <a:lnTo>
                  <a:pt x="45364" y="190322"/>
                </a:lnTo>
                <a:lnTo>
                  <a:pt x="37592" y="257149"/>
                </a:lnTo>
                <a:lnTo>
                  <a:pt x="32816" y="310502"/>
                </a:lnTo>
                <a:lnTo>
                  <a:pt x="30835" y="348932"/>
                </a:lnTo>
                <a:lnTo>
                  <a:pt x="30886" y="351205"/>
                </a:lnTo>
                <a:lnTo>
                  <a:pt x="30746" y="351320"/>
                </a:lnTo>
                <a:lnTo>
                  <a:pt x="16027" y="403212"/>
                </a:lnTo>
                <a:lnTo>
                  <a:pt x="4356" y="466547"/>
                </a:lnTo>
                <a:lnTo>
                  <a:pt x="2044" y="507238"/>
                </a:lnTo>
                <a:lnTo>
                  <a:pt x="393" y="564286"/>
                </a:lnTo>
                <a:lnTo>
                  <a:pt x="0" y="623506"/>
                </a:lnTo>
                <a:lnTo>
                  <a:pt x="444" y="688784"/>
                </a:lnTo>
                <a:lnTo>
                  <a:pt x="25488" y="722591"/>
                </a:lnTo>
                <a:lnTo>
                  <a:pt x="39725" y="734987"/>
                </a:lnTo>
                <a:lnTo>
                  <a:pt x="48437" y="726973"/>
                </a:lnTo>
                <a:lnTo>
                  <a:pt x="56934" y="699566"/>
                </a:lnTo>
                <a:lnTo>
                  <a:pt x="67398" y="668045"/>
                </a:lnTo>
                <a:lnTo>
                  <a:pt x="98552" y="585571"/>
                </a:lnTo>
                <a:lnTo>
                  <a:pt x="114541" y="538022"/>
                </a:lnTo>
                <a:lnTo>
                  <a:pt x="131521" y="467106"/>
                </a:lnTo>
                <a:lnTo>
                  <a:pt x="133248" y="434378"/>
                </a:lnTo>
                <a:lnTo>
                  <a:pt x="142138" y="406260"/>
                </a:lnTo>
                <a:lnTo>
                  <a:pt x="154203" y="345262"/>
                </a:lnTo>
                <a:lnTo>
                  <a:pt x="166687" y="272402"/>
                </a:lnTo>
                <a:lnTo>
                  <a:pt x="176898" y="208546"/>
                </a:lnTo>
                <a:lnTo>
                  <a:pt x="184200" y="156324"/>
                </a:lnTo>
                <a:lnTo>
                  <a:pt x="186105" y="123723"/>
                </a:lnTo>
                <a:close/>
              </a:path>
            </a:pathLst>
          </a:custGeom>
          <a:solidFill>
            <a:srgbClr val="FBEB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4" name="object 454" descr=""/>
          <p:cNvPicPr/>
          <p:nvPr/>
        </p:nvPicPr>
        <p:blipFill>
          <a:blip r:embed="rId92" cstate="print"/>
          <a:stretch>
            <a:fillRect/>
          </a:stretch>
        </p:blipFill>
        <p:spPr>
          <a:xfrm>
            <a:off x="12711821" y="3874111"/>
            <a:ext cx="101587" cy="208210"/>
          </a:xfrm>
          <a:prstGeom prst="rect">
            <a:avLst/>
          </a:prstGeom>
        </p:spPr>
      </p:pic>
      <p:sp>
        <p:nvSpPr>
          <p:cNvPr id="455" name="object 455" descr=""/>
          <p:cNvSpPr/>
          <p:nvPr/>
        </p:nvSpPr>
        <p:spPr>
          <a:xfrm>
            <a:off x="12556338" y="3214248"/>
            <a:ext cx="213995" cy="727710"/>
          </a:xfrm>
          <a:custGeom>
            <a:avLst/>
            <a:gdLst/>
            <a:ahLst/>
            <a:cxnLst/>
            <a:rect l="l" t="t" r="r" b="b"/>
            <a:pathLst>
              <a:path w="213995" h="727710">
                <a:moveTo>
                  <a:pt x="213741" y="678853"/>
                </a:moveTo>
                <a:lnTo>
                  <a:pt x="210718" y="613676"/>
                </a:lnTo>
                <a:lnTo>
                  <a:pt x="207187" y="554583"/>
                </a:lnTo>
                <a:lnTo>
                  <a:pt x="202526" y="497738"/>
                </a:lnTo>
                <a:lnTo>
                  <a:pt x="198056" y="457263"/>
                </a:lnTo>
                <a:lnTo>
                  <a:pt x="183057" y="394779"/>
                </a:lnTo>
                <a:lnTo>
                  <a:pt x="168249" y="351637"/>
                </a:lnTo>
                <a:lnTo>
                  <a:pt x="167982" y="341541"/>
                </a:lnTo>
                <a:lnTo>
                  <a:pt x="163969" y="303301"/>
                </a:lnTo>
                <a:lnTo>
                  <a:pt x="156375" y="250355"/>
                </a:lnTo>
                <a:lnTo>
                  <a:pt x="145072" y="184137"/>
                </a:lnTo>
                <a:lnTo>
                  <a:pt x="129120" y="99148"/>
                </a:lnTo>
                <a:lnTo>
                  <a:pt x="117487" y="52235"/>
                </a:lnTo>
                <a:lnTo>
                  <a:pt x="84391" y="5626"/>
                </a:lnTo>
                <a:lnTo>
                  <a:pt x="43726" y="0"/>
                </a:lnTo>
                <a:lnTo>
                  <a:pt x="18199" y="16598"/>
                </a:lnTo>
                <a:lnTo>
                  <a:pt x="4673" y="48120"/>
                </a:lnTo>
                <a:lnTo>
                  <a:pt x="0" y="87249"/>
                </a:lnTo>
                <a:lnTo>
                  <a:pt x="1054" y="126669"/>
                </a:lnTo>
                <a:lnTo>
                  <a:pt x="7747" y="177190"/>
                </a:lnTo>
                <a:lnTo>
                  <a:pt x="28295" y="273850"/>
                </a:lnTo>
                <a:lnTo>
                  <a:pt x="44627" y="345795"/>
                </a:lnTo>
                <a:lnTo>
                  <a:pt x="59893" y="405917"/>
                </a:lnTo>
                <a:lnTo>
                  <a:pt x="66662" y="423875"/>
                </a:lnTo>
                <a:lnTo>
                  <a:pt x="71145" y="465975"/>
                </a:lnTo>
                <a:lnTo>
                  <a:pt x="91833" y="535673"/>
                </a:lnTo>
                <a:lnTo>
                  <a:pt x="110312" y="582129"/>
                </a:lnTo>
                <a:lnTo>
                  <a:pt x="145796" y="662457"/>
                </a:lnTo>
                <a:lnTo>
                  <a:pt x="157911" y="693254"/>
                </a:lnTo>
                <a:lnTo>
                  <a:pt x="167843" y="720077"/>
                </a:lnTo>
                <a:lnTo>
                  <a:pt x="176961" y="727506"/>
                </a:lnTo>
                <a:lnTo>
                  <a:pt x="190525" y="714222"/>
                </a:lnTo>
                <a:lnTo>
                  <a:pt x="213741" y="678853"/>
                </a:lnTo>
                <a:close/>
              </a:path>
            </a:pathLst>
          </a:custGeom>
          <a:solidFill>
            <a:srgbClr val="FB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6" name="object 456" descr=""/>
          <p:cNvSpPr/>
          <p:nvPr/>
        </p:nvSpPr>
        <p:spPr>
          <a:xfrm>
            <a:off x="12134849" y="4857620"/>
            <a:ext cx="268605" cy="135890"/>
          </a:xfrm>
          <a:custGeom>
            <a:avLst/>
            <a:gdLst/>
            <a:ahLst/>
            <a:cxnLst/>
            <a:rect l="l" t="t" r="r" b="b"/>
            <a:pathLst>
              <a:path w="268604" h="135889">
                <a:moveTo>
                  <a:pt x="225955" y="0"/>
                </a:moveTo>
                <a:lnTo>
                  <a:pt x="206136" y="628"/>
                </a:lnTo>
                <a:lnTo>
                  <a:pt x="187593" y="9095"/>
                </a:lnTo>
                <a:lnTo>
                  <a:pt x="135396" y="43777"/>
                </a:lnTo>
                <a:lnTo>
                  <a:pt x="106332" y="62502"/>
                </a:lnTo>
                <a:lnTo>
                  <a:pt x="89902" y="71716"/>
                </a:lnTo>
                <a:lnTo>
                  <a:pt x="75607" y="77868"/>
                </a:lnTo>
                <a:lnTo>
                  <a:pt x="54795" y="84694"/>
                </a:lnTo>
                <a:lnTo>
                  <a:pt x="30533" y="91410"/>
                </a:lnTo>
                <a:lnTo>
                  <a:pt x="9921" y="97700"/>
                </a:lnTo>
                <a:lnTo>
                  <a:pt x="59" y="103249"/>
                </a:lnTo>
                <a:lnTo>
                  <a:pt x="0" y="110205"/>
                </a:lnTo>
                <a:lnTo>
                  <a:pt x="5165" y="119344"/>
                </a:lnTo>
                <a:lnTo>
                  <a:pt x="17236" y="128312"/>
                </a:lnTo>
                <a:lnTo>
                  <a:pt x="37891" y="134756"/>
                </a:lnTo>
                <a:lnTo>
                  <a:pt x="71428" y="135569"/>
                </a:lnTo>
                <a:lnTo>
                  <a:pt x="113010" y="131535"/>
                </a:lnTo>
                <a:lnTo>
                  <a:pt x="150612" y="126140"/>
                </a:lnTo>
                <a:lnTo>
                  <a:pt x="172211" y="122871"/>
                </a:lnTo>
                <a:lnTo>
                  <a:pt x="192378" y="122257"/>
                </a:lnTo>
                <a:lnTo>
                  <a:pt x="224348" y="121809"/>
                </a:lnTo>
                <a:lnTo>
                  <a:pt x="254068" y="120442"/>
                </a:lnTo>
                <a:lnTo>
                  <a:pt x="267486" y="117071"/>
                </a:lnTo>
                <a:lnTo>
                  <a:pt x="267992" y="81159"/>
                </a:lnTo>
                <a:lnTo>
                  <a:pt x="263036" y="48125"/>
                </a:lnTo>
                <a:lnTo>
                  <a:pt x="256195" y="22709"/>
                </a:lnTo>
                <a:lnTo>
                  <a:pt x="251046" y="9650"/>
                </a:lnTo>
                <a:lnTo>
                  <a:pt x="242457" y="4057"/>
                </a:lnTo>
                <a:lnTo>
                  <a:pt x="225955" y="0"/>
                </a:lnTo>
                <a:close/>
              </a:path>
            </a:pathLst>
          </a:custGeom>
          <a:solidFill>
            <a:srgbClr val="FBEB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7" name="object 457" descr=""/>
          <p:cNvGrpSpPr/>
          <p:nvPr/>
        </p:nvGrpSpPr>
        <p:grpSpPr>
          <a:xfrm>
            <a:off x="13419028" y="2701624"/>
            <a:ext cx="271780" cy="485140"/>
            <a:chOff x="13419028" y="2701624"/>
            <a:chExt cx="271780" cy="485140"/>
          </a:xfrm>
        </p:grpSpPr>
        <p:sp>
          <p:nvSpPr>
            <p:cNvPr id="458" name="object 458" descr=""/>
            <p:cNvSpPr/>
            <p:nvPr/>
          </p:nvSpPr>
          <p:spPr>
            <a:xfrm>
              <a:off x="13448628" y="2736103"/>
              <a:ext cx="223520" cy="366395"/>
            </a:xfrm>
            <a:custGeom>
              <a:avLst/>
              <a:gdLst/>
              <a:ahLst/>
              <a:cxnLst/>
              <a:rect l="l" t="t" r="r" b="b"/>
              <a:pathLst>
                <a:path w="223519" h="366394">
                  <a:moveTo>
                    <a:pt x="104566" y="0"/>
                  </a:moveTo>
                  <a:lnTo>
                    <a:pt x="44412" y="13120"/>
                  </a:lnTo>
                  <a:lnTo>
                    <a:pt x="19123" y="44176"/>
                  </a:lnTo>
                  <a:lnTo>
                    <a:pt x="2801" y="82049"/>
                  </a:lnTo>
                  <a:lnTo>
                    <a:pt x="0" y="132690"/>
                  </a:lnTo>
                  <a:lnTo>
                    <a:pt x="3288" y="196969"/>
                  </a:lnTo>
                  <a:lnTo>
                    <a:pt x="9050" y="253867"/>
                  </a:lnTo>
                  <a:lnTo>
                    <a:pt x="24532" y="300258"/>
                  </a:lnTo>
                  <a:lnTo>
                    <a:pt x="69338" y="354492"/>
                  </a:lnTo>
                  <a:lnTo>
                    <a:pt x="128672" y="366104"/>
                  </a:lnTo>
                  <a:lnTo>
                    <a:pt x="147030" y="354069"/>
                  </a:lnTo>
                  <a:lnTo>
                    <a:pt x="191846" y="298685"/>
                  </a:lnTo>
                  <a:lnTo>
                    <a:pt x="207842" y="254373"/>
                  </a:lnTo>
                  <a:lnTo>
                    <a:pt x="217118" y="199594"/>
                  </a:lnTo>
                  <a:lnTo>
                    <a:pt x="223446" y="138248"/>
                  </a:lnTo>
                  <a:lnTo>
                    <a:pt x="220501" y="90981"/>
                  </a:lnTo>
                  <a:lnTo>
                    <a:pt x="198732" y="45437"/>
                  </a:lnTo>
                  <a:lnTo>
                    <a:pt x="166472" y="10376"/>
                  </a:lnTo>
                  <a:lnTo>
                    <a:pt x="104566" y="0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9" name="object 459" descr=""/>
            <p:cNvPicPr/>
            <p:nvPr/>
          </p:nvPicPr>
          <p:blipFill>
            <a:blip r:embed="rId93" cstate="print"/>
            <a:stretch>
              <a:fillRect/>
            </a:stretch>
          </p:blipFill>
          <p:spPr>
            <a:xfrm>
              <a:off x="13472182" y="3034874"/>
              <a:ext cx="161691" cy="151596"/>
            </a:xfrm>
            <a:prstGeom prst="rect">
              <a:avLst/>
            </a:prstGeom>
          </p:spPr>
        </p:pic>
        <p:sp>
          <p:nvSpPr>
            <p:cNvPr id="460" name="object 460" descr=""/>
            <p:cNvSpPr/>
            <p:nvPr/>
          </p:nvSpPr>
          <p:spPr>
            <a:xfrm>
              <a:off x="13419024" y="2895529"/>
              <a:ext cx="271780" cy="105410"/>
            </a:xfrm>
            <a:custGeom>
              <a:avLst/>
              <a:gdLst/>
              <a:ahLst/>
              <a:cxnLst/>
              <a:rect l="l" t="t" r="r" b="b"/>
              <a:pathLst>
                <a:path w="271780" h="105410">
                  <a:moveTo>
                    <a:pt x="47599" y="84696"/>
                  </a:moveTo>
                  <a:lnTo>
                    <a:pt x="34467" y="14236"/>
                  </a:lnTo>
                  <a:lnTo>
                    <a:pt x="10807" y="6096"/>
                  </a:lnTo>
                  <a:lnTo>
                    <a:pt x="6096" y="6819"/>
                  </a:lnTo>
                  <a:lnTo>
                    <a:pt x="2070" y="10261"/>
                  </a:lnTo>
                  <a:lnTo>
                    <a:pt x="0" y="25146"/>
                  </a:lnTo>
                  <a:lnTo>
                    <a:pt x="2057" y="52590"/>
                  </a:lnTo>
                  <a:lnTo>
                    <a:pt x="11696" y="97599"/>
                  </a:lnTo>
                  <a:lnTo>
                    <a:pt x="42087" y="105181"/>
                  </a:lnTo>
                  <a:lnTo>
                    <a:pt x="46609" y="104952"/>
                  </a:lnTo>
                  <a:lnTo>
                    <a:pt x="47599" y="84696"/>
                  </a:lnTo>
                  <a:close/>
                </a:path>
                <a:path w="271780" h="105410">
                  <a:moveTo>
                    <a:pt x="271729" y="17589"/>
                  </a:moveTo>
                  <a:lnTo>
                    <a:pt x="269697" y="3060"/>
                  </a:lnTo>
                  <a:lnTo>
                    <a:pt x="266636" y="152"/>
                  </a:lnTo>
                  <a:lnTo>
                    <a:pt x="263156" y="0"/>
                  </a:lnTo>
                  <a:lnTo>
                    <a:pt x="257060" y="3352"/>
                  </a:lnTo>
                  <a:lnTo>
                    <a:pt x="241249" y="45262"/>
                  </a:lnTo>
                  <a:lnTo>
                    <a:pt x="235407" y="101904"/>
                  </a:lnTo>
                  <a:lnTo>
                    <a:pt x="239522" y="101663"/>
                  </a:lnTo>
                  <a:lnTo>
                    <a:pt x="268922" y="73507"/>
                  </a:lnTo>
                  <a:lnTo>
                    <a:pt x="271729" y="17589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1" name="object 461" descr=""/>
            <p:cNvSpPr/>
            <p:nvPr/>
          </p:nvSpPr>
          <p:spPr>
            <a:xfrm>
              <a:off x="13437935" y="2732959"/>
              <a:ext cx="237490" cy="356870"/>
            </a:xfrm>
            <a:custGeom>
              <a:avLst/>
              <a:gdLst/>
              <a:ahLst/>
              <a:cxnLst/>
              <a:rect l="l" t="t" r="r" b="b"/>
              <a:pathLst>
                <a:path w="237490" h="356869">
                  <a:moveTo>
                    <a:pt x="117697" y="0"/>
                  </a:moveTo>
                  <a:lnTo>
                    <a:pt x="63126" y="10940"/>
                  </a:lnTo>
                  <a:lnTo>
                    <a:pt x="28191" y="37425"/>
                  </a:lnTo>
                  <a:lnTo>
                    <a:pt x="4447" y="86770"/>
                  </a:lnTo>
                  <a:lnTo>
                    <a:pt x="0" y="152730"/>
                  </a:lnTo>
                  <a:lnTo>
                    <a:pt x="887" y="193063"/>
                  </a:lnTo>
                  <a:lnTo>
                    <a:pt x="8732" y="267260"/>
                  </a:lnTo>
                  <a:lnTo>
                    <a:pt x="22578" y="309832"/>
                  </a:lnTo>
                  <a:lnTo>
                    <a:pt x="37441" y="330606"/>
                  </a:lnTo>
                  <a:lnTo>
                    <a:pt x="46106" y="330549"/>
                  </a:lnTo>
                  <a:lnTo>
                    <a:pt x="64876" y="331038"/>
                  </a:lnTo>
                  <a:lnTo>
                    <a:pt x="89341" y="337868"/>
                  </a:lnTo>
                  <a:lnTo>
                    <a:pt x="115093" y="356835"/>
                  </a:lnTo>
                  <a:lnTo>
                    <a:pt x="120147" y="352124"/>
                  </a:lnTo>
                  <a:lnTo>
                    <a:pt x="134796" y="341683"/>
                  </a:lnTo>
                  <a:lnTo>
                    <a:pt x="158269" y="331051"/>
                  </a:lnTo>
                  <a:lnTo>
                    <a:pt x="189792" y="325768"/>
                  </a:lnTo>
                  <a:lnTo>
                    <a:pt x="193645" y="322661"/>
                  </a:lnTo>
                  <a:lnTo>
                    <a:pt x="222273" y="267791"/>
                  </a:lnTo>
                  <a:lnTo>
                    <a:pt x="234149" y="196380"/>
                  </a:lnTo>
                  <a:lnTo>
                    <a:pt x="237351" y="150203"/>
                  </a:lnTo>
                  <a:lnTo>
                    <a:pt x="234702" y="104519"/>
                  </a:lnTo>
                  <a:lnTo>
                    <a:pt x="224721" y="66958"/>
                  </a:lnTo>
                  <a:lnTo>
                    <a:pt x="187690" y="14838"/>
                  </a:lnTo>
                  <a:lnTo>
                    <a:pt x="145717" y="537"/>
                  </a:lnTo>
                  <a:lnTo>
                    <a:pt x="117697" y="0"/>
                  </a:lnTo>
                  <a:close/>
                </a:path>
              </a:pathLst>
            </a:custGeom>
            <a:solidFill>
              <a:srgbClr val="7957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2" name="object 462" descr=""/>
            <p:cNvPicPr/>
            <p:nvPr/>
          </p:nvPicPr>
          <p:blipFill>
            <a:blip r:embed="rId94" cstate="print"/>
            <a:stretch>
              <a:fillRect/>
            </a:stretch>
          </p:blipFill>
          <p:spPr>
            <a:xfrm>
              <a:off x="13448467" y="2701624"/>
              <a:ext cx="185261" cy="118512"/>
            </a:xfrm>
            <a:prstGeom prst="rect">
              <a:avLst/>
            </a:prstGeom>
          </p:spPr>
        </p:pic>
      </p:grpSp>
      <p:pic>
        <p:nvPicPr>
          <p:cNvPr id="463" name="object 463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13612048" y="4817915"/>
            <a:ext cx="110224" cy="196538"/>
          </a:xfrm>
          <a:prstGeom prst="rect">
            <a:avLst/>
          </a:prstGeom>
        </p:spPr>
      </p:pic>
      <p:grpSp>
        <p:nvGrpSpPr>
          <p:cNvPr id="464" name="object 464" descr=""/>
          <p:cNvGrpSpPr/>
          <p:nvPr/>
        </p:nvGrpSpPr>
        <p:grpSpPr>
          <a:xfrm>
            <a:off x="13176845" y="3150065"/>
            <a:ext cx="628650" cy="1867535"/>
            <a:chOff x="13176845" y="3150065"/>
            <a:chExt cx="628650" cy="1867535"/>
          </a:xfrm>
        </p:grpSpPr>
        <p:pic>
          <p:nvPicPr>
            <p:cNvPr id="465" name="object 465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13176845" y="3876727"/>
              <a:ext cx="96536" cy="211497"/>
            </a:xfrm>
            <a:prstGeom prst="rect">
              <a:avLst/>
            </a:prstGeom>
          </p:spPr>
        </p:pic>
        <p:sp>
          <p:nvSpPr>
            <p:cNvPr id="466" name="object 466" descr=""/>
            <p:cNvSpPr/>
            <p:nvPr/>
          </p:nvSpPr>
          <p:spPr>
            <a:xfrm>
              <a:off x="13310920" y="3150075"/>
              <a:ext cx="494665" cy="1741170"/>
            </a:xfrm>
            <a:custGeom>
              <a:avLst/>
              <a:gdLst/>
              <a:ahLst/>
              <a:cxnLst/>
              <a:rect l="l" t="t" r="r" b="b"/>
              <a:pathLst>
                <a:path w="494665" h="1741170">
                  <a:moveTo>
                    <a:pt x="494525" y="61582"/>
                  </a:moveTo>
                  <a:lnTo>
                    <a:pt x="310908" y="0"/>
                  </a:lnTo>
                  <a:lnTo>
                    <a:pt x="261886" y="482"/>
                  </a:lnTo>
                  <a:lnTo>
                    <a:pt x="175539" y="2603"/>
                  </a:lnTo>
                  <a:lnTo>
                    <a:pt x="76250" y="32778"/>
                  </a:lnTo>
                  <a:lnTo>
                    <a:pt x="24866" y="49517"/>
                  </a:lnTo>
                  <a:lnTo>
                    <a:pt x="4927" y="58839"/>
                  </a:lnTo>
                  <a:lnTo>
                    <a:pt x="0" y="66763"/>
                  </a:lnTo>
                  <a:lnTo>
                    <a:pt x="1879" y="79375"/>
                  </a:lnTo>
                  <a:lnTo>
                    <a:pt x="9105" y="107708"/>
                  </a:lnTo>
                  <a:lnTo>
                    <a:pt x="19621" y="151599"/>
                  </a:lnTo>
                  <a:lnTo>
                    <a:pt x="31356" y="210883"/>
                  </a:lnTo>
                  <a:lnTo>
                    <a:pt x="42227" y="285381"/>
                  </a:lnTo>
                  <a:lnTo>
                    <a:pt x="50177" y="374942"/>
                  </a:lnTo>
                  <a:lnTo>
                    <a:pt x="55359" y="413385"/>
                  </a:lnTo>
                  <a:lnTo>
                    <a:pt x="64262" y="455637"/>
                  </a:lnTo>
                  <a:lnTo>
                    <a:pt x="73520" y="500799"/>
                  </a:lnTo>
                  <a:lnTo>
                    <a:pt x="79705" y="547916"/>
                  </a:lnTo>
                  <a:lnTo>
                    <a:pt x="78727" y="571322"/>
                  </a:lnTo>
                  <a:lnTo>
                    <a:pt x="75323" y="600354"/>
                  </a:lnTo>
                  <a:lnTo>
                    <a:pt x="72682" y="627291"/>
                  </a:lnTo>
                  <a:lnTo>
                    <a:pt x="74015" y="644410"/>
                  </a:lnTo>
                  <a:lnTo>
                    <a:pt x="92875" y="661365"/>
                  </a:lnTo>
                  <a:lnTo>
                    <a:pt x="95300" y="662228"/>
                  </a:lnTo>
                  <a:lnTo>
                    <a:pt x="92113" y="682650"/>
                  </a:lnTo>
                  <a:lnTo>
                    <a:pt x="89535" y="746213"/>
                  </a:lnTo>
                  <a:lnTo>
                    <a:pt x="106248" y="791997"/>
                  </a:lnTo>
                  <a:lnTo>
                    <a:pt x="146151" y="822972"/>
                  </a:lnTo>
                  <a:lnTo>
                    <a:pt x="192671" y="841286"/>
                  </a:lnTo>
                  <a:lnTo>
                    <a:pt x="229247" y="849058"/>
                  </a:lnTo>
                  <a:lnTo>
                    <a:pt x="270192" y="848753"/>
                  </a:lnTo>
                  <a:lnTo>
                    <a:pt x="269900" y="849477"/>
                  </a:lnTo>
                  <a:lnTo>
                    <a:pt x="272643" y="980478"/>
                  </a:lnTo>
                  <a:lnTo>
                    <a:pt x="274650" y="1052690"/>
                  </a:lnTo>
                  <a:lnTo>
                    <a:pt x="277063" y="1126236"/>
                  </a:lnTo>
                  <a:lnTo>
                    <a:pt x="279819" y="1193355"/>
                  </a:lnTo>
                  <a:lnTo>
                    <a:pt x="282829" y="1246289"/>
                  </a:lnTo>
                  <a:lnTo>
                    <a:pt x="285711" y="1274381"/>
                  </a:lnTo>
                  <a:lnTo>
                    <a:pt x="279577" y="1327264"/>
                  </a:lnTo>
                  <a:lnTo>
                    <a:pt x="276466" y="1380947"/>
                  </a:lnTo>
                  <a:lnTo>
                    <a:pt x="279895" y="1429296"/>
                  </a:lnTo>
                  <a:lnTo>
                    <a:pt x="289953" y="1495818"/>
                  </a:lnTo>
                  <a:lnTo>
                    <a:pt x="297980" y="1566506"/>
                  </a:lnTo>
                  <a:lnTo>
                    <a:pt x="301117" y="1631480"/>
                  </a:lnTo>
                  <a:lnTo>
                    <a:pt x="301472" y="1679028"/>
                  </a:lnTo>
                  <a:lnTo>
                    <a:pt x="301117" y="1697469"/>
                  </a:lnTo>
                  <a:lnTo>
                    <a:pt x="307848" y="1729117"/>
                  </a:lnTo>
                  <a:lnTo>
                    <a:pt x="315976" y="1740801"/>
                  </a:lnTo>
                  <a:lnTo>
                    <a:pt x="330822" y="1733562"/>
                  </a:lnTo>
                  <a:lnTo>
                    <a:pt x="357657" y="1708416"/>
                  </a:lnTo>
                  <a:lnTo>
                    <a:pt x="393395" y="1594802"/>
                  </a:lnTo>
                  <a:lnTo>
                    <a:pt x="412750" y="1529245"/>
                  </a:lnTo>
                  <a:lnTo>
                    <a:pt x="422452" y="1486789"/>
                  </a:lnTo>
                  <a:lnTo>
                    <a:pt x="429183" y="1442529"/>
                  </a:lnTo>
                  <a:lnTo>
                    <a:pt x="431063" y="1395412"/>
                  </a:lnTo>
                  <a:lnTo>
                    <a:pt x="429260" y="1333220"/>
                  </a:lnTo>
                  <a:lnTo>
                    <a:pt x="424535" y="1246136"/>
                  </a:lnTo>
                  <a:lnTo>
                    <a:pt x="423722" y="1245349"/>
                  </a:lnTo>
                  <a:lnTo>
                    <a:pt x="424129" y="1244447"/>
                  </a:lnTo>
                  <a:lnTo>
                    <a:pt x="437070" y="1187399"/>
                  </a:lnTo>
                  <a:lnTo>
                    <a:pt x="444550" y="1122540"/>
                  </a:lnTo>
                  <a:lnTo>
                    <a:pt x="447992" y="1079627"/>
                  </a:lnTo>
                  <a:lnTo>
                    <a:pt x="450862" y="1030008"/>
                  </a:lnTo>
                  <a:lnTo>
                    <a:pt x="452932" y="973912"/>
                  </a:lnTo>
                  <a:lnTo>
                    <a:pt x="453910" y="911567"/>
                  </a:lnTo>
                  <a:lnTo>
                    <a:pt x="453529" y="843191"/>
                  </a:lnTo>
                  <a:lnTo>
                    <a:pt x="451548" y="769010"/>
                  </a:lnTo>
                  <a:lnTo>
                    <a:pt x="437527" y="754176"/>
                  </a:lnTo>
                  <a:lnTo>
                    <a:pt x="415531" y="754278"/>
                  </a:lnTo>
                  <a:lnTo>
                    <a:pt x="415874" y="747852"/>
                  </a:lnTo>
                  <a:lnTo>
                    <a:pt x="416013" y="724611"/>
                  </a:lnTo>
                  <a:lnTo>
                    <a:pt x="414591" y="692454"/>
                  </a:lnTo>
                  <a:lnTo>
                    <a:pt x="412851" y="664070"/>
                  </a:lnTo>
                  <a:lnTo>
                    <a:pt x="423887" y="659739"/>
                  </a:lnTo>
                  <a:lnTo>
                    <a:pt x="439915" y="642073"/>
                  </a:lnTo>
                  <a:lnTo>
                    <a:pt x="441807" y="636231"/>
                  </a:lnTo>
                  <a:lnTo>
                    <a:pt x="442887" y="626364"/>
                  </a:lnTo>
                  <a:lnTo>
                    <a:pt x="441706" y="604481"/>
                  </a:lnTo>
                  <a:lnTo>
                    <a:pt x="436791" y="562533"/>
                  </a:lnTo>
                  <a:lnTo>
                    <a:pt x="433019" y="496303"/>
                  </a:lnTo>
                  <a:lnTo>
                    <a:pt x="436791" y="441121"/>
                  </a:lnTo>
                  <a:lnTo>
                    <a:pt x="442531" y="400367"/>
                  </a:lnTo>
                  <a:lnTo>
                    <a:pt x="444652" y="377393"/>
                  </a:lnTo>
                  <a:lnTo>
                    <a:pt x="443611" y="254317"/>
                  </a:lnTo>
                  <a:lnTo>
                    <a:pt x="461733" y="153949"/>
                  </a:lnTo>
                  <a:lnTo>
                    <a:pt x="483793" y="86360"/>
                  </a:lnTo>
                  <a:lnTo>
                    <a:pt x="494525" y="61582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7" name="object 467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13452421" y="4819641"/>
              <a:ext cx="106980" cy="197458"/>
            </a:xfrm>
            <a:prstGeom prst="rect">
              <a:avLst/>
            </a:prstGeom>
          </p:spPr>
        </p:pic>
        <p:sp>
          <p:nvSpPr>
            <p:cNvPr id="468" name="object 468" descr=""/>
            <p:cNvSpPr/>
            <p:nvPr/>
          </p:nvSpPr>
          <p:spPr>
            <a:xfrm>
              <a:off x="13379513" y="3909561"/>
              <a:ext cx="193675" cy="982980"/>
            </a:xfrm>
            <a:custGeom>
              <a:avLst/>
              <a:gdLst/>
              <a:ahLst/>
              <a:cxnLst/>
              <a:rect l="l" t="t" r="r" b="b"/>
              <a:pathLst>
                <a:path w="193675" h="982979">
                  <a:moveTo>
                    <a:pt x="193636" y="621563"/>
                  </a:moveTo>
                  <a:lnTo>
                    <a:pt x="188887" y="568032"/>
                  </a:lnTo>
                  <a:lnTo>
                    <a:pt x="181140" y="515404"/>
                  </a:lnTo>
                  <a:lnTo>
                    <a:pt x="183172" y="487210"/>
                  </a:lnTo>
                  <a:lnTo>
                    <a:pt x="184569" y="434187"/>
                  </a:lnTo>
                  <a:lnTo>
                    <a:pt x="185280" y="367017"/>
                  </a:lnTo>
                  <a:lnTo>
                    <a:pt x="185445" y="293420"/>
                  </a:lnTo>
                  <a:lnTo>
                    <a:pt x="185254" y="221183"/>
                  </a:lnTo>
                  <a:lnTo>
                    <a:pt x="184378" y="111785"/>
                  </a:lnTo>
                  <a:lnTo>
                    <a:pt x="169481" y="58267"/>
                  </a:lnTo>
                  <a:lnTo>
                    <a:pt x="135204" y="31000"/>
                  </a:lnTo>
                  <a:lnTo>
                    <a:pt x="91135" y="10782"/>
                  </a:lnTo>
                  <a:lnTo>
                    <a:pt x="47269" y="0"/>
                  </a:lnTo>
                  <a:lnTo>
                    <a:pt x="13563" y="1079"/>
                  </a:lnTo>
                  <a:lnTo>
                    <a:pt x="0" y="16433"/>
                  </a:lnTo>
                  <a:lnTo>
                    <a:pt x="279" y="90639"/>
                  </a:lnTo>
                  <a:lnTo>
                    <a:pt x="1993" y="158991"/>
                  </a:lnTo>
                  <a:lnTo>
                    <a:pt x="4864" y="221272"/>
                  </a:lnTo>
                  <a:lnTo>
                    <a:pt x="8636" y="277253"/>
                  </a:lnTo>
                  <a:lnTo>
                    <a:pt x="13030" y="326732"/>
                  </a:lnTo>
                  <a:lnTo>
                    <a:pt x="17767" y="369506"/>
                  </a:lnTo>
                  <a:lnTo>
                    <a:pt x="27228" y="434047"/>
                  </a:lnTo>
                  <a:lnTo>
                    <a:pt x="41897" y="490588"/>
                  </a:lnTo>
                  <a:lnTo>
                    <a:pt x="42303" y="491464"/>
                  </a:lnTo>
                  <a:lnTo>
                    <a:pt x="41529" y="492290"/>
                  </a:lnTo>
                  <a:lnTo>
                    <a:pt x="39471" y="579501"/>
                  </a:lnTo>
                  <a:lnTo>
                    <a:pt x="39560" y="641718"/>
                  </a:lnTo>
                  <a:lnTo>
                    <a:pt x="42887" y="688746"/>
                  </a:lnTo>
                  <a:lnTo>
                    <a:pt x="50965" y="732726"/>
                  </a:lnTo>
                  <a:lnTo>
                    <a:pt x="61950" y="774801"/>
                  </a:lnTo>
                  <a:lnTo>
                    <a:pt x="83299" y="839622"/>
                  </a:lnTo>
                  <a:lnTo>
                    <a:pt x="122466" y="951839"/>
                  </a:lnTo>
                  <a:lnTo>
                    <a:pt x="165112" y="982662"/>
                  </a:lnTo>
                  <a:lnTo>
                    <a:pt x="172885" y="970686"/>
                  </a:lnTo>
                  <a:lnTo>
                    <a:pt x="178650" y="938822"/>
                  </a:lnTo>
                  <a:lnTo>
                    <a:pt x="177736" y="920394"/>
                  </a:lnTo>
                  <a:lnTo>
                    <a:pt x="176644" y="872858"/>
                  </a:lnTo>
                  <a:lnTo>
                    <a:pt x="177800" y="807808"/>
                  </a:lnTo>
                  <a:lnTo>
                    <a:pt x="183667" y="736866"/>
                  </a:lnTo>
                  <a:lnTo>
                    <a:pt x="191681" y="670001"/>
                  </a:lnTo>
                  <a:lnTo>
                    <a:pt x="193636" y="621563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13376243" y="3788872"/>
              <a:ext cx="391160" cy="223520"/>
            </a:xfrm>
            <a:custGeom>
              <a:avLst/>
              <a:gdLst/>
              <a:ahLst/>
              <a:cxnLst/>
              <a:rect l="l" t="t" r="r" b="b"/>
              <a:pathLst>
                <a:path w="391159" h="223520">
                  <a:moveTo>
                    <a:pt x="373927" y="0"/>
                  </a:moveTo>
                  <a:lnTo>
                    <a:pt x="327174" y="6466"/>
                  </a:lnTo>
                  <a:lnTo>
                    <a:pt x="273589" y="9206"/>
                  </a:lnTo>
                  <a:lnTo>
                    <a:pt x="178972" y="8746"/>
                  </a:lnTo>
                  <a:lnTo>
                    <a:pt x="9121" y="5612"/>
                  </a:lnTo>
                  <a:lnTo>
                    <a:pt x="2724" y="44990"/>
                  </a:lnTo>
                  <a:lnTo>
                    <a:pt x="0" y="71534"/>
                  </a:lnTo>
                  <a:lnTo>
                    <a:pt x="414" y="97320"/>
                  </a:lnTo>
                  <a:lnTo>
                    <a:pt x="3435" y="134425"/>
                  </a:lnTo>
                  <a:lnTo>
                    <a:pt x="17988" y="191904"/>
                  </a:lnTo>
                  <a:lnTo>
                    <a:pt x="41951" y="219070"/>
                  </a:lnTo>
                  <a:lnTo>
                    <a:pt x="92527" y="223131"/>
                  </a:lnTo>
                  <a:lnTo>
                    <a:pt x="186917" y="211291"/>
                  </a:lnTo>
                  <a:lnTo>
                    <a:pt x="203995" y="211501"/>
                  </a:lnTo>
                  <a:lnTo>
                    <a:pt x="290496" y="215403"/>
                  </a:lnTo>
                  <a:lnTo>
                    <a:pt x="338353" y="209339"/>
                  </a:lnTo>
                  <a:lnTo>
                    <a:pt x="386617" y="140801"/>
                  </a:lnTo>
                  <a:lnTo>
                    <a:pt x="390740" y="78587"/>
                  </a:lnTo>
                  <a:lnTo>
                    <a:pt x="385545" y="47940"/>
                  </a:lnTo>
                  <a:lnTo>
                    <a:pt x="373927" y="0"/>
                  </a:lnTo>
                  <a:close/>
                </a:path>
              </a:pathLst>
            </a:custGeom>
            <a:solidFill>
              <a:srgbClr val="5F70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13214413" y="3208610"/>
              <a:ext cx="186690" cy="735330"/>
            </a:xfrm>
            <a:custGeom>
              <a:avLst/>
              <a:gdLst/>
              <a:ahLst/>
              <a:cxnLst/>
              <a:rect l="l" t="t" r="r" b="b"/>
              <a:pathLst>
                <a:path w="186690" h="735329">
                  <a:moveTo>
                    <a:pt x="186105" y="123736"/>
                  </a:moveTo>
                  <a:lnTo>
                    <a:pt x="185064" y="84302"/>
                  </a:lnTo>
                  <a:lnTo>
                    <a:pt x="178333" y="45542"/>
                  </a:lnTo>
                  <a:lnTo>
                    <a:pt x="163156" y="14935"/>
                  </a:lnTo>
                  <a:lnTo>
                    <a:pt x="136804" y="0"/>
                  </a:lnTo>
                  <a:lnTo>
                    <a:pt x="96507" y="8229"/>
                  </a:lnTo>
                  <a:lnTo>
                    <a:pt x="65925" y="56883"/>
                  </a:lnTo>
                  <a:lnTo>
                    <a:pt x="56794" y="104470"/>
                  </a:lnTo>
                  <a:lnTo>
                    <a:pt x="45377" y="190334"/>
                  </a:lnTo>
                  <a:lnTo>
                    <a:pt x="37592" y="257162"/>
                  </a:lnTo>
                  <a:lnTo>
                    <a:pt x="32816" y="310502"/>
                  </a:lnTo>
                  <a:lnTo>
                    <a:pt x="30835" y="348932"/>
                  </a:lnTo>
                  <a:lnTo>
                    <a:pt x="30886" y="351218"/>
                  </a:lnTo>
                  <a:lnTo>
                    <a:pt x="30746" y="351332"/>
                  </a:lnTo>
                  <a:lnTo>
                    <a:pt x="16027" y="403225"/>
                  </a:lnTo>
                  <a:lnTo>
                    <a:pt x="4368" y="466559"/>
                  </a:lnTo>
                  <a:lnTo>
                    <a:pt x="2044" y="507238"/>
                  </a:lnTo>
                  <a:lnTo>
                    <a:pt x="393" y="564299"/>
                  </a:lnTo>
                  <a:lnTo>
                    <a:pt x="0" y="623519"/>
                  </a:lnTo>
                  <a:lnTo>
                    <a:pt x="431" y="688784"/>
                  </a:lnTo>
                  <a:lnTo>
                    <a:pt x="25488" y="722604"/>
                  </a:lnTo>
                  <a:lnTo>
                    <a:pt x="39725" y="734999"/>
                  </a:lnTo>
                  <a:lnTo>
                    <a:pt x="48437" y="726986"/>
                  </a:lnTo>
                  <a:lnTo>
                    <a:pt x="56934" y="699579"/>
                  </a:lnTo>
                  <a:lnTo>
                    <a:pt x="67398" y="668045"/>
                  </a:lnTo>
                  <a:lnTo>
                    <a:pt x="98564" y="585584"/>
                  </a:lnTo>
                  <a:lnTo>
                    <a:pt x="114541" y="538022"/>
                  </a:lnTo>
                  <a:lnTo>
                    <a:pt x="131521" y="467118"/>
                  </a:lnTo>
                  <a:lnTo>
                    <a:pt x="133248" y="434365"/>
                  </a:lnTo>
                  <a:lnTo>
                    <a:pt x="142138" y="406273"/>
                  </a:lnTo>
                  <a:lnTo>
                    <a:pt x="154203" y="345274"/>
                  </a:lnTo>
                  <a:lnTo>
                    <a:pt x="166700" y="272402"/>
                  </a:lnTo>
                  <a:lnTo>
                    <a:pt x="176898" y="208546"/>
                  </a:lnTo>
                  <a:lnTo>
                    <a:pt x="184200" y="156324"/>
                  </a:lnTo>
                  <a:lnTo>
                    <a:pt x="186105" y="123736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1" name="object 471" descr=""/>
          <p:cNvPicPr/>
          <p:nvPr/>
        </p:nvPicPr>
        <p:blipFill>
          <a:blip r:embed="rId98" cstate="print"/>
          <a:stretch>
            <a:fillRect/>
          </a:stretch>
        </p:blipFill>
        <p:spPr>
          <a:xfrm>
            <a:off x="13856211" y="3876727"/>
            <a:ext cx="96537" cy="211497"/>
          </a:xfrm>
          <a:prstGeom prst="rect">
            <a:avLst/>
          </a:prstGeom>
        </p:spPr>
      </p:pic>
      <p:sp>
        <p:nvSpPr>
          <p:cNvPr id="472" name="object 472" descr=""/>
          <p:cNvSpPr/>
          <p:nvPr/>
        </p:nvSpPr>
        <p:spPr>
          <a:xfrm>
            <a:off x="13729056" y="3208610"/>
            <a:ext cx="186690" cy="735330"/>
          </a:xfrm>
          <a:custGeom>
            <a:avLst/>
            <a:gdLst/>
            <a:ahLst/>
            <a:cxnLst/>
            <a:rect l="l" t="t" r="r" b="b"/>
            <a:pathLst>
              <a:path w="186690" h="735329">
                <a:moveTo>
                  <a:pt x="186105" y="623519"/>
                </a:moveTo>
                <a:lnTo>
                  <a:pt x="185712" y="564299"/>
                </a:lnTo>
                <a:lnTo>
                  <a:pt x="184061" y="507238"/>
                </a:lnTo>
                <a:lnTo>
                  <a:pt x="181749" y="466559"/>
                </a:lnTo>
                <a:lnTo>
                  <a:pt x="170091" y="403225"/>
                </a:lnTo>
                <a:lnTo>
                  <a:pt x="155371" y="351332"/>
                </a:lnTo>
                <a:lnTo>
                  <a:pt x="155219" y="351218"/>
                </a:lnTo>
                <a:lnTo>
                  <a:pt x="155282" y="348932"/>
                </a:lnTo>
                <a:lnTo>
                  <a:pt x="153289" y="310502"/>
                </a:lnTo>
                <a:lnTo>
                  <a:pt x="148513" y="257162"/>
                </a:lnTo>
                <a:lnTo>
                  <a:pt x="140741" y="190334"/>
                </a:lnTo>
                <a:lnTo>
                  <a:pt x="129324" y="104470"/>
                </a:lnTo>
                <a:lnTo>
                  <a:pt x="120192" y="56883"/>
                </a:lnTo>
                <a:lnTo>
                  <a:pt x="89611" y="8229"/>
                </a:lnTo>
                <a:lnTo>
                  <a:pt x="49314" y="0"/>
                </a:lnTo>
                <a:lnTo>
                  <a:pt x="22948" y="14935"/>
                </a:lnTo>
                <a:lnTo>
                  <a:pt x="7772" y="45542"/>
                </a:lnTo>
                <a:lnTo>
                  <a:pt x="1041" y="84302"/>
                </a:lnTo>
                <a:lnTo>
                  <a:pt x="0" y="123736"/>
                </a:lnTo>
                <a:lnTo>
                  <a:pt x="1905" y="156324"/>
                </a:lnTo>
                <a:lnTo>
                  <a:pt x="9220" y="208546"/>
                </a:lnTo>
                <a:lnTo>
                  <a:pt x="19418" y="272402"/>
                </a:lnTo>
                <a:lnTo>
                  <a:pt x="31915" y="345274"/>
                </a:lnTo>
                <a:lnTo>
                  <a:pt x="43980" y="406273"/>
                </a:lnTo>
                <a:lnTo>
                  <a:pt x="52844" y="434390"/>
                </a:lnTo>
                <a:lnTo>
                  <a:pt x="54584" y="467118"/>
                </a:lnTo>
                <a:lnTo>
                  <a:pt x="71564" y="538022"/>
                </a:lnTo>
                <a:lnTo>
                  <a:pt x="87553" y="585584"/>
                </a:lnTo>
                <a:lnTo>
                  <a:pt x="118719" y="668045"/>
                </a:lnTo>
                <a:lnTo>
                  <a:pt x="129184" y="699579"/>
                </a:lnTo>
                <a:lnTo>
                  <a:pt x="137668" y="726986"/>
                </a:lnTo>
                <a:lnTo>
                  <a:pt x="146392" y="734999"/>
                </a:lnTo>
                <a:lnTo>
                  <a:pt x="160616" y="722604"/>
                </a:lnTo>
                <a:lnTo>
                  <a:pt x="185674" y="688784"/>
                </a:lnTo>
                <a:lnTo>
                  <a:pt x="186105" y="623519"/>
                </a:lnTo>
                <a:close/>
              </a:path>
            </a:pathLst>
          </a:custGeom>
          <a:solidFill>
            <a:srgbClr val="FBEB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73" name="object 473" descr=""/>
          <p:cNvGrpSpPr/>
          <p:nvPr/>
        </p:nvGrpSpPr>
        <p:grpSpPr>
          <a:xfrm>
            <a:off x="10206665" y="2737042"/>
            <a:ext cx="494665" cy="1110615"/>
            <a:chOff x="10206665" y="2737042"/>
            <a:chExt cx="494665" cy="1110615"/>
          </a:xfrm>
        </p:grpSpPr>
        <p:sp>
          <p:nvSpPr>
            <p:cNvPr id="474" name="object 474" descr=""/>
            <p:cNvSpPr/>
            <p:nvPr/>
          </p:nvSpPr>
          <p:spPr>
            <a:xfrm>
              <a:off x="10206665" y="3160795"/>
              <a:ext cx="494665" cy="687070"/>
            </a:xfrm>
            <a:custGeom>
              <a:avLst/>
              <a:gdLst/>
              <a:ahLst/>
              <a:cxnLst/>
              <a:rect l="l" t="t" r="r" b="b"/>
              <a:pathLst>
                <a:path w="494665" h="687070">
                  <a:moveTo>
                    <a:pt x="310911" y="0"/>
                  </a:moveTo>
                  <a:lnTo>
                    <a:pt x="261895" y="482"/>
                  </a:lnTo>
                  <a:lnTo>
                    <a:pt x="175544" y="2607"/>
                  </a:lnTo>
                  <a:lnTo>
                    <a:pt x="76248" y="32782"/>
                  </a:lnTo>
                  <a:lnTo>
                    <a:pt x="24864" y="49524"/>
                  </a:lnTo>
                  <a:lnTo>
                    <a:pt x="0" y="66772"/>
                  </a:lnTo>
                  <a:lnTo>
                    <a:pt x="1879" y="79384"/>
                  </a:lnTo>
                  <a:lnTo>
                    <a:pt x="9111" y="107717"/>
                  </a:lnTo>
                  <a:lnTo>
                    <a:pt x="19627" y="151605"/>
                  </a:lnTo>
                  <a:lnTo>
                    <a:pt x="31358" y="210884"/>
                  </a:lnTo>
                  <a:lnTo>
                    <a:pt x="42234" y="285387"/>
                  </a:lnTo>
                  <a:lnTo>
                    <a:pt x="50186" y="374951"/>
                  </a:lnTo>
                  <a:lnTo>
                    <a:pt x="55358" y="413384"/>
                  </a:lnTo>
                  <a:lnTo>
                    <a:pt x="64270" y="455648"/>
                  </a:lnTo>
                  <a:lnTo>
                    <a:pt x="73519" y="500806"/>
                  </a:lnTo>
                  <a:lnTo>
                    <a:pt x="79704" y="547920"/>
                  </a:lnTo>
                  <a:lnTo>
                    <a:pt x="78733" y="571329"/>
                  </a:lnTo>
                  <a:lnTo>
                    <a:pt x="75322" y="600356"/>
                  </a:lnTo>
                  <a:lnTo>
                    <a:pt x="72680" y="627289"/>
                  </a:lnTo>
                  <a:lnTo>
                    <a:pt x="92879" y="661365"/>
                  </a:lnTo>
                  <a:lnTo>
                    <a:pt x="176787" y="682477"/>
                  </a:lnTo>
                  <a:lnTo>
                    <a:pt x="231887" y="686602"/>
                  </a:lnTo>
                  <a:lnTo>
                    <a:pt x="289120" y="686412"/>
                  </a:lnTo>
                  <a:lnTo>
                    <a:pt x="343514" y="681885"/>
                  </a:lnTo>
                  <a:lnTo>
                    <a:pt x="390094" y="673001"/>
                  </a:lnTo>
                  <a:lnTo>
                    <a:pt x="439923" y="642074"/>
                  </a:lnTo>
                  <a:lnTo>
                    <a:pt x="442893" y="626372"/>
                  </a:lnTo>
                  <a:lnTo>
                    <a:pt x="441709" y="604481"/>
                  </a:lnTo>
                  <a:lnTo>
                    <a:pt x="436792" y="562537"/>
                  </a:lnTo>
                  <a:lnTo>
                    <a:pt x="433021" y="496303"/>
                  </a:lnTo>
                  <a:lnTo>
                    <a:pt x="436798" y="441131"/>
                  </a:lnTo>
                  <a:lnTo>
                    <a:pt x="442538" y="400376"/>
                  </a:lnTo>
                  <a:lnTo>
                    <a:pt x="444656" y="377391"/>
                  </a:lnTo>
                  <a:lnTo>
                    <a:pt x="443614" y="254325"/>
                  </a:lnTo>
                  <a:lnTo>
                    <a:pt x="461739" y="153959"/>
                  </a:lnTo>
                  <a:lnTo>
                    <a:pt x="483791" y="86359"/>
                  </a:lnTo>
                  <a:lnTo>
                    <a:pt x="494529" y="61589"/>
                  </a:lnTo>
                  <a:lnTo>
                    <a:pt x="310911" y="0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5" name="object 475" descr=""/>
            <p:cNvPicPr/>
            <p:nvPr/>
          </p:nvPicPr>
          <p:blipFill>
            <a:blip r:embed="rId99" cstate="print"/>
            <a:stretch>
              <a:fillRect/>
            </a:stretch>
          </p:blipFill>
          <p:spPr>
            <a:xfrm>
              <a:off x="10370427" y="3061228"/>
              <a:ext cx="155220" cy="145534"/>
            </a:xfrm>
            <a:prstGeom prst="rect">
              <a:avLst/>
            </a:prstGeom>
          </p:spPr>
        </p:pic>
        <p:sp>
          <p:nvSpPr>
            <p:cNvPr id="476" name="object 476" descr=""/>
            <p:cNvSpPr/>
            <p:nvPr/>
          </p:nvSpPr>
          <p:spPr>
            <a:xfrm>
              <a:off x="10307463" y="2933303"/>
              <a:ext cx="45720" cy="95250"/>
            </a:xfrm>
            <a:custGeom>
              <a:avLst/>
              <a:gdLst/>
              <a:ahLst/>
              <a:cxnLst/>
              <a:rect l="l" t="t" r="r" b="b"/>
              <a:pathLst>
                <a:path w="45720" h="95250">
                  <a:moveTo>
                    <a:pt x="10368" y="0"/>
                  </a:moveTo>
                  <a:lnTo>
                    <a:pt x="5842" y="699"/>
                  </a:lnTo>
                  <a:lnTo>
                    <a:pt x="1981" y="3990"/>
                  </a:lnTo>
                  <a:lnTo>
                    <a:pt x="0" y="18286"/>
                  </a:lnTo>
                  <a:lnTo>
                    <a:pt x="1975" y="44633"/>
                  </a:lnTo>
                  <a:lnTo>
                    <a:pt x="11227" y="87852"/>
                  </a:lnTo>
                  <a:lnTo>
                    <a:pt x="40391" y="95127"/>
                  </a:lnTo>
                  <a:lnTo>
                    <a:pt x="44734" y="94909"/>
                  </a:lnTo>
                  <a:lnTo>
                    <a:pt x="45694" y="75454"/>
                  </a:lnTo>
                  <a:lnTo>
                    <a:pt x="44801" y="59897"/>
                  </a:lnTo>
                  <a:lnTo>
                    <a:pt x="40960" y="40071"/>
                  </a:lnTo>
                  <a:lnTo>
                    <a:pt x="33080" y="7812"/>
                  </a:lnTo>
                  <a:lnTo>
                    <a:pt x="18476" y="2251"/>
                  </a:lnTo>
                  <a:lnTo>
                    <a:pt x="10368" y="0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10335873" y="2774410"/>
              <a:ext cx="214629" cy="351790"/>
            </a:xfrm>
            <a:custGeom>
              <a:avLst/>
              <a:gdLst/>
              <a:ahLst/>
              <a:cxnLst/>
              <a:rect l="l" t="t" r="r" b="b"/>
              <a:pathLst>
                <a:path w="214629" h="351789">
                  <a:moveTo>
                    <a:pt x="100386" y="0"/>
                  </a:moveTo>
                  <a:lnTo>
                    <a:pt x="42636" y="12596"/>
                  </a:lnTo>
                  <a:lnTo>
                    <a:pt x="18356" y="42400"/>
                  </a:lnTo>
                  <a:lnTo>
                    <a:pt x="2690" y="78761"/>
                  </a:lnTo>
                  <a:lnTo>
                    <a:pt x="0" y="127379"/>
                  </a:lnTo>
                  <a:lnTo>
                    <a:pt x="3155" y="189087"/>
                  </a:lnTo>
                  <a:lnTo>
                    <a:pt x="8687" y="243709"/>
                  </a:lnTo>
                  <a:lnTo>
                    <a:pt x="23553" y="288242"/>
                  </a:lnTo>
                  <a:lnTo>
                    <a:pt x="66567" y="340307"/>
                  </a:lnTo>
                  <a:lnTo>
                    <a:pt x="123524" y="351465"/>
                  </a:lnTo>
                  <a:lnTo>
                    <a:pt x="141147" y="339906"/>
                  </a:lnTo>
                  <a:lnTo>
                    <a:pt x="184172" y="286733"/>
                  </a:lnTo>
                  <a:lnTo>
                    <a:pt x="199531" y="244198"/>
                  </a:lnTo>
                  <a:lnTo>
                    <a:pt x="208436" y="191608"/>
                  </a:lnTo>
                  <a:lnTo>
                    <a:pt x="214513" y="132713"/>
                  </a:lnTo>
                  <a:lnTo>
                    <a:pt x="211689" y="87337"/>
                  </a:lnTo>
                  <a:lnTo>
                    <a:pt x="190782" y="43613"/>
                  </a:lnTo>
                  <a:lnTo>
                    <a:pt x="159816" y="9957"/>
                  </a:lnTo>
                  <a:lnTo>
                    <a:pt x="100386" y="0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8" name="object 478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0329879" y="2737042"/>
              <a:ext cx="238446" cy="402468"/>
            </a:xfrm>
            <a:prstGeom prst="rect">
              <a:avLst/>
            </a:prstGeom>
          </p:spPr>
        </p:pic>
      </p:grpSp>
      <p:pic>
        <p:nvPicPr>
          <p:cNvPr id="479" name="object 479" descr=""/>
          <p:cNvPicPr/>
          <p:nvPr/>
        </p:nvPicPr>
        <p:blipFill>
          <a:blip r:embed="rId101" cstate="print"/>
          <a:stretch>
            <a:fillRect/>
          </a:stretch>
        </p:blipFill>
        <p:spPr>
          <a:xfrm>
            <a:off x="10507790" y="4828646"/>
            <a:ext cx="110224" cy="196538"/>
          </a:xfrm>
          <a:prstGeom prst="rect">
            <a:avLst/>
          </a:prstGeom>
        </p:spPr>
      </p:pic>
      <p:pic>
        <p:nvPicPr>
          <p:cNvPr id="480" name="object 480" descr=""/>
          <p:cNvPicPr/>
          <p:nvPr/>
        </p:nvPicPr>
        <p:blipFill>
          <a:blip r:embed="rId102" cstate="print"/>
          <a:stretch>
            <a:fillRect/>
          </a:stretch>
        </p:blipFill>
        <p:spPr>
          <a:xfrm>
            <a:off x="10072585" y="3887462"/>
            <a:ext cx="96537" cy="211493"/>
          </a:xfrm>
          <a:prstGeom prst="rect">
            <a:avLst/>
          </a:prstGeom>
        </p:spPr>
      </p:pic>
      <p:grpSp>
        <p:nvGrpSpPr>
          <p:cNvPr id="481" name="object 481" descr=""/>
          <p:cNvGrpSpPr/>
          <p:nvPr/>
        </p:nvGrpSpPr>
        <p:grpSpPr>
          <a:xfrm>
            <a:off x="10110164" y="3219340"/>
            <a:ext cx="553085" cy="1809114"/>
            <a:chOff x="10110164" y="3219340"/>
            <a:chExt cx="553085" cy="1809114"/>
          </a:xfrm>
        </p:grpSpPr>
        <p:sp>
          <p:nvSpPr>
            <p:cNvPr id="482" name="object 482" descr=""/>
            <p:cNvSpPr/>
            <p:nvPr/>
          </p:nvSpPr>
          <p:spPr>
            <a:xfrm>
              <a:off x="10296195" y="3699249"/>
              <a:ext cx="364490" cy="1202690"/>
            </a:xfrm>
            <a:custGeom>
              <a:avLst/>
              <a:gdLst/>
              <a:ahLst/>
              <a:cxnLst/>
              <a:rect l="l" t="t" r="r" b="b"/>
              <a:pathLst>
                <a:path w="364490" h="1202689">
                  <a:moveTo>
                    <a:pt x="364375" y="373126"/>
                  </a:moveTo>
                  <a:lnTo>
                    <a:pt x="363994" y="304749"/>
                  </a:lnTo>
                  <a:lnTo>
                    <a:pt x="362013" y="230568"/>
                  </a:lnTo>
                  <a:lnTo>
                    <a:pt x="348005" y="215722"/>
                  </a:lnTo>
                  <a:lnTo>
                    <a:pt x="325996" y="215836"/>
                  </a:lnTo>
                  <a:lnTo>
                    <a:pt x="326339" y="209410"/>
                  </a:lnTo>
                  <a:lnTo>
                    <a:pt x="325056" y="154012"/>
                  </a:lnTo>
                  <a:lnTo>
                    <a:pt x="321767" y="100164"/>
                  </a:lnTo>
                  <a:lnTo>
                    <a:pt x="303593" y="39878"/>
                  </a:lnTo>
                  <a:lnTo>
                    <a:pt x="239737" y="6540"/>
                  </a:lnTo>
                  <a:lnTo>
                    <a:pt x="179959" y="0"/>
                  </a:lnTo>
                  <a:lnTo>
                    <a:pt x="122631" y="3238"/>
                  </a:lnTo>
                  <a:lnTo>
                    <a:pt x="77431" y="14592"/>
                  </a:lnTo>
                  <a:lnTo>
                    <a:pt x="24295" y="58991"/>
                  </a:lnTo>
                  <a:lnTo>
                    <a:pt x="10210" y="95364"/>
                  </a:lnTo>
                  <a:lnTo>
                    <a:pt x="2578" y="144208"/>
                  </a:lnTo>
                  <a:lnTo>
                    <a:pt x="0" y="207759"/>
                  </a:lnTo>
                  <a:lnTo>
                    <a:pt x="16713" y="253555"/>
                  </a:lnTo>
                  <a:lnTo>
                    <a:pt x="56616" y="284530"/>
                  </a:lnTo>
                  <a:lnTo>
                    <a:pt x="103136" y="302844"/>
                  </a:lnTo>
                  <a:lnTo>
                    <a:pt x="139712" y="310616"/>
                  </a:lnTo>
                  <a:lnTo>
                    <a:pt x="180657" y="310311"/>
                  </a:lnTo>
                  <a:lnTo>
                    <a:pt x="180365" y="311035"/>
                  </a:lnTo>
                  <a:lnTo>
                    <a:pt x="183108" y="442036"/>
                  </a:lnTo>
                  <a:lnTo>
                    <a:pt x="185115" y="514248"/>
                  </a:lnTo>
                  <a:lnTo>
                    <a:pt x="187528" y="587794"/>
                  </a:lnTo>
                  <a:lnTo>
                    <a:pt x="190284" y="654913"/>
                  </a:lnTo>
                  <a:lnTo>
                    <a:pt x="193294" y="707847"/>
                  </a:lnTo>
                  <a:lnTo>
                    <a:pt x="196176" y="735939"/>
                  </a:lnTo>
                  <a:lnTo>
                    <a:pt x="190042" y="788822"/>
                  </a:lnTo>
                  <a:lnTo>
                    <a:pt x="186931" y="842505"/>
                  </a:lnTo>
                  <a:lnTo>
                    <a:pt x="190373" y="890841"/>
                  </a:lnTo>
                  <a:lnTo>
                    <a:pt x="200418" y="957376"/>
                  </a:lnTo>
                  <a:lnTo>
                    <a:pt x="208445" y="1028065"/>
                  </a:lnTo>
                  <a:lnTo>
                    <a:pt x="211582" y="1093038"/>
                  </a:lnTo>
                  <a:lnTo>
                    <a:pt x="211937" y="1140587"/>
                  </a:lnTo>
                  <a:lnTo>
                    <a:pt x="211582" y="1159027"/>
                  </a:lnTo>
                  <a:lnTo>
                    <a:pt x="218313" y="1190663"/>
                  </a:lnTo>
                  <a:lnTo>
                    <a:pt x="226441" y="1202359"/>
                  </a:lnTo>
                  <a:lnTo>
                    <a:pt x="241287" y="1195120"/>
                  </a:lnTo>
                  <a:lnTo>
                    <a:pt x="268135" y="1169974"/>
                  </a:lnTo>
                  <a:lnTo>
                    <a:pt x="303860" y="1056360"/>
                  </a:lnTo>
                  <a:lnTo>
                    <a:pt x="323227" y="990803"/>
                  </a:lnTo>
                  <a:lnTo>
                    <a:pt x="332917" y="948347"/>
                  </a:lnTo>
                  <a:lnTo>
                    <a:pt x="339648" y="904087"/>
                  </a:lnTo>
                  <a:lnTo>
                    <a:pt x="341541" y="856970"/>
                  </a:lnTo>
                  <a:lnTo>
                    <a:pt x="339725" y="794778"/>
                  </a:lnTo>
                  <a:lnTo>
                    <a:pt x="335013" y="707694"/>
                  </a:lnTo>
                  <a:lnTo>
                    <a:pt x="334200" y="706907"/>
                  </a:lnTo>
                  <a:lnTo>
                    <a:pt x="334606" y="706005"/>
                  </a:lnTo>
                  <a:lnTo>
                    <a:pt x="347535" y="648957"/>
                  </a:lnTo>
                  <a:lnTo>
                    <a:pt x="355028" y="584098"/>
                  </a:lnTo>
                  <a:lnTo>
                    <a:pt x="358457" y="541172"/>
                  </a:lnTo>
                  <a:lnTo>
                    <a:pt x="361340" y="491553"/>
                  </a:lnTo>
                  <a:lnTo>
                    <a:pt x="363397" y="435470"/>
                  </a:lnTo>
                  <a:lnTo>
                    <a:pt x="364375" y="373126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3" name="object 483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0348162" y="4830371"/>
              <a:ext cx="106980" cy="197458"/>
            </a:xfrm>
            <a:prstGeom prst="rect">
              <a:avLst/>
            </a:prstGeom>
          </p:spPr>
        </p:pic>
        <p:sp>
          <p:nvSpPr>
            <p:cNvPr id="484" name="object 484" descr=""/>
            <p:cNvSpPr/>
            <p:nvPr/>
          </p:nvSpPr>
          <p:spPr>
            <a:xfrm>
              <a:off x="10275252" y="3920292"/>
              <a:ext cx="193675" cy="982980"/>
            </a:xfrm>
            <a:custGeom>
              <a:avLst/>
              <a:gdLst/>
              <a:ahLst/>
              <a:cxnLst/>
              <a:rect l="l" t="t" r="r" b="b"/>
              <a:pathLst>
                <a:path w="193675" h="982979">
                  <a:moveTo>
                    <a:pt x="193636" y="621563"/>
                  </a:moveTo>
                  <a:lnTo>
                    <a:pt x="188887" y="568032"/>
                  </a:lnTo>
                  <a:lnTo>
                    <a:pt x="181140" y="515416"/>
                  </a:lnTo>
                  <a:lnTo>
                    <a:pt x="183172" y="487210"/>
                  </a:lnTo>
                  <a:lnTo>
                    <a:pt x="184569" y="434200"/>
                  </a:lnTo>
                  <a:lnTo>
                    <a:pt x="185280" y="367017"/>
                  </a:lnTo>
                  <a:lnTo>
                    <a:pt x="185458" y="293420"/>
                  </a:lnTo>
                  <a:lnTo>
                    <a:pt x="185254" y="221183"/>
                  </a:lnTo>
                  <a:lnTo>
                    <a:pt x="184378" y="111785"/>
                  </a:lnTo>
                  <a:lnTo>
                    <a:pt x="169481" y="58267"/>
                  </a:lnTo>
                  <a:lnTo>
                    <a:pt x="135204" y="31000"/>
                  </a:lnTo>
                  <a:lnTo>
                    <a:pt x="91135" y="10782"/>
                  </a:lnTo>
                  <a:lnTo>
                    <a:pt x="47256" y="0"/>
                  </a:lnTo>
                  <a:lnTo>
                    <a:pt x="13563" y="1079"/>
                  </a:lnTo>
                  <a:lnTo>
                    <a:pt x="0" y="16433"/>
                  </a:lnTo>
                  <a:lnTo>
                    <a:pt x="279" y="90639"/>
                  </a:lnTo>
                  <a:lnTo>
                    <a:pt x="1993" y="158991"/>
                  </a:lnTo>
                  <a:lnTo>
                    <a:pt x="4864" y="221272"/>
                  </a:lnTo>
                  <a:lnTo>
                    <a:pt x="8636" y="277253"/>
                  </a:lnTo>
                  <a:lnTo>
                    <a:pt x="13030" y="326732"/>
                  </a:lnTo>
                  <a:lnTo>
                    <a:pt x="17767" y="369506"/>
                  </a:lnTo>
                  <a:lnTo>
                    <a:pt x="27228" y="434047"/>
                  </a:lnTo>
                  <a:lnTo>
                    <a:pt x="41897" y="490588"/>
                  </a:lnTo>
                  <a:lnTo>
                    <a:pt x="42316" y="491464"/>
                  </a:lnTo>
                  <a:lnTo>
                    <a:pt x="41529" y="492290"/>
                  </a:lnTo>
                  <a:lnTo>
                    <a:pt x="39471" y="579501"/>
                  </a:lnTo>
                  <a:lnTo>
                    <a:pt x="39560" y="641718"/>
                  </a:lnTo>
                  <a:lnTo>
                    <a:pt x="42887" y="688746"/>
                  </a:lnTo>
                  <a:lnTo>
                    <a:pt x="50965" y="732726"/>
                  </a:lnTo>
                  <a:lnTo>
                    <a:pt x="61950" y="774801"/>
                  </a:lnTo>
                  <a:lnTo>
                    <a:pt x="83299" y="839622"/>
                  </a:lnTo>
                  <a:lnTo>
                    <a:pt x="122466" y="951839"/>
                  </a:lnTo>
                  <a:lnTo>
                    <a:pt x="165125" y="982662"/>
                  </a:lnTo>
                  <a:lnTo>
                    <a:pt x="172897" y="970686"/>
                  </a:lnTo>
                  <a:lnTo>
                    <a:pt x="178650" y="938822"/>
                  </a:lnTo>
                  <a:lnTo>
                    <a:pt x="177736" y="920394"/>
                  </a:lnTo>
                  <a:lnTo>
                    <a:pt x="176644" y="872858"/>
                  </a:lnTo>
                  <a:lnTo>
                    <a:pt x="177800" y="807808"/>
                  </a:lnTo>
                  <a:lnTo>
                    <a:pt x="183667" y="736866"/>
                  </a:lnTo>
                  <a:lnTo>
                    <a:pt x="191681" y="670001"/>
                  </a:lnTo>
                  <a:lnTo>
                    <a:pt x="193636" y="621563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5" name="object 485" descr=""/>
            <p:cNvSpPr/>
            <p:nvPr/>
          </p:nvSpPr>
          <p:spPr>
            <a:xfrm>
              <a:off x="10271984" y="3799603"/>
              <a:ext cx="391160" cy="212090"/>
            </a:xfrm>
            <a:custGeom>
              <a:avLst/>
              <a:gdLst/>
              <a:ahLst/>
              <a:cxnLst/>
              <a:rect l="l" t="t" r="r" b="b"/>
              <a:pathLst>
                <a:path w="391159" h="212089">
                  <a:moveTo>
                    <a:pt x="373927" y="0"/>
                  </a:moveTo>
                  <a:lnTo>
                    <a:pt x="327174" y="6466"/>
                  </a:lnTo>
                  <a:lnTo>
                    <a:pt x="273589" y="9206"/>
                  </a:lnTo>
                  <a:lnTo>
                    <a:pt x="178972" y="8746"/>
                  </a:lnTo>
                  <a:lnTo>
                    <a:pt x="9121" y="5612"/>
                  </a:lnTo>
                  <a:lnTo>
                    <a:pt x="2724" y="44990"/>
                  </a:lnTo>
                  <a:lnTo>
                    <a:pt x="0" y="71534"/>
                  </a:lnTo>
                  <a:lnTo>
                    <a:pt x="414" y="97320"/>
                  </a:lnTo>
                  <a:lnTo>
                    <a:pt x="3435" y="134425"/>
                  </a:lnTo>
                  <a:lnTo>
                    <a:pt x="32995" y="132716"/>
                  </a:lnTo>
                  <a:lnTo>
                    <a:pt x="61961" y="140154"/>
                  </a:lnTo>
                  <a:lnTo>
                    <a:pt x="107534" y="163943"/>
                  </a:lnTo>
                  <a:lnTo>
                    <a:pt x="186917" y="211291"/>
                  </a:lnTo>
                  <a:lnTo>
                    <a:pt x="203995" y="211501"/>
                  </a:lnTo>
                  <a:lnTo>
                    <a:pt x="254786" y="171706"/>
                  </a:lnTo>
                  <a:lnTo>
                    <a:pt x="290738" y="151076"/>
                  </a:lnTo>
                  <a:lnTo>
                    <a:pt x="328972" y="142984"/>
                  </a:lnTo>
                  <a:lnTo>
                    <a:pt x="386607" y="140801"/>
                  </a:lnTo>
                  <a:lnTo>
                    <a:pt x="390697" y="105141"/>
                  </a:lnTo>
                  <a:lnTo>
                    <a:pt x="390739" y="78587"/>
                  </a:lnTo>
                  <a:lnTo>
                    <a:pt x="385545" y="47940"/>
                  </a:lnTo>
                  <a:lnTo>
                    <a:pt x="373927" y="0"/>
                  </a:lnTo>
                  <a:close/>
                </a:path>
              </a:pathLst>
            </a:custGeom>
            <a:solidFill>
              <a:srgbClr val="5F70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10110152" y="3219341"/>
              <a:ext cx="186690" cy="735330"/>
            </a:xfrm>
            <a:custGeom>
              <a:avLst/>
              <a:gdLst/>
              <a:ahLst/>
              <a:cxnLst/>
              <a:rect l="l" t="t" r="r" b="b"/>
              <a:pathLst>
                <a:path w="186690" h="735329">
                  <a:moveTo>
                    <a:pt x="186105" y="123723"/>
                  </a:moveTo>
                  <a:lnTo>
                    <a:pt x="185064" y="84302"/>
                  </a:lnTo>
                  <a:lnTo>
                    <a:pt x="178333" y="45542"/>
                  </a:lnTo>
                  <a:lnTo>
                    <a:pt x="163156" y="14935"/>
                  </a:lnTo>
                  <a:lnTo>
                    <a:pt x="136804" y="0"/>
                  </a:lnTo>
                  <a:lnTo>
                    <a:pt x="96507" y="8229"/>
                  </a:lnTo>
                  <a:lnTo>
                    <a:pt x="65925" y="56883"/>
                  </a:lnTo>
                  <a:lnTo>
                    <a:pt x="56794" y="104470"/>
                  </a:lnTo>
                  <a:lnTo>
                    <a:pt x="45377" y="190334"/>
                  </a:lnTo>
                  <a:lnTo>
                    <a:pt x="37592" y="257162"/>
                  </a:lnTo>
                  <a:lnTo>
                    <a:pt x="32829" y="310515"/>
                  </a:lnTo>
                  <a:lnTo>
                    <a:pt x="30835" y="348945"/>
                  </a:lnTo>
                  <a:lnTo>
                    <a:pt x="30886" y="351218"/>
                  </a:lnTo>
                  <a:lnTo>
                    <a:pt x="30746" y="351332"/>
                  </a:lnTo>
                  <a:lnTo>
                    <a:pt x="16027" y="403225"/>
                  </a:lnTo>
                  <a:lnTo>
                    <a:pt x="4368" y="466559"/>
                  </a:lnTo>
                  <a:lnTo>
                    <a:pt x="2044" y="507238"/>
                  </a:lnTo>
                  <a:lnTo>
                    <a:pt x="406" y="564299"/>
                  </a:lnTo>
                  <a:lnTo>
                    <a:pt x="0" y="623519"/>
                  </a:lnTo>
                  <a:lnTo>
                    <a:pt x="444" y="688784"/>
                  </a:lnTo>
                  <a:lnTo>
                    <a:pt x="25488" y="722604"/>
                  </a:lnTo>
                  <a:lnTo>
                    <a:pt x="39725" y="734987"/>
                  </a:lnTo>
                  <a:lnTo>
                    <a:pt x="48437" y="726986"/>
                  </a:lnTo>
                  <a:lnTo>
                    <a:pt x="56934" y="699566"/>
                  </a:lnTo>
                  <a:lnTo>
                    <a:pt x="67398" y="668045"/>
                  </a:lnTo>
                  <a:lnTo>
                    <a:pt x="98564" y="585584"/>
                  </a:lnTo>
                  <a:lnTo>
                    <a:pt x="114541" y="538022"/>
                  </a:lnTo>
                  <a:lnTo>
                    <a:pt x="131521" y="467118"/>
                  </a:lnTo>
                  <a:lnTo>
                    <a:pt x="133248" y="434365"/>
                  </a:lnTo>
                  <a:lnTo>
                    <a:pt x="142138" y="406273"/>
                  </a:lnTo>
                  <a:lnTo>
                    <a:pt x="154203" y="345274"/>
                  </a:lnTo>
                  <a:lnTo>
                    <a:pt x="166700" y="272402"/>
                  </a:lnTo>
                  <a:lnTo>
                    <a:pt x="176898" y="208546"/>
                  </a:lnTo>
                  <a:lnTo>
                    <a:pt x="184200" y="156324"/>
                  </a:lnTo>
                  <a:lnTo>
                    <a:pt x="186105" y="123723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87" name="object 487" descr=""/>
          <p:cNvPicPr/>
          <p:nvPr/>
        </p:nvPicPr>
        <p:blipFill>
          <a:blip r:embed="rId104" cstate="print"/>
          <a:stretch>
            <a:fillRect/>
          </a:stretch>
        </p:blipFill>
        <p:spPr>
          <a:xfrm>
            <a:off x="10751953" y="3887462"/>
            <a:ext cx="96537" cy="211493"/>
          </a:xfrm>
          <a:prstGeom prst="rect">
            <a:avLst/>
          </a:prstGeom>
        </p:spPr>
      </p:pic>
      <p:sp>
        <p:nvSpPr>
          <p:cNvPr id="488" name="object 488" descr=""/>
          <p:cNvSpPr/>
          <p:nvPr/>
        </p:nvSpPr>
        <p:spPr>
          <a:xfrm>
            <a:off x="10624808" y="3219341"/>
            <a:ext cx="186690" cy="735330"/>
          </a:xfrm>
          <a:custGeom>
            <a:avLst/>
            <a:gdLst/>
            <a:ahLst/>
            <a:cxnLst/>
            <a:rect l="l" t="t" r="r" b="b"/>
            <a:pathLst>
              <a:path w="186690" h="735329">
                <a:moveTo>
                  <a:pt x="186105" y="623519"/>
                </a:moveTo>
                <a:lnTo>
                  <a:pt x="185699" y="564299"/>
                </a:lnTo>
                <a:lnTo>
                  <a:pt x="184061" y="507238"/>
                </a:lnTo>
                <a:lnTo>
                  <a:pt x="181737" y="466559"/>
                </a:lnTo>
                <a:lnTo>
                  <a:pt x="170078" y="403225"/>
                </a:lnTo>
                <a:lnTo>
                  <a:pt x="155359" y="351332"/>
                </a:lnTo>
                <a:lnTo>
                  <a:pt x="155206" y="351218"/>
                </a:lnTo>
                <a:lnTo>
                  <a:pt x="155270" y="348945"/>
                </a:lnTo>
                <a:lnTo>
                  <a:pt x="153276" y="310515"/>
                </a:lnTo>
                <a:lnTo>
                  <a:pt x="148513" y="257162"/>
                </a:lnTo>
                <a:lnTo>
                  <a:pt x="140728" y="190334"/>
                </a:lnTo>
                <a:lnTo>
                  <a:pt x="129311" y="104470"/>
                </a:lnTo>
                <a:lnTo>
                  <a:pt x="120180" y="56883"/>
                </a:lnTo>
                <a:lnTo>
                  <a:pt x="89598" y="8229"/>
                </a:lnTo>
                <a:lnTo>
                  <a:pt x="49301" y="0"/>
                </a:lnTo>
                <a:lnTo>
                  <a:pt x="22936" y="14935"/>
                </a:lnTo>
                <a:lnTo>
                  <a:pt x="7772" y="45542"/>
                </a:lnTo>
                <a:lnTo>
                  <a:pt x="1041" y="84302"/>
                </a:lnTo>
                <a:lnTo>
                  <a:pt x="0" y="123723"/>
                </a:lnTo>
                <a:lnTo>
                  <a:pt x="1905" y="156324"/>
                </a:lnTo>
                <a:lnTo>
                  <a:pt x="9207" y="208546"/>
                </a:lnTo>
                <a:lnTo>
                  <a:pt x="19405" y="272402"/>
                </a:lnTo>
                <a:lnTo>
                  <a:pt x="31902" y="345274"/>
                </a:lnTo>
                <a:lnTo>
                  <a:pt x="43967" y="406273"/>
                </a:lnTo>
                <a:lnTo>
                  <a:pt x="52844" y="434365"/>
                </a:lnTo>
                <a:lnTo>
                  <a:pt x="54584" y="467118"/>
                </a:lnTo>
                <a:lnTo>
                  <a:pt x="71551" y="538022"/>
                </a:lnTo>
                <a:lnTo>
                  <a:pt x="87541" y="585584"/>
                </a:lnTo>
                <a:lnTo>
                  <a:pt x="118706" y="668045"/>
                </a:lnTo>
                <a:lnTo>
                  <a:pt x="129171" y="699566"/>
                </a:lnTo>
                <a:lnTo>
                  <a:pt x="137655" y="726986"/>
                </a:lnTo>
                <a:lnTo>
                  <a:pt x="146380" y="734987"/>
                </a:lnTo>
                <a:lnTo>
                  <a:pt x="160616" y="722604"/>
                </a:lnTo>
                <a:lnTo>
                  <a:pt x="185674" y="688784"/>
                </a:lnTo>
                <a:lnTo>
                  <a:pt x="186105" y="623519"/>
                </a:lnTo>
                <a:close/>
              </a:path>
            </a:pathLst>
          </a:custGeom>
          <a:solidFill>
            <a:srgbClr val="FBEB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9" name="object 489" descr=""/>
          <p:cNvSpPr/>
          <p:nvPr/>
        </p:nvSpPr>
        <p:spPr>
          <a:xfrm>
            <a:off x="11286700" y="3073128"/>
            <a:ext cx="330835" cy="836930"/>
          </a:xfrm>
          <a:custGeom>
            <a:avLst/>
            <a:gdLst/>
            <a:ahLst/>
            <a:cxnLst/>
            <a:rect l="l" t="t" r="r" b="b"/>
            <a:pathLst>
              <a:path w="330834" h="836929">
                <a:moveTo>
                  <a:pt x="135025" y="0"/>
                </a:moveTo>
                <a:lnTo>
                  <a:pt x="114088" y="15683"/>
                </a:lnTo>
                <a:lnTo>
                  <a:pt x="99923" y="61088"/>
                </a:lnTo>
                <a:lnTo>
                  <a:pt x="49995" y="157557"/>
                </a:lnTo>
                <a:lnTo>
                  <a:pt x="23301" y="213183"/>
                </a:lnTo>
                <a:lnTo>
                  <a:pt x="3434" y="286400"/>
                </a:lnTo>
                <a:lnTo>
                  <a:pt x="0" y="376479"/>
                </a:lnTo>
                <a:lnTo>
                  <a:pt x="1117" y="434543"/>
                </a:lnTo>
                <a:lnTo>
                  <a:pt x="2634" y="489125"/>
                </a:lnTo>
                <a:lnTo>
                  <a:pt x="3434" y="531105"/>
                </a:lnTo>
                <a:lnTo>
                  <a:pt x="3838" y="573713"/>
                </a:lnTo>
                <a:lnTo>
                  <a:pt x="6185" y="630294"/>
                </a:lnTo>
                <a:lnTo>
                  <a:pt x="12362" y="691882"/>
                </a:lnTo>
                <a:lnTo>
                  <a:pt x="24260" y="749509"/>
                </a:lnTo>
                <a:lnTo>
                  <a:pt x="43768" y="794207"/>
                </a:lnTo>
                <a:lnTo>
                  <a:pt x="103593" y="829699"/>
                </a:lnTo>
                <a:lnTo>
                  <a:pt x="147970" y="836581"/>
                </a:lnTo>
                <a:lnTo>
                  <a:pt x="196010" y="833889"/>
                </a:lnTo>
                <a:lnTo>
                  <a:pt x="243225" y="819877"/>
                </a:lnTo>
                <a:lnTo>
                  <a:pt x="285129" y="792796"/>
                </a:lnTo>
                <a:lnTo>
                  <a:pt x="317236" y="750899"/>
                </a:lnTo>
                <a:lnTo>
                  <a:pt x="304300" y="705234"/>
                </a:lnTo>
                <a:lnTo>
                  <a:pt x="297733" y="677908"/>
                </a:lnTo>
                <a:lnTo>
                  <a:pt x="295507" y="658029"/>
                </a:lnTo>
                <a:lnTo>
                  <a:pt x="295593" y="634704"/>
                </a:lnTo>
                <a:lnTo>
                  <a:pt x="297723" y="607839"/>
                </a:lnTo>
                <a:lnTo>
                  <a:pt x="302721" y="563853"/>
                </a:lnTo>
                <a:lnTo>
                  <a:pt x="316745" y="447517"/>
                </a:lnTo>
                <a:lnTo>
                  <a:pt x="323482" y="386665"/>
                </a:lnTo>
                <a:lnTo>
                  <a:pt x="328509" y="331689"/>
                </a:lnTo>
                <a:lnTo>
                  <a:pt x="330681" y="288338"/>
                </a:lnTo>
                <a:lnTo>
                  <a:pt x="319618" y="186784"/>
                </a:lnTo>
                <a:lnTo>
                  <a:pt x="293729" y="114103"/>
                </a:lnTo>
                <a:lnTo>
                  <a:pt x="267541" y="70411"/>
                </a:lnTo>
                <a:lnTo>
                  <a:pt x="255584" y="55821"/>
                </a:lnTo>
                <a:lnTo>
                  <a:pt x="177325" y="13543"/>
                </a:lnTo>
                <a:lnTo>
                  <a:pt x="135025" y="0"/>
                </a:lnTo>
                <a:close/>
              </a:path>
            </a:pathLst>
          </a:custGeom>
          <a:solidFill>
            <a:srgbClr val="FBEBE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0" name="object 490" descr=""/>
          <p:cNvGrpSpPr/>
          <p:nvPr/>
        </p:nvGrpSpPr>
        <p:grpSpPr>
          <a:xfrm>
            <a:off x="11320256" y="2721921"/>
            <a:ext cx="284480" cy="436880"/>
            <a:chOff x="11320256" y="2721921"/>
            <a:chExt cx="284480" cy="436880"/>
          </a:xfrm>
        </p:grpSpPr>
        <p:sp>
          <p:nvSpPr>
            <p:cNvPr id="491" name="object 491" descr=""/>
            <p:cNvSpPr/>
            <p:nvPr/>
          </p:nvSpPr>
          <p:spPr>
            <a:xfrm>
              <a:off x="11370226" y="2721921"/>
              <a:ext cx="234315" cy="292735"/>
            </a:xfrm>
            <a:custGeom>
              <a:avLst/>
              <a:gdLst/>
              <a:ahLst/>
              <a:cxnLst/>
              <a:rect l="l" t="t" r="r" b="b"/>
              <a:pathLst>
                <a:path w="234315" h="292735">
                  <a:moveTo>
                    <a:pt x="133842" y="0"/>
                  </a:moveTo>
                  <a:lnTo>
                    <a:pt x="77282" y="15350"/>
                  </a:lnTo>
                  <a:lnTo>
                    <a:pt x="25165" y="41184"/>
                  </a:lnTo>
                  <a:lnTo>
                    <a:pt x="0" y="72463"/>
                  </a:lnTo>
                  <a:lnTo>
                    <a:pt x="957" y="82559"/>
                  </a:lnTo>
                  <a:lnTo>
                    <a:pt x="3113" y="101295"/>
                  </a:lnTo>
                  <a:lnTo>
                    <a:pt x="43625" y="159474"/>
                  </a:lnTo>
                  <a:lnTo>
                    <a:pt x="72475" y="201632"/>
                  </a:lnTo>
                  <a:lnTo>
                    <a:pt x="102212" y="240752"/>
                  </a:lnTo>
                  <a:lnTo>
                    <a:pt x="155937" y="285227"/>
                  </a:lnTo>
                  <a:lnTo>
                    <a:pt x="167653" y="292389"/>
                  </a:lnTo>
                  <a:lnTo>
                    <a:pt x="178169" y="276492"/>
                  </a:lnTo>
                  <a:lnTo>
                    <a:pt x="201438" y="244821"/>
                  </a:lnTo>
                  <a:lnTo>
                    <a:pt x="224427" y="211392"/>
                  </a:lnTo>
                  <a:lnTo>
                    <a:pt x="234101" y="190224"/>
                  </a:lnTo>
                  <a:lnTo>
                    <a:pt x="227680" y="124128"/>
                  </a:lnTo>
                  <a:lnTo>
                    <a:pt x="221894" y="83981"/>
                  </a:lnTo>
                  <a:lnTo>
                    <a:pt x="183197" y="40044"/>
                  </a:lnTo>
                  <a:lnTo>
                    <a:pt x="152113" y="20378"/>
                  </a:lnTo>
                  <a:lnTo>
                    <a:pt x="148693" y="17790"/>
                  </a:lnTo>
                  <a:lnTo>
                    <a:pt x="143282" y="11667"/>
                  </a:lnTo>
                  <a:lnTo>
                    <a:pt x="133842" y="0"/>
                  </a:lnTo>
                  <a:close/>
                </a:path>
              </a:pathLst>
            </a:custGeom>
            <a:solidFill>
              <a:srgbClr val="7957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2" name="object 492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1388984" y="2969939"/>
              <a:ext cx="156246" cy="188389"/>
            </a:xfrm>
            <a:prstGeom prst="rect">
              <a:avLst/>
            </a:prstGeom>
          </p:spPr>
        </p:pic>
        <p:sp>
          <p:nvSpPr>
            <p:cNvPr id="493" name="object 493" descr=""/>
            <p:cNvSpPr/>
            <p:nvPr/>
          </p:nvSpPr>
          <p:spPr>
            <a:xfrm>
              <a:off x="11332093" y="2813308"/>
              <a:ext cx="172720" cy="274320"/>
            </a:xfrm>
            <a:custGeom>
              <a:avLst/>
              <a:gdLst/>
              <a:ahLst/>
              <a:cxnLst/>
              <a:rect l="l" t="t" r="r" b="b"/>
              <a:pathLst>
                <a:path w="172720" h="274319">
                  <a:moveTo>
                    <a:pt x="40187" y="0"/>
                  </a:moveTo>
                  <a:lnTo>
                    <a:pt x="26725" y="36608"/>
                  </a:lnTo>
                  <a:lnTo>
                    <a:pt x="15496" y="74793"/>
                  </a:lnTo>
                  <a:lnTo>
                    <a:pt x="2603" y="216318"/>
                  </a:lnTo>
                  <a:lnTo>
                    <a:pt x="0" y="247709"/>
                  </a:lnTo>
                  <a:lnTo>
                    <a:pt x="2308" y="257262"/>
                  </a:lnTo>
                  <a:lnTo>
                    <a:pt x="8795" y="264630"/>
                  </a:lnTo>
                  <a:lnTo>
                    <a:pt x="16750" y="270035"/>
                  </a:lnTo>
                  <a:lnTo>
                    <a:pt x="23465" y="273698"/>
                  </a:lnTo>
                  <a:lnTo>
                    <a:pt x="42480" y="273263"/>
                  </a:lnTo>
                  <a:lnTo>
                    <a:pt x="116096" y="260331"/>
                  </a:lnTo>
                  <a:lnTo>
                    <a:pt x="150275" y="235688"/>
                  </a:lnTo>
                  <a:lnTo>
                    <a:pt x="169000" y="178134"/>
                  </a:lnTo>
                  <a:lnTo>
                    <a:pt x="172172" y="165712"/>
                  </a:lnTo>
                  <a:lnTo>
                    <a:pt x="159188" y="130310"/>
                  </a:lnTo>
                  <a:lnTo>
                    <a:pt x="124201" y="97665"/>
                  </a:lnTo>
                  <a:lnTo>
                    <a:pt x="118123" y="92245"/>
                  </a:lnTo>
                  <a:lnTo>
                    <a:pt x="114006" y="88918"/>
                  </a:lnTo>
                  <a:lnTo>
                    <a:pt x="109843" y="77072"/>
                  </a:lnTo>
                  <a:lnTo>
                    <a:pt x="106522" y="55074"/>
                  </a:lnTo>
                  <a:lnTo>
                    <a:pt x="102855" y="19077"/>
                  </a:lnTo>
                  <a:lnTo>
                    <a:pt x="92643" y="12881"/>
                  </a:lnTo>
                  <a:lnTo>
                    <a:pt x="71148" y="6680"/>
                  </a:lnTo>
                  <a:lnTo>
                    <a:pt x="49839" y="1908"/>
                  </a:lnTo>
                  <a:lnTo>
                    <a:pt x="40187" y="0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4" name="object 494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1320256" y="2898066"/>
              <a:ext cx="211848" cy="218296"/>
            </a:xfrm>
            <a:prstGeom prst="rect">
              <a:avLst/>
            </a:prstGeom>
          </p:spPr>
        </p:pic>
      </p:grpSp>
      <p:grpSp>
        <p:nvGrpSpPr>
          <p:cNvPr id="495" name="object 495" descr=""/>
          <p:cNvGrpSpPr/>
          <p:nvPr/>
        </p:nvGrpSpPr>
        <p:grpSpPr>
          <a:xfrm>
            <a:off x="11288543" y="3763248"/>
            <a:ext cx="368300" cy="1229995"/>
            <a:chOff x="11288543" y="3763248"/>
            <a:chExt cx="368300" cy="1229995"/>
          </a:xfrm>
        </p:grpSpPr>
        <p:sp>
          <p:nvSpPr>
            <p:cNvPr id="496" name="object 496" descr=""/>
            <p:cNvSpPr/>
            <p:nvPr/>
          </p:nvSpPr>
          <p:spPr>
            <a:xfrm>
              <a:off x="11288535" y="3763257"/>
              <a:ext cx="318135" cy="1229995"/>
            </a:xfrm>
            <a:custGeom>
              <a:avLst/>
              <a:gdLst/>
              <a:ahLst/>
              <a:cxnLst/>
              <a:rect l="l" t="t" r="r" b="b"/>
              <a:pathLst>
                <a:path w="318134" h="1229995">
                  <a:moveTo>
                    <a:pt x="317804" y="154025"/>
                  </a:moveTo>
                  <a:lnTo>
                    <a:pt x="310794" y="105968"/>
                  </a:lnTo>
                  <a:lnTo>
                    <a:pt x="293395" y="25082"/>
                  </a:lnTo>
                  <a:lnTo>
                    <a:pt x="248183" y="7429"/>
                  </a:lnTo>
                  <a:lnTo>
                    <a:pt x="184543" y="190"/>
                  </a:lnTo>
                  <a:lnTo>
                    <a:pt x="144564" y="0"/>
                  </a:lnTo>
                  <a:lnTo>
                    <a:pt x="106451" y="1498"/>
                  </a:lnTo>
                  <a:lnTo>
                    <a:pt x="76682" y="4546"/>
                  </a:lnTo>
                  <a:lnTo>
                    <a:pt x="59575" y="21831"/>
                  </a:lnTo>
                  <a:lnTo>
                    <a:pt x="54025" y="63258"/>
                  </a:lnTo>
                  <a:lnTo>
                    <a:pt x="58508" y="124561"/>
                  </a:lnTo>
                  <a:lnTo>
                    <a:pt x="68694" y="185026"/>
                  </a:lnTo>
                  <a:lnTo>
                    <a:pt x="50736" y="198958"/>
                  </a:lnTo>
                  <a:lnTo>
                    <a:pt x="56057" y="267068"/>
                  </a:lnTo>
                  <a:lnTo>
                    <a:pt x="64985" y="328714"/>
                  </a:lnTo>
                  <a:lnTo>
                    <a:pt x="75971" y="398526"/>
                  </a:lnTo>
                  <a:lnTo>
                    <a:pt x="97713" y="531926"/>
                  </a:lnTo>
                  <a:lnTo>
                    <a:pt x="105283" y="580161"/>
                  </a:lnTo>
                  <a:lnTo>
                    <a:pt x="108521" y="605866"/>
                  </a:lnTo>
                  <a:lnTo>
                    <a:pt x="112699" y="630682"/>
                  </a:lnTo>
                  <a:lnTo>
                    <a:pt x="114719" y="635317"/>
                  </a:lnTo>
                  <a:lnTo>
                    <a:pt x="112750" y="649795"/>
                  </a:lnTo>
                  <a:lnTo>
                    <a:pt x="117055" y="686955"/>
                  </a:lnTo>
                  <a:lnTo>
                    <a:pt x="126555" y="782256"/>
                  </a:lnTo>
                  <a:lnTo>
                    <a:pt x="132257" y="832777"/>
                  </a:lnTo>
                  <a:lnTo>
                    <a:pt x="146354" y="934123"/>
                  </a:lnTo>
                  <a:lnTo>
                    <a:pt x="161137" y="1026261"/>
                  </a:lnTo>
                  <a:lnTo>
                    <a:pt x="172796" y="1093241"/>
                  </a:lnTo>
                  <a:lnTo>
                    <a:pt x="176060" y="1111123"/>
                  </a:lnTo>
                  <a:lnTo>
                    <a:pt x="135394" y="1138148"/>
                  </a:lnTo>
                  <a:lnTo>
                    <a:pt x="89903" y="1166088"/>
                  </a:lnTo>
                  <a:lnTo>
                    <a:pt x="30530" y="1185786"/>
                  </a:lnTo>
                  <a:lnTo>
                    <a:pt x="9918" y="1192072"/>
                  </a:lnTo>
                  <a:lnTo>
                    <a:pt x="63" y="1197622"/>
                  </a:lnTo>
                  <a:lnTo>
                    <a:pt x="0" y="1204569"/>
                  </a:lnTo>
                  <a:lnTo>
                    <a:pt x="5168" y="1213713"/>
                  </a:lnTo>
                  <a:lnTo>
                    <a:pt x="17233" y="1222679"/>
                  </a:lnTo>
                  <a:lnTo>
                    <a:pt x="37896" y="1229131"/>
                  </a:lnTo>
                  <a:lnTo>
                    <a:pt x="71424" y="1229944"/>
                  </a:lnTo>
                  <a:lnTo>
                    <a:pt x="113017" y="1225905"/>
                  </a:lnTo>
                  <a:lnTo>
                    <a:pt x="150609" y="1220508"/>
                  </a:lnTo>
                  <a:lnTo>
                    <a:pt x="172212" y="1217244"/>
                  </a:lnTo>
                  <a:lnTo>
                    <a:pt x="192379" y="1216621"/>
                  </a:lnTo>
                  <a:lnTo>
                    <a:pt x="224345" y="1216177"/>
                  </a:lnTo>
                  <a:lnTo>
                    <a:pt x="254076" y="1214805"/>
                  </a:lnTo>
                  <a:lnTo>
                    <a:pt x="267487" y="1211440"/>
                  </a:lnTo>
                  <a:lnTo>
                    <a:pt x="267995" y="1175524"/>
                  </a:lnTo>
                  <a:lnTo>
                    <a:pt x="263042" y="1142492"/>
                  </a:lnTo>
                  <a:lnTo>
                    <a:pt x="256743" y="1119124"/>
                  </a:lnTo>
                  <a:lnTo>
                    <a:pt x="276974" y="970343"/>
                  </a:lnTo>
                  <a:lnTo>
                    <a:pt x="287528" y="890930"/>
                  </a:lnTo>
                  <a:lnTo>
                    <a:pt x="291782" y="854519"/>
                  </a:lnTo>
                  <a:lnTo>
                    <a:pt x="293166" y="834390"/>
                  </a:lnTo>
                  <a:lnTo>
                    <a:pt x="291655" y="787095"/>
                  </a:lnTo>
                  <a:lnTo>
                    <a:pt x="285115" y="727087"/>
                  </a:lnTo>
                  <a:lnTo>
                    <a:pt x="276021" y="670433"/>
                  </a:lnTo>
                  <a:lnTo>
                    <a:pt x="266865" y="633183"/>
                  </a:lnTo>
                  <a:lnTo>
                    <a:pt x="265633" y="631736"/>
                  </a:lnTo>
                  <a:lnTo>
                    <a:pt x="268198" y="625754"/>
                  </a:lnTo>
                  <a:lnTo>
                    <a:pt x="273710" y="569531"/>
                  </a:lnTo>
                  <a:lnTo>
                    <a:pt x="279184" y="508431"/>
                  </a:lnTo>
                  <a:lnTo>
                    <a:pt x="284378" y="445998"/>
                  </a:lnTo>
                  <a:lnTo>
                    <a:pt x="289077" y="385800"/>
                  </a:lnTo>
                  <a:lnTo>
                    <a:pt x="293090" y="331393"/>
                  </a:lnTo>
                  <a:lnTo>
                    <a:pt x="296176" y="286334"/>
                  </a:lnTo>
                  <a:lnTo>
                    <a:pt x="298704" y="238455"/>
                  </a:lnTo>
                  <a:lnTo>
                    <a:pt x="298221" y="237604"/>
                  </a:lnTo>
                  <a:lnTo>
                    <a:pt x="304927" y="227647"/>
                  </a:lnTo>
                  <a:lnTo>
                    <a:pt x="315493" y="188252"/>
                  </a:lnTo>
                  <a:lnTo>
                    <a:pt x="317804" y="154025"/>
                  </a:lnTo>
                  <a:close/>
                </a:path>
              </a:pathLst>
            </a:custGeom>
            <a:solidFill>
              <a:srgbClr val="FBEB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7" name="object 497" descr=""/>
            <p:cNvSpPr/>
            <p:nvPr/>
          </p:nvSpPr>
          <p:spPr>
            <a:xfrm>
              <a:off x="11304606" y="3771520"/>
              <a:ext cx="352425" cy="250190"/>
            </a:xfrm>
            <a:custGeom>
              <a:avLst/>
              <a:gdLst/>
              <a:ahLst/>
              <a:cxnLst/>
              <a:rect l="l" t="t" r="r" b="b"/>
              <a:pathLst>
                <a:path w="352425" h="250189">
                  <a:moveTo>
                    <a:pt x="286211" y="0"/>
                  </a:moveTo>
                  <a:lnTo>
                    <a:pt x="225148" y="17583"/>
                  </a:lnTo>
                  <a:lnTo>
                    <a:pt x="175132" y="26484"/>
                  </a:lnTo>
                  <a:lnTo>
                    <a:pt x="109466" y="29439"/>
                  </a:lnTo>
                  <a:lnTo>
                    <a:pt x="1455" y="29182"/>
                  </a:lnTo>
                  <a:lnTo>
                    <a:pt x="0" y="125950"/>
                  </a:lnTo>
                  <a:lnTo>
                    <a:pt x="3552" y="180846"/>
                  </a:lnTo>
                  <a:lnTo>
                    <a:pt x="15747" y="214246"/>
                  </a:lnTo>
                  <a:lnTo>
                    <a:pt x="40218" y="246526"/>
                  </a:lnTo>
                  <a:lnTo>
                    <a:pt x="79924" y="229536"/>
                  </a:lnTo>
                  <a:lnTo>
                    <a:pt x="118145" y="224198"/>
                  </a:lnTo>
                  <a:lnTo>
                    <a:pt x="177370" y="230807"/>
                  </a:lnTo>
                  <a:lnTo>
                    <a:pt x="280086" y="249657"/>
                  </a:lnTo>
                  <a:lnTo>
                    <a:pt x="333579" y="221937"/>
                  </a:lnTo>
                  <a:lnTo>
                    <a:pt x="352048" y="186691"/>
                  </a:lnTo>
                  <a:lnTo>
                    <a:pt x="336067" y="120514"/>
                  </a:lnTo>
                  <a:lnTo>
                    <a:pt x="286211" y="0"/>
                  </a:lnTo>
                  <a:close/>
                </a:path>
              </a:pathLst>
            </a:custGeom>
            <a:solidFill>
              <a:srgbClr val="5F709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8" name="object 498" descr=""/>
          <p:cNvGrpSpPr/>
          <p:nvPr/>
        </p:nvGrpSpPr>
        <p:grpSpPr>
          <a:xfrm>
            <a:off x="11384706" y="3189342"/>
            <a:ext cx="173990" cy="961390"/>
            <a:chOff x="11384706" y="3189342"/>
            <a:chExt cx="173990" cy="961390"/>
          </a:xfrm>
        </p:grpSpPr>
        <p:sp>
          <p:nvSpPr>
            <p:cNvPr id="499" name="object 499" descr=""/>
            <p:cNvSpPr/>
            <p:nvPr/>
          </p:nvSpPr>
          <p:spPr>
            <a:xfrm>
              <a:off x="11384699" y="3189344"/>
              <a:ext cx="173990" cy="792480"/>
            </a:xfrm>
            <a:custGeom>
              <a:avLst/>
              <a:gdLst/>
              <a:ahLst/>
              <a:cxnLst/>
              <a:rect l="l" t="t" r="r" b="b"/>
              <a:pathLst>
                <a:path w="173990" h="792479">
                  <a:moveTo>
                    <a:pt x="173456" y="131419"/>
                  </a:moveTo>
                  <a:lnTo>
                    <a:pt x="167589" y="59753"/>
                  </a:lnTo>
                  <a:lnTo>
                    <a:pt x="127647" y="7683"/>
                  </a:lnTo>
                  <a:lnTo>
                    <a:pt x="95758" y="0"/>
                  </a:lnTo>
                  <a:lnTo>
                    <a:pt x="62395" y="4635"/>
                  </a:lnTo>
                  <a:lnTo>
                    <a:pt x="10629" y="50977"/>
                  </a:lnTo>
                  <a:lnTo>
                    <a:pt x="1917" y="92773"/>
                  </a:lnTo>
                  <a:lnTo>
                    <a:pt x="165" y="144932"/>
                  </a:lnTo>
                  <a:lnTo>
                    <a:pt x="0" y="190004"/>
                  </a:lnTo>
                  <a:lnTo>
                    <a:pt x="1943" y="244424"/>
                  </a:lnTo>
                  <a:lnTo>
                    <a:pt x="7213" y="305689"/>
                  </a:lnTo>
                  <a:lnTo>
                    <a:pt x="17043" y="371284"/>
                  </a:lnTo>
                  <a:lnTo>
                    <a:pt x="28575" y="421208"/>
                  </a:lnTo>
                  <a:lnTo>
                    <a:pt x="25438" y="454964"/>
                  </a:lnTo>
                  <a:lnTo>
                    <a:pt x="27012" y="510108"/>
                  </a:lnTo>
                  <a:lnTo>
                    <a:pt x="31394" y="571182"/>
                  </a:lnTo>
                  <a:lnTo>
                    <a:pt x="37592" y="632637"/>
                  </a:lnTo>
                  <a:lnTo>
                    <a:pt x="44602" y="688936"/>
                  </a:lnTo>
                  <a:lnTo>
                    <a:pt x="51460" y="734542"/>
                  </a:lnTo>
                  <a:lnTo>
                    <a:pt x="66332" y="782142"/>
                  </a:lnTo>
                  <a:lnTo>
                    <a:pt x="95542" y="792480"/>
                  </a:lnTo>
                  <a:lnTo>
                    <a:pt x="109550" y="788987"/>
                  </a:lnTo>
                  <a:lnTo>
                    <a:pt x="134962" y="750849"/>
                  </a:lnTo>
                  <a:lnTo>
                    <a:pt x="148399" y="599528"/>
                  </a:lnTo>
                  <a:lnTo>
                    <a:pt x="156514" y="477939"/>
                  </a:lnTo>
                  <a:lnTo>
                    <a:pt x="158457" y="431888"/>
                  </a:lnTo>
                  <a:lnTo>
                    <a:pt x="156768" y="421119"/>
                  </a:lnTo>
                  <a:lnTo>
                    <a:pt x="157581" y="420306"/>
                  </a:lnTo>
                  <a:lnTo>
                    <a:pt x="161086" y="401142"/>
                  </a:lnTo>
                  <a:lnTo>
                    <a:pt x="165658" y="365137"/>
                  </a:lnTo>
                  <a:lnTo>
                    <a:pt x="169799" y="304342"/>
                  </a:lnTo>
                  <a:lnTo>
                    <a:pt x="172021" y="210794"/>
                  </a:lnTo>
                  <a:lnTo>
                    <a:pt x="173456" y="131419"/>
                  </a:lnTo>
                  <a:close/>
                </a:path>
              </a:pathLst>
            </a:custGeom>
            <a:solidFill>
              <a:srgbClr val="FADF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0" name="object 500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1419917" y="3907542"/>
              <a:ext cx="111950" cy="243118"/>
            </a:xfrm>
            <a:prstGeom prst="rect">
              <a:avLst/>
            </a:prstGeom>
          </p:spPr>
        </p:pic>
      </p:grpSp>
      <p:grpSp>
        <p:nvGrpSpPr>
          <p:cNvPr id="501" name="object 501" descr=""/>
          <p:cNvGrpSpPr/>
          <p:nvPr/>
        </p:nvGrpSpPr>
        <p:grpSpPr>
          <a:xfrm>
            <a:off x="5450408" y="10488907"/>
            <a:ext cx="405765" cy="188595"/>
            <a:chOff x="5450408" y="10488907"/>
            <a:chExt cx="405765" cy="188595"/>
          </a:xfrm>
        </p:grpSpPr>
        <p:sp>
          <p:nvSpPr>
            <p:cNvPr id="502" name="object 502" descr=""/>
            <p:cNvSpPr/>
            <p:nvPr/>
          </p:nvSpPr>
          <p:spPr>
            <a:xfrm>
              <a:off x="5456766" y="10488907"/>
              <a:ext cx="394970" cy="170180"/>
            </a:xfrm>
            <a:custGeom>
              <a:avLst/>
              <a:gdLst/>
              <a:ahLst/>
              <a:cxnLst/>
              <a:rect l="l" t="t" r="r" b="b"/>
              <a:pathLst>
                <a:path w="394970" h="170179">
                  <a:moveTo>
                    <a:pt x="229808" y="0"/>
                  </a:moveTo>
                  <a:lnTo>
                    <a:pt x="190877" y="32679"/>
                  </a:lnTo>
                  <a:lnTo>
                    <a:pt x="154880" y="58919"/>
                  </a:lnTo>
                  <a:lnTo>
                    <a:pt x="116041" y="80186"/>
                  </a:lnTo>
                  <a:lnTo>
                    <a:pt x="79579" y="94671"/>
                  </a:lnTo>
                  <a:lnTo>
                    <a:pt x="47831" y="106618"/>
                  </a:lnTo>
                  <a:lnTo>
                    <a:pt x="22622" y="116451"/>
                  </a:lnTo>
                  <a:lnTo>
                    <a:pt x="5773" y="124593"/>
                  </a:lnTo>
                  <a:lnTo>
                    <a:pt x="0" y="134900"/>
                  </a:lnTo>
                  <a:lnTo>
                    <a:pt x="5977" y="148333"/>
                  </a:lnTo>
                  <a:lnTo>
                    <a:pt x="22438" y="160945"/>
                  </a:lnTo>
                  <a:lnTo>
                    <a:pt x="48117" y="168790"/>
                  </a:lnTo>
                  <a:lnTo>
                    <a:pt x="83804" y="169835"/>
                  </a:lnTo>
                  <a:lnTo>
                    <a:pt x="129143" y="166013"/>
                  </a:lnTo>
                  <a:lnTo>
                    <a:pt x="181122" y="159328"/>
                  </a:lnTo>
                  <a:lnTo>
                    <a:pt x="236729" y="151785"/>
                  </a:lnTo>
                  <a:lnTo>
                    <a:pt x="292096" y="146079"/>
                  </a:lnTo>
                  <a:lnTo>
                    <a:pt x="340940" y="142286"/>
                  </a:lnTo>
                  <a:lnTo>
                    <a:pt x="376655" y="138480"/>
                  </a:lnTo>
                  <a:lnTo>
                    <a:pt x="392630" y="132739"/>
                  </a:lnTo>
                  <a:lnTo>
                    <a:pt x="394823" y="113721"/>
                  </a:lnTo>
                  <a:lnTo>
                    <a:pt x="393440" y="80028"/>
                  </a:lnTo>
                  <a:lnTo>
                    <a:pt x="388223" y="44623"/>
                  </a:lnTo>
                  <a:lnTo>
                    <a:pt x="378913" y="20470"/>
                  </a:lnTo>
                  <a:lnTo>
                    <a:pt x="356332" y="24897"/>
                  </a:lnTo>
                  <a:lnTo>
                    <a:pt x="340482" y="27339"/>
                  </a:lnTo>
                  <a:lnTo>
                    <a:pt x="323875" y="28666"/>
                  </a:lnTo>
                  <a:lnTo>
                    <a:pt x="299020" y="29747"/>
                  </a:lnTo>
                  <a:lnTo>
                    <a:pt x="270501" y="25806"/>
                  </a:lnTo>
                  <a:lnTo>
                    <a:pt x="248676" y="15502"/>
                  </a:lnTo>
                  <a:lnTo>
                    <a:pt x="234720" y="4883"/>
                  </a:lnTo>
                  <a:lnTo>
                    <a:pt x="229808" y="0"/>
                  </a:lnTo>
                  <a:close/>
                </a:path>
              </a:pathLst>
            </a:custGeom>
            <a:solidFill>
              <a:srgbClr val="0D14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5450408" y="10617622"/>
              <a:ext cx="405765" cy="60325"/>
            </a:xfrm>
            <a:custGeom>
              <a:avLst/>
              <a:gdLst/>
              <a:ahLst/>
              <a:cxnLst/>
              <a:rect l="l" t="t" r="r" b="b"/>
              <a:pathLst>
                <a:path w="405764" h="60325">
                  <a:moveTo>
                    <a:pt x="402343" y="0"/>
                  </a:moveTo>
                  <a:lnTo>
                    <a:pt x="348078" y="2801"/>
                  </a:lnTo>
                  <a:lnTo>
                    <a:pt x="309582" y="6743"/>
                  </a:lnTo>
                  <a:lnTo>
                    <a:pt x="260128" y="14333"/>
                  </a:lnTo>
                  <a:lnTo>
                    <a:pt x="212689" y="23503"/>
                  </a:lnTo>
                  <a:lnTo>
                    <a:pt x="165062" y="31496"/>
                  </a:lnTo>
                  <a:lnTo>
                    <a:pt x="115043" y="35559"/>
                  </a:lnTo>
                  <a:lnTo>
                    <a:pt x="63538" y="33088"/>
                  </a:lnTo>
                  <a:lnTo>
                    <a:pt x="31324" y="25387"/>
                  </a:lnTo>
                  <a:lnTo>
                    <a:pt x="14042" y="16268"/>
                  </a:lnTo>
                  <a:lnTo>
                    <a:pt x="7329" y="9538"/>
                  </a:lnTo>
                  <a:lnTo>
                    <a:pt x="6827" y="8795"/>
                  </a:lnTo>
                  <a:lnTo>
                    <a:pt x="5853" y="8669"/>
                  </a:lnTo>
                  <a:lnTo>
                    <a:pt x="3392" y="10921"/>
                  </a:lnTo>
                  <a:lnTo>
                    <a:pt x="345" y="14837"/>
                  </a:lnTo>
                  <a:lnTo>
                    <a:pt x="0" y="22596"/>
                  </a:lnTo>
                  <a:lnTo>
                    <a:pt x="3118" y="31865"/>
                  </a:lnTo>
                  <a:lnTo>
                    <a:pt x="49443" y="56783"/>
                  </a:lnTo>
                  <a:lnTo>
                    <a:pt x="118468" y="59822"/>
                  </a:lnTo>
                  <a:lnTo>
                    <a:pt x="157223" y="57469"/>
                  </a:lnTo>
                  <a:lnTo>
                    <a:pt x="187816" y="52574"/>
                  </a:lnTo>
                  <a:lnTo>
                    <a:pt x="215586" y="46570"/>
                  </a:lnTo>
                  <a:lnTo>
                    <a:pt x="249281" y="40553"/>
                  </a:lnTo>
                  <a:lnTo>
                    <a:pt x="298577" y="32731"/>
                  </a:lnTo>
                  <a:lnTo>
                    <a:pt x="299362" y="33485"/>
                  </a:lnTo>
                  <a:lnTo>
                    <a:pt x="299739" y="48427"/>
                  </a:lnTo>
                  <a:lnTo>
                    <a:pt x="300430" y="49150"/>
                  </a:lnTo>
                  <a:lnTo>
                    <a:pt x="404930" y="45967"/>
                  </a:lnTo>
                  <a:lnTo>
                    <a:pt x="405600" y="45160"/>
                  </a:lnTo>
                  <a:lnTo>
                    <a:pt x="402961" y="680"/>
                  </a:lnTo>
                  <a:lnTo>
                    <a:pt x="402343" y="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4" name="object 504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5457468" y="10502768"/>
              <a:ext cx="394413" cy="153982"/>
            </a:xfrm>
            <a:prstGeom prst="rect">
              <a:avLst/>
            </a:prstGeom>
          </p:spPr>
        </p:pic>
      </p:grpSp>
      <p:grpSp>
        <p:nvGrpSpPr>
          <p:cNvPr id="505" name="object 505" descr=""/>
          <p:cNvGrpSpPr/>
          <p:nvPr/>
        </p:nvGrpSpPr>
        <p:grpSpPr>
          <a:xfrm>
            <a:off x="5504846" y="9049459"/>
            <a:ext cx="423545" cy="1475740"/>
            <a:chOff x="5504846" y="9049459"/>
            <a:chExt cx="423545" cy="1475740"/>
          </a:xfrm>
        </p:grpSpPr>
        <p:sp>
          <p:nvSpPr>
            <p:cNvPr id="506" name="object 506" descr=""/>
            <p:cNvSpPr/>
            <p:nvPr/>
          </p:nvSpPr>
          <p:spPr>
            <a:xfrm>
              <a:off x="5504840" y="9049467"/>
              <a:ext cx="423545" cy="1475740"/>
            </a:xfrm>
            <a:custGeom>
              <a:avLst/>
              <a:gdLst/>
              <a:ahLst/>
              <a:cxnLst/>
              <a:rect l="l" t="t" r="r" b="b"/>
              <a:pathLst>
                <a:path w="423545" h="1475740">
                  <a:moveTo>
                    <a:pt x="423214" y="224142"/>
                  </a:moveTo>
                  <a:lnTo>
                    <a:pt x="421474" y="123240"/>
                  </a:lnTo>
                  <a:lnTo>
                    <a:pt x="412800" y="36715"/>
                  </a:lnTo>
                  <a:lnTo>
                    <a:pt x="407593" y="0"/>
                  </a:lnTo>
                  <a:lnTo>
                    <a:pt x="0" y="27978"/>
                  </a:lnTo>
                  <a:lnTo>
                    <a:pt x="7023" y="185915"/>
                  </a:lnTo>
                  <a:lnTo>
                    <a:pt x="8369" y="221818"/>
                  </a:lnTo>
                  <a:lnTo>
                    <a:pt x="8928" y="240296"/>
                  </a:lnTo>
                  <a:lnTo>
                    <a:pt x="8940" y="240982"/>
                  </a:lnTo>
                  <a:lnTo>
                    <a:pt x="9461" y="257746"/>
                  </a:lnTo>
                  <a:lnTo>
                    <a:pt x="11455" y="264134"/>
                  </a:lnTo>
                  <a:lnTo>
                    <a:pt x="57696" y="691057"/>
                  </a:lnTo>
                  <a:lnTo>
                    <a:pt x="65493" y="766838"/>
                  </a:lnTo>
                  <a:lnTo>
                    <a:pt x="67183" y="785431"/>
                  </a:lnTo>
                  <a:lnTo>
                    <a:pt x="67106" y="785964"/>
                  </a:lnTo>
                  <a:lnTo>
                    <a:pt x="106603" y="1475155"/>
                  </a:lnTo>
                  <a:lnTo>
                    <a:pt x="368223" y="1475155"/>
                  </a:lnTo>
                  <a:lnTo>
                    <a:pt x="375450" y="1162939"/>
                  </a:lnTo>
                  <a:lnTo>
                    <a:pt x="375551" y="986002"/>
                  </a:lnTo>
                  <a:lnTo>
                    <a:pt x="366471" y="878725"/>
                  </a:lnTo>
                  <a:lnTo>
                    <a:pt x="346125" y="775563"/>
                  </a:lnTo>
                  <a:lnTo>
                    <a:pt x="357124" y="683323"/>
                  </a:lnTo>
                  <a:lnTo>
                    <a:pt x="368236" y="524878"/>
                  </a:lnTo>
                  <a:lnTo>
                    <a:pt x="376834" y="374980"/>
                  </a:lnTo>
                  <a:lnTo>
                    <a:pt x="379222" y="328841"/>
                  </a:lnTo>
                  <a:lnTo>
                    <a:pt x="388404" y="324319"/>
                  </a:lnTo>
                  <a:lnTo>
                    <a:pt x="407593" y="303974"/>
                  </a:lnTo>
                  <a:lnTo>
                    <a:pt x="423214" y="224142"/>
                  </a:lnTo>
                  <a:close/>
                </a:path>
              </a:pathLst>
            </a:custGeom>
            <a:solidFill>
              <a:srgbClr val="1F25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5587843" y="9112912"/>
              <a:ext cx="106045" cy="197485"/>
            </a:xfrm>
            <a:custGeom>
              <a:avLst/>
              <a:gdLst/>
              <a:ahLst/>
              <a:cxnLst/>
              <a:rect l="l" t="t" r="r" b="b"/>
              <a:pathLst>
                <a:path w="106045" h="197484">
                  <a:moveTo>
                    <a:pt x="16146" y="0"/>
                  </a:moveTo>
                  <a:lnTo>
                    <a:pt x="0" y="9319"/>
                  </a:lnTo>
                  <a:lnTo>
                    <a:pt x="89641" y="197365"/>
                  </a:lnTo>
                  <a:lnTo>
                    <a:pt x="105787" y="188036"/>
                  </a:lnTo>
                  <a:lnTo>
                    <a:pt x="16146" y="0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8" name="object 508" descr=""/>
          <p:cNvPicPr/>
          <p:nvPr/>
        </p:nvPicPr>
        <p:blipFill>
          <a:blip r:embed="rId109" cstate="print"/>
          <a:stretch>
            <a:fillRect/>
          </a:stretch>
        </p:blipFill>
        <p:spPr>
          <a:xfrm>
            <a:off x="6114988" y="8154459"/>
            <a:ext cx="2892273" cy="2536468"/>
          </a:xfrm>
          <a:prstGeom prst="rect">
            <a:avLst/>
          </a:prstGeom>
        </p:spPr>
      </p:pic>
      <p:grpSp>
        <p:nvGrpSpPr>
          <p:cNvPr id="509" name="object 509" descr=""/>
          <p:cNvGrpSpPr/>
          <p:nvPr/>
        </p:nvGrpSpPr>
        <p:grpSpPr>
          <a:xfrm>
            <a:off x="5410312" y="7833817"/>
            <a:ext cx="164465" cy="356870"/>
            <a:chOff x="5410312" y="7833817"/>
            <a:chExt cx="164465" cy="356870"/>
          </a:xfrm>
        </p:grpSpPr>
        <p:sp>
          <p:nvSpPr>
            <p:cNvPr id="510" name="object 510" descr=""/>
            <p:cNvSpPr/>
            <p:nvPr/>
          </p:nvSpPr>
          <p:spPr>
            <a:xfrm>
              <a:off x="5410312" y="7900829"/>
              <a:ext cx="56515" cy="158750"/>
            </a:xfrm>
            <a:custGeom>
              <a:avLst/>
              <a:gdLst/>
              <a:ahLst/>
              <a:cxnLst/>
              <a:rect l="l" t="t" r="r" b="b"/>
              <a:pathLst>
                <a:path w="56514" h="158750">
                  <a:moveTo>
                    <a:pt x="32191" y="0"/>
                  </a:moveTo>
                  <a:lnTo>
                    <a:pt x="12446" y="46708"/>
                  </a:lnTo>
                  <a:lnTo>
                    <a:pt x="2673" y="76657"/>
                  </a:lnTo>
                  <a:lnTo>
                    <a:pt x="0" y="102790"/>
                  </a:lnTo>
                  <a:lnTo>
                    <a:pt x="1986" y="148783"/>
                  </a:lnTo>
                  <a:lnTo>
                    <a:pt x="2765" y="154732"/>
                  </a:lnTo>
                  <a:lnTo>
                    <a:pt x="5629" y="157403"/>
                  </a:lnTo>
                  <a:lnTo>
                    <a:pt x="12317" y="158309"/>
                  </a:lnTo>
                  <a:lnTo>
                    <a:pt x="20034" y="152524"/>
                  </a:lnTo>
                  <a:lnTo>
                    <a:pt x="25865" y="137070"/>
                  </a:lnTo>
                  <a:lnTo>
                    <a:pt x="31349" y="116371"/>
                  </a:lnTo>
                  <a:lnTo>
                    <a:pt x="38023" y="94855"/>
                  </a:lnTo>
                  <a:lnTo>
                    <a:pt x="47852" y="66727"/>
                  </a:lnTo>
                  <a:lnTo>
                    <a:pt x="55965" y="32400"/>
                  </a:lnTo>
                  <a:lnTo>
                    <a:pt x="53649" y="5587"/>
                  </a:lnTo>
                  <a:lnTo>
                    <a:pt x="32191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5433686" y="7833817"/>
              <a:ext cx="140970" cy="356870"/>
            </a:xfrm>
            <a:custGeom>
              <a:avLst/>
              <a:gdLst/>
              <a:ahLst/>
              <a:cxnLst/>
              <a:rect l="l" t="t" r="r" b="b"/>
              <a:pathLst>
                <a:path w="140970" h="356870">
                  <a:moveTo>
                    <a:pt x="71386" y="0"/>
                  </a:moveTo>
                  <a:lnTo>
                    <a:pt x="10969" y="55400"/>
                  </a:lnTo>
                  <a:lnTo>
                    <a:pt x="896" y="110411"/>
                  </a:lnTo>
                  <a:lnTo>
                    <a:pt x="0" y="124240"/>
                  </a:lnTo>
                  <a:lnTo>
                    <a:pt x="2273" y="183000"/>
                  </a:lnTo>
                  <a:lnTo>
                    <a:pt x="3494" y="226303"/>
                  </a:lnTo>
                  <a:lnTo>
                    <a:pt x="4930" y="266343"/>
                  </a:lnTo>
                  <a:lnTo>
                    <a:pt x="7284" y="300094"/>
                  </a:lnTo>
                  <a:lnTo>
                    <a:pt x="6675" y="319456"/>
                  </a:lnTo>
                  <a:lnTo>
                    <a:pt x="4416" y="338662"/>
                  </a:lnTo>
                  <a:lnTo>
                    <a:pt x="5347" y="352683"/>
                  </a:lnTo>
                  <a:lnTo>
                    <a:pt x="14310" y="356490"/>
                  </a:lnTo>
                  <a:lnTo>
                    <a:pt x="57200" y="331586"/>
                  </a:lnTo>
                  <a:lnTo>
                    <a:pt x="90436" y="287547"/>
                  </a:lnTo>
                  <a:lnTo>
                    <a:pt x="109485" y="266629"/>
                  </a:lnTo>
                  <a:lnTo>
                    <a:pt x="126067" y="249276"/>
                  </a:lnTo>
                  <a:lnTo>
                    <a:pt x="136348" y="235907"/>
                  </a:lnTo>
                  <a:lnTo>
                    <a:pt x="140780" y="201104"/>
                  </a:lnTo>
                  <a:lnTo>
                    <a:pt x="136907" y="144358"/>
                  </a:lnTo>
                  <a:lnTo>
                    <a:pt x="126819" y="83704"/>
                  </a:lnTo>
                  <a:lnTo>
                    <a:pt x="112610" y="37180"/>
                  </a:lnTo>
                  <a:lnTo>
                    <a:pt x="97023" y="15577"/>
                  </a:lnTo>
                  <a:lnTo>
                    <a:pt x="71386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2" name="object 512" descr=""/>
          <p:cNvGrpSpPr/>
          <p:nvPr/>
        </p:nvGrpSpPr>
        <p:grpSpPr>
          <a:xfrm>
            <a:off x="5353579" y="6812282"/>
            <a:ext cx="241300" cy="1078230"/>
            <a:chOff x="5353579" y="6812282"/>
            <a:chExt cx="241300" cy="1078230"/>
          </a:xfrm>
        </p:grpSpPr>
        <p:sp>
          <p:nvSpPr>
            <p:cNvPr id="513" name="object 513" descr=""/>
            <p:cNvSpPr/>
            <p:nvPr/>
          </p:nvSpPr>
          <p:spPr>
            <a:xfrm>
              <a:off x="5353570" y="6812286"/>
              <a:ext cx="241300" cy="1028065"/>
            </a:xfrm>
            <a:custGeom>
              <a:avLst/>
              <a:gdLst/>
              <a:ahLst/>
              <a:cxnLst/>
              <a:rect l="l" t="t" r="r" b="b"/>
              <a:pathLst>
                <a:path w="241300" h="1028065">
                  <a:moveTo>
                    <a:pt x="241198" y="288658"/>
                  </a:moveTo>
                  <a:lnTo>
                    <a:pt x="240982" y="184251"/>
                  </a:lnTo>
                  <a:lnTo>
                    <a:pt x="239344" y="128587"/>
                  </a:lnTo>
                  <a:lnTo>
                    <a:pt x="234480" y="80492"/>
                  </a:lnTo>
                  <a:lnTo>
                    <a:pt x="204444" y="22377"/>
                  </a:lnTo>
                  <a:lnTo>
                    <a:pt x="145846" y="0"/>
                  </a:lnTo>
                  <a:lnTo>
                    <a:pt x="112826" y="4457"/>
                  </a:lnTo>
                  <a:lnTo>
                    <a:pt x="52489" y="49225"/>
                  </a:lnTo>
                  <a:lnTo>
                    <a:pt x="30416" y="91376"/>
                  </a:lnTo>
                  <a:lnTo>
                    <a:pt x="17259" y="147904"/>
                  </a:lnTo>
                  <a:lnTo>
                    <a:pt x="3670" y="267119"/>
                  </a:lnTo>
                  <a:lnTo>
                    <a:pt x="0" y="352729"/>
                  </a:lnTo>
                  <a:lnTo>
                    <a:pt x="7061" y="446011"/>
                  </a:lnTo>
                  <a:lnTo>
                    <a:pt x="25615" y="588264"/>
                  </a:lnTo>
                  <a:lnTo>
                    <a:pt x="27216" y="590524"/>
                  </a:lnTo>
                  <a:lnTo>
                    <a:pt x="25628" y="603300"/>
                  </a:lnTo>
                  <a:lnTo>
                    <a:pt x="27635" y="718019"/>
                  </a:lnTo>
                  <a:lnTo>
                    <a:pt x="33185" y="800506"/>
                  </a:lnTo>
                  <a:lnTo>
                    <a:pt x="46672" y="890549"/>
                  </a:lnTo>
                  <a:lnTo>
                    <a:pt x="72478" y="1028001"/>
                  </a:lnTo>
                  <a:lnTo>
                    <a:pt x="224713" y="1012723"/>
                  </a:lnTo>
                  <a:lnTo>
                    <a:pt x="233159" y="642010"/>
                  </a:lnTo>
                  <a:lnTo>
                    <a:pt x="234734" y="553808"/>
                  </a:lnTo>
                  <a:lnTo>
                    <a:pt x="234543" y="553097"/>
                  </a:lnTo>
                  <a:lnTo>
                    <a:pt x="236537" y="525614"/>
                  </a:lnTo>
                  <a:lnTo>
                    <a:pt x="240792" y="421843"/>
                  </a:lnTo>
                  <a:lnTo>
                    <a:pt x="241198" y="288658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4" name="object 514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5415381" y="7775246"/>
              <a:ext cx="177696" cy="115242"/>
            </a:xfrm>
            <a:prstGeom prst="rect">
              <a:avLst/>
            </a:prstGeom>
          </p:spPr>
        </p:pic>
      </p:grpSp>
      <p:grpSp>
        <p:nvGrpSpPr>
          <p:cNvPr id="515" name="object 515" descr=""/>
          <p:cNvGrpSpPr/>
          <p:nvPr/>
        </p:nvGrpSpPr>
        <p:grpSpPr>
          <a:xfrm>
            <a:off x="5860112" y="7845511"/>
            <a:ext cx="208915" cy="313055"/>
            <a:chOff x="5860112" y="7845511"/>
            <a:chExt cx="208915" cy="313055"/>
          </a:xfrm>
        </p:grpSpPr>
        <p:pic>
          <p:nvPicPr>
            <p:cNvPr id="516" name="object 516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5881515" y="7886956"/>
              <a:ext cx="98749" cy="137974"/>
            </a:xfrm>
            <a:prstGeom prst="rect">
              <a:avLst/>
            </a:prstGeom>
          </p:spPr>
        </p:pic>
        <p:sp>
          <p:nvSpPr>
            <p:cNvPr id="517" name="object 517" descr=""/>
            <p:cNvSpPr/>
            <p:nvPr/>
          </p:nvSpPr>
          <p:spPr>
            <a:xfrm>
              <a:off x="5860112" y="7845511"/>
              <a:ext cx="208915" cy="313055"/>
            </a:xfrm>
            <a:custGeom>
              <a:avLst/>
              <a:gdLst/>
              <a:ahLst/>
              <a:cxnLst/>
              <a:rect l="l" t="t" r="r" b="b"/>
              <a:pathLst>
                <a:path w="208914" h="313054">
                  <a:moveTo>
                    <a:pt x="152569" y="0"/>
                  </a:moveTo>
                  <a:lnTo>
                    <a:pt x="108271" y="31617"/>
                  </a:lnTo>
                  <a:lnTo>
                    <a:pt x="79880" y="78234"/>
                  </a:lnTo>
                  <a:lnTo>
                    <a:pt x="55984" y="145902"/>
                  </a:lnTo>
                  <a:lnTo>
                    <a:pt x="42100" y="186441"/>
                  </a:lnTo>
                  <a:lnTo>
                    <a:pt x="29543" y="224053"/>
                  </a:lnTo>
                  <a:lnTo>
                    <a:pt x="20012" y="256239"/>
                  </a:lnTo>
                  <a:lnTo>
                    <a:pt x="12742" y="273883"/>
                  </a:lnTo>
                  <a:lnTo>
                    <a:pt x="3998" y="290689"/>
                  </a:lnTo>
                  <a:lnTo>
                    <a:pt x="0" y="304042"/>
                  </a:lnTo>
                  <a:lnTo>
                    <a:pt x="6965" y="311326"/>
                  </a:lnTo>
                  <a:lnTo>
                    <a:pt x="19106" y="312877"/>
                  </a:lnTo>
                  <a:lnTo>
                    <a:pt x="35645" y="311844"/>
                  </a:lnTo>
                  <a:lnTo>
                    <a:pt x="55238" y="306320"/>
                  </a:lnTo>
                  <a:lnTo>
                    <a:pt x="76544" y="294395"/>
                  </a:lnTo>
                  <a:lnTo>
                    <a:pt x="101232" y="279576"/>
                  </a:lnTo>
                  <a:lnTo>
                    <a:pt x="126094" y="268242"/>
                  </a:lnTo>
                  <a:lnTo>
                    <a:pt x="161578" y="251129"/>
                  </a:lnTo>
                  <a:lnTo>
                    <a:pt x="193831" y="166743"/>
                  </a:lnTo>
                  <a:lnTo>
                    <a:pt x="205540" y="106443"/>
                  </a:lnTo>
                  <a:lnTo>
                    <a:pt x="208540" y="57470"/>
                  </a:lnTo>
                  <a:lnTo>
                    <a:pt x="201620" y="30955"/>
                  </a:lnTo>
                  <a:lnTo>
                    <a:pt x="183324" y="5788"/>
                  </a:lnTo>
                  <a:lnTo>
                    <a:pt x="152569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8" name="object 518" descr=""/>
          <p:cNvGrpSpPr/>
          <p:nvPr/>
        </p:nvGrpSpPr>
        <p:grpSpPr>
          <a:xfrm>
            <a:off x="5953357" y="6812282"/>
            <a:ext cx="344170" cy="1105535"/>
            <a:chOff x="5953357" y="6812282"/>
            <a:chExt cx="344170" cy="1105535"/>
          </a:xfrm>
        </p:grpSpPr>
        <p:sp>
          <p:nvSpPr>
            <p:cNvPr id="519" name="object 519" descr=""/>
            <p:cNvSpPr/>
            <p:nvPr/>
          </p:nvSpPr>
          <p:spPr>
            <a:xfrm>
              <a:off x="5968162" y="6812286"/>
              <a:ext cx="328930" cy="1061720"/>
            </a:xfrm>
            <a:custGeom>
              <a:avLst/>
              <a:gdLst/>
              <a:ahLst/>
              <a:cxnLst/>
              <a:rect l="l" t="t" r="r" b="b"/>
              <a:pathLst>
                <a:path w="328929" h="1061720">
                  <a:moveTo>
                    <a:pt x="328866" y="288658"/>
                  </a:moveTo>
                  <a:lnTo>
                    <a:pt x="328650" y="184251"/>
                  </a:lnTo>
                  <a:lnTo>
                    <a:pt x="327012" y="128587"/>
                  </a:lnTo>
                  <a:lnTo>
                    <a:pt x="322148" y="80492"/>
                  </a:lnTo>
                  <a:lnTo>
                    <a:pt x="292112" y="22377"/>
                  </a:lnTo>
                  <a:lnTo>
                    <a:pt x="233502" y="0"/>
                  </a:lnTo>
                  <a:lnTo>
                    <a:pt x="200494" y="4457"/>
                  </a:lnTo>
                  <a:lnTo>
                    <a:pt x="140144" y="49225"/>
                  </a:lnTo>
                  <a:lnTo>
                    <a:pt x="118084" y="91376"/>
                  </a:lnTo>
                  <a:lnTo>
                    <a:pt x="104927" y="147904"/>
                  </a:lnTo>
                  <a:lnTo>
                    <a:pt x="91325" y="267119"/>
                  </a:lnTo>
                  <a:lnTo>
                    <a:pt x="87668" y="352729"/>
                  </a:lnTo>
                  <a:lnTo>
                    <a:pt x="94729" y="446011"/>
                  </a:lnTo>
                  <a:lnTo>
                    <a:pt x="112610" y="583171"/>
                  </a:lnTo>
                  <a:lnTo>
                    <a:pt x="103936" y="599554"/>
                  </a:lnTo>
                  <a:lnTo>
                    <a:pt x="66014" y="706450"/>
                  </a:lnTo>
                  <a:lnTo>
                    <a:pt x="42545" y="785012"/>
                  </a:lnTo>
                  <a:lnTo>
                    <a:pt x="23787" y="873912"/>
                  </a:lnTo>
                  <a:lnTo>
                    <a:pt x="0" y="1011796"/>
                  </a:lnTo>
                  <a:lnTo>
                    <a:pt x="145999" y="1061631"/>
                  </a:lnTo>
                  <a:lnTo>
                    <a:pt x="282346" y="722515"/>
                  </a:lnTo>
                  <a:lnTo>
                    <a:pt x="314388" y="641667"/>
                  </a:lnTo>
                  <a:lnTo>
                    <a:pt x="316903" y="617181"/>
                  </a:lnTo>
                  <a:lnTo>
                    <a:pt x="316979" y="617004"/>
                  </a:lnTo>
                  <a:lnTo>
                    <a:pt x="319316" y="593001"/>
                  </a:lnTo>
                  <a:lnTo>
                    <a:pt x="324205" y="525614"/>
                  </a:lnTo>
                  <a:lnTo>
                    <a:pt x="328447" y="421843"/>
                  </a:lnTo>
                  <a:lnTo>
                    <a:pt x="328866" y="288658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0" name="object 520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5953357" y="7793208"/>
              <a:ext cx="187104" cy="124246"/>
            </a:xfrm>
            <a:prstGeom prst="rect">
              <a:avLst/>
            </a:prstGeom>
          </p:spPr>
        </p:pic>
      </p:grpSp>
      <p:grpSp>
        <p:nvGrpSpPr>
          <p:cNvPr id="521" name="object 521" descr=""/>
          <p:cNvGrpSpPr/>
          <p:nvPr/>
        </p:nvGrpSpPr>
        <p:grpSpPr>
          <a:xfrm>
            <a:off x="6416898" y="7726898"/>
            <a:ext cx="273685" cy="252729"/>
            <a:chOff x="6416898" y="7726898"/>
            <a:chExt cx="273685" cy="252729"/>
          </a:xfrm>
        </p:grpSpPr>
        <p:pic>
          <p:nvPicPr>
            <p:cNvPr id="522" name="object 522" descr=""/>
            <p:cNvPicPr/>
            <p:nvPr/>
          </p:nvPicPr>
          <p:blipFill>
            <a:blip r:embed="rId113" cstate="print"/>
            <a:stretch>
              <a:fillRect/>
            </a:stretch>
          </p:blipFill>
          <p:spPr>
            <a:xfrm>
              <a:off x="6477398" y="7747289"/>
              <a:ext cx="128604" cy="104192"/>
            </a:xfrm>
            <a:prstGeom prst="rect">
              <a:avLst/>
            </a:prstGeom>
          </p:spPr>
        </p:pic>
        <p:sp>
          <p:nvSpPr>
            <p:cNvPr id="523" name="object 523" descr=""/>
            <p:cNvSpPr/>
            <p:nvPr/>
          </p:nvSpPr>
          <p:spPr>
            <a:xfrm>
              <a:off x="6416898" y="7726898"/>
              <a:ext cx="273685" cy="252729"/>
            </a:xfrm>
            <a:custGeom>
              <a:avLst/>
              <a:gdLst/>
              <a:ahLst/>
              <a:cxnLst/>
              <a:rect l="l" t="t" r="r" b="b"/>
              <a:pathLst>
                <a:path w="273684" h="252729">
                  <a:moveTo>
                    <a:pt x="236635" y="0"/>
                  </a:moveTo>
                  <a:lnTo>
                    <a:pt x="185255" y="13364"/>
                  </a:lnTo>
                  <a:lnTo>
                    <a:pt x="144269" y="46743"/>
                  </a:lnTo>
                  <a:lnTo>
                    <a:pt x="101074" y="101615"/>
                  </a:lnTo>
                  <a:lnTo>
                    <a:pt x="75605" y="134646"/>
                  </a:lnTo>
                  <a:lnTo>
                    <a:pt x="52281" y="165412"/>
                  </a:lnTo>
                  <a:lnTo>
                    <a:pt x="33469" y="192186"/>
                  </a:lnTo>
                  <a:lnTo>
                    <a:pt x="21223" y="206109"/>
                  </a:lnTo>
                  <a:lnTo>
                    <a:pt x="7849" y="218697"/>
                  </a:lnTo>
                  <a:lnTo>
                    <a:pt x="0" y="229792"/>
                  </a:lnTo>
                  <a:lnTo>
                    <a:pt x="4328" y="239232"/>
                  </a:lnTo>
                  <a:lnTo>
                    <a:pt x="15288" y="245193"/>
                  </a:lnTo>
                  <a:lnTo>
                    <a:pt x="31178" y="250348"/>
                  </a:lnTo>
                  <a:lnTo>
                    <a:pt x="51321" y="252403"/>
                  </a:lnTo>
                  <a:lnTo>
                    <a:pt x="75038" y="249064"/>
                  </a:lnTo>
                  <a:lnTo>
                    <a:pt x="102810" y="244252"/>
                  </a:lnTo>
                  <a:lnTo>
                    <a:pt x="129684" y="242788"/>
                  </a:lnTo>
                  <a:lnTo>
                    <a:pt x="168334" y="239818"/>
                  </a:lnTo>
                  <a:lnTo>
                    <a:pt x="224506" y="172302"/>
                  </a:lnTo>
                  <a:lnTo>
                    <a:pt x="253968" y="119856"/>
                  </a:lnTo>
                  <a:lnTo>
                    <a:pt x="271765" y="74849"/>
                  </a:lnTo>
                  <a:lnTo>
                    <a:pt x="273358" y="47321"/>
                  </a:lnTo>
                  <a:lnTo>
                    <a:pt x="263826" y="16845"/>
                  </a:lnTo>
                  <a:lnTo>
                    <a:pt x="236635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4" name="object 524" descr=""/>
          <p:cNvGrpSpPr/>
          <p:nvPr/>
        </p:nvGrpSpPr>
        <p:grpSpPr>
          <a:xfrm>
            <a:off x="6589679" y="6812282"/>
            <a:ext cx="461645" cy="1018540"/>
            <a:chOff x="6589679" y="6812282"/>
            <a:chExt cx="461645" cy="1018540"/>
          </a:xfrm>
        </p:grpSpPr>
        <p:sp>
          <p:nvSpPr>
            <p:cNvPr id="525" name="object 525" descr=""/>
            <p:cNvSpPr/>
            <p:nvPr/>
          </p:nvSpPr>
          <p:spPr>
            <a:xfrm>
              <a:off x="6618161" y="6812286"/>
              <a:ext cx="433705" cy="979169"/>
            </a:xfrm>
            <a:custGeom>
              <a:avLst/>
              <a:gdLst/>
              <a:ahLst/>
              <a:cxnLst/>
              <a:rect l="l" t="t" r="r" b="b"/>
              <a:pathLst>
                <a:path w="433704" h="979170">
                  <a:moveTo>
                    <a:pt x="433082" y="288658"/>
                  </a:moveTo>
                  <a:lnTo>
                    <a:pt x="432866" y="184251"/>
                  </a:lnTo>
                  <a:lnTo>
                    <a:pt x="431228" y="128587"/>
                  </a:lnTo>
                  <a:lnTo>
                    <a:pt x="426364" y="80492"/>
                  </a:lnTo>
                  <a:lnTo>
                    <a:pt x="396328" y="22377"/>
                  </a:lnTo>
                  <a:lnTo>
                    <a:pt x="337731" y="0"/>
                  </a:lnTo>
                  <a:lnTo>
                    <a:pt x="304711" y="4457"/>
                  </a:lnTo>
                  <a:lnTo>
                    <a:pt x="244373" y="49225"/>
                  </a:lnTo>
                  <a:lnTo>
                    <a:pt x="222300" y="91376"/>
                  </a:lnTo>
                  <a:lnTo>
                    <a:pt x="209143" y="147904"/>
                  </a:lnTo>
                  <a:lnTo>
                    <a:pt x="195554" y="267119"/>
                  </a:lnTo>
                  <a:lnTo>
                    <a:pt x="191884" y="352729"/>
                  </a:lnTo>
                  <a:lnTo>
                    <a:pt x="198945" y="446011"/>
                  </a:lnTo>
                  <a:lnTo>
                    <a:pt x="211683" y="543763"/>
                  </a:lnTo>
                  <a:lnTo>
                    <a:pt x="155536" y="614870"/>
                  </a:lnTo>
                  <a:lnTo>
                    <a:pt x="109410" y="680161"/>
                  </a:lnTo>
                  <a:lnTo>
                    <a:pt x="64566" y="756920"/>
                  </a:lnTo>
                  <a:lnTo>
                    <a:pt x="0" y="877951"/>
                  </a:lnTo>
                  <a:lnTo>
                    <a:pt x="122250" y="978966"/>
                  </a:lnTo>
                  <a:lnTo>
                    <a:pt x="354330" y="710133"/>
                  </a:lnTo>
                  <a:lnTo>
                    <a:pt x="409232" y="645858"/>
                  </a:lnTo>
                  <a:lnTo>
                    <a:pt x="421906" y="617435"/>
                  </a:lnTo>
                  <a:lnTo>
                    <a:pt x="422249" y="606234"/>
                  </a:lnTo>
                  <a:lnTo>
                    <a:pt x="423545" y="593001"/>
                  </a:lnTo>
                  <a:lnTo>
                    <a:pt x="428421" y="525614"/>
                  </a:lnTo>
                  <a:lnTo>
                    <a:pt x="432676" y="421843"/>
                  </a:lnTo>
                  <a:lnTo>
                    <a:pt x="433082" y="288658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6" name="object 526" descr=""/>
            <p:cNvPicPr/>
            <p:nvPr/>
          </p:nvPicPr>
          <p:blipFill>
            <a:blip r:embed="rId114" cstate="print"/>
            <a:stretch>
              <a:fillRect/>
            </a:stretch>
          </p:blipFill>
          <p:spPr>
            <a:xfrm>
              <a:off x="6589679" y="7661584"/>
              <a:ext cx="188308" cy="168649"/>
            </a:xfrm>
            <a:prstGeom prst="rect">
              <a:avLst/>
            </a:prstGeom>
          </p:spPr>
        </p:pic>
      </p:grpSp>
      <p:grpSp>
        <p:nvGrpSpPr>
          <p:cNvPr id="527" name="object 527" descr=""/>
          <p:cNvGrpSpPr/>
          <p:nvPr/>
        </p:nvGrpSpPr>
        <p:grpSpPr>
          <a:xfrm>
            <a:off x="7198754" y="7508010"/>
            <a:ext cx="327025" cy="192405"/>
            <a:chOff x="7198754" y="7508010"/>
            <a:chExt cx="327025" cy="192405"/>
          </a:xfrm>
        </p:grpSpPr>
        <p:sp>
          <p:nvSpPr>
            <p:cNvPr id="528" name="object 528" descr=""/>
            <p:cNvSpPr/>
            <p:nvPr/>
          </p:nvSpPr>
          <p:spPr>
            <a:xfrm>
              <a:off x="7304149" y="7508010"/>
              <a:ext cx="146050" cy="45085"/>
            </a:xfrm>
            <a:custGeom>
              <a:avLst/>
              <a:gdLst/>
              <a:ahLst/>
              <a:cxnLst/>
              <a:rect l="l" t="t" r="r" b="b"/>
              <a:pathLst>
                <a:path w="146050" h="45084">
                  <a:moveTo>
                    <a:pt x="69297" y="0"/>
                  </a:moveTo>
                  <a:lnTo>
                    <a:pt x="45811" y="4820"/>
                  </a:lnTo>
                  <a:lnTo>
                    <a:pt x="6425" y="20350"/>
                  </a:lnTo>
                  <a:lnTo>
                    <a:pt x="1482" y="22910"/>
                  </a:lnTo>
                  <a:lnTo>
                    <a:pt x="0" y="26706"/>
                  </a:lnTo>
                  <a:lnTo>
                    <a:pt x="1171" y="34012"/>
                  </a:lnTo>
                  <a:lnTo>
                    <a:pt x="8450" y="40444"/>
                  </a:lnTo>
                  <a:lnTo>
                    <a:pt x="23580" y="42065"/>
                  </a:lnTo>
                  <a:lnTo>
                    <a:pt x="43164" y="41788"/>
                  </a:lnTo>
                  <a:lnTo>
                    <a:pt x="63808" y="42524"/>
                  </a:lnTo>
                  <a:lnTo>
                    <a:pt x="91126" y="44653"/>
                  </a:lnTo>
                  <a:lnTo>
                    <a:pt x="123326" y="43166"/>
                  </a:lnTo>
                  <a:lnTo>
                    <a:pt x="145946" y="32894"/>
                  </a:lnTo>
                  <a:lnTo>
                    <a:pt x="144528" y="8672"/>
                  </a:lnTo>
                  <a:lnTo>
                    <a:pt x="98175" y="1536"/>
                  </a:lnTo>
                  <a:lnTo>
                    <a:pt x="69297" y="0"/>
                  </a:lnTo>
                  <a:close/>
                </a:path>
              </a:pathLst>
            </a:custGeom>
            <a:solidFill>
              <a:srgbClr val="DFB59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7198754" y="7515558"/>
              <a:ext cx="327025" cy="184785"/>
            </a:xfrm>
            <a:custGeom>
              <a:avLst/>
              <a:gdLst/>
              <a:ahLst/>
              <a:cxnLst/>
              <a:rect l="l" t="t" r="r" b="b"/>
              <a:pathLst>
                <a:path w="327025" h="184784">
                  <a:moveTo>
                    <a:pt x="260641" y="0"/>
                  </a:moveTo>
                  <a:lnTo>
                    <a:pt x="228530" y="3039"/>
                  </a:lnTo>
                  <a:lnTo>
                    <a:pt x="209901" y="5469"/>
                  </a:lnTo>
                  <a:lnTo>
                    <a:pt x="197622" y="8565"/>
                  </a:lnTo>
                  <a:lnTo>
                    <a:pt x="147230" y="28127"/>
                  </a:lnTo>
                  <a:lnTo>
                    <a:pt x="109963" y="42066"/>
                  </a:lnTo>
                  <a:lnTo>
                    <a:pt x="75592" y="55275"/>
                  </a:lnTo>
                  <a:lnTo>
                    <a:pt x="46951" y="67610"/>
                  </a:lnTo>
                  <a:lnTo>
                    <a:pt x="29951" y="72632"/>
                  </a:lnTo>
                  <a:lnTo>
                    <a:pt x="12603" y="75869"/>
                  </a:lnTo>
                  <a:lnTo>
                    <a:pt x="690" y="80948"/>
                  </a:lnTo>
                  <a:lnTo>
                    <a:pt x="0" y="91494"/>
                  </a:lnTo>
                  <a:lnTo>
                    <a:pt x="6623" y="102805"/>
                  </a:lnTo>
                  <a:lnTo>
                    <a:pt x="17851" y="116213"/>
                  </a:lnTo>
                  <a:lnTo>
                    <a:pt x="34174" y="129366"/>
                  </a:lnTo>
                  <a:lnTo>
                    <a:pt x="56082" y="139911"/>
                  </a:lnTo>
                  <a:lnTo>
                    <a:pt x="82156" y="151486"/>
                  </a:lnTo>
                  <a:lnTo>
                    <a:pt x="105895" y="165425"/>
                  </a:lnTo>
                  <a:lnTo>
                    <a:pt x="125816" y="177811"/>
                  </a:lnTo>
                  <a:lnTo>
                    <a:pt x="140435" y="184727"/>
                  </a:lnTo>
                  <a:lnTo>
                    <a:pt x="171971" y="179218"/>
                  </a:lnTo>
                  <a:lnTo>
                    <a:pt x="220146" y="158560"/>
                  </a:lnTo>
                  <a:lnTo>
                    <a:pt x="269902" y="130222"/>
                  </a:lnTo>
                  <a:lnTo>
                    <a:pt x="306179" y="101672"/>
                  </a:lnTo>
                  <a:lnTo>
                    <a:pt x="326429" y="47408"/>
                  </a:lnTo>
                  <a:lnTo>
                    <a:pt x="310961" y="17581"/>
                  </a:lnTo>
                  <a:lnTo>
                    <a:pt x="260641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0" name="object 530" descr=""/>
          <p:cNvGrpSpPr/>
          <p:nvPr/>
        </p:nvGrpSpPr>
        <p:grpSpPr>
          <a:xfrm>
            <a:off x="7453682" y="6812282"/>
            <a:ext cx="561340" cy="850900"/>
            <a:chOff x="7453682" y="6812282"/>
            <a:chExt cx="561340" cy="850900"/>
          </a:xfrm>
        </p:grpSpPr>
        <p:sp>
          <p:nvSpPr>
            <p:cNvPr id="531" name="object 531" descr=""/>
            <p:cNvSpPr/>
            <p:nvPr/>
          </p:nvSpPr>
          <p:spPr>
            <a:xfrm>
              <a:off x="7496480" y="6812286"/>
              <a:ext cx="518795" cy="825500"/>
            </a:xfrm>
            <a:custGeom>
              <a:avLst/>
              <a:gdLst/>
              <a:ahLst/>
              <a:cxnLst/>
              <a:rect l="l" t="t" r="r" b="b"/>
              <a:pathLst>
                <a:path w="518795" h="825500">
                  <a:moveTo>
                    <a:pt x="518261" y="288658"/>
                  </a:moveTo>
                  <a:lnTo>
                    <a:pt x="518045" y="184251"/>
                  </a:lnTo>
                  <a:lnTo>
                    <a:pt x="516407" y="128587"/>
                  </a:lnTo>
                  <a:lnTo>
                    <a:pt x="511543" y="80492"/>
                  </a:lnTo>
                  <a:lnTo>
                    <a:pt x="481507" y="22377"/>
                  </a:lnTo>
                  <a:lnTo>
                    <a:pt x="422910" y="0"/>
                  </a:lnTo>
                  <a:lnTo>
                    <a:pt x="389890" y="4457"/>
                  </a:lnTo>
                  <a:lnTo>
                    <a:pt x="329539" y="49225"/>
                  </a:lnTo>
                  <a:lnTo>
                    <a:pt x="307479" y="91376"/>
                  </a:lnTo>
                  <a:lnTo>
                    <a:pt x="294322" y="147904"/>
                  </a:lnTo>
                  <a:lnTo>
                    <a:pt x="280720" y="267119"/>
                  </a:lnTo>
                  <a:lnTo>
                    <a:pt x="277063" y="352729"/>
                  </a:lnTo>
                  <a:lnTo>
                    <a:pt x="284124" y="446011"/>
                  </a:lnTo>
                  <a:lnTo>
                    <a:pt x="293535" y="518210"/>
                  </a:lnTo>
                  <a:lnTo>
                    <a:pt x="256222" y="531622"/>
                  </a:lnTo>
                  <a:lnTo>
                    <a:pt x="186182" y="561568"/>
                  </a:lnTo>
                  <a:lnTo>
                    <a:pt x="111874" y="602068"/>
                  </a:lnTo>
                  <a:lnTo>
                    <a:pt x="0" y="669404"/>
                  </a:lnTo>
                  <a:lnTo>
                    <a:pt x="57746" y="825182"/>
                  </a:lnTo>
                  <a:lnTo>
                    <a:pt x="382320" y="725754"/>
                  </a:lnTo>
                  <a:lnTo>
                    <a:pt x="459422" y="701636"/>
                  </a:lnTo>
                  <a:lnTo>
                    <a:pt x="502399" y="652373"/>
                  </a:lnTo>
                  <a:lnTo>
                    <a:pt x="509460" y="610108"/>
                  </a:lnTo>
                  <a:lnTo>
                    <a:pt x="507758" y="602830"/>
                  </a:lnTo>
                  <a:lnTo>
                    <a:pt x="508723" y="593001"/>
                  </a:lnTo>
                  <a:lnTo>
                    <a:pt x="513600" y="525614"/>
                  </a:lnTo>
                  <a:lnTo>
                    <a:pt x="517842" y="421843"/>
                  </a:lnTo>
                  <a:lnTo>
                    <a:pt x="518261" y="288658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2" name="object 532" descr=""/>
            <p:cNvPicPr/>
            <p:nvPr/>
          </p:nvPicPr>
          <p:blipFill>
            <a:blip r:embed="rId115" cstate="print"/>
            <a:stretch>
              <a:fillRect/>
            </a:stretch>
          </p:blipFill>
          <p:spPr>
            <a:xfrm>
              <a:off x="7453682" y="7462263"/>
              <a:ext cx="146655" cy="200768"/>
            </a:xfrm>
            <a:prstGeom prst="rect">
              <a:avLst/>
            </a:prstGeom>
          </p:spPr>
        </p:pic>
      </p:grpSp>
      <p:grpSp>
        <p:nvGrpSpPr>
          <p:cNvPr id="533" name="object 533" descr=""/>
          <p:cNvGrpSpPr/>
          <p:nvPr/>
        </p:nvGrpSpPr>
        <p:grpSpPr>
          <a:xfrm>
            <a:off x="8243247" y="7184822"/>
            <a:ext cx="299720" cy="198755"/>
            <a:chOff x="8243247" y="7184822"/>
            <a:chExt cx="299720" cy="198755"/>
          </a:xfrm>
        </p:grpSpPr>
        <p:pic>
          <p:nvPicPr>
            <p:cNvPr id="534" name="object 534" descr=""/>
            <p:cNvPicPr/>
            <p:nvPr/>
          </p:nvPicPr>
          <p:blipFill>
            <a:blip r:embed="rId116" cstate="print"/>
            <a:stretch>
              <a:fillRect/>
            </a:stretch>
          </p:blipFill>
          <p:spPr>
            <a:xfrm>
              <a:off x="8364935" y="7190998"/>
              <a:ext cx="133828" cy="92592"/>
            </a:xfrm>
            <a:prstGeom prst="rect">
              <a:avLst/>
            </a:prstGeom>
          </p:spPr>
        </p:pic>
        <p:sp>
          <p:nvSpPr>
            <p:cNvPr id="535" name="object 535" descr=""/>
            <p:cNvSpPr/>
            <p:nvPr/>
          </p:nvSpPr>
          <p:spPr>
            <a:xfrm>
              <a:off x="8243247" y="7184822"/>
              <a:ext cx="299720" cy="198755"/>
            </a:xfrm>
            <a:custGeom>
              <a:avLst/>
              <a:gdLst/>
              <a:ahLst/>
              <a:cxnLst/>
              <a:rect l="l" t="t" r="r" b="b"/>
              <a:pathLst>
                <a:path w="299720" h="198754">
                  <a:moveTo>
                    <a:pt x="5652" y="0"/>
                  </a:moveTo>
                  <a:lnTo>
                    <a:pt x="0" y="8552"/>
                  </a:lnTo>
                  <a:lnTo>
                    <a:pt x="181" y="22003"/>
                  </a:lnTo>
                  <a:lnTo>
                    <a:pt x="3262" y="39917"/>
                  </a:lnTo>
                  <a:lnTo>
                    <a:pt x="10791" y="60580"/>
                  </a:lnTo>
                  <a:lnTo>
                    <a:pt x="24313" y="82277"/>
                  </a:lnTo>
                  <a:lnTo>
                    <a:pt x="40877" y="107287"/>
                  </a:lnTo>
                  <a:lnTo>
                    <a:pt x="54325" y="132940"/>
                  </a:lnTo>
                  <a:lnTo>
                    <a:pt x="74364" y="169437"/>
                  </a:lnTo>
                  <a:lnTo>
                    <a:pt x="154576" y="193647"/>
                  </a:lnTo>
                  <a:lnTo>
                    <a:pt x="210420" y="198572"/>
                  </a:lnTo>
                  <a:lnTo>
                    <a:pt x="254924" y="195467"/>
                  </a:lnTo>
                  <a:lnTo>
                    <a:pt x="277908" y="184459"/>
                  </a:lnTo>
                  <a:lnTo>
                    <a:pt x="298197" y="161213"/>
                  </a:lnTo>
                  <a:lnTo>
                    <a:pt x="299407" y="126896"/>
                  </a:lnTo>
                  <a:lnTo>
                    <a:pt x="265154" y="82675"/>
                  </a:lnTo>
                  <a:lnTo>
                    <a:pt x="236443" y="66555"/>
                  </a:lnTo>
                  <a:lnTo>
                    <a:pt x="219467" y="57769"/>
                  </a:lnTo>
                  <a:lnTo>
                    <a:pt x="207560" y="53245"/>
                  </a:lnTo>
                  <a:lnTo>
                    <a:pt x="155397" y="40501"/>
                  </a:lnTo>
                  <a:lnTo>
                    <a:pt x="117072" y="30629"/>
                  </a:lnTo>
                  <a:lnTo>
                    <a:pt x="81554" y="21826"/>
                  </a:lnTo>
                  <a:lnTo>
                    <a:pt x="51317" y="15619"/>
                  </a:lnTo>
                  <a:lnTo>
                    <a:pt x="34480" y="9977"/>
                  </a:lnTo>
                  <a:lnTo>
                    <a:pt x="18202" y="2622"/>
                  </a:lnTo>
                  <a:lnTo>
                    <a:pt x="5652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6" name="object 536" descr=""/>
          <p:cNvGrpSpPr/>
          <p:nvPr/>
        </p:nvGrpSpPr>
        <p:grpSpPr>
          <a:xfrm>
            <a:off x="8490353" y="6812282"/>
            <a:ext cx="553720" cy="742950"/>
            <a:chOff x="8490353" y="6812282"/>
            <a:chExt cx="553720" cy="742950"/>
          </a:xfrm>
        </p:grpSpPr>
        <p:sp>
          <p:nvSpPr>
            <p:cNvPr id="537" name="object 537" descr=""/>
            <p:cNvSpPr/>
            <p:nvPr/>
          </p:nvSpPr>
          <p:spPr>
            <a:xfrm>
              <a:off x="8530285" y="6812286"/>
              <a:ext cx="513715" cy="742950"/>
            </a:xfrm>
            <a:custGeom>
              <a:avLst/>
              <a:gdLst/>
              <a:ahLst/>
              <a:cxnLst/>
              <a:rect l="l" t="t" r="r" b="b"/>
              <a:pathLst>
                <a:path w="513715" h="742950">
                  <a:moveTo>
                    <a:pt x="513181" y="288658"/>
                  </a:moveTo>
                  <a:lnTo>
                    <a:pt x="512965" y="184251"/>
                  </a:lnTo>
                  <a:lnTo>
                    <a:pt x="511327" y="128587"/>
                  </a:lnTo>
                  <a:lnTo>
                    <a:pt x="506463" y="80492"/>
                  </a:lnTo>
                  <a:lnTo>
                    <a:pt x="476427" y="22377"/>
                  </a:lnTo>
                  <a:lnTo>
                    <a:pt x="417830" y="0"/>
                  </a:lnTo>
                  <a:lnTo>
                    <a:pt x="384810" y="4457"/>
                  </a:lnTo>
                  <a:lnTo>
                    <a:pt x="324459" y="49225"/>
                  </a:lnTo>
                  <a:lnTo>
                    <a:pt x="302399" y="91376"/>
                  </a:lnTo>
                  <a:lnTo>
                    <a:pt x="289242" y="147904"/>
                  </a:lnTo>
                  <a:lnTo>
                    <a:pt x="275640" y="267119"/>
                  </a:lnTo>
                  <a:lnTo>
                    <a:pt x="271983" y="352729"/>
                  </a:lnTo>
                  <a:lnTo>
                    <a:pt x="279044" y="446011"/>
                  </a:lnTo>
                  <a:lnTo>
                    <a:pt x="282790" y="474789"/>
                  </a:lnTo>
                  <a:lnTo>
                    <a:pt x="235699" y="464972"/>
                  </a:lnTo>
                  <a:lnTo>
                    <a:pt x="153174" y="456082"/>
                  </a:lnTo>
                  <a:lnTo>
                    <a:pt x="25869" y="448068"/>
                  </a:lnTo>
                  <a:lnTo>
                    <a:pt x="0" y="613892"/>
                  </a:lnTo>
                  <a:lnTo>
                    <a:pt x="323215" y="718515"/>
                  </a:lnTo>
                  <a:lnTo>
                    <a:pt x="400240" y="742950"/>
                  </a:lnTo>
                  <a:lnTo>
                    <a:pt x="428993" y="742391"/>
                  </a:lnTo>
                  <a:lnTo>
                    <a:pt x="460375" y="726160"/>
                  </a:lnTo>
                  <a:lnTo>
                    <a:pt x="486689" y="694410"/>
                  </a:lnTo>
                  <a:lnTo>
                    <a:pt x="500265" y="647293"/>
                  </a:lnTo>
                  <a:lnTo>
                    <a:pt x="497941" y="625170"/>
                  </a:lnTo>
                  <a:lnTo>
                    <a:pt x="501307" y="617004"/>
                  </a:lnTo>
                  <a:lnTo>
                    <a:pt x="503643" y="593001"/>
                  </a:lnTo>
                  <a:lnTo>
                    <a:pt x="508520" y="525614"/>
                  </a:lnTo>
                  <a:lnTo>
                    <a:pt x="512775" y="421843"/>
                  </a:lnTo>
                  <a:lnTo>
                    <a:pt x="513181" y="288658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8" name="object 538" descr=""/>
            <p:cNvPicPr/>
            <p:nvPr/>
          </p:nvPicPr>
          <p:blipFill>
            <a:blip r:embed="rId117" cstate="print"/>
            <a:stretch>
              <a:fillRect/>
            </a:stretch>
          </p:blipFill>
          <p:spPr>
            <a:xfrm>
              <a:off x="8490353" y="7250391"/>
              <a:ext cx="94608" cy="199020"/>
            </a:xfrm>
            <a:prstGeom prst="rect">
              <a:avLst/>
            </a:prstGeom>
          </p:spPr>
        </p:pic>
      </p:grpSp>
      <p:grpSp>
        <p:nvGrpSpPr>
          <p:cNvPr id="539" name="object 539" descr=""/>
          <p:cNvGrpSpPr/>
          <p:nvPr/>
        </p:nvGrpSpPr>
        <p:grpSpPr>
          <a:xfrm>
            <a:off x="9356941" y="6828552"/>
            <a:ext cx="212725" cy="315595"/>
            <a:chOff x="9356941" y="6828552"/>
            <a:chExt cx="212725" cy="315595"/>
          </a:xfrm>
        </p:grpSpPr>
        <p:pic>
          <p:nvPicPr>
            <p:cNvPr id="540" name="object 540" descr=""/>
            <p:cNvPicPr/>
            <p:nvPr/>
          </p:nvPicPr>
          <p:blipFill>
            <a:blip r:embed="rId118" cstate="print"/>
            <a:stretch>
              <a:fillRect/>
            </a:stretch>
          </p:blipFill>
          <p:spPr>
            <a:xfrm>
              <a:off x="9470600" y="6904985"/>
              <a:ext cx="85463" cy="147359"/>
            </a:xfrm>
            <a:prstGeom prst="rect">
              <a:avLst/>
            </a:prstGeom>
          </p:spPr>
        </p:pic>
        <p:sp>
          <p:nvSpPr>
            <p:cNvPr id="541" name="object 541" descr=""/>
            <p:cNvSpPr/>
            <p:nvPr/>
          </p:nvSpPr>
          <p:spPr>
            <a:xfrm>
              <a:off x="9356941" y="6828552"/>
              <a:ext cx="212725" cy="315595"/>
            </a:xfrm>
            <a:custGeom>
              <a:avLst/>
              <a:gdLst/>
              <a:ahLst/>
              <a:cxnLst/>
              <a:rect l="l" t="t" r="r" b="b"/>
              <a:pathLst>
                <a:path w="212725" h="315595">
                  <a:moveTo>
                    <a:pt x="24921" y="0"/>
                  </a:moveTo>
                  <a:lnTo>
                    <a:pt x="16002" y="3933"/>
                  </a:lnTo>
                  <a:lnTo>
                    <a:pt x="9654" y="15430"/>
                  </a:lnTo>
                  <a:lnTo>
                    <a:pt x="3607" y="32404"/>
                  </a:lnTo>
                  <a:lnTo>
                    <a:pt x="0" y="54310"/>
                  </a:lnTo>
                  <a:lnTo>
                    <a:pt x="966" y="80601"/>
                  </a:lnTo>
                  <a:lnTo>
                    <a:pt x="2907" y="111476"/>
                  </a:lnTo>
                  <a:lnTo>
                    <a:pt x="1899" y="141072"/>
                  </a:lnTo>
                  <a:lnTo>
                    <a:pt x="493" y="166209"/>
                  </a:lnTo>
                  <a:lnTo>
                    <a:pt x="1238" y="183708"/>
                  </a:lnTo>
                  <a:lnTo>
                    <a:pt x="19522" y="212515"/>
                  </a:lnTo>
                  <a:lnTo>
                    <a:pt x="57464" y="251168"/>
                  </a:lnTo>
                  <a:lnTo>
                    <a:pt x="102376" y="288025"/>
                  </a:lnTo>
                  <a:lnTo>
                    <a:pt x="141569" y="311442"/>
                  </a:lnTo>
                  <a:lnTo>
                    <a:pt x="166348" y="315579"/>
                  </a:lnTo>
                  <a:lnTo>
                    <a:pt x="194761" y="307771"/>
                  </a:lnTo>
                  <a:lnTo>
                    <a:pt x="212368" y="279418"/>
                  </a:lnTo>
                  <a:lnTo>
                    <a:pt x="204730" y="221916"/>
                  </a:lnTo>
                  <a:lnTo>
                    <a:pt x="188204" y="191460"/>
                  </a:lnTo>
                  <a:lnTo>
                    <a:pt x="178073" y="174083"/>
                  </a:lnTo>
                  <a:lnTo>
                    <a:pt x="170177" y="163283"/>
                  </a:lnTo>
                  <a:lnTo>
                    <a:pt x="132159" y="121955"/>
                  </a:lnTo>
                  <a:lnTo>
                    <a:pt x="104472" y="91160"/>
                  </a:lnTo>
                  <a:lnTo>
                    <a:pt x="78648" y="62915"/>
                  </a:lnTo>
                  <a:lnTo>
                    <a:pt x="56043" y="39964"/>
                  </a:lnTo>
                  <a:lnTo>
                    <a:pt x="44509" y="25327"/>
                  </a:lnTo>
                  <a:lnTo>
                    <a:pt x="34279" y="9568"/>
                  </a:lnTo>
                  <a:lnTo>
                    <a:pt x="24921" y="0"/>
                  </a:lnTo>
                  <a:close/>
                </a:path>
              </a:pathLst>
            </a:custGeom>
            <a:solidFill>
              <a:srgbClr val="EBD0B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42" name="object 542" descr=""/>
          <p:cNvGrpSpPr/>
          <p:nvPr/>
        </p:nvGrpSpPr>
        <p:grpSpPr>
          <a:xfrm>
            <a:off x="9469832" y="6812210"/>
            <a:ext cx="476250" cy="750570"/>
            <a:chOff x="9469832" y="6812210"/>
            <a:chExt cx="476250" cy="750570"/>
          </a:xfrm>
        </p:grpSpPr>
        <p:sp>
          <p:nvSpPr>
            <p:cNvPr id="543" name="object 543" descr=""/>
            <p:cNvSpPr/>
            <p:nvPr/>
          </p:nvSpPr>
          <p:spPr>
            <a:xfrm>
              <a:off x="9503524" y="6812222"/>
              <a:ext cx="442595" cy="750570"/>
            </a:xfrm>
            <a:custGeom>
              <a:avLst/>
              <a:gdLst/>
              <a:ahLst/>
              <a:cxnLst/>
              <a:rect l="l" t="t" r="r" b="b"/>
              <a:pathLst>
                <a:path w="442595" h="750570">
                  <a:moveTo>
                    <a:pt x="442366" y="288658"/>
                  </a:moveTo>
                  <a:lnTo>
                    <a:pt x="442137" y="184238"/>
                  </a:lnTo>
                  <a:lnTo>
                    <a:pt x="440499" y="128574"/>
                  </a:lnTo>
                  <a:lnTo>
                    <a:pt x="435648" y="80479"/>
                  </a:lnTo>
                  <a:lnTo>
                    <a:pt x="405599" y="22377"/>
                  </a:lnTo>
                  <a:lnTo>
                    <a:pt x="347002" y="0"/>
                  </a:lnTo>
                  <a:lnTo>
                    <a:pt x="313982" y="4445"/>
                  </a:lnTo>
                  <a:lnTo>
                    <a:pt x="253644" y="49225"/>
                  </a:lnTo>
                  <a:lnTo>
                    <a:pt x="231571" y="91363"/>
                  </a:lnTo>
                  <a:lnTo>
                    <a:pt x="218414" y="147891"/>
                  </a:lnTo>
                  <a:lnTo>
                    <a:pt x="204825" y="267106"/>
                  </a:lnTo>
                  <a:lnTo>
                    <a:pt x="201777" y="338175"/>
                  </a:lnTo>
                  <a:lnTo>
                    <a:pt x="102031" y="260159"/>
                  </a:lnTo>
                  <a:lnTo>
                    <a:pt x="0" y="385432"/>
                  </a:lnTo>
                  <a:lnTo>
                    <a:pt x="223177" y="663244"/>
                  </a:lnTo>
                  <a:lnTo>
                    <a:pt x="276580" y="729018"/>
                  </a:lnTo>
                  <a:lnTo>
                    <a:pt x="335622" y="750011"/>
                  </a:lnTo>
                  <a:lnTo>
                    <a:pt x="373253" y="738530"/>
                  </a:lnTo>
                  <a:lnTo>
                    <a:pt x="407517" y="706564"/>
                  </a:lnTo>
                  <a:lnTo>
                    <a:pt x="429933" y="654913"/>
                  </a:lnTo>
                  <a:lnTo>
                    <a:pt x="430491" y="616788"/>
                  </a:lnTo>
                  <a:lnTo>
                    <a:pt x="432816" y="592988"/>
                  </a:lnTo>
                  <a:lnTo>
                    <a:pt x="437705" y="525602"/>
                  </a:lnTo>
                  <a:lnTo>
                    <a:pt x="441947" y="421830"/>
                  </a:lnTo>
                  <a:lnTo>
                    <a:pt x="442366" y="288658"/>
                  </a:lnTo>
                  <a:close/>
                </a:path>
              </a:pathLst>
            </a:custGeom>
            <a:solidFill>
              <a:srgbClr val="F9F0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4" name="object 544" descr=""/>
            <p:cNvPicPr/>
            <p:nvPr/>
          </p:nvPicPr>
          <p:blipFill>
            <a:blip r:embed="rId119" cstate="print"/>
            <a:stretch>
              <a:fillRect/>
            </a:stretch>
          </p:blipFill>
          <p:spPr>
            <a:xfrm>
              <a:off x="9469832" y="7037711"/>
              <a:ext cx="160867" cy="203721"/>
            </a:xfrm>
            <a:prstGeom prst="rect">
              <a:avLst/>
            </a:prstGeom>
          </p:spPr>
        </p:pic>
      </p:grpSp>
      <p:pic>
        <p:nvPicPr>
          <p:cNvPr id="545" name="object 545" descr=""/>
          <p:cNvPicPr/>
          <p:nvPr/>
        </p:nvPicPr>
        <p:blipFill>
          <a:blip r:embed="rId120" cstate="print"/>
          <a:stretch>
            <a:fillRect/>
          </a:stretch>
        </p:blipFill>
        <p:spPr>
          <a:xfrm>
            <a:off x="9239386" y="8039872"/>
            <a:ext cx="526216" cy="1212075"/>
          </a:xfrm>
          <a:prstGeom prst="rect">
            <a:avLst/>
          </a:prstGeom>
        </p:spPr>
      </p:pic>
      <p:sp>
        <p:nvSpPr>
          <p:cNvPr id="546" name="object 546" descr=""/>
          <p:cNvSpPr/>
          <p:nvPr/>
        </p:nvSpPr>
        <p:spPr>
          <a:xfrm>
            <a:off x="14766872" y="7717931"/>
            <a:ext cx="179070" cy="248920"/>
          </a:xfrm>
          <a:custGeom>
            <a:avLst/>
            <a:gdLst/>
            <a:ahLst/>
            <a:cxnLst/>
            <a:rect l="l" t="t" r="r" b="b"/>
            <a:pathLst>
              <a:path w="179069" h="248920">
                <a:moveTo>
                  <a:pt x="153052" y="0"/>
                </a:moveTo>
                <a:lnTo>
                  <a:pt x="27297" y="0"/>
                </a:lnTo>
                <a:lnTo>
                  <a:pt x="0" y="69641"/>
                </a:lnTo>
                <a:lnTo>
                  <a:pt x="91044" y="248453"/>
                </a:lnTo>
                <a:lnTo>
                  <a:pt x="178612" y="60532"/>
                </a:lnTo>
                <a:lnTo>
                  <a:pt x="153052" y="0"/>
                </a:lnTo>
                <a:close/>
              </a:path>
            </a:pathLst>
          </a:custGeom>
          <a:solidFill>
            <a:srgbClr val="DFC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7" name="object 547" descr=""/>
          <p:cNvSpPr/>
          <p:nvPr/>
        </p:nvSpPr>
        <p:spPr>
          <a:xfrm>
            <a:off x="14452499" y="7720044"/>
            <a:ext cx="252095" cy="754380"/>
          </a:xfrm>
          <a:custGeom>
            <a:avLst/>
            <a:gdLst/>
            <a:ahLst/>
            <a:cxnLst/>
            <a:rect l="l" t="t" r="r" b="b"/>
            <a:pathLst>
              <a:path w="252094" h="754379">
                <a:moveTo>
                  <a:pt x="252069" y="199986"/>
                </a:moveTo>
                <a:lnTo>
                  <a:pt x="242100" y="126517"/>
                </a:lnTo>
                <a:lnTo>
                  <a:pt x="225653" y="77647"/>
                </a:lnTo>
                <a:lnTo>
                  <a:pt x="202958" y="34048"/>
                </a:lnTo>
                <a:lnTo>
                  <a:pt x="175094" y="5727"/>
                </a:lnTo>
                <a:lnTo>
                  <a:pt x="143103" y="2692"/>
                </a:lnTo>
                <a:lnTo>
                  <a:pt x="129032" y="0"/>
                </a:lnTo>
                <a:lnTo>
                  <a:pt x="103060" y="58420"/>
                </a:lnTo>
                <a:lnTo>
                  <a:pt x="94526" y="96278"/>
                </a:lnTo>
                <a:lnTo>
                  <a:pt x="83578" y="151472"/>
                </a:lnTo>
                <a:lnTo>
                  <a:pt x="71462" y="216319"/>
                </a:lnTo>
                <a:lnTo>
                  <a:pt x="59397" y="283121"/>
                </a:lnTo>
                <a:lnTo>
                  <a:pt x="46685" y="355968"/>
                </a:lnTo>
                <a:lnTo>
                  <a:pt x="46583" y="356095"/>
                </a:lnTo>
                <a:lnTo>
                  <a:pt x="37160" y="404215"/>
                </a:lnTo>
                <a:lnTo>
                  <a:pt x="25476" y="472427"/>
                </a:lnTo>
                <a:lnTo>
                  <a:pt x="17792" y="523989"/>
                </a:lnTo>
                <a:lnTo>
                  <a:pt x="9601" y="592937"/>
                </a:lnTo>
                <a:lnTo>
                  <a:pt x="4089" y="659777"/>
                </a:lnTo>
                <a:lnTo>
                  <a:pt x="977" y="710298"/>
                </a:lnTo>
                <a:lnTo>
                  <a:pt x="0" y="730300"/>
                </a:lnTo>
                <a:lnTo>
                  <a:pt x="35788" y="746798"/>
                </a:lnTo>
                <a:lnTo>
                  <a:pt x="58204" y="753872"/>
                </a:lnTo>
                <a:lnTo>
                  <a:pt x="76657" y="752906"/>
                </a:lnTo>
                <a:lnTo>
                  <a:pt x="100584" y="745337"/>
                </a:lnTo>
                <a:lnTo>
                  <a:pt x="141935" y="583209"/>
                </a:lnTo>
                <a:lnTo>
                  <a:pt x="164426" y="496277"/>
                </a:lnTo>
                <a:lnTo>
                  <a:pt x="175882" y="454952"/>
                </a:lnTo>
                <a:lnTo>
                  <a:pt x="184111" y="429602"/>
                </a:lnTo>
                <a:lnTo>
                  <a:pt x="184023" y="429120"/>
                </a:lnTo>
                <a:lnTo>
                  <a:pt x="186664" y="422376"/>
                </a:lnTo>
                <a:lnTo>
                  <a:pt x="206209" y="362712"/>
                </a:lnTo>
                <a:lnTo>
                  <a:pt x="226161" y="296481"/>
                </a:lnTo>
                <a:lnTo>
                  <a:pt x="242722" y="237604"/>
                </a:lnTo>
                <a:lnTo>
                  <a:pt x="252069" y="199986"/>
                </a:lnTo>
                <a:close/>
              </a:path>
            </a:pathLst>
          </a:custGeom>
          <a:solidFill>
            <a:srgbClr val="FFEB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8" name="object 548" descr=""/>
          <p:cNvSpPr/>
          <p:nvPr/>
        </p:nvSpPr>
        <p:spPr>
          <a:xfrm>
            <a:off x="15011590" y="7714532"/>
            <a:ext cx="252095" cy="759460"/>
          </a:xfrm>
          <a:custGeom>
            <a:avLst/>
            <a:gdLst/>
            <a:ahLst/>
            <a:cxnLst/>
            <a:rect l="l" t="t" r="r" b="b"/>
            <a:pathLst>
              <a:path w="252094" h="759459">
                <a:moveTo>
                  <a:pt x="252082" y="735812"/>
                </a:moveTo>
                <a:lnTo>
                  <a:pt x="247992" y="665289"/>
                </a:lnTo>
                <a:lnTo>
                  <a:pt x="242481" y="598449"/>
                </a:lnTo>
                <a:lnTo>
                  <a:pt x="234276" y="529501"/>
                </a:lnTo>
                <a:lnTo>
                  <a:pt x="226606" y="477939"/>
                </a:lnTo>
                <a:lnTo>
                  <a:pt x="214909" y="409727"/>
                </a:lnTo>
                <a:lnTo>
                  <a:pt x="205498" y="361607"/>
                </a:lnTo>
                <a:lnTo>
                  <a:pt x="205371" y="361467"/>
                </a:lnTo>
                <a:lnTo>
                  <a:pt x="192671" y="288632"/>
                </a:lnTo>
                <a:lnTo>
                  <a:pt x="180619" y="221830"/>
                </a:lnTo>
                <a:lnTo>
                  <a:pt x="168503" y="156984"/>
                </a:lnTo>
                <a:lnTo>
                  <a:pt x="157556" y="101790"/>
                </a:lnTo>
                <a:lnTo>
                  <a:pt x="149009" y="63944"/>
                </a:lnTo>
                <a:lnTo>
                  <a:pt x="131749" y="9385"/>
                </a:lnTo>
                <a:lnTo>
                  <a:pt x="107734" y="0"/>
                </a:lnTo>
                <a:lnTo>
                  <a:pt x="75844" y="3632"/>
                </a:lnTo>
                <a:lnTo>
                  <a:pt x="48209" y="33477"/>
                </a:lnTo>
                <a:lnTo>
                  <a:pt x="25819" y="79057"/>
                </a:lnTo>
                <a:lnTo>
                  <a:pt x="9652" y="129908"/>
                </a:lnTo>
                <a:lnTo>
                  <a:pt x="723" y="175539"/>
                </a:lnTo>
                <a:lnTo>
                  <a:pt x="0" y="205498"/>
                </a:lnTo>
                <a:lnTo>
                  <a:pt x="9347" y="243116"/>
                </a:lnTo>
                <a:lnTo>
                  <a:pt x="25908" y="301993"/>
                </a:lnTo>
                <a:lnTo>
                  <a:pt x="45872" y="368223"/>
                </a:lnTo>
                <a:lnTo>
                  <a:pt x="65405" y="427888"/>
                </a:lnTo>
                <a:lnTo>
                  <a:pt x="68033" y="434632"/>
                </a:lnTo>
                <a:lnTo>
                  <a:pt x="67957" y="435114"/>
                </a:lnTo>
                <a:lnTo>
                  <a:pt x="76200" y="460463"/>
                </a:lnTo>
                <a:lnTo>
                  <a:pt x="87655" y="501789"/>
                </a:lnTo>
                <a:lnTo>
                  <a:pt x="110134" y="588721"/>
                </a:lnTo>
                <a:lnTo>
                  <a:pt x="151498" y="750849"/>
                </a:lnTo>
                <a:lnTo>
                  <a:pt x="175425" y="758418"/>
                </a:lnTo>
                <a:lnTo>
                  <a:pt x="193878" y="759383"/>
                </a:lnTo>
                <a:lnTo>
                  <a:pt x="216281" y="752309"/>
                </a:lnTo>
                <a:lnTo>
                  <a:pt x="252082" y="735812"/>
                </a:lnTo>
                <a:close/>
              </a:path>
            </a:pathLst>
          </a:custGeom>
          <a:solidFill>
            <a:srgbClr val="FFEB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9" name="object 549" descr=""/>
          <p:cNvGrpSpPr/>
          <p:nvPr/>
        </p:nvGrpSpPr>
        <p:grpSpPr>
          <a:xfrm>
            <a:off x="14579900" y="7625202"/>
            <a:ext cx="548005" cy="807720"/>
            <a:chOff x="14579900" y="7625202"/>
            <a:chExt cx="548005" cy="807720"/>
          </a:xfrm>
        </p:grpSpPr>
        <p:sp>
          <p:nvSpPr>
            <p:cNvPr id="550" name="object 550" descr=""/>
            <p:cNvSpPr/>
            <p:nvPr/>
          </p:nvSpPr>
          <p:spPr>
            <a:xfrm>
              <a:off x="14803890" y="7722736"/>
              <a:ext cx="105410" cy="521334"/>
            </a:xfrm>
            <a:custGeom>
              <a:avLst/>
              <a:gdLst/>
              <a:ahLst/>
              <a:cxnLst/>
              <a:rect l="l" t="t" r="r" b="b"/>
              <a:pathLst>
                <a:path w="105409" h="521334">
                  <a:moveTo>
                    <a:pt x="60595" y="0"/>
                  </a:moveTo>
                  <a:lnTo>
                    <a:pt x="33161" y="0"/>
                  </a:lnTo>
                  <a:lnTo>
                    <a:pt x="4914" y="376336"/>
                  </a:lnTo>
                  <a:lnTo>
                    <a:pt x="1095" y="430588"/>
                  </a:lnTo>
                  <a:lnTo>
                    <a:pt x="0" y="452070"/>
                  </a:lnTo>
                  <a:lnTo>
                    <a:pt x="8046" y="473704"/>
                  </a:lnTo>
                  <a:lnTo>
                    <a:pt x="26738" y="496297"/>
                  </a:lnTo>
                  <a:lnTo>
                    <a:pt x="45621" y="514083"/>
                  </a:lnTo>
                  <a:lnTo>
                    <a:pt x="54239" y="521293"/>
                  </a:lnTo>
                  <a:lnTo>
                    <a:pt x="81153" y="490448"/>
                  </a:lnTo>
                  <a:lnTo>
                    <a:pt x="95406" y="473225"/>
                  </a:lnTo>
                  <a:lnTo>
                    <a:pt x="101754" y="463373"/>
                  </a:lnTo>
                  <a:lnTo>
                    <a:pt x="104949" y="454645"/>
                  </a:lnTo>
                  <a:lnTo>
                    <a:pt x="99817" y="377838"/>
                  </a:lnTo>
                  <a:lnTo>
                    <a:pt x="84370" y="222194"/>
                  </a:lnTo>
                  <a:lnTo>
                    <a:pt x="68124" y="69115"/>
                  </a:lnTo>
                  <a:lnTo>
                    <a:pt x="60595" y="0"/>
                  </a:lnTo>
                  <a:close/>
                </a:path>
              </a:pathLst>
            </a:custGeom>
            <a:solidFill>
              <a:srgbClr val="525C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1" name="object 551" descr=""/>
            <p:cNvPicPr/>
            <p:nvPr/>
          </p:nvPicPr>
          <p:blipFill>
            <a:blip r:embed="rId121" cstate="print"/>
            <a:stretch>
              <a:fillRect/>
            </a:stretch>
          </p:blipFill>
          <p:spPr>
            <a:xfrm>
              <a:off x="14756300" y="7674787"/>
              <a:ext cx="195240" cy="85469"/>
            </a:xfrm>
            <a:prstGeom prst="rect">
              <a:avLst/>
            </a:prstGeom>
          </p:spPr>
        </p:pic>
        <p:sp>
          <p:nvSpPr>
            <p:cNvPr id="552" name="object 552" descr=""/>
            <p:cNvSpPr/>
            <p:nvPr/>
          </p:nvSpPr>
          <p:spPr>
            <a:xfrm>
              <a:off x="14850025" y="7657602"/>
              <a:ext cx="277495" cy="775335"/>
            </a:xfrm>
            <a:custGeom>
              <a:avLst/>
              <a:gdLst/>
              <a:ahLst/>
              <a:cxnLst/>
              <a:rect l="l" t="t" r="r" b="b"/>
              <a:pathLst>
                <a:path w="277494" h="775334">
                  <a:moveTo>
                    <a:pt x="121867" y="0"/>
                  </a:moveTo>
                  <a:lnTo>
                    <a:pt x="5671" y="269876"/>
                  </a:lnTo>
                  <a:lnTo>
                    <a:pt x="4202" y="334437"/>
                  </a:lnTo>
                  <a:lnTo>
                    <a:pt x="1473" y="478211"/>
                  </a:lnTo>
                  <a:lnTo>
                    <a:pt x="0" y="626339"/>
                  </a:lnTo>
                  <a:lnTo>
                    <a:pt x="2300" y="703957"/>
                  </a:lnTo>
                  <a:lnTo>
                    <a:pt x="22860" y="740302"/>
                  </a:lnTo>
                  <a:lnTo>
                    <a:pt x="67535" y="758398"/>
                  </a:lnTo>
                  <a:lnTo>
                    <a:pt x="124185" y="764687"/>
                  </a:lnTo>
                  <a:lnTo>
                    <a:pt x="231811" y="775065"/>
                  </a:lnTo>
                  <a:lnTo>
                    <a:pt x="227995" y="746062"/>
                  </a:lnTo>
                  <a:lnTo>
                    <a:pt x="219860" y="676458"/>
                  </a:lnTo>
                  <a:lnTo>
                    <a:pt x="212379" y="592361"/>
                  </a:lnTo>
                  <a:lnTo>
                    <a:pt x="210524" y="519879"/>
                  </a:lnTo>
                  <a:lnTo>
                    <a:pt x="214219" y="484177"/>
                  </a:lnTo>
                  <a:lnTo>
                    <a:pt x="222046" y="432156"/>
                  </a:lnTo>
                  <a:lnTo>
                    <a:pt x="232603" y="369146"/>
                  </a:lnTo>
                  <a:lnTo>
                    <a:pt x="256309" y="231482"/>
                  </a:lnTo>
                  <a:lnTo>
                    <a:pt x="266655" y="167489"/>
                  </a:lnTo>
                  <a:lnTo>
                    <a:pt x="274129" y="113830"/>
                  </a:lnTo>
                  <a:lnTo>
                    <a:pt x="277330" y="75836"/>
                  </a:lnTo>
                  <a:lnTo>
                    <a:pt x="274857" y="58835"/>
                  </a:lnTo>
                  <a:lnTo>
                    <a:pt x="262719" y="49947"/>
                  </a:lnTo>
                  <a:lnTo>
                    <a:pt x="242736" y="40856"/>
                  </a:lnTo>
                  <a:lnTo>
                    <a:pt x="200567" y="26045"/>
                  </a:lnTo>
                  <a:lnTo>
                    <a:pt x="121867" y="0"/>
                  </a:lnTo>
                  <a:close/>
                </a:path>
              </a:pathLst>
            </a:custGeom>
            <a:solidFill>
              <a:srgbClr val="5736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3" name="object 553" descr=""/>
            <p:cNvSpPr/>
            <p:nvPr/>
          </p:nvSpPr>
          <p:spPr>
            <a:xfrm>
              <a:off x="14579900" y="7657602"/>
              <a:ext cx="286385" cy="766445"/>
            </a:xfrm>
            <a:custGeom>
              <a:avLst/>
              <a:gdLst/>
              <a:ahLst/>
              <a:cxnLst/>
              <a:rect l="l" t="t" r="r" b="b"/>
              <a:pathLst>
                <a:path w="286384" h="766445">
                  <a:moveTo>
                    <a:pt x="154817" y="0"/>
                  </a:moveTo>
                  <a:lnTo>
                    <a:pt x="76275" y="26905"/>
                  </a:lnTo>
                  <a:lnTo>
                    <a:pt x="34186" y="42158"/>
                  </a:lnTo>
                  <a:lnTo>
                    <a:pt x="0" y="77183"/>
                  </a:lnTo>
                  <a:lnTo>
                    <a:pt x="4200" y="114783"/>
                  </a:lnTo>
                  <a:lnTo>
                    <a:pt x="13122" y="167872"/>
                  </a:lnTo>
                  <a:lnTo>
                    <a:pt x="25184" y="231189"/>
                  </a:lnTo>
                  <a:lnTo>
                    <a:pt x="52411" y="367469"/>
                  </a:lnTo>
                  <a:lnTo>
                    <a:pt x="64417" y="429910"/>
                  </a:lnTo>
                  <a:lnTo>
                    <a:pt x="73243" y="481538"/>
                  </a:lnTo>
                  <a:lnTo>
                    <a:pt x="77311" y="517094"/>
                  </a:lnTo>
                  <a:lnTo>
                    <a:pt x="76618" y="588568"/>
                  </a:lnTo>
                  <a:lnTo>
                    <a:pt x="71693" y="670448"/>
                  </a:lnTo>
                  <a:lnTo>
                    <a:pt x="66113" y="737834"/>
                  </a:lnTo>
                  <a:lnTo>
                    <a:pt x="63458" y="765830"/>
                  </a:lnTo>
                  <a:lnTo>
                    <a:pt x="160340" y="760790"/>
                  </a:lnTo>
                  <a:lnTo>
                    <a:pt x="211472" y="757243"/>
                  </a:lnTo>
                  <a:lnTo>
                    <a:pt x="253824" y="740302"/>
                  </a:lnTo>
                  <a:lnTo>
                    <a:pt x="274384" y="703957"/>
                  </a:lnTo>
                  <a:lnTo>
                    <a:pt x="279019" y="627600"/>
                  </a:lnTo>
                  <a:lnTo>
                    <a:pt x="282682" y="482248"/>
                  </a:lnTo>
                  <a:lnTo>
                    <a:pt x="285089" y="341248"/>
                  </a:lnTo>
                  <a:lnTo>
                    <a:pt x="285954" y="277949"/>
                  </a:lnTo>
                  <a:lnTo>
                    <a:pt x="154817" y="0"/>
                  </a:lnTo>
                  <a:close/>
                </a:path>
              </a:pathLst>
            </a:custGeom>
            <a:solidFill>
              <a:srgbClr val="603C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14835631" y="8042726"/>
              <a:ext cx="20320" cy="107314"/>
            </a:xfrm>
            <a:custGeom>
              <a:avLst/>
              <a:gdLst/>
              <a:ahLst/>
              <a:cxnLst/>
              <a:rect l="l" t="t" r="r" b="b"/>
              <a:pathLst>
                <a:path w="20319" h="107315">
                  <a:moveTo>
                    <a:pt x="19875" y="90538"/>
                  </a:moveTo>
                  <a:lnTo>
                    <a:pt x="15303" y="85559"/>
                  </a:lnTo>
                  <a:lnTo>
                    <a:pt x="9944" y="85801"/>
                  </a:lnTo>
                  <a:lnTo>
                    <a:pt x="4559" y="86042"/>
                  </a:lnTo>
                  <a:lnTo>
                    <a:pt x="0" y="90170"/>
                  </a:lnTo>
                  <a:lnTo>
                    <a:pt x="0" y="102171"/>
                  </a:lnTo>
                  <a:lnTo>
                    <a:pt x="4584" y="107162"/>
                  </a:lnTo>
                  <a:lnTo>
                    <a:pt x="15328" y="106680"/>
                  </a:lnTo>
                  <a:lnTo>
                    <a:pt x="19875" y="102552"/>
                  </a:lnTo>
                  <a:lnTo>
                    <a:pt x="19875" y="90538"/>
                  </a:lnTo>
                  <a:close/>
                </a:path>
                <a:path w="20319" h="107315">
                  <a:moveTo>
                    <a:pt x="19875" y="4978"/>
                  </a:moveTo>
                  <a:lnTo>
                    <a:pt x="15303" y="0"/>
                  </a:lnTo>
                  <a:lnTo>
                    <a:pt x="9944" y="241"/>
                  </a:lnTo>
                  <a:lnTo>
                    <a:pt x="4559" y="482"/>
                  </a:lnTo>
                  <a:lnTo>
                    <a:pt x="0" y="4610"/>
                  </a:lnTo>
                  <a:lnTo>
                    <a:pt x="0" y="16611"/>
                  </a:lnTo>
                  <a:lnTo>
                    <a:pt x="4584" y="21590"/>
                  </a:lnTo>
                  <a:lnTo>
                    <a:pt x="15328" y="21107"/>
                  </a:lnTo>
                  <a:lnTo>
                    <a:pt x="19875" y="16979"/>
                  </a:lnTo>
                  <a:lnTo>
                    <a:pt x="19875" y="4978"/>
                  </a:lnTo>
                  <a:close/>
                </a:path>
              </a:pathLst>
            </a:custGeom>
            <a:solidFill>
              <a:srgbClr val="3C27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5" name="object 555" descr=""/>
            <p:cNvPicPr/>
            <p:nvPr/>
          </p:nvPicPr>
          <p:blipFill>
            <a:blip r:embed="rId122" cstate="print"/>
            <a:stretch>
              <a:fillRect/>
            </a:stretch>
          </p:blipFill>
          <p:spPr>
            <a:xfrm>
              <a:off x="14734722" y="7625202"/>
              <a:ext cx="108677" cy="153262"/>
            </a:xfrm>
            <a:prstGeom prst="rect">
              <a:avLst/>
            </a:prstGeom>
          </p:spPr>
        </p:pic>
        <p:pic>
          <p:nvPicPr>
            <p:cNvPr id="556" name="object 556" descr=""/>
            <p:cNvPicPr/>
            <p:nvPr/>
          </p:nvPicPr>
          <p:blipFill>
            <a:blip r:embed="rId123" cstate="print"/>
            <a:stretch>
              <a:fillRect/>
            </a:stretch>
          </p:blipFill>
          <p:spPr>
            <a:xfrm>
              <a:off x="14865512" y="7625202"/>
              <a:ext cx="106384" cy="153262"/>
            </a:xfrm>
            <a:prstGeom prst="rect">
              <a:avLst/>
            </a:prstGeom>
          </p:spPr>
        </p:pic>
      </p:grpSp>
      <p:sp>
        <p:nvSpPr>
          <p:cNvPr id="557" name="object 557" descr=""/>
          <p:cNvSpPr/>
          <p:nvPr/>
        </p:nvSpPr>
        <p:spPr>
          <a:xfrm>
            <a:off x="17008552" y="7689678"/>
            <a:ext cx="252095" cy="754380"/>
          </a:xfrm>
          <a:custGeom>
            <a:avLst/>
            <a:gdLst/>
            <a:ahLst/>
            <a:cxnLst/>
            <a:rect l="l" t="t" r="r" b="b"/>
            <a:pathLst>
              <a:path w="252094" h="754379">
                <a:moveTo>
                  <a:pt x="252069" y="199999"/>
                </a:moveTo>
                <a:lnTo>
                  <a:pt x="242112" y="126530"/>
                </a:lnTo>
                <a:lnTo>
                  <a:pt x="225653" y="77660"/>
                </a:lnTo>
                <a:lnTo>
                  <a:pt x="202958" y="34061"/>
                </a:lnTo>
                <a:lnTo>
                  <a:pt x="175094" y="5740"/>
                </a:lnTo>
                <a:lnTo>
                  <a:pt x="143116" y="2705"/>
                </a:lnTo>
                <a:lnTo>
                  <a:pt x="129044" y="0"/>
                </a:lnTo>
                <a:lnTo>
                  <a:pt x="103073" y="58432"/>
                </a:lnTo>
                <a:lnTo>
                  <a:pt x="94538" y="96291"/>
                </a:lnTo>
                <a:lnTo>
                  <a:pt x="83578" y="151485"/>
                </a:lnTo>
                <a:lnTo>
                  <a:pt x="71462" y="216331"/>
                </a:lnTo>
                <a:lnTo>
                  <a:pt x="59410" y="283133"/>
                </a:lnTo>
                <a:lnTo>
                  <a:pt x="46685" y="355968"/>
                </a:lnTo>
                <a:lnTo>
                  <a:pt x="46583" y="356108"/>
                </a:lnTo>
                <a:lnTo>
                  <a:pt x="37172" y="404228"/>
                </a:lnTo>
                <a:lnTo>
                  <a:pt x="25476" y="472440"/>
                </a:lnTo>
                <a:lnTo>
                  <a:pt x="17805" y="524002"/>
                </a:lnTo>
                <a:lnTo>
                  <a:pt x="9601" y="592950"/>
                </a:lnTo>
                <a:lnTo>
                  <a:pt x="4089" y="659790"/>
                </a:lnTo>
                <a:lnTo>
                  <a:pt x="977" y="710311"/>
                </a:lnTo>
                <a:lnTo>
                  <a:pt x="0" y="730313"/>
                </a:lnTo>
                <a:lnTo>
                  <a:pt x="35801" y="746810"/>
                </a:lnTo>
                <a:lnTo>
                  <a:pt x="58204" y="753884"/>
                </a:lnTo>
                <a:lnTo>
                  <a:pt x="76657" y="752919"/>
                </a:lnTo>
                <a:lnTo>
                  <a:pt x="100584" y="745350"/>
                </a:lnTo>
                <a:lnTo>
                  <a:pt x="141947" y="583222"/>
                </a:lnTo>
                <a:lnTo>
                  <a:pt x="164439" y="496290"/>
                </a:lnTo>
                <a:lnTo>
                  <a:pt x="175882" y="454964"/>
                </a:lnTo>
                <a:lnTo>
                  <a:pt x="184124" y="429615"/>
                </a:lnTo>
                <a:lnTo>
                  <a:pt x="184035" y="429120"/>
                </a:lnTo>
                <a:lnTo>
                  <a:pt x="186664" y="422389"/>
                </a:lnTo>
                <a:lnTo>
                  <a:pt x="206209" y="362724"/>
                </a:lnTo>
                <a:lnTo>
                  <a:pt x="226161" y="296494"/>
                </a:lnTo>
                <a:lnTo>
                  <a:pt x="242722" y="237617"/>
                </a:lnTo>
                <a:lnTo>
                  <a:pt x="252069" y="199999"/>
                </a:lnTo>
                <a:close/>
              </a:path>
            </a:pathLst>
          </a:custGeom>
          <a:solidFill>
            <a:srgbClr val="FFEB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8" name="object 558" descr=""/>
          <p:cNvGrpSpPr/>
          <p:nvPr/>
        </p:nvGrpSpPr>
        <p:grpSpPr>
          <a:xfrm>
            <a:off x="17135957" y="7575646"/>
            <a:ext cx="683895" cy="868044"/>
            <a:chOff x="17135957" y="7575646"/>
            <a:chExt cx="683895" cy="868044"/>
          </a:xfrm>
        </p:grpSpPr>
        <p:sp>
          <p:nvSpPr>
            <p:cNvPr id="559" name="object 559" descr=""/>
            <p:cNvSpPr/>
            <p:nvPr/>
          </p:nvSpPr>
          <p:spPr>
            <a:xfrm>
              <a:off x="17567657" y="7684039"/>
              <a:ext cx="252095" cy="760095"/>
            </a:xfrm>
            <a:custGeom>
              <a:avLst/>
              <a:gdLst/>
              <a:ahLst/>
              <a:cxnLst/>
              <a:rect l="l" t="t" r="r" b="b"/>
              <a:pathLst>
                <a:path w="252094" h="760095">
                  <a:moveTo>
                    <a:pt x="252069" y="735952"/>
                  </a:moveTo>
                  <a:lnTo>
                    <a:pt x="247980" y="665429"/>
                  </a:lnTo>
                  <a:lnTo>
                    <a:pt x="242468" y="598589"/>
                  </a:lnTo>
                  <a:lnTo>
                    <a:pt x="234264" y="529640"/>
                  </a:lnTo>
                  <a:lnTo>
                    <a:pt x="226593" y="478078"/>
                  </a:lnTo>
                  <a:lnTo>
                    <a:pt x="214896" y="409867"/>
                  </a:lnTo>
                  <a:lnTo>
                    <a:pt x="205486" y="361746"/>
                  </a:lnTo>
                  <a:lnTo>
                    <a:pt x="205359" y="361594"/>
                  </a:lnTo>
                  <a:lnTo>
                    <a:pt x="192659" y="288772"/>
                  </a:lnTo>
                  <a:lnTo>
                    <a:pt x="180606" y="221970"/>
                  </a:lnTo>
                  <a:lnTo>
                    <a:pt x="168490" y="157124"/>
                  </a:lnTo>
                  <a:lnTo>
                    <a:pt x="157543" y="101917"/>
                  </a:lnTo>
                  <a:lnTo>
                    <a:pt x="148996" y="64071"/>
                  </a:lnTo>
                  <a:lnTo>
                    <a:pt x="132588" y="9499"/>
                  </a:lnTo>
                  <a:lnTo>
                    <a:pt x="114528" y="0"/>
                  </a:lnTo>
                  <a:lnTo>
                    <a:pt x="82130" y="3644"/>
                  </a:lnTo>
                  <a:lnTo>
                    <a:pt x="53238" y="33515"/>
                  </a:lnTo>
                  <a:lnTo>
                    <a:pt x="29210" y="79133"/>
                  </a:lnTo>
                  <a:lnTo>
                    <a:pt x="11404" y="130009"/>
                  </a:lnTo>
                  <a:lnTo>
                    <a:pt x="1219" y="175666"/>
                  </a:lnTo>
                  <a:lnTo>
                    <a:pt x="0" y="205638"/>
                  </a:lnTo>
                  <a:lnTo>
                    <a:pt x="9347" y="243255"/>
                  </a:lnTo>
                  <a:lnTo>
                    <a:pt x="25908" y="302133"/>
                  </a:lnTo>
                  <a:lnTo>
                    <a:pt x="45859" y="368363"/>
                  </a:lnTo>
                  <a:lnTo>
                    <a:pt x="65405" y="428028"/>
                  </a:lnTo>
                  <a:lnTo>
                    <a:pt x="68021" y="434759"/>
                  </a:lnTo>
                  <a:lnTo>
                    <a:pt x="67945" y="435254"/>
                  </a:lnTo>
                  <a:lnTo>
                    <a:pt x="76187" y="460603"/>
                  </a:lnTo>
                  <a:lnTo>
                    <a:pt x="87630" y="501929"/>
                  </a:lnTo>
                  <a:lnTo>
                    <a:pt x="110121" y="588860"/>
                  </a:lnTo>
                  <a:lnTo>
                    <a:pt x="151485" y="750989"/>
                  </a:lnTo>
                  <a:lnTo>
                    <a:pt x="175412" y="758558"/>
                  </a:lnTo>
                  <a:lnTo>
                    <a:pt x="193865" y="759523"/>
                  </a:lnTo>
                  <a:lnTo>
                    <a:pt x="216268" y="752449"/>
                  </a:lnTo>
                  <a:lnTo>
                    <a:pt x="252069" y="735952"/>
                  </a:lnTo>
                  <a:close/>
                </a:path>
              </a:pathLst>
            </a:custGeom>
            <a:solidFill>
              <a:srgbClr val="FFEB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17135957" y="7627250"/>
              <a:ext cx="550545" cy="799465"/>
            </a:xfrm>
            <a:custGeom>
              <a:avLst/>
              <a:gdLst/>
              <a:ahLst/>
              <a:cxnLst/>
              <a:rect l="l" t="t" r="r" b="b"/>
              <a:pathLst>
                <a:path w="550544" h="799465">
                  <a:moveTo>
                    <a:pt x="391990" y="0"/>
                  </a:moveTo>
                  <a:lnTo>
                    <a:pt x="154814" y="0"/>
                  </a:lnTo>
                  <a:lnTo>
                    <a:pt x="76272" y="26899"/>
                  </a:lnTo>
                  <a:lnTo>
                    <a:pt x="34183" y="42149"/>
                  </a:lnTo>
                  <a:lnTo>
                    <a:pt x="14230" y="51405"/>
                  </a:lnTo>
                  <a:lnTo>
                    <a:pt x="2096" y="60322"/>
                  </a:lnTo>
                  <a:lnTo>
                    <a:pt x="0" y="77176"/>
                  </a:lnTo>
                  <a:lnTo>
                    <a:pt x="4203" y="114778"/>
                  </a:lnTo>
                  <a:lnTo>
                    <a:pt x="13126" y="167869"/>
                  </a:lnTo>
                  <a:lnTo>
                    <a:pt x="25190" y="231187"/>
                  </a:lnTo>
                  <a:lnTo>
                    <a:pt x="52418" y="367468"/>
                  </a:lnTo>
                  <a:lnTo>
                    <a:pt x="64424" y="429910"/>
                  </a:lnTo>
                  <a:lnTo>
                    <a:pt x="73251" y="481538"/>
                  </a:lnTo>
                  <a:lnTo>
                    <a:pt x="77319" y="517094"/>
                  </a:lnTo>
                  <a:lnTo>
                    <a:pt x="76624" y="588568"/>
                  </a:lnTo>
                  <a:lnTo>
                    <a:pt x="71695" y="670448"/>
                  </a:lnTo>
                  <a:lnTo>
                    <a:pt x="66112" y="737834"/>
                  </a:lnTo>
                  <a:lnTo>
                    <a:pt x="63455" y="765830"/>
                  </a:lnTo>
                  <a:lnTo>
                    <a:pt x="202266" y="799279"/>
                  </a:lnTo>
                  <a:lnTo>
                    <a:pt x="345182" y="798894"/>
                  </a:lnTo>
                  <a:lnTo>
                    <a:pt x="456855" y="784283"/>
                  </a:lnTo>
                  <a:lnTo>
                    <a:pt x="501934" y="775054"/>
                  </a:lnTo>
                  <a:lnTo>
                    <a:pt x="487666" y="671010"/>
                  </a:lnTo>
                  <a:lnTo>
                    <a:pt x="480693" y="609748"/>
                  </a:lnTo>
                  <a:lnTo>
                    <a:pt x="479018" y="567345"/>
                  </a:lnTo>
                  <a:lnTo>
                    <a:pt x="480647" y="519879"/>
                  </a:lnTo>
                  <a:lnTo>
                    <a:pt x="484452" y="484116"/>
                  </a:lnTo>
                  <a:lnTo>
                    <a:pt x="492573" y="431930"/>
                  </a:lnTo>
                  <a:lnTo>
                    <a:pt x="503557" y="368682"/>
                  </a:lnTo>
                  <a:lnTo>
                    <a:pt x="528300" y="230438"/>
                  </a:lnTo>
                  <a:lnTo>
                    <a:pt x="539151" y="166163"/>
                  </a:lnTo>
                  <a:lnTo>
                    <a:pt x="547051" y="112266"/>
                  </a:lnTo>
                  <a:lnTo>
                    <a:pt x="550547" y="74106"/>
                  </a:lnTo>
                  <a:lnTo>
                    <a:pt x="548184" y="57045"/>
                  </a:lnTo>
                  <a:lnTo>
                    <a:pt x="516468" y="42150"/>
                  </a:lnTo>
                  <a:lnTo>
                    <a:pt x="463588" y="23206"/>
                  </a:lnTo>
                  <a:lnTo>
                    <a:pt x="413958" y="6919"/>
                  </a:lnTo>
                  <a:lnTo>
                    <a:pt x="391990" y="0"/>
                  </a:lnTo>
                  <a:close/>
                </a:path>
              </a:pathLst>
            </a:custGeom>
            <a:solidFill>
              <a:srgbClr val="603C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1" name="object 561" descr=""/>
            <p:cNvPicPr/>
            <p:nvPr/>
          </p:nvPicPr>
          <p:blipFill>
            <a:blip r:embed="rId124" cstate="print"/>
            <a:stretch>
              <a:fillRect/>
            </a:stretch>
          </p:blipFill>
          <p:spPr>
            <a:xfrm>
              <a:off x="17290774" y="7575646"/>
              <a:ext cx="237176" cy="77206"/>
            </a:xfrm>
            <a:prstGeom prst="rect">
              <a:avLst/>
            </a:prstGeom>
          </p:spPr>
        </p:pic>
        <p:sp>
          <p:nvSpPr>
            <p:cNvPr id="562" name="object 562" descr=""/>
            <p:cNvSpPr/>
            <p:nvPr/>
          </p:nvSpPr>
          <p:spPr>
            <a:xfrm>
              <a:off x="17290774" y="8195244"/>
              <a:ext cx="251460" cy="33655"/>
            </a:xfrm>
            <a:custGeom>
              <a:avLst/>
              <a:gdLst/>
              <a:ahLst/>
              <a:cxnLst/>
              <a:rect l="l" t="t" r="r" b="b"/>
              <a:pathLst>
                <a:path w="251459" h="33654">
                  <a:moveTo>
                    <a:pt x="249102" y="0"/>
                  </a:moveTo>
                  <a:lnTo>
                    <a:pt x="246201" y="0"/>
                  </a:lnTo>
                  <a:lnTo>
                    <a:pt x="2345" y="0"/>
                  </a:lnTo>
                  <a:lnTo>
                    <a:pt x="0" y="2345"/>
                  </a:lnTo>
                  <a:lnTo>
                    <a:pt x="0" y="31109"/>
                  </a:lnTo>
                  <a:lnTo>
                    <a:pt x="2355" y="33454"/>
                  </a:lnTo>
                  <a:lnTo>
                    <a:pt x="249102" y="33454"/>
                  </a:lnTo>
                  <a:lnTo>
                    <a:pt x="251447" y="31109"/>
                  </a:lnTo>
                  <a:lnTo>
                    <a:pt x="251447" y="2345"/>
                  </a:lnTo>
                  <a:lnTo>
                    <a:pt x="249102" y="0"/>
                  </a:lnTo>
                  <a:close/>
                </a:path>
              </a:pathLst>
            </a:custGeom>
            <a:solidFill>
              <a:srgbClr val="4B30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3" name="object 563" descr=""/>
            <p:cNvSpPr/>
            <p:nvPr/>
          </p:nvSpPr>
          <p:spPr>
            <a:xfrm>
              <a:off x="17302011" y="8201907"/>
              <a:ext cx="223520" cy="20320"/>
            </a:xfrm>
            <a:custGeom>
              <a:avLst/>
              <a:gdLst/>
              <a:ahLst/>
              <a:cxnLst/>
              <a:rect l="l" t="t" r="r" b="b"/>
              <a:pathLst>
                <a:path w="223519" h="20320">
                  <a:moveTo>
                    <a:pt x="19189" y="9931"/>
                  </a:moveTo>
                  <a:lnTo>
                    <a:pt x="16802" y="3111"/>
                  </a:lnTo>
                  <a:lnTo>
                    <a:pt x="9601" y="0"/>
                  </a:lnTo>
                  <a:lnTo>
                    <a:pt x="2400" y="3111"/>
                  </a:lnTo>
                  <a:lnTo>
                    <a:pt x="0" y="9931"/>
                  </a:lnTo>
                  <a:lnTo>
                    <a:pt x="2400" y="16764"/>
                  </a:lnTo>
                  <a:lnTo>
                    <a:pt x="9601" y="19862"/>
                  </a:lnTo>
                  <a:lnTo>
                    <a:pt x="16789" y="16764"/>
                  </a:lnTo>
                  <a:lnTo>
                    <a:pt x="19189" y="9931"/>
                  </a:lnTo>
                  <a:close/>
                </a:path>
                <a:path w="223519" h="20320">
                  <a:moveTo>
                    <a:pt x="223266" y="9931"/>
                  </a:moveTo>
                  <a:lnTo>
                    <a:pt x="220865" y="3111"/>
                  </a:lnTo>
                  <a:lnTo>
                    <a:pt x="213677" y="0"/>
                  </a:lnTo>
                  <a:lnTo>
                    <a:pt x="206476" y="3111"/>
                  </a:lnTo>
                  <a:lnTo>
                    <a:pt x="204076" y="9931"/>
                  </a:lnTo>
                  <a:lnTo>
                    <a:pt x="206476" y="16764"/>
                  </a:lnTo>
                  <a:lnTo>
                    <a:pt x="213677" y="19862"/>
                  </a:lnTo>
                  <a:lnTo>
                    <a:pt x="220865" y="16764"/>
                  </a:lnTo>
                  <a:lnTo>
                    <a:pt x="223266" y="9931"/>
                  </a:lnTo>
                  <a:close/>
                </a:path>
              </a:pathLst>
            </a:custGeom>
            <a:solidFill>
              <a:srgbClr val="AF8F9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4" name="object 564" descr=""/>
          <p:cNvSpPr/>
          <p:nvPr/>
        </p:nvSpPr>
        <p:spPr>
          <a:xfrm>
            <a:off x="16343168" y="7629337"/>
            <a:ext cx="219075" cy="297815"/>
          </a:xfrm>
          <a:custGeom>
            <a:avLst/>
            <a:gdLst/>
            <a:ahLst/>
            <a:cxnLst/>
            <a:rect l="l" t="t" r="r" b="b"/>
            <a:pathLst>
              <a:path w="219075" h="297815">
                <a:moveTo>
                  <a:pt x="207564" y="0"/>
                </a:moveTo>
                <a:lnTo>
                  <a:pt x="174769" y="33506"/>
                </a:lnTo>
                <a:lnTo>
                  <a:pt x="14585" y="38490"/>
                </a:lnTo>
                <a:lnTo>
                  <a:pt x="0" y="115787"/>
                </a:lnTo>
                <a:lnTo>
                  <a:pt x="101347" y="297498"/>
                </a:lnTo>
                <a:lnTo>
                  <a:pt x="218831" y="59914"/>
                </a:lnTo>
                <a:lnTo>
                  <a:pt x="207564" y="0"/>
                </a:lnTo>
                <a:close/>
              </a:path>
            </a:pathLst>
          </a:custGeom>
          <a:solidFill>
            <a:srgbClr val="DFCEC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5" name="object 565" descr=""/>
          <p:cNvSpPr/>
          <p:nvPr/>
        </p:nvSpPr>
        <p:spPr>
          <a:xfrm>
            <a:off x="16039110" y="7680496"/>
            <a:ext cx="252095" cy="754380"/>
          </a:xfrm>
          <a:custGeom>
            <a:avLst/>
            <a:gdLst/>
            <a:ahLst/>
            <a:cxnLst/>
            <a:rect l="l" t="t" r="r" b="b"/>
            <a:pathLst>
              <a:path w="252094" h="754379">
                <a:moveTo>
                  <a:pt x="252069" y="199986"/>
                </a:moveTo>
                <a:lnTo>
                  <a:pt x="242100" y="126517"/>
                </a:lnTo>
                <a:lnTo>
                  <a:pt x="225653" y="77647"/>
                </a:lnTo>
                <a:lnTo>
                  <a:pt x="202958" y="34048"/>
                </a:lnTo>
                <a:lnTo>
                  <a:pt x="175094" y="5727"/>
                </a:lnTo>
                <a:lnTo>
                  <a:pt x="143103" y="2705"/>
                </a:lnTo>
                <a:lnTo>
                  <a:pt x="129032" y="0"/>
                </a:lnTo>
                <a:lnTo>
                  <a:pt x="103060" y="58420"/>
                </a:lnTo>
                <a:lnTo>
                  <a:pt x="94526" y="96278"/>
                </a:lnTo>
                <a:lnTo>
                  <a:pt x="83578" y="151472"/>
                </a:lnTo>
                <a:lnTo>
                  <a:pt x="71462" y="216319"/>
                </a:lnTo>
                <a:lnTo>
                  <a:pt x="59397" y="283121"/>
                </a:lnTo>
                <a:lnTo>
                  <a:pt x="46685" y="355981"/>
                </a:lnTo>
                <a:lnTo>
                  <a:pt x="46583" y="356108"/>
                </a:lnTo>
                <a:lnTo>
                  <a:pt x="37160" y="404215"/>
                </a:lnTo>
                <a:lnTo>
                  <a:pt x="25476" y="472427"/>
                </a:lnTo>
                <a:lnTo>
                  <a:pt x="17805" y="523989"/>
                </a:lnTo>
                <a:lnTo>
                  <a:pt x="9601" y="592937"/>
                </a:lnTo>
                <a:lnTo>
                  <a:pt x="4089" y="659777"/>
                </a:lnTo>
                <a:lnTo>
                  <a:pt x="977" y="710298"/>
                </a:lnTo>
                <a:lnTo>
                  <a:pt x="0" y="730300"/>
                </a:lnTo>
                <a:lnTo>
                  <a:pt x="35788" y="746798"/>
                </a:lnTo>
                <a:lnTo>
                  <a:pt x="58204" y="753872"/>
                </a:lnTo>
                <a:lnTo>
                  <a:pt x="76657" y="752906"/>
                </a:lnTo>
                <a:lnTo>
                  <a:pt x="100584" y="745337"/>
                </a:lnTo>
                <a:lnTo>
                  <a:pt x="141935" y="583209"/>
                </a:lnTo>
                <a:lnTo>
                  <a:pt x="164426" y="496290"/>
                </a:lnTo>
                <a:lnTo>
                  <a:pt x="175882" y="454952"/>
                </a:lnTo>
                <a:lnTo>
                  <a:pt x="184111" y="429602"/>
                </a:lnTo>
                <a:lnTo>
                  <a:pt x="184023" y="429120"/>
                </a:lnTo>
                <a:lnTo>
                  <a:pt x="186664" y="422376"/>
                </a:lnTo>
                <a:lnTo>
                  <a:pt x="206209" y="362712"/>
                </a:lnTo>
                <a:lnTo>
                  <a:pt x="226161" y="296481"/>
                </a:lnTo>
                <a:lnTo>
                  <a:pt x="242722" y="237604"/>
                </a:lnTo>
                <a:lnTo>
                  <a:pt x="252069" y="199986"/>
                </a:lnTo>
                <a:close/>
              </a:path>
            </a:pathLst>
          </a:custGeom>
          <a:solidFill>
            <a:srgbClr val="FFEB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6" name="object 566" descr=""/>
          <p:cNvSpPr/>
          <p:nvPr/>
        </p:nvSpPr>
        <p:spPr>
          <a:xfrm>
            <a:off x="16598202" y="7669624"/>
            <a:ext cx="252095" cy="765175"/>
          </a:xfrm>
          <a:custGeom>
            <a:avLst/>
            <a:gdLst/>
            <a:ahLst/>
            <a:cxnLst/>
            <a:rect l="l" t="t" r="r" b="b"/>
            <a:pathLst>
              <a:path w="252094" h="765175">
                <a:moveTo>
                  <a:pt x="252082" y="741172"/>
                </a:moveTo>
                <a:lnTo>
                  <a:pt x="247992" y="670648"/>
                </a:lnTo>
                <a:lnTo>
                  <a:pt x="242481" y="603808"/>
                </a:lnTo>
                <a:lnTo>
                  <a:pt x="234276" y="534860"/>
                </a:lnTo>
                <a:lnTo>
                  <a:pt x="226606" y="483298"/>
                </a:lnTo>
                <a:lnTo>
                  <a:pt x="214909" y="415086"/>
                </a:lnTo>
                <a:lnTo>
                  <a:pt x="205498" y="366979"/>
                </a:lnTo>
                <a:lnTo>
                  <a:pt x="205384" y="366839"/>
                </a:lnTo>
                <a:lnTo>
                  <a:pt x="192671" y="293992"/>
                </a:lnTo>
                <a:lnTo>
                  <a:pt x="180619" y="227190"/>
                </a:lnTo>
                <a:lnTo>
                  <a:pt x="168503" y="162344"/>
                </a:lnTo>
                <a:lnTo>
                  <a:pt x="157556" y="107149"/>
                </a:lnTo>
                <a:lnTo>
                  <a:pt x="149009" y="69291"/>
                </a:lnTo>
                <a:lnTo>
                  <a:pt x="132143" y="14071"/>
                </a:lnTo>
                <a:lnTo>
                  <a:pt x="110883" y="0"/>
                </a:lnTo>
                <a:lnTo>
                  <a:pt x="78752" y="4025"/>
                </a:lnTo>
                <a:lnTo>
                  <a:pt x="50533" y="34861"/>
                </a:lnTo>
                <a:lnTo>
                  <a:pt x="27381" y="81737"/>
                </a:lnTo>
                <a:lnTo>
                  <a:pt x="10464" y="133870"/>
                </a:lnTo>
                <a:lnTo>
                  <a:pt x="952" y="180505"/>
                </a:lnTo>
                <a:lnTo>
                  <a:pt x="0" y="210858"/>
                </a:lnTo>
                <a:lnTo>
                  <a:pt x="9347" y="248475"/>
                </a:lnTo>
                <a:lnTo>
                  <a:pt x="25908" y="307352"/>
                </a:lnTo>
                <a:lnTo>
                  <a:pt x="45872" y="373583"/>
                </a:lnTo>
                <a:lnTo>
                  <a:pt x="65417" y="433247"/>
                </a:lnTo>
                <a:lnTo>
                  <a:pt x="68033" y="439978"/>
                </a:lnTo>
                <a:lnTo>
                  <a:pt x="67957" y="440474"/>
                </a:lnTo>
                <a:lnTo>
                  <a:pt x="76200" y="465823"/>
                </a:lnTo>
                <a:lnTo>
                  <a:pt x="87642" y="507161"/>
                </a:lnTo>
                <a:lnTo>
                  <a:pt x="110134" y="594080"/>
                </a:lnTo>
                <a:lnTo>
                  <a:pt x="151498" y="756208"/>
                </a:lnTo>
                <a:lnTo>
                  <a:pt x="175425" y="763778"/>
                </a:lnTo>
                <a:lnTo>
                  <a:pt x="193878" y="764743"/>
                </a:lnTo>
                <a:lnTo>
                  <a:pt x="216281" y="757669"/>
                </a:lnTo>
                <a:lnTo>
                  <a:pt x="252082" y="741172"/>
                </a:lnTo>
                <a:close/>
              </a:path>
            </a:pathLst>
          </a:custGeom>
          <a:solidFill>
            <a:srgbClr val="FFEB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67" name="object 567" descr=""/>
          <p:cNvGrpSpPr/>
          <p:nvPr/>
        </p:nvGrpSpPr>
        <p:grpSpPr>
          <a:xfrm>
            <a:off x="16165807" y="7578318"/>
            <a:ext cx="548640" cy="815340"/>
            <a:chOff x="16165807" y="7578318"/>
            <a:chExt cx="548640" cy="815340"/>
          </a:xfrm>
        </p:grpSpPr>
        <p:sp>
          <p:nvSpPr>
            <p:cNvPr id="568" name="object 568" descr=""/>
            <p:cNvSpPr/>
            <p:nvPr/>
          </p:nvSpPr>
          <p:spPr>
            <a:xfrm>
              <a:off x="16368564" y="7683190"/>
              <a:ext cx="105410" cy="521334"/>
            </a:xfrm>
            <a:custGeom>
              <a:avLst/>
              <a:gdLst/>
              <a:ahLst/>
              <a:cxnLst/>
              <a:rect l="l" t="t" r="r" b="b"/>
              <a:pathLst>
                <a:path w="105409" h="521334">
                  <a:moveTo>
                    <a:pt x="60595" y="0"/>
                  </a:moveTo>
                  <a:lnTo>
                    <a:pt x="33161" y="0"/>
                  </a:lnTo>
                  <a:lnTo>
                    <a:pt x="4914" y="376336"/>
                  </a:lnTo>
                  <a:lnTo>
                    <a:pt x="1095" y="430588"/>
                  </a:lnTo>
                  <a:lnTo>
                    <a:pt x="0" y="452070"/>
                  </a:lnTo>
                  <a:lnTo>
                    <a:pt x="8046" y="473704"/>
                  </a:lnTo>
                  <a:lnTo>
                    <a:pt x="26738" y="496297"/>
                  </a:lnTo>
                  <a:lnTo>
                    <a:pt x="45621" y="514083"/>
                  </a:lnTo>
                  <a:lnTo>
                    <a:pt x="54239" y="521293"/>
                  </a:lnTo>
                  <a:lnTo>
                    <a:pt x="81153" y="490448"/>
                  </a:lnTo>
                  <a:lnTo>
                    <a:pt x="95406" y="473223"/>
                  </a:lnTo>
                  <a:lnTo>
                    <a:pt x="101754" y="463369"/>
                  </a:lnTo>
                  <a:lnTo>
                    <a:pt x="104949" y="454635"/>
                  </a:lnTo>
                  <a:lnTo>
                    <a:pt x="99817" y="377833"/>
                  </a:lnTo>
                  <a:lnTo>
                    <a:pt x="84370" y="222193"/>
                  </a:lnTo>
                  <a:lnTo>
                    <a:pt x="68124" y="69115"/>
                  </a:lnTo>
                  <a:lnTo>
                    <a:pt x="60595" y="0"/>
                  </a:lnTo>
                  <a:close/>
                </a:path>
              </a:pathLst>
            </a:custGeom>
            <a:solidFill>
              <a:srgbClr val="525C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9" name="object 569" descr=""/>
            <p:cNvPicPr/>
            <p:nvPr/>
          </p:nvPicPr>
          <p:blipFill>
            <a:blip r:embed="rId125" cstate="print"/>
            <a:stretch>
              <a:fillRect/>
            </a:stretch>
          </p:blipFill>
          <p:spPr>
            <a:xfrm>
              <a:off x="16320973" y="7635238"/>
              <a:ext cx="195240" cy="85468"/>
            </a:xfrm>
            <a:prstGeom prst="rect">
              <a:avLst/>
            </a:prstGeom>
          </p:spPr>
        </p:pic>
        <p:sp>
          <p:nvSpPr>
            <p:cNvPr id="570" name="object 570" descr=""/>
            <p:cNvSpPr/>
            <p:nvPr/>
          </p:nvSpPr>
          <p:spPr>
            <a:xfrm>
              <a:off x="16410107" y="7618055"/>
              <a:ext cx="304165" cy="775335"/>
            </a:xfrm>
            <a:custGeom>
              <a:avLst/>
              <a:gdLst/>
              <a:ahLst/>
              <a:cxnLst/>
              <a:rect l="l" t="t" r="r" b="b"/>
              <a:pathLst>
                <a:path w="304165" h="775334">
                  <a:moveTo>
                    <a:pt x="148397" y="0"/>
                  </a:moveTo>
                  <a:lnTo>
                    <a:pt x="8516" y="278337"/>
                  </a:lnTo>
                  <a:lnTo>
                    <a:pt x="6520" y="341953"/>
                  </a:lnTo>
                  <a:lnTo>
                    <a:pt x="2632" y="483650"/>
                  </a:lnTo>
                  <a:lnTo>
                    <a:pt x="0" y="629697"/>
                  </a:lnTo>
                  <a:lnTo>
                    <a:pt x="1773" y="706365"/>
                  </a:lnTo>
                  <a:lnTo>
                    <a:pt x="22333" y="742716"/>
                  </a:lnTo>
                  <a:lnTo>
                    <a:pt x="70390" y="760505"/>
                  </a:lnTo>
                  <a:lnTo>
                    <a:pt x="135073" y="766079"/>
                  </a:lnTo>
                  <a:lnTo>
                    <a:pt x="258341" y="775065"/>
                  </a:lnTo>
                  <a:lnTo>
                    <a:pt x="254525" y="746062"/>
                  </a:lnTo>
                  <a:lnTo>
                    <a:pt x="246390" y="676458"/>
                  </a:lnTo>
                  <a:lnTo>
                    <a:pt x="238909" y="592361"/>
                  </a:lnTo>
                  <a:lnTo>
                    <a:pt x="237054" y="519879"/>
                  </a:lnTo>
                  <a:lnTo>
                    <a:pt x="240172" y="488414"/>
                  </a:lnTo>
                  <a:lnTo>
                    <a:pt x="246754" y="443030"/>
                  </a:lnTo>
                  <a:lnTo>
                    <a:pt x="255776" y="387682"/>
                  </a:lnTo>
                  <a:lnTo>
                    <a:pt x="277058" y="262902"/>
                  </a:lnTo>
                  <a:lnTo>
                    <a:pt x="287273" y="201376"/>
                  </a:lnTo>
                  <a:lnTo>
                    <a:pt x="295841" y="145697"/>
                  </a:lnTo>
                  <a:lnTo>
                    <a:pt x="301742" y="99817"/>
                  </a:lnTo>
                  <a:lnTo>
                    <a:pt x="303952" y="67688"/>
                  </a:lnTo>
                  <a:lnTo>
                    <a:pt x="301450" y="53265"/>
                  </a:lnTo>
                  <a:lnTo>
                    <a:pt x="289311" y="44464"/>
                  </a:lnTo>
                  <a:lnTo>
                    <a:pt x="269321" y="35981"/>
                  </a:lnTo>
                  <a:lnTo>
                    <a:pt x="227133" y="22825"/>
                  </a:lnTo>
                  <a:lnTo>
                    <a:pt x="148397" y="0"/>
                  </a:lnTo>
                  <a:close/>
                </a:path>
              </a:pathLst>
            </a:custGeom>
            <a:solidFill>
              <a:srgbClr val="5736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1" name="object 571" descr=""/>
            <p:cNvSpPr/>
            <p:nvPr/>
          </p:nvSpPr>
          <p:spPr>
            <a:xfrm>
              <a:off x="16165807" y="7618055"/>
              <a:ext cx="263525" cy="766445"/>
            </a:xfrm>
            <a:custGeom>
              <a:avLst/>
              <a:gdLst/>
              <a:ahLst/>
              <a:cxnLst/>
              <a:rect l="l" t="t" r="r" b="b"/>
              <a:pathLst>
                <a:path w="263525" h="766445">
                  <a:moveTo>
                    <a:pt x="155523" y="0"/>
                  </a:moveTo>
                  <a:lnTo>
                    <a:pt x="76981" y="26905"/>
                  </a:lnTo>
                  <a:lnTo>
                    <a:pt x="34892" y="42158"/>
                  </a:lnTo>
                  <a:lnTo>
                    <a:pt x="0" y="76324"/>
                  </a:lnTo>
                  <a:lnTo>
                    <a:pt x="2307" y="111622"/>
                  </a:lnTo>
                  <a:lnTo>
                    <a:pt x="8488" y="161378"/>
                  </a:lnTo>
                  <a:lnTo>
                    <a:pt x="17302" y="220744"/>
                  </a:lnTo>
                  <a:lnTo>
                    <a:pt x="37861" y="348913"/>
                  </a:lnTo>
                  <a:lnTo>
                    <a:pt x="47126" y="408019"/>
                  </a:lnTo>
                  <a:lnTo>
                    <a:pt x="54060" y="457344"/>
                  </a:lnTo>
                  <a:lnTo>
                    <a:pt x="59946" y="567426"/>
                  </a:lnTo>
                  <a:lnTo>
                    <a:pt x="62101" y="657919"/>
                  </a:lnTo>
                  <a:lnTo>
                    <a:pt x="64165" y="765830"/>
                  </a:lnTo>
                  <a:lnTo>
                    <a:pt x="145810" y="762183"/>
                  </a:lnTo>
                  <a:lnTo>
                    <a:pt x="189119" y="759351"/>
                  </a:lnTo>
                  <a:lnTo>
                    <a:pt x="228184" y="742716"/>
                  </a:lnTo>
                  <a:lnTo>
                    <a:pt x="248735" y="706365"/>
                  </a:lnTo>
                  <a:lnTo>
                    <a:pt x="253825" y="629697"/>
                  </a:lnTo>
                  <a:lnTo>
                    <a:pt x="258489" y="483650"/>
                  </a:lnTo>
                  <a:lnTo>
                    <a:pt x="261896" y="341953"/>
                  </a:lnTo>
                  <a:lnTo>
                    <a:pt x="263216" y="278337"/>
                  </a:lnTo>
                  <a:lnTo>
                    <a:pt x="155523" y="0"/>
                  </a:lnTo>
                  <a:close/>
                </a:path>
              </a:pathLst>
            </a:custGeom>
            <a:solidFill>
              <a:srgbClr val="603C3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2" name="object 572" descr=""/>
            <p:cNvSpPr/>
            <p:nvPr/>
          </p:nvSpPr>
          <p:spPr>
            <a:xfrm>
              <a:off x="16404146" y="8003177"/>
              <a:ext cx="20320" cy="107314"/>
            </a:xfrm>
            <a:custGeom>
              <a:avLst/>
              <a:gdLst/>
              <a:ahLst/>
              <a:cxnLst/>
              <a:rect l="l" t="t" r="r" b="b"/>
              <a:pathLst>
                <a:path w="20319" h="107315">
                  <a:moveTo>
                    <a:pt x="19875" y="90538"/>
                  </a:moveTo>
                  <a:lnTo>
                    <a:pt x="15303" y="85559"/>
                  </a:lnTo>
                  <a:lnTo>
                    <a:pt x="9944" y="85801"/>
                  </a:lnTo>
                  <a:lnTo>
                    <a:pt x="4559" y="86042"/>
                  </a:lnTo>
                  <a:lnTo>
                    <a:pt x="0" y="90170"/>
                  </a:lnTo>
                  <a:lnTo>
                    <a:pt x="0" y="102184"/>
                  </a:lnTo>
                  <a:lnTo>
                    <a:pt x="4584" y="107162"/>
                  </a:lnTo>
                  <a:lnTo>
                    <a:pt x="15316" y="106680"/>
                  </a:lnTo>
                  <a:lnTo>
                    <a:pt x="19875" y="102552"/>
                  </a:lnTo>
                  <a:lnTo>
                    <a:pt x="19875" y="90538"/>
                  </a:lnTo>
                  <a:close/>
                </a:path>
                <a:path w="20319" h="107315">
                  <a:moveTo>
                    <a:pt x="19875" y="4978"/>
                  </a:moveTo>
                  <a:lnTo>
                    <a:pt x="15303" y="0"/>
                  </a:lnTo>
                  <a:lnTo>
                    <a:pt x="9944" y="241"/>
                  </a:lnTo>
                  <a:lnTo>
                    <a:pt x="4559" y="482"/>
                  </a:lnTo>
                  <a:lnTo>
                    <a:pt x="0" y="4610"/>
                  </a:lnTo>
                  <a:lnTo>
                    <a:pt x="0" y="16611"/>
                  </a:lnTo>
                  <a:lnTo>
                    <a:pt x="4584" y="21590"/>
                  </a:lnTo>
                  <a:lnTo>
                    <a:pt x="15316" y="21107"/>
                  </a:lnTo>
                  <a:lnTo>
                    <a:pt x="19875" y="16979"/>
                  </a:lnTo>
                  <a:lnTo>
                    <a:pt x="19875" y="4978"/>
                  </a:lnTo>
                  <a:close/>
                </a:path>
              </a:pathLst>
            </a:custGeom>
            <a:solidFill>
              <a:srgbClr val="3C272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3" name="object 573" descr=""/>
            <p:cNvPicPr/>
            <p:nvPr/>
          </p:nvPicPr>
          <p:blipFill>
            <a:blip r:embed="rId126" cstate="print"/>
            <a:stretch>
              <a:fillRect/>
            </a:stretch>
          </p:blipFill>
          <p:spPr>
            <a:xfrm>
              <a:off x="16321193" y="7585656"/>
              <a:ext cx="67359" cy="153262"/>
            </a:xfrm>
            <a:prstGeom prst="rect">
              <a:avLst/>
            </a:prstGeom>
          </p:spPr>
        </p:pic>
        <p:pic>
          <p:nvPicPr>
            <p:cNvPr id="574" name="object 574" descr=""/>
            <p:cNvPicPr/>
            <p:nvPr/>
          </p:nvPicPr>
          <p:blipFill>
            <a:blip r:embed="rId127" cstate="print"/>
            <a:stretch>
              <a:fillRect/>
            </a:stretch>
          </p:blipFill>
          <p:spPr>
            <a:xfrm>
              <a:off x="16443648" y="7578318"/>
              <a:ext cx="114855" cy="163398"/>
            </a:xfrm>
            <a:prstGeom prst="rect">
              <a:avLst/>
            </a:prstGeom>
          </p:spPr>
        </p:pic>
      </p:grpSp>
      <p:grpSp>
        <p:nvGrpSpPr>
          <p:cNvPr id="575" name="object 575" descr=""/>
          <p:cNvGrpSpPr/>
          <p:nvPr/>
        </p:nvGrpSpPr>
        <p:grpSpPr>
          <a:xfrm>
            <a:off x="15453700" y="7569851"/>
            <a:ext cx="403225" cy="955675"/>
            <a:chOff x="15453700" y="7569851"/>
            <a:chExt cx="403225" cy="955675"/>
          </a:xfrm>
        </p:grpSpPr>
        <p:sp>
          <p:nvSpPr>
            <p:cNvPr id="576" name="object 576" descr=""/>
            <p:cNvSpPr/>
            <p:nvPr/>
          </p:nvSpPr>
          <p:spPr>
            <a:xfrm>
              <a:off x="15483351" y="7674788"/>
              <a:ext cx="116205" cy="342900"/>
            </a:xfrm>
            <a:custGeom>
              <a:avLst/>
              <a:gdLst/>
              <a:ahLst/>
              <a:cxnLst/>
              <a:rect l="l" t="t" r="r" b="b"/>
              <a:pathLst>
                <a:path w="116205" h="342900">
                  <a:moveTo>
                    <a:pt x="115640" y="0"/>
                  </a:moveTo>
                  <a:lnTo>
                    <a:pt x="57987" y="0"/>
                  </a:lnTo>
                  <a:lnTo>
                    <a:pt x="40192" y="32043"/>
                  </a:lnTo>
                  <a:lnTo>
                    <a:pt x="22237" y="70864"/>
                  </a:lnTo>
                  <a:lnTo>
                    <a:pt x="5817" y="151525"/>
                  </a:lnTo>
                  <a:lnTo>
                    <a:pt x="1723" y="234450"/>
                  </a:lnTo>
                  <a:lnTo>
                    <a:pt x="215" y="309645"/>
                  </a:lnTo>
                  <a:lnTo>
                    <a:pt x="0" y="342418"/>
                  </a:lnTo>
                  <a:lnTo>
                    <a:pt x="115640" y="56647"/>
                  </a:lnTo>
                  <a:lnTo>
                    <a:pt x="115640" y="0"/>
                  </a:lnTo>
                  <a:close/>
                </a:path>
              </a:pathLst>
            </a:custGeom>
            <a:solidFill>
              <a:srgbClr val="DFCE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7" name="object 577" descr=""/>
            <p:cNvSpPr/>
            <p:nvPr/>
          </p:nvSpPr>
          <p:spPr>
            <a:xfrm>
              <a:off x="15453700" y="7729583"/>
              <a:ext cx="68580" cy="371475"/>
            </a:xfrm>
            <a:custGeom>
              <a:avLst/>
              <a:gdLst/>
              <a:ahLst/>
              <a:cxnLst/>
              <a:rect l="l" t="t" r="r" b="b"/>
              <a:pathLst>
                <a:path w="68580" h="371475">
                  <a:moveTo>
                    <a:pt x="43964" y="0"/>
                  </a:moveTo>
                  <a:lnTo>
                    <a:pt x="15339" y="23465"/>
                  </a:lnTo>
                  <a:lnTo>
                    <a:pt x="1864" y="65097"/>
                  </a:lnTo>
                  <a:lnTo>
                    <a:pt x="0" y="155324"/>
                  </a:lnTo>
                  <a:lnTo>
                    <a:pt x="6206" y="324576"/>
                  </a:lnTo>
                  <a:lnTo>
                    <a:pt x="9295" y="340182"/>
                  </a:lnTo>
                  <a:lnTo>
                    <a:pt x="15293" y="355372"/>
                  </a:lnTo>
                  <a:lnTo>
                    <a:pt x="21137" y="366881"/>
                  </a:lnTo>
                  <a:lnTo>
                    <a:pt x="23766" y="371444"/>
                  </a:lnTo>
                  <a:lnTo>
                    <a:pt x="36551" y="347785"/>
                  </a:lnTo>
                  <a:lnTo>
                    <a:pt x="43076" y="334525"/>
                  </a:lnTo>
                  <a:lnTo>
                    <a:pt x="45378" y="326826"/>
                  </a:lnTo>
                  <a:lnTo>
                    <a:pt x="45493" y="319854"/>
                  </a:lnTo>
                  <a:lnTo>
                    <a:pt x="45229" y="166789"/>
                  </a:lnTo>
                  <a:lnTo>
                    <a:pt x="53539" y="71756"/>
                  </a:lnTo>
                  <a:lnTo>
                    <a:pt x="63559" y="23207"/>
                  </a:lnTo>
                  <a:lnTo>
                    <a:pt x="68424" y="9591"/>
                  </a:lnTo>
                  <a:lnTo>
                    <a:pt x="43964" y="0"/>
                  </a:lnTo>
                  <a:close/>
                </a:path>
              </a:pathLst>
            </a:custGeom>
            <a:solidFill>
              <a:srgbClr val="525C5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8" name="object 578" descr=""/>
            <p:cNvPicPr/>
            <p:nvPr/>
          </p:nvPicPr>
          <p:blipFill>
            <a:blip r:embed="rId128" cstate="print"/>
            <a:stretch>
              <a:fillRect/>
            </a:stretch>
          </p:blipFill>
          <p:spPr>
            <a:xfrm>
              <a:off x="15496117" y="7660716"/>
              <a:ext cx="100362" cy="79065"/>
            </a:xfrm>
            <a:prstGeom prst="rect">
              <a:avLst/>
            </a:prstGeom>
          </p:spPr>
        </p:pic>
        <p:sp>
          <p:nvSpPr>
            <p:cNvPr id="579" name="object 579" descr=""/>
            <p:cNvSpPr/>
            <p:nvPr/>
          </p:nvSpPr>
          <p:spPr>
            <a:xfrm>
              <a:off x="15455827" y="7609944"/>
              <a:ext cx="401320" cy="814069"/>
            </a:xfrm>
            <a:custGeom>
              <a:avLst/>
              <a:gdLst/>
              <a:ahLst/>
              <a:cxnLst/>
              <a:rect l="l" t="t" r="r" b="b"/>
              <a:pathLst>
                <a:path w="401319" h="814070">
                  <a:moveTo>
                    <a:pt x="290095" y="0"/>
                  </a:moveTo>
                  <a:lnTo>
                    <a:pt x="223558" y="22253"/>
                  </a:lnTo>
                  <a:lnTo>
                    <a:pt x="173918" y="43272"/>
                  </a:lnTo>
                  <a:lnTo>
                    <a:pt x="126149" y="92844"/>
                  </a:lnTo>
                  <a:lnTo>
                    <a:pt x="97841" y="142662"/>
                  </a:lnTo>
                  <a:lnTo>
                    <a:pt x="64657" y="203717"/>
                  </a:lnTo>
                  <a:lnTo>
                    <a:pt x="33013" y="265426"/>
                  </a:lnTo>
                  <a:lnTo>
                    <a:pt x="9322" y="317205"/>
                  </a:lnTo>
                  <a:lnTo>
                    <a:pt x="0" y="348471"/>
                  </a:lnTo>
                  <a:lnTo>
                    <a:pt x="665" y="401479"/>
                  </a:lnTo>
                  <a:lnTo>
                    <a:pt x="2438" y="463418"/>
                  </a:lnTo>
                  <a:lnTo>
                    <a:pt x="5001" y="530316"/>
                  </a:lnTo>
                  <a:lnTo>
                    <a:pt x="8038" y="598203"/>
                  </a:lnTo>
                  <a:lnTo>
                    <a:pt x="11232" y="663107"/>
                  </a:lnTo>
                  <a:lnTo>
                    <a:pt x="19255" y="813483"/>
                  </a:lnTo>
                  <a:lnTo>
                    <a:pt x="38314" y="812054"/>
                  </a:lnTo>
                  <a:lnTo>
                    <a:pt x="87289" y="799978"/>
                  </a:lnTo>
                  <a:lnTo>
                    <a:pt x="153876" y="782534"/>
                  </a:lnTo>
                  <a:lnTo>
                    <a:pt x="225773" y="765002"/>
                  </a:lnTo>
                  <a:lnTo>
                    <a:pt x="280455" y="751986"/>
                  </a:lnTo>
                  <a:lnTo>
                    <a:pt x="328557" y="722133"/>
                  </a:lnTo>
                  <a:lnTo>
                    <a:pt x="350768" y="637093"/>
                  </a:lnTo>
                  <a:lnTo>
                    <a:pt x="366172" y="513011"/>
                  </a:lnTo>
                  <a:lnTo>
                    <a:pt x="383837" y="378063"/>
                  </a:lnTo>
                  <a:lnTo>
                    <a:pt x="397213" y="291038"/>
                  </a:lnTo>
                  <a:lnTo>
                    <a:pt x="401057" y="249234"/>
                  </a:lnTo>
                  <a:lnTo>
                    <a:pt x="395888" y="209909"/>
                  </a:lnTo>
                  <a:lnTo>
                    <a:pt x="383769" y="171818"/>
                  </a:lnTo>
                  <a:lnTo>
                    <a:pt x="366763" y="133713"/>
                  </a:lnTo>
                  <a:lnTo>
                    <a:pt x="338411" y="78471"/>
                  </a:lnTo>
                  <a:lnTo>
                    <a:pt x="320342" y="48407"/>
                  </a:lnTo>
                  <a:lnTo>
                    <a:pt x="290095" y="0"/>
                  </a:lnTo>
                  <a:close/>
                </a:path>
              </a:pathLst>
            </a:custGeom>
            <a:solidFill>
              <a:srgbClr val="603C3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0" name="object 580" descr=""/>
            <p:cNvPicPr/>
            <p:nvPr/>
          </p:nvPicPr>
          <p:blipFill>
            <a:blip r:embed="rId129" cstate="print"/>
            <a:stretch>
              <a:fillRect/>
            </a:stretch>
          </p:blipFill>
          <p:spPr>
            <a:xfrm>
              <a:off x="15541343" y="7569851"/>
              <a:ext cx="220171" cy="152885"/>
            </a:xfrm>
            <a:prstGeom prst="rect">
              <a:avLst/>
            </a:prstGeom>
          </p:spPr>
        </p:pic>
        <p:sp>
          <p:nvSpPr>
            <p:cNvPr id="581" name="object 581" descr=""/>
            <p:cNvSpPr/>
            <p:nvPr/>
          </p:nvSpPr>
          <p:spPr>
            <a:xfrm>
              <a:off x="15561260" y="7664951"/>
              <a:ext cx="208915" cy="860425"/>
            </a:xfrm>
            <a:custGeom>
              <a:avLst/>
              <a:gdLst/>
              <a:ahLst/>
              <a:cxnLst/>
              <a:rect l="l" t="t" r="r" b="b"/>
              <a:pathLst>
                <a:path w="208915" h="860425">
                  <a:moveTo>
                    <a:pt x="208292" y="258889"/>
                  </a:moveTo>
                  <a:lnTo>
                    <a:pt x="208013" y="196875"/>
                  </a:lnTo>
                  <a:lnTo>
                    <a:pt x="206590" y="154559"/>
                  </a:lnTo>
                  <a:lnTo>
                    <a:pt x="204343" y="111683"/>
                  </a:lnTo>
                  <a:lnTo>
                    <a:pt x="201002" y="72059"/>
                  </a:lnTo>
                  <a:lnTo>
                    <a:pt x="173761" y="18707"/>
                  </a:lnTo>
                  <a:lnTo>
                    <a:pt x="120256" y="0"/>
                  </a:lnTo>
                  <a:lnTo>
                    <a:pt x="76669" y="4762"/>
                  </a:lnTo>
                  <a:lnTo>
                    <a:pt x="42900" y="25425"/>
                  </a:lnTo>
                  <a:lnTo>
                    <a:pt x="18923" y="54419"/>
                  </a:lnTo>
                  <a:lnTo>
                    <a:pt x="4635" y="84175"/>
                  </a:lnTo>
                  <a:lnTo>
                    <a:pt x="0" y="107137"/>
                  </a:lnTo>
                  <a:lnTo>
                    <a:pt x="1320" y="132067"/>
                  </a:lnTo>
                  <a:lnTo>
                    <a:pt x="4660" y="176961"/>
                  </a:lnTo>
                  <a:lnTo>
                    <a:pt x="9537" y="235229"/>
                  </a:lnTo>
                  <a:lnTo>
                    <a:pt x="15455" y="300329"/>
                  </a:lnTo>
                  <a:lnTo>
                    <a:pt x="21907" y="365696"/>
                  </a:lnTo>
                  <a:lnTo>
                    <a:pt x="28409" y="424738"/>
                  </a:lnTo>
                  <a:lnTo>
                    <a:pt x="34455" y="470916"/>
                  </a:lnTo>
                  <a:lnTo>
                    <a:pt x="36271" y="480479"/>
                  </a:lnTo>
                  <a:lnTo>
                    <a:pt x="35687" y="484695"/>
                  </a:lnTo>
                  <a:lnTo>
                    <a:pt x="38328" y="511733"/>
                  </a:lnTo>
                  <a:lnTo>
                    <a:pt x="41960" y="558050"/>
                  </a:lnTo>
                  <a:lnTo>
                    <a:pt x="62077" y="842810"/>
                  </a:lnTo>
                  <a:lnTo>
                    <a:pt x="83883" y="855218"/>
                  </a:lnTo>
                  <a:lnTo>
                    <a:pt x="101727" y="860005"/>
                  </a:lnTo>
                  <a:lnTo>
                    <a:pt x="125120" y="857783"/>
                  </a:lnTo>
                  <a:lnTo>
                    <a:pt x="163576" y="849122"/>
                  </a:lnTo>
                  <a:lnTo>
                    <a:pt x="175221" y="793915"/>
                  </a:lnTo>
                  <a:lnTo>
                    <a:pt x="185369" y="737527"/>
                  </a:lnTo>
                  <a:lnTo>
                    <a:pt x="194449" y="673163"/>
                  </a:lnTo>
                  <a:lnTo>
                    <a:pt x="200736" y="617131"/>
                  </a:lnTo>
                  <a:lnTo>
                    <a:pt x="203962" y="577723"/>
                  </a:lnTo>
                  <a:lnTo>
                    <a:pt x="205143" y="536282"/>
                  </a:lnTo>
                  <a:lnTo>
                    <a:pt x="205320" y="474141"/>
                  </a:lnTo>
                  <a:lnTo>
                    <a:pt x="205816" y="452450"/>
                  </a:lnTo>
                  <a:lnTo>
                    <a:pt x="206832" y="397751"/>
                  </a:lnTo>
                  <a:lnTo>
                    <a:pt x="207772" y="329539"/>
                  </a:lnTo>
                  <a:lnTo>
                    <a:pt x="208292" y="258889"/>
                  </a:lnTo>
                  <a:close/>
                </a:path>
              </a:pathLst>
            </a:custGeom>
            <a:solidFill>
              <a:srgbClr val="FFEBD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82" name="object 582" descr=""/>
          <p:cNvPicPr/>
          <p:nvPr/>
        </p:nvPicPr>
        <p:blipFill>
          <a:blip r:embed="rId130" cstate="print"/>
          <a:stretch>
            <a:fillRect/>
          </a:stretch>
        </p:blipFill>
        <p:spPr>
          <a:xfrm>
            <a:off x="7525402" y="3119334"/>
            <a:ext cx="1067538" cy="3179735"/>
          </a:xfrm>
          <a:prstGeom prst="rect">
            <a:avLst/>
          </a:prstGeom>
        </p:spPr>
      </p:pic>
      <p:pic>
        <p:nvPicPr>
          <p:cNvPr id="583" name="object 583" descr=""/>
          <p:cNvPicPr/>
          <p:nvPr/>
        </p:nvPicPr>
        <p:blipFill>
          <a:blip r:embed="rId131" cstate="print"/>
          <a:stretch>
            <a:fillRect/>
          </a:stretch>
        </p:blipFill>
        <p:spPr>
          <a:xfrm>
            <a:off x="8804422" y="3082962"/>
            <a:ext cx="1061749" cy="3135383"/>
          </a:xfrm>
          <a:prstGeom prst="rect">
            <a:avLst/>
          </a:prstGeom>
        </p:spPr>
      </p:pic>
      <p:pic>
        <p:nvPicPr>
          <p:cNvPr id="584" name="object 584" descr=""/>
          <p:cNvPicPr/>
          <p:nvPr/>
        </p:nvPicPr>
        <p:blipFill>
          <a:blip r:embed="rId132" cstate="print"/>
          <a:stretch>
            <a:fillRect/>
          </a:stretch>
        </p:blipFill>
        <p:spPr>
          <a:xfrm>
            <a:off x="5383686" y="3127876"/>
            <a:ext cx="1061750" cy="3154636"/>
          </a:xfrm>
          <a:prstGeom prst="rect">
            <a:avLst/>
          </a:prstGeom>
        </p:spPr>
      </p:pic>
      <p:pic>
        <p:nvPicPr>
          <p:cNvPr id="585" name="object 585" descr=""/>
          <p:cNvPicPr/>
          <p:nvPr/>
        </p:nvPicPr>
        <p:blipFill>
          <a:blip r:embed="rId133" cstate="print"/>
          <a:stretch>
            <a:fillRect/>
          </a:stretch>
        </p:blipFill>
        <p:spPr>
          <a:xfrm>
            <a:off x="6705582" y="3121132"/>
            <a:ext cx="554750" cy="3099255"/>
          </a:xfrm>
          <a:prstGeom prst="rect">
            <a:avLst/>
          </a:prstGeom>
        </p:spPr>
      </p:pic>
      <p:sp>
        <p:nvSpPr>
          <p:cNvPr id="586" name="object 586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7" name="object 587" descr=""/>
          <p:cNvSpPr txBox="1"/>
          <p:nvPr/>
        </p:nvSpPr>
        <p:spPr>
          <a:xfrm>
            <a:off x="732793" y="781072"/>
            <a:ext cx="3915410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Extras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for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adaptation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Hairstyles,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bodies,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and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accessories</a:t>
            </a:r>
            <a:endParaRPr sz="1950">
              <a:latin typeface="Open Sans Light"/>
              <a:cs typeface="Open Sans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281712" y="9284275"/>
            <a:ext cx="162560" cy="376555"/>
          </a:xfrm>
          <a:custGeom>
            <a:avLst/>
            <a:gdLst/>
            <a:ahLst/>
            <a:cxnLst/>
            <a:rect l="l" t="t" r="r" b="b"/>
            <a:pathLst>
              <a:path w="162559" h="376554">
                <a:moveTo>
                  <a:pt x="94484" y="0"/>
                </a:moveTo>
                <a:lnTo>
                  <a:pt x="55196" y="17586"/>
                </a:lnTo>
                <a:lnTo>
                  <a:pt x="30634" y="79805"/>
                </a:lnTo>
                <a:lnTo>
                  <a:pt x="22994" y="120593"/>
                </a:lnTo>
                <a:lnTo>
                  <a:pt x="16931" y="172615"/>
                </a:lnTo>
                <a:lnTo>
                  <a:pt x="4336" y="289541"/>
                </a:lnTo>
                <a:lnTo>
                  <a:pt x="0" y="326178"/>
                </a:lnTo>
                <a:lnTo>
                  <a:pt x="9865" y="349454"/>
                </a:lnTo>
                <a:lnTo>
                  <a:pt x="38545" y="368928"/>
                </a:lnTo>
                <a:lnTo>
                  <a:pt x="75287" y="375936"/>
                </a:lnTo>
                <a:lnTo>
                  <a:pt x="109336" y="361811"/>
                </a:lnTo>
                <a:lnTo>
                  <a:pt x="140274" y="287254"/>
                </a:lnTo>
                <a:lnTo>
                  <a:pt x="150278" y="232926"/>
                </a:lnTo>
                <a:lnTo>
                  <a:pt x="157046" y="177266"/>
                </a:lnTo>
                <a:lnTo>
                  <a:pt x="160884" y="127798"/>
                </a:lnTo>
                <a:lnTo>
                  <a:pt x="162099" y="92049"/>
                </a:lnTo>
                <a:lnTo>
                  <a:pt x="151138" y="52963"/>
                </a:lnTo>
                <a:lnTo>
                  <a:pt x="125145" y="19808"/>
                </a:lnTo>
                <a:lnTo>
                  <a:pt x="94484" y="0"/>
                </a:lnTo>
                <a:close/>
              </a:path>
            </a:pathLst>
          </a:custGeom>
          <a:solidFill>
            <a:srgbClr val="2E28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5610828" y="9282766"/>
            <a:ext cx="203200" cy="671195"/>
          </a:xfrm>
          <a:custGeom>
            <a:avLst/>
            <a:gdLst/>
            <a:ahLst/>
            <a:cxnLst/>
            <a:rect l="l" t="t" r="r" b="b"/>
            <a:pathLst>
              <a:path w="203200" h="671195">
                <a:moveTo>
                  <a:pt x="203073" y="607479"/>
                </a:moveTo>
                <a:lnTo>
                  <a:pt x="201612" y="591400"/>
                </a:lnTo>
                <a:lnTo>
                  <a:pt x="198107" y="575221"/>
                </a:lnTo>
                <a:lnTo>
                  <a:pt x="196100" y="561428"/>
                </a:lnTo>
                <a:lnTo>
                  <a:pt x="199123" y="552526"/>
                </a:lnTo>
                <a:lnTo>
                  <a:pt x="202971" y="545452"/>
                </a:lnTo>
                <a:lnTo>
                  <a:pt x="201498" y="535901"/>
                </a:lnTo>
                <a:lnTo>
                  <a:pt x="195351" y="524560"/>
                </a:lnTo>
                <a:lnTo>
                  <a:pt x="185191" y="512127"/>
                </a:lnTo>
                <a:lnTo>
                  <a:pt x="179730" y="499198"/>
                </a:lnTo>
                <a:lnTo>
                  <a:pt x="182575" y="484403"/>
                </a:lnTo>
                <a:lnTo>
                  <a:pt x="186728" y="465378"/>
                </a:lnTo>
                <a:lnTo>
                  <a:pt x="185191" y="439762"/>
                </a:lnTo>
                <a:lnTo>
                  <a:pt x="175107" y="391858"/>
                </a:lnTo>
                <a:lnTo>
                  <a:pt x="158419" y="295046"/>
                </a:lnTo>
                <a:lnTo>
                  <a:pt x="145173" y="172618"/>
                </a:lnTo>
                <a:lnTo>
                  <a:pt x="139115" y="120599"/>
                </a:lnTo>
                <a:lnTo>
                  <a:pt x="131470" y="79806"/>
                </a:lnTo>
                <a:lnTo>
                  <a:pt x="106908" y="17589"/>
                </a:lnTo>
                <a:lnTo>
                  <a:pt x="67614" y="0"/>
                </a:lnTo>
                <a:lnTo>
                  <a:pt x="36957" y="19812"/>
                </a:lnTo>
                <a:lnTo>
                  <a:pt x="10960" y="52971"/>
                </a:lnTo>
                <a:lnTo>
                  <a:pt x="0" y="92062"/>
                </a:lnTo>
                <a:lnTo>
                  <a:pt x="1219" y="127800"/>
                </a:lnTo>
                <a:lnTo>
                  <a:pt x="5054" y="177266"/>
                </a:lnTo>
                <a:lnTo>
                  <a:pt x="11823" y="232930"/>
                </a:lnTo>
                <a:lnTo>
                  <a:pt x="21831" y="287261"/>
                </a:lnTo>
                <a:lnTo>
                  <a:pt x="32016" y="321513"/>
                </a:lnTo>
                <a:lnTo>
                  <a:pt x="33959" y="370039"/>
                </a:lnTo>
                <a:lnTo>
                  <a:pt x="41935" y="437667"/>
                </a:lnTo>
                <a:lnTo>
                  <a:pt x="51574" y="499516"/>
                </a:lnTo>
                <a:lnTo>
                  <a:pt x="58674" y="535127"/>
                </a:lnTo>
                <a:lnTo>
                  <a:pt x="63449" y="550392"/>
                </a:lnTo>
                <a:lnTo>
                  <a:pt x="67957" y="566204"/>
                </a:lnTo>
                <a:lnTo>
                  <a:pt x="70726" y="584555"/>
                </a:lnTo>
                <a:lnTo>
                  <a:pt x="70269" y="607479"/>
                </a:lnTo>
                <a:lnTo>
                  <a:pt x="72986" y="632764"/>
                </a:lnTo>
                <a:lnTo>
                  <a:pt x="86766" y="654329"/>
                </a:lnTo>
                <a:lnTo>
                  <a:pt x="112356" y="668337"/>
                </a:lnTo>
                <a:lnTo>
                  <a:pt x="150482" y="671004"/>
                </a:lnTo>
                <a:lnTo>
                  <a:pt x="183667" y="661517"/>
                </a:lnTo>
                <a:lnTo>
                  <a:pt x="198742" y="644690"/>
                </a:lnTo>
                <a:lnTo>
                  <a:pt x="202819" y="625144"/>
                </a:lnTo>
                <a:lnTo>
                  <a:pt x="203073" y="607479"/>
                </a:lnTo>
                <a:close/>
              </a:path>
            </a:pathLst>
          </a:custGeom>
          <a:solidFill>
            <a:srgbClr val="2E28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15240741" y="9235428"/>
            <a:ext cx="481965" cy="1212850"/>
            <a:chOff x="15240741" y="9235428"/>
            <a:chExt cx="481965" cy="1212850"/>
          </a:xfrm>
        </p:grpSpPr>
        <p:sp>
          <p:nvSpPr>
            <p:cNvPr id="5" name="object 5" descr=""/>
            <p:cNvSpPr/>
            <p:nvPr/>
          </p:nvSpPr>
          <p:spPr>
            <a:xfrm>
              <a:off x="15240741" y="9549668"/>
              <a:ext cx="171450" cy="405765"/>
            </a:xfrm>
            <a:custGeom>
              <a:avLst/>
              <a:gdLst/>
              <a:ahLst/>
              <a:cxnLst/>
              <a:rect l="l" t="t" r="r" b="b"/>
              <a:pathLst>
                <a:path w="171450" h="405765">
                  <a:moveTo>
                    <a:pt x="114728" y="0"/>
                  </a:moveTo>
                  <a:lnTo>
                    <a:pt x="72945" y="1692"/>
                  </a:lnTo>
                  <a:lnTo>
                    <a:pt x="44783" y="28886"/>
                  </a:lnTo>
                  <a:lnTo>
                    <a:pt x="34274" y="90700"/>
                  </a:lnTo>
                  <a:lnTo>
                    <a:pt x="27969" y="126458"/>
                  </a:lnTo>
                  <a:lnTo>
                    <a:pt x="23346" y="149798"/>
                  </a:lnTo>
                  <a:lnTo>
                    <a:pt x="17884" y="174358"/>
                  </a:lnTo>
                  <a:lnTo>
                    <a:pt x="16344" y="199980"/>
                  </a:lnTo>
                  <a:lnTo>
                    <a:pt x="20499" y="219006"/>
                  </a:lnTo>
                  <a:lnTo>
                    <a:pt x="23347" y="233799"/>
                  </a:lnTo>
                  <a:lnTo>
                    <a:pt x="17884" y="246722"/>
                  </a:lnTo>
                  <a:lnTo>
                    <a:pt x="7727" y="259164"/>
                  </a:lnTo>
                  <a:lnTo>
                    <a:pt x="1582" y="270499"/>
                  </a:lnTo>
                  <a:lnTo>
                    <a:pt x="104" y="280047"/>
                  </a:lnTo>
                  <a:lnTo>
                    <a:pt x="3947" y="287130"/>
                  </a:lnTo>
                  <a:lnTo>
                    <a:pt x="6975" y="296026"/>
                  </a:lnTo>
                  <a:lnTo>
                    <a:pt x="4969" y="309819"/>
                  </a:lnTo>
                  <a:lnTo>
                    <a:pt x="1466" y="326004"/>
                  </a:lnTo>
                  <a:lnTo>
                    <a:pt x="0" y="342081"/>
                  </a:lnTo>
                  <a:lnTo>
                    <a:pt x="254" y="359743"/>
                  </a:lnTo>
                  <a:lnTo>
                    <a:pt x="4340" y="379294"/>
                  </a:lnTo>
                  <a:lnTo>
                    <a:pt x="19404" y="396120"/>
                  </a:lnTo>
                  <a:lnTo>
                    <a:pt x="52595" y="405608"/>
                  </a:lnTo>
                  <a:lnTo>
                    <a:pt x="90722" y="402942"/>
                  </a:lnTo>
                  <a:lnTo>
                    <a:pt x="116306" y="388926"/>
                  </a:lnTo>
                  <a:lnTo>
                    <a:pt x="130089" y="367369"/>
                  </a:lnTo>
                  <a:lnTo>
                    <a:pt x="132812" y="342081"/>
                  </a:lnTo>
                  <a:lnTo>
                    <a:pt x="132353" y="319152"/>
                  </a:lnTo>
                  <a:lnTo>
                    <a:pt x="135113" y="300799"/>
                  </a:lnTo>
                  <a:lnTo>
                    <a:pt x="139621" y="284999"/>
                  </a:lnTo>
                  <a:lnTo>
                    <a:pt x="144403" y="269727"/>
                  </a:lnTo>
                  <a:lnTo>
                    <a:pt x="151505" y="234115"/>
                  </a:lnTo>
                  <a:lnTo>
                    <a:pt x="161145" y="172274"/>
                  </a:lnTo>
                  <a:lnTo>
                    <a:pt x="169119" y="104646"/>
                  </a:lnTo>
                  <a:lnTo>
                    <a:pt x="171219" y="51671"/>
                  </a:lnTo>
                  <a:lnTo>
                    <a:pt x="153147" y="18446"/>
                  </a:lnTo>
                  <a:lnTo>
                    <a:pt x="114728" y="0"/>
                  </a:lnTo>
                  <a:close/>
                </a:path>
              </a:pathLst>
            </a:custGeom>
            <a:solidFill>
              <a:srgbClr val="2E2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5331656" y="9235433"/>
              <a:ext cx="390525" cy="1212850"/>
            </a:xfrm>
            <a:custGeom>
              <a:avLst/>
              <a:gdLst/>
              <a:ahLst/>
              <a:cxnLst/>
              <a:rect l="l" t="t" r="r" b="b"/>
              <a:pathLst>
                <a:path w="390525" h="1212850">
                  <a:moveTo>
                    <a:pt x="390448" y="940523"/>
                  </a:moveTo>
                  <a:lnTo>
                    <a:pt x="390283" y="872197"/>
                  </a:lnTo>
                  <a:lnTo>
                    <a:pt x="389204" y="803922"/>
                  </a:lnTo>
                  <a:lnTo>
                    <a:pt x="387477" y="738809"/>
                  </a:lnTo>
                  <a:lnTo>
                    <a:pt x="385356" y="679970"/>
                  </a:lnTo>
                  <a:lnTo>
                    <a:pt x="383120" y="630529"/>
                  </a:lnTo>
                  <a:lnTo>
                    <a:pt x="379387" y="572274"/>
                  </a:lnTo>
                  <a:lnTo>
                    <a:pt x="378752" y="570445"/>
                  </a:lnTo>
                  <a:lnTo>
                    <a:pt x="375640" y="535368"/>
                  </a:lnTo>
                  <a:lnTo>
                    <a:pt x="367347" y="480364"/>
                  </a:lnTo>
                  <a:lnTo>
                    <a:pt x="357619" y="430085"/>
                  </a:lnTo>
                  <a:lnTo>
                    <a:pt x="353555" y="412711"/>
                  </a:lnTo>
                  <a:lnTo>
                    <a:pt x="353695" y="412369"/>
                  </a:lnTo>
                  <a:lnTo>
                    <a:pt x="356108" y="364566"/>
                  </a:lnTo>
                  <a:lnTo>
                    <a:pt x="357479" y="316090"/>
                  </a:lnTo>
                  <a:lnTo>
                    <a:pt x="358622" y="264807"/>
                  </a:lnTo>
                  <a:lnTo>
                    <a:pt x="360311" y="208610"/>
                  </a:lnTo>
                  <a:lnTo>
                    <a:pt x="365315" y="152336"/>
                  </a:lnTo>
                  <a:lnTo>
                    <a:pt x="373418" y="105714"/>
                  </a:lnTo>
                  <a:lnTo>
                    <a:pt x="380961" y="73926"/>
                  </a:lnTo>
                  <a:lnTo>
                    <a:pt x="384276" y="62179"/>
                  </a:lnTo>
                  <a:lnTo>
                    <a:pt x="360591" y="36664"/>
                  </a:lnTo>
                  <a:lnTo>
                    <a:pt x="317995" y="17043"/>
                  </a:lnTo>
                  <a:lnTo>
                    <a:pt x="277215" y="4445"/>
                  </a:lnTo>
                  <a:lnTo>
                    <a:pt x="259016" y="0"/>
                  </a:lnTo>
                  <a:lnTo>
                    <a:pt x="255244" y="14325"/>
                  </a:lnTo>
                  <a:lnTo>
                    <a:pt x="249377" y="23152"/>
                  </a:lnTo>
                  <a:lnTo>
                    <a:pt x="237248" y="30111"/>
                  </a:lnTo>
                  <a:lnTo>
                    <a:pt x="214718" y="38836"/>
                  </a:lnTo>
                  <a:lnTo>
                    <a:pt x="178803" y="40652"/>
                  </a:lnTo>
                  <a:lnTo>
                    <a:pt x="137668" y="30556"/>
                  </a:lnTo>
                  <a:lnTo>
                    <a:pt x="103822" y="17767"/>
                  </a:lnTo>
                  <a:lnTo>
                    <a:pt x="89763" y="11455"/>
                  </a:lnTo>
                  <a:lnTo>
                    <a:pt x="70599" y="19799"/>
                  </a:lnTo>
                  <a:lnTo>
                    <a:pt x="17767" y="49428"/>
                  </a:lnTo>
                  <a:lnTo>
                    <a:pt x="0" y="75577"/>
                  </a:lnTo>
                  <a:lnTo>
                    <a:pt x="11379" y="155232"/>
                  </a:lnTo>
                  <a:lnTo>
                    <a:pt x="17640" y="202615"/>
                  </a:lnTo>
                  <a:lnTo>
                    <a:pt x="20993" y="236486"/>
                  </a:lnTo>
                  <a:lnTo>
                    <a:pt x="23672" y="275590"/>
                  </a:lnTo>
                  <a:lnTo>
                    <a:pt x="26504" y="306590"/>
                  </a:lnTo>
                  <a:lnTo>
                    <a:pt x="30962" y="345338"/>
                  </a:lnTo>
                  <a:lnTo>
                    <a:pt x="36449" y="391553"/>
                  </a:lnTo>
                  <a:lnTo>
                    <a:pt x="30302" y="455777"/>
                  </a:lnTo>
                  <a:lnTo>
                    <a:pt x="26009" y="503326"/>
                  </a:lnTo>
                  <a:lnTo>
                    <a:pt x="23075" y="541718"/>
                  </a:lnTo>
                  <a:lnTo>
                    <a:pt x="21894" y="559536"/>
                  </a:lnTo>
                  <a:lnTo>
                    <a:pt x="19850" y="565823"/>
                  </a:lnTo>
                  <a:lnTo>
                    <a:pt x="12865" y="637667"/>
                  </a:lnTo>
                  <a:lnTo>
                    <a:pt x="9169" y="685812"/>
                  </a:lnTo>
                  <a:lnTo>
                    <a:pt x="7493" y="732015"/>
                  </a:lnTo>
                  <a:lnTo>
                    <a:pt x="6616" y="798042"/>
                  </a:lnTo>
                  <a:lnTo>
                    <a:pt x="6146" y="897255"/>
                  </a:lnTo>
                  <a:lnTo>
                    <a:pt x="7010" y="975855"/>
                  </a:lnTo>
                  <a:lnTo>
                    <a:pt x="9029" y="1036777"/>
                  </a:lnTo>
                  <a:lnTo>
                    <a:pt x="12065" y="1082979"/>
                  </a:lnTo>
                  <a:lnTo>
                    <a:pt x="20497" y="1142961"/>
                  </a:lnTo>
                  <a:lnTo>
                    <a:pt x="48158" y="1193723"/>
                  </a:lnTo>
                  <a:lnTo>
                    <a:pt x="133921" y="1210462"/>
                  </a:lnTo>
                  <a:lnTo>
                    <a:pt x="190500" y="1212481"/>
                  </a:lnTo>
                  <a:lnTo>
                    <a:pt x="248208" y="1210030"/>
                  </a:lnTo>
                  <a:lnTo>
                    <a:pt x="301040" y="1202905"/>
                  </a:lnTo>
                  <a:lnTo>
                    <a:pt x="342963" y="1190917"/>
                  </a:lnTo>
                  <a:lnTo>
                    <a:pt x="376466" y="1152042"/>
                  </a:lnTo>
                  <a:lnTo>
                    <a:pt x="386905" y="1064856"/>
                  </a:lnTo>
                  <a:lnTo>
                    <a:pt x="389407" y="1005776"/>
                  </a:lnTo>
                  <a:lnTo>
                    <a:pt x="390448" y="940523"/>
                  </a:lnTo>
                  <a:close/>
                </a:path>
              </a:pathLst>
            </a:custGeom>
            <a:solidFill>
              <a:srgbClr val="362D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7519153" y="9284275"/>
            <a:ext cx="162560" cy="376555"/>
          </a:xfrm>
          <a:custGeom>
            <a:avLst/>
            <a:gdLst/>
            <a:ahLst/>
            <a:cxnLst/>
            <a:rect l="l" t="t" r="r" b="b"/>
            <a:pathLst>
              <a:path w="162559" h="376554">
                <a:moveTo>
                  <a:pt x="94488" y="0"/>
                </a:moveTo>
                <a:lnTo>
                  <a:pt x="55196" y="17586"/>
                </a:lnTo>
                <a:lnTo>
                  <a:pt x="30634" y="79805"/>
                </a:lnTo>
                <a:lnTo>
                  <a:pt x="22994" y="120593"/>
                </a:lnTo>
                <a:lnTo>
                  <a:pt x="16931" y="172615"/>
                </a:lnTo>
                <a:lnTo>
                  <a:pt x="4336" y="289541"/>
                </a:lnTo>
                <a:lnTo>
                  <a:pt x="0" y="326178"/>
                </a:lnTo>
                <a:lnTo>
                  <a:pt x="9865" y="349454"/>
                </a:lnTo>
                <a:lnTo>
                  <a:pt x="38545" y="368928"/>
                </a:lnTo>
                <a:lnTo>
                  <a:pt x="75287" y="375936"/>
                </a:lnTo>
                <a:lnTo>
                  <a:pt x="109336" y="361811"/>
                </a:lnTo>
                <a:lnTo>
                  <a:pt x="140274" y="287254"/>
                </a:lnTo>
                <a:lnTo>
                  <a:pt x="150278" y="232926"/>
                </a:lnTo>
                <a:lnTo>
                  <a:pt x="157046" y="177266"/>
                </a:lnTo>
                <a:lnTo>
                  <a:pt x="160884" y="127798"/>
                </a:lnTo>
                <a:lnTo>
                  <a:pt x="162099" y="92049"/>
                </a:lnTo>
                <a:lnTo>
                  <a:pt x="151139" y="52963"/>
                </a:lnTo>
                <a:lnTo>
                  <a:pt x="125149" y="19808"/>
                </a:lnTo>
                <a:lnTo>
                  <a:pt x="94488" y="0"/>
                </a:lnTo>
                <a:close/>
              </a:path>
            </a:pathLst>
          </a:custGeom>
          <a:solidFill>
            <a:srgbClr val="2E28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7848276" y="9282766"/>
            <a:ext cx="203200" cy="671195"/>
          </a:xfrm>
          <a:custGeom>
            <a:avLst/>
            <a:gdLst/>
            <a:ahLst/>
            <a:cxnLst/>
            <a:rect l="l" t="t" r="r" b="b"/>
            <a:pathLst>
              <a:path w="203200" h="671195">
                <a:moveTo>
                  <a:pt x="203073" y="607479"/>
                </a:moveTo>
                <a:lnTo>
                  <a:pt x="201599" y="591400"/>
                </a:lnTo>
                <a:lnTo>
                  <a:pt x="198107" y="575221"/>
                </a:lnTo>
                <a:lnTo>
                  <a:pt x="196100" y="561428"/>
                </a:lnTo>
                <a:lnTo>
                  <a:pt x="199123" y="552526"/>
                </a:lnTo>
                <a:lnTo>
                  <a:pt x="202971" y="545452"/>
                </a:lnTo>
                <a:lnTo>
                  <a:pt x="201485" y="535901"/>
                </a:lnTo>
                <a:lnTo>
                  <a:pt x="195338" y="524560"/>
                </a:lnTo>
                <a:lnTo>
                  <a:pt x="185191" y="512127"/>
                </a:lnTo>
                <a:lnTo>
                  <a:pt x="179730" y="499198"/>
                </a:lnTo>
                <a:lnTo>
                  <a:pt x="182575" y="484403"/>
                </a:lnTo>
                <a:lnTo>
                  <a:pt x="186728" y="465378"/>
                </a:lnTo>
                <a:lnTo>
                  <a:pt x="185191" y="439762"/>
                </a:lnTo>
                <a:lnTo>
                  <a:pt x="175107" y="391858"/>
                </a:lnTo>
                <a:lnTo>
                  <a:pt x="158381" y="294843"/>
                </a:lnTo>
                <a:lnTo>
                  <a:pt x="145173" y="172618"/>
                </a:lnTo>
                <a:lnTo>
                  <a:pt x="139103" y="120599"/>
                </a:lnTo>
                <a:lnTo>
                  <a:pt x="131470" y="79806"/>
                </a:lnTo>
                <a:lnTo>
                  <a:pt x="106908" y="17589"/>
                </a:lnTo>
                <a:lnTo>
                  <a:pt x="67614" y="0"/>
                </a:lnTo>
                <a:lnTo>
                  <a:pt x="36957" y="19812"/>
                </a:lnTo>
                <a:lnTo>
                  <a:pt x="10960" y="52971"/>
                </a:lnTo>
                <a:lnTo>
                  <a:pt x="0" y="92062"/>
                </a:lnTo>
                <a:lnTo>
                  <a:pt x="1219" y="127800"/>
                </a:lnTo>
                <a:lnTo>
                  <a:pt x="5054" y="177266"/>
                </a:lnTo>
                <a:lnTo>
                  <a:pt x="11823" y="232930"/>
                </a:lnTo>
                <a:lnTo>
                  <a:pt x="21831" y="287261"/>
                </a:lnTo>
                <a:lnTo>
                  <a:pt x="32016" y="321513"/>
                </a:lnTo>
                <a:lnTo>
                  <a:pt x="33947" y="370039"/>
                </a:lnTo>
                <a:lnTo>
                  <a:pt x="41922" y="437667"/>
                </a:lnTo>
                <a:lnTo>
                  <a:pt x="51562" y="499516"/>
                </a:lnTo>
                <a:lnTo>
                  <a:pt x="58661" y="535127"/>
                </a:lnTo>
                <a:lnTo>
                  <a:pt x="63449" y="550392"/>
                </a:lnTo>
                <a:lnTo>
                  <a:pt x="67957" y="566204"/>
                </a:lnTo>
                <a:lnTo>
                  <a:pt x="70713" y="584555"/>
                </a:lnTo>
                <a:lnTo>
                  <a:pt x="70256" y="607479"/>
                </a:lnTo>
                <a:lnTo>
                  <a:pt x="72986" y="632764"/>
                </a:lnTo>
                <a:lnTo>
                  <a:pt x="86766" y="654329"/>
                </a:lnTo>
                <a:lnTo>
                  <a:pt x="112344" y="668337"/>
                </a:lnTo>
                <a:lnTo>
                  <a:pt x="150482" y="671004"/>
                </a:lnTo>
                <a:lnTo>
                  <a:pt x="183667" y="661517"/>
                </a:lnTo>
                <a:lnTo>
                  <a:pt x="198729" y="644690"/>
                </a:lnTo>
                <a:lnTo>
                  <a:pt x="202819" y="625144"/>
                </a:lnTo>
                <a:lnTo>
                  <a:pt x="203073" y="607479"/>
                </a:lnTo>
                <a:close/>
              </a:path>
            </a:pathLst>
          </a:custGeom>
          <a:solidFill>
            <a:srgbClr val="2E28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7478182" y="9235428"/>
            <a:ext cx="481965" cy="1212850"/>
            <a:chOff x="17478182" y="9235428"/>
            <a:chExt cx="481965" cy="1212850"/>
          </a:xfrm>
        </p:grpSpPr>
        <p:sp>
          <p:nvSpPr>
            <p:cNvPr id="10" name="object 10" descr=""/>
            <p:cNvSpPr/>
            <p:nvPr/>
          </p:nvSpPr>
          <p:spPr>
            <a:xfrm>
              <a:off x="17478182" y="9549668"/>
              <a:ext cx="171450" cy="405765"/>
            </a:xfrm>
            <a:custGeom>
              <a:avLst/>
              <a:gdLst/>
              <a:ahLst/>
              <a:cxnLst/>
              <a:rect l="l" t="t" r="r" b="b"/>
              <a:pathLst>
                <a:path w="171450" h="405765">
                  <a:moveTo>
                    <a:pt x="114728" y="0"/>
                  </a:moveTo>
                  <a:lnTo>
                    <a:pt x="72945" y="1692"/>
                  </a:lnTo>
                  <a:lnTo>
                    <a:pt x="44783" y="28886"/>
                  </a:lnTo>
                  <a:lnTo>
                    <a:pt x="34274" y="90700"/>
                  </a:lnTo>
                  <a:lnTo>
                    <a:pt x="27969" y="126458"/>
                  </a:lnTo>
                  <a:lnTo>
                    <a:pt x="23346" y="149798"/>
                  </a:lnTo>
                  <a:lnTo>
                    <a:pt x="17884" y="174358"/>
                  </a:lnTo>
                  <a:lnTo>
                    <a:pt x="16344" y="199980"/>
                  </a:lnTo>
                  <a:lnTo>
                    <a:pt x="20499" y="219006"/>
                  </a:lnTo>
                  <a:lnTo>
                    <a:pt x="23347" y="233799"/>
                  </a:lnTo>
                  <a:lnTo>
                    <a:pt x="17884" y="246722"/>
                  </a:lnTo>
                  <a:lnTo>
                    <a:pt x="7727" y="259164"/>
                  </a:lnTo>
                  <a:lnTo>
                    <a:pt x="1582" y="270499"/>
                  </a:lnTo>
                  <a:lnTo>
                    <a:pt x="104" y="280047"/>
                  </a:lnTo>
                  <a:lnTo>
                    <a:pt x="3947" y="287130"/>
                  </a:lnTo>
                  <a:lnTo>
                    <a:pt x="6975" y="296026"/>
                  </a:lnTo>
                  <a:lnTo>
                    <a:pt x="4969" y="309819"/>
                  </a:lnTo>
                  <a:lnTo>
                    <a:pt x="1466" y="326004"/>
                  </a:lnTo>
                  <a:lnTo>
                    <a:pt x="0" y="342081"/>
                  </a:lnTo>
                  <a:lnTo>
                    <a:pt x="254" y="359743"/>
                  </a:lnTo>
                  <a:lnTo>
                    <a:pt x="4340" y="379294"/>
                  </a:lnTo>
                  <a:lnTo>
                    <a:pt x="19404" y="396120"/>
                  </a:lnTo>
                  <a:lnTo>
                    <a:pt x="52595" y="405608"/>
                  </a:lnTo>
                  <a:lnTo>
                    <a:pt x="90722" y="402942"/>
                  </a:lnTo>
                  <a:lnTo>
                    <a:pt x="116306" y="388926"/>
                  </a:lnTo>
                  <a:lnTo>
                    <a:pt x="130089" y="367369"/>
                  </a:lnTo>
                  <a:lnTo>
                    <a:pt x="132812" y="342081"/>
                  </a:lnTo>
                  <a:lnTo>
                    <a:pt x="132353" y="319152"/>
                  </a:lnTo>
                  <a:lnTo>
                    <a:pt x="135113" y="300799"/>
                  </a:lnTo>
                  <a:lnTo>
                    <a:pt x="139621" y="284999"/>
                  </a:lnTo>
                  <a:lnTo>
                    <a:pt x="144403" y="269727"/>
                  </a:lnTo>
                  <a:lnTo>
                    <a:pt x="151505" y="234115"/>
                  </a:lnTo>
                  <a:lnTo>
                    <a:pt x="161145" y="172274"/>
                  </a:lnTo>
                  <a:lnTo>
                    <a:pt x="169119" y="104646"/>
                  </a:lnTo>
                  <a:lnTo>
                    <a:pt x="171219" y="51671"/>
                  </a:lnTo>
                  <a:lnTo>
                    <a:pt x="153147" y="18446"/>
                  </a:lnTo>
                  <a:lnTo>
                    <a:pt x="114728" y="0"/>
                  </a:lnTo>
                  <a:close/>
                </a:path>
              </a:pathLst>
            </a:custGeom>
            <a:solidFill>
              <a:srgbClr val="2E2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7569104" y="9235433"/>
              <a:ext cx="390525" cy="1212850"/>
            </a:xfrm>
            <a:custGeom>
              <a:avLst/>
              <a:gdLst/>
              <a:ahLst/>
              <a:cxnLst/>
              <a:rect l="l" t="t" r="r" b="b"/>
              <a:pathLst>
                <a:path w="390525" h="1212850">
                  <a:moveTo>
                    <a:pt x="390436" y="940523"/>
                  </a:moveTo>
                  <a:lnTo>
                    <a:pt x="390283" y="872197"/>
                  </a:lnTo>
                  <a:lnTo>
                    <a:pt x="389204" y="803922"/>
                  </a:lnTo>
                  <a:lnTo>
                    <a:pt x="387477" y="738809"/>
                  </a:lnTo>
                  <a:lnTo>
                    <a:pt x="385356" y="679970"/>
                  </a:lnTo>
                  <a:lnTo>
                    <a:pt x="383120" y="630529"/>
                  </a:lnTo>
                  <a:lnTo>
                    <a:pt x="379374" y="572274"/>
                  </a:lnTo>
                  <a:lnTo>
                    <a:pt x="378752" y="570496"/>
                  </a:lnTo>
                  <a:lnTo>
                    <a:pt x="375640" y="535368"/>
                  </a:lnTo>
                  <a:lnTo>
                    <a:pt x="367347" y="480364"/>
                  </a:lnTo>
                  <a:lnTo>
                    <a:pt x="357606" y="430085"/>
                  </a:lnTo>
                  <a:lnTo>
                    <a:pt x="353555" y="412724"/>
                  </a:lnTo>
                  <a:lnTo>
                    <a:pt x="353695" y="412369"/>
                  </a:lnTo>
                  <a:lnTo>
                    <a:pt x="356108" y="364566"/>
                  </a:lnTo>
                  <a:lnTo>
                    <a:pt x="357479" y="316090"/>
                  </a:lnTo>
                  <a:lnTo>
                    <a:pt x="358609" y="264807"/>
                  </a:lnTo>
                  <a:lnTo>
                    <a:pt x="360311" y="208610"/>
                  </a:lnTo>
                  <a:lnTo>
                    <a:pt x="365315" y="152336"/>
                  </a:lnTo>
                  <a:lnTo>
                    <a:pt x="373418" y="105714"/>
                  </a:lnTo>
                  <a:lnTo>
                    <a:pt x="380949" y="73926"/>
                  </a:lnTo>
                  <a:lnTo>
                    <a:pt x="384276" y="62179"/>
                  </a:lnTo>
                  <a:lnTo>
                    <a:pt x="363194" y="36664"/>
                  </a:lnTo>
                  <a:lnTo>
                    <a:pt x="326351" y="17043"/>
                  </a:lnTo>
                  <a:lnTo>
                    <a:pt x="291325" y="4445"/>
                  </a:lnTo>
                  <a:lnTo>
                    <a:pt x="275742" y="0"/>
                  </a:lnTo>
                  <a:lnTo>
                    <a:pt x="262293" y="14325"/>
                  </a:lnTo>
                  <a:lnTo>
                    <a:pt x="251460" y="23152"/>
                  </a:lnTo>
                  <a:lnTo>
                    <a:pt x="237502" y="30111"/>
                  </a:lnTo>
                  <a:lnTo>
                    <a:pt x="214706" y="38836"/>
                  </a:lnTo>
                  <a:lnTo>
                    <a:pt x="178803" y="40652"/>
                  </a:lnTo>
                  <a:lnTo>
                    <a:pt x="137668" y="30556"/>
                  </a:lnTo>
                  <a:lnTo>
                    <a:pt x="103809" y="17767"/>
                  </a:lnTo>
                  <a:lnTo>
                    <a:pt x="89750" y="11455"/>
                  </a:lnTo>
                  <a:lnTo>
                    <a:pt x="70599" y="19799"/>
                  </a:lnTo>
                  <a:lnTo>
                    <a:pt x="17767" y="49428"/>
                  </a:lnTo>
                  <a:lnTo>
                    <a:pt x="0" y="75577"/>
                  </a:lnTo>
                  <a:lnTo>
                    <a:pt x="11379" y="155232"/>
                  </a:lnTo>
                  <a:lnTo>
                    <a:pt x="17627" y="202615"/>
                  </a:lnTo>
                  <a:lnTo>
                    <a:pt x="20993" y="236486"/>
                  </a:lnTo>
                  <a:lnTo>
                    <a:pt x="23660" y="275590"/>
                  </a:lnTo>
                  <a:lnTo>
                    <a:pt x="26504" y="306590"/>
                  </a:lnTo>
                  <a:lnTo>
                    <a:pt x="30949" y="345338"/>
                  </a:lnTo>
                  <a:lnTo>
                    <a:pt x="36436" y="391566"/>
                  </a:lnTo>
                  <a:lnTo>
                    <a:pt x="30302" y="455777"/>
                  </a:lnTo>
                  <a:lnTo>
                    <a:pt x="26009" y="503326"/>
                  </a:lnTo>
                  <a:lnTo>
                    <a:pt x="23075" y="541718"/>
                  </a:lnTo>
                  <a:lnTo>
                    <a:pt x="21907" y="559485"/>
                  </a:lnTo>
                  <a:lnTo>
                    <a:pt x="19837" y="565823"/>
                  </a:lnTo>
                  <a:lnTo>
                    <a:pt x="12865" y="637667"/>
                  </a:lnTo>
                  <a:lnTo>
                    <a:pt x="9156" y="685812"/>
                  </a:lnTo>
                  <a:lnTo>
                    <a:pt x="7493" y="732015"/>
                  </a:lnTo>
                  <a:lnTo>
                    <a:pt x="6616" y="798042"/>
                  </a:lnTo>
                  <a:lnTo>
                    <a:pt x="6146" y="897255"/>
                  </a:lnTo>
                  <a:lnTo>
                    <a:pt x="6997" y="975855"/>
                  </a:lnTo>
                  <a:lnTo>
                    <a:pt x="9029" y="1036777"/>
                  </a:lnTo>
                  <a:lnTo>
                    <a:pt x="12065" y="1082979"/>
                  </a:lnTo>
                  <a:lnTo>
                    <a:pt x="20497" y="1142961"/>
                  </a:lnTo>
                  <a:lnTo>
                    <a:pt x="48158" y="1193723"/>
                  </a:lnTo>
                  <a:lnTo>
                    <a:pt x="133908" y="1210462"/>
                  </a:lnTo>
                  <a:lnTo>
                    <a:pt x="190500" y="1212481"/>
                  </a:lnTo>
                  <a:lnTo>
                    <a:pt x="248208" y="1210030"/>
                  </a:lnTo>
                  <a:lnTo>
                    <a:pt x="301028" y="1202905"/>
                  </a:lnTo>
                  <a:lnTo>
                    <a:pt x="342950" y="1190917"/>
                  </a:lnTo>
                  <a:lnTo>
                    <a:pt x="376466" y="1152042"/>
                  </a:lnTo>
                  <a:lnTo>
                    <a:pt x="386905" y="1064856"/>
                  </a:lnTo>
                  <a:lnTo>
                    <a:pt x="389407" y="1005776"/>
                  </a:lnTo>
                  <a:lnTo>
                    <a:pt x="390436" y="940523"/>
                  </a:lnTo>
                  <a:close/>
                </a:path>
              </a:pathLst>
            </a:custGeom>
            <a:solidFill>
              <a:srgbClr val="362D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/>
          <p:nvPr/>
        </p:nvSpPr>
        <p:spPr>
          <a:xfrm>
            <a:off x="16657158" y="9261779"/>
            <a:ext cx="162560" cy="376555"/>
          </a:xfrm>
          <a:custGeom>
            <a:avLst/>
            <a:gdLst/>
            <a:ahLst/>
            <a:cxnLst/>
            <a:rect l="l" t="t" r="r" b="b"/>
            <a:pathLst>
              <a:path w="162559" h="376554">
                <a:moveTo>
                  <a:pt x="94488" y="0"/>
                </a:moveTo>
                <a:lnTo>
                  <a:pt x="55196" y="17586"/>
                </a:lnTo>
                <a:lnTo>
                  <a:pt x="30634" y="79805"/>
                </a:lnTo>
                <a:lnTo>
                  <a:pt x="22994" y="120593"/>
                </a:lnTo>
                <a:lnTo>
                  <a:pt x="16931" y="172615"/>
                </a:lnTo>
                <a:lnTo>
                  <a:pt x="4336" y="289541"/>
                </a:lnTo>
                <a:lnTo>
                  <a:pt x="0" y="326178"/>
                </a:lnTo>
                <a:lnTo>
                  <a:pt x="9865" y="349454"/>
                </a:lnTo>
                <a:lnTo>
                  <a:pt x="38545" y="368928"/>
                </a:lnTo>
                <a:lnTo>
                  <a:pt x="75287" y="375936"/>
                </a:lnTo>
                <a:lnTo>
                  <a:pt x="109336" y="361811"/>
                </a:lnTo>
                <a:lnTo>
                  <a:pt x="140274" y="287254"/>
                </a:lnTo>
                <a:lnTo>
                  <a:pt x="150278" y="232926"/>
                </a:lnTo>
                <a:lnTo>
                  <a:pt x="157046" y="177266"/>
                </a:lnTo>
                <a:lnTo>
                  <a:pt x="160884" y="127798"/>
                </a:lnTo>
                <a:lnTo>
                  <a:pt x="162099" y="92049"/>
                </a:lnTo>
                <a:lnTo>
                  <a:pt x="151139" y="52963"/>
                </a:lnTo>
                <a:lnTo>
                  <a:pt x="125149" y="19808"/>
                </a:lnTo>
                <a:lnTo>
                  <a:pt x="94488" y="0"/>
                </a:lnTo>
                <a:close/>
              </a:path>
            </a:pathLst>
          </a:custGeom>
          <a:solidFill>
            <a:srgbClr val="2E28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6988294" y="9259423"/>
            <a:ext cx="222885" cy="667385"/>
          </a:xfrm>
          <a:custGeom>
            <a:avLst/>
            <a:gdLst/>
            <a:ahLst/>
            <a:cxnLst/>
            <a:rect l="l" t="t" r="r" b="b"/>
            <a:pathLst>
              <a:path w="222884" h="667384">
                <a:moveTo>
                  <a:pt x="222846" y="619569"/>
                </a:moveTo>
                <a:lnTo>
                  <a:pt x="222427" y="601903"/>
                </a:lnTo>
                <a:lnTo>
                  <a:pt x="220357" y="585901"/>
                </a:lnTo>
                <a:lnTo>
                  <a:pt x="216242" y="569861"/>
                </a:lnTo>
                <a:lnTo>
                  <a:pt x="213715" y="556158"/>
                </a:lnTo>
                <a:lnTo>
                  <a:pt x="216408" y="547141"/>
                </a:lnTo>
                <a:lnTo>
                  <a:pt x="219976" y="539927"/>
                </a:lnTo>
                <a:lnTo>
                  <a:pt x="218135" y="530453"/>
                </a:lnTo>
                <a:lnTo>
                  <a:pt x="211569" y="519353"/>
                </a:lnTo>
                <a:lnTo>
                  <a:pt x="200939" y="507288"/>
                </a:lnTo>
                <a:lnTo>
                  <a:pt x="194995" y="494588"/>
                </a:lnTo>
                <a:lnTo>
                  <a:pt x="197281" y="479704"/>
                </a:lnTo>
                <a:lnTo>
                  <a:pt x="200710" y="460527"/>
                </a:lnTo>
                <a:lnTo>
                  <a:pt x="198208" y="434987"/>
                </a:lnTo>
                <a:lnTo>
                  <a:pt x="186321" y="387502"/>
                </a:lnTo>
                <a:lnTo>
                  <a:pt x="165976" y="291388"/>
                </a:lnTo>
                <a:lnTo>
                  <a:pt x="148107" y="169557"/>
                </a:lnTo>
                <a:lnTo>
                  <a:pt x="140081" y="117805"/>
                </a:lnTo>
                <a:lnTo>
                  <a:pt x="130898" y="77330"/>
                </a:lnTo>
                <a:lnTo>
                  <a:pt x="104000" y="16090"/>
                </a:lnTo>
                <a:lnTo>
                  <a:pt x="64084" y="0"/>
                </a:lnTo>
                <a:lnTo>
                  <a:pt x="34188" y="20955"/>
                </a:lnTo>
                <a:lnTo>
                  <a:pt x="9474" y="55067"/>
                </a:lnTo>
                <a:lnTo>
                  <a:pt x="0" y="94538"/>
                </a:lnTo>
                <a:lnTo>
                  <a:pt x="2565" y="130225"/>
                </a:lnTo>
                <a:lnTo>
                  <a:pt x="8280" y="179514"/>
                </a:lnTo>
                <a:lnTo>
                  <a:pt x="17145" y="234873"/>
                </a:lnTo>
                <a:lnTo>
                  <a:pt x="29197" y="288785"/>
                </a:lnTo>
                <a:lnTo>
                  <a:pt x="40665" y="322592"/>
                </a:lnTo>
                <a:lnTo>
                  <a:pt x="44437" y="371055"/>
                </a:lnTo>
                <a:lnTo>
                  <a:pt x="54965" y="438327"/>
                </a:lnTo>
                <a:lnTo>
                  <a:pt x="66941" y="499757"/>
                </a:lnTo>
                <a:lnTo>
                  <a:pt x="75387" y="535089"/>
                </a:lnTo>
                <a:lnTo>
                  <a:pt x="80746" y="550164"/>
                </a:lnTo>
                <a:lnTo>
                  <a:pt x="85852" y="565785"/>
                </a:lnTo>
                <a:lnTo>
                  <a:pt x="89306" y="584009"/>
                </a:lnTo>
                <a:lnTo>
                  <a:pt x="89712" y="606933"/>
                </a:lnTo>
                <a:lnTo>
                  <a:pt x="93383" y="632104"/>
                </a:lnTo>
                <a:lnTo>
                  <a:pt x="107975" y="653122"/>
                </a:lnTo>
                <a:lnTo>
                  <a:pt x="134073" y="666165"/>
                </a:lnTo>
                <a:lnTo>
                  <a:pt x="172275" y="667385"/>
                </a:lnTo>
                <a:lnTo>
                  <a:pt x="205079" y="656653"/>
                </a:lnTo>
                <a:lnTo>
                  <a:pt x="219494" y="639267"/>
                </a:lnTo>
                <a:lnTo>
                  <a:pt x="222846" y="619569"/>
                </a:lnTo>
                <a:close/>
              </a:path>
            </a:pathLst>
          </a:custGeom>
          <a:solidFill>
            <a:srgbClr val="2E282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16616185" y="9212932"/>
            <a:ext cx="516255" cy="1209040"/>
            <a:chOff x="16616185" y="9212932"/>
            <a:chExt cx="516255" cy="1209040"/>
          </a:xfrm>
        </p:grpSpPr>
        <p:sp>
          <p:nvSpPr>
            <p:cNvPr id="15" name="object 15" descr=""/>
            <p:cNvSpPr/>
            <p:nvPr/>
          </p:nvSpPr>
          <p:spPr>
            <a:xfrm>
              <a:off x="16616185" y="9527172"/>
              <a:ext cx="171450" cy="405765"/>
            </a:xfrm>
            <a:custGeom>
              <a:avLst/>
              <a:gdLst/>
              <a:ahLst/>
              <a:cxnLst/>
              <a:rect l="l" t="t" r="r" b="b"/>
              <a:pathLst>
                <a:path w="171450" h="405765">
                  <a:moveTo>
                    <a:pt x="114728" y="0"/>
                  </a:moveTo>
                  <a:lnTo>
                    <a:pt x="72945" y="1692"/>
                  </a:lnTo>
                  <a:lnTo>
                    <a:pt x="44783" y="28886"/>
                  </a:lnTo>
                  <a:lnTo>
                    <a:pt x="34274" y="90700"/>
                  </a:lnTo>
                  <a:lnTo>
                    <a:pt x="27969" y="126458"/>
                  </a:lnTo>
                  <a:lnTo>
                    <a:pt x="23346" y="149798"/>
                  </a:lnTo>
                  <a:lnTo>
                    <a:pt x="17884" y="174358"/>
                  </a:lnTo>
                  <a:lnTo>
                    <a:pt x="16344" y="199980"/>
                  </a:lnTo>
                  <a:lnTo>
                    <a:pt x="20499" y="219006"/>
                  </a:lnTo>
                  <a:lnTo>
                    <a:pt x="23347" y="233799"/>
                  </a:lnTo>
                  <a:lnTo>
                    <a:pt x="17884" y="246722"/>
                  </a:lnTo>
                  <a:lnTo>
                    <a:pt x="7727" y="259164"/>
                  </a:lnTo>
                  <a:lnTo>
                    <a:pt x="1582" y="270499"/>
                  </a:lnTo>
                  <a:lnTo>
                    <a:pt x="104" y="280047"/>
                  </a:lnTo>
                  <a:lnTo>
                    <a:pt x="3947" y="287130"/>
                  </a:lnTo>
                  <a:lnTo>
                    <a:pt x="6975" y="296026"/>
                  </a:lnTo>
                  <a:lnTo>
                    <a:pt x="4969" y="309819"/>
                  </a:lnTo>
                  <a:lnTo>
                    <a:pt x="1466" y="326004"/>
                  </a:lnTo>
                  <a:lnTo>
                    <a:pt x="0" y="342081"/>
                  </a:lnTo>
                  <a:lnTo>
                    <a:pt x="254" y="359743"/>
                  </a:lnTo>
                  <a:lnTo>
                    <a:pt x="4340" y="379294"/>
                  </a:lnTo>
                  <a:lnTo>
                    <a:pt x="19404" y="396120"/>
                  </a:lnTo>
                  <a:lnTo>
                    <a:pt x="52595" y="405608"/>
                  </a:lnTo>
                  <a:lnTo>
                    <a:pt x="90722" y="402942"/>
                  </a:lnTo>
                  <a:lnTo>
                    <a:pt x="116306" y="388926"/>
                  </a:lnTo>
                  <a:lnTo>
                    <a:pt x="130089" y="367369"/>
                  </a:lnTo>
                  <a:lnTo>
                    <a:pt x="132812" y="342081"/>
                  </a:lnTo>
                  <a:lnTo>
                    <a:pt x="132353" y="319152"/>
                  </a:lnTo>
                  <a:lnTo>
                    <a:pt x="135113" y="300799"/>
                  </a:lnTo>
                  <a:lnTo>
                    <a:pt x="139621" y="284999"/>
                  </a:lnTo>
                  <a:lnTo>
                    <a:pt x="144403" y="269727"/>
                  </a:lnTo>
                  <a:lnTo>
                    <a:pt x="151505" y="234115"/>
                  </a:lnTo>
                  <a:lnTo>
                    <a:pt x="161145" y="172274"/>
                  </a:lnTo>
                  <a:lnTo>
                    <a:pt x="169119" y="104646"/>
                  </a:lnTo>
                  <a:lnTo>
                    <a:pt x="171219" y="51671"/>
                  </a:lnTo>
                  <a:lnTo>
                    <a:pt x="153147" y="18446"/>
                  </a:lnTo>
                  <a:lnTo>
                    <a:pt x="114728" y="0"/>
                  </a:lnTo>
                  <a:close/>
                </a:path>
              </a:pathLst>
            </a:custGeom>
            <a:solidFill>
              <a:srgbClr val="2E2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6707104" y="9212941"/>
              <a:ext cx="424815" cy="1209040"/>
            </a:xfrm>
            <a:custGeom>
              <a:avLst/>
              <a:gdLst/>
              <a:ahLst/>
              <a:cxnLst/>
              <a:rect l="l" t="t" r="r" b="b"/>
              <a:pathLst>
                <a:path w="424815" h="1209040">
                  <a:moveTo>
                    <a:pt x="424700" y="1057719"/>
                  </a:moveTo>
                  <a:lnTo>
                    <a:pt x="422592" y="999502"/>
                  </a:lnTo>
                  <a:lnTo>
                    <a:pt x="418388" y="935240"/>
                  </a:lnTo>
                  <a:lnTo>
                    <a:pt x="412686" y="867956"/>
                  </a:lnTo>
                  <a:lnTo>
                    <a:pt x="406057" y="800735"/>
                  </a:lnTo>
                  <a:lnTo>
                    <a:pt x="399084" y="736612"/>
                  </a:lnTo>
                  <a:lnTo>
                    <a:pt x="392353" y="678649"/>
                  </a:lnTo>
                  <a:lnTo>
                    <a:pt x="379387" y="572274"/>
                  </a:lnTo>
                  <a:lnTo>
                    <a:pt x="378752" y="570445"/>
                  </a:lnTo>
                  <a:lnTo>
                    <a:pt x="375640" y="535368"/>
                  </a:lnTo>
                  <a:lnTo>
                    <a:pt x="367347" y="480364"/>
                  </a:lnTo>
                  <a:lnTo>
                    <a:pt x="357619" y="430072"/>
                  </a:lnTo>
                  <a:lnTo>
                    <a:pt x="353555" y="412699"/>
                  </a:lnTo>
                  <a:lnTo>
                    <a:pt x="353695" y="412356"/>
                  </a:lnTo>
                  <a:lnTo>
                    <a:pt x="356108" y="364566"/>
                  </a:lnTo>
                  <a:lnTo>
                    <a:pt x="357479" y="316077"/>
                  </a:lnTo>
                  <a:lnTo>
                    <a:pt x="358609" y="264807"/>
                  </a:lnTo>
                  <a:lnTo>
                    <a:pt x="360311" y="208610"/>
                  </a:lnTo>
                  <a:lnTo>
                    <a:pt x="365315" y="152336"/>
                  </a:lnTo>
                  <a:lnTo>
                    <a:pt x="373418" y="105702"/>
                  </a:lnTo>
                  <a:lnTo>
                    <a:pt x="380949" y="73926"/>
                  </a:lnTo>
                  <a:lnTo>
                    <a:pt x="384276" y="62166"/>
                  </a:lnTo>
                  <a:lnTo>
                    <a:pt x="360591" y="36664"/>
                  </a:lnTo>
                  <a:lnTo>
                    <a:pt x="317995" y="17043"/>
                  </a:lnTo>
                  <a:lnTo>
                    <a:pt x="277215" y="4445"/>
                  </a:lnTo>
                  <a:lnTo>
                    <a:pt x="259016" y="0"/>
                  </a:lnTo>
                  <a:lnTo>
                    <a:pt x="255244" y="14325"/>
                  </a:lnTo>
                  <a:lnTo>
                    <a:pt x="249377" y="23152"/>
                  </a:lnTo>
                  <a:lnTo>
                    <a:pt x="237248" y="30099"/>
                  </a:lnTo>
                  <a:lnTo>
                    <a:pt x="214718" y="38836"/>
                  </a:lnTo>
                  <a:lnTo>
                    <a:pt x="178803" y="40640"/>
                  </a:lnTo>
                  <a:lnTo>
                    <a:pt x="137668" y="30556"/>
                  </a:lnTo>
                  <a:lnTo>
                    <a:pt x="103822" y="17754"/>
                  </a:lnTo>
                  <a:lnTo>
                    <a:pt x="89750" y="11455"/>
                  </a:lnTo>
                  <a:lnTo>
                    <a:pt x="70599" y="19799"/>
                  </a:lnTo>
                  <a:lnTo>
                    <a:pt x="17767" y="49428"/>
                  </a:lnTo>
                  <a:lnTo>
                    <a:pt x="0" y="75577"/>
                  </a:lnTo>
                  <a:lnTo>
                    <a:pt x="11379" y="155219"/>
                  </a:lnTo>
                  <a:lnTo>
                    <a:pt x="17640" y="202603"/>
                  </a:lnTo>
                  <a:lnTo>
                    <a:pt x="20993" y="236474"/>
                  </a:lnTo>
                  <a:lnTo>
                    <a:pt x="23660" y="275590"/>
                  </a:lnTo>
                  <a:lnTo>
                    <a:pt x="26504" y="306578"/>
                  </a:lnTo>
                  <a:lnTo>
                    <a:pt x="30962" y="345325"/>
                  </a:lnTo>
                  <a:lnTo>
                    <a:pt x="36449" y="391541"/>
                  </a:lnTo>
                  <a:lnTo>
                    <a:pt x="30302" y="455764"/>
                  </a:lnTo>
                  <a:lnTo>
                    <a:pt x="26009" y="503326"/>
                  </a:lnTo>
                  <a:lnTo>
                    <a:pt x="23075" y="541705"/>
                  </a:lnTo>
                  <a:lnTo>
                    <a:pt x="21894" y="559511"/>
                  </a:lnTo>
                  <a:lnTo>
                    <a:pt x="19837" y="565823"/>
                  </a:lnTo>
                  <a:lnTo>
                    <a:pt x="12865" y="637667"/>
                  </a:lnTo>
                  <a:lnTo>
                    <a:pt x="9169" y="685800"/>
                  </a:lnTo>
                  <a:lnTo>
                    <a:pt x="7493" y="732002"/>
                  </a:lnTo>
                  <a:lnTo>
                    <a:pt x="6616" y="798029"/>
                  </a:lnTo>
                  <a:lnTo>
                    <a:pt x="6146" y="897255"/>
                  </a:lnTo>
                  <a:lnTo>
                    <a:pt x="7010" y="975855"/>
                  </a:lnTo>
                  <a:lnTo>
                    <a:pt x="9029" y="1036777"/>
                  </a:lnTo>
                  <a:lnTo>
                    <a:pt x="12065" y="1082967"/>
                  </a:lnTo>
                  <a:lnTo>
                    <a:pt x="20497" y="1142961"/>
                  </a:lnTo>
                  <a:lnTo>
                    <a:pt x="46736" y="1192022"/>
                  </a:lnTo>
                  <a:lnTo>
                    <a:pt x="127952" y="1206627"/>
                  </a:lnTo>
                  <a:lnTo>
                    <a:pt x="183540" y="1208595"/>
                  </a:lnTo>
                  <a:lnTo>
                    <a:pt x="242481" y="1207020"/>
                  </a:lnTo>
                  <a:lnTo>
                    <a:pt x="299834" y="1201902"/>
                  </a:lnTo>
                  <a:lnTo>
                    <a:pt x="350647" y="1193266"/>
                  </a:lnTo>
                  <a:lnTo>
                    <a:pt x="389940" y="1181112"/>
                  </a:lnTo>
                  <a:lnTo>
                    <a:pt x="420382" y="1143736"/>
                  </a:lnTo>
                  <a:lnTo>
                    <a:pt x="424167" y="1106817"/>
                  </a:lnTo>
                  <a:lnTo>
                    <a:pt x="424700" y="1057719"/>
                  </a:lnTo>
                  <a:close/>
                </a:path>
              </a:pathLst>
            </a:custGeom>
            <a:solidFill>
              <a:srgbClr val="362D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/>
          <p:nvPr/>
        </p:nvSpPr>
        <p:spPr>
          <a:xfrm>
            <a:off x="16090659" y="9762331"/>
            <a:ext cx="284480" cy="651510"/>
          </a:xfrm>
          <a:custGeom>
            <a:avLst/>
            <a:gdLst/>
            <a:ahLst/>
            <a:cxnLst/>
            <a:rect l="l" t="t" r="r" b="b"/>
            <a:pathLst>
              <a:path w="284480" h="651509">
                <a:moveTo>
                  <a:pt x="284073" y="458165"/>
                </a:moveTo>
                <a:lnTo>
                  <a:pt x="283235" y="406641"/>
                </a:lnTo>
                <a:lnTo>
                  <a:pt x="281012" y="378548"/>
                </a:lnTo>
                <a:lnTo>
                  <a:pt x="283146" y="306400"/>
                </a:lnTo>
                <a:lnTo>
                  <a:pt x="281165" y="239547"/>
                </a:lnTo>
                <a:lnTo>
                  <a:pt x="276644" y="180301"/>
                </a:lnTo>
                <a:lnTo>
                  <a:pt x="271119" y="130975"/>
                </a:lnTo>
                <a:lnTo>
                  <a:pt x="266179" y="93903"/>
                </a:lnTo>
                <a:lnTo>
                  <a:pt x="263359" y="71399"/>
                </a:lnTo>
                <a:lnTo>
                  <a:pt x="251955" y="31623"/>
                </a:lnTo>
                <a:lnTo>
                  <a:pt x="226847" y="9131"/>
                </a:lnTo>
                <a:lnTo>
                  <a:pt x="188950" y="0"/>
                </a:lnTo>
                <a:lnTo>
                  <a:pt x="139192" y="317"/>
                </a:lnTo>
                <a:lnTo>
                  <a:pt x="85471" y="5778"/>
                </a:lnTo>
                <a:lnTo>
                  <a:pt x="39700" y="18973"/>
                </a:lnTo>
                <a:lnTo>
                  <a:pt x="8877" y="46291"/>
                </a:lnTo>
                <a:lnTo>
                  <a:pt x="0" y="94107"/>
                </a:lnTo>
                <a:lnTo>
                  <a:pt x="11087" y="242735"/>
                </a:lnTo>
                <a:lnTo>
                  <a:pt x="15570" y="299364"/>
                </a:lnTo>
                <a:lnTo>
                  <a:pt x="20231" y="355447"/>
                </a:lnTo>
                <a:lnTo>
                  <a:pt x="24993" y="408546"/>
                </a:lnTo>
                <a:lnTo>
                  <a:pt x="24790" y="436219"/>
                </a:lnTo>
                <a:lnTo>
                  <a:pt x="24206" y="472973"/>
                </a:lnTo>
                <a:lnTo>
                  <a:pt x="24015" y="515861"/>
                </a:lnTo>
                <a:lnTo>
                  <a:pt x="24993" y="561911"/>
                </a:lnTo>
                <a:lnTo>
                  <a:pt x="29146" y="609714"/>
                </a:lnTo>
                <a:lnTo>
                  <a:pt x="71755" y="647890"/>
                </a:lnTo>
                <a:lnTo>
                  <a:pt x="125399" y="650913"/>
                </a:lnTo>
                <a:lnTo>
                  <a:pt x="187667" y="650963"/>
                </a:lnTo>
                <a:lnTo>
                  <a:pt x="241401" y="649236"/>
                </a:lnTo>
                <a:lnTo>
                  <a:pt x="269494" y="646938"/>
                </a:lnTo>
                <a:lnTo>
                  <a:pt x="276263" y="627481"/>
                </a:lnTo>
                <a:lnTo>
                  <a:pt x="280809" y="581152"/>
                </a:lnTo>
                <a:lnTo>
                  <a:pt x="283349" y="520522"/>
                </a:lnTo>
                <a:lnTo>
                  <a:pt x="284073" y="458165"/>
                </a:lnTo>
                <a:close/>
              </a:path>
            </a:pathLst>
          </a:custGeom>
          <a:solidFill>
            <a:srgbClr val="362D3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" name="object 18" descr=""/>
          <p:cNvGrpSpPr/>
          <p:nvPr/>
        </p:nvGrpSpPr>
        <p:grpSpPr>
          <a:xfrm>
            <a:off x="16076739" y="9212938"/>
            <a:ext cx="277495" cy="749300"/>
            <a:chOff x="16076739" y="9212938"/>
            <a:chExt cx="277495" cy="749300"/>
          </a:xfrm>
        </p:grpSpPr>
        <p:sp>
          <p:nvSpPr>
            <p:cNvPr id="19" name="object 19" descr=""/>
            <p:cNvSpPr/>
            <p:nvPr/>
          </p:nvSpPr>
          <p:spPr>
            <a:xfrm>
              <a:off x="16076740" y="9212941"/>
              <a:ext cx="277495" cy="749300"/>
            </a:xfrm>
            <a:custGeom>
              <a:avLst/>
              <a:gdLst/>
              <a:ahLst/>
              <a:cxnLst/>
              <a:rect l="l" t="t" r="r" b="b"/>
              <a:pathLst>
                <a:path w="277494" h="749300">
                  <a:moveTo>
                    <a:pt x="277266" y="618096"/>
                  </a:moveTo>
                  <a:lnTo>
                    <a:pt x="273545" y="567270"/>
                  </a:lnTo>
                  <a:lnTo>
                    <a:pt x="262356" y="509803"/>
                  </a:lnTo>
                  <a:lnTo>
                    <a:pt x="243776" y="450456"/>
                  </a:lnTo>
                  <a:lnTo>
                    <a:pt x="247954" y="426770"/>
                  </a:lnTo>
                  <a:lnTo>
                    <a:pt x="250278" y="376174"/>
                  </a:lnTo>
                  <a:lnTo>
                    <a:pt x="250329" y="312483"/>
                  </a:lnTo>
                  <a:lnTo>
                    <a:pt x="248653" y="243979"/>
                  </a:lnTo>
                  <a:lnTo>
                    <a:pt x="245770" y="178981"/>
                  </a:lnTo>
                  <a:lnTo>
                    <a:pt x="242239" y="125780"/>
                  </a:lnTo>
                  <a:lnTo>
                    <a:pt x="229146" y="58254"/>
                  </a:lnTo>
                  <a:lnTo>
                    <a:pt x="205054" y="7835"/>
                  </a:lnTo>
                  <a:lnTo>
                    <a:pt x="200202" y="0"/>
                  </a:lnTo>
                  <a:lnTo>
                    <a:pt x="139458" y="9906"/>
                  </a:lnTo>
                  <a:lnTo>
                    <a:pt x="91478" y="25019"/>
                  </a:lnTo>
                  <a:lnTo>
                    <a:pt x="50558" y="89763"/>
                  </a:lnTo>
                  <a:lnTo>
                    <a:pt x="26987" y="134213"/>
                  </a:lnTo>
                  <a:lnTo>
                    <a:pt x="9398" y="176326"/>
                  </a:lnTo>
                  <a:lnTo>
                    <a:pt x="508" y="268693"/>
                  </a:lnTo>
                  <a:lnTo>
                    <a:pt x="0" y="331927"/>
                  </a:lnTo>
                  <a:lnTo>
                    <a:pt x="1041" y="393280"/>
                  </a:lnTo>
                  <a:lnTo>
                    <a:pt x="2209" y="425602"/>
                  </a:lnTo>
                  <a:lnTo>
                    <a:pt x="2120" y="425881"/>
                  </a:lnTo>
                  <a:lnTo>
                    <a:pt x="1765" y="454202"/>
                  </a:lnTo>
                  <a:lnTo>
                    <a:pt x="2882" y="485635"/>
                  </a:lnTo>
                  <a:lnTo>
                    <a:pt x="5448" y="525005"/>
                  </a:lnTo>
                  <a:lnTo>
                    <a:pt x="9398" y="577126"/>
                  </a:lnTo>
                  <a:lnTo>
                    <a:pt x="13131" y="632155"/>
                  </a:lnTo>
                  <a:lnTo>
                    <a:pt x="17043" y="677164"/>
                  </a:lnTo>
                  <a:lnTo>
                    <a:pt x="37338" y="737539"/>
                  </a:lnTo>
                  <a:lnTo>
                    <a:pt x="114173" y="749249"/>
                  </a:lnTo>
                  <a:lnTo>
                    <a:pt x="170129" y="742454"/>
                  </a:lnTo>
                  <a:lnTo>
                    <a:pt x="220573" y="729970"/>
                  </a:lnTo>
                  <a:lnTo>
                    <a:pt x="252577" y="713854"/>
                  </a:lnTo>
                  <a:lnTo>
                    <a:pt x="265899" y="693077"/>
                  </a:lnTo>
                  <a:lnTo>
                    <a:pt x="274421" y="660590"/>
                  </a:lnTo>
                  <a:lnTo>
                    <a:pt x="277266" y="618096"/>
                  </a:lnTo>
                  <a:close/>
                </a:path>
              </a:pathLst>
            </a:custGeom>
            <a:solidFill>
              <a:srgbClr val="362D3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6140913" y="9262116"/>
              <a:ext cx="155575" cy="676275"/>
            </a:xfrm>
            <a:custGeom>
              <a:avLst/>
              <a:gdLst/>
              <a:ahLst/>
              <a:cxnLst/>
              <a:rect l="l" t="t" r="r" b="b"/>
              <a:pathLst>
                <a:path w="155575" h="676275">
                  <a:moveTo>
                    <a:pt x="155168" y="557225"/>
                  </a:moveTo>
                  <a:lnTo>
                    <a:pt x="154774" y="547573"/>
                  </a:lnTo>
                  <a:lnTo>
                    <a:pt x="149948" y="535622"/>
                  </a:lnTo>
                  <a:lnTo>
                    <a:pt x="141249" y="522109"/>
                  </a:lnTo>
                  <a:lnTo>
                    <a:pt x="137287" y="508647"/>
                  </a:lnTo>
                  <a:lnTo>
                    <a:pt x="141782" y="494271"/>
                  </a:lnTo>
                  <a:lnTo>
                    <a:pt x="148056" y="475830"/>
                  </a:lnTo>
                  <a:lnTo>
                    <a:pt x="149415" y="450202"/>
                  </a:lnTo>
                  <a:lnTo>
                    <a:pt x="144792" y="401472"/>
                  </a:lnTo>
                  <a:lnTo>
                    <a:pt x="139115" y="303339"/>
                  </a:lnTo>
                  <a:lnTo>
                    <a:pt x="139090" y="297865"/>
                  </a:lnTo>
                  <a:lnTo>
                    <a:pt x="139750" y="180251"/>
                  </a:lnTo>
                  <a:lnTo>
                    <a:pt x="139585" y="127876"/>
                  </a:lnTo>
                  <a:lnTo>
                    <a:pt x="136588" y="86487"/>
                  </a:lnTo>
                  <a:lnTo>
                    <a:pt x="119189" y="21907"/>
                  </a:lnTo>
                  <a:lnTo>
                    <a:pt x="82130" y="0"/>
                  </a:lnTo>
                  <a:lnTo>
                    <a:pt x="49441" y="16230"/>
                  </a:lnTo>
                  <a:lnTo>
                    <a:pt x="19875" y="46253"/>
                  </a:lnTo>
                  <a:lnTo>
                    <a:pt x="4584" y="83845"/>
                  </a:lnTo>
                  <a:lnTo>
                    <a:pt x="1765" y="119507"/>
                  </a:lnTo>
                  <a:lnTo>
                    <a:pt x="0" y="169100"/>
                  </a:lnTo>
                  <a:lnTo>
                    <a:pt x="457" y="225158"/>
                  </a:lnTo>
                  <a:lnTo>
                    <a:pt x="4279" y="280276"/>
                  </a:lnTo>
                  <a:lnTo>
                    <a:pt x="10553" y="315468"/>
                  </a:lnTo>
                  <a:lnTo>
                    <a:pt x="6997" y="363893"/>
                  </a:lnTo>
                  <a:lnTo>
                    <a:pt x="7302" y="431990"/>
                  </a:lnTo>
                  <a:lnTo>
                    <a:pt x="9906" y="494525"/>
                  </a:lnTo>
                  <a:lnTo>
                    <a:pt x="12954" y="530720"/>
                  </a:lnTo>
                  <a:lnTo>
                    <a:pt x="15989" y="546430"/>
                  </a:lnTo>
                  <a:lnTo>
                    <a:pt x="18681" y="562635"/>
                  </a:lnTo>
                  <a:lnTo>
                    <a:pt x="19354" y="581177"/>
                  </a:lnTo>
                  <a:lnTo>
                    <a:pt x="16319" y="603910"/>
                  </a:lnTo>
                  <a:lnTo>
                    <a:pt x="16167" y="629335"/>
                  </a:lnTo>
                  <a:lnTo>
                    <a:pt x="27444" y="652310"/>
                  </a:lnTo>
                  <a:lnTo>
                    <a:pt x="51282" y="669124"/>
                  </a:lnTo>
                  <a:lnTo>
                    <a:pt x="88861" y="676071"/>
                  </a:lnTo>
                  <a:lnTo>
                    <a:pt x="122910" y="670382"/>
                  </a:lnTo>
                  <a:lnTo>
                    <a:pt x="139776" y="655370"/>
                  </a:lnTo>
                  <a:lnTo>
                    <a:pt x="146050" y="636397"/>
                  </a:lnTo>
                  <a:lnTo>
                    <a:pt x="148285" y="618871"/>
                  </a:lnTo>
                  <a:lnTo>
                    <a:pt x="148640" y="602729"/>
                  </a:lnTo>
                  <a:lnTo>
                    <a:pt x="146977" y="586257"/>
                  </a:lnTo>
                  <a:lnTo>
                    <a:pt x="146545" y="572325"/>
                  </a:lnTo>
                  <a:lnTo>
                    <a:pt x="150545" y="563829"/>
                  </a:lnTo>
                  <a:lnTo>
                    <a:pt x="155168" y="557225"/>
                  </a:lnTo>
                  <a:close/>
                </a:path>
              </a:pathLst>
            </a:custGeom>
            <a:solidFill>
              <a:srgbClr val="2E282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/>
          <p:nvPr/>
        </p:nvSpPr>
        <p:spPr>
          <a:xfrm>
            <a:off x="15831210" y="5137879"/>
            <a:ext cx="177800" cy="584835"/>
          </a:xfrm>
          <a:custGeom>
            <a:avLst/>
            <a:gdLst/>
            <a:ahLst/>
            <a:cxnLst/>
            <a:rect l="l" t="t" r="r" b="b"/>
            <a:pathLst>
              <a:path w="177800" h="584835">
                <a:moveTo>
                  <a:pt x="177533" y="108546"/>
                </a:moveTo>
                <a:lnTo>
                  <a:pt x="170230" y="72809"/>
                </a:lnTo>
                <a:lnTo>
                  <a:pt x="145961" y="36004"/>
                </a:lnTo>
                <a:lnTo>
                  <a:pt x="113639" y="8343"/>
                </a:lnTo>
                <a:lnTo>
                  <a:pt x="82169" y="0"/>
                </a:lnTo>
                <a:lnTo>
                  <a:pt x="60490" y="21170"/>
                </a:lnTo>
                <a:lnTo>
                  <a:pt x="45974" y="79921"/>
                </a:lnTo>
                <a:lnTo>
                  <a:pt x="26492" y="211518"/>
                </a:lnTo>
                <a:lnTo>
                  <a:pt x="20269" y="260667"/>
                </a:lnTo>
                <a:lnTo>
                  <a:pt x="18542" y="285978"/>
                </a:lnTo>
                <a:lnTo>
                  <a:pt x="18008" y="287020"/>
                </a:lnTo>
                <a:lnTo>
                  <a:pt x="8432" y="397954"/>
                </a:lnTo>
                <a:lnTo>
                  <a:pt x="3378" y="460451"/>
                </a:lnTo>
                <a:lnTo>
                  <a:pt x="1130" y="497459"/>
                </a:lnTo>
                <a:lnTo>
                  <a:pt x="0" y="531952"/>
                </a:lnTo>
                <a:lnTo>
                  <a:pt x="1104" y="562800"/>
                </a:lnTo>
                <a:lnTo>
                  <a:pt x="7607" y="577697"/>
                </a:lnTo>
                <a:lnTo>
                  <a:pt x="20967" y="582777"/>
                </a:lnTo>
                <a:lnTo>
                  <a:pt x="42621" y="584225"/>
                </a:lnTo>
                <a:lnTo>
                  <a:pt x="64820" y="583895"/>
                </a:lnTo>
                <a:lnTo>
                  <a:pt x="80060" y="578192"/>
                </a:lnTo>
                <a:lnTo>
                  <a:pt x="90131" y="565035"/>
                </a:lnTo>
                <a:lnTo>
                  <a:pt x="96837" y="542404"/>
                </a:lnTo>
                <a:lnTo>
                  <a:pt x="106680" y="498081"/>
                </a:lnTo>
                <a:lnTo>
                  <a:pt x="121577" y="433768"/>
                </a:lnTo>
                <a:lnTo>
                  <a:pt x="136486" y="368338"/>
                </a:lnTo>
                <a:lnTo>
                  <a:pt x="146380" y="320624"/>
                </a:lnTo>
                <a:lnTo>
                  <a:pt x="145211" y="310832"/>
                </a:lnTo>
                <a:lnTo>
                  <a:pt x="147231" y="305536"/>
                </a:lnTo>
                <a:lnTo>
                  <a:pt x="157441" y="257390"/>
                </a:lnTo>
                <a:lnTo>
                  <a:pt x="165862" y="202209"/>
                </a:lnTo>
                <a:lnTo>
                  <a:pt x="172542" y="149440"/>
                </a:lnTo>
                <a:lnTo>
                  <a:pt x="177533" y="108546"/>
                </a:lnTo>
                <a:close/>
              </a:path>
            </a:pathLst>
          </a:custGeom>
          <a:solidFill>
            <a:srgbClr val="DC672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2" name="object 22" descr=""/>
          <p:cNvGrpSpPr/>
          <p:nvPr/>
        </p:nvGrpSpPr>
        <p:grpSpPr>
          <a:xfrm>
            <a:off x="15899037" y="5086052"/>
            <a:ext cx="489584" cy="638810"/>
            <a:chOff x="15899037" y="5086052"/>
            <a:chExt cx="489584" cy="638810"/>
          </a:xfrm>
        </p:grpSpPr>
        <p:sp>
          <p:nvSpPr>
            <p:cNvPr id="23" name="object 23" descr=""/>
            <p:cNvSpPr/>
            <p:nvPr/>
          </p:nvSpPr>
          <p:spPr>
            <a:xfrm>
              <a:off x="16211068" y="5137879"/>
              <a:ext cx="177800" cy="584835"/>
            </a:xfrm>
            <a:custGeom>
              <a:avLst/>
              <a:gdLst/>
              <a:ahLst/>
              <a:cxnLst/>
              <a:rect l="l" t="t" r="r" b="b"/>
              <a:pathLst>
                <a:path w="177800" h="584835">
                  <a:moveTo>
                    <a:pt x="177520" y="531952"/>
                  </a:moveTo>
                  <a:lnTo>
                    <a:pt x="174155" y="460451"/>
                  </a:lnTo>
                  <a:lnTo>
                    <a:pt x="169087" y="397954"/>
                  </a:lnTo>
                  <a:lnTo>
                    <a:pt x="159524" y="287020"/>
                  </a:lnTo>
                  <a:lnTo>
                    <a:pt x="158965" y="285965"/>
                  </a:lnTo>
                  <a:lnTo>
                    <a:pt x="157264" y="260667"/>
                  </a:lnTo>
                  <a:lnTo>
                    <a:pt x="151028" y="211518"/>
                  </a:lnTo>
                  <a:lnTo>
                    <a:pt x="137604" y="117271"/>
                  </a:lnTo>
                  <a:lnTo>
                    <a:pt x="124968" y="48298"/>
                  </a:lnTo>
                  <a:lnTo>
                    <a:pt x="95351" y="0"/>
                  </a:lnTo>
                  <a:lnTo>
                    <a:pt x="63893" y="8343"/>
                  </a:lnTo>
                  <a:lnTo>
                    <a:pt x="31572" y="36004"/>
                  </a:lnTo>
                  <a:lnTo>
                    <a:pt x="7302" y="72809"/>
                  </a:lnTo>
                  <a:lnTo>
                    <a:pt x="0" y="108546"/>
                  </a:lnTo>
                  <a:lnTo>
                    <a:pt x="4978" y="149440"/>
                  </a:lnTo>
                  <a:lnTo>
                    <a:pt x="11658" y="202209"/>
                  </a:lnTo>
                  <a:lnTo>
                    <a:pt x="20078" y="257390"/>
                  </a:lnTo>
                  <a:lnTo>
                    <a:pt x="30302" y="305536"/>
                  </a:lnTo>
                  <a:lnTo>
                    <a:pt x="32308" y="310819"/>
                  </a:lnTo>
                  <a:lnTo>
                    <a:pt x="31153" y="320624"/>
                  </a:lnTo>
                  <a:lnTo>
                    <a:pt x="41033" y="368338"/>
                  </a:lnTo>
                  <a:lnTo>
                    <a:pt x="55943" y="433768"/>
                  </a:lnTo>
                  <a:lnTo>
                    <a:pt x="70853" y="498081"/>
                  </a:lnTo>
                  <a:lnTo>
                    <a:pt x="80695" y="542404"/>
                  </a:lnTo>
                  <a:lnTo>
                    <a:pt x="87401" y="565035"/>
                  </a:lnTo>
                  <a:lnTo>
                    <a:pt x="97472" y="578192"/>
                  </a:lnTo>
                  <a:lnTo>
                    <a:pt x="112712" y="583895"/>
                  </a:lnTo>
                  <a:lnTo>
                    <a:pt x="134912" y="584225"/>
                  </a:lnTo>
                  <a:lnTo>
                    <a:pt x="156565" y="582777"/>
                  </a:lnTo>
                  <a:lnTo>
                    <a:pt x="169926" y="577697"/>
                  </a:lnTo>
                  <a:lnTo>
                    <a:pt x="176415" y="562800"/>
                  </a:lnTo>
                  <a:lnTo>
                    <a:pt x="177520" y="531952"/>
                  </a:lnTo>
                  <a:close/>
                </a:path>
              </a:pathLst>
            </a:custGeom>
            <a:solidFill>
              <a:srgbClr val="DC67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899037" y="5086052"/>
              <a:ext cx="429259" cy="638810"/>
            </a:xfrm>
            <a:custGeom>
              <a:avLst/>
              <a:gdLst/>
              <a:ahLst/>
              <a:cxnLst/>
              <a:rect l="l" t="t" r="r" b="b"/>
              <a:pathLst>
                <a:path w="429259" h="638810">
                  <a:moveTo>
                    <a:pt x="314451" y="0"/>
                  </a:moveTo>
                  <a:lnTo>
                    <a:pt x="255651" y="22654"/>
                  </a:lnTo>
                  <a:lnTo>
                    <a:pt x="210915" y="30847"/>
                  </a:lnTo>
                  <a:lnTo>
                    <a:pt x="157618" y="25155"/>
                  </a:lnTo>
                  <a:lnTo>
                    <a:pt x="73139" y="6156"/>
                  </a:lnTo>
                  <a:lnTo>
                    <a:pt x="38300" y="15754"/>
                  </a:lnTo>
                  <a:lnTo>
                    <a:pt x="19068" y="24552"/>
                  </a:lnTo>
                  <a:lnTo>
                    <a:pt x="8587" y="37589"/>
                  </a:lnTo>
                  <a:lnTo>
                    <a:pt x="0" y="59903"/>
                  </a:lnTo>
                  <a:lnTo>
                    <a:pt x="3975" y="67538"/>
                  </a:lnTo>
                  <a:lnTo>
                    <a:pt x="12993" y="89878"/>
                  </a:lnTo>
                  <a:lnTo>
                    <a:pt x="22692" y="126081"/>
                  </a:lnTo>
                  <a:lnTo>
                    <a:pt x="28711" y="175303"/>
                  </a:lnTo>
                  <a:lnTo>
                    <a:pt x="30057" y="216812"/>
                  </a:lnTo>
                  <a:lnTo>
                    <a:pt x="30286" y="265172"/>
                  </a:lnTo>
                  <a:lnTo>
                    <a:pt x="29118" y="317017"/>
                  </a:lnTo>
                  <a:lnTo>
                    <a:pt x="26274" y="368982"/>
                  </a:lnTo>
                  <a:lnTo>
                    <a:pt x="21474" y="417700"/>
                  </a:lnTo>
                  <a:lnTo>
                    <a:pt x="14439" y="459807"/>
                  </a:lnTo>
                  <a:lnTo>
                    <a:pt x="2789" y="515855"/>
                  </a:lnTo>
                  <a:lnTo>
                    <a:pt x="166" y="547606"/>
                  </a:lnTo>
                  <a:lnTo>
                    <a:pt x="7702" y="566824"/>
                  </a:lnTo>
                  <a:lnTo>
                    <a:pt x="26533" y="585270"/>
                  </a:lnTo>
                  <a:lnTo>
                    <a:pt x="31957" y="592488"/>
                  </a:lnTo>
                  <a:lnTo>
                    <a:pt x="58799" y="608957"/>
                  </a:lnTo>
                  <a:lnTo>
                    <a:pt x="122912" y="626899"/>
                  </a:lnTo>
                  <a:lnTo>
                    <a:pt x="240149" y="638535"/>
                  </a:lnTo>
                  <a:lnTo>
                    <a:pt x="321228" y="634180"/>
                  </a:lnTo>
                  <a:lnTo>
                    <a:pt x="371041" y="616626"/>
                  </a:lnTo>
                  <a:lnTo>
                    <a:pt x="397412" y="590923"/>
                  </a:lnTo>
                  <a:lnTo>
                    <a:pt x="408165" y="562119"/>
                  </a:lnTo>
                  <a:lnTo>
                    <a:pt x="411596" y="517567"/>
                  </a:lnTo>
                  <a:lnTo>
                    <a:pt x="410793" y="456904"/>
                  </a:lnTo>
                  <a:lnTo>
                    <a:pt x="405537" y="335351"/>
                  </a:lnTo>
                  <a:lnTo>
                    <a:pt x="405610" y="298514"/>
                  </a:lnTo>
                  <a:lnTo>
                    <a:pt x="407944" y="273575"/>
                  </a:lnTo>
                  <a:lnTo>
                    <a:pt x="411165" y="241770"/>
                  </a:lnTo>
                  <a:lnTo>
                    <a:pt x="429065" y="72992"/>
                  </a:lnTo>
                  <a:lnTo>
                    <a:pt x="428610" y="71476"/>
                  </a:lnTo>
                  <a:lnTo>
                    <a:pt x="393047" y="29851"/>
                  </a:lnTo>
                  <a:lnTo>
                    <a:pt x="355583" y="12329"/>
                  </a:lnTo>
                  <a:lnTo>
                    <a:pt x="314451" y="0"/>
                  </a:lnTo>
                  <a:close/>
                </a:path>
              </a:pathLst>
            </a:custGeom>
            <a:solidFill>
              <a:srgbClr val="DF753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/>
          <p:nvPr/>
        </p:nvSpPr>
        <p:spPr>
          <a:xfrm>
            <a:off x="14476869" y="5137879"/>
            <a:ext cx="177800" cy="584835"/>
          </a:xfrm>
          <a:custGeom>
            <a:avLst/>
            <a:gdLst/>
            <a:ahLst/>
            <a:cxnLst/>
            <a:rect l="l" t="t" r="r" b="b"/>
            <a:pathLst>
              <a:path w="177800" h="584835">
                <a:moveTo>
                  <a:pt x="177533" y="531952"/>
                </a:moveTo>
                <a:lnTo>
                  <a:pt x="174155" y="460451"/>
                </a:lnTo>
                <a:lnTo>
                  <a:pt x="169087" y="397954"/>
                </a:lnTo>
                <a:lnTo>
                  <a:pt x="159524" y="287020"/>
                </a:lnTo>
                <a:lnTo>
                  <a:pt x="158965" y="285965"/>
                </a:lnTo>
                <a:lnTo>
                  <a:pt x="157264" y="260667"/>
                </a:lnTo>
                <a:lnTo>
                  <a:pt x="151028" y="211518"/>
                </a:lnTo>
                <a:lnTo>
                  <a:pt x="137604" y="117271"/>
                </a:lnTo>
                <a:lnTo>
                  <a:pt x="124968" y="48298"/>
                </a:lnTo>
                <a:lnTo>
                  <a:pt x="95364" y="0"/>
                </a:lnTo>
                <a:lnTo>
                  <a:pt x="63893" y="8343"/>
                </a:lnTo>
                <a:lnTo>
                  <a:pt x="31572" y="36004"/>
                </a:lnTo>
                <a:lnTo>
                  <a:pt x="7302" y="72809"/>
                </a:lnTo>
                <a:lnTo>
                  <a:pt x="0" y="108546"/>
                </a:lnTo>
                <a:lnTo>
                  <a:pt x="4991" y="149440"/>
                </a:lnTo>
                <a:lnTo>
                  <a:pt x="11671" y="202209"/>
                </a:lnTo>
                <a:lnTo>
                  <a:pt x="20091" y="257390"/>
                </a:lnTo>
                <a:lnTo>
                  <a:pt x="30302" y="305536"/>
                </a:lnTo>
                <a:lnTo>
                  <a:pt x="32308" y="310832"/>
                </a:lnTo>
                <a:lnTo>
                  <a:pt x="31153" y="320624"/>
                </a:lnTo>
                <a:lnTo>
                  <a:pt x="41033" y="368338"/>
                </a:lnTo>
                <a:lnTo>
                  <a:pt x="55956" y="433768"/>
                </a:lnTo>
                <a:lnTo>
                  <a:pt x="70853" y="498081"/>
                </a:lnTo>
                <a:lnTo>
                  <a:pt x="80695" y="542404"/>
                </a:lnTo>
                <a:lnTo>
                  <a:pt x="87401" y="565035"/>
                </a:lnTo>
                <a:lnTo>
                  <a:pt x="97472" y="578192"/>
                </a:lnTo>
                <a:lnTo>
                  <a:pt x="112712" y="583895"/>
                </a:lnTo>
                <a:lnTo>
                  <a:pt x="134912" y="584225"/>
                </a:lnTo>
                <a:lnTo>
                  <a:pt x="156565" y="582777"/>
                </a:lnTo>
                <a:lnTo>
                  <a:pt x="169926" y="577697"/>
                </a:lnTo>
                <a:lnTo>
                  <a:pt x="176428" y="562800"/>
                </a:lnTo>
                <a:lnTo>
                  <a:pt x="177533" y="531952"/>
                </a:lnTo>
                <a:close/>
              </a:path>
            </a:pathLst>
          </a:custGeom>
          <a:solidFill>
            <a:srgbClr val="DC672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 descr=""/>
          <p:cNvGrpSpPr/>
          <p:nvPr/>
        </p:nvGrpSpPr>
        <p:grpSpPr>
          <a:xfrm>
            <a:off x="14097024" y="5079672"/>
            <a:ext cx="489584" cy="642620"/>
            <a:chOff x="14097024" y="5079672"/>
            <a:chExt cx="489584" cy="642620"/>
          </a:xfrm>
        </p:grpSpPr>
        <p:sp>
          <p:nvSpPr>
            <p:cNvPr id="27" name="object 27" descr=""/>
            <p:cNvSpPr/>
            <p:nvPr/>
          </p:nvSpPr>
          <p:spPr>
            <a:xfrm>
              <a:off x="14097013" y="5137879"/>
              <a:ext cx="177800" cy="584835"/>
            </a:xfrm>
            <a:custGeom>
              <a:avLst/>
              <a:gdLst/>
              <a:ahLst/>
              <a:cxnLst/>
              <a:rect l="l" t="t" r="r" b="b"/>
              <a:pathLst>
                <a:path w="177800" h="584835">
                  <a:moveTo>
                    <a:pt x="177533" y="108546"/>
                  </a:moveTo>
                  <a:lnTo>
                    <a:pt x="170230" y="72809"/>
                  </a:lnTo>
                  <a:lnTo>
                    <a:pt x="145961" y="36004"/>
                  </a:lnTo>
                  <a:lnTo>
                    <a:pt x="113639" y="8343"/>
                  </a:lnTo>
                  <a:lnTo>
                    <a:pt x="82169" y="0"/>
                  </a:lnTo>
                  <a:lnTo>
                    <a:pt x="60502" y="21170"/>
                  </a:lnTo>
                  <a:lnTo>
                    <a:pt x="45974" y="79921"/>
                  </a:lnTo>
                  <a:lnTo>
                    <a:pt x="26504" y="211518"/>
                  </a:lnTo>
                  <a:lnTo>
                    <a:pt x="20269" y="260667"/>
                  </a:lnTo>
                  <a:lnTo>
                    <a:pt x="18554" y="285965"/>
                  </a:lnTo>
                  <a:lnTo>
                    <a:pt x="18008" y="287020"/>
                  </a:lnTo>
                  <a:lnTo>
                    <a:pt x="8445" y="397954"/>
                  </a:lnTo>
                  <a:lnTo>
                    <a:pt x="3378" y="460451"/>
                  </a:lnTo>
                  <a:lnTo>
                    <a:pt x="1130" y="497459"/>
                  </a:lnTo>
                  <a:lnTo>
                    <a:pt x="0" y="531952"/>
                  </a:lnTo>
                  <a:lnTo>
                    <a:pt x="1104" y="562800"/>
                  </a:lnTo>
                  <a:lnTo>
                    <a:pt x="7607" y="577697"/>
                  </a:lnTo>
                  <a:lnTo>
                    <a:pt x="20967" y="582777"/>
                  </a:lnTo>
                  <a:lnTo>
                    <a:pt x="42621" y="584225"/>
                  </a:lnTo>
                  <a:lnTo>
                    <a:pt x="64820" y="583895"/>
                  </a:lnTo>
                  <a:lnTo>
                    <a:pt x="80060" y="578192"/>
                  </a:lnTo>
                  <a:lnTo>
                    <a:pt x="90131" y="565035"/>
                  </a:lnTo>
                  <a:lnTo>
                    <a:pt x="96837" y="542404"/>
                  </a:lnTo>
                  <a:lnTo>
                    <a:pt x="106680" y="498081"/>
                  </a:lnTo>
                  <a:lnTo>
                    <a:pt x="121577" y="433768"/>
                  </a:lnTo>
                  <a:lnTo>
                    <a:pt x="136499" y="368338"/>
                  </a:lnTo>
                  <a:lnTo>
                    <a:pt x="146380" y="320624"/>
                  </a:lnTo>
                  <a:lnTo>
                    <a:pt x="145211" y="310832"/>
                  </a:lnTo>
                  <a:lnTo>
                    <a:pt x="147231" y="305536"/>
                  </a:lnTo>
                  <a:lnTo>
                    <a:pt x="157441" y="257390"/>
                  </a:lnTo>
                  <a:lnTo>
                    <a:pt x="165862" y="202209"/>
                  </a:lnTo>
                  <a:lnTo>
                    <a:pt x="172542" y="149440"/>
                  </a:lnTo>
                  <a:lnTo>
                    <a:pt x="177533" y="108546"/>
                  </a:lnTo>
                  <a:close/>
                </a:path>
              </a:pathLst>
            </a:custGeom>
            <a:solidFill>
              <a:srgbClr val="DC67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4157511" y="5079672"/>
              <a:ext cx="429259" cy="593725"/>
            </a:xfrm>
            <a:custGeom>
              <a:avLst/>
              <a:gdLst/>
              <a:ahLst/>
              <a:cxnLst/>
              <a:rect l="l" t="t" r="r" b="b"/>
              <a:pathLst>
                <a:path w="429259" h="593725">
                  <a:moveTo>
                    <a:pt x="107535" y="0"/>
                  </a:moveTo>
                  <a:lnTo>
                    <a:pt x="70501" y="16016"/>
                  </a:lnTo>
                  <a:lnTo>
                    <a:pt x="35918" y="36128"/>
                  </a:lnTo>
                  <a:lnTo>
                    <a:pt x="3083" y="72842"/>
                  </a:lnTo>
                  <a:lnTo>
                    <a:pt x="0" y="79379"/>
                  </a:lnTo>
                  <a:lnTo>
                    <a:pt x="17909" y="248148"/>
                  </a:lnTo>
                  <a:lnTo>
                    <a:pt x="21131" y="279952"/>
                  </a:lnTo>
                  <a:lnTo>
                    <a:pt x="23465" y="304891"/>
                  </a:lnTo>
                  <a:lnTo>
                    <a:pt x="22594" y="338585"/>
                  </a:lnTo>
                  <a:lnTo>
                    <a:pt x="18625" y="393733"/>
                  </a:lnTo>
                  <a:lnTo>
                    <a:pt x="14787" y="458559"/>
                  </a:lnTo>
                  <a:lnTo>
                    <a:pt x="14309" y="521285"/>
                  </a:lnTo>
                  <a:lnTo>
                    <a:pt x="20418" y="570135"/>
                  </a:lnTo>
                  <a:lnTo>
                    <a:pt x="36344" y="593332"/>
                  </a:lnTo>
                  <a:lnTo>
                    <a:pt x="48284" y="558468"/>
                  </a:lnTo>
                  <a:lnTo>
                    <a:pt x="68800" y="540079"/>
                  </a:lnTo>
                  <a:lnTo>
                    <a:pt x="112775" y="532073"/>
                  </a:lnTo>
                  <a:lnTo>
                    <a:pt x="195093" y="528360"/>
                  </a:lnTo>
                  <a:lnTo>
                    <a:pt x="311385" y="535413"/>
                  </a:lnTo>
                  <a:lnTo>
                    <a:pt x="373376" y="557483"/>
                  </a:lnTo>
                  <a:lnTo>
                    <a:pt x="398088" y="580813"/>
                  </a:lnTo>
                  <a:lnTo>
                    <a:pt x="402542" y="591646"/>
                  </a:lnTo>
                  <a:lnTo>
                    <a:pt x="421373" y="573200"/>
                  </a:lnTo>
                  <a:lnTo>
                    <a:pt x="428909" y="553984"/>
                  </a:lnTo>
                  <a:lnTo>
                    <a:pt x="426286" y="522236"/>
                  </a:lnTo>
                  <a:lnTo>
                    <a:pt x="414636" y="466195"/>
                  </a:lnTo>
                  <a:lnTo>
                    <a:pt x="407601" y="424083"/>
                  </a:lnTo>
                  <a:lnTo>
                    <a:pt x="402801" y="375362"/>
                  </a:lnTo>
                  <a:lnTo>
                    <a:pt x="399957" y="323395"/>
                  </a:lnTo>
                  <a:lnTo>
                    <a:pt x="398789" y="271550"/>
                  </a:lnTo>
                  <a:lnTo>
                    <a:pt x="399018" y="223189"/>
                  </a:lnTo>
                  <a:lnTo>
                    <a:pt x="400364" y="181680"/>
                  </a:lnTo>
                  <a:lnTo>
                    <a:pt x="406383" y="132463"/>
                  </a:lnTo>
                  <a:lnTo>
                    <a:pt x="425100" y="73925"/>
                  </a:lnTo>
                  <a:lnTo>
                    <a:pt x="429075" y="66291"/>
                  </a:lnTo>
                  <a:lnTo>
                    <a:pt x="417842" y="47263"/>
                  </a:lnTo>
                  <a:lnTo>
                    <a:pt x="406003" y="35915"/>
                  </a:lnTo>
                  <a:lnTo>
                    <a:pt x="386271" y="27739"/>
                  </a:lnTo>
                  <a:lnTo>
                    <a:pt x="351361" y="18229"/>
                  </a:lnTo>
                  <a:lnTo>
                    <a:pt x="265428" y="30248"/>
                  </a:lnTo>
                  <a:lnTo>
                    <a:pt x="211386" y="32356"/>
                  </a:lnTo>
                  <a:lnTo>
                    <a:pt x="166374" y="22843"/>
                  </a:lnTo>
                  <a:lnTo>
                    <a:pt x="107535" y="0"/>
                  </a:lnTo>
                  <a:close/>
                </a:path>
              </a:pathLst>
            </a:custGeom>
            <a:solidFill>
              <a:srgbClr val="DF75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59009" y="5491827"/>
              <a:ext cx="96707" cy="192192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82840" y="5491827"/>
              <a:ext cx="96707" cy="192192"/>
            </a:xfrm>
            <a:prstGeom prst="rect">
              <a:avLst/>
            </a:prstGeom>
          </p:spPr>
        </p:pic>
      </p:grpSp>
      <p:sp>
        <p:nvSpPr>
          <p:cNvPr id="31" name="object 31" descr=""/>
          <p:cNvSpPr/>
          <p:nvPr/>
        </p:nvSpPr>
        <p:spPr>
          <a:xfrm>
            <a:off x="15540000" y="5137689"/>
            <a:ext cx="198120" cy="582930"/>
          </a:xfrm>
          <a:custGeom>
            <a:avLst/>
            <a:gdLst/>
            <a:ahLst/>
            <a:cxnLst/>
            <a:rect l="l" t="t" r="r" b="b"/>
            <a:pathLst>
              <a:path w="198119" h="582929">
                <a:moveTo>
                  <a:pt x="197853" y="558304"/>
                </a:moveTo>
                <a:lnTo>
                  <a:pt x="194716" y="493039"/>
                </a:lnTo>
                <a:lnTo>
                  <a:pt x="182676" y="393992"/>
                </a:lnTo>
                <a:lnTo>
                  <a:pt x="167843" y="283641"/>
                </a:lnTo>
                <a:lnTo>
                  <a:pt x="167233" y="282613"/>
                </a:lnTo>
                <a:lnTo>
                  <a:pt x="164325" y="257429"/>
                </a:lnTo>
                <a:lnTo>
                  <a:pt x="155765" y="208622"/>
                </a:lnTo>
                <a:lnTo>
                  <a:pt x="137858" y="115112"/>
                </a:lnTo>
                <a:lnTo>
                  <a:pt x="121958" y="46837"/>
                </a:lnTo>
                <a:lnTo>
                  <a:pt x="90081" y="0"/>
                </a:lnTo>
                <a:lnTo>
                  <a:pt x="59055" y="9829"/>
                </a:lnTo>
                <a:lnTo>
                  <a:pt x="28079" y="39001"/>
                </a:lnTo>
                <a:lnTo>
                  <a:pt x="5588" y="76911"/>
                </a:lnTo>
                <a:lnTo>
                  <a:pt x="0" y="112966"/>
                </a:lnTo>
                <a:lnTo>
                  <a:pt x="6921" y="153581"/>
                </a:lnTo>
                <a:lnTo>
                  <a:pt x="16103" y="205968"/>
                </a:lnTo>
                <a:lnTo>
                  <a:pt x="27152" y="260680"/>
                </a:lnTo>
                <a:lnTo>
                  <a:pt x="39649" y="308279"/>
                </a:lnTo>
                <a:lnTo>
                  <a:pt x="41910" y="313474"/>
                </a:lnTo>
                <a:lnTo>
                  <a:pt x="41224" y="323316"/>
                </a:lnTo>
                <a:lnTo>
                  <a:pt x="53365" y="370497"/>
                </a:lnTo>
                <a:lnTo>
                  <a:pt x="71374" y="435152"/>
                </a:lnTo>
                <a:lnTo>
                  <a:pt x="89319" y="498678"/>
                </a:lnTo>
                <a:lnTo>
                  <a:pt x="101257" y="542493"/>
                </a:lnTo>
                <a:lnTo>
                  <a:pt x="109042" y="564781"/>
                </a:lnTo>
                <a:lnTo>
                  <a:pt x="119735" y="577430"/>
                </a:lnTo>
                <a:lnTo>
                  <a:pt x="135216" y="582409"/>
                </a:lnTo>
                <a:lnTo>
                  <a:pt x="157416" y="581685"/>
                </a:lnTo>
                <a:lnTo>
                  <a:pt x="178981" y="579196"/>
                </a:lnTo>
                <a:lnTo>
                  <a:pt x="192074" y="573481"/>
                </a:lnTo>
                <a:lnTo>
                  <a:pt x="197853" y="558304"/>
                </a:lnTo>
                <a:close/>
              </a:path>
            </a:pathLst>
          </a:custGeom>
          <a:solidFill>
            <a:srgbClr val="DC672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2" name="object 32" descr=""/>
          <p:cNvGrpSpPr/>
          <p:nvPr/>
        </p:nvGrpSpPr>
        <p:grpSpPr>
          <a:xfrm>
            <a:off x="15156350" y="5079672"/>
            <a:ext cx="489584" cy="642620"/>
            <a:chOff x="15156350" y="5079672"/>
            <a:chExt cx="489584" cy="642620"/>
          </a:xfrm>
        </p:grpSpPr>
        <p:sp>
          <p:nvSpPr>
            <p:cNvPr id="33" name="object 33" descr=""/>
            <p:cNvSpPr/>
            <p:nvPr/>
          </p:nvSpPr>
          <p:spPr>
            <a:xfrm>
              <a:off x="15156346" y="5137879"/>
              <a:ext cx="177800" cy="584835"/>
            </a:xfrm>
            <a:custGeom>
              <a:avLst/>
              <a:gdLst/>
              <a:ahLst/>
              <a:cxnLst/>
              <a:rect l="l" t="t" r="r" b="b"/>
              <a:pathLst>
                <a:path w="177800" h="584835">
                  <a:moveTo>
                    <a:pt x="177520" y="108546"/>
                  </a:moveTo>
                  <a:lnTo>
                    <a:pt x="170218" y="72809"/>
                  </a:lnTo>
                  <a:lnTo>
                    <a:pt x="145948" y="36004"/>
                  </a:lnTo>
                  <a:lnTo>
                    <a:pt x="113626" y="8343"/>
                  </a:lnTo>
                  <a:lnTo>
                    <a:pt x="82169" y="0"/>
                  </a:lnTo>
                  <a:lnTo>
                    <a:pt x="60490" y="21170"/>
                  </a:lnTo>
                  <a:lnTo>
                    <a:pt x="45961" y="79921"/>
                  </a:lnTo>
                  <a:lnTo>
                    <a:pt x="26492" y="211518"/>
                  </a:lnTo>
                  <a:lnTo>
                    <a:pt x="20269" y="260667"/>
                  </a:lnTo>
                  <a:lnTo>
                    <a:pt x="18542" y="285953"/>
                  </a:lnTo>
                  <a:lnTo>
                    <a:pt x="17995" y="287020"/>
                  </a:lnTo>
                  <a:lnTo>
                    <a:pt x="8432" y="397954"/>
                  </a:lnTo>
                  <a:lnTo>
                    <a:pt x="3365" y="460451"/>
                  </a:lnTo>
                  <a:lnTo>
                    <a:pt x="1117" y="497459"/>
                  </a:lnTo>
                  <a:lnTo>
                    <a:pt x="0" y="531952"/>
                  </a:lnTo>
                  <a:lnTo>
                    <a:pt x="1104" y="562800"/>
                  </a:lnTo>
                  <a:lnTo>
                    <a:pt x="7607" y="577697"/>
                  </a:lnTo>
                  <a:lnTo>
                    <a:pt x="20955" y="582777"/>
                  </a:lnTo>
                  <a:lnTo>
                    <a:pt x="42621" y="584225"/>
                  </a:lnTo>
                  <a:lnTo>
                    <a:pt x="64820" y="583895"/>
                  </a:lnTo>
                  <a:lnTo>
                    <a:pt x="80048" y="578192"/>
                  </a:lnTo>
                  <a:lnTo>
                    <a:pt x="90119" y="565035"/>
                  </a:lnTo>
                  <a:lnTo>
                    <a:pt x="96837" y="542404"/>
                  </a:lnTo>
                  <a:lnTo>
                    <a:pt x="106680" y="498081"/>
                  </a:lnTo>
                  <a:lnTo>
                    <a:pt x="121577" y="433768"/>
                  </a:lnTo>
                  <a:lnTo>
                    <a:pt x="136486" y="368338"/>
                  </a:lnTo>
                  <a:lnTo>
                    <a:pt x="146367" y="320624"/>
                  </a:lnTo>
                  <a:lnTo>
                    <a:pt x="145199" y="310819"/>
                  </a:lnTo>
                  <a:lnTo>
                    <a:pt x="147218" y="305536"/>
                  </a:lnTo>
                  <a:lnTo>
                    <a:pt x="157441" y="257390"/>
                  </a:lnTo>
                  <a:lnTo>
                    <a:pt x="165862" y="202209"/>
                  </a:lnTo>
                  <a:lnTo>
                    <a:pt x="172542" y="149440"/>
                  </a:lnTo>
                  <a:lnTo>
                    <a:pt x="177520" y="108546"/>
                  </a:lnTo>
                  <a:close/>
                </a:path>
              </a:pathLst>
            </a:custGeom>
            <a:solidFill>
              <a:srgbClr val="DC672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5216838" y="5079672"/>
              <a:ext cx="429259" cy="593725"/>
            </a:xfrm>
            <a:custGeom>
              <a:avLst/>
              <a:gdLst/>
              <a:ahLst/>
              <a:cxnLst/>
              <a:rect l="l" t="t" r="r" b="b"/>
              <a:pathLst>
                <a:path w="429259" h="593725">
                  <a:moveTo>
                    <a:pt x="107535" y="0"/>
                  </a:moveTo>
                  <a:lnTo>
                    <a:pt x="70501" y="16016"/>
                  </a:lnTo>
                  <a:lnTo>
                    <a:pt x="35918" y="36128"/>
                  </a:lnTo>
                  <a:lnTo>
                    <a:pt x="3083" y="72842"/>
                  </a:lnTo>
                  <a:lnTo>
                    <a:pt x="0" y="79379"/>
                  </a:lnTo>
                  <a:lnTo>
                    <a:pt x="17909" y="248148"/>
                  </a:lnTo>
                  <a:lnTo>
                    <a:pt x="21131" y="279952"/>
                  </a:lnTo>
                  <a:lnTo>
                    <a:pt x="23465" y="304891"/>
                  </a:lnTo>
                  <a:lnTo>
                    <a:pt x="22594" y="338585"/>
                  </a:lnTo>
                  <a:lnTo>
                    <a:pt x="18627" y="393733"/>
                  </a:lnTo>
                  <a:lnTo>
                    <a:pt x="14791" y="458559"/>
                  </a:lnTo>
                  <a:lnTo>
                    <a:pt x="14313" y="521285"/>
                  </a:lnTo>
                  <a:lnTo>
                    <a:pt x="20422" y="570135"/>
                  </a:lnTo>
                  <a:lnTo>
                    <a:pt x="36344" y="593332"/>
                  </a:lnTo>
                  <a:lnTo>
                    <a:pt x="48284" y="558468"/>
                  </a:lnTo>
                  <a:lnTo>
                    <a:pt x="68800" y="540079"/>
                  </a:lnTo>
                  <a:lnTo>
                    <a:pt x="112775" y="532073"/>
                  </a:lnTo>
                  <a:lnTo>
                    <a:pt x="195093" y="528360"/>
                  </a:lnTo>
                  <a:lnTo>
                    <a:pt x="311385" y="535413"/>
                  </a:lnTo>
                  <a:lnTo>
                    <a:pt x="373376" y="557483"/>
                  </a:lnTo>
                  <a:lnTo>
                    <a:pt x="398088" y="580813"/>
                  </a:lnTo>
                  <a:lnTo>
                    <a:pt x="402542" y="591646"/>
                  </a:lnTo>
                  <a:lnTo>
                    <a:pt x="421373" y="573200"/>
                  </a:lnTo>
                  <a:lnTo>
                    <a:pt x="428909" y="553984"/>
                  </a:lnTo>
                  <a:lnTo>
                    <a:pt x="426286" y="522236"/>
                  </a:lnTo>
                  <a:lnTo>
                    <a:pt x="414636" y="466195"/>
                  </a:lnTo>
                  <a:lnTo>
                    <a:pt x="407600" y="424083"/>
                  </a:lnTo>
                  <a:lnTo>
                    <a:pt x="402799" y="375362"/>
                  </a:lnTo>
                  <a:lnTo>
                    <a:pt x="399953" y="323395"/>
                  </a:lnTo>
                  <a:lnTo>
                    <a:pt x="398785" y="271550"/>
                  </a:lnTo>
                  <a:lnTo>
                    <a:pt x="399015" y="223189"/>
                  </a:lnTo>
                  <a:lnTo>
                    <a:pt x="400364" y="181680"/>
                  </a:lnTo>
                  <a:lnTo>
                    <a:pt x="406383" y="132463"/>
                  </a:lnTo>
                  <a:lnTo>
                    <a:pt x="425100" y="73925"/>
                  </a:lnTo>
                  <a:lnTo>
                    <a:pt x="429075" y="66291"/>
                  </a:lnTo>
                  <a:lnTo>
                    <a:pt x="417842" y="47263"/>
                  </a:lnTo>
                  <a:lnTo>
                    <a:pt x="406003" y="35915"/>
                  </a:lnTo>
                  <a:lnTo>
                    <a:pt x="386271" y="27739"/>
                  </a:lnTo>
                  <a:lnTo>
                    <a:pt x="351361" y="18229"/>
                  </a:lnTo>
                  <a:lnTo>
                    <a:pt x="265428" y="30248"/>
                  </a:lnTo>
                  <a:lnTo>
                    <a:pt x="211386" y="32356"/>
                  </a:lnTo>
                  <a:lnTo>
                    <a:pt x="166374" y="22843"/>
                  </a:lnTo>
                  <a:lnTo>
                    <a:pt x="107535" y="0"/>
                  </a:lnTo>
                  <a:close/>
                </a:path>
              </a:pathLst>
            </a:custGeom>
            <a:solidFill>
              <a:srgbClr val="DF75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218335" y="5491827"/>
              <a:ext cx="85505" cy="192192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531286" y="5491827"/>
              <a:ext cx="96707" cy="192192"/>
            </a:xfrm>
            <a:prstGeom prst="rect">
              <a:avLst/>
            </a:prstGeom>
          </p:spPr>
        </p:pic>
      </p:grpSp>
      <p:grpSp>
        <p:nvGrpSpPr>
          <p:cNvPr id="37" name="object 37" descr=""/>
          <p:cNvGrpSpPr/>
          <p:nvPr/>
        </p:nvGrpSpPr>
        <p:grpSpPr>
          <a:xfrm>
            <a:off x="14754852" y="5097661"/>
            <a:ext cx="297815" cy="648970"/>
            <a:chOff x="14754852" y="5097661"/>
            <a:chExt cx="297815" cy="648970"/>
          </a:xfrm>
        </p:grpSpPr>
        <p:sp>
          <p:nvSpPr>
            <p:cNvPr id="38" name="object 38" descr=""/>
            <p:cNvSpPr/>
            <p:nvPr/>
          </p:nvSpPr>
          <p:spPr>
            <a:xfrm>
              <a:off x="14754852" y="5097661"/>
              <a:ext cx="297815" cy="558165"/>
            </a:xfrm>
            <a:custGeom>
              <a:avLst/>
              <a:gdLst/>
              <a:ahLst/>
              <a:cxnLst/>
              <a:rect l="l" t="t" r="r" b="b"/>
              <a:pathLst>
                <a:path w="297815" h="558164">
                  <a:moveTo>
                    <a:pt x="231783" y="0"/>
                  </a:moveTo>
                  <a:lnTo>
                    <a:pt x="195805" y="7591"/>
                  </a:lnTo>
                  <a:lnTo>
                    <a:pt x="138437" y="18302"/>
                  </a:lnTo>
                  <a:lnTo>
                    <a:pt x="107297" y="25230"/>
                  </a:lnTo>
                  <a:lnTo>
                    <a:pt x="62569" y="59269"/>
                  </a:lnTo>
                  <a:lnTo>
                    <a:pt x="39180" y="94425"/>
                  </a:lnTo>
                  <a:lnTo>
                    <a:pt x="18271" y="142245"/>
                  </a:lnTo>
                  <a:lnTo>
                    <a:pt x="7842" y="199679"/>
                  </a:lnTo>
                  <a:lnTo>
                    <a:pt x="5199" y="280471"/>
                  </a:lnTo>
                  <a:lnTo>
                    <a:pt x="2660" y="378633"/>
                  </a:lnTo>
                  <a:lnTo>
                    <a:pt x="0" y="496372"/>
                  </a:lnTo>
                  <a:lnTo>
                    <a:pt x="36331" y="517373"/>
                  </a:lnTo>
                  <a:lnTo>
                    <a:pt x="60275" y="529974"/>
                  </a:lnTo>
                  <a:lnTo>
                    <a:pt x="82484" y="539216"/>
                  </a:lnTo>
                  <a:lnTo>
                    <a:pt x="113609" y="550140"/>
                  </a:lnTo>
                  <a:lnTo>
                    <a:pt x="161880" y="557912"/>
                  </a:lnTo>
                  <a:lnTo>
                    <a:pt x="218213" y="556216"/>
                  </a:lnTo>
                  <a:lnTo>
                    <a:pt x="267281" y="547840"/>
                  </a:lnTo>
                  <a:lnTo>
                    <a:pt x="293760" y="535575"/>
                  </a:lnTo>
                  <a:lnTo>
                    <a:pt x="297462" y="512371"/>
                  </a:lnTo>
                  <a:lnTo>
                    <a:pt x="292498" y="474468"/>
                  </a:lnTo>
                  <a:lnTo>
                    <a:pt x="285014" y="429594"/>
                  </a:lnTo>
                  <a:lnTo>
                    <a:pt x="281153" y="385475"/>
                  </a:lnTo>
                  <a:lnTo>
                    <a:pt x="281485" y="289973"/>
                  </a:lnTo>
                  <a:lnTo>
                    <a:pt x="281433" y="225716"/>
                  </a:lnTo>
                  <a:lnTo>
                    <a:pt x="280821" y="162861"/>
                  </a:lnTo>
                  <a:lnTo>
                    <a:pt x="279338" y="110708"/>
                  </a:lnTo>
                  <a:lnTo>
                    <a:pt x="266822" y="50221"/>
                  </a:lnTo>
                  <a:lnTo>
                    <a:pt x="237852" y="6920"/>
                  </a:lnTo>
                  <a:lnTo>
                    <a:pt x="231783" y="0"/>
                  </a:lnTo>
                  <a:close/>
                </a:path>
              </a:pathLst>
            </a:custGeom>
            <a:solidFill>
              <a:srgbClr val="DF753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75109" y="5491827"/>
              <a:ext cx="96708" cy="192192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14850008" y="5126361"/>
              <a:ext cx="142240" cy="620395"/>
            </a:xfrm>
            <a:custGeom>
              <a:avLst/>
              <a:gdLst/>
              <a:ahLst/>
              <a:cxnLst/>
              <a:rect l="l" t="t" r="r" b="b"/>
              <a:pathLst>
                <a:path w="142240" h="620395">
                  <a:moveTo>
                    <a:pt x="141770" y="115074"/>
                  </a:moveTo>
                  <a:lnTo>
                    <a:pt x="137668" y="50990"/>
                  </a:lnTo>
                  <a:lnTo>
                    <a:pt x="99783" y="4254"/>
                  </a:lnTo>
                  <a:lnTo>
                    <a:pt x="70319" y="0"/>
                  </a:lnTo>
                  <a:lnTo>
                    <a:pt x="40894" y="11188"/>
                  </a:lnTo>
                  <a:lnTo>
                    <a:pt x="16814" y="39839"/>
                  </a:lnTo>
                  <a:lnTo>
                    <a:pt x="3352" y="87947"/>
                  </a:lnTo>
                  <a:lnTo>
                    <a:pt x="698" y="133210"/>
                  </a:lnTo>
                  <a:lnTo>
                    <a:pt x="0" y="196354"/>
                  </a:lnTo>
                  <a:lnTo>
                    <a:pt x="1752" y="264121"/>
                  </a:lnTo>
                  <a:lnTo>
                    <a:pt x="6413" y="323265"/>
                  </a:lnTo>
                  <a:lnTo>
                    <a:pt x="8445" y="332676"/>
                  </a:lnTo>
                  <a:lnTo>
                    <a:pt x="5791" y="342531"/>
                  </a:lnTo>
                  <a:lnTo>
                    <a:pt x="8648" y="391172"/>
                  </a:lnTo>
                  <a:lnTo>
                    <a:pt x="13931" y="458076"/>
                  </a:lnTo>
                  <a:lnTo>
                    <a:pt x="19354" y="523862"/>
                  </a:lnTo>
                  <a:lnTo>
                    <a:pt x="22669" y="569150"/>
                  </a:lnTo>
                  <a:lnTo>
                    <a:pt x="34086" y="606983"/>
                  </a:lnTo>
                  <a:lnTo>
                    <a:pt x="91897" y="620090"/>
                  </a:lnTo>
                  <a:lnTo>
                    <a:pt x="105841" y="616991"/>
                  </a:lnTo>
                  <a:lnTo>
                    <a:pt x="120002" y="572846"/>
                  </a:lnTo>
                  <a:lnTo>
                    <a:pt x="127025" y="501611"/>
                  </a:lnTo>
                  <a:lnTo>
                    <a:pt x="131064" y="439039"/>
                  </a:lnTo>
                  <a:lnTo>
                    <a:pt x="137668" y="327888"/>
                  </a:lnTo>
                  <a:lnTo>
                    <a:pt x="137274" y="326771"/>
                  </a:lnTo>
                  <a:lnTo>
                    <a:pt x="139242" y="301485"/>
                  </a:lnTo>
                  <a:lnTo>
                    <a:pt x="140208" y="251942"/>
                  </a:lnTo>
                  <a:lnTo>
                    <a:pt x="140411" y="201472"/>
                  </a:lnTo>
                  <a:lnTo>
                    <a:pt x="141770" y="115074"/>
                  </a:lnTo>
                  <a:close/>
                </a:path>
              </a:pathLst>
            </a:custGeom>
            <a:solidFill>
              <a:srgbClr val="DC672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794888" y="5879716"/>
            <a:ext cx="583370" cy="663693"/>
          </a:xfrm>
          <a:prstGeom prst="rect">
            <a:avLst/>
          </a:prstGeom>
        </p:spPr>
      </p:pic>
      <p:sp>
        <p:nvSpPr>
          <p:cNvPr id="42" name="object 42" descr=""/>
          <p:cNvSpPr/>
          <p:nvPr/>
        </p:nvSpPr>
        <p:spPr>
          <a:xfrm>
            <a:off x="11550193" y="5904324"/>
            <a:ext cx="183515" cy="639445"/>
          </a:xfrm>
          <a:custGeom>
            <a:avLst/>
            <a:gdLst/>
            <a:ahLst/>
            <a:cxnLst/>
            <a:rect l="l" t="t" r="r" b="b"/>
            <a:pathLst>
              <a:path w="183515" h="639445">
                <a:moveTo>
                  <a:pt x="183235" y="115519"/>
                </a:moveTo>
                <a:lnTo>
                  <a:pt x="175742" y="67094"/>
                </a:lnTo>
                <a:lnTo>
                  <a:pt x="151777" y="24345"/>
                </a:lnTo>
                <a:lnTo>
                  <a:pt x="120967" y="0"/>
                </a:lnTo>
                <a:lnTo>
                  <a:pt x="92938" y="6794"/>
                </a:lnTo>
                <a:lnTo>
                  <a:pt x="69824" y="48755"/>
                </a:lnTo>
                <a:lnTo>
                  <a:pt x="52095" y="123825"/>
                </a:lnTo>
                <a:lnTo>
                  <a:pt x="44119" y="164096"/>
                </a:lnTo>
                <a:lnTo>
                  <a:pt x="38011" y="196329"/>
                </a:lnTo>
                <a:lnTo>
                  <a:pt x="34378" y="214566"/>
                </a:lnTo>
                <a:lnTo>
                  <a:pt x="33058" y="222948"/>
                </a:lnTo>
                <a:lnTo>
                  <a:pt x="33058" y="230238"/>
                </a:lnTo>
                <a:lnTo>
                  <a:pt x="34378" y="245033"/>
                </a:lnTo>
                <a:lnTo>
                  <a:pt x="32994" y="253822"/>
                </a:lnTo>
                <a:lnTo>
                  <a:pt x="25234" y="273799"/>
                </a:lnTo>
                <a:lnTo>
                  <a:pt x="22796" y="284886"/>
                </a:lnTo>
                <a:lnTo>
                  <a:pt x="22961" y="297611"/>
                </a:lnTo>
                <a:lnTo>
                  <a:pt x="24650" y="311556"/>
                </a:lnTo>
                <a:lnTo>
                  <a:pt x="26695" y="324612"/>
                </a:lnTo>
                <a:lnTo>
                  <a:pt x="26784" y="325412"/>
                </a:lnTo>
                <a:lnTo>
                  <a:pt x="26339" y="326986"/>
                </a:lnTo>
                <a:lnTo>
                  <a:pt x="22796" y="348183"/>
                </a:lnTo>
                <a:lnTo>
                  <a:pt x="19304" y="367550"/>
                </a:lnTo>
                <a:lnTo>
                  <a:pt x="15976" y="393090"/>
                </a:lnTo>
                <a:lnTo>
                  <a:pt x="12827" y="406196"/>
                </a:lnTo>
                <a:lnTo>
                  <a:pt x="9715" y="441782"/>
                </a:lnTo>
                <a:lnTo>
                  <a:pt x="8166" y="501434"/>
                </a:lnTo>
                <a:lnTo>
                  <a:pt x="6438" y="559320"/>
                </a:lnTo>
                <a:lnTo>
                  <a:pt x="2730" y="589635"/>
                </a:lnTo>
                <a:lnTo>
                  <a:pt x="0" y="602145"/>
                </a:lnTo>
                <a:lnTo>
                  <a:pt x="2755" y="619188"/>
                </a:lnTo>
                <a:lnTo>
                  <a:pt x="11557" y="633831"/>
                </a:lnTo>
                <a:lnTo>
                  <a:pt x="26974" y="639089"/>
                </a:lnTo>
                <a:lnTo>
                  <a:pt x="56362" y="635965"/>
                </a:lnTo>
                <a:lnTo>
                  <a:pt x="89204" y="597255"/>
                </a:lnTo>
                <a:lnTo>
                  <a:pt x="106807" y="524154"/>
                </a:lnTo>
                <a:lnTo>
                  <a:pt x="120459" y="466242"/>
                </a:lnTo>
                <a:lnTo>
                  <a:pt x="133972" y="407009"/>
                </a:lnTo>
                <a:lnTo>
                  <a:pt x="144830" y="356184"/>
                </a:lnTo>
                <a:lnTo>
                  <a:pt x="150533" y="323443"/>
                </a:lnTo>
                <a:lnTo>
                  <a:pt x="150266" y="322618"/>
                </a:lnTo>
                <a:lnTo>
                  <a:pt x="155981" y="298653"/>
                </a:lnTo>
                <a:lnTo>
                  <a:pt x="166370" y="240360"/>
                </a:lnTo>
                <a:lnTo>
                  <a:pt x="176517" y="173266"/>
                </a:lnTo>
                <a:lnTo>
                  <a:pt x="183235" y="115519"/>
                </a:lnTo>
                <a:close/>
              </a:path>
            </a:pathLst>
          </a:custGeom>
          <a:solidFill>
            <a:srgbClr val="23A85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 descr=""/>
          <p:cNvGrpSpPr/>
          <p:nvPr/>
        </p:nvGrpSpPr>
        <p:grpSpPr>
          <a:xfrm>
            <a:off x="11643134" y="5879713"/>
            <a:ext cx="490855" cy="663575"/>
            <a:chOff x="11643134" y="5879713"/>
            <a:chExt cx="490855" cy="663575"/>
          </a:xfrm>
        </p:grpSpPr>
        <p:sp>
          <p:nvSpPr>
            <p:cNvPr id="44" name="object 44" descr=""/>
            <p:cNvSpPr/>
            <p:nvPr/>
          </p:nvSpPr>
          <p:spPr>
            <a:xfrm>
              <a:off x="11950357" y="5904147"/>
              <a:ext cx="183515" cy="639445"/>
            </a:xfrm>
            <a:custGeom>
              <a:avLst/>
              <a:gdLst/>
              <a:ahLst/>
              <a:cxnLst/>
              <a:rect l="l" t="t" r="r" b="b"/>
              <a:pathLst>
                <a:path w="183515" h="639445">
                  <a:moveTo>
                    <a:pt x="183210" y="602132"/>
                  </a:moveTo>
                  <a:lnTo>
                    <a:pt x="180492" y="589622"/>
                  </a:lnTo>
                  <a:lnTo>
                    <a:pt x="176784" y="559320"/>
                  </a:lnTo>
                  <a:lnTo>
                    <a:pt x="175056" y="501421"/>
                  </a:lnTo>
                  <a:lnTo>
                    <a:pt x="173507" y="441769"/>
                  </a:lnTo>
                  <a:lnTo>
                    <a:pt x="170395" y="406184"/>
                  </a:lnTo>
                  <a:lnTo>
                    <a:pt x="167246" y="393090"/>
                  </a:lnTo>
                  <a:lnTo>
                    <a:pt x="163931" y="367538"/>
                  </a:lnTo>
                  <a:lnTo>
                    <a:pt x="160426" y="348170"/>
                  </a:lnTo>
                  <a:lnTo>
                    <a:pt x="156883" y="326986"/>
                  </a:lnTo>
                  <a:lnTo>
                    <a:pt x="156425" y="325412"/>
                  </a:lnTo>
                  <a:lnTo>
                    <a:pt x="156527" y="324612"/>
                  </a:lnTo>
                  <a:lnTo>
                    <a:pt x="158572" y="311543"/>
                  </a:lnTo>
                  <a:lnTo>
                    <a:pt x="160261" y="297611"/>
                  </a:lnTo>
                  <a:lnTo>
                    <a:pt x="160426" y="284886"/>
                  </a:lnTo>
                  <a:lnTo>
                    <a:pt x="157988" y="273799"/>
                  </a:lnTo>
                  <a:lnTo>
                    <a:pt x="150228" y="253809"/>
                  </a:lnTo>
                  <a:lnTo>
                    <a:pt x="148844" y="245033"/>
                  </a:lnTo>
                  <a:lnTo>
                    <a:pt x="150164" y="230238"/>
                  </a:lnTo>
                  <a:lnTo>
                    <a:pt x="150164" y="222948"/>
                  </a:lnTo>
                  <a:lnTo>
                    <a:pt x="148844" y="214553"/>
                  </a:lnTo>
                  <a:lnTo>
                    <a:pt x="145211" y="196329"/>
                  </a:lnTo>
                  <a:lnTo>
                    <a:pt x="139103" y="164084"/>
                  </a:lnTo>
                  <a:lnTo>
                    <a:pt x="131127" y="123825"/>
                  </a:lnTo>
                  <a:lnTo>
                    <a:pt x="121881" y="81521"/>
                  </a:lnTo>
                  <a:lnTo>
                    <a:pt x="106286" y="29210"/>
                  </a:lnTo>
                  <a:lnTo>
                    <a:pt x="62255" y="0"/>
                  </a:lnTo>
                  <a:lnTo>
                    <a:pt x="31445" y="24333"/>
                  </a:lnTo>
                  <a:lnTo>
                    <a:pt x="7480" y="67081"/>
                  </a:lnTo>
                  <a:lnTo>
                    <a:pt x="0" y="115519"/>
                  </a:lnTo>
                  <a:lnTo>
                    <a:pt x="6718" y="173266"/>
                  </a:lnTo>
                  <a:lnTo>
                    <a:pt x="16852" y="240347"/>
                  </a:lnTo>
                  <a:lnTo>
                    <a:pt x="27241" y="298640"/>
                  </a:lnTo>
                  <a:lnTo>
                    <a:pt x="32943" y="322605"/>
                  </a:lnTo>
                  <a:lnTo>
                    <a:pt x="32689" y="323443"/>
                  </a:lnTo>
                  <a:lnTo>
                    <a:pt x="49250" y="407009"/>
                  </a:lnTo>
                  <a:lnTo>
                    <a:pt x="62763" y="466229"/>
                  </a:lnTo>
                  <a:lnTo>
                    <a:pt x="76415" y="524154"/>
                  </a:lnTo>
                  <a:lnTo>
                    <a:pt x="94018" y="597242"/>
                  </a:lnTo>
                  <a:lnTo>
                    <a:pt x="112458" y="634161"/>
                  </a:lnTo>
                  <a:lnTo>
                    <a:pt x="156248" y="639076"/>
                  </a:lnTo>
                  <a:lnTo>
                    <a:pt x="171665" y="633818"/>
                  </a:lnTo>
                  <a:lnTo>
                    <a:pt x="180454" y="619188"/>
                  </a:lnTo>
                  <a:lnTo>
                    <a:pt x="183210" y="602132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1643134" y="5879713"/>
              <a:ext cx="384175" cy="490855"/>
            </a:xfrm>
            <a:custGeom>
              <a:avLst/>
              <a:gdLst/>
              <a:ahLst/>
              <a:cxnLst/>
              <a:rect l="l" t="t" r="r" b="b"/>
              <a:pathLst>
                <a:path w="384175" h="490854">
                  <a:moveTo>
                    <a:pt x="324052" y="0"/>
                  </a:moveTo>
                  <a:lnTo>
                    <a:pt x="246340" y="24466"/>
                  </a:lnTo>
                  <a:lnTo>
                    <a:pt x="192470" y="32622"/>
                  </a:lnTo>
                  <a:lnTo>
                    <a:pt x="137273" y="24466"/>
                  </a:lnTo>
                  <a:lnTo>
                    <a:pt x="55579" y="0"/>
                  </a:lnTo>
                  <a:lnTo>
                    <a:pt x="33201" y="10173"/>
                  </a:lnTo>
                  <a:lnTo>
                    <a:pt x="19952" y="16835"/>
                  </a:lnTo>
                  <a:lnTo>
                    <a:pt x="10622" y="22930"/>
                  </a:lnTo>
                  <a:lnTo>
                    <a:pt x="0" y="31402"/>
                  </a:lnTo>
                  <a:lnTo>
                    <a:pt x="3779" y="72126"/>
                  </a:lnTo>
                  <a:lnTo>
                    <a:pt x="7383" y="97534"/>
                  </a:lnTo>
                  <a:lnTo>
                    <a:pt x="12920" y="118276"/>
                  </a:lnTo>
                  <a:lnTo>
                    <a:pt x="22501" y="145000"/>
                  </a:lnTo>
                  <a:lnTo>
                    <a:pt x="32481" y="190043"/>
                  </a:lnTo>
                  <a:lnTo>
                    <a:pt x="37844" y="247005"/>
                  </a:lnTo>
                  <a:lnTo>
                    <a:pt x="38663" y="298434"/>
                  </a:lnTo>
                  <a:lnTo>
                    <a:pt x="35014" y="326880"/>
                  </a:lnTo>
                  <a:lnTo>
                    <a:pt x="28894" y="337804"/>
                  </a:lnTo>
                  <a:lnTo>
                    <a:pt x="23440" y="348133"/>
                  </a:lnTo>
                  <a:lnTo>
                    <a:pt x="20438" y="357610"/>
                  </a:lnTo>
                  <a:lnTo>
                    <a:pt x="21674" y="365978"/>
                  </a:lnTo>
                  <a:lnTo>
                    <a:pt x="26726" y="374948"/>
                  </a:lnTo>
                  <a:lnTo>
                    <a:pt x="37955" y="393637"/>
                  </a:lnTo>
                  <a:lnTo>
                    <a:pt x="40480" y="398919"/>
                  </a:lnTo>
                  <a:lnTo>
                    <a:pt x="38504" y="404804"/>
                  </a:lnTo>
                  <a:lnTo>
                    <a:pt x="33419" y="414906"/>
                  </a:lnTo>
                  <a:lnTo>
                    <a:pt x="28257" y="426354"/>
                  </a:lnTo>
                  <a:lnTo>
                    <a:pt x="73674" y="460890"/>
                  </a:lnTo>
                  <a:lnTo>
                    <a:pt x="119872" y="466664"/>
                  </a:lnTo>
                  <a:lnTo>
                    <a:pt x="155134" y="466457"/>
                  </a:lnTo>
                  <a:lnTo>
                    <a:pt x="190658" y="464639"/>
                  </a:lnTo>
                  <a:lnTo>
                    <a:pt x="217082" y="461284"/>
                  </a:lnTo>
                  <a:lnTo>
                    <a:pt x="241147" y="460980"/>
                  </a:lnTo>
                  <a:lnTo>
                    <a:pt x="270120" y="466008"/>
                  </a:lnTo>
                  <a:lnTo>
                    <a:pt x="295429" y="472953"/>
                  </a:lnTo>
                  <a:lnTo>
                    <a:pt x="308503" y="478404"/>
                  </a:lnTo>
                  <a:lnTo>
                    <a:pt x="312362" y="482571"/>
                  </a:lnTo>
                  <a:lnTo>
                    <a:pt x="316777" y="486934"/>
                  </a:lnTo>
                  <a:lnTo>
                    <a:pt x="323306" y="489979"/>
                  </a:lnTo>
                  <a:lnTo>
                    <a:pt x="333508" y="490194"/>
                  </a:lnTo>
                  <a:lnTo>
                    <a:pt x="346098" y="489291"/>
                  </a:lnTo>
                  <a:lnTo>
                    <a:pt x="357483" y="489520"/>
                  </a:lnTo>
                  <a:lnTo>
                    <a:pt x="368910" y="490550"/>
                  </a:lnTo>
                  <a:lnTo>
                    <a:pt x="379475" y="462688"/>
                  </a:lnTo>
                  <a:lnTo>
                    <a:pt x="384010" y="445529"/>
                  </a:lnTo>
                  <a:lnTo>
                    <a:pt x="383427" y="431988"/>
                  </a:lnTo>
                  <a:lnTo>
                    <a:pt x="378637" y="414982"/>
                  </a:lnTo>
                  <a:lnTo>
                    <a:pt x="373380" y="398646"/>
                  </a:lnTo>
                  <a:lnTo>
                    <a:pt x="368450" y="380362"/>
                  </a:lnTo>
                  <a:lnTo>
                    <a:pt x="364842" y="357449"/>
                  </a:lnTo>
                  <a:lnTo>
                    <a:pt x="363549" y="327225"/>
                  </a:lnTo>
                  <a:lnTo>
                    <a:pt x="366848" y="248995"/>
                  </a:lnTo>
                  <a:lnTo>
                    <a:pt x="373688" y="147882"/>
                  </a:lnTo>
                  <a:lnTo>
                    <a:pt x="380448" y="60423"/>
                  </a:lnTo>
                  <a:lnTo>
                    <a:pt x="383506" y="23151"/>
                  </a:lnTo>
                  <a:lnTo>
                    <a:pt x="324052" y="0"/>
                  </a:lnTo>
                  <a:close/>
                </a:path>
              </a:pathLst>
            </a:custGeom>
            <a:solidFill>
              <a:srgbClr val="4DB87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6" name="object 4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844931" y="5879716"/>
            <a:ext cx="617081" cy="663693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10460698" y="5870990"/>
            <a:ext cx="289560" cy="676275"/>
            <a:chOff x="10460698" y="5870990"/>
            <a:chExt cx="289560" cy="676275"/>
          </a:xfrm>
        </p:grpSpPr>
        <p:sp>
          <p:nvSpPr>
            <p:cNvPr id="48" name="object 48" descr=""/>
            <p:cNvSpPr/>
            <p:nvPr/>
          </p:nvSpPr>
          <p:spPr>
            <a:xfrm>
              <a:off x="10460698" y="5870990"/>
              <a:ext cx="289560" cy="493395"/>
            </a:xfrm>
            <a:custGeom>
              <a:avLst/>
              <a:gdLst/>
              <a:ahLst/>
              <a:cxnLst/>
              <a:rect l="l" t="t" r="r" b="b"/>
              <a:pathLst>
                <a:path w="289559" h="493395">
                  <a:moveTo>
                    <a:pt x="238524" y="0"/>
                  </a:moveTo>
                  <a:lnTo>
                    <a:pt x="221479" y="259"/>
                  </a:lnTo>
                  <a:lnTo>
                    <a:pt x="209438" y="1255"/>
                  </a:lnTo>
                  <a:lnTo>
                    <a:pt x="196679" y="3803"/>
                  </a:lnTo>
                  <a:lnTo>
                    <a:pt x="177479" y="8725"/>
                  </a:lnTo>
                  <a:lnTo>
                    <a:pt x="135399" y="18392"/>
                  </a:lnTo>
                  <a:lnTo>
                    <a:pt x="98574" y="32063"/>
                  </a:lnTo>
                  <a:lnTo>
                    <a:pt x="67173" y="69522"/>
                  </a:lnTo>
                  <a:lnTo>
                    <a:pt x="41468" y="115179"/>
                  </a:lnTo>
                  <a:lnTo>
                    <a:pt x="18326" y="164826"/>
                  </a:lnTo>
                  <a:lnTo>
                    <a:pt x="6354" y="203939"/>
                  </a:lnTo>
                  <a:lnTo>
                    <a:pt x="6352" y="240494"/>
                  </a:lnTo>
                  <a:lnTo>
                    <a:pt x="9868" y="285401"/>
                  </a:lnTo>
                  <a:lnTo>
                    <a:pt x="11626" y="328547"/>
                  </a:lnTo>
                  <a:lnTo>
                    <a:pt x="6353" y="359831"/>
                  </a:lnTo>
                  <a:lnTo>
                    <a:pt x="0" y="377484"/>
                  </a:lnTo>
                  <a:lnTo>
                    <a:pt x="347" y="388921"/>
                  </a:lnTo>
                  <a:lnTo>
                    <a:pt x="4887" y="397789"/>
                  </a:lnTo>
                  <a:lnTo>
                    <a:pt x="11044" y="407642"/>
                  </a:lnTo>
                  <a:lnTo>
                    <a:pt x="14173" y="417801"/>
                  </a:lnTo>
                  <a:lnTo>
                    <a:pt x="13239" y="425583"/>
                  </a:lnTo>
                  <a:lnTo>
                    <a:pt x="11208" y="431780"/>
                  </a:lnTo>
                  <a:lnTo>
                    <a:pt x="11044" y="437183"/>
                  </a:lnTo>
                  <a:lnTo>
                    <a:pt x="20957" y="447665"/>
                  </a:lnTo>
                  <a:lnTo>
                    <a:pt x="41514" y="464510"/>
                  </a:lnTo>
                  <a:lnTo>
                    <a:pt x="64206" y="481655"/>
                  </a:lnTo>
                  <a:lnTo>
                    <a:pt x="80529" y="493032"/>
                  </a:lnTo>
                  <a:lnTo>
                    <a:pt x="110195" y="489182"/>
                  </a:lnTo>
                  <a:lnTo>
                    <a:pt x="110725" y="489064"/>
                  </a:lnTo>
                  <a:lnTo>
                    <a:pt x="194834" y="463349"/>
                  </a:lnTo>
                  <a:lnTo>
                    <a:pt x="219083" y="456486"/>
                  </a:lnTo>
                  <a:lnTo>
                    <a:pt x="220631" y="456024"/>
                  </a:lnTo>
                  <a:lnTo>
                    <a:pt x="220792" y="456002"/>
                  </a:lnTo>
                  <a:lnTo>
                    <a:pt x="221224" y="455880"/>
                  </a:lnTo>
                  <a:lnTo>
                    <a:pt x="242513" y="451358"/>
                  </a:lnTo>
                  <a:lnTo>
                    <a:pt x="255533" y="451317"/>
                  </a:lnTo>
                  <a:lnTo>
                    <a:pt x="256010" y="451253"/>
                  </a:lnTo>
                  <a:lnTo>
                    <a:pt x="277441" y="451253"/>
                  </a:lnTo>
                  <a:lnTo>
                    <a:pt x="280770" y="450050"/>
                  </a:lnTo>
                  <a:lnTo>
                    <a:pt x="285511" y="440614"/>
                  </a:lnTo>
                  <a:lnTo>
                    <a:pt x="285308" y="425264"/>
                  </a:lnTo>
                  <a:lnTo>
                    <a:pt x="284764" y="397765"/>
                  </a:lnTo>
                  <a:lnTo>
                    <a:pt x="285917" y="346831"/>
                  </a:lnTo>
                  <a:lnTo>
                    <a:pt x="287696" y="282883"/>
                  </a:lnTo>
                  <a:lnTo>
                    <a:pt x="289024" y="216476"/>
                  </a:lnTo>
                  <a:lnTo>
                    <a:pt x="288828" y="158133"/>
                  </a:lnTo>
                  <a:lnTo>
                    <a:pt x="286030" y="118374"/>
                  </a:lnTo>
                  <a:lnTo>
                    <a:pt x="274840" y="77133"/>
                  </a:lnTo>
                  <a:lnTo>
                    <a:pt x="258928" y="38966"/>
                  </a:lnTo>
                  <a:lnTo>
                    <a:pt x="244692" y="10914"/>
                  </a:lnTo>
                  <a:lnTo>
                    <a:pt x="238524" y="0"/>
                  </a:lnTo>
                  <a:close/>
                </a:path>
                <a:path w="289559" h="493395">
                  <a:moveTo>
                    <a:pt x="277433" y="451256"/>
                  </a:moveTo>
                  <a:lnTo>
                    <a:pt x="256423" y="451317"/>
                  </a:lnTo>
                  <a:lnTo>
                    <a:pt x="270973" y="453590"/>
                  </a:lnTo>
                  <a:lnTo>
                    <a:pt x="277433" y="451256"/>
                  </a:lnTo>
                  <a:close/>
                </a:path>
                <a:path w="289559" h="493395">
                  <a:moveTo>
                    <a:pt x="277441" y="451253"/>
                  </a:moveTo>
                  <a:lnTo>
                    <a:pt x="256010" y="451253"/>
                  </a:lnTo>
                  <a:lnTo>
                    <a:pt x="256423" y="451317"/>
                  </a:lnTo>
                  <a:lnTo>
                    <a:pt x="277441" y="451253"/>
                  </a:lnTo>
                  <a:close/>
                </a:path>
              </a:pathLst>
            </a:custGeom>
            <a:solidFill>
              <a:srgbClr val="4DB8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0501059" y="5893936"/>
              <a:ext cx="199390" cy="653415"/>
            </a:xfrm>
            <a:custGeom>
              <a:avLst/>
              <a:gdLst/>
              <a:ahLst/>
              <a:cxnLst/>
              <a:rect l="l" t="t" r="r" b="b"/>
              <a:pathLst>
                <a:path w="199390" h="653415">
                  <a:moveTo>
                    <a:pt x="199136" y="161772"/>
                  </a:moveTo>
                  <a:lnTo>
                    <a:pt x="198158" y="122402"/>
                  </a:lnTo>
                  <a:lnTo>
                    <a:pt x="192443" y="54800"/>
                  </a:lnTo>
                  <a:lnTo>
                    <a:pt x="178130" y="19431"/>
                  </a:lnTo>
                  <a:lnTo>
                    <a:pt x="140106" y="1498"/>
                  </a:lnTo>
                  <a:lnTo>
                    <a:pt x="102577" y="8064"/>
                  </a:lnTo>
                  <a:lnTo>
                    <a:pt x="73063" y="34328"/>
                  </a:lnTo>
                  <a:lnTo>
                    <a:pt x="61150" y="69265"/>
                  </a:lnTo>
                  <a:lnTo>
                    <a:pt x="58216" y="58877"/>
                  </a:lnTo>
                  <a:lnTo>
                    <a:pt x="58000" y="58102"/>
                  </a:lnTo>
                  <a:lnTo>
                    <a:pt x="57734" y="57543"/>
                  </a:lnTo>
                  <a:lnTo>
                    <a:pt x="57734" y="110070"/>
                  </a:lnTo>
                  <a:lnTo>
                    <a:pt x="57200" y="124320"/>
                  </a:lnTo>
                  <a:lnTo>
                    <a:pt x="57213" y="133159"/>
                  </a:lnTo>
                  <a:lnTo>
                    <a:pt x="50622" y="121881"/>
                  </a:lnTo>
                  <a:lnTo>
                    <a:pt x="53162" y="118313"/>
                  </a:lnTo>
                  <a:lnTo>
                    <a:pt x="55537" y="114642"/>
                  </a:lnTo>
                  <a:lnTo>
                    <a:pt x="57518" y="110731"/>
                  </a:lnTo>
                  <a:lnTo>
                    <a:pt x="57734" y="110070"/>
                  </a:lnTo>
                  <a:lnTo>
                    <a:pt x="57734" y="57543"/>
                  </a:lnTo>
                  <a:lnTo>
                    <a:pt x="50114" y="41363"/>
                  </a:lnTo>
                  <a:lnTo>
                    <a:pt x="58331" y="30911"/>
                  </a:lnTo>
                  <a:lnTo>
                    <a:pt x="66116" y="21526"/>
                  </a:lnTo>
                  <a:lnTo>
                    <a:pt x="72783" y="13614"/>
                  </a:lnTo>
                  <a:lnTo>
                    <a:pt x="77647" y="7607"/>
                  </a:lnTo>
                  <a:lnTo>
                    <a:pt x="79438" y="393"/>
                  </a:lnTo>
                  <a:lnTo>
                    <a:pt x="79184" y="0"/>
                  </a:lnTo>
                  <a:lnTo>
                    <a:pt x="71564" y="2184"/>
                  </a:lnTo>
                  <a:lnTo>
                    <a:pt x="58204" y="9118"/>
                  </a:lnTo>
                  <a:lnTo>
                    <a:pt x="47117" y="18884"/>
                  </a:lnTo>
                  <a:lnTo>
                    <a:pt x="47117" y="154546"/>
                  </a:lnTo>
                  <a:lnTo>
                    <a:pt x="45999" y="171869"/>
                  </a:lnTo>
                  <a:lnTo>
                    <a:pt x="38684" y="189039"/>
                  </a:lnTo>
                  <a:lnTo>
                    <a:pt x="37287" y="191249"/>
                  </a:lnTo>
                  <a:lnTo>
                    <a:pt x="37287" y="354609"/>
                  </a:lnTo>
                  <a:lnTo>
                    <a:pt x="36715" y="362242"/>
                  </a:lnTo>
                  <a:lnTo>
                    <a:pt x="34658" y="369658"/>
                  </a:lnTo>
                  <a:lnTo>
                    <a:pt x="34645" y="433539"/>
                  </a:lnTo>
                  <a:lnTo>
                    <a:pt x="34594" y="434238"/>
                  </a:lnTo>
                  <a:lnTo>
                    <a:pt x="33667" y="443255"/>
                  </a:lnTo>
                  <a:lnTo>
                    <a:pt x="30657" y="452285"/>
                  </a:lnTo>
                  <a:lnTo>
                    <a:pt x="30492" y="451942"/>
                  </a:lnTo>
                  <a:lnTo>
                    <a:pt x="30492" y="452793"/>
                  </a:lnTo>
                  <a:lnTo>
                    <a:pt x="30441" y="452932"/>
                  </a:lnTo>
                  <a:lnTo>
                    <a:pt x="30010" y="452602"/>
                  </a:lnTo>
                  <a:lnTo>
                    <a:pt x="30492" y="452793"/>
                  </a:lnTo>
                  <a:lnTo>
                    <a:pt x="30492" y="451942"/>
                  </a:lnTo>
                  <a:lnTo>
                    <a:pt x="27838" y="446341"/>
                  </a:lnTo>
                  <a:lnTo>
                    <a:pt x="27330" y="444982"/>
                  </a:lnTo>
                  <a:lnTo>
                    <a:pt x="26581" y="442112"/>
                  </a:lnTo>
                  <a:lnTo>
                    <a:pt x="27266" y="440220"/>
                  </a:lnTo>
                  <a:lnTo>
                    <a:pt x="27266" y="437984"/>
                  </a:lnTo>
                  <a:lnTo>
                    <a:pt x="25806" y="434924"/>
                  </a:lnTo>
                  <a:lnTo>
                    <a:pt x="25577" y="434238"/>
                  </a:lnTo>
                  <a:lnTo>
                    <a:pt x="25450" y="433666"/>
                  </a:lnTo>
                  <a:lnTo>
                    <a:pt x="25361" y="430225"/>
                  </a:lnTo>
                  <a:lnTo>
                    <a:pt x="25679" y="426923"/>
                  </a:lnTo>
                  <a:lnTo>
                    <a:pt x="26492" y="423722"/>
                  </a:lnTo>
                  <a:lnTo>
                    <a:pt x="27368" y="421106"/>
                  </a:lnTo>
                  <a:lnTo>
                    <a:pt x="28625" y="418363"/>
                  </a:lnTo>
                  <a:lnTo>
                    <a:pt x="30060" y="415645"/>
                  </a:lnTo>
                  <a:lnTo>
                    <a:pt x="33439" y="424383"/>
                  </a:lnTo>
                  <a:lnTo>
                    <a:pt x="34645" y="433539"/>
                  </a:lnTo>
                  <a:lnTo>
                    <a:pt x="34645" y="369697"/>
                  </a:lnTo>
                  <a:lnTo>
                    <a:pt x="31546" y="376872"/>
                  </a:lnTo>
                  <a:lnTo>
                    <a:pt x="27838" y="383882"/>
                  </a:lnTo>
                  <a:lnTo>
                    <a:pt x="21780" y="372960"/>
                  </a:lnTo>
                  <a:lnTo>
                    <a:pt x="21043" y="360324"/>
                  </a:lnTo>
                  <a:lnTo>
                    <a:pt x="24333" y="346468"/>
                  </a:lnTo>
                  <a:lnTo>
                    <a:pt x="30302" y="331952"/>
                  </a:lnTo>
                  <a:lnTo>
                    <a:pt x="34112" y="339001"/>
                  </a:lnTo>
                  <a:lnTo>
                    <a:pt x="36944" y="346468"/>
                  </a:lnTo>
                  <a:lnTo>
                    <a:pt x="37287" y="354609"/>
                  </a:lnTo>
                  <a:lnTo>
                    <a:pt x="37287" y="191249"/>
                  </a:lnTo>
                  <a:lnTo>
                    <a:pt x="36512" y="192468"/>
                  </a:lnTo>
                  <a:lnTo>
                    <a:pt x="36512" y="267385"/>
                  </a:lnTo>
                  <a:lnTo>
                    <a:pt x="33718" y="282206"/>
                  </a:lnTo>
                  <a:lnTo>
                    <a:pt x="28028" y="297307"/>
                  </a:lnTo>
                  <a:lnTo>
                    <a:pt x="21336" y="283502"/>
                  </a:lnTo>
                  <a:lnTo>
                    <a:pt x="19189" y="268706"/>
                  </a:lnTo>
                  <a:lnTo>
                    <a:pt x="21526" y="253644"/>
                  </a:lnTo>
                  <a:lnTo>
                    <a:pt x="28346" y="239064"/>
                  </a:lnTo>
                  <a:lnTo>
                    <a:pt x="35153" y="252958"/>
                  </a:lnTo>
                  <a:lnTo>
                    <a:pt x="36512" y="267385"/>
                  </a:lnTo>
                  <a:lnTo>
                    <a:pt x="36512" y="192468"/>
                  </a:lnTo>
                  <a:lnTo>
                    <a:pt x="27863" y="206082"/>
                  </a:lnTo>
                  <a:lnTo>
                    <a:pt x="23749" y="191160"/>
                  </a:lnTo>
                  <a:lnTo>
                    <a:pt x="23495" y="176060"/>
                  </a:lnTo>
                  <a:lnTo>
                    <a:pt x="26771" y="161061"/>
                  </a:lnTo>
                  <a:lnTo>
                    <a:pt x="33274" y="146481"/>
                  </a:lnTo>
                  <a:lnTo>
                    <a:pt x="35102" y="143217"/>
                  </a:lnTo>
                  <a:lnTo>
                    <a:pt x="37185" y="140119"/>
                  </a:lnTo>
                  <a:lnTo>
                    <a:pt x="39370" y="137083"/>
                  </a:lnTo>
                  <a:lnTo>
                    <a:pt x="47117" y="154546"/>
                  </a:lnTo>
                  <a:lnTo>
                    <a:pt x="47117" y="18884"/>
                  </a:lnTo>
                  <a:lnTo>
                    <a:pt x="46469" y="19443"/>
                  </a:lnTo>
                  <a:lnTo>
                    <a:pt x="44462" y="22225"/>
                  </a:lnTo>
                  <a:lnTo>
                    <a:pt x="44462" y="82626"/>
                  </a:lnTo>
                  <a:lnTo>
                    <a:pt x="43256" y="94792"/>
                  </a:lnTo>
                  <a:lnTo>
                    <a:pt x="37947" y="107149"/>
                  </a:lnTo>
                  <a:lnTo>
                    <a:pt x="37465" y="107911"/>
                  </a:lnTo>
                  <a:lnTo>
                    <a:pt x="36474" y="109397"/>
                  </a:lnTo>
                  <a:lnTo>
                    <a:pt x="27851" y="100025"/>
                  </a:lnTo>
                  <a:lnTo>
                    <a:pt x="26276" y="87845"/>
                  </a:lnTo>
                  <a:lnTo>
                    <a:pt x="30200" y="73812"/>
                  </a:lnTo>
                  <a:lnTo>
                    <a:pt x="38011" y="58877"/>
                  </a:lnTo>
                  <a:lnTo>
                    <a:pt x="42418" y="70650"/>
                  </a:lnTo>
                  <a:lnTo>
                    <a:pt x="44462" y="82626"/>
                  </a:lnTo>
                  <a:lnTo>
                    <a:pt x="44462" y="22225"/>
                  </a:lnTo>
                  <a:lnTo>
                    <a:pt x="26809" y="46583"/>
                  </a:lnTo>
                  <a:lnTo>
                    <a:pt x="11899" y="73063"/>
                  </a:lnTo>
                  <a:lnTo>
                    <a:pt x="7734" y="86461"/>
                  </a:lnTo>
                  <a:lnTo>
                    <a:pt x="10248" y="107048"/>
                  </a:lnTo>
                  <a:lnTo>
                    <a:pt x="25641" y="124510"/>
                  </a:lnTo>
                  <a:lnTo>
                    <a:pt x="20878" y="130898"/>
                  </a:lnTo>
                  <a:lnTo>
                    <a:pt x="16268" y="137388"/>
                  </a:lnTo>
                  <a:lnTo>
                    <a:pt x="12827" y="144818"/>
                  </a:lnTo>
                  <a:lnTo>
                    <a:pt x="6184" y="164706"/>
                  </a:lnTo>
                  <a:lnTo>
                    <a:pt x="4508" y="184772"/>
                  </a:lnTo>
                  <a:lnTo>
                    <a:pt x="7747" y="204533"/>
                  </a:lnTo>
                  <a:lnTo>
                    <a:pt x="15849" y="223545"/>
                  </a:lnTo>
                  <a:lnTo>
                    <a:pt x="11887" y="229768"/>
                  </a:lnTo>
                  <a:lnTo>
                    <a:pt x="8343" y="235978"/>
                  </a:lnTo>
                  <a:lnTo>
                    <a:pt x="5334" y="242163"/>
                  </a:lnTo>
                  <a:lnTo>
                    <a:pt x="3009" y="248335"/>
                  </a:lnTo>
                  <a:lnTo>
                    <a:pt x="0" y="266585"/>
                  </a:lnTo>
                  <a:lnTo>
                    <a:pt x="2057" y="284353"/>
                  </a:lnTo>
                  <a:lnTo>
                    <a:pt x="8610" y="301002"/>
                  </a:lnTo>
                  <a:lnTo>
                    <a:pt x="19088" y="315836"/>
                  </a:lnTo>
                  <a:lnTo>
                    <a:pt x="8826" y="337223"/>
                  </a:lnTo>
                  <a:lnTo>
                    <a:pt x="2184" y="358127"/>
                  </a:lnTo>
                  <a:lnTo>
                    <a:pt x="2768" y="378142"/>
                  </a:lnTo>
                  <a:lnTo>
                    <a:pt x="14198" y="396887"/>
                  </a:lnTo>
                  <a:lnTo>
                    <a:pt x="14681" y="398183"/>
                  </a:lnTo>
                  <a:lnTo>
                    <a:pt x="15557" y="399389"/>
                  </a:lnTo>
                  <a:lnTo>
                    <a:pt x="16802" y="400481"/>
                  </a:lnTo>
                  <a:lnTo>
                    <a:pt x="16675" y="400659"/>
                  </a:lnTo>
                  <a:lnTo>
                    <a:pt x="16535" y="400799"/>
                  </a:lnTo>
                  <a:lnTo>
                    <a:pt x="12496" y="407339"/>
                  </a:lnTo>
                  <a:lnTo>
                    <a:pt x="9664" y="413905"/>
                  </a:lnTo>
                  <a:lnTo>
                    <a:pt x="8102" y="420839"/>
                  </a:lnTo>
                  <a:lnTo>
                    <a:pt x="6362" y="426059"/>
                  </a:lnTo>
                  <a:lnTo>
                    <a:pt x="5651" y="431419"/>
                  </a:lnTo>
                  <a:lnTo>
                    <a:pt x="6807" y="436880"/>
                  </a:lnTo>
                  <a:lnTo>
                    <a:pt x="7797" y="444830"/>
                  </a:lnTo>
                  <a:lnTo>
                    <a:pt x="8356" y="447014"/>
                  </a:lnTo>
                  <a:lnTo>
                    <a:pt x="23837" y="458724"/>
                  </a:lnTo>
                  <a:lnTo>
                    <a:pt x="32016" y="464426"/>
                  </a:lnTo>
                  <a:lnTo>
                    <a:pt x="32956" y="465086"/>
                  </a:lnTo>
                  <a:lnTo>
                    <a:pt x="37020" y="467918"/>
                  </a:lnTo>
                  <a:lnTo>
                    <a:pt x="44030" y="468033"/>
                  </a:lnTo>
                  <a:lnTo>
                    <a:pt x="45808" y="464350"/>
                  </a:lnTo>
                  <a:lnTo>
                    <a:pt x="47218" y="461429"/>
                  </a:lnTo>
                  <a:lnTo>
                    <a:pt x="49949" y="452983"/>
                  </a:lnTo>
                  <a:lnTo>
                    <a:pt x="52552" y="444982"/>
                  </a:lnTo>
                  <a:lnTo>
                    <a:pt x="53124" y="428396"/>
                  </a:lnTo>
                  <a:lnTo>
                    <a:pt x="49961" y="415645"/>
                  </a:lnTo>
                  <a:lnTo>
                    <a:pt x="49174" y="412496"/>
                  </a:lnTo>
                  <a:lnTo>
                    <a:pt x="40919" y="398094"/>
                  </a:lnTo>
                  <a:lnTo>
                    <a:pt x="41821" y="396671"/>
                  </a:lnTo>
                  <a:lnTo>
                    <a:pt x="56083" y="362724"/>
                  </a:lnTo>
                  <a:lnTo>
                    <a:pt x="56057" y="349161"/>
                  </a:lnTo>
                  <a:lnTo>
                    <a:pt x="52793" y="336232"/>
                  </a:lnTo>
                  <a:lnTo>
                    <a:pt x="50850" y="331952"/>
                  </a:lnTo>
                  <a:lnTo>
                    <a:pt x="47218" y="323938"/>
                  </a:lnTo>
                  <a:lnTo>
                    <a:pt x="40220" y="312280"/>
                  </a:lnTo>
                  <a:lnTo>
                    <a:pt x="45008" y="302920"/>
                  </a:lnTo>
                  <a:lnTo>
                    <a:pt x="47650" y="297307"/>
                  </a:lnTo>
                  <a:lnTo>
                    <a:pt x="49212" y="293966"/>
                  </a:lnTo>
                  <a:lnTo>
                    <a:pt x="52463" y="285559"/>
                  </a:lnTo>
                  <a:lnTo>
                    <a:pt x="54368" y="277863"/>
                  </a:lnTo>
                  <a:lnTo>
                    <a:pt x="55181" y="262813"/>
                  </a:lnTo>
                  <a:lnTo>
                    <a:pt x="52946" y="248678"/>
                  </a:lnTo>
                  <a:lnTo>
                    <a:pt x="49123" y="239064"/>
                  </a:lnTo>
                  <a:lnTo>
                    <a:pt x="47752" y="235585"/>
                  </a:lnTo>
                  <a:lnTo>
                    <a:pt x="39674" y="223634"/>
                  </a:lnTo>
                  <a:lnTo>
                    <a:pt x="45212" y="216522"/>
                  </a:lnTo>
                  <a:lnTo>
                    <a:pt x="50507" y="209232"/>
                  </a:lnTo>
                  <a:lnTo>
                    <a:pt x="52476" y="206082"/>
                  </a:lnTo>
                  <a:lnTo>
                    <a:pt x="55283" y="201574"/>
                  </a:lnTo>
                  <a:lnTo>
                    <a:pt x="57594" y="196735"/>
                  </a:lnTo>
                  <a:lnTo>
                    <a:pt x="58902" y="250329"/>
                  </a:lnTo>
                  <a:lnTo>
                    <a:pt x="61214" y="301840"/>
                  </a:lnTo>
                  <a:lnTo>
                    <a:pt x="63004" y="321221"/>
                  </a:lnTo>
                  <a:lnTo>
                    <a:pt x="62763" y="321716"/>
                  </a:lnTo>
                  <a:lnTo>
                    <a:pt x="65455" y="406869"/>
                  </a:lnTo>
                  <a:lnTo>
                    <a:pt x="69100" y="467512"/>
                  </a:lnTo>
                  <a:lnTo>
                    <a:pt x="73101" y="526872"/>
                  </a:lnTo>
                  <a:lnTo>
                    <a:pt x="78511" y="601865"/>
                  </a:lnTo>
                  <a:lnTo>
                    <a:pt x="90678" y="641311"/>
                  </a:lnTo>
                  <a:lnTo>
                    <a:pt x="133083" y="653313"/>
                  </a:lnTo>
                  <a:lnTo>
                    <a:pt x="149136" y="650646"/>
                  </a:lnTo>
                  <a:lnTo>
                    <a:pt x="160210" y="637641"/>
                  </a:lnTo>
                  <a:lnTo>
                    <a:pt x="165709" y="621271"/>
                  </a:lnTo>
                  <a:lnTo>
                    <a:pt x="165061" y="608482"/>
                  </a:lnTo>
                  <a:lnTo>
                    <a:pt x="166370" y="577989"/>
                  </a:lnTo>
                  <a:lnTo>
                    <a:pt x="174117" y="520585"/>
                  </a:lnTo>
                  <a:lnTo>
                    <a:pt x="182359" y="461492"/>
                  </a:lnTo>
                  <a:lnTo>
                    <a:pt x="185115" y="425869"/>
                  </a:lnTo>
                  <a:lnTo>
                    <a:pt x="184124" y="412432"/>
                  </a:lnTo>
                  <a:lnTo>
                    <a:pt x="185026" y="386689"/>
                  </a:lnTo>
                  <a:lnTo>
                    <a:pt x="184759" y="367004"/>
                  </a:lnTo>
                  <a:lnTo>
                    <a:pt x="184708" y="345528"/>
                  </a:lnTo>
                  <a:lnTo>
                    <a:pt x="184518" y="343890"/>
                  </a:lnTo>
                  <a:lnTo>
                    <a:pt x="184746" y="343115"/>
                  </a:lnTo>
                  <a:lnTo>
                    <a:pt x="188899" y="330568"/>
                  </a:lnTo>
                  <a:lnTo>
                    <a:pt x="192849" y="317093"/>
                  </a:lnTo>
                  <a:lnTo>
                    <a:pt x="195097" y="304571"/>
                  </a:lnTo>
                  <a:lnTo>
                    <a:pt x="194500" y="293230"/>
                  </a:lnTo>
                  <a:lnTo>
                    <a:pt x="190106" y="272249"/>
                  </a:lnTo>
                  <a:lnTo>
                    <a:pt x="190182" y="263359"/>
                  </a:lnTo>
                  <a:lnTo>
                    <a:pt x="193903" y="248970"/>
                  </a:lnTo>
                  <a:lnTo>
                    <a:pt x="195084" y="241782"/>
                  </a:lnTo>
                  <a:lnTo>
                    <a:pt x="195160" y="233299"/>
                  </a:lnTo>
                  <a:lnTo>
                    <a:pt x="195783" y="218579"/>
                  </a:lnTo>
                  <a:lnTo>
                    <a:pt x="197726" y="194284"/>
                  </a:lnTo>
                  <a:lnTo>
                    <a:pt x="199136" y="161772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0" name="object 50" descr=""/>
          <p:cNvGrpSpPr/>
          <p:nvPr/>
        </p:nvGrpSpPr>
        <p:grpSpPr>
          <a:xfrm>
            <a:off x="9771621" y="6686732"/>
            <a:ext cx="260985" cy="706755"/>
            <a:chOff x="9771621" y="6686732"/>
            <a:chExt cx="260985" cy="706755"/>
          </a:xfrm>
        </p:grpSpPr>
        <p:sp>
          <p:nvSpPr>
            <p:cNvPr id="51" name="object 51" descr=""/>
            <p:cNvSpPr/>
            <p:nvPr/>
          </p:nvSpPr>
          <p:spPr>
            <a:xfrm>
              <a:off x="9771621" y="6756431"/>
              <a:ext cx="208279" cy="636905"/>
            </a:xfrm>
            <a:custGeom>
              <a:avLst/>
              <a:gdLst/>
              <a:ahLst/>
              <a:cxnLst/>
              <a:rect l="l" t="t" r="r" b="b"/>
              <a:pathLst>
                <a:path w="208279" h="636904">
                  <a:moveTo>
                    <a:pt x="208064" y="212458"/>
                  </a:moveTo>
                  <a:lnTo>
                    <a:pt x="204736" y="156514"/>
                  </a:lnTo>
                  <a:lnTo>
                    <a:pt x="195745" y="102844"/>
                  </a:lnTo>
                  <a:lnTo>
                    <a:pt x="176441" y="57035"/>
                  </a:lnTo>
                  <a:lnTo>
                    <a:pt x="146977" y="22936"/>
                  </a:lnTo>
                  <a:lnTo>
                    <a:pt x="114388" y="3073"/>
                  </a:lnTo>
                  <a:lnTo>
                    <a:pt x="85763" y="0"/>
                  </a:lnTo>
                  <a:lnTo>
                    <a:pt x="68148" y="16217"/>
                  </a:lnTo>
                  <a:lnTo>
                    <a:pt x="47663" y="68160"/>
                  </a:lnTo>
                  <a:lnTo>
                    <a:pt x="36550" y="100228"/>
                  </a:lnTo>
                  <a:lnTo>
                    <a:pt x="30924" y="125679"/>
                  </a:lnTo>
                  <a:lnTo>
                    <a:pt x="26962" y="157784"/>
                  </a:lnTo>
                  <a:lnTo>
                    <a:pt x="21043" y="196494"/>
                  </a:lnTo>
                  <a:lnTo>
                    <a:pt x="14249" y="230949"/>
                  </a:lnTo>
                  <a:lnTo>
                    <a:pt x="9664" y="258216"/>
                  </a:lnTo>
                  <a:lnTo>
                    <a:pt x="10401" y="275361"/>
                  </a:lnTo>
                  <a:lnTo>
                    <a:pt x="13081" y="285750"/>
                  </a:lnTo>
                  <a:lnTo>
                    <a:pt x="13042" y="295389"/>
                  </a:lnTo>
                  <a:lnTo>
                    <a:pt x="11823" y="303479"/>
                  </a:lnTo>
                  <a:lnTo>
                    <a:pt x="10375" y="305854"/>
                  </a:lnTo>
                  <a:lnTo>
                    <a:pt x="6070" y="317284"/>
                  </a:lnTo>
                  <a:lnTo>
                    <a:pt x="5918" y="330339"/>
                  </a:lnTo>
                  <a:lnTo>
                    <a:pt x="8890" y="350672"/>
                  </a:lnTo>
                  <a:lnTo>
                    <a:pt x="9067" y="384314"/>
                  </a:lnTo>
                  <a:lnTo>
                    <a:pt x="0" y="462026"/>
                  </a:lnTo>
                  <a:lnTo>
                    <a:pt x="939" y="484352"/>
                  </a:lnTo>
                  <a:lnTo>
                    <a:pt x="4305" y="498322"/>
                  </a:lnTo>
                  <a:lnTo>
                    <a:pt x="4787" y="515493"/>
                  </a:lnTo>
                  <a:lnTo>
                    <a:pt x="7213" y="564857"/>
                  </a:lnTo>
                  <a:lnTo>
                    <a:pt x="30657" y="608863"/>
                  </a:lnTo>
                  <a:lnTo>
                    <a:pt x="62585" y="633577"/>
                  </a:lnTo>
                  <a:lnTo>
                    <a:pt x="84505" y="636879"/>
                  </a:lnTo>
                  <a:lnTo>
                    <a:pt x="106438" y="631710"/>
                  </a:lnTo>
                  <a:lnTo>
                    <a:pt x="139687" y="587070"/>
                  </a:lnTo>
                  <a:lnTo>
                    <a:pt x="166535" y="518998"/>
                  </a:lnTo>
                  <a:lnTo>
                    <a:pt x="170637" y="473646"/>
                  </a:lnTo>
                  <a:lnTo>
                    <a:pt x="178879" y="456971"/>
                  </a:lnTo>
                  <a:lnTo>
                    <a:pt x="187528" y="441210"/>
                  </a:lnTo>
                  <a:lnTo>
                    <a:pt x="190449" y="425018"/>
                  </a:lnTo>
                  <a:lnTo>
                    <a:pt x="192087" y="400088"/>
                  </a:lnTo>
                  <a:lnTo>
                    <a:pt x="197637" y="364845"/>
                  </a:lnTo>
                  <a:lnTo>
                    <a:pt x="202158" y="328053"/>
                  </a:lnTo>
                  <a:lnTo>
                    <a:pt x="200698" y="298462"/>
                  </a:lnTo>
                  <a:lnTo>
                    <a:pt x="200012" y="297967"/>
                  </a:lnTo>
                  <a:lnTo>
                    <a:pt x="205752" y="265493"/>
                  </a:lnTo>
                  <a:lnTo>
                    <a:pt x="208064" y="212458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809735" y="6686732"/>
              <a:ext cx="222885" cy="697865"/>
            </a:xfrm>
            <a:custGeom>
              <a:avLst/>
              <a:gdLst/>
              <a:ahLst/>
              <a:cxnLst/>
              <a:rect l="l" t="t" r="r" b="b"/>
              <a:pathLst>
                <a:path w="222884" h="697865">
                  <a:moveTo>
                    <a:pt x="119750" y="0"/>
                  </a:moveTo>
                  <a:lnTo>
                    <a:pt x="69418" y="31501"/>
                  </a:lnTo>
                  <a:lnTo>
                    <a:pt x="34235" y="78364"/>
                  </a:lnTo>
                  <a:lnTo>
                    <a:pt x="20164" y="114606"/>
                  </a:lnTo>
                  <a:lnTo>
                    <a:pt x="10474" y="168430"/>
                  </a:lnTo>
                  <a:lnTo>
                    <a:pt x="4397" y="232497"/>
                  </a:lnTo>
                  <a:lnTo>
                    <a:pt x="1162" y="299464"/>
                  </a:lnTo>
                  <a:lnTo>
                    <a:pt x="0" y="361993"/>
                  </a:lnTo>
                  <a:lnTo>
                    <a:pt x="139" y="412743"/>
                  </a:lnTo>
                  <a:lnTo>
                    <a:pt x="6665" y="488504"/>
                  </a:lnTo>
                  <a:lnTo>
                    <a:pt x="18640" y="543465"/>
                  </a:lnTo>
                  <a:lnTo>
                    <a:pt x="31912" y="596108"/>
                  </a:lnTo>
                  <a:lnTo>
                    <a:pt x="41659" y="633289"/>
                  </a:lnTo>
                  <a:lnTo>
                    <a:pt x="75240" y="669594"/>
                  </a:lnTo>
                  <a:lnTo>
                    <a:pt x="134067" y="689611"/>
                  </a:lnTo>
                  <a:lnTo>
                    <a:pt x="190157" y="697296"/>
                  </a:lnTo>
                  <a:lnTo>
                    <a:pt x="215528" y="696607"/>
                  </a:lnTo>
                  <a:lnTo>
                    <a:pt x="222057" y="641550"/>
                  </a:lnTo>
                  <a:lnTo>
                    <a:pt x="222464" y="583246"/>
                  </a:lnTo>
                  <a:lnTo>
                    <a:pt x="218396" y="523904"/>
                  </a:lnTo>
                  <a:lnTo>
                    <a:pt x="211499" y="465735"/>
                  </a:lnTo>
                  <a:lnTo>
                    <a:pt x="203419" y="410952"/>
                  </a:lnTo>
                  <a:lnTo>
                    <a:pt x="195802" y="361766"/>
                  </a:lnTo>
                  <a:lnTo>
                    <a:pt x="190295" y="320387"/>
                  </a:lnTo>
                  <a:lnTo>
                    <a:pt x="188544" y="289027"/>
                  </a:lnTo>
                  <a:lnTo>
                    <a:pt x="178877" y="202895"/>
                  </a:lnTo>
                  <a:lnTo>
                    <a:pt x="155109" y="108094"/>
                  </a:lnTo>
                  <a:lnTo>
                    <a:pt x="130860" y="31503"/>
                  </a:lnTo>
                  <a:lnTo>
                    <a:pt x="11975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838690" y="7013060"/>
              <a:ext cx="114300" cy="36195"/>
            </a:xfrm>
            <a:custGeom>
              <a:avLst/>
              <a:gdLst/>
              <a:ahLst/>
              <a:cxnLst/>
              <a:rect l="l" t="t" r="r" b="b"/>
              <a:pathLst>
                <a:path w="114300" h="36195">
                  <a:moveTo>
                    <a:pt x="34442" y="28575"/>
                  </a:moveTo>
                  <a:lnTo>
                    <a:pt x="31419" y="28943"/>
                  </a:lnTo>
                  <a:lnTo>
                    <a:pt x="15036" y="30911"/>
                  </a:lnTo>
                  <a:lnTo>
                    <a:pt x="14998" y="35648"/>
                  </a:lnTo>
                  <a:lnTo>
                    <a:pt x="34404" y="33324"/>
                  </a:lnTo>
                  <a:lnTo>
                    <a:pt x="34442" y="28575"/>
                  </a:lnTo>
                  <a:close/>
                </a:path>
                <a:path w="114300" h="36195">
                  <a:moveTo>
                    <a:pt x="107772" y="3302"/>
                  </a:moveTo>
                  <a:lnTo>
                    <a:pt x="99187" y="3568"/>
                  </a:lnTo>
                  <a:lnTo>
                    <a:pt x="88112" y="4178"/>
                  </a:lnTo>
                  <a:lnTo>
                    <a:pt x="89433" y="2806"/>
                  </a:lnTo>
                  <a:lnTo>
                    <a:pt x="88938" y="0"/>
                  </a:lnTo>
                  <a:lnTo>
                    <a:pt x="23672" y="4800"/>
                  </a:lnTo>
                  <a:lnTo>
                    <a:pt x="23647" y="9537"/>
                  </a:lnTo>
                  <a:lnTo>
                    <a:pt x="26682" y="9309"/>
                  </a:lnTo>
                  <a:lnTo>
                    <a:pt x="55054" y="7226"/>
                  </a:lnTo>
                  <a:lnTo>
                    <a:pt x="54660" y="7785"/>
                  </a:lnTo>
                  <a:lnTo>
                    <a:pt x="47218" y="9118"/>
                  </a:lnTo>
                  <a:lnTo>
                    <a:pt x="39827" y="10756"/>
                  </a:lnTo>
                  <a:lnTo>
                    <a:pt x="29540" y="13538"/>
                  </a:lnTo>
                  <a:lnTo>
                    <a:pt x="30784" y="18097"/>
                  </a:lnTo>
                  <a:lnTo>
                    <a:pt x="43827" y="14782"/>
                  </a:lnTo>
                  <a:lnTo>
                    <a:pt x="54000" y="12687"/>
                  </a:lnTo>
                  <a:lnTo>
                    <a:pt x="64236" y="10998"/>
                  </a:lnTo>
                  <a:lnTo>
                    <a:pt x="74561" y="9728"/>
                  </a:lnTo>
                  <a:lnTo>
                    <a:pt x="97167" y="8407"/>
                  </a:lnTo>
                  <a:lnTo>
                    <a:pt x="107759" y="8039"/>
                  </a:lnTo>
                  <a:lnTo>
                    <a:pt x="107772" y="3302"/>
                  </a:lnTo>
                  <a:close/>
                </a:path>
                <a:path w="114300" h="36195">
                  <a:moveTo>
                    <a:pt x="114071" y="23202"/>
                  </a:moveTo>
                  <a:lnTo>
                    <a:pt x="111036" y="23558"/>
                  </a:lnTo>
                  <a:lnTo>
                    <a:pt x="102108" y="23939"/>
                  </a:lnTo>
                  <a:lnTo>
                    <a:pt x="93205" y="23164"/>
                  </a:lnTo>
                  <a:lnTo>
                    <a:pt x="84493" y="21742"/>
                  </a:lnTo>
                  <a:lnTo>
                    <a:pt x="75717" y="20104"/>
                  </a:lnTo>
                  <a:lnTo>
                    <a:pt x="85077" y="18834"/>
                  </a:lnTo>
                  <a:lnTo>
                    <a:pt x="97307" y="17170"/>
                  </a:lnTo>
                  <a:lnTo>
                    <a:pt x="96481" y="18567"/>
                  </a:lnTo>
                  <a:lnTo>
                    <a:pt x="97078" y="20828"/>
                  </a:lnTo>
                  <a:lnTo>
                    <a:pt x="112496" y="20828"/>
                  </a:lnTo>
                  <a:lnTo>
                    <a:pt x="112509" y="17170"/>
                  </a:lnTo>
                  <a:lnTo>
                    <a:pt x="112509" y="16154"/>
                  </a:lnTo>
                  <a:lnTo>
                    <a:pt x="101815" y="16103"/>
                  </a:lnTo>
                  <a:lnTo>
                    <a:pt x="103047" y="14770"/>
                  </a:lnTo>
                  <a:lnTo>
                    <a:pt x="101790" y="11836"/>
                  </a:lnTo>
                  <a:lnTo>
                    <a:pt x="74358" y="15557"/>
                  </a:lnTo>
                  <a:lnTo>
                    <a:pt x="74358" y="24574"/>
                  </a:lnTo>
                  <a:lnTo>
                    <a:pt x="72034" y="24688"/>
                  </a:lnTo>
                  <a:lnTo>
                    <a:pt x="67386" y="24980"/>
                  </a:lnTo>
                  <a:lnTo>
                    <a:pt x="66103" y="24955"/>
                  </a:lnTo>
                  <a:lnTo>
                    <a:pt x="65455" y="24930"/>
                  </a:lnTo>
                  <a:lnTo>
                    <a:pt x="65074" y="24422"/>
                  </a:lnTo>
                  <a:lnTo>
                    <a:pt x="64770" y="24193"/>
                  </a:lnTo>
                  <a:lnTo>
                    <a:pt x="64528" y="24015"/>
                  </a:lnTo>
                  <a:lnTo>
                    <a:pt x="60782" y="23863"/>
                  </a:lnTo>
                  <a:lnTo>
                    <a:pt x="57873" y="23964"/>
                  </a:lnTo>
                  <a:lnTo>
                    <a:pt x="54965" y="24193"/>
                  </a:lnTo>
                  <a:lnTo>
                    <a:pt x="50050" y="23672"/>
                  </a:lnTo>
                  <a:lnTo>
                    <a:pt x="45135" y="22936"/>
                  </a:lnTo>
                  <a:lnTo>
                    <a:pt x="40233" y="21920"/>
                  </a:lnTo>
                  <a:lnTo>
                    <a:pt x="46634" y="20535"/>
                  </a:lnTo>
                  <a:lnTo>
                    <a:pt x="53060" y="19443"/>
                  </a:lnTo>
                  <a:lnTo>
                    <a:pt x="59563" y="18834"/>
                  </a:lnTo>
                  <a:lnTo>
                    <a:pt x="58458" y="20104"/>
                  </a:lnTo>
                  <a:lnTo>
                    <a:pt x="59029" y="22758"/>
                  </a:lnTo>
                  <a:lnTo>
                    <a:pt x="65773" y="23177"/>
                  </a:lnTo>
                  <a:lnTo>
                    <a:pt x="70815" y="23964"/>
                  </a:lnTo>
                  <a:lnTo>
                    <a:pt x="74358" y="24574"/>
                  </a:lnTo>
                  <a:lnTo>
                    <a:pt x="74358" y="15557"/>
                  </a:lnTo>
                  <a:lnTo>
                    <a:pt x="69875" y="16154"/>
                  </a:lnTo>
                  <a:lnTo>
                    <a:pt x="70027" y="15024"/>
                  </a:lnTo>
                  <a:lnTo>
                    <a:pt x="70015" y="14770"/>
                  </a:lnTo>
                  <a:lnTo>
                    <a:pt x="69342" y="13436"/>
                  </a:lnTo>
                  <a:lnTo>
                    <a:pt x="67665" y="13525"/>
                  </a:lnTo>
                  <a:lnTo>
                    <a:pt x="59550" y="14084"/>
                  </a:lnTo>
                  <a:lnTo>
                    <a:pt x="51498" y="15024"/>
                  </a:lnTo>
                  <a:lnTo>
                    <a:pt x="43510" y="16344"/>
                  </a:lnTo>
                  <a:lnTo>
                    <a:pt x="35572" y="18059"/>
                  </a:lnTo>
                  <a:lnTo>
                    <a:pt x="33591" y="18529"/>
                  </a:lnTo>
                  <a:lnTo>
                    <a:pt x="32054" y="18300"/>
                  </a:lnTo>
                  <a:lnTo>
                    <a:pt x="13563" y="15633"/>
                  </a:lnTo>
                  <a:lnTo>
                    <a:pt x="13068" y="14871"/>
                  </a:lnTo>
                  <a:lnTo>
                    <a:pt x="12204" y="14401"/>
                  </a:lnTo>
                  <a:lnTo>
                    <a:pt x="8394" y="15468"/>
                  </a:lnTo>
                  <a:lnTo>
                    <a:pt x="5765" y="15608"/>
                  </a:lnTo>
                  <a:lnTo>
                    <a:pt x="0" y="14871"/>
                  </a:lnTo>
                  <a:lnTo>
                    <a:pt x="25" y="19608"/>
                  </a:lnTo>
                  <a:lnTo>
                    <a:pt x="5321" y="20281"/>
                  </a:lnTo>
                  <a:lnTo>
                    <a:pt x="7569" y="20116"/>
                  </a:lnTo>
                  <a:lnTo>
                    <a:pt x="9804" y="19735"/>
                  </a:lnTo>
                  <a:lnTo>
                    <a:pt x="10083" y="19875"/>
                  </a:lnTo>
                  <a:lnTo>
                    <a:pt x="33769" y="23291"/>
                  </a:lnTo>
                  <a:lnTo>
                    <a:pt x="34188" y="21793"/>
                  </a:lnTo>
                  <a:lnTo>
                    <a:pt x="34988" y="22313"/>
                  </a:lnTo>
                  <a:lnTo>
                    <a:pt x="34112" y="23545"/>
                  </a:lnTo>
                  <a:lnTo>
                    <a:pt x="34277" y="25539"/>
                  </a:lnTo>
                  <a:lnTo>
                    <a:pt x="38328" y="26454"/>
                  </a:lnTo>
                  <a:lnTo>
                    <a:pt x="40500" y="26784"/>
                  </a:lnTo>
                  <a:lnTo>
                    <a:pt x="42659" y="27178"/>
                  </a:lnTo>
                  <a:lnTo>
                    <a:pt x="42329" y="28155"/>
                  </a:lnTo>
                  <a:lnTo>
                    <a:pt x="42278" y="28930"/>
                  </a:lnTo>
                  <a:lnTo>
                    <a:pt x="43357" y="30835"/>
                  </a:lnTo>
                  <a:lnTo>
                    <a:pt x="47142" y="29984"/>
                  </a:lnTo>
                  <a:lnTo>
                    <a:pt x="48831" y="29692"/>
                  </a:lnTo>
                  <a:lnTo>
                    <a:pt x="50520" y="29438"/>
                  </a:lnTo>
                  <a:lnTo>
                    <a:pt x="50787" y="30264"/>
                  </a:lnTo>
                  <a:lnTo>
                    <a:pt x="51498" y="30899"/>
                  </a:lnTo>
                  <a:lnTo>
                    <a:pt x="57442" y="30327"/>
                  </a:lnTo>
                  <a:lnTo>
                    <a:pt x="62230" y="29984"/>
                  </a:lnTo>
                  <a:lnTo>
                    <a:pt x="67017" y="29705"/>
                  </a:lnTo>
                  <a:lnTo>
                    <a:pt x="72377" y="29819"/>
                  </a:lnTo>
                  <a:lnTo>
                    <a:pt x="77762" y="29730"/>
                  </a:lnTo>
                  <a:lnTo>
                    <a:pt x="78155" y="29705"/>
                  </a:lnTo>
                  <a:lnTo>
                    <a:pt x="81457" y="29438"/>
                  </a:lnTo>
                  <a:lnTo>
                    <a:pt x="83172" y="29298"/>
                  </a:lnTo>
                  <a:lnTo>
                    <a:pt x="82359" y="30784"/>
                  </a:lnTo>
                  <a:lnTo>
                    <a:pt x="82931" y="32969"/>
                  </a:lnTo>
                  <a:lnTo>
                    <a:pt x="95592" y="31508"/>
                  </a:lnTo>
                  <a:lnTo>
                    <a:pt x="96215" y="29692"/>
                  </a:lnTo>
                  <a:lnTo>
                    <a:pt x="96202" y="29298"/>
                  </a:lnTo>
                  <a:lnTo>
                    <a:pt x="95732" y="28155"/>
                  </a:lnTo>
                  <a:lnTo>
                    <a:pt x="100774" y="28714"/>
                  </a:lnTo>
                  <a:lnTo>
                    <a:pt x="105854" y="28930"/>
                  </a:lnTo>
                  <a:lnTo>
                    <a:pt x="112128" y="28155"/>
                  </a:lnTo>
                  <a:lnTo>
                    <a:pt x="114020" y="27927"/>
                  </a:lnTo>
                  <a:lnTo>
                    <a:pt x="114046" y="24980"/>
                  </a:lnTo>
                  <a:lnTo>
                    <a:pt x="114058" y="23939"/>
                  </a:lnTo>
                  <a:lnTo>
                    <a:pt x="114071" y="23202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854882" y="6686732"/>
              <a:ext cx="136424" cy="255628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9983089" y="7021087"/>
              <a:ext cx="40005" cy="268605"/>
            </a:xfrm>
            <a:custGeom>
              <a:avLst/>
              <a:gdLst/>
              <a:ahLst/>
              <a:cxnLst/>
              <a:rect l="l" t="t" r="r" b="b"/>
              <a:pathLst>
                <a:path w="40004" h="268604">
                  <a:moveTo>
                    <a:pt x="11531" y="11709"/>
                  </a:moveTo>
                  <a:lnTo>
                    <a:pt x="11468" y="7708"/>
                  </a:lnTo>
                  <a:lnTo>
                    <a:pt x="9131" y="1638"/>
                  </a:lnTo>
                  <a:lnTo>
                    <a:pt x="6870" y="0"/>
                  </a:lnTo>
                  <a:lnTo>
                    <a:pt x="4229" y="723"/>
                  </a:lnTo>
                  <a:lnTo>
                    <a:pt x="1955" y="1346"/>
                  </a:lnTo>
                  <a:lnTo>
                    <a:pt x="0" y="4140"/>
                  </a:lnTo>
                  <a:lnTo>
                    <a:pt x="952" y="6642"/>
                  </a:lnTo>
                  <a:lnTo>
                    <a:pt x="673" y="7518"/>
                  </a:lnTo>
                  <a:lnTo>
                    <a:pt x="1536" y="19392"/>
                  </a:lnTo>
                  <a:lnTo>
                    <a:pt x="8928" y="20840"/>
                  </a:lnTo>
                  <a:lnTo>
                    <a:pt x="11531" y="11709"/>
                  </a:lnTo>
                  <a:close/>
                </a:path>
                <a:path w="40004" h="268604">
                  <a:moveTo>
                    <a:pt x="24206" y="126047"/>
                  </a:moveTo>
                  <a:lnTo>
                    <a:pt x="24142" y="122047"/>
                  </a:lnTo>
                  <a:lnTo>
                    <a:pt x="21793" y="115976"/>
                  </a:lnTo>
                  <a:lnTo>
                    <a:pt x="19532" y="114338"/>
                  </a:lnTo>
                  <a:lnTo>
                    <a:pt x="16891" y="115062"/>
                  </a:lnTo>
                  <a:lnTo>
                    <a:pt x="14617" y="115684"/>
                  </a:lnTo>
                  <a:lnTo>
                    <a:pt x="12661" y="118478"/>
                  </a:lnTo>
                  <a:lnTo>
                    <a:pt x="13614" y="120980"/>
                  </a:lnTo>
                  <a:lnTo>
                    <a:pt x="13347" y="121856"/>
                  </a:lnTo>
                  <a:lnTo>
                    <a:pt x="14198" y="133743"/>
                  </a:lnTo>
                  <a:lnTo>
                    <a:pt x="21602" y="135178"/>
                  </a:lnTo>
                  <a:lnTo>
                    <a:pt x="24206" y="126047"/>
                  </a:lnTo>
                  <a:close/>
                </a:path>
                <a:path w="40004" h="268604">
                  <a:moveTo>
                    <a:pt x="39827" y="259308"/>
                  </a:moveTo>
                  <a:lnTo>
                    <a:pt x="39763" y="255308"/>
                  </a:lnTo>
                  <a:lnTo>
                    <a:pt x="38341" y="251625"/>
                  </a:lnTo>
                  <a:lnTo>
                    <a:pt x="37426" y="249250"/>
                  </a:lnTo>
                  <a:lnTo>
                    <a:pt x="35153" y="247599"/>
                  </a:lnTo>
                  <a:lnTo>
                    <a:pt x="30251" y="248945"/>
                  </a:lnTo>
                  <a:lnTo>
                    <a:pt x="28295" y="251739"/>
                  </a:lnTo>
                  <a:lnTo>
                    <a:pt x="29248" y="254241"/>
                  </a:lnTo>
                  <a:lnTo>
                    <a:pt x="28968" y="255117"/>
                  </a:lnTo>
                  <a:lnTo>
                    <a:pt x="29832" y="267004"/>
                  </a:lnTo>
                  <a:lnTo>
                    <a:pt x="37223" y="268439"/>
                  </a:lnTo>
                  <a:lnTo>
                    <a:pt x="39827" y="259308"/>
                  </a:lnTo>
                  <a:close/>
                </a:path>
              </a:pathLst>
            </a:custGeom>
            <a:solidFill>
              <a:srgbClr val="FF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9862065" y="7104561"/>
              <a:ext cx="69215" cy="121285"/>
            </a:xfrm>
            <a:custGeom>
              <a:avLst/>
              <a:gdLst/>
              <a:ahLst/>
              <a:cxnLst/>
              <a:rect l="l" t="t" r="r" b="b"/>
              <a:pathLst>
                <a:path w="69215" h="121284">
                  <a:moveTo>
                    <a:pt x="61024" y="0"/>
                  </a:moveTo>
                  <a:lnTo>
                    <a:pt x="0" y="93840"/>
                  </a:lnTo>
                  <a:lnTo>
                    <a:pt x="6952" y="120802"/>
                  </a:lnTo>
                  <a:lnTo>
                    <a:pt x="68783" y="18135"/>
                  </a:lnTo>
                  <a:lnTo>
                    <a:pt x="61024" y="0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" name="object 57" descr=""/>
          <p:cNvGrpSpPr/>
          <p:nvPr/>
        </p:nvGrpSpPr>
        <p:grpSpPr>
          <a:xfrm>
            <a:off x="10142816" y="6686732"/>
            <a:ext cx="260985" cy="706755"/>
            <a:chOff x="10142816" y="6686732"/>
            <a:chExt cx="260985" cy="706755"/>
          </a:xfrm>
        </p:grpSpPr>
        <p:sp>
          <p:nvSpPr>
            <p:cNvPr id="58" name="object 58" descr=""/>
            <p:cNvSpPr/>
            <p:nvPr/>
          </p:nvSpPr>
          <p:spPr>
            <a:xfrm>
              <a:off x="10195318" y="6756431"/>
              <a:ext cx="208279" cy="636905"/>
            </a:xfrm>
            <a:custGeom>
              <a:avLst/>
              <a:gdLst/>
              <a:ahLst/>
              <a:cxnLst/>
              <a:rect l="l" t="t" r="r" b="b"/>
              <a:pathLst>
                <a:path w="208279" h="636904">
                  <a:moveTo>
                    <a:pt x="208064" y="462026"/>
                  </a:moveTo>
                  <a:lnTo>
                    <a:pt x="198996" y="384314"/>
                  </a:lnTo>
                  <a:lnTo>
                    <a:pt x="199174" y="350672"/>
                  </a:lnTo>
                  <a:lnTo>
                    <a:pt x="202145" y="330339"/>
                  </a:lnTo>
                  <a:lnTo>
                    <a:pt x="201993" y="317284"/>
                  </a:lnTo>
                  <a:lnTo>
                    <a:pt x="197688" y="305854"/>
                  </a:lnTo>
                  <a:lnTo>
                    <a:pt x="196227" y="303479"/>
                  </a:lnTo>
                  <a:lnTo>
                    <a:pt x="195021" y="295389"/>
                  </a:lnTo>
                  <a:lnTo>
                    <a:pt x="194995" y="285750"/>
                  </a:lnTo>
                  <a:lnTo>
                    <a:pt x="197662" y="275361"/>
                  </a:lnTo>
                  <a:lnTo>
                    <a:pt x="198399" y="258216"/>
                  </a:lnTo>
                  <a:lnTo>
                    <a:pt x="193814" y="230949"/>
                  </a:lnTo>
                  <a:lnTo>
                    <a:pt x="187020" y="196494"/>
                  </a:lnTo>
                  <a:lnTo>
                    <a:pt x="181102" y="157784"/>
                  </a:lnTo>
                  <a:lnTo>
                    <a:pt x="171526" y="100228"/>
                  </a:lnTo>
                  <a:lnTo>
                    <a:pt x="139915" y="16217"/>
                  </a:lnTo>
                  <a:lnTo>
                    <a:pt x="122301" y="0"/>
                  </a:lnTo>
                  <a:lnTo>
                    <a:pt x="93675" y="3073"/>
                  </a:lnTo>
                  <a:lnTo>
                    <a:pt x="61087" y="22936"/>
                  </a:lnTo>
                  <a:lnTo>
                    <a:pt x="31623" y="57035"/>
                  </a:lnTo>
                  <a:lnTo>
                    <a:pt x="12331" y="102844"/>
                  </a:lnTo>
                  <a:lnTo>
                    <a:pt x="3327" y="156514"/>
                  </a:lnTo>
                  <a:lnTo>
                    <a:pt x="0" y="212458"/>
                  </a:lnTo>
                  <a:lnTo>
                    <a:pt x="2311" y="265493"/>
                  </a:lnTo>
                  <a:lnTo>
                    <a:pt x="8039" y="297967"/>
                  </a:lnTo>
                  <a:lnTo>
                    <a:pt x="7366" y="298462"/>
                  </a:lnTo>
                  <a:lnTo>
                    <a:pt x="5905" y="328053"/>
                  </a:lnTo>
                  <a:lnTo>
                    <a:pt x="10426" y="364845"/>
                  </a:lnTo>
                  <a:lnTo>
                    <a:pt x="15976" y="400088"/>
                  </a:lnTo>
                  <a:lnTo>
                    <a:pt x="17614" y="425018"/>
                  </a:lnTo>
                  <a:lnTo>
                    <a:pt x="20535" y="441210"/>
                  </a:lnTo>
                  <a:lnTo>
                    <a:pt x="29184" y="456971"/>
                  </a:lnTo>
                  <a:lnTo>
                    <a:pt x="37426" y="473646"/>
                  </a:lnTo>
                  <a:lnTo>
                    <a:pt x="41529" y="518998"/>
                  </a:lnTo>
                  <a:lnTo>
                    <a:pt x="68376" y="587070"/>
                  </a:lnTo>
                  <a:lnTo>
                    <a:pt x="101625" y="631710"/>
                  </a:lnTo>
                  <a:lnTo>
                    <a:pt x="123571" y="636879"/>
                  </a:lnTo>
                  <a:lnTo>
                    <a:pt x="145478" y="633577"/>
                  </a:lnTo>
                  <a:lnTo>
                    <a:pt x="177406" y="608863"/>
                  </a:lnTo>
                  <a:lnTo>
                    <a:pt x="200850" y="564857"/>
                  </a:lnTo>
                  <a:lnTo>
                    <a:pt x="204762" y="547827"/>
                  </a:lnTo>
                  <a:lnTo>
                    <a:pt x="203276" y="515493"/>
                  </a:lnTo>
                  <a:lnTo>
                    <a:pt x="203758" y="498322"/>
                  </a:lnTo>
                  <a:lnTo>
                    <a:pt x="207124" y="484352"/>
                  </a:lnTo>
                  <a:lnTo>
                    <a:pt x="208064" y="462026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0142816" y="6686732"/>
              <a:ext cx="222885" cy="697865"/>
            </a:xfrm>
            <a:custGeom>
              <a:avLst/>
              <a:gdLst/>
              <a:ahLst/>
              <a:cxnLst/>
              <a:rect l="l" t="t" r="r" b="b"/>
              <a:pathLst>
                <a:path w="222884" h="697865">
                  <a:moveTo>
                    <a:pt x="102712" y="0"/>
                  </a:moveTo>
                  <a:lnTo>
                    <a:pt x="61497" y="112465"/>
                  </a:lnTo>
                  <a:lnTo>
                    <a:pt x="40593" y="180061"/>
                  </a:lnTo>
                  <a:lnTo>
                    <a:pt x="33550" y="229883"/>
                  </a:lnTo>
                  <a:lnTo>
                    <a:pt x="33918" y="289027"/>
                  </a:lnTo>
                  <a:lnTo>
                    <a:pt x="32170" y="320387"/>
                  </a:lnTo>
                  <a:lnTo>
                    <a:pt x="26664" y="361766"/>
                  </a:lnTo>
                  <a:lnTo>
                    <a:pt x="19048" y="410952"/>
                  </a:lnTo>
                  <a:lnTo>
                    <a:pt x="10967" y="465735"/>
                  </a:lnTo>
                  <a:lnTo>
                    <a:pt x="4069" y="523904"/>
                  </a:lnTo>
                  <a:lnTo>
                    <a:pt x="0" y="583246"/>
                  </a:lnTo>
                  <a:lnTo>
                    <a:pt x="406" y="641550"/>
                  </a:lnTo>
                  <a:lnTo>
                    <a:pt x="6934" y="696607"/>
                  </a:lnTo>
                  <a:lnTo>
                    <a:pt x="32305" y="697296"/>
                  </a:lnTo>
                  <a:lnTo>
                    <a:pt x="88397" y="689611"/>
                  </a:lnTo>
                  <a:lnTo>
                    <a:pt x="147227" y="669594"/>
                  </a:lnTo>
                  <a:lnTo>
                    <a:pt x="180814" y="633289"/>
                  </a:lnTo>
                  <a:lnTo>
                    <a:pt x="190555" y="596108"/>
                  </a:lnTo>
                  <a:lnTo>
                    <a:pt x="203825" y="543465"/>
                  </a:lnTo>
                  <a:lnTo>
                    <a:pt x="215801" y="488504"/>
                  </a:lnTo>
                  <a:lnTo>
                    <a:pt x="221661" y="444373"/>
                  </a:lnTo>
                  <a:lnTo>
                    <a:pt x="222466" y="361993"/>
                  </a:lnTo>
                  <a:lnTo>
                    <a:pt x="221302" y="299464"/>
                  </a:lnTo>
                  <a:lnTo>
                    <a:pt x="218066" y="232497"/>
                  </a:lnTo>
                  <a:lnTo>
                    <a:pt x="211988" y="168430"/>
                  </a:lnTo>
                  <a:lnTo>
                    <a:pt x="202298" y="114606"/>
                  </a:lnTo>
                  <a:lnTo>
                    <a:pt x="188227" y="78364"/>
                  </a:lnTo>
                  <a:lnTo>
                    <a:pt x="161088" y="45269"/>
                  </a:lnTo>
                  <a:lnTo>
                    <a:pt x="111481" y="5294"/>
                  </a:lnTo>
                  <a:lnTo>
                    <a:pt x="102712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83711" y="6686732"/>
              <a:ext cx="136424" cy="245930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10244169" y="7104561"/>
              <a:ext cx="69215" cy="121285"/>
            </a:xfrm>
            <a:custGeom>
              <a:avLst/>
              <a:gdLst/>
              <a:ahLst/>
              <a:cxnLst/>
              <a:rect l="l" t="t" r="r" b="b"/>
              <a:pathLst>
                <a:path w="69215" h="121284">
                  <a:moveTo>
                    <a:pt x="7758" y="0"/>
                  </a:moveTo>
                  <a:lnTo>
                    <a:pt x="0" y="18135"/>
                  </a:lnTo>
                  <a:lnTo>
                    <a:pt x="61830" y="120802"/>
                  </a:lnTo>
                  <a:lnTo>
                    <a:pt x="68783" y="93840"/>
                  </a:lnTo>
                  <a:lnTo>
                    <a:pt x="7758" y="0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2" name="object 62" descr=""/>
          <p:cNvGrpSpPr/>
          <p:nvPr/>
        </p:nvGrpSpPr>
        <p:grpSpPr>
          <a:xfrm>
            <a:off x="10487800" y="6664142"/>
            <a:ext cx="346710" cy="730250"/>
            <a:chOff x="10487800" y="6664142"/>
            <a:chExt cx="346710" cy="730250"/>
          </a:xfrm>
        </p:grpSpPr>
        <p:sp>
          <p:nvSpPr>
            <p:cNvPr id="63" name="object 63" descr=""/>
            <p:cNvSpPr/>
            <p:nvPr/>
          </p:nvSpPr>
          <p:spPr>
            <a:xfrm>
              <a:off x="10487800" y="6686732"/>
              <a:ext cx="346710" cy="707390"/>
            </a:xfrm>
            <a:custGeom>
              <a:avLst/>
              <a:gdLst/>
              <a:ahLst/>
              <a:cxnLst/>
              <a:rect l="l" t="t" r="r" b="b"/>
              <a:pathLst>
                <a:path w="346709" h="707390">
                  <a:moveTo>
                    <a:pt x="244659" y="0"/>
                  </a:moveTo>
                  <a:lnTo>
                    <a:pt x="181938" y="5031"/>
                  </a:lnTo>
                  <a:lnTo>
                    <a:pt x="121904" y="27738"/>
                  </a:lnTo>
                  <a:lnTo>
                    <a:pt x="71021" y="93255"/>
                  </a:lnTo>
                  <a:lnTo>
                    <a:pt x="52025" y="134872"/>
                  </a:lnTo>
                  <a:lnTo>
                    <a:pt x="36938" y="184151"/>
                  </a:lnTo>
                  <a:lnTo>
                    <a:pt x="22802" y="244495"/>
                  </a:lnTo>
                  <a:lnTo>
                    <a:pt x="16795" y="283840"/>
                  </a:lnTo>
                  <a:lnTo>
                    <a:pt x="11760" y="338725"/>
                  </a:lnTo>
                  <a:lnTo>
                    <a:pt x="7665" y="403782"/>
                  </a:lnTo>
                  <a:lnTo>
                    <a:pt x="4476" y="473643"/>
                  </a:lnTo>
                  <a:lnTo>
                    <a:pt x="2158" y="542940"/>
                  </a:lnTo>
                  <a:lnTo>
                    <a:pt x="677" y="606305"/>
                  </a:lnTo>
                  <a:lnTo>
                    <a:pt x="0" y="658370"/>
                  </a:lnTo>
                  <a:lnTo>
                    <a:pt x="91" y="693768"/>
                  </a:lnTo>
                  <a:lnTo>
                    <a:pt x="918" y="707130"/>
                  </a:lnTo>
                  <a:lnTo>
                    <a:pt x="25424" y="707186"/>
                  </a:lnTo>
                  <a:lnTo>
                    <a:pt x="81700" y="704180"/>
                  </a:lnTo>
                  <a:lnTo>
                    <a:pt x="151842" y="697117"/>
                  </a:lnTo>
                  <a:lnTo>
                    <a:pt x="217948" y="685005"/>
                  </a:lnTo>
                  <a:lnTo>
                    <a:pt x="266921" y="667586"/>
                  </a:lnTo>
                  <a:lnTo>
                    <a:pt x="300532" y="644988"/>
                  </a:lnTo>
                  <a:lnTo>
                    <a:pt x="339201" y="582495"/>
                  </a:lnTo>
                  <a:lnTo>
                    <a:pt x="346406" y="518622"/>
                  </a:lnTo>
                  <a:lnTo>
                    <a:pt x="345492" y="471274"/>
                  </a:lnTo>
                  <a:lnTo>
                    <a:pt x="342210" y="417564"/>
                  </a:lnTo>
                  <a:lnTo>
                    <a:pt x="337043" y="360429"/>
                  </a:lnTo>
                  <a:lnTo>
                    <a:pt x="330474" y="302804"/>
                  </a:lnTo>
                  <a:lnTo>
                    <a:pt x="322984" y="247624"/>
                  </a:lnTo>
                  <a:lnTo>
                    <a:pt x="315055" y="197826"/>
                  </a:lnTo>
                  <a:lnTo>
                    <a:pt x="302244" y="129923"/>
                  </a:lnTo>
                  <a:lnTo>
                    <a:pt x="289132" y="74772"/>
                  </a:lnTo>
                  <a:lnTo>
                    <a:pt x="275386" y="33791"/>
                  </a:lnTo>
                  <a:lnTo>
                    <a:pt x="24465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524922" y="6712019"/>
              <a:ext cx="240665" cy="681990"/>
            </a:xfrm>
            <a:custGeom>
              <a:avLst/>
              <a:gdLst/>
              <a:ahLst/>
              <a:cxnLst/>
              <a:rect l="l" t="t" r="r" b="b"/>
              <a:pathLst>
                <a:path w="240665" h="681990">
                  <a:moveTo>
                    <a:pt x="42418" y="209842"/>
                  </a:moveTo>
                  <a:lnTo>
                    <a:pt x="42164" y="207467"/>
                  </a:lnTo>
                  <a:lnTo>
                    <a:pt x="38557" y="207048"/>
                  </a:lnTo>
                  <a:lnTo>
                    <a:pt x="35928" y="206248"/>
                  </a:lnTo>
                  <a:lnTo>
                    <a:pt x="32080" y="204355"/>
                  </a:lnTo>
                  <a:lnTo>
                    <a:pt x="31546" y="208546"/>
                  </a:lnTo>
                  <a:lnTo>
                    <a:pt x="32664" y="209410"/>
                  </a:lnTo>
                  <a:lnTo>
                    <a:pt x="27089" y="209537"/>
                  </a:lnTo>
                  <a:lnTo>
                    <a:pt x="21539" y="210654"/>
                  </a:lnTo>
                  <a:lnTo>
                    <a:pt x="14719" y="213499"/>
                  </a:lnTo>
                  <a:lnTo>
                    <a:pt x="15265" y="218059"/>
                  </a:lnTo>
                  <a:lnTo>
                    <a:pt x="24752" y="214122"/>
                  </a:lnTo>
                  <a:lnTo>
                    <a:pt x="32931" y="213220"/>
                  </a:lnTo>
                  <a:lnTo>
                    <a:pt x="41224" y="214693"/>
                  </a:lnTo>
                  <a:lnTo>
                    <a:pt x="42125" y="214871"/>
                  </a:lnTo>
                  <a:lnTo>
                    <a:pt x="42392" y="212636"/>
                  </a:lnTo>
                  <a:lnTo>
                    <a:pt x="42037" y="211175"/>
                  </a:lnTo>
                  <a:lnTo>
                    <a:pt x="42418" y="209842"/>
                  </a:lnTo>
                  <a:close/>
                </a:path>
                <a:path w="240665" h="681990">
                  <a:moveTo>
                    <a:pt x="43573" y="215912"/>
                  </a:moveTo>
                  <a:lnTo>
                    <a:pt x="42252" y="215912"/>
                  </a:lnTo>
                  <a:lnTo>
                    <a:pt x="26962" y="215912"/>
                  </a:lnTo>
                  <a:lnTo>
                    <a:pt x="26949" y="220649"/>
                  </a:lnTo>
                  <a:lnTo>
                    <a:pt x="43573" y="220649"/>
                  </a:lnTo>
                  <a:lnTo>
                    <a:pt x="43573" y="215912"/>
                  </a:lnTo>
                  <a:close/>
                </a:path>
                <a:path w="240665" h="681990">
                  <a:moveTo>
                    <a:pt x="47663" y="191185"/>
                  </a:moveTo>
                  <a:lnTo>
                    <a:pt x="44056" y="191770"/>
                  </a:lnTo>
                  <a:lnTo>
                    <a:pt x="41783" y="191617"/>
                  </a:lnTo>
                  <a:lnTo>
                    <a:pt x="38214" y="190550"/>
                  </a:lnTo>
                  <a:lnTo>
                    <a:pt x="38214" y="190766"/>
                  </a:lnTo>
                  <a:lnTo>
                    <a:pt x="32397" y="190411"/>
                  </a:lnTo>
                  <a:lnTo>
                    <a:pt x="27343" y="190855"/>
                  </a:lnTo>
                  <a:lnTo>
                    <a:pt x="22301" y="191947"/>
                  </a:lnTo>
                  <a:lnTo>
                    <a:pt x="22123" y="191376"/>
                  </a:lnTo>
                  <a:lnTo>
                    <a:pt x="21996" y="191185"/>
                  </a:lnTo>
                  <a:lnTo>
                    <a:pt x="23088" y="190931"/>
                  </a:lnTo>
                  <a:lnTo>
                    <a:pt x="23025" y="186778"/>
                  </a:lnTo>
                  <a:lnTo>
                    <a:pt x="12280" y="184302"/>
                  </a:lnTo>
                  <a:lnTo>
                    <a:pt x="12293" y="189039"/>
                  </a:lnTo>
                  <a:lnTo>
                    <a:pt x="13589" y="189344"/>
                  </a:lnTo>
                  <a:lnTo>
                    <a:pt x="18351" y="190436"/>
                  </a:lnTo>
                  <a:lnTo>
                    <a:pt x="17945" y="190868"/>
                  </a:lnTo>
                  <a:lnTo>
                    <a:pt x="17056" y="192062"/>
                  </a:lnTo>
                  <a:lnTo>
                    <a:pt x="17462" y="195211"/>
                  </a:lnTo>
                  <a:lnTo>
                    <a:pt x="19138" y="195326"/>
                  </a:lnTo>
                  <a:lnTo>
                    <a:pt x="19189" y="196392"/>
                  </a:lnTo>
                  <a:lnTo>
                    <a:pt x="19494" y="197307"/>
                  </a:lnTo>
                  <a:lnTo>
                    <a:pt x="25882" y="195681"/>
                  </a:lnTo>
                  <a:lnTo>
                    <a:pt x="31661" y="195097"/>
                  </a:lnTo>
                  <a:lnTo>
                    <a:pt x="38798" y="195516"/>
                  </a:lnTo>
                  <a:lnTo>
                    <a:pt x="39509" y="195668"/>
                  </a:lnTo>
                  <a:lnTo>
                    <a:pt x="41783" y="196354"/>
                  </a:lnTo>
                  <a:lnTo>
                    <a:pt x="44056" y="196507"/>
                  </a:lnTo>
                  <a:lnTo>
                    <a:pt x="47663" y="195910"/>
                  </a:lnTo>
                  <a:lnTo>
                    <a:pt x="47663" y="191185"/>
                  </a:lnTo>
                  <a:close/>
                </a:path>
                <a:path w="240665" h="681990">
                  <a:moveTo>
                    <a:pt x="240525" y="369087"/>
                  </a:moveTo>
                  <a:lnTo>
                    <a:pt x="238048" y="339572"/>
                  </a:lnTo>
                  <a:lnTo>
                    <a:pt x="235165" y="337616"/>
                  </a:lnTo>
                  <a:lnTo>
                    <a:pt x="237477" y="307225"/>
                  </a:lnTo>
                  <a:lnTo>
                    <a:pt x="235724" y="254533"/>
                  </a:lnTo>
                  <a:lnTo>
                    <a:pt x="231241" y="198615"/>
                  </a:lnTo>
                  <a:lnTo>
                    <a:pt x="226402" y="144233"/>
                  </a:lnTo>
                  <a:lnTo>
                    <a:pt x="222059" y="102819"/>
                  </a:lnTo>
                  <a:lnTo>
                    <a:pt x="213893" y="63957"/>
                  </a:lnTo>
                  <a:lnTo>
                    <a:pt x="175336" y="8813"/>
                  </a:lnTo>
                  <a:lnTo>
                    <a:pt x="139547" y="0"/>
                  </a:lnTo>
                  <a:lnTo>
                    <a:pt x="89128" y="8674"/>
                  </a:lnTo>
                  <a:lnTo>
                    <a:pt x="63258" y="43878"/>
                  </a:lnTo>
                  <a:lnTo>
                    <a:pt x="53949" y="112814"/>
                  </a:lnTo>
                  <a:lnTo>
                    <a:pt x="50253" y="166090"/>
                  </a:lnTo>
                  <a:lnTo>
                    <a:pt x="48488" y="197891"/>
                  </a:lnTo>
                  <a:lnTo>
                    <a:pt x="46431" y="197726"/>
                  </a:lnTo>
                  <a:lnTo>
                    <a:pt x="40462" y="197662"/>
                  </a:lnTo>
                  <a:lnTo>
                    <a:pt x="40386" y="196697"/>
                  </a:lnTo>
                  <a:lnTo>
                    <a:pt x="40081" y="195897"/>
                  </a:lnTo>
                  <a:lnTo>
                    <a:pt x="35433" y="197078"/>
                  </a:lnTo>
                  <a:lnTo>
                    <a:pt x="31356" y="197688"/>
                  </a:lnTo>
                  <a:lnTo>
                    <a:pt x="26949" y="197891"/>
                  </a:lnTo>
                  <a:lnTo>
                    <a:pt x="26720" y="198170"/>
                  </a:lnTo>
                  <a:lnTo>
                    <a:pt x="26555" y="198551"/>
                  </a:lnTo>
                  <a:lnTo>
                    <a:pt x="22720" y="199059"/>
                  </a:lnTo>
                  <a:lnTo>
                    <a:pt x="20802" y="199390"/>
                  </a:lnTo>
                  <a:lnTo>
                    <a:pt x="18681" y="198488"/>
                  </a:lnTo>
                  <a:lnTo>
                    <a:pt x="18681" y="197294"/>
                  </a:lnTo>
                  <a:lnTo>
                    <a:pt x="18364" y="196088"/>
                  </a:lnTo>
                  <a:lnTo>
                    <a:pt x="11303" y="195707"/>
                  </a:lnTo>
                  <a:lnTo>
                    <a:pt x="9601" y="195160"/>
                  </a:lnTo>
                  <a:lnTo>
                    <a:pt x="9245" y="195605"/>
                  </a:lnTo>
                  <a:lnTo>
                    <a:pt x="0" y="195122"/>
                  </a:lnTo>
                  <a:lnTo>
                    <a:pt x="0" y="199847"/>
                  </a:lnTo>
                  <a:lnTo>
                    <a:pt x="11277" y="200444"/>
                  </a:lnTo>
                  <a:lnTo>
                    <a:pt x="12966" y="201002"/>
                  </a:lnTo>
                  <a:lnTo>
                    <a:pt x="12471" y="201117"/>
                  </a:lnTo>
                  <a:lnTo>
                    <a:pt x="12153" y="200939"/>
                  </a:lnTo>
                  <a:lnTo>
                    <a:pt x="9588" y="201968"/>
                  </a:lnTo>
                  <a:lnTo>
                    <a:pt x="9829" y="206463"/>
                  </a:lnTo>
                  <a:lnTo>
                    <a:pt x="14224" y="205320"/>
                  </a:lnTo>
                  <a:lnTo>
                    <a:pt x="20726" y="204152"/>
                  </a:lnTo>
                  <a:lnTo>
                    <a:pt x="22326" y="204901"/>
                  </a:lnTo>
                  <a:lnTo>
                    <a:pt x="22682" y="204457"/>
                  </a:lnTo>
                  <a:lnTo>
                    <a:pt x="22910" y="203771"/>
                  </a:lnTo>
                  <a:lnTo>
                    <a:pt x="23025" y="204647"/>
                  </a:lnTo>
                  <a:lnTo>
                    <a:pt x="23329" y="205346"/>
                  </a:lnTo>
                  <a:lnTo>
                    <a:pt x="34721" y="203339"/>
                  </a:lnTo>
                  <a:lnTo>
                    <a:pt x="34963" y="203022"/>
                  </a:lnTo>
                  <a:lnTo>
                    <a:pt x="35140" y="202565"/>
                  </a:lnTo>
                  <a:lnTo>
                    <a:pt x="39890" y="202349"/>
                  </a:lnTo>
                  <a:lnTo>
                    <a:pt x="44653" y="202311"/>
                  </a:lnTo>
                  <a:lnTo>
                    <a:pt x="48221" y="202603"/>
                  </a:lnTo>
                  <a:lnTo>
                    <a:pt x="48006" y="206451"/>
                  </a:lnTo>
                  <a:lnTo>
                    <a:pt x="46062" y="206451"/>
                  </a:lnTo>
                  <a:lnTo>
                    <a:pt x="46050" y="211188"/>
                  </a:lnTo>
                  <a:lnTo>
                    <a:pt x="47739" y="211188"/>
                  </a:lnTo>
                  <a:lnTo>
                    <a:pt x="46570" y="232422"/>
                  </a:lnTo>
                  <a:lnTo>
                    <a:pt x="44869" y="291490"/>
                  </a:lnTo>
                  <a:lnTo>
                    <a:pt x="47078" y="322999"/>
                  </a:lnTo>
                  <a:lnTo>
                    <a:pt x="50101" y="333286"/>
                  </a:lnTo>
                  <a:lnTo>
                    <a:pt x="50406" y="342912"/>
                  </a:lnTo>
                  <a:lnTo>
                    <a:pt x="49466" y="351040"/>
                  </a:lnTo>
                  <a:lnTo>
                    <a:pt x="48094" y="353466"/>
                  </a:lnTo>
                  <a:lnTo>
                    <a:pt x="44183" y="365036"/>
                  </a:lnTo>
                  <a:lnTo>
                    <a:pt x="44488" y="378091"/>
                  </a:lnTo>
                  <a:lnTo>
                    <a:pt x="48145" y="398297"/>
                  </a:lnTo>
                  <a:lnTo>
                    <a:pt x="49466" y="431927"/>
                  </a:lnTo>
                  <a:lnTo>
                    <a:pt x="43053" y="509905"/>
                  </a:lnTo>
                  <a:lnTo>
                    <a:pt x="44767" y="532193"/>
                  </a:lnTo>
                  <a:lnTo>
                    <a:pt x="48602" y="546023"/>
                  </a:lnTo>
                  <a:lnTo>
                    <a:pt x="49669" y="563181"/>
                  </a:lnTo>
                  <a:lnTo>
                    <a:pt x="53784" y="612432"/>
                  </a:lnTo>
                  <a:lnTo>
                    <a:pt x="78727" y="655599"/>
                  </a:lnTo>
                  <a:lnTo>
                    <a:pt x="111480" y="679221"/>
                  </a:lnTo>
                  <a:lnTo>
                    <a:pt x="133489" y="681761"/>
                  </a:lnTo>
                  <a:lnTo>
                    <a:pt x="155244" y="675855"/>
                  </a:lnTo>
                  <a:lnTo>
                    <a:pt x="186944" y="630097"/>
                  </a:lnTo>
                  <a:lnTo>
                    <a:pt x="211455" y="561149"/>
                  </a:lnTo>
                  <a:lnTo>
                    <a:pt x="214007" y="515683"/>
                  </a:lnTo>
                  <a:lnTo>
                    <a:pt x="221678" y="498741"/>
                  </a:lnTo>
                  <a:lnTo>
                    <a:pt x="229781" y="482688"/>
                  </a:lnTo>
                  <a:lnTo>
                    <a:pt x="232143" y="466407"/>
                  </a:lnTo>
                  <a:lnTo>
                    <a:pt x="232930" y="441439"/>
                  </a:lnTo>
                  <a:lnTo>
                    <a:pt x="237261" y="406019"/>
                  </a:lnTo>
                  <a:lnTo>
                    <a:pt x="240525" y="369087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37569" y="6664142"/>
              <a:ext cx="220914" cy="163764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10503185" y="7104559"/>
              <a:ext cx="49530" cy="121285"/>
            </a:xfrm>
            <a:custGeom>
              <a:avLst/>
              <a:gdLst/>
              <a:ahLst/>
              <a:cxnLst/>
              <a:rect l="l" t="t" r="r" b="b"/>
              <a:pathLst>
                <a:path w="49529" h="121284">
                  <a:moveTo>
                    <a:pt x="5549" y="0"/>
                  </a:moveTo>
                  <a:lnTo>
                    <a:pt x="0" y="18135"/>
                  </a:lnTo>
                  <a:lnTo>
                    <a:pt x="44249" y="120802"/>
                  </a:lnTo>
                  <a:lnTo>
                    <a:pt x="49223" y="93840"/>
                  </a:lnTo>
                  <a:lnTo>
                    <a:pt x="5549" y="0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7" name="object 67" descr=""/>
          <p:cNvGrpSpPr/>
          <p:nvPr/>
        </p:nvGrpSpPr>
        <p:grpSpPr>
          <a:xfrm>
            <a:off x="10918585" y="6686732"/>
            <a:ext cx="203200" cy="706755"/>
            <a:chOff x="10918585" y="6686732"/>
            <a:chExt cx="203200" cy="706755"/>
          </a:xfrm>
        </p:grpSpPr>
        <p:sp>
          <p:nvSpPr>
            <p:cNvPr id="68" name="object 68" descr=""/>
            <p:cNvSpPr/>
            <p:nvPr/>
          </p:nvSpPr>
          <p:spPr>
            <a:xfrm>
              <a:off x="10918583" y="6750932"/>
              <a:ext cx="200025" cy="642620"/>
            </a:xfrm>
            <a:custGeom>
              <a:avLst/>
              <a:gdLst/>
              <a:ahLst/>
              <a:cxnLst/>
              <a:rect l="l" t="t" r="r" b="b"/>
              <a:pathLst>
                <a:path w="200025" h="642620">
                  <a:moveTo>
                    <a:pt x="199644" y="328841"/>
                  </a:moveTo>
                  <a:lnTo>
                    <a:pt x="197713" y="298386"/>
                  </a:lnTo>
                  <a:lnTo>
                    <a:pt x="196964" y="297865"/>
                  </a:lnTo>
                  <a:lnTo>
                    <a:pt x="198932" y="279590"/>
                  </a:lnTo>
                  <a:lnTo>
                    <a:pt x="198361" y="230606"/>
                  </a:lnTo>
                  <a:lnTo>
                    <a:pt x="193878" y="177812"/>
                  </a:lnTo>
                  <a:lnTo>
                    <a:pt x="186499" y="125818"/>
                  </a:lnTo>
                  <a:lnTo>
                    <a:pt x="177241" y="79222"/>
                  </a:lnTo>
                  <a:lnTo>
                    <a:pt x="154152" y="28244"/>
                  </a:lnTo>
                  <a:lnTo>
                    <a:pt x="121386" y="2006"/>
                  </a:lnTo>
                  <a:lnTo>
                    <a:pt x="89281" y="0"/>
                  </a:lnTo>
                  <a:lnTo>
                    <a:pt x="68148" y="21717"/>
                  </a:lnTo>
                  <a:lnTo>
                    <a:pt x="47663" y="73660"/>
                  </a:lnTo>
                  <a:lnTo>
                    <a:pt x="36550" y="105727"/>
                  </a:lnTo>
                  <a:lnTo>
                    <a:pt x="30924" y="131178"/>
                  </a:lnTo>
                  <a:lnTo>
                    <a:pt x="26962" y="163283"/>
                  </a:lnTo>
                  <a:lnTo>
                    <a:pt x="21043" y="201993"/>
                  </a:lnTo>
                  <a:lnTo>
                    <a:pt x="14249" y="236448"/>
                  </a:lnTo>
                  <a:lnTo>
                    <a:pt x="9664" y="263715"/>
                  </a:lnTo>
                  <a:lnTo>
                    <a:pt x="10401" y="280860"/>
                  </a:lnTo>
                  <a:lnTo>
                    <a:pt x="13081" y="291249"/>
                  </a:lnTo>
                  <a:lnTo>
                    <a:pt x="13055" y="300888"/>
                  </a:lnTo>
                  <a:lnTo>
                    <a:pt x="11836" y="308965"/>
                  </a:lnTo>
                  <a:lnTo>
                    <a:pt x="10375" y="311353"/>
                  </a:lnTo>
                  <a:lnTo>
                    <a:pt x="6070" y="322783"/>
                  </a:lnTo>
                  <a:lnTo>
                    <a:pt x="5918" y="335838"/>
                  </a:lnTo>
                  <a:lnTo>
                    <a:pt x="8890" y="356171"/>
                  </a:lnTo>
                  <a:lnTo>
                    <a:pt x="9067" y="389813"/>
                  </a:lnTo>
                  <a:lnTo>
                    <a:pt x="0" y="467525"/>
                  </a:lnTo>
                  <a:lnTo>
                    <a:pt x="939" y="489851"/>
                  </a:lnTo>
                  <a:lnTo>
                    <a:pt x="4305" y="503821"/>
                  </a:lnTo>
                  <a:lnTo>
                    <a:pt x="4787" y="520992"/>
                  </a:lnTo>
                  <a:lnTo>
                    <a:pt x="7213" y="570357"/>
                  </a:lnTo>
                  <a:lnTo>
                    <a:pt x="30657" y="614362"/>
                  </a:lnTo>
                  <a:lnTo>
                    <a:pt x="62585" y="639076"/>
                  </a:lnTo>
                  <a:lnTo>
                    <a:pt x="84505" y="642378"/>
                  </a:lnTo>
                  <a:lnTo>
                    <a:pt x="106438" y="637209"/>
                  </a:lnTo>
                  <a:lnTo>
                    <a:pt x="139687" y="592569"/>
                  </a:lnTo>
                  <a:lnTo>
                    <a:pt x="166535" y="524497"/>
                  </a:lnTo>
                  <a:lnTo>
                    <a:pt x="170637" y="479145"/>
                  </a:lnTo>
                  <a:lnTo>
                    <a:pt x="178892" y="462470"/>
                  </a:lnTo>
                  <a:lnTo>
                    <a:pt x="187528" y="446709"/>
                  </a:lnTo>
                  <a:lnTo>
                    <a:pt x="190461" y="430517"/>
                  </a:lnTo>
                  <a:lnTo>
                    <a:pt x="191630" y="404723"/>
                  </a:lnTo>
                  <a:lnTo>
                    <a:pt x="196151" y="367563"/>
                  </a:lnTo>
                  <a:lnTo>
                    <a:pt x="199644" y="328841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0956696" y="6686732"/>
              <a:ext cx="165100" cy="694055"/>
            </a:xfrm>
            <a:custGeom>
              <a:avLst/>
              <a:gdLst/>
              <a:ahLst/>
              <a:cxnLst/>
              <a:rect l="l" t="t" r="r" b="b"/>
              <a:pathLst>
                <a:path w="165100" h="694054">
                  <a:moveTo>
                    <a:pt x="119750" y="0"/>
                  </a:moveTo>
                  <a:lnTo>
                    <a:pt x="69418" y="31501"/>
                  </a:lnTo>
                  <a:lnTo>
                    <a:pt x="34235" y="78364"/>
                  </a:lnTo>
                  <a:lnTo>
                    <a:pt x="20164" y="114606"/>
                  </a:lnTo>
                  <a:lnTo>
                    <a:pt x="10474" y="168430"/>
                  </a:lnTo>
                  <a:lnTo>
                    <a:pt x="4397" y="232497"/>
                  </a:lnTo>
                  <a:lnTo>
                    <a:pt x="1162" y="299464"/>
                  </a:lnTo>
                  <a:lnTo>
                    <a:pt x="0" y="361993"/>
                  </a:lnTo>
                  <a:lnTo>
                    <a:pt x="139" y="412743"/>
                  </a:lnTo>
                  <a:lnTo>
                    <a:pt x="6665" y="488504"/>
                  </a:lnTo>
                  <a:lnTo>
                    <a:pt x="18640" y="543465"/>
                  </a:lnTo>
                  <a:lnTo>
                    <a:pt x="31912" y="596108"/>
                  </a:lnTo>
                  <a:lnTo>
                    <a:pt x="41659" y="633289"/>
                  </a:lnTo>
                  <a:lnTo>
                    <a:pt x="64878" y="668951"/>
                  </a:lnTo>
                  <a:lnTo>
                    <a:pt x="100911" y="687553"/>
                  </a:lnTo>
                  <a:lnTo>
                    <a:pt x="134206" y="693824"/>
                  </a:lnTo>
                  <a:lnTo>
                    <a:pt x="149216" y="692492"/>
                  </a:lnTo>
                  <a:lnTo>
                    <a:pt x="157438" y="637498"/>
                  </a:lnTo>
                  <a:lnTo>
                    <a:pt x="162310" y="579358"/>
                  </a:lnTo>
                  <a:lnTo>
                    <a:pt x="164555" y="520249"/>
                  </a:lnTo>
                  <a:lnTo>
                    <a:pt x="164894" y="462348"/>
                  </a:lnTo>
                  <a:lnTo>
                    <a:pt x="164052" y="407832"/>
                  </a:lnTo>
                  <a:lnTo>
                    <a:pt x="161709" y="317665"/>
                  </a:lnTo>
                  <a:lnTo>
                    <a:pt x="161655" y="286368"/>
                  </a:lnTo>
                  <a:lnTo>
                    <a:pt x="156190" y="200656"/>
                  </a:lnTo>
                  <a:lnTo>
                    <a:pt x="141665" y="106769"/>
                  </a:lnTo>
                  <a:lnTo>
                    <a:pt x="126659" y="31089"/>
                  </a:lnTo>
                  <a:lnTo>
                    <a:pt x="11975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01843" y="6686732"/>
              <a:ext cx="116841" cy="210265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1095037" y="6920465"/>
              <a:ext cx="14604" cy="370840"/>
            </a:xfrm>
            <a:custGeom>
              <a:avLst/>
              <a:gdLst/>
              <a:ahLst/>
              <a:cxnLst/>
              <a:rect l="l" t="t" r="r" b="b"/>
              <a:pathLst>
                <a:path w="14604" h="370840">
                  <a:moveTo>
                    <a:pt x="11277" y="357517"/>
                  </a:moveTo>
                  <a:lnTo>
                    <a:pt x="10299" y="353695"/>
                  </a:lnTo>
                  <a:lnTo>
                    <a:pt x="9677" y="351231"/>
                  </a:lnTo>
                  <a:lnTo>
                    <a:pt x="7632" y="349313"/>
                  </a:lnTo>
                  <a:lnTo>
                    <a:pt x="2590" y="350062"/>
                  </a:lnTo>
                  <a:lnTo>
                    <a:pt x="304" y="352615"/>
                  </a:lnTo>
                  <a:lnTo>
                    <a:pt x="965" y="355193"/>
                  </a:lnTo>
                  <a:lnTo>
                    <a:pt x="584" y="356031"/>
                  </a:lnTo>
                  <a:lnTo>
                    <a:pt x="0" y="367931"/>
                  </a:lnTo>
                  <a:lnTo>
                    <a:pt x="7175" y="370243"/>
                  </a:lnTo>
                  <a:lnTo>
                    <a:pt x="10858" y="361505"/>
                  </a:lnTo>
                  <a:lnTo>
                    <a:pt x="11277" y="357517"/>
                  </a:lnTo>
                  <a:close/>
                </a:path>
                <a:path w="14604" h="370840">
                  <a:moveTo>
                    <a:pt x="11811" y="223342"/>
                  </a:moveTo>
                  <a:lnTo>
                    <a:pt x="10210" y="217055"/>
                  </a:lnTo>
                  <a:lnTo>
                    <a:pt x="8166" y="215138"/>
                  </a:lnTo>
                  <a:lnTo>
                    <a:pt x="5461" y="215544"/>
                  </a:lnTo>
                  <a:lnTo>
                    <a:pt x="3124" y="215887"/>
                  </a:lnTo>
                  <a:lnTo>
                    <a:pt x="838" y="218440"/>
                  </a:lnTo>
                  <a:lnTo>
                    <a:pt x="1498" y="221018"/>
                  </a:lnTo>
                  <a:lnTo>
                    <a:pt x="1130" y="221856"/>
                  </a:lnTo>
                  <a:lnTo>
                    <a:pt x="533" y="233768"/>
                  </a:lnTo>
                  <a:lnTo>
                    <a:pt x="7708" y="236080"/>
                  </a:lnTo>
                  <a:lnTo>
                    <a:pt x="11391" y="227330"/>
                  </a:lnTo>
                  <a:lnTo>
                    <a:pt x="11811" y="223342"/>
                  </a:lnTo>
                  <a:close/>
                </a:path>
                <a:path w="14604" h="370840">
                  <a:moveTo>
                    <a:pt x="13017" y="108305"/>
                  </a:moveTo>
                  <a:lnTo>
                    <a:pt x="11404" y="102019"/>
                  </a:lnTo>
                  <a:lnTo>
                    <a:pt x="9372" y="100114"/>
                  </a:lnTo>
                  <a:lnTo>
                    <a:pt x="6654" y="100507"/>
                  </a:lnTo>
                  <a:lnTo>
                    <a:pt x="4318" y="100850"/>
                  </a:lnTo>
                  <a:lnTo>
                    <a:pt x="2032" y="103403"/>
                  </a:lnTo>
                  <a:lnTo>
                    <a:pt x="2692" y="105981"/>
                  </a:lnTo>
                  <a:lnTo>
                    <a:pt x="2324" y="106819"/>
                  </a:lnTo>
                  <a:lnTo>
                    <a:pt x="1739" y="118732"/>
                  </a:lnTo>
                  <a:lnTo>
                    <a:pt x="8902" y="121043"/>
                  </a:lnTo>
                  <a:lnTo>
                    <a:pt x="12598" y="112306"/>
                  </a:lnTo>
                  <a:lnTo>
                    <a:pt x="13017" y="108305"/>
                  </a:lnTo>
                  <a:close/>
                </a:path>
                <a:path w="14604" h="370840">
                  <a:moveTo>
                    <a:pt x="14376" y="8191"/>
                  </a:moveTo>
                  <a:lnTo>
                    <a:pt x="12776" y="1905"/>
                  </a:lnTo>
                  <a:lnTo>
                    <a:pt x="10731" y="0"/>
                  </a:lnTo>
                  <a:lnTo>
                    <a:pt x="8026" y="393"/>
                  </a:lnTo>
                  <a:lnTo>
                    <a:pt x="5689" y="736"/>
                  </a:lnTo>
                  <a:lnTo>
                    <a:pt x="3403" y="3276"/>
                  </a:lnTo>
                  <a:lnTo>
                    <a:pt x="4064" y="5867"/>
                  </a:lnTo>
                  <a:lnTo>
                    <a:pt x="3695" y="6705"/>
                  </a:lnTo>
                  <a:lnTo>
                    <a:pt x="3098" y="18605"/>
                  </a:lnTo>
                  <a:lnTo>
                    <a:pt x="10274" y="20929"/>
                  </a:lnTo>
                  <a:lnTo>
                    <a:pt x="13957" y="12179"/>
                  </a:lnTo>
                  <a:lnTo>
                    <a:pt x="14376" y="8191"/>
                  </a:lnTo>
                  <a:close/>
                </a:path>
              </a:pathLst>
            </a:custGeom>
            <a:solidFill>
              <a:srgbClr val="FFD9C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1009028" y="7104561"/>
              <a:ext cx="69215" cy="121285"/>
            </a:xfrm>
            <a:custGeom>
              <a:avLst/>
              <a:gdLst/>
              <a:ahLst/>
              <a:cxnLst/>
              <a:rect l="l" t="t" r="r" b="b"/>
              <a:pathLst>
                <a:path w="69215" h="121284">
                  <a:moveTo>
                    <a:pt x="61024" y="0"/>
                  </a:moveTo>
                  <a:lnTo>
                    <a:pt x="0" y="93840"/>
                  </a:lnTo>
                  <a:lnTo>
                    <a:pt x="6942" y="120802"/>
                  </a:lnTo>
                  <a:lnTo>
                    <a:pt x="68772" y="18135"/>
                  </a:lnTo>
                  <a:lnTo>
                    <a:pt x="61024" y="0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" name="object 73" descr=""/>
          <p:cNvGrpSpPr/>
          <p:nvPr/>
        </p:nvGrpSpPr>
        <p:grpSpPr>
          <a:xfrm>
            <a:off x="11270247" y="6688616"/>
            <a:ext cx="303530" cy="702310"/>
            <a:chOff x="11270247" y="6688616"/>
            <a:chExt cx="303530" cy="702310"/>
          </a:xfrm>
        </p:grpSpPr>
        <p:sp>
          <p:nvSpPr>
            <p:cNvPr id="74" name="object 74" descr=""/>
            <p:cNvSpPr/>
            <p:nvPr/>
          </p:nvSpPr>
          <p:spPr>
            <a:xfrm>
              <a:off x="11341875" y="6752405"/>
              <a:ext cx="231775" cy="635000"/>
            </a:xfrm>
            <a:custGeom>
              <a:avLst/>
              <a:gdLst/>
              <a:ahLst/>
              <a:cxnLst/>
              <a:rect l="l" t="t" r="r" b="b"/>
              <a:pathLst>
                <a:path w="231775" h="635000">
                  <a:moveTo>
                    <a:pt x="231686" y="539610"/>
                  </a:moveTo>
                  <a:lnTo>
                    <a:pt x="227672" y="507492"/>
                  </a:lnTo>
                  <a:lnTo>
                    <a:pt x="226783" y="490334"/>
                  </a:lnTo>
                  <a:lnTo>
                    <a:pt x="229044" y="476161"/>
                  </a:lnTo>
                  <a:lnTo>
                    <a:pt x="228219" y="453821"/>
                  </a:lnTo>
                  <a:lnTo>
                    <a:pt x="213042" y="377063"/>
                  </a:lnTo>
                  <a:lnTo>
                    <a:pt x="210553" y="343496"/>
                  </a:lnTo>
                  <a:lnTo>
                    <a:pt x="211912" y="323011"/>
                  </a:lnTo>
                  <a:lnTo>
                    <a:pt x="210731" y="310007"/>
                  </a:lnTo>
                  <a:lnTo>
                    <a:pt x="205536" y="298945"/>
                  </a:lnTo>
                  <a:lnTo>
                    <a:pt x="203885" y="296697"/>
                  </a:lnTo>
                  <a:lnTo>
                    <a:pt x="202057" y="288734"/>
                  </a:lnTo>
                  <a:lnTo>
                    <a:pt x="201269" y="279133"/>
                  </a:lnTo>
                  <a:lnTo>
                    <a:pt x="203111" y="268566"/>
                  </a:lnTo>
                  <a:lnTo>
                    <a:pt x="202488" y="251409"/>
                  </a:lnTo>
                  <a:lnTo>
                    <a:pt x="195770" y="224586"/>
                  </a:lnTo>
                  <a:lnTo>
                    <a:pt x="186270" y="190779"/>
                  </a:lnTo>
                  <a:lnTo>
                    <a:pt x="177317" y="152654"/>
                  </a:lnTo>
                  <a:lnTo>
                    <a:pt x="163220" y="96037"/>
                  </a:lnTo>
                  <a:lnTo>
                    <a:pt x="125082" y="14782"/>
                  </a:lnTo>
                  <a:lnTo>
                    <a:pt x="106248" y="0"/>
                  </a:lnTo>
                  <a:lnTo>
                    <a:pt x="77939" y="5334"/>
                  </a:lnTo>
                  <a:lnTo>
                    <a:pt x="47028" y="27698"/>
                  </a:lnTo>
                  <a:lnTo>
                    <a:pt x="20345" y="64008"/>
                  </a:lnTo>
                  <a:lnTo>
                    <a:pt x="4737" y="111201"/>
                  </a:lnTo>
                  <a:lnTo>
                    <a:pt x="0" y="165430"/>
                  </a:lnTo>
                  <a:lnTo>
                    <a:pt x="1092" y="221449"/>
                  </a:lnTo>
                  <a:lnTo>
                    <a:pt x="7594" y="274142"/>
                  </a:lnTo>
                  <a:lnTo>
                    <a:pt x="15862" y="306057"/>
                  </a:lnTo>
                  <a:lnTo>
                    <a:pt x="15240" y="306603"/>
                  </a:lnTo>
                  <a:lnTo>
                    <a:pt x="16116" y="336219"/>
                  </a:lnTo>
                  <a:lnTo>
                    <a:pt x="23520" y="372541"/>
                  </a:lnTo>
                  <a:lnTo>
                    <a:pt x="31838" y="407238"/>
                  </a:lnTo>
                  <a:lnTo>
                    <a:pt x="35433" y="431965"/>
                  </a:lnTo>
                  <a:lnTo>
                    <a:pt x="39624" y="447865"/>
                  </a:lnTo>
                  <a:lnTo>
                    <a:pt x="49491" y="462902"/>
                  </a:lnTo>
                  <a:lnTo>
                    <a:pt x="59029" y="478878"/>
                  </a:lnTo>
                  <a:lnTo>
                    <a:pt x="66700" y="523760"/>
                  </a:lnTo>
                  <a:lnTo>
                    <a:pt x="98831" y="589495"/>
                  </a:lnTo>
                  <a:lnTo>
                    <a:pt x="135496" y="631367"/>
                  </a:lnTo>
                  <a:lnTo>
                    <a:pt x="157784" y="634784"/>
                  </a:lnTo>
                  <a:lnTo>
                    <a:pt x="179362" y="629780"/>
                  </a:lnTo>
                  <a:lnTo>
                    <a:pt x="196164" y="619455"/>
                  </a:lnTo>
                  <a:lnTo>
                    <a:pt x="209245" y="602615"/>
                  </a:lnTo>
                  <a:lnTo>
                    <a:pt x="220954" y="579831"/>
                  </a:lnTo>
                  <a:lnTo>
                    <a:pt x="229146" y="556895"/>
                  </a:lnTo>
                  <a:lnTo>
                    <a:pt x="231686" y="539610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 descr=""/>
            <p:cNvSpPr/>
            <p:nvPr/>
          </p:nvSpPr>
          <p:spPr>
            <a:xfrm>
              <a:off x="11270247" y="6688616"/>
              <a:ext cx="254635" cy="702310"/>
            </a:xfrm>
            <a:custGeom>
              <a:avLst/>
              <a:gdLst/>
              <a:ahLst/>
              <a:cxnLst/>
              <a:rect l="l" t="t" r="r" b="b"/>
              <a:pathLst>
                <a:path w="254634" h="702309">
                  <a:moveTo>
                    <a:pt x="100510" y="0"/>
                  </a:moveTo>
                  <a:lnTo>
                    <a:pt x="83531" y="30838"/>
                  </a:lnTo>
                  <a:lnTo>
                    <a:pt x="46858" y="106844"/>
                  </a:lnTo>
                  <a:lnTo>
                    <a:pt x="11883" y="203253"/>
                  </a:lnTo>
                  <a:lnTo>
                    <a:pt x="0" y="295299"/>
                  </a:lnTo>
                  <a:lnTo>
                    <a:pt x="2888" y="329604"/>
                  </a:lnTo>
                  <a:lnTo>
                    <a:pt x="6776" y="372488"/>
                  </a:lnTo>
                  <a:lnTo>
                    <a:pt x="11822" y="422026"/>
                  </a:lnTo>
                  <a:lnTo>
                    <a:pt x="18186" y="476286"/>
                  </a:lnTo>
                  <a:lnTo>
                    <a:pt x="26028" y="533341"/>
                  </a:lnTo>
                  <a:lnTo>
                    <a:pt x="35508" y="591263"/>
                  </a:lnTo>
                  <a:lnTo>
                    <a:pt x="46785" y="648121"/>
                  </a:lnTo>
                  <a:lnTo>
                    <a:pt x="60019" y="701989"/>
                  </a:lnTo>
                  <a:lnTo>
                    <a:pt x="85363" y="700675"/>
                  </a:lnTo>
                  <a:lnTo>
                    <a:pt x="140673" y="688587"/>
                  </a:lnTo>
                  <a:lnTo>
                    <a:pt x="197739" y="663992"/>
                  </a:lnTo>
                  <a:lnTo>
                    <a:pt x="228349" y="625153"/>
                  </a:lnTo>
                  <a:lnTo>
                    <a:pt x="235128" y="587316"/>
                  </a:lnTo>
                  <a:lnTo>
                    <a:pt x="244203" y="533790"/>
                  </a:lnTo>
                  <a:lnTo>
                    <a:pt x="251804" y="478057"/>
                  </a:lnTo>
                  <a:lnTo>
                    <a:pt x="254159" y="433599"/>
                  </a:lnTo>
                  <a:lnTo>
                    <a:pt x="252328" y="402015"/>
                  </a:lnTo>
                  <a:lnTo>
                    <a:pt x="248458" y="351413"/>
                  </a:lnTo>
                  <a:lnTo>
                    <a:pt x="242361" y="289171"/>
                  </a:lnTo>
                  <a:lnTo>
                    <a:pt x="233849" y="222667"/>
                  </a:lnTo>
                  <a:lnTo>
                    <a:pt x="222734" y="159280"/>
                  </a:lnTo>
                  <a:lnTo>
                    <a:pt x="208828" y="106388"/>
                  </a:lnTo>
                  <a:lnTo>
                    <a:pt x="191941" y="71369"/>
                  </a:lnTo>
                  <a:lnTo>
                    <a:pt x="153168" y="27431"/>
                  </a:lnTo>
                  <a:lnTo>
                    <a:pt x="100510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 descr=""/>
            <p:cNvSpPr/>
            <p:nvPr/>
          </p:nvSpPr>
          <p:spPr>
            <a:xfrm>
              <a:off x="11279577" y="6688616"/>
              <a:ext cx="173990" cy="213360"/>
            </a:xfrm>
            <a:custGeom>
              <a:avLst/>
              <a:gdLst/>
              <a:ahLst/>
              <a:cxnLst/>
              <a:rect l="l" t="t" r="r" b="b"/>
              <a:pathLst>
                <a:path w="173990" h="213359">
                  <a:moveTo>
                    <a:pt x="91180" y="0"/>
                  </a:moveTo>
                  <a:lnTo>
                    <a:pt x="45375" y="55666"/>
                  </a:lnTo>
                  <a:lnTo>
                    <a:pt x="20609" y="96413"/>
                  </a:lnTo>
                  <a:lnTo>
                    <a:pt x="8333" y="142213"/>
                  </a:lnTo>
                  <a:lnTo>
                    <a:pt x="0" y="213040"/>
                  </a:lnTo>
                  <a:lnTo>
                    <a:pt x="16903" y="192029"/>
                  </a:lnTo>
                  <a:lnTo>
                    <a:pt x="55350" y="145793"/>
                  </a:lnTo>
                  <a:lnTo>
                    <a:pt x="96948" y="99531"/>
                  </a:lnTo>
                  <a:lnTo>
                    <a:pt x="123305" y="78437"/>
                  </a:lnTo>
                  <a:lnTo>
                    <a:pt x="133548" y="78626"/>
                  </a:lnTo>
                  <a:lnTo>
                    <a:pt x="142194" y="80500"/>
                  </a:lnTo>
                  <a:lnTo>
                    <a:pt x="153950" y="85687"/>
                  </a:lnTo>
                  <a:lnTo>
                    <a:pt x="173523" y="95819"/>
                  </a:lnTo>
                  <a:lnTo>
                    <a:pt x="173122" y="89712"/>
                  </a:lnTo>
                  <a:lnTo>
                    <a:pt x="160790" y="36449"/>
                  </a:lnTo>
                  <a:lnTo>
                    <a:pt x="125074" y="8391"/>
                  </a:lnTo>
                  <a:lnTo>
                    <a:pt x="91180" y="0"/>
                  </a:lnTo>
                  <a:close/>
                </a:path>
              </a:pathLst>
            </a:custGeom>
            <a:solidFill>
              <a:srgbClr val="A3D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1301591" y="6896322"/>
              <a:ext cx="177165" cy="324485"/>
            </a:xfrm>
            <a:custGeom>
              <a:avLst/>
              <a:gdLst/>
              <a:ahLst/>
              <a:cxnLst/>
              <a:rect l="l" t="t" r="r" b="b"/>
              <a:pathLst>
                <a:path w="177165" h="324484">
                  <a:moveTo>
                    <a:pt x="98044" y="25539"/>
                  </a:moveTo>
                  <a:lnTo>
                    <a:pt x="97434" y="23164"/>
                  </a:lnTo>
                  <a:lnTo>
                    <a:pt x="89115" y="22745"/>
                  </a:lnTo>
                  <a:lnTo>
                    <a:pt x="83045" y="21945"/>
                  </a:lnTo>
                  <a:lnTo>
                    <a:pt x="74142" y="20053"/>
                  </a:lnTo>
                  <a:lnTo>
                    <a:pt x="72885" y="24244"/>
                  </a:lnTo>
                  <a:lnTo>
                    <a:pt x="75476" y="25107"/>
                  </a:lnTo>
                  <a:lnTo>
                    <a:pt x="65836" y="25387"/>
                  </a:lnTo>
                  <a:lnTo>
                    <a:pt x="56197" y="26073"/>
                  </a:lnTo>
                  <a:lnTo>
                    <a:pt x="46583" y="27152"/>
                  </a:lnTo>
                  <a:lnTo>
                    <a:pt x="33985" y="29197"/>
                  </a:lnTo>
                  <a:lnTo>
                    <a:pt x="35255" y="33756"/>
                  </a:lnTo>
                  <a:lnTo>
                    <a:pt x="38227" y="33223"/>
                  </a:lnTo>
                  <a:lnTo>
                    <a:pt x="52438" y="31140"/>
                  </a:lnTo>
                  <a:lnTo>
                    <a:pt x="66662" y="29984"/>
                  </a:lnTo>
                  <a:lnTo>
                    <a:pt x="80924" y="29743"/>
                  </a:lnTo>
                  <a:lnTo>
                    <a:pt x="95262" y="30391"/>
                  </a:lnTo>
                  <a:lnTo>
                    <a:pt x="97383" y="30568"/>
                  </a:lnTo>
                  <a:lnTo>
                    <a:pt x="97980" y="28333"/>
                  </a:lnTo>
                  <a:lnTo>
                    <a:pt x="97155" y="26873"/>
                  </a:lnTo>
                  <a:lnTo>
                    <a:pt x="98044" y="25539"/>
                  </a:lnTo>
                  <a:close/>
                </a:path>
                <a:path w="177165" h="324484">
                  <a:moveTo>
                    <a:pt x="100711" y="31610"/>
                  </a:moveTo>
                  <a:lnTo>
                    <a:pt x="97663" y="31610"/>
                  </a:lnTo>
                  <a:lnTo>
                    <a:pt x="62293" y="31610"/>
                  </a:lnTo>
                  <a:lnTo>
                    <a:pt x="62280" y="36347"/>
                  </a:lnTo>
                  <a:lnTo>
                    <a:pt x="100711" y="36347"/>
                  </a:lnTo>
                  <a:lnTo>
                    <a:pt x="100711" y="31610"/>
                  </a:lnTo>
                  <a:close/>
                </a:path>
                <a:path w="177165" h="324484">
                  <a:moveTo>
                    <a:pt x="110172" y="6883"/>
                  </a:moveTo>
                  <a:lnTo>
                    <a:pt x="101828" y="7467"/>
                  </a:lnTo>
                  <a:lnTo>
                    <a:pt x="96583" y="7315"/>
                  </a:lnTo>
                  <a:lnTo>
                    <a:pt x="88315" y="6248"/>
                  </a:lnTo>
                  <a:lnTo>
                    <a:pt x="88315" y="6477"/>
                  </a:lnTo>
                  <a:lnTo>
                    <a:pt x="77825" y="6324"/>
                  </a:lnTo>
                  <a:lnTo>
                    <a:pt x="69049" y="6502"/>
                  </a:lnTo>
                  <a:lnTo>
                    <a:pt x="60274" y="6946"/>
                  </a:lnTo>
                  <a:lnTo>
                    <a:pt x="51523" y="7645"/>
                  </a:lnTo>
                  <a:lnTo>
                    <a:pt x="51142" y="7073"/>
                  </a:lnTo>
                  <a:lnTo>
                    <a:pt x="50850" y="6883"/>
                  </a:lnTo>
                  <a:lnTo>
                    <a:pt x="53365" y="6629"/>
                  </a:lnTo>
                  <a:lnTo>
                    <a:pt x="53200" y="2476"/>
                  </a:lnTo>
                  <a:lnTo>
                    <a:pt x="28371" y="0"/>
                  </a:lnTo>
                  <a:lnTo>
                    <a:pt x="28397" y="4737"/>
                  </a:lnTo>
                  <a:lnTo>
                    <a:pt x="31407" y="5041"/>
                  </a:lnTo>
                  <a:lnTo>
                    <a:pt x="42392" y="6134"/>
                  </a:lnTo>
                  <a:lnTo>
                    <a:pt x="41478" y="6565"/>
                  </a:lnTo>
                  <a:lnTo>
                    <a:pt x="39408" y="7759"/>
                  </a:lnTo>
                  <a:lnTo>
                    <a:pt x="40360" y="10909"/>
                  </a:lnTo>
                  <a:lnTo>
                    <a:pt x="44221" y="11023"/>
                  </a:lnTo>
                  <a:lnTo>
                    <a:pt x="44323" y="12090"/>
                  </a:lnTo>
                  <a:lnTo>
                    <a:pt x="45034" y="13004"/>
                  </a:lnTo>
                  <a:lnTo>
                    <a:pt x="56464" y="11912"/>
                  </a:lnTo>
                  <a:lnTo>
                    <a:pt x="66497" y="11315"/>
                  </a:lnTo>
                  <a:lnTo>
                    <a:pt x="76555" y="11049"/>
                  </a:lnTo>
                  <a:lnTo>
                    <a:pt x="89674" y="11214"/>
                  </a:lnTo>
                  <a:lnTo>
                    <a:pt x="91325" y="11366"/>
                  </a:lnTo>
                  <a:lnTo>
                    <a:pt x="96583" y="12052"/>
                  </a:lnTo>
                  <a:lnTo>
                    <a:pt x="101828" y="12204"/>
                  </a:lnTo>
                  <a:lnTo>
                    <a:pt x="110134" y="11607"/>
                  </a:lnTo>
                  <a:lnTo>
                    <a:pt x="110172" y="6883"/>
                  </a:lnTo>
                  <a:close/>
                </a:path>
                <a:path w="177165" h="324484">
                  <a:moveTo>
                    <a:pt x="114909" y="22148"/>
                  </a:moveTo>
                  <a:lnTo>
                    <a:pt x="111861" y="22148"/>
                  </a:lnTo>
                  <a:lnTo>
                    <a:pt x="106451" y="22148"/>
                  </a:lnTo>
                  <a:lnTo>
                    <a:pt x="106451" y="26885"/>
                  </a:lnTo>
                  <a:lnTo>
                    <a:pt x="114909" y="26885"/>
                  </a:lnTo>
                  <a:lnTo>
                    <a:pt x="114909" y="22148"/>
                  </a:lnTo>
                  <a:close/>
                </a:path>
                <a:path w="177165" h="324484">
                  <a:moveTo>
                    <a:pt x="117271" y="18097"/>
                  </a:moveTo>
                  <a:lnTo>
                    <a:pt x="117259" y="16814"/>
                  </a:lnTo>
                  <a:lnTo>
                    <a:pt x="117259" y="15087"/>
                  </a:lnTo>
                  <a:lnTo>
                    <a:pt x="117259" y="13766"/>
                  </a:lnTo>
                  <a:lnTo>
                    <a:pt x="107315" y="13423"/>
                  </a:lnTo>
                  <a:lnTo>
                    <a:pt x="101409" y="13360"/>
                  </a:lnTo>
                  <a:lnTo>
                    <a:pt x="100418" y="13347"/>
                  </a:lnTo>
                  <a:lnTo>
                    <a:pt x="93522" y="13360"/>
                  </a:lnTo>
                  <a:lnTo>
                    <a:pt x="93345" y="12395"/>
                  </a:lnTo>
                  <a:lnTo>
                    <a:pt x="92633" y="11595"/>
                  </a:lnTo>
                  <a:lnTo>
                    <a:pt x="62268" y="13589"/>
                  </a:lnTo>
                  <a:lnTo>
                    <a:pt x="61747" y="13868"/>
                  </a:lnTo>
                  <a:lnTo>
                    <a:pt x="61379" y="14249"/>
                  </a:lnTo>
                  <a:lnTo>
                    <a:pt x="52501" y="14757"/>
                  </a:lnTo>
                  <a:lnTo>
                    <a:pt x="48069" y="15087"/>
                  </a:lnTo>
                  <a:lnTo>
                    <a:pt x="46443" y="14757"/>
                  </a:lnTo>
                  <a:lnTo>
                    <a:pt x="44805" y="14478"/>
                  </a:lnTo>
                  <a:lnTo>
                    <a:pt x="43180" y="14185"/>
                  </a:lnTo>
                  <a:lnTo>
                    <a:pt x="43180" y="12979"/>
                  </a:lnTo>
                  <a:lnTo>
                    <a:pt x="42418" y="11785"/>
                  </a:lnTo>
                  <a:lnTo>
                    <a:pt x="26098" y="11404"/>
                  </a:lnTo>
                  <a:lnTo>
                    <a:pt x="25298" y="11303"/>
                  </a:lnTo>
                  <a:lnTo>
                    <a:pt x="23888" y="11074"/>
                  </a:lnTo>
                  <a:lnTo>
                    <a:pt x="22161" y="10858"/>
                  </a:lnTo>
                  <a:lnTo>
                    <a:pt x="21704" y="11023"/>
                  </a:lnTo>
                  <a:lnTo>
                    <a:pt x="21348" y="11303"/>
                  </a:lnTo>
                  <a:lnTo>
                    <a:pt x="0" y="10820"/>
                  </a:lnTo>
                  <a:lnTo>
                    <a:pt x="0" y="15544"/>
                  </a:lnTo>
                  <a:lnTo>
                    <a:pt x="26047" y="16141"/>
                  </a:lnTo>
                  <a:lnTo>
                    <a:pt x="29959" y="16700"/>
                  </a:lnTo>
                  <a:lnTo>
                    <a:pt x="28803" y="16814"/>
                  </a:lnTo>
                  <a:lnTo>
                    <a:pt x="28460" y="16687"/>
                  </a:lnTo>
                  <a:lnTo>
                    <a:pt x="28079" y="16637"/>
                  </a:lnTo>
                  <a:lnTo>
                    <a:pt x="22123" y="17665"/>
                  </a:lnTo>
                  <a:lnTo>
                    <a:pt x="22707" y="22161"/>
                  </a:lnTo>
                  <a:lnTo>
                    <a:pt x="32867" y="21018"/>
                  </a:lnTo>
                  <a:lnTo>
                    <a:pt x="47891" y="19850"/>
                  </a:lnTo>
                  <a:lnTo>
                    <a:pt x="48768" y="20027"/>
                  </a:lnTo>
                  <a:lnTo>
                    <a:pt x="49657" y="20167"/>
                  </a:lnTo>
                  <a:lnTo>
                    <a:pt x="51600" y="20599"/>
                  </a:lnTo>
                  <a:lnTo>
                    <a:pt x="52387" y="20167"/>
                  </a:lnTo>
                  <a:lnTo>
                    <a:pt x="52654" y="19850"/>
                  </a:lnTo>
                  <a:lnTo>
                    <a:pt x="52946" y="19469"/>
                  </a:lnTo>
                  <a:lnTo>
                    <a:pt x="53149" y="20154"/>
                  </a:lnTo>
                  <a:lnTo>
                    <a:pt x="53263" y="20396"/>
                  </a:lnTo>
                  <a:lnTo>
                    <a:pt x="53911" y="21043"/>
                  </a:lnTo>
                  <a:lnTo>
                    <a:pt x="74612" y="19469"/>
                  </a:lnTo>
                  <a:lnTo>
                    <a:pt x="80276" y="19037"/>
                  </a:lnTo>
                  <a:lnTo>
                    <a:pt x="80822" y="18719"/>
                  </a:lnTo>
                  <a:lnTo>
                    <a:pt x="81191" y="18262"/>
                  </a:lnTo>
                  <a:lnTo>
                    <a:pt x="89446" y="18135"/>
                  </a:lnTo>
                  <a:lnTo>
                    <a:pt x="99898" y="18122"/>
                  </a:lnTo>
                  <a:lnTo>
                    <a:pt x="105956" y="18186"/>
                  </a:lnTo>
                  <a:lnTo>
                    <a:pt x="117271" y="18491"/>
                  </a:lnTo>
                  <a:lnTo>
                    <a:pt x="117271" y="18097"/>
                  </a:lnTo>
                  <a:close/>
                </a:path>
                <a:path w="177165" h="324484">
                  <a:moveTo>
                    <a:pt x="176758" y="297053"/>
                  </a:moveTo>
                  <a:lnTo>
                    <a:pt x="108521" y="208318"/>
                  </a:lnTo>
                  <a:lnTo>
                    <a:pt x="102222" y="227012"/>
                  </a:lnTo>
                  <a:lnTo>
                    <a:pt x="171958" y="324472"/>
                  </a:lnTo>
                  <a:lnTo>
                    <a:pt x="176758" y="297053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/>
          <p:nvPr/>
        </p:nvSpPr>
        <p:spPr>
          <a:xfrm>
            <a:off x="10973041" y="7013060"/>
            <a:ext cx="74930" cy="36195"/>
          </a:xfrm>
          <a:custGeom>
            <a:avLst/>
            <a:gdLst/>
            <a:ahLst/>
            <a:cxnLst/>
            <a:rect l="l" t="t" r="r" b="b"/>
            <a:pathLst>
              <a:path w="74929" h="36195">
                <a:moveTo>
                  <a:pt x="22517" y="28575"/>
                </a:moveTo>
                <a:lnTo>
                  <a:pt x="20548" y="28943"/>
                </a:lnTo>
                <a:lnTo>
                  <a:pt x="9829" y="30911"/>
                </a:lnTo>
                <a:lnTo>
                  <a:pt x="9804" y="35648"/>
                </a:lnTo>
                <a:lnTo>
                  <a:pt x="22504" y="33324"/>
                </a:lnTo>
                <a:lnTo>
                  <a:pt x="22517" y="28575"/>
                </a:lnTo>
                <a:close/>
              </a:path>
              <a:path w="74929" h="36195">
                <a:moveTo>
                  <a:pt x="70485" y="3302"/>
                </a:moveTo>
                <a:lnTo>
                  <a:pt x="64858" y="3568"/>
                </a:lnTo>
                <a:lnTo>
                  <a:pt x="57619" y="4178"/>
                </a:lnTo>
                <a:lnTo>
                  <a:pt x="58483" y="2806"/>
                </a:lnTo>
                <a:lnTo>
                  <a:pt x="58166" y="0"/>
                </a:lnTo>
                <a:lnTo>
                  <a:pt x="15468" y="4800"/>
                </a:lnTo>
                <a:lnTo>
                  <a:pt x="15455" y="9537"/>
                </a:lnTo>
                <a:lnTo>
                  <a:pt x="17449" y="9309"/>
                </a:lnTo>
                <a:lnTo>
                  <a:pt x="36004" y="7226"/>
                </a:lnTo>
                <a:lnTo>
                  <a:pt x="35750" y="7785"/>
                </a:lnTo>
                <a:lnTo>
                  <a:pt x="30873" y="9118"/>
                </a:lnTo>
                <a:lnTo>
                  <a:pt x="26047" y="10756"/>
                </a:lnTo>
                <a:lnTo>
                  <a:pt x="19316" y="13538"/>
                </a:lnTo>
                <a:lnTo>
                  <a:pt x="20129" y="18097"/>
                </a:lnTo>
                <a:lnTo>
                  <a:pt x="28663" y="14782"/>
                </a:lnTo>
                <a:lnTo>
                  <a:pt x="35318" y="12687"/>
                </a:lnTo>
                <a:lnTo>
                  <a:pt x="70472" y="8039"/>
                </a:lnTo>
                <a:lnTo>
                  <a:pt x="70485" y="3302"/>
                </a:lnTo>
                <a:close/>
              </a:path>
              <a:path w="74929" h="36195">
                <a:moveTo>
                  <a:pt x="74587" y="23202"/>
                </a:moveTo>
                <a:lnTo>
                  <a:pt x="64770" y="25031"/>
                </a:lnTo>
                <a:lnTo>
                  <a:pt x="64630" y="24980"/>
                </a:lnTo>
                <a:lnTo>
                  <a:pt x="57175" y="22225"/>
                </a:lnTo>
                <a:lnTo>
                  <a:pt x="49517" y="20104"/>
                </a:lnTo>
                <a:lnTo>
                  <a:pt x="55638" y="18834"/>
                </a:lnTo>
                <a:lnTo>
                  <a:pt x="63627" y="17170"/>
                </a:lnTo>
                <a:lnTo>
                  <a:pt x="63093" y="18567"/>
                </a:lnTo>
                <a:lnTo>
                  <a:pt x="63487" y="20828"/>
                </a:lnTo>
                <a:lnTo>
                  <a:pt x="73571" y="20828"/>
                </a:lnTo>
                <a:lnTo>
                  <a:pt x="73571" y="17170"/>
                </a:lnTo>
                <a:lnTo>
                  <a:pt x="73571" y="16154"/>
                </a:lnTo>
                <a:lnTo>
                  <a:pt x="66586" y="16103"/>
                </a:lnTo>
                <a:lnTo>
                  <a:pt x="67386" y="14770"/>
                </a:lnTo>
                <a:lnTo>
                  <a:pt x="66560" y="11836"/>
                </a:lnTo>
                <a:lnTo>
                  <a:pt x="48628" y="15557"/>
                </a:lnTo>
                <a:lnTo>
                  <a:pt x="48628" y="24574"/>
                </a:lnTo>
                <a:lnTo>
                  <a:pt x="47104" y="24688"/>
                </a:lnTo>
                <a:lnTo>
                  <a:pt x="44069" y="24980"/>
                </a:lnTo>
                <a:lnTo>
                  <a:pt x="43218" y="24955"/>
                </a:lnTo>
                <a:lnTo>
                  <a:pt x="42799" y="24930"/>
                </a:lnTo>
                <a:lnTo>
                  <a:pt x="42545" y="24422"/>
                </a:lnTo>
                <a:lnTo>
                  <a:pt x="42354" y="24193"/>
                </a:lnTo>
                <a:lnTo>
                  <a:pt x="42202" y="24015"/>
                </a:lnTo>
                <a:lnTo>
                  <a:pt x="39751" y="23863"/>
                </a:lnTo>
                <a:lnTo>
                  <a:pt x="37846" y="23964"/>
                </a:lnTo>
                <a:lnTo>
                  <a:pt x="35953" y="24193"/>
                </a:lnTo>
                <a:lnTo>
                  <a:pt x="32727" y="23672"/>
                </a:lnTo>
                <a:lnTo>
                  <a:pt x="29514" y="22936"/>
                </a:lnTo>
                <a:lnTo>
                  <a:pt x="26314" y="21920"/>
                </a:lnTo>
                <a:lnTo>
                  <a:pt x="30492" y="20535"/>
                </a:lnTo>
                <a:lnTo>
                  <a:pt x="34696" y="19443"/>
                </a:lnTo>
                <a:lnTo>
                  <a:pt x="38950" y="18834"/>
                </a:lnTo>
                <a:lnTo>
                  <a:pt x="38227" y="20104"/>
                </a:lnTo>
                <a:lnTo>
                  <a:pt x="38608" y="22758"/>
                </a:lnTo>
                <a:lnTo>
                  <a:pt x="42964" y="23164"/>
                </a:lnTo>
                <a:lnTo>
                  <a:pt x="45796" y="23825"/>
                </a:lnTo>
                <a:lnTo>
                  <a:pt x="48628" y="24574"/>
                </a:lnTo>
                <a:lnTo>
                  <a:pt x="48628" y="15557"/>
                </a:lnTo>
                <a:lnTo>
                  <a:pt x="45694" y="16154"/>
                </a:lnTo>
                <a:lnTo>
                  <a:pt x="45796" y="14770"/>
                </a:lnTo>
                <a:lnTo>
                  <a:pt x="45351" y="13436"/>
                </a:lnTo>
                <a:lnTo>
                  <a:pt x="37147" y="14020"/>
                </a:lnTo>
                <a:lnTo>
                  <a:pt x="30162" y="15519"/>
                </a:lnTo>
                <a:lnTo>
                  <a:pt x="21971" y="18529"/>
                </a:lnTo>
                <a:lnTo>
                  <a:pt x="20967" y="18300"/>
                </a:lnTo>
                <a:lnTo>
                  <a:pt x="8864" y="15633"/>
                </a:lnTo>
                <a:lnTo>
                  <a:pt x="8547" y="14871"/>
                </a:lnTo>
                <a:lnTo>
                  <a:pt x="7975" y="14401"/>
                </a:lnTo>
                <a:lnTo>
                  <a:pt x="5486" y="15468"/>
                </a:lnTo>
                <a:lnTo>
                  <a:pt x="3771" y="15608"/>
                </a:lnTo>
                <a:lnTo>
                  <a:pt x="0" y="14871"/>
                </a:lnTo>
                <a:lnTo>
                  <a:pt x="25" y="19608"/>
                </a:lnTo>
                <a:lnTo>
                  <a:pt x="3467" y="20281"/>
                </a:lnTo>
                <a:lnTo>
                  <a:pt x="4940" y="20116"/>
                </a:lnTo>
                <a:lnTo>
                  <a:pt x="6413" y="19735"/>
                </a:lnTo>
                <a:lnTo>
                  <a:pt x="6591" y="19875"/>
                </a:lnTo>
                <a:lnTo>
                  <a:pt x="22085" y="23291"/>
                </a:lnTo>
                <a:lnTo>
                  <a:pt x="22364" y="21793"/>
                </a:lnTo>
                <a:lnTo>
                  <a:pt x="22885" y="22313"/>
                </a:lnTo>
                <a:lnTo>
                  <a:pt x="22479" y="23164"/>
                </a:lnTo>
                <a:lnTo>
                  <a:pt x="22415" y="25539"/>
                </a:lnTo>
                <a:lnTo>
                  <a:pt x="25069" y="26454"/>
                </a:lnTo>
                <a:lnTo>
                  <a:pt x="26479" y="26784"/>
                </a:lnTo>
                <a:lnTo>
                  <a:pt x="27889" y="27178"/>
                </a:lnTo>
                <a:lnTo>
                  <a:pt x="27736" y="27927"/>
                </a:lnTo>
                <a:lnTo>
                  <a:pt x="27647" y="28930"/>
                </a:lnTo>
                <a:lnTo>
                  <a:pt x="28346" y="30835"/>
                </a:lnTo>
                <a:lnTo>
                  <a:pt x="30835" y="29984"/>
                </a:lnTo>
                <a:lnTo>
                  <a:pt x="31927" y="29692"/>
                </a:lnTo>
                <a:lnTo>
                  <a:pt x="33032" y="29438"/>
                </a:lnTo>
                <a:lnTo>
                  <a:pt x="33147" y="29984"/>
                </a:lnTo>
                <a:lnTo>
                  <a:pt x="33261" y="30327"/>
                </a:lnTo>
                <a:lnTo>
                  <a:pt x="33667" y="30899"/>
                </a:lnTo>
                <a:lnTo>
                  <a:pt x="37553" y="30327"/>
                </a:lnTo>
                <a:lnTo>
                  <a:pt x="40703" y="29984"/>
                </a:lnTo>
                <a:lnTo>
                  <a:pt x="43827" y="29705"/>
                </a:lnTo>
                <a:lnTo>
                  <a:pt x="47332" y="29819"/>
                </a:lnTo>
                <a:lnTo>
                  <a:pt x="50850" y="29730"/>
                </a:lnTo>
                <a:lnTo>
                  <a:pt x="51117" y="29705"/>
                </a:lnTo>
                <a:lnTo>
                  <a:pt x="53276" y="29438"/>
                </a:lnTo>
                <a:lnTo>
                  <a:pt x="54394" y="29298"/>
                </a:lnTo>
                <a:lnTo>
                  <a:pt x="54051" y="30264"/>
                </a:lnTo>
                <a:lnTo>
                  <a:pt x="53975" y="31508"/>
                </a:lnTo>
                <a:lnTo>
                  <a:pt x="54229" y="32969"/>
                </a:lnTo>
                <a:lnTo>
                  <a:pt x="62509" y="31508"/>
                </a:lnTo>
                <a:lnTo>
                  <a:pt x="62890" y="29819"/>
                </a:lnTo>
                <a:lnTo>
                  <a:pt x="62903" y="29298"/>
                </a:lnTo>
                <a:lnTo>
                  <a:pt x="62598" y="28155"/>
                </a:lnTo>
                <a:lnTo>
                  <a:pt x="65900" y="28714"/>
                </a:lnTo>
                <a:lnTo>
                  <a:pt x="69227" y="28930"/>
                </a:lnTo>
                <a:lnTo>
                  <a:pt x="73329" y="28155"/>
                </a:lnTo>
                <a:lnTo>
                  <a:pt x="74574" y="27927"/>
                </a:lnTo>
                <a:lnTo>
                  <a:pt x="74587" y="25031"/>
                </a:lnTo>
                <a:lnTo>
                  <a:pt x="74587" y="23202"/>
                </a:lnTo>
                <a:close/>
              </a:path>
            </a:pathLst>
          </a:custGeom>
          <a:solidFill>
            <a:srgbClr val="A6DF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11657978" y="6756431"/>
            <a:ext cx="208279" cy="636905"/>
          </a:xfrm>
          <a:custGeom>
            <a:avLst/>
            <a:gdLst/>
            <a:ahLst/>
            <a:cxnLst/>
            <a:rect l="l" t="t" r="r" b="b"/>
            <a:pathLst>
              <a:path w="208279" h="636904">
                <a:moveTo>
                  <a:pt x="208076" y="212458"/>
                </a:moveTo>
                <a:lnTo>
                  <a:pt x="204749" y="156514"/>
                </a:lnTo>
                <a:lnTo>
                  <a:pt x="195745" y="102844"/>
                </a:lnTo>
                <a:lnTo>
                  <a:pt x="176453" y="57035"/>
                </a:lnTo>
                <a:lnTo>
                  <a:pt x="146977" y="22936"/>
                </a:lnTo>
                <a:lnTo>
                  <a:pt x="114401" y="3073"/>
                </a:lnTo>
                <a:lnTo>
                  <a:pt x="85775" y="0"/>
                </a:lnTo>
                <a:lnTo>
                  <a:pt x="68160" y="16217"/>
                </a:lnTo>
                <a:lnTo>
                  <a:pt x="47675" y="68160"/>
                </a:lnTo>
                <a:lnTo>
                  <a:pt x="36550" y="100228"/>
                </a:lnTo>
                <a:lnTo>
                  <a:pt x="30937" y="125679"/>
                </a:lnTo>
                <a:lnTo>
                  <a:pt x="26962" y="157784"/>
                </a:lnTo>
                <a:lnTo>
                  <a:pt x="21043" y="196494"/>
                </a:lnTo>
                <a:lnTo>
                  <a:pt x="14249" y="230949"/>
                </a:lnTo>
                <a:lnTo>
                  <a:pt x="9664" y="258216"/>
                </a:lnTo>
                <a:lnTo>
                  <a:pt x="10414" y="275361"/>
                </a:lnTo>
                <a:lnTo>
                  <a:pt x="13081" y="285750"/>
                </a:lnTo>
                <a:lnTo>
                  <a:pt x="13055" y="295389"/>
                </a:lnTo>
                <a:lnTo>
                  <a:pt x="11836" y="303491"/>
                </a:lnTo>
                <a:lnTo>
                  <a:pt x="10388" y="305854"/>
                </a:lnTo>
                <a:lnTo>
                  <a:pt x="6083" y="317284"/>
                </a:lnTo>
                <a:lnTo>
                  <a:pt x="5930" y="330339"/>
                </a:lnTo>
                <a:lnTo>
                  <a:pt x="8890" y="350672"/>
                </a:lnTo>
                <a:lnTo>
                  <a:pt x="9067" y="384314"/>
                </a:lnTo>
                <a:lnTo>
                  <a:pt x="0" y="462026"/>
                </a:lnTo>
                <a:lnTo>
                  <a:pt x="952" y="484352"/>
                </a:lnTo>
                <a:lnTo>
                  <a:pt x="4305" y="498322"/>
                </a:lnTo>
                <a:lnTo>
                  <a:pt x="4787" y="515493"/>
                </a:lnTo>
                <a:lnTo>
                  <a:pt x="7213" y="564857"/>
                </a:lnTo>
                <a:lnTo>
                  <a:pt x="30657" y="608863"/>
                </a:lnTo>
                <a:lnTo>
                  <a:pt x="62598" y="633577"/>
                </a:lnTo>
                <a:lnTo>
                  <a:pt x="84505" y="636879"/>
                </a:lnTo>
                <a:lnTo>
                  <a:pt x="106451" y="631710"/>
                </a:lnTo>
                <a:lnTo>
                  <a:pt x="139687" y="587070"/>
                </a:lnTo>
                <a:lnTo>
                  <a:pt x="166535" y="518998"/>
                </a:lnTo>
                <a:lnTo>
                  <a:pt x="170637" y="473646"/>
                </a:lnTo>
                <a:lnTo>
                  <a:pt x="178892" y="456971"/>
                </a:lnTo>
                <a:lnTo>
                  <a:pt x="187528" y="441210"/>
                </a:lnTo>
                <a:lnTo>
                  <a:pt x="190461" y="425018"/>
                </a:lnTo>
                <a:lnTo>
                  <a:pt x="192100" y="400088"/>
                </a:lnTo>
                <a:lnTo>
                  <a:pt x="197650" y="364845"/>
                </a:lnTo>
                <a:lnTo>
                  <a:pt x="202158" y="328053"/>
                </a:lnTo>
                <a:lnTo>
                  <a:pt x="200698" y="298462"/>
                </a:lnTo>
                <a:lnTo>
                  <a:pt x="200012" y="297980"/>
                </a:lnTo>
                <a:lnTo>
                  <a:pt x="205752" y="265493"/>
                </a:lnTo>
                <a:lnTo>
                  <a:pt x="208076" y="212458"/>
                </a:lnTo>
                <a:close/>
              </a:path>
            </a:pathLst>
          </a:custGeom>
          <a:solidFill>
            <a:srgbClr val="A6DFF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" name="object 80" descr=""/>
          <p:cNvGrpSpPr/>
          <p:nvPr/>
        </p:nvGrpSpPr>
        <p:grpSpPr>
          <a:xfrm>
            <a:off x="11710779" y="6655507"/>
            <a:ext cx="579120" cy="737870"/>
            <a:chOff x="11710779" y="6655507"/>
            <a:chExt cx="579120" cy="737870"/>
          </a:xfrm>
        </p:grpSpPr>
        <p:sp>
          <p:nvSpPr>
            <p:cNvPr id="81" name="object 81" descr=""/>
            <p:cNvSpPr/>
            <p:nvPr/>
          </p:nvSpPr>
          <p:spPr>
            <a:xfrm>
              <a:off x="12081676" y="6756431"/>
              <a:ext cx="208279" cy="636905"/>
            </a:xfrm>
            <a:custGeom>
              <a:avLst/>
              <a:gdLst/>
              <a:ahLst/>
              <a:cxnLst/>
              <a:rect l="l" t="t" r="r" b="b"/>
              <a:pathLst>
                <a:path w="208279" h="636904">
                  <a:moveTo>
                    <a:pt x="208076" y="462026"/>
                  </a:moveTo>
                  <a:lnTo>
                    <a:pt x="199009" y="384314"/>
                  </a:lnTo>
                  <a:lnTo>
                    <a:pt x="199186" y="350672"/>
                  </a:lnTo>
                  <a:lnTo>
                    <a:pt x="202145" y="330339"/>
                  </a:lnTo>
                  <a:lnTo>
                    <a:pt x="201993" y="317284"/>
                  </a:lnTo>
                  <a:lnTo>
                    <a:pt x="197688" y="305854"/>
                  </a:lnTo>
                  <a:lnTo>
                    <a:pt x="196227" y="303479"/>
                  </a:lnTo>
                  <a:lnTo>
                    <a:pt x="195021" y="295389"/>
                  </a:lnTo>
                  <a:lnTo>
                    <a:pt x="194995" y="285750"/>
                  </a:lnTo>
                  <a:lnTo>
                    <a:pt x="197662" y="275361"/>
                  </a:lnTo>
                  <a:lnTo>
                    <a:pt x="198412" y="258216"/>
                  </a:lnTo>
                  <a:lnTo>
                    <a:pt x="193827" y="230949"/>
                  </a:lnTo>
                  <a:lnTo>
                    <a:pt x="187020" y="196494"/>
                  </a:lnTo>
                  <a:lnTo>
                    <a:pt x="181114" y="157784"/>
                  </a:lnTo>
                  <a:lnTo>
                    <a:pt x="171526" y="100228"/>
                  </a:lnTo>
                  <a:lnTo>
                    <a:pt x="139915" y="16217"/>
                  </a:lnTo>
                  <a:lnTo>
                    <a:pt x="122301" y="0"/>
                  </a:lnTo>
                  <a:lnTo>
                    <a:pt x="93675" y="3073"/>
                  </a:lnTo>
                  <a:lnTo>
                    <a:pt x="61087" y="22936"/>
                  </a:lnTo>
                  <a:lnTo>
                    <a:pt x="31623" y="57035"/>
                  </a:lnTo>
                  <a:lnTo>
                    <a:pt x="12331" y="102844"/>
                  </a:lnTo>
                  <a:lnTo>
                    <a:pt x="3327" y="156514"/>
                  </a:lnTo>
                  <a:lnTo>
                    <a:pt x="0" y="212458"/>
                  </a:lnTo>
                  <a:lnTo>
                    <a:pt x="2324" y="265493"/>
                  </a:lnTo>
                  <a:lnTo>
                    <a:pt x="8051" y="297980"/>
                  </a:lnTo>
                  <a:lnTo>
                    <a:pt x="7378" y="298462"/>
                  </a:lnTo>
                  <a:lnTo>
                    <a:pt x="5918" y="328053"/>
                  </a:lnTo>
                  <a:lnTo>
                    <a:pt x="10426" y="364845"/>
                  </a:lnTo>
                  <a:lnTo>
                    <a:pt x="15976" y="400088"/>
                  </a:lnTo>
                  <a:lnTo>
                    <a:pt x="17614" y="425018"/>
                  </a:lnTo>
                  <a:lnTo>
                    <a:pt x="20535" y="441210"/>
                  </a:lnTo>
                  <a:lnTo>
                    <a:pt x="29184" y="456971"/>
                  </a:lnTo>
                  <a:lnTo>
                    <a:pt x="37439" y="473646"/>
                  </a:lnTo>
                  <a:lnTo>
                    <a:pt x="41541" y="518998"/>
                  </a:lnTo>
                  <a:lnTo>
                    <a:pt x="68389" y="587070"/>
                  </a:lnTo>
                  <a:lnTo>
                    <a:pt x="101625" y="631710"/>
                  </a:lnTo>
                  <a:lnTo>
                    <a:pt x="123571" y="636879"/>
                  </a:lnTo>
                  <a:lnTo>
                    <a:pt x="145478" y="633577"/>
                  </a:lnTo>
                  <a:lnTo>
                    <a:pt x="177419" y="608863"/>
                  </a:lnTo>
                  <a:lnTo>
                    <a:pt x="200863" y="564857"/>
                  </a:lnTo>
                  <a:lnTo>
                    <a:pt x="204762" y="547827"/>
                  </a:lnTo>
                  <a:lnTo>
                    <a:pt x="203288" y="515493"/>
                  </a:lnTo>
                  <a:lnTo>
                    <a:pt x="203771" y="498322"/>
                  </a:lnTo>
                  <a:lnTo>
                    <a:pt x="207124" y="484352"/>
                  </a:lnTo>
                  <a:lnTo>
                    <a:pt x="208076" y="462026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1710779" y="6686732"/>
              <a:ext cx="523875" cy="705485"/>
            </a:xfrm>
            <a:custGeom>
              <a:avLst/>
              <a:gdLst/>
              <a:ahLst/>
              <a:cxnLst/>
              <a:rect l="l" t="t" r="r" b="b"/>
              <a:pathLst>
                <a:path w="523875" h="705484">
                  <a:moveTo>
                    <a:pt x="421109" y="0"/>
                  </a:moveTo>
                  <a:lnTo>
                    <a:pt x="372422" y="18540"/>
                  </a:lnTo>
                  <a:lnTo>
                    <a:pt x="339573" y="29383"/>
                  </a:lnTo>
                  <a:lnTo>
                    <a:pt x="307603" y="36729"/>
                  </a:lnTo>
                  <a:lnTo>
                    <a:pt x="261554" y="44773"/>
                  </a:lnTo>
                  <a:lnTo>
                    <a:pt x="173108" y="22347"/>
                  </a:lnTo>
                  <a:lnTo>
                    <a:pt x="126426" y="8671"/>
                  </a:lnTo>
                  <a:lnTo>
                    <a:pt x="108186" y="1852"/>
                  </a:lnTo>
                  <a:lnTo>
                    <a:pt x="105067" y="0"/>
                  </a:lnTo>
                  <a:lnTo>
                    <a:pt x="73998" y="17504"/>
                  </a:lnTo>
                  <a:lnTo>
                    <a:pt x="39258" y="49339"/>
                  </a:lnTo>
                  <a:lnTo>
                    <a:pt x="8122" y="109960"/>
                  </a:lnTo>
                  <a:lnTo>
                    <a:pt x="1983" y="157349"/>
                  </a:lnTo>
                  <a:lnTo>
                    <a:pt x="0" y="215072"/>
                  </a:lnTo>
                  <a:lnTo>
                    <a:pt x="1033" y="277666"/>
                  </a:lnTo>
                  <a:lnTo>
                    <a:pt x="3948" y="339672"/>
                  </a:lnTo>
                  <a:lnTo>
                    <a:pt x="7606" y="395628"/>
                  </a:lnTo>
                  <a:lnTo>
                    <a:pt x="10872" y="440072"/>
                  </a:lnTo>
                  <a:lnTo>
                    <a:pt x="12609" y="467545"/>
                  </a:lnTo>
                  <a:lnTo>
                    <a:pt x="14325" y="508060"/>
                  </a:lnTo>
                  <a:lnTo>
                    <a:pt x="17196" y="555055"/>
                  </a:lnTo>
                  <a:lnTo>
                    <a:pt x="21366" y="599730"/>
                  </a:lnTo>
                  <a:lnTo>
                    <a:pt x="52890" y="669500"/>
                  </a:lnTo>
                  <a:lnTo>
                    <a:pt x="95144" y="689688"/>
                  </a:lnTo>
                  <a:lnTo>
                    <a:pt x="135394" y="698493"/>
                  </a:lnTo>
                  <a:lnTo>
                    <a:pt x="216925" y="704022"/>
                  </a:lnTo>
                  <a:lnTo>
                    <a:pt x="268659" y="705144"/>
                  </a:lnTo>
                  <a:lnTo>
                    <a:pt x="318987" y="703972"/>
                  </a:lnTo>
                  <a:lnTo>
                    <a:pt x="376399" y="700554"/>
                  </a:lnTo>
                  <a:lnTo>
                    <a:pt x="414960" y="697101"/>
                  </a:lnTo>
                  <a:lnTo>
                    <a:pt x="480664" y="669036"/>
                  </a:lnTo>
                  <a:lnTo>
                    <a:pt x="499212" y="633289"/>
                  </a:lnTo>
                  <a:lnTo>
                    <a:pt x="503634" y="591097"/>
                  </a:lnTo>
                  <a:lnTo>
                    <a:pt x="505201" y="527427"/>
                  </a:lnTo>
                  <a:lnTo>
                    <a:pt x="505473" y="461439"/>
                  </a:lnTo>
                  <a:lnTo>
                    <a:pt x="506007" y="412291"/>
                  </a:lnTo>
                  <a:lnTo>
                    <a:pt x="508565" y="382441"/>
                  </a:lnTo>
                  <a:lnTo>
                    <a:pt x="513568" y="336275"/>
                  </a:lnTo>
                  <a:lnTo>
                    <a:pt x="519055" y="280013"/>
                  </a:lnTo>
                  <a:lnTo>
                    <a:pt x="523065" y="219872"/>
                  </a:lnTo>
                  <a:lnTo>
                    <a:pt x="523637" y="162072"/>
                  </a:lnTo>
                  <a:lnTo>
                    <a:pt x="518811" y="112829"/>
                  </a:lnTo>
                  <a:lnTo>
                    <a:pt x="506625" y="78364"/>
                  </a:lnTo>
                  <a:lnTo>
                    <a:pt x="479490" y="45269"/>
                  </a:lnTo>
                  <a:lnTo>
                    <a:pt x="451624" y="20648"/>
                  </a:lnTo>
                  <a:lnTo>
                    <a:pt x="429880" y="5294"/>
                  </a:lnTo>
                  <a:lnTo>
                    <a:pt x="421109" y="0"/>
                  </a:lnTo>
                  <a:close/>
                </a:path>
              </a:pathLst>
            </a:custGeom>
            <a:solidFill>
              <a:srgbClr val="81D3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1725047" y="6896321"/>
              <a:ext cx="476884" cy="152400"/>
            </a:xfrm>
            <a:custGeom>
              <a:avLst/>
              <a:gdLst/>
              <a:ahLst/>
              <a:cxnLst/>
              <a:rect l="l" t="t" r="r" b="b"/>
              <a:pathLst>
                <a:path w="476884" h="152400">
                  <a:moveTo>
                    <a:pt x="34455" y="145313"/>
                  </a:moveTo>
                  <a:lnTo>
                    <a:pt x="31419" y="145681"/>
                  </a:lnTo>
                  <a:lnTo>
                    <a:pt x="15036" y="147650"/>
                  </a:lnTo>
                  <a:lnTo>
                    <a:pt x="14998" y="152387"/>
                  </a:lnTo>
                  <a:lnTo>
                    <a:pt x="34404" y="150063"/>
                  </a:lnTo>
                  <a:lnTo>
                    <a:pt x="34455" y="145313"/>
                  </a:lnTo>
                  <a:close/>
                </a:path>
                <a:path w="476884" h="152400">
                  <a:moveTo>
                    <a:pt x="107772" y="120040"/>
                  </a:moveTo>
                  <a:lnTo>
                    <a:pt x="99187" y="120307"/>
                  </a:lnTo>
                  <a:lnTo>
                    <a:pt x="88125" y="120916"/>
                  </a:lnTo>
                  <a:lnTo>
                    <a:pt x="89446" y="119545"/>
                  </a:lnTo>
                  <a:lnTo>
                    <a:pt x="88950" y="116738"/>
                  </a:lnTo>
                  <a:lnTo>
                    <a:pt x="23672" y="121539"/>
                  </a:lnTo>
                  <a:lnTo>
                    <a:pt x="23634" y="126276"/>
                  </a:lnTo>
                  <a:lnTo>
                    <a:pt x="26682" y="126047"/>
                  </a:lnTo>
                  <a:lnTo>
                    <a:pt x="55054" y="123964"/>
                  </a:lnTo>
                  <a:lnTo>
                    <a:pt x="54660" y="124523"/>
                  </a:lnTo>
                  <a:lnTo>
                    <a:pt x="47218" y="125857"/>
                  </a:lnTo>
                  <a:lnTo>
                    <a:pt x="39827" y="127495"/>
                  </a:lnTo>
                  <a:lnTo>
                    <a:pt x="29540" y="130276"/>
                  </a:lnTo>
                  <a:lnTo>
                    <a:pt x="30797" y="134835"/>
                  </a:lnTo>
                  <a:lnTo>
                    <a:pt x="43827" y="131521"/>
                  </a:lnTo>
                  <a:lnTo>
                    <a:pt x="54000" y="129425"/>
                  </a:lnTo>
                  <a:lnTo>
                    <a:pt x="64236" y="127736"/>
                  </a:lnTo>
                  <a:lnTo>
                    <a:pt x="74561" y="126466"/>
                  </a:lnTo>
                  <a:lnTo>
                    <a:pt x="97180" y="125145"/>
                  </a:lnTo>
                  <a:lnTo>
                    <a:pt x="107759" y="124777"/>
                  </a:lnTo>
                  <a:lnTo>
                    <a:pt x="107772" y="120040"/>
                  </a:lnTo>
                  <a:close/>
                </a:path>
                <a:path w="476884" h="152400">
                  <a:moveTo>
                    <a:pt x="114071" y="139941"/>
                  </a:moveTo>
                  <a:lnTo>
                    <a:pt x="111048" y="140296"/>
                  </a:lnTo>
                  <a:lnTo>
                    <a:pt x="102108" y="140677"/>
                  </a:lnTo>
                  <a:lnTo>
                    <a:pt x="93205" y="139903"/>
                  </a:lnTo>
                  <a:lnTo>
                    <a:pt x="84505" y="138480"/>
                  </a:lnTo>
                  <a:lnTo>
                    <a:pt x="75730" y="136842"/>
                  </a:lnTo>
                  <a:lnTo>
                    <a:pt x="85090" y="135572"/>
                  </a:lnTo>
                  <a:lnTo>
                    <a:pt x="97307" y="133908"/>
                  </a:lnTo>
                  <a:lnTo>
                    <a:pt x="96481" y="135305"/>
                  </a:lnTo>
                  <a:lnTo>
                    <a:pt x="97091" y="137566"/>
                  </a:lnTo>
                  <a:lnTo>
                    <a:pt x="112509" y="137566"/>
                  </a:lnTo>
                  <a:lnTo>
                    <a:pt x="112509" y="133908"/>
                  </a:lnTo>
                  <a:lnTo>
                    <a:pt x="112509" y="132892"/>
                  </a:lnTo>
                  <a:lnTo>
                    <a:pt x="101815" y="132842"/>
                  </a:lnTo>
                  <a:lnTo>
                    <a:pt x="103047" y="131508"/>
                  </a:lnTo>
                  <a:lnTo>
                    <a:pt x="101790" y="128574"/>
                  </a:lnTo>
                  <a:lnTo>
                    <a:pt x="74371" y="132295"/>
                  </a:lnTo>
                  <a:lnTo>
                    <a:pt x="74371" y="141312"/>
                  </a:lnTo>
                  <a:lnTo>
                    <a:pt x="72047" y="141427"/>
                  </a:lnTo>
                  <a:lnTo>
                    <a:pt x="67386" y="141719"/>
                  </a:lnTo>
                  <a:lnTo>
                    <a:pt x="66103" y="141693"/>
                  </a:lnTo>
                  <a:lnTo>
                    <a:pt x="65455" y="141668"/>
                  </a:lnTo>
                  <a:lnTo>
                    <a:pt x="65074" y="141160"/>
                  </a:lnTo>
                  <a:lnTo>
                    <a:pt x="64770" y="140931"/>
                  </a:lnTo>
                  <a:lnTo>
                    <a:pt x="64528" y="140754"/>
                  </a:lnTo>
                  <a:lnTo>
                    <a:pt x="60782" y="140601"/>
                  </a:lnTo>
                  <a:lnTo>
                    <a:pt x="57873" y="140703"/>
                  </a:lnTo>
                  <a:lnTo>
                    <a:pt x="54978" y="140931"/>
                  </a:lnTo>
                  <a:lnTo>
                    <a:pt x="50063" y="140411"/>
                  </a:lnTo>
                  <a:lnTo>
                    <a:pt x="45135" y="139674"/>
                  </a:lnTo>
                  <a:lnTo>
                    <a:pt x="40246" y="138658"/>
                  </a:lnTo>
                  <a:lnTo>
                    <a:pt x="46634" y="137274"/>
                  </a:lnTo>
                  <a:lnTo>
                    <a:pt x="53073" y="136182"/>
                  </a:lnTo>
                  <a:lnTo>
                    <a:pt x="59575" y="135572"/>
                  </a:lnTo>
                  <a:lnTo>
                    <a:pt x="58458" y="136842"/>
                  </a:lnTo>
                  <a:lnTo>
                    <a:pt x="59042" y="139496"/>
                  </a:lnTo>
                  <a:lnTo>
                    <a:pt x="65773" y="139915"/>
                  </a:lnTo>
                  <a:lnTo>
                    <a:pt x="70827" y="140703"/>
                  </a:lnTo>
                  <a:lnTo>
                    <a:pt x="74371" y="141312"/>
                  </a:lnTo>
                  <a:lnTo>
                    <a:pt x="74371" y="132295"/>
                  </a:lnTo>
                  <a:lnTo>
                    <a:pt x="69888" y="132892"/>
                  </a:lnTo>
                  <a:lnTo>
                    <a:pt x="70040" y="131762"/>
                  </a:lnTo>
                  <a:lnTo>
                    <a:pt x="70015" y="131508"/>
                  </a:lnTo>
                  <a:lnTo>
                    <a:pt x="69354" y="130175"/>
                  </a:lnTo>
                  <a:lnTo>
                    <a:pt x="67665" y="130263"/>
                  </a:lnTo>
                  <a:lnTo>
                    <a:pt x="59550" y="130822"/>
                  </a:lnTo>
                  <a:lnTo>
                    <a:pt x="51511" y="131762"/>
                  </a:lnTo>
                  <a:lnTo>
                    <a:pt x="43510" y="133083"/>
                  </a:lnTo>
                  <a:lnTo>
                    <a:pt x="35572" y="134797"/>
                  </a:lnTo>
                  <a:lnTo>
                    <a:pt x="33604" y="135267"/>
                  </a:lnTo>
                  <a:lnTo>
                    <a:pt x="32067" y="135039"/>
                  </a:lnTo>
                  <a:lnTo>
                    <a:pt x="13576" y="132372"/>
                  </a:lnTo>
                  <a:lnTo>
                    <a:pt x="13081" y="131610"/>
                  </a:lnTo>
                  <a:lnTo>
                    <a:pt x="12204" y="131140"/>
                  </a:lnTo>
                  <a:lnTo>
                    <a:pt x="8394" y="132207"/>
                  </a:lnTo>
                  <a:lnTo>
                    <a:pt x="5778" y="132346"/>
                  </a:lnTo>
                  <a:lnTo>
                    <a:pt x="0" y="131610"/>
                  </a:lnTo>
                  <a:lnTo>
                    <a:pt x="25" y="136347"/>
                  </a:lnTo>
                  <a:lnTo>
                    <a:pt x="5321" y="137020"/>
                  </a:lnTo>
                  <a:lnTo>
                    <a:pt x="7569" y="136855"/>
                  </a:lnTo>
                  <a:lnTo>
                    <a:pt x="9817" y="136474"/>
                  </a:lnTo>
                  <a:lnTo>
                    <a:pt x="10083" y="136613"/>
                  </a:lnTo>
                  <a:lnTo>
                    <a:pt x="33782" y="140030"/>
                  </a:lnTo>
                  <a:lnTo>
                    <a:pt x="34201" y="138531"/>
                  </a:lnTo>
                  <a:lnTo>
                    <a:pt x="35001" y="139052"/>
                  </a:lnTo>
                  <a:lnTo>
                    <a:pt x="34112" y="140284"/>
                  </a:lnTo>
                  <a:lnTo>
                    <a:pt x="34277" y="142278"/>
                  </a:lnTo>
                  <a:lnTo>
                    <a:pt x="38341" y="143192"/>
                  </a:lnTo>
                  <a:lnTo>
                    <a:pt x="40500" y="143522"/>
                  </a:lnTo>
                  <a:lnTo>
                    <a:pt x="42659" y="143916"/>
                  </a:lnTo>
                  <a:lnTo>
                    <a:pt x="42341" y="144894"/>
                  </a:lnTo>
                  <a:lnTo>
                    <a:pt x="42278" y="145669"/>
                  </a:lnTo>
                  <a:lnTo>
                    <a:pt x="43357" y="147574"/>
                  </a:lnTo>
                  <a:lnTo>
                    <a:pt x="47155" y="146723"/>
                  </a:lnTo>
                  <a:lnTo>
                    <a:pt x="48844" y="146431"/>
                  </a:lnTo>
                  <a:lnTo>
                    <a:pt x="50520" y="146177"/>
                  </a:lnTo>
                  <a:lnTo>
                    <a:pt x="50787" y="147002"/>
                  </a:lnTo>
                  <a:lnTo>
                    <a:pt x="51498" y="147637"/>
                  </a:lnTo>
                  <a:lnTo>
                    <a:pt x="57442" y="147066"/>
                  </a:lnTo>
                  <a:lnTo>
                    <a:pt x="62230" y="146723"/>
                  </a:lnTo>
                  <a:lnTo>
                    <a:pt x="67030" y="146443"/>
                  </a:lnTo>
                  <a:lnTo>
                    <a:pt x="72390" y="146558"/>
                  </a:lnTo>
                  <a:lnTo>
                    <a:pt x="77774" y="146469"/>
                  </a:lnTo>
                  <a:lnTo>
                    <a:pt x="78168" y="146443"/>
                  </a:lnTo>
                  <a:lnTo>
                    <a:pt x="81470" y="146177"/>
                  </a:lnTo>
                  <a:lnTo>
                    <a:pt x="83185" y="146037"/>
                  </a:lnTo>
                  <a:lnTo>
                    <a:pt x="82359" y="147523"/>
                  </a:lnTo>
                  <a:lnTo>
                    <a:pt x="82931" y="149707"/>
                  </a:lnTo>
                  <a:lnTo>
                    <a:pt x="95592" y="148247"/>
                  </a:lnTo>
                  <a:lnTo>
                    <a:pt x="96215" y="146431"/>
                  </a:lnTo>
                  <a:lnTo>
                    <a:pt x="96202" y="146037"/>
                  </a:lnTo>
                  <a:lnTo>
                    <a:pt x="95732" y="144894"/>
                  </a:lnTo>
                  <a:lnTo>
                    <a:pt x="100787" y="145453"/>
                  </a:lnTo>
                  <a:lnTo>
                    <a:pt x="105867" y="145669"/>
                  </a:lnTo>
                  <a:lnTo>
                    <a:pt x="112141" y="144894"/>
                  </a:lnTo>
                  <a:lnTo>
                    <a:pt x="114033" y="144665"/>
                  </a:lnTo>
                  <a:lnTo>
                    <a:pt x="114058" y="141719"/>
                  </a:lnTo>
                  <a:lnTo>
                    <a:pt x="114071" y="140677"/>
                  </a:lnTo>
                  <a:lnTo>
                    <a:pt x="114071" y="139941"/>
                  </a:lnTo>
                  <a:close/>
                </a:path>
                <a:path w="476884" h="152400">
                  <a:moveTo>
                    <a:pt x="457454" y="25539"/>
                  </a:moveTo>
                  <a:lnTo>
                    <a:pt x="456844" y="23164"/>
                  </a:lnTo>
                  <a:lnTo>
                    <a:pt x="448525" y="22745"/>
                  </a:lnTo>
                  <a:lnTo>
                    <a:pt x="442455" y="21945"/>
                  </a:lnTo>
                  <a:lnTo>
                    <a:pt x="433539" y="20053"/>
                  </a:lnTo>
                  <a:lnTo>
                    <a:pt x="432308" y="24244"/>
                  </a:lnTo>
                  <a:lnTo>
                    <a:pt x="434886" y="25107"/>
                  </a:lnTo>
                  <a:lnTo>
                    <a:pt x="425234" y="25387"/>
                  </a:lnTo>
                  <a:lnTo>
                    <a:pt x="415607" y="26073"/>
                  </a:lnTo>
                  <a:lnTo>
                    <a:pt x="405993" y="27152"/>
                  </a:lnTo>
                  <a:lnTo>
                    <a:pt x="393395" y="29197"/>
                  </a:lnTo>
                  <a:lnTo>
                    <a:pt x="394665" y="33756"/>
                  </a:lnTo>
                  <a:lnTo>
                    <a:pt x="397637" y="33223"/>
                  </a:lnTo>
                  <a:lnTo>
                    <a:pt x="411848" y="31140"/>
                  </a:lnTo>
                  <a:lnTo>
                    <a:pt x="426072" y="29984"/>
                  </a:lnTo>
                  <a:lnTo>
                    <a:pt x="440334" y="29743"/>
                  </a:lnTo>
                  <a:lnTo>
                    <a:pt x="454672" y="30391"/>
                  </a:lnTo>
                  <a:lnTo>
                    <a:pt x="456793" y="30568"/>
                  </a:lnTo>
                  <a:lnTo>
                    <a:pt x="457390" y="28333"/>
                  </a:lnTo>
                  <a:lnTo>
                    <a:pt x="456565" y="26873"/>
                  </a:lnTo>
                  <a:lnTo>
                    <a:pt x="457454" y="25539"/>
                  </a:lnTo>
                  <a:close/>
                </a:path>
                <a:path w="476884" h="152400">
                  <a:moveTo>
                    <a:pt x="460121" y="31610"/>
                  </a:moveTo>
                  <a:lnTo>
                    <a:pt x="457073" y="31610"/>
                  </a:lnTo>
                  <a:lnTo>
                    <a:pt x="421703" y="31610"/>
                  </a:lnTo>
                  <a:lnTo>
                    <a:pt x="421690" y="36347"/>
                  </a:lnTo>
                  <a:lnTo>
                    <a:pt x="460121" y="36347"/>
                  </a:lnTo>
                  <a:lnTo>
                    <a:pt x="460121" y="31610"/>
                  </a:lnTo>
                  <a:close/>
                </a:path>
                <a:path w="476884" h="152400">
                  <a:moveTo>
                    <a:pt x="469569" y="6883"/>
                  </a:moveTo>
                  <a:lnTo>
                    <a:pt x="461238" y="7467"/>
                  </a:lnTo>
                  <a:lnTo>
                    <a:pt x="455980" y="7315"/>
                  </a:lnTo>
                  <a:lnTo>
                    <a:pt x="447713" y="6248"/>
                  </a:lnTo>
                  <a:lnTo>
                    <a:pt x="447713" y="6477"/>
                  </a:lnTo>
                  <a:lnTo>
                    <a:pt x="437235" y="6324"/>
                  </a:lnTo>
                  <a:lnTo>
                    <a:pt x="428447" y="6502"/>
                  </a:lnTo>
                  <a:lnTo>
                    <a:pt x="419684" y="6946"/>
                  </a:lnTo>
                  <a:lnTo>
                    <a:pt x="410921" y="7645"/>
                  </a:lnTo>
                  <a:lnTo>
                    <a:pt x="410552" y="7073"/>
                  </a:lnTo>
                  <a:lnTo>
                    <a:pt x="410260" y="6883"/>
                  </a:lnTo>
                  <a:lnTo>
                    <a:pt x="412762" y="6629"/>
                  </a:lnTo>
                  <a:lnTo>
                    <a:pt x="412610" y="2476"/>
                  </a:lnTo>
                  <a:lnTo>
                    <a:pt x="387781" y="0"/>
                  </a:lnTo>
                  <a:lnTo>
                    <a:pt x="387807" y="4737"/>
                  </a:lnTo>
                  <a:lnTo>
                    <a:pt x="390817" y="5041"/>
                  </a:lnTo>
                  <a:lnTo>
                    <a:pt x="401802" y="6134"/>
                  </a:lnTo>
                  <a:lnTo>
                    <a:pt x="400888" y="6565"/>
                  </a:lnTo>
                  <a:lnTo>
                    <a:pt x="398805" y="7759"/>
                  </a:lnTo>
                  <a:lnTo>
                    <a:pt x="399757" y="10909"/>
                  </a:lnTo>
                  <a:lnTo>
                    <a:pt x="403631" y="11023"/>
                  </a:lnTo>
                  <a:lnTo>
                    <a:pt x="403733" y="12090"/>
                  </a:lnTo>
                  <a:lnTo>
                    <a:pt x="404444" y="13004"/>
                  </a:lnTo>
                  <a:lnTo>
                    <a:pt x="415874" y="11912"/>
                  </a:lnTo>
                  <a:lnTo>
                    <a:pt x="425907" y="11315"/>
                  </a:lnTo>
                  <a:lnTo>
                    <a:pt x="435965" y="11049"/>
                  </a:lnTo>
                  <a:lnTo>
                    <a:pt x="449084" y="11214"/>
                  </a:lnTo>
                  <a:lnTo>
                    <a:pt x="450723" y="11366"/>
                  </a:lnTo>
                  <a:lnTo>
                    <a:pt x="455980" y="12052"/>
                  </a:lnTo>
                  <a:lnTo>
                    <a:pt x="461238" y="12204"/>
                  </a:lnTo>
                  <a:lnTo>
                    <a:pt x="469544" y="11607"/>
                  </a:lnTo>
                  <a:lnTo>
                    <a:pt x="469569" y="6883"/>
                  </a:lnTo>
                  <a:close/>
                </a:path>
                <a:path w="476884" h="152400">
                  <a:moveTo>
                    <a:pt x="474306" y="22148"/>
                  </a:moveTo>
                  <a:lnTo>
                    <a:pt x="471271" y="22148"/>
                  </a:lnTo>
                  <a:lnTo>
                    <a:pt x="465848" y="22148"/>
                  </a:lnTo>
                  <a:lnTo>
                    <a:pt x="465848" y="26885"/>
                  </a:lnTo>
                  <a:lnTo>
                    <a:pt x="474306" y="26885"/>
                  </a:lnTo>
                  <a:lnTo>
                    <a:pt x="474306" y="22148"/>
                  </a:lnTo>
                  <a:close/>
                </a:path>
                <a:path w="476884" h="152400">
                  <a:moveTo>
                    <a:pt x="476669" y="15087"/>
                  </a:moveTo>
                  <a:lnTo>
                    <a:pt x="476656" y="13766"/>
                  </a:lnTo>
                  <a:lnTo>
                    <a:pt x="466725" y="13423"/>
                  </a:lnTo>
                  <a:lnTo>
                    <a:pt x="460806" y="13360"/>
                  </a:lnTo>
                  <a:lnTo>
                    <a:pt x="459828" y="13347"/>
                  </a:lnTo>
                  <a:lnTo>
                    <a:pt x="452920" y="13360"/>
                  </a:lnTo>
                  <a:lnTo>
                    <a:pt x="452742" y="12395"/>
                  </a:lnTo>
                  <a:lnTo>
                    <a:pt x="452043" y="11595"/>
                  </a:lnTo>
                  <a:lnTo>
                    <a:pt x="421678" y="13589"/>
                  </a:lnTo>
                  <a:lnTo>
                    <a:pt x="421157" y="13868"/>
                  </a:lnTo>
                  <a:lnTo>
                    <a:pt x="420776" y="14249"/>
                  </a:lnTo>
                  <a:lnTo>
                    <a:pt x="411911" y="14757"/>
                  </a:lnTo>
                  <a:lnTo>
                    <a:pt x="407479" y="15087"/>
                  </a:lnTo>
                  <a:lnTo>
                    <a:pt x="405853" y="14757"/>
                  </a:lnTo>
                  <a:lnTo>
                    <a:pt x="404215" y="14478"/>
                  </a:lnTo>
                  <a:lnTo>
                    <a:pt x="402577" y="14185"/>
                  </a:lnTo>
                  <a:lnTo>
                    <a:pt x="402590" y="12979"/>
                  </a:lnTo>
                  <a:lnTo>
                    <a:pt x="401828" y="11785"/>
                  </a:lnTo>
                  <a:lnTo>
                    <a:pt x="385508" y="11404"/>
                  </a:lnTo>
                  <a:lnTo>
                    <a:pt x="384708" y="11303"/>
                  </a:lnTo>
                  <a:lnTo>
                    <a:pt x="383298" y="11074"/>
                  </a:lnTo>
                  <a:lnTo>
                    <a:pt x="381571" y="10858"/>
                  </a:lnTo>
                  <a:lnTo>
                    <a:pt x="381114" y="11023"/>
                  </a:lnTo>
                  <a:lnTo>
                    <a:pt x="380746" y="11303"/>
                  </a:lnTo>
                  <a:lnTo>
                    <a:pt x="359410" y="10820"/>
                  </a:lnTo>
                  <a:lnTo>
                    <a:pt x="359410" y="15544"/>
                  </a:lnTo>
                  <a:lnTo>
                    <a:pt x="385445" y="16141"/>
                  </a:lnTo>
                  <a:lnTo>
                    <a:pt x="389369" y="16700"/>
                  </a:lnTo>
                  <a:lnTo>
                    <a:pt x="388213" y="16814"/>
                  </a:lnTo>
                  <a:lnTo>
                    <a:pt x="387870" y="16687"/>
                  </a:lnTo>
                  <a:lnTo>
                    <a:pt x="387477" y="16637"/>
                  </a:lnTo>
                  <a:lnTo>
                    <a:pt x="381533" y="17665"/>
                  </a:lnTo>
                  <a:lnTo>
                    <a:pt x="382104" y="22161"/>
                  </a:lnTo>
                  <a:lnTo>
                    <a:pt x="392264" y="21018"/>
                  </a:lnTo>
                  <a:lnTo>
                    <a:pt x="407289" y="19850"/>
                  </a:lnTo>
                  <a:lnTo>
                    <a:pt x="408178" y="20027"/>
                  </a:lnTo>
                  <a:lnTo>
                    <a:pt x="409067" y="20167"/>
                  </a:lnTo>
                  <a:lnTo>
                    <a:pt x="411010" y="20599"/>
                  </a:lnTo>
                  <a:lnTo>
                    <a:pt x="411797" y="20167"/>
                  </a:lnTo>
                  <a:lnTo>
                    <a:pt x="412064" y="19850"/>
                  </a:lnTo>
                  <a:lnTo>
                    <a:pt x="412356" y="19469"/>
                  </a:lnTo>
                  <a:lnTo>
                    <a:pt x="412546" y="20154"/>
                  </a:lnTo>
                  <a:lnTo>
                    <a:pt x="412661" y="20396"/>
                  </a:lnTo>
                  <a:lnTo>
                    <a:pt x="413308" y="21043"/>
                  </a:lnTo>
                  <a:lnTo>
                    <a:pt x="434022" y="19469"/>
                  </a:lnTo>
                  <a:lnTo>
                    <a:pt x="439674" y="19037"/>
                  </a:lnTo>
                  <a:lnTo>
                    <a:pt x="440220" y="18719"/>
                  </a:lnTo>
                  <a:lnTo>
                    <a:pt x="440601" y="18262"/>
                  </a:lnTo>
                  <a:lnTo>
                    <a:pt x="448856" y="18135"/>
                  </a:lnTo>
                  <a:lnTo>
                    <a:pt x="459308" y="18122"/>
                  </a:lnTo>
                  <a:lnTo>
                    <a:pt x="465366" y="18186"/>
                  </a:lnTo>
                  <a:lnTo>
                    <a:pt x="476669" y="18491"/>
                  </a:lnTo>
                  <a:lnTo>
                    <a:pt x="476669" y="18097"/>
                  </a:lnTo>
                  <a:lnTo>
                    <a:pt x="476669" y="16814"/>
                  </a:lnTo>
                  <a:lnTo>
                    <a:pt x="476669" y="15087"/>
                  </a:lnTo>
                  <a:close/>
                </a:path>
              </a:pathLst>
            </a:custGeom>
            <a:solidFill>
              <a:srgbClr val="A6D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11790763" y="6655507"/>
              <a:ext cx="353060" cy="85090"/>
            </a:xfrm>
            <a:custGeom>
              <a:avLst/>
              <a:gdLst/>
              <a:ahLst/>
              <a:cxnLst/>
              <a:rect l="l" t="t" r="r" b="b"/>
              <a:pathLst>
                <a:path w="353059" h="85090">
                  <a:moveTo>
                    <a:pt x="147157" y="0"/>
                  </a:moveTo>
                  <a:lnTo>
                    <a:pt x="94279" y="4898"/>
                  </a:lnTo>
                  <a:lnTo>
                    <a:pt x="27580" y="19593"/>
                  </a:lnTo>
                  <a:lnTo>
                    <a:pt x="0" y="47760"/>
                  </a:lnTo>
                  <a:lnTo>
                    <a:pt x="62270" y="67816"/>
                  </a:lnTo>
                  <a:lnTo>
                    <a:pt x="102444" y="78354"/>
                  </a:lnTo>
                  <a:lnTo>
                    <a:pt x="137996" y="82844"/>
                  </a:lnTo>
                  <a:lnTo>
                    <a:pt x="186402" y="84753"/>
                  </a:lnTo>
                  <a:lnTo>
                    <a:pt x="246514" y="78496"/>
                  </a:lnTo>
                  <a:lnTo>
                    <a:pt x="299895" y="62433"/>
                  </a:lnTo>
                  <a:lnTo>
                    <a:pt x="338109" y="45929"/>
                  </a:lnTo>
                  <a:lnTo>
                    <a:pt x="352722" y="38346"/>
                  </a:lnTo>
                  <a:lnTo>
                    <a:pt x="321770" y="19593"/>
                  </a:lnTo>
                  <a:lnTo>
                    <a:pt x="213794" y="4898"/>
                  </a:lnTo>
                  <a:lnTo>
                    <a:pt x="147157" y="0"/>
                  </a:lnTo>
                  <a:close/>
                </a:path>
              </a:pathLst>
            </a:custGeom>
            <a:solidFill>
              <a:srgbClr val="A3D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11832066" y="7107838"/>
              <a:ext cx="281940" cy="37465"/>
            </a:xfrm>
            <a:custGeom>
              <a:avLst/>
              <a:gdLst/>
              <a:ahLst/>
              <a:cxnLst/>
              <a:rect l="l" t="t" r="r" b="b"/>
              <a:pathLst>
                <a:path w="281940" h="37465">
                  <a:moveTo>
                    <a:pt x="274368" y="0"/>
                  </a:moveTo>
                  <a:lnTo>
                    <a:pt x="265604" y="0"/>
                  </a:lnTo>
                  <a:lnTo>
                    <a:pt x="7172" y="0"/>
                  </a:lnTo>
                  <a:lnTo>
                    <a:pt x="0" y="7172"/>
                  </a:lnTo>
                  <a:lnTo>
                    <a:pt x="0" y="30103"/>
                  </a:lnTo>
                  <a:lnTo>
                    <a:pt x="7172" y="37276"/>
                  </a:lnTo>
                  <a:lnTo>
                    <a:pt x="274368" y="37276"/>
                  </a:lnTo>
                  <a:lnTo>
                    <a:pt x="281530" y="30103"/>
                  </a:lnTo>
                  <a:lnTo>
                    <a:pt x="281530" y="7172"/>
                  </a:lnTo>
                  <a:lnTo>
                    <a:pt x="274368" y="0"/>
                  </a:lnTo>
                  <a:close/>
                </a:path>
              </a:pathLst>
            </a:custGeom>
            <a:solidFill>
              <a:srgbClr val="94DB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11843220" y="7115612"/>
              <a:ext cx="259079" cy="24130"/>
            </a:xfrm>
            <a:custGeom>
              <a:avLst/>
              <a:gdLst/>
              <a:ahLst/>
              <a:cxnLst/>
              <a:rect l="l" t="t" r="r" b="b"/>
              <a:pathLst>
                <a:path w="259079" h="24129">
                  <a:moveTo>
                    <a:pt x="22860" y="11823"/>
                  </a:moveTo>
                  <a:lnTo>
                    <a:pt x="20002" y="3695"/>
                  </a:lnTo>
                  <a:lnTo>
                    <a:pt x="11430" y="0"/>
                  </a:lnTo>
                  <a:lnTo>
                    <a:pt x="2857" y="3695"/>
                  </a:lnTo>
                  <a:lnTo>
                    <a:pt x="0" y="11823"/>
                  </a:lnTo>
                  <a:lnTo>
                    <a:pt x="2857" y="19951"/>
                  </a:lnTo>
                  <a:lnTo>
                    <a:pt x="11430" y="23647"/>
                  </a:lnTo>
                  <a:lnTo>
                    <a:pt x="20002" y="19951"/>
                  </a:lnTo>
                  <a:lnTo>
                    <a:pt x="22860" y="11823"/>
                  </a:lnTo>
                  <a:close/>
                </a:path>
                <a:path w="259079" h="24129">
                  <a:moveTo>
                    <a:pt x="258978" y="11823"/>
                  </a:moveTo>
                  <a:lnTo>
                    <a:pt x="256120" y="3695"/>
                  </a:lnTo>
                  <a:lnTo>
                    <a:pt x="247548" y="0"/>
                  </a:lnTo>
                  <a:lnTo>
                    <a:pt x="238988" y="3695"/>
                  </a:lnTo>
                  <a:lnTo>
                    <a:pt x="236118" y="11823"/>
                  </a:lnTo>
                  <a:lnTo>
                    <a:pt x="238975" y="19951"/>
                  </a:lnTo>
                  <a:lnTo>
                    <a:pt x="247548" y="23647"/>
                  </a:lnTo>
                  <a:lnTo>
                    <a:pt x="256120" y="19951"/>
                  </a:lnTo>
                  <a:lnTo>
                    <a:pt x="258978" y="11823"/>
                  </a:lnTo>
                  <a:close/>
                </a:path>
              </a:pathLst>
            </a:custGeom>
            <a:solidFill>
              <a:srgbClr val="FFD9C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 descr=""/>
          <p:cNvSpPr/>
          <p:nvPr/>
        </p:nvSpPr>
        <p:spPr>
          <a:xfrm>
            <a:off x="12495211" y="6663066"/>
            <a:ext cx="351155" cy="701675"/>
          </a:xfrm>
          <a:custGeom>
            <a:avLst/>
            <a:gdLst/>
            <a:ahLst/>
            <a:cxnLst/>
            <a:rect l="l" t="t" r="r" b="b"/>
            <a:pathLst>
              <a:path w="351154" h="701675">
                <a:moveTo>
                  <a:pt x="290492" y="0"/>
                </a:moveTo>
                <a:lnTo>
                  <a:pt x="222350" y="27859"/>
                </a:lnTo>
                <a:lnTo>
                  <a:pt x="175710" y="37145"/>
                </a:lnTo>
                <a:lnTo>
                  <a:pt x="129039" y="27859"/>
                </a:lnTo>
                <a:lnTo>
                  <a:pt x="60803" y="0"/>
                </a:lnTo>
                <a:lnTo>
                  <a:pt x="43435" y="2888"/>
                </a:lnTo>
                <a:lnTo>
                  <a:pt x="32081" y="6303"/>
                </a:lnTo>
                <a:lnTo>
                  <a:pt x="21732" y="12451"/>
                </a:lnTo>
                <a:lnTo>
                  <a:pt x="7380" y="23538"/>
                </a:lnTo>
                <a:lnTo>
                  <a:pt x="6874" y="69528"/>
                </a:lnTo>
                <a:lnTo>
                  <a:pt x="6947" y="95822"/>
                </a:lnTo>
                <a:lnTo>
                  <a:pt x="7815" y="112291"/>
                </a:lnTo>
                <a:lnTo>
                  <a:pt x="9694" y="128802"/>
                </a:lnTo>
                <a:lnTo>
                  <a:pt x="13290" y="150281"/>
                </a:lnTo>
                <a:lnTo>
                  <a:pt x="18456" y="186006"/>
                </a:lnTo>
                <a:lnTo>
                  <a:pt x="22652" y="240352"/>
                </a:lnTo>
                <a:lnTo>
                  <a:pt x="23338" y="317697"/>
                </a:lnTo>
                <a:lnTo>
                  <a:pt x="11557" y="389937"/>
                </a:lnTo>
                <a:lnTo>
                  <a:pt x="4657" y="436491"/>
                </a:lnTo>
                <a:lnTo>
                  <a:pt x="459" y="475315"/>
                </a:lnTo>
                <a:lnTo>
                  <a:pt x="0" y="527567"/>
                </a:lnTo>
                <a:lnTo>
                  <a:pt x="2163" y="596415"/>
                </a:lnTo>
                <a:lnTo>
                  <a:pt x="5171" y="661168"/>
                </a:lnTo>
                <a:lnTo>
                  <a:pt x="7244" y="701140"/>
                </a:lnTo>
                <a:lnTo>
                  <a:pt x="74307" y="695852"/>
                </a:lnTo>
                <a:lnTo>
                  <a:pt x="115399" y="693312"/>
                </a:lnTo>
                <a:lnTo>
                  <a:pt x="187123" y="693675"/>
                </a:lnTo>
                <a:lnTo>
                  <a:pt x="239851" y="695570"/>
                </a:lnTo>
                <a:lnTo>
                  <a:pt x="291852" y="698055"/>
                </a:lnTo>
                <a:lnTo>
                  <a:pt x="347349" y="701140"/>
                </a:lnTo>
                <a:lnTo>
                  <a:pt x="349829" y="651701"/>
                </a:lnTo>
                <a:lnTo>
                  <a:pt x="350646" y="587157"/>
                </a:lnTo>
                <a:lnTo>
                  <a:pt x="350487" y="525908"/>
                </a:lnTo>
                <a:lnTo>
                  <a:pt x="350040" y="486351"/>
                </a:lnTo>
                <a:lnTo>
                  <a:pt x="346312" y="452943"/>
                </a:lnTo>
                <a:lnTo>
                  <a:pt x="338137" y="403418"/>
                </a:lnTo>
                <a:lnTo>
                  <a:pt x="329087" y="354004"/>
                </a:lnTo>
                <a:lnTo>
                  <a:pt x="322732" y="320932"/>
                </a:lnTo>
                <a:lnTo>
                  <a:pt x="321875" y="296061"/>
                </a:lnTo>
                <a:lnTo>
                  <a:pt x="321667" y="283587"/>
                </a:lnTo>
                <a:lnTo>
                  <a:pt x="321685" y="271174"/>
                </a:lnTo>
                <a:lnTo>
                  <a:pt x="323198" y="206935"/>
                </a:lnTo>
                <a:lnTo>
                  <a:pt x="325873" y="122758"/>
                </a:lnTo>
                <a:lnTo>
                  <a:pt x="329559" y="18303"/>
                </a:lnTo>
                <a:lnTo>
                  <a:pt x="318729" y="10807"/>
                </a:lnTo>
                <a:lnTo>
                  <a:pt x="311050" y="6402"/>
                </a:lnTo>
                <a:lnTo>
                  <a:pt x="302859" y="3372"/>
                </a:lnTo>
                <a:lnTo>
                  <a:pt x="290492" y="0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 descr=""/>
          <p:cNvSpPr/>
          <p:nvPr/>
        </p:nvSpPr>
        <p:spPr>
          <a:xfrm>
            <a:off x="13670447" y="6663066"/>
            <a:ext cx="351155" cy="701675"/>
          </a:xfrm>
          <a:custGeom>
            <a:avLst/>
            <a:gdLst/>
            <a:ahLst/>
            <a:cxnLst/>
            <a:rect l="l" t="t" r="r" b="b"/>
            <a:pathLst>
              <a:path w="351155" h="701675">
                <a:moveTo>
                  <a:pt x="290496" y="0"/>
                </a:moveTo>
                <a:lnTo>
                  <a:pt x="222354" y="27859"/>
                </a:lnTo>
                <a:lnTo>
                  <a:pt x="175715" y="37145"/>
                </a:lnTo>
                <a:lnTo>
                  <a:pt x="129043" y="27859"/>
                </a:lnTo>
                <a:lnTo>
                  <a:pt x="60807" y="0"/>
                </a:lnTo>
                <a:lnTo>
                  <a:pt x="43439" y="2888"/>
                </a:lnTo>
                <a:lnTo>
                  <a:pt x="32084" y="6303"/>
                </a:lnTo>
                <a:lnTo>
                  <a:pt x="21732" y="12451"/>
                </a:lnTo>
                <a:lnTo>
                  <a:pt x="7374" y="23538"/>
                </a:lnTo>
                <a:lnTo>
                  <a:pt x="6874" y="69528"/>
                </a:lnTo>
                <a:lnTo>
                  <a:pt x="6950" y="95822"/>
                </a:lnTo>
                <a:lnTo>
                  <a:pt x="7819" y="112291"/>
                </a:lnTo>
                <a:lnTo>
                  <a:pt x="9699" y="128802"/>
                </a:lnTo>
                <a:lnTo>
                  <a:pt x="13294" y="150281"/>
                </a:lnTo>
                <a:lnTo>
                  <a:pt x="18460" y="186006"/>
                </a:lnTo>
                <a:lnTo>
                  <a:pt x="22656" y="240352"/>
                </a:lnTo>
                <a:lnTo>
                  <a:pt x="23342" y="317697"/>
                </a:lnTo>
                <a:lnTo>
                  <a:pt x="11557" y="389937"/>
                </a:lnTo>
                <a:lnTo>
                  <a:pt x="4660" y="436491"/>
                </a:lnTo>
                <a:lnTo>
                  <a:pt x="463" y="475315"/>
                </a:lnTo>
                <a:lnTo>
                  <a:pt x="0" y="527567"/>
                </a:lnTo>
                <a:lnTo>
                  <a:pt x="2164" y="596415"/>
                </a:lnTo>
                <a:lnTo>
                  <a:pt x="5174" y="661168"/>
                </a:lnTo>
                <a:lnTo>
                  <a:pt x="7248" y="701140"/>
                </a:lnTo>
                <a:lnTo>
                  <a:pt x="74312" y="695852"/>
                </a:lnTo>
                <a:lnTo>
                  <a:pt x="115404" y="693312"/>
                </a:lnTo>
                <a:lnTo>
                  <a:pt x="187128" y="693675"/>
                </a:lnTo>
                <a:lnTo>
                  <a:pt x="239856" y="695570"/>
                </a:lnTo>
                <a:lnTo>
                  <a:pt x="291856" y="698055"/>
                </a:lnTo>
                <a:lnTo>
                  <a:pt x="347353" y="701140"/>
                </a:lnTo>
                <a:lnTo>
                  <a:pt x="349834" y="651701"/>
                </a:lnTo>
                <a:lnTo>
                  <a:pt x="350650" y="587157"/>
                </a:lnTo>
                <a:lnTo>
                  <a:pt x="350491" y="525908"/>
                </a:lnTo>
                <a:lnTo>
                  <a:pt x="350044" y="486351"/>
                </a:lnTo>
                <a:lnTo>
                  <a:pt x="346316" y="452943"/>
                </a:lnTo>
                <a:lnTo>
                  <a:pt x="338142" y="403418"/>
                </a:lnTo>
                <a:lnTo>
                  <a:pt x="329091" y="354004"/>
                </a:lnTo>
                <a:lnTo>
                  <a:pt x="322736" y="320932"/>
                </a:lnTo>
                <a:lnTo>
                  <a:pt x="321878" y="296061"/>
                </a:lnTo>
                <a:lnTo>
                  <a:pt x="321667" y="283587"/>
                </a:lnTo>
                <a:lnTo>
                  <a:pt x="321679" y="271174"/>
                </a:lnTo>
                <a:lnTo>
                  <a:pt x="323198" y="206935"/>
                </a:lnTo>
                <a:lnTo>
                  <a:pt x="325876" y="122758"/>
                </a:lnTo>
                <a:lnTo>
                  <a:pt x="329563" y="18303"/>
                </a:lnTo>
                <a:lnTo>
                  <a:pt x="318734" y="10807"/>
                </a:lnTo>
                <a:lnTo>
                  <a:pt x="311055" y="6402"/>
                </a:lnTo>
                <a:lnTo>
                  <a:pt x="302863" y="3372"/>
                </a:lnTo>
                <a:lnTo>
                  <a:pt x="290496" y="0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 descr=""/>
          <p:cNvSpPr/>
          <p:nvPr/>
        </p:nvSpPr>
        <p:spPr>
          <a:xfrm>
            <a:off x="13252346" y="6663060"/>
            <a:ext cx="356235" cy="702310"/>
          </a:xfrm>
          <a:custGeom>
            <a:avLst/>
            <a:gdLst/>
            <a:ahLst/>
            <a:cxnLst/>
            <a:rect l="l" t="t" r="r" b="b"/>
            <a:pathLst>
              <a:path w="356234" h="702309">
                <a:moveTo>
                  <a:pt x="60982" y="0"/>
                </a:moveTo>
                <a:lnTo>
                  <a:pt x="38734" y="6310"/>
                </a:lnTo>
                <a:lnTo>
                  <a:pt x="25216" y="10787"/>
                </a:lnTo>
                <a:lnTo>
                  <a:pt x="14938" y="15566"/>
                </a:lnTo>
                <a:lnTo>
                  <a:pt x="2408" y="22784"/>
                </a:lnTo>
                <a:lnTo>
                  <a:pt x="4886" y="69210"/>
                </a:lnTo>
                <a:lnTo>
                  <a:pt x="6491" y="95730"/>
                </a:lnTo>
                <a:lnTo>
                  <a:pt x="7924" y="112284"/>
                </a:lnTo>
                <a:lnTo>
                  <a:pt x="9884" y="128812"/>
                </a:lnTo>
                <a:lnTo>
                  <a:pt x="13479" y="150286"/>
                </a:lnTo>
                <a:lnTo>
                  <a:pt x="18646" y="186008"/>
                </a:lnTo>
                <a:lnTo>
                  <a:pt x="22842" y="240356"/>
                </a:lnTo>
                <a:lnTo>
                  <a:pt x="23528" y="317707"/>
                </a:lnTo>
                <a:lnTo>
                  <a:pt x="11418" y="386942"/>
                </a:lnTo>
                <a:lnTo>
                  <a:pt x="4297" y="431430"/>
                </a:lnTo>
                <a:lnTo>
                  <a:pt x="0" y="469315"/>
                </a:lnTo>
                <a:lnTo>
                  <a:pt x="1396" y="509633"/>
                </a:lnTo>
                <a:lnTo>
                  <a:pt x="7511" y="563919"/>
                </a:lnTo>
                <a:lnTo>
                  <a:pt x="15559" y="621114"/>
                </a:lnTo>
                <a:lnTo>
                  <a:pt x="22755" y="670161"/>
                </a:lnTo>
                <a:lnTo>
                  <a:pt x="26313" y="699999"/>
                </a:lnTo>
                <a:lnTo>
                  <a:pt x="82462" y="695377"/>
                </a:lnTo>
                <a:lnTo>
                  <a:pt x="117949" y="693179"/>
                </a:lnTo>
                <a:lnTo>
                  <a:pt x="147868" y="692812"/>
                </a:lnTo>
                <a:lnTo>
                  <a:pt x="187313" y="693685"/>
                </a:lnTo>
                <a:lnTo>
                  <a:pt x="240848" y="695666"/>
                </a:lnTo>
                <a:lnTo>
                  <a:pt x="294623" y="698350"/>
                </a:lnTo>
                <a:lnTo>
                  <a:pt x="352701" y="701727"/>
                </a:lnTo>
                <a:lnTo>
                  <a:pt x="354959" y="644862"/>
                </a:lnTo>
                <a:lnTo>
                  <a:pt x="356100" y="584322"/>
                </a:lnTo>
                <a:lnTo>
                  <a:pt x="355845" y="527127"/>
                </a:lnTo>
                <a:lnTo>
                  <a:pt x="353915" y="480299"/>
                </a:lnTo>
                <a:lnTo>
                  <a:pt x="348975" y="447856"/>
                </a:lnTo>
                <a:lnTo>
                  <a:pt x="339604" y="400413"/>
                </a:lnTo>
                <a:lnTo>
                  <a:pt x="322922" y="320943"/>
                </a:lnTo>
                <a:lnTo>
                  <a:pt x="322059" y="296066"/>
                </a:lnTo>
                <a:lnTo>
                  <a:pt x="321851" y="283592"/>
                </a:lnTo>
                <a:lnTo>
                  <a:pt x="321864" y="271174"/>
                </a:lnTo>
                <a:lnTo>
                  <a:pt x="323072" y="207277"/>
                </a:lnTo>
                <a:lnTo>
                  <a:pt x="327759" y="20491"/>
                </a:lnTo>
                <a:lnTo>
                  <a:pt x="310695" y="13111"/>
                </a:lnTo>
                <a:lnTo>
                  <a:pt x="299814" y="8765"/>
                </a:lnTo>
                <a:lnTo>
                  <a:pt x="290442" y="5756"/>
                </a:lnTo>
                <a:lnTo>
                  <a:pt x="277907" y="2387"/>
                </a:lnTo>
                <a:lnTo>
                  <a:pt x="217150" y="28872"/>
                </a:lnTo>
                <a:lnTo>
                  <a:pt x="174302" y="37451"/>
                </a:lnTo>
                <a:lnTo>
                  <a:pt x="129025" y="27902"/>
                </a:lnTo>
                <a:lnTo>
                  <a:pt x="60982" y="0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 descr=""/>
          <p:cNvSpPr/>
          <p:nvPr/>
        </p:nvSpPr>
        <p:spPr>
          <a:xfrm>
            <a:off x="12910655" y="6665524"/>
            <a:ext cx="266065" cy="729615"/>
          </a:xfrm>
          <a:custGeom>
            <a:avLst/>
            <a:gdLst/>
            <a:ahLst/>
            <a:cxnLst/>
            <a:rect l="l" t="t" r="r" b="b"/>
            <a:pathLst>
              <a:path w="266065" h="729615">
                <a:moveTo>
                  <a:pt x="265861" y="499643"/>
                </a:moveTo>
                <a:lnTo>
                  <a:pt x="264007" y="458254"/>
                </a:lnTo>
                <a:lnTo>
                  <a:pt x="257987" y="420598"/>
                </a:lnTo>
                <a:lnTo>
                  <a:pt x="253987" y="384327"/>
                </a:lnTo>
                <a:lnTo>
                  <a:pt x="250888" y="331114"/>
                </a:lnTo>
                <a:lnTo>
                  <a:pt x="248285" y="268211"/>
                </a:lnTo>
                <a:lnTo>
                  <a:pt x="245732" y="202882"/>
                </a:lnTo>
                <a:lnTo>
                  <a:pt x="245033" y="188404"/>
                </a:lnTo>
                <a:lnTo>
                  <a:pt x="242811" y="142367"/>
                </a:lnTo>
                <a:lnTo>
                  <a:pt x="239115" y="93941"/>
                </a:lnTo>
                <a:lnTo>
                  <a:pt x="223647" y="37998"/>
                </a:lnTo>
                <a:lnTo>
                  <a:pt x="202298" y="0"/>
                </a:lnTo>
                <a:lnTo>
                  <a:pt x="196735" y="127"/>
                </a:lnTo>
                <a:lnTo>
                  <a:pt x="196735" y="112153"/>
                </a:lnTo>
                <a:lnTo>
                  <a:pt x="193217" y="151066"/>
                </a:lnTo>
                <a:lnTo>
                  <a:pt x="173558" y="177787"/>
                </a:lnTo>
                <a:lnTo>
                  <a:pt x="141668" y="188404"/>
                </a:lnTo>
                <a:lnTo>
                  <a:pt x="109728" y="185191"/>
                </a:lnTo>
                <a:lnTo>
                  <a:pt x="89954" y="170472"/>
                </a:lnTo>
                <a:lnTo>
                  <a:pt x="81368" y="147535"/>
                </a:lnTo>
                <a:lnTo>
                  <a:pt x="76695" y="119126"/>
                </a:lnTo>
                <a:lnTo>
                  <a:pt x="78638" y="86766"/>
                </a:lnTo>
                <a:lnTo>
                  <a:pt x="89954" y="51930"/>
                </a:lnTo>
                <a:lnTo>
                  <a:pt x="109296" y="27114"/>
                </a:lnTo>
                <a:lnTo>
                  <a:pt x="129857" y="18732"/>
                </a:lnTo>
                <a:lnTo>
                  <a:pt x="146189" y="19240"/>
                </a:lnTo>
                <a:lnTo>
                  <a:pt x="152857" y="21082"/>
                </a:lnTo>
                <a:lnTo>
                  <a:pt x="174434" y="38938"/>
                </a:lnTo>
                <a:lnTo>
                  <a:pt x="189776" y="72034"/>
                </a:lnTo>
                <a:lnTo>
                  <a:pt x="196735" y="112153"/>
                </a:lnTo>
                <a:lnTo>
                  <a:pt x="196735" y="127"/>
                </a:lnTo>
                <a:lnTo>
                  <a:pt x="163309" y="863"/>
                </a:lnTo>
                <a:lnTo>
                  <a:pt x="140703" y="2806"/>
                </a:lnTo>
                <a:lnTo>
                  <a:pt x="125844" y="7302"/>
                </a:lnTo>
                <a:lnTo>
                  <a:pt x="110058" y="15849"/>
                </a:lnTo>
                <a:lnTo>
                  <a:pt x="84340" y="23977"/>
                </a:lnTo>
                <a:lnTo>
                  <a:pt x="41122" y="59385"/>
                </a:lnTo>
                <a:lnTo>
                  <a:pt x="8674" y="115443"/>
                </a:lnTo>
                <a:lnTo>
                  <a:pt x="38" y="177787"/>
                </a:lnTo>
                <a:lnTo>
                  <a:pt x="0" y="188404"/>
                </a:lnTo>
                <a:lnTo>
                  <a:pt x="393" y="232981"/>
                </a:lnTo>
                <a:lnTo>
                  <a:pt x="1778" y="294436"/>
                </a:lnTo>
                <a:lnTo>
                  <a:pt x="3771" y="358749"/>
                </a:lnTo>
                <a:lnTo>
                  <a:pt x="6096" y="418426"/>
                </a:lnTo>
                <a:lnTo>
                  <a:pt x="10045" y="499681"/>
                </a:lnTo>
                <a:lnTo>
                  <a:pt x="9486" y="503085"/>
                </a:lnTo>
                <a:lnTo>
                  <a:pt x="8089" y="552272"/>
                </a:lnTo>
                <a:lnTo>
                  <a:pt x="10426" y="596519"/>
                </a:lnTo>
                <a:lnTo>
                  <a:pt x="12776" y="635482"/>
                </a:lnTo>
                <a:lnTo>
                  <a:pt x="17907" y="697547"/>
                </a:lnTo>
                <a:lnTo>
                  <a:pt x="100126" y="721296"/>
                </a:lnTo>
                <a:lnTo>
                  <a:pt x="152387" y="729221"/>
                </a:lnTo>
                <a:lnTo>
                  <a:pt x="197104" y="721296"/>
                </a:lnTo>
                <a:lnTo>
                  <a:pt x="256616" y="697547"/>
                </a:lnTo>
                <a:lnTo>
                  <a:pt x="263448" y="570763"/>
                </a:lnTo>
                <a:lnTo>
                  <a:pt x="265861" y="499643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1" name="object 91" descr=""/>
          <p:cNvGrpSpPr/>
          <p:nvPr/>
        </p:nvGrpSpPr>
        <p:grpSpPr>
          <a:xfrm>
            <a:off x="13509620" y="5154981"/>
            <a:ext cx="460375" cy="537845"/>
            <a:chOff x="13509620" y="5154981"/>
            <a:chExt cx="460375" cy="537845"/>
          </a:xfrm>
        </p:grpSpPr>
        <p:sp>
          <p:nvSpPr>
            <p:cNvPr id="92" name="object 92" descr=""/>
            <p:cNvSpPr/>
            <p:nvPr/>
          </p:nvSpPr>
          <p:spPr>
            <a:xfrm>
              <a:off x="13509621" y="5154981"/>
              <a:ext cx="460375" cy="537845"/>
            </a:xfrm>
            <a:custGeom>
              <a:avLst/>
              <a:gdLst/>
              <a:ahLst/>
              <a:cxnLst/>
              <a:rect l="l" t="t" r="r" b="b"/>
              <a:pathLst>
                <a:path w="460375" h="537845">
                  <a:moveTo>
                    <a:pt x="86468" y="0"/>
                  </a:moveTo>
                  <a:lnTo>
                    <a:pt x="56676" y="78205"/>
                  </a:lnTo>
                  <a:lnTo>
                    <a:pt x="40540" y="124259"/>
                  </a:lnTo>
                  <a:lnTo>
                    <a:pt x="26888" y="191858"/>
                  </a:lnTo>
                  <a:lnTo>
                    <a:pt x="19193" y="266264"/>
                  </a:lnTo>
                  <a:lnTo>
                    <a:pt x="10338" y="373258"/>
                  </a:lnTo>
                  <a:lnTo>
                    <a:pt x="3036" y="469347"/>
                  </a:lnTo>
                  <a:lnTo>
                    <a:pt x="0" y="511034"/>
                  </a:lnTo>
                  <a:lnTo>
                    <a:pt x="178033" y="532100"/>
                  </a:lnTo>
                  <a:lnTo>
                    <a:pt x="285331" y="537850"/>
                  </a:lnTo>
                  <a:lnTo>
                    <a:pt x="365051" y="527140"/>
                  </a:lnTo>
                  <a:lnTo>
                    <a:pt x="460350" y="498825"/>
                  </a:lnTo>
                  <a:lnTo>
                    <a:pt x="444709" y="332727"/>
                  </a:lnTo>
                  <a:lnTo>
                    <a:pt x="433660" y="238466"/>
                  </a:lnTo>
                  <a:lnTo>
                    <a:pt x="421951" y="181028"/>
                  </a:lnTo>
                  <a:lnTo>
                    <a:pt x="404331" y="125412"/>
                  </a:lnTo>
                  <a:lnTo>
                    <a:pt x="384894" y="68480"/>
                  </a:lnTo>
                  <a:lnTo>
                    <a:pt x="371146" y="29515"/>
                  </a:lnTo>
                  <a:lnTo>
                    <a:pt x="215968" y="19641"/>
                  </a:lnTo>
                  <a:lnTo>
                    <a:pt x="162202" y="14730"/>
                  </a:lnTo>
                  <a:lnTo>
                    <a:pt x="86468" y="0"/>
                  </a:lnTo>
                  <a:close/>
                </a:path>
                <a:path w="460375" h="537845">
                  <a:moveTo>
                    <a:pt x="360281" y="0"/>
                  </a:moveTo>
                  <a:lnTo>
                    <a:pt x="273439" y="14730"/>
                  </a:lnTo>
                  <a:lnTo>
                    <a:pt x="215968" y="19641"/>
                  </a:lnTo>
                  <a:lnTo>
                    <a:pt x="367541" y="19641"/>
                  </a:lnTo>
                  <a:lnTo>
                    <a:pt x="362979" y="7149"/>
                  </a:lnTo>
                  <a:lnTo>
                    <a:pt x="360281" y="0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13509613" y="5155406"/>
              <a:ext cx="458470" cy="537845"/>
            </a:xfrm>
            <a:custGeom>
              <a:avLst/>
              <a:gdLst/>
              <a:ahLst/>
              <a:cxnLst/>
              <a:rect l="l" t="t" r="r" b="b"/>
              <a:pathLst>
                <a:path w="458469" h="537845">
                  <a:moveTo>
                    <a:pt x="3975" y="456666"/>
                  </a:moveTo>
                  <a:lnTo>
                    <a:pt x="0" y="510616"/>
                  </a:lnTo>
                  <a:lnTo>
                    <a:pt x="3975" y="511086"/>
                  </a:lnTo>
                  <a:lnTo>
                    <a:pt x="3975" y="456666"/>
                  </a:lnTo>
                  <a:close/>
                </a:path>
                <a:path w="458469" h="537845">
                  <a:moveTo>
                    <a:pt x="21437" y="243840"/>
                  </a:moveTo>
                  <a:lnTo>
                    <a:pt x="20358" y="243840"/>
                  </a:lnTo>
                  <a:lnTo>
                    <a:pt x="20358" y="265430"/>
                  </a:lnTo>
                  <a:lnTo>
                    <a:pt x="16332" y="265430"/>
                  </a:lnTo>
                  <a:lnTo>
                    <a:pt x="16332" y="335280"/>
                  </a:lnTo>
                  <a:lnTo>
                    <a:pt x="13500" y="335280"/>
                  </a:lnTo>
                  <a:lnTo>
                    <a:pt x="13500" y="511810"/>
                  </a:lnTo>
                  <a:lnTo>
                    <a:pt x="15506" y="511810"/>
                  </a:lnTo>
                  <a:lnTo>
                    <a:pt x="15506" y="513080"/>
                  </a:lnTo>
                  <a:lnTo>
                    <a:pt x="21437" y="513080"/>
                  </a:lnTo>
                  <a:lnTo>
                    <a:pt x="21437" y="511810"/>
                  </a:lnTo>
                  <a:lnTo>
                    <a:pt x="21437" y="335280"/>
                  </a:lnTo>
                  <a:lnTo>
                    <a:pt x="21437" y="265430"/>
                  </a:lnTo>
                  <a:lnTo>
                    <a:pt x="21437" y="243840"/>
                  </a:lnTo>
                  <a:close/>
                </a:path>
                <a:path w="458469" h="537845">
                  <a:moveTo>
                    <a:pt x="38887" y="130810"/>
                  </a:moveTo>
                  <a:lnTo>
                    <a:pt x="35560" y="130810"/>
                  </a:lnTo>
                  <a:lnTo>
                    <a:pt x="35560" y="156210"/>
                  </a:lnTo>
                  <a:lnTo>
                    <a:pt x="31699" y="156210"/>
                  </a:lnTo>
                  <a:lnTo>
                    <a:pt x="31699" y="165100"/>
                  </a:lnTo>
                  <a:lnTo>
                    <a:pt x="30949" y="165100"/>
                  </a:lnTo>
                  <a:lnTo>
                    <a:pt x="30949" y="514350"/>
                  </a:lnTo>
                  <a:lnTo>
                    <a:pt x="36982" y="514350"/>
                  </a:lnTo>
                  <a:lnTo>
                    <a:pt x="36982" y="515620"/>
                  </a:lnTo>
                  <a:lnTo>
                    <a:pt x="38887" y="515620"/>
                  </a:lnTo>
                  <a:lnTo>
                    <a:pt x="38887" y="514350"/>
                  </a:lnTo>
                  <a:lnTo>
                    <a:pt x="38887" y="165100"/>
                  </a:lnTo>
                  <a:lnTo>
                    <a:pt x="38887" y="156210"/>
                  </a:lnTo>
                  <a:lnTo>
                    <a:pt x="38887" y="130810"/>
                  </a:lnTo>
                  <a:close/>
                </a:path>
                <a:path w="458469" h="537845">
                  <a:moveTo>
                    <a:pt x="56349" y="78701"/>
                  </a:moveTo>
                  <a:lnTo>
                    <a:pt x="48425" y="101358"/>
                  </a:lnTo>
                  <a:lnTo>
                    <a:pt x="48425" y="516343"/>
                  </a:lnTo>
                  <a:lnTo>
                    <a:pt x="56349" y="517283"/>
                  </a:lnTo>
                  <a:lnTo>
                    <a:pt x="56349" y="78701"/>
                  </a:lnTo>
                  <a:close/>
                </a:path>
                <a:path w="458469" h="537845">
                  <a:moveTo>
                    <a:pt x="73812" y="32804"/>
                  </a:moveTo>
                  <a:lnTo>
                    <a:pt x="65874" y="53644"/>
                  </a:lnTo>
                  <a:lnTo>
                    <a:pt x="65874" y="518414"/>
                  </a:lnTo>
                  <a:lnTo>
                    <a:pt x="73812" y="519353"/>
                  </a:lnTo>
                  <a:lnTo>
                    <a:pt x="73812" y="32804"/>
                  </a:lnTo>
                  <a:close/>
                </a:path>
                <a:path w="458469" h="537845">
                  <a:moveTo>
                    <a:pt x="91274" y="0"/>
                  </a:moveTo>
                  <a:lnTo>
                    <a:pt x="84848" y="0"/>
                  </a:lnTo>
                  <a:lnTo>
                    <a:pt x="84848" y="7620"/>
                  </a:lnTo>
                  <a:lnTo>
                    <a:pt x="83337" y="7620"/>
                  </a:lnTo>
                  <a:lnTo>
                    <a:pt x="83337" y="520700"/>
                  </a:lnTo>
                  <a:lnTo>
                    <a:pt x="90639" y="520700"/>
                  </a:lnTo>
                  <a:lnTo>
                    <a:pt x="90639" y="521970"/>
                  </a:lnTo>
                  <a:lnTo>
                    <a:pt x="91274" y="521970"/>
                  </a:lnTo>
                  <a:lnTo>
                    <a:pt x="91274" y="520700"/>
                  </a:lnTo>
                  <a:lnTo>
                    <a:pt x="91274" y="7620"/>
                  </a:lnTo>
                  <a:lnTo>
                    <a:pt x="91274" y="0"/>
                  </a:lnTo>
                  <a:close/>
                </a:path>
                <a:path w="458469" h="537845">
                  <a:moveTo>
                    <a:pt x="108737" y="3911"/>
                  </a:moveTo>
                  <a:lnTo>
                    <a:pt x="100799" y="2362"/>
                  </a:lnTo>
                  <a:lnTo>
                    <a:pt x="100799" y="522541"/>
                  </a:lnTo>
                  <a:lnTo>
                    <a:pt x="108737" y="523481"/>
                  </a:lnTo>
                  <a:lnTo>
                    <a:pt x="108737" y="3911"/>
                  </a:lnTo>
                  <a:close/>
                </a:path>
                <a:path w="458469" h="537845">
                  <a:moveTo>
                    <a:pt x="126199" y="7302"/>
                  </a:moveTo>
                  <a:lnTo>
                    <a:pt x="118262" y="5765"/>
                  </a:lnTo>
                  <a:lnTo>
                    <a:pt x="118262" y="524611"/>
                  </a:lnTo>
                  <a:lnTo>
                    <a:pt x="126199" y="525551"/>
                  </a:lnTo>
                  <a:lnTo>
                    <a:pt x="126199" y="7302"/>
                  </a:lnTo>
                  <a:close/>
                </a:path>
                <a:path w="458469" h="537845">
                  <a:moveTo>
                    <a:pt x="143662" y="10706"/>
                  </a:moveTo>
                  <a:lnTo>
                    <a:pt x="135724" y="9156"/>
                  </a:lnTo>
                  <a:lnTo>
                    <a:pt x="135724" y="526669"/>
                  </a:lnTo>
                  <a:lnTo>
                    <a:pt x="143662" y="527608"/>
                  </a:lnTo>
                  <a:lnTo>
                    <a:pt x="143662" y="10706"/>
                  </a:lnTo>
                  <a:close/>
                </a:path>
                <a:path w="458469" h="537845">
                  <a:moveTo>
                    <a:pt x="161112" y="14097"/>
                  </a:moveTo>
                  <a:lnTo>
                    <a:pt x="153174" y="12560"/>
                  </a:lnTo>
                  <a:lnTo>
                    <a:pt x="153174" y="528739"/>
                  </a:lnTo>
                  <a:lnTo>
                    <a:pt x="161112" y="529678"/>
                  </a:lnTo>
                  <a:lnTo>
                    <a:pt x="161112" y="14097"/>
                  </a:lnTo>
                  <a:close/>
                </a:path>
                <a:path w="458469" h="537845">
                  <a:moveTo>
                    <a:pt x="178587" y="15240"/>
                  </a:moveTo>
                  <a:lnTo>
                    <a:pt x="170649" y="15240"/>
                  </a:lnTo>
                  <a:lnTo>
                    <a:pt x="170649" y="530860"/>
                  </a:lnTo>
                  <a:lnTo>
                    <a:pt x="176504" y="530860"/>
                  </a:lnTo>
                  <a:lnTo>
                    <a:pt x="176504" y="532130"/>
                  </a:lnTo>
                  <a:lnTo>
                    <a:pt x="178587" y="532130"/>
                  </a:lnTo>
                  <a:lnTo>
                    <a:pt x="178587" y="530860"/>
                  </a:lnTo>
                  <a:lnTo>
                    <a:pt x="178587" y="15240"/>
                  </a:lnTo>
                  <a:close/>
                </a:path>
                <a:path w="458469" h="537845">
                  <a:moveTo>
                    <a:pt x="196037" y="17399"/>
                  </a:moveTo>
                  <a:lnTo>
                    <a:pt x="188099" y="16675"/>
                  </a:lnTo>
                  <a:lnTo>
                    <a:pt x="188099" y="532218"/>
                  </a:lnTo>
                  <a:lnTo>
                    <a:pt x="196037" y="532650"/>
                  </a:lnTo>
                  <a:lnTo>
                    <a:pt x="196037" y="17399"/>
                  </a:lnTo>
                  <a:close/>
                </a:path>
                <a:path w="458469" h="537845">
                  <a:moveTo>
                    <a:pt x="213499" y="18999"/>
                  </a:moveTo>
                  <a:lnTo>
                    <a:pt x="205562" y="18275"/>
                  </a:lnTo>
                  <a:lnTo>
                    <a:pt x="205562" y="533158"/>
                  </a:lnTo>
                  <a:lnTo>
                    <a:pt x="213499" y="533577"/>
                  </a:lnTo>
                  <a:lnTo>
                    <a:pt x="213499" y="18999"/>
                  </a:lnTo>
                  <a:close/>
                </a:path>
                <a:path w="458469" h="537845">
                  <a:moveTo>
                    <a:pt x="230962" y="17945"/>
                  </a:moveTo>
                  <a:lnTo>
                    <a:pt x="223024" y="18618"/>
                  </a:lnTo>
                  <a:lnTo>
                    <a:pt x="223024" y="534098"/>
                  </a:lnTo>
                  <a:lnTo>
                    <a:pt x="230962" y="534517"/>
                  </a:lnTo>
                  <a:lnTo>
                    <a:pt x="230962" y="17945"/>
                  </a:lnTo>
                  <a:close/>
                </a:path>
                <a:path w="458469" h="537845">
                  <a:moveTo>
                    <a:pt x="248424" y="16446"/>
                  </a:moveTo>
                  <a:lnTo>
                    <a:pt x="240487" y="17132"/>
                  </a:lnTo>
                  <a:lnTo>
                    <a:pt x="240487" y="535025"/>
                  </a:lnTo>
                  <a:lnTo>
                    <a:pt x="248424" y="535457"/>
                  </a:lnTo>
                  <a:lnTo>
                    <a:pt x="248424" y="16446"/>
                  </a:lnTo>
                  <a:close/>
                </a:path>
                <a:path w="458469" h="537845">
                  <a:moveTo>
                    <a:pt x="265887" y="14960"/>
                  </a:moveTo>
                  <a:lnTo>
                    <a:pt x="257949" y="15633"/>
                  </a:lnTo>
                  <a:lnTo>
                    <a:pt x="257949" y="535965"/>
                  </a:lnTo>
                  <a:lnTo>
                    <a:pt x="265887" y="536384"/>
                  </a:lnTo>
                  <a:lnTo>
                    <a:pt x="265887" y="14960"/>
                  </a:lnTo>
                  <a:close/>
                </a:path>
                <a:path w="458469" h="537845">
                  <a:moveTo>
                    <a:pt x="283349" y="12623"/>
                  </a:moveTo>
                  <a:lnTo>
                    <a:pt x="275412" y="13982"/>
                  </a:lnTo>
                  <a:lnTo>
                    <a:pt x="275412" y="536905"/>
                  </a:lnTo>
                  <a:lnTo>
                    <a:pt x="283349" y="537324"/>
                  </a:lnTo>
                  <a:lnTo>
                    <a:pt x="283349" y="12623"/>
                  </a:lnTo>
                  <a:close/>
                </a:path>
                <a:path w="458469" h="537845">
                  <a:moveTo>
                    <a:pt x="300812" y="9664"/>
                  </a:moveTo>
                  <a:lnTo>
                    <a:pt x="292874" y="11010"/>
                  </a:lnTo>
                  <a:lnTo>
                    <a:pt x="292874" y="536422"/>
                  </a:lnTo>
                  <a:lnTo>
                    <a:pt x="300812" y="535355"/>
                  </a:lnTo>
                  <a:lnTo>
                    <a:pt x="300812" y="9664"/>
                  </a:lnTo>
                  <a:close/>
                </a:path>
                <a:path w="458469" h="537845">
                  <a:moveTo>
                    <a:pt x="318262" y="6705"/>
                  </a:moveTo>
                  <a:lnTo>
                    <a:pt x="310324" y="8051"/>
                  </a:lnTo>
                  <a:lnTo>
                    <a:pt x="310324" y="534073"/>
                  </a:lnTo>
                  <a:lnTo>
                    <a:pt x="318262" y="533006"/>
                  </a:lnTo>
                  <a:lnTo>
                    <a:pt x="318262" y="6705"/>
                  </a:lnTo>
                  <a:close/>
                </a:path>
                <a:path w="458469" h="537845">
                  <a:moveTo>
                    <a:pt x="335724" y="3746"/>
                  </a:moveTo>
                  <a:lnTo>
                    <a:pt x="327787" y="5092"/>
                  </a:lnTo>
                  <a:lnTo>
                    <a:pt x="327787" y="531723"/>
                  </a:lnTo>
                  <a:lnTo>
                    <a:pt x="335724" y="530656"/>
                  </a:lnTo>
                  <a:lnTo>
                    <a:pt x="335724" y="3746"/>
                  </a:lnTo>
                  <a:close/>
                </a:path>
                <a:path w="458469" h="537845">
                  <a:moveTo>
                    <a:pt x="353187" y="774"/>
                  </a:moveTo>
                  <a:lnTo>
                    <a:pt x="345249" y="2120"/>
                  </a:lnTo>
                  <a:lnTo>
                    <a:pt x="345249" y="529386"/>
                  </a:lnTo>
                  <a:lnTo>
                    <a:pt x="353187" y="528320"/>
                  </a:lnTo>
                  <a:lnTo>
                    <a:pt x="353187" y="774"/>
                  </a:lnTo>
                  <a:close/>
                </a:path>
                <a:path w="458469" h="537845">
                  <a:moveTo>
                    <a:pt x="370649" y="27940"/>
                  </a:moveTo>
                  <a:lnTo>
                    <a:pt x="366788" y="27940"/>
                  </a:lnTo>
                  <a:lnTo>
                    <a:pt x="366788" y="6350"/>
                  </a:lnTo>
                  <a:lnTo>
                    <a:pt x="362712" y="6350"/>
                  </a:lnTo>
                  <a:lnTo>
                    <a:pt x="362712" y="27940"/>
                  </a:lnTo>
                  <a:lnTo>
                    <a:pt x="362712" y="524510"/>
                  </a:lnTo>
                  <a:lnTo>
                    <a:pt x="362712" y="527050"/>
                  </a:lnTo>
                  <a:lnTo>
                    <a:pt x="368198" y="527050"/>
                  </a:lnTo>
                  <a:lnTo>
                    <a:pt x="368198" y="524510"/>
                  </a:lnTo>
                  <a:lnTo>
                    <a:pt x="370649" y="524510"/>
                  </a:lnTo>
                  <a:lnTo>
                    <a:pt x="370649" y="27940"/>
                  </a:lnTo>
                  <a:close/>
                </a:path>
                <a:path w="458469" h="537845">
                  <a:moveTo>
                    <a:pt x="388112" y="77470"/>
                  </a:moveTo>
                  <a:lnTo>
                    <a:pt x="386600" y="77470"/>
                  </a:lnTo>
                  <a:lnTo>
                    <a:pt x="386600" y="68580"/>
                  </a:lnTo>
                  <a:lnTo>
                    <a:pt x="382612" y="68580"/>
                  </a:lnTo>
                  <a:lnTo>
                    <a:pt x="382612" y="54610"/>
                  </a:lnTo>
                  <a:lnTo>
                    <a:pt x="380174" y="54610"/>
                  </a:lnTo>
                  <a:lnTo>
                    <a:pt x="380174" y="68580"/>
                  </a:lnTo>
                  <a:lnTo>
                    <a:pt x="380174" y="77470"/>
                  </a:lnTo>
                  <a:lnTo>
                    <a:pt x="380174" y="519430"/>
                  </a:lnTo>
                  <a:lnTo>
                    <a:pt x="380174" y="521970"/>
                  </a:lnTo>
                  <a:lnTo>
                    <a:pt x="385305" y="521970"/>
                  </a:lnTo>
                  <a:lnTo>
                    <a:pt x="385305" y="519430"/>
                  </a:lnTo>
                  <a:lnTo>
                    <a:pt x="388112" y="519430"/>
                  </a:lnTo>
                  <a:lnTo>
                    <a:pt x="388112" y="77470"/>
                  </a:lnTo>
                  <a:close/>
                </a:path>
                <a:path w="458469" h="537845">
                  <a:moveTo>
                    <a:pt x="405574" y="128270"/>
                  </a:moveTo>
                  <a:lnTo>
                    <a:pt x="404774" y="128270"/>
                  </a:lnTo>
                  <a:lnTo>
                    <a:pt x="404774" y="124460"/>
                  </a:lnTo>
                  <a:lnTo>
                    <a:pt x="400900" y="124460"/>
                  </a:lnTo>
                  <a:lnTo>
                    <a:pt x="400900" y="105410"/>
                  </a:lnTo>
                  <a:lnTo>
                    <a:pt x="397637" y="105410"/>
                  </a:lnTo>
                  <a:lnTo>
                    <a:pt x="397637" y="124460"/>
                  </a:lnTo>
                  <a:lnTo>
                    <a:pt x="397637" y="128270"/>
                  </a:lnTo>
                  <a:lnTo>
                    <a:pt x="397637" y="514350"/>
                  </a:lnTo>
                  <a:lnTo>
                    <a:pt x="397637" y="516890"/>
                  </a:lnTo>
                  <a:lnTo>
                    <a:pt x="402399" y="516890"/>
                  </a:lnTo>
                  <a:lnTo>
                    <a:pt x="402399" y="514350"/>
                  </a:lnTo>
                  <a:lnTo>
                    <a:pt x="405574" y="514350"/>
                  </a:lnTo>
                  <a:lnTo>
                    <a:pt x="405574" y="128270"/>
                  </a:lnTo>
                  <a:close/>
                </a:path>
                <a:path w="458469" h="537845">
                  <a:moveTo>
                    <a:pt x="423037" y="185420"/>
                  </a:moveTo>
                  <a:lnTo>
                    <a:pt x="422414" y="185420"/>
                  </a:lnTo>
                  <a:lnTo>
                    <a:pt x="422414" y="180340"/>
                  </a:lnTo>
                  <a:lnTo>
                    <a:pt x="418452" y="180340"/>
                  </a:lnTo>
                  <a:lnTo>
                    <a:pt x="418452" y="158750"/>
                  </a:lnTo>
                  <a:lnTo>
                    <a:pt x="415099" y="158750"/>
                  </a:lnTo>
                  <a:lnTo>
                    <a:pt x="415099" y="180340"/>
                  </a:lnTo>
                  <a:lnTo>
                    <a:pt x="415099" y="185420"/>
                  </a:lnTo>
                  <a:lnTo>
                    <a:pt x="415099" y="509270"/>
                  </a:lnTo>
                  <a:lnTo>
                    <a:pt x="415099" y="511810"/>
                  </a:lnTo>
                  <a:lnTo>
                    <a:pt x="419493" y="511810"/>
                  </a:lnTo>
                  <a:lnTo>
                    <a:pt x="419493" y="509270"/>
                  </a:lnTo>
                  <a:lnTo>
                    <a:pt x="423037" y="509270"/>
                  </a:lnTo>
                  <a:lnTo>
                    <a:pt x="423037" y="185420"/>
                  </a:lnTo>
                  <a:close/>
                </a:path>
                <a:path w="458469" h="537845">
                  <a:moveTo>
                    <a:pt x="440486" y="295910"/>
                  </a:moveTo>
                  <a:lnTo>
                    <a:pt x="437019" y="295910"/>
                  </a:lnTo>
                  <a:lnTo>
                    <a:pt x="437019" y="237490"/>
                  </a:lnTo>
                  <a:lnTo>
                    <a:pt x="433031" y="237490"/>
                  </a:lnTo>
                  <a:lnTo>
                    <a:pt x="433031" y="232410"/>
                  </a:lnTo>
                  <a:lnTo>
                    <a:pt x="432549" y="232410"/>
                  </a:lnTo>
                  <a:lnTo>
                    <a:pt x="432549" y="237490"/>
                  </a:lnTo>
                  <a:lnTo>
                    <a:pt x="432549" y="295910"/>
                  </a:lnTo>
                  <a:lnTo>
                    <a:pt x="432549" y="504190"/>
                  </a:lnTo>
                  <a:lnTo>
                    <a:pt x="432549" y="506730"/>
                  </a:lnTo>
                  <a:lnTo>
                    <a:pt x="436600" y="506730"/>
                  </a:lnTo>
                  <a:lnTo>
                    <a:pt x="436600" y="504190"/>
                  </a:lnTo>
                  <a:lnTo>
                    <a:pt x="440486" y="504190"/>
                  </a:lnTo>
                  <a:lnTo>
                    <a:pt x="440486" y="295910"/>
                  </a:lnTo>
                  <a:close/>
                </a:path>
                <a:path w="458469" h="537845">
                  <a:moveTo>
                    <a:pt x="457962" y="472948"/>
                  </a:moveTo>
                  <a:lnTo>
                    <a:pt x="450024" y="388658"/>
                  </a:lnTo>
                  <a:lnTo>
                    <a:pt x="450024" y="501472"/>
                  </a:lnTo>
                  <a:lnTo>
                    <a:pt x="457962" y="499122"/>
                  </a:lnTo>
                  <a:lnTo>
                    <a:pt x="457962" y="472948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4" name="object 94" descr=""/>
          <p:cNvGrpSpPr/>
          <p:nvPr/>
        </p:nvGrpSpPr>
        <p:grpSpPr>
          <a:xfrm>
            <a:off x="11894747" y="5166836"/>
            <a:ext cx="460375" cy="538480"/>
            <a:chOff x="11894747" y="5166836"/>
            <a:chExt cx="460375" cy="538480"/>
          </a:xfrm>
        </p:grpSpPr>
        <p:sp>
          <p:nvSpPr>
            <p:cNvPr id="95" name="object 95" descr=""/>
            <p:cNvSpPr/>
            <p:nvPr/>
          </p:nvSpPr>
          <p:spPr>
            <a:xfrm>
              <a:off x="11894749" y="5167099"/>
              <a:ext cx="460375" cy="537845"/>
            </a:xfrm>
            <a:custGeom>
              <a:avLst/>
              <a:gdLst/>
              <a:ahLst/>
              <a:cxnLst/>
              <a:rect l="l" t="t" r="r" b="b"/>
              <a:pathLst>
                <a:path w="460375" h="537845">
                  <a:moveTo>
                    <a:pt x="86466" y="0"/>
                  </a:moveTo>
                  <a:lnTo>
                    <a:pt x="56675" y="78205"/>
                  </a:lnTo>
                  <a:lnTo>
                    <a:pt x="40540" y="124253"/>
                  </a:lnTo>
                  <a:lnTo>
                    <a:pt x="26889" y="191851"/>
                  </a:lnTo>
                  <a:lnTo>
                    <a:pt x="19193" y="266258"/>
                  </a:lnTo>
                  <a:lnTo>
                    <a:pt x="10338" y="373252"/>
                  </a:lnTo>
                  <a:lnTo>
                    <a:pt x="3036" y="469341"/>
                  </a:lnTo>
                  <a:lnTo>
                    <a:pt x="0" y="511035"/>
                  </a:lnTo>
                  <a:lnTo>
                    <a:pt x="178034" y="532101"/>
                  </a:lnTo>
                  <a:lnTo>
                    <a:pt x="285332" y="537848"/>
                  </a:lnTo>
                  <a:lnTo>
                    <a:pt x="365055" y="527137"/>
                  </a:lnTo>
                  <a:lnTo>
                    <a:pt x="460352" y="498825"/>
                  </a:lnTo>
                  <a:lnTo>
                    <a:pt x="444711" y="332728"/>
                  </a:lnTo>
                  <a:lnTo>
                    <a:pt x="433661" y="238469"/>
                  </a:lnTo>
                  <a:lnTo>
                    <a:pt x="421951" y="181031"/>
                  </a:lnTo>
                  <a:lnTo>
                    <a:pt x="404331" y="125409"/>
                  </a:lnTo>
                  <a:lnTo>
                    <a:pt x="384894" y="68474"/>
                  </a:lnTo>
                  <a:lnTo>
                    <a:pt x="371146" y="29513"/>
                  </a:lnTo>
                  <a:lnTo>
                    <a:pt x="215968" y="19640"/>
                  </a:lnTo>
                  <a:lnTo>
                    <a:pt x="162201" y="14730"/>
                  </a:lnTo>
                  <a:lnTo>
                    <a:pt x="86466" y="0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1894744" y="5166835"/>
              <a:ext cx="458470" cy="538480"/>
            </a:xfrm>
            <a:custGeom>
              <a:avLst/>
              <a:gdLst/>
              <a:ahLst/>
              <a:cxnLst/>
              <a:rect l="l" t="t" r="r" b="b"/>
              <a:pathLst>
                <a:path w="458470" h="538479">
                  <a:moveTo>
                    <a:pt x="3962" y="457352"/>
                  </a:moveTo>
                  <a:lnTo>
                    <a:pt x="0" y="511314"/>
                  </a:lnTo>
                  <a:lnTo>
                    <a:pt x="3962" y="511784"/>
                  </a:lnTo>
                  <a:lnTo>
                    <a:pt x="3962" y="457352"/>
                  </a:lnTo>
                  <a:close/>
                </a:path>
                <a:path w="458470" h="538479">
                  <a:moveTo>
                    <a:pt x="21437" y="245110"/>
                  </a:moveTo>
                  <a:lnTo>
                    <a:pt x="20294" y="245110"/>
                  </a:lnTo>
                  <a:lnTo>
                    <a:pt x="20294" y="266700"/>
                  </a:lnTo>
                  <a:lnTo>
                    <a:pt x="16344" y="266700"/>
                  </a:lnTo>
                  <a:lnTo>
                    <a:pt x="16344" y="335280"/>
                  </a:lnTo>
                  <a:lnTo>
                    <a:pt x="13500" y="335280"/>
                  </a:lnTo>
                  <a:lnTo>
                    <a:pt x="13500" y="513080"/>
                  </a:lnTo>
                  <a:lnTo>
                    <a:pt x="20370" y="513080"/>
                  </a:lnTo>
                  <a:lnTo>
                    <a:pt x="20370" y="514350"/>
                  </a:lnTo>
                  <a:lnTo>
                    <a:pt x="21437" y="514350"/>
                  </a:lnTo>
                  <a:lnTo>
                    <a:pt x="21437" y="513080"/>
                  </a:lnTo>
                  <a:lnTo>
                    <a:pt x="21437" y="335280"/>
                  </a:lnTo>
                  <a:lnTo>
                    <a:pt x="21437" y="266700"/>
                  </a:lnTo>
                  <a:lnTo>
                    <a:pt x="21437" y="245110"/>
                  </a:lnTo>
                  <a:close/>
                </a:path>
                <a:path w="458470" h="538479">
                  <a:moveTo>
                    <a:pt x="38887" y="130810"/>
                  </a:moveTo>
                  <a:lnTo>
                    <a:pt x="35737" y="130810"/>
                  </a:lnTo>
                  <a:lnTo>
                    <a:pt x="35737" y="156210"/>
                  </a:lnTo>
                  <a:lnTo>
                    <a:pt x="31711" y="156210"/>
                  </a:lnTo>
                  <a:lnTo>
                    <a:pt x="31711" y="166370"/>
                  </a:lnTo>
                  <a:lnTo>
                    <a:pt x="30949" y="166370"/>
                  </a:lnTo>
                  <a:lnTo>
                    <a:pt x="30949" y="514350"/>
                  </a:lnTo>
                  <a:lnTo>
                    <a:pt x="31102" y="514350"/>
                  </a:lnTo>
                  <a:lnTo>
                    <a:pt x="31102" y="515620"/>
                  </a:lnTo>
                  <a:lnTo>
                    <a:pt x="38887" y="515620"/>
                  </a:lnTo>
                  <a:lnTo>
                    <a:pt x="38887" y="514350"/>
                  </a:lnTo>
                  <a:lnTo>
                    <a:pt x="38887" y="166370"/>
                  </a:lnTo>
                  <a:lnTo>
                    <a:pt x="38887" y="156210"/>
                  </a:lnTo>
                  <a:lnTo>
                    <a:pt x="38887" y="130810"/>
                  </a:lnTo>
                  <a:close/>
                </a:path>
                <a:path w="458470" h="538479">
                  <a:moveTo>
                    <a:pt x="56349" y="79400"/>
                  </a:moveTo>
                  <a:lnTo>
                    <a:pt x="48412" y="102044"/>
                  </a:lnTo>
                  <a:lnTo>
                    <a:pt x="48412" y="517042"/>
                  </a:lnTo>
                  <a:lnTo>
                    <a:pt x="56349" y="517982"/>
                  </a:lnTo>
                  <a:lnTo>
                    <a:pt x="56349" y="79400"/>
                  </a:lnTo>
                  <a:close/>
                </a:path>
                <a:path w="458470" h="538479">
                  <a:moveTo>
                    <a:pt x="73812" y="33502"/>
                  </a:moveTo>
                  <a:lnTo>
                    <a:pt x="65874" y="54330"/>
                  </a:lnTo>
                  <a:lnTo>
                    <a:pt x="65874" y="519099"/>
                  </a:lnTo>
                  <a:lnTo>
                    <a:pt x="73812" y="520039"/>
                  </a:lnTo>
                  <a:lnTo>
                    <a:pt x="73812" y="33502"/>
                  </a:lnTo>
                  <a:close/>
                </a:path>
                <a:path w="458470" h="538479">
                  <a:moveTo>
                    <a:pt x="91274" y="1270"/>
                  </a:moveTo>
                  <a:lnTo>
                    <a:pt x="88379" y="1270"/>
                  </a:lnTo>
                  <a:lnTo>
                    <a:pt x="88379" y="0"/>
                  </a:lnTo>
                  <a:lnTo>
                    <a:pt x="86321" y="0"/>
                  </a:lnTo>
                  <a:lnTo>
                    <a:pt x="86321" y="1270"/>
                  </a:lnTo>
                  <a:lnTo>
                    <a:pt x="84632" y="1270"/>
                  </a:lnTo>
                  <a:lnTo>
                    <a:pt x="84632" y="8890"/>
                  </a:lnTo>
                  <a:lnTo>
                    <a:pt x="83337" y="8890"/>
                  </a:lnTo>
                  <a:lnTo>
                    <a:pt x="83337" y="520700"/>
                  </a:lnTo>
                  <a:lnTo>
                    <a:pt x="84785" y="520700"/>
                  </a:lnTo>
                  <a:lnTo>
                    <a:pt x="84785" y="521970"/>
                  </a:lnTo>
                  <a:lnTo>
                    <a:pt x="91274" y="521970"/>
                  </a:lnTo>
                  <a:lnTo>
                    <a:pt x="91274" y="520700"/>
                  </a:lnTo>
                  <a:lnTo>
                    <a:pt x="91274" y="8890"/>
                  </a:lnTo>
                  <a:lnTo>
                    <a:pt x="91274" y="1270"/>
                  </a:lnTo>
                  <a:close/>
                </a:path>
                <a:path w="458470" h="538479">
                  <a:moveTo>
                    <a:pt x="108737" y="4597"/>
                  </a:moveTo>
                  <a:lnTo>
                    <a:pt x="100799" y="3060"/>
                  </a:lnTo>
                  <a:lnTo>
                    <a:pt x="100799" y="523240"/>
                  </a:lnTo>
                  <a:lnTo>
                    <a:pt x="108737" y="524179"/>
                  </a:lnTo>
                  <a:lnTo>
                    <a:pt x="108737" y="4597"/>
                  </a:lnTo>
                  <a:close/>
                </a:path>
                <a:path w="458470" h="538479">
                  <a:moveTo>
                    <a:pt x="126187" y="8001"/>
                  </a:moveTo>
                  <a:lnTo>
                    <a:pt x="118262" y="6451"/>
                  </a:lnTo>
                  <a:lnTo>
                    <a:pt x="118262" y="525297"/>
                  </a:lnTo>
                  <a:lnTo>
                    <a:pt x="126187" y="526237"/>
                  </a:lnTo>
                  <a:lnTo>
                    <a:pt x="126187" y="8001"/>
                  </a:lnTo>
                  <a:close/>
                </a:path>
                <a:path w="458470" h="538479">
                  <a:moveTo>
                    <a:pt x="143662" y="11391"/>
                  </a:moveTo>
                  <a:lnTo>
                    <a:pt x="135724" y="9855"/>
                  </a:lnTo>
                  <a:lnTo>
                    <a:pt x="135724" y="527367"/>
                  </a:lnTo>
                  <a:lnTo>
                    <a:pt x="143662" y="528307"/>
                  </a:lnTo>
                  <a:lnTo>
                    <a:pt x="143662" y="11391"/>
                  </a:lnTo>
                  <a:close/>
                </a:path>
                <a:path w="458470" h="538479">
                  <a:moveTo>
                    <a:pt x="161112" y="14782"/>
                  </a:moveTo>
                  <a:lnTo>
                    <a:pt x="153174" y="13246"/>
                  </a:lnTo>
                  <a:lnTo>
                    <a:pt x="153174" y="529424"/>
                  </a:lnTo>
                  <a:lnTo>
                    <a:pt x="161112" y="530364"/>
                  </a:lnTo>
                  <a:lnTo>
                    <a:pt x="161112" y="14782"/>
                  </a:lnTo>
                  <a:close/>
                </a:path>
                <a:path w="458470" h="538479">
                  <a:moveTo>
                    <a:pt x="178574" y="16510"/>
                  </a:moveTo>
                  <a:lnTo>
                    <a:pt x="171856" y="16510"/>
                  </a:lnTo>
                  <a:lnTo>
                    <a:pt x="171856" y="15240"/>
                  </a:lnTo>
                  <a:lnTo>
                    <a:pt x="170637" y="15240"/>
                  </a:lnTo>
                  <a:lnTo>
                    <a:pt x="170637" y="16510"/>
                  </a:lnTo>
                  <a:lnTo>
                    <a:pt x="170637" y="530860"/>
                  </a:lnTo>
                  <a:lnTo>
                    <a:pt x="170637" y="532130"/>
                  </a:lnTo>
                  <a:lnTo>
                    <a:pt x="178574" y="532130"/>
                  </a:lnTo>
                  <a:lnTo>
                    <a:pt x="178574" y="530860"/>
                  </a:lnTo>
                  <a:lnTo>
                    <a:pt x="178574" y="16510"/>
                  </a:lnTo>
                  <a:close/>
                </a:path>
                <a:path w="458470" h="538479">
                  <a:moveTo>
                    <a:pt x="196037" y="18084"/>
                  </a:moveTo>
                  <a:lnTo>
                    <a:pt x="188099" y="17360"/>
                  </a:lnTo>
                  <a:lnTo>
                    <a:pt x="188099" y="532904"/>
                  </a:lnTo>
                  <a:lnTo>
                    <a:pt x="196037" y="533336"/>
                  </a:lnTo>
                  <a:lnTo>
                    <a:pt x="196037" y="18084"/>
                  </a:lnTo>
                  <a:close/>
                </a:path>
                <a:path w="458470" h="538479">
                  <a:moveTo>
                    <a:pt x="213499" y="19685"/>
                  </a:moveTo>
                  <a:lnTo>
                    <a:pt x="205562" y="18961"/>
                  </a:lnTo>
                  <a:lnTo>
                    <a:pt x="205562" y="533844"/>
                  </a:lnTo>
                  <a:lnTo>
                    <a:pt x="213499" y="534276"/>
                  </a:lnTo>
                  <a:lnTo>
                    <a:pt x="213499" y="19685"/>
                  </a:lnTo>
                  <a:close/>
                </a:path>
                <a:path w="458470" h="538479">
                  <a:moveTo>
                    <a:pt x="230962" y="18630"/>
                  </a:moveTo>
                  <a:lnTo>
                    <a:pt x="223024" y="19304"/>
                  </a:lnTo>
                  <a:lnTo>
                    <a:pt x="223024" y="534784"/>
                  </a:lnTo>
                  <a:lnTo>
                    <a:pt x="230962" y="535203"/>
                  </a:lnTo>
                  <a:lnTo>
                    <a:pt x="230962" y="18630"/>
                  </a:lnTo>
                  <a:close/>
                </a:path>
                <a:path w="458470" h="538479">
                  <a:moveTo>
                    <a:pt x="248424" y="17132"/>
                  </a:moveTo>
                  <a:lnTo>
                    <a:pt x="240487" y="17818"/>
                  </a:lnTo>
                  <a:lnTo>
                    <a:pt x="240487" y="535711"/>
                  </a:lnTo>
                  <a:lnTo>
                    <a:pt x="248424" y="536143"/>
                  </a:lnTo>
                  <a:lnTo>
                    <a:pt x="248424" y="17132"/>
                  </a:lnTo>
                  <a:close/>
                </a:path>
                <a:path w="458470" h="538479">
                  <a:moveTo>
                    <a:pt x="265887" y="15646"/>
                  </a:moveTo>
                  <a:lnTo>
                    <a:pt x="257949" y="16319"/>
                  </a:lnTo>
                  <a:lnTo>
                    <a:pt x="257949" y="536651"/>
                  </a:lnTo>
                  <a:lnTo>
                    <a:pt x="265887" y="537070"/>
                  </a:lnTo>
                  <a:lnTo>
                    <a:pt x="265887" y="15646"/>
                  </a:lnTo>
                  <a:close/>
                </a:path>
                <a:path w="458470" h="538479">
                  <a:moveTo>
                    <a:pt x="283337" y="13322"/>
                  </a:moveTo>
                  <a:lnTo>
                    <a:pt x="275399" y="14668"/>
                  </a:lnTo>
                  <a:lnTo>
                    <a:pt x="275399" y="537591"/>
                  </a:lnTo>
                  <a:lnTo>
                    <a:pt x="283337" y="538010"/>
                  </a:lnTo>
                  <a:lnTo>
                    <a:pt x="283337" y="13322"/>
                  </a:lnTo>
                  <a:close/>
                </a:path>
                <a:path w="458470" h="538479">
                  <a:moveTo>
                    <a:pt x="300799" y="10363"/>
                  </a:moveTo>
                  <a:lnTo>
                    <a:pt x="292874" y="11709"/>
                  </a:lnTo>
                  <a:lnTo>
                    <a:pt x="292874" y="537108"/>
                  </a:lnTo>
                  <a:lnTo>
                    <a:pt x="300799" y="536041"/>
                  </a:lnTo>
                  <a:lnTo>
                    <a:pt x="300799" y="10363"/>
                  </a:lnTo>
                  <a:close/>
                </a:path>
                <a:path w="458470" h="538479">
                  <a:moveTo>
                    <a:pt x="318262" y="7391"/>
                  </a:moveTo>
                  <a:lnTo>
                    <a:pt x="310324" y="8737"/>
                  </a:lnTo>
                  <a:lnTo>
                    <a:pt x="310324" y="534758"/>
                  </a:lnTo>
                  <a:lnTo>
                    <a:pt x="318262" y="533692"/>
                  </a:lnTo>
                  <a:lnTo>
                    <a:pt x="318262" y="7391"/>
                  </a:lnTo>
                  <a:close/>
                </a:path>
                <a:path w="458470" h="538479">
                  <a:moveTo>
                    <a:pt x="335724" y="4432"/>
                  </a:moveTo>
                  <a:lnTo>
                    <a:pt x="327787" y="5778"/>
                  </a:lnTo>
                  <a:lnTo>
                    <a:pt x="327787" y="532409"/>
                  </a:lnTo>
                  <a:lnTo>
                    <a:pt x="335724" y="531342"/>
                  </a:lnTo>
                  <a:lnTo>
                    <a:pt x="335724" y="4432"/>
                  </a:lnTo>
                  <a:close/>
                </a:path>
                <a:path w="458470" h="538479">
                  <a:moveTo>
                    <a:pt x="353187" y="1473"/>
                  </a:moveTo>
                  <a:lnTo>
                    <a:pt x="345249" y="2819"/>
                  </a:lnTo>
                  <a:lnTo>
                    <a:pt x="345249" y="530072"/>
                  </a:lnTo>
                  <a:lnTo>
                    <a:pt x="353187" y="529005"/>
                  </a:lnTo>
                  <a:lnTo>
                    <a:pt x="353187" y="1473"/>
                  </a:lnTo>
                  <a:close/>
                </a:path>
                <a:path w="458470" h="538479">
                  <a:moveTo>
                    <a:pt x="370649" y="27940"/>
                  </a:moveTo>
                  <a:lnTo>
                    <a:pt x="366534" y="27940"/>
                  </a:lnTo>
                  <a:lnTo>
                    <a:pt x="366534" y="6350"/>
                  </a:lnTo>
                  <a:lnTo>
                    <a:pt x="362712" y="6350"/>
                  </a:lnTo>
                  <a:lnTo>
                    <a:pt x="362712" y="27940"/>
                  </a:lnTo>
                  <a:lnTo>
                    <a:pt x="362712" y="525780"/>
                  </a:lnTo>
                  <a:lnTo>
                    <a:pt x="362712" y="527050"/>
                  </a:lnTo>
                  <a:lnTo>
                    <a:pt x="362712" y="528320"/>
                  </a:lnTo>
                  <a:lnTo>
                    <a:pt x="362940" y="528320"/>
                  </a:lnTo>
                  <a:lnTo>
                    <a:pt x="362940" y="527050"/>
                  </a:lnTo>
                  <a:lnTo>
                    <a:pt x="368376" y="527050"/>
                  </a:lnTo>
                  <a:lnTo>
                    <a:pt x="368376" y="525780"/>
                  </a:lnTo>
                  <a:lnTo>
                    <a:pt x="370649" y="525780"/>
                  </a:lnTo>
                  <a:lnTo>
                    <a:pt x="370649" y="27940"/>
                  </a:lnTo>
                  <a:close/>
                </a:path>
                <a:path w="458470" h="538479">
                  <a:moveTo>
                    <a:pt x="388112" y="78740"/>
                  </a:moveTo>
                  <a:lnTo>
                    <a:pt x="386575" y="78740"/>
                  </a:lnTo>
                  <a:lnTo>
                    <a:pt x="386575" y="68580"/>
                  </a:lnTo>
                  <a:lnTo>
                    <a:pt x="382600" y="68580"/>
                  </a:lnTo>
                  <a:lnTo>
                    <a:pt x="382600" y="55880"/>
                  </a:lnTo>
                  <a:lnTo>
                    <a:pt x="380174" y="55880"/>
                  </a:lnTo>
                  <a:lnTo>
                    <a:pt x="380174" y="68580"/>
                  </a:lnTo>
                  <a:lnTo>
                    <a:pt x="380174" y="78740"/>
                  </a:lnTo>
                  <a:lnTo>
                    <a:pt x="380174" y="520700"/>
                  </a:lnTo>
                  <a:lnTo>
                    <a:pt x="380174" y="523240"/>
                  </a:lnTo>
                  <a:lnTo>
                    <a:pt x="383336" y="523240"/>
                  </a:lnTo>
                  <a:lnTo>
                    <a:pt x="383336" y="520700"/>
                  </a:lnTo>
                  <a:lnTo>
                    <a:pt x="388112" y="520700"/>
                  </a:lnTo>
                  <a:lnTo>
                    <a:pt x="388112" y="78740"/>
                  </a:lnTo>
                  <a:close/>
                </a:path>
                <a:path w="458470" h="538479">
                  <a:moveTo>
                    <a:pt x="405561" y="129540"/>
                  </a:moveTo>
                  <a:lnTo>
                    <a:pt x="404952" y="129540"/>
                  </a:lnTo>
                  <a:lnTo>
                    <a:pt x="404952" y="125730"/>
                  </a:lnTo>
                  <a:lnTo>
                    <a:pt x="400888" y="125730"/>
                  </a:lnTo>
                  <a:lnTo>
                    <a:pt x="400888" y="105410"/>
                  </a:lnTo>
                  <a:lnTo>
                    <a:pt x="397624" y="105410"/>
                  </a:lnTo>
                  <a:lnTo>
                    <a:pt x="397624" y="125730"/>
                  </a:lnTo>
                  <a:lnTo>
                    <a:pt x="397624" y="129540"/>
                  </a:lnTo>
                  <a:lnTo>
                    <a:pt x="397624" y="515620"/>
                  </a:lnTo>
                  <a:lnTo>
                    <a:pt x="397624" y="518160"/>
                  </a:lnTo>
                  <a:lnTo>
                    <a:pt x="400431" y="518160"/>
                  </a:lnTo>
                  <a:lnTo>
                    <a:pt x="400431" y="515620"/>
                  </a:lnTo>
                  <a:lnTo>
                    <a:pt x="405561" y="515620"/>
                  </a:lnTo>
                  <a:lnTo>
                    <a:pt x="405561" y="129540"/>
                  </a:lnTo>
                  <a:close/>
                </a:path>
                <a:path w="458470" h="538479">
                  <a:moveTo>
                    <a:pt x="423037" y="186690"/>
                  </a:moveTo>
                  <a:lnTo>
                    <a:pt x="422529" y="186690"/>
                  </a:lnTo>
                  <a:lnTo>
                    <a:pt x="422529" y="181610"/>
                  </a:lnTo>
                  <a:lnTo>
                    <a:pt x="418630" y="181610"/>
                  </a:lnTo>
                  <a:lnTo>
                    <a:pt x="418630" y="160020"/>
                  </a:lnTo>
                  <a:lnTo>
                    <a:pt x="415099" y="160020"/>
                  </a:lnTo>
                  <a:lnTo>
                    <a:pt x="415099" y="181610"/>
                  </a:lnTo>
                  <a:lnTo>
                    <a:pt x="415099" y="186690"/>
                  </a:lnTo>
                  <a:lnTo>
                    <a:pt x="415099" y="510540"/>
                  </a:lnTo>
                  <a:lnTo>
                    <a:pt x="415099" y="513080"/>
                  </a:lnTo>
                  <a:lnTo>
                    <a:pt x="417537" y="513080"/>
                  </a:lnTo>
                  <a:lnTo>
                    <a:pt x="417537" y="510540"/>
                  </a:lnTo>
                  <a:lnTo>
                    <a:pt x="423037" y="510540"/>
                  </a:lnTo>
                  <a:lnTo>
                    <a:pt x="423037" y="186690"/>
                  </a:lnTo>
                  <a:close/>
                </a:path>
                <a:path w="458470" h="538479">
                  <a:moveTo>
                    <a:pt x="440499" y="297180"/>
                  </a:moveTo>
                  <a:lnTo>
                    <a:pt x="437095" y="297180"/>
                  </a:lnTo>
                  <a:lnTo>
                    <a:pt x="437095" y="238760"/>
                  </a:lnTo>
                  <a:lnTo>
                    <a:pt x="433146" y="238760"/>
                  </a:lnTo>
                  <a:lnTo>
                    <a:pt x="433146" y="233680"/>
                  </a:lnTo>
                  <a:lnTo>
                    <a:pt x="432562" y="233680"/>
                  </a:lnTo>
                  <a:lnTo>
                    <a:pt x="432562" y="238760"/>
                  </a:lnTo>
                  <a:lnTo>
                    <a:pt x="432562" y="297180"/>
                  </a:lnTo>
                  <a:lnTo>
                    <a:pt x="432562" y="505460"/>
                  </a:lnTo>
                  <a:lnTo>
                    <a:pt x="432562" y="506730"/>
                  </a:lnTo>
                  <a:lnTo>
                    <a:pt x="436765" y="506730"/>
                  </a:lnTo>
                  <a:lnTo>
                    <a:pt x="436765" y="505460"/>
                  </a:lnTo>
                  <a:lnTo>
                    <a:pt x="440499" y="505460"/>
                  </a:lnTo>
                  <a:lnTo>
                    <a:pt x="440499" y="297180"/>
                  </a:lnTo>
                  <a:close/>
                </a:path>
                <a:path w="458470" h="538479">
                  <a:moveTo>
                    <a:pt x="457949" y="473532"/>
                  </a:moveTo>
                  <a:lnTo>
                    <a:pt x="450011" y="389280"/>
                  </a:lnTo>
                  <a:lnTo>
                    <a:pt x="450011" y="502170"/>
                  </a:lnTo>
                  <a:lnTo>
                    <a:pt x="457949" y="499808"/>
                  </a:lnTo>
                  <a:lnTo>
                    <a:pt x="457949" y="473532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12112155" y="5189835"/>
              <a:ext cx="20320" cy="351155"/>
            </a:xfrm>
            <a:custGeom>
              <a:avLst/>
              <a:gdLst/>
              <a:ahLst/>
              <a:cxnLst/>
              <a:rect l="l" t="t" r="r" b="b"/>
              <a:pathLst>
                <a:path w="20320" h="351154">
                  <a:moveTo>
                    <a:pt x="19862" y="340525"/>
                  </a:moveTo>
                  <a:lnTo>
                    <a:pt x="17386" y="333463"/>
                  </a:lnTo>
                  <a:lnTo>
                    <a:pt x="9931" y="330250"/>
                  </a:lnTo>
                  <a:lnTo>
                    <a:pt x="2489" y="333463"/>
                  </a:lnTo>
                  <a:lnTo>
                    <a:pt x="0" y="340525"/>
                  </a:lnTo>
                  <a:lnTo>
                    <a:pt x="2476" y="347586"/>
                  </a:lnTo>
                  <a:lnTo>
                    <a:pt x="9931" y="350799"/>
                  </a:lnTo>
                  <a:lnTo>
                    <a:pt x="17373" y="347586"/>
                  </a:lnTo>
                  <a:lnTo>
                    <a:pt x="19862" y="340525"/>
                  </a:lnTo>
                  <a:close/>
                </a:path>
                <a:path w="20320" h="351154">
                  <a:moveTo>
                    <a:pt x="19862" y="230441"/>
                  </a:moveTo>
                  <a:lnTo>
                    <a:pt x="17386" y="223380"/>
                  </a:lnTo>
                  <a:lnTo>
                    <a:pt x="9931" y="220167"/>
                  </a:lnTo>
                  <a:lnTo>
                    <a:pt x="2489" y="223380"/>
                  </a:lnTo>
                  <a:lnTo>
                    <a:pt x="0" y="230441"/>
                  </a:lnTo>
                  <a:lnTo>
                    <a:pt x="2476" y="237502"/>
                  </a:lnTo>
                  <a:lnTo>
                    <a:pt x="9931" y="240715"/>
                  </a:lnTo>
                  <a:lnTo>
                    <a:pt x="17373" y="237502"/>
                  </a:lnTo>
                  <a:lnTo>
                    <a:pt x="19862" y="230441"/>
                  </a:lnTo>
                  <a:close/>
                </a:path>
                <a:path w="20320" h="351154">
                  <a:moveTo>
                    <a:pt x="19862" y="120357"/>
                  </a:moveTo>
                  <a:lnTo>
                    <a:pt x="17386" y="113296"/>
                  </a:lnTo>
                  <a:lnTo>
                    <a:pt x="9931" y="110083"/>
                  </a:lnTo>
                  <a:lnTo>
                    <a:pt x="2489" y="113296"/>
                  </a:lnTo>
                  <a:lnTo>
                    <a:pt x="0" y="120357"/>
                  </a:lnTo>
                  <a:lnTo>
                    <a:pt x="2476" y="127419"/>
                  </a:lnTo>
                  <a:lnTo>
                    <a:pt x="9931" y="130632"/>
                  </a:lnTo>
                  <a:lnTo>
                    <a:pt x="17373" y="127419"/>
                  </a:lnTo>
                  <a:lnTo>
                    <a:pt x="19862" y="120357"/>
                  </a:lnTo>
                  <a:close/>
                </a:path>
                <a:path w="20320" h="351154">
                  <a:moveTo>
                    <a:pt x="19862" y="10274"/>
                  </a:moveTo>
                  <a:lnTo>
                    <a:pt x="17386" y="3213"/>
                  </a:lnTo>
                  <a:lnTo>
                    <a:pt x="9931" y="0"/>
                  </a:lnTo>
                  <a:lnTo>
                    <a:pt x="2489" y="3213"/>
                  </a:lnTo>
                  <a:lnTo>
                    <a:pt x="0" y="10274"/>
                  </a:lnTo>
                  <a:lnTo>
                    <a:pt x="2476" y="17348"/>
                  </a:lnTo>
                  <a:lnTo>
                    <a:pt x="9931" y="20561"/>
                  </a:lnTo>
                  <a:lnTo>
                    <a:pt x="17373" y="17348"/>
                  </a:lnTo>
                  <a:lnTo>
                    <a:pt x="19862" y="10274"/>
                  </a:lnTo>
                  <a:close/>
                </a:path>
              </a:pathLst>
            </a:custGeom>
            <a:solidFill>
              <a:srgbClr val="33AD6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" name="object 98" descr=""/>
          <p:cNvGrpSpPr/>
          <p:nvPr/>
        </p:nvGrpSpPr>
        <p:grpSpPr>
          <a:xfrm>
            <a:off x="12933009" y="5154981"/>
            <a:ext cx="460375" cy="537845"/>
            <a:chOff x="12933009" y="5154981"/>
            <a:chExt cx="460375" cy="537845"/>
          </a:xfrm>
        </p:grpSpPr>
        <p:sp>
          <p:nvSpPr>
            <p:cNvPr id="99" name="object 99" descr=""/>
            <p:cNvSpPr/>
            <p:nvPr/>
          </p:nvSpPr>
          <p:spPr>
            <a:xfrm>
              <a:off x="12933016" y="5154981"/>
              <a:ext cx="460375" cy="537845"/>
            </a:xfrm>
            <a:custGeom>
              <a:avLst/>
              <a:gdLst/>
              <a:ahLst/>
              <a:cxnLst/>
              <a:rect l="l" t="t" r="r" b="b"/>
              <a:pathLst>
                <a:path w="460375" h="537845">
                  <a:moveTo>
                    <a:pt x="86468" y="0"/>
                  </a:moveTo>
                  <a:lnTo>
                    <a:pt x="56682" y="78205"/>
                  </a:lnTo>
                  <a:lnTo>
                    <a:pt x="40548" y="124259"/>
                  </a:lnTo>
                  <a:lnTo>
                    <a:pt x="26888" y="191858"/>
                  </a:lnTo>
                  <a:lnTo>
                    <a:pt x="19193" y="266264"/>
                  </a:lnTo>
                  <a:lnTo>
                    <a:pt x="10338" y="373258"/>
                  </a:lnTo>
                  <a:lnTo>
                    <a:pt x="3036" y="469347"/>
                  </a:lnTo>
                  <a:lnTo>
                    <a:pt x="0" y="511035"/>
                  </a:lnTo>
                  <a:lnTo>
                    <a:pt x="178031" y="532100"/>
                  </a:lnTo>
                  <a:lnTo>
                    <a:pt x="285333" y="537850"/>
                  </a:lnTo>
                  <a:lnTo>
                    <a:pt x="365054" y="527140"/>
                  </a:lnTo>
                  <a:lnTo>
                    <a:pt x="460351" y="498826"/>
                  </a:lnTo>
                  <a:lnTo>
                    <a:pt x="444710" y="332734"/>
                  </a:lnTo>
                  <a:lnTo>
                    <a:pt x="433661" y="238470"/>
                  </a:lnTo>
                  <a:lnTo>
                    <a:pt x="421952" y="181031"/>
                  </a:lnTo>
                  <a:lnTo>
                    <a:pt x="404332" y="125409"/>
                  </a:lnTo>
                  <a:lnTo>
                    <a:pt x="384893" y="68480"/>
                  </a:lnTo>
                  <a:lnTo>
                    <a:pt x="371145" y="29515"/>
                  </a:lnTo>
                  <a:lnTo>
                    <a:pt x="215971" y="19641"/>
                  </a:lnTo>
                  <a:lnTo>
                    <a:pt x="162202" y="14730"/>
                  </a:lnTo>
                  <a:lnTo>
                    <a:pt x="86468" y="0"/>
                  </a:lnTo>
                  <a:close/>
                </a:path>
                <a:path w="460375" h="537845">
                  <a:moveTo>
                    <a:pt x="360286" y="0"/>
                  </a:moveTo>
                  <a:lnTo>
                    <a:pt x="273443" y="14730"/>
                  </a:lnTo>
                  <a:lnTo>
                    <a:pt x="215971" y="19641"/>
                  </a:lnTo>
                  <a:lnTo>
                    <a:pt x="367541" y="19641"/>
                  </a:lnTo>
                  <a:lnTo>
                    <a:pt x="362980" y="7144"/>
                  </a:lnTo>
                  <a:lnTo>
                    <a:pt x="360286" y="0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 descr=""/>
            <p:cNvSpPr/>
            <p:nvPr/>
          </p:nvSpPr>
          <p:spPr>
            <a:xfrm>
              <a:off x="12933007" y="5155406"/>
              <a:ext cx="458470" cy="537845"/>
            </a:xfrm>
            <a:custGeom>
              <a:avLst/>
              <a:gdLst/>
              <a:ahLst/>
              <a:cxnLst/>
              <a:rect l="l" t="t" r="r" b="b"/>
              <a:pathLst>
                <a:path w="458469" h="537845">
                  <a:moveTo>
                    <a:pt x="3975" y="456552"/>
                  </a:moveTo>
                  <a:lnTo>
                    <a:pt x="0" y="510616"/>
                  </a:lnTo>
                  <a:lnTo>
                    <a:pt x="3975" y="511086"/>
                  </a:lnTo>
                  <a:lnTo>
                    <a:pt x="3975" y="456552"/>
                  </a:lnTo>
                  <a:close/>
                </a:path>
                <a:path w="458469" h="537845">
                  <a:moveTo>
                    <a:pt x="21424" y="243840"/>
                  </a:moveTo>
                  <a:lnTo>
                    <a:pt x="20358" y="243840"/>
                  </a:lnTo>
                  <a:lnTo>
                    <a:pt x="20358" y="265430"/>
                  </a:lnTo>
                  <a:lnTo>
                    <a:pt x="16332" y="265430"/>
                  </a:lnTo>
                  <a:lnTo>
                    <a:pt x="16332" y="335280"/>
                  </a:lnTo>
                  <a:lnTo>
                    <a:pt x="13487" y="335280"/>
                  </a:lnTo>
                  <a:lnTo>
                    <a:pt x="13487" y="511810"/>
                  </a:lnTo>
                  <a:lnTo>
                    <a:pt x="15506" y="511810"/>
                  </a:lnTo>
                  <a:lnTo>
                    <a:pt x="15506" y="513080"/>
                  </a:lnTo>
                  <a:lnTo>
                    <a:pt x="21424" y="513080"/>
                  </a:lnTo>
                  <a:lnTo>
                    <a:pt x="21424" y="511810"/>
                  </a:lnTo>
                  <a:lnTo>
                    <a:pt x="21424" y="335280"/>
                  </a:lnTo>
                  <a:lnTo>
                    <a:pt x="21424" y="265430"/>
                  </a:lnTo>
                  <a:lnTo>
                    <a:pt x="21424" y="243840"/>
                  </a:lnTo>
                  <a:close/>
                </a:path>
                <a:path w="458469" h="537845">
                  <a:moveTo>
                    <a:pt x="38900" y="130810"/>
                  </a:moveTo>
                  <a:lnTo>
                    <a:pt x="35572" y="130810"/>
                  </a:lnTo>
                  <a:lnTo>
                    <a:pt x="35572" y="156210"/>
                  </a:lnTo>
                  <a:lnTo>
                    <a:pt x="31699" y="156210"/>
                  </a:lnTo>
                  <a:lnTo>
                    <a:pt x="31699" y="165100"/>
                  </a:lnTo>
                  <a:lnTo>
                    <a:pt x="30962" y="165100"/>
                  </a:lnTo>
                  <a:lnTo>
                    <a:pt x="30962" y="514350"/>
                  </a:lnTo>
                  <a:lnTo>
                    <a:pt x="36969" y="514350"/>
                  </a:lnTo>
                  <a:lnTo>
                    <a:pt x="36969" y="515620"/>
                  </a:lnTo>
                  <a:lnTo>
                    <a:pt x="38900" y="515620"/>
                  </a:lnTo>
                  <a:lnTo>
                    <a:pt x="38900" y="514350"/>
                  </a:lnTo>
                  <a:lnTo>
                    <a:pt x="38900" y="165100"/>
                  </a:lnTo>
                  <a:lnTo>
                    <a:pt x="38900" y="156210"/>
                  </a:lnTo>
                  <a:lnTo>
                    <a:pt x="38900" y="130810"/>
                  </a:lnTo>
                  <a:close/>
                </a:path>
                <a:path w="458469" h="537845">
                  <a:moveTo>
                    <a:pt x="56349" y="78740"/>
                  </a:moveTo>
                  <a:lnTo>
                    <a:pt x="48412" y="101384"/>
                  </a:lnTo>
                  <a:lnTo>
                    <a:pt x="48412" y="516343"/>
                  </a:lnTo>
                  <a:lnTo>
                    <a:pt x="56349" y="517283"/>
                  </a:lnTo>
                  <a:lnTo>
                    <a:pt x="56349" y="78740"/>
                  </a:lnTo>
                  <a:close/>
                </a:path>
                <a:path w="458469" h="537845">
                  <a:moveTo>
                    <a:pt x="73812" y="32804"/>
                  </a:moveTo>
                  <a:lnTo>
                    <a:pt x="65874" y="53644"/>
                  </a:lnTo>
                  <a:lnTo>
                    <a:pt x="65874" y="518414"/>
                  </a:lnTo>
                  <a:lnTo>
                    <a:pt x="73812" y="519353"/>
                  </a:lnTo>
                  <a:lnTo>
                    <a:pt x="73812" y="32804"/>
                  </a:lnTo>
                  <a:close/>
                </a:path>
                <a:path w="458469" h="537845">
                  <a:moveTo>
                    <a:pt x="91287" y="0"/>
                  </a:moveTo>
                  <a:lnTo>
                    <a:pt x="84861" y="0"/>
                  </a:lnTo>
                  <a:lnTo>
                    <a:pt x="84861" y="7620"/>
                  </a:lnTo>
                  <a:lnTo>
                    <a:pt x="83350" y="7620"/>
                  </a:lnTo>
                  <a:lnTo>
                    <a:pt x="83350" y="520700"/>
                  </a:lnTo>
                  <a:lnTo>
                    <a:pt x="90639" y="520700"/>
                  </a:lnTo>
                  <a:lnTo>
                    <a:pt x="90639" y="521970"/>
                  </a:lnTo>
                  <a:lnTo>
                    <a:pt x="91287" y="521970"/>
                  </a:lnTo>
                  <a:lnTo>
                    <a:pt x="91287" y="520700"/>
                  </a:lnTo>
                  <a:lnTo>
                    <a:pt x="91287" y="7620"/>
                  </a:lnTo>
                  <a:lnTo>
                    <a:pt x="91287" y="0"/>
                  </a:lnTo>
                  <a:close/>
                </a:path>
                <a:path w="458469" h="537845">
                  <a:moveTo>
                    <a:pt x="108737" y="3911"/>
                  </a:moveTo>
                  <a:lnTo>
                    <a:pt x="100799" y="2362"/>
                  </a:lnTo>
                  <a:lnTo>
                    <a:pt x="100799" y="522541"/>
                  </a:lnTo>
                  <a:lnTo>
                    <a:pt x="108737" y="523481"/>
                  </a:lnTo>
                  <a:lnTo>
                    <a:pt x="108737" y="3911"/>
                  </a:lnTo>
                  <a:close/>
                </a:path>
                <a:path w="458469" h="537845">
                  <a:moveTo>
                    <a:pt x="126199" y="7302"/>
                  </a:moveTo>
                  <a:lnTo>
                    <a:pt x="118262" y="5765"/>
                  </a:lnTo>
                  <a:lnTo>
                    <a:pt x="118262" y="524611"/>
                  </a:lnTo>
                  <a:lnTo>
                    <a:pt x="126199" y="525551"/>
                  </a:lnTo>
                  <a:lnTo>
                    <a:pt x="126199" y="7302"/>
                  </a:lnTo>
                  <a:close/>
                </a:path>
                <a:path w="458469" h="537845">
                  <a:moveTo>
                    <a:pt x="143662" y="10706"/>
                  </a:moveTo>
                  <a:lnTo>
                    <a:pt x="135724" y="9156"/>
                  </a:lnTo>
                  <a:lnTo>
                    <a:pt x="135724" y="526669"/>
                  </a:lnTo>
                  <a:lnTo>
                    <a:pt x="143662" y="527608"/>
                  </a:lnTo>
                  <a:lnTo>
                    <a:pt x="143662" y="10706"/>
                  </a:lnTo>
                  <a:close/>
                </a:path>
                <a:path w="458469" h="537845">
                  <a:moveTo>
                    <a:pt x="161124" y="14097"/>
                  </a:moveTo>
                  <a:lnTo>
                    <a:pt x="153187" y="12560"/>
                  </a:lnTo>
                  <a:lnTo>
                    <a:pt x="153187" y="528739"/>
                  </a:lnTo>
                  <a:lnTo>
                    <a:pt x="161124" y="529678"/>
                  </a:lnTo>
                  <a:lnTo>
                    <a:pt x="161124" y="14097"/>
                  </a:lnTo>
                  <a:close/>
                </a:path>
                <a:path w="458469" h="537845">
                  <a:moveTo>
                    <a:pt x="178574" y="15240"/>
                  </a:moveTo>
                  <a:lnTo>
                    <a:pt x="170637" y="15240"/>
                  </a:lnTo>
                  <a:lnTo>
                    <a:pt x="170637" y="530860"/>
                  </a:lnTo>
                  <a:lnTo>
                    <a:pt x="176517" y="530860"/>
                  </a:lnTo>
                  <a:lnTo>
                    <a:pt x="176517" y="532130"/>
                  </a:lnTo>
                  <a:lnTo>
                    <a:pt x="178574" y="532130"/>
                  </a:lnTo>
                  <a:lnTo>
                    <a:pt x="178574" y="530860"/>
                  </a:lnTo>
                  <a:lnTo>
                    <a:pt x="178574" y="15240"/>
                  </a:lnTo>
                  <a:close/>
                </a:path>
                <a:path w="458469" h="537845">
                  <a:moveTo>
                    <a:pt x="196037" y="17399"/>
                  </a:moveTo>
                  <a:lnTo>
                    <a:pt x="188099" y="16675"/>
                  </a:lnTo>
                  <a:lnTo>
                    <a:pt x="188099" y="532218"/>
                  </a:lnTo>
                  <a:lnTo>
                    <a:pt x="196037" y="532650"/>
                  </a:lnTo>
                  <a:lnTo>
                    <a:pt x="196037" y="17399"/>
                  </a:lnTo>
                  <a:close/>
                </a:path>
                <a:path w="458469" h="537845">
                  <a:moveTo>
                    <a:pt x="213512" y="18999"/>
                  </a:moveTo>
                  <a:lnTo>
                    <a:pt x="205574" y="18275"/>
                  </a:lnTo>
                  <a:lnTo>
                    <a:pt x="205574" y="533158"/>
                  </a:lnTo>
                  <a:lnTo>
                    <a:pt x="213512" y="533577"/>
                  </a:lnTo>
                  <a:lnTo>
                    <a:pt x="213512" y="18999"/>
                  </a:lnTo>
                  <a:close/>
                </a:path>
                <a:path w="458469" h="537845">
                  <a:moveTo>
                    <a:pt x="230962" y="17945"/>
                  </a:moveTo>
                  <a:lnTo>
                    <a:pt x="223024" y="18618"/>
                  </a:lnTo>
                  <a:lnTo>
                    <a:pt x="223024" y="534098"/>
                  </a:lnTo>
                  <a:lnTo>
                    <a:pt x="230962" y="534517"/>
                  </a:lnTo>
                  <a:lnTo>
                    <a:pt x="230962" y="17945"/>
                  </a:lnTo>
                  <a:close/>
                </a:path>
                <a:path w="458469" h="537845">
                  <a:moveTo>
                    <a:pt x="248424" y="16446"/>
                  </a:moveTo>
                  <a:lnTo>
                    <a:pt x="240487" y="17132"/>
                  </a:lnTo>
                  <a:lnTo>
                    <a:pt x="240487" y="535025"/>
                  </a:lnTo>
                  <a:lnTo>
                    <a:pt x="248424" y="535457"/>
                  </a:lnTo>
                  <a:lnTo>
                    <a:pt x="248424" y="16446"/>
                  </a:lnTo>
                  <a:close/>
                </a:path>
                <a:path w="458469" h="537845">
                  <a:moveTo>
                    <a:pt x="265887" y="14960"/>
                  </a:moveTo>
                  <a:lnTo>
                    <a:pt x="257949" y="15633"/>
                  </a:lnTo>
                  <a:lnTo>
                    <a:pt x="257949" y="535965"/>
                  </a:lnTo>
                  <a:lnTo>
                    <a:pt x="265887" y="536384"/>
                  </a:lnTo>
                  <a:lnTo>
                    <a:pt x="265887" y="14960"/>
                  </a:lnTo>
                  <a:close/>
                </a:path>
                <a:path w="458469" h="537845">
                  <a:moveTo>
                    <a:pt x="283349" y="12623"/>
                  </a:moveTo>
                  <a:lnTo>
                    <a:pt x="275412" y="13982"/>
                  </a:lnTo>
                  <a:lnTo>
                    <a:pt x="275412" y="536905"/>
                  </a:lnTo>
                  <a:lnTo>
                    <a:pt x="283349" y="537324"/>
                  </a:lnTo>
                  <a:lnTo>
                    <a:pt x="283349" y="12623"/>
                  </a:lnTo>
                  <a:close/>
                </a:path>
                <a:path w="458469" h="537845">
                  <a:moveTo>
                    <a:pt x="300799" y="9664"/>
                  </a:moveTo>
                  <a:lnTo>
                    <a:pt x="292862" y="11010"/>
                  </a:lnTo>
                  <a:lnTo>
                    <a:pt x="292862" y="536422"/>
                  </a:lnTo>
                  <a:lnTo>
                    <a:pt x="300799" y="535355"/>
                  </a:lnTo>
                  <a:lnTo>
                    <a:pt x="300799" y="9664"/>
                  </a:lnTo>
                  <a:close/>
                </a:path>
                <a:path w="458469" h="537845">
                  <a:moveTo>
                    <a:pt x="318274" y="6705"/>
                  </a:moveTo>
                  <a:lnTo>
                    <a:pt x="310337" y="8051"/>
                  </a:lnTo>
                  <a:lnTo>
                    <a:pt x="310337" y="534073"/>
                  </a:lnTo>
                  <a:lnTo>
                    <a:pt x="318274" y="533006"/>
                  </a:lnTo>
                  <a:lnTo>
                    <a:pt x="318274" y="6705"/>
                  </a:lnTo>
                  <a:close/>
                </a:path>
                <a:path w="458469" h="537845">
                  <a:moveTo>
                    <a:pt x="335724" y="3746"/>
                  </a:moveTo>
                  <a:lnTo>
                    <a:pt x="327787" y="5092"/>
                  </a:lnTo>
                  <a:lnTo>
                    <a:pt x="327787" y="531723"/>
                  </a:lnTo>
                  <a:lnTo>
                    <a:pt x="335724" y="530656"/>
                  </a:lnTo>
                  <a:lnTo>
                    <a:pt x="335724" y="3746"/>
                  </a:lnTo>
                  <a:close/>
                </a:path>
                <a:path w="458469" h="537845">
                  <a:moveTo>
                    <a:pt x="353187" y="774"/>
                  </a:moveTo>
                  <a:lnTo>
                    <a:pt x="345249" y="2120"/>
                  </a:lnTo>
                  <a:lnTo>
                    <a:pt x="345249" y="529386"/>
                  </a:lnTo>
                  <a:lnTo>
                    <a:pt x="353187" y="528320"/>
                  </a:lnTo>
                  <a:lnTo>
                    <a:pt x="353187" y="774"/>
                  </a:lnTo>
                  <a:close/>
                </a:path>
                <a:path w="458469" h="537845">
                  <a:moveTo>
                    <a:pt x="370649" y="27940"/>
                  </a:moveTo>
                  <a:lnTo>
                    <a:pt x="366788" y="27940"/>
                  </a:lnTo>
                  <a:lnTo>
                    <a:pt x="366788" y="6350"/>
                  </a:lnTo>
                  <a:lnTo>
                    <a:pt x="362724" y="6350"/>
                  </a:lnTo>
                  <a:lnTo>
                    <a:pt x="362724" y="27940"/>
                  </a:lnTo>
                  <a:lnTo>
                    <a:pt x="362724" y="524510"/>
                  </a:lnTo>
                  <a:lnTo>
                    <a:pt x="362724" y="527050"/>
                  </a:lnTo>
                  <a:lnTo>
                    <a:pt x="368211" y="527050"/>
                  </a:lnTo>
                  <a:lnTo>
                    <a:pt x="368211" y="524510"/>
                  </a:lnTo>
                  <a:lnTo>
                    <a:pt x="370649" y="524510"/>
                  </a:lnTo>
                  <a:lnTo>
                    <a:pt x="370649" y="27940"/>
                  </a:lnTo>
                  <a:close/>
                </a:path>
                <a:path w="458469" h="537845">
                  <a:moveTo>
                    <a:pt x="388112" y="77470"/>
                  </a:moveTo>
                  <a:lnTo>
                    <a:pt x="386600" y="77470"/>
                  </a:lnTo>
                  <a:lnTo>
                    <a:pt x="386600" y="68580"/>
                  </a:lnTo>
                  <a:lnTo>
                    <a:pt x="382625" y="68580"/>
                  </a:lnTo>
                  <a:lnTo>
                    <a:pt x="382625" y="54610"/>
                  </a:lnTo>
                  <a:lnTo>
                    <a:pt x="380174" y="54610"/>
                  </a:lnTo>
                  <a:lnTo>
                    <a:pt x="380174" y="68580"/>
                  </a:lnTo>
                  <a:lnTo>
                    <a:pt x="380174" y="77470"/>
                  </a:lnTo>
                  <a:lnTo>
                    <a:pt x="380174" y="519430"/>
                  </a:lnTo>
                  <a:lnTo>
                    <a:pt x="380174" y="521970"/>
                  </a:lnTo>
                  <a:lnTo>
                    <a:pt x="385305" y="521970"/>
                  </a:lnTo>
                  <a:lnTo>
                    <a:pt x="385305" y="519430"/>
                  </a:lnTo>
                  <a:lnTo>
                    <a:pt x="388112" y="519430"/>
                  </a:lnTo>
                  <a:lnTo>
                    <a:pt x="388112" y="77470"/>
                  </a:lnTo>
                  <a:close/>
                </a:path>
                <a:path w="458469" h="537845">
                  <a:moveTo>
                    <a:pt x="405574" y="128270"/>
                  </a:moveTo>
                  <a:lnTo>
                    <a:pt x="404774" y="128270"/>
                  </a:lnTo>
                  <a:lnTo>
                    <a:pt x="404774" y="124460"/>
                  </a:lnTo>
                  <a:lnTo>
                    <a:pt x="400913" y="124460"/>
                  </a:lnTo>
                  <a:lnTo>
                    <a:pt x="400913" y="105410"/>
                  </a:lnTo>
                  <a:lnTo>
                    <a:pt x="397637" y="105410"/>
                  </a:lnTo>
                  <a:lnTo>
                    <a:pt x="397637" y="124460"/>
                  </a:lnTo>
                  <a:lnTo>
                    <a:pt x="397637" y="128270"/>
                  </a:lnTo>
                  <a:lnTo>
                    <a:pt x="397637" y="514350"/>
                  </a:lnTo>
                  <a:lnTo>
                    <a:pt x="397637" y="516890"/>
                  </a:lnTo>
                  <a:lnTo>
                    <a:pt x="402399" y="516890"/>
                  </a:lnTo>
                  <a:lnTo>
                    <a:pt x="402399" y="514350"/>
                  </a:lnTo>
                  <a:lnTo>
                    <a:pt x="405574" y="514350"/>
                  </a:lnTo>
                  <a:lnTo>
                    <a:pt x="405574" y="128270"/>
                  </a:lnTo>
                  <a:close/>
                </a:path>
                <a:path w="458469" h="537845">
                  <a:moveTo>
                    <a:pt x="423037" y="185420"/>
                  </a:moveTo>
                  <a:lnTo>
                    <a:pt x="422427" y="185420"/>
                  </a:lnTo>
                  <a:lnTo>
                    <a:pt x="422427" y="180340"/>
                  </a:lnTo>
                  <a:lnTo>
                    <a:pt x="418452" y="180340"/>
                  </a:lnTo>
                  <a:lnTo>
                    <a:pt x="418452" y="158750"/>
                  </a:lnTo>
                  <a:lnTo>
                    <a:pt x="415099" y="158750"/>
                  </a:lnTo>
                  <a:lnTo>
                    <a:pt x="415099" y="180340"/>
                  </a:lnTo>
                  <a:lnTo>
                    <a:pt x="415099" y="185420"/>
                  </a:lnTo>
                  <a:lnTo>
                    <a:pt x="415099" y="509270"/>
                  </a:lnTo>
                  <a:lnTo>
                    <a:pt x="415099" y="511810"/>
                  </a:lnTo>
                  <a:lnTo>
                    <a:pt x="419506" y="511810"/>
                  </a:lnTo>
                  <a:lnTo>
                    <a:pt x="419506" y="509270"/>
                  </a:lnTo>
                  <a:lnTo>
                    <a:pt x="423037" y="509270"/>
                  </a:lnTo>
                  <a:lnTo>
                    <a:pt x="423037" y="185420"/>
                  </a:lnTo>
                  <a:close/>
                </a:path>
                <a:path w="458469" h="537845">
                  <a:moveTo>
                    <a:pt x="440499" y="295910"/>
                  </a:moveTo>
                  <a:lnTo>
                    <a:pt x="437032" y="295910"/>
                  </a:lnTo>
                  <a:lnTo>
                    <a:pt x="437032" y="237490"/>
                  </a:lnTo>
                  <a:lnTo>
                    <a:pt x="433044" y="237490"/>
                  </a:lnTo>
                  <a:lnTo>
                    <a:pt x="433044" y="232410"/>
                  </a:lnTo>
                  <a:lnTo>
                    <a:pt x="432562" y="232410"/>
                  </a:lnTo>
                  <a:lnTo>
                    <a:pt x="432562" y="237490"/>
                  </a:lnTo>
                  <a:lnTo>
                    <a:pt x="432562" y="295910"/>
                  </a:lnTo>
                  <a:lnTo>
                    <a:pt x="432562" y="504190"/>
                  </a:lnTo>
                  <a:lnTo>
                    <a:pt x="432562" y="506730"/>
                  </a:lnTo>
                  <a:lnTo>
                    <a:pt x="436600" y="506730"/>
                  </a:lnTo>
                  <a:lnTo>
                    <a:pt x="436600" y="504190"/>
                  </a:lnTo>
                  <a:lnTo>
                    <a:pt x="440499" y="504190"/>
                  </a:lnTo>
                  <a:lnTo>
                    <a:pt x="440499" y="295910"/>
                  </a:lnTo>
                  <a:close/>
                </a:path>
                <a:path w="458469" h="537845">
                  <a:moveTo>
                    <a:pt x="457962" y="472948"/>
                  </a:moveTo>
                  <a:lnTo>
                    <a:pt x="450024" y="388658"/>
                  </a:lnTo>
                  <a:lnTo>
                    <a:pt x="450024" y="501472"/>
                  </a:lnTo>
                  <a:lnTo>
                    <a:pt x="457962" y="499122"/>
                  </a:lnTo>
                  <a:lnTo>
                    <a:pt x="457962" y="472948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 descr=""/>
            <p:cNvSpPr/>
            <p:nvPr/>
          </p:nvSpPr>
          <p:spPr>
            <a:xfrm>
              <a:off x="13118808" y="5177732"/>
              <a:ext cx="20320" cy="351155"/>
            </a:xfrm>
            <a:custGeom>
              <a:avLst/>
              <a:gdLst/>
              <a:ahLst/>
              <a:cxnLst/>
              <a:rect l="l" t="t" r="r" b="b"/>
              <a:pathLst>
                <a:path w="20319" h="351154">
                  <a:moveTo>
                    <a:pt x="19850" y="340512"/>
                  </a:moveTo>
                  <a:lnTo>
                    <a:pt x="17373" y="333451"/>
                  </a:lnTo>
                  <a:lnTo>
                    <a:pt x="9931" y="330238"/>
                  </a:lnTo>
                  <a:lnTo>
                    <a:pt x="2476" y="333451"/>
                  </a:lnTo>
                  <a:lnTo>
                    <a:pt x="0" y="340512"/>
                  </a:lnTo>
                  <a:lnTo>
                    <a:pt x="2476" y="347586"/>
                  </a:lnTo>
                  <a:lnTo>
                    <a:pt x="9931" y="350786"/>
                  </a:lnTo>
                  <a:lnTo>
                    <a:pt x="17373" y="347586"/>
                  </a:lnTo>
                  <a:lnTo>
                    <a:pt x="19850" y="340512"/>
                  </a:lnTo>
                  <a:close/>
                </a:path>
                <a:path w="20319" h="351154">
                  <a:moveTo>
                    <a:pt x="19850" y="230428"/>
                  </a:moveTo>
                  <a:lnTo>
                    <a:pt x="17373" y="223367"/>
                  </a:lnTo>
                  <a:lnTo>
                    <a:pt x="9931" y="220154"/>
                  </a:lnTo>
                  <a:lnTo>
                    <a:pt x="2476" y="223367"/>
                  </a:lnTo>
                  <a:lnTo>
                    <a:pt x="0" y="230428"/>
                  </a:lnTo>
                  <a:lnTo>
                    <a:pt x="2476" y="237502"/>
                  </a:lnTo>
                  <a:lnTo>
                    <a:pt x="9931" y="240715"/>
                  </a:lnTo>
                  <a:lnTo>
                    <a:pt x="17373" y="237502"/>
                  </a:lnTo>
                  <a:lnTo>
                    <a:pt x="19850" y="230428"/>
                  </a:lnTo>
                  <a:close/>
                </a:path>
                <a:path w="20319" h="351154">
                  <a:moveTo>
                    <a:pt x="19850" y="120345"/>
                  </a:moveTo>
                  <a:lnTo>
                    <a:pt x="17373" y="113284"/>
                  </a:lnTo>
                  <a:lnTo>
                    <a:pt x="9931" y="110070"/>
                  </a:lnTo>
                  <a:lnTo>
                    <a:pt x="2476" y="113284"/>
                  </a:lnTo>
                  <a:lnTo>
                    <a:pt x="0" y="120345"/>
                  </a:lnTo>
                  <a:lnTo>
                    <a:pt x="2476" y="127419"/>
                  </a:lnTo>
                  <a:lnTo>
                    <a:pt x="9931" y="130632"/>
                  </a:lnTo>
                  <a:lnTo>
                    <a:pt x="17373" y="127419"/>
                  </a:lnTo>
                  <a:lnTo>
                    <a:pt x="19850" y="120345"/>
                  </a:lnTo>
                  <a:close/>
                </a:path>
                <a:path w="20319" h="351154">
                  <a:moveTo>
                    <a:pt x="19850" y="10274"/>
                  </a:moveTo>
                  <a:lnTo>
                    <a:pt x="17373" y="3200"/>
                  </a:lnTo>
                  <a:lnTo>
                    <a:pt x="9931" y="0"/>
                  </a:lnTo>
                  <a:lnTo>
                    <a:pt x="2476" y="3200"/>
                  </a:lnTo>
                  <a:lnTo>
                    <a:pt x="0" y="10274"/>
                  </a:lnTo>
                  <a:lnTo>
                    <a:pt x="2476" y="17335"/>
                  </a:lnTo>
                  <a:lnTo>
                    <a:pt x="9931" y="20548"/>
                  </a:lnTo>
                  <a:lnTo>
                    <a:pt x="17373" y="17335"/>
                  </a:lnTo>
                  <a:lnTo>
                    <a:pt x="19850" y="10274"/>
                  </a:lnTo>
                  <a:close/>
                </a:path>
              </a:pathLst>
            </a:custGeom>
            <a:solidFill>
              <a:srgbClr val="33AD6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2" name="object 102" descr=""/>
          <p:cNvGrpSpPr/>
          <p:nvPr/>
        </p:nvGrpSpPr>
        <p:grpSpPr>
          <a:xfrm>
            <a:off x="12489577" y="5158078"/>
            <a:ext cx="337820" cy="531495"/>
            <a:chOff x="12489577" y="5158078"/>
            <a:chExt cx="337820" cy="531495"/>
          </a:xfrm>
        </p:grpSpPr>
        <p:sp>
          <p:nvSpPr>
            <p:cNvPr id="103" name="object 103" descr=""/>
            <p:cNvSpPr/>
            <p:nvPr/>
          </p:nvSpPr>
          <p:spPr>
            <a:xfrm>
              <a:off x="12489577" y="5170900"/>
              <a:ext cx="337820" cy="518795"/>
            </a:xfrm>
            <a:custGeom>
              <a:avLst/>
              <a:gdLst/>
              <a:ahLst/>
              <a:cxnLst/>
              <a:rect l="l" t="t" r="r" b="b"/>
              <a:pathLst>
                <a:path w="337820" h="518795">
                  <a:moveTo>
                    <a:pt x="52659" y="0"/>
                  </a:moveTo>
                  <a:lnTo>
                    <a:pt x="34640" y="77835"/>
                  </a:lnTo>
                  <a:lnTo>
                    <a:pt x="24350" y="124553"/>
                  </a:lnTo>
                  <a:lnTo>
                    <a:pt x="13151" y="192422"/>
                  </a:lnTo>
                  <a:lnTo>
                    <a:pt x="7606" y="265131"/>
                  </a:lnTo>
                  <a:lnTo>
                    <a:pt x="3473" y="368400"/>
                  </a:lnTo>
                  <a:lnTo>
                    <a:pt x="891" y="460766"/>
                  </a:lnTo>
                  <a:lnTo>
                    <a:pt x="0" y="500769"/>
                  </a:lnTo>
                  <a:lnTo>
                    <a:pt x="106619" y="515444"/>
                  </a:lnTo>
                  <a:lnTo>
                    <a:pt x="177345" y="518475"/>
                  </a:lnTo>
                  <a:lnTo>
                    <a:pt x="243846" y="508187"/>
                  </a:lnTo>
                  <a:lnTo>
                    <a:pt x="337789" y="482906"/>
                  </a:lnTo>
                  <a:lnTo>
                    <a:pt x="322149" y="316815"/>
                  </a:lnTo>
                  <a:lnTo>
                    <a:pt x="311100" y="222551"/>
                  </a:lnTo>
                  <a:lnTo>
                    <a:pt x="299391" y="165112"/>
                  </a:lnTo>
                  <a:lnTo>
                    <a:pt x="281771" y="109490"/>
                  </a:lnTo>
                  <a:lnTo>
                    <a:pt x="262335" y="52559"/>
                  </a:lnTo>
                  <a:lnTo>
                    <a:pt x="248587" y="13595"/>
                  </a:lnTo>
                  <a:lnTo>
                    <a:pt x="160606" y="10868"/>
                  </a:lnTo>
                  <a:lnTo>
                    <a:pt x="119288" y="8848"/>
                  </a:lnTo>
                  <a:lnTo>
                    <a:pt x="78277" y="2339"/>
                  </a:lnTo>
                  <a:lnTo>
                    <a:pt x="52659" y="0"/>
                  </a:lnTo>
                  <a:close/>
                </a:path>
              </a:pathLst>
            </a:custGeom>
            <a:solidFill>
              <a:srgbClr val="121A4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2489574" y="5158085"/>
              <a:ext cx="335915" cy="530860"/>
            </a:xfrm>
            <a:custGeom>
              <a:avLst/>
              <a:gdLst/>
              <a:ahLst/>
              <a:cxnLst/>
              <a:rect l="l" t="t" r="r" b="b"/>
              <a:pathLst>
                <a:path w="335915" h="530860">
                  <a:moveTo>
                    <a:pt x="3632" y="377228"/>
                  </a:moveTo>
                  <a:lnTo>
                    <a:pt x="889" y="473583"/>
                  </a:lnTo>
                  <a:lnTo>
                    <a:pt x="0" y="513588"/>
                  </a:lnTo>
                  <a:lnTo>
                    <a:pt x="3632" y="514096"/>
                  </a:lnTo>
                  <a:lnTo>
                    <a:pt x="3632" y="377228"/>
                  </a:lnTo>
                  <a:close/>
                </a:path>
                <a:path w="335915" h="530860">
                  <a:moveTo>
                    <a:pt x="21082" y="154800"/>
                  </a:moveTo>
                  <a:lnTo>
                    <a:pt x="19735" y="154800"/>
                  </a:lnTo>
                  <a:lnTo>
                    <a:pt x="19735" y="170040"/>
                  </a:lnTo>
                  <a:lnTo>
                    <a:pt x="15722" y="170040"/>
                  </a:lnTo>
                  <a:lnTo>
                    <a:pt x="15722" y="205600"/>
                  </a:lnTo>
                  <a:lnTo>
                    <a:pt x="13144" y="205600"/>
                  </a:lnTo>
                  <a:lnTo>
                    <a:pt x="13144" y="515480"/>
                  </a:lnTo>
                  <a:lnTo>
                    <a:pt x="18389" y="515480"/>
                  </a:lnTo>
                  <a:lnTo>
                    <a:pt x="18389" y="516750"/>
                  </a:lnTo>
                  <a:lnTo>
                    <a:pt x="21082" y="516750"/>
                  </a:lnTo>
                  <a:lnTo>
                    <a:pt x="21082" y="515480"/>
                  </a:lnTo>
                  <a:lnTo>
                    <a:pt x="21082" y="205600"/>
                  </a:lnTo>
                  <a:lnTo>
                    <a:pt x="21082" y="170040"/>
                  </a:lnTo>
                  <a:lnTo>
                    <a:pt x="21082" y="154800"/>
                  </a:lnTo>
                  <a:close/>
                </a:path>
                <a:path w="335915" h="530860">
                  <a:moveTo>
                    <a:pt x="38557" y="73520"/>
                  </a:moveTo>
                  <a:lnTo>
                    <a:pt x="36690" y="73520"/>
                  </a:lnTo>
                  <a:lnTo>
                    <a:pt x="36690" y="90030"/>
                  </a:lnTo>
                  <a:lnTo>
                    <a:pt x="32677" y="90030"/>
                  </a:lnTo>
                  <a:lnTo>
                    <a:pt x="32677" y="109080"/>
                  </a:lnTo>
                  <a:lnTo>
                    <a:pt x="30619" y="109080"/>
                  </a:lnTo>
                  <a:lnTo>
                    <a:pt x="30619" y="518020"/>
                  </a:lnTo>
                  <a:lnTo>
                    <a:pt x="36842" y="518020"/>
                  </a:lnTo>
                  <a:lnTo>
                    <a:pt x="36842" y="519290"/>
                  </a:lnTo>
                  <a:lnTo>
                    <a:pt x="38557" y="519290"/>
                  </a:lnTo>
                  <a:lnTo>
                    <a:pt x="38557" y="518020"/>
                  </a:lnTo>
                  <a:lnTo>
                    <a:pt x="38557" y="109080"/>
                  </a:lnTo>
                  <a:lnTo>
                    <a:pt x="38557" y="90030"/>
                  </a:lnTo>
                  <a:lnTo>
                    <a:pt x="38557" y="73520"/>
                  </a:lnTo>
                  <a:close/>
                </a:path>
                <a:path w="335915" h="530860">
                  <a:moveTo>
                    <a:pt x="56019" y="11290"/>
                  </a:moveTo>
                  <a:lnTo>
                    <a:pt x="50507" y="11290"/>
                  </a:lnTo>
                  <a:lnTo>
                    <a:pt x="50507" y="32880"/>
                  </a:lnTo>
                  <a:lnTo>
                    <a:pt x="48082" y="32880"/>
                  </a:lnTo>
                  <a:lnTo>
                    <a:pt x="48082" y="520560"/>
                  </a:lnTo>
                  <a:lnTo>
                    <a:pt x="55295" y="520560"/>
                  </a:lnTo>
                  <a:lnTo>
                    <a:pt x="55295" y="521830"/>
                  </a:lnTo>
                  <a:lnTo>
                    <a:pt x="56019" y="521830"/>
                  </a:lnTo>
                  <a:lnTo>
                    <a:pt x="56019" y="520560"/>
                  </a:lnTo>
                  <a:lnTo>
                    <a:pt x="56019" y="32880"/>
                  </a:lnTo>
                  <a:lnTo>
                    <a:pt x="56019" y="11290"/>
                  </a:lnTo>
                  <a:close/>
                </a:path>
                <a:path w="335915" h="530860">
                  <a:moveTo>
                    <a:pt x="73469" y="14401"/>
                  </a:moveTo>
                  <a:lnTo>
                    <a:pt x="65532" y="13144"/>
                  </a:lnTo>
                  <a:lnTo>
                    <a:pt x="65532" y="522605"/>
                  </a:lnTo>
                  <a:lnTo>
                    <a:pt x="73469" y="523709"/>
                  </a:lnTo>
                  <a:lnTo>
                    <a:pt x="73469" y="14401"/>
                  </a:lnTo>
                  <a:close/>
                </a:path>
                <a:path w="335915" h="530860">
                  <a:moveTo>
                    <a:pt x="90932" y="17170"/>
                  </a:moveTo>
                  <a:lnTo>
                    <a:pt x="83007" y="15913"/>
                  </a:lnTo>
                  <a:lnTo>
                    <a:pt x="83007" y="525018"/>
                  </a:lnTo>
                  <a:lnTo>
                    <a:pt x="90932" y="526110"/>
                  </a:lnTo>
                  <a:lnTo>
                    <a:pt x="90932" y="17170"/>
                  </a:lnTo>
                  <a:close/>
                </a:path>
                <a:path w="335915" h="530860">
                  <a:moveTo>
                    <a:pt x="108394" y="20180"/>
                  </a:moveTo>
                  <a:lnTo>
                    <a:pt x="105943" y="20180"/>
                  </a:lnTo>
                  <a:lnTo>
                    <a:pt x="105943" y="18910"/>
                  </a:lnTo>
                  <a:lnTo>
                    <a:pt x="100457" y="18910"/>
                  </a:lnTo>
                  <a:lnTo>
                    <a:pt x="100457" y="20180"/>
                  </a:lnTo>
                  <a:lnTo>
                    <a:pt x="100457" y="526910"/>
                  </a:lnTo>
                  <a:lnTo>
                    <a:pt x="101422" y="526910"/>
                  </a:lnTo>
                  <a:lnTo>
                    <a:pt x="101422" y="528180"/>
                  </a:lnTo>
                  <a:lnTo>
                    <a:pt x="108394" y="528180"/>
                  </a:lnTo>
                  <a:lnTo>
                    <a:pt x="108394" y="526910"/>
                  </a:lnTo>
                  <a:lnTo>
                    <a:pt x="108394" y="20180"/>
                  </a:lnTo>
                  <a:close/>
                </a:path>
                <a:path w="335915" h="530860">
                  <a:moveTo>
                    <a:pt x="125857" y="21450"/>
                  </a:moveTo>
                  <a:lnTo>
                    <a:pt x="117919" y="21450"/>
                  </a:lnTo>
                  <a:lnTo>
                    <a:pt x="117919" y="528180"/>
                  </a:lnTo>
                  <a:lnTo>
                    <a:pt x="119583" y="528180"/>
                  </a:lnTo>
                  <a:lnTo>
                    <a:pt x="119583" y="529450"/>
                  </a:lnTo>
                  <a:lnTo>
                    <a:pt x="125857" y="529450"/>
                  </a:lnTo>
                  <a:lnTo>
                    <a:pt x="125857" y="528180"/>
                  </a:lnTo>
                  <a:lnTo>
                    <a:pt x="125857" y="21450"/>
                  </a:lnTo>
                  <a:close/>
                </a:path>
                <a:path w="335915" h="530860">
                  <a:moveTo>
                    <a:pt x="143319" y="22847"/>
                  </a:moveTo>
                  <a:lnTo>
                    <a:pt x="135382" y="22453"/>
                  </a:lnTo>
                  <a:lnTo>
                    <a:pt x="135382" y="529501"/>
                  </a:lnTo>
                  <a:lnTo>
                    <a:pt x="143319" y="529844"/>
                  </a:lnTo>
                  <a:lnTo>
                    <a:pt x="143319" y="22847"/>
                  </a:lnTo>
                  <a:close/>
                </a:path>
                <a:path w="335915" h="530860">
                  <a:moveTo>
                    <a:pt x="160782" y="23647"/>
                  </a:moveTo>
                  <a:lnTo>
                    <a:pt x="160629" y="23685"/>
                  </a:lnTo>
                  <a:lnTo>
                    <a:pt x="152844" y="23304"/>
                  </a:lnTo>
                  <a:lnTo>
                    <a:pt x="152844" y="530250"/>
                  </a:lnTo>
                  <a:lnTo>
                    <a:pt x="160782" y="530580"/>
                  </a:lnTo>
                  <a:lnTo>
                    <a:pt x="160782" y="23685"/>
                  </a:lnTo>
                  <a:close/>
                </a:path>
                <a:path w="335915" h="530860">
                  <a:moveTo>
                    <a:pt x="178244" y="20180"/>
                  </a:moveTo>
                  <a:lnTo>
                    <a:pt x="172974" y="20180"/>
                  </a:lnTo>
                  <a:lnTo>
                    <a:pt x="172974" y="21450"/>
                  </a:lnTo>
                  <a:lnTo>
                    <a:pt x="170307" y="21450"/>
                  </a:lnTo>
                  <a:lnTo>
                    <a:pt x="170307" y="530720"/>
                  </a:lnTo>
                  <a:lnTo>
                    <a:pt x="178244" y="530720"/>
                  </a:lnTo>
                  <a:lnTo>
                    <a:pt x="178244" y="21450"/>
                  </a:lnTo>
                  <a:lnTo>
                    <a:pt x="178244" y="20180"/>
                  </a:lnTo>
                  <a:close/>
                </a:path>
                <a:path w="335915" h="530860">
                  <a:moveTo>
                    <a:pt x="195694" y="15100"/>
                  </a:moveTo>
                  <a:lnTo>
                    <a:pt x="194614" y="15100"/>
                  </a:lnTo>
                  <a:lnTo>
                    <a:pt x="194614" y="16370"/>
                  </a:lnTo>
                  <a:lnTo>
                    <a:pt x="189407" y="16370"/>
                  </a:lnTo>
                  <a:lnTo>
                    <a:pt x="189407" y="17640"/>
                  </a:lnTo>
                  <a:lnTo>
                    <a:pt x="187756" y="17640"/>
                  </a:lnTo>
                  <a:lnTo>
                    <a:pt x="187756" y="528180"/>
                  </a:lnTo>
                  <a:lnTo>
                    <a:pt x="187756" y="529450"/>
                  </a:lnTo>
                  <a:lnTo>
                    <a:pt x="193344" y="529450"/>
                  </a:lnTo>
                  <a:lnTo>
                    <a:pt x="193344" y="528180"/>
                  </a:lnTo>
                  <a:lnTo>
                    <a:pt x="195694" y="528180"/>
                  </a:lnTo>
                  <a:lnTo>
                    <a:pt x="195694" y="17640"/>
                  </a:lnTo>
                  <a:lnTo>
                    <a:pt x="195694" y="16370"/>
                  </a:lnTo>
                  <a:lnTo>
                    <a:pt x="195694" y="15100"/>
                  </a:lnTo>
                  <a:close/>
                </a:path>
                <a:path w="335915" h="530860">
                  <a:moveTo>
                    <a:pt x="213169" y="7632"/>
                  </a:moveTo>
                  <a:lnTo>
                    <a:pt x="205232" y="11099"/>
                  </a:lnTo>
                  <a:lnTo>
                    <a:pt x="205232" y="526986"/>
                  </a:lnTo>
                  <a:lnTo>
                    <a:pt x="213169" y="525754"/>
                  </a:lnTo>
                  <a:lnTo>
                    <a:pt x="213169" y="7632"/>
                  </a:lnTo>
                  <a:close/>
                </a:path>
                <a:path w="335915" h="530860">
                  <a:moveTo>
                    <a:pt x="230619" y="0"/>
                  </a:moveTo>
                  <a:lnTo>
                    <a:pt x="222681" y="3467"/>
                  </a:lnTo>
                  <a:lnTo>
                    <a:pt x="222681" y="524281"/>
                  </a:lnTo>
                  <a:lnTo>
                    <a:pt x="230619" y="523049"/>
                  </a:lnTo>
                  <a:lnTo>
                    <a:pt x="230619" y="0"/>
                  </a:lnTo>
                  <a:close/>
                </a:path>
                <a:path w="335915" h="530860">
                  <a:moveTo>
                    <a:pt x="248081" y="25260"/>
                  </a:moveTo>
                  <a:lnTo>
                    <a:pt x="244221" y="25260"/>
                  </a:lnTo>
                  <a:lnTo>
                    <a:pt x="244221" y="3670"/>
                  </a:lnTo>
                  <a:lnTo>
                    <a:pt x="240144" y="3670"/>
                  </a:lnTo>
                  <a:lnTo>
                    <a:pt x="240144" y="25260"/>
                  </a:lnTo>
                  <a:lnTo>
                    <a:pt x="240144" y="519290"/>
                  </a:lnTo>
                  <a:lnTo>
                    <a:pt x="240144" y="520560"/>
                  </a:lnTo>
                  <a:lnTo>
                    <a:pt x="240144" y="521830"/>
                  </a:lnTo>
                  <a:lnTo>
                    <a:pt x="242595" y="521830"/>
                  </a:lnTo>
                  <a:lnTo>
                    <a:pt x="242595" y="520560"/>
                  </a:lnTo>
                  <a:lnTo>
                    <a:pt x="247853" y="520560"/>
                  </a:lnTo>
                  <a:lnTo>
                    <a:pt x="247853" y="519290"/>
                  </a:lnTo>
                  <a:lnTo>
                    <a:pt x="248081" y="519290"/>
                  </a:lnTo>
                  <a:lnTo>
                    <a:pt x="248081" y="25260"/>
                  </a:lnTo>
                  <a:close/>
                </a:path>
                <a:path w="335915" h="530860">
                  <a:moveTo>
                    <a:pt x="265544" y="74790"/>
                  </a:moveTo>
                  <a:lnTo>
                    <a:pt x="264033" y="74790"/>
                  </a:lnTo>
                  <a:lnTo>
                    <a:pt x="264033" y="65900"/>
                  </a:lnTo>
                  <a:lnTo>
                    <a:pt x="260057" y="65900"/>
                  </a:lnTo>
                  <a:lnTo>
                    <a:pt x="260057" y="51930"/>
                  </a:lnTo>
                  <a:lnTo>
                    <a:pt x="257606" y="51930"/>
                  </a:lnTo>
                  <a:lnTo>
                    <a:pt x="257606" y="65900"/>
                  </a:lnTo>
                  <a:lnTo>
                    <a:pt x="257606" y="74790"/>
                  </a:lnTo>
                  <a:lnTo>
                    <a:pt x="257606" y="515480"/>
                  </a:lnTo>
                  <a:lnTo>
                    <a:pt x="257606" y="516750"/>
                  </a:lnTo>
                  <a:lnTo>
                    <a:pt x="262001" y="516750"/>
                  </a:lnTo>
                  <a:lnTo>
                    <a:pt x="262001" y="515480"/>
                  </a:lnTo>
                  <a:lnTo>
                    <a:pt x="265544" y="515480"/>
                  </a:lnTo>
                  <a:lnTo>
                    <a:pt x="265544" y="74790"/>
                  </a:lnTo>
                  <a:close/>
                </a:path>
                <a:path w="335915" h="530860">
                  <a:moveTo>
                    <a:pt x="283006" y="125590"/>
                  </a:moveTo>
                  <a:lnTo>
                    <a:pt x="282219" y="125590"/>
                  </a:lnTo>
                  <a:lnTo>
                    <a:pt x="282219" y="121780"/>
                  </a:lnTo>
                  <a:lnTo>
                    <a:pt x="278345" y="121780"/>
                  </a:lnTo>
                  <a:lnTo>
                    <a:pt x="278345" y="102730"/>
                  </a:lnTo>
                  <a:lnTo>
                    <a:pt x="275069" y="102730"/>
                  </a:lnTo>
                  <a:lnTo>
                    <a:pt x="275069" y="121780"/>
                  </a:lnTo>
                  <a:lnTo>
                    <a:pt x="275069" y="125590"/>
                  </a:lnTo>
                  <a:lnTo>
                    <a:pt x="275069" y="510400"/>
                  </a:lnTo>
                  <a:lnTo>
                    <a:pt x="275069" y="512940"/>
                  </a:lnTo>
                  <a:lnTo>
                    <a:pt x="278523" y="512940"/>
                  </a:lnTo>
                  <a:lnTo>
                    <a:pt x="278523" y="510400"/>
                  </a:lnTo>
                  <a:lnTo>
                    <a:pt x="283006" y="510400"/>
                  </a:lnTo>
                  <a:lnTo>
                    <a:pt x="283006" y="125590"/>
                  </a:lnTo>
                  <a:close/>
                </a:path>
                <a:path w="335915" h="530860">
                  <a:moveTo>
                    <a:pt x="300469" y="182740"/>
                  </a:moveTo>
                  <a:lnTo>
                    <a:pt x="299859" y="182740"/>
                  </a:lnTo>
                  <a:lnTo>
                    <a:pt x="299859" y="177660"/>
                  </a:lnTo>
                  <a:lnTo>
                    <a:pt x="295897" y="177660"/>
                  </a:lnTo>
                  <a:lnTo>
                    <a:pt x="295897" y="156070"/>
                  </a:lnTo>
                  <a:lnTo>
                    <a:pt x="292531" y="156070"/>
                  </a:lnTo>
                  <a:lnTo>
                    <a:pt x="292531" y="177660"/>
                  </a:lnTo>
                  <a:lnTo>
                    <a:pt x="292531" y="182740"/>
                  </a:lnTo>
                  <a:lnTo>
                    <a:pt x="292531" y="505320"/>
                  </a:lnTo>
                  <a:lnTo>
                    <a:pt x="292531" y="507860"/>
                  </a:lnTo>
                  <a:lnTo>
                    <a:pt x="297395" y="507860"/>
                  </a:lnTo>
                  <a:lnTo>
                    <a:pt x="297395" y="505320"/>
                  </a:lnTo>
                  <a:lnTo>
                    <a:pt x="300469" y="505320"/>
                  </a:lnTo>
                  <a:lnTo>
                    <a:pt x="300469" y="182740"/>
                  </a:lnTo>
                  <a:close/>
                </a:path>
                <a:path w="335915" h="530860">
                  <a:moveTo>
                    <a:pt x="317931" y="293230"/>
                  </a:moveTo>
                  <a:lnTo>
                    <a:pt x="314464" y="293230"/>
                  </a:lnTo>
                  <a:lnTo>
                    <a:pt x="314464" y="234810"/>
                  </a:lnTo>
                  <a:lnTo>
                    <a:pt x="310464" y="234810"/>
                  </a:lnTo>
                  <a:lnTo>
                    <a:pt x="310464" y="229730"/>
                  </a:lnTo>
                  <a:lnTo>
                    <a:pt x="309994" y="229730"/>
                  </a:lnTo>
                  <a:lnTo>
                    <a:pt x="309994" y="234810"/>
                  </a:lnTo>
                  <a:lnTo>
                    <a:pt x="309994" y="293230"/>
                  </a:lnTo>
                  <a:lnTo>
                    <a:pt x="309994" y="501510"/>
                  </a:lnTo>
                  <a:lnTo>
                    <a:pt x="309994" y="502780"/>
                  </a:lnTo>
                  <a:lnTo>
                    <a:pt x="313918" y="502780"/>
                  </a:lnTo>
                  <a:lnTo>
                    <a:pt x="313918" y="501510"/>
                  </a:lnTo>
                  <a:lnTo>
                    <a:pt x="317931" y="501510"/>
                  </a:lnTo>
                  <a:lnTo>
                    <a:pt x="317931" y="293230"/>
                  </a:lnTo>
                  <a:close/>
                </a:path>
                <a:path w="335915" h="530860">
                  <a:moveTo>
                    <a:pt x="335394" y="470268"/>
                  </a:moveTo>
                  <a:lnTo>
                    <a:pt x="327456" y="385978"/>
                  </a:lnTo>
                  <a:lnTo>
                    <a:pt x="327456" y="498513"/>
                  </a:lnTo>
                  <a:lnTo>
                    <a:pt x="335394" y="496366"/>
                  </a:lnTo>
                  <a:lnTo>
                    <a:pt x="335394" y="470268"/>
                  </a:lnTo>
                  <a:close/>
                </a:path>
              </a:pathLst>
            </a:custGeom>
            <a:solidFill>
              <a:srgbClr val="0A133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12495099" y="5182482"/>
              <a:ext cx="52069" cy="346710"/>
            </a:xfrm>
            <a:custGeom>
              <a:avLst/>
              <a:gdLst/>
              <a:ahLst/>
              <a:cxnLst/>
              <a:rect l="l" t="t" r="r" b="b"/>
              <a:pathLst>
                <a:path w="52070" h="346710">
                  <a:moveTo>
                    <a:pt x="8724" y="326072"/>
                  </a:moveTo>
                  <a:lnTo>
                    <a:pt x="4356" y="326072"/>
                  </a:lnTo>
                  <a:lnTo>
                    <a:pt x="0" y="326072"/>
                  </a:lnTo>
                  <a:lnTo>
                    <a:pt x="0" y="346633"/>
                  </a:lnTo>
                  <a:lnTo>
                    <a:pt x="8712" y="346633"/>
                  </a:lnTo>
                  <a:lnTo>
                    <a:pt x="8724" y="326072"/>
                  </a:lnTo>
                  <a:close/>
                </a:path>
                <a:path w="52070" h="346710">
                  <a:moveTo>
                    <a:pt x="13601" y="217779"/>
                  </a:moveTo>
                  <a:lnTo>
                    <a:pt x="9296" y="217779"/>
                  </a:lnTo>
                  <a:lnTo>
                    <a:pt x="4978" y="217779"/>
                  </a:lnTo>
                  <a:lnTo>
                    <a:pt x="4978" y="238328"/>
                  </a:lnTo>
                  <a:lnTo>
                    <a:pt x="13601" y="238328"/>
                  </a:lnTo>
                  <a:lnTo>
                    <a:pt x="13601" y="217779"/>
                  </a:lnTo>
                  <a:close/>
                </a:path>
                <a:path w="52070" h="346710">
                  <a:moveTo>
                    <a:pt x="29146" y="109448"/>
                  </a:moveTo>
                  <a:lnTo>
                    <a:pt x="25514" y="109016"/>
                  </a:lnTo>
                  <a:lnTo>
                    <a:pt x="21882" y="108585"/>
                  </a:lnTo>
                  <a:lnTo>
                    <a:pt x="19443" y="128993"/>
                  </a:lnTo>
                  <a:lnTo>
                    <a:pt x="26695" y="129857"/>
                  </a:lnTo>
                  <a:lnTo>
                    <a:pt x="29146" y="109448"/>
                  </a:lnTo>
                  <a:close/>
                </a:path>
                <a:path w="52070" h="346710">
                  <a:moveTo>
                    <a:pt x="51866" y="0"/>
                  </a:moveTo>
                  <a:lnTo>
                    <a:pt x="43738" y="0"/>
                  </a:lnTo>
                  <a:lnTo>
                    <a:pt x="43726" y="20548"/>
                  </a:lnTo>
                  <a:lnTo>
                    <a:pt x="47802" y="20548"/>
                  </a:lnTo>
                  <a:lnTo>
                    <a:pt x="51866" y="20548"/>
                  </a:lnTo>
                  <a:lnTo>
                    <a:pt x="51866" y="0"/>
                  </a:lnTo>
                  <a:close/>
                </a:path>
              </a:pathLst>
            </a:custGeom>
            <a:solidFill>
              <a:srgbClr val="33AD6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6" name="object 106" descr=""/>
          <p:cNvGrpSpPr/>
          <p:nvPr/>
        </p:nvGrpSpPr>
        <p:grpSpPr>
          <a:xfrm>
            <a:off x="14219363" y="6704345"/>
            <a:ext cx="172085" cy="684530"/>
            <a:chOff x="14219363" y="6704345"/>
            <a:chExt cx="172085" cy="684530"/>
          </a:xfrm>
        </p:grpSpPr>
        <p:sp>
          <p:nvSpPr>
            <p:cNvPr id="107" name="object 107" descr=""/>
            <p:cNvSpPr/>
            <p:nvPr/>
          </p:nvSpPr>
          <p:spPr>
            <a:xfrm>
              <a:off x="14219352" y="6704348"/>
              <a:ext cx="172085" cy="656590"/>
            </a:xfrm>
            <a:custGeom>
              <a:avLst/>
              <a:gdLst/>
              <a:ahLst/>
              <a:cxnLst/>
              <a:rect l="l" t="t" r="r" b="b"/>
              <a:pathLst>
                <a:path w="172084" h="656590">
                  <a:moveTo>
                    <a:pt x="172059" y="85369"/>
                  </a:moveTo>
                  <a:lnTo>
                    <a:pt x="167767" y="49784"/>
                  </a:lnTo>
                  <a:lnTo>
                    <a:pt x="152857" y="20599"/>
                  </a:lnTo>
                  <a:lnTo>
                    <a:pt x="131978" y="4229"/>
                  </a:lnTo>
                  <a:lnTo>
                    <a:pt x="109410" y="0"/>
                  </a:lnTo>
                  <a:lnTo>
                    <a:pt x="89446" y="7200"/>
                  </a:lnTo>
                  <a:lnTo>
                    <a:pt x="58305" y="64757"/>
                  </a:lnTo>
                  <a:lnTo>
                    <a:pt x="47167" y="116293"/>
                  </a:lnTo>
                  <a:lnTo>
                    <a:pt x="37871" y="183870"/>
                  </a:lnTo>
                  <a:lnTo>
                    <a:pt x="26136" y="283857"/>
                  </a:lnTo>
                  <a:lnTo>
                    <a:pt x="24091" y="304469"/>
                  </a:lnTo>
                  <a:lnTo>
                    <a:pt x="24015" y="304622"/>
                  </a:lnTo>
                  <a:lnTo>
                    <a:pt x="15163" y="342976"/>
                  </a:lnTo>
                  <a:lnTo>
                    <a:pt x="10401" y="370395"/>
                  </a:lnTo>
                  <a:lnTo>
                    <a:pt x="8077" y="400088"/>
                  </a:lnTo>
                  <a:lnTo>
                    <a:pt x="6565" y="445236"/>
                  </a:lnTo>
                  <a:lnTo>
                    <a:pt x="4305" y="503466"/>
                  </a:lnTo>
                  <a:lnTo>
                    <a:pt x="1689" y="558927"/>
                  </a:lnTo>
                  <a:lnTo>
                    <a:pt x="0" y="604494"/>
                  </a:lnTo>
                  <a:lnTo>
                    <a:pt x="533" y="633069"/>
                  </a:lnTo>
                  <a:lnTo>
                    <a:pt x="12522" y="647636"/>
                  </a:lnTo>
                  <a:lnTo>
                    <a:pt x="37528" y="655523"/>
                  </a:lnTo>
                  <a:lnTo>
                    <a:pt x="65265" y="656196"/>
                  </a:lnTo>
                  <a:lnTo>
                    <a:pt x="85420" y="649084"/>
                  </a:lnTo>
                  <a:lnTo>
                    <a:pt x="105232" y="580974"/>
                  </a:lnTo>
                  <a:lnTo>
                    <a:pt x="117119" y="519595"/>
                  </a:lnTo>
                  <a:lnTo>
                    <a:pt x="128701" y="452589"/>
                  </a:lnTo>
                  <a:lnTo>
                    <a:pt x="138823" y="389420"/>
                  </a:lnTo>
                  <a:lnTo>
                    <a:pt x="146253" y="339496"/>
                  </a:lnTo>
                  <a:lnTo>
                    <a:pt x="149809" y="312293"/>
                  </a:lnTo>
                  <a:lnTo>
                    <a:pt x="149618" y="311721"/>
                  </a:lnTo>
                  <a:lnTo>
                    <a:pt x="150812" y="308267"/>
                  </a:lnTo>
                  <a:lnTo>
                    <a:pt x="160020" y="258864"/>
                  </a:lnTo>
                  <a:lnTo>
                    <a:pt x="167246" y="199110"/>
                  </a:lnTo>
                  <a:lnTo>
                    <a:pt x="171577" y="138214"/>
                  </a:lnTo>
                  <a:lnTo>
                    <a:pt x="172059" y="85369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4225926" y="7332958"/>
              <a:ext cx="73025" cy="56515"/>
            </a:xfrm>
            <a:custGeom>
              <a:avLst/>
              <a:gdLst/>
              <a:ahLst/>
              <a:cxnLst/>
              <a:rect l="l" t="t" r="r" b="b"/>
              <a:pathLst>
                <a:path w="73025" h="56515">
                  <a:moveTo>
                    <a:pt x="33776" y="0"/>
                  </a:moveTo>
                  <a:lnTo>
                    <a:pt x="19668" y="1827"/>
                  </a:lnTo>
                  <a:lnTo>
                    <a:pt x="0" y="8853"/>
                  </a:lnTo>
                  <a:lnTo>
                    <a:pt x="0" y="51689"/>
                  </a:lnTo>
                  <a:lnTo>
                    <a:pt x="20782" y="55174"/>
                  </a:lnTo>
                  <a:lnTo>
                    <a:pt x="35108" y="55893"/>
                  </a:lnTo>
                  <a:lnTo>
                    <a:pt x="49639" y="53447"/>
                  </a:lnTo>
                  <a:lnTo>
                    <a:pt x="71034" y="47438"/>
                  </a:lnTo>
                  <a:lnTo>
                    <a:pt x="72500" y="13795"/>
                  </a:lnTo>
                  <a:lnTo>
                    <a:pt x="49121" y="3834"/>
                  </a:lnTo>
                  <a:lnTo>
                    <a:pt x="33776" y="0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9" name="object 109" descr=""/>
          <p:cNvGrpSpPr/>
          <p:nvPr/>
        </p:nvGrpSpPr>
        <p:grpSpPr>
          <a:xfrm>
            <a:off x="14308470" y="6682117"/>
            <a:ext cx="455295" cy="706755"/>
            <a:chOff x="14308470" y="6682117"/>
            <a:chExt cx="455295" cy="706755"/>
          </a:xfrm>
        </p:grpSpPr>
        <p:sp>
          <p:nvSpPr>
            <p:cNvPr id="110" name="object 110" descr=""/>
            <p:cNvSpPr/>
            <p:nvPr/>
          </p:nvSpPr>
          <p:spPr>
            <a:xfrm>
              <a:off x="14591615" y="6704348"/>
              <a:ext cx="172085" cy="656590"/>
            </a:xfrm>
            <a:custGeom>
              <a:avLst/>
              <a:gdLst/>
              <a:ahLst/>
              <a:cxnLst/>
              <a:rect l="l" t="t" r="r" b="b"/>
              <a:pathLst>
                <a:path w="172084" h="656590">
                  <a:moveTo>
                    <a:pt x="172046" y="604494"/>
                  </a:moveTo>
                  <a:lnTo>
                    <a:pt x="170357" y="558927"/>
                  </a:lnTo>
                  <a:lnTo>
                    <a:pt x="167741" y="503466"/>
                  </a:lnTo>
                  <a:lnTo>
                    <a:pt x="165481" y="445236"/>
                  </a:lnTo>
                  <a:lnTo>
                    <a:pt x="163982" y="400088"/>
                  </a:lnTo>
                  <a:lnTo>
                    <a:pt x="156895" y="342976"/>
                  </a:lnTo>
                  <a:lnTo>
                    <a:pt x="148043" y="304622"/>
                  </a:lnTo>
                  <a:lnTo>
                    <a:pt x="147955" y="304469"/>
                  </a:lnTo>
                  <a:lnTo>
                    <a:pt x="145923" y="283857"/>
                  </a:lnTo>
                  <a:lnTo>
                    <a:pt x="134188" y="183870"/>
                  </a:lnTo>
                  <a:lnTo>
                    <a:pt x="124891" y="116293"/>
                  </a:lnTo>
                  <a:lnTo>
                    <a:pt x="113753" y="64757"/>
                  </a:lnTo>
                  <a:lnTo>
                    <a:pt x="99936" y="28613"/>
                  </a:lnTo>
                  <a:lnTo>
                    <a:pt x="62636" y="0"/>
                  </a:lnTo>
                  <a:lnTo>
                    <a:pt x="40081" y="4229"/>
                  </a:lnTo>
                  <a:lnTo>
                    <a:pt x="19202" y="20599"/>
                  </a:lnTo>
                  <a:lnTo>
                    <a:pt x="4292" y="49784"/>
                  </a:lnTo>
                  <a:lnTo>
                    <a:pt x="0" y="85369"/>
                  </a:lnTo>
                  <a:lnTo>
                    <a:pt x="482" y="138214"/>
                  </a:lnTo>
                  <a:lnTo>
                    <a:pt x="4813" y="199110"/>
                  </a:lnTo>
                  <a:lnTo>
                    <a:pt x="12039" y="258864"/>
                  </a:lnTo>
                  <a:lnTo>
                    <a:pt x="21247" y="308267"/>
                  </a:lnTo>
                  <a:lnTo>
                    <a:pt x="22428" y="311734"/>
                  </a:lnTo>
                  <a:lnTo>
                    <a:pt x="22250" y="312293"/>
                  </a:lnTo>
                  <a:lnTo>
                    <a:pt x="33235" y="389420"/>
                  </a:lnTo>
                  <a:lnTo>
                    <a:pt x="43345" y="452589"/>
                  </a:lnTo>
                  <a:lnTo>
                    <a:pt x="54940" y="519595"/>
                  </a:lnTo>
                  <a:lnTo>
                    <a:pt x="66814" y="580974"/>
                  </a:lnTo>
                  <a:lnTo>
                    <a:pt x="77774" y="627291"/>
                  </a:lnTo>
                  <a:lnTo>
                    <a:pt x="106794" y="656196"/>
                  </a:lnTo>
                  <a:lnTo>
                    <a:pt x="134518" y="655523"/>
                  </a:lnTo>
                  <a:lnTo>
                    <a:pt x="159537" y="647636"/>
                  </a:lnTo>
                  <a:lnTo>
                    <a:pt x="171526" y="633069"/>
                  </a:lnTo>
                  <a:lnTo>
                    <a:pt x="172046" y="604494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14308468" y="6682123"/>
              <a:ext cx="448945" cy="706755"/>
            </a:xfrm>
            <a:custGeom>
              <a:avLst/>
              <a:gdLst/>
              <a:ahLst/>
              <a:cxnLst/>
              <a:rect l="l" t="t" r="r" b="b"/>
              <a:pathLst>
                <a:path w="448944" h="706754">
                  <a:moveTo>
                    <a:pt x="371297" y="34290"/>
                  </a:moveTo>
                  <a:lnTo>
                    <a:pt x="332854" y="8724"/>
                  </a:lnTo>
                  <a:lnTo>
                    <a:pt x="314363" y="0"/>
                  </a:lnTo>
                  <a:lnTo>
                    <a:pt x="305854" y="3975"/>
                  </a:lnTo>
                  <a:lnTo>
                    <a:pt x="281546" y="13233"/>
                  </a:lnTo>
                  <a:lnTo>
                    <a:pt x="243306" y="23761"/>
                  </a:lnTo>
                  <a:lnTo>
                    <a:pt x="192963" y="31534"/>
                  </a:lnTo>
                  <a:lnTo>
                    <a:pt x="148894" y="34874"/>
                  </a:lnTo>
                  <a:lnTo>
                    <a:pt x="119138" y="32893"/>
                  </a:lnTo>
                  <a:lnTo>
                    <a:pt x="90157" y="22809"/>
                  </a:lnTo>
                  <a:lnTo>
                    <a:pt x="48399" y="1828"/>
                  </a:lnTo>
                  <a:lnTo>
                    <a:pt x="41198" y="5283"/>
                  </a:lnTo>
                  <a:lnTo>
                    <a:pt x="25209" y="13335"/>
                  </a:lnTo>
                  <a:lnTo>
                    <a:pt x="8801" y="22529"/>
                  </a:lnTo>
                  <a:lnTo>
                    <a:pt x="330" y="29425"/>
                  </a:lnTo>
                  <a:lnTo>
                    <a:pt x="0" y="49580"/>
                  </a:lnTo>
                  <a:lnTo>
                    <a:pt x="1143" y="95631"/>
                  </a:lnTo>
                  <a:lnTo>
                    <a:pt x="2971" y="156946"/>
                  </a:lnTo>
                  <a:lnTo>
                    <a:pt x="4673" y="223050"/>
                  </a:lnTo>
                  <a:lnTo>
                    <a:pt x="5448" y="282917"/>
                  </a:lnTo>
                  <a:lnTo>
                    <a:pt x="5854" y="334657"/>
                  </a:lnTo>
                  <a:lnTo>
                    <a:pt x="8483" y="362585"/>
                  </a:lnTo>
                  <a:lnTo>
                    <a:pt x="15557" y="376313"/>
                  </a:lnTo>
                  <a:lnTo>
                    <a:pt x="29311" y="385445"/>
                  </a:lnTo>
                  <a:lnTo>
                    <a:pt x="85648" y="361873"/>
                  </a:lnTo>
                  <a:lnTo>
                    <a:pt x="135369" y="355688"/>
                  </a:lnTo>
                  <a:lnTo>
                    <a:pt x="206324" y="368414"/>
                  </a:lnTo>
                  <a:lnTo>
                    <a:pt x="326351" y="401548"/>
                  </a:lnTo>
                  <a:lnTo>
                    <a:pt x="330047" y="399503"/>
                  </a:lnTo>
                  <a:lnTo>
                    <a:pt x="338289" y="389356"/>
                  </a:lnTo>
                  <a:lnTo>
                    <a:pt x="346862" y="365023"/>
                  </a:lnTo>
                  <a:lnTo>
                    <a:pt x="347840" y="355688"/>
                  </a:lnTo>
                  <a:lnTo>
                    <a:pt x="351536" y="320446"/>
                  </a:lnTo>
                  <a:lnTo>
                    <a:pt x="352907" y="269760"/>
                  </a:lnTo>
                  <a:lnTo>
                    <a:pt x="355434" y="222923"/>
                  </a:lnTo>
                  <a:lnTo>
                    <a:pt x="360934" y="153504"/>
                  </a:lnTo>
                  <a:lnTo>
                    <a:pt x="371246" y="34874"/>
                  </a:lnTo>
                  <a:lnTo>
                    <a:pt x="371297" y="34290"/>
                  </a:lnTo>
                  <a:close/>
                </a:path>
                <a:path w="448944" h="706754">
                  <a:moveTo>
                    <a:pt x="448640" y="659688"/>
                  </a:moveTo>
                  <a:lnTo>
                    <a:pt x="428967" y="652665"/>
                  </a:lnTo>
                  <a:lnTo>
                    <a:pt x="414858" y="650836"/>
                  </a:lnTo>
                  <a:lnTo>
                    <a:pt x="399516" y="654672"/>
                  </a:lnTo>
                  <a:lnTo>
                    <a:pt x="376135" y="664641"/>
                  </a:lnTo>
                  <a:lnTo>
                    <a:pt x="377596" y="698284"/>
                  </a:lnTo>
                  <a:lnTo>
                    <a:pt x="398995" y="704291"/>
                  </a:lnTo>
                  <a:lnTo>
                    <a:pt x="413524" y="706729"/>
                  </a:lnTo>
                  <a:lnTo>
                    <a:pt x="427850" y="706018"/>
                  </a:lnTo>
                  <a:lnTo>
                    <a:pt x="448640" y="702525"/>
                  </a:lnTo>
                  <a:lnTo>
                    <a:pt x="448640" y="659688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2" name="object 112" descr=""/>
          <p:cNvGrpSpPr/>
          <p:nvPr/>
        </p:nvGrpSpPr>
        <p:grpSpPr>
          <a:xfrm>
            <a:off x="15904339" y="6704345"/>
            <a:ext cx="172085" cy="684530"/>
            <a:chOff x="15904339" y="6704345"/>
            <a:chExt cx="172085" cy="684530"/>
          </a:xfrm>
        </p:grpSpPr>
        <p:sp>
          <p:nvSpPr>
            <p:cNvPr id="113" name="object 113" descr=""/>
            <p:cNvSpPr/>
            <p:nvPr/>
          </p:nvSpPr>
          <p:spPr>
            <a:xfrm>
              <a:off x="15904337" y="6704348"/>
              <a:ext cx="172085" cy="656590"/>
            </a:xfrm>
            <a:custGeom>
              <a:avLst/>
              <a:gdLst/>
              <a:ahLst/>
              <a:cxnLst/>
              <a:rect l="l" t="t" r="r" b="b"/>
              <a:pathLst>
                <a:path w="172084" h="656590">
                  <a:moveTo>
                    <a:pt x="172059" y="85369"/>
                  </a:moveTo>
                  <a:lnTo>
                    <a:pt x="167754" y="49784"/>
                  </a:lnTo>
                  <a:lnTo>
                    <a:pt x="152844" y="20599"/>
                  </a:lnTo>
                  <a:lnTo>
                    <a:pt x="131965" y="4229"/>
                  </a:lnTo>
                  <a:lnTo>
                    <a:pt x="109410" y="0"/>
                  </a:lnTo>
                  <a:lnTo>
                    <a:pt x="89446" y="7200"/>
                  </a:lnTo>
                  <a:lnTo>
                    <a:pt x="58293" y="64757"/>
                  </a:lnTo>
                  <a:lnTo>
                    <a:pt x="47155" y="116293"/>
                  </a:lnTo>
                  <a:lnTo>
                    <a:pt x="37858" y="183870"/>
                  </a:lnTo>
                  <a:lnTo>
                    <a:pt x="26123" y="283857"/>
                  </a:lnTo>
                  <a:lnTo>
                    <a:pt x="24091" y="304444"/>
                  </a:lnTo>
                  <a:lnTo>
                    <a:pt x="24003" y="304622"/>
                  </a:lnTo>
                  <a:lnTo>
                    <a:pt x="15151" y="342976"/>
                  </a:lnTo>
                  <a:lnTo>
                    <a:pt x="10388" y="370395"/>
                  </a:lnTo>
                  <a:lnTo>
                    <a:pt x="8064" y="400088"/>
                  </a:lnTo>
                  <a:lnTo>
                    <a:pt x="6565" y="445236"/>
                  </a:lnTo>
                  <a:lnTo>
                    <a:pt x="4305" y="503466"/>
                  </a:lnTo>
                  <a:lnTo>
                    <a:pt x="1689" y="558927"/>
                  </a:lnTo>
                  <a:lnTo>
                    <a:pt x="0" y="604494"/>
                  </a:lnTo>
                  <a:lnTo>
                    <a:pt x="520" y="633069"/>
                  </a:lnTo>
                  <a:lnTo>
                    <a:pt x="12509" y="647636"/>
                  </a:lnTo>
                  <a:lnTo>
                    <a:pt x="37528" y="655523"/>
                  </a:lnTo>
                  <a:lnTo>
                    <a:pt x="65252" y="656196"/>
                  </a:lnTo>
                  <a:lnTo>
                    <a:pt x="85420" y="649084"/>
                  </a:lnTo>
                  <a:lnTo>
                    <a:pt x="105232" y="580974"/>
                  </a:lnTo>
                  <a:lnTo>
                    <a:pt x="117106" y="519595"/>
                  </a:lnTo>
                  <a:lnTo>
                    <a:pt x="128701" y="452589"/>
                  </a:lnTo>
                  <a:lnTo>
                    <a:pt x="138811" y="389420"/>
                  </a:lnTo>
                  <a:lnTo>
                    <a:pt x="146240" y="339496"/>
                  </a:lnTo>
                  <a:lnTo>
                    <a:pt x="149796" y="312293"/>
                  </a:lnTo>
                  <a:lnTo>
                    <a:pt x="149606" y="311734"/>
                  </a:lnTo>
                  <a:lnTo>
                    <a:pt x="150799" y="308267"/>
                  </a:lnTo>
                  <a:lnTo>
                    <a:pt x="160007" y="258864"/>
                  </a:lnTo>
                  <a:lnTo>
                    <a:pt x="167246" y="199110"/>
                  </a:lnTo>
                  <a:lnTo>
                    <a:pt x="171577" y="138214"/>
                  </a:lnTo>
                  <a:lnTo>
                    <a:pt x="172059" y="85369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15910902" y="7332958"/>
              <a:ext cx="73025" cy="56515"/>
            </a:xfrm>
            <a:custGeom>
              <a:avLst/>
              <a:gdLst/>
              <a:ahLst/>
              <a:cxnLst/>
              <a:rect l="l" t="t" r="r" b="b"/>
              <a:pathLst>
                <a:path w="73025" h="56515">
                  <a:moveTo>
                    <a:pt x="33776" y="0"/>
                  </a:moveTo>
                  <a:lnTo>
                    <a:pt x="19668" y="1827"/>
                  </a:lnTo>
                  <a:lnTo>
                    <a:pt x="0" y="8853"/>
                  </a:lnTo>
                  <a:lnTo>
                    <a:pt x="0" y="51689"/>
                  </a:lnTo>
                  <a:lnTo>
                    <a:pt x="20782" y="55174"/>
                  </a:lnTo>
                  <a:lnTo>
                    <a:pt x="35108" y="55893"/>
                  </a:lnTo>
                  <a:lnTo>
                    <a:pt x="49639" y="53447"/>
                  </a:lnTo>
                  <a:lnTo>
                    <a:pt x="71034" y="47438"/>
                  </a:lnTo>
                  <a:lnTo>
                    <a:pt x="72500" y="13795"/>
                  </a:lnTo>
                  <a:lnTo>
                    <a:pt x="49121" y="3834"/>
                  </a:lnTo>
                  <a:lnTo>
                    <a:pt x="33776" y="0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5" name="object 115" descr=""/>
          <p:cNvGrpSpPr/>
          <p:nvPr/>
        </p:nvGrpSpPr>
        <p:grpSpPr>
          <a:xfrm>
            <a:off x="15993447" y="6682117"/>
            <a:ext cx="455295" cy="706755"/>
            <a:chOff x="15993447" y="6682117"/>
            <a:chExt cx="455295" cy="706755"/>
          </a:xfrm>
        </p:grpSpPr>
        <p:sp>
          <p:nvSpPr>
            <p:cNvPr id="116" name="object 116" descr=""/>
            <p:cNvSpPr/>
            <p:nvPr/>
          </p:nvSpPr>
          <p:spPr>
            <a:xfrm>
              <a:off x="16276588" y="6704348"/>
              <a:ext cx="172085" cy="656590"/>
            </a:xfrm>
            <a:custGeom>
              <a:avLst/>
              <a:gdLst/>
              <a:ahLst/>
              <a:cxnLst/>
              <a:rect l="l" t="t" r="r" b="b"/>
              <a:pathLst>
                <a:path w="172084" h="656590">
                  <a:moveTo>
                    <a:pt x="172059" y="604494"/>
                  </a:moveTo>
                  <a:lnTo>
                    <a:pt x="170370" y="558927"/>
                  </a:lnTo>
                  <a:lnTo>
                    <a:pt x="167754" y="503466"/>
                  </a:lnTo>
                  <a:lnTo>
                    <a:pt x="165493" y="445236"/>
                  </a:lnTo>
                  <a:lnTo>
                    <a:pt x="163982" y="400088"/>
                  </a:lnTo>
                  <a:lnTo>
                    <a:pt x="156895" y="342976"/>
                  </a:lnTo>
                  <a:lnTo>
                    <a:pt x="148043" y="304622"/>
                  </a:lnTo>
                  <a:lnTo>
                    <a:pt x="147955" y="304469"/>
                  </a:lnTo>
                  <a:lnTo>
                    <a:pt x="145923" y="283857"/>
                  </a:lnTo>
                  <a:lnTo>
                    <a:pt x="134188" y="183870"/>
                  </a:lnTo>
                  <a:lnTo>
                    <a:pt x="124891" y="116293"/>
                  </a:lnTo>
                  <a:lnTo>
                    <a:pt x="113753" y="64757"/>
                  </a:lnTo>
                  <a:lnTo>
                    <a:pt x="99936" y="28613"/>
                  </a:lnTo>
                  <a:lnTo>
                    <a:pt x="62649" y="0"/>
                  </a:lnTo>
                  <a:lnTo>
                    <a:pt x="40081" y="4229"/>
                  </a:lnTo>
                  <a:lnTo>
                    <a:pt x="19202" y="20599"/>
                  </a:lnTo>
                  <a:lnTo>
                    <a:pt x="4292" y="49784"/>
                  </a:lnTo>
                  <a:lnTo>
                    <a:pt x="0" y="85369"/>
                  </a:lnTo>
                  <a:lnTo>
                    <a:pt x="482" y="138214"/>
                  </a:lnTo>
                  <a:lnTo>
                    <a:pt x="4813" y="199110"/>
                  </a:lnTo>
                  <a:lnTo>
                    <a:pt x="12039" y="258864"/>
                  </a:lnTo>
                  <a:lnTo>
                    <a:pt x="21247" y="308267"/>
                  </a:lnTo>
                  <a:lnTo>
                    <a:pt x="22428" y="311721"/>
                  </a:lnTo>
                  <a:lnTo>
                    <a:pt x="22250" y="312293"/>
                  </a:lnTo>
                  <a:lnTo>
                    <a:pt x="33235" y="389420"/>
                  </a:lnTo>
                  <a:lnTo>
                    <a:pt x="43357" y="452589"/>
                  </a:lnTo>
                  <a:lnTo>
                    <a:pt x="54940" y="519595"/>
                  </a:lnTo>
                  <a:lnTo>
                    <a:pt x="66827" y="580974"/>
                  </a:lnTo>
                  <a:lnTo>
                    <a:pt x="77787" y="627291"/>
                  </a:lnTo>
                  <a:lnTo>
                    <a:pt x="106794" y="656196"/>
                  </a:lnTo>
                  <a:lnTo>
                    <a:pt x="134531" y="655523"/>
                  </a:lnTo>
                  <a:lnTo>
                    <a:pt x="159537" y="647636"/>
                  </a:lnTo>
                  <a:lnTo>
                    <a:pt x="171526" y="633069"/>
                  </a:lnTo>
                  <a:lnTo>
                    <a:pt x="172059" y="604494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15993441" y="6682123"/>
              <a:ext cx="448945" cy="706755"/>
            </a:xfrm>
            <a:custGeom>
              <a:avLst/>
              <a:gdLst/>
              <a:ahLst/>
              <a:cxnLst/>
              <a:rect l="l" t="t" r="r" b="b"/>
              <a:pathLst>
                <a:path w="448944" h="706754">
                  <a:moveTo>
                    <a:pt x="371309" y="34290"/>
                  </a:moveTo>
                  <a:lnTo>
                    <a:pt x="332854" y="8724"/>
                  </a:lnTo>
                  <a:lnTo>
                    <a:pt x="314375" y="0"/>
                  </a:lnTo>
                  <a:lnTo>
                    <a:pt x="305854" y="3975"/>
                  </a:lnTo>
                  <a:lnTo>
                    <a:pt x="281546" y="13233"/>
                  </a:lnTo>
                  <a:lnTo>
                    <a:pt x="243306" y="23761"/>
                  </a:lnTo>
                  <a:lnTo>
                    <a:pt x="192976" y="31534"/>
                  </a:lnTo>
                  <a:lnTo>
                    <a:pt x="148894" y="34874"/>
                  </a:lnTo>
                  <a:lnTo>
                    <a:pt x="119138" y="32893"/>
                  </a:lnTo>
                  <a:lnTo>
                    <a:pt x="90157" y="22809"/>
                  </a:lnTo>
                  <a:lnTo>
                    <a:pt x="48399" y="1828"/>
                  </a:lnTo>
                  <a:lnTo>
                    <a:pt x="41211" y="5283"/>
                  </a:lnTo>
                  <a:lnTo>
                    <a:pt x="25209" y="13335"/>
                  </a:lnTo>
                  <a:lnTo>
                    <a:pt x="8801" y="22529"/>
                  </a:lnTo>
                  <a:lnTo>
                    <a:pt x="342" y="29425"/>
                  </a:lnTo>
                  <a:lnTo>
                    <a:pt x="0" y="49580"/>
                  </a:lnTo>
                  <a:lnTo>
                    <a:pt x="1143" y="95631"/>
                  </a:lnTo>
                  <a:lnTo>
                    <a:pt x="2971" y="156946"/>
                  </a:lnTo>
                  <a:lnTo>
                    <a:pt x="4673" y="223050"/>
                  </a:lnTo>
                  <a:lnTo>
                    <a:pt x="5448" y="282917"/>
                  </a:lnTo>
                  <a:lnTo>
                    <a:pt x="5727" y="335153"/>
                  </a:lnTo>
                  <a:lnTo>
                    <a:pt x="7366" y="366534"/>
                  </a:lnTo>
                  <a:lnTo>
                    <a:pt x="11760" y="389636"/>
                  </a:lnTo>
                  <a:lnTo>
                    <a:pt x="20307" y="417029"/>
                  </a:lnTo>
                  <a:lnTo>
                    <a:pt x="101434" y="454253"/>
                  </a:lnTo>
                  <a:lnTo>
                    <a:pt x="160362" y="465048"/>
                  </a:lnTo>
                  <a:lnTo>
                    <a:pt x="225780" y="447967"/>
                  </a:lnTo>
                  <a:lnTo>
                    <a:pt x="326364" y="401548"/>
                  </a:lnTo>
                  <a:lnTo>
                    <a:pt x="346862" y="365023"/>
                  </a:lnTo>
                  <a:lnTo>
                    <a:pt x="351536" y="320446"/>
                  </a:lnTo>
                  <a:lnTo>
                    <a:pt x="352907" y="269760"/>
                  </a:lnTo>
                  <a:lnTo>
                    <a:pt x="355434" y="222923"/>
                  </a:lnTo>
                  <a:lnTo>
                    <a:pt x="360946" y="153504"/>
                  </a:lnTo>
                  <a:lnTo>
                    <a:pt x="371259" y="34874"/>
                  </a:lnTo>
                  <a:lnTo>
                    <a:pt x="371309" y="34290"/>
                  </a:lnTo>
                  <a:close/>
                </a:path>
                <a:path w="448944" h="706754">
                  <a:moveTo>
                    <a:pt x="448640" y="659688"/>
                  </a:moveTo>
                  <a:lnTo>
                    <a:pt x="428967" y="652665"/>
                  </a:lnTo>
                  <a:lnTo>
                    <a:pt x="414858" y="650836"/>
                  </a:lnTo>
                  <a:lnTo>
                    <a:pt x="399516" y="654672"/>
                  </a:lnTo>
                  <a:lnTo>
                    <a:pt x="376135" y="664641"/>
                  </a:lnTo>
                  <a:lnTo>
                    <a:pt x="377609" y="698284"/>
                  </a:lnTo>
                  <a:lnTo>
                    <a:pt x="398995" y="704291"/>
                  </a:lnTo>
                  <a:lnTo>
                    <a:pt x="413524" y="706729"/>
                  </a:lnTo>
                  <a:lnTo>
                    <a:pt x="427863" y="706018"/>
                  </a:lnTo>
                  <a:lnTo>
                    <a:pt x="448640" y="702525"/>
                  </a:lnTo>
                  <a:lnTo>
                    <a:pt x="448640" y="659688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8" name="object 118" descr=""/>
          <p:cNvGrpSpPr/>
          <p:nvPr/>
        </p:nvGrpSpPr>
        <p:grpSpPr>
          <a:xfrm>
            <a:off x="15235256" y="6704345"/>
            <a:ext cx="172085" cy="684530"/>
            <a:chOff x="15235256" y="6704345"/>
            <a:chExt cx="172085" cy="684530"/>
          </a:xfrm>
        </p:grpSpPr>
        <p:sp>
          <p:nvSpPr>
            <p:cNvPr id="119" name="object 119" descr=""/>
            <p:cNvSpPr/>
            <p:nvPr/>
          </p:nvSpPr>
          <p:spPr>
            <a:xfrm>
              <a:off x="15235250" y="6704348"/>
              <a:ext cx="172085" cy="656590"/>
            </a:xfrm>
            <a:custGeom>
              <a:avLst/>
              <a:gdLst/>
              <a:ahLst/>
              <a:cxnLst/>
              <a:rect l="l" t="t" r="r" b="b"/>
              <a:pathLst>
                <a:path w="172084" h="656590">
                  <a:moveTo>
                    <a:pt x="172059" y="85369"/>
                  </a:moveTo>
                  <a:lnTo>
                    <a:pt x="167754" y="49784"/>
                  </a:lnTo>
                  <a:lnTo>
                    <a:pt x="152844" y="20599"/>
                  </a:lnTo>
                  <a:lnTo>
                    <a:pt x="131965" y="4229"/>
                  </a:lnTo>
                  <a:lnTo>
                    <a:pt x="109410" y="0"/>
                  </a:lnTo>
                  <a:lnTo>
                    <a:pt x="89446" y="7200"/>
                  </a:lnTo>
                  <a:lnTo>
                    <a:pt x="58305" y="64757"/>
                  </a:lnTo>
                  <a:lnTo>
                    <a:pt x="47155" y="116293"/>
                  </a:lnTo>
                  <a:lnTo>
                    <a:pt x="37871" y="183870"/>
                  </a:lnTo>
                  <a:lnTo>
                    <a:pt x="26123" y="283857"/>
                  </a:lnTo>
                  <a:lnTo>
                    <a:pt x="24091" y="304444"/>
                  </a:lnTo>
                  <a:lnTo>
                    <a:pt x="24003" y="304622"/>
                  </a:lnTo>
                  <a:lnTo>
                    <a:pt x="15163" y="342976"/>
                  </a:lnTo>
                  <a:lnTo>
                    <a:pt x="10388" y="370395"/>
                  </a:lnTo>
                  <a:lnTo>
                    <a:pt x="8077" y="400088"/>
                  </a:lnTo>
                  <a:lnTo>
                    <a:pt x="6565" y="445236"/>
                  </a:lnTo>
                  <a:lnTo>
                    <a:pt x="4305" y="503466"/>
                  </a:lnTo>
                  <a:lnTo>
                    <a:pt x="1689" y="558927"/>
                  </a:lnTo>
                  <a:lnTo>
                    <a:pt x="0" y="604494"/>
                  </a:lnTo>
                  <a:lnTo>
                    <a:pt x="520" y="633069"/>
                  </a:lnTo>
                  <a:lnTo>
                    <a:pt x="12522" y="647636"/>
                  </a:lnTo>
                  <a:lnTo>
                    <a:pt x="37528" y="655523"/>
                  </a:lnTo>
                  <a:lnTo>
                    <a:pt x="65265" y="656196"/>
                  </a:lnTo>
                  <a:lnTo>
                    <a:pt x="85420" y="649084"/>
                  </a:lnTo>
                  <a:lnTo>
                    <a:pt x="105232" y="580974"/>
                  </a:lnTo>
                  <a:lnTo>
                    <a:pt x="117106" y="519595"/>
                  </a:lnTo>
                  <a:lnTo>
                    <a:pt x="128701" y="452589"/>
                  </a:lnTo>
                  <a:lnTo>
                    <a:pt x="138811" y="389420"/>
                  </a:lnTo>
                  <a:lnTo>
                    <a:pt x="146253" y="339496"/>
                  </a:lnTo>
                  <a:lnTo>
                    <a:pt x="149809" y="312293"/>
                  </a:lnTo>
                  <a:lnTo>
                    <a:pt x="149618" y="311721"/>
                  </a:lnTo>
                  <a:lnTo>
                    <a:pt x="150812" y="308267"/>
                  </a:lnTo>
                  <a:lnTo>
                    <a:pt x="160007" y="258864"/>
                  </a:lnTo>
                  <a:lnTo>
                    <a:pt x="167246" y="199110"/>
                  </a:lnTo>
                  <a:lnTo>
                    <a:pt x="171577" y="138214"/>
                  </a:lnTo>
                  <a:lnTo>
                    <a:pt x="172059" y="85369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15241819" y="7332958"/>
              <a:ext cx="73025" cy="56515"/>
            </a:xfrm>
            <a:custGeom>
              <a:avLst/>
              <a:gdLst/>
              <a:ahLst/>
              <a:cxnLst/>
              <a:rect l="l" t="t" r="r" b="b"/>
              <a:pathLst>
                <a:path w="73025" h="56515">
                  <a:moveTo>
                    <a:pt x="33776" y="0"/>
                  </a:moveTo>
                  <a:lnTo>
                    <a:pt x="19668" y="1827"/>
                  </a:lnTo>
                  <a:lnTo>
                    <a:pt x="0" y="8853"/>
                  </a:lnTo>
                  <a:lnTo>
                    <a:pt x="0" y="51689"/>
                  </a:lnTo>
                  <a:lnTo>
                    <a:pt x="20782" y="55174"/>
                  </a:lnTo>
                  <a:lnTo>
                    <a:pt x="35108" y="55893"/>
                  </a:lnTo>
                  <a:lnTo>
                    <a:pt x="49639" y="53447"/>
                  </a:lnTo>
                  <a:lnTo>
                    <a:pt x="71034" y="47438"/>
                  </a:lnTo>
                  <a:lnTo>
                    <a:pt x="72500" y="13795"/>
                  </a:lnTo>
                  <a:lnTo>
                    <a:pt x="49121" y="3834"/>
                  </a:lnTo>
                  <a:lnTo>
                    <a:pt x="33776" y="0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1" name="object 121" descr=""/>
          <p:cNvGrpSpPr/>
          <p:nvPr/>
        </p:nvGrpSpPr>
        <p:grpSpPr>
          <a:xfrm>
            <a:off x="15324363" y="6683950"/>
            <a:ext cx="488315" cy="698500"/>
            <a:chOff x="15324363" y="6683950"/>
            <a:chExt cx="488315" cy="698500"/>
          </a:xfrm>
        </p:grpSpPr>
        <p:sp>
          <p:nvSpPr>
            <p:cNvPr id="122" name="object 122" descr=""/>
            <p:cNvSpPr/>
            <p:nvPr/>
          </p:nvSpPr>
          <p:spPr>
            <a:xfrm>
              <a:off x="15611589" y="6702595"/>
              <a:ext cx="201295" cy="653415"/>
            </a:xfrm>
            <a:custGeom>
              <a:avLst/>
              <a:gdLst/>
              <a:ahLst/>
              <a:cxnLst/>
              <a:rect l="l" t="t" r="r" b="b"/>
              <a:pathLst>
                <a:path w="201294" h="653415">
                  <a:moveTo>
                    <a:pt x="200837" y="626275"/>
                  </a:moveTo>
                  <a:lnTo>
                    <a:pt x="199821" y="597712"/>
                  </a:lnTo>
                  <a:lnTo>
                    <a:pt x="195681" y="552297"/>
                  </a:lnTo>
                  <a:lnTo>
                    <a:pt x="190068" y="497065"/>
                  </a:lnTo>
                  <a:lnTo>
                    <a:pt x="184670" y="439039"/>
                  </a:lnTo>
                  <a:lnTo>
                    <a:pt x="180733" y="394042"/>
                  </a:lnTo>
                  <a:lnTo>
                    <a:pt x="170573" y="337388"/>
                  </a:lnTo>
                  <a:lnTo>
                    <a:pt x="159664" y="299567"/>
                  </a:lnTo>
                  <a:lnTo>
                    <a:pt x="159562" y="299402"/>
                  </a:lnTo>
                  <a:lnTo>
                    <a:pt x="156425" y="278955"/>
                  </a:lnTo>
                  <a:lnTo>
                    <a:pt x="139306" y="179730"/>
                  </a:lnTo>
                  <a:lnTo>
                    <a:pt x="126390" y="112763"/>
                  </a:lnTo>
                  <a:lnTo>
                    <a:pt x="112483" y="61899"/>
                  </a:lnTo>
                  <a:lnTo>
                    <a:pt x="96735" y="26555"/>
                  </a:lnTo>
                  <a:lnTo>
                    <a:pt x="57950" y="0"/>
                  </a:lnTo>
                  <a:lnTo>
                    <a:pt x="35648" y="5448"/>
                  </a:lnTo>
                  <a:lnTo>
                    <a:pt x="15684" y="22910"/>
                  </a:lnTo>
                  <a:lnTo>
                    <a:pt x="2374" y="52870"/>
                  </a:lnTo>
                  <a:lnTo>
                    <a:pt x="0" y="88633"/>
                  </a:lnTo>
                  <a:lnTo>
                    <a:pt x="3340" y="141363"/>
                  </a:lnTo>
                  <a:lnTo>
                    <a:pt x="10947" y="201942"/>
                  </a:lnTo>
                  <a:lnTo>
                    <a:pt x="21386" y="261213"/>
                  </a:lnTo>
                  <a:lnTo>
                    <a:pt x="33248" y="310057"/>
                  </a:lnTo>
                  <a:lnTo>
                    <a:pt x="34607" y="313448"/>
                  </a:lnTo>
                  <a:lnTo>
                    <a:pt x="34467" y="314020"/>
                  </a:lnTo>
                  <a:lnTo>
                    <a:pt x="49606" y="390436"/>
                  </a:lnTo>
                  <a:lnTo>
                    <a:pt x="63106" y="452970"/>
                  </a:lnTo>
                  <a:lnTo>
                    <a:pt x="78295" y="519252"/>
                  </a:lnTo>
                  <a:lnTo>
                    <a:pt x="93472" y="579907"/>
                  </a:lnTo>
                  <a:lnTo>
                    <a:pt x="106908" y="625563"/>
                  </a:lnTo>
                  <a:lnTo>
                    <a:pt x="137439" y="652856"/>
                  </a:lnTo>
                  <a:lnTo>
                    <a:pt x="165100" y="650697"/>
                  </a:lnTo>
                  <a:lnTo>
                    <a:pt x="189649" y="641464"/>
                  </a:lnTo>
                  <a:lnTo>
                    <a:pt x="200837" y="626275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5324353" y="6683952"/>
              <a:ext cx="485140" cy="698500"/>
            </a:xfrm>
            <a:custGeom>
              <a:avLst/>
              <a:gdLst/>
              <a:ahLst/>
              <a:cxnLst/>
              <a:rect l="l" t="t" r="r" b="b"/>
              <a:pathLst>
                <a:path w="485140" h="698500">
                  <a:moveTo>
                    <a:pt x="373126" y="31038"/>
                  </a:moveTo>
                  <a:lnTo>
                    <a:pt x="331482" y="7239"/>
                  </a:lnTo>
                  <a:lnTo>
                    <a:pt x="307441" y="0"/>
                  </a:lnTo>
                  <a:lnTo>
                    <a:pt x="300012" y="3695"/>
                  </a:lnTo>
                  <a:lnTo>
                    <a:pt x="278091" y="12319"/>
                  </a:lnTo>
                  <a:lnTo>
                    <a:pt x="242227" y="22212"/>
                  </a:lnTo>
                  <a:lnTo>
                    <a:pt x="192976" y="29705"/>
                  </a:lnTo>
                  <a:lnTo>
                    <a:pt x="148894" y="33045"/>
                  </a:lnTo>
                  <a:lnTo>
                    <a:pt x="119151" y="31064"/>
                  </a:lnTo>
                  <a:lnTo>
                    <a:pt x="90170" y="20980"/>
                  </a:lnTo>
                  <a:lnTo>
                    <a:pt x="48399" y="0"/>
                  </a:lnTo>
                  <a:lnTo>
                    <a:pt x="41211" y="3454"/>
                  </a:lnTo>
                  <a:lnTo>
                    <a:pt x="25222" y="11506"/>
                  </a:lnTo>
                  <a:lnTo>
                    <a:pt x="8801" y="20701"/>
                  </a:lnTo>
                  <a:lnTo>
                    <a:pt x="342" y="27597"/>
                  </a:lnTo>
                  <a:lnTo>
                    <a:pt x="0" y="47752"/>
                  </a:lnTo>
                  <a:lnTo>
                    <a:pt x="1155" y="93802"/>
                  </a:lnTo>
                  <a:lnTo>
                    <a:pt x="2971" y="155117"/>
                  </a:lnTo>
                  <a:lnTo>
                    <a:pt x="4673" y="221094"/>
                  </a:lnTo>
                  <a:lnTo>
                    <a:pt x="5448" y="281089"/>
                  </a:lnTo>
                  <a:lnTo>
                    <a:pt x="5867" y="332828"/>
                  </a:lnTo>
                  <a:lnTo>
                    <a:pt x="8496" y="360756"/>
                  </a:lnTo>
                  <a:lnTo>
                    <a:pt x="15557" y="374484"/>
                  </a:lnTo>
                  <a:lnTo>
                    <a:pt x="29311" y="383616"/>
                  </a:lnTo>
                  <a:lnTo>
                    <a:pt x="85661" y="360045"/>
                  </a:lnTo>
                  <a:lnTo>
                    <a:pt x="135382" y="353860"/>
                  </a:lnTo>
                  <a:lnTo>
                    <a:pt x="206336" y="366585"/>
                  </a:lnTo>
                  <a:lnTo>
                    <a:pt x="326364" y="399719"/>
                  </a:lnTo>
                  <a:lnTo>
                    <a:pt x="330060" y="397675"/>
                  </a:lnTo>
                  <a:lnTo>
                    <a:pt x="346875" y="363194"/>
                  </a:lnTo>
                  <a:lnTo>
                    <a:pt x="351536" y="318617"/>
                  </a:lnTo>
                  <a:lnTo>
                    <a:pt x="352945" y="267906"/>
                  </a:lnTo>
                  <a:lnTo>
                    <a:pt x="355663" y="221043"/>
                  </a:lnTo>
                  <a:lnTo>
                    <a:pt x="361708" y="151079"/>
                  </a:lnTo>
                  <a:lnTo>
                    <a:pt x="372935" y="33045"/>
                  </a:lnTo>
                  <a:lnTo>
                    <a:pt x="373126" y="31038"/>
                  </a:lnTo>
                  <a:close/>
                </a:path>
                <a:path w="485140" h="698500">
                  <a:moveTo>
                    <a:pt x="484593" y="692404"/>
                  </a:moveTo>
                  <a:lnTo>
                    <a:pt x="482282" y="649630"/>
                  </a:lnTo>
                  <a:lnTo>
                    <a:pt x="462267" y="643674"/>
                  </a:lnTo>
                  <a:lnTo>
                    <a:pt x="448068" y="642607"/>
                  </a:lnTo>
                  <a:lnTo>
                    <a:pt x="432955" y="647268"/>
                  </a:lnTo>
                  <a:lnTo>
                    <a:pt x="410159" y="658482"/>
                  </a:lnTo>
                  <a:lnTo>
                    <a:pt x="413435" y="691984"/>
                  </a:lnTo>
                  <a:lnTo>
                    <a:pt x="435127" y="696836"/>
                  </a:lnTo>
                  <a:lnTo>
                    <a:pt x="449757" y="698500"/>
                  </a:lnTo>
                  <a:lnTo>
                    <a:pt x="464032" y="697014"/>
                  </a:lnTo>
                  <a:lnTo>
                    <a:pt x="484593" y="692404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4" name="object 124" descr=""/>
          <p:cNvGrpSpPr/>
          <p:nvPr/>
        </p:nvGrpSpPr>
        <p:grpSpPr>
          <a:xfrm>
            <a:off x="14867270" y="6672843"/>
            <a:ext cx="264795" cy="716915"/>
            <a:chOff x="14867270" y="6672843"/>
            <a:chExt cx="264795" cy="716915"/>
          </a:xfrm>
        </p:grpSpPr>
        <p:sp>
          <p:nvSpPr>
            <p:cNvPr id="125" name="object 125" descr=""/>
            <p:cNvSpPr/>
            <p:nvPr/>
          </p:nvSpPr>
          <p:spPr>
            <a:xfrm>
              <a:off x="14867270" y="6672843"/>
              <a:ext cx="264795" cy="400050"/>
            </a:xfrm>
            <a:custGeom>
              <a:avLst/>
              <a:gdLst/>
              <a:ahLst/>
              <a:cxnLst/>
              <a:rect l="l" t="t" r="r" b="b"/>
              <a:pathLst>
                <a:path w="264794" h="400050">
                  <a:moveTo>
                    <a:pt x="220007" y="0"/>
                  </a:moveTo>
                  <a:lnTo>
                    <a:pt x="142503" y="28715"/>
                  </a:lnTo>
                  <a:lnTo>
                    <a:pt x="101244" y="44352"/>
                  </a:lnTo>
                  <a:lnTo>
                    <a:pt x="56121" y="78795"/>
                  </a:lnTo>
                  <a:lnTo>
                    <a:pt x="34890" y="118220"/>
                  </a:lnTo>
                  <a:lnTo>
                    <a:pt x="15123" y="162794"/>
                  </a:lnTo>
                  <a:lnTo>
                    <a:pt x="463" y="239448"/>
                  </a:lnTo>
                  <a:lnTo>
                    <a:pt x="0" y="293979"/>
                  </a:lnTo>
                  <a:lnTo>
                    <a:pt x="1391" y="342947"/>
                  </a:lnTo>
                  <a:lnTo>
                    <a:pt x="28137" y="372808"/>
                  </a:lnTo>
                  <a:lnTo>
                    <a:pt x="83938" y="381216"/>
                  </a:lnTo>
                  <a:lnTo>
                    <a:pt x="150813" y="389939"/>
                  </a:lnTo>
                  <a:lnTo>
                    <a:pt x="208462" y="396809"/>
                  </a:lnTo>
                  <a:lnTo>
                    <a:pt x="236583" y="399652"/>
                  </a:lnTo>
                  <a:lnTo>
                    <a:pt x="242883" y="381759"/>
                  </a:lnTo>
                  <a:lnTo>
                    <a:pt x="250008" y="335829"/>
                  </a:lnTo>
                  <a:lnTo>
                    <a:pt x="256767" y="273767"/>
                  </a:lnTo>
                  <a:lnTo>
                    <a:pt x="261969" y="207480"/>
                  </a:lnTo>
                  <a:lnTo>
                    <a:pt x="264427" y="148872"/>
                  </a:lnTo>
                  <a:lnTo>
                    <a:pt x="262948" y="109850"/>
                  </a:lnTo>
                  <a:lnTo>
                    <a:pt x="252992" y="71367"/>
                  </a:lnTo>
                  <a:lnTo>
                    <a:pt x="238592" y="35975"/>
                  </a:lnTo>
                  <a:lnTo>
                    <a:pt x="225634" y="10057"/>
                  </a:lnTo>
                  <a:lnTo>
                    <a:pt x="220007" y="0"/>
                  </a:lnTo>
                  <a:close/>
                </a:path>
              </a:pathLst>
            </a:custGeom>
            <a:solidFill>
              <a:srgbClr val="23A8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4957997" y="6717442"/>
              <a:ext cx="133985" cy="633095"/>
            </a:xfrm>
            <a:custGeom>
              <a:avLst/>
              <a:gdLst/>
              <a:ahLst/>
              <a:cxnLst/>
              <a:rect l="l" t="t" r="r" b="b"/>
              <a:pathLst>
                <a:path w="133984" h="633095">
                  <a:moveTo>
                    <a:pt x="133426" y="101968"/>
                  </a:moveTo>
                  <a:lnTo>
                    <a:pt x="132803" y="58953"/>
                  </a:lnTo>
                  <a:lnTo>
                    <a:pt x="114566" y="11430"/>
                  </a:lnTo>
                  <a:lnTo>
                    <a:pt x="60350" y="0"/>
                  </a:lnTo>
                  <a:lnTo>
                    <a:pt x="30975" y="12217"/>
                  </a:lnTo>
                  <a:lnTo>
                    <a:pt x="13919" y="39865"/>
                  </a:lnTo>
                  <a:lnTo>
                    <a:pt x="7899" y="82486"/>
                  </a:lnTo>
                  <a:lnTo>
                    <a:pt x="2768" y="143129"/>
                  </a:lnTo>
                  <a:lnTo>
                    <a:pt x="0" y="208838"/>
                  </a:lnTo>
                  <a:lnTo>
                    <a:pt x="1028" y="266598"/>
                  </a:lnTo>
                  <a:lnTo>
                    <a:pt x="2514" y="275361"/>
                  </a:lnTo>
                  <a:lnTo>
                    <a:pt x="1955" y="276529"/>
                  </a:lnTo>
                  <a:lnTo>
                    <a:pt x="1511" y="303961"/>
                  </a:lnTo>
                  <a:lnTo>
                    <a:pt x="1574" y="354431"/>
                  </a:lnTo>
                  <a:lnTo>
                    <a:pt x="2362" y="418401"/>
                  </a:lnTo>
                  <a:lnTo>
                    <a:pt x="4051" y="486384"/>
                  </a:lnTo>
                  <a:lnTo>
                    <a:pt x="6845" y="548843"/>
                  </a:lnTo>
                  <a:lnTo>
                    <a:pt x="10922" y="596252"/>
                  </a:lnTo>
                  <a:lnTo>
                    <a:pt x="35407" y="629081"/>
                  </a:lnTo>
                  <a:lnTo>
                    <a:pt x="62941" y="632472"/>
                  </a:lnTo>
                  <a:lnTo>
                    <a:pt x="88836" y="628319"/>
                  </a:lnTo>
                  <a:lnTo>
                    <a:pt x="102831" y="615657"/>
                  </a:lnTo>
                  <a:lnTo>
                    <a:pt x="107518" y="587463"/>
                  </a:lnTo>
                  <a:lnTo>
                    <a:pt x="112496" y="542137"/>
                  </a:lnTo>
                  <a:lnTo>
                    <a:pt x="117995" y="486892"/>
                  </a:lnTo>
                  <a:lnTo>
                    <a:pt x="124256" y="428955"/>
                  </a:lnTo>
                  <a:lnTo>
                    <a:pt x="129362" y="384073"/>
                  </a:lnTo>
                  <a:lnTo>
                    <a:pt x="131406" y="354355"/>
                  </a:lnTo>
                  <a:lnTo>
                    <a:pt x="130683" y="326529"/>
                  </a:lnTo>
                  <a:lnTo>
                    <a:pt x="127533" y="287299"/>
                  </a:lnTo>
                  <a:lnTo>
                    <a:pt x="127457" y="287096"/>
                  </a:lnTo>
                  <a:lnTo>
                    <a:pt x="128460" y="266446"/>
                  </a:lnTo>
                  <a:lnTo>
                    <a:pt x="133426" y="101968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981815" y="7323664"/>
              <a:ext cx="76688" cy="65504"/>
            </a:xfrm>
            <a:prstGeom prst="rect">
              <a:avLst/>
            </a:prstGeom>
          </p:spPr>
        </p:pic>
      </p:grpSp>
      <p:pic>
        <p:nvPicPr>
          <p:cNvPr id="128" name="object 128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451301" y="5465054"/>
            <a:ext cx="220945" cy="731720"/>
          </a:xfrm>
          <a:prstGeom prst="rect">
            <a:avLst/>
          </a:prstGeom>
        </p:spPr>
      </p:pic>
      <p:pic>
        <p:nvPicPr>
          <p:cNvPr id="129" name="object 129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81794" y="5453401"/>
            <a:ext cx="549085" cy="734220"/>
          </a:xfrm>
          <a:prstGeom prst="rect">
            <a:avLst/>
          </a:prstGeom>
        </p:spPr>
      </p:pic>
      <p:pic>
        <p:nvPicPr>
          <p:cNvPr id="130" name="object 130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438816" y="5448817"/>
            <a:ext cx="220947" cy="731720"/>
          </a:xfrm>
          <a:prstGeom prst="rect">
            <a:avLst/>
          </a:prstGeom>
        </p:spPr>
      </p:pic>
      <p:pic>
        <p:nvPicPr>
          <p:cNvPr id="131" name="object 13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7779441" y="5453434"/>
            <a:ext cx="584936" cy="743339"/>
          </a:xfrm>
          <a:prstGeom prst="rect">
            <a:avLst/>
          </a:prstGeom>
        </p:spPr>
      </p:pic>
      <p:pic>
        <p:nvPicPr>
          <p:cNvPr id="132" name="object 13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766957" y="5448817"/>
            <a:ext cx="237217" cy="731720"/>
          </a:xfrm>
          <a:prstGeom prst="rect">
            <a:avLst/>
          </a:prstGeom>
        </p:spPr>
      </p:pic>
      <p:sp>
        <p:nvSpPr>
          <p:cNvPr id="133" name="object 133" descr=""/>
          <p:cNvSpPr/>
          <p:nvPr/>
        </p:nvSpPr>
        <p:spPr>
          <a:xfrm>
            <a:off x="9135719" y="6371951"/>
            <a:ext cx="167005" cy="555625"/>
          </a:xfrm>
          <a:custGeom>
            <a:avLst/>
            <a:gdLst/>
            <a:ahLst/>
            <a:cxnLst/>
            <a:rect l="l" t="t" r="r" b="b"/>
            <a:pathLst>
              <a:path w="167004" h="555625">
                <a:moveTo>
                  <a:pt x="166916" y="87020"/>
                </a:moveTo>
                <a:lnTo>
                  <a:pt x="162737" y="42786"/>
                </a:lnTo>
                <a:lnTo>
                  <a:pt x="148259" y="15113"/>
                </a:lnTo>
                <a:lnTo>
                  <a:pt x="125234" y="1282"/>
                </a:lnTo>
                <a:lnTo>
                  <a:pt x="102006" y="0"/>
                </a:lnTo>
                <a:lnTo>
                  <a:pt x="86931" y="10033"/>
                </a:lnTo>
                <a:lnTo>
                  <a:pt x="63157" y="63271"/>
                </a:lnTo>
                <a:lnTo>
                  <a:pt x="54876" y="104279"/>
                </a:lnTo>
                <a:lnTo>
                  <a:pt x="43586" y="175590"/>
                </a:lnTo>
                <a:lnTo>
                  <a:pt x="33172" y="252730"/>
                </a:lnTo>
                <a:lnTo>
                  <a:pt x="32651" y="279781"/>
                </a:lnTo>
                <a:lnTo>
                  <a:pt x="31254" y="281165"/>
                </a:lnTo>
                <a:lnTo>
                  <a:pt x="24752" y="321271"/>
                </a:lnTo>
                <a:lnTo>
                  <a:pt x="20955" y="346329"/>
                </a:lnTo>
                <a:lnTo>
                  <a:pt x="18376" y="366852"/>
                </a:lnTo>
                <a:lnTo>
                  <a:pt x="0" y="536155"/>
                </a:lnTo>
                <a:lnTo>
                  <a:pt x="23482" y="549363"/>
                </a:lnTo>
                <a:lnTo>
                  <a:pt x="42430" y="555205"/>
                </a:lnTo>
                <a:lnTo>
                  <a:pt x="66865" y="554977"/>
                </a:lnTo>
                <a:lnTo>
                  <a:pt x="106794" y="549973"/>
                </a:lnTo>
                <a:lnTo>
                  <a:pt x="120002" y="445477"/>
                </a:lnTo>
                <a:lnTo>
                  <a:pt x="127444" y="388048"/>
                </a:lnTo>
                <a:lnTo>
                  <a:pt x="131864" y="357352"/>
                </a:lnTo>
                <a:lnTo>
                  <a:pt x="136004" y="333070"/>
                </a:lnTo>
                <a:lnTo>
                  <a:pt x="137033" y="307848"/>
                </a:lnTo>
                <a:lnTo>
                  <a:pt x="136829" y="307213"/>
                </a:lnTo>
                <a:lnTo>
                  <a:pt x="142163" y="296913"/>
                </a:lnTo>
                <a:lnTo>
                  <a:pt x="153060" y="254635"/>
                </a:lnTo>
                <a:lnTo>
                  <a:pt x="160502" y="202438"/>
                </a:lnTo>
                <a:lnTo>
                  <a:pt x="165646" y="143408"/>
                </a:lnTo>
                <a:lnTo>
                  <a:pt x="166916" y="87020"/>
                </a:lnTo>
                <a:close/>
              </a:path>
            </a:pathLst>
          </a:custGeom>
          <a:solidFill>
            <a:srgbClr val="C6C6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34" name="object 134" descr=""/>
          <p:cNvGrpSpPr/>
          <p:nvPr/>
        </p:nvGrpSpPr>
        <p:grpSpPr>
          <a:xfrm>
            <a:off x="9212831" y="6311274"/>
            <a:ext cx="424180" cy="1075690"/>
            <a:chOff x="9212831" y="6311274"/>
            <a:chExt cx="424180" cy="1075690"/>
          </a:xfrm>
        </p:grpSpPr>
        <p:sp>
          <p:nvSpPr>
            <p:cNvPr id="135" name="object 135" descr=""/>
            <p:cNvSpPr/>
            <p:nvPr/>
          </p:nvSpPr>
          <p:spPr>
            <a:xfrm>
              <a:off x="9469679" y="6371951"/>
              <a:ext cx="167005" cy="555625"/>
            </a:xfrm>
            <a:custGeom>
              <a:avLst/>
              <a:gdLst/>
              <a:ahLst/>
              <a:cxnLst/>
              <a:rect l="l" t="t" r="r" b="b"/>
              <a:pathLst>
                <a:path w="167004" h="555625">
                  <a:moveTo>
                    <a:pt x="166903" y="536155"/>
                  </a:moveTo>
                  <a:lnTo>
                    <a:pt x="148526" y="366852"/>
                  </a:lnTo>
                  <a:lnTo>
                    <a:pt x="142151" y="321271"/>
                  </a:lnTo>
                  <a:lnTo>
                    <a:pt x="135661" y="281165"/>
                  </a:lnTo>
                  <a:lnTo>
                    <a:pt x="134251" y="279781"/>
                  </a:lnTo>
                  <a:lnTo>
                    <a:pt x="133743" y="252730"/>
                  </a:lnTo>
                  <a:lnTo>
                    <a:pt x="123329" y="175590"/>
                  </a:lnTo>
                  <a:lnTo>
                    <a:pt x="112039" y="104279"/>
                  </a:lnTo>
                  <a:lnTo>
                    <a:pt x="103759" y="63271"/>
                  </a:lnTo>
                  <a:lnTo>
                    <a:pt x="79984" y="10033"/>
                  </a:lnTo>
                  <a:lnTo>
                    <a:pt x="64897" y="0"/>
                  </a:lnTo>
                  <a:lnTo>
                    <a:pt x="41681" y="1282"/>
                  </a:lnTo>
                  <a:lnTo>
                    <a:pt x="18656" y="15113"/>
                  </a:lnTo>
                  <a:lnTo>
                    <a:pt x="4178" y="42786"/>
                  </a:lnTo>
                  <a:lnTo>
                    <a:pt x="0" y="87020"/>
                  </a:lnTo>
                  <a:lnTo>
                    <a:pt x="1270" y="143408"/>
                  </a:lnTo>
                  <a:lnTo>
                    <a:pt x="6413" y="202438"/>
                  </a:lnTo>
                  <a:lnTo>
                    <a:pt x="13855" y="254635"/>
                  </a:lnTo>
                  <a:lnTo>
                    <a:pt x="24752" y="296913"/>
                  </a:lnTo>
                  <a:lnTo>
                    <a:pt x="30073" y="307213"/>
                  </a:lnTo>
                  <a:lnTo>
                    <a:pt x="29883" y="307848"/>
                  </a:lnTo>
                  <a:lnTo>
                    <a:pt x="30911" y="333070"/>
                  </a:lnTo>
                  <a:lnTo>
                    <a:pt x="35052" y="357352"/>
                  </a:lnTo>
                  <a:lnTo>
                    <a:pt x="39471" y="388048"/>
                  </a:lnTo>
                  <a:lnTo>
                    <a:pt x="46913" y="445477"/>
                  </a:lnTo>
                  <a:lnTo>
                    <a:pt x="60121" y="549973"/>
                  </a:lnTo>
                  <a:lnTo>
                    <a:pt x="100037" y="554977"/>
                  </a:lnTo>
                  <a:lnTo>
                    <a:pt x="124472" y="555205"/>
                  </a:lnTo>
                  <a:lnTo>
                    <a:pt x="143421" y="549363"/>
                  </a:lnTo>
                  <a:lnTo>
                    <a:pt x="166903" y="536155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9212831" y="6336937"/>
              <a:ext cx="349885" cy="1049655"/>
            </a:xfrm>
            <a:custGeom>
              <a:avLst/>
              <a:gdLst/>
              <a:ahLst/>
              <a:cxnLst/>
              <a:rect l="l" t="t" r="r" b="b"/>
              <a:pathLst>
                <a:path w="349884" h="1049654">
                  <a:moveTo>
                    <a:pt x="237122" y="0"/>
                  </a:moveTo>
                  <a:lnTo>
                    <a:pt x="215373" y="9743"/>
                  </a:lnTo>
                  <a:lnTo>
                    <a:pt x="171984" y="13252"/>
                  </a:lnTo>
                  <a:lnTo>
                    <a:pt x="128535" y="10323"/>
                  </a:lnTo>
                  <a:lnTo>
                    <a:pt x="106603" y="753"/>
                  </a:lnTo>
                  <a:lnTo>
                    <a:pt x="66394" y="11886"/>
                  </a:lnTo>
                  <a:lnTo>
                    <a:pt x="28139" y="28433"/>
                  </a:lnTo>
                  <a:lnTo>
                    <a:pt x="5911" y="73271"/>
                  </a:lnTo>
                  <a:lnTo>
                    <a:pt x="1998" y="147676"/>
                  </a:lnTo>
                  <a:lnTo>
                    <a:pt x="875" y="197574"/>
                  </a:lnTo>
                  <a:lnTo>
                    <a:pt x="228" y="254183"/>
                  </a:lnTo>
                  <a:lnTo>
                    <a:pt x="0" y="316187"/>
                  </a:lnTo>
                  <a:lnTo>
                    <a:pt x="129" y="382272"/>
                  </a:lnTo>
                  <a:lnTo>
                    <a:pt x="559" y="451124"/>
                  </a:lnTo>
                  <a:lnTo>
                    <a:pt x="2082" y="591866"/>
                  </a:lnTo>
                  <a:lnTo>
                    <a:pt x="8182" y="978332"/>
                  </a:lnTo>
                  <a:lnTo>
                    <a:pt x="8365" y="1002534"/>
                  </a:lnTo>
                  <a:lnTo>
                    <a:pt x="19006" y="1025416"/>
                  </a:lnTo>
                  <a:lnTo>
                    <a:pt x="37267" y="1037946"/>
                  </a:lnTo>
                  <a:lnTo>
                    <a:pt x="76390" y="1044537"/>
                  </a:lnTo>
                  <a:lnTo>
                    <a:pt x="149617" y="1049601"/>
                  </a:lnTo>
                  <a:lnTo>
                    <a:pt x="207982" y="1049329"/>
                  </a:lnTo>
                  <a:lnTo>
                    <a:pt x="283171" y="1037730"/>
                  </a:lnTo>
                  <a:lnTo>
                    <a:pt x="325598" y="1021349"/>
                  </a:lnTo>
                  <a:lnTo>
                    <a:pt x="344372" y="1006726"/>
                  </a:lnTo>
                  <a:lnTo>
                    <a:pt x="348606" y="1000398"/>
                  </a:lnTo>
                  <a:lnTo>
                    <a:pt x="348483" y="941610"/>
                  </a:lnTo>
                  <a:lnTo>
                    <a:pt x="349398" y="658952"/>
                  </a:lnTo>
                  <a:lnTo>
                    <a:pt x="349378" y="519239"/>
                  </a:lnTo>
                  <a:lnTo>
                    <a:pt x="349119" y="448933"/>
                  </a:lnTo>
                  <a:lnTo>
                    <a:pt x="348639" y="380081"/>
                  </a:lnTo>
                  <a:lnTo>
                    <a:pt x="347895" y="314000"/>
                  </a:lnTo>
                  <a:lnTo>
                    <a:pt x="346847" y="252004"/>
                  </a:lnTo>
                  <a:lnTo>
                    <a:pt x="345453" y="195409"/>
                  </a:lnTo>
                  <a:lnTo>
                    <a:pt x="343671" y="145530"/>
                  </a:lnTo>
                  <a:lnTo>
                    <a:pt x="341459" y="103683"/>
                  </a:lnTo>
                  <a:lnTo>
                    <a:pt x="335581" y="49345"/>
                  </a:lnTo>
                  <a:lnTo>
                    <a:pt x="306237" y="24145"/>
                  </a:lnTo>
                  <a:lnTo>
                    <a:pt x="248322" y="3112"/>
                  </a:lnTo>
                  <a:lnTo>
                    <a:pt x="237122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9302766" y="6311274"/>
              <a:ext cx="159385" cy="54610"/>
            </a:xfrm>
            <a:custGeom>
              <a:avLst/>
              <a:gdLst/>
              <a:ahLst/>
              <a:cxnLst/>
              <a:rect l="l" t="t" r="r" b="b"/>
              <a:pathLst>
                <a:path w="159384" h="54610">
                  <a:moveTo>
                    <a:pt x="72852" y="0"/>
                  </a:moveTo>
                  <a:lnTo>
                    <a:pt x="50259" y="3448"/>
                  </a:lnTo>
                  <a:lnTo>
                    <a:pt x="20229" y="13011"/>
                  </a:lnTo>
                  <a:lnTo>
                    <a:pt x="0" y="31398"/>
                  </a:lnTo>
                  <a:lnTo>
                    <a:pt x="14263" y="42605"/>
                  </a:lnTo>
                  <a:lnTo>
                    <a:pt x="27253" y="48731"/>
                  </a:lnTo>
                  <a:lnTo>
                    <a:pt x="46379" y="51925"/>
                  </a:lnTo>
                  <a:lnTo>
                    <a:pt x="79055" y="54339"/>
                  </a:lnTo>
                  <a:lnTo>
                    <a:pt x="115161" y="51931"/>
                  </a:lnTo>
                  <a:lnTo>
                    <a:pt x="140109" y="43060"/>
                  </a:lnTo>
                  <a:lnTo>
                    <a:pt x="154579" y="33501"/>
                  </a:lnTo>
                  <a:lnTo>
                    <a:pt x="159251" y="29031"/>
                  </a:lnTo>
                  <a:lnTo>
                    <a:pt x="141032" y="10508"/>
                  </a:lnTo>
                  <a:lnTo>
                    <a:pt x="99335" y="2431"/>
                  </a:lnTo>
                  <a:lnTo>
                    <a:pt x="72852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8092382" y="6328027"/>
            <a:ext cx="300355" cy="1035685"/>
            <a:chOff x="8092382" y="6328027"/>
            <a:chExt cx="300355" cy="1035685"/>
          </a:xfrm>
        </p:grpSpPr>
        <p:sp>
          <p:nvSpPr>
            <p:cNvPr id="139" name="object 139" descr=""/>
            <p:cNvSpPr/>
            <p:nvPr/>
          </p:nvSpPr>
          <p:spPr>
            <a:xfrm>
              <a:off x="8092382" y="6359591"/>
              <a:ext cx="300355" cy="1003935"/>
            </a:xfrm>
            <a:custGeom>
              <a:avLst/>
              <a:gdLst/>
              <a:ahLst/>
              <a:cxnLst/>
              <a:rect l="l" t="t" r="r" b="b"/>
              <a:pathLst>
                <a:path w="300354" h="1003934">
                  <a:moveTo>
                    <a:pt x="224032" y="0"/>
                  </a:moveTo>
                  <a:lnTo>
                    <a:pt x="184083" y="12201"/>
                  </a:lnTo>
                  <a:lnTo>
                    <a:pt x="149796" y="36861"/>
                  </a:lnTo>
                  <a:lnTo>
                    <a:pt x="112580" y="74709"/>
                  </a:lnTo>
                  <a:lnTo>
                    <a:pt x="77132" y="142938"/>
                  </a:lnTo>
                  <a:lnTo>
                    <a:pt x="61054" y="190386"/>
                  </a:lnTo>
                  <a:lnTo>
                    <a:pt x="46482" y="242853"/>
                  </a:lnTo>
                  <a:lnTo>
                    <a:pt x="33725" y="297438"/>
                  </a:lnTo>
                  <a:lnTo>
                    <a:pt x="23089" y="351239"/>
                  </a:lnTo>
                  <a:lnTo>
                    <a:pt x="14882" y="401352"/>
                  </a:lnTo>
                  <a:lnTo>
                    <a:pt x="9410" y="444876"/>
                  </a:lnTo>
                  <a:lnTo>
                    <a:pt x="3288" y="512131"/>
                  </a:lnTo>
                  <a:lnTo>
                    <a:pt x="404" y="590335"/>
                  </a:lnTo>
                  <a:lnTo>
                    <a:pt x="0" y="729696"/>
                  </a:lnTo>
                  <a:lnTo>
                    <a:pt x="1316" y="980420"/>
                  </a:lnTo>
                  <a:lnTo>
                    <a:pt x="71871" y="998179"/>
                  </a:lnTo>
                  <a:lnTo>
                    <a:pt x="126485" y="1003516"/>
                  </a:lnTo>
                  <a:lnTo>
                    <a:pt x="193146" y="995907"/>
                  </a:lnTo>
                  <a:lnTo>
                    <a:pt x="299841" y="974828"/>
                  </a:lnTo>
                  <a:lnTo>
                    <a:pt x="281765" y="393145"/>
                  </a:lnTo>
                  <a:lnTo>
                    <a:pt x="275371" y="201575"/>
                  </a:lnTo>
                  <a:lnTo>
                    <a:pt x="271135" y="104093"/>
                  </a:lnTo>
                  <a:lnTo>
                    <a:pt x="264375" y="50601"/>
                  </a:lnTo>
                  <a:lnTo>
                    <a:pt x="224032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8101787" y="6328035"/>
              <a:ext cx="219075" cy="633730"/>
            </a:xfrm>
            <a:custGeom>
              <a:avLst/>
              <a:gdLst/>
              <a:ahLst/>
              <a:cxnLst/>
              <a:rect l="l" t="t" r="r" b="b"/>
              <a:pathLst>
                <a:path w="219075" h="633729">
                  <a:moveTo>
                    <a:pt x="71081" y="571461"/>
                  </a:moveTo>
                  <a:lnTo>
                    <a:pt x="43472" y="471398"/>
                  </a:lnTo>
                  <a:lnTo>
                    <a:pt x="35712" y="488099"/>
                  </a:lnTo>
                  <a:lnTo>
                    <a:pt x="37592" y="513486"/>
                  </a:lnTo>
                  <a:lnTo>
                    <a:pt x="44856" y="539305"/>
                  </a:lnTo>
                  <a:lnTo>
                    <a:pt x="53225" y="557314"/>
                  </a:lnTo>
                  <a:lnTo>
                    <a:pt x="63195" y="572452"/>
                  </a:lnTo>
                  <a:lnTo>
                    <a:pt x="71081" y="571461"/>
                  </a:lnTo>
                  <a:close/>
                </a:path>
                <a:path w="219075" h="633729">
                  <a:moveTo>
                    <a:pt x="218490" y="449351"/>
                  </a:moveTo>
                  <a:lnTo>
                    <a:pt x="218300" y="428663"/>
                  </a:lnTo>
                  <a:lnTo>
                    <a:pt x="217424" y="403339"/>
                  </a:lnTo>
                  <a:lnTo>
                    <a:pt x="215595" y="362750"/>
                  </a:lnTo>
                  <a:lnTo>
                    <a:pt x="214376" y="361226"/>
                  </a:lnTo>
                  <a:lnTo>
                    <a:pt x="216992" y="334276"/>
                  </a:lnTo>
                  <a:lnTo>
                    <a:pt x="215557" y="256438"/>
                  </a:lnTo>
                  <a:lnTo>
                    <a:pt x="212686" y="180873"/>
                  </a:lnTo>
                  <a:lnTo>
                    <a:pt x="209842" y="131584"/>
                  </a:lnTo>
                  <a:lnTo>
                    <a:pt x="197358" y="64744"/>
                  </a:lnTo>
                  <a:lnTo>
                    <a:pt x="172123" y="50444"/>
                  </a:lnTo>
                  <a:lnTo>
                    <a:pt x="183146" y="43294"/>
                  </a:lnTo>
                  <a:lnTo>
                    <a:pt x="198628" y="36385"/>
                  </a:lnTo>
                  <a:lnTo>
                    <a:pt x="210121" y="32664"/>
                  </a:lnTo>
                  <a:lnTo>
                    <a:pt x="214630" y="31559"/>
                  </a:lnTo>
                  <a:lnTo>
                    <a:pt x="207759" y="0"/>
                  </a:lnTo>
                  <a:lnTo>
                    <a:pt x="148094" y="23291"/>
                  </a:lnTo>
                  <a:lnTo>
                    <a:pt x="113080" y="44475"/>
                  </a:lnTo>
                  <a:lnTo>
                    <a:pt x="89128" y="75666"/>
                  </a:lnTo>
                  <a:lnTo>
                    <a:pt x="62623" y="128930"/>
                  </a:lnTo>
                  <a:lnTo>
                    <a:pt x="34658" y="221653"/>
                  </a:lnTo>
                  <a:lnTo>
                    <a:pt x="15151" y="336842"/>
                  </a:lnTo>
                  <a:lnTo>
                    <a:pt x="3733" y="434949"/>
                  </a:lnTo>
                  <a:lnTo>
                    <a:pt x="0" y="476427"/>
                  </a:lnTo>
                  <a:lnTo>
                    <a:pt x="25412" y="363486"/>
                  </a:lnTo>
                  <a:lnTo>
                    <a:pt x="42024" y="298640"/>
                  </a:lnTo>
                  <a:lnTo>
                    <a:pt x="57188" y="257454"/>
                  </a:lnTo>
                  <a:lnTo>
                    <a:pt x="94881" y="182257"/>
                  </a:lnTo>
                  <a:lnTo>
                    <a:pt x="94424" y="224155"/>
                  </a:lnTo>
                  <a:lnTo>
                    <a:pt x="95618" y="277990"/>
                  </a:lnTo>
                  <a:lnTo>
                    <a:pt x="97688" y="322313"/>
                  </a:lnTo>
                  <a:lnTo>
                    <a:pt x="103619" y="365569"/>
                  </a:lnTo>
                  <a:lnTo>
                    <a:pt x="107708" y="376415"/>
                  </a:lnTo>
                  <a:lnTo>
                    <a:pt x="107442" y="377024"/>
                  </a:lnTo>
                  <a:lnTo>
                    <a:pt x="105562" y="402209"/>
                  </a:lnTo>
                  <a:lnTo>
                    <a:pt x="106870" y="426796"/>
                  </a:lnTo>
                  <a:lnTo>
                    <a:pt x="107708" y="457796"/>
                  </a:lnTo>
                  <a:lnTo>
                    <a:pt x="108470" y="515696"/>
                  </a:lnTo>
                  <a:lnTo>
                    <a:pt x="109499" y="621030"/>
                  </a:lnTo>
                  <a:lnTo>
                    <a:pt x="148577" y="630605"/>
                  </a:lnTo>
                  <a:lnTo>
                    <a:pt x="172821" y="633653"/>
                  </a:lnTo>
                  <a:lnTo>
                    <a:pt x="192328" y="630047"/>
                  </a:lnTo>
                  <a:lnTo>
                    <a:pt x="217170" y="619645"/>
                  </a:lnTo>
                  <a:lnTo>
                    <a:pt x="218490" y="449351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1" name="object 141" descr=""/>
          <p:cNvGrpSpPr/>
          <p:nvPr/>
        </p:nvGrpSpPr>
        <p:grpSpPr>
          <a:xfrm>
            <a:off x="7484020" y="6317721"/>
            <a:ext cx="501015" cy="1069340"/>
            <a:chOff x="7484020" y="6317721"/>
            <a:chExt cx="501015" cy="1069340"/>
          </a:xfrm>
        </p:grpSpPr>
        <p:sp>
          <p:nvSpPr>
            <p:cNvPr id="142" name="object 142" descr=""/>
            <p:cNvSpPr/>
            <p:nvPr/>
          </p:nvSpPr>
          <p:spPr>
            <a:xfrm>
              <a:off x="7656074" y="6317721"/>
              <a:ext cx="164465" cy="1019810"/>
            </a:xfrm>
            <a:custGeom>
              <a:avLst/>
              <a:gdLst/>
              <a:ahLst/>
              <a:cxnLst/>
              <a:rect l="l" t="t" r="r" b="b"/>
              <a:pathLst>
                <a:path w="164465" h="1019809">
                  <a:moveTo>
                    <a:pt x="81729" y="0"/>
                  </a:moveTo>
                  <a:lnTo>
                    <a:pt x="54010" y="5051"/>
                  </a:lnTo>
                  <a:lnTo>
                    <a:pt x="11643" y="19970"/>
                  </a:lnTo>
                  <a:lnTo>
                    <a:pt x="0" y="1012223"/>
                  </a:lnTo>
                  <a:lnTo>
                    <a:pt x="56719" y="1017889"/>
                  </a:lnTo>
                  <a:lnTo>
                    <a:pt x="92748" y="1019777"/>
                  </a:lnTo>
                  <a:lnTo>
                    <a:pt x="123495" y="1017889"/>
                  </a:lnTo>
                  <a:lnTo>
                    <a:pt x="164371" y="1012223"/>
                  </a:lnTo>
                  <a:lnTo>
                    <a:pt x="142163" y="19216"/>
                  </a:lnTo>
                  <a:lnTo>
                    <a:pt x="107034" y="4745"/>
                  </a:lnTo>
                  <a:lnTo>
                    <a:pt x="81729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7484009" y="6371951"/>
              <a:ext cx="501015" cy="555625"/>
            </a:xfrm>
            <a:custGeom>
              <a:avLst/>
              <a:gdLst/>
              <a:ahLst/>
              <a:cxnLst/>
              <a:rect l="l" t="t" r="r" b="b"/>
              <a:pathLst>
                <a:path w="501015" h="555625">
                  <a:moveTo>
                    <a:pt x="166903" y="87020"/>
                  </a:moveTo>
                  <a:lnTo>
                    <a:pt x="162725" y="42786"/>
                  </a:lnTo>
                  <a:lnTo>
                    <a:pt x="148247" y="15113"/>
                  </a:lnTo>
                  <a:lnTo>
                    <a:pt x="125234" y="1282"/>
                  </a:lnTo>
                  <a:lnTo>
                    <a:pt x="102006" y="0"/>
                  </a:lnTo>
                  <a:lnTo>
                    <a:pt x="86931" y="10033"/>
                  </a:lnTo>
                  <a:lnTo>
                    <a:pt x="63144" y="63271"/>
                  </a:lnTo>
                  <a:lnTo>
                    <a:pt x="54864" y="104279"/>
                  </a:lnTo>
                  <a:lnTo>
                    <a:pt x="43573" y="175590"/>
                  </a:lnTo>
                  <a:lnTo>
                    <a:pt x="33159" y="252730"/>
                  </a:lnTo>
                  <a:lnTo>
                    <a:pt x="32639" y="279793"/>
                  </a:lnTo>
                  <a:lnTo>
                    <a:pt x="31254" y="281165"/>
                  </a:lnTo>
                  <a:lnTo>
                    <a:pt x="24752" y="321271"/>
                  </a:lnTo>
                  <a:lnTo>
                    <a:pt x="20955" y="346329"/>
                  </a:lnTo>
                  <a:lnTo>
                    <a:pt x="18376" y="366852"/>
                  </a:lnTo>
                  <a:lnTo>
                    <a:pt x="0" y="536155"/>
                  </a:lnTo>
                  <a:lnTo>
                    <a:pt x="23482" y="549363"/>
                  </a:lnTo>
                  <a:lnTo>
                    <a:pt x="42430" y="555205"/>
                  </a:lnTo>
                  <a:lnTo>
                    <a:pt x="66865" y="554977"/>
                  </a:lnTo>
                  <a:lnTo>
                    <a:pt x="106781" y="549973"/>
                  </a:lnTo>
                  <a:lnTo>
                    <a:pt x="119989" y="445477"/>
                  </a:lnTo>
                  <a:lnTo>
                    <a:pt x="127431" y="388048"/>
                  </a:lnTo>
                  <a:lnTo>
                    <a:pt x="131851" y="357352"/>
                  </a:lnTo>
                  <a:lnTo>
                    <a:pt x="135991" y="333070"/>
                  </a:lnTo>
                  <a:lnTo>
                    <a:pt x="137033" y="307848"/>
                  </a:lnTo>
                  <a:lnTo>
                    <a:pt x="136817" y="307213"/>
                  </a:lnTo>
                  <a:lnTo>
                    <a:pt x="142151" y="296913"/>
                  </a:lnTo>
                  <a:lnTo>
                    <a:pt x="153047" y="254635"/>
                  </a:lnTo>
                  <a:lnTo>
                    <a:pt x="160502" y="202438"/>
                  </a:lnTo>
                  <a:lnTo>
                    <a:pt x="165633" y="143408"/>
                  </a:lnTo>
                  <a:lnTo>
                    <a:pt x="166903" y="87020"/>
                  </a:lnTo>
                  <a:close/>
                </a:path>
                <a:path w="501015" h="555625">
                  <a:moveTo>
                    <a:pt x="500862" y="536155"/>
                  </a:moveTo>
                  <a:lnTo>
                    <a:pt x="482485" y="366852"/>
                  </a:lnTo>
                  <a:lnTo>
                    <a:pt x="476110" y="321271"/>
                  </a:lnTo>
                  <a:lnTo>
                    <a:pt x="469607" y="281165"/>
                  </a:lnTo>
                  <a:lnTo>
                    <a:pt x="468210" y="279781"/>
                  </a:lnTo>
                  <a:lnTo>
                    <a:pt x="467702" y="252730"/>
                  </a:lnTo>
                  <a:lnTo>
                    <a:pt x="457288" y="175590"/>
                  </a:lnTo>
                  <a:lnTo>
                    <a:pt x="445998" y="104279"/>
                  </a:lnTo>
                  <a:lnTo>
                    <a:pt x="437718" y="63271"/>
                  </a:lnTo>
                  <a:lnTo>
                    <a:pt x="413931" y="10033"/>
                  </a:lnTo>
                  <a:lnTo>
                    <a:pt x="398856" y="0"/>
                  </a:lnTo>
                  <a:lnTo>
                    <a:pt x="375627" y="1282"/>
                  </a:lnTo>
                  <a:lnTo>
                    <a:pt x="352602" y="15113"/>
                  </a:lnTo>
                  <a:lnTo>
                    <a:pt x="338124" y="42786"/>
                  </a:lnTo>
                  <a:lnTo>
                    <a:pt x="333959" y="87020"/>
                  </a:lnTo>
                  <a:lnTo>
                    <a:pt x="335216" y="143408"/>
                  </a:lnTo>
                  <a:lnTo>
                    <a:pt x="340360" y="202438"/>
                  </a:lnTo>
                  <a:lnTo>
                    <a:pt x="347814" y="254635"/>
                  </a:lnTo>
                  <a:lnTo>
                    <a:pt x="358698" y="296913"/>
                  </a:lnTo>
                  <a:lnTo>
                    <a:pt x="364020" y="307213"/>
                  </a:lnTo>
                  <a:lnTo>
                    <a:pt x="363829" y="307848"/>
                  </a:lnTo>
                  <a:lnTo>
                    <a:pt x="364871" y="333070"/>
                  </a:lnTo>
                  <a:lnTo>
                    <a:pt x="369011" y="357352"/>
                  </a:lnTo>
                  <a:lnTo>
                    <a:pt x="373430" y="388048"/>
                  </a:lnTo>
                  <a:lnTo>
                    <a:pt x="380873" y="445477"/>
                  </a:lnTo>
                  <a:lnTo>
                    <a:pt x="394068" y="549973"/>
                  </a:lnTo>
                  <a:lnTo>
                    <a:pt x="433997" y="554977"/>
                  </a:lnTo>
                  <a:lnTo>
                    <a:pt x="458431" y="555205"/>
                  </a:lnTo>
                  <a:lnTo>
                    <a:pt x="477380" y="549363"/>
                  </a:lnTo>
                  <a:lnTo>
                    <a:pt x="500862" y="536155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7561115" y="6337691"/>
              <a:ext cx="149860" cy="1049020"/>
            </a:xfrm>
            <a:custGeom>
              <a:avLst/>
              <a:gdLst/>
              <a:ahLst/>
              <a:cxnLst/>
              <a:rect l="l" t="t" r="r" b="b"/>
              <a:pathLst>
                <a:path w="149859" h="1049020">
                  <a:moveTo>
                    <a:pt x="106606" y="0"/>
                  </a:moveTo>
                  <a:lnTo>
                    <a:pt x="66391" y="11132"/>
                  </a:lnTo>
                  <a:lnTo>
                    <a:pt x="28132" y="27679"/>
                  </a:lnTo>
                  <a:lnTo>
                    <a:pt x="5906" y="72517"/>
                  </a:lnTo>
                  <a:lnTo>
                    <a:pt x="1996" y="146922"/>
                  </a:lnTo>
                  <a:lnTo>
                    <a:pt x="874" y="196820"/>
                  </a:lnTo>
                  <a:lnTo>
                    <a:pt x="228" y="253429"/>
                  </a:lnTo>
                  <a:lnTo>
                    <a:pt x="0" y="315433"/>
                  </a:lnTo>
                  <a:lnTo>
                    <a:pt x="130" y="381518"/>
                  </a:lnTo>
                  <a:lnTo>
                    <a:pt x="560" y="450370"/>
                  </a:lnTo>
                  <a:lnTo>
                    <a:pt x="2082" y="591112"/>
                  </a:lnTo>
                  <a:lnTo>
                    <a:pt x="8176" y="977578"/>
                  </a:lnTo>
                  <a:lnTo>
                    <a:pt x="8358" y="1001781"/>
                  </a:lnTo>
                  <a:lnTo>
                    <a:pt x="18999" y="1024662"/>
                  </a:lnTo>
                  <a:lnTo>
                    <a:pt x="37261" y="1037192"/>
                  </a:lnTo>
                  <a:lnTo>
                    <a:pt x="76387" y="1043783"/>
                  </a:lnTo>
                  <a:lnTo>
                    <a:pt x="149620" y="1048847"/>
                  </a:lnTo>
                  <a:lnTo>
                    <a:pt x="133205" y="470005"/>
                  </a:lnTo>
                  <a:lnTo>
                    <a:pt x="123252" y="167803"/>
                  </a:lnTo>
                  <a:lnTo>
                    <a:pt x="115730" y="43911"/>
                  </a:lnTo>
                  <a:lnTo>
                    <a:pt x="106606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7591849" y="6337691"/>
              <a:ext cx="100965" cy="473709"/>
            </a:xfrm>
            <a:custGeom>
              <a:avLst/>
              <a:gdLst/>
              <a:ahLst/>
              <a:cxnLst/>
              <a:rect l="l" t="t" r="r" b="b"/>
              <a:pathLst>
                <a:path w="100965" h="473709">
                  <a:moveTo>
                    <a:pt x="75872" y="0"/>
                  </a:moveTo>
                  <a:lnTo>
                    <a:pt x="44954" y="32640"/>
                  </a:lnTo>
                  <a:lnTo>
                    <a:pt x="26745" y="57055"/>
                  </a:lnTo>
                  <a:lnTo>
                    <a:pt x="14131" y="85429"/>
                  </a:lnTo>
                  <a:lnTo>
                    <a:pt x="0" y="129943"/>
                  </a:lnTo>
                  <a:lnTo>
                    <a:pt x="6000" y="215519"/>
                  </a:lnTo>
                  <a:lnTo>
                    <a:pt x="41651" y="330139"/>
                  </a:lnTo>
                  <a:lnTo>
                    <a:pt x="81620" y="430595"/>
                  </a:lnTo>
                  <a:lnTo>
                    <a:pt x="100572" y="473681"/>
                  </a:lnTo>
                  <a:lnTo>
                    <a:pt x="98861" y="250010"/>
                  </a:lnTo>
                  <a:lnTo>
                    <a:pt x="95718" y="126111"/>
                  </a:lnTo>
                  <a:lnTo>
                    <a:pt x="88826" y="57577"/>
                  </a:lnTo>
                  <a:lnTo>
                    <a:pt x="75872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7769090" y="6336938"/>
              <a:ext cx="141605" cy="1049655"/>
            </a:xfrm>
            <a:custGeom>
              <a:avLst/>
              <a:gdLst/>
              <a:ahLst/>
              <a:cxnLst/>
              <a:rect l="l" t="t" r="r" b="b"/>
              <a:pathLst>
                <a:path w="141604" h="1049654">
                  <a:moveTo>
                    <a:pt x="29150" y="0"/>
                  </a:moveTo>
                  <a:lnTo>
                    <a:pt x="20608" y="44031"/>
                  </a:lnTo>
                  <a:lnTo>
                    <a:pt x="14724" y="168013"/>
                  </a:lnTo>
                  <a:lnTo>
                    <a:pt x="8766" y="470321"/>
                  </a:lnTo>
                  <a:lnTo>
                    <a:pt x="0" y="1049329"/>
                  </a:lnTo>
                  <a:lnTo>
                    <a:pt x="73158" y="1043293"/>
                  </a:lnTo>
                  <a:lnTo>
                    <a:pt x="112192" y="1036184"/>
                  </a:lnTo>
                  <a:lnTo>
                    <a:pt x="130286" y="1023415"/>
                  </a:lnTo>
                  <a:lnTo>
                    <a:pt x="140623" y="1000398"/>
                  </a:lnTo>
                  <a:lnTo>
                    <a:pt x="140486" y="976196"/>
                  </a:lnTo>
                  <a:lnTo>
                    <a:pt x="141478" y="589683"/>
                  </a:lnTo>
                  <a:lnTo>
                    <a:pt x="141142" y="448933"/>
                  </a:lnTo>
                  <a:lnTo>
                    <a:pt x="140663" y="380081"/>
                  </a:lnTo>
                  <a:lnTo>
                    <a:pt x="139920" y="314000"/>
                  </a:lnTo>
                  <a:lnTo>
                    <a:pt x="138873" y="252004"/>
                  </a:lnTo>
                  <a:lnTo>
                    <a:pt x="137479" y="195409"/>
                  </a:lnTo>
                  <a:lnTo>
                    <a:pt x="135698" y="145530"/>
                  </a:lnTo>
                  <a:lnTo>
                    <a:pt x="133487" y="103683"/>
                  </a:lnTo>
                  <a:lnTo>
                    <a:pt x="127609" y="49345"/>
                  </a:lnTo>
                  <a:lnTo>
                    <a:pt x="92828" y="18246"/>
                  </a:lnTo>
                  <a:lnTo>
                    <a:pt x="69509" y="10600"/>
                  </a:lnTo>
                  <a:lnTo>
                    <a:pt x="29150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7567892" y="6336937"/>
              <a:ext cx="339090" cy="563880"/>
            </a:xfrm>
            <a:custGeom>
              <a:avLst/>
              <a:gdLst/>
              <a:ahLst/>
              <a:cxnLst/>
              <a:rect l="l" t="t" r="r" b="b"/>
              <a:pathLst>
                <a:path w="339090" h="563879">
                  <a:moveTo>
                    <a:pt x="35369" y="479196"/>
                  </a:moveTo>
                  <a:lnTo>
                    <a:pt x="27609" y="462495"/>
                  </a:lnTo>
                  <a:lnTo>
                    <a:pt x="0" y="562559"/>
                  </a:lnTo>
                  <a:lnTo>
                    <a:pt x="7886" y="563549"/>
                  </a:lnTo>
                  <a:lnTo>
                    <a:pt x="17856" y="548411"/>
                  </a:lnTo>
                  <a:lnTo>
                    <a:pt x="26225" y="530402"/>
                  </a:lnTo>
                  <a:lnTo>
                    <a:pt x="33489" y="504583"/>
                  </a:lnTo>
                  <a:lnTo>
                    <a:pt x="35369" y="479196"/>
                  </a:lnTo>
                  <a:close/>
                </a:path>
                <a:path w="339090" h="563879">
                  <a:moveTo>
                    <a:pt x="307936" y="128930"/>
                  </a:moveTo>
                  <a:lnTo>
                    <a:pt x="293204" y="84607"/>
                  </a:lnTo>
                  <a:lnTo>
                    <a:pt x="280212" y="56400"/>
                  </a:lnTo>
                  <a:lnTo>
                    <a:pt x="261683" y="32232"/>
                  </a:lnTo>
                  <a:lnTo>
                    <a:pt x="230339" y="0"/>
                  </a:lnTo>
                  <a:lnTo>
                    <a:pt x="218147" y="57746"/>
                  </a:lnTo>
                  <a:lnTo>
                    <a:pt x="212166" y="126365"/>
                  </a:lnTo>
                  <a:lnTo>
                    <a:pt x="210654" y="250304"/>
                  </a:lnTo>
                  <a:lnTo>
                    <a:pt x="211899" y="473989"/>
                  </a:lnTo>
                  <a:lnTo>
                    <a:pt x="230289" y="430657"/>
                  </a:lnTo>
                  <a:lnTo>
                    <a:pt x="268922" y="329666"/>
                  </a:lnTo>
                  <a:lnTo>
                    <a:pt x="303060" y="214579"/>
                  </a:lnTo>
                  <a:lnTo>
                    <a:pt x="307936" y="128930"/>
                  </a:lnTo>
                  <a:close/>
                </a:path>
                <a:path w="339090" h="563879">
                  <a:moveTo>
                    <a:pt x="338721" y="562559"/>
                  </a:moveTo>
                  <a:lnTo>
                    <a:pt x="311111" y="462495"/>
                  </a:lnTo>
                  <a:lnTo>
                    <a:pt x="303339" y="479196"/>
                  </a:lnTo>
                  <a:lnTo>
                    <a:pt x="305231" y="504583"/>
                  </a:lnTo>
                  <a:lnTo>
                    <a:pt x="312496" y="530402"/>
                  </a:lnTo>
                  <a:lnTo>
                    <a:pt x="320852" y="548411"/>
                  </a:lnTo>
                  <a:lnTo>
                    <a:pt x="330835" y="563549"/>
                  </a:lnTo>
                  <a:lnTo>
                    <a:pt x="338721" y="562559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 descr=""/>
          <p:cNvGrpSpPr/>
          <p:nvPr/>
        </p:nvGrpSpPr>
        <p:grpSpPr>
          <a:xfrm>
            <a:off x="8504584" y="6318756"/>
            <a:ext cx="511809" cy="1068070"/>
            <a:chOff x="8504584" y="6318756"/>
            <a:chExt cx="511809" cy="1068070"/>
          </a:xfrm>
        </p:grpSpPr>
        <p:sp>
          <p:nvSpPr>
            <p:cNvPr id="149" name="object 149" descr=""/>
            <p:cNvSpPr/>
            <p:nvPr/>
          </p:nvSpPr>
          <p:spPr>
            <a:xfrm>
              <a:off x="8669130" y="6318756"/>
              <a:ext cx="172085" cy="1019175"/>
            </a:xfrm>
            <a:custGeom>
              <a:avLst/>
              <a:gdLst/>
              <a:ahLst/>
              <a:cxnLst/>
              <a:rect l="l" t="t" r="r" b="b"/>
              <a:pathLst>
                <a:path w="172084" h="1019175">
                  <a:moveTo>
                    <a:pt x="72472" y="0"/>
                  </a:moveTo>
                  <a:lnTo>
                    <a:pt x="42660" y="5180"/>
                  </a:lnTo>
                  <a:lnTo>
                    <a:pt x="0" y="20118"/>
                  </a:lnTo>
                  <a:lnTo>
                    <a:pt x="7507" y="1011187"/>
                  </a:lnTo>
                  <a:lnTo>
                    <a:pt x="64227" y="1016853"/>
                  </a:lnTo>
                  <a:lnTo>
                    <a:pt x="100256" y="1018742"/>
                  </a:lnTo>
                  <a:lnTo>
                    <a:pt x="131003" y="1016853"/>
                  </a:lnTo>
                  <a:lnTo>
                    <a:pt x="171879" y="1011187"/>
                  </a:lnTo>
                  <a:lnTo>
                    <a:pt x="149681" y="18181"/>
                  </a:lnTo>
                  <a:lnTo>
                    <a:pt x="103468" y="4394"/>
                  </a:lnTo>
                  <a:lnTo>
                    <a:pt x="72472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 descr=""/>
            <p:cNvSpPr/>
            <p:nvPr/>
          </p:nvSpPr>
          <p:spPr>
            <a:xfrm>
              <a:off x="8504580" y="6371253"/>
              <a:ext cx="511809" cy="556260"/>
            </a:xfrm>
            <a:custGeom>
              <a:avLst/>
              <a:gdLst/>
              <a:ahLst/>
              <a:cxnLst/>
              <a:rect l="l" t="t" r="r" b="b"/>
              <a:pathLst>
                <a:path w="511809" h="556259">
                  <a:moveTo>
                    <a:pt x="166890" y="87718"/>
                  </a:moveTo>
                  <a:lnTo>
                    <a:pt x="162712" y="43484"/>
                  </a:lnTo>
                  <a:lnTo>
                    <a:pt x="148247" y="15811"/>
                  </a:lnTo>
                  <a:lnTo>
                    <a:pt x="125222" y="1981"/>
                  </a:lnTo>
                  <a:lnTo>
                    <a:pt x="101993" y="698"/>
                  </a:lnTo>
                  <a:lnTo>
                    <a:pt x="86918" y="10731"/>
                  </a:lnTo>
                  <a:lnTo>
                    <a:pt x="63131" y="63969"/>
                  </a:lnTo>
                  <a:lnTo>
                    <a:pt x="54864" y="104978"/>
                  </a:lnTo>
                  <a:lnTo>
                    <a:pt x="43573" y="176288"/>
                  </a:lnTo>
                  <a:lnTo>
                    <a:pt x="33147" y="253428"/>
                  </a:lnTo>
                  <a:lnTo>
                    <a:pt x="32626" y="280492"/>
                  </a:lnTo>
                  <a:lnTo>
                    <a:pt x="31242" y="281863"/>
                  </a:lnTo>
                  <a:lnTo>
                    <a:pt x="24739" y="321970"/>
                  </a:lnTo>
                  <a:lnTo>
                    <a:pt x="20942" y="347027"/>
                  </a:lnTo>
                  <a:lnTo>
                    <a:pt x="18364" y="367550"/>
                  </a:lnTo>
                  <a:lnTo>
                    <a:pt x="0" y="536854"/>
                  </a:lnTo>
                  <a:lnTo>
                    <a:pt x="23482" y="550062"/>
                  </a:lnTo>
                  <a:lnTo>
                    <a:pt x="42430" y="555904"/>
                  </a:lnTo>
                  <a:lnTo>
                    <a:pt x="66852" y="555675"/>
                  </a:lnTo>
                  <a:lnTo>
                    <a:pt x="106781" y="550672"/>
                  </a:lnTo>
                  <a:lnTo>
                    <a:pt x="119976" y="446176"/>
                  </a:lnTo>
                  <a:lnTo>
                    <a:pt x="127419" y="388747"/>
                  </a:lnTo>
                  <a:lnTo>
                    <a:pt x="131851" y="358051"/>
                  </a:lnTo>
                  <a:lnTo>
                    <a:pt x="135978" y="333768"/>
                  </a:lnTo>
                  <a:lnTo>
                    <a:pt x="137020" y="308546"/>
                  </a:lnTo>
                  <a:lnTo>
                    <a:pt x="136817" y="307911"/>
                  </a:lnTo>
                  <a:lnTo>
                    <a:pt x="142151" y="297611"/>
                  </a:lnTo>
                  <a:lnTo>
                    <a:pt x="153035" y="255333"/>
                  </a:lnTo>
                  <a:lnTo>
                    <a:pt x="160489" y="203136"/>
                  </a:lnTo>
                  <a:lnTo>
                    <a:pt x="165633" y="144106"/>
                  </a:lnTo>
                  <a:lnTo>
                    <a:pt x="166890" y="87718"/>
                  </a:lnTo>
                  <a:close/>
                </a:path>
                <a:path w="511809" h="556259">
                  <a:moveTo>
                    <a:pt x="511213" y="534060"/>
                  </a:moveTo>
                  <a:lnTo>
                    <a:pt x="489521" y="365137"/>
                  </a:lnTo>
                  <a:lnTo>
                    <a:pt x="482257" y="319697"/>
                  </a:lnTo>
                  <a:lnTo>
                    <a:pt x="474967" y="279730"/>
                  </a:lnTo>
                  <a:lnTo>
                    <a:pt x="473544" y="278384"/>
                  </a:lnTo>
                  <a:lnTo>
                    <a:pt x="472503" y="251320"/>
                  </a:lnTo>
                  <a:lnTo>
                    <a:pt x="460578" y="174396"/>
                  </a:lnTo>
                  <a:lnTo>
                    <a:pt x="447890" y="103339"/>
                  </a:lnTo>
                  <a:lnTo>
                    <a:pt x="438797" y="62509"/>
                  </a:lnTo>
                  <a:lnTo>
                    <a:pt x="413981" y="9740"/>
                  </a:lnTo>
                  <a:lnTo>
                    <a:pt x="398703" y="0"/>
                  </a:lnTo>
                  <a:lnTo>
                    <a:pt x="375513" y="1739"/>
                  </a:lnTo>
                  <a:lnTo>
                    <a:pt x="352767" y="16027"/>
                  </a:lnTo>
                  <a:lnTo>
                    <a:pt x="338836" y="43967"/>
                  </a:lnTo>
                  <a:lnTo>
                    <a:pt x="335534" y="88290"/>
                  </a:lnTo>
                  <a:lnTo>
                    <a:pt x="337908" y="144627"/>
                  </a:lnTo>
                  <a:lnTo>
                    <a:pt x="344208" y="203542"/>
                  </a:lnTo>
                  <a:lnTo>
                    <a:pt x="352679" y="255587"/>
                  </a:lnTo>
                  <a:lnTo>
                    <a:pt x="364401" y="297637"/>
                  </a:lnTo>
                  <a:lnTo>
                    <a:pt x="369925" y="307835"/>
                  </a:lnTo>
                  <a:lnTo>
                    <a:pt x="369735" y="308483"/>
                  </a:lnTo>
                  <a:lnTo>
                    <a:pt x="371271" y="333679"/>
                  </a:lnTo>
                  <a:lnTo>
                    <a:pt x="375881" y="357873"/>
                  </a:lnTo>
                  <a:lnTo>
                    <a:pt x="380911" y="388467"/>
                  </a:lnTo>
                  <a:lnTo>
                    <a:pt x="389470" y="445744"/>
                  </a:lnTo>
                  <a:lnTo>
                    <a:pt x="404723" y="549973"/>
                  </a:lnTo>
                  <a:lnTo>
                    <a:pt x="444741" y="554177"/>
                  </a:lnTo>
                  <a:lnTo>
                    <a:pt x="469176" y="553923"/>
                  </a:lnTo>
                  <a:lnTo>
                    <a:pt x="488010" y="547712"/>
                  </a:lnTo>
                  <a:lnTo>
                    <a:pt x="511213" y="53406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8581681" y="6338877"/>
              <a:ext cx="114300" cy="1038860"/>
            </a:xfrm>
            <a:custGeom>
              <a:avLst/>
              <a:gdLst/>
              <a:ahLst/>
              <a:cxnLst/>
              <a:rect l="l" t="t" r="r" b="b"/>
              <a:pathLst>
                <a:path w="114300" h="1038859">
                  <a:moveTo>
                    <a:pt x="87444" y="0"/>
                  </a:moveTo>
                  <a:lnTo>
                    <a:pt x="40781" y="18050"/>
                  </a:lnTo>
                  <a:lnTo>
                    <a:pt x="8812" y="49456"/>
                  </a:lnTo>
                  <a:lnTo>
                    <a:pt x="3654" y="103867"/>
                  </a:lnTo>
                  <a:lnTo>
                    <a:pt x="1996" y="145739"/>
                  </a:lnTo>
                  <a:lnTo>
                    <a:pt x="874" y="195637"/>
                  </a:lnTo>
                  <a:lnTo>
                    <a:pt x="228" y="252246"/>
                  </a:lnTo>
                  <a:lnTo>
                    <a:pt x="0" y="314250"/>
                  </a:lnTo>
                  <a:lnTo>
                    <a:pt x="130" y="380335"/>
                  </a:lnTo>
                  <a:lnTo>
                    <a:pt x="560" y="449186"/>
                  </a:lnTo>
                  <a:lnTo>
                    <a:pt x="2082" y="589929"/>
                  </a:lnTo>
                  <a:lnTo>
                    <a:pt x="8176" y="976395"/>
                  </a:lnTo>
                  <a:lnTo>
                    <a:pt x="8358" y="1000597"/>
                  </a:lnTo>
                  <a:lnTo>
                    <a:pt x="12379" y="1022602"/>
                  </a:lnTo>
                  <a:lnTo>
                    <a:pt x="24743" y="1033901"/>
                  </a:lnTo>
                  <a:lnTo>
                    <a:pt x="55372" y="1038064"/>
                  </a:lnTo>
                  <a:lnTo>
                    <a:pt x="114187" y="1038659"/>
                  </a:lnTo>
                  <a:lnTo>
                    <a:pt x="107178" y="465707"/>
                  </a:lnTo>
                  <a:lnTo>
                    <a:pt x="102056" y="166530"/>
                  </a:lnTo>
                  <a:lnTo>
                    <a:pt x="96314" y="43752"/>
                  </a:lnTo>
                  <a:lnTo>
                    <a:pt x="87444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8593254" y="6338877"/>
              <a:ext cx="96520" cy="481330"/>
            </a:xfrm>
            <a:custGeom>
              <a:avLst/>
              <a:gdLst/>
              <a:ahLst/>
              <a:cxnLst/>
              <a:rect l="l" t="t" r="r" b="b"/>
              <a:pathLst>
                <a:path w="96520" h="481329">
                  <a:moveTo>
                    <a:pt x="75872" y="0"/>
                  </a:moveTo>
                  <a:lnTo>
                    <a:pt x="44954" y="32634"/>
                  </a:lnTo>
                  <a:lnTo>
                    <a:pt x="26745" y="57048"/>
                  </a:lnTo>
                  <a:lnTo>
                    <a:pt x="14131" y="85423"/>
                  </a:lnTo>
                  <a:lnTo>
                    <a:pt x="0" y="129943"/>
                  </a:lnTo>
                  <a:lnTo>
                    <a:pt x="4938" y="216711"/>
                  </a:lnTo>
                  <a:lnTo>
                    <a:pt x="38254" y="333950"/>
                  </a:lnTo>
                  <a:lnTo>
                    <a:pt x="75886" y="437026"/>
                  </a:lnTo>
                  <a:lnTo>
                    <a:pt x="93777" y="481304"/>
                  </a:lnTo>
                  <a:lnTo>
                    <a:pt x="95994" y="253226"/>
                  </a:lnTo>
                  <a:lnTo>
                    <a:pt x="94868" y="127064"/>
                  </a:lnTo>
                  <a:lnTo>
                    <a:pt x="88720" y="57696"/>
                  </a:lnTo>
                  <a:lnTo>
                    <a:pt x="75872" y="0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 descr=""/>
            <p:cNvSpPr/>
            <p:nvPr/>
          </p:nvSpPr>
          <p:spPr>
            <a:xfrm>
              <a:off x="8789655" y="6336937"/>
              <a:ext cx="173990" cy="1049655"/>
            </a:xfrm>
            <a:custGeom>
              <a:avLst/>
              <a:gdLst/>
              <a:ahLst/>
              <a:cxnLst/>
              <a:rect l="l" t="t" r="r" b="b"/>
              <a:pathLst>
                <a:path w="173990" h="1049654">
                  <a:moveTo>
                    <a:pt x="29150" y="0"/>
                  </a:moveTo>
                  <a:lnTo>
                    <a:pt x="20608" y="44031"/>
                  </a:lnTo>
                  <a:lnTo>
                    <a:pt x="14724" y="168013"/>
                  </a:lnTo>
                  <a:lnTo>
                    <a:pt x="8766" y="470321"/>
                  </a:lnTo>
                  <a:lnTo>
                    <a:pt x="0" y="1049329"/>
                  </a:lnTo>
                  <a:lnTo>
                    <a:pt x="73677" y="1043081"/>
                  </a:lnTo>
                  <a:lnTo>
                    <a:pt x="116345" y="1034493"/>
                  </a:lnTo>
                  <a:lnTo>
                    <a:pt x="144303" y="1017708"/>
                  </a:lnTo>
                  <a:lnTo>
                    <a:pt x="173848" y="986870"/>
                  </a:lnTo>
                  <a:lnTo>
                    <a:pt x="173443" y="962776"/>
                  </a:lnTo>
                  <a:lnTo>
                    <a:pt x="171628" y="885331"/>
                  </a:lnTo>
                  <a:lnTo>
                    <a:pt x="168581" y="777488"/>
                  </a:lnTo>
                  <a:lnTo>
                    <a:pt x="164433" y="649579"/>
                  </a:lnTo>
                  <a:lnTo>
                    <a:pt x="159318" y="511941"/>
                  </a:lnTo>
                  <a:lnTo>
                    <a:pt x="156438" y="442702"/>
                  </a:lnTo>
                  <a:lnTo>
                    <a:pt x="153367" y="374906"/>
                  </a:lnTo>
                  <a:lnTo>
                    <a:pt x="150119" y="309844"/>
                  </a:lnTo>
                  <a:lnTo>
                    <a:pt x="146712" y="248809"/>
                  </a:lnTo>
                  <a:lnTo>
                    <a:pt x="143162" y="193091"/>
                  </a:lnTo>
                  <a:lnTo>
                    <a:pt x="139486" y="143984"/>
                  </a:lnTo>
                  <a:lnTo>
                    <a:pt x="135700" y="102777"/>
                  </a:lnTo>
                  <a:lnTo>
                    <a:pt x="127865" y="49236"/>
                  </a:lnTo>
                  <a:lnTo>
                    <a:pt x="92827" y="18246"/>
                  </a:lnTo>
                  <a:lnTo>
                    <a:pt x="29150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 descr=""/>
            <p:cNvSpPr/>
            <p:nvPr/>
          </p:nvSpPr>
          <p:spPr>
            <a:xfrm>
              <a:off x="8589429" y="6336937"/>
              <a:ext cx="340360" cy="563880"/>
            </a:xfrm>
            <a:custGeom>
              <a:avLst/>
              <a:gdLst/>
              <a:ahLst/>
              <a:cxnLst/>
              <a:rect l="l" t="t" r="r" b="b"/>
              <a:pathLst>
                <a:path w="340359" h="563879">
                  <a:moveTo>
                    <a:pt x="35369" y="479196"/>
                  </a:moveTo>
                  <a:lnTo>
                    <a:pt x="27609" y="462495"/>
                  </a:lnTo>
                  <a:lnTo>
                    <a:pt x="0" y="562559"/>
                  </a:lnTo>
                  <a:lnTo>
                    <a:pt x="7874" y="563549"/>
                  </a:lnTo>
                  <a:lnTo>
                    <a:pt x="17856" y="548411"/>
                  </a:lnTo>
                  <a:lnTo>
                    <a:pt x="26212" y="530402"/>
                  </a:lnTo>
                  <a:lnTo>
                    <a:pt x="33477" y="504583"/>
                  </a:lnTo>
                  <a:lnTo>
                    <a:pt x="35369" y="479196"/>
                  </a:lnTo>
                  <a:close/>
                </a:path>
                <a:path w="340359" h="563879">
                  <a:moveTo>
                    <a:pt x="306959" y="128930"/>
                  </a:moveTo>
                  <a:lnTo>
                    <a:pt x="292239" y="84607"/>
                  </a:lnTo>
                  <a:lnTo>
                    <a:pt x="279247" y="56400"/>
                  </a:lnTo>
                  <a:lnTo>
                    <a:pt x="260718" y="32232"/>
                  </a:lnTo>
                  <a:lnTo>
                    <a:pt x="229374" y="0"/>
                  </a:lnTo>
                  <a:lnTo>
                    <a:pt x="217170" y="57746"/>
                  </a:lnTo>
                  <a:lnTo>
                    <a:pt x="211188" y="126365"/>
                  </a:lnTo>
                  <a:lnTo>
                    <a:pt x="209677" y="250304"/>
                  </a:lnTo>
                  <a:lnTo>
                    <a:pt x="210934" y="473989"/>
                  </a:lnTo>
                  <a:lnTo>
                    <a:pt x="229311" y="430657"/>
                  </a:lnTo>
                  <a:lnTo>
                    <a:pt x="267944" y="329666"/>
                  </a:lnTo>
                  <a:lnTo>
                    <a:pt x="302082" y="214579"/>
                  </a:lnTo>
                  <a:lnTo>
                    <a:pt x="306959" y="128930"/>
                  </a:lnTo>
                  <a:close/>
                </a:path>
                <a:path w="340359" h="563879">
                  <a:moveTo>
                    <a:pt x="340182" y="562559"/>
                  </a:moveTo>
                  <a:lnTo>
                    <a:pt x="305435" y="462495"/>
                  </a:lnTo>
                  <a:lnTo>
                    <a:pt x="295656" y="479196"/>
                  </a:lnTo>
                  <a:lnTo>
                    <a:pt x="298030" y="504583"/>
                  </a:lnTo>
                  <a:lnTo>
                    <a:pt x="317703" y="548411"/>
                  </a:lnTo>
                  <a:lnTo>
                    <a:pt x="334251" y="562889"/>
                  </a:lnTo>
                  <a:lnTo>
                    <a:pt x="340182" y="562559"/>
                  </a:lnTo>
                  <a:close/>
                </a:path>
              </a:pathLst>
            </a:custGeom>
            <a:solidFill>
              <a:srgbClr val="C6C6C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5" name="object 155" descr=""/>
          <p:cNvSpPr/>
          <p:nvPr/>
        </p:nvSpPr>
        <p:spPr>
          <a:xfrm>
            <a:off x="14325947" y="6450105"/>
            <a:ext cx="67945" cy="57785"/>
          </a:xfrm>
          <a:custGeom>
            <a:avLst/>
            <a:gdLst/>
            <a:ahLst/>
            <a:cxnLst/>
            <a:rect l="l" t="t" r="r" b="b"/>
            <a:pathLst>
              <a:path w="67944" h="57784">
                <a:moveTo>
                  <a:pt x="19979" y="0"/>
                </a:moveTo>
                <a:lnTo>
                  <a:pt x="9702" y="2265"/>
                </a:lnTo>
                <a:lnTo>
                  <a:pt x="0" y="9062"/>
                </a:lnTo>
                <a:lnTo>
                  <a:pt x="0" y="50883"/>
                </a:lnTo>
                <a:lnTo>
                  <a:pt x="21718" y="55936"/>
                </a:lnTo>
                <a:lnTo>
                  <a:pt x="36000" y="57621"/>
                </a:lnTo>
                <a:lnTo>
                  <a:pt x="49184" y="55936"/>
                </a:lnTo>
                <a:lnTo>
                  <a:pt x="67610" y="50883"/>
                </a:lnTo>
                <a:lnTo>
                  <a:pt x="67610" y="9062"/>
                </a:lnTo>
                <a:lnTo>
                  <a:pt x="37169" y="2265"/>
                </a:lnTo>
                <a:lnTo>
                  <a:pt x="19979" y="0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6" name="object 156" descr=""/>
          <p:cNvGrpSpPr/>
          <p:nvPr/>
        </p:nvGrpSpPr>
        <p:grpSpPr>
          <a:xfrm>
            <a:off x="14310408" y="5872791"/>
            <a:ext cx="219075" cy="614680"/>
            <a:chOff x="14310408" y="5872791"/>
            <a:chExt cx="219075" cy="614680"/>
          </a:xfrm>
        </p:grpSpPr>
        <p:sp>
          <p:nvSpPr>
            <p:cNvPr id="157" name="object 157" descr=""/>
            <p:cNvSpPr/>
            <p:nvPr/>
          </p:nvSpPr>
          <p:spPr>
            <a:xfrm>
              <a:off x="14326380" y="5937893"/>
              <a:ext cx="154305" cy="323850"/>
            </a:xfrm>
            <a:custGeom>
              <a:avLst/>
              <a:gdLst/>
              <a:ahLst/>
              <a:cxnLst/>
              <a:rect l="l" t="t" r="r" b="b"/>
              <a:pathLst>
                <a:path w="154305" h="323850">
                  <a:moveTo>
                    <a:pt x="73838" y="0"/>
                  </a:moveTo>
                  <a:lnTo>
                    <a:pt x="44257" y="42501"/>
                  </a:lnTo>
                  <a:lnTo>
                    <a:pt x="27961" y="103533"/>
                  </a:lnTo>
                  <a:lnTo>
                    <a:pt x="18765" y="144212"/>
                  </a:lnTo>
                  <a:lnTo>
                    <a:pt x="9919" y="190074"/>
                  </a:lnTo>
                  <a:lnTo>
                    <a:pt x="3469" y="233851"/>
                  </a:lnTo>
                  <a:lnTo>
                    <a:pt x="0" y="269759"/>
                  </a:lnTo>
                  <a:lnTo>
                    <a:pt x="95" y="292008"/>
                  </a:lnTo>
                  <a:lnTo>
                    <a:pt x="16693" y="307575"/>
                  </a:lnTo>
                  <a:lnTo>
                    <a:pt x="52567" y="321210"/>
                  </a:lnTo>
                  <a:lnTo>
                    <a:pt x="93055" y="323771"/>
                  </a:lnTo>
                  <a:lnTo>
                    <a:pt x="123491" y="306114"/>
                  </a:lnTo>
                  <a:lnTo>
                    <a:pt x="137767" y="274559"/>
                  </a:lnTo>
                  <a:lnTo>
                    <a:pt x="147687" y="232101"/>
                  </a:lnTo>
                  <a:lnTo>
                    <a:pt x="153135" y="183110"/>
                  </a:lnTo>
                  <a:lnTo>
                    <a:pt x="153998" y="131956"/>
                  </a:lnTo>
                  <a:lnTo>
                    <a:pt x="150144" y="82954"/>
                  </a:lnTo>
                  <a:lnTo>
                    <a:pt x="134541" y="39216"/>
                  </a:lnTo>
                  <a:lnTo>
                    <a:pt x="106160" y="8458"/>
                  </a:lnTo>
                  <a:lnTo>
                    <a:pt x="73838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8" name="object 158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4326378" y="5954201"/>
              <a:ext cx="154002" cy="301393"/>
            </a:xfrm>
            <a:prstGeom prst="rect">
              <a:avLst/>
            </a:prstGeom>
          </p:spPr>
        </p:pic>
        <p:sp>
          <p:nvSpPr>
            <p:cNvPr id="159" name="object 159" descr=""/>
            <p:cNvSpPr/>
            <p:nvPr/>
          </p:nvSpPr>
          <p:spPr>
            <a:xfrm>
              <a:off x="14310408" y="6157290"/>
              <a:ext cx="147955" cy="312420"/>
            </a:xfrm>
            <a:custGeom>
              <a:avLst/>
              <a:gdLst/>
              <a:ahLst/>
              <a:cxnLst/>
              <a:rect l="l" t="t" r="r" b="b"/>
              <a:pathLst>
                <a:path w="147955" h="312420">
                  <a:moveTo>
                    <a:pt x="83146" y="0"/>
                  </a:moveTo>
                  <a:lnTo>
                    <a:pt x="41148" y="15163"/>
                  </a:lnTo>
                  <a:lnTo>
                    <a:pt x="16393" y="44228"/>
                  </a:lnTo>
                  <a:lnTo>
                    <a:pt x="5135" y="99929"/>
                  </a:lnTo>
                  <a:lnTo>
                    <a:pt x="2934" y="170119"/>
                  </a:lnTo>
                  <a:lnTo>
                    <a:pt x="1426" y="218301"/>
                  </a:lnTo>
                  <a:lnTo>
                    <a:pt x="1722" y="280689"/>
                  </a:lnTo>
                  <a:lnTo>
                    <a:pt x="53807" y="311877"/>
                  </a:lnTo>
                  <a:lnTo>
                    <a:pt x="78741" y="310938"/>
                  </a:lnTo>
                  <a:lnTo>
                    <a:pt x="104289" y="279360"/>
                  </a:lnTo>
                  <a:lnTo>
                    <a:pt x="116867" y="229786"/>
                  </a:lnTo>
                  <a:lnTo>
                    <a:pt x="129993" y="169309"/>
                  </a:lnTo>
                  <a:lnTo>
                    <a:pt x="141139" y="111784"/>
                  </a:lnTo>
                  <a:lnTo>
                    <a:pt x="147778" y="71064"/>
                  </a:lnTo>
                  <a:lnTo>
                    <a:pt x="144451" y="40591"/>
                  </a:lnTo>
                  <a:lnTo>
                    <a:pt x="107373" y="4576"/>
                  </a:lnTo>
                  <a:lnTo>
                    <a:pt x="97171" y="2512"/>
                  </a:lnTo>
                  <a:lnTo>
                    <a:pt x="83146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313908" y="6157268"/>
              <a:ext cx="135485" cy="311904"/>
            </a:xfrm>
            <a:prstGeom prst="rect">
              <a:avLst/>
            </a:prstGeom>
          </p:spPr>
        </p:pic>
        <p:sp>
          <p:nvSpPr>
            <p:cNvPr id="161" name="object 161" descr=""/>
            <p:cNvSpPr/>
            <p:nvPr/>
          </p:nvSpPr>
          <p:spPr>
            <a:xfrm>
              <a:off x="14371241" y="5872791"/>
              <a:ext cx="158115" cy="613410"/>
            </a:xfrm>
            <a:custGeom>
              <a:avLst/>
              <a:gdLst/>
              <a:ahLst/>
              <a:cxnLst/>
              <a:rect l="l" t="t" r="r" b="b"/>
              <a:pathLst>
                <a:path w="158115" h="613410">
                  <a:moveTo>
                    <a:pt x="128034" y="0"/>
                  </a:moveTo>
                  <a:lnTo>
                    <a:pt x="78873" y="19399"/>
                  </a:lnTo>
                  <a:lnTo>
                    <a:pt x="38177" y="40651"/>
                  </a:lnTo>
                  <a:lnTo>
                    <a:pt x="12171" y="75165"/>
                  </a:lnTo>
                  <a:lnTo>
                    <a:pt x="8153" y="83559"/>
                  </a:lnTo>
                  <a:lnTo>
                    <a:pt x="15851" y="224220"/>
                  </a:lnTo>
                  <a:lnTo>
                    <a:pt x="19279" y="301189"/>
                  </a:lnTo>
                  <a:lnTo>
                    <a:pt x="19215" y="341539"/>
                  </a:lnTo>
                  <a:lnTo>
                    <a:pt x="16435" y="372347"/>
                  </a:lnTo>
                  <a:lnTo>
                    <a:pt x="10620" y="415516"/>
                  </a:lnTo>
                  <a:lnTo>
                    <a:pt x="3739" y="468150"/>
                  </a:lnTo>
                  <a:lnTo>
                    <a:pt x="0" y="520098"/>
                  </a:lnTo>
                  <a:lnTo>
                    <a:pt x="3624" y="561245"/>
                  </a:lnTo>
                  <a:lnTo>
                    <a:pt x="14845" y="587679"/>
                  </a:lnTo>
                  <a:lnTo>
                    <a:pt x="28275" y="603927"/>
                  </a:lnTo>
                  <a:lnTo>
                    <a:pt x="39534" y="612100"/>
                  </a:lnTo>
                  <a:lnTo>
                    <a:pt x="41092" y="612842"/>
                  </a:lnTo>
                  <a:lnTo>
                    <a:pt x="81221" y="602582"/>
                  </a:lnTo>
                  <a:lnTo>
                    <a:pt x="109691" y="597372"/>
                  </a:lnTo>
                  <a:lnTo>
                    <a:pt x="110783" y="597372"/>
                  </a:lnTo>
                  <a:lnTo>
                    <a:pt x="110917" y="597345"/>
                  </a:lnTo>
                  <a:lnTo>
                    <a:pt x="158017" y="597345"/>
                  </a:lnTo>
                  <a:lnTo>
                    <a:pt x="155999" y="486673"/>
                  </a:lnTo>
                  <a:lnTo>
                    <a:pt x="154643" y="418600"/>
                  </a:lnTo>
                  <a:lnTo>
                    <a:pt x="153463" y="372143"/>
                  </a:lnTo>
                  <a:lnTo>
                    <a:pt x="151876" y="320873"/>
                  </a:lnTo>
                  <a:lnTo>
                    <a:pt x="147033" y="235586"/>
                  </a:lnTo>
                  <a:lnTo>
                    <a:pt x="138961" y="129189"/>
                  </a:lnTo>
                  <a:lnTo>
                    <a:pt x="131387" y="38419"/>
                  </a:lnTo>
                  <a:lnTo>
                    <a:pt x="128034" y="0"/>
                  </a:lnTo>
                  <a:close/>
                </a:path>
                <a:path w="158115" h="613410">
                  <a:moveTo>
                    <a:pt x="158017" y="597345"/>
                  </a:moveTo>
                  <a:lnTo>
                    <a:pt x="110917" y="597345"/>
                  </a:lnTo>
                  <a:lnTo>
                    <a:pt x="131612" y="597803"/>
                  </a:lnTo>
                  <a:lnTo>
                    <a:pt x="158116" y="602787"/>
                  </a:lnTo>
                  <a:lnTo>
                    <a:pt x="158017" y="597345"/>
                  </a:lnTo>
                  <a:close/>
                </a:path>
                <a:path w="158115" h="613410">
                  <a:moveTo>
                    <a:pt x="110783" y="597372"/>
                  </a:moveTo>
                  <a:lnTo>
                    <a:pt x="109691" y="597372"/>
                  </a:lnTo>
                  <a:lnTo>
                    <a:pt x="110684" y="597392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 descr=""/>
            <p:cNvSpPr/>
            <p:nvPr/>
          </p:nvSpPr>
          <p:spPr>
            <a:xfrm>
              <a:off x="14379384" y="5881922"/>
              <a:ext cx="131445" cy="172720"/>
            </a:xfrm>
            <a:custGeom>
              <a:avLst/>
              <a:gdLst/>
              <a:ahLst/>
              <a:cxnLst/>
              <a:rect l="l" t="t" r="r" b="b"/>
              <a:pathLst>
                <a:path w="131444" h="172720">
                  <a:moveTo>
                    <a:pt x="58991" y="91617"/>
                  </a:moveTo>
                  <a:lnTo>
                    <a:pt x="21336" y="41338"/>
                  </a:lnTo>
                  <a:lnTo>
                    <a:pt x="19710" y="43180"/>
                  </a:lnTo>
                  <a:lnTo>
                    <a:pt x="10071" y="56197"/>
                  </a:lnTo>
                  <a:lnTo>
                    <a:pt x="4025" y="66040"/>
                  </a:lnTo>
                  <a:lnTo>
                    <a:pt x="889" y="72263"/>
                  </a:lnTo>
                  <a:lnTo>
                    <a:pt x="0" y="74434"/>
                  </a:lnTo>
                  <a:lnTo>
                    <a:pt x="3721" y="142367"/>
                  </a:lnTo>
                  <a:lnTo>
                    <a:pt x="28917" y="172516"/>
                  </a:lnTo>
                  <a:lnTo>
                    <a:pt x="58991" y="91617"/>
                  </a:lnTo>
                  <a:close/>
                </a:path>
                <a:path w="131444" h="172720">
                  <a:moveTo>
                    <a:pt x="130975" y="122161"/>
                  </a:moveTo>
                  <a:lnTo>
                    <a:pt x="130810" y="120065"/>
                  </a:lnTo>
                  <a:lnTo>
                    <a:pt x="123812" y="36156"/>
                  </a:lnTo>
                  <a:lnTo>
                    <a:pt x="96735" y="0"/>
                  </a:lnTo>
                  <a:lnTo>
                    <a:pt x="93205" y="1397"/>
                  </a:lnTo>
                  <a:lnTo>
                    <a:pt x="58991" y="91605"/>
                  </a:lnTo>
                  <a:lnTo>
                    <a:pt x="119888" y="151980"/>
                  </a:lnTo>
                  <a:lnTo>
                    <a:pt x="130975" y="122161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3" name="object 163" descr=""/>
            <p:cNvSpPr/>
            <p:nvPr/>
          </p:nvSpPr>
          <p:spPr>
            <a:xfrm>
              <a:off x="14388109" y="6033204"/>
              <a:ext cx="134620" cy="175260"/>
            </a:xfrm>
            <a:custGeom>
              <a:avLst/>
              <a:gdLst/>
              <a:ahLst/>
              <a:cxnLst/>
              <a:rect l="l" t="t" r="r" b="b"/>
              <a:pathLst>
                <a:path w="134619" h="175260">
                  <a:moveTo>
                    <a:pt x="75323" y="94272"/>
                  </a:moveTo>
                  <a:lnTo>
                    <a:pt x="20104" y="20548"/>
                  </a:lnTo>
                  <a:lnTo>
                    <a:pt x="0" y="86677"/>
                  </a:lnTo>
                  <a:lnTo>
                    <a:pt x="1612" y="122961"/>
                  </a:lnTo>
                  <a:lnTo>
                    <a:pt x="45237" y="175183"/>
                  </a:lnTo>
                  <a:lnTo>
                    <a:pt x="75323" y="94272"/>
                  </a:lnTo>
                  <a:close/>
                </a:path>
                <a:path w="134619" h="175260">
                  <a:moveTo>
                    <a:pt x="134581" y="153022"/>
                  </a:moveTo>
                  <a:lnTo>
                    <a:pt x="130162" y="75184"/>
                  </a:lnTo>
                  <a:lnTo>
                    <a:pt x="125958" y="19888"/>
                  </a:lnTo>
                  <a:lnTo>
                    <a:pt x="111074" y="0"/>
                  </a:lnTo>
                  <a:lnTo>
                    <a:pt x="75323" y="94259"/>
                  </a:lnTo>
                  <a:lnTo>
                    <a:pt x="134581" y="153022"/>
                  </a:lnTo>
                  <a:close/>
                </a:path>
              </a:pathLst>
            </a:custGeom>
            <a:solidFill>
              <a:srgbClr val="F5D2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 descr=""/>
            <p:cNvSpPr/>
            <p:nvPr/>
          </p:nvSpPr>
          <p:spPr>
            <a:xfrm>
              <a:off x="14372412" y="6208388"/>
              <a:ext cx="117475" cy="172720"/>
            </a:xfrm>
            <a:custGeom>
              <a:avLst/>
              <a:gdLst/>
              <a:ahLst/>
              <a:cxnLst/>
              <a:rect l="l" t="t" r="r" b="b"/>
              <a:pathLst>
                <a:path w="117475" h="172720">
                  <a:moveTo>
                    <a:pt x="33972" y="91757"/>
                  </a:moveTo>
                  <a:lnTo>
                    <a:pt x="11836" y="62204"/>
                  </a:lnTo>
                  <a:lnTo>
                    <a:pt x="9448" y="79933"/>
                  </a:lnTo>
                  <a:lnTo>
                    <a:pt x="2565" y="132562"/>
                  </a:lnTo>
                  <a:lnTo>
                    <a:pt x="0" y="168021"/>
                  </a:lnTo>
                  <a:lnTo>
                    <a:pt x="3886" y="172669"/>
                  </a:lnTo>
                  <a:lnTo>
                    <a:pt x="33972" y="91757"/>
                  </a:lnTo>
                  <a:close/>
                </a:path>
                <a:path w="117475" h="172720">
                  <a:moveTo>
                    <a:pt x="116954" y="73723"/>
                  </a:moveTo>
                  <a:lnTo>
                    <a:pt x="61734" y="0"/>
                  </a:lnTo>
                  <a:lnTo>
                    <a:pt x="33972" y="91313"/>
                  </a:lnTo>
                  <a:lnTo>
                    <a:pt x="86868" y="154635"/>
                  </a:lnTo>
                  <a:lnTo>
                    <a:pt x="116954" y="73723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14371743" y="6381046"/>
              <a:ext cx="60960" cy="106680"/>
            </a:xfrm>
            <a:custGeom>
              <a:avLst/>
              <a:gdLst/>
              <a:ahLst/>
              <a:cxnLst/>
              <a:rect l="l" t="t" r="r" b="b"/>
              <a:pathLst>
                <a:path w="60959" h="106679">
                  <a:moveTo>
                    <a:pt x="5353" y="0"/>
                  </a:moveTo>
                  <a:lnTo>
                    <a:pt x="0" y="17612"/>
                  </a:lnTo>
                  <a:lnTo>
                    <a:pt x="3106" y="52946"/>
                  </a:lnTo>
                  <a:lnTo>
                    <a:pt x="12811" y="79449"/>
                  </a:lnTo>
                  <a:lnTo>
                    <a:pt x="22872" y="95765"/>
                  </a:lnTo>
                  <a:lnTo>
                    <a:pt x="30761" y="104007"/>
                  </a:lnTo>
                  <a:lnTo>
                    <a:pt x="33953" y="106284"/>
                  </a:lnTo>
                  <a:lnTo>
                    <a:pt x="49996" y="102182"/>
                  </a:lnTo>
                  <a:lnTo>
                    <a:pt x="60577" y="73725"/>
                  </a:lnTo>
                  <a:lnTo>
                    <a:pt x="5353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 descr=""/>
            <p:cNvSpPr/>
            <p:nvPr/>
          </p:nvSpPr>
          <p:spPr>
            <a:xfrm>
              <a:off x="14489372" y="6193186"/>
              <a:ext cx="37465" cy="125730"/>
            </a:xfrm>
            <a:custGeom>
              <a:avLst/>
              <a:gdLst/>
              <a:ahLst/>
              <a:cxnLst/>
              <a:rect l="l" t="t" r="r" b="b"/>
              <a:pathLst>
                <a:path w="37465" h="125729">
                  <a:moveTo>
                    <a:pt x="33718" y="0"/>
                  </a:moveTo>
                  <a:lnTo>
                    <a:pt x="0" y="88909"/>
                  </a:lnTo>
                  <a:lnTo>
                    <a:pt x="37059" y="125657"/>
                  </a:lnTo>
                  <a:lnTo>
                    <a:pt x="36513" y="98205"/>
                  </a:lnTo>
                  <a:lnTo>
                    <a:pt x="35333" y="51748"/>
                  </a:lnTo>
                  <a:lnTo>
                    <a:pt x="33718" y="0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7" name="object 167" descr=""/>
            <p:cNvSpPr/>
            <p:nvPr/>
          </p:nvSpPr>
          <p:spPr>
            <a:xfrm>
              <a:off x="14432318" y="6363023"/>
              <a:ext cx="97155" cy="113030"/>
            </a:xfrm>
            <a:custGeom>
              <a:avLst/>
              <a:gdLst/>
              <a:ahLst/>
              <a:cxnLst/>
              <a:rect l="l" t="t" r="r" b="b"/>
              <a:pathLst>
                <a:path w="97155" h="113029">
                  <a:moveTo>
                    <a:pt x="82981" y="73723"/>
                  </a:moveTo>
                  <a:lnTo>
                    <a:pt x="27762" y="0"/>
                  </a:lnTo>
                  <a:lnTo>
                    <a:pt x="0" y="91313"/>
                  </a:lnTo>
                  <a:lnTo>
                    <a:pt x="18034" y="112890"/>
                  </a:lnTo>
                  <a:lnTo>
                    <a:pt x="20142" y="112356"/>
                  </a:lnTo>
                  <a:lnTo>
                    <a:pt x="48615" y="107149"/>
                  </a:lnTo>
                  <a:lnTo>
                    <a:pt x="70383" y="107581"/>
                  </a:lnTo>
                  <a:lnTo>
                    <a:pt x="70548" y="107149"/>
                  </a:lnTo>
                  <a:lnTo>
                    <a:pt x="82981" y="73723"/>
                  </a:lnTo>
                  <a:close/>
                </a:path>
                <a:path w="97155" h="113029">
                  <a:moveTo>
                    <a:pt x="96570" y="87185"/>
                  </a:moveTo>
                  <a:lnTo>
                    <a:pt x="95707" y="40144"/>
                  </a:lnTo>
                  <a:lnTo>
                    <a:pt x="82981" y="73710"/>
                  </a:lnTo>
                  <a:lnTo>
                    <a:pt x="96570" y="87185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8" name="object 168" descr=""/>
          <p:cNvSpPr/>
          <p:nvPr/>
        </p:nvSpPr>
        <p:spPr>
          <a:xfrm>
            <a:off x="14751639" y="6450105"/>
            <a:ext cx="67945" cy="57785"/>
          </a:xfrm>
          <a:custGeom>
            <a:avLst/>
            <a:gdLst/>
            <a:ahLst/>
            <a:cxnLst/>
            <a:rect l="l" t="t" r="r" b="b"/>
            <a:pathLst>
              <a:path w="67944" h="57784">
                <a:moveTo>
                  <a:pt x="47630" y="0"/>
                </a:moveTo>
                <a:lnTo>
                  <a:pt x="30440" y="2265"/>
                </a:lnTo>
                <a:lnTo>
                  <a:pt x="0" y="9062"/>
                </a:lnTo>
                <a:lnTo>
                  <a:pt x="0" y="50883"/>
                </a:lnTo>
                <a:lnTo>
                  <a:pt x="18425" y="55936"/>
                </a:lnTo>
                <a:lnTo>
                  <a:pt x="31610" y="57621"/>
                </a:lnTo>
                <a:lnTo>
                  <a:pt x="45892" y="55936"/>
                </a:lnTo>
                <a:lnTo>
                  <a:pt x="67610" y="50883"/>
                </a:lnTo>
                <a:lnTo>
                  <a:pt x="67610" y="9062"/>
                </a:lnTo>
                <a:lnTo>
                  <a:pt x="57907" y="2265"/>
                </a:lnTo>
                <a:lnTo>
                  <a:pt x="47630" y="0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69" name="object 169" descr=""/>
          <p:cNvGrpSpPr/>
          <p:nvPr/>
        </p:nvGrpSpPr>
        <p:grpSpPr>
          <a:xfrm>
            <a:off x="14615838" y="5872791"/>
            <a:ext cx="219075" cy="615315"/>
            <a:chOff x="14615838" y="5872791"/>
            <a:chExt cx="219075" cy="615315"/>
          </a:xfrm>
        </p:grpSpPr>
        <p:sp>
          <p:nvSpPr>
            <p:cNvPr id="170" name="object 170" descr=""/>
            <p:cNvSpPr/>
            <p:nvPr/>
          </p:nvSpPr>
          <p:spPr>
            <a:xfrm>
              <a:off x="14664818" y="5937894"/>
              <a:ext cx="154305" cy="323850"/>
            </a:xfrm>
            <a:custGeom>
              <a:avLst/>
              <a:gdLst/>
              <a:ahLst/>
              <a:cxnLst/>
              <a:rect l="l" t="t" r="r" b="b"/>
              <a:pathLst>
                <a:path w="154305" h="323850">
                  <a:moveTo>
                    <a:pt x="80157" y="0"/>
                  </a:moveTo>
                  <a:lnTo>
                    <a:pt x="25335" y="30337"/>
                  </a:lnTo>
                  <a:lnTo>
                    <a:pt x="3845" y="82969"/>
                  </a:lnTo>
                  <a:lnTo>
                    <a:pt x="0" y="131955"/>
                  </a:lnTo>
                  <a:lnTo>
                    <a:pt x="863" y="183109"/>
                  </a:lnTo>
                  <a:lnTo>
                    <a:pt x="6310" y="232100"/>
                  </a:lnTo>
                  <a:lnTo>
                    <a:pt x="16227" y="274559"/>
                  </a:lnTo>
                  <a:lnTo>
                    <a:pt x="30502" y="306113"/>
                  </a:lnTo>
                  <a:lnTo>
                    <a:pt x="60940" y="323770"/>
                  </a:lnTo>
                  <a:lnTo>
                    <a:pt x="101425" y="321209"/>
                  </a:lnTo>
                  <a:lnTo>
                    <a:pt x="137293" y="307576"/>
                  </a:lnTo>
                  <a:lnTo>
                    <a:pt x="153891" y="292009"/>
                  </a:lnTo>
                  <a:lnTo>
                    <a:pt x="153993" y="269764"/>
                  </a:lnTo>
                  <a:lnTo>
                    <a:pt x="150525" y="233855"/>
                  </a:lnTo>
                  <a:lnTo>
                    <a:pt x="144073" y="190072"/>
                  </a:lnTo>
                  <a:lnTo>
                    <a:pt x="135222" y="144202"/>
                  </a:lnTo>
                  <a:lnTo>
                    <a:pt x="126033" y="103532"/>
                  </a:lnTo>
                  <a:lnTo>
                    <a:pt x="109738" y="42500"/>
                  </a:lnTo>
                  <a:lnTo>
                    <a:pt x="81069" y="122"/>
                  </a:lnTo>
                  <a:lnTo>
                    <a:pt x="80157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1" name="object 17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664818" y="5954210"/>
              <a:ext cx="153993" cy="301384"/>
            </a:xfrm>
            <a:prstGeom prst="rect">
              <a:avLst/>
            </a:prstGeom>
          </p:spPr>
        </p:pic>
        <p:sp>
          <p:nvSpPr>
            <p:cNvPr id="172" name="object 172" descr=""/>
            <p:cNvSpPr/>
            <p:nvPr/>
          </p:nvSpPr>
          <p:spPr>
            <a:xfrm>
              <a:off x="14687008" y="6157290"/>
              <a:ext cx="147955" cy="312420"/>
            </a:xfrm>
            <a:custGeom>
              <a:avLst/>
              <a:gdLst/>
              <a:ahLst/>
              <a:cxnLst/>
              <a:rect l="l" t="t" r="r" b="b"/>
              <a:pathLst>
                <a:path w="147955" h="312420">
                  <a:moveTo>
                    <a:pt x="64632" y="0"/>
                  </a:moveTo>
                  <a:lnTo>
                    <a:pt x="27750" y="12360"/>
                  </a:lnTo>
                  <a:lnTo>
                    <a:pt x="0" y="71064"/>
                  </a:lnTo>
                  <a:lnTo>
                    <a:pt x="6638" y="111784"/>
                  </a:lnTo>
                  <a:lnTo>
                    <a:pt x="17782" y="169309"/>
                  </a:lnTo>
                  <a:lnTo>
                    <a:pt x="30907" y="229785"/>
                  </a:lnTo>
                  <a:lnTo>
                    <a:pt x="43485" y="279355"/>
                  </a:lnTo>
                  <a:lnTo>
                    <a:pt x="69037" y="310938"/>
                  </a:lnTo>
                  <a:lnTo>
                    <a:pt x="93971" y="311877"/>
                  </a:lnTo>
                  <a:lnTo>
                    <a:pt x="119697" y="307260"/>
                  </a:lnTo>
                  <a:lnTo>
                    <a:pt x="138110" y="297361"/>
                  </a:lnTo>
                  <a:lnTo>
                    <a:pt x="146049" y="280689"/>
                  </a:lnTo>
                  <a:lnTo>
                    <a:pt x="147772" y="254747"/>
                  </a:lnTo>
                  <a:lnTo>
                    <a:pt x="146350" y="218301"/>
                  </a:lnTo>
                  <a:lnTo>
                    <a:pt x="144850" y="170120"/>
                  </a:lnTo>
                  <a:lnTo>
                    <a:pt x="142454" y="119818"/>
                  </a:lnTo>
                  <a:lnTo>
                    <a:pt x="137858" y="79946"/>
                  </a:lnTo>
                  <a:lnTo>
                    <a:pt x="122152" y="29256"/>
                  </a:lnTo>
                  <a:lnTo>
                    <a:pt x="86797" y="4545"/>
                  </a:lnTo>
                  <a:lnTo>
                    <a:pt x="64632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3" name="object 173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4695800" y="6157268"/>
              <a:ext cx="135488" cy="311904"/>
            </a:xfrm>
            <a:prstGeom prst="rect">
              <a:avLst/>
            </a:prstGeom>
          </p:spPr>
        </p:pic>
        <p:sp>
          <p:nvSpPr>
            <p:cNvPr id="174" name="object 174" descr=""/>
            <p:cNvSpPr/>
            <p:nvPr/>
          </p:nvSpPr>
          <p:spPr>
            <a:xfrm>
              <a:off x="14615838" y="5872791"/>
              <a:ext cx="158115" cy="615315"/>
            </a:xfrm>
            <a:custGeom>
              <a:avLst/>
              <a:gdLst/>
              <a:ahLst/>
              <a:cxnLst/>
              <a:rect l="l" t="t" r="r" b="b"/>
              <a:pathLst>
                <a:path w="158115" h="615314">
                  <a:moveTo>
                    <a:pt x="143256" y="597619"/>
                  </a:moveTo>
                  <a:lnTo>
                    <a:pt x="49900" y="597619"/>
                  </a:lnTo>
                  <a:lnTo>
                    <a:pt x="81873" y="603422"/>
                  </a:lnTo>
                  <a:lnTo>
                    <a:pt x="103819" y="608792"/>
                  </a:lnTo>
                  <a:lnTo>
                    <a:pt x="121634" y="611889"/>
                  </a:lnTo>
                  <a:lnTo>
                    <a:pt x="136268" y="614985"/>
                  </a:lnTo>
                  <a:lnTo>
                    <a:pt x="136809" y="613947"/>
                  </a:lnTo>
                  <a:lnTo>
                    <a:pt x="140642" y="605022"/>
                  </a:lnTo>
                  <a:lnTo>
                    <a:pt x="143256" y="597619"/>
                  </a:lnTo>
                  <a:close/>
                </a:path>
                <a:path w="158115" h="615314">
                  <a:moveTo>
                    <a:pt x="30082" y="0"/>
                  </a:moveTo>
                  <a:lnTo>
                    <a:pt x="26729" y="38419"/>
                  </a:lnTo>
                  <a:lnTo>
                    <a:pt x="19154" y="129192"/>
                  </a:lnTo>
                  <a:lnTo>
                    <a:pt x="11083" y="235589"/>
                  </a:lnTo>
                  <a:lnTo>
                    <a:pt x="6240" y="320879"/>
                  </a:lnTo>
                  <a:lnTo>
                    <a:pt x="4147" y="400072"/>
                  </a:lnTo>
                  <a:lnTo>
                    <a:pt x="2126" y="493075"/>
                  </a:lnTo>
                  <a:lnTo>
                    <a:pt x="602" y="570457"/>
                  </a:lnTo>
                  <a:lnTo>
                    <a:pt x="0" y="602787"/>
                  </a:lnTo>
                  <a:lnTo>
                    <a:pt x="26842" y="597837"/>
                  </a:lnTo>
                  <a:lnTo>
                    <a:pt x="143256" y="597619"/>
                  </a:lnTo>
                  <a:lnTo>
                    <a:pt x="146646" y="588021"/>
                  </a:lnTo>
                  <a:lnTo>
                    <a:pt x="154508" y="561200"/>
                  </a:lnTo>
                  <a:lnTo>
                    <a:pt x="158116" y="520098"/>
                  </a:lnTo>
                  <a:lnTo>
                    <a:pt x="154377" y="468150"/>
                  </a:lnTo>
                  <a:lnTo>
                    <a:pt x="147496" y="415516"/>
                  </a:lnTo>
                  <a:lnTo>
                    <a:pt x="141681" y="372347"/>
                  </a:lnTo>
                  <a:lnTo>
                    <a:pt x="138901" y="341539"/>
                  </a:lnTo>
                  <a:lnTo>
                    <a:pt x="138837" y="301189"/>
                  </a:lnTo>
                  <a:lnTo>
                    <a:pt x="142265" y="224220"/>
                  </a:lnTo>
                  <a:lnTo>
                    <a:pt x="149963" y="83560"/>
                  </a:lnTo>
                  <a:lnTo>
                    <a:pt x="149072" y="81386"/>
                  </a:lnTo>
                  <a:lnTo>
                    <a:pt x="108041" y="35999"/>
                  </a:lnTo>
                  <a:lnTo>
                    <a:pt x="43547" y="5455"/>
                  </a:lnTo>
                  <a:lnTo>
                    <a:pt x="30082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14634375" y="5882354"/>
              <a:ext cx="131445" cy="172085"/>
            </a:xfrm>
            <a:custGeom>
              <a:avLst/>
              <a:gdLst/>
              <a:ahLst/>
              <a:cxnLst/>
              <a:rect l="l" t="t" r="r" b="b"/>
              <a:pathLst>
                <a:path w="131444" h="172085">
                  <a:moveTo>
                    <a:pt x="72428" y="91173"/>
                  </a:moveTo>
                  <a:lnTo>
                    <a:pt x="38544" y="1816"/>
                  </a:lnTo>
                  <a:lnTo>
                    <a:pt x="34366" y="0"/>
                  </a:lnTo>
                  <a:lnTo>
                    <a:pt x="7505" y="35852"/>
                  </a:lnTo>
                  <a:lnTo>
                    <a:pt x="0" y="120523"/>
                  </a:lnTo>
                  <a:lnTo>
                    <a:pt x="11544" y="151549"/>
                  </a:lnTo>
                  <a:lnTo>
                    <a:pt x="72428" y="91173"/>
                  </a:lnTo>
                  <a:close/>
                </a:path>
                <a:path w="131444" h="172085">
                  <a:moveTo>
                    <a:pt x="131419" y="74002"/>
                  </a:moveTo>
                  <a:lnTo>
                    <a:pt x="109766" y="41325"/>
                  </a:lnTo>
                  <a:lnTo>
                    <a:pt x="72428" y="91173"/>
                  </a:lnTo>
                  <a:lnTo>
                    <a:pt x="102514" y="172085"/>
                  </a:lnTo>
                  <a:lnTo>
                    <a:pt x="128066" y="141503"/>
                  </a:lnTo>
                  <a:lnTo>
                    <a:pt x="129400" y="112547"/>
                  </a:lnTo>
                  <a:lnTo>
                    <a:pt x="131419" y="74002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6" name="object 176" descr=""/>
            <p:cNvSpPr/>
            <p:nvPr/>
          </p:nvSpPr>
          <p:spPr>
            <a:xfrm>
              <a:off x="14622336" y="6033204"/>
              <a:ext cx="136525" cy="175260"/>
            </a:xfrm>
            <a:custGeom>
              <a:avLst/>
              <a:gdLst/>
              <a:ahLst/>
              <a:cxnLst/>
              <a:rect l="l" t="t" r="r" b="b"/>
              <a:pathLst>
                <a:path w="136525" h="175260">
                  <a:moveTo>
                    <a:pt x="59410" y="94259"/>
                  </a:moveTo>
                  <a:lnTo>
                    <a:pt x="23672" y="0"/>
                  </a:lnTo>
                  <a:lnTo>
                    <a:pt x="7721" y="21285"/>
                  </a:lnTo>
                  <a:lnTo>
                    <a:pt x="4699" y="57873"/>
                  </a:lnTo>
                  <a:lnTo>
                    <a:pt x="1600" y="108585"/>
                  </a:lnTo>
                  <a:lnTo>
                    <a:pt x="0" y="153187"/>
                  </a:lnTo>
                  <a:lnTo>
                    <a:pt x="59410" y="94259"/>
                  </a:lnTo>
                  <a:close/>
                </a:path>
                <a:path w="136525" h="175260">
                  <a:moveTo>
                    <a:pt x="136067" y="91046"/>
                  </a:moveTo>
                  <a:lnTo>
                    <a:pt x="114642" y="20548"/>
                  </a:lnTo>
                  <a:lnTo>
                    <a:pt x="59410" y="94259"/>
                  </a:lnTo>
                  <a:lnTo>
                    <a:pt x="89496" y="175183"/>
                  </a:lnTo>
                  <a:lnTo>
                    <a:pt x="135128" y="120561"/>
                  </a:lnTo>
                  <a:lnTo>
                    <a:pt x="136067" y="91046"/>
                  </a:lnTo>
                  <a:close/>
                </a:path>
              </a:pathLst>
            </a:custGeom>
            <a:solidFill>
              <a:srgbClr val="F5D2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7" name="object 177" descr=""/>
            <p:cNvSpPr/>
            <p:nvPr/>
          </p:nvSpPr>
          <p:spPr>
            <a:xfrm>
              <a:off x="14655813" y="6208388"/>
              <a:ext cx="117475" cy="172720"/>
            </a:xfrm>
            <a:custGeom>
              <a:avLst/>
              <a:gdLst/>
              <a:ahLst/>
              <a:cxnLst/>
              <a:rect l="l" t="t" r="r" b="b"/>
              <a:pathLst>
                <a:path w="117475" h="172720">
                  <a:moveTo>
                    <a:pt x="82981" y="91313"/>
                  </a:moveTo>
                  <a:lnTo>
                    <a:pt x="55232" y="0"/>
                  </a:lnTo>
                  <a:lnTo>
                    <a:pt x="0" y="73723"/>
                  </a:lnTo>
                  <a:lnTo>
                    <a:pt x="30086" y="154635"/>
                  </a:lnTo>
                  <a:lnTo>
                    <a:pt x="82981" y="91313"/>
                  </a:lnTo>
                  <a:close/>
                </a:path>
                <a:path w="117475" h="172720">
                  <a:moveTo>
                    <a:pt x="116954" y="168021"/>
                  </a:moveTo>
                  <a:lnTo>
                    <a:pt x="114401" y="132562"/>
                  </a:lnTo>
                  <a:lnTo>
                    <a:pt x="107518" y="79933"/>
                  </a:lnTo>
                  <a:lnTo>
                    <a:pt x="105130" y="62204"/>
                  </a:lnTo>
                  <a:lnTo>
                    <a:pt x="82994" y="91757"/>
                  </a:lnTo>
                  <a:lnTo>
                    <a:pt x="113068" y="172669"/>
                  </a:lnTo>
                  <a:lnTo>
                    <a:pt x="116954" y="168021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 descr=""/>
            <p:cNvSpPr/>
            <p:nvPr/>
          </p:nvSpPr>
          <p:spPr>
            <a:xfrm>
              <a:off x="14712876" y="6381046"/>
              <a:ext cx="60960" cy="107314"/>
            </a:xfrm>
            <a:custGeom>
              <a:avLst/>
              <a:gdLst/>
              <a:ahLst/>
              <a:cxnLst/>
              <a:rect l="l" t="t" r="r" b="b"/>
              <a:pathLst>
                <a:path w="60959" h="107314">
                  <a:moveTo>
                    <a:pt x="55223" y="0"/>
                  </a:moveTo>
                  <a:lnTo>
                    <a:pt x="0" y="73725"/>
                  </a:lnTo>
                  <a:lnTo>
                    <a:pt x="10189" y="101130"/>
                  </a:lnTo>
                  <a:lnTo>
                    <a:pt x="24595" y="103634"/>
                  </a:lnTo>
                  <a:lnTo>
                    <a:pt x="39794" y="106850"/>
                  </a:lnTo>
                  <a:lnTo>
                    <a:pt x="57469" y="52946"/>
                  </a:lnTo>
                  <a:lnTo>
                    <a:pt x="60575" y="17607"/>
                  </a:lnTo>
                  <a:lnTo>
                    <a:pt x="55223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 descr=""/>
            <p:cNvSpPr/>
            <p:nvPr/>
          </p:nvSpPr>
          <p:spPr>
            <a:xfrm>
              <a:off x="14618990" y="6193162"/>
              <a:ext cx="36830" cy="125730"/>
            </a:xfrm>
            <a:custGeom>
              <a:avLst/>
              <a:gdLst/>
              <a:ahLst/>
              <a:cxnLst/>
              <a:rect l="l" t="t" r="r" b="b"/>
              <a:pathLst>
                <a:path w="36830" h="125729">
                  <a:moveTo>
                    <a:pt x="3105" y="0"/>
                  </a:moveTo>
                  <a:lnTo>
                    <a:pt x="994" y="79701"/>
                  </a:lnTo>
                  <a:lnTo>
                    <a:pt x="0" y="125457"/>
                  </a:lnTo>
                  <a:lnTo>
                    <a:pt x="36833" y="88934"/>
                  </a:lnTo>
                  <a:lnTo>
                    <a:pt x="3105" y="0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 descr=""/>
            <p:cNvSpPr/>
            <p:nvPr/>
          </p:nvSpPr>
          <p:spPr>
            <a:xfrm>
              <a:off x="14616303" y="6363023"/>
              <a:ext cx="97155" cy="114935"/>
            </a:xfrm>
            <a:custGeom>
              <a:avLst/>
              <a:gdLst/>
              <a:ahLst/>
              <a:cxnLst/>
              <a:rect l="l" t="t" r="r" b="b"/>
              <a:pathLst>
                <a:path w="97155" h="114935">
                  <a:moveTo>
                    <a:pt x="13576" y="73710"/>
                  </a:moveTo>
                  <a:lnTo>
                    <a:pt x="914" y="40322"/>
                  </a:lnTo>
                  <a:lnTo>
                    <a:pt x="0" y="87185"/>
                  </a:lnTo>
                  <a:lnTo>
                    <a:pt x="13576" y="73710"/>
                  </a:lnTo>
                  <a:close/>
                </a:path>
                <a:path w="97155" h="114935">
                  <a:moveTo>
                    <a:pt x="96558" y="91313"/>
                  </a:moveTo>
                  <a:lnTo>
                    <a:pt x="68808" y="0"/>
                  </a:lnTo>
                  <a:lnTo>
                    <a:pt x="13576" y="73710"/>
                  </a:lnTo>
                  <a:lnTo>
                    <a:pt x="27520" y="111201"/>
                  </a:lnTo>
                  <a:lnTo>
                    <a:pt x="39446" y="110617"/>
                  </a:lnTo>
                  <a:lnTo>
                    <a:pt x="77165" y="114528"/>
                  </a:lnTo>
                  <a:lnTo>
                    <a:pt x="80429" y="110617"/>
                  </a:lnTo>
                  <a:lnTo>
                    <a:pt x="96558" y="91313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1" name="object 181" descr=""/>
          <p:cNvSpPr/>
          <p:nvPr/>
        </p:nvSpPr>
        <p:spPr>
          <a:xfrm>
            <a:off x="14405697" y="6472389"/>
            <a:ext cx="126364" cy="55880"/>
          </a:xfrm>
          <a:custGeom>
            <a:avLst/>
            <a:gdLst/>
            <a:ahLst/>
            <a:cxnLst/>
            <a:rect l="l" t="t" r="r" b="b"/>
            <a:pathLst>
              <a:path w="126365" h="55879">
                <a:moveTo>
                  <a:pt x="79083" y="0"/>
                </a:moveTo>
                <a:lnTo>
                  <a:pt x="38758" y="4318"/>
                </a:lnTo>
                <a:lnTo>
                  <a:pt x="0" y="14940"/>
                </a:lnTo>
                <a:lnTo>
                  <a:pt x="2230" y="50950"/>
                </a:lnTo>
                <a:lnTo>
                  <a:pt x="55610" y="54789"/>
                </a:lnTo>
                <a:lnTo>
                  <a:pt x="86284" y="55866"/>
                </a:lnTo>
                <a:lnTo>
                  <a:pt x="105843" y="53998"/>
                </a:lnTo>
                <a:lnTo>
                  <a:pt x="125880" y="49002"/>
                </a:lnTo>
                <a:lnTo>
                  <a:pt x="123661" y="3192"/>
                </a:lnTo>
                <a:lnTo>
                  <a:pt x="110782" y="214"/>
                </a:lnTo>
                <a:lnTo>
                  <a:pt x="79083" y="0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 descr=""/>
          <p:cNvSpPr/>
          <p:nvPr/>
        </p:nvSpPr>
        <p:spPr>
          <a:xfrm>
            <a:off x="14613535" y="6468443"/>
            <a:ext cx="139700" cy="64135"/>
          </a:xfrm>
          <a:custGeom>
            <a:avLst/>
            <a:gdLst/>
            <a:ahLst/>
            <a:cxnLst/>
            <a:rect l="l" t="t" r="r" b="b"/>
            <a:pathLst>
              <a:path w="139700" h="64134">
                <a:moveTo>
                  <a:pt x="57181" y="0"/>
                </a:moveTo>
                <a:lnTo>
                  <a:pt x="32771" y="822"/>
                </a:lnTo>
                <a:lnTo>
                  <a:pt x="2303" y="7138"/>
                </a:lnTo>
                <a:lnTo>
                  <a:pt x="0" y="53294"/>
                </a:lnTo>
                <a:lnTo>
                  <a:pt x="42945" y="60170"/>
                </a:lnTo>
                <a:lnTo>
                  <a:pt x="71645" y="63420"/>
                </a:lnTo>
                <a:lnTo>
                  <a:pt x="99048" y="63909"/>
                </a:lnTo>
                <a:lnTo>
                  <a:pt x="138100" y="62498"/>
                </a:lnTo>
                <a:lnTo>
                  <a:pt x="139137" y="19452"/>
                </a:lnTo>
                <a:lnTo>
                  <a:pt x="88360" y="5825"/>
                </a:lnTo>
                <a:lnTo>
                  <a:pt x="57181" y="0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83" name="object 183" descr=""/>
          <p:cNvGrpSpPr/>
          <p:nvPr/>
        </p:nvGrpSpPr>
        <p:grpSpPr>
          <a:xfrm>
            <a:off x="14907500" y="5885297"/>
            <a:ext cx="290195" cy="654685"/>
            <a:chOff x="14907500" y="5885297"/>
            <a:chExt cx="290195" cy="654685"/>
          </a:xfrm>
        </p:grpSpPr>
        <p:pic>
          <p:nvPicPr>
            <p:cNvPr id="184" name="object 184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939337" y="6466662"/>
              <a:ext cx="250746" cy="71680"/>
            </a:xfrm>
            <a:prstGeom prst="rect">
              <a:avLst/>
            </a:prstGeom>
          </p:spPr>
        </p:pic>
        <p:sp>
          <p:nvSpPr>
            <p:cNvPr id="185" name="object 185" descr=""/>
            <p:cNvSpPr/>
            <p:nvPr/>
          </p:nvSpPr>
          <p:spPr>
            <a:xfrm>
              <a:off x="14907504" y="5885297"/>
              <a:ext cx="288290" cy="597535"/>
            </a:xfrm>
            <a:custGeom>
              <a:avLst/>
              <a:gdLst/>
              <a:ahLst/>
              <a:cxnLst/>
              <a:rect l="l" t="t" r="r" b="b"/>
              <a:pathLst>
                <a:path w="288290" h="597535">
                  <a:moveTo>
                    <a:pt x="269457" y="592672"/>
                  </a:moveTo>
                  <a:lnTo>
                    <a:pt x="61252" y="592681"/>
                  </a:lnTo>
                  <a:lnTo>
                    <a:pt x="177695" y="596313"/>
                  </a:lnTo>
                  <a:lnTo>
                    <a:pt x="223751" y="596943"/>
                  </a:lnTo>
                  <a:lnTo>
                    <a:pt x="241407" y="596366"/>
                  </a:lnTo>
                  <a:lnTo>
                    <a:pt x="269457" y="592672"/>
                  </a:lnTo>
                  <a:close/>
                </a:path>
                <a:path w="288290" h="597535">
                  <a:moveTo>
                    <a:pt x="202987" y="0"/>
                  </a:moveTo>
                  <a:lnTo>
                    <a:pt x="148321" y="7284"/>
                  </a:lnTo>
                  <a:lnTo>
                    <a:pt x="98019" y="36950"/>
                  </a:lnTo>
                  <a:lnTo>
                    <a:pt x="79169" y="73023"/>
                  </a:lnTo>
                  <a:lnTo>
                    <a:pt x="55102" y="150593"/>
                  </a:lnTo>
                  <a:lnTo>
                    <a:pt x="44263" y="202668"/>
                  </a:lnTo>
                  <a:lnTo>
                    <a:pt x="34148" y="259198"/>
                  </a:lnTo>
                  <a:lnTo>
                    <a:pt x="24703" y="316877"/>
                  </a:lnTo>
                  <a:lnTo>
                    <a:pt x="15876" y="372402"/>
                  </a:lnTo>
                  <a:lnTo>
                    <a:pt x="7611" y="422468"/>
                  </a:lnTo>
                  <a:lnTo>
                    <a:pt x="0" y="494735"/>
                  </a:lnTo>
                  <a:lnTo>
                    <a:pt x="4588" y="548454"/>
                  </a:lnTo>
                  <a:lnTo>
                    <a:pt x="20493" y="581734"/>
                  </a:lnTo>
                  <a:lnTo>
                    <a:pt x="46833" y="592682"/>
                  </a:lnTo>
                  <a:lnTo>
                    <a:pt x="61252" y="592681"/>
                  </a:lnTo>
                  <a:lnTo>
                    <a:pt x="60949" y="592672"/>
                  </a:lnTo>
                  <a:lnTo>
                    <a:pt x="269459" y="592672"/>
                  </a:lnTo>
                  <a:lnTo>
                    <a:pt x="279410" y="571383"/>
                  </a:lnTo>
                  <a:lnTo>
                    <a:pt x="285405" y="526876"/>
                  </a:lnTo>
                  <a:lnTo>
                    <a:pt x="287982" y="462349"/>
                  </a:lnTo>
                  <a:lnTo>
                    <a:pt x="287684" y="380992"/>
                  </a:lnTo>
                  <a:lnTo>
                    <a:pt x="286943" y="337041"/>
                  </a:lnTo>
                  <a:lnTo>
                    <a:pt x="285642" y="286138"/>
                  </a:lnTo>
                  <a:lnTo>
                    <a:pt x="283093" y="231434"/>
                  </a:lnTo>
                  <a:lnTo>
                    <a:pt x="278606" y="176084"/>
                  </a:lnTo>
                  <a:lnTo>
                    <a:pt x="270382" y="125109"/>
                  </a:lnTo>
                  <a:lnTo>
                    <a:pt x="255426" y="77213"/>
                  </a:lnTo>
                  <a:lnTo>
                    <a:pt x="233421" y="34872"/>
                  </a:lnTo>
                  <a:lnTo>
                    <a:pt x="202987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6" name="object 186" descr=""/>
            <p:cNvSpPr/>
            <p:nvPr/>
          </p:nvSpPr>
          <p:spPr>
            <a:xfrm>
              <a:off x="14907489" y="6205658"/>
              <a:ext cx="191770" cy="177165"/>
            </a:xfrm>
            <a:custGeom>
              <a:avLst/>
              <a:gdLst/>
              <a:ahLst/>
              <a:cxnLst/>
              <a:rect l="l" t="t" r="r" b="b"/>
              <a:pathLst>
                <a:path w="191769" h="177164">
                  <a:moveTo>
                    <a:pt x="25374" y="109131"/>
                  </a:moveTo>
                  <a:lnTo>
                    <a:pt x="9880" y="88442"/>
                  </a:lnTo>
                  <a:lnTo>
                    <a:pt x="7620" y="102108"/>
                  </a:lnTo>
                  <a:lnTo>
                    <a:pt x="0" y="174383"/>
                  </a:lnTo>
                  <a:lnTo>
                    <a:pt x="215" y="176809"/>
                  </a:lnTo>
                  <a:lnTo>
                    <a:pt x="25374" y="109131"/>
                  </a:lnTo>
                  <a:close/>
                </a:path>
                <a:path w="191769" h="177164">
                  <a:moveTo>
                    <a:pt x="108356" y="91757"/>
                  </a:moveTo>
                  <a:lnTo>
                    <a:pt x="53136" y="18034"/>
                  </a:lnTo>
                  <a:lnTo>
                    <a:pt x="25374" y="109347"/>
                  </a:lnTo>
                  <a:lnTo>
                    <a:pt x="78282" y="172669"/>
                  </a:lnTo>
                  <a:lnTo>
                    <a:pt x="108356" y="91757"/>
                  </a:lnTo>
                  <a:close/>
                </a:path>
                <a:path w="191769" h="177164">
                  <a:moveTo>
                    <a:pt x="191350" y="73723"/>
                  </a:moveTo>
                  <a:lnTo>
                    <a:pt x="136118" y="0"/>
                  </a:lnTo>
                  <a:lnTo>
                    <a:pt x="108369" y="91313"/>
                  </a:lnTo>
                  <a:lnTo>
                    <a:pt x="161264" y="154635"/>
                  </a:lnTo>
                  <a:lnTo>
                    <a:pt x="191350" y="73723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7" name="object 187" descr=""/>
            <p:cNvSpPr/>
            <p:nvPr/>
          </p:nvSpPr>
          <p:spPr>
            <a:xfrm>
              <a:off x="14909521" y="6378327"/>
              <a:ext cx="132715" cy="102235"/>
            </a:xfrm>
            <a:custGeom>
              <a:avLst/>
              <a:gdLst/>
              <a:ahLst/>
              <a:cxnLst/>
              <a:rect l="l" t="t" r="r" b="b"/>
              <a:pathLst>
                <a:path w="132715" h="102235">
                  <a:moveTo>
                    <a:pt x="49276" y="91262"/>
                  </a:moveTo>
                  <a:lnTo>
                    <a:pt x="0" y="25476"/>
                  </a:lnTo>
                  <a:lnTo>
                    <a:pt x="2565" y="55435"/>
                  </a:lnTo>
                  <a:lnTo>
                    <a:pt x="18465" y="88709"/>
                  </a:lnTo>
                  <a:lnTo>
                    <a:pt x="44818" y="99656"/>
                  </a:lnTo>
                  <a:lnTo>
                    <a:pt x="46151" y="99656"/>
                  </a:lnTo>
                  <a:lnTo>
                    <a:pt x="49276" y="91262"/>
                  </a:lnTo>
                  <a:close/>
                </a:path>
                <a:path w="132715" h="102235">
                  <a:moveTo>
                    <a:pt x="122618" y="99656"/>
                  </a:moveTo>
                  <a:lnTo>
                    <a:pt x="59270" y="99656"/>
                  </a:lnTo>
                  <a:lnTo>
                    <a:pt x="121894" y="101612"/>
                  </a:lnTo>
                  <a:lnTo>
                    <a:pt x="122618" y="99656"/>
                  </a:lnTo>
                  <a:close/>
                </a:path>
                <a:path w="132715" h="102235">
                  <a:moveTo>
                    <a:pt x="132257" y="73723"/>
                  </a:moveTo>
                  <a:lnTo>
                    <a:pt x="77038" y="0"/>
                  </a:lnTo>
                  <a:lnTo>
                    <a:pt x="49276" y="91313"/>
                  </a:lnTo>
                  <a:lnTo>
                    <a:pt x="56248" y="99656"/>
                  </a:lnTo>
                  <a:lnTo>
                    <a:pt x="59270" y="99656"/>
                  </a:lnTo>
                  <a:lnTo>
                    <a:pt x="58928" y="99644"/>
                  </a:lnTo>
                  <a:lnTo>
                    <a:pt x="122618" y="99644"/>
                  </a:lnTo>
                  <a:lnTo>
                    <a:pt x="132257" y="73723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 descr=""/>
            <p:cNvSpPr/>
            <p:nvPr/>
          </p:nvSpPr>
          <p:spPr>
            <a:xfrm>
              <a:off x="15098840" y="6185122"/>
              <a:ext cx="96520" cy="154940"/>
            </a:xfrm>
            <a:custGeom>
              <a:avLst/>
              <a:gdLst/>
              <a:ahLst/>
              <a:cxnLst/>
              <a:rect l="l" t="t" r="r" b="b"/>
              <a:pathLst>
                <a:path w="96519" h="154939">
                  <a:moveTo>
                    <a:pt x="90970" y="73723"/>
                  </a:moveTo>
                  <a:lnTo>
                    <a:pt x="35737" y="0"/>
                  </a:lnTo>
                  <a:lnTo>
                    <a:pt x="0" y="94259"/>
                  </a:lnTo>
                  <a:lnTo>
                    <a:pt x="60883" y="154635"/>
                  </a:lnTo>
                  <a:lnTo>
                    <a:pt x="90970" y="73723"/>
                  </a:lnTo>
                  <a:close/>
                </a:path>
                <a:path w="96519" h="154939">
                  <a:moveTo>
                    <a:pt x="96329" y="79336"/>
                  </a:moveTo>
                  <a:lnTo>
                    <a:pt x="96164" y="60299"/>
                  </a:lnTo>
                  <a:lnTo>
                    <a:pt x="90970" y="74015"/>
                  </a:lnTo>
                  <a:lnTo>
                    <a:pt x="96329" y="79336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9" name="object 189" descr=""/>
            <p:cNvSpPr/>
            <p:nvPr/>
          </p:nvSpPr>
          <p:spPr>
            <a:xfrm>
              <a:off x="15041792" y="6339757"/>
              <a:ext cx="156210" cy="142240"/>
            </a:xfrm>
            <a:custGeom>
              <a:avLst/>
              <a:gdLst/>
              <a:ahLst/>
              <a:cxnLst/>
              <a:rect l="l" t="t" r="r" b="b"/>
              <a:pathLst>
                <a:path w="156209" h="142239">
                  <a:moveTo>
                    <a:pt x="66636" y="138226"/>
                  </a:moveTo>
                  <a:lnTo>
                    <a:pt x="22034" y="138226"/>
                  </a:lnTo>
                  <a:lnTo>
                    <a:pt x="24574" y="141274"/>
                  </a:lnTo>
                  <a:lnTo>
                    <a:pt x="43408" y="141859"/>
                  </a:lnTo>
                  <a:lnTo>
                    <a:pt x="65163" y="142163"/>
                  </a:lnTo>
                  <a:lnTo>
                    <a:pt x="66636" y="138226"/>
                  </a:lnTo>
                  <a:close/>
                </a:path>
                <a:path w="156209" h="142239">
                  <a:moveTo>
                    <a:pt x="82981" y="94259"/>
                  </a:moveTo>
                  <a:lnTo>
                    <a:pt x="27749" y="20535"/>
                  </a:lnTo>
                  <a:lnTo>
                    <a:pt x="0" y="111848"/>
                  </a:lnTo>
                  <a:lnTo>
                    <a:pt x="22034" y="138226"/>
                  </a:lnTo>
                  <a:lnTo>
                    <a:pt x="66636" y="138214"/>
                  </a:lnTo>
                  <a:lnTo>
                    <a:pt x="82981" y="94259"/>
                  </a:lnTo>
                  <a:close/>
                </a:path>
                <a:path w="156209" h="142239">
                  <a:moveTo>
                    <a:pt x="155702" y="72021"/>
                  </a:moveTo>
                  <a:lnTo>
                    <a:pt x="155498" y="49085"/>
                  </a:lnTo>
                  <a:lnTo>
                    <a:pt x="118719" y="0"/>
                  </a:lnTo>
                  <a:lnTo>
                    <a:pt x="82981" y="94259"/>
                  </a:lnTo>
                  <a:lnTo>
                    <a:pt x="127317" y="138214"/>
                  </a:lnTo>
                  <a:lnTo>
                    <a:pt x="129590" y="140474"/>
                  </a:lnTo>
                  <a:lnTo>
                    <a:pt x="140474" y="138214"/>
                  </a:lnTo>
                  <a:lnTo>
                    <a:pt x="144322" y="137426"/>
                  </a:lnTo>
                  <a:lnTo>
                    <a:pt x="152857" y="116255"/>
                  </a:lnTo>
                  <a:lnTo>
                    <a:pt x="155702" y="72021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0" name="object 190" descr=""/>
            <p:cNvSpPr/>
            <p:nvPr/>
          </p:nvSpPr>
          <p:spPr>
            <a:xfrm>
              <a:off x="14933753" y="6032353"/>
              <a:ext cx="259715" cy="193675"/>
            </a:xfrm>
            <a:custGeom>
              <a:avLst/>
              <a:gdLst/>
              <a:ahLst/>
              <a:cxnLst/>
              <a:rect l="l" t="t" r="r" b="b"/>
              <a:pathLst>
                <a:path w="259715" h="193675">
                  <a:moveTo>
                    <a:pt x="57543" y="112306"/>
                  </a:moveTo>
                  <a:lnTo>
                    <a:pt x="17449" y="58762"/>
                  </a:lnTo>
                  <a:lnTo>
                    <a:pt x="7874" y="112306"/>
                  </a:lnTo>
                  <a:lnTo>
                    <a:pt x="0" y="160337"/>
                  </a:lnTo>
                  <a:lnTo>
                    <a:pt x="27457" y="193217"/>
                  </a:lnTo>
                  <a:lnTo>
                    <a:pt x="57543" y="112306"/>
                  </a:lnTo>
                  <a:close/>
                </a:path>
                <a:path w="259715" h="193675">
                  <a:moveTo>
                    <a:pt x="140538" y="94272"/>
                  </a:moveTo>
                  <a:lnTo>
                    <a:pt x="85305" y="20548"/>
                  </a:lnTo>
                  <a:lnTo>
                    <a:pt x="57556" y="111861"/>
                  </a:lnTo>
                  <a:lnTo>
                    <a:pt x="110451" y="175183"/>
                  </a:lnTo>
                  <a:lnTo>
                    <a:pt x="140538" y="94272"/>
                  </a:lnTo>
                  <a:close/>
                </a:path>
                <a:path w="259715" h="193675">
                  <a:moveTo>
                    <a:pt x="231508" y="73723"/>
                  </a:moveTo>
                  <a:lnTo>
                    <a:pt x="176276" y="0"/>
                  </a:lnTo>
                  <a:lnTo>
                    <a:pt x="140538" y="94259"/>
                  </a:lnTo>
                  <a:lnTo>
                    <a:pt x="201422" y="154635"/>
                  </a:lnTo>
                  <a:lnTo>
                    <a:pt x="231508" y="73723"/>
                  </a:lnTo>
                  <a:close/>
                </a:path>
                <a:path w="259715" h="193675">
                  <a:moveTo>
                    <a:pt x="259130" y="101295"/>
                  </a:moveTo>
                  <a:lnTo>
                    <a:pt x="258406" y="82867"/>
                  </a:lnTo>
                  <a:lnTo>
                    <a:pt x="253415" y="29603"/>
                  </a:lnTo>
                  <a:lnTo>
                    <a:pt x="251764" y="20472"/>
                  </a:lnTo>
                  <a:lnTo>
                    <a:pt x="231508" y="73901"/>
                  </a:lnTo>
                  <a:lnTo>
                    <a:pt x="259130" y="101295"/>
                  </a:lnTo>
                  <a:close/>
                </a:path>
              </a:pathLst>
            </a:custGeom>
            <a:solidFill>
              <a:srgbClr val="F5D2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1" name="object 191" descr=""/>
            <p:cNvSpPr/>
            <p:nvPr/>
          </p:nvSpPr>
          <p:spPr>
            <a:xfrm>
              <a:off x="14972386" y="5887853"/>
              <a:ext cx="196850" cy="167005"/>
            </a:xfrm>
            <a:custGeom>
              <a:avLst/>
              <a:gdLst/>
              <a:ahLst/>
              <a:cxnLst/>
              <a:rect l="l" t="t" r="r" b="b"/>
              <a:pathLst>
                <a:path w="196850" h="167004">
                  <a:moveTo>
                    <a:pt x="76974" y="85953"/>
                  </a:moveTo>
                  <a:lnTo>
                    <a:pt x="36093" y="31369"/>
                  </a:lnTo>
                  <a:lnTo>
                    <a:pt x="33134" y="34404"/>
                  </a:lnTo>
                  <a:lnTo>
                    <a:pt x="14287" y="70472"/>
                  </a:lnTo>
                  <a:lnTo>
                    <a:pt x="1828" y="103720"/>
                  </a:lnTo>
                  <a:lnTo>
                    <a:pt x="0" y="110731"/>
                  </a:lnTo>
                  <a:lnTo>
                    <a:pt x="46888" y="166865"/>
                  </a:lnTo>
                  <a:lnTo>
                    <a:pt x="76974" y="85953"/>
                  </a:lnTo>
                  <a:close/>
                </a:path>
                <a:path w="196850" h="167004">
                  <a:moveTo>
                    <a:pt x="167944" y="65417"/>
                  </a:moveTo>
                  <a:lnTo>
                    <a:pt x="118948" y="0"/>
                  </a:lnTo>
                  <a:lnTo>
                    <a:pt x="109067" y="1320"/>
                  </a:lnTo>
                  <a:lnTo>
                    <a:pt x="76974" y="85940"/>
                  </a:lnTo>
                  <a:lnTo>
                    <a:pt x="137858" y="146316"/>
                  </a:lnTo>
                  <a:lnTo>
                    <a:pt x="167944" y="65417"/>
                  </a:lnTo>
                  <a:close/>
                </a:path>
                <a:path w="196850" h="167004">
                  <a:moveTo>
                    <a:pt x="196570" y="93967"/>
                  </a:moveTo>
                  <a:lnTo>
                    <a:pt x="190538" y="74663"/>
                  </a:lnTo>
                  <a:lnTo>
                    <a:pt x="175488" y="45694"/>
                  </a:lnTo>
                  <a:lnTo>
                    <a:pt x="167944" y="65582"/>
                  </a:lnTo>
                  <a:lnTo>
                    <a:pt x="196570" y="93967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 descr=""/>
            <p:cNvSpPr/>
            <p:nvPr/>
          </p:nvSpPr>
          <p:spPr>
            <a:xfrm>
              <a:off x="14996661" y="5954036"/>
              <a:ext cx="142875" cy="321310"/>
            </a:xfrm>
            <a:custGeom>
              <a:avLst/>
              <a:gdLst/>
              <a:ahLst/>
              <a:cxnLst/>
              <a:rect l="l" t="t" r="r" b="b"/>
              <a:pathLst>
                <a:path w="142875" h="321310">
                  <a:moveTo>
                    <a:pt x="108425" y="0"/>
                  </a:moveTo>
                  <a:lnTo>
                    <a:pt x="48381" y="22475"/>
                  </a:lnTo>
                  <a:lnTo>
                    <a:pt x="20305" y="70389"/>
                  </a:lnTo>
                  <a:lnTo>
                    <a:pt x="9044" y="118179"/>
                  </a:lnTo>
                  <a:lnTo>
                    <a:pt x="2090" y="168867"/>
                  </a:lnTo>
                  <a:lnTo>
                    <a:pt x="0" y="218117"/>
                  </a:lnTo>
                  <a:lnTo>
                    <a:pt x="3325" y="261593"/>
                  </a:lnTo>
                  <a:lnTo>
                    <a:pt x="12619" y="294956"/>
                  </a:lnTo>
                  <a:lnTo>
                    <a:pt x="40004" y="317047"/>
                  </a:lnTo>
                  <a:lnTo>
                    <a:pt x="80406" y="320692"/>
                  </a:lnTo>
                  <a:lnTo>
                    <a:pt x="117940" y="312689"/>
                  </a:lnTo>
                  <a:lnTo>
                    <a:pt x="136720" y="299835"/>
                  </a:lnTo>
                  <a:lnTo>
                    <a:pt x="140210" y="277869"/>
                  </a:lnTo>
                  <a:lnTo>
                    <a:pt x="142263" y="241854"/>
                  </a:lnTo>
                  <a:lnTo>
                    <a:pt x="142570" y="197603"/>
                  </a:lnTo>
                  <a:lnTo>
                    <a:pt x="140824" y="150929"/>
                  </a:lnTo>
                  <a:lnTo>
                    <a:pt x="137941" y="109328"/>
                  </a:lnTo>
                  <a:lnTo>
                    <a:pt x="131149" y="46516"/>
                  </a:lnTo>
                  <a:lnTo>
                    <a:pt x="109500" y="537"/>
                  </a:lnTo>
                  <a:lnTo>
                    <a:pt x="108425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3" name="object 193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996653" y="5970611"/>
              <a:ext cx="142482" cy="297920"/>
            </a:xfrm>
            <a:prstGeom prst="rect">
              <a:avLst/>
            </a:prstGeom>
          </p:spPr>
        </p:pic>
        <p:pic>
          <p:nvPicPr>
            <p:cNvPr id="194" name="object 194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025358" y="6463673"/>
              <a:ext cx="67610" cy="76167"/>
            </a:xfrm>
            <a:prstGeom prst="rect">
              <a:avLst/>
            </a:prstGeom>
          </p:spPr>
        </p:pic>
        <p:sp>
          <p:nvSpPr>
            <p:cNvPr id="195" name="object 195" descr=""/>
            <p:cNvSpPr/>
            <p:nvPr/>
          </p:nvSpPr>
          <p:spPr>
            <a:xfrm>
              <a:off x="15003451" y="6171882"/>
              <a:ext cx="135255" cy="313055"/>
            </a:xfrm>
            <a:custGeom>
              <a:avLst/>
              <a:gdLst/>
              <a:ahLst/>
              <a:cxnLst/>
              <a:rect l="l" t="t" r="r" b="b"/>
              <a:pathLst>
                <a:path w="135255" h="313054">
                  <a:moveTo>
                    <a:pt x="74720" y="0"/>
                  </a:moveTo>
                  <a:lnTo>
                    <a:pt x="33515" y="7797"/>
                  </a:lnTo>
                  <a:lnTo>
                    <a:pt x="0" y="60364"/>
                  </a:lnTo>
                  <a:lnTo>
                    <a:pt x="349" y="101623"/>
                  </a:lnTo>
                  <a:lnTo>
                    <a:pt x="2587" y="160175"/>
                  </a:lnTo>
                  <a:lnTo>
                    <a:pt x="6332" y="221944"/>
                  </a:lnTo>
                  <a:lnTo>
                    <a:pt x="11201" y="272857"/>
                  </a:lnTo>
                  <a:lnTo>
                    <a:pt x="31633" y="307970"/>
                  </a:lnTo>
                  <a:lnTo>
                    <a:pt x="56131" y="312702"/>
                  </a:lnTo>
                  <a:lnTo>
                    <a:pt x="82259" y="312063"/>
                  </a:lnTo>
                  <a:lnTo>
                    <a:pt x="101975" y="305090"/>
                  </a:lnTo>
                  <a:lnTo>
                    <a:pt x="112359" y="289827"/>
                  </a:lnTo>
                  <a:lnTo>
                    <a:pt x="118019" y="264450"/>
                  </a:lnTo>
                  <a:lnTo>
                    <a:pt x="122172" y="228212"/>
                  </a:lnTo>
                  <a:lnTo>
                    <a:pt x="128035" y="180364"/>
                  </a:lnTo>
                  <a:lnTo>
                    <a:pt x="133345" y="130282"/>
                  </a:lnTo>
                  <a:lnTo>
                    <a:pt x="134892" y="90178"/>
                  </a:lnTo>
                  <a:lnTo>
                    <a:pt x="134488" y="63550"/>
                  </a:lnTo>
                  <a:lnTo>
                    <a:pt x="133943" y="53893"/>
                  </a:lnTo>
                  <a:lnTo>
                    <a:pt x="127102" y="37690"/>
                  </a:lnTo>
                  <a:lnTo>
                    <a:pt x="113911" y="21392"/>
                  </a:lnTo>
                  <a:lnTo>
                    <a:pt x="95930" y="7870"/>
                  </a:lnTo>
                  <a:lnTo>
                    <a:pt x="74720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6" name="object 196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004406" y="6170974"/>
              <a:ext cx="133938" cy="313613"/>
            </a:xfrm>
            <a:prstGeom prst="rect">
              <a:avLst/>
            </a:prstGeom>
          </p:spPr>
        </p:pic>
      </p:grpSp>
      <p:sp>
        <p:nvSpPr>
          <p:cNvPr id="197" name="object 197" descr=""/>
          <p:cNvSpPr/>
          <p:nvPr/>
        </p:nvSpPr>
        <p:spPr>
          <a:xfrm>
            <a:off x="15297046" y="6450105"/>
            <a:ext cx="67945" cy="57785"/>
          </a:xfrm>
          <a:custGeom>
            <a:avLst/>
            <a:gdLst/>
            <a:ahLst/>
            <a:cxnLst/>
            <a:rect l="l" t="t" r="r" b="b"/>
            <a:pathLst>
              <a:path w="67944" h="57784">
                <a:moveTo>
                  <a:pt x="19979" y="0"/>
                </a:moveTo>
                <a:lnTo>
                  <a:pt x="9702" y="2265"/>
                </a:lnTo>
                <a:lnTo>
                  <a:pt x="0" y="9062"/>
                </a:lnTo>
                <a:lnTo>
                  <a:pt x="0" y="50883"/>
                </a:lnTo>
                <a:lnTo>
                  <a:pt x="21718" y="55936"/>
                </a:lnTo>
                <a:lnTo>
                  <a:pt x="36000" y="57621"/>
                </a:lnTo>
                <a:lnTo>
                  <a:pt x="49184" y="55936"/>
                </a:lnTo>
                <a:lnTo>
                  <a:pt x="67610" y="50883"/>
                </a:lnTo>
                <a:lnTo>
                  <a:pt x="67610" y="9062"/>
                </a:lnTo>
                <a:lnTo>
                  <a:pt x="37169" y="2265"/>
                </a:lnTo>
                <a:lnTo>
                  <a:pt x="19979" y="0"/>
                </a:lnTo>
                <a:close/>
              </a:path>
            </a:pathLst>
          </a:custGeom>
          <a:solidFill>
            <a:srgbClr val="33272A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8" name="object 198" descr=""/>
          <p:cNvGrpSpPr/>
          <p:nvPr/>
        </p:nvGrpSpPr>
        <p:grpSpPr>
          <a:xfrm>
            <a:off x="15281510" y="5872791"/>
            <a:ext cx="221615" cy="655955"/>
            <a:chOff x="15281510" y="5872791"/>
            <a:chExt cx="221615" cy="655955"/>
          </a:xfrm>
        </p:grpSpPr>
        <p:sp>
          <p:nvSpPr>
            <p:cNvPr id="199" name="object 199" descr=""/>
            <p:cNvSpPr/>
            <p:nvPr/>
          </p:nvSpPr>
          <p:spPr>
            <a:xfrm>
              <a:off x="15297478" y="5937893"/>
              <a:ext cx="154305" cy="323850"/>
            </a:xfrm>
            <a:custGeom>
              <a:avLst/>
              <a:gdLst/>
              <a:ahLst/>
              <a:cxnLst/>
              <a:rect l="l" t="t" r="r" b="b"/>
              <a:pathLst>
                <a:path w="154305" h="323850">
                  <a:moveTo>
                    <a:pt x="73838" y="0"/>
                  </a:moveTo>
                  <a:lnTo>
                    <a:pt x="44256" y="42501"/>
                  </a:lnTo>
                  <a:lnTo>
                    <a:pt x="27964" y="103533"/>
                  </a:lnTo>
                  <a:lnTo>
                    <a:pt x="18776" y="144203"/>
                  </a:lnTo>
                  <a:lnTo>
                    <a:pt x="9920" y="190073"/>
                  </a:lnTo>
                  <a:lnTo>
                    <a:pt x="3468" y="233856"/>
                  </a:lnTo>
                  <a:lnTo>
                    <a:pt x="0" y="269763"/>
                  </a:lnTo>
                  <a:lnTo>
                    <a:pt x="97" y="292008"/>
                  </a:lnTo>
                  <a:lnTo>
                    <a:pt x="16695" y="307575"/>
                  </a:lnTo>
                  <a:lnTo>
                    <a:pt x="52569" y="321210"/>
                  </a:lnTo>
                  <a:lnTo>
                    <a:pt x="93056" y="323771"/>
                  </a:lnTo>
                  <a:lnTo>
                    <a:pt x="123485" y="306115"/>
                  </a:lnTo>
                  <a:lnTo>
                    <a:pt x="137765" y="274560"/>
                  </a:lnTo>
                  <a:lnTo>
                    <a:pt x="147685" y="232101"/>
                  </a:lnTo>
                  <a:lnTo>
                    <a:pt x="153132" y="183110"/>
                  </a:lnTo>
                  <a:lnTo>
                    <a:pt x="153993" y="131956"/>
                  </a:lnTo>
                  <a:lnTo>
                    <a:pt x="150154" y="83011"/>
                  </a:lnTo>
                  <a:lnTo>
                    <a:pt x="134546" y="39227"/>
                  </a:lnTo>
                  <a:lnTo>
                    <a:pt x="106183" y="8479"/>
                  </a:lnTo>
                  <a:lnTo>
                    <a:pt x="73838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0" name="object 200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297478" y="5954203"/>
              <a:ext cx="153993" cy="301391"/>
            </a:xfrm>
            <a:prstGeom prst="rect">
              <a:avLst/>
            </a:prstGeom>
          </p:spPr>
        </p:pic>
        <p:sp>
          <p:nvSpPr>
            <p:cNvPr id="201" name="object 201" descr=""/>
            <p:cNvSpPr/>
            <p:nvPr/>
          </p:nvSpPr>
          <p:spPr>
            <a:xfrm>
              <a:off x="15281510" y="6157290"/>
              <a:ext cx="147955" cy="312420"/>
            </a:xfrm>
            <a:custGeom>
              <a:avLst/>
              <a:gdLst/>
              <a:ahLst/>
              <a:cxnLst/>
              <a:rect l="l" t="t" r="r" b="b"/>
              <a:pathLst>
                <a:path w="147955" h="312420">
                  <a:moveTo>
                    <a:pt x="83144" y="0"/>
                  </a:moveTo>
                  <a:lnTo>
                    <a:pt x="41144" y="15163"/>
                  </a:lnTo>
                  <a:lnTo>
                    <a:pt x="16389" y="44228"/>
                  </a:lnTo>
                  <a:lnTo>
                    <a:pt x="5125" y="99928"/>
                  </a:lnTo>
                  <a:lnTo>
                    <a:pt x="2924" y="170118"/>
                  </a:lnTo>
                  <a:lnTo>
                    <a:pt x="1422" y="218302"/>
                  </a:lnTo>
                  <a:lnTo>
                    <a:pt x="1722" y="280690"/>
                  </a:lnTo>
                  <a:lnTo>
                    <a:pt x="53803" y="311877"/>
                  </a:lnTo>
                  <a:lnTo>
                    <a:pt x="78737" y="310938"/>
                  </a:lnTo>
                  <a:lnTo>
                    <a:pt x="104284" y="279359"/>
                  </a:lnTo>
                  <a:lnTo>
                    <a:pt x="116865" y="229785"/>
                  </a:lnTo>
                  <a:lnTo>
                    <a:pt x="129992" y="169309"/>
                  </a:lnTo>
                  <a:lnTo>
                    <a:pt x="141139" y="111785"/>
                  </a:lnTo>
                  <a:lnTo>
                    <a:pt x="147778" y="71065"/>
                  </a:lnTo>
                  <a:lnTo>
                    <a:pt x="144447" y="40583"/>
                  </a:lnTo>
                  <a:lnTo>
                    <a:pt x="107367" y="4574"/>
                  </a:lnTo>
                  <a:lnTo>
                    <a:pt x="97201" y="2518"/>
                  </a:lnTo>
                  <a:lnTo>
                    <a:pt x="83144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2" name="object 202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285006" y="6157268"/>
              <a:ext cx="135487" cy="311904"/>
            </a:xfrm>
            <a:prstGeom prst="rect">
              <a:avLst/>
            </a:prstGeom>
          </p:spPr>
        </p:pic>
        <p:sp>
          <p:nvSpPr>
            <p:cNvPr id="203" name="object 203" descr=""/>
            <p:cNvSpPr/>
            <p:nvPr/>
          </p:nvSpPr>
          <p:spPr>
            <a:xfrm>
              <a:off x="15342337" y="5872791"/>
              <a:ext cx="158115" cy="613410"/>
            </a:xfrm>
            <a:custGeom>
              <a:avLst/>
              <a:gdLst/>
              <a:ahLst/>
              <a:cxnLst/>
              <a:rect l="l" t="t" r="r" b="b"/>
              <a:pathLst>
                <a:path w="158115" h="613410">
                  <a:moveTo>
                    <a:pt x="128037" y="0"/>
                  </a:moveTo>
                  <a:lnTo>
                    <a:pt x="78876" y="19399"/>
                  </a:lnTo>
                  <a:lnTo>
                    <a:pt x="38179" y="40651"/>
                  </a:lnTo>
                  <a:lnTo>
                    <a:pt x="12176" y="75165"/>
                  </a:lnTo>
                  <a:lnTo>
                    <a:pt x="8157" y="83560"/>
                  </a:lnTo>
                  <a:lnTo>
                    <a:pt x="15855" y="224217"/>
                  </a:lnTo>
                  <a:lnTo>
                    <a:pt x="19283" y="301185"/>
                  </a:lnTo>
                  <a:lnTo>
                    <a:pt x="19218" y="341539"/>
                  </a:lnTo>
                  <a:lnTo>
                    <a:pt x="16438" y="372344"/>
                  </a:lnTo>
                  <a:lnTo>
                    <a:pt x="10622" y="415516"/>
                  </a:lnTo>
                  <a:lnTo>
                    <a:pt x="3739" y="468152"/>
                  </a:lnTo>
                  <a:lnTo>
                    <a:pt x="0" y="520096"/>
                  </a:lnTo>
                  <a:lnTo>
                    <a:pt x="3613" y="561200"/>
                  </a:lnTo>
                  <a:lnTo>
                    <a:pt x="14847" y="587679"/>
                  </a:lnTo>
                  <a:lnTo>
                    <a:pt x="28273" y="603927"/>
                  </a:lnTo>
                  <a:lnTo>
                    <a:pt x="39528" y="612100"/>
                  </a:lnTo>
                  <a:lnTo>
                    <a:pt x="41163" y="612878"/>
                  </a:lnTo>
                  <a:lnTo>
                    <a:pt x="79197" y="603125"/>
                  </a:lnTo>
                  <a:lnTo>
                    <a:pt x="109089" y="597533"/>
                  </a:lnTo>
                  <a:lnTo>
                    <a:pt x="109986" y="597533"/>
                  </a:lnTo>
                  <a:lnTo>
                    <a:pt x="110918" y="597345"/>
                  </a:lnTo>
                  <a:lnTo>
                    <a:pt x="157641" y="597345"/>
                  </a:lnTo>
                  <a:lnTo>
                    <a:pt x="148128" y="489542"/>
                  </a:lnTo>
                  <a:lnTo>
                    <a:pt x="142729" y="422942"/>
                  </a:lnTo>
                  <a:lnTo>
                    <a:pt x="140063" y="377025"/>
                  </a:lnTo>
                  <a:lnTo>
                    <a:pt x="138269" y="325825"/>
                  </a:lnTo>
                  <a:lnTo>
                    <a:pt x="128037" y="0"/>
                  </a:lnTo>
                  <a:close/>
                </a:path>
                <a:path w="158115" h="613410">
                  <a:moveTo>
                    <a:pt x="157641" y="597345"/>
                  </a:moveTo>
                  <a:lnTo>
                    <a:pt x="110918" y="597345"/>
                  </a:lnTo>
                  <a:lnTo>
                    <a:pt x="131615" y="597803"/>
                  </a:lnTo>
                  <a:lnTo>
                    <a:pt x="158120" y="602787"/>
                  </a:lnTo>
                  <a:lnTo>
                    <a:pt x="157641" y="597345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 descr=""/>
            <p:cNvSpPr/>
            <p:nvPr/>
          </p:nvSpPr>
          <p:spPr>
            <a:xfrm>
              <a:off x="15350490" y="5881922"/>
              <a:ext cx="125095" cy="172720"/>
            </a:xfrm>
            <a:custGeom>
              <a:avLst/>
              <a:gdLst/>
              <a:ahLst/>
              <a:cxnLst/>
              <a:rect l="l" t="t" r="r" b="b"/>
              <a:pathLst>
                <a:path w="125094" h="172720">
                  <a:moveTo>
                    <a:pt x="58991" y="91617"/>
                  </a:moveTo>
                  <a:lnTo>
                    <a:pt x="21336" y="41338"/>
                  </a:lnTo>
                  <a:lnTo>
                    <a:pt x="19710" y="43180"/>
                  </a:lnTo>
                  <a:lnTo>
                    <a:pt x="10058" y="56197"/>
                  </a:lnTo>
                  <a:lnTo>
                    <a:pt x="4013" y="66040"/>
                  </a:lnTo>
                  <a:lnTo>
                    <a:pt x="889" y="72263"/>
                  </a:lnTo>
                  <a:lnTo>
                    <a:pt x="0" y="74434"/>
                  </a:lnTo>
                  <a:lnTo>
                    <a:pt x="3721" y="142367"/>
                  </a:lnTo>
                  <a:lnTo>
                    <a:pt x="28905" y="172516"/>
                  </a:lnTo>
                  <a:lnTo>
                    <a:pt x="58991" y="91617"/>
                  </a:lnTo>
                  <a:close/>
                </a:path>
                <a:path w="125094" h="172720">
                  <a:moveTo>
                    <a:pt x="124548" y="139420"/>
                  </a:moveTo>
                  <a:lnTo>
                    <a:pt x="121196" y="32664"/>
                  </a:lnTo>
                  <a:lnTo>
                    <a:pt x="96723" y="0"/>
                  </a:lnTo>
                  <a:lnTo>
                    <a:pt x="93205" y="1397"/>
                  </a:lnTo>
                  <a:lnTo>
                    <a:pt x="58991" y="91605"/>
                  </a:lnTo>
                  <a:lnTo>
                    <a:pt x="119875" y="151980"/>
                  </a:lnTo>
                  <a:lnTo>
                    <a:pt x="124548" y="139420"/>
                  </a:lnTo>
                  <a:close/>
                </a:path>
              </a:pathLst>
            </a:custGeom>
            <a:solidFill>
              <a:srgbClr val="C247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 descr=""/>
            <p:cNvSpPr/>
            <p:nvPr/>
          </p:nvSpPr>
          <p:spPr>
            <a:xfrm>
              <a:off x="15359202" y="6033204"/>
              <a:ext cx="120650" cy="175260"/>
            </a:xfrm>
            <a:custGeom>
              <a:avLst/>
              <a:gdLst/>
              <a:ahLst/>
              <a:cxnLst/>
              <a:rect l="l" t="t" r="r" b="b"/>
              <a:pathLst>
                <a:path w="120650" h="175260">
                  <a:moveTo>
                    <a:pt x="75323" y="94272"/>
                  </a:moveTo>
                  <a:lnTo>
                    <a:pt x="20104" y="20548"/>
                  </a:lnTo>
                  <a:lnTo>
                    <a:pt x="0" y="86677"/>
                  </a:lnTo>
                  <a:lnTo>
                    <a:pt x="1612" y="122961"/>
                  </a:lnTo>
                  <a:lnTo>
                    <a:pt x="45250" y="175183"/>
                  </a:lnTo>
                  <a:lnTo>
                    <a:pt x="75323" y="94272"/>
                  </a:lnTo>
                  <a:close/>
                </a:path>
                <a:path w="120650" h="175260">
                  <a:moveTo>
                    <a:pt x="120573" y="139128"/>
                  </a:moveTo>
                  <a:lnTo>
                    <a:pt x="116433" y="7150"/>
                  </a:lnTo>
                  <a:lnTo>
                    <a:pt x="111074" y="0"/>
                  </a:lnTo>
                  <a:lnTo>
                    <a:pt x="75323" y="94259"/>
                  </a:lnTo>
                  <a:lnTo>
                    <a:pt x="120573" y="139128"/>
                  </a:lnTo>
                  <a:close/>
                </a:path>
              </a:pathLst>
            </a:custGeom>
            <a:solidFill>
              <a:srgbClr val="F5D28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 descr=""/>
            <p:cNvSpPr/>
            <p:nvPr/>
          </p:nvSpPr>
          <p:spPr>
            <a:xfrm>
              <a:off x="15343517" y="6208388"/>
              <a:ext cx="117475" cy="172720"/>
            </a:xfrm>
            <a:custGeom>
              <a:avLst/>
              <a:gdLst/>
              <a:ahLst/>
              <a:cxnLst/>
              <a:rect l="l" t="t" r="r" b="b"/>
              <a:pathLst>
                <a:path w="117475" h="172720">
                  <a:moveTo>
                    <a:pt x="33959" y="91757"/>
                  </a:moveTo>
                  <a:lnTo>
                    <a:pt x="11823" y="62191"/>
                  </a:lnTo>
                  <a:lnTo>
                    <a:pt x="9436" y="79933"/>
                  </a:lnTo>
                  <a:lnTo>
                    <a:pt x="2552" y="132562"/>
                  </a:lnTo>
                  <a:lnTo>
                    <a:pt x="0" y="168021"/>
                  </a:lnTo>
                  <a:lnTo>
                    <a:pt x="3873" y="172669"/>
                  </a:lnTo>
                  <a:lnTo>
                    <a:pt x="33959" y="91757"/>
                  </a:lnTo>
                  <a:close/>
                </a:path>
                <a:path w="117475" h="172720">
                  <a:moveTo>
                    <a:pt x="116941" y="73723"/>
                  </a:moveTo>
                  <a:lnTo>
                    <a:pt x="61722" y="0"/>
                  </a:lnTo>
                  <a:lnTo>
                    <a:pt x="33959" y="91313"/>
                  </a:lnTo>
                  <a:lnTo>
                    <a:pt x="86868" y="154635"/>
                  </a:lnTo>
                  <a:lnTo>
                    <a:pt x="116941" y="73723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 descr=""/>
            <p:cNvSpPr/>
            <p:nvPr/>
          </p:nvSpPr>
          <p:spPr>
            <a:xfrm>
              <a:off x="15342843" y="6381046"/>
              <a:ext cx="60960" cy="107950"/>
            </a:xfrm>
            <a:custGeom>
              <a:avLst/>
              <a:gdLst/>
              <a:ahLst/>
              <a:cxnLst/>
              <a:rect l="l" t="t" r="r" b="b"/>
              <a:pathLst>
                <a:path w="60959" h="107950">
                  <a:moveTo>
                    <a:pt x="5350" y="0"/>
                  </a:moveTo>
                  <a:lnTo>
                    <a:pt x="0" y="17602"/>
                  </a:lnTo>
                  <a:lnTo>
                    <a:pt x="3107" y="52946"/>
                  </a:lnTo>
                  <a:lnTo>
                    <a:pt x="12063" y="79650"/>
                  </a:lnTo>
                  <a:lnTo>
                    <a:pt x="20475" y="96409"/>
                  </a:lnTo>
                  <a:lnTo>
                    <a:pt x="26716" y="105093"/>
                  </a:lnTo>
                  <a:lnTo>
                    <a:pt x="29158" y="107572"/>
                  </a:lnTo>
                  <a:lnTo>
                    <a:pt x="49974" y="102234"/>
                  </a:lnTo>
                  <a:lnTo>
                    <a:pt x="60574" y="73725"/>
                  </a:lnTo>
                  <a:lnTo>
                    <a:pt x="5350" y="0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 descr=""/>
            <p:cNvSpPr/>
            <p:nvPr/>
          </p:nvSpPr>
          <p:spPr>
            <a:xfrm>
              <a:off x="15460471" y="6226436"/>
              <a:ext cx="26034" cy="81280"/>
            </a:xfrm>
            <a:custGeom>
              <a:avLst/>
              <a:gdLst/>
              <a:ahLst/>
              <a:cxnLst/>
              <a:rect l="l" t="t" r="r" b="b"/>
              <a:pathLst>
                <a:path w="26034" h="81279">
                  <a:moveTo>
                    <a:pt x="21109" y="0"/>
                  </a:moveTo>
                  <a:lnTo>
                    <a:pt x="0" y="55660"/>
                  </a:lnTo>
                  <a:lnTo>
                    <a:pt x="25542" y="80987"/>
                  </a:lnTo>
                  <a:lnTo>
                    <a:pt x="24594" y="69297"/>
                  </a:lnTo>
                  <a:lnTo>
                    <a:pt x="21928" y="23380"/>
                  </a:lnTo>
                  <a:lnTo>
                    <a:pt x="21109" y="0"/>
                  </a:lnTo>
                  <a:close/>
                </a:path>
              </a:pathLst>
            </a:custGeom>
            <a:solidFill>
              <a:srgbClr val="A4271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 descr=""/>
            <p:cNvSpPr/>
            <p:nvPr/>
          </p:nvSpPr>
          <p:spPr>
            <a:xfrm>
              <a:off x="15403411" y="6363023"/>
              <a:ext cx="95250" cy="113030"/>
            </a:xfrm>
            <a:custGeom>
              <a:avLst/>
              <a:gdLst/>
              <a:ahLst/>
              <a:cxnLst/>
              <a:rect l="l" t="t" r="r" b="b"/>
              <a:pathLst>
                <a:path w="95250" h="113029">
                  <a:moveTo>
                    <a:pt x="82981" y="73723"/>
                  </a:moveTo>
                  <a:lnTo>
                    <a:pt x="27762" y="0"/>
                  </a:lnTo>
                  <a:lnTo>
                    <a:pt x="0" y="91313"/>
                  </a:lnTo>
                  <a:lnTo>
                    <a:pt x="18059" y="112915"/>
                  </a:lnTo>
                  <a:lnTo>
                    <a:pt x="48006" y="107302"/>
                  </a:lnTo>
                  <a:lnTo>
                    <a:pt x="70307" y="107607"/>
                  </a:lnTo>
                  <a:lnTo>
                    <a:pt x="70497" y="107302"/>
                  </a:lnTo>
                  <a:lnTo>
                    <a:pt x="82981" y="73723"/>
                  </a:lnTo>
                  <a:close/>
                </a:path>
                <a:path w="95250" h="113029">
                  <a:moveTo>
                    <a:pt x="94627" y="85255"/>
                  </a:moveTo>
                  <a:lnTo>
                    <a:pt x="91605" y="50977"/>
                  </a:lnTo>
                  <a:lnTo>
                    <a:pt x="82981" y="73710"/>
                  </a:lnTo>
                  <a:lnTo>
                    <a:pt x="94627" y="85255"/>
                  </a:lnTo>
                  <a:close/>
                </a:path>
              </a:pathLst>
            </a:custGeom>
            <a:solidFill>
              <a:srgbClr val="1DA2D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 descr=""/>
            <p:cNvSpPr/>
            <p:nvPr/>
          </p:nvSpPr>
          <p:spPr>
            <a:xfrm>
              <a:off x="15372000" y="6472803"/>
              <a:ext cx="130810" cy="55880"/>
            </a:xfrm>
            <a:custGeom>
              <a:avLst/>
              <a:gdLst/>
              <a:ahLst/>
              <a:cxnLst/>
              <a:rect l="l" t="t" r="r" b="b"/>
              <a:pathLst>
                <a:path w="130809" h="55879">
                  <a:moveTo>
                    <a:pt x="115070" y="0"/>
                  </a:moveTo>
                  <a:lnTo>
                    <a:pt x="82327" y="228"/>
                  </a:lnTo>
                  <a:lnTo>
                    <a:pt x="40505" y="4992"/>
                  </a:lnTo>
                  <a:lnTo>
                    <a:pt x="0" y="15817"/>
                  </a:lnTo>
                  <a:lnTo>
                    <a:pt x="1978" y="52266"/>
                  </a:lnTo>
                  <a:lnTo>
                    <a:pt x="57328" y="55106"/>
                  </a:lnTo>
                  <a:lnTo>
                    <a:pt x="89184" y="55669"/>
                  </a:lnTo>
                  <a:lnTo>
                    <a:pt x="109612" y="53609"/>
                  </a:lnTo>
                  <a:lnTo>
                    <a:pt x="130676" y="48580"/>
                  </a:lnTo>
                  <a:lnTo>
                    <a:pt x="128341" y="2781"/>
                  </a:lnTo>
                  <a:lnTo>
                    <a:pt x="115070" y="0"/>
                  </a:lnTo>
                  <a:close/>
                </a:path>
              </a:pathLst>
            </a:custGeom>
            <a:solidFill>
              <a:srgbClr val="33272A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11" name="object 21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5584633" y="5872417"/>
            <a:ext cx="831808" cy="665477"/>
          </a:xfrm>
          <a:prstGeom prst="rect">
            <a:avLst/>
          </a:prstGeom>
        </p:spPr>
      </p:pic>
      <p:pic>
        <p:nvPicPr>
          <p:cNvPr id="212" name="object 212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647058" y="2193200"/>
            <a:ext cx="175883" cy="123064"/>
          </a:xfrm>
          <a:prstGeom prst="rect">
            <a:avLst/>
          </a:prstGeom>
        </p:spPr>
      </p:pic>
      <p:sp>
        <p:nvSpPr>
          <p:cNvPr id="213" name="object 213" descr=""/>
          <p:cNvSpPr/>
          <p:nvPr/>
        </p:nvSpPr>
        <p:spPr>
          <a:xfrm>
            <a:off x="1488611" y="2373283"/>
            <a:ext cx="488315" cy="648335"/>
          </a:xfrm>
          <a:custGeom>
            <a:avLst/>
            <a:gdLst/>
            <a:ahLst/>
            <a:cxnLst/>
            <a:rect l="l" t="t" r="r" b="b"/>
            <a:pathLst>
              <a:path w="488314" h="648335">
                <a:moveTo>
                  <a:pt x="371643" y="0"/>
                </a:moveTo>
                <a:lnTo>
                  <a:pt x="106216" y="0"/>
                </a:lnTo>
                <a:lnTo>
                  <a:pt x="84305" y="1294"/>
                </a:lnTo>
                <a:lnTo>
                  <a:pt x="55435" y="5854"/>
                </a:lnTo>
                <a:lnTo>
                  <a:pt x="30284" y="14696"/>
                </a:lnTo>
                <a:lnTo>
                  <a:pt x="19528" y="28836"/>
                </a:lnTo>
                <a:lnTo>
                  <a:pt x="0" y="606902"/>
                </a:lnTo>
                <a:lnTo>
                  <a:pt x="2821" y="623004"/>
                </a:lnTo>
                <a:lnTo>
                  <a:pt x="10515" y="636150"/>
                </a:lnTo>
                <a:lnTo>
                  <a:pt x="21927" y="645013"/>
                </a:lnTo>
                <a:lnTo>
                  <a:pt x="35904" y="648262"/>
                </a:lnTo>
                <a:lnTo>
                  <a:pt x="452373" y="648262"/>
                </a:lnTo>
                <a:lnTo>
                  <a:pt x="466344" y="645013"/>
                </a:lnTo>
                <a:lnTo>
                  <a:pt x="477753" y="636150"/>
                </a:lnTo>
                <a:lnTo>
                  <a:pt x="485446" y="623004"/>
                </a:lnTo>
                <a:lnTo>
                  <a:pt x="488267" y="606902"/>
                </a:lnTo>
                <a:lnTo>
                  <a:pt x="464771" y="35946"/>
                </a:lnTo>
                <a:lnTo>
                  <a:pt x="453008" y="20695"/>
                </a:lnTo>
                <a:lnTo>
                  <a:pt x="425644" y="9409"/>
                </a:lnTo>
                <a:lnTo>
                  <a:pt x="394560" y="2405"/>
                </a:lnTo>
                <a:lnTo>
                  <a:pt x="371643" y="0"/>
                </a:lnTo>
                <a:close/>
              </a:path>
            </a:pathLst>
          </a:custGeom>
          <a:solidFill>
            <a:srgbClr val="490F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4" name="object 21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833132" y="2124633"/>
            <a:ext cx="113054" cy="202328"/>
          </a:xfrm>
          <a:prstGeom prst="rect">
            <a:avLst/>
          </a:prstGeom>
        </p:spPr>
      </p:pic>
      <p:pic>
        <p:nvPicPr>
          <p:cNvPr id="215" name="object 215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508788" y="2124186"/>
            <a:ext cx="110583" cy="202773"/>
          </a:xfrm>
          <a:prstGeom prst="rect">
            <a:avLst/>
          </a:prstGeom>
        </p:spPr>
      </p:pic>
      <p:grpSp>
        <p:nvGrpSpPr>
          <p:cNvPr id="216" name="object 216" descr=""/>
          <p:cNvGrpSpPr/>
          <p:nvPr/>
        </p:nvGrpSpPr>
        <p:grpSpPr>
          <a:xfrm>
            <a:off x="1429139" y="2290860"/>
            <a:ext cx="612140" cy="702945"/>
            <a:chOff x="1429139" y="2290860"/>
            <a:chExt cx="612140" cy="702945"/>
          </a:xfrm>
        </p:grpSpPr>
        <p:sp>
          <p:nvSpPr>
            <p:cNvPr id="217" name="object 217" descr=""/>
            <p:cNvSpPr/>
            <p:nvPr/>
          </p:nvSpPr>
          <p:spPr>
            <a:xfrm>
              <a:off x="1555190" y="2633675"/>
              <a:ext cx="358775" cy="347345"/>
            </a:xfrm>
            <a:custGeom>
              <a:avLst/>
              <a:gdLst/>
              <a:ahLst/>
              <a:cxnLst/>
              <a:rect l="l" t="t" r="r" b="b"/>
              <a:pathLst>
                <a:path w="358775" h="347344">
                  <a:moveTo>
                    <a:pt x="77598" y="0"/>
                  </a:moveTo>
                  <a:lnTo>
                    <a:pt x="24646" y="1696"/>
                  </a:lnTo>
                  <a:lnTo>
                    <a:pt x="0" y="6136"/>
                  </a:lnTo>
                  <a:lnTo>
                    <a:pt x="581" y="186416"/>
                  </a:lnTo>
                  <a:lnTo>
                    <a:pt x="1550" y="280802"/>
                  </a:lnTo>
                  <a:lnTo>
                    <a:pt x="3606" y="320159"/>
                  </a:lnTo>
                  <a:lnTo>
                    <a:pt x="76763" y="345506"/>
                  </a:lnTo>
                  <a:lnTo>
                    <a:pt x="142393" y="347213"/>
                  </a:lnTo>
                  <a:lnTo>
                    <a:pt x="213769" y="347108"/>
                  </a:lnTo>
                  <a:lnTo>
                    <a:pt x="279715" y="345517"/>
                  </a:lnTo>
                  <a:lnTo>
                    <a:pt x="329057" y="342767"/>
                  </a:lnTo>
                  <a:lnTo>
                    <a:pt x="356284" y="271565"/>
                  </a:lnTo>
                  <a:lnTo>
                    <a:pt x="357713" y="208787"/>
                  </a:lnTo>
                  <a:lnTo>
                    <a:pt x="358441" y="140842"/>
                  </a:lnTo>
                  <a:lnTo>
                    <a:pt x="358642" y="78342"/>
                  </a:lnTo>
                  <a:lnTo>
                    <a:pt x="358492" y="31896"/>
                  </a:lnTo>
                  <a:lnTo>
                    <a:pt x="289492" y="5501"/>
                  </a:lnTo>
                  <a:lnTo>
                    <a:pt x="221700" y="2490"/>
                  </a:lnTo>
                  <a:lnTo>
                    <a:pt x="147175" y="460"/>
                  </a:lnTo>
                  <a:lnTo>
                    <a:pt x="77598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 descr=""/>
            <p:cNvSpPr/>
            <p:nvPr/>
          </p:nvSpPr>
          <p:spPr>
            <a:xfrm>
              <a:off x="1709017" y="2568120"/>
              <a:ext cx="58419" cy="35560"/>
            </a:xfrm>
            <a:custGeom>
              <a:avLst/>
              <a:gdLst/>
              <a:ahLst/>
              <a:cxnLst/>
              <a:rect l="l" t="t" r="r" b="b"/>
              <a:pathLst>
                <a:path w="58419" h="35560">
                  <a:moveTo>
                    <a:pt x="57602" y="0"/>
                  </a:moveTo>
                  <a:lnTo>
                    <a:pt x="1468" y="0"/>
                  </a:lnTo>
                  <a:lnTo>
                    <a:pt x="367" y="16497"/>
                  </a:lnTo>
                  <a:lnTo>
                    <a:pt x="0" y="25336"/>
                  </a:lnTo>
                  <a:lnTo>
                    <a:pt x="367" y="29522"/>
                  </a:lnTo>
                  <a:lnTo>
                    <a:pt x="1468" y="32061"/>
                  </a:lnTo>
                  <a:lnTo>
                    <a:pt x="10372" y="34252"/>
                  </a:lnTo>
                  <a:lnTo>
                    <a:pt x="28294" y="35195"/>
                  </a:lnTo>
                  <a:lnTo>
                    <a:pt x="46461" y="34570"/>
                  </a:lnTo>
                  <a:lnTo>
                    <a:pt x="56095" y="32061"/>
                  </a:lnTo>
                  <a:lnTo>
                    <a:pt x="57708" y="25051"/>
                  </a:lnTo>
                  <a:lnTo>
                    <a:pt x="58074" y="14252"/>
                  </a:lnTo>
                  <a:lnTo>
                    <a:pt x="57826" y="4342"/>
                  </a:lnTo>
                  <a:lnTo>
                    <a:pt x="57602" y="0"/>
                  </a:lnTo>
                  <a:close/>
                </a:path>
              </a:pathLst>
            </a:custGeom>
            <a:solidFill>
              <a:srgbClr val="331E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9" name="object 219" descr=""/>
            <p:cNvSpPr/>
            <p:nvPr/>
          </p:nvSpPr>
          <p:spPr>
            <a:xfrm>
              <a:off x="1515166" y="2290860"/>
              <a:ext cx="430530" cy="311785"/>
            </a:xfrm>
            <a:custGeom>
              <a:avLst/>
              <a:gdLst/>
              <a:ahLst/>
              <a:cxnLst/>
              <a:rect l="l" t="t" r="r" b="b"/>
              <a:pathLst>
                <a:path w="430530" h="311785">
                  <a:moveTo>
                    <a:pt x="54909" y="0"/>
                  </a:moveTo>
                  <a:lnTo>
                    <a:pt x="16448" y="27816"/>
                  </a:lnTo>
                  <a:lnTo>
                    <a:pt x="10692" y="80252"/>
                  </a:lnTo>
                  <a:lnTo>
                    <a:pt x="5468" y="147371"/>
                  </a:lnTo>
                  <a:lnTo>
                    <a:pt x="1622" y="215178"/>
                  </a:lnTo>
                  <a:lnTo>
                    <a:pt x="0" y="269680"/>
                  </a:lnTo>
                  <a:lnTo>
                    <a:pt x="1449" y="296883"/>
                  </a:lnTo>
                  <a:lnTo>
                    <a:pt x="16163" y="302105"/>
                  </a:lnTo>
                  <a:lnTo>
                    <a:pt x="49685" y="299084"/>
                  </a:lnTo>
                  <a:lnTo>
                    <a:pt x="97819" y="291813"/>
                  </a:lnTo>
                  <a:lnTo>
                    <a:pt x="156375" y="284287"/>
                  </a:lnTo>
                  <a:lnTo>
                    <a:pt x="221159" y="280497"/>
                  </a:lnTo>
                  <a:lnTo>
                    <a:pt x="292661" y="286026"/>
                  </a:lnTo>
                  <a:lnTo>
                    <a:pt x="353735" y="298484"/>
                  </a:lnTo>
                  <a:lnTo>
                    <a:pt x="399014" y="309700"/>
                  </a:lnTo>
                  <a:lnTo>
                    <a:pt x="423132" y="311501"/>
                  </a:lnTo>
                  <a:lnTo>
                    <a:pt x="428612" y="288217"/>
                  </a:lnTo>
                  <a:lnTo>
                    <a:pt x="430084" y="235317"/>
                  </a:lnTo>
                  <a:lnTo>
                    <a:pt x="428607" y="166983"/>
                  </a:lnTo>
                  <a:lnTo>
                    <a:pt x="425241" y="97397"/>
                  </a:lnTo>
                  <a:lnTo>
                    <a:pt x="421045" y="40740"/>
                  </a:lnTo>
                  <a:lnTo>
                    <a:pt x="391081" y="1107"/>
                  </a:lnTo>
                  <a:lnTo>
                    <a:pt x="335789" y="589"/>
                  </a:lnTo>
                  <a:lnTo>
                    <a:pt x="269527" y="3589"/>
                  </a:lnTo>
                  <a:lnTo>
                    <a:pt x="210615" y="4055"/>
                  </a:lnTo>
                  <a:lnTo>
                    <a:pt x="180462" y="2597"/>
                  </a:lnTo>
                  <a:lnTo>
                    <a:pt x="118164" y="379"/>
                  </a:lnTo>
                  <a:lnTo>
                    <a:pt x="54909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0" name="object 220" descr=""/>
            <p:cNvSpPr/>
            <p:nvPr/>
          </p:nvSpPr>
          <p:spPr>
            <a:xfrm>
              <a:off x="1537144" y="2545162"/>
              <a:ext cx="389255" cy="37465"/>
            </a:xfrm>
            <a:custGeom>
              <a:avLst/>
              <a:gdLst/>
              <a:ahLst/>
              <a:cxnLst/>
              <a:rect l="l" t="t" r="r" b="b"/>
              <a:pathLst>
                <a:path w="389255" h="37464">
                  <a:moveTo>
                    <a:pt x="23952" y="12395"/>
                  </a:moveTo>
                  <a:lnTo>
                    <a:pt x="20967" y="3873"/>
                  </a:lnTo>
                  <a:lnTo>
                    <a:pt x="11976" y="0"/>
                  </a:lnTo>
                  <a:lnTo>
                    <a:pt x="2997" y="3873"/>
                  </a:lnTo>
                  <a:lnTo>
                    <a:pt x="0" y="12395"/>
                  </a:lnTo>
                  <a:lnTo>
                    <a:pt x="2984" y="20929"/>
                  </a:lnTo>
                  <a:lnTo>
                    <a:pt x="11976" y="24803"/>
                  </a:lnTo>
                  <a:lnTo>
                    <a:pt x="20955" y="20929"/>
                  </a:lnTo>
                  <a:lnTo>
                    <a:pt x="23952" y="12395"/>
                  </a:lnTo>
                  <a:close/>
                </a:path>
                <a:path w="389255" h="37464">
                  <a:moveTo>
                    <a:pt x="388658" y="24803"/>
                  </a:moveTo>
                  <a:lnTo>
                    <a:pt x="385660" y="16281"/>
                  </a:lnTo>
                  <a:lnTo>
                    <a:pt x="376682" y="12395"/>
                  </a:lnTo>
                  <a:lnTo>
                    <a:pt x="367703" y="16281"/>
                  </a:lnTo>
                  <a:lnTo>
                    <a:pt x="364693" y="24803"/>
                  </a:lnTo>
                  <a:lnTo>
                    <a:pt x="367690" y="33324"/>
                  </a:lnTo>
                  <a:lnTo>
                    <a:pt x="376682" y="37211"/>
                  </a:lnTo>
                  <a:lnTo>
                    <a:pt x="385660" y="33324"/>
                  </a:lnTo>
                  <a:lnTo>
                    <a:pt x="388658" y="24803"/>
                  </a:lnTo>
                  <a:close/>
                </a:path>
              </a:pathLst>
            </a:custGeom>
            <a:solidFill>
              <a:srgbClr val="F7DC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1" name="object 221" descr=""/>
            <p:cNvSpPr/>
            <p:nvPr/>
          </p:nvSpPr>
          <p:spPr>
            <a:xfrm>
              <a:off x="1429139" y="2675158"/>
              <a:ext cx="98425" cy="318135"/>
            </a:xfrm>
            <a:custGeom>
              <a:avLst/>
              <a:gdLst/>
              <a:ahLst/>
              <a:cxnLst/>
              <a:rect l="l" t="t" r="r" b="b"/>
              <a:pathLst>
                <a:path w="98425" h="318135">
                  <a:moveTo>
                    <a:pt x="86018" y="0"/>
                  </a:moveTo>
                  <a:lnTo>
                    <a:pt x="66948" y="7960"/>
                  </a:lnTo>
                  <a:lnTo>
                    <a:pt x="55304" y="12404"/>
                  </a:lnTo>
                  <a:lnTo>
                    <a:pt x="46326" y="14941"/>
                  </a:lnTo>
                  <a:lnTo>
                    <a:pt x="35255" y="17182"/>
                  </a:lnTo>
                  <a:lnTo>
                    <a:pt x="24568" y="43621"/>
                  </a:lnTo>
                  <a:lnTo>
                    <a:pt x="14947" y="104357"/>
                  </a:lnTo>
                  <a:lnTo>
                    <a:pt x="7144" y="177812"/>
                  </a:lnTo>
                  <a:lnTo>
                    <a:pt x="1911" y="242408"/>
                  </a:lnTo>
                  <a:lnTo>
                    <a:pt x="0" y="276567"/>
                  </a:lnTo>
                  <a:lnTo>
                    <a:pt x="11216" y="292935"/>
                  </a:lnTo>
                  <a:lnTo>
                    <a:pt x="37080" y="308732"/>
                  </a:lnTo>
                  <a:lnTo>
                    <a:pt x="65907" y="318057"/>
                  </a:lnTo>
                  <a:lnTo>
                    <a:pt x="86018" y="315006"/>
                  </a:lnTo>
                  <a:lnTo>
                    <a:pt x="91861" y="292510"/>
                  </a:lnTo>
                  <a:lnTo>
                    <a:pt x="95813" y="244882"/>
                  </a:lnTo>
                  <a:lnTo>
                    <a:pt x="97842" y="182700"/>
                  </a:lnTo>
                  <a:lnTo>
                    <a:pt x="97911" y="116542"/>
                  </a:lnTo>
                  <a:lnTo>
                    <a:pt x="95987" y="56988"/>
                  </a:lnTo>
                  <a:lnTo>
                    <a:pt x="92034" y="14614"/>
                  </a:lnTo>
                  <a:lnTo>
                    <a:pt x="86018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2" name="object 222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31521" y="2629712"/>
              <a:ext cx="94072" cy="164479"/>
            </a:xfrm>
            <a:prstGeom prst="rect">
              <a:avLst/>
            </a:prstGeom>
          </p:spPr>
        </p:pic>
        <p:sp>
          <p:nvSpPr>
            <p:cNvPr id="223" name="object 223" descr=""/>
            <p:cNvSpPr/>
            <p:nvPr/>
          </p:nvSpPr>
          <p:spPr>
            <a:xfrm>
              <a:off x="1943240" y="2675158"/>
              <a:ext cx="98425" cy="318135"/>
            </a:xfrm>
            <a:custGeom>
              <a:avLst/>
              <a:gdLst/>
              <a:ahLst/>
              <a:cxnLst/>
              <a:rect l="l" t="t" r="r" b="b"/>
              <a:pathLst>
                <a:path w="98425" h="318135">
                  <a:moveTo>
                    <a:pt x="11893" y="0"/>
                  </a:moveTo>
                  <a:lnTo>
                    <a:pt x="5877" y="14614"/>
                  </a:lnTo>
                  <a:lnTo>
                    <a:pt x="1924" y="56988"/>
                  </a:lnTo>
                  <a:lnTo>
                    <a:pt x="0" y="116542"/>
                  </a:lnTo>
                  <a:lnTo>
                    <a:pt x="69" y="182700"/>
                  </a:lnTo>
                  <a:lnTo>
                    <a:pt x="2097" y="244882"/>
                  </a:lnTo>
                  <a:lnTo>
                    <a:pt x="6050" y="292510"/>
                  </a:lnTo>
                  <a:lnTo>
                    <a:pt x="11893" y="315006"/>
                  </a:lnTo>
                  <a:lnTo>
                    <a:pt x="32003" y="318057"/>
                  </a:lnTo>
                  <a:lnTo>
                    <a:pt x="60831" y="308732"/>
                  </a:lnTo>
                  <a:lnTo>
                    <a:pt x="86694" y="292935"/>
                  </a:lnTo>
                  <a:lnTo>
                    <a:pt x="97911" y="276567"/>
                  </a:lnTo>
                  <a:lnTo>
                    <a:pt x="96000" y="242408"/>
                  </a:lnTo>
                  <a:lnTo>
                    <a:pt x="90766" y="177812"/>
                  </a:lnTo>
                  <a:lnTo>
                    <a:pt x="82963" y="104357"/>
                  </a:lnTo>
                  <a:lnTo>
                    <a:pt x="73342" y="43621"/>
                  </a:lnTo>
                  <a:lnTo>
                    <a:pt x="51585" y="14941"/>
                  </a:lnTo>
                  <a:lnTo>
                    <a:pt x="42606" y="12404"/>
                  </a:lnTo>
                  <a:lnTo>
                    <a:pt x="30962" y="7960"/>
                  </a:lnTo>
                  <a:lnTo>
                    <a:pt x="11893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4" name="object 224" descr=""/>
            <p:cNvSpPr/>
            <p:nvPr/>
          </p:nvSpPr>
          <p:spPr>
            <a:xfrm>
              <a:off x="1944698" y="2629712"/>
              <a:ext cx="94615" cy="165100"/>
            </a:xfrm>
            <a:custGeom>
              <a:avLst/>
              <a:gdLst/>
              <a:ahLst/>
              <a:cxnLst/>
              <a:rect l="l" t="t" r="r" b="b"/>
              <a:pathLst>
                <a:path w="94614" h="165100">
                  <a:moveTo>
                    <a:pt x="73073" y="9751"/>
                  </a:moveTo>
                  <a:lnTo>
                    <a:pt x="15149" y="9751"/>
                  </a:lnTo>
                  <a:lnTo>
                    <a:pt x="29870" y="13247"/>
                  </a:lnTo>
                  <a:lnTo>
                    <a:pt x="38597" y="36752"/>
                  </a:lnTo>
                  <a:lnTo>
                    <a:pt x="33495" y="81783"/>
                  </a:lnTo>
                  <a:lnTo>
                    <a:pt x="24722" y="128729"/>
                  </a:lnTo>
                  <a:lnTo>
                    <a:pt x="22435" y="157976"/>
                  </a:lnTo>
                  <a:lnTo>
                    <a:pt x="34337" y="164479"/>
                  </a:lnTo>
                  <a:lnTo>
                    <a:pt x="55556" y="160111"/>
                  </a:lnTo>
                  <a:lnTo>
                    <a:pt x="77413" y="150612"/>
                  </a:lnTo>
                  <a:lnTo>
                    <a:pt x="91229" y="141725"/>
                  </a:lnTo>
                  <a:lnTo>
                    <a:pt x="94072" y="122073"/>
                  </a:lnTo>
                  <a:lnTo>
                    <a:pt x="90999" y="85799"/>
                  </a:lnTo>
                  <a:lnTo>
                    <a:pt x="85310" y="46947"/>
                  </a:lnTo>
                  <a:lnTo>
                    <a:pt x="80308" y="19561"/>
                  </a:lnTo>
                  <a:lnTo>
                    <a:pt x="73073" y="9751"/>
                  </a:lnTo>
                  <a:close/>
                </a:path>
                <a:path w="94614" h="165100">
                  <a:moveTo>
                    <a:pt x="5331" y="28724"/>
                  </a:moveTo>
                  <a:lnTo>
                    <a:pt x="2581" y="37934"/>
                  </a:lnTo>
                  <a:lnTo>
                    <a:pt x="0" y="62607"/>
                  </a:lnTo>
                  <a:lnTo>
                    <a:pt x="1483" y="86879"/>
                  </a:lnTo>
                  <a:lnTo>
                    <a:pt x="3617" y="39663"/>
                  </a:lnTo>
                  <a:lnTo>
                    <a:pt x="5331" y="28724"/>
                  </a:lnTo>
                  <a:close/>
                </a:path>
                <a:path w="94614" h="165100">
                  <a:moveTo>
                    <a:pt x="13067" y="11473"/>
                  </a:moveTo>
                  <a:lnTo>
                    <a:pt x="7285" y="16255"/>
                  </a:lnTo>
                  <a:lnTo>
                    <a:pt x="5331" y="28724"/>
                  </a:lnTo>
                  <a:lnTo>
                    <a:pt x="8773" y="17197"/>
                  </a:lnTo>
                  <a:lnTo>
                    <a:pt x="13067" y="11473"/>
                  </a:lnTo>
                  <a:close/>
                </a:path>
                <a:path w="94614" h="165100">
                  <a:moveTo>
                    <a:pt x="33227" y="0"/>
                  </a:moveTo>
                  <a:lnTo>
                    <a:pt x="18121" y="4734"/>
                  </a:lnTo>
                  <a:lnTo>
                    <a:pt x="13067" y="11473"/>
                  </a:lnTo>
                  <a:lnTo>
                    <a:pt x="15149" y="9751"/>
                  </a:lnTo>
                  <a:lnTo>
                    <a:pt x="73073" y="9751"/>
                  </a:lnTo>
                  <a:lnTo>
                    <a:pt x="70609" y="6409"/>
                  </a:lnTo>
                  <a:lnTo>
                    <a:pt x="52819" y="223"/>
                  </a:lnTo>
                  <a:lnTo>
                    <a:pt x="3322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5" name="object 225" descr=""/>
            <p:cNvSpPr/>
            <p:nvPr/>
          </p:nvSpPr>
          <p:spPr>
            <a:xfrm>
              <a:off x="1983862" y="2751447"/>
              <a:ext cx="20320" cy="24765"/>
            </a:xfrm>
            <a:custGeom>
              <a:avLst/>
              <a:gdLst/>
              <a:ahLst/>
              <a:cxnLst/>
              <a:rect l="l" t="t" r="r" b="b"/>
              <a:pathLst>
                <a:path w="20319" h="24764">
                  <a:moveTo>
                    <a:pt x="12813" y="0"/>
                  </a:moveTo>
                  <a:lnTo>
                    <a:pt x="4384" y="2086"/>
                  </a:lnTo>
                  <a:lnTo>
                    <a:pt x="0" y="9842"/>
                  </a:lnTo>
                  <a:lnTo>
                    <a:pt x="668" y="18729"/>
                  </a:lnTo>
                  <a:lnTo>
                    <a:pt x="7400" y="24208"/>
                  </a:lnTo>
                  <a:lnTo>
                    <a:pt x="15829" y="22122"/>
                  </a:lnTo>
                  <a:lnTo>
                    <a:pt x="20214" y="14366"/>
                  </a:lnTo>
                  <a:lnTo>
                    <a:pt x="19545" y="5478"/>
                  </a:lnTo>
                  <a:lnTo>
                    <a:pt x="12813" y="0"/>
                  </a:lnTo>
                  <a:close/>
                </a:path>
              </a:pathLst>
            </a:custGeom>
            <a:solidFill>
              <a:srgbClr val="F7DC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 descr=""/>
            <p:cNvSpPr/>
            <p:nvPr/>
          </p:nvSpPr>
          <p:spPr>
            <a:xfrm>
              <a:off x="1592745" y="2667552"/>
              <a:ext cx="293370" cy="287655"/>
            </a:xfrm>
            <a:custGeom>
              <a:avLst/>
              <a:gdLst/>
              <a:ahLst/>
              <a:cxnLst/>
              <a:rect l="l" t="t" r="r" b="b"/>
              <a:pathLst>
                <a:path w="293369" h="287655">
                  <a:moveTo>
                    <a:pt x="20891" y="3314"/>
                  </a:moveTo>
                  <a:lnTo>
                    <a:pt x="17564" y="0"/>
                  </a:lnTo>
                  <a:lnTo>
                    <a:pt x="3314" y="0"/>
                  </a:lnTo>
                  <a:lnTo>
                    <a:pt x="0" y="3314"/>
                  </a:lnTo>
                  <a:lnTo>
                    <a:pt x="0" y="266509"/>
                  </a:lnTo>
                  <a:lnTo>
                    <a:pt x="3314" y="269824"/>
                  </a:lnTo>
                  <a:lnTo>
                    <a:pt x="13487" y="269824"/>
                  </a:lnTo>
                  <a:lnTo>
                    <a:pt x="17564" y="269824"/>
                  </a:lnTo>
                  <a:lnTo>
                    <a:pt x="20891" y="266509"/>
                  </a:lnTo>
                  <a:lnTo>
                    <a:pt x="20891" y="3314"/>
                  </a:lnTo>
                  <a:close/>
                </a:path>
                <a:path w="293369" h="287655">
                  <a:moveTo>
                    <a:pt x="293331" y="249707"/>
                  </a:moveTo>
                  <a:lnTo>
                    <a:pt x="289280" y="245668"/>
                  </a:lnTo>
                  <a:lnTo>
                    <a:pt x="284302" y="245668"/>
                  </a:lnTo>
                  <a:lnTo>
                    <a:pt x="206641" y="245668"/>
                  </a:lnTo>
                  <a:lnTo>
                    <a:pt x="202603" y="249707"/>
                  </a:lnTo>
                  <a:lnTo>
                    <a:pt x="202603" y="283400"/>
                  </a:lnTo>
                  <a:lnTo>
                    <a:pt x="206641" y="287451"/>
                  </a:lnTo>
                  <a:lnTo>
                    <a:pt x="289280" y="287451"/>
                  </a:lnTo>
                  <a:lnTo>
                    <a:pt x="293331" y="283400"/>
                  </a:lnTo>
                  <a:lnTo>
                    <a:pt x="293331" y="249707"/>
                  </a:lnTo>
                  <a:close/>
                </a:path>
              </a:pathLst>
            </a:custGeom>
            <a:solidFill>
              <a:srgbClr val="331E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7" name="object 227" descr=""/>
            <p:cNvSpPr/>
            <p:nvPr/>
          </p:nvSpPr>
          <p:spPr>
            <a:xfrm>
              <a:off x="1584752" y="2682377"/>
              <a:ext cx="25400" cy="59055"/>
            </a:xfrm>
            <a:custGeom>
              <a:avLst/>
              <a:gdLst/>
              <a:ahLst/>
              <a:cxnLst/>
              <a:rect l="l" t="t" r="r" b="b"/>
              <a:pathLst>
                <a:path w="25400" h="59055">
                  <a:moveTo>
                    <a:pt x="18082" y="0"/>
                  </a:moveTo>
                  <a:lnTo>
                    <a:pt x="6973" y="0"/>
                  </a:lnTo>
                  <a:lnTo>
                    <a:pt x="6973" y="20449"/>
                  </a:lnTo>
                  <a:lnTo>
                    <a:pt x="3648" y="28726"/>
                  </a:lnTo>
                  <a:lnTo>
                    <a:pt x="977" y="37841"/>
                  </a:lnTo>
                  <a:lnTo>
                    <a:pt x="0" y="46486"/>
                  </a:lnTo>
                  <a:lnTo>
                    <a:pt x="1727" y="53631"/>
                  </a:lnTo>
                  <a:lnTo>
                    <a:pt x="3035" y="55851"/>
                  </a:lnTo>
                  <a:lnTo>
                    <a:pt x="5747" y="58511"/>
                  </a:lnTo>
                  <a:lnTo>
                    <a:pt x="11287" y="58584"/>
                  </a:lnTo>
                  <a:lnTo>
                    <a:pt x="17066" y="58584"/>
                  </a:lnTo>
                  <a:lnTo>
                    <a:pt x="20962" y="56982"/>
                  </a:lnTo>
                  <a:lnTo>
                    <a:pt x="23213" y="53820"/>
                  </a:lnTo>
                  <a:lnTo>
                    <a:pt x="23354" y="53422"/>
                  </a:lnTo>
                  <a:lnTo>
                    <a:pt x="15192" y="53422"/>
                  </a:lnTo>
                  <a:lnTo>
                    <a:pt x="7988" y="53317"/>
                  </a:lnTo>
                  <a:lnTo>
                    <a:pt x="6815" y="51987"/>
                  </a:lnTo>
                  <a:lnTo>
                    <a:pt x="3643" y="46605"/>
                  </a:lnTo>
                  <a:lnTo>
                    <a:pt x="6145" y="36627"/>
                  </a:lnTo>
                  <a:lnTo>
                    <a:pt x="9810" y="27255"/>
                  </a:lnTo>
                  <a:lnTo>
                    <a:pt x="20823" y="27255"/>
                  </a:lnTo>
                  <a:lnTo>
                    <a:pt x="19998" y="24868"/>
                  </a:lnTo>
                  <a:lnTo>
                    <a:pt x="18668" y="21140"/>
                  </a:lnTo>
                  <a:lnTo>
                    <a:pt x="18082" y="19402"/>
                  </a:lnTo>
                  <a:lnTo>
                    <a:pt x="18082" y="0"/>
                  </a:lnTo>
                  <a:close/>
                </a:path>
                <a:path w="25400" h="59055">
                  <a:moveTo>
                    <a:pt x="20823" y="27255"/>
                  </a:moveTo>
                  <a:lnTo>
                    <a:pt x="15307" y="27255"/>
                  </a:lnTo>
                  <a:lnTo>
                    <a:pt x="17629" y="33966"/>
                  </a:lnTo>
                  <a:lnTo>
                    <a:pt x="19471" y="40627"/>
                  </a:lnTo>
                  <a:lnTo>
                    <a:pt x="20144" y="46486"/>
                  </a:lnTo>
                  <a:lnTo>
                    <a:pt x="18962" y="50794"/>
                  </a:lnTo>
                  <a:lnTo>
                    <a:pt x="17726" y="52542"/>
                  </a:lnTo>
                  <a:lnTo>
                    <a:pt x="15192" y="53422"/>
                  </a:lnTo>
                  <a:lnTo>
                    <a:pt x="23354" y="53422"/>
                  </a:lnTo>
                  <a:lnTo>
                    <a:pt x="25277" y="48008"/>
                  </a:lnTo>
                  <a:lnTo>
                    <a:pt x="24869" y="40934"/>
                  </a:lnTo>
                  <a:lnTo>
                    <a:pt x="22829" y="33065"/>
                  </a:lnTo>
                  <a:lnTo>
                    <a:pt x="20823" y="27255"/>
                  </a:lnTo>
                  <a:close/>
                </a:path>
              </a:pathLst>
            </a:custGeom>
            <a:solidFill>
              <a:srgbClr val="F7DC9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8" name="object 228" descr=""/>
          <p:cNvGrpSpPr/>
          <p:nvPr/>
        </p:nvGrpSpPr>
        <p:grpSpPr>
          <a:xfrm>
            <a:off x="2187449" y="2140340"/>
            <a:ext cx="727710" cy="883919"/>
            <a:chOff x="2187449" y="2140340"/>
            <a:chExt cx="727710" cy="883919"/>
          </a:xfrm>
        </p:grpSpPr>
        <p:pic>
          <p:nvPicPr>
            <p:cNvPr id="229" name="object 22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498004" y="2140340"/>
              <a:ext cx="87616" cy="184893"/>
            </a:xfrm>
            <a:prstGeom prst="rect">
              <a:avLst/>
            </a:prstGeom>
          </p:spPr>
        </p:pic>
        <p:sp>
          <p:nvSpPr>
            <p:cNvPr id="230" name="object 230" descr=""/>
            <p:cNvSpPr/>
            <p:nvPr/>
          </p:nvSpPr>
          <p:spPr>
            <a:xfrm>
              <a:off x="2502384" y="2269659"/>
              <a:ext cx="364490" cy="754380"/>
            </a:xfrm>
            <a:custGeom>
              <a:avLst/>
              <a:gdLst/>
              <a:ahLst/>
              <a:cxnLst/>
              <a:rect l="l" t="t" r="r" b="b"/>
              <a:pathLst>
                <a:path w="364489" h="754380">
                  <a:moveTo>
                    <a:pt x="277248" y="0"/>
                  </a:moveTo>
                  <a:lnTo>
                    <a:pt x="79233" y="0"/>
                  </a:lnTo>
                  <a:lnTo>
                    <a:pt x="62891" y="1504"/>
                  </a:lnTo>
                  <a:lnTo>
                    <a:pt x="41354" y="6807"/>
                  </a:lnTo>
                  <a:lnTo>
                    <a:pt x="22590" y="17090"/>
                  </a:lnTo>
                  <a:lnTo>
                    <a:pt x="14565" y="33538"/>
                  </a:lnTo>
                  <a:lnTo>
                    <a:pt x="0" y="705873"/>
                  </a:lnTo>
                  <a:lnTo>
                    <a:pt x="2104" y="724596"/>
                  </a:lnTo>
                  <a:lnTo>
                    <a:pt x="7844" y="739887"/>
                  </a:lnTo>
                  <a:lnTo>
                    <a:pt x="16357" y="750196"/>
                  </a:lnTo>
                  <a:lnTo>
                    <a:pt x="26784" y="753977"/>
                  </a:lnTo>
                  <a:lnTo>
                    <a:pt x="337466" y="753977"/>
                  </a:lnTo>
                  <a:lnTo>
                    <a:pt x="347893" y="750196"/>
                  </a:lnTo>
                  <a:lnTo>
                    <a:pt x="356406" y="739887"/>
                  </a:lnTo>
                  <a:lnTo>
                    <a:pt x="362146" y="724596"/>
                  </a:lnTo>
                  <a:lnTo>
                    <a:pt x="364250" y="705873"/>
                  </a:lnTo>
                  <a:lnTo>
                    <a:pt x="349444" y="214318"/>
                  </a:lnTo>
                  <a:lnTo>
                    <a:pt x="328292" y="127402"/>
                  </a:lnTo>
                  <a:lnTo>
                    <a:pt x="309052" y="67789"/>
                  </a:lnTo>
                  <a:lnTo>
                    <a:pt x="290437" y="19738"/>
                  </a:lnTo>
                  <a:lnTo>
                    <a:pt x="277248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 descr=""/>
            <p:cNvSpPr/>
            <p:nvPr/>
          </p:nvSpPr>
          <p:spPr>
            <a:xfrm>
              <a:off x="2821026" y="2496270"/>
              <a:ext cx="38100" cy="41275"/>
            </a:xfrm>
            <a:custGeom>
              <a:avLst/>
              <a:gdLst/>
              <a:ahLst/>
              <a:cxnLst/>
              <a:rect l="l" t="t" r="r" b="b"/>
              <a:pathLst>
                <a:path w="38100" h="41275">
                  <a:moveTo>
                    <a:pt x="37210" y="0"/>
                  </a:moveTo>
                  <a:lnTo>
                    <a:pt x="950" y="0"/>
                  </a:lnTo>
                  <a:lnTo>
                    <a:pt x="237" y="19188"/>
                  </a:lnTo>
                  <a:lnTo>
                    <a:pt x="0" y="29468"/>
                  </a:lnTo>
                  <a:lnTo>
                    <a:pt x="237" y="34336"/>
                  </a:lnTo>
                  <a:lnTo>
                    <a:pt x="950" y="37286"/>
                  </a:lnTo>
                  <a:lnTo>
                    <a:pt x="6700" y="39838"/>
                  </a:lnTo>
                  <a:lnTo>
                    <a:pt x="18275" y="40934"/>
                  </a:lnTo>
                  <a:lnTo>
                    <a:pt x="30009" y="40206"/>
                  </a:lnTo>
                  <a:lnTo>
                    <a:pt x="36237" y="37286"/>
                  </a:lnTo>
                  <a:lnTo>
                    <a:pt x="37277" y="29132"/>
                  </a:lnTo>
                  <a:lnTo>
                    <a:pt x="37513" y="16574"/>
                  </a:lnTo>
                  <a:lnTo>
                    <a:pt x="37354" y="5050"/>
                  </a:lnTo>
                  <a:lnTo>
                    <a:pt x="37210" y="0"/>
                  </a:lnTo>
                  <a:close/>
                </a:path>
              </a:pathLst>
            </a:custGeom>
            <a:solidFill>
              <a:srgbClr val="331E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 descr=""/>
            <p:cNvSpPr/>
            <p:nvPr/>
          </p:nvSpPr>
          <p:spPr>
            <a:xfrm>
              <a:off x="2560463" y="2632130"/>
              <a:ext cx="251460" cy="362585"/>
            </a:xfrm>
            <a:custGeom>
              <a:avLst/>
              <a:gdLst/>
              <a:ahLst/>
              <a:cxnLst/>
              <a:rect l="l" t="t" r="r" b="b"/>
              <a:pathLst>
                <a:path w="251460" h="362585">
                  <a:moveTo>
                    <a:pt x="236940" y="0"/>
                  </a:moveTo>
                  <a:lnTo>
                    <a:pt x="144348" y="3483"/>
                  </a:lnTo>
                  <a:lnTo>
                    <a:pt x="91709" y="5685"/>
                  </a:lnTo>
                  <a:lnTo>
                    <a:pt x="27899" y="9989"/>
                  </a:lnTo>
                  <a:lnTo>
                    <a:pt x="2502" y="72323"/>
                  </a:lnTo>
                  <a:lnTo>
                    <a:pt x="0" y="132652"/>
                  </a:lnTo>
                  <a:lnTo>
                    <a:pt x="1588" y="199116"/>
                  </a:lnTo>
                  <a:lnTo>
                    <a:pt x="5236" y="261735"/>
                  </a:lnTo>
                  <a:lnTo>
                    <a:pt x="8914" y="310529"/>
                  </a:lnTo>
                  <a:lnTo>
                    <a:pt x="10591" y="335518"/>
                  </a:lnTo>
                  <a:lnTo>
                    <a:pt x="30110" y="348366"/>
                  </a:lnTo>
                  <a:lnTo>
                    <a:pt x="77937" y="358073"/>
                  </a:lnTo>
                  <a:lnTo>
                    <a:pt x="137973" y="362392"/>
                  </a:lnTo>
                  <a:lnTo>
                    <a:pt x="194120" y="359081"/>
                  </a:lnTo>
                  <a:lnTo>
                    <a:pt x="230280" y="345895"/>
                  </a:lnTo>
                  <a:lnTo>
                    <a:pt x="244701" y="282834"/>
                  </a:lnTo>
                  <a:lnTo>
                    <a:pt x="249317" y="226180"/>
                  </a:lnTo>
                  <a:lnTo>
                    <a:pt x="251429" y="162372"/>
                  </a:lnTo>
                  <a:lnTo>
                    <a:pt x="250457" y="98608"/>
                  </a:lnTo>
                  <a:lnTo>
                    <a:pt x="245821" y="42085"/>
                  </a:lnTo>
                  <a:lnTo>
                    <a:pt x="236940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 descr=""/>
            <p:cNvSpPr/>
            <p:nvPr/>
          </p:nvSpPr>
          <p:spPr>
            <a:xfrm>
              <a:off x="2553431" y="2587982"/>
              <a:ext cx="262255" cy="177165"/>
            </a:xfrm>
            <a:custGeom>
              <a:avLst/>
              <a:gdLst/>
              <a:ahLst/>
              <a:cxnLst/>
              <a:rect l="l" t="t" r="r" b="b"/>
              <a:pathLst>
                <a:path w="262255" h="177164">
                  <a:moveTo>
                    <a:pt x="56572" y="0"/>
                  </a:moveTo>
                  <a:lnTo>
                    <a:pt x="16297" y="20911"/>
                  </a:lnTo>
                  <a:lnTo>
                    <a:pt x="1590" y="100427"/>
                  </a:lnTo>
                  <a:lnTo>
                    <a:pt x="0" y="144569"/>
                  </a:lnTo>
                  <a:lnTo>
                    <a:pt x="2088" y="168477"/>
                  </a:lnTo>
                  <a:lnTo>
                    <a:pt x="29892" y="173548"/>
                  </a:lnTo>
                  <a:lnTo>
                    <a:pt x="92018" y="176184"/>
                  </a:lnTo>
                  <a:lnTo>
                    <a:pt x="165886" y="176730"/>
                  </a:lnTo>
                  <a:lnTo>
                    <a:pt x="228917" y="175526"/>
                  </a:lnTo>
                  <a:lnTo>
                    <a:pt x="258530" y="172917"/>
                  </a:lnTo>
                  <a:lnTo>
                    <a:pt x="262158" y="146472"/>
                  </a:lnTo>
                  <a:lnTo>
                    <a:pt x="260602" y="92769"/>
                  </a:lnTo>
                  <a:lnTo>
                    <a:pt x="255369" y="38267"/>
                  </a:lnTo>
                  <a:lnTo>
                    <a:pt x="247965" y="9425"/>
                  </a:lnTo>
                  <a:lnTo>
                    <a:pt x="122519" y="1458"/>
                  </a:lnTo>
                  <a:lnTo>
                    <a:pt x="56572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 descr=""/>
            <p:cNvSpPr/>
            <p:nvPr/>
          </p:nvSpPr>
          <p:spPr>
            <a:xfrm>
              <a:off x="2575839" y="2723571"/>
              <a:ext cx="221615" cy="31115"/>
            </a:xfrm>
            <a:custGeom>
              <a:avLst/>
              <a:gdLst/>
              <a:ahLst/>
              <a:cxnLst/>
              <a:rect l="l" t="t" r="r" b="b"/>
              <a:pathLst>
                <a:path w="221614" h="31114">
                  <a:moveTo>
                    <a:pt x="29832" y="15443"/>
                  </a:moveTo>
                  <a:lnTo>
                    <a:pt x="26111" y="4826"/>
                  </a:lnTo>
                  <a:lnTo>
                    <a:pt x="14909" y="0"/>
                  </a:lnTo>
                  <a:lnTo>
                    <a:pt x="3733" y="4826"/>
                  </a:lnTo>
                  <a:lnTo>
                    <a:pt x="0" y="15443"/>
                  </a:lnTo>
                  <a:lnTo>
                    <a:pt x="3721" y="26060"/>
                  </a:lnTo>
                  <a:lnTo>
                    <a:pt x="14909" y="30886"/>
                  </a:lnTo>
                  <a:lnTo>
                    <a:pt x="26098" y="26060"/>
                  </a:lnTo>
                  <a:lnTo>
                    <a:pt x="29832" y="15443"/>
                  </a:lnTo>
                  <a:close/>
                </a:path>
                <a:path w="221614" h="31114">
                  <a:moveTo>
                    <a:pt x="221399" y="15443"/>
                  </a:moveTo>
                  <a:lnTo>
                    <a:pt x="217678" y="4826"/>
                  </a:lnTo>
                  <a:lnTo>
                    <a:pt x="206489" y="0"/>
                  </a:lnTo>
                  <a:lnTo>
                    <a:pt x="195313" y="4826"/>
                  </a:lnTo>
                  <a:lnTo>
                    <a:pt x="191566" y="15443"/>
                  </a:lnTo>
                  <a:lnTo>
                    <a:pt x="195300" y="26060"/>
                  </a:lnTo>
                  <a:lnTo>
                    <a:pt x="206489" y="30886"/>
                  </a:lnTo>
                  <a:lnTo>
                    <a:pt x="217665" y="26060"/>
                  </a:lnTo>
                  <a:lnTo>
                    <a:pt x="221399" y="15443"/>
                  </a:lnTo>
                  <a:close/>
                </a:path>
              </a:pathLst>
            </a:custGeom>
            <a:solidFill>
              <a:srgbClr val="F7DC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 descr=""/>
            <p:cNvSpPr/>
            <p:nvPr/>
          </p:nvSpPr>
          <p:spPr>
            <a:xfrm>
              <a:off x="2834968" y="2620644"/>
              <a:ext cx="80010" cy="353060"/>
            </a:xfrm>
            <a:custGeom>
              <a:avLst/>
              <a:gdLst/>
              <a:ahLst/>
              <a:cxnLst/>
              <a:rect l="l" t="t" r="r" b="b"/>
              <a:pathLst>
                <a:path w="80010" h="353060">
                  <a:moveTo>
                    <a:pt x="22300" y="0"/>
                  </a:moveTo>
                  <a:lnTo>
                    <a:pt x="7023" y="13804"/>
                  </a:lnTo>
                  <a:lnTo>
                    <a:pt x="129" y="54483"/>
                  </a:lnTo>
                  <a:lnTo>
                    <a:pt x="0" y="154507"/>
                  </a:lnTo>
                  <a:lnTo>
                    <a:pt x="5013" y="346345"/>
                  </a:lnTo>
                  <a:lnTo>
                    <a:pt x="12853" y="348608"/>
                  </a:lnTo>
                  <a:lnTo>
                    <a:pt x="31456" y="352269"/>
                  </a:lnTo>
                  <a:lnTo>
                    <a:pt x="53441" y="352635"/>
                  </a:lnTo>
                  <a:lnTo>
                    <a:pt x="71429" y="345015"/>
                  </a:lnTo>
                  <a:lnTo>
                    <a:pt x="79606" y="320456"/>
                  </a:lnTo>
                  <a:lnTo>
                    <a:pt x="79614" y="274512"/>
                  </a:lnTo>
                  <a:lnTo>
                    <a:pt x="75242" y="209230"/>
                  </a:lnTo>
                  <a:lnTo>
                    <a:pt x="70278" y="126655"/>
                  </a:lnTo>
                  <a:lnTo>
                    <a:pt x="66536" y="56772"/>
                  </a:lnTo>
                  <a:lnTo>
                    <a:pt x="60291" y="20284"/>
                  </a:lnTo>
                  <a:lnTo>
                    <a:pt x="47045" y="5318"/>
                  </a:lnTo>
                  <a:lnTo>
                    <a:pt x="22300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 descr=""/>
            <p:cNvSpPr/>
            <p:nvPr/>
          </p:nvSpPr>
          <p:spPr>
            <a:xfrm>
              <a:off x="2524747" y="2265800"/>
              <a:ext cx="353060" cy="676275"/>
            </a:xfrm>
            <a:custGeom>
              <a:avLst/>
              <a:gdLst/>
              <a:ahLst/>
              <a:cxnLst/>
              <a:rect l="l" t="t" r="r" b="b"/>
              <a:pathLst>
                <a:path w="353060" h="676275">
                  <a:moveTo>
                    <a:pt x="264655" y="28816"/>
                  </a:moveTo>
                  <a:lnTo>
                    <a:pt x="243547" y="14249"/>
                  </a:lnTo>
                  <a:lnTo>
                    <a:pt x="196989" y="4521"/>
                  </a:lnTo>
                  <a:lnTo>
                    <a:pt x="137185" y="0"/>
                  </a:lnTo>
                  <a:lnTo>
                    <a:pt x="76288" y="1016"/>
                  </a:lnTo>
                  <a:lnTo>
                    <a:pt x="26492" y="7962"/>
                  </a:lnTo>
                  <a:lnTo>
                    <a:pt x="0" y="21170"/>
                  </a:lnTo>
                  <a:lnTo>
                    <a:pt x="31051" y="26390"/>
                  </a:lnTo>
                  <a:lnTo>
                    <a:pt x="49834" y="34188"/>
                  </a:lnTo>
                  <a:lnTo>
                    <a:pt x="63931" y="50038"/>
                  </a:lnTo>
                  <a:lnTo>
                    <a:pt x="80924" y="79413"/>
                  </a:lnTo>
                  <a:lnTo>
                    <a:pt x="105829" y="112141"/>
                  </a:lnTo>
                  <a:lnTo>
                    <a:pt x="134366" y="134505"/>
                  </a:lnTo>
                  <a:lnTo>
                    <a:pt x="160147" y="146621"/>
                  </a:lnTo>
                  <a:lnTo>
                    <a:pt x="176809" y="148653"/>
                  </a:lnTo>
                  <a:lnTo>
                    <a:pt x="197358" y="132981"/>
                  </a:lnTo>
                  <a:lnTo>
                    <a:pt x="228968" y="99885"/>
                  </a:lnTo>
                  <a:lnTo>
                    <a:pt x="256451" y="61214"/>
                  </a:lnTo>
                  <a:lnTo>
                    <a:pt x="264655" y="28816"/>
                  </a:lnTo>
                  <a:close/>
                </a:path>
                <a:path w="353060" h="676275">
                  <a:moveTo>
                    <a:pt x="352590" y="391833"/>
                  </a:moveTo>
                  <a:lnTo>
                    <a:pt x="351320" y="388302"/>
                  </a:lnTo>
                  <a:lnTo>
                    <a:pt x="345833" y="388302"/>
                  </a:lnTo>
                  <a:lnTo>
                    <a:pt x="344551" y="391833"/>
                  </a:lnTo>
                  <a:lnTo>
                    <a:pt x="344551" y="672249"/>
                  </a:lnTo>
                  <a:lnTo>
                    <a:pt x="345833" y="675779"/>
                  </a:lnTo>
                  <a:lnTo>
                    <a:pt x="349745" y="675779"/>
                  </a:lnTo>
                  <a:lnTo>
                    <a:pt x="351320" y="675779"/>
                  </a:lnTo>
                  <a:lnTo>
                    <a:pt x="352590" y="672249"/>
                  </a:lnTo>
                  <a:lnTo>
                    <a:pt x="352590" y="391833"/>
                  </a:lnTo>
                  <a:close/>
                </a:path>
              </a:pathLst>
            </a:custGeom>
            <a:solidFill>
              <a:srgbClr val="331E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7" name="object 237" descr=""/>
            <p:cNvSpPr/>
            <p:nvPr/>
          </p:nvSpPr>
          <p:spPr>
            <a:xfrm>
              <a:off x="2863136" y="2644995"/>
              <a:ext cx="24130" cy="68580"/>
            </a:xfrm>
            <a:custGeom>
              <a:avLst/>
              <a:gdLst/>
              <a:ahLst/>
              <a:cxnLst/>
              <a:rect l="l" t="t" r="r" b="b"/>
              <a:pathLst>
                <a:path w="24130" h="68580">
                  <a:moveTo>
                    <a:pt x="17203" y="0"/>
                  </a:moveTo>
                  <a:lnTo>
                    <a:pt x="6637" y="0"/>
                  </a:lnTo>
                  <a:lnTo>
                    <a:pt x="6637" y="23789"/>
                  </a:lnTo>
                  <a:lnTo>
                    <a:pt x="3476" y="33417"/>
                  </a:lnTo>
                  <a:lnTo>
                    <a:pt x="932" y="44019"/>
                  </a:lnTo>
                  <a:lnTo>
                    <a:pt x="0" y="54078"/>
                  </a:lnTo>
                  <a:lnTo>
                    <a:pt x="37" y="54380"/>
                  </a:lnTo>
                  <a:lnTo>
                    <a:pt x="1643" y="62396"/>
                  </a:lnTo>
                  <a:lnTo>
                    <a:pt x="2889" y="64971"/>
                  </a:lnTo>
                  <a:lnTo>
                    <a:pt x="5475" y="68071"/>
                  </a:lnTo>
                  <a:lnTo>
                    <a:pt x="10742" y="68144"/>
                  </a:lnTo>
                  <a:lnTo>
                    <a:pt x="16239" y="68144"/>
                  </a:lnTo>
                  <a:lnTo>
                    <a:pt x="19946" y="66280"/>
                  </a:lnTo>
                  <a:lnTo>
                    <a:pt x="22092" y="62605"/>
                  </a:lnTo>
                  <a:lnTo>
                    <a:pt x="22226" y="62144"/>
                  </a:lnTo>
                  <a:lnTo>
                    <a:pt x="14459" y="62144"/>
                  </a:lnTo>
                  <a:lnTo>
                    <a:pt x="7601" y="62019"/>
                  </a:lnTo>
                  <a:lnTo>
                    <a:pt x="6491" y="60479"/>
                  </a:lnTo>
                  <a:lnTo>
                    <a:pt x="5925" y="59317"/>
                  </a:lnTo>
                  <a:lnTo>
                    <a:pt x="4935" y="54380"/>
                  </a:lnTo>
                  <a:lnTo>
                    <a:pt x="5406" y="47683"/>
                  </a:lnTo>
                  <a:lnTo>
                    <a:pt x="6990" y="39900"/>
                  </a:lnTo>
                  <a:lnTo>
                    <a:pt x="9339" y="31705"/>
                  </a:lnTo>
                  <a:lnTo>
                    <a:pt x="19809" y="31705"/>
                  </a:lnTo>
                  <a:lnTo>
                    <a:pt x="19024" y="28931"/>
                  </a:lnTo>
                  <a:lnTo>
                    <a:pt x="17757" y="24596"/>
                  </a:lnTo>
                  <a:lnTo>
                    <a:pt x="17203" y="22575"/>
                  </a:lnTo>
                  <a:lnTo>
                    <a:pt x="17203" y="0"/>
                  </a:lnTo>
                  <a:close/>
                </a:path>
                <a:path w="24130" h="68580">
                  <a:moveTo>
                    <a:pt x="19809" y="31705"/>
                  </a:moveTo>
                  <a:lnTo>
                    <a:pt x="14564" y="31705"/>
                  </a:lnTo>
                  <a:lnTo>
                    <a:pt x="16769" y="39518"/>
                  </a:lnTo>
                  <a:lnTo>
                    <a:pt x="18521" y="47265"/>
                  </a:lnTo>
                  <a:lnTo>
                    <a:pt x="19162" y="54078"/>
                  </a:lnTo>
                  <a:lnTo>
                    <a:pt x="18040" y="59087"/>
                  </a:lnTo>
                  <a:lnTo>
                    <a:pt x="16857" y="61118"/>
                  </a:lnTo>
                  <a:lnTo>
                    <a:pt x="14459" y="62144"/>
                  </a:lnTo>
                  <a:lnTo>
                    <a:pt x="22226" y="62144"/>
                  </a:lnTo>
                  <a:lnTo>
                    <a:pt x="24051" y="55846"/>
                  </a:lnTo>
                  <a:lnTo>
                    <a:pt x="23664" y="47683"/>
                  </a:lnTo>
                  <a:lnTo>
                    <a:pt x="21718" y="38464"/>
                  </a:lnTo>
                  <a:lnTo>
                    <a:pt x="19809" y="31705"/>
                  </a:lnTo>
                  <a:close/>
                </a:path>
              </a:pathLst>
            </a:custGeom>
            <a:solidFill>
              <a:srgbClr val="F7DC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8" name="object 238" descr=""/>
            <p:cNvSpPr/>
            <p:nvPr/>
          </p:nvSpPr>
          <p:spPr>
            <a:xfrm>
              <a:off x="2544552" y="2248556"/>
              <a:ext cx="313690" cy="288925"/>
            </a:xfrm>
            <a:custGeom>
              <a:avLst/>
              <a:gdLst/>
              <a:ahLst/>
              <a:cxnLst/>
              <a:rect l="l" t="t" r="r" b="b"/>
              <a:pathLst>
                <a:path w="313689" h="288925">
                  <a:moveTo>
                    <a:pt x="115920" y="0"/>
                  </a:moveTo>
                  <a:lnTo>
                    <a:pt x="60583" y="4162"/>
                  </a:lnTo>
                  <a:lnTo>
                    <a:pt x="18320" y="13470"/>
                  </a:lnTo>
                  <a:lnTo>
                    <a:pt x="0" y="27648"/>
                  </a:lnTo>
                  <a:lnTo>
                    <a:pt x="79771" y="22662"/>
                  </a:lnTo>
                  <a:lnTo>
                    <a:pt x="124379" y="23610"/>
                  </a:lnTo>
                  <a:lnTo>
                    <a:pt x="172968" y="52705"/>
                  </a:lnTo>
                  <a:lnTo>
                    <a:pt x="189634" y="90382"/>
                  </a:lnTo>
                  <a:lnTo>
                    <a:pt x="199120" y="150241"/>
                  </a:lnTo>
                  <a:lnTo>
                    <a:pt x="205361" y="214857"/>
                  </a:lnTo>
                  <a:lnTo>
                    <a:pt x="212291" y="266800"/>
                  </a:lnTo>
                  <a:lnTo>
                    <a:pt x="223846" y="288645"/>
                  </a:lnTo>
                  <a:lnTo>
                    <a:pt x="247977" y="286217"/>
                  </a:lnTo>
                  <a:lnTo>
                    <a:pt x="276708" y="277517"/>
                  </a:lnTo>
                  <a:lnTo>
                    <a:pt x="301466" y="264149"/>
                  </a:lnTo>
                  <a:lnTo>
                    <a:pt x="313676" y="247714"/>
                  </a:lnTo>
                  <a:lnTo>
                    <a:pt x="311875" y="218289"/>
                  </a:lnTo>
                  <a:lnTo>
                    <a:pt x="302840" y="167109"/>
                  </a:lnTo>
                  <a:lnTo>
                    <a:pt x="288509" y="107981"/>
                  </a:lnTo>
                  <a:lnTo>
                    <a:pt x="270819" y="54711"/>
                  </a:lnTo>
                  <a:lnTo>
                    <a:pt x="251709" y="21104"/>
                  </a:lnTo>
                  <a:lnTo>
                    <a:pt x="173465" y="1253"/>
                  </a:lnTo>
                  <a:lnTo>
                    <a:pt x="115920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9" name="object 239" descr=""/>
            <p:cNvSpPr/>
            <p:nvPr/>
          </p:nvSpPr>
          <p:spPr>
            <a:xfrm>
              <a:off x="2768396" y="2483981"/>
              <a:ext cx="27940" cy="29209"/>
            </a:xfrm>
            <a:custGeom>
              <a:avLst/>
              <a:gdLst/>
              <a:ahLst/>
              <a:cxnLst/>
              <a:rect l="l" t="t" r="r" b="b"/>
              <a:pathLst>
                <a:path w="27939" h="29210">
                  <a:moveTo>
                    <a:pt x="13935" y="0"/>
                  </a:moveTo>
                  <a:lnTo>
                    <a:pt x="3488" y="4507"/>
                  </a:lnTo>
                  <a:lnTo>
                    <a:pt x="0" y="14423"/>
                  </a:lnTo>
                  <a:lnTo>
                    <a:pt x="3479" y="24339"/>
                  </a:lnTo>
                  <a:lnTo>
                    <a:pt x="13935" y="28847"/>
                  </a:lnTo>
                  <a:lnTo>
                    <a:pt x="24382" y="24339"/>
                  </a:lnTo>
                  <a:lnTo>
                    <a:pt x="27870" y="14423"/>
                  </a:lnTo>
                  <a:lnTo>
                    <a:pt x="24391" y="4507"/>
                  </a:lnTo>
                  <a:lnTo>
                    <a:pt x="13935" y="0"/>
                  </a:lnTo>
                  <a:close/>
                </a:path>
              </a:pathLst>
            </a:custGeom>
            <a:solidFill>
              <a:srgbClr val="F7DC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 descr=""/>
            <p:cNvSpPr/>
            <p:nvPr/>
          </p:nvSpPr>
          <p:spPr>
            <a:xfrm>
              <a:off x="2187449" y="2161676"/>
              <a:ext cx="378460" cy="768350"/>
            </a:xfrm>
            <a:custGeom>
              <a:avLst/>
              <a:gdLst/>
              <a:ahLst/>
              <a:cxnLst/>
              <a:rect l="l" t="t" r="r" b="b"/>
              <a:pathLst>
                <a:path w="378460" h="768350">
                  <a:moveTo>
                    <a:pt x="132435" y="0"/>
                  </a:moveTo>
                  <a:lnTo>
                    <a:pt x="83145" y="764"/>
                  </a:lnTo>
                  <a:lnTo>
                    <a:pt x="45045" y="12030"/>
                  </a:lnTo>
                  <a:lnTo>
                    <a:pt x="3261" y="67262"/>
                  </a:lnTo>
                  <a:lnTo>
                    <a:pt x="0" y="111829"/>
                  </a:lnTo>
                  <a:lnTo>
                    <a:pt x="2659" y="134548"/>
                  </a:lnTo>
                  <a:lnTo>
                    <a:pt x="16771" y="185403"/>
                  </a:lnTo>
                  <a:lnTo>
                    <a:pt x="42514" y="245387"/>
                  </a:lnTo>
                  <a:lnTo>
                    <a:pt x="59712" y="279519"/>
                  </a:lnTo>
                  <a:lnTo>
                    <a:pt x="79775" y="316790"/>
                  </a:lnTo>
                  <a:lnTo>
                    <a:pt x="102691" y="357489"/>
                  </a:lnTo>
                  <a:lnTo>
                    <a:pt x="128444" y="401901"/>
                  </a:lnTo>
                  <a:lnTo>
                    <a:pt x="157022" y="450311"/>
                  </a:lnTo>
                  <a:lnTo>
                    <a:pt x="259558" y="622398"/>
                  </a:lnTo>
                  <a:lnTo>
                    <a:pt x="299292" y="689666"/>
                  </a:lnTo>
                  <a:lnTo>
                    <a:pt x="344471" y="767013"/>
                  </a:lnTo>
                  <a:lnTo>
                    <a:pt x="350649" y="768102"/>
                  </a:lnTo>
                  <a:lnTo>
                    <a:pt x="377433" y="745715"/>
                  </a:lnTo>
                  <a:lnTo>
                    <a:pt x="378313" y="741286"/>
                  </a:lnTo>
                  <a:lnTo>
                    <a:pt x="349344" y="688613"/>
                  </a:lnTo>
                  <a:lnTo>
                    <a:pt x="319745" y="637074"/>
                  </a:lnTo>
                  <a:lnTo>
                    <a:pt x="288290" y="583863"/>
                  </a:lnTo>
                  <a:lnTo>
                    <a:pt x="255682" y="529780"/>
                  </a:lnTo>
                  <a:lnTo>
                    <a:pt x="157951" y="370270"/>
                  </a:lnTo>
                  <a:lnTo>
                    <a:pt x="127745" y="320673"/>
                  </a:lnTo>
                  <a:lnTo>
                    <a:pt x="99894" y="274193"/>
                  </a:lnTo>
                  <a:lnTo>
                    <a:pt x="75100" y="231627"/>
                  </a:lnTo>
                  <a:lnTo>
                    <a:pt x="54064" y="193774"/>
                  </a:lnTo>
                  <a:lnTo>
                    <a:pt x="26073" y="135396"/>
                  </a:lnTo>
                  <a:lnTo>
                    <a:pt x="20522" y="116467"/>
                  </a:lnTo>
                  <a:lnTo>
                    <a:pt x="22766" y="70096"/>
                  </a:lnTo>
                  <a:lnTo>
                    <a:pt x="43409" y="36672"/>
                  </a:lnTo>
                  <a:lnTo>
                    <a:pt x="78632" y="18175"/>
                  </a:lnTo>
                  <a:lnTo>
                    <a:pt x="124614" y="16585"/>
                  </a:lnTo>
                  <a:lnTo>
                    <a:pt x="144164" y="28315"/>
                  </a:lnTo>
                  <a:lnTo>
                    <a:pt x="188650" y="95773"/>
                  </a:lnTo>
                  <a:lnTo>
                    <a:pt x="212068" y="144886"/>
                  </a:lnTo>
                  <a:lnTo>
                    <a:pt x="235254" y="199844"/>
                  </a:lnTo>
                  <a:lnTo>
                    <a:pt x="257451" y="257340"/>
                  </a:lnTo>
                  <a:lnTo>
                    <a:pt x="277897" y="314065"/>
                  </a:lnTo>
                  <a:lnTo>
                    <a:pt x="295834" y="366713"/>
                  </a:lnTo>
                  <a:lnTo>
                    <a:pt x="310502" y="411974"/>
                  </a:lnTo>
                  <a:lnTo>
                    <a:pt x="321142" y="446541"/>
                  </a:lnTo>
                  <a:lnTo>
                    <a:pt x="325440" y="454594"/>
                  </a:lnTo>
                  <a:lnTo>
                    <a:pt x="332272" y="460141"/>
                  </a:lnTo>
                  <a:lnTo>
                    <a:pt x="340699" y="462686"/>
                  </a:lnTo>
                  <a:lnTo>
                    <a:pt x="349779" y="461734"/>
                  </a:lnTo>
                  <a:lnTo>
                    <a:pt x="362576" y="450180"/>
                  </a:lnTo>
                  <a:lnTo>
                    <a:pt x="368792" y="443040"/>
                  </a:lnTo>
                  <a:lnTo>
                    <a:pt x="370182" y="437354"/>
                  </a:lnTo>
                  <a:lnTo>
                    <a:pt x="368501" y="430164"/>
                  </a:lnTo>
                  <a:lnTo>
                    <a:pt x="343374" y="357424"/>
                  </a:lnTo>
                  <a:lnTo>
                    <a:pt x="323292" y="305605"/>
                  </a:lnTo>
                  <a:lnTo>
                    <a:pt x="299484" y="248423"/>
                  </a:lnTo>
                  <a:lnTo>
                    <a:pt x="272917" y="189579"/>
                  </a:lnTo>
                  <a:lnTo>
                    <a:pt x="244553" y="132775"/>
                  </a:lnTo>
                  <a:lnTo>
                    <a:pt x="215358" y="81713"/>
                  </a:lnTo>
                  <a:lnTo>
                    <a:pt x="186297" y="40096"/>
                  </a:lnTo>
                  <a:lnTo>
                    <a:pt x="158334" y="11624"/>
                  </a:lnTo>
                  <a:lnTo>
                    <a:pt x="132435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1" name="object 241" descr=""/>
          <p:cNvGrpSpPr/>
          <p:nvPr/>
        </p:nvGrpSpPr>
        <p:grpSpPr>
          <a:xfrm>
            <a:off x="3679794" y="2594105"/>
            <a:ext cx="68580" cy="349885"/>
            <a:chOff x="3679794" y="2594105"/>
            <a:chExt cx="68580" cy="349885"/>
          </a:xfrm>
        </p:grpSpPr>
        <p:sp>
          <p:nvSpPr>
            <p:cNvPr id="242" name="object 242" descr=""/>
            <p:cNvSpPr/>
            <p:nvPr/>
          </p:nvSpPr>
          <p:spPr>
            <a:xfrm>
              <a:off x="3680035" y="2637936"/>
              <a:ext cx="67945" cy="306070"/>
            </a:xfrm>
            <a:custGeom>
              <a:avLst/>
              <a:gdLst/>
              <a:ahLst/>
              <a:cxnLst/>
              <a:rect l="l" t="t" r="r" b="b"/>
              <a:pathLst>
                <a:path w="67945" h="306069">
                  <a:moveTo>
                    <a:pt x="6643" y="0"/>
                  </a:moveTo>
                  <a:lnTo>
                    <a:pt x="2237" y="19300"/>
                  </a:lnTo>
                  <a:lnTo>
                    <a:pt x="93" y="72578"/>
                  </a:lnTo>
                  <a:lnTo>
                    <a:pt x="0" y="143694"/>
                  </a:lnTo>
                  <a:lnTo>
                    <a:pt x="1745" y="216508"/>
                  </a:lnTo>
                  <a:lnTo>
                    <a:pt x="5119" y="274880"/>
                  </a:lnTo>
                  <a:lnTo>
                    <a:pt x="9910" y="302671"/>
                  </a:lnTo>
                  <a:lnTo>
                    <a:pt x="23553" y="305454"/>
                  </a:lnTo>
                  <a:lnTo>
                    <a:pt x="42967" y="296282"/>
                  </a:lnTo>
                  <a:lnTo>
                    <a:pt x="60307" y="280912"/>
                  </a:lnTo>
                  <a:lnTo>
                    <a:pt x="67730" y="265101"/>
                  </a:lnTo>
                  <a:lnTo>
                    <a:pt x="66084" y="232293"/>
                  </a:lnTo>
                  <a:lnTo>
                    <a:pt x="61871" y="170265"/>
                  </a:lnTo>
                  <a:lnTo>
                    <a:pt x="55826" y="99745"/>
                  </a:lnTo>
                  <a:lnTo>
                    <a:pt x="48683" y="41460"/>
                  </a:lnTo>
                  <a:lnTo>
                    <a:pt x="33663" y="14069"/>
                  </a:lnTo>
                  <a:lnTo>
                    <a:pt x="27561" y="11699"/>
                  </a:lnTo>
                  <a:lnTo>
                    <a:pt x="19634" y="7514"/>
                  </a:lnTo>
                  <a:lnTo>
                    <a:pt x="6643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3" name="object 243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679794" y="2594105"/>
              <a:ext cx="64283" cy="158027"/>
            </a:xfrm>
            <a:prstGeom prst="rect">
              <a:avLst/>
            </a:prstGeom>
          </p:spPr>
        </p:pic>
      </p:grpSp>
      <p:sp>
        <p:nvSpPr>
          <p:cNvPr id="244" name="object 244" descr=""/>
          <p:cNvSpPr/>
          <p:nvPr/>
        </p:nvSpPr>
        <p:spPr>
          <a:xfrm>
            <a:off x="3174060" y="2205060"/>
            <a:ext cx="221615" cy="871855"/>
          </a:xfrm>
          <a:custGeom>
            <a:avLst/>
            <a:gdLst/>
            <a:ahLst/>
            <a:cxnLst/>
            <a:rect l="l" t="t" r="r" b="b"/>
            <a:pathLst>
              <a:path w="221614" h="871855">
                <a:moveTo>
                  <a:pt x="98723" y="0"/>
                </a:moveTo>
                <a:lnTo>
                  <a:pt x="70710" y="30344"/>
                </a:lnTo>
                <a:lnTo>
                  <a:pt x="53280" y="71828"/>
                </a:lnTo>
                <a:lnTo>
                  <a:pt x="37786" y="125026"/>
                </a:lnTo>
                <a:lnTo>
                  <a:pt x="24536" y="184339"/>
                </a:lnTo>
                <a:lnTo>
                  <a:pt x="13837" y="244165"/>
                </a:lnTo>
                <a:lnTo>
                  <a:pt x="5997" y="298903"/>
                </a:lnTo>
                <a:lnTo>
                  <a:pt x="1323" y="342952"/>
                </a:lnTo>
                <a:lnTo>
                  <a:pt x="0" y="376038"/>
                </a:lnTo>
                <a:lnTo>
                  <a:pt x="626" y="416909"/>
                </a:lnTo>
                <a:lnTo>
                  <a:pt x="3107" y="464150"/>
                </a:lnTo>
                <a:lnTo>
                  <a:pt x="7345" y="516346"/>
                </a:lnTo>
                <a:lnTo>
                  <a:pt x="13247" y="572080"/>
                </a:lnTo>
                <a:lnTo>
                  <a:pt x="20715" y="629938"/>
                </a:lnTo>
                <a:lnTo>
                  <a:pt x="27354" y="674029"/>
                </a:lnTo>
                <a:lnTo>
                  <a:pt x="36903" y="728511"/>
                </a:lnTo>
                <a:lnTo>
                  <a:pt x="48909" y="784036"/>
                </a:lnTo>
                <a:lnTo>
                  <a:pt x="62917" y="831256"/>
                </a:lnTo>
                <a:lnTo>
                  <a:pt x="83783" y="865643"/>
                </a:lnTo>
                <a:lnTo>
                  <a:pt x="102199" y="871805"/>
                </a:lnTo>
                <a:lnTo>
                  <a:pt x="105288" y="871774"/>
                </a:lnTo>
                <a:lnTo>
                  <a:pt x="108450" y="871261"/>
                </a:lnTo>
                <a:lnTo>
                  <a:pt x="111644" y="870277"/>
                </a:lnTo>
                <a:lnTo>
                  <a:pt x="140018" y="848380"/>
                </a:lnTo>
                <a:lnTo>
                  <a:pt x="162687" y="813250"/>
                </a:lnTo>
                <a:lnTo>
                  <a:pt x="122627" y="813250"/>
                </a:lnTo>
                <a:lnTo>
                  <a:pt x="111753" y="803670"/>
                </a:lnTo>
                <a:lnTo>
                  <a:pt x="89854" y="745328"/>
                </a:lnTo>
                <a:lnTo>
                  <a:pt x="79135" y="692843"/>
                </a:lnTo>
                <a:lnTo>
                  <a:pt x="68776" y="622337"/>
                </a:lnTo>
                <a:lnTo>
                  <a:pt x="60900" y="555204"/>
                </a:lnTo>
                <a:lnTo>
                  <a:pt x="54853" y="492989"/>
                </a:lnTo>
                <a:lnTo>
                  <a:pt x="50785" y="437177"/>
                </a:lnTo>
                <a:lnTo>
                  <a:pt x="48848" y="389256"/>
                </a:lnTo>
                <a:lnTo>
                  <a:pt x="49195" y="350711"/>
                </a:lnTo>
                <a:lnTo>
                  <a:pt x="56016" y="248872"/>
                </a:lnTo>
                <a:lnTo>
                  <a:pt x="65129" y="170771"/>
                </a:lnTo>
                <a:lnTo>
                  <a:pt x="75412" y="113384"/>
                </a:lnTo>
                <a:lnTo>
                  <a:pt x="85741" y="73692"/>
                </a:lnTo>
                <a:lnTo>
                  <a:pt x="102048" y="35303"/>
                </a:lnTo>
                <a:lnTo>
                  <a:pt x="105780" y="30564"/>
                </a:lnTo>
                <a:lnTo>
                  <a:pt x="183312" y="30564"/>
                </a:lnTo>
                <a:lnTo>
                  <a:pt x="175453" y="24889"/>
                </a:lnTo>
                <a:lnTo>
                  <a:pt x="157179" y="17059"/>
                </a:lnTo>
                <a:lnTo>
                  <a:pt x="139640" y="10630"/>
                </a:lnTo>
                <a:lnTo>
                  <a:pt x="124156" y="5611"/>
                </a:lnTo>
                <a:lnTo>
                  <a:pt x="106817" y="492"/>
                </a:lnTo>
                <a:lnTo>
                  <a:pt x="98723" y="0"/>
                </a:lnTo>
                <a:close/>
              </a:path>
              <a:path w="221614" h="871855">
                <a:moveTo>
                  <a:pt x="183312" y="30564"/>
                </a:moveTo>
                <a:lnTo>
                  <a:pt x="105780" y="30564"/>
                </a:lnTo>
                <a:lnTo>
                  <a:pt x="111653" y="33054"/>
                </a:lnTo>
                <a:lnTo>
                  <a:pt x="117496" y="36494"/>
                </a:lnTo>
                <a:lnTo>
                  <a:pt x="148166" y="74309"/>
                </a:lnTo>
                <a:lnTo>
                  <a:pt x="160413" y="143968"/>
                </a:lnTo>
                <a:lnTo>
                  <a:pt x="164539" y="189669"/>
                </a:lnTo>
                <a:lnTo>
                  <a:pt x="169298" y="244165"/>
                </a:lnTo>
                <a:lnTo>
                  <a:pt x="174094" y="301367"/>
                </a:lnTo>
                <a:lnTo>
                  <a:pt x="178938" y="362435"/>
                </a:lnTo>
                <a:lnTo>
                  <a:pt x="183438" y="423694"/>
                </a:lnTo>
                <a:lnTo>
                  <a:pt x="187302" y="482679"/>
                </a:lnTo>
                <a:lnTo>
                  <a:pt x="190238" y="536925"/>
                </a:lnTo>
                <a:lnTo>
                  <a:pt x="191954" y="583967"/>
                </a:lnTo>
                <a:lnTo>
                  <a:pt x="192097" y="622337"/>
                </a:lnTo>
                <a:lnTo>
                  <a:pt x="190563" y="646577"/>
                </a:lnTo>
                <a:lnTo>
                  <a:pt x="182990" y="688225"/>
                </a:lnTo>
                <a:lnTo>
                  <a:pt x="170094" y="739642"/>
                </a:lnTo>
                <a:lnTo>
                  <a:pt x="153103" y="785944"/>
                </a:lnTo>
                <a:lnTo>
                  <a:pt x="122627" y="813250"/>
                </a:lnTo>
                <a:lnTo>
                  <a:pt x="162687" y="813250"/>
                </a:lnTo>
                <a:lnTo>
                  <a:pt x="190859" y="753290"/>
                </a:lnTo>
                <a:lnTo>
                  <a:pt x="208998" y="698350"/>
                </a:lnTo>
                <a:lnTo>
                  <a:pt x="219400" y="650650"/>
                </a:lnTo>
                <a:lnTo>
                  <a:pt x="221109" y="589585"/>
                </a:lnTo>
                <a:lnTo>
                  <a:pt x="219662" y="544393"/>
                </a:lnTo>
                <a:lnTo>
                  <a:pt x="217016" y="492202"/>
                </a:lnTo>
                <a:lnTo>
                  <a:pt x="213423" y="435091"/>
                </a:lnTo>
                <a:lnTo>
                  <a:pt x="209135" y="375141"/>
                </a:lnTo>
                <a:lnTo>
                  <a:pt x="204406" y="314432"/>
                </a:lnTo>
                <a:lnTo>
                  <a:pt x="199485" y="255044"/>
                </a:lnTo>
                <a:lnTo>
                  <a:pt x="194627" y="199057"/>
                </a:lnTo>
                <a:lnTo>
                  <a:pt x="190082" y="148552"/>
                </a:lnTo>
                <a:lnTo>
                  <a:pt x="186102" y="105609"/>
                </a:lnTo>
                <a:lnTo>
                  <a:pt x="212489" y="95473"/>
                </a:lnTo>
                <a:lnTo>
                  <a:pt x="209223" y="73277"/>
                </a:lnTo>
                <a:lnTo>
                  <a:pt x="202845" y="53364"/>
                </a:lnTo>
                <a:lnTo>
                  <a:pt x="192030" y="36860"/>
                </a:lnTo>
                <a:lnTo>
                  <a:pt x="183312" y="30564"/>
                </a:lnTo>
                <a:close/>
              </a:path>
            </a:pathLst>
          </a:custGeom>
          <a:solidFill>
            <a:srgbClr val="490F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5" name="object 245" descr=""/>
          <p:cNvGrpSpPr/>
          <p:nvPr/>
        </p:nvGrpSpPr>
        <p:grpSpPr>
          <a:xfrm>
            <a:off x="3187598" y="2176859"/>
            <a:ext cx="529590" cy="896619"/>
            <a:chOff x="3187598" y="2176859"/>
            <a:chExt cx="529590" cy="896619"/>
          </a:xfrm>
        </p:grpSpPr>
        <p:sp>
          <p:nvSpPr>
            <p:cNvPr id="246" name="object 246" descr=""/>
            <p:cNvSpPr/>
            <p:nvPr/>
          </p:nvSpPr>
          <p:spPr>
            <a:xfrm>
              <a:off x="3491526" y="2201632"/>
              <a:ext cx="221615" cy="871855"/>
            </a:xfrm>
            <a:custGeom>
              <a:avLst/>
              <a:gdLst/>
              <a:ahLst/>
              <a:cxnLst/>
              <a:rect l="l" t="t" r="r" b="b"/>
              <a:pathLst>
                <a:path w="221614" h="871855">
                  <a:moveTo>
                    <a:pt x="98723" y="0"/>
                  </a:moveTo>
                  <a:lnTo>
                    <a:pt x="70710" y="30344"/>
                  </a:lnTo>
                  <a:lnTo>
                    <a:pt x="53280" y="71828"/>
                  </a:lnTo>
                  <a:lnTo>
                    <a:pt x="37786" y="125027"/>
                  </a:lnTo>
                  <a:lnTo>
                    <a:pt x="24536" y="184341"/>
                  </a:lnTo>
                  <a:lnTo>
                    <a:pt x="13837" y="244169"/>
                  </a:lnTo>
                  <a:lnTo>
                    <a:pt x="5997" y="298910"/>
                  </a:lnTo>
                  <a:lnTo>
                    <a:pt x="1323" y="342963"/>
                  </a:lnTo>
                  <a:lnTo>
                    <a:pt x="0" y="376044"/>
                  </a:lnTo>
                  <a:lnTo>
                    <a:pt x="626" y="416913"/>
                  </a:lnTo>
                  <a:lnTo>
                    <a:pt x="3107" y="464152"/>
                  </a:lnTo>
                  <a:lnTo>
                    <a:pt x="7345" y="516346"/>
                  </a:lnTo>
                  <a:lnTo>
                    <a:pt x="13247" y="572080"/>
                  </a:lnTo>
                  <a:lnTo>
                    <a:pt x="20715" y="629938"/>
                  </a:lnTo>
                  <a:lnTo>
                    <a:pt x="27354" y="674029"/>
                  </a:lnTo>
                  <a:lnTo>
                    <a:pt x="36903" y="728511"/>
                  </a:lnTo>
                  <a:lnTo>
                    <a:pt x="48909" y="784036"/>
                  </a:lnTo>
                  <a:lnTo>
                    <a:pt x="62917" y="831256"/>
                  </a:lnTo>
                  <a:lnTo>
                    <a:pt x="83784" y="865643"/>
                  </a:lnTo>
                  <a:lnTo>
                    <a:pt x="102199" y="871805"/>
                  </a:lnTo>
                  <a:lnTo>
                    <a:pt x="105288" y="871774"/>
                  </a:lnTo>
                  <a:lnTo>
                    <a:pt x="108450" y="871261"/>
                  </a:lnTo>
                  <a:lnTo>
                    <a:pt x="111644" y="870277"/>
                  </a:lnTo>
                  <a:lnTo>
                    <a:pt x="140018" y="848380"/>
                  </a:lnTo>
                  <a:lnTo>
                    <a:pt x="162687" y="813250"/>
                  </a:lnTo>
                  <a:lnTo>
                    <a:pt x="122627" y="813250"/>
                  </a:lnTo>
                  <a:lnTo>
                    <a:pt x="111753" y="803670"/>
                  </a:lnTo>
                  <a:lnTo>
                    <a:pt x="89854" y="745328"/>
                  </a:lnTo>
                  <a:lnTo>
                    <a:pt x="79135" y="692843"/>
                  </a:lnTo>
                  <a:lnTo>
                    <a:pt x="68776" y="622337"/>
                  </a:lnTo>
                  <a:lnTo>
                    <a:pt x="60900" y="555204"/>
                  </a:lnTo>
                  <a:lnTo>
                    <a:pt x="54853" y="492989"/>
                  </a:lnTo>
                  <a:lnTo>
                    <a:pt x="50785" y="437177"/>
                  </a:lnTo>
                  <a:lnTo>
                    <a:pt x="48848" y="389256"/>
                  </a:lnTo>
                  <a:lnTo>
                    <a:pt x="49195" y="350711"/>
                  </a:lnTo>
                  <a:lnTo>
                    <a:pt x="56016" y="248872"/>
                  </a:lnTo>
                  <a:lnTo>
                    <a:pt x="65129" y="170771"/>
                  </a:lnTo>
                  <a:lnTo>
                    <a:pt x="75412" y="113384"/>
                  </a:lnTo>
                  <a:lnTo>
                    <a:pt x="85741" y="73692"/>
                  </a:lnTo>
                  <a:lnTo>
                    <a:pt x="102048" y="35303"/>
                  </a:lnTo>
                  <a:lnTo>
                    <a:pt x="105780" y="30564"/>
                  </a:lnTo>
                  <a:lnTo>
                    <a:pt x="153724" y="30564"/>
                  </a:lnTo>
                  <a:lnTo>
                    <a:pt x="149768" y="25747"/>
                  </a:lnTo>
                  <a:lnTo>
                    <a:pt x="112042" y="2010"/>
                  </a:lnTo>
                  <a:lnTo>
                    <a:pt x="106817" y="492"/>
                  </a:lnTo>
                  <a:lnTo>
                    <a:pt x="98723" y="0"/>
                  </a:lnTo>
                  <a:close/>
                </a:path>
                <a:path w="221614" h="871855">
                  <a:moveTo>
                    <a:pt x="153724" y="30564"/>
                  </a:moveTo>
                  <a:lnTo>
                    <a:pt x="105780" y="30564"/>
                  </a:lnTo>
                  <a:lnTo>
                    <a:pt x="111784" y="36344"/>
                  </a:lnTo>
                  <a:lnTo>
                    <a:pt x="117915" y="47023"/>
                  </a:lnTo>
                  <a:lnTo>
                    <a:pt x="123996" y="58643"/>
                  </a:lnTo>
                  <a:lnTo>
                    <a:pt x="129853" y="67244"/>
                  </a:lnTo>
                  <a:lnTo>
                    <a:pt x="140487" y="77091"/>
                  </a:lnTo>
                  <a:lnTo>
                    <a:pt x="148585" y="84841"/>
                  </a:lnTo>
                  <a:lnTo>
                    <a:pt x="160413" y="143968"/>
                  </a:lnTo>
                  <a:lnTo>
                    <a:pt x="164539" y="189669"/>
                  </a:lnTo>
                  <a:lnTo>
                    <a:pt x="169299" y="244169"/>
                  </a:lnTo>
                  <a:lnTo>
                    <a:pt x="174094" y="301367"/>
                  </a:lnTo>
                  <a:lnTo>
                    <a:pt x="178938" y="362435"/>
                  </a:lnTo>
                  <a:lnTo>
                    <a:pt x="183438" y="423694"/>
                  </a:lnTo>
                  <a:lnTo>
                    <a:pt x="187302" y="482679"/>
                  </a:lnTo>
                  <a:lnTo>
                    <a:pt x="190238" y="536925"/>
                  </a:lnTo>
                  <a:lnTo>
                    <a:pt x="191954" y="583967"/>
                  </a:lnTo>
                  <a:lnTo>
                    <a:pt x="192097" y="622337"/>
                  </a:lnTo>
                  <a:lnTo>
                    <a:pt x="190563" y="646577"/>
                  </a:lnTo>
                  <a:lnTo>
                    <a:pt x="182990" y="688225"/>
                  </a:lnTo>
                  <a:lnTo>
                    <a:pt x="170094" y="739642"/>
                  </a:lnTo>
                  <a:lnTo>
                    <a:pt x="153103" y="785944"/>
                  </a:lnTo>
                  <a:lnTo>
                    <a:pt x="122627" y="813250"/>
                  </a:lnTo>
                  <a:lnTo>
                    <a:pt x="162687" y="813250"/>
                  </a:lnTo>
                  <a:lnTo>
                    <a:pt x="190859" y="753290"/>
                  </a:lnTo>
                  <a:lnTo>
                    <a:pt x="208998" y="698350"/>
                  </a:lnTo>
                  <a:lnTo>
                    <a:pt x="219400" y="650650"/>
                  </a:lnTo>
                  <a:lnTo>
                    <a:pt x="221109" y="589586"/>
                  </a:lnTo>
                  <a:lnTo>
                    <a:pt x="219662" y="544395"/>
                  </a:lnTo>
                  <a:lnTo>
                    <a:pt x="217016" y="492204"/>
                  </a:lnTo>
                  <a:lnTo>
                    <a:pt x="213423" y="435094"/>
                  </a:lnTo>
                  <a:lnTo>
                    <a:pt x="209135" y="375145"/>
                  </a:lnTo>
                  <a:lnTo>
                    <a:pt x="204406" y="314436"/>
                  </a:lnTo>
                  <a:lnTo>
                    <a:pt x="199485" y="255048"/>
                  </a:lnTo>
                  <a:lnTo>
                    <a:pt x="194627" y="199061"/>
                  </a:lnTo>
                  <a:lnTo>
                    <a:pt x="190082" y="148555"/>
                  </a:lnTo>
                  <a:lnTo>
                    <a:pt x="186102" y="105609"/>
                  </a:lnTo>
                  <a:lnTo>
                    <a:pt x="174567" y="62022"/>
                  </a:lnTo>
                  <a:lnTo>
                    <a:pt x="163713" y="42727"/>
                  </a:lnTo>
                  <a:lnTo>
                    <a:pt x="153724" y="30564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7" name="object 247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411099" y="2176859"/>
              <a:ext cx="169723" cy="119127"/>
            </a:xfrm>
            <a:prstGeom prst="rect">
              <a:avLst/>
            </a:prstGeom>
          </p:spPr>
        </p:pic>
        <p:sp>
          <p:nvSpPr>
            <p:cNvPr id="248" name="object 248" descr=""/>
            <p:cNvSpPr/>
            <p:nvPr/>
          </p:nvSpPr>
          <p:spPr>
            <a:xfrm>
              <a:off x="3245038" y="2307349"/>
              <a:ext cx="469265" cy="668020"/>
            </a:xfrm>
            <a:custGeom>
              <a:avLst/>
              <a:gdLst/>
              <a:ahLst/>
              <a:cxnLst/>
              <a:rect l="l" t="t" r="r" b="b"/>
              <a:pathLst>
                <a:path w="469264" h="668019">
                  <a:moveTo>
                    <a:pt x="70584" y="0"/>
                  </a:moveTo>
                  <a:lnTo>
                    <a:pt x="34437" y="28267"/>
                  </a:lnTo>
                  <a:lnTo>
                    <a:pt x="12764" y="72845"/>
                  </a:lnTo>
                  <a:lnTo>
                    <a:pt x="0" y="628462"/>
                  </a:lnTo>
                  <a:lnTo>
                    <a:pt x="2873" y="643902"/>
                  </a:lnTo>
                  <a:lnTo>
                    <a:pt x="10400" y="656456"/>
                  </a:lnTo>
                  <a:lnTo>
                    <a:pt x="21456" y="664856"/>
                  </a:lnTo>
                  <a:lnTo>
                    <a:pt x="34920" y="667833"/>
                  </a:lnTo>
                  <a:lnTo>
                    <a:pt x="435075" y="663508"/>
                  </a:lnTo>
                  <a:lnTo>
                    <a:pt x="448467" y="660244"/>
                  </a:lnTo>
                  <a:lnTo>
                    <a:pt x="459339" y="651612"/>
                  </a:lnTo>
                  <a:lnTo>
                    <a:pt x="466595" y="638902"/>
                  </a:lnTo>
                  <a:lnTo>
                    <a:pt x="469137" y="623405"/>
                  </a:lnTo>
                  <a:lnTo>
                    <a:pt x="440635" y="75055"/>
                  </a:lnTo>
                  <a:lnTo>
                    <a:pt x="429177" y="60521"/>
                  </a:lnTo>
                  <a:lnTo>
                    <a:pt x="402766" y="49961"/>
                  </a:lnTo>
                  <a:lnTo>
                    <a:pt x="372827" y="43556"/>
                  </a:lnTo>
                  <a:lnTo>
                    <a:pt x="350785" y="41485"/>
                  </a:lnTo>
                  <a:lnTo>
                    <a:pt x="70584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9" name="object 249" descr=""/>
            <p:cNvSpPr/>
            <p:nvPr/>
          </p:nvSpPr>
          <p:spPr>
            <a:xfrm>
              <a:off x="3356765" y="2600555"/>
              <a:ext cx="346075" cy="333375"/>
            </a:xfrm>
            <a:custGeom>
              <a:avLst/>
              <a:gdLst/>
              <a:ahLst/>
              <a:cxnLst/>
              <a:rect l="l" t="t" r="r" b="b"/>
              <a:pathLst>
                <a:path w="346075" h="333375">
                  <a:moveTo>
                    <a:pt x="141347" y="0"/>
                  </a:moveTo>
                  <a:lnTo>
                    <a:pt x="74491" y="279"/>
                  </a:lnTo>
                  <a:lnTo>
                    <a:pt x="23633" y="2457"/>
                  </a:lnTo>
                  <a:lnTo>
                    <a:pt x="0" y="6976"/>
                  </a:lnTo>
                  <a:lnTo>
                    <a:pt x="2426" y="180191"/>
                  </a:lnTo>
                  <a:lnTo>
                    <a:pt x="4336" y="270872"/>
                  </a:lnTo>
                  <a:lnTo>
                    <a:pt x="10565" y="323218"/>
                  </a:lnTo>
                  <a:lnTo>
                    <a:pt x="77274" y="332252"/>
                  </a:lnTo>
                  <a:lnTo>
                    <a:pt x="140352" y="333210"/>
                  </a:lnTo>
                  <a:lnTo>
                    <a:pt x="208932" y="332369"/>
                  </a:lnTo>
                  <a:lnTo>
                    <a:pt x="272279" y="330157"/>
                  </a:lnTo>
                  <a:lnTo>
                    <a:pt x="319658" y="327006"/>
                  </a:lnTo>
                  <a:lnTo>
                    <a:pt x="343716" y="297455"/>
                  </a:lnTo>
                  <a:lnTo>
                    <a:pt x="345413" y="239385"/>
                  </a:lnTo>
                  <a:lnTo>
                    <a:pt x="345866" y="165320"/>
                  </a:lnTo>
                  <a:lnTo>
                    <a:pt x="345518" y="91445"/>
                  </a:lnTo>
                  <a:lnTo>
                    <a:pt x="344811" y="33945"/>
                  </a:lnTo>
                  <a:lnTo>
                    <a:pt x="278139" y="3365"/>
                  </a:lnTo>
                  <a:lnTo>
                    <a:pt x="212972" y="1176"/>
                  </a:lnTo>
                  <a:lnTo>
                    <a:pt x="141347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0" name="object 250" descr=""/>
            <p:cNvSpPr/>
            <p:nvPr/>
          </p:nvSpPr>
          <p:spPr>
            <a:xfrm>
              <a:off x="3452800" y="2537006"/>
              <a:ext cx="55880" cy="34290"/>
            </a:xfrm>
            <a:custGeom>
              <a:avLst/>
              <a:gdLst/>
              <a:ahLst/>
              <a:cxnLst/>
              <a:rect l="l" t="t" r="r" b="b"/>
              <a:pathLst>
                <a:path w="55879" h="34289">
                  <a:moveTo>
                    <a:pt x="55079" y="0"/>
                  </a:moveTo>
                  <a:lnTo>
                    <a:pt x="1143" y="586"/>
                  </a:lnTo>
                  <a:lnTo>
                    <a:pt x="259" y="16452"/>
                  </a:lnTo>
                  <a:lnTo>
                    <a:pt x="0" y="24949"/>
                  </a:lnTo>
                  <a:lnTo>
                    <a:pt x="395" y="28966"/>
                  </a:lnTo>
                  <a:lnTo>
                    <a:pt x="1479" y="31391"/>
                  </a:lnTo>
                  <a:lnTo>
                    <a:pt x="10054" y="33406"/>
                  </a:lnTo>
                  <a:lnTo>
                    <a:pt x="27284" y="34124"/>
                  </a:lnTo>
                  <a:lnTo>
                    <a:pt x="44734" y="33335"/>
                  </a:lnTo>
                  <a:lnTo>
                    <a:pt x="53969" y="30826"/>
                  </a:lnTo>
                  <a:lnTo>
                    <a:pt x="55446" y="24070"/>
                  </a:lnTo>
                  <a:lnTo>
                    <a:pt x="55682" y="13689"/>
                  </a:lnTo>
                  <a:lnTo>
                    <a:pt x="55340" y="4170"/>
                  </a:lnTo>
                  <a:lnTo>
                    <a:pt x="55079" y="0"/>
                  </a:lnTo>
                  <a:close/>
                </a:path>
              </a:pathLst>
            </a:custGeom>
            <a:solidFill>
              <a:srgbClr val="331E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1" name="object 251" descr=""/>
            <p:cNvSpPr/>
            <p:nvPr/>
          </p:nvSpPr>
          <p:spPr>
            <a:xfrm>
              <a:off x="3257801" y="2263695"/>
              <a:ext cx="459740" cy="303530"/>
            </a:xfrm>
            <a:custGeom>
              <a:avLst/>
              <a:gdLst/>
              <a:ahLst/>
              <a:cxnLst/>
              <a:rect l="l" t="t" r="r" b="b"/>
              <a:pathLst>
                <a:path w="459739" h="303530">
                  <a:moveTo>
                    <a:pt x="254798" y="0"/>
                  </a:moveTo>
                  <a:lnTo>
                    <a:pt x="193368" y="945"/>
                  </a:lnTo>
                  <a:lnTo>
                    <a:pt x="136624" y="3919"/>
                  </a:lnTo>
                  <a:lnTo>
                    <a:pt x="90010" y="8566"/>
                  </a:lnTo>
                  <a:lnTo>
                    <a:pt x="38644" y="21615"/>
                  </a:lnTo>
                  <a:lnTo>
                    <a:pt x="9597" y="71691"/>
                  </a:lnTo>
                  <a:lnTo>
                    <a:pt x="0" y="116505"/>
                  </a:lnTo>
                  <a:lnTo>
                    <a:pt x="4001" y="113258"/>
                  </a:lnTo>
                  <a:lnTo>
                    <a:pt x="13049" y="95117"/>
                  </a:lnTo>
                  <a:lnTo>
                    <a:pt x="24840" y="74483"/>
                  </a:lnTo>
                  <a:lnTo>
                    <a:pt x="37074" y="63760"/>
                  </a:lnTo>
                  <a:lnTo>
                    <a:pt x="47449" y="75350"/>
                  </a:lnTo>
                  <a:lnTo>
                    <a:pt x="53663" y="121657"/>
                  </a:lnTo>
                  <a:lnTo>
                    <a:pt x="57116" y="179302"/>
                  </a:lnTo>
                  <a:lnTo>
                    <a:pt x="61309" y="232788"/>
                  </a:lnTo>
                  <a:lnTo>
                    <a:pt x="65498" y="273959"/>
                  </a:lnTo>
                  <a:lnTo>
                    <a:pt x="68940" y="294657"/>
                  </a:lnTo>
                  <a:lnTo>
                    <a:pt x="88578" y="299253"/>
                  </a:lnTo>
                  <a:lnTo>
                    <a:pt x="133314" y="292616"/>
                  </a:lnTo>
                  <a:lnTo>
                    <a:pt x="195803" y="282345"/>
                  </a:lnTo>
                  <a:lnTo>
                    <a:pt x="268703" y="276040"/>
                  </a:lnTo>
                  <a:lnTo>
                    <a:pt x="333861" y="280414"/>
                  </a:lnTo>
                  <a:lnTo>
                    <a:pt x="389622" y="291586"/>
                  </a:lnTo>
                  <a:lnTo>
                    <a:pt x="430991" y="301772"/>
                  </a:lnTo>
                  <a:lnTo>
                    <a:pt x="452970" y="303191"/>
                  </a:lnTo>
                  <a:lnTo>
                    <a:pt x="458023" y="280901"/>
                  </a:lnTo>
                  <a:lnTo>
                    <a:pt x="459381" y="230595"/>
                  </a:lnTo>
                  <a:lnTo>
                    <a:pt x="457573" y="165993"/>
                  </a:lnTo>
                  <a:lnTo>
                    <a:pt x="453131" y="100817"/>
                  </a:lnTo>
                  <a:lnTo>
                    <a:pt x="446586" y="48788"/>
                  </a:lnTo>
                  <a:lnTo>
                    <a:pt x="412748" y="12897"/>
                  </a:lnTo>
                  <a:lnTo>
                    <a:pt x="369933" y="5619"/>
                  </a:lnTo>
                  <a:lnTo>
                    <a:pt x="315468" y="1439"/>
                  </a:lnTo>
                  <a:lnTo>
                    <a:pt x="254798" y="0"/>
                  </a:lnTo>
                  <a:close/>
                </a:path>
              </a:pathLst>
            </a:custGeom>
            <a:solidFill>
              <a:srgbClr val="703B1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 descr=""/>
            <p:cNvSpPr/>
            <p:nvPr/>
          </p:nvSpPr>
          <p:spPr>
            <a:xfrm>
              <a:off x="3345002" y="2517006"/>
              <a:ext cx="354330" cy="31115"/>
            </a:xfrm>
            <a:custGeom>
              <a:avLst/>
              <a:gdLst/>
              <a:ahLst/>
              <a:cxnLst/>
              <a:rect l="l" t="t" r="r" b="b"/>
              <a:pathLst>
                <a:path w="354329" h="31114">
                  <a:moveTo>
                    <a:pt x="21818" y="11760"/>
                  </a:moveTo>
                  <a:lnTo>
                    <a:pt x="18973" y="3606"/>
                  </a:lnTo>
                  <a:lnTo>
                    <a:pt x="10731" y="0"/>
                  </a:lnTo>
                  <a:lnTo>
                    <a:pt x="2616" y="3835"/>
                  </a:lnTo>
                  <a:lnTo>
                    <a:pt x="0" y="12077"/>
                  </a:lnTo>
                  <a:lnTo>
                    <a:pt x="2844" y="20218"/>
                  </a:lnTo>
                  <a:lnTo>
                    <a:pt x="11087" y="23825"/>
                  </a:lnTo>
                  <a:lnTo>
                    <a:pt x="19202" y="19989"/>
                  </a:lnTo>
                  <a:lnTo>
                    <a:pt x="21818" y="11760"/>
                  </a:lnTo>
                  <a:close/>
                </a:path>
                <a:path w="354329" h="31114">
                  <a:moveTo>
                    <a:pt x="353949" y="18910"/>
                  </a:moveTo>
                  <a:lnTo>
                    <a:pt x="351104" y="10756"/>
                  </a:lnTo>
                  <a:lnTo>
                    <a:pt x="342861" y="7150"/>
                  </a:lnTo>
                  <a:lnTo>
                    <a:pt x="334746" y="10998"/>
                  </a:lnTo>
                  <a:lnTo>
                    <a:pt x="332130" y="19227"/>
                  </a:lnTo>
                  <a:lnTo>
                    <a:pt x="334975" y="27381"/>
                  </a:lnTo>
                  <a:lnTo>
                    <a:pt x="343217" y="30988"/>
                  </a:lnTo>
                  <a:lnTo>
                    <a:pt x="351332" y="27139"/>
                  </a:lnTo>
                  <a:lnTo>
                    <a:pt x="353949" y="18910"/>
                  </a:lnTo>
                  <a:close/>
                </a:path>
              </a:pathLst>
            </a:custGeom>
            <a:solidFill>
              <a:srgbClr val="F7DC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3" name="object 253" descr=""/>
            <p:cNvSpPr/>
            <p:nvPr/>
          </p:nvSpPr>
          <p:spPr>
            <a:xfrm>
              <a:off x="3187598" y="2643766"/>
              <a:ext cx="137795" cy="306070"/>
            </a:xfrm>
            <a:custGeom>
              <a:avLst/>
              <a:gdLst/>
              <a:ahLst/>
              <a:cxnLst/>
              <a:rect l="l" t="t" r="r" b="b"/>
              <a:pathLst>
                <a:path w="137795" h="306069">
                  <a:moveTo>
                    <a:pt x="123954" y="0"/>
                  </a:moveTo>
                  <a:lnTo>
                    <a:pt x="55924" y="11099"/>
                  </a:lnTo>
                  <a:lnTo>
                    <a:pt x="21189" y="41245"/>
                  </a:lnTo>
                  <a:lnTo>
                    <a:pt x="12576" y="99703"/>
                  </a:lnTo>
                  <a:lnTo>
                    <a:pt x="5842" y="170361"/>
                  </a:lnTo>
                  <a:lnTo>
                    <a:pt x="1483" y="232480"/>
                  </a:lnTo>
                  <a:lnTo>
                    <a:pt x="0" y="265321"/>
                  </a:lnTo>
                  <a:lnTo>
                    <a:pt x="17852" y="281136"/>
                  </a:lnTo>
                  <a:lnTo>
                    <a:pt x="58050" y="296494"/>
                  </a:lnTo>
                  <a:lnTo>
                    <a:pt x="101028" y="305604"/>
                  </a:lnTo>
                  <a:lnTo>
                    <a:pt x="127221" y="302671"/>
                  </a:lnTo>
                  <a:lnTo>
                    <a:pt x="132605" y="280995"/>
                  </a:lnTo>
                  <a:lnTo>
                    <a:pt x="135910" y="235192"/>
                  </a:lnTo>
                  <a:lnTo>
                    <a:pt x="137214" y="175425"/>
                  </a:lnTo>
                  <a:lnTo>
                    <a:pt x="136593" y="111859"/>
                  </a:lnTo>
                  <a:lnTo>
                    <a:pt x="134125" y="54657"/>
                  </a:lnTo>
                  <a:lnTo>
                    <a:pt x="129886" y="13982"/>
                  </a:lnTo>
                  <a:lnTo>
                    <a:pt x="123954" y="0"/>
                  </a:lnTo>
                  <a:close/>
                </a:path>
              </a:pathLst>
            </a:custGeom>
            <a:solidFill>
              <a:srgbClr val="53270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4" name="object 25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187814" y="2599756"/>
              <a:ext cx="134188" cy="153386"/>
            </a:xfrm>
            <a:prstGeom prst="rect">
              <a:avLst/>
            </a:prstGeom>
          </p:spPr>
        </p:pic>
        <p:sp>
          <p:nvSpPr>
            <p:cNvPr id="255" name="object 255" descr=""/>
            <p:cNvSpPr/>
            <p:nvPr/>
          </p:nvSpPr>
          <p:spPr>
            <a:xfrm>
              <a:off x="3393160" y="2633617"/>
              <a:ext cx="285115" cy="274320"/>
            </a:xfrm>
            <a:custGeom>
              <a:avLst/>
              <a:gdLst/>
              <a:ahLst/>
              <a:cxnLst/>
              <a:rect l="l" t="t" r="r" b="b"/>
              <a:pathLst>
                <a:path w="285114" h="274319">
                  <a:moveTo>
                    <a:pt x="22809" y="256032"/>
                  </a:moveTo>
                  <a:lnTo>
                    <a:pt x="20078" y="3149"/>
                  </a:lnTo>
                  <a:lnTo>
                    <a:pt x="16865" y="0"/>
                  </a:lnTo>
                  <a:lnTo>
                    <a:pt x="3162" y="152"/>
                  </a:lnTo>
                  <a:lnTo>
                    <a:pt x="0" y="3365"/>
                  </a:lnTo>
                  <a:lnTo>
                    <a:pt x="2743" y="256235"/>
                  </a:lnTo>
                  <a:lnTo>
                    <a:pt x="5956" y="259397"/>
                  </a:lnTo>
                  <a:lnTo>
                    <a:pt x="15735" y="259283"/>
                  </a:lnTo>
                  <a:lnTo>
                    <a:pt x="19659" y="259245"/>
                  </a:lnTo>
                  <a:lnTo>
                    <a:pt x="22809" y="256032"/>
                  </a:lnTo>
                  <a:close/>
                </a:path>
                <a:path w="285114" h="274319">
                  <a:moveTo>
                    <a:pt x="284759" y="269443"/>
                  </a:moveTo>
                  <a:lnTo>
                    <a:pt x="284403" y="237058"/>
                  </a:lnTo>
                  <a:lnTo>
                    <a:pt x="280479" y="233222"/>
                  </a:lnTo>
                  <a:lnTo>
                    <a:pt x="275691" y="233273"/>
                  </a:lnTo>
                  <a:lnTo>
                    <a:pt x="201066" y="234073"/>
                  </a:lnTo>
                  <a:lnTo>
                    <a:pt x="197218" y="238010"/>
                  </a:lnTo>
                  <a:lnTo>
                    <a:pt x="197573" y="270383"/>
                  </a:lnTo>
                  <a:lnTo>
                    <a:pt x="201498" y="274218"/>
                  </a:lnTo>
                  <a:lnTo>
                    <a:pt x="280911" y="273367"/>
                  </a:lnTo>
                  <a:lnTo>
                    <a:pt x="284759" y="269443"/>
                  </a:lnTo>
                  <a:close/>
                </a:path>
              </a:pathLst>
            </a:custGeom>
            <a:solidFill>
              <a:srgbClr val="331E1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6" name="object 256" descr=""/>
            <p:cNvSpPr/>
            <p:nvPr/>
          </p:nvSpPr>
          <p:spPr>
            <a:xfrm>
              <a:off x="3386088" y="2647926"/>
              <a:ext cx="24765" cy="56515"/>
            </a:xfrm>
            <a:custGeom>
              <a:avLst/>
              <a:gdLst/>
              <a:ahLst/>
              <a:cxnLst/>
              <a:rect l="l" t="t" r="r" b="b"/>
              <a:pathLst>
                <a:path w="24764" h="56514">
                  <a:moveTo>
                    <a:pt x="16897" y="0"/>
                  </a:moveTo>
                  <a:lnTo>
                    <a:pt x="6217" y="115"/>
                  </a:lnTo>
                  <a:lnTo>
                    <a:pt x="6426" y="19769"/>
                  </a:lnTo>
                  <a:lnTo>
                    <a:pt x="3322" y="27760"/>
                  </a:lnTo>
                  <a:lnTo>
                    <a:pt x="853" y="36547"/>
                  </a:lnTo>
                  <a:lnTo>
                    <a:pt x="0" y="44941"/>
                  </a:lnTo>
                  <a:lnTo>
                    <a:pt x="1735" y="51715"/>
                  </a:lnTo>
                  <a:lnTo>
                    <a:pt x="3012" y="53830"/>
                  </a:lnTo>
                  <a:lnTo>
                    <a:pt x="5651" y="56364"/>
                  </a:lnTo>
                  <a:lnTo>
                    <a:pt x="11295" y="56364"/>
                  </a:lnTo>
                  <a:lnTo>
                    <a:pt x="16530" y="56301"/>
                  </a:lnTo>
                  <a:lnTo>
                    <a:pt x="20258" y="54731"/>
                  </a:lnTo>
                  <a:lnTo>
                    <a:pt x="22384" y="51673"/>
                  </a:lnTo>
                  <a:lnTo>
                    <a:pt x="22488" y="51370"/>
                  </a:lnTo>
                  <a:lnTo>
                    <a:pt x="7745" y="51349"/>
                  </a:lnTo>
                  <a:lnTo>
                    <a:pt x="6614" y="50082"/>
                  </a:lnTo>
                  <a:lnTo>
                    <a:pt x="3505" y="44941"/>
                  </a:lnTo>
                  <a:lnTo>
                    <a:pt x="5808" y="35318"/>
                  </a:lnTo>
                  <a:lnTo>
                    <a:pt x="9232" y="26281"/>
                  </a:lnTo>
                  <a:lnTo>
                    <a:pt x="14510" y="26219"/>
                  </a:lnTo>
                  <a:lnTo>
                    <a:pt x="19836" y="26219"/>
                  </a:lnTo>
                  <a:lnTo>
                    <a:pt x="19002" y="23884"/>
                  </a:lnTo>
                  <a:lnTo>
                    <a:pt x="17672" y="20313"/>
                  </a:lnTo>
                  <a:lnTo>
                    <a:pt x="17096" y="18648"/>
                  </a:lnTo>
                  <a:lnTo>
                    <a:pt x="16897" y="0"/>
                  </a:lnTo>
                  <a:close/>
                </a:path>
                <a:path w="24764" h="56514">
                  <a:moveTo>
                    <a:pt x="19836" y="26219"/>
                  </a:moveTo>
                  <a:lnTo>
                    <a:pt x="14510" y="26219"/>
                  </a:lnTo>
                  <a:lnTo>
                    <a:pt x="17588" y="34512"/>
                  </a:lnTo>
                  <a:lnTo>
                    <a:pt x="21221" y="44564"/>
                  </a:lnTo>
                  <a:lnTo>
                    <a:pt x="17096" y="50490"/>
                  </a:lnTo>
                  <a:lnTo>
                    <a:pt x="14677" y="51370"/>
                  </a:lnTo>
                  <a:lnTo>
                    <a:pt x="22488" y="51370"/>
                  </a:lnTo>
                  <a:lnTo>
                    <a:pt x="24310" y="46065"/>
                  </a:lnTo>
                  <a:lnTo>
                    <a:pt x="23846" y="39271"/>
                  </a:lnTo>
                  <a:lnTo>
                    <a:pt x="21805" y="31730"/>
                  </a:lnTo>
                  <a:lnTo>
                    <a:pt x="19836" y="26219"/>
                  </a:lnTo>
                  <a:close/>
                </a:path>
              </a:pathLst>
            </a:custGeom>
            <a:solidFill>
              <a:srgbClr val="F7DC9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57" name="object 257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1460765" y="6954353"/>
            <a:ext cx="498290" cy="810530"/>
          </a:xfrm>
          <a:prstGeom prst="rect">
            <a:avLst/>
          </a:prstGeom>
        </p:spPr>
      </p:pic>
      <p:pic>
        <p:nvPicPr>
          <p:cNvPr id="258" name="object 258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167988" y="6823616"/>
            <a:ext cx="666807" cy="1098685"/>
          </a:xfrm>
          <a:prstGeom prst="rect">
            <a:avLst/>
          </a:prstGeom>
        </p:spPr>
      </p:pic>
      <p:grpSp>
        <p:nvGrpSpPr>
          <p:cNvPr id="259" name="object 259" descr=""/>
          <p:cNvGrpSpPr/>
          <p:nvPr/>
        </p:nvGrpSpPr>
        <p:grpSpPr>
          <a:xfrm>
            <a:off x="2965767" y="6932927"/>
            <a:ext cx="647700" cy="941069"/>
            <a:chOff x="2965767" y="6932927"/>
            <a:chExt cx="647700" cy="941069"/>
          </a:xfrm>
        </p:grpSpPr>
        <p:sp>
          <p:nvSpPr>
            <p:cNvPr id="260" name="object 260" descr=""/>
            <p:cNvSpPr/>
            <p:nvPr/>
          </p:nvSpPr>
          <p:spPr>
            <a:xfrm>
              <a:off x="3210139" y="7091470"/>
              <a:ext cx="346710" cy="552450"/>
            </a:xfrm>
            <a:custGeom>
              <a:avLst/>
              <a:gdLst/>
              <a:ahLst/>
              <a:cxnLst/>
              <a:rect l="l" t="t" r="r" b="b"/>
              <a:pathLst>
                <a:path w="346710" h="552450">
                  <a:moveTo>
                    <a:pt x="189604" y="0"/>
                  </a:moveTo>
                  <a:lnTo>
                    <a:pt x="134467" y="4096"/>
                  </a:lnTo>
                  <a:lnTo>
                    <a:pt x="82395" y="13742"/>
                  </a:lnTo>
                  <a:lnTo>
                    <a:pt x="44516" y="28377"/>
                  </a:lnTo>
                  <a:lnTo>
                    <a:pt x="13081" y="293130"/>
                  </a:lnTo>
                  <a:lnTo>
                    <a:pt x="0" y="433468"/>
                  </a:lnTo>
                  <a:lnTo>
                    <a:pt x="2931" y="496270"/>
                  </a:lnTo>
                  <a:lnTo>
                    <a:pt x="19533" y="528414"/>
                  </a:lnTo>
                  <a:lnTo>
                    <a:pt x="46306" y="542949"/>
                  </a:lnTo>
                  <a:lnTo>
                    <a:pt x="94693" y="550336"/>
                  </a:lnTo>
                  <a:lnTo>
                    <a:pt x="155652" y="551874"/>
                  </a:lnTo>
                  <a:lnTo>
                    <a:pt x="220140" y="548863"/>
                  </a:lnTo>
                  <a:lnTo>
                    <a:pt x="279114" y="542603"/>
                  </a:lnTo>
                  <a:lnTo>
                    <a:pt x="323532" y="534394"/>
                  </a:lnTo>
                  <a:lnTo>
                    <a:pt x="344350" y="525535"/>
                  </a:lnTo>
                  <a:lnTo>
                    <a:pt x="346199" y="509398"/>
                  </a:lnTo>
                  <a:lnTo>
                    <a:pt x="344486" y="474856"/>
                  </a:lnTo>
                  <a:lnTo>
                    <a:pt x="339791" y="425999"/>
                  </a:lnTo>
                  <a:lnTo>
                    <a:pt x="332695" y="366920"/>
                  </a:lnTo>
                  <a:lnTo>
                    <a:pt x="323778" y="301706"/>
                  </a:lnTo>
                  <a:lnTo>
                    <a:pt x="313621" y="234450"/>
                  </a:lnTo>
                  <a:lnTo>
                    <a:pt x="302804" y="169242"/>
                  </a:lnTo>
                  <a:lnTo>
                    <a:pt x="291908" y="110171"/>
                  </a:lnTo>
                  <a:lnTo>
                    <a:pt x="281514" y="61329"/>
                  </a:lnTo>
                  <a:lnTo>
                    <a:pt x="264552" y="10692"/>
                  </a:lnTo>
                  <a:lnTo>
                    <a:pt x="189604" y="0"/>
                  </a:lnTo>
                  <a:close/>
                </a:path>
              </a:pathLst>
            </a:custGeom>
            <a:solidFill>
              <a:srgbClr val="DFD3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1" name="object 261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483865" y="7321225"/>
              <a:ext cx="65848" cy="185252"/>
            </a:xfrm>
            <a:prstGeom prst="rect">
              <a:avLst/>
            </a:prstGeom>
          </p:spPr>
        </p:pic>
        <p:sp>
          <p:nvSpPr>
            <p:cNvPr id="262" name="object 262" descr=""/>
            <p:cNvSpPr/>
            <p:nvPr/>
          </p:nvSpPr>
          <p:spPr>
            <a:xfrm>
              <a:off x="3499683" y="7232634"/>
              <a:ext cx="52069" cy="402590"/>
            </a:xfrm>
            <a:custGeom>
              <a:avLst/>
              <a:gdLst/>
              <a:ahLst/>
              <a:cxnLst/>
              <a:rect l="l" t="t" r="r" b="b"/>
              <a:pathLst>
                <a:path w="52070" h="402590">
                  <a:moveTo>
                    <a:pt x="12313" y="0"/>
                  </a:moveTo>
                  <a:lnTo>
                    <a:pt x="0" y="1811"/>
                  </a:lnTo>
                  <a:lnTo>
                    <a:pt x="8838" y="63963"/>
                  </a:lnTo>
                  <a:lnTo>
                    <a:pt x="16765" y="123257"/>
                  </a:lnTo>
                  <a:lnTo>
                    <a:pt x="24446" y="186286"/>
                  </a:lnTo>
                  <a:lnTo>
                    <a:pt x="29946" y="241741"/>
                  </a:lnTo>
                  <a:lnTo>
                    <a:pt x="34087" y="300458"/>
                  </a:lnTo>
                  <a:lnTo>
                    <a:pt x="37064" y="351769"/>
                  </a:lnTo>
                  <a:lnTo>
                    <a:pt x="39485" y="402458"/>
                  </a:lnTo>
                  <a:lnTo>
                    <a:pt x="51925" y="401945"/>
                  </a:lnTo>
                  <a:lnTo>
                    <a:pt x="49495" y="351107"/>
                  </a:lnTo>
                  <a:lnTo>
                    <a:pt x="46509" y="299644"/>
                  </a:lnTo>
                  <a:lnTo>
                    <a:pt x="42354" y="240757"/>
                  </a:lnTo>
                  <a:lnTo>
                    <a:pt x="36829" y="185059"/>
                  </a:lnTo>
                  <a:lnTo>
                    <a:pt x="29122" y="121805"/>
                  </a:lnTo>
                  <a:lnTo>
                    <a:pt x="21173" y="62325"/>
                  </a:lnTo>
                  <a:lnTo>
                    <a:pt x="12313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3" name="object 263" descr=""/>
            <p:cNvSpPr/>
            <p:nvPr/>
          </p:nvSpPr>
          <p:spPr>
            <a:xfrm>
              <a:off x="3507153" y="7257268"/>
              <a:ext cx="50165" cy="391795"/>
            </a:xfrm>
            <a:custGeom>
              <a:avLst/>
              <a:gdLst/>
              <a:ahLst/>
              <a:cxnLst/>
              <a:rect l="l" t="t" r="r" b="b"/>
              <a:pathLst>
                <a:path w="50164" h="391795">
                  <a:moveTo>
                    <a:pt x="11497" y="0"/>
                  </a:moveTo>
                  <a:lnTo>
                    <a:pt x="0" y="1717"/>
                  </a:lnTo>
                  <a:lnTo>
                    <a:pt x="8468" y="62197"/>
                  </a:lnTo>
                  <a:lnTo>
                    <a:pt x="16074" y="119894"/>
                  </a:lnTo>
                  <a:lnTo>
                    <a:pt x="23466" y="181222"/>
                  </a:lnTo>
                  <a:lnTo>
                    <a:pt x="28794" y="235176"/>
                  </a:lnTo>
                  <a:lnTo>
                    <a:pt x="32860" y="292299"/>
                  </a:lnTo>
                  <a:lnTo>
                    <a:pt x="35815" y="342214"/>
                  </a:lnTo>
                  <a:lnTo>
                    <a:pt x="38250" y="391516"/>
                  </a:lnTo>
                  <a:lnTo>
                    <a:pt x="49862" y="391066"/>
                  </a:lnTo>
                  <a:lnTo>
                    <a:pt x="47421" y="341616"/>
                  </a:lnTo>
                  <a:lnTo>
                    <a:pt x="44459" y="291552"/>
                  </a:lnTo>
                  <a:lnTo>
                    <a:pt x="40386" y="234265"/>
                  </a:lnTo>
                  <a:lnTo>
                    <a:pt x="35031" y="180076"/>
                  </a:lnTo>
                  <a:lnTo>
                    <a:pt x="27614" y="118531"/>
                  </a:lnTo>
                  <a:lnTo>
                    <a:pt x="19986" y="60653"/>
                  </a:lnTo>
                  <a:lnTo>
                    <a:pt x="11497" y="0"/>
                  </a:lnTo>
                  <a:close/>
                </a:path>
              </a:pathLst>
            </a:custGeom>
            <a:solidFill>
              <a:srgbClr val="F7EA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4" name="object 264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517761" y="7612570"/>
              <a:ext cx="95276" cy="260880"/>
            </a:xfrm>
            <a:prstGeom prst="rect">
              <a:avLst/>
            </a:prstGeom>
          </p:spPr>
        </p:pic>
        <p:sp>
          <p:nvSpPr>
            <p:cNvPr id="265" name="object 265" descr=""/>
            <p:cNvSpPr/>
            <p:nvPr/>
          </p:nvSpPr>
          <p:spPr>
            <a:xfrm>
              <a:off x="3260332" y="7097980"/>
              <a:ext cx="200025" cy="59690"/>
            </a:xfrm>
            <a:custGeom>
              <a:avLst/>
              <a:gdLst/>
              <a:ahLst/>
              <a:cxnLst/>
              <a:rect l="l" t="t" r="r" b="b"/>
              <a:pathLst>
                <a:path w="200025" h="59690">
                  <a:moveTo>
                    <a:pt x="137713" y="0"/>
                  </a:moveTo>
                  <a:lnTo>
                    <a:pt x="91717" y="1049"/>
                  </a:lnTo>
                  <a:lnTo>
                    <a:pt x="47064" y="7858"/>
                  </a:lnTo>
                  <a:lnTo>
                    <a:pt x="13307" y="17251"/>
                  </a:lnTo>
                  <a:lnTo>
                    <a:pt x="0" y="26051"/>
                  </a:lnTo>
                  <a:lnTo>
                    <a:pt x="4262" y="34971"/>
                  </a:lnTo>
                  <a:lnTo>
                    <a:pt x="19453" y="44960"/>
                  </a:lnTo>
                  <a:lnTo>
                    <a:pt x="49485" y="53620"/>
                  </a:lnTo>
                  <a:lnTo>
                    <a:pt x="98269" y="58553"/>
                  </a:lnTo>
                  <a:lnTo>
                    <a:pt x="146420" y="59626"/>
                  </a:lnTo>
                  <a:lnTo>
                    <a:pt x="175539" y="58215"/>
                  </a:lnTo>
                  <a:lnTo>
                    <a:pt x="191040" y="54185"/>
                  </a:lnTo>
                  <a:lnTo>
                    <a:pt x="198339" y="47401"/>
                  </a:lnTo>
                  <a:lnTo>
                    <a:pt x="199833" y="35920"/>
                  </a:lnTo>
                  <a:lnTo>
                    <a:pt x="192269" y="21042"/>
                  </a:lnTo>
                  <a:lnTo>
                    <a:pt x="172583" y="7493"/>
                  </a:lnTo>
                  <a:lnTo>
                    <a:pt x="137713" y="0"/>
                  </a:lnTo>
                  <a:close/>
                </a:path>
              </a:pathLst>
            </a:custGeom>
            <a:solidFill>
              <a:srgbClr val="CFCF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 descr=""/>
            <p:cNvSpPr/>
            <p:nvPr/>
          </p:nvSpPr>
          <p:spPr>
            <a:xfrm>
              <a:off x="3254656" y="7083462"/>
              <a:ext cx="266700" cy="199390"/>
            </a:xfrm>
            <a:custGeom>
              <a:avLst/>
              <a:gdLst/>
              <a:ahLst/>
              <a:cxnLst/>
              <a:rect l="l" t="t" r="r" b="b"/>
              <a:pathLst>
                <a:path w="266700" h="199390">
                  <a:moveTo>
                    <a:pt x="191933" y="0"/>
                  </a:moveTo>
                  <a:lnTo>
                    <a:pt x="133599" y="917"/>
                  </a:lnTo>
                  <a:lnTo>
                    <a:pt x="71248" y="9883"/>
                  </a:lnTo>
                  <a:lnTo>
                    <a:pt x="21257" y="23004"/>
                  </a:lnTo>
                  <a:lnTo>
                    <a:pt x="0" y="36385"/>
                  </a:lnTo>
                  <a:lnTo>
                    <a:pt x="20756" y="40795"/>
                  </a:lnTo>
                  <a:lnTo>
                    <a:pt x="70325" y="35037"/>
                  </a:lnTo>
                  <a:lnTo>
                    <a:pt x="124656" y="33225"/>
                  </a:lnTo>
                  <a:lnTo>
                    <a:pt x="159701" y="49474"/>
                  </a:lnTo>
                  <a:lnTo>
                    <a:pt x="173237" y="89822"/>
                  </a:lnTo>
                  <a:lnTo>
                    <a:pt x="181957" y="139535"/>
                  </a:lnTo>
                  <a:lnTo>
                    <a:pt x="190190" y="181594"/>
                  </a:lnTo>
                  <a:lnTo>
                    <a:pt x="202266" y="198977"/>
                  </a:lnTo>
                  <a:lnTo>
                    <a:pt x="220660" y="197430"/>
                  </a:lnTo>
                  <a:lnTo>
                    <a:pt x="241183" y="193627"/>
                  </a:lnTo>
                  <a:lnTo>
                    <a:pt x="258160" y="186965"/>
                  </a:lnTo>
                  <a:lnTo>
                    <a:pt x="265918" y="176842"/>
                  </a:lnTo>
                  <a:lnTo>
                    <a:pt x="266222" y="148435"/>
                  </a:lnTo>
                  <a:lnTo>
                    <a:pt x="262461" y="99336"/>
                  </a:lnTo>
                  <a:lnTo>
                    <a:pt x="251419" y="47535"/>
                  </a:lnTo>
                  <a:lnTo>
                    <a:pt x="229877" y="11025"/>
                  </a:lnTo>
                  <a:lnTo>
                    <a:pt x="191933" y="0"/>
                  </a:lnTo>
                  <a:close/>
                </a:path>
              </a:pathLst>
            </a:custGeom>
            <a:solidFill>
              <a:srgbClr val="FFF1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 descr=""/>
            <p:cNvSpPr/>
            <p:nvPr/>
          </p:nvSpPr>
          <p:spPr>
            <a:xfrm>
              <a:off x="2965754" y="6932936"/>
              <a:ext cx="352425" cy="622300"/>
            </a:xfrm>
            <a:custGeom>
              <a:avLst/>
              <a:gdLst/>
              <a:ahLst/>
              <a:cxnLst/>
              <a:rect l="l" t="t" r="r" b="b"/>
              <a:pathLst>
                <a:path w="352425" h="622300">
                  <a:moveTo>
                    <a:pt x="352069" y="620115"/>
                  </a:moveTo>
                  <a:lnTo>
                    <a:pt x="174218" y="380898"/>
                  </a:lnTo>
                  <a:lnTo>
                    <a:pt x="82486" y="251536"/>
                  </a:lnTo>
                  <a:lnTo>
                    <a:pt x="47688" y="187375"/>
                  </a:lnTo>
                  <a:lnTo>
                    <a:pt x="40614" y="143751"/>
                  </a:lnTo>
                  <a:lnTo>
                    <a:pt x="49872" y="97142"/>
                  </a:lnTo>
                  <a:lnTo>
                    <a:pt x="76009" y="58902"/>
                  </a:lnTo>
                  <a:lnTo>
                    <a:pt x="107734" y="36690"/>
                  </a:lnTo>
                  <a:lnTo>
                    <a:pt x="133756" y="38150"/>
                  </a:lnTo>
                  <a:lnTo>
                    <a:pt x="176923" y="80784"/>
                  </a:lnTo>
                  <a:lnTo>
                    <a:pt x="216052" y="130860"/>
                  </a:lnTo>
                  <a:lnTo>
                    <a:pt x="250367" y="181775"/>
                  </a:lnTo>
                  <a:lnTo>
                    <a:pt x="279095" y="226923"/>
                  </a:lnTo>
                  <a:lnTo>
                    <a:pt x="301472" y="259740"/>
                  </a:lnTo>
                  <a:lnTo>
                    <a:pt x="316725" y="273608"/>
                  </a:lnTo>
                  <a:lnTo>
                    <a:pt x="333019" y="276098"/>
                  </a:lnTo>
                  <a:lnTo>
                    <a:pt x="345401" y="275069"/>
                  </a:lnTo>
                  <a:lnTo>
                    <a:pt x="350570" y="267766"/>
                  </a:lnTo>
                  <a:lnTo>
                    <a:pt x="345173" y="251409"/>
                  </a:lnTo>
                  <a:lnTo>
                    <a:pt x="312216" y="201345"/>
                  </a:lnTo>
                  <a:lnTo>
                    <a:pt x="322313" y="201510"/>
                  </a:lnTo>
                  <a:lnTo>
                    <a:pt x="327431" y="199910"/>
                  </a:lnTo>
                  <a:lnTo>
                    <a:pt x="328536" y="195072"/>
                  </a:lnTo>
                  <a:lnTo>
                    <a:pt x="321487" y="161759"/>
                  </a:lnTo>
                  <a:lnTo>
                    <a:pt x="314096" y="121729"/>
                  </a:lnTo>
                  <a:lnTo>
                    <a:pt x="310819" y="90741"/>
                  </a:lnTo>
                  <a:lnTo>
                    <a:pt x="316090" y="84632"/>
                  </a:lnTo>
                  <a:lnTo>
                    <a:pt x="330238" y="100457"/>
                  </a:lnTo>
                  <a:lnTo>
                    <a:pt x="336816" y="114249"/>
                  </a:lnTo>
                  <a:lnTo>
                    <a:pt x="337489" y="133667"/>
                  </a:lnTo>
                  <a:lnTo>
                    <a:pt x="333921" y="166357"/>
                  </a:lnTo>
                  <a:lnTo>
                    <a:pt x="344170" y="163842"/>
                  </a:lnTo>
                  <a:lnTo>
                    <a:pt x="343357" y="149301"/>
                  </a:lnTo>
                  <a:lnTo>
                    <a:pt x="339471" y="117398"/>
                  </a:lnTo>
                  <a:lnTo>
                    <a:pt x="330314" y="85712"/>
                  </a:lnTo>
                  <a:lnTo>
                    <a:pt x="313728" y="71818"/>
                  </a:lnTo>
                  <a:lnTo>
                    <a:pt x="299986" y="87109"/>
                  </a:lnTo>
                  <a:lnTo>
                    <a:pt x="291973" y="122199"/>
                  </a:lnTo>
                  <a:lnTo>
                    <a:pt x="288378" y="162966"/>
                  </a:lnTo>
                  <a:lnTo>
                    <a:pt x="288340" y="165074"/>
                  </a:lnTo>
                  <a:lnTo>
                    <a:pt x="272935" y="141643"/>
                  </a:lnTo>
                  <a:lnTo>
                    <a:pt x="230492" y="80606"/>
                  </a:lnTo>
                  <a:lnTo>
                    <a:pt x="201333" y="46291"/>
                  </a:lnTo>
                  <a:lnTo>
                    <a:pt x="168922" y="16725"/>
                  </a:lnTo>
                  <a:lnTo>
                    <a:pt x="133921" y="0"/>
                  </a:lnTo>
                  <a:lnTo>
                    <a:pt x="98856" y="5626"/>
                  </a:lnTo>
                  <a:lnTo>
                    <a:pt x="65824" y="27495"/>
                  </a:lnTo>
                  <a:lnTo>
                    <a:pt x="36944" y="59499"/>
                  </a:lnTo>
                  <a:lnTo>
                    <a:pt x="14300" y="95516"/>
                  </a:lnTo>
                  <a:lnTo>
                    <a:pt x="0" y="129425"/>
                  </a:lnTo>
                  <a:lnTo>
                    <a:pt x="1346" y="151765"/>
                  </a:lnTo>
                  <a:lnTo>
                    <a:pt x="34404" y="230085"/>
                  </a:lnTo>
                  <a:lnTo>
                    <a:pt x="62179" y="280809"/>
                  </a:lnTo>
                  <a:lnTo>
                    <a:pt x="94830" y="335724"/>
                  </a:lnTo>
                  <a:lnTo>
                    <a:pt x="130390" y="392201"/>
                  </a:lnTo>
                  <a:lnTo>
                    <a:pt x="166878" y="447611"/>
                  </a:lnTo>
                  <a:lnTo>
                    <a:pt x="202336" y="499325"/>
                  </a:lnTo>
                  <a:lnTo>
                    <a:pt x="234784" y="544715"/>
                  </a:lnTo>
                  <a:lnTo>
                    <a:pt x="262255" y="581139"/>
                  </a:lnTo>
                  <a:lnTo>
                    <a:pt x="294373" y="616585"/>
                  </a:lnTo>
                  <a:lnTo>
                    <a:pt x="332943" y="622287"/>
                  </a:lnTo>
                  <a:lnTo>
                    <a:pt x="346697" y="621042"/>
                  </a:lnTo>
                  <a:lnTo>
                    <a:pt x="352069" y="620115"/>
                  </a:lnTo>
                  <a:close/>
                </a:path>
              </a:pathLst>
            </a:custGeom>
            <a:solidFill>
              <a:srgbClr val="EFE2D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8" name="object 268" descr=""/>
          <p:cNvGrpSpPr/>
          <p:nvPr/>
        </p:nvGrpSpPr>
        <p:grpSpPr>
          <a:xfrm>
            <a:off x="2255835" y="5828819"/>
            <a:ext cx="594360" cy="840105"/>
            <a:chOff x="2255835" y="5828819"/>
            <a:chExt cx="594360" cy="840105"/>
          </a:xfrm>
        </p:grpSpPr>
        <p:sp>
          <p:nvSpPr>
            <p:cNvPr id="269" name="object 269" descr=""/>
            <p:cNvSpPr/>
            <p:nvPr/>
          </p:nvSpPr>
          <p:spPr>
            <a:xfrm>
              <a:off x="2547762" y="6092549"/>
              <a:ext cx="302895" cy="576580"/>
            </a:xfrm>
            <a:custGeom>
              <a:avLst/>
              <a:gdLst/>
              <a:ahLst/>
              <a:cxnLst/>
              <a:rect l="l" t="t" r="r" b="b"/>
              <a:pathLst>
                <a:path w="302894" h="576579">
                  <a:moveTo>
                    <a:pt x="41711" y="0"/>
                  </a:moveTo>
                  <a:lnTo>
                    <a:pt x="8222" y="4736"/>
                  </a:lnTo>
                  <a:lnTo>
                    <a:pt x="303" y="318188"/>
                  </a:lnTo>
                  <a:lnTo>
                    <a:pt x="0" y="481091"/>
                  </a:lnTo>
                  <a:lnTo>
                    <a:pt x="9414" y="546021"/>
                  </a:lnTo>
                  <a:lnTo>
                    <a:pt x="30650" y="565557"/>
                  </a:lnTo>
                  <a:lnTo>
                    <a:pt x="62671" y="572894"/>
                  </a:lnTo>
                  <a:lnTo>
                    <a:pt x="114362" y="576029"/>
                  </a:lnTo>
                  <a:lnTo>
                    <a:pt x="174846" y="575372"/>
                  </a:lnTo>
                  <a:lnTo>
                    <a:pt x="233248" y="571336"/>
                  </a:lnTo>
                  <a:lnTo>
                    <a:pt x="278690" y="564332"/>
                  </a:lnTo>
                  <a:lnTo>
                    <a:pt x="300297" y="554772"/>
                  </a:lnTo>
                  <a:lnTo>
                    <a:pt x="302306" y="533984"/>
                  </a:lnTo>
                  <a:lnTo>
                    <a:pt x="300810" y="490341"/>
                  </a:lnTo>
                  <a:lnTo>
                    <a:pt x="296661" y="430532"/>
                  </a:lnTo>
                  <a:lnTo>
                    <a:pt x="290710" y="361243"/>
                  </a:lnTo>
                  <a:lnTo>
                    <a:pt x="283811" y="289165"/>
                  </a:lnTo>
                  <a:lnTo>
                    <a:pt x="276813" y="220984"/>
                  </a:lnTo>
                  <a:lnTo>
                    <a:pt x="270570" y="163390"/>
                  </a:lnTo>
                  <a:lnTo>
                    <a:pt x="265933" y="123070"/>
                  </a:lnTo>
                  <a:lnTo>
                    <a:pt x="204514" y="28767"/>
                  </a:lnTo>
                  <a:lnTo>
                    <a:pt x="118820" y="603"/>
                  </a:lnTo>
                  <a:lnTo>
                    <a:pt x="41711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0" name="object 270" descr=""/>
            <p:cNvSpPr/>
            <p:nvPr/>
          </p:nvSpPr>
          <p:spPr>
            <a:xfrm>
              <a:off x="2555976" y="6087090"/>
              <a:ext cx="294005" cy="528955"/>
            </a:xfrm>
            <a:custGeom>
              <a:avLst/>
              <a:gdLst/>
              <a:ahLst/>
              <a:cxnLst/>
              <a:rect l="l" t="t" r="r" b="b"/>
              <a:pathLst>
                <a:path w="294005" h="528954">
                  <a:moveTo>
                    <a:pt x="293776" y="518706"/>
                  </a:moveTo>
                  <a:lnTo>
                    <a:pt x="293319" y="510705"/>
                  </a:lnTo>
                  <a:lnTo>
                    <a:pt x="282257" y="514680"/>
                  </a:lnTo>
                  <a:lnTo>
                    <a:pt x="266979" y="518706"/>
                  </a:lnTo>
                  <a:lnTo>
                    <a:pt x="227850" y="485965"/>
                  </a:lnTo>
                  <a:lnTo>
                    <a:pt x="222669" y="437273"/>
                  </a:lnTo>
                  <a:lnTo>
                    <a:pt x="216611" y="372973"/>
                  </a:lnTo>
                  <a:lnTo>
                    <a:pt x="210286" y="301396"/>
                  </a:lnTo>
                  <a:lnTo>
                    <a:pt x="205409" y="244106"/>
                  </a:lnTo>
                  <a:lnTo>
                    <a:pt x="208788" y="245668"/>
                  </a:lnTo>
                  <a:lnTo>
                    <a:pt x="241020" y="245414"/>
                  </a:lnTo>
                  <a:lnTo>
                    <a:pt x="269900" y="240665"/>
                  </a:lnTo>
                  <a:lnTo>
                    <a:pt x="282422" y="237693"/>
                  </a:lnTo>
                  <a:lnTo>
                    <a:pt x="270840" y="142621"/>
                  </a:lnTo>
                  <a:lnTo>
                    <a:pt x="260921" y="89750"/>
                  </a:lnTo>
                  <a:lnTo>
                    <a:pt x="224205" y="34340"/>
                  </a:lnTo>
                  <a:lnTo>
                    <a:pt x="186753" y="14884"/>
                  </a:lnTo>
                  <a:lnTo>
                    <a:pt x="131127" y="3784"/>
                  </a:lnTo>
                  <a:lnTo>
                    <a:pt x="71818" y="0"/>
                  </a:lnTo>
                  <a:lnTo>
                    <a:pt x="23291" y="2489"/>
                  </a:lnTo>
                  <a:lnTo>
                    <a:pt x="0" y="10198"/>
                  </a:lnTo>
                  <a:lnTo>
                    <a:pt x="55410" y="16916"/>
                  </a:lnTo>
                  <a:lnTo>
                    <a:pt x="86182" y="22250"/>
                  </a:lnTo>
                  <a:lnTo>
                    <a:pt x="135826" y="74866"/>
                  </a:lnTo>
                  <a:lnTo>
                    <a:pt x="154012" y="135509"/>
                  </a:lnTo>
                  <a:lnTo>
                    <a:pt x="171272" y="197154"/>
                  </a:lnTo>
                  <a:lnTo>
                    <a:pt x="186232" y="235165"/>
                  </a:lnTo>
                  <a:lnTo>
                    <a:pt x="197408" y="240385"/>
                  </a:lnTo>
                  <a:lnTo>
                    <a:pt x="202933" y="306819"/>
                  </a:lnTo>
                  <a:lnTo>
                    <a:pt x="209181" y="377329"/>
                  </a:lnTo>
                  <a:lnTo>
                    <a:pt x="215176" y="440461"/>
                  </a:lnTo>
                  <a:lnTo>
                    <a:pt x="220319" y="488251"/>
                  </a:lnTo>
                  <a:lnTo>
                    <a:pt x="239826" y="527977"/>
                  </a:lnTo>
                  <a:lnTo>
                    <a:pt x="246240" y="528713"/>
                  </a:lnTo>
                  <a:lnTo>
                    <a:pt x="252971" y="528447"/>
                  </a:lnTo>
                  <a:lnTo>
                    <a:pt x="267258" y="526669"/>
                  </a:lnTo>
                  <a:lnTo>
                    <a:pt x="280111" y="523481"/>
                  </a:lnTo>
                  <a:lnTo>
                    <a:pt x="289585" y="520331"/>
                  </a:lnTo>
                  <a:lnTo>
                    <a:pt x="293776" y="518706"/>
                  </a:lnTo>
                  <a:close/>
                </a:path>
              </a:pathLst>
            </a:custGeom>
            <a:solidFill>
              <a:srgbClr val="2B86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1" name="object 271" descr=""/>
            <p:cNvSpPr/>
            <p:nvPr/>
          </p:nvSpPr>
          <p:spPr>
            <a:xfrm>
              <a:off x="2555750" y="6081987"/>
              <a:ext cx="290195" cy="549910"/>
            </a:xfrm>
            <a:custGeom>
              <a:avLst/>
              <a:gdLst/>
              <a:ahLst/>
              <a:cxnLst/>
              <a:rect l="l" t="t" r="r" b="b"/>
              <a:pathLst>
                <a:path w="290194" h="549909">
                  <a:moveTo>
                    <a:pt x="78023" y="0"/>
                  </a:moveTo>
                  <a:lnTo>
                    <a:pt x="27313" y="4853"/>
                  </a:lnTo>
                  <a:lnTo>
                    <a:pt x="0" y="9413"/>
                  </a:lnTo>
                  <a:lnTo>
                    <a:pt x="230" y="15297"/>
                  </a:lnTo>
                  <a:lnTo>
                    <a:pt x="35105" y="14309"/>
                  </a:lnTo>
                  <a:lnTo>
                    <a:pt x="81988" y="19092"/>
                  </a:lnTo>
                  <a:lnTo>
                    <a:pt x="129234" y="30218"/>
                  </a:lnTo>
                  <a:lnTo>
                    <a:pt x="165199" y="48260"/>
                  </a:lnTo>
                  <a:lnTo>
                    <a:pt x="183020" y="86962"/>
                  </a:lnTo>
                  <a:lnTo>
                    <a:pt x="202870" y="168376"/>
                  </a:lnTo>
                  <a:lnTo>
                    <a:pt x="213075" y="221366"/>
                  </a:lnTo>
                  <a:lnTo>
                    <a:pt x="223213" y="280553"/>
                  </a:lnTo>
                  <a:lnTo>
                    <a:pt x="233091" y="344445"/>
                  </a:lnTo>
                  <a:lnTo>
                    <a:pt x="242517" y="411547"/>
                  </a:lnTo>
                  <a:lnTo>
                    <a:pt x="251300" y="480365"/>
                  </a:lnTo>
                  <a:lnTo>
                    <a:pt x="259248" y="549407"/>
                  </a:lnTo>
                  <a:lnTo>
                    <a:pt x="290200" y="546035"/>
                  </a:lnTo>
                  <a:lnTo>
                    <a:pt x="281966" y="474769"/>
                  </a:lnTo>
                  <a:lnTo>
                    <a:pt x="275447" y="422946"/>
                  </a:lnTo>
                  <a:lnTo>
                    <a:pt x="267523" y="364415"/>
                  </a:lnTo>
                  <a:lnTo>
                    <a:pt x="258338" y="302239"/>
                  </a:lnTo>
                  <a:lnTo>
                    <a:pt x="248040" y="239481"/>
                  </a:lnTo>
                  <a:lnTo>
                    <a:pt x="236773" y="179203"/>
                  </a:lnTo>
                  <a:lnTo>
                    <a:pt x="224684" y="124470"/>
                  </a:lnTo>
                  <a:lnTo>
                    <a:pt x="211920" y="78344"/>
                  </a:lnTo>
                  <a:lnTo>
                    <a:pt x="184947" y="24166"/>
                  </a:lnTo>
                  <a:lnTo>
                    <a:pt x="135958" y="3541"/>
                  </a:lnTo>
                  <a:lnTo>
                    <a:pt x="78023" y="0"/>
                  </a:lnTo>
                  <a:close/>
                </a:path>
              </a:pathLst>
            </a:custGeom>
            <a:solidFill>
              <a:srgbClr val="398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2" name="object 272" descr=""/>
            <p:cNvSpPr/>
            <p:nvPr/>
          </p:nvSpPr>
          <p:spPr>
            <a:xfrm>
              <a:off x="2789605" y="6361613"/>
              <a:ext cx="24130" cy="85090"/>
            </a:xfrm>
            <a:custGeom>
              <a:avLst/>
              <a:gdLst/>
              <a:ahLst/>
              <a:cxnLst/>
              <a:rect l="l" t="t" r="r" b="b"/>
              <a:pathLst>
                <a:path w="24130" h="85089">
                  <a:moveTo>
                    <a:pt x="15608" y="14795"/>
                  </a:moveTo>
                  <a:lnTo>
                    <a:pt x="14224" y="4038"/>
                  </a:lnTo>
                  <a:lnTo>
                    <a:pt x="10401" y="0"/>
                  </a:lnTo>
                  <a:lnTo>
                    <a:pt x="6591" y="698"/>
                  </a:lnTo>
                  <a:lnTo>
                    <a:pt x="2781" y="1409"/>
                  </a:lnTo>
                  <a:lnTo>
                    <a:pt x="0" y="5524"/>
                  </a:lnTo>
                  <a:lnTo>
                    <a:pt x="1384" y="16281"/>
                  </a:lnTo>
                  <a:lnTo>
                    <a:pt x="5207" y="20320"/>
                  </a:lnTo>
                  <a:lnTo>
                    <a:pt x="12827" y="18910"/>
                  </a:lnTo>
                  <a:lnTo>
                    <a:pt x="15608" y="14795"/>
                  </a:lnTo>
                  <a:close/>
                </a:path>
                <a:path w="24130" h="85089">
                  <a:moveTo>
                    <a:pt x="23876" y="79451"/>
                  </a:moveTo>
                  <a:lnTo>
                    <a:pt x="22491" y="68694"/>
                  </a:lnTo>
                  <a:lnTo>
                    <a:pt x="18656" y="64655"/>
                  </a:lnTo>
                  <a:lnTo>
                    <a:pt x="14859" y="65354"/>
                  </a:lnTo>
                  <a:lnTo>
                    <a:pt x="11049" y="66065"/>
                  </a:lnTo>
                  <a:lnTo>
                    <a:pt x="8267" y="70167"/>
                  </a:lnTo>
                  <a:lnTo>
                    <a:pt x="9652" y="80937"/>
                  </a:lnTo>
                  <a:lnTo>
                    <a:pt x="13474" y="84975"/>
                  </a:lnTo>
                  <a:lnTo>
                    <a:pt x="21094" y="83566"/>
                  </a:lnTo>
                  <a:lnTo>
                    <a:pt x="23876" y="79451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3" name="object 273" descr=""/>
            <p:cNvSpPr/>
            <p:nvPr/>
          </p:nvSpPr>
          <p:spPr>
            <a:xfrm>
              <a:off x="2255824" y="5828823"/>
              <a:ext cx="367030" cy="715010"/>
            </a:xfrm>
            <a:custGeom>
              <a:avLst/>
              <a:gdLst/>
              <a:ahLst/>
              <a:cxnLst/>
              <a:rect l="l" t="t" r="r" b="b"/>
              <a:pathLst>
                <a:path w="367030" h="715009">
                  <a:moveTo>
                    <a:pt x="366737" y="257060"/>
                  </a:moveTo>
                  <a:lnTo>
                    <a:pt x="361810" y="220484"/>
                  </a:lnTo>
                  <a:lnTo>
                    <a:pt x="349034" y="200177"/>
                  </a:lnTo>
                  <a:lnTo>
                    <a:pt x="333286" y="195948"/>
                  </a:lnTo>
                  <a:lnTo>
                    <a:pt x="319405" y="207606"/>
                  </a:lnTo>
                  <a:lnTo>
                    <a:pt x="317284" y="211556"/>
                  </a:lnTo>
                  <a:lnTo>
                    <a:pt x="295186" y="135267"/>
                  </a:lnTo>
                  <a:lnTo>
                    <a:pt x="256501" y="40081"/>
                  </a:lnTo>
                  <a:lnTo>
                    <a:pt x="214147" y="5016"/>
                  </a:lnTo>
                  <a:lnTo>
                    <a:pt x="149390" y="0"/>
                  </a:lnTo>
                  <a:lnTo>
                    <a:pt x="108267" y="3860"/>
                  </a:lnTo>
                  <a:lnTo>
                    <a:pt x="44615" y="39039"/>
                  </a:lnTo>
                  <a:lnTo>
                    <a:pt x="22669" y="73228"/>
                  </a:lnTo>
                  <a:lnTo>
                    <a:pt x="7708" y="120408"/>
                  </a:lnTo>
                  <a:lnTo>
                    <a:pt x="0" y="182029"/>
                  </a:lnTo>
                  <a:lnTo>
                    <a:pt x="4000" y="218351"/>
                  </a:lnTo>
                  <a:lnTo>
                    <a:pt x="18440" y="262115"/>
                  </a:lnTo>
                  <a:lnTo>
                    <a:pt x="41452" y="311518"/>
                  </a:lnTo>
                  <a:lnTo>
                    <a:pt x="71208" y="364731"/>
                  </a:lnTo>
                  <a:lnTo>
                    <a:pt x="105816" y="419938"/>
                  </a:lnTo>
                  <a:lnTo>
                    <a:pt x="143459" y="475322"/>
                  </a:lnTo>
                  <a:lnTo>
                    <a:pt x="182270" y="529056"/>
                  </a:lnTo>
                  <a:lnTo>
                    <a:pt x="220383" y="579323"/>
                  </a:lnTo>
                  <a:lnTo>
                    <a:pt x="255955" y="624306"/>
                  </a:lnTo>
                  <a:lnTo>
                    <a:pt x="287147" y="662178"/>
                  </a:lnTo>
                  <a:lnTo>
                    <a:pt x="312064" y="691134"/>
                  </a:lnTo>
                  <a:lnTo>
                    <a:pt x="335762" y="714997"/>
                  </a:lnTo>
                  <a:lnTo>
                    <a:pt x="338442" y="706018"/>
                  </a:lnTo>
                  <a:lnTo>
                    <a:pt x="338950" y="691489"/>
                  </a:lnTo>
                  <a:lnTo>
                    <a:pt x="338429" y="677976"/>
                  </a:lnTo>
                  <a:lnTo>
                    <a:pt x="338010" y="672007"/>
                  </a:lnTo>
                  <a:lnTo>
                    <a:pt x="234048" y="543001"/>
                  </a:lnTo>
                  <a:lnTo>
                    <a:pt x="175882" y="470001"/>
                  </a:lnTo>
                  <a:lnTo>
                    <a:pt x="142354" y="426008"/>
                  </a:lnTo>
                  <a:lnTo>
                    <a:pt x="112293" y="384048"/>
                  </a:lnTo>
                  <a:lnTo>
                    <a:pt x="87477" y="347548"/>
                  </a:lnTo>
                  <a:lnTo>
                    <a:pt x="62445" y="305917"/>
                  </a:lnTo>
                  <a:lnTo>
                    <a:pt x="40576" y="260997"/>
                  </a:lnTo>
                  <a:lnTo>
                    <a:pt x="25222" y="214655"/>
                  </a:lnTo>
                  <a:lnTo>
                    <a:pt x="19761" y="168732"/>
                  </a:lnTo>
                  <a:lnTo>
                    <a:pt x="27559" y="125082"/>
                  </a:lnTo>
                  <a:lnTo>
                    <a:pt x="50622" y="80772"/>
                  </a:lnTo>
                  <a:lnTo>
                    <a:pt x="80225" y="49568"/>
                  </a:lnTo>
                  <a:lnTo>
                    <a:pt x="112966" y="33210"/>
                  </a:lnTo>
                  <a:lnTo>
                    <a:pt x="145478" y="33451"/>
                  </a:lnTo>
                  <a:lnTo>
                    <a:pt x="201053" y="90004"/>
                  </a:lnTo>
                  <a:lnTo>
                    <a:pt x="229844" y="144233"/>
                  </a:lnTo>
                  <a:lnTo>
                    <a:pt x="258635" y="206603"/>
                  </a:lnTo>
                  <a:lnTo>
                    <a:pt x="285318" y="269011"/>
                  </a:lnTo>
                  <a:lnTo>
                    <a:pt x="307784" y="323354"/>
                  </a:lnTo>
                  <a:lnTo>
                    <a:pt x="323913" y="361530"/>
                  </a:lnTo>
                  <a:lnTo>
                    <a:pt x="331597" y="375450"/>
                  </a:lnTo>
                  <a:lnTo>
                    <a:pt x="337019" y="365975"/>
                  </a:lnTo>
                  <a:lnTo>
                    <a:pt x="342658" y="347230"/>
                  </a:lnTo>
                  <a:lnTo>
                    <a:pt x="347103" y="328904"/>
                  </a:lnTo>
                  <a:lnTo>
                    <a:pt x="348894" y="320636"/>
                  </a:lnTo>
                  <a:lnTo>
                    <a:pt x="333489" y="267500"/>
                  </a:lnTo>
                  <a:lnTo>
                    <a:pt x="333692" y="263677"/>
                  </a:lnTo>
                  <a:lnTo>
                    <a:pt x="330974" y="236639"/>
                  </a:lnTo>
                  <a:lnTo>
                    <a:pt x="330263" y="213309"/>
                  </a:lnTo>
                  <a:lnTo>
                    <a:pt x="337134" y="207200"/>
                  </a:lnTo>
                  <a:lnTo>
                    <a:pt x="346659" y="213283"/>
                  </a:lnTo>
                  <a:lnTo>
                    <a:pt x="350799" y="220687"/>
                  </a:lnTo>
                  <a:lnTo>
                    <a:pt x="350418" y="234289"/>
                  </a:lnTo>
                  <a:lnTo>
                    <a:pt x="346392" y="258927"/>
                  </a:lnTo>
                  <a:lnTo>
                    <a:pt x="366737" y="25706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4" name="object 274" descr=""/>
          <p:cNvSpPr/>
          <p:nvPr/>
        </p:nvSpPr>
        <p:spPr>
          <a:xfrm>
            <a:off x="1469646" y="6474492"/>
            <a:ext cx="63500" cy="100965"/>
          </a:xfrm>
          <a:custGeom>
            <a:avLst/>
            <a:gdLst/>
            <a:ahLst/>
            <a:cxnLst/>
            <a:rect l="l" t="t" r="r" b="b"/>
            <a:pathLst>
              <a:path w="63500" h="100965">
                <a:moveTo>
                  <a:pt x="0" y="0"/>
                </a:moveTo>
                <a:lnTo>
                  <a:pt x="15350" y="66521"/>
                </a:lnTo>
                <a:lnTo>
                  <a:pt x="48557" y="92953"/>
                </a:lnTo>
                <a:lnTo>
                  <a:pt x="62123" y="100562"/>
                </a:lnTo>
                <a:lnTo>
                  <a:pt x="63264" y="92851"/>
                </a:lnTo>
                <a:lnTo>
                  <a:pt x="55749" y="71527"/>
                </a:lnTo>
                <a:lnTo>
                  <a:pt x="46306" y="49366"/>
                </a:lnTo>
                <a:lnTo>
                  <a:pt x="41663" y="39140"/>
                </a:lnTo>
                <a:lnTo>
                  <a:pt x="22100" y="22272"/>
                </a:lnTo>
                <a:lnTo>
                  <a:pt x="11239" y="12572"/>
                </a:lnTo>
                <a:lnTo>
                  <a:pt x="5174" y="6371"/>
                </a:lnTo>
                <a:lnTo>
                  <a:pt x="0" y="0"/>
                </a:lnTo>
                <a:close/>
              </a:path>
            </a:pathLst>
          </a:custGeom>
          <a:solidFill>
            <a:srgbClr val="398F95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75" name="object 275" descr=""/>
          <p:cNvGrpSpPr/>
          <p:nvPr/>
        </p:nvGrpSpPr>
        <p:grpSpPr>
          <a:xfrm>
            <a:off x="1443329" y="5983983"/>
            <a:ext cx="581025" cy="709295"/>
            <a:chOff x="1443329" y="5983983"/>
            <a:chExt cx="581025" cy="709295"/>
          </a:xfrm>
        </p:grpSpPr>
        <p:sp>
          <p:nvSpPr>
            <p:cNvPr id="276" name="object 276" descr=""/>
            <p:cNvSpPr/>
            <p:nvPr/>
          </p:nvSpPr>
          <p:spPr>
            <a:xfrm>
              <a:off x="1934526" y="6474492"/>
              <a:ext cx="63500" cy="100965"/>
            </a:xfrm>
            <a:custGeom>
              <a:avLst/>
              <a:gdLst/>
              <a:ahLst/>
              <a:cxnLst/>
              <a:rect l="l" t="t" r="r" b="b"/>
              <a:pathLst>
                <a:path w="63500" h="100965">
                  <a:moveTo>
                    <a:pt x="63260" y="0"/>
                  </a:moveTo>
                  <a:lnTo>
                    <a:pt x="58085" y="6371"/>
                  </a:lnTo>
                  <a:lnTo>
                    <a:pt x="52021" y="12572"/>
                  </a:lnTo>
                  <a:lnTo>
                    <a:pt x="41160" y="22272"/>
                  </a:lnTo>
                  <a:lnTo>
                    <a:pt x="21596" y="39140"/>
                  </a:lnTo>
                  <a:lnTo>
                    <a:pt x="16953" y="49366"/>
                  </a:lnTo>
                  <a:lnTo>
                    <a:pt x="7512" y="71527"/>
                  </a:lnTo>
                  <a:lnTo>
                    <a:pt x="0" y="92851"/>
                  </a:lnTo>
                  <a:lnTo>
                    <a:pt x="1147" y="100562"/>
                  </a:lnTo>
                  <a:lnTo>
                    <a:pt x="7661" y="97515"/>
                  </a:lnTo>
                  <a:lnTo>
                    <a:pt x="14704" y="92953"/>
                  </a:lnTo>
                  <a:lnTo>
                    <a:pt x="26659" y="83686"/>
                  </a:lnTo>
                  <a:lnTo>
                    <a:pt x="47910" y="66521"/>
                  </a:lnTo>
                  <a:lnTo>
                    <a:pt x="63260" y="0"/>
                  </a:lnTo>
                  <a:close/>
                </a:path>
              </a:pathLst>
            </a:custGeom>
            <a:solidFill>
              <a:srgbClr val="398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7" name="object 277" descr=""/>
            <p:cNvSpPr/>
            <p:nvPr/>
          </p:nvSpPr>
          <p:spPr>
            <a:xfrm>
              <a:off x="1482282" y="6046881"/>
              <a:ext cx="483234" cy="548640"/>
            </a:xfrm>
            <a:custGeom>
              <a:avLst/>
              <a:gdLst/>
              <a:ahLst/>
              <a:cxnLst/>
              <a:rect l="l" t="t" r="r" b="b"/>
              <a:pathLst>
                <a:path w="483235" h="548640">
                  <a:moveTo>
                    <a:pt x="454617" y="0"/>
                  </a:moveTo>
                  <a:lnTo>
                    <a:pt x="54472" y="13936"/>
                  </a:lnTo>
                  <a:lnTo>
                    <a:pt x="14920" y="272037"/>
                  </a:lnTo>
                  <a:lnTo>
                    <a:pt x="0" y="410727"/>
                  </a:lnTo>
                  <a:lnTo>
                    <a:pt x="8148" y="477397"/>
                  </a:lnTo>
                  <a:lnTo>
                    <a:pt x="37802" y="519439"/>
                  </a:lnTo>
                  <a:lnTo>
                    <a:pt x="96606" y="541274"/>
                  </a:lnTo>
                  <a:lnTo>
                    <a:pt x="144319" y="545980"/>
                  </a:lnTo>
                  <a:lnTo>
                    <a:pt x="200077" y="547893"/>
                  </a:lnTo>
                  <a:lnTo>
                    <a:pt x="260759" y="548025"/>
                  </a:lnTo>
                  <a:lnTo>
                    <a:pt x="328273" y="547905"/>
                  </a:lnTo>
                  <a:lnTo>
                    <a:pt x="387295" y="546377"/>
                  </a:lnTo>
                  <a:lnTo>
                    <a:pt x="433754" y="540272"/>
                  </a:lnTo>
                  <a:lnTo>
                    <a:pt x="463580" y="526423"/>
                  </a:lnTo>
                  <a:lnTo>
                    <a:pt x="482959" y="424799"/>
                  </a:lnTo>
                  <a:lnTo>
                    <a:pt x="477569" y="245993"/>
                  </a:lnTo>
                  <a:lnTo>
                    <a:pt x="462944" y="75796"/>
                  </a:lnTo>
                  <a:lnTo>
                    <a:pt x="454617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8" name="object 278" descr=""/>
            <p:cNvSpPr/>
            <p:nvPr/>
          </p:nvSpPr>
          <p:spPr>
            <a:xfrm>
              <a:off x="1532928" y="6034944"/>
              <a:ext cx="405130" cy="521970"/>
            </a:xfrm>
            <a:custGeom>
              <a:avLst/>
              <a:gdLst/>
              <a:ahLst/>
              <a:cxnLst/>
              <a:rect l="l" t="t" r="r" b="b"/>
              <a:pathLst>
                <a:path w="405130" h="521970">
                  <a:moveTo>
                    <a:pt x="404863" y="7810"/>
                  </a:moveTo>
                  <a:lnTo>
                    <a:pt x="397052" y="0"/>
                  </a:lnTo>
                  <a:lnTo>
                    <a:pt x="7810" y="0"/>
                  </a:lnTo>
                  <a:lnTo>
                    <a:pt x="0" y="7810"/>
                  </a:lnTo>
                  <a:lnTo>
                    <a:pt x="0" y="17437"/>
                  </a:lnTo>
                  <a:lnTo>
                    <a:pt x="0" y="194030"/>
                  </a:lnTo>
                  <a:lnTo>
                    <a:pt x="5600" y="221792"/>
                  </a:lnTo>
                  <a:lnTo>
                    <a:pt x="20891" y="244449"/>
                  </a:lnTo>
                  <a:lnTo>
                    <a:pt x="31140" y="251371"/>
                  </a:lnTo>
                  <a:lnTo>
                    <a:pt x="30391" y="261607"/>
                  </a:lnTo>
                  <a:lnTo>
                    <a:pt x="27597" y="312483"/>
                  </a:lnTo>
                  <a:lnTo>
                    <a:pt x="26060" y="374053"/>
                  </a:lnTo>
                  <a:lnTo>
                    <a:pt x="27724" y="434543"/>
                  </a:lnTo>
                  <a:lnTo>
                    <a:pt x="34569" y="482168"/>
                  </a:lnTo>
                  <a:lnTo>
                    <a:pt x="76428" y="510882"/>
                  </a:lnTo>
                  <a:lnTo>
                    <a:pt x="123913" y="516153"/>
                  </a:lnTo>
                  <a:lnTo>
                    <a:pt x="182803" y="520001"/>
                  </a:lnTo>
                  <a:lnTo>
                    <a:pt x="244894" y="521487"/>
                  </a:lnTo>
                  <a:lnTo>
                    <a:pt x="286397" y="520598"/>
                  </a:lnTo>
                  <a:lnTo>
                    <a:pt x="350177" y="512533"/>
                  </a:lnTo>
                  <a:lnTo>
                    <a:pt x="377799" y="475551"/>
                  </a:lnTo>
                  <a:lnTo>
                    <a:pt x="382384" y="424764"/>
                  </a:lnTo>
                  <a:lnTo>
                    <a:pt x="382333" y="363956"/>
                  </a:lnTo>
                  <a:lnTo>
                    <a:pt x="379679" y="304736"/>
                  </a:lnTo>
                  <a:lnTo>
                    <a:pt x="378447" y="287375"/>
                  </a:lnTo>
                  <a:lnTo>
                    <a:pt x="378447" y="397598"/>
                  </a:lnTo>
                  <a:lnTo>
                    <a:pt x="375373" y="463804"/>
                  </a:lnTo>
                  <a:lnTo>
                    <a:pt x="363575" y="501484"/>
                  </a:lnTo>
                  <a:lnTo>
                    <a:pt x="333019" y="511835"/>
                  </a:lnTo>
                  <a:lnTo>
                    <a:pt x="277888" y="516496"/>
                  </a:lnTo>
                  <a:lnTo>
                    <a:pt x="210108" y="516610"/>
                  </a:lnTo>
                  <a:lnTo>
                    <a:pt x="141592" y="513308"/>
                  </a:lnTo>
                  <a:lnTo>
                    <a:pt x="84264" y="507733"/>
                  </a:lnTo>
                  <a:lnTo>
                    <a:pt x="38900" y="482536"/>
                  </a:lnTo>
                  <a:lnTo>
                    <a:pt x="32829" y="442823"/>
                  </a:lnTo>
                  <a:lnTo>
                    <a:pt x="30708" y="389991"/>
                  </a:lnTo>
                  <a:lnTo>
                    <a:pt x="31419" y="332117"/>
                  </a:lnTo>
                  <a:lnTo>
                    <a:pt x="33845" y="277291"/>
                  </a:lnTo>
                  <a:lnTo>
                    <a:pt x="35420" y="254266"/>
                  </a:lnTo>
                  <a:lnTo>
                    <a:pt x="43548" y="259740"/>
                  </a:lnTo>
                  <a:lnTo>
                    <a:pt x="71310" y="265341"/>
                  </a:lnTo>
                  <a:lnTo>
                    <a:pt x="333565" y="265341"/>
                  </a:lnTo>
                  <a:lnTo>
                    <a:pt x="361315" y="259740"/>
                  </a:lnTo>
                  <a:lnTo>
                    <a:pt x="371462" y="252895"/>
                  </a:lnTo>
                  <a:lnTo>
                    <a:pt x="372376" y="263690"/>
                  </a:lnTo>
                  <a:lnTo>
                    <a:pt x="376288" y="323888"/>
                  </a:lnTo>
                  <a:lnTo>
                    <a:pt x="378447" y="397598"/>
                  </a:lnTo>
                  <a:lnTo>
                    <a:pt x="378447" y="287375"/>
                  </a:lnTo>
                  <a:lnTo>
                    <a:pt x="376415" y="258737"/>
                  </a:lnTo>
                  <a:lnTo>
                    <a:pt x="375653" y="250063"/>
                  </a:lnTo>
                  <a:lnTo>
                    <a:pt x="383971" y="244449"/>
                  </a:lnTo>
                  <a:lnTo>
                    <a:pt x="399249" y="221792"/>
                  </a:lnTo>
                  <a:lnTo>
                    <a:pt x="404863" y="194030"/>
                  </a:lnTo>
                  <a:lnTo>
                    <a:pt x="404863" y="7810"/>
                  </a:lnTo>
                  <a:close/>
                </a:path>
              </a:pathLst>
            </a:custGeom>
            <a:solidFill>
              <a:srgbClr val="2B86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9" name="object 279" descr=""/>
            <p:cNvSpPr/>
            <p:nvPr/>
          </p:nvSpPr>
          <p:spPr>
            <a:xfrm>
              <a:off x="1591782" y="5983983"/>
              <a:ext cx="292735" cy="52069"/>
            </a:xfrm>
            <a:custGeom>
              <a:avLst/>
              <a:gdLst/>
              <a:ahLst/>
              <a:cxnLst/>
              <a:rect l="l" t="t" r="r" b="b"/>
              <a:pathLst>
                <a:path w="292735" h="52070">
                  <a:moveTo>
                    <a:pt x="144288" y="0"/>
                  </a:moveTo>
                  <a:lnTo>
                    <a:pt x="111065" y="4775"/>
                  </a:lnTo>
                  <a:lnTo>
                    <a:pt x="84651" y="15599"/>
                  </a:lnTo>
                  <a:lnTo>
                    <a:pt x="65706" y="27809"/>
                  </a:lnTo>
                  <a:lnTo>
                    <a:pt x="55621" y="36742"/>
                  </a:lnTo>
                  <a:lnTo>
                    <a:pt x="47733" y="37969"/>
                  </a:lnTo>
                  <a:lnTo>
                    <a:pt x="34337" y="38552"/>
                  </a:lnTo>
                  <a:lnTo>
                    <a:pt x="17830" y="38552"/>
                  </a:lnTo>
                  <a:lnTo>
                    <a:pt x="607" y="38030"/>
                  </a:lnTo>
                  <a:lnTo>
                    <a:pt x="0" y="51171"/>
                  </a:lnTo>
                  <a:lnTo>
                    <a:pt x="7821" y="51494"/>
                  </a:lnTo>
                  <a:lnTo>
                    <a:pt x="27391" y="51883"/>
                  </a:lnTo>
                  <a:lnTo>
                    <a:pt x="46970" y="51206"/>
                  </a:lnTo>
                  <a:lnTo>
                    <a:pt x="58053" y="49569"/>
                  </a:lnTo>
                  <a:lnTo>
                    <a:pt x="63258" y="47563"/>
                  </a:lnTo>
                  <a:lnTo>
                    <a:pt x="73124" y="38594"/>
                  </a:lnTo>
                  <a:lnTo>
                    <a:pt x="89846" y="27671"/>
                  </a:lnTo>
                  <a:lnTo>
                    <a:pt x="113851" y="17648"/>
                  </a:lnTo>
                  <a:lnTo>
                    <a:pt x="143618" y="13161"/>
                  </a:lnTo>
                  <a:lnTo>
                    <a:pt x="171779" y="16410"/>
                  </a:lnTo>
                  <a:lnTo>
                    <a:pt x="193884" y="24352"/>
                  </a:lnTo>
                  <a:lnTo>
                    <a:pt x="210954" y="34285"/>
                  </a:lnTo>
                  <a:lnTo>
                    <a:pt x="223333" y="43506"/>
                  </a:lnTo>
                  <a:lnTo>
                    <a:pt x="233102" y="51181"/>
                  </a:lnTo>
                  <a:lnTo>
                    <a:pt x="292451" y="51768"/>
                  </a:lnTo>
                  <a:lnTo>
                    <a:pt x="292608" y="38616"/>
                  </a:lnTo>
                  <a:lnTo>
                    <a:pt x="238013" y="38019"/>
                  </a:lnTo>
                  <a:lnTo>
                    <a:pt x="236694" y="37265"/>
                  </a:lnTo>
                  <a:lnTo>
                    <a:pt x="218364" y="23429"/>
                  </a:lnTo>
                  <a:lnTo>
                    <a:pt x="199579" y="12536"/>
                  </a:lnTo>
                  <a:lnTo>
                    <a:pt x="174941" y="3664"/>
                  </a:lnTo>
                  <a:lnTo>
                    <a:pt x="144288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0" name="object 280" descr=""/>
            <p:cNvSpPr/>
            <p:nvPr/>
          </p:nvSpPr>
          <p:spPr>
            <a:xfrm>
              <a:off x="1605813" y="6028594"/>
              <a:ext cx="269240" cy="555625"/>
            </a:xfrm>
            <a:custGeom>
              <a:avLst/>
              <a:gdLst/>
              <a:ahLst/>
              <a:cxnLst/>
              <a:rect l="l" t="t" r="r" b="b"/>
              <a:pathLst>
                <a:path w="269239" h="555625">
                  <a:moveTo>
                    <a:pt x="38798" y="0"/>
                  </a:moveTo>
                  <a:lnTo>
                    <a:pt x="0" y="0"/>
                  </a:lnTo>
                  <a:lnTo>
                    <a:pt x="0" y="555002"/>
                  </a:lnTo>
                  <a:lnTo>
                    <a:pt x="38798" y="555002"/>
                  </a:lnTo>
                  <a:lnTo>
                    <a:pt x="38798" y="0"/>
                  </a:lnTo>
                  <a:close/>
                </a:path>
                <a:path w="269239" h="555625">
                  <a:moveTo>
                    <a:pt x="268871" y="0"/>
                  </a:moveTo>
                  <a:lnTo>
                    <a:pt x="230060" y="0"/>
                  </a:lnTo>
                  <a:lnTo>
                    <a:pt x="230060" y="555002"/>
                  </a:lnTo>
                  <a:lnTo>
                    <a:pt x="268871" y="555002"/>
                  </a:lnTo>
                  <a:lnTo>
                    <a:pt x="268871" y="0"/>
                  </a:lnTo>
                  <a:close/>
                </a:path>
              </a:pathLst>
            </a:custGeom>
            <a:solidFill>
              <a:srgbClr val="398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1" name="object 281" descr=""/>
            <p:cNvSpPr/>
            <p:nvPr/>
          </p:nvSpPr>
          <p:spPr>
            <a:xfrm>
              <a:off x="1443329" y="6325342"/>
              <a:ext cx="419100" cy="208915"/>
            </a:xfrm>
            <a:custGeom>
              <a:avLst/>
              <a:gdLst/>
              <a:ahLst/>
              <a:cxnLst/>
              <a:rect l="l" t="t" r="r" b="b"/>
              <a:pathLst>
                <a:path w="419100" h="208915">
                  <a:moveTo>
                    <a:pt x="39484" y="203835"/>
                  </a:moveTo>
                  <a:lnTo>
                    <a:pt x="36461" y="195592"/>
                  </a:lnTo>
                  <a:lnTo>
                    <a:pt x="32346" y="197104"/>
                  </a:lnTo>
                  <a:lnTo>
                    <a:pt x="27292" y="198691"/>
                  </a:lnTo>
                  <a:lnTo>
                    <a:pt x="11836" y="161264"/>
                  </a:lnTo>
                  <a:lnTo>
                    <a:pt x="9131" y="151053"/>
                  </a:lnTo>
                  <a:lnTo>
                    <a:pt x="12585" y="149758"/>
                  </a:lnTo>
                  <a:lnTo>
                    <a:pt x="20434" y="147993"/>
                  </a:lnTo>
                  <a:lnTo>
                    <a:pt x="27025" y="146900"/>
                  </a:lnTo>
                  <a:lnTo>
                    <a:pt x="25590" y="138239"/>
                  </a:lnTo>
                  <a:lnTo>
                    <a:pt x="10795" y="141338"/>
                  </a:lnTo>
                  <a:lnTo>
                    <a:pt x="3187" y="144195"/>
                  </a:lnTo>
                  <a:lnTo>
                    <a:pt x="393" y="146812"/>
                  </a:lnTo>
                  <a:lnTo>
                    <a:pt x="0" y="149161"/>
                  </a:lnTo>
                  <a:lnTo>
                    <a:pt x="939" y="154114"/>
                  </a:lnTo>
                  <a:lnTo>
                    <a:pt x="13601" y="195961"/>
                  </a:lnTo>
                  <a:lnTo>
                    <a:pt x="22656" y="208368"/>
                  </a:lnTo>
                  <a:lnTo>
                    <a:pt x="26771" y="208368"/>
                  </a:lnTo>
                  <a:lnTo>
                    <a:pt x="39484" y="203835"/>
                  </a:lnTo>
                  <a:close/>
                </a:path>
                <a:path w="419100" h="208915">
                  <a:moveTo>
                    <a:pt x="190652" y="68110"/>
                  </a:moveTo>
                  <a:lnTo>
                    <a:pt x="186613" y="63715"/>
                  </a:lnTo>
                  <a:lnTo>
                    <a:pt x="181876" y="63931"/>
                  </a:lnTo>
                  <a:lnTo>
                    <a:pt x="177126" y="64135"/>
                  </a:lnTo>
                  <a:lnTo>
                    <a:pt x="173101" y="67779"/>
                  </a:lnTo>
                  <a:lnTo>
                    <a:pt x="173101" y="78384"/>
                  </a:lnTo>
                  <a:lnTo>
                    <a:pt x="177139" y="82778"/>
                  </a:lnTo>
                  <a:lnTo>
                    <a:pt x="186626" y="82359"/>
                  </a:lnTo>
                  <a:lnTo>
                    <a:pt x="190652" y="78714"/>
                  </a:lnTo>
                  <a:lnTo>
                    <a:pt x="190652" y="68110"/>
                  </a:lnTo>
                  <a:close/>
                </a:path>
                <a:path w="419100" h="208915">
                  <a:moveTo>
                    <a:pt x="190652" y="4406"/>
                  </a:moveTo>
                  <a:lnTo>
                    <a:pt x="186613" y="0"/>
                  </a:lnTo>
                  <a:lnTo>
                    <a:pt x="181876" y="215"/>
                  </a:lnTo>
                  <a:lnTo>
                    <a:pt x="177126" y="419"/>
                  </a:lnTo>
                  <a:lnTo>
                    <a:pt x="173101" y="4064"/>
                  </a:lnTo>
                  <a:lnTo>
                    <a:pt x="173101" y="14668"/>
                  </a:lnTo>
                  <a:lnTo>
                    <a:pt x="177139" y="19075"/>
                  </a:lnTo>
                  <a:lnTo>
                    <a:pt x="186626" y="18643"/>
                  </a:lnTo>
                  <a:lnTo>
                    <a:pt x="190652" y="14998"/>
                  </a:lnTo>
                  <a:lnTo>
                    <a:pt x="190652" y="4406"/>
                  </a:lnTo>
                  <a:close/>
                </a:path>
                <a:path w="419100" h="208915">
                  <a:moveTo>
                    <a:pt x="418503" y="68110"/>
                  </a:moveTo>
                  <a:lnTo>
                    <a:pt x="414451" y="63715"/>
                  </a:lnTo>
                  <a:lnTo>
                    <a:pt x="409727" y="63931"/>
                  </a:lnTo>
                  <a:lnTo>
                    <a:pt x="404964" y="64135"/>
                  </a:lnTo>
                  <a:lnTo>
                    <a:pt x="400951" y="67779"/>
                  </a:lnTo>
                  <a:lnTo>
                    <a:pt x="400951" y="78384"/>
                  </a:lnTo>
                  <a:lnTo>
                    <a:pt x="404990" y="82778"/>
                  </a:lnTo>
                  <a:lnTo>
                    <a:pt x="414477" y="82359"/>
                  </a:lnTo>
                  <a:lnTo>
                    <a:pt x="418503" y="78714"/>
                  </a:lnTo>
                  <a:lnTo>
                    <a:pt x="418503" y="68110"/>
                  </a:lnTo>
                  <a:close/>
                </a:path>
                <a:path w="419100" h="208915">
                  <a:moveTo>
                    <a:pt x="418503" y="4406"/>
                  </a:moveTo>
                  <a:lnTo>
                    <a:pt x="414451" y="0"/>
                  </a:lnTo>
                  <a:lnTo>
                    <a:pt x="409727" y="215"/>
                  </a:lnTo>
                  <a:lnTo>
                    <a:pt x="404964" y="419"/>
                  </a:lnTo>
                  <a:lnTo>
                    <a:pt x="400951" y="4064"/>
                  </a:lnTo>
                  <a:lnTo>
                    <a:pt x="400951" y="14668"/>
                  </a:lnTo>
                  <a:lnTo>
                    <a:pt x="404990" y="19075"/>
                  </a:lnTo>
                  <a:lnTo>
                    <a:pt x="414477" y="18643"/>
                  </a:lnTo>
                  <a:lnTo>
                    <a:pt x="418503" y="14998"/>
                  </a:lnTo>
                  <a:lnTo>
                    <a:pt x="418503" y="4406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2" name="object 282" descr=""/>
            <p:cNvSpPr/>
            <p:nvPr/>
          </p:nvSpPr>
          <p:spPr>
            <a:xfrm>
              <a:off x="1451802" y="6353877"/>
              <a:ext cx="59690" cy="339725"/>
            </a:xfrm>
            <a:custGeom>
              <a:avLst/>
              <a:gdLst/>
              <a:ahLst/>
              <a:cxnLst/>
              <a:rect l="l" t="t" r="r" b="b"/>
              <a:pathLst>
                <a:path w="59690" h="339725">
                  <a:moveTo>
                    <a:pt x="59507" y="0"/>
                  </a:moveTo>
                  <a:lnTo>
                    <a:pt x="16559" y="38102"/>
                  </a:lnTo>
                  <a:lnTo>
                    <a:pt x="1027" y="76762"/>
                  </a:lnTo>
                  <a:lnTo>
                    <a:pt x="0" y="104630"/>
                  </a:lnTo>
                  <a:lnTo>
                    <a:pt x="8702" y="131403"/>
                  </a:lnTo>
                  <a:lnTo>
                    <a:pt x="20145" y="158997"/>
                  </a:lnTo>
                  <a:lnTo>
                    <a:pt x="27340" y="189334"/>
                  </a:lnTo>
                  <a:lnTo>
                    <a:pt x="25112" y="226604"/>
                  </a:lnTo>
                  <a:lnTo>
                    <a:pt x="16648" y="266548"/>
                  </a:lnTo>
                  <a:lnTo>
                    <a:pt x="7499" y="298404"/>
                  </a:lnTo>
                  <a:lnTo>
                    <a:pt x="3215" y="311414"/>
                  </a:lnTo>
                  <a:lnTo>
                    <a:pt x="38314" y="339193"/>
                  </a:lnTo>
                  <a:lnTo>
                    <a:pt x="45603" y="298184"/>
                  </a:lnTo>
                  <a:lnTo>
                    <a:pt x="49074" y="271568"/>
                  </a:lnTo>
                  <a:lnTo>
                    <a:pt x="49665" y="247696"/>
                  </a:lnTo>
                  <a:lnTo>
                    <a:pt x="48313" y="214914"/>
                  </a:lnTo>
                  <a:lnTo>
                    <a:pt x="42314" y="176056"/>
                  </a:lnTo>
                  <a:lnTo>
                    <a:pt x="31794" y="142544"/>
                  </a:lnTo>
                  <a:lnTo>
                    <a:pt x="21917" y="115610"/>
                  </a:lnTo>
                  <a:lnTo>
                    <a:pt x="17843" y="96489"/>
                  </a:lnTo>
                  <a:lnTo>
                    <a:pt x="23635" y="82218"/>
                  </a:lnTo>
                  <a:lnTo>
                    <a:pt x="35662" y="70055"/>
                  </a:lnTo>
                  <a:lnTo>
                    <a:pt x="47552" y="61591"/>
                  </a:lnTo>
                  <a:lnTo>
                    <a:pt x="52931" y="58417"/>
                  </a:lnTo>
                  <a:lnTo>
                    <a:pt x="59507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3" name="object 283" descr=""/>
            <p:cNvSpPr/>
            <p:nvPr/>
          </p:nvSpPr>
          <p:spPr>
            <a:xfrm>
              <a:off x="1449159" y="6463582"/>
              <a:ext cx="575310" cy="70485"/>
            </a:xfrm>
            <a:custGeom>
              <a:avLst/>
              <a:gdLst/>
              <a:ahLst/>
              <a:cxnLst/>
              <a:rect l="l" t="t" r="r" b="b"/>
              <a:pathLst>
                <a:path w="575310" h="70484">
                  <a:moveTo>
                    <a:pt x="28613" y="35852"/>
                  </a:moveTo>
                  <a:lnTo>
                    <a:pt x="26276" y="27393"/>
                  </a:lnTo>
                  <a:lnTo>
                    <a:pt x="20764" y="28536"/>
                  </a:lnTo>
                  <a:lnTo>
                    <a:pt x="15519" y="29629"/>
                  </a:lnTo>
                  <a:lnTo>
                    <a:pt x="10388" y="31026"/>
                  </a:lnTo>
                  <a:lnTo>
                    <a:pt x="0" y="34493"/>
                  </a:lnTo>
                  <a:lnTo>
                    <a:pt x="2273" y="42964"/>
                  </a:lnTo>
                  <a:lnTo>
                    <a:pt x="12712" y="39471"/>
                  </a:lnTo>
                  <a:lnTo>
                    <a:pt x="17856" y="38087"/>
                  </a:lnTo>
                  <a:lnTo>
                    <a:pt x="28613" y="35852"/>
                  </a:lnTo>
                  <a:close/>
                </a:path>
                <a:path w="575310" h="70484">
                  <a:moveTo>
                    <a:pt x="574941" y="10922"/>
                  </a:moveTo>
                  <a:lnTo>
                    <a:pt x="574535" y="8572"/>
                  </a:lnTo>
                  <a:lnTo>
                    <a:pt x="571741" y="5956"/>
                  </a:lnTo>
                  <a:lnTo>
                    <a:pt x="564146" y="3098"/>
                  </a:lnTo>
                  <a:lnTo>
                    <a:pt x="549351" y="0"/>
                  </a:lnTo>
                  <a:lnTo>
                    <a:pt x="547903" y="8661"/>
                  </a:lnTo>
                  <a:lnTo>
                    <a:pt x="554507" y="9753"/>
                  </a:lnTo>
                  <a:lnTo>
                    <a:pt x="562343" y="11518"/>
                  </a:lnTo>
                  <a:lnTo>
                    <a:pt x="565797" y="12814"/>
                  </a:lnTo>
                  <a:lnTo>
                    <a:pt x="563105" y="23025"/>
                  </a:lnTo>
                  <a:lnTo>
                    <a:pt x="558850" y="37388"/>
                  </a:lnTo>
                  <a:lnTo>
                    <a:pt x="554253" y="51536"/>
                  </a:lnTo>
                  <a:lnTo>
                    <a:pt x="550481" y="61087"/>
                  </a:lnTo>
                  <a:lnTo>
                    <a:pt x="547649" y="60452"/>
                  </a:lnTo>
                  <a:lnTo>
                    <a:pt x="542582" y="58864"/>
                  </a:lnTo>
                  <a:lnTo>
                    <a:pt x="538467" y="57353"/>
                  </a:lnTo>
                  <a:lnTo>
                    <a:pt x="535457" y="65595"/>
                  </a:lnTo>
                  <a:lnTo>
                    <a:pt x="548170" y="70129"/>
                  </a:lnTo>
                  <a:lnTo>
                    <a:pt x="552284" y="70129"/>
                  </a:lnTo>
                  <a:lnTo>
                    <a:pt x="571754" y="24371"/>
                  </a:lnTo>
                  <a:lnTo>
                    <a:pt x="574001" y="15875"/>
                  </a:lnTo>
                  <a:lnTo>
                    <a:pt x="574941" y="10922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4" name="object 284" descr=""/>
            <p:cNvSpPr/>
            <p:nvPr/>
          </p:nvSpPr>
          <p:spPr>
            <a:xfrm>
              <a:off x="1956122" y="6353877"/>
              <a:ext cx="59690" cy="339725"/>
            </a:xfrm>
            <a:custGeom>
              <a:avLst/>
              <a:gdLst/>
              <a:ahLst/>
              <a:cxnLst/>
              <a:rect l="l" t="t" r="r" b="b"/>
              <a:pathLst>
                <a:path w="59689" h="339725">
                  <a:moveTo>
                    <a:pt x="0" y="0"/>
                  </a:moveTo>
                  <a:lnTo>
                    <a:pt x="6575" y="58417"/>
                  </a:lnTo>
                  <a:lnTo>
                    <a:pt x="11956" y="61591"/>
                  </a:lnTo>
                  <a:lnTo>
                    <a:pt x="23848" y="70055"/>
                  </a:lnTo>
                  <a:lnTo>
                    <a:pt x="35876" y="82218"/>
                  </a:lnTo>
                  <a:lnTo>
                    <a:pt x="41663" y="96489"/>
                  </a:lnTo>
                  <a:lnTo>
                    <a:pt x="37591" y="115610"/>
                  </a:lnTo>
                  <a:lnTo>
                    <a:pt x="27717" y="142544"/>
                  </a:lnTo>
                  <a:lnTo>
                    <a:pt x="17201" y="176056"/>
                  </a:lnTo>
                  <a:lnTo>
                    <a:pt x="11203" y="214914"/>
                  </a:lnTo>
                  <a:lnTo>
                    <a:pt x="9846" y="247696"/>
                  </a:lnTo>
                  <a:lnTo>
                    <a:pt x="10435" y="271568"/>
                  </a:lnTo>
                  <a:lnTo>
                    <a:pt x="13908" y="298184"/>
                  </a:lnTo>
                  <a:lnTo>
                    <a:pt x="21203" y="339193"/>
                  </a:lnTo>
                  <a:lnTo>
                    <a:pt x="56291" y="311414"/>
                  </a:lnTo>
                  <a:lnTo>
                    <a:pt x="52008" y="298404"/>
                  </a:lnTo>
                  <a:lnTo>
                    <a:pt x="42858" y="266548"/>
                  </a:lnTo>
                  <a:lnTo>
                    <a:pt x="34394" y="226604"/>
                  </a:lnTo>
                  <a:lnTo>
                    <a:pt x="32166" y="189334"/>
                  </a:lnTo>
                  <a:lnTo>
                    <a:pt x="39361" y="158997"/>
                  </a:lnTo>
                  <a:lnTo>
                    <a:pt x="50804" y="131403"/>
                  </a:lnTo>
                  <a:lnTo>
                    <a:pt x="59507" y="104630"/>
                  </a:lnTo>
                  <a:lnTo>
                    <a:pt x="58479" y="76762"/>
                  </a:lnTo>
                  <a:lnTo>
                    <a:pt x="51399" y="53764"/>
                  </a:lnTo>
                  <a:lnTo>
                    <a:pt x="42947" y="38102"/>
                  </a:lnTo>
                  <a:lnTo>
                    <a:pt x="27641" y="225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5" name="object 285" descr=""/>
            <p:cNvSpPr/>
            <p:nvPr/>
          </p:nvSpPr>
          <p:spPr>
            <a:xfrm>
              <a:off x="1989658" y="6490966"/>
              <a:ext cx="29209" cy="15875"/>
            </a:xfrm>
            <a:custGeom>
              <a:avLst/>
              <a:gdLst/>
              <a:ahLst/>
              <a:cxnLst/>
              <a:rect l="l" t="t" r="r" b="b"/>
              <a:pathLst>
                <a:path w="29210" h="15875">
                  <a:moveTo>
                    <a:pt x="2335" y="0"/>
                  </a:moveTo>
                  <a:lnTo>
                    <a:pt x="0" y="8460"/>
                  </a:lnTo>
                  <a:lnTo>
                    <a:pt x="10753" y="10701"/>
                  </a:lnTo>
                  <a:lnTo>
                    <a:pt x="15884" y="12083"/>
                  </a:lnTo>
                  <a:lnTo>
                    <a:pt x="26334" y="15570"/>
                  </a:lnTo>
                  <a:lnTo>
                    <a:pt x="28616" y="7099"/>
                  </a:lnTo>
                  <a:lnTo>
                    <a:pt x="18219" y="3633"/>
                  </a:lnTo>
                  <a:lnTo>
                    <a:pt x="13078" y="2240"/>
                  </a:lnTo>
                  <a:lnTo>
                    <a:pt x="7853" y="1151"/>
                  </a:lnTo>
                  <a:lnTo>
                    <a:pt x="2335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86" name="object 286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3623393" y="6314620"/>
            <a:ext cx="79052" cy="181292"/>
          </a:xfrm>
          <a:prstGeom prst="rect">
            <a:avLst/>
          </a:prstGeom>
        </p:spPr>
      </p:pic>
      <p:grpSp>
        <p:nvGrpSpPr>
          <p:cNvPr id="287" name="object 287" descr=""/>
          <p:cNvGrpSpPr/>
          <p:nvPr/>
        </p:nvGrpSpPr>
        <p:grpSpPr>
          <a:xfrm>
            <a:off x="3178335" y="6314620"/>
            <a:ext cx="101600" cy="313055"/>
            <a:chOff x="3178335" y="6314620"/>
            <a:chExt cx="101600" cy="313055"/>
          </a:xfrm>
        </p:grpSpPr>
        <p:pic>
          <p:nvPicPr>
            <p:cNvPr id="288" name="object 288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200593" y="6314620"/>
              <a:ext cx="79052" cy="181292"/>
            </a:xfrm>
            <a:prstGeom prst="rect">
              <a:avLst/>
            </a:prstGeom>
          </p:spPr>
        </p:pic>
        <p:pic>
          <p:nvPicPr>
            <p:cNvPr id="289" name="object 289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3178335" y="6525351"/>
              <a:ext cx="64053" cy="101818"/>
            </a:xfrm>
            <a:prstGeom prst="rect">
              <a:avLst/>
            </a:prstGeom>
          </p:spPr>
        </p:pic>
      </p:grpSp>
      <p:sp>
        <p:nvSpPr>
          <p:cNvPr id="290" name="object 290" descr=""/>
          <p:cNvSpPr/>
          <p:nvPr/>
        </p:nvSpPr>
        <p:spPr>
          <a:xfrm>
            <a:off x="3526390" y="5787604"/>
            <a:ext cx="107950" cy="293370"/>
          </a:xfrm>
          <a:custGeom>
            <a:avLst/>
            <a:gdLst/>
            <a:ahLst/>
            <a:cxnLst/>
            <a:rect l="l" t="t" r="r" b="b"/>
            <a:pathLst>
              <a:path w="107950" h="293370">
                <a:moveTo>
                  <a:pt x="60239" y="0"/>
                </a:moveTo>
                <a:lnTo>
                  <a:pt x="0" y="292451"/>
                </a:lnTo>
                <a:lnTo>
                  <a:pt x="55924" y="293048"/>
                </a:lnTo>
                <a:lnTo>
                  <a:pt x="107766" y="25789"/>
                </a:lnTo>
                <a:lnTo>
                  <a:pt x="60239" y="0"/>
                </a:lnTo>
                <a:close/>
              </a:path>
            </a:pathLst>
          </a:custGeom>
          <a:solidFill>
            <a:srgbClr val="0670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1" name="object 291" descr=""/>
          <p:cNvSpPr/>
          <p:nvPr/>
        </p:nvSpPr>
        <p:spPr>
          <a:xfrm>
            <a:off x="3253730" y="5787604"/>
            <a:ext cx="107950" cy="293370"/>
          </a:xfrm>
          <a:custGeom>
            <a:avLst/>
            <a:gdLst/>
            <a:ahLst/>
            <a:cxnLst/>
            <a:rect l="l" t="t" r="r" b="b"/>
            <a:pathLst>
              <a:path w="107950" h="293370">
                <a:moveTo>
                  <a:pt x="47527" y="0"/>
                </a:moveTo>
                <a:lnTo>
                  <a:pt x="0" y="25789"/>
                </a:lnTo>
                <a:lnTo>
                  <a:pt x="51841" y="293048"/>
                </a:lnTo>
                <a:lnTo>
                  <a:pt x="107766" y="292451"/>
                </a:lnTo>
                <a:lnTo>
                  <a:pt x="47527" y="0"/>
                </a:lnTo>
                <a:close/>
              </a:path>
            </a:pathLst>
          </a:custGeom>
          <a:solidFill>
            <a:srgbClr val="0670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2" name="object 292" descr=""/>
          <p:cNvGrpSpPr/>
          <p:nvPr/>
        </p:nvGrpSpPr>
        <p:grpSpPr>
          <a:xfrm>
            <a:off x="3151677" y="6028689"/>
            <a:ext cx="588645" cy="718185"/>
            <a:chOff x="3151677" y="6028689"/>
            <a:chExt cx="588645" cy="718185"/>
          </a:xfrm>
        </p:grpSpPr>
        <p:pic>
          <p:nvPicPr>
            <p:cNvPr id="293" name="object 293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3649050" y="6525351"/>
              <a:ext cx="64053" cy="101818"/>
            </a:xfrm>
            <a:prstGeom prst="rect">
              <a:avLst/>
            </a:prstGeom>
          </p:spPr>
        </p:pic>
        <p:sp>
          <p:nvSpPr>
            <p:cNvPr id="294" name="object 294" descr=""/>
            <p:cNvSpPr/>
            <p:nvPr/>
          </p:nvSpPr>
          <p:spPr>
            <a:xfrm>
              <a:off x="3191135" y="6092381"/>
              <a:ext cx="489584" cy="554990"/>
            </a:xfrm>
            <a:custGeom>
              <a:avLst/>
              <a:gdLst/>
              <a:ahLst/>
              <a:cxnLst/>
              <a:rect l="l" t="t" r="r" b="b"/>
              <a:pathLst>
                <a:path w="489585" h="554990">
                  <a:moveTo>
                    <a:pt x="460321" y="0"/>
                  </a:moveTo>
                  <a:lnTo>
                    <a:pt x="55150" y="14104"/>
                  </a:lnTo>
                  <a:lnTo>
                    <a:pt x="15106" y="275443"/>
                  </a:lnTo>
                  <a:lnTo>
                    <a:pt x="0" y="415873"/>
                  </a:lnTo>
                  <a:lnTo>
                    <a:pt x="8249" y="483381"/>
                  </a:lnTo>
                  <a:lnTo>
                    <a:pt x="38271" y="525952"/>
                  </a:lnTo>
                  <a:lnTo>
                    <a:pt x="97811" y="548065"/>
                  </a:lnTo>
                  <a:lnTo>
                    <a:pt x="146123" y="552827"/>
                  </a:lnTo>
                  <a:lnTo>
                    <a:pt x="202580" y="554762"/>
                  </a:lnTo>
                  <a:lnTo>
                    <a:pt x="264023" y="554894"/>
                  </a:lnTo>
                  <a:lnTo>
                    <a:pt x="332387" y="554771"/>
                  </a:lnTo>
                  <a:lnTo>
                    <a:pt x="392150" y="553223"/>
                  </a:lnTo>
                  <a:lnTo>
                    <a:pt x="439191" y="547042"/>
                  </a:lnTo>
                  <a:lnTo>
                    <a:pt x="469388" y="533020"/>
                  </a:lnTo>
                  <a:lnTo>
                    <a:pt x="489012" y="430122"/>
                  </a:lnTo>
                  <a:lnTo>
                    <a:pt x="483557" y="249076"/>
                  </a:lnTo>
                  <a:lnTo>
                    <a:pt x="468751" y="76746"/>
                  </a:lnTo>
                  <a:lnTo>
                    <a:pt x="460321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5" name="object 295" descr=""/>
            <p:cNvSpPr/>
            <p:nvPr/>
          </p:nvSpPr>
          <p:spPr>
            <a:xfrm>
              <a:off x="3242411" y="6080283"/>
              <a:ext cx="410209" cy="528320"/>
            </a:xfrm>
            <a:custGeom>
              <a:avLst/>
              <a:gdLst/>
              <a:ahLst/>
              <a:cxnLst/>
              <a:rect l="l" t="t" r="r" b="b"/>
              <a:pathLst>
                <a:path w="410210" h="528320">
                  <a:moveTo>
                    <a:pt x="409943" y="7912"/>
                  </a:moveTo>
                  <a:lnTo>
                    <a:pt x="402043" y="0"/>
                  </a:lnTo>
                  <a:lnTo>
                    <a:pt x="7912" y="0"/>
                  </a:lnTo>
                  <a:lnTo>
                    <a:pt x="0" y="7912"/>
                  </a:lnTo>
                  <a:lnTo>
                    <a:pt x="0" y="17665"/>
                  </a:lnTo>
                  <a:lnTo>
                    <a:pt x="0" y="196469"/>
                  </a:lnTo>
                  <a:lnTo>
                    <a:pt x="5676" y="224574"/>
                  </a:lnTo>
                  <a:lnTo>
                    <a:pt x="21145" y="247523"/>
                  </a:lnTo>
                  <a:lnTo>
                    <a:pt x="31521" y="254520"/>
                  </a:lnTo>
                  <a:lnTo>
                    <a:pt x="30759" y="264896"/>
                  </a:lnTo>
                  <a:lnTo>
                    <a:pt x="27940" y="316407"/>
                  </a:lnTo>
                  <a:lnTo>
                    <a:pt x="26377" y="378752"/>
                  </a:lnTo>
                  <a:lnTo>
                    <a:pt x="28079" y="440004"/>
                  </a:lnTo>
                  <a:lnTo>
                    <a:pt x="35001" y="488226"/>
                  </a:lnTo>
                  <a:lnTo>
                    <a:pt x="77381" y="517296"/>
                  </a:lnTo>
                  <a:lnTo>
                    <a:pt x="125463" y="522630"/>
                  </a:lnTo>
                  <a:lnTo>
                    <a:pt x="185089" y="526529"/>
                  </a:lnTo>
                  <a:lnTo>
                    <a:pt x="247967" y="528040"/>
                  </a:lnTo>
                  <a:lnTo>
                    <a:pt x="289991" y="527138"/>
                  </a:lnTo>
                  <a:lnTo>
                    <a:pt x="354571" y="518960"/>
                  </a:lnTo>
                  <a:lnTo>
                    <a:pt x="382536" y="481520"/>
                  </a:lnTo>
                  <a:lnTo>
                    <a:pt x="387172" y="430098"/>
                  </a:lnTo>
                  <a:lnTo>
                    <a:pt x="387134" y="368528"/>
                  </a:lnTo>
                  <a:lnTo>
                    <a:pt x="384441" y="308571"/>
                  </a:lnTo>
                  <a:lnTo>
                    <a:pt x="382917" y="286994"/>
                  </a:lnTo>
                  <a:lnTo>
                    <a:pt x="382917" y="426821"/>
                  </a:lnTo>
                  <a:lnTo>
                    <a:pt x="378802" y="478561"/>
                  </a:lnTo>
                  <a:lnTo>
                    <a:pt x="368134" y="507784"/>
                  </a:lnTo>
                  <a:lnTo>
                    <a:pt x="343420" y="517144"/>
                  </a:lnTo>
                  <a:lnTo>
                    <a:pt x="299161" y="522147"/>
                  </a:lnTo>
                  <a:lnTo>
                    <a:pt x="242951" y="523532"/>
                  </a:lnTo>
                  <a:lnTo>
                    <a:pt x="182397" y="522020"/>
                  </a:lnTo>
                  <a:lnTo>
                    <a:pt x="125095" y="518325"/>
                  </a:lnTo>
                  <a:lnTo>
                    <a:pt x="78651" y="513181"/>
                  </a:lnTo>
                  <a:lnTo>
                    <a:pt x="39395" y="488581"/>
                  </a:lnTo>
                  <a:lnTo>
                    <a:pt x="33248" y="448386"/>
                  </a:lnTo>
                  <a:lnTo>
                    <a:pt x="31102" y="394881"/>
                  </a:lnTo>
                  <a:lnTo>
                    <a:pt x="31813" y="336283"/>
                  </a:lnTo>
                  <a:lnTo>
                    <a:pt x="34264" y="280771"/>
                  </a:lnTo>
                  <a:lnTo>
                    <a:pt x="35864" y="257454"/>
                  </a:lnTo>
                  <a:lnTo>
                    <a:pt x="44094" y="262991"/>
                  </a:lnTo>
                  <a:lnTo>
                    <a:pt x="72199" y="268668"/>
                  </a:lnTo>
                  <a:lnTo>
                    <a:pt x="337743" y="268668"/>
                  </a:lnTo>
                  <a:lnTo>
                    <a:pt x="365848" y="262991"/>
                  </a:lnTo>
                  <a:lnTo>
                    <a:pt x="376148" y="256057"/>
                  </a:lnTo>
                  <a:lnTo>
                    <a:pt x="376466" y="259664"/>
                  </a:lnTo>
                  <a:lnTo>
                    <a:pt x="379704" y="305066"/>
                  </a:lnTo>
                  <a:lnTo>
                    <a:pt x="382536" y="364883"/>
                  </a:lnTo>
                  <a:lnTo>
                    <a:pt x="382917" y="426821"/>
                  </a:lnTo>
                  <a:lnTo>
                    <a:pt x="382917" y="286994"/>
                  </a:lnTo>
                  <a:lnTo>
                    <a:pt x="381152" y="261988"/>
                  </a:lnTo>
                  <a:lnTo>
                    <a:pt x="380377" y="253199"/>
                  </a:lnTo>
                  <a:lnTo>
                    <a:pt x="388797" y="247523"/>
                  </a:lnTo>
                  <a:lnTo>
                    <a:pt x="404279" y="224574"/>
                  </a:lnTo>
                  <a:lnTo>
                    <a:pt x="409943" y="196469"/>
                  </a:lnTo>
                  <a:lnTo>
                    <a:pt x="409943" y="7912"/>
                  </a:lnTo>
                  <a:close/>
                </a:path>
              </a:pathLst>
            </a:custGeom>
            <a:solidFill>
              <a:srgbClr val="2B86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6" name="object 296" descr=""/>
            <p:cNvSpPr/>
            <p:nvPr/>
          </p:nvSpPr>
          <p:spPr>
            <a:xfrm>
              <a:off x="3302001" y="6028689"/>
              <a:ext cx="296545" cy="52705"/>
            </a:xfrm>
            <a:custGeom>
              <a:avLst/>
              <a:gdLst/>
              <a:ahLst/>
              <a:cxnLst/>
              <a:rect l="l" t="t" r="r" b="b"/>
              <a:pathLst>
                <a:path w="296545" h="52704">
                  <a:moveTo>
                    <a:pt x="145356" y="0"/>
                  </a:moveTo>
                  <a:lnTo>
                    <a:pt x="112463" y="4833"/>
                  </a:lnTo>
                  <a:lnTo>
                    <a:pt x="85718" y="15794"/>
                  </a:lnTo>
                  <a:lnTo>
                    <a:pt x="66534" y="28158"/>
                  </a:lnTo>
                  <a:lnTo>
                    <a:pt x="56322" y="37203"/>
                  </a:lnTo>
                  <a:lnTo>
                    <a:pt x="48334" y="38448"/>
                  </a:lnTo>
                  <a:lnTo>
                    <a:pt x="34768" y="39038"/>
                  </a:lnTo>
                  <a:lnTo>
                    <a:pt x="18053" y="39034"/>
                  </a:lnTo>
                  <a:lnTo>
                    <a:pt x="617" y="38501"/>
                  </a:lnTo>
                  <a:lnTo>
                    <a:pt x="0" y="51809"/>
                  </a:lnTo>
                  <a:lnTo>
                    <a:pt x="7919" y="52134"/>
                  </a:lnTo>
                  <a:lnTo>
                    <a:pt x="27737" y="52532"/>
                  </a:lnTo>
                  <a:lnTo>
                    <a:pt x="47560" y="51846"/>
                  </a:lnTo>
                  <a:lnTo>
                    <a:pt x="58783" y="50189"/>
                  </a:lnTo>
                  <a:lnTo>
                    <a:pt x="64054" y="48159"/>
                  </a:lnTo>
                  <a:lnTo>
                    <a:pt x="74041" y="39075"/>
                  </a:lnTo>
                  <a:lnTo>
                    <a:pt x="90974" y="28014"/>
                  </a:lnTo>
                  <a:lnTo>
                    <a:pt x="115280" y="17865"/>
                  </a:lnTo>
                  <a:lnTo>
                    <a:pt x="145419" y="13318"/>
                  </a:lnTo>
                  <a:lnTo>
                    <a:pt x="173939" y="16608"/>
                  </a:lnTo>
                  <a:lnTo>
                    <a:pt x="196322" y="24652"/>
                  </a:lnTo>
                  <a:lnTo>
                    <a:pt x="213607" y="34712"/>
                  </a:lnTo>
                  <a:lnTo>
                    <a:pt x="226139" y="44051"/>
                  </a:lnTo>
                  <a:lnTo>
                    <a:pt x="236024" y="51820"/>
                  </a:lnTo>
                  <a:lnTo>
                    <a:pt x="296116" y="52417"/>
                  </a:lnTo>
                  <a:lnTo>
                    <a:pt x="296284" y="39098"/>
                  </a:lnTo>
                  <a:lnTo>
                    <a:pt x="240997" y="38490"/>
                  </a:lnTo>
                  <a:lnTo>
                    <a:pt x="239668" y="37737"/>
                  </a:lnTo>
                  <a:lnTo>
                    <a:pt x="221107" y="23721"/>
                  </a:lnTo>
                  <a:lnTo>
                    <a:pt x="202085" y="12693"/>
                  </a:lnTo>
                  <a:lnTo>
                    <a:pt x="177137" y="3710"/>
                  </a:lnTo>
                  <a:lnTo>
                    <a:pt x="145356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7" name="object 297" descr=""/>
            <p:cNvSpPr/>
            <p:nvPr/>
          </p:nvSpPr>
          <p:spPr>
            <a:xfrm>
              <a:off x="3316198" y="6073857"/>
              <a:ext cx="272415" cy="561975"/>
            </a:xfrm>
            <a:custGeom>
              <a:avLst/>
              <a:gdLst/>
              <a:ahLst/>
              <a:cxnLst/>
              <a:rect l="l" t="t" r="r" b="b"/>
              <a:pathLst>
                <a:path w="272414" h="561975">
                  <a:moveTo>
                    <a:pt x="39293" y="0"/>
                  </a:moveTo>
                  <a:lnTo>
                    <a:pt x="0" y="0"/>
                  </a:lnTo>
                  <a:lnTo>
                    <a:pt x="0" y="561962"/>
                  </a:lnTo>
                  <a:lnTo>
                    <a:pt x="39293" y="561962"/>
                  </a:lnTo>
                  <a:lnTo>
                    <a:pt x="39293" y="0"/>
                  </a:lnTo>
                  <a:close/>
                </a:path>
                <a:path w="272414" h="561975">
                  <a:moveTo>
                    <a:pt x="272249" y="0"/>
                  </a:moveTo>
                  <a:lnTo>
                    <a:pt x="232956" y="0"/>
                  </a:lnTo>
                  <a:lnTo>
                    <a:pt x="232956" y="561962"/>
                  </a:lnTo>
                  <a:lnTo>
                    <a:pt x="272249" y="561962"/>
                  </a:lnTo>
                  <a:lnTo>
                    <a:pt x="272249" y="0"/>
                  </a:lnTo>
                  <a:close/>
                </a:path>
              </a:pathLst>
            </a:custGeom>
            <a:solidFill>
              <a:srgbClr val="398F9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8" name="object 298" descr=""/>
            <p:cNvSpPr/>
            <p:nvPr/>
          </p:nvSpPr>
          <p:spPr>
            <a:xfrm>
              <a:off x="3151670" y="6374326"/>
              <a:ext cx="424180" cy="211454"/>
            </a:xfrm>
            <a:custGeom>
              <a:avLst/>
              <a:gdLst/>
              <a:ahLst/>
              <a:cxnLst/>
              <a:rect l="l" t="t" r="r" b="b"/>
              <a:pathLst>
                <a:path w="424179" h="211454">
                  <a:moveTo>
                    <a:pt x="39992" y="206400"/>
                  </a:moveTo>
                  <a:lnTo>
                    <a:pt x="36944" y="198056"/>
                  </a:lnTo>
                  <a:lnTo>
                    <a:pt x="32766" y="199580"/>
                  </a:lnTo>
                  <a:lnTo>
                    <a:pt x="27660" y="201180"/>
                  </a:lnTo>
                  <a:lnTo>
                    <a:pt x="12001" y="163283"/>
                  </a:lnTo>
                  <a:lnTo>
                    <a:pt x="9271" y="152958"/>
                  </a:lnTo>
                  <a:lnTo>
                    <a:pt x="12776" y="151650"/>
                  </a:lnTo>
                  <a:lnTo>
                    <a:pt x="20713" y="149860"/>
                  </a:lnTo>
                  <a:lnTo>
                    <a:pt x="27381" y="148742"/>
                  </a:lnTo>
                  <a:lnTo>
                    <a:pt x="25920" y="139979"/>
                  </a:lnTo>
                  <a:lnTo>
                    <a:pt x="10934" y="143116"/>
                  </a:lnTo>
                  <a:lnTo>
                    <a:pt x="3238" y="146011"/>
                  </a:lnTo>
                  <a:lnTo>
                    <a:pt x="406" y="148653"/>
                  </a:lnTo>
                  <a:lnTo>
                    <a:pt x="0" y="151028"/>
                  </a:lnTo>
                  <a:lnTo>
                    <a:pt x="965" y="156057"/>
                  </a:lnTo>
                  <a:lnTo>
                    <a:pt x="13779" y="198424"/>
                  </a:lnTo>
                  <a:lnTo>
                    <a:pt x="22948" y="210985"/>
                  </a:lnTo>
                  <a:lnTo>
                    <a:pt x="27127" y="210985"/>
                  </a:lnTo>
                  <a:lnTo>
                    <a:pt x="39992" y="206400"/>
                  </a:lnTo>
                  <a:close/>
                </a:path>
                <a:path w="424179" h="211454">
                  <a:moveTo>
                    <a:pt x="193052" y="68973"/>
                  </a:moveTo>
                  <a:lnTo>
                    <a:pt x="188976" y="64516"/>
                  </a:lnTo>
                  <a:lnTo>
                    <a:pt x="184175" y="64731"/>
                  </a:lnTo>
                  <a:lnTo>
                    <a:pt x="179362" y="64947"/>
                  </a:lnTo>
                  <a:lnTo>
                    <a:pt x="175298" y="68630"/>
                  </a:lnTo>
                  <a:lnTo>
                    <a:pt x="175298" y="79375"/>
                  </a:lnTo>
                  <a:lnTo>
                    <a:pt x="179387" y="83820"/>
                  </a:lnTo>
                  <a:lnTo>
                    <a:pt x="188988" y="83388"/>
                  </a:lnTo>
                  <a:lnTo>
                    <a:pt x="193052" y="79705"/>
                  </a:lnTo>
                  <a:lnTo>
                    <a:pt x="193052" y="68973"/>
                  </a:lnTo>
                  <a:close/>
                </a:path>
                <a:path w="424179" h="211454">
                  <a:moveTo>
                    <a:pt x="193052" y="4457"/>
                  </a:moveTo>
                  <a:lnTo>
                    <a:pt x="188976" y="0"/>
                  </a:lnTo>
                  <a:lnTo>
                    <a:pt x="184175" y="215"/>
                  </a:lnTo>
                  <a:lnTo>
                    <a:pt x="179362" y="444"/>
                  </a:lnTo>
                  <a:lnTo>
                    <a:pt x="175298" y="4127"/>
                  </a:lnTo>
                  <a:lnTo>
                    <a:pt x="175298" y="14859"/>
                  </a:lnTo>
                  <a:lnTo>
                    <a:pt x="179387" y="19304"/>
                  </a:lnTo>
                  <a:lnTo>
                    <a:pt x="188988" y="18884"/>
                  </a:lnTo>
                  <a:lnTo>
                    <a:pt x="193052" y="15189"/>
                  </a:lnTo>
                  <a:lnTo>
                    <a:pt x="193052" y="4457"/>
                  </a:lnTo>
                  <a:close/>
                </a:path>
                <a:path w="424179" h="211454">
                  <a:moveTo>
                    <a:pt x="423760" y="68973"/>
                  </a:moveTo>
                  <a:lnTo>
                    <a:pt x="419684" y="64516"/>
                  </a:lnTo>
                  <a:lnTo>
                    <a:pt x="414883" y="64731"/>
                  </a:lnTo>
                  <a:lnTo>
                    <a:pt x="410070" y="64947"/>
                  </a:lnTo>
                  <a:lnTo>
                    <a:pt x="406006" y="68630"/>
                  </a:lnTo>
                  <a:lnTo>
                    <a:pt x="406006" y="79375"/>
                  </a:lnTo>
                  <a:lnTo>
                    <a:pt x="410083" y="83820"/>
                  </a:lnTo>
                  <a:lnTo>
                    <a:pt x="419696" y="83388"/>
                  </a:lnTo>
                  <a:lnTo>
                    <a:pt x="423760" y="79705"/>
                  </a:lnTo>
                  <a:lnTo>
                    <a:pt x="423760" y="68973"/>
                  </a:lnTo>
                  <a:close/>
                </a:path>
                <a:path w="424179" h="211454">
                  <a:moveTo>
                    <a:pt x="423760" y="4457"/>
                  </a:moveTo>
                  <a:lnTo>
                    <a:pt x="419684" y="0"/>
                  </a:lnTo>
                  <a:lnTo>
                    <a:pt x="414883" y="215"/>
                  </a:lnTo>
                  <a:lnTo>
                    <a:pt x="410070" y="444"/>
                  </a:lnTo>
                  <a:lnTo>
                    <a:pt x="406006" y="4127"/>
                  </a:lnTo>
                  <a:lnTo>
                    <a:pt x="406006" y="14859"/>
                  </a:lnTo>
                  <a:lnTo>
                    <a:pt x="410083" y="19304"/>
                  </a:lnTo>
                  <a:lnTo>
                    <a:pt x="419696" y="18884"/>
                  </a:lnTo>
                  <a:lnTo>
                    <a:pt x="423760" y="15189"/>
                  </a:lnTo>
                  <a:lnTo>
                    <a:pt x="423760" y="4457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9" name="object 299" descr=""/>
            <p:cNvSpPr/>
            <p:nvPr/>
          </p:nvSpPr>
          <p:spPr>
            <a:xfrm>
              <a:off x="3160265" y="6403222"/>
              <a:ext cx="60325" cy="343535"/>
            </a:xfrm>
            <a:custGeom>
              <a:avLst/>
              <a:gdLst/>
              <a:ahLst/>
              <a:cxnLst/>
              <a:rect l="l" t="t" r="r" b="b"/>
              <a:pathLst>
                <a:path w="60325" h="343534">
                  <a:moveTo>
                    <a:pt x="60257" y="0"/>
                  </a:moveTo>
                  <a:lnTo>
                    <a:pt x="16770" y="38582"/>
                  </a:lnTo>
                  <a:lnTo>
                    <a:pt x="1044" y="77714"/>
                  </a:lnTo>
                  <a:lnTo>
                    <a:pt x="0" y="105937"/>
                  </a:lnTo>
                  <a:lnTo>
                    <a:pt x="8812" y="133048"/>
                  </a:lnTo>
                  <a:lnTo>
                    <a:pt x="20402" y="160991"/>
                  </a:lnTo>
                  <a:lnTo>
                    <a:pt x="27692" y="191711"/>
                  </a:lnTo>
                  <a:lnTo>
                    <a:pt x="25435" y="229445"/>
                  </a:lnTo>
                  <a:lnTo>
                    <a:pt x="16864" y="269889"/>
                  </a:lnTo>
                  <a:lnTo>
                    <a:pt x="7600" y="302146"/>
                  </a:lnTo>
                  <a:lnTo>
                    <a:pt x="3264" y="315320"/>
                  </a:lnTo>
                  <a:lnTo>
                    <a:pt x="38791" y="343445"/>
                  </a:lnTo>
                  <a:lnTo>
                    <a:pt x="46176" y="301928"/>
                  </a:lnTo>
                  <a:lnTo>
                    <a:pt x="49693" y="274982"/>
                  </a:lnTo>
                  <a:lnTo>
                    <a:pt x="50290" y="250810"/>
                  </a:lnTo>
                  <a:lnTo>
                    <a:pt x="48917" y="217616"/>
                  </a:lnTo>
                  <a:lnTo>
                    <a:pt x="42844" y="178269"/>
                  </a:lnTo>
                  <a:lnTo>
                    <a:pt x="32193" y="144337"/>
                  </a:lnTo>
                  <a:lnTo>
                    <a:pt x="22193" y="117065"/>
                  </a:lnTo>
                  <a:lnTo>
                    <a:pt x="18069" y="97703"/>
                  </a:lnTo>
                  <a:lnTo>
                    <a:pt x="23930" y="83246"/>
                  </a:lnTo>
                  <a:lnTo>
                    <a:pt x="36108" y="70931"/>
                  </a:lnTo>
                  <a:lnTo>
                    <a:pt x="48149" y="62363"/>
                  </a:lnTo>
                  <a:lnTo>
                    <a:pt x="53597" y="59150"/>
                  </a:lnTo>
                  <a:lnTo>
                    <a:pt x="60257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0" name="object 300" descr=""/>
            <p:cNvSpPr/>
            <p:nvPr/>
          </p:nvSpPr>
          <p:spPr>
            <a:xfrm>
              <a:off x="3157588" y="6514306"/>
              <a:ext cx="582295" cy="71120"/>
            </a:xfrm>
            <a:custGeom>
              <a:avLst/>
              <a:gdLst/>
              <a:ahLst/>
              <a:cxnLst/>
              <a:rect l="l" t="t" r="r" b="b"/>
              <a:pathLst>
                <a:path w="582295" h="71120">
                  <a:moveTo>
                    <a:pt x="28981" y="36296"/>
                  </a:moveTo>
                  <a:lnTo>
                    <a:pt x="26606" y="27736"/>
                  </a:lnTo>
                  <a:lnTo>
                    <a:pt x="21018" y="28892"/>
                  </a:lnTo>
                  <a:lnTo>
                    <a:pt x="15722" y="29997"/>
                  </a:lnTo>
                  <a:lnTo>
                    <a:pt x="10515" y="31407"/>
                  </a:lnTo>
                  <a:lnTo>
                    <a:pt x="0" y="34925"/>
                  </a:lnTo>
                  <a:lnTo>
                    <a:pt x="2311" y="43510"/>
                  </a:lnTo>
                  <a:lnTo>
                    <a:pt x="12890" y="39966"/>
                  </a:lnTo>
                  <a:lnTo>
                    <a:pt x="18084" y="38557"/>
                  </a:lnTo>
                  <a:lnTo>
                    <a:pt x="28981" y="36296"/>
                  </a:lnTo>
                  <a:close/>
                </a:path>
                <a:path w="582295" h="71120">
                  <a:moveTo>
                    <a:pt x="582168" y="11049"/>
                  </a:moveTo>
                  <a:lnTo>
                    <a:pt x="581761" y="8674"/>
                  </a:lnTo>
                  <a:lnTo>
                    <a:pt x="578929" y="6032"/>
                  </a:lnTo>
                  <a:lnTo>
                    <a:pt x="571233" y="3136"/>
                  </a:lnTo>
                  <a:lnTo>
                    <a:pt x="556247" y="0"/>
                  </a:lnTo>
                  <a:lnTo>
                    <a:pt x="554786" y="8763"/>
                  </a:lnTo>
                  <a:lnTo>
                    <a:pt x="561467" y="9880"/>
                  </a:lnTo>
                  <a:lnTo>
                    <a:pt x="569404" y="11671"/>
                  </a:lnTo>
                  <a:lnTo>
                    <a:pt x="572897" y="12979"/>
                  </a:lnTo>
                  <a:lnTo>
                    <a:pt x="570166" y="23304"/>
                  </a:lnTo>
                  <a:lnTo>
                    <a:pt x="565873" y="37858"/>
                  </a:lnTo>
                  <a:lnTo>
                    <a:pt x="561213" y="52184"/>
                  </a:lnTo>
                  <a:lnTo>
                    <a:pt x="557390" y="61849"/>
                  </a:lnTo>
                  <a:lnTo>
                    <a:pt x="554507" y="61201"/>
                  </a:lnTo>
                  <a:lnTo>
                    <a:pt x="549402" y="59601"/>
                  </a:lnTo>
                  <a:lnTo>
                    <a:pt x="545223" y="58077"/>
                  </a:lnTo>
                  <a:lnTo>
                    <a:pt x="542175" y="66421"/>
                  </a:lnTo>
                  <a:lnTo>
                    <a:pt x="555040" y="71005"/>
                  </a:lnTo>
                  <a:lnTo>
                    <a:pt x="559219" y="71005"/>
                  </a:lnTo>
                  <a:lnTo>
                    <a:pt x="578942" y="24676"/>
                  </a:lnTo>
                  <a:lnTo>
                    <a:pt x="581202" y="16078"/>
                  </a:lnTo>
                  <a:lnTo>
                    <a:pt x="582168" y="11049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1" name="object 301" descr=""/>
            <p:cNvSpPr/>
            <p:nvPr/>
          </p:nvSpPr>
          <p:spPr>
            <a:xfrm>
              <a:off x="3670916" y="6403222"/>
              <a:ext cx="60325" cy="343535"/>
            </a:xfrm>
            <a:custGeom>
              <a:avLst/>
              <a:gdLst/>
              <a:ahLst/>
              <a:cxnLst/>
              <a:rect l="l" t="t" r="r" b="b"/>
              <a:pathLst>
                <a:path w="60325" h="343534">
                  <a:moveTo>
                    <a:pt x="0" y="0"/>
                  </a:moveTo>
                  <a:lnTo>
                    <a:pt x="6659" y="59150"/>
                  </a:lnTo>
                  <a:lnTo>
                    <a:pt x="12107" y="62363"/>
                  </a:lnTo>
                  <a:lnTo>
                    <a:pt x="24148" y="70931"/>
                  </a:lnTo>
                  <a:lnTo>
                    <a:pt x="36326" y="83246"/>
                  </a:lnTo>
                  <a:lnTo>
                    <a:pt x="42187" y="97703"/>
                  </a:lnTo>
                  <a:lnTo>
                    <a:pt x="38063" y="117065"/>
                  </a:lnTo>
                  <a:lnTo>
                    <a:pt x="28063" y="144337"/>
                  </a:lnTo>
                  <a:lnTo>
                    <a:pt x="17412" y="178269"/>
                  </a:lnTo>
                  <a:lnTo>
                    <a:pt x="11339" y="217616"/>
                  </a:lnTo>
                  <a:lnTo>
                    <a:pt x="9966" y="250810"/>
                  </a:lnTo>
                  <a:lnTo>
                    <a:pt x="10563" y="274982"/>
                  </a:lnTo>
                  <a:lnTo>
                    <a:pt x="14080" y="301928"/>
                  </a:lnTo>
                  <a:lnTo>
                    <a:pt x="21465" y="343445"/>
                  </a:lnTo>
                  <a:lnTo>
                    <a:pt x="56993" y="315320"/>
                  </a:lnTo>
                  <a:lnTo>
                    <a:pt x="52656" y="302146"/>
                  </a:lnTo>
                  <a:lnTo>
                    <a:pt x="43392" y="269889"/>
                  </a:lnTo>
                  <a:lnTo>
                    <a:pt x="34822" y="229445"/>
                  </a:lnTo>
                  <a:lnTo>
                    <a:pt x="32564" y="191711"/>
                  </a:lnTo>
                  <a:lnTo>
                    <a:pt x="39854" y="160991"/>
                  </a:lnTo>
                  <a:lnTo>
                    <a:pt x="51444" y="133048"/>
                  </a:lnTo>
                  <a:lnTo>
                    <a:pt x="60257" y="105937"/>
                  </a:lnTo>
                  <a:lnTo>
                    <a:pt x="59212" y="77714"/>
                  </a:lnTo>
                  <a:lnTo>
                    <a:pt x="52044" y="54437"/>
                  </a:lnTo>
                  <a:lnTo>
                    <a:pt x="43486" y="38582"/>
                  </a:lnTo>
                  <a:lnTo>
                    <a:pt x="27989" y="228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670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2" name="object 302" descr=""/>
            <p:cNvSpPr/>
            <p:nvPr/>
          </p:nvSpPr>
          <p:spPr>
            <a:xfrm>
              <a:off x="3704865" y="6542036"/>
              <a:ext cx="29209" cy="15875"/>
            </a:xfrm>
            <a:custGeom>
              <a:avLst/>
              <a:gdLst/>
              <a:ahLst/>
              <a:cxnLst/>
              <a:rect l="l" t="t" r="r" b="b"/>
              <a:pathLst>
                <a:path w="29210" h="15875">
                  <a:moveTo>
                    <a:pt x="2366" y="0"/>
                  </a:moveTo>
                  <a:lnTo>
                    <a:pt x="0" y="8565"/>
                  </a:lnTo>
                  <a:lnTo>
                    <a:pt x="10889" y="10826"/>
                  </a:lnTo>
                  <a:lnTo>
                    <a:pt x="16093" y="12229"/>
                  </a:lnTo>
                  <a:lnTo>
                    <a:pt x="26669" y="15769"/>
                  </a:lnTo>
                  <a:lnTo>
                    <a:pt x="28983" y="7183"/>
                  </a:lnTo>
                  <a:lnTo>
                    <a:pt x="18460" y="3664"/>
                  </a:lnTo>
                  <a:lnTo>
                    <a:pt x="13256" y="2261"/>
                  </a:lnTo>
                  <a:lnTo>
                    <a:pt x="7957" y="1162"/>
                  </a:lnTo>
                  <a:lnTo>
                    <a:pt x="2366" y="0"/>
                  </a:lnTo>
                  <a:close/>
                </a:path>
              </a:pathLst>
            </a:custGeom>
            <a:solidFill>
              <a:srgbClr val="009A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3" name="object 303" descr=""/>
          <p:cNvSpPr/>
          <p:nvPr/>
        </p:nvSpPr>
        <p:spPr>
          <a:xfrm>
            <a:off x="9966702" y="8130241"/>
            <a:ext cx="538480" cy="772795"/>
          </a:xfrm>
          <a:custGeom>
            <a:avLst/>
            <a:gdLst/>
            <a:ahLst/>
            <a:cxnLst/>
            <a:rect l="l" t="t" r="r" b="b"/>
            <a:pathLst>
              <a:path w="538479" h="772795">
                <a:moveTo>
                  <a:pt x="418877" y="0"/>
                </a:moveTo>
                <a:lnTo>
                  <a:pt x="413206" y="117841"/>
                </a:lnTo>
                <a:lnTo>
                  <a:pt x="401118" y="181248"/>
                </a:lnTo>
                <a:lnTo>
                  <a:pt x="373433" y="211935"/>
                </a:lnTo>
                <a:lnTo>
                  <a:pt x="320974" y="231615"/>
                </a:lnTo>
                <a:lnTo>
                  <a:pt x="286266" y="238556"/>
                </a:lnTo>
                <a:lnTo>
                  <a:pt x="251432" y="237208"/>
                </a:lnTo>
                <a:lnTo>
                  <a:pt x="186154" y="206221"/>
                </a:lnTo>
                <a:lnTo>
                  <a:pt x="158094" y="174866"/>
                </a:lnTo>
                <a:lnTo>
                  <a:pt x="134677" y="131794"/>
                </a:lnTo>
                <a:lnTo>
                  <a:pt x="117095" y="76147"/>
                </a:lnTo>
                <a:lnTo>
                  <a:pt x="106541" y="7067"/>
                </a:lnTo>
                <a:lnTo>
                  <a:pt x="58593" y="32033"/>
                </a:lnTo>
                <a:lnTo>
                  <a:pt x="31513" y="47609"/>
                </a:lnTo>
                <a:lnTo>
                  <a:pt x="15311" y="60325"/>
                </a:lnTo>
                <a:lnTo>
                  <a:pt x="0" y="76709"/>
                </a:lnTo>
                <a:lnTo>
                  <a:pt x="15510" y="147111"/>
                </a:lnTo>
                <a:lnTo>
                  <a:pt x="23289" y="189504"/>
                </a:lnTo>
                <a:lnTo>
                  <a:pt x="25685" y="220923"/>
                </a:lnTo>
                <a:lnTo>
                  <a:pt x="25046" y="258400"/>
                </a:lnTo>
                <a:lnTo>
                  <a:pt x="26241" y="307214"/>
                </a:lnTo>
                <a:lnTo>
                  <a:pt x="30883" y="357291"/>
                </a:lnTo>
                <a:lnTo>
                  <a:pt x="36437" y="402615"/>
                </a:lnTo>
                <a:lnTo>
                  <a:pt x="40365" y="437169"/>
                </a:lnTo>
                <a:lnTo>
                  <a:pt x="35334" y="497443"/>
                </a:lnTo>
                <a:lnTo>
                  <a:pt x="21317" y="594731"/>
                </a:lnTo>
                <a:lnTo>
                  <a:pt x="6732" y="685229"/>
                </a:lnTo>
                <a:lnTo>
                  <a:pt x="0" y="725129"/>
                </a:lnTo>
                <a:lnTo>
                  <a:pt x="87592" y="749168"/>
                </a:lnTo>
                <a:lnTo>
                  <a:pt x="142417" y="762103"/>
                </a:lnTo>
                <a:lnTo>
                  <a:pt x="187539" y="768365"/>
                </a:lnTo>
                <a:lnTo>
                  <a:pt x="246023" y="772384"/>
                </a:lnTo>
                <a:lnTo>
                  <a:pt x="332643" y="767707"/>
                </a:lnTo>
                <a:lnTo>
                  <a:pt x="428486" y="751729"/>
                </a:lnTo>
                <a:lnTo>
                  <a:pt x="506114" y="734658"/>
                </a:lnTo>
                <a:lnTo>
                  <a:pt x="538088" y="726700"/>
                </a:lnTo>
                <a:lnTo>
                  <a:pt x="507807" y="619159"/>
                </a:lnTo>
                <a:lnTo>
                  <a:pt x="493076" y="555138"/>
                </a:lnTo>
                <a:lnTo>
                  <a:pt x="489720" y="509280"/>
                </a:lnTo>
                <a:lnTo>
                  <a:pt x="493566" y="456226"/>
                </a:lnTo>
                <a:lnTo>
                  <a:pt x="499073" y="398599"/>
                </a:lnTo>
                <a:lnTo>
                  <a:pt x="503264" y="351760"/>
                </a:lnTo>
                <a:lnTo>
                  <a:pt x="505811" y="309461"/>
                </a:lnTo>
                <a:lnTo>
                  <a:pt x="506382" y="265457"/>
                </a:lnTo>
                <a:lnTo>
                  <a:pt x="507873" y="205909"/>
                </a:lnTo>
                <a:lnTo>
                  <a:pt x="511836" y="135912"/>
                </a:lnTo>
                <a:lnTo>
                  <a:pt x="515931" y="77647"/>
                </a:lnTo>
                <a:lnTo>
                  <a:pt x="517816" y="53296"/>
                </a:lnTo>
                <a:lnTo>
                  <a:pt x="418877" y="0"/>
                </a:lnTo>
                <a:close/>
              </a:path>
            </a:pathLst>
          </a:custGeom>
          <a:solidFill>
            <a:srgbClr val="E6E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4" name="object 304" descr=""/>
          <p:cNvSpPr/>
          <p:nvPr/>
        </p:nvSpPr>
        <p:spPr>
          <a:xfrm>
            <a:off x="12074501" y="8137309"/>
            <a:ext cx="538480" cy="765810"/>
          </a:xfrm>
          <a:custGeom>
            <a:avLst/>
            <a:gdLst/>
            <a:ahLst/>
            <a:cxnLst/>
            <a:rect l="l" t="t" r="r" b="b"/>
            <a:pathLst>
              <a:path w="538479" h="765809">
                <a:moveTo>
                  <a:pt x="106551" y="0"/>
                </a:moveTo>
                <a:lnTo>
                  <a:pt x="58604" y="24965"/>
                </a:lnTo>
                <a:lnTo>
                  <a:pt x="31522" y="40541"/>
                </a:lnTo>
                <a:lnTo>
                  <a:pt x="15317" y="53257"/>
                </a:lnTo>
                <a:lnTo>
                  <a:pt x="0" y="69641"/>
                </a:lnTo>
                <a:lnTo>
                  <a:pt x="15516" y="140043"/>
                </a:lnTo>
                <a:lnTo>
                  <a:pt x="23297" y="182436"/>
                </a:lnTo>
                <a:lnTo>
                  <a:pt x="25691" y="213855"/>
                </a:lnTo>
                <a:lnTo>
                  <a:pt x="25046" y="251332"/>
                </a:lnTo>
                <a:lnTo>
                  <a:pt x="26247" y="300146"/>
                </a:lnTo>
                <a:lnTo>
                  <a:pt x="30893" y="350223"/>
                </a:lnTo>
                <a:lnTo>
                  <a:pt x="36447" y="395547"/>
                </a:lnTo>
                <a:lnTo>
                  <a:pt x="40375" y="430102"/>
                </a:lnTo>
                <a:lnTo>
                  <a:pt x="35343" y="490375"/>
                </a:lnTo>
                <a:lnTo>
                  <a:pt x="21322" y="587664"/>
                </a:lnTo>
                <a:lnTo>
                  <a:pt x="6734" y="678161"/>
                </a:lnTo>
                <a:lnTo>
                  <a:pt x="0" y="718061"/>
                </a:lnTo>
                <a:lnTo>
                  <a:pt x="87598" y="742100"/>
                </a:lnTo>
                <a:lnTo>
                  <a:pt x="142427" y="755035"/>
                </a:lnTo>
                <a:lnTo>
                  <a:pt x="187554" y="761297"/>
                </a:lnTo>
                <a:lnTo>
                  <a:pt x="246044" y="765317"/>
                </a:lnTo>
                <a:lnTo>
                  <a:pt x="332662" y="760639"/>
                </a:lnTo>
                <a:lnTo>
                  <a:pt x="428502" y="744661"/>
                </a:lnTo>
                <a:lnTo>
                  <a:pt x="506126" y="727590"/>
                </a:lnTo>
                <a:lnTo>
                  <a:pt x="538098" y="719632"/>
                </a:lnTo>
                <a:lnTo>
                  <a:pt x="507818" y="612092"/>
                </a:lnTo>
                <a:lnTo>
                  <a:pt x="493088" y="548071"/>
                </a:lnTo>
                <a:lnTo>
                  <a:pt x="489735" y="502212"/>
                </a:lnTo>
                <a:lnTo>
                  <a:pt x="493587" y="449159"/>
                </a:lnTo>
                <a:lnTo>
                  <a:pt x="499092" y="391532"/>
                </a:lnTo>
                <a:lnTo>
                  <a:pt x="503280" y="344692"/>
                </a:lnTo>
                <a:lnTo>
                  <a:pt x="505823" y="302393"/>
                </a:lnTo>
                <a:lnTo>
                  <a:pt x="506392" y="258390"/>
                </a:lnTo>
                <a:lnTo>
                  <a:pt x="507883" y="198841"/>
                </a:lnTo>
                <a:lnTo>
                  <a:pt x="511846" y="128844"/>
                </a:lnTo>
                <a:lnTo>
                  <a:pt x="515941" y="70579"/>
                </a:lnTo>
                <a:lnTo>
                  <a:pt x="517827" y="46228"/>
                </a:lnTo>
                <a:lnTo>
                  <a:pt x="436342" y="2335"/>
                </a:lnTo>
                <a:lnTo>
                  <a:pt x="411552" y="30627"/>
                </a:lnTo>
                <a:lnTo>
                  <a:pt x="387620" y="44872"/>
                </a:lnTo>
                <a:lnTo>
                  <a:pt x="350446" y="49403"/>
                </a:lnTo>
                <a:lnTo>
                  <a:pt x="285928" y="48553"/>
                </a:lnTo>
                <a:lnTo>
                  <a:pt x="181877" y="39041"/>
                </a:lnTo>
                <a:lnTo>
                  <a:pt x="128663" y="22564"/>
                </a:lnTo>
                <a:lnTo>
                  <a:pt x="109238" y="6944"/>
                </a:lnTo>
                <a:lnTo>
                  <a:pt x="106551" y="0"/>
                </a:lnTo>
                <a:close/>
              </a:path>
            </a:pathLst>
          </a:custGeom>
          <a:solidFill>
            <a:srgbClr val="E6E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5" name="object 305" descr=""/>
          <p:cNvSpPr/>
          <p:nvPr/>
        </p:nvSpPr>
        <p:spPr>
          <a:xfrm>
            <a:off x="11319288" y="8123344"/>
            <a:ext cx="538480" cy="772795"/>
          </a:xfrm>
          <a:custGeom>
            <a:avLst/>
            <a:gdLst/>
            <a:ahLst/>
            <a:cxnLst/>
            <a:rect l="l" t="t" r="r" b="b"/>
            <a:pathLst>
              <a:path w="538479" h="772795">
                <a:moveTo>
                  <a:pt x="418887" y="0"/>
                </a:moveTo>
                <a:lnTo>
                  <a:pt x="403966" y="118043"/>
                </a:lnTo>
                <a:lnTo>
                  <a:pt x="384492" y="182277"/>
                </a:lnTo>
                <a:lnTo>
                  <a:pt x="347412" y="215098"/>
                </a:lnTo>
                <a:lnTo>
                  <a:pt x="279677" y="238903"/>
                </a:lnTo>
                <a:lnTo>
                  <a:pt x="246675" y="245310"/>
                </a:lnTo>
                <a:lnTo>
                  <a:pt x="216487" y="243033"/>
                </a:lnTo>
                <a:lnTo>
                  <a:pt x="165420" y="209573"/>
                </a:lnTo>
                <a:lnTo>
                  <a:pt x="144971" y="176963"/>
                </a:lnTo>
                <a:lnTo>
                  <a:pt x="128200" y="132816"/>
                </a:lnTo>
                <a:lnTo>
                  <a:pt x="115321" y="76419"/>
                </a:lnTo>
                <a:lnTo>
                  <a:pt x="106551" y="7057"/>
                </a:lnTo>
                <a:lnTo>
                  <a:pt x="58604" y="32023"/>
                </a:lnTo>
                <a:lnTo>
                  <a:pt x="31522" y="47599"/>
                </a:lnTo>
                <a:lnTo>
                  <a:pt x="15317" y="60315"/>
                </a:lnTo>
                <a:lnTo>
                  <a:pt x="0" y="76699"/>
                </a:lnTo>
                <a:lnTo>
                  <a:pt x="15510" y="147106"/>
                </a:lnTo>
                <a:lnTo>
                  <a:pt x="23291" y="189502"/>
                </a:lnTo>
                <a:lnTo>
                  <a:pt x="25690" y="220918"/>
                </a:lnTo>
                <a:lnTo>
                  <a:pt x="25056" y="258390"/>
                </a:lnTo>
                <a:lnTo>
                  <a:pt x="26253" y="307203"/>
                </a:lnTo>
                <a:lnTo>
                  <a:pt x="30899" y="357281"/>
                </a:lnTo>
                <a:lnTo>
                  <a:pt x="36456" y="402605"/>
                </a:lnTo>
                <a:lnTo>
                  <a:pt x="40386" y="437159"/>
                </a:lnTo>
                <a:lnTo>
                  <a:pt x="35352" y="497432"/>
                </a:lnTo>
                <a:lnTo>
                  <a:pt x="21327" y="594721"/>
                </a:lnTo>
                <a:lnTo>
                  <a:pt x="6735" y="685218"/>
                </a:lnTo>
                <a:lnTo>
                  <a:pt x="0" y="725119"/>
                </a:lnTo>
                <a:lnTo>
                  <a:pt x="87598" y="749157"/>
                </a:lnTo>
                <a:lnTo>
                  <a:pt x="142426" y="762093"/>
                </a:lnTo>
                <a:lnTo>
                  <a:pt x="187549" y="768355"/>
                </a:lnTo>
                <a:lnTo>
                  <a:pt x="246034" y="772374"/>
                </a:lnTo>
                <a:lnTo>
                  <a:pt x="332658" y="767696"/>
                </a:lnTo>
                <a:lnTo>
                  <a:pt x="428501" y="751719"/>
                </a:lnTo>
                <a:lnTo>
                  <a:pt x="506126" y="734648"/>
                </a:lnTo>
                <a:lnTo>
                  <a:pt x="538098" y="726689"/>
                </a:lnTo>
                <a:lnTo>
                  <a:pt x="507824" y="619149"/>
                </a:lnTo>
                <a:lnTo>
                  <a:pt x="493094" y="555129"/>
                </a:lnTo>
                <a:lnTo>
                  <a:pt x="489737" y="509274"/>
                </a:lnTo>
                <a:lnTo>
                  <a:pt x="493576" y="456226"/>
                </a:lnTo>
                <a:lnTo>
                  <a:pt x="499088" y="398598"/>
                </a:lnTo>
                <a:lnTo>
                  <a:pt x="503280" y="351756"/>
                </a:lnTo>
                <a:lnTo>
                  <a:pt x="505827" y="309457"/>
                </a:lnTo>
                <a:lnTo>
                  <a:pt x="506403" y="265457"/>
                </a:lnTo>
                <a:lnTo>
                  <a:pt x="507888" y="205903"/>
                </a:lnTo>
                <a:lnTo>
                  <a:pt x="511848" y="135902"/>
                </a:lnTo>
                <a:lnTo>
                  <a:pt x="515942" y="77637"/>
                </a:lnTo>
                <a:lnTo>
                  <a:pt x="517827" y="53286"/>
                </a:lnTo>
                <a:lnTo>
                  <a:pt x="418887" y="0"/>
                </a:lnTo>
                <a:close/>
              </a:path>
            </a:pathLst>
          </a:custGeom>
          <a:solidFill>
            <a:srgbClr val="E6E1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6" name="object 306" descr=""/>
          <p:cNvSpPr/>
          <p:nvPr/>
        </p:nvSpPr>
        <p:spPr>
          <a:xfrm>
            <a:off x="10684295" y="8118122"/>
            <a:ext cx="462915" cy="763270"/>
          </a:xfrm>
          <a:custGeom>
            <a:avLst/>
            <a:gdLst/>
            <a:ahLst/>
            <a:cxnLst/>
            <a:rect l="l" t="t" r="r" b="b"/>
            <a:pathLst>
              <a:path w="462915" h="763270">
                <a:moveTo>
                  <a:pt x="218723" y="0"/>
                </a:moveTo>
                <a:lnTo>
                  <a:pt x="173312" y="34696"/>
                </a:lnTo>
                <a:lnTo>
                  <a:pt x="120497" y="116086"/>
                </a:lnTo>
                <a:lnTo>
                  <a:pt x="106819" y="134778"/>
                </a:lnTo>
                <a:lnTo>
                  <a:pt x="76351" y="177743"/>
                </a:lnTo>
                <a:lnTo>
                  <a:pt x="41616" y="230758"/>
                </a:lnTo>
                <a:lnTo>
                  <a:pt x="15139" y="279600"/>
                </a:lnTo>
                <a:lnTo>
                  <a:pt x="3029" y="366870"/>
                </a:lnTo>
                <a:lnTo>
                  <a:pt x="0" y="504245"/>
                </a:lnTo>
                <a:lnTo>
                  <a:pt x="1511" y="631116"/>
                </a:lnTo>
                <a:lnTo>
                  <a:pt x="3024" y="686875"/>
                </a:lnTo>
                <a:lnTo>
                  <a:pt x="64702" y="732896"/>
                </a:lnTo>
                <a:lnTo>
                  <a:pt x="109049" y="755912"/>
                </a:lnTo>
                <a:lnTo>
                  <a:pt x="157473" y="762834"/>
                </a:lnTo>
                <a:lnTo>
                  <a:pt x="231384" y="760569"/>
                </a:lnTo>
                <a:lnTo>
                  <a:pt x="339497" y="745721"/>
                </a:lnTo>
                <a:lnTo>
                  <a:pt x="411041" y="721129"/>
                </a:lnTo>
                <a:lnTo>
                  <a:pt x="450602" y="698091"/>
                </a:lnTo>
                <a:lnTo>
                  <a:pt x="462769" y="687901"/>
                </a:lnTo>
                <a:lnTo>
                  <a:pt x="446946" y="435955"/>
                </a:lnTo>
                <a:lnTo>
                  <a:pt x="444030" y="391638"/>
                </a:lnTo>
                <a:lnTo>
                  <a:pt x="258053" y="391638"/>
                </a:lnTo>
                <a:lnTo>
                  <a:pt x="218485" y="383596"/>
                </a:lnTo>
                <a:lnTo>
                  <a:pt x="186083" y="361701"/>
                </a:lnTo>
                <a:lnTo>
                  <a:pt x="164191" y="329295"/>
                </a:lnTo>
                <a:lnTo>
                  <a:pt x="156151" y="289725"/>
                </a:lnTo>
                <a:lnTo>
                  <a:pt x="156151" y="167320"/>
                </a:lnTo>
                <a:lnTo>
                  <a:pt x="164191" y="127756"/>
                </a:lnTo>
                <a:lnTo>
                  <a:pt x="186083" y="95354"/>
                </a:lnTo>
                <a:lnTo>
                  <a:pt x="218485" y="73459"/>
                </a:lnTo>
                <a:lnTo>
                  <a:pt x="258053" y="65418"/>
                </a:lnTo>
                <a:lnTo>
                  <a:pt x="395431" y="65418"/>
                </a:lnTo>
                <a:lnTo>
                  <a:pt x="392550" y="56999"/>
                </a:lnTo>
                <a:lnTo>
                  <a:pt x="387431" y="43450"/>
                </a:lnTo>
                <a:lnTo>
                  <a:pt x="281755" y="5187"/>
                </a:lnTo>
                <a:lnTo>
                  <a:pt x="218723" y="0"/>
                </a:lnTo>
                <a:close/>
              </a:path>
              <a:path w="462915" h="763270">
                <a:moveTo>
                  <a:pt x="395431" y="65418"/>
                </a:moveTo>
                <a:lnTo>
                  <a:pt x="261927" y="65418"/>
                </a:lnTo>
                <a:lnTo>
                  <a:pt x="301492" y="73459"/>
                </a:lnTo>
                <a:lnTo>
                  <a:pt x="333894" y="95354"/>
                </a:lnTo>
                <a:lnTo>
                  <a:pt x="355788" y="127756"/>
                </a:lnTo>
                <a:lnTo>
                  <a:pt x="363830" y="167320"/>
                </a:lnTo>
                <a:lnTo>
                  <a:pt x="363830" y="289725"/>
                </a:lnTo>
                <a:lnTo>
                  <a:pt x="355788" y="329295"/>
                </a:lnTo>
                <a:lnTo>
                  <a:pt x="333894" y="361701"/>
                </a:lnTo>
                <a:lnTo>
                  <a:pt x="301492" y="383596"/>
                </a:lnTo>
                <a:lnTo>
                  <a:pt x="261927" y="391638"/>
                </a:lnTo>
                <a:lnTo>
                  <a:pt x="444030" y="391638"/>
                </a:lnTo>
                <a:lnTo>
                  <a:pt x="437998" y="299979"/>
                </a:lnTo>
                <a:lnTo>
                  <a:pt x="432619" y="233177"/>
                </a:lnTo>
                <a:lnTo>
                  <a:pt x="427503" y="188754"/>
                </a:lnTo>
                <a:lnTo>
                  <a:pt x="417814" y="138587"/>
                </a:lnTo>
                <a:lnTo>
                  <a:pt x="404420" y="91690"/>
                </a:lnTo>
                <a:lnTo>
                  <a:pt x="395431" y="65418"/>
                </a:lnTo>
                <a:close/>
              </a:path>
            </a:pathLst>
          </a:custGeom>
          <a:solidFill>
            <a:srgbClr val="E6E1E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7" name="object 307" descr=""/>
          <p:cNvGrpSpPr/>
          <p:nvPr/>
        </p:nvGrpSpPr>
        <p:grpSpPr>
          <a:xfrm>
            <a:off x="9581198" y="9220936"/>
            <a:ext cx="1377950" cy="1245235"/>
            <a:chOff x="9581198" y="9220936"/>
            <a:chExt cx="1377950" cy="1245235"/>
          </a:xfrm>
        </p:grpSpPr>
        <p:sp>
          <p:nvSpPr>
            <p:cNvPr id="308" name="object 308" descr=""/>
            <p:cNvSpPr/>
            <p:nvPr/>
          </p:nvSpPr>
          <p:spPr>
            <a:xfrm>
              <a:off x="10287357" y="9220936"/>
              <a:ext cx="671195" cy="1245235"/>
            </a:xfrm>
            <a:custGeom>
              <a:avLst/>
              <a:gdLst/>
              <a:ahLst/>
              <a:cxnLst/>
              <a:rect l="l" t="t" r="r" b="b"/>
              <a:pathLst>
                <a:path w="671195" h="1245234">
                  <a:moveTo>
                    <a:pt x="159573" y="0"/>
                  </a:moveTo>
                  <a:lnTo>
                    <a:pt x="128973" y="40901"/>
                  </a:lnTo>
                  <a:lnTo>
                    <a:pt x="118410" y="91187"/>
                  </a:lnTo>
                  <a:lnTo>
                    <a:pt x="104067" y="184413"/>
                  </a:lnTo>
                  <a:lnTo>
                    <a:pt x="97907" y="227731"/>
                  </a:lnTo>
                  <a:lnTo>
                    <a:pt x="91462" y="276544"/>
                  </a:lnTo>
                  <a:lnTo>
                    <a:pt x="84809" y="329609"/>
                  </a:lnTo>
                  <a:lnTo>
                    <a:pt x="71190" y="443514"/>
                  </a:lnTo>
                  <a:lnTo>
                    <a:pt x="51136" y="615151"/>
                  </a:lnTo>
                  <a:lnTo>
                    <a:pt x="38918" y="715580"/>
                  </a:lnTo>
                  <a:lnTo>
                    <a:pt x="33386" y="757863"/>
                  </a:lnTo>
                  <a:lnTo>
                    <a:pt x="28342" y="793200"/>
                  </a:lnTo>
                  <a:lnTo>
                    <a:pt x="20995" y="854695"/>
                  </a:lnTo>
                  <a:lnTo>
                    <a:pt x="17097" y="912975"/>
                  </a:lnTo>
                  <a:lnTo>
                    <a:pt x="15212" y="967448"/>
                  </a:lnTo>
                  <a:lnTo>
                    <a:pt x="13904" y="1017520"/>
                  </a:lnTo>
                  <a:lnTo>
                    <a:pt x="11737" y="1062599"/>
                  </a:lnTo>
                  <a:lnTo>
                    <a:pt x="7274" y="1102092"/>
                  </a:lnTo>
                  <a:lnTo>
                    <a:pt x="1294" y="1149216"/>
                  </a:lnTo>
                  <a:lnTo>
                    <a:pt x="0" y="1181700"/>
                  </a:lnTo>
                  <a:lnTo>
                    <a:pt x="29929" y="1231041"/>
                  </a:lnTo>
                  <a:lnTo>
                    <a:pt x="70084" y="1244717"/>
                  </a:lnTo>
                  <a:lnTo>
                    <a:pt x="100695" y="1240213"/>
                  </a:lnTo>
                  <a:lnTo>
                    <a:pt x="128619" y="1230392"/>
                  </a:lnTo>
                  <a:lnTo>
                    <a:pt x="144097" y="1217644"/>
                  </a:lnTo>
                  <a:lnTo>
                    <a:pt x="160934" y="1206925"/>
                  </a:lnTo>
                  <a:lnTo>
                    <a:pt x="192933" y="1203188"/>
                  </a:lnTo>
                  <a:lnTo>
                    <a:pt x="218299" y="1207751"/>
                  </a:lnTo>
                  <a:lnTo>
                    <a:pt x="246563" y="1226346"/>
                  </a:lnTo>
                  <a:lnTo>
                    <a:pt x="274377" y="1232911"/>
                  </a:lnTo>
                  <a:lnTo>
                    <a:pt x="327924" y="1232674"/>
                  </a:lnTo>
                  <a:lnTo>
                    <a:pt x="397845" y="1227084"/>
                  </a:lnTo>
                  <a:lnTo>
                    <a:pt x="439052" y="1222376"/>
                  </a:lnTo>
                  <a:lnTo>
                    <a:pt x="482359" y="1214654"/>
                  </a:lnTo>
                  <a:lnTo>
                    <a:pt x="499584" y="1213621"/>
                  </a:lnTo>
                  <a:lnTo>
                    <a:pt x="514010" y="1216553"/>
                  </a:lnTo>
                  <a:lnTo>
                    <a:pt x="530921" y="1221847"/>
                  </a:lnTo>
                  <a:lnTo>
                    <a:pt x="555603" y="1227899"/>
                  </a:lnTo>
                  <a:lnTo>
                    <a:pt x="623553" y="1224221"/>
                  </a:lnTo>
                  <a:lnTo>
                    <a:pt x="661181" y="1214654"/>
                  </a:lnTo>
                  <a:lnTo>
                    <a:pt x="669210" y="1125032"/>
                  </a:lnTo>
                  <a:lnTo>
                    <a:pt x="671185" y="1063187"/>
                  </a:lnTo>
                  <a:lnTo>
                    <a:pt x="666474" y="1000345"/>
                  </a:lnTo>
                  <a:lnTo>
                    <a:pt x="654448" y="907731"/>
                  </a:lnTo>
                  <a:lnTo>
                    <a:pt x="639472" y="798852"/>
                  </a:lnTo>
                  <a:lnTo>
                    <a:pt x="624657" y="695843"/>
                  </a:lnTo>
                  <a:lnTo>
                    <a:pt x="616031" y="638229"/>
                  </a:lnTo>
                  <a:lnTo>
                    <a:pt x="606697" y="577882"/>
                  </a:lnTo>
                  <a:lnTo>
                    <a:pt x="596730" y="515808"/>
                  </a:lnTo>
                  <a:lnTo>
                    <a:pt x="586209" y="453013"/>
                  </a:lnTo>
                  <a:lnTo>
                    <a:pt x="575210" y="390503"/>
                  </a:lnTo>
                  <a:lnTo>
                    <a:pt x="563811" y="329282"/>
                  </a:lnTo>
                  <a:lnTo>
                    <a:pt x="552089" y="270357"/>
                  </a:lnTo>
                  <a:lnTo>
                    <a:pt x="540121" y="214733"/>
                  </a:lnTo>
                  <a:lnTo>
                    <a:pt x="527984" y="163416"/>
                  </a:lnTo>
                  <a:lnTo>
                    <a:pt x="515756" y="117411"/>
                  </a:lnTo>
                  <a:lnTo>
                    <a:pt x="503513" y="77724"/>
                  </a:lnTo>
                  <a:lnTo>
                    <a:pt x="479293" y="21327"/>
                  </a:lnTo>
                  <a:lnTo>
                    <a:pt x="467470" y="6628"/>
                  </a:lnTo>
                  <a:lnTo>
                    <a:pt x="303832" y="27904"/>
                  </a:lnTo>
                  <a:lnTo>
                    <a:pt x="217214" y="34306"/>
                  </a:lnTo>
                  <a:lnTo>
                    <a:pt x="178749" y="25212"/>
                  </a:lnTo>
                  <a:lnTo>
                    <a:pt x="159573" y="0"/>
                  </a:lnTo>
                  <a:close/>
                </a:path>
              </a:pathLst>
            </a:custGeom>
            <a:solidFill>
              <a:srgbClr val="75C7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9" name="object 309" descr=""/>
            <p:cNvSpPr/>
            <p:nvPr/>
          </p:nvSpPr>
          <p:spPr>
            <a:xfrm>
              <a:off x="10473131" y="9229655"/>
              <a:ext cx="403860" cy="1216025"/>
            </a:xfrm>
            <a:custGeom>
              <a:avLst/>
              <a:gdLst/>
              <a:ahLst/>
              <a:cxnLst/>
              <a:rect l="l" t="t" r="r" b="b"/>
              <a:pathLst>
                <a:path w="403859" h="1216025">
                  <a:moveTo>
                    <a:pt x="69049" y="1018032"/>
                  </a:moveTo>
                  <a:lnTo>
                    <a:pt x="68935" y="949718"/>
                  </a:lnTo>
                  <a:lnTo>
                    <a:pt x="65214" y="878801"/>
                  </a:lnTo>
                  <a:lnTo>
                    <a:pt x="56896" y="808405"/>
                  </a:lnTo>
                  <a:lnTo>
                    <a:pt x="48437" y="751281"/>
                  </a:lnTo>
                  <a:lnTo>
                    <a:pt x="40589" y="691489"/>
                  </a:lnTo>
                  <a:lnTo>
                    <a:pt x="33401" y="630618"/>
                  </a:lnTo>
                  <a:lnTo>
                    <a:pt x="26924" y="570204"/>
                  </a:lnTo>
                  <a:lnTo>
                    <a:pt x="21196" y="511822"/>
                  </a:lnTo>
                  <a:lnTo>
                    <a:pt x="16268" y="457060"/>
                  </a:lnTo>
                  <a:lnTo>
                    <a:pt x="12166" y="407441"/>
                  </a:lnTo>
                  <a:lnTo>
                    <a:pt x="8966" y="364566"/>
                  </a:lnTo>
                  <a:lnTo>
                    <a:pt x="5372" y="305257"/>
                  </a:lnTo>
                  <a:lnTo>
                    <a:pt x="11239" y="232486"/>
                  </a:lnTo>
                  <a:lnTo>
                    <a:pt x="26758" y="135001"/>
                  </a:lnTo>
                  <a:lnTo>
                    <a:pt x="42786" y="49568"/>
                  </a:lnTo>
                  <a:lnTo>
                    <a:pt x="50165" y="12928"/>
                  </a:lnTo>
                  <a:lnTo>
                    <a:pt x="21780" y="9982"/>
                  </a:lnTo>
                  <a:lnTo>
                    <a:pt x="12217" y="61163"/>
                  </a:lnTo>
                  <a:lnTo>
                    <a:pt x="8470" y="121259"/>
                  </a:lnTo>
                  <a:lnTo>
                    <a:pt x="3086" y="232143"/>
                  </a:lnTo>
                  <a:lnTo>
                    <a:pt x="1358" y="278295"/>
                  </a:lnTo>
                  <a:lnTo>
                    <a:pt x="355" y="328091"/>
                  </a:lnTo>
                  <a:lnTo>
                    <a:pt x="0" y="380669"/>
                  </a:lnTo>
                  <a:lnTo>
                    <a:pt x="266" y="435203"/>
                  </a:lnTo>
                  <a:lnTo>
                    <a:pt x="1092" y="490855"/>
                  </a:lnTo>
                  <a:lnTo>
                    <a:pt x="2438" y="546785"/>
                  </a:lnTo>
                  <a:lnTo>
                    <a:pt x="4241" y="602145"/>
                  </a:lnTo>
                  <a:lnTo>
                    <a:pt x="6464" y="656132"/>
                  </a:lnTo>
                  <a:lnTo>
                    <a:pt x="9055" y="707872"/>
                  </a:lnTo>
                  <a:lnTo>
                    <a:pt x="11963" y="756539"/>
                  </a:lnTo>
                  <a:lnTo>
                    <a:pt x="15138" y="801306"/>
                  </a:lnTo>
                  <a:lnTo>
                    <a:pt x="18529" y="841324"/>
                  </a:lnTo>
                  <a:lnTo>
                    <a:pt x="22085" y="875753"/>
                  </a:lnTo>
                  <a:lnTo>
                    <a:pt x="25273" y="982891"/>
                  </a:lnTo>
                  <a:lnTo>
                    <a:pt x="16941" y="1086053"/>
                  </a:lnTo>
                  <a:lnTo>
                    <a:pt x="5664" y="1163751"/>
                  </a:lnTo>
                  <a:lnTo>
                    <a:pt x="0" y="1194422"/>
                  </a:lnTo>
                  <a:lnTo>
                    <a:pt x="13931" y="1191094"/>
                  </a:lnTo>
                  <a:lnTo>
                    <a:pt x="23888" y="1191780"/>
                  </a:lnTo>
                  <a:lnTo>
                    <a:pt x="34620" y="1198118"/>
                  </a:lnTo>
                  <a:lnTo>
                    <a:pt x="50914" y="1211707"/>
                  </a:lnTo>
                  <a:lnTo>
                    <a:pt x="53682" y="1203071"/>
                  </a:lnTo>
                  <a:lnTo>
                    <a:pt x="57899" y="1176274"/>
                  </a:lnTo>
                  <a:lnTo>
                    <a:pt x="62534" y="1134427"/>
                  </a:lnTo>
                  <a:lnTo>
                    <a:pt x="66586" y="1080643"/>
                  </a:lnTo>
                  <a:lnTo>
                    <a:pt x="69049" y="1018032"/>
                  </a:lnTo>
                  <a:close/>
                </a:path>
                <a:path w="403859" h="1216025">
                  <a:moveTo>
                    <a:pt x="109143" y="357911"/>
                  </a:moveTo>
                  <a:lnTo>
                    <a:pt x="108432" y="311683"/>
                  </a:lnTo>
                  <a:lnTo>
                    <a:pt x="106324" y="267754"/>
                  </a:lnTo>
                  <a:lnTo>
                    <a:pt x="105003" y="198488"/>
                  </a:lnTo>
                  <a:lnTo>
                    <a:pt x="105752" y="114033"/>
                  </a:lnTo>
                  <a:lnTo>
                    <a:pt x="107200" y="42646"/>
                  </a:lnTo>
                  <a:lnTo>
                    <a:pt x="107988" y="12573"/>
                  </a:lnTo>
                  <a:lnTo>
                    <a:pt x="94348" y="12928"/>
                  </a:lnTo>
                  <a:lnTo>
                    <a:pt x="86601" y="92036"/>
                  </a:lnTo>
                  <a:lnTo>
                    <a:pt x="82931" y="144945"/>
                  </a:lnTo>
                  <a:lnTo>
                    <a:pt x="82346" y="195554"/>
                  </a:lnTo>
                  <a:lnTo>
                    <a:pt x="83870" y="267754"/>
                  </a:lnTo>
                  <a:lnTo>
                    <a:pt x="88633" y="366293"/>
                  </a:lnTo>
                  <a:lnTo>
                    <a:pt x="96215" y="464845"/>
                  </a:lnTo>
                  <a:lnTo>
                    <a:pt x="103238" y="540651"/>
                  </a:lnTo>
                  <a:lnTo>
                    <a:pt x="106324" y="570979"/>
                  </a:lnTo>
                  <a:lnTo>
                    <a:pt x="108432" y="434873"/>
                  </a:lnTo>
                  <a:lnTo>
                    <a:pt x="109143" y="357911"/>
                  </a:lnTo>
                  <a:close/>
                </a:path>
                <a:path w="403859" h="1216025">
                  <a:moveTo>
                    <a:pt x="314515" y="1204976"/>
                  </a:moveTo>
                  <a:lnTo>
                    <a:pt x="293776" y="1072007"/>
                  </a:lnTo>
                  <a:lnTo>
                    <a:pt x="280809" y="991133"/>
                  </a:lnTo>
                  <a:lnTo>
                    <a:pt x="270179" y="929436"/>
                  </a:lnTo>
                  <a:lnTo>
                    <a:pt x="256438" y="854036"/>
                  </a:lnTo>
                  <a:lnTo>
                    <a:pt x="249478" y="810869"/>
                  </a:lnTo>
                  <a:lnTo>
                    <a:pt x="243776" y="764705"/>
                  </a:lnTo>
                  <a:lnTo>
                    <a:pt x="239280" y="716229"/>
                  </a:lnTo>
                  <a:lnTo>
                    <a:pt x="235966" y="666115"/>
                  </a:lnTo>
                  <a:lnTo>
                    <a:pt x="233781" y="615048"/>
                  </a:lnTo>
                  <a:lnTo>
                    <a:pt x="232689" y="563727"/>
                  </a:lnTo>
                  <a:lnTo>
                    <a:pt x="232638" y="512838"/>
                  </a:lnTo>
                  <a:lnTo>
                    <a:pt x="233578" y="463054"/>
                  </a:lnTo>
                  <a:lnTo>
                    <a:pt x="235496" y="415061"/>
                  </a:lnTo>
                  <a:lnTo>
                    <a:pt x="232346" y="291934"/>
                  </a:lnTo>
                  <a:lnTo>
                    <a:pt x="218478" y="158165"/>
                  </a:lnTo>
                  <a:lnTo>
                    <a:pt x="203276" y="50749"/>
                  </a:lnTo>
                  <a:lnTo>
                    <a:pt x="196126" y="6718"/>
                  </a:lnTo>
                  <a:lnTo>
                    <a:pt x="187198" y="7467"/>
                  </a:lnTo>
                  <a:lnTo>
                    <a:pt x="197332" y="363537"/>
                  </a:lnTo>
                  <a:lnTo>
                    <a:pt x="199669" y="467461"/>
                  </a:lnTo>
                  <a:lnTo>
                    <a:pt x="201828" y="586346"/>
                  </a:lnTo>
                  <a:lnTo>
                    <a:pt x="203492" y="706856"/>
                  </a:lnTo>
                  <a:lnTo>
                    <a:pt x="204406" y="815594"/>
                  </a:lnTo>
                  <a:lnTo>
                    <a:pt x="204470" y="861390"/>
                  </a:lnTo>
                  <a:lnTo>
                    <a:pt x="204254" y="899223"/>
                  </a:lnTo>
                  <a:lnTo>
                    <a:pt x="203682" y="927430"/>
                  </a:lnTo>
                  <a:lnTo>
                    <a:pt x="207733" y="1011008"/>
                  </a:lnTo>
                  <a:lnTo>
                    <a:pt x="219583" y="1105801"/>
                  </a:lnTo>
                  <a:lnTo>
                    <a:pt x="232003" y="1183474"/>
                  </a:lnTo>
                  <a:lnTo>
                    <a:pt x="237744" y="1215656"/>
                  </a:lnTo>
                  <a:lnTo>
                    <a:pt x="273126" y="1207477"/>
                  </a:lnTo>
                  <a:lnTo>
                    <a:pt x="292912" y="1203642"/>
                  </a:lnTo>
                  <a:lnTo>
                    <a:pt x="304317" y="1203134"/>
                  </a:lnTo>
                  <a:lnTo>
                    <a:pt x="314515" y="1204976"/>
                  </a:lnTo>
                  <a:close/>
                </a:path>
                <a:path w="403859" h="1216025">
                  <a:moveTo>
                    <a:pt x="358178" y="761022"/>
                  </a:moveTo>
                  <a:lnTo>
                    <a:pt x="355282" y="740079"/>
                  </a:lnTo>
                  <a:lnTo>
                    <a:pt x="351942" y="667588"/>
                  </a:lnTo>
                  <a:lnTo>
                    <a:pt x="350202" y="622846"/>
                  </a:lnTo>
                  <a:lnTo>
                    <a:pt x="348043" y="571919"/>
                  </a:lnTo>
                  <a:lnTo>
                    <a:pt x="345528" y="516928"/>
                  </a:lnTo>
                  <a:lnTo>
                    <a:pt x="342747" y="460032"/>
                  </a:lnTo>
                  <a:lnTo>
                    <a:pt x="339750" y="403326"/>
                  </a:lnTo>
                  <a:lnTo>
                    <a:pt x="336626" y="348970"/>
                  </a:lnTo>
                  <a:lnTo>
                    <a:pt x="333451" y="299097"/>
                  </a:lnTo>
                  <a:lnTo>
                    <a:pt x="330288" y="255816"/>
                  </a:lnTo>
                  <a:lnTo>
                    <a:pt x="320509" y="169316"/>
                  </a:lnTo>
                  <a:lnTo>
                    <a:pt x="311061" y="120129"/>
                  </a:lnTo>
                  <a:lnTo>
                    <a:pt x="298754" y="74815"/>
                  </a:lnTo>
                  <a:lnTo>
                    <a:pt x="283451" y="34417"/>
                  </a:lnTo>
                  <a:lnTo>
                    <a:pt x="265023" y="0"/>
                  </a:lnTo>
                  <a:lnTo>
                    <a:pt x="247954" y="1981"/>
                  </a:lnTo>
                  <a:lnTo>
                    <a:pt x="266065" y="42303"/>
                  </a:lnTo>
                  <a:lnTo>
                    <a:pt x="276987" y="72186"/>
                  </a:lnTo>
                  <a:lnTo>
                    <a:pt x="294805" y="159880"/>
                  </a:lnTo>
                  <a:lnTo>
                    <a:pt x="304761" y="236740"/>
                  </a:lnTo>
                  <a:lnTo>
                    <a:pt x="310426" y="291338"/>
                  </a:lnTo>
                  <a:lnTo>
                    <a:pt x="316344" y="352831"/>
                  </a:lnTo>
                  <a:lnTo>
                    <a:pt x="322351" y="418261"/>
                  </a:lnTo>
                  <a:lnTo>
                    <a:pt x="328282" y="484720"/>
                  </a:lnTo>
                  <a:lnTo>
                    <a:pt x="333971" y="549262"/>
                  </a:lnTo>
                  <a:lnTo>
                    <a:pt x="339280" y="608965"/>
                  </a:lnTo>
                  <a:lnTo>
                    <a:pt x="344017" y="660895"/>
                  </a:lnTo>
                  <a:lnTo>
                    <a:pt x="348043" y="702132"/>
                  </a:lnTo>
                  <a:lnTo>
                    <a:pt x="351193" y="729729"/>
                  </a:lnTo>
                  <a:lnTo>
                    <a:pt x="358178" y="761022"/>
                  </a:lnTo>
                  <a:close/>
                </a:path>
                <a:path w="403859" h="1216025">
                  <a:moveTo>
                    <a:pt x="396506" y="871347"/>
                  </a:moveTo>
                  <a:lnTo>
                    <a:pt x="381050" y="835228"/>
                  </a:lnTo>
                  <a:lnTo>
                    <a:pt x="363486" y="784834"/>
                  </a:lnTo>
                  <a:lnTo>
                    <a:pt x="358178" y="761022"/>
                  </a:lnTo>
                  <a:lnTo>
                    <a:pt x="361772" y="787019"/>
                  </a:lnTo>
                  <a:lnTo>
                    <a:pt x="376275" y="828903"/>
                  </a:lnTo>
                  <a:lnTo>
                    <a:pt x="396506" y="871347"/>
                  </a:lnTo>
                  <a:close/>
                </a:path>
                <a:path w="403859" h="1216025">
                  <a:moveTo>
                    <a:pt x="403606" y="886231"/>
                  </a:moveTo>
                  <a:lnTo>
                    <a:pt x="396506" y="871347"/>
                  </a:lnTo>
                  <a:lnTo>
                    <a:pt x="396786" y="871994"/>
                  </a:lnTo>
                  <a:lnTo>
                    <a:pt x="403606" y="886231"/>
                  </a:lnTo>
                  <a:close/>
                </a:path>
              </a:pathLst>
            </a:custGeom>
            <a:solidFill>
              <a:srgbClr val="3AB06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0" name="object 310" descr=""/>
            <p:cNvSpPr/>
            <p:nvPr/>
          </p:nvSpPr>
          <p:spPr>
            <a:xfrm>
              <a:off x="9581198" y="9220936"/>
              <a:ext cx="671195" cy="1245235"/>
            </a:xfrm>
            <a:custGeom>
              <a:avLst/>
              <a:gdLst/>
              <a:ahLst/>
              <a:cxnLst/>
              <a:rect l="l" t="t" r="r" b="b"/>
              <a:pathLst>
                <a:path w="671195" h="1245234">
                  <a:moveTo>
                    <a:pt x="159572" y="0"/>
                  </a:moveTo>
                  <a:lnTo>
                    <a:pt x="128972" y="40901"/>
                  </a:lnTo>
                  <a:lnTo>
                    <a:pt x="118409" y="91187"/>
                  </a:lnTo>
                  <a:lnTo>
                    <a:pt x="104066" y="184413"/>
                  </a:lnTo>
                  <a:lnTo>
                    <a:pt x="97908" y="227731"/>
                  </a:lnTo>
                  <a:lnTo>
                    <a:pt x="91464" y="276544"/>
                  </a:lnTo>
                  <a:lnTo>
                    <a:pt x="84813" y="329609"/>
                  </a:lnTo>
                  <a:lnTo>
                    <a:pt x="71194" y="443514"/>
                  </a:lnTo>
                  <a:lnTo>
                    <a:pt x="51140" y="615151"/>
                  </a:lnTo>
                  <a:lnTo>
                    <a:pt x="38923" y="715580"/>
                  </a:lnTo>
                  <a:lnTo>
                    <a:pt x="33393" y="757863"/>
                  </a:lnTo>
                  <a:lnTo>
                    <a:pt x="28351" y="793200"/>
                  </a:lnTo>
                  <a:lnTo>
                    <a:pt x="21004" y="854695"/>
                  </a:lnTo>
                  <a:lnTo>
                    <a:pt x="17104" y="912975"/>
                  </a:lnTo>
                  <a:lnTo>
                    <a:pt x="15218" y="967448"/>
                  </a:lnTo>
                  <a:lnTo>
                    <a:pt x="13909" y="1017520"/>
                  </a:lnTo>
                  <a:lnTo>
                    <a:pt x="11742" y="1062599"/>
                  </a:lnTo>
                  <a:lnTo>
                    <a:pt x="7283" y="1102092"/>
                  </a:lnTo>
                  <a:lnTo>
                    <a:pt x="1297" y="1149216"/>
                  </a:lnTo>
                  <a:lnTo>
                    <a:pt x="0" y="1181700"/>
                  </a:lnTo>
                  <a:lnTo>
                    <a:pt x="29927" y="1231041"/>
                  </a:lnTo>
                  <a:lnTo>
                    <a:pt x="70083" y="1244717"/>
                  </a:lnTo>
                  <a:lnTo>
                    <a:pt x="100694" y="1240213"/>
                  </a:lnTo>
                  <a:lnTo>
                    <a:pt x="128624" y="1230392"/>
                  </a:lnTo>
                  <a:lnTo>
                    <a:pt x="144104" y="1217644"/>
                  </a:lnTo>
                  <a:lnTo>
                    <a:pt x="160939" y="1206925"/>
                  </a:lnTo>
                  <a:lnTo>
                    <a:pt x="192932" y="1203188"/>
                  </a:lnTo>
                  <a:lnTo>
                    <a:pt x="218302" y="1207751"/>
                  </a:lnTo>
                  <a:lnTo>
                    <a:pt x="246565" y="1226346"/>
                  </a:lnTo>
                  <a:lnTo>
                    <a:pt x="274377" y="1232911"/>
                  </a:lnTo>
                  <a:lnTo>
                    <a:pt x="327923" y="1232674"/>
                  </a:lnTo>
                  <a:lnTo>
                    <a:pt x="397844" y="1227084"/>
                  </a:lnTo>
                  <a:lnTo>
                    <a:pt x="439052" y="1222376"/>
                  </a:lnTo>
                  <a:lnTo>
                    <a:pt x="482368" y="1214654"/>
                  </a:lnTo>
                  <a:lnTo>
                    <a:pt x="499592" y="1213621"/>
                  </a:lnTo>
                  <a:lnTo>
                    <a:pt x="514014" y="1216553"/>
                  </a:lnTo>
                  <a:lnTo>
                    <a:pt x="530921" y="1221847"/>
                  </a:lnTo>
                  <a:lnTo>
                    <a:pt x="555602" y="1227899"/>
                  </a:lnTo>
                  <a:lnTo>
                    <a:pt x="623551" y="1224221"/>
                  </a:lnTo>
                  <a:lnTo>
                    <a:pt x="661180" y="1214654"/>
                  </a:lnTo>
                  <a:lnTo>
                    <a:pt x="669214" y="1125032"/>
                  </a:lnTo>
                  <a:lnTo>
                    <a:pt x="671190" y="1063187"/>
                  </a:lnTo>
                  <a:lnTo>
                    <a:pt x="666475" y="1000345"/>
                  </a:lnTo>
                  <a:lnTo>
                    <a:pt x="654436" y="907731"/>
                  </a:lnTo>
                  <a:lnTo>
                    <a:pt x="639468" y="798852"/>
                  </a:lnTo>
                  <a:lnTo>
                    <a:pt x="624656" y="695843"/>
                  </a:lnTo>
                  <a:lnTo>
                    <a:pt x="616031" y="638229"/>
                  </a:lnTo>
                  <a:lnTo>
                    <a:pt x="606697" y="577882"/>
                  </a:lnTo>
                  <a:lnTo>
                    <a:pt x="596731" y="515808"/>
                  </a:lnTo>
                  <a:lnTo>
                    <a:pt x="586210" y="453013"/>
                  </a:lnTo>
                  <a:lnTo>
                    <a:pt x="575212" y="390503"/>
                  </a:lnTo>
                  <a:lnTo>
                    <a:pt x="563813" y="329282"/>
                  </a:lnTo>
                  <a:lnTo>
                    <a:pt x="552090" y="270357"/>
                  </a:lnTo>
                  <a:lnTo>
                    <a:pt x="540122" y="214733"/>
                  </a:lnTo>
                  <a:lnTo>
                    <a:pt x="527984" y="163416"/>
                  </a:lnTo>
                  <a:lnTo>
                    <a:pt x="515756" y="117411"/>
                  </a:lnTo>
                  <a:lnTo>
                    <a:pt x="503512" y="77724"/>
                  </a:lnTo>
                  <a:lnTo>
                    <a:pt x="479291" y="21327"/>
                  </a:lnTo>
                  <a:lnTo>
                    <a:pt x="467468" y="6628"/>
                  </a:lnTo>
                  <a:lnTo>
                    <a:pt x="303831" y="27904"/>
                  </a:lnTo>
                  <a:lnTo>
                    <a:pt x="217213" y="34306"/>
                  </a:lnTo>
                  <a:lnTo>
                    <a:pt x="178748" y="25212"/>
                  </a:lnTo>
                  <a:lnTo>
                    <a:pt x="159572" y="0"/>
                  </a:lnTo>
                  <a:close/>
                </a:path>
              </a:pathLst>
            </a:custGeom>
            <a:solidFill>
              <a:srgbClr val="75C7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1" name="object 311" descr=""/>
            <p:cNvSpPr/>
            <p:nvPr/>
          </p:nvSpPr>
          <p:spPr>
            <a:xfrm>
              <a:off x="9766973" y="9229655"/>
              <a:ext cx="403860" cy="1216025"/>
            </a:xfrm>
            <a:custGeom>
              <a:avLst/>
              <a:gdLst/>
              <a:ahLst/>
              <a:cxnLst/>
              <a:rect l="l" t="t" r="r" b="b"/>
              <a:pathLst>
                <a:path w="403859" h="1216025">
                  <a:moveTo>
                    <a:pt x="69062" y="1018032"/>
                  </a:moveTo>
                  <a:lnTo>
                    <a:pt x="68935" y="949718"/>
                  </a:lnTo>
                  <a:lnTo>
                    <a:pt x="65227" y="878801"/>
                  </a:lnTo>
                  <a:lnTo>
                    <a:pt x="56908" y="808405"/>
                  </a:lnTo>
                  <a:lnTo>
                    <a:pt x="48437" y="751281"/>
                  </a:lnTo>
                  <a:lnTo>
                    <a:pt x="40589" y="691489"/>
                  </a:lnTo>
                  <a:lnTo>
                    <a:pt x="33413" y="630618"/>
                  </a:lnTo>
                  <a:lnTo>
                    <a:pt x="26936" y="570204"/>
                  </a:lnTo>
                  <a:lnTo>
                    <a:pt x="21209" y="511822"/>
                  </a:lnTo>
                  <a:lnTo>
                    <a:pt x="16268" y="457060"/>
                  </a:lnTo>
                  <a:lnTo>
                    <a:pt x="12179" y="407441"/>
                  </a:lnTo>
                  <a:lnTo>
                    <a:pt x="8966" y="364566"/>
                  </a:lnTo>
                  <a:lnTo>
                    <a:pt x="5384" y="305257"/>
                  </a:lnTo>
                  <a:lnTo>
                    <a:pt x="11239" y="232486"/>
                  </a:lnTo>
                  <a:lnTo>
                    <a:pt x="26758" y="135001"/>
                  </a:lnTo>
                  <a:lnTo>
                    <a:pt x="42799" y="49568"/>
                  </a:lnTo>
                  <a:lnTo>
                    <a:pt x="50177" y="12928"/>
                  </a:lnTo>
                  <a:lnTo>
                    <a:pt x="21780" y="9982"/>
                  </a:lnTo>
                  <a:lnTo>
                    <a:pt x="12217" y="61163"/>
                  </a:lnTo>
                  <a:lnTo>
                    <a:pt x="8470" y="121259"/>
                  </a:lnTo>
                  <a:lnTo>
                    <a:pt x="3086" y="232143"/>
                  </a:lnTo>
                  <a:lnTo>
                    <a:pt x="1358" y="278295"/>
                  </a:lnTo>
                  <a:lnTo>
                    <a:pt x="355" y="328091"/>
                  </a:lnTo>
                  <a:lnTo>
                    <a:pt x="0" y="380669"/>
                  </a:lnTo>
                  <a:lnTo>
                    <a:pt x="266" y="435203"/>
                  </a:lnTo>
                  <a:lnTo>
                    <a:pt x="1092" y="490855"/>
                  </a:lnTo>
                  <a:lnTo>
                    <a:pt x="2438" y="546785"/>
                  </a:lnTo>
                  <a:lnTo>
                    <a:pt x="4241" y="602145"/>
                  </a:lnTo>
                  <a:lnTo>
                    <a:pt x="6464" y="656132"/>
                  </a:lnTo>
                  <a:lnTo>
                    <a:pt x="9055" y="707872"/>
                  </a:lnTo>
                  <a:lnTo>
                    <a:pt x="11963" y="756539"/>
                  </a:lnTo>
                  <a:lnTo>
                    <a:pt x="15138" y="801306"/>
                  </a:lnTo>
                  <a:lnTo>
                    <a:pt x="18529" y="841324"/>
                  </a:lnTo>
                  <a:lnTo>
                    <a:pt x="22085" y="875753"/>
                  </a:lnTo>
                  <a:lnTo>
                    <a:pt x="25273" y="982891"/>
                  </a:lnTo>
                  <a:lnTo>
                    <a:pt x="16941" y="1086053"/>
                  </a:lnTo>
                  <a:lnTo>
                    <a:pt x="5664" y="1163751"/>
                  </a:lnTo>
                  <a:lnTo>
                    <a:pt x="0" y="1194422"/>
                  </a:lnTo>
                  <a:lnTo>
                    <a:pt x="13931" y="1191094"/>
                  </a:lnTo>
                  <a:lnTo>
                    <a:pt x="23876" y="1191780"/>
                  </a:lnTo>
                  <a:lnTo>
                    <a:pt x="34620" y="1198118"/>
                  </a:lnTo>
                  <a:lnTo>
                    <a:pt x="50901" y="1211707"/>
                  </a:lnTo>
                  <a:lnTo>
                    <a:pt x="53682" y="1203071"/>
                  </a:lnTo>
                  <a:lnTo>
                    <a:pt x="57886" y="1176274"/>
                  </a:lnTo>
                  <a:lnTo>
                    <a:pt x="62522" y="1134427"/>
                  </a:lnTo>
                  <a:lnTo>
                    <a:pt x="66586" y="1080643"/>
                  </a:lnTo>
                  <a:lnTo>
                    <a:pt x="69062" y="1018032"/>
                  </a:lnTo>
                  <a:close/>
                </a:path>
                <a:path w="403859" h="1216025">
                  <a:moveTo>
                    <a:pt x="109131" y="357911"/>
                  </a:moveTo>
                  <a:lnTo>
                    <a:pt x="108432" y="311683"/>
                  </a:lnTo>
                  <a:lnTo>
                    <a:pt x="106337" y="267754"/>
                  </a:lnTo>
                  <a:lnTo>
                    <a:pt x="105016" y="198488"/>
                  </a:lnTo>
                  <a:lnTo>
                    <a:pt x="105752" y="114033"/>
                  </a:lnTo>
                  <a:lnTo>
                    <a:pt x="107213" y="42646"/>
                  </a:lnTo>
                  <a:lnTo>
                    <a:pt x="108000" y="12573"/>
                  </a:lnTo>
                  <a:lnTo>
                    <a:pt x="94348" y="12928"/>
                  </a:lnTo>
                  <a:lnTo>
                    <a:pt x="86601" y="92036"/>
                  </a:lnTo>
                  <a:lnTo>
                    <a:pt x="82931" y="144945"/>
                  </a:lnTo>
                  <a:lnTo>
                    <a:pt x="82346" y="195554"/>
                  </a:lnTo>
                  <a:lnTo>
                    <a:pt x="83870" y="267754"/>
                  </a:lnTo>
                  <a:lnTo>
                    <a:pt x="88646" y="366293"/>
                  </a:lnTo>
                  <a:lnTo>
                    <a:pt x="96215" y="464845"/>
                  </a:lnTo>
                  <a:lnTo>
                    <a:pt x="103238" y="540651"/>
                  </a:lnTo>
                  <a:lnTo>
                    <a:pt x="106337" y="570979"/>
                  </a:lnTo>
                  <a:lnTo>
                    <a:pt x="108432" y="434873"/>
                  </a:lnTo>
                  <a:lnTo>
                    <a:pt x="109131" y="357911"/>
                  </a:lnTo>
                  <a:close/>
                </a:path>
                <a:path w="403859" h="1216025">
                  <a:moveTo>
                    <a:pt x="314528" y="1204976"/>
                  </a:moveTo>
                  <a:lnTo>
                    <a:pt x="293776" y="1072007"/>
                  </a:lnTo>
                  <a:lnTo>
                    <a:pt x="280809" y="991133"/>
                  </a:lnTo>
                  <a:lnTo>
                    <a:pt x="270179" y="929436"/>
                  </a:lnTo>
                  <a:lnTo>
                    <a:pt x="256438" y="854036"/>
                  </a:lnTo>
                  <a:lnTo>
                    <a:pt x="249478" y="810869"/>
                  </a:lnTo>
                  <a:lnTo>
                    <a:pt x="243776" y="764705"/>
                  </a:lnTo>
                  <a:lnTo>
                    <a:pt x="239280" y="716229"/>
                  </a:lnTo>
                  <a:lnTo>
                    <a:pt x="235966" y="666115"/>
                  </a:lnTo>
                  <a:lnTo>
                    <a:pt x="233781" y="615048"/>
                  </a:lnTo>
                  <a:lnTo>
                    <a:pt x="232689" y="563727"/>
                  </a:lnTo>
                  <a:lnTo>
                    <a:pt x="232625" y="512838"/>
                  </a:lnTo>
                  <a:lnTo>
                    <a:pt x="233578" y="463054"/>
                  </a:lnTo>
                  <a:lnTo>
                    <a:pt x="235496" y="415061"/>
                  </a:lnTo>
                  <a:lnTo>
                    <a:pt x="232346" y="291934"/>
                  </a:lnTo>
                  <a:lnTo>
                    <a:pt x="218478" y="158165"/>
                  </a:lnTo>
                  <a:lnTo>
                    <a:pt x="203276" y="50749"/>
                  </a:lnTo>
                  <a:lnTo>
                    <a:pt x="196126" y="6718"/>
                  </a:lnTo>
                  <a:lnTo>
                    <a:pt x="187198" y="7467"/>
                  </a:lnTo>
                  <a:lnTo>
                    <a:pt x="197332" y="363537"/>
                  </a:lnTo>
                  <a:lnTo>
                    <a:pt x="199682" y="467461"/>
                  </a:lnTo>
                  <a:lnTo>
                    <a:pt x="201828" y="586346"/>
                  </a:lnTo>
                  <a:lnTo>
                    <a:pt x="203504" y="706856"/>
                  </a:lnTo>
                  <a:lnTo>
                    <a:pt x="204406" y="815594"/>
                  </a:lnTo>
                  <a:lnTo>
                    <a:pt x="204482" y="861390"/>
                  </a:lnTo>
                  <a:lnTo>
                    <a:pt x="204254" y="899223"/>
                  </a:lnTo>
                  <a:lnTo>
                    <a:pt x="203682" y="927430"/>
                  </a:lnTo>
                  <a:lnTo>
                    <a:pt x="207746" y="1011008"/>
                  </a:lnTo>
                  <a:lnTo>
                    <a:pt x="219595" y="1105801"/>
                  </a:lnTo>
                  <a:lnTo>
                    <a:pt x="232003" y="1183474"/>
                  </a:lnTo>
                  <a:lnTo>
                    <a:pt x="237756" y="1215656"/>
                  </a:lnTo>
                  <a:lnTo>
                    <a:pt x="273126" y="1207477"/>
                  </a:lnTo>
                  <a:lnTo>
                    <a:pt x="292912" y="1203642"/>
                  </a:lnTo>
                  <a:lnTo>
                    <a:pt x="304317" y="1203134"/>
                  </a:lnTo>
                  <a:lnTo>
                    <a:pt x="314528" y="1204976"/>
                  </a:lnTo>
                  <a:close/>
                </a:path>
                <a:path w="403859" h="1216025">
                  <a:moveTo>
                    <a:pt x="358178" y="761034"/>
                  </a:moveTo>
                  <a:lnTo>
                    <a:pt x="355282" y="740079"/>
                  </a:lnTo>
                  <a:lnTo>
                    <a:pt x="351942" y="667588"/>
                  </a:lnTo>
                  <a:lnTo>
                    <a:pt x="350215" y="622846"/>
                  </a:lnTo>
                  <a:lnTo>
                    <a:pt x="348056" y="571919"/>
                  </a:lnTo>
                  <a:lnTo>
                    <a:pt x="345541" y="516928"/>
                  </a:lnTo>
                  <a:lnTo>
                    <a:pt x="342747" y="460032"/>
                  </a:lnTo>
                  <a:lnTo>
                    <a:pt x="339763" y="403326"/>
                  </a:lnTo>
                  <a:lnTo>
                    <a:pt x="336638" y="348970"/>
                  </a:lnTo>
                  <a:lnTo>
                    <a:pt x="333451" y="299097"/>
                  </a:lnTo>
                  <a:lnTo>
                    <a:pt x="330288" y="255816"/>
                  </a:lnTo>
                  <a:lnTo>
                    <a:pt x="320509" y="169316"/>
                  </a:lnTo>
                  <a:lnTo>
                    <a:pt x="311073" y="120129"/>
                  </a:lnTo>
                  <a:lnTo>
                    <a:pt x="298767" y="74815"/>
                  </a:lnTo>
                  <a:lnTo>
                    <a:pt x="283464" y="34417"/>
                  </a:lnTo>
                  <a:lnTo>
                    <a:pt x="265036" y="0"/>
                  </a:lnTo>
                  <a:lnTo>
                    <a:pt x="247954" y="1981"/>
                  </a:lnTo>
                  <a:lnTo>
                    <a:pt x="266065" y="42303"/>
                  </a:lnTo>
                  <a:lnTo>
                    <a:pt x="276987" y="72186"/>
                  </a:lnTo>
                  <a:lnTo>
                    <a:pt x="294805" y="159880"/>
                  </a:lnTo>
                  <a:lnTo>
                    <a:pt x="304749" y="236740"/>
                  </a:lnTo>
                  <a:lnTo>
                    <a:pt x="310426" y="291338"/>
                  </a:lnTo>
                  <a:lnTo>
                    <a:pt x="316344" y="352831"/>
                  </a:lnTo>
                  <a:lnTo>
                    <a:pt x="322351" y="418261"/>
                  </a:lnTo>
                  <a:lnTo>
                    <a:pt x="328282" y="484720"/>
                  </a:lnTo>
                  <a:lnTo>
                    <a:pt x="333971" y="549262"/>
                  </a:lnTo>
                  <a:lnTo>
                    <a:pt x="339267" y="608965"/>
                  </a:lnTo>
                  <a:lnTo>
                    <a:pt x="344017" y="660895"/>
                  </a:lnTo>
                  <a:lnTo>
                    <a:pt x="348043" y="702132"/>
                  </a:lnTo>
                  <a:lnTo>
                    <a:pt x="351193" y="729729"/>
                  </a:lnTo>
                  <a:lnTo>
                    <a:pt x="358178" y="761034"/>
                  </a:lnTo>
                  <a:close/>
                </a:path>
                <a:path w="403859" h="1216025">
                  <a:moveTo>
                    <a:pt x="396519" y="871372"/>
                  </a:moveTo>
                  <a:lnTo>
                    <a:pt x="381050" y="835228"/>
                  </a:lnTo>
                  <a:lnTo>
                    <a:pt x="363486" y="784834"/>
                  </a:lnTo>
                  <a:lnTo>
                    <a:pt x="358178" y="761034"/>
                  </a:lnTo>
                  <a:lnTo>
                    <a:pt x="361772" y="787019"/>
                  </a:lnTo>
                  <a:lnTo>
                    <a:pt x="376275" y="828903"/>
                  </a:lnTo>
                  <a:lnTo>
                    <a:pt x="396519" y="871372"/>
                  </a:lnTo>
                  <a:close/>
                </a:path>
                <a:path w="403859" h="1216025">
                  <a:moveTo>
                    <a:pt x="403606" y="886231"/>
                  </a:moveTo>
                  <a:lnTo>
                    <a:pt x="396519" y="871372"/>
                  </a:lnTo>
                  <a:lnTo>
                    <a:pt x="396786" y="871994"/>
                  </a:lnTo>
                  <a:lnTo>
                    <a:pt x="403606" y="886231"/>
                  </a:lnTo>
                  <a:close/>
                </a:path>
              </a:pathLst>
            </a:custGeom>
            <a:solidFill>
              <a:srgbClr val="3AB06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2" name="object 312" descr=""/>
          <p:cNvGrpSpPr/>
          <p:nvPr/>
        </p:nvGrpSpPr>
        <p:grpSpPr>
          <a:xfrm>
            <a:off x="11796783" y="9220936"/>
            <a:ext cx="708025" cy="1245235"/>
            <a:chOff x="11796783" y="9220936"/>
            <a:chExt cx="708025" cy="1245235"/>
          </a:xfrm>
        </p:grpSpPr>
        <p:sp>
          <p:nvSpPr>
            <p:cNvPr id="313" name="object 313" descr=""/>
            <p:cNvSpPr/>
            <p:nvPr/>
          </p:nvSpPr>
          <p:spPr>
            <a:xfrm>
              <a:off x="11796783" y="9220936"/>
              <a:ext cx="708025" cy="1245235"/>
            </a:xfrm>
            <a:custGeom>
              <a:avLst/>
              <a:gdLst/>
              <a:ahLst/>
              <a:cxnLst/>
              <a:rect l="l" t="t" r="r" b="b"/>
              <a:pathLst>
                <a:path w="708025" h="1245234">
                  <a:moveTo>
                    <a:pt x="511620" y="0"/>
                  </a:moveTo>
                  <a:lnTo>
                    <a:pt x="492444" y="25212"/>
                  </a:lnTo>
                  <a:lnTo>
                    <a:pt x="453978" y="34306"/>
                  </a:lnTo>
                  <a:lnTo>
                    <a:pt x="367356" y="27904"/>
                  </a:lnTo>
                  <a:lnTo>
                    <a:pt x="203713" y="6628"/>
                  </a:lnTo>
                  <a:lnTo>
                    <a:pt x="191892" y="21327"/>
                  </a:lnTo>
                  <a:lnTo>
                    <a:pt x="167673" y="77724"/>
                  </a:lnTo>
                  <a:lnTo>
                    <a:pt x="155431" y="117411"/>
                  </a:lnTo>
                  <a:lnTo>
                    <a:pt x="143203" y="163416"/>
                  </a:lnTo>
                  <a:lnTo>
                    <a:pt x="131067" y="214733"/>
                  </a:lnTo>
                  <a:lnTo>
                    <a:pt x="119099" y="270357"/>
                  </a:lnTo>
                  <a:lnTo>
                    <a:pt x="107377" y="329282"/>
                  </a:lnTo>
                  <a:lnTo>
                    <a:pt x="95978" y="390503"/>
                  </a:lnTo>
                  <a:lnTo>
                    <a:pt x="84979" y="453013"/>
                  </a:lnTo>
                  <a:lnTo>
                    <a:pt x="74458" y="515808"/>
                  </a:lnTo>
                  <a:lnTo>
                    <a:pt x="64491" y="577882"/>
                  </a:lnTo>
                  <a:lnTo>
                    <a:pt x="55157" y="638229"/>
                  </a:lnTo>
                  <a:lnTo>
                    <a:pt x="46532" y="695843"/>
                  </a:lnTo>
                  <a:lnTo>
                    <a:pt x="31717" y="798852"/>
                  </a:lnTo>
                  <a:lnTo>
                    <a:pt x="16745" y="907731"/>
                  </a:lnTo>
                  <a:lnTo>
                    <a:pt x="4713" y="1000345"/>
                  </a:lnTo>
                  <a:lnTo>
                    <a:pt x="0" y="1063187"/>
                  </a:lnTo>
                  <a:lnTo>
                    <a:pt x="1973" y="1125032"/>
                  </a:lnTo>
                  <a:lnTo>
                    <a:pt x="10002" y="1214654"/>
                  </a:lnTo>
                  <a:lnTo>
                    <a:pt x="20813" y="1217828"/>
                  </a:lnTo>
                  <a:lnTo>
                    <a:pt x="47632" y="1224221"/>
                  </a:lnTo>
                  <a:lnTo>
                    <a:pt x="82032" y="1229143"/>
                  </a:lnTo>
                  <a:lnTo>
                    <a:pt x="115590" y="1227899"/>
                  </a:lnTo>
                  <a:lnTo>
                    <a:pt x="140270" y="1221847"/>
                  </a:lnTo>
                  <a:lnTo>
                    <a:pt x="157178" y="1216553"/>
                  </a:lnTo>
                  <a:lnTo>
                    <a:pt x="171600" y="1213621"/>
                  </a:lnTo>
                  <a:lnTo>
                    <a:pt x="188824" y="1214654"/>
                  </a:lnTo>
                  <a:lnTo>
                    <a:pt x="207885" y="1218312"/>
                  </a:lnTo>
                  <a:lnTo>
                    <a:pt x="232136" y="1222376"/>
                  </a:lnTo>
                  <a:lnTo>
                    <a:pt x="273343" y="1227084"/>
                  </a:lnTo>
                  <a:lnTo>
                    <a:pt x="343269" y="1232674"/>
                  </a:lnTo>
                  <a:lnTo>
                    <a:pt x="396815" y="1232911"/>
                  </a:lnTo>
                  <a:lnTo>
                    <a:pt x="424627" y="1226346"/>
                  </a:lnTo>
                  <a:lnTo>
                    <a:pt x="452890" y="1207751"/>
                  </a:lnTo>
                  <a:lnTo>
                    <a:pt x="478260" y="1203188"/>
                  </a:lnTo>
                  <a:lnTo>
                    <a:pt x="510258" y="1206925"/>
                  </a:lnTo>
                  <a:lnTo>
                    <a:pt x="527092" y="1217644"/>
                  </a:lnTo>
                  <a:lnTo>
                    <a:pt x="542570" y="1230392"/>
                  </a:lnTo>
                  <a:lnTo>
                    <a:pt x="570498" y="1240213"/>
                  </a:lnTo>
                  <a:lnTo>
                    <a:pt x="601711" y="1244935"/>
                  </a:lnTo>
                  <a:lnTo>
                    <a:pt x="626425" y="1244452"/>
                  </a:lnTo>
                  <a:lnTo>
                    <a:pt x="657521" y="1236916"/>
                  </a:lnTo>
                  <a:lnTo>
                    <a:pt x="707876" y="1220475"/>
                  </a:lnTo>
                  <a:lnTo>
                    <a:pt x="707715" y="1212290"/>
                  </a:lnTo>
                  <a:lnTo>
                    <a:pt x="702902" y="1151630"/>
                  </a:lnTo>
                  <a:lnTo>
                    <a:pt x="695897" y="1102374"/>
                  </a:lnTo>
                  <a:lnTo>
                    <a:pt x="689065" y="1062857"/>
                  </a:lnTo>
                  <a:lnTo>
                    <a:pt x="662382" y="913046"/>
                  </a:lnTo>
                  <a:lnTo>
                    <a:pt x="652563" y="854715"/>
                  </a:lnTo>
                  <a:lnTo>
                    <a:pt x="642852" y="793200"/>
                  </a:lnTo>
                  <a:lnTo>
                    <a:pt x="632275" y="715580"/>
                  </a:lnTo>
                  <a:lnTo>
                    <a:pt x="620057" y="615151"/>
                  </a:lnTo>
                  <a:lnTo>
                    <a:pt x="600005" y="443514"/>
                  </a:lnTo>
                  <a:lnTo>
                    <a:pt x="586388" y="329609"/>
                  </a:lnTo>
                  <a:lnTo>
                    <a:pt x="579737" y="276544"/>
                  </a:lnTo>
                  <a:lnTo>
                    <a:pt x="573294" y="227731"/>
                  </a:lnTo>
                  <a:lnTo>
                    <a:pt x="567137" y="184413"/>
                  </a:lnTo>
                  <a:lnTo>
                    <a:pt x="552787" y="91187"/>
                  </a:lnTo>
                  <a:lnTo>
                    <a:pt x="542221" y="40901"/>
                  </a:lnTo>
                  <a:lnTo>
                    <a:pt x="530234" y="16269"/>
                  </a:lnTo>
                  <a:lnTo>
                    <a:pt x="511620" y="0"/>
                  </a:lnTo>
                  <a:close/>
                </a:path>
              </a:pathLst>
            </a:custGeom>
            <a:solidFill>
              <a:srgbClr val="75C7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4" name="object 314" descr=""/>
            <p:cNvSpPr/>
            <p:nvPr/>
          </p:nvSpPr>
          <p:spPr>
            <a:xfrm>
              <a:off x="11878577" y="9229655"/>
              <a:ext cx="403860" cy="1216025"/>
            </a:xfrm>
            <a:custGeom>
              <a:avLst/>
              <a:gdLst/>
              <a:ahLst/>
              <a:cxnLst/>
              <a:rect l="l" t="t" r="r" b="b"/>
              <a:pathLst>
                <a:path w="403859" h="1216025">
                  <a:moveTo>
                    <a:pt x="7086" y="871372"/>
                  </a:moveTo>
                  <a:lnTo>
                    <a:pt x="0" y="886231"/>
                  </a:lnTo>
                  <a:lnTo>
                    <a:pt x="6819" y="871994"/>
                  </a:lnTo>
                  <a:lnTo>
                    <a:pt x="7086" y="871372"/>
                  </a:lnTo>
                  <a:close/>
                </a:path>
                <a:path w="403859" h="1216025">
                  <a:moveTo>
                    <a:pt x="45440" y="760945"/>
                  </a:moveTo>
                  <a:lnTo>
                    <a:pt x="40119" y="784834"/>
                  </a:lnTo>
                  <a:lnTo>
                    <a:pt x="22555" y="835228"/>
                  </a:lnTo>
                  <a:lnTo>
                    <a:pt x="7086" y="871372"/>
                  </a:lnTo>
                  <a:lnTo>
                    <a:pt x="27343" y="828903"/>
                  </a:lnTo>
                  <a:lnTo>
                    <a:pt x="41833" y="787019"/>
                  </a:lnTo>
                  <a:lnTo>
                    <a:pt x="45440" y="760945"/>
                  </a:lnTo>
                  <a:close/>
                </a:path>
                <a:path w="403859" h="1216025">
                  <a:moveTo>
                    <a:pt x="155663" y="1981"/>
                  </a:moveTo>
                  <a:lnTo>
                    <a:pt x="120154" y="34417"/>
                  </a:lnTo>
                  <a:lnTo>
                    <a:pt x="104851" y="74815"/>
                  </a:lnTo>
                  <a:lnTo>
                    <a:pt x="92544" y="120129"/>
                  </a:lnTo>
                  <a:lnTo>
                    <a:pt x="83096" y="169316"/>
                  </a:lnTo>
                  <a:lnTo>
                    <a:pt x="76377" y="221284"/>
                  </a:lnTo>
                  <a:lnTo>
                    <a:pt x="70154" y="299097"/>
                  </a:lnTo>
                  <a:lnTo>
                    <a:pt x="66979" y="348970"/>
                  </a:lnTo>
                  <a:lnTo>
                    <a:pt x="63855" y="403326"/>
                  </a:lnTo>
                  <a:lnTo>
                    <a:pt x="60858" y="460032"/>
                  </a:lnTo>
                  <a:lnTo>
                    <a:pt x="58077" y="516928"/>
                  </a:lnTo>
                  <a:lnTo>
                    <a:pt x="55562" y="571919"/>
                  </a:lnTo>
                  <a:lnTo>
                    <a:pt x="53403" y="622846"/>
                  </a:lnTo>
                  <a:lnTo>
                    <a:pt x="51663" y="667588"/>
                  </a:lnTo>
                  <a:lnTo>
                    <a:pt x="48336" y="740079"/>
                  </a:lnTo>
                  <a:lnTo>
                    <a:pt x="55562" y="702132"/>
                  </a:lnTo>
                  <a:lnTo>
                    <a:pt x="59588" y="660895"/>
                  </a:lnTo>
                  <a:lnTo>
                    <a:pt x="64325" y="608965"/>
                  </a:lnTo>
                  <a:lnTo>
                    <a:pt x="69634" y="549262"/>
                  </a:lnTo>
                  <a:lnTo>
                    <a:pt x="75336" y="484720"/>
                  </a:lnTo>
                  <a:lnTo>
                    <a:pt x="81267" y="418261"/>
                  </a:lnTo>
                  <a:lnTo>
                    <a:pt x="87261" y="352831"/>
                  </a:lnTo>
                  <a:lnTo>
                    <a:pt x="93179" y="291338"/>
                  </a:lnTo>
                  <a:lnTo>
                    <a:pt x="98856" y="236740"/>
                  </a:lnTo>
                  <a:lnTo>
                    <a:pt x="104114" y="191935"/>
                  </a:lnTo>
                  <a:lnTo>
                    <a:pt x="118503" y="106451"/>
                  </a:lnTo>
                  <a:lnTo>
                    <a:pt x="137541" y="42303"/>
                  </a:lnTo>
                  <a:lnTo>
                    <a:pt x="155663" y="1981"/>
                  </a:lnTo>
                  <a:close/>
                </a:path>
                <a:path w="403859" h="1216025">
                  <a:moveTo>
                    <a:pt x="216408" y="7467"/>
                  </a:moveTo>
                  <a:lnTo>
                    <a:pt x="200329" y="50749"/>
                  </a:lnTo>
                  <a:lnTo>
                    <a:pt x="185127" y="158165"/>
                  </a:lnTo>
                  <a:lnTo>
                    <a:pt x="171259" y="291934"/>
                  </a:lnTo>
                  <a:lnTo>
                    <a:pt x="168109" y="415061"/>
                  </a:lnTo>
                  <a:lnTo>
                    <a:pt x="170027" y="463054"/>
                  </a:lnTo>
                  <a:lnTo>
                    <a:pt x="170980" y="512838"/>
                  </a:lnTo>
                  <a:lnTo>
                    <a:pt x="170916" y="563727"/>
                  </a:lnTo>
                  <a:lnTo>
                    <a:pt x="169824" y="615048"/>
                  </a:lnTo>
                  <a:lnTo>
                    <a:pt x="167640" y="666115"/>
                  </a:lnTo>
                  <a:lnTo>
                    <a:pt x="164325" y="716229"/>
                  </a:lnTo>
                  <a:lnTo>
                    <a:pt x="159829" y="764705"/>
                  </a:lnTo>
                  <a:lnTo>
                    <a:pt x="154127" y="810869"/>
                  </a:lnTo>
                  <a:lnTo>
                    <a:pt x="147167" y="854036"/>
                  </a:lnTo>
                  <a:lnTo>
                    <a:pt x="133438" y="929436"/>
                  </a:lnTo>
                  <a:lnTo>
                    <a:pt x="122809" y="991133"/>
                  </a:lnTo>
                  <a:lnTo>
                    <a:pt x="109842" y="1072007"/>
                  </a:lnTo>
                  <a:lnTo>
                    <a:pt x="89090" y="1204976"/>
                  </a:lnTo>
                  <a:lnTo>
                    <a:pt x="99301" y="1203134"/>
                  </a:lnTo>
                  <a:lnTo>
                    <a:pt x="110693" y="1203642"/>
                  </a:lnTo>
                  <a:lnTo>
                    <a:pt x="130479" y="1207477"/>
                  </a:lnTo>
                  <a:lnTo>
                    <a:pt x="165849" y="1215656"/>
                  </a:lnTo>
                  <a:lnTo>
                    <a:pt x="171602" y="1183474"/>
                  </a:lnTo>
                  <a:lnTo>
                    <a:pt x="184010" y="1105801"/>
                  </a:lnTo>
                  <a:lnTo>
                    <a:pt x="195872" y="1011008"/>
                  </a:lnTo>
                  <a:lnTo>
                    <a:pt x="199923" y="927430"/>
                  </a:lnTo>
                  <a:lnTo>
                    <a:pt x="199364" y="899223"/>
                  </a:lnTo>
                  <a:lnTo>
                    <a:pt x="199136" y="861390"/>
                  </a:lnTo>
                  <a:lnTo>
                    <a:pt x="199212" y="815594"/>
                  </a:lnTo>
                  <a:lnTo>
                    <a:pt x="200113" y="706856"/>
                  </a:lnTo>
                  <a:lnTo>
                    <a:pt x="201790" y="586346"/>
                  </a:lnTo>
                  <a:lnTo>
                    <a:pt x="203936" y="467461"/>
                  </a:lnTo>
                  <a:lnTo>
                    <a:pt x="206273" y="363537"/>
                  </a:lnTo>
                  <a:lnTo>
                    <a:pt x="216408" y="7467"/>
                  </a:lnTo>
                  <a:close/>
                </a:path>
                <a:path w="403859" h="1216025">
                  <a:moveTo>
                    <a:pt x="321271" y="195554"/>
                  </a:moveTo>
                  <a:lnTo>
                    <a:pt x="320687" y="144945"/>
                  </a:lnTo>
                  <a:lnTo>
                    <a:pt x="317004" y="92036"/>
                  </a:lnTo>
                  <a:lnTo>
                    <a:pt x="309270" y="12928"/>
                  </a:lnTo>
                  <a:lnTo>
                    <a:pt x="295617" y="12573"/>
                  </a:lnTo>
                  <a:lnTo>
                    <a:pt x="296405" y="42646"/>
                  </a:lnTo>
                  <a:lnTo>
                    <a:pt x="297853" y="114033"/>
                  </a:lnTo>
                  <a:lnTo>
                    <a:pt x="298602" y="198488"/>
                  </a:lnTo>
                  <a:lnTo>
                    <a:pt x="297294" y="267754"/>
                  </a:lnTo>
                  <a:lnTo>
                    <a:pt x="295173" y="311683"/>
                  </a:lnTo>
                  <a:lnTo>
                    <a:pt x="294474" y="357911"/>
                  </a:lnTo>
                  <a:lnTo>
                    <a:pt x="295173" y="434873"/>
                  </a:lnTo>
                  <a:lnTo>
                    <a:pt x="297294" y="570979"/>
                  </a:lnTo>
                  <a:lnTo>
                    <a:pt x="300380" y="540651"/>
                  </a:lnTo>
                  <a:lnTo>
                    <a:pt x="307390" y="464845"/>
                  </a:lnTo>
                  <a:lnTo>
                    <a:pt x="314972" y="366293"/>
                  </a:lnTo>
                  <a:lnTo>
                    <a:pt x="319747" y="267754"/>
                  </a:lnTo>
                  <a:lnTo>
                    <a:pt x="321271" y="195554"/>
                  </a:lnTo>
                  <a:close/>
                </a:path>
                <a:path w="403859" h="1216025">
                  <a:moveTo>
                    <a:pt x="403618" y="380669"/>
                  </a:moveTo>
                  <a:lnTo>
                    <a:pt x="403263" y="328091"/>
                  </a:lnTo>
                  <a:lnTo>
                    <a:pt x="402259" y="278295"/>
                  </a:lnTo>
                  <a:lnTo>
                    <a:pt x="400532" y="232143"/>
                  </a:lnTo>
                  <a:lnTo>
                    <a:pt x="395147" y="121259"/>
                  </a:lnTo>
                  <a:lnTo>
                    <a:pt x="391401" y="61163"/>
                  </a:lnTo>
                  <a:lnTo>
                    <a:pt x="381825" y="9982"/>
                  </a:lnTo>
                  <a:lnTo>
                    <a:pt x="353441" y="12928"/>
                  </a:lnTo>
                  <a:lnTo>
                    <a:pt x="360819" y="49568"/>
                  </a:lnTo>
                  <a:lnTo>
                    <a:pt x="376847" y="135001"/>
                  </a:lnTo>
                  <a:lnTo>
                    <a:pt x="392379" y="232486"/>
                  </a:lnTo>
                  <a:lnTo>
                    <a:pt x="398233" y="305257"/>
                  </a:lnTo>
                  <a:lnTo>
                    <a:pt x="396925" y="329984"/>
                  </a:lnTo>
                  <a:lnTo>
                    <a:pt x="391426" y="407441"/>
                  </a:lnTo>
                  <a:lnTo>
                    <a:pt x="387337" y="457060"/>
                  </a:lnTo>
                  <a:lnTo>
                    <a:pt x="382409" y="511822"/>
                  </a:lnTo>
                  <a:lnTo>
                    <a:pt x="376682" y="570204"/>
                  </a:lnTo>
                  <a:lnTo>
                    <a:pt x="370205" y="630618"/>
                  </a:lnTo>
                  <a:lnTo>
                    <a:pt x="363016" y="691489"/>
                  </a:lnTo>
                  <a:lnTo>
                    <a:pt x="355168" y="751281"/>
                  </a:lnTo>
                  <a:lnTo>
                    <a:pt x="346710" y="808405"/>
                  </a:lnTo>
                  <a:lnTo>
                    <a:pt x="338391" y="878801"/>
                  </a:lnTo>
                  <a:lnTo>
                    <a:pt x="334670" y="949718"/>
                  </a:lnTo>
                  <a:lnTo>
                    <a:pt x="334556" y="1018032"/>
                  </a:lnTo>
                  <a:lnTo>
                    <a:pt x="337032" y="1080643"/>
                  </a:lnTo>
                  <a:lnTo>
                    <a:pt x="341083" y="1134427"/>
                  </a:lnTo>
                  <a:lnTo>
                    <a:pt x="345719" y="1176274"/>
                  </a:lnTo>
                  <a:lnTo>
                    <a:pt x="349935" y="1203071"/>
                  </a:lnTo>
                  <a:lnTo>
                    <a:pt x="352704" y="1211707"/>
                  </a:lnTo>
                  <a:lnTo>
                    <a:pt x="368998" y="1198118"/>
                  </a:lnTo>
                  <a:lnTo>
                    <a:pt x="379730" y="1191780"/>
                  </a:lnTo>
                  <a:lnTo>
                    <a:pt x="389686" y="1191094"/>
                  </a:lnTo>
                  <a:lnTo>
                    <a:pt x="403618" y="1194422"/>
                  </a:lnTo>
                  <a:lnTo>
                    <a:pt x="397954" y="1163751"/>
                  </a:lnTo>
                  <a:lnTo>
                    <a:pt x="386676" y="1086053"/>
                  </a:lnTo>
                  <a:lnTo>
                    <a:pt x="378345" y="982891"/>
                  </a:lnTo>
                  <a:lnTo>
                    <a:pt x="381520" y="875753"/>
                  </a:lnTo>
                  <a:lnTo>
                    <a:pt x="385089" y="841324"/>
                  </a:lnTo>
                  <a:lnTo>
                    <a:pt x="388480" y="801306"/>
                  </a:lnTo>
                  <a:lnTo>
                    <a:pt x="391655" y="756539"/>
                  </a:lnTo>
                  <a:lnTo>
                    <a:pt x="394563" y="707872"/>
                  </a:lnTo>
                  <a:lnTo>
                    <a:pt x="397141" y="656132"/>
                  </a:lnTo>
                  <a:lnTo>
                    <a:pt x="399364" y="602145"/>
                  </a:lnTo>
                  <a:lnTo>
                    <a:pt x="401180" y="546785"/>
                  </a:lnTo>
                  <a:lnTo>
                    <a:pt x="402526" y="490855"/>
                  </a:lnTo>
                  <a:lnTo>
                    <a:pt x="403352" y="435203"/>
                  </a:lnTo>
                  <a:lnTo>
                    <a:pt x="403618" y="380669"/>
                  </a:lnTo>
                  <a:close/>
                </a:path>
              </a:pathLst>
            </a:custGeom>
            <a:solidFill>
              <a:srgbClr val="3AB06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5" name="object 315" descr=""/>
          <p:cNvGrpSpPr/>
          <p:nvPr/>
        </p:nvGrpSpPr>
        <p:grpSpPr>
          <a:xfrm>
            <a:off x="10992028" y="9220936"/>
            <a:ext cx="696595" cy="1245235"/>
            <a:chOff x="10992028" y="9220936"/>
            <a:chExt cx="696595" cy="1245235"/>
          </a:xfrm>
        </p:grpSpPr>
        <p:sp>
          <p:nvSpPr>
            <p:cNvPr id="316" name="object 316" descr=""/>
            <p:cNvSpPr/>
            <p:nvPr/>
          </p:nvSpPr>
          <p:spPr>
            <a:xfrm>
              <a:off x="10992028" y="9220936"/>
              <a:ext cx="696595" cy="1245235"/>
            </a:xfrm>
            <a:custGeom>
              <a:avLst/>
              <a:gdLst/>
              <a:ahLst/>
              <a:cxnLst/>
              <a:rect l="l" t="t" r="r" b="b"/>
              <a:pathLst>
                <a:path w="696595" h="1245234">
                  <a:moveTo>
                    <a:pt x="159572" y="0"/>
                  </a:moveTo>
                  <a:lnTo>
                    <a:pt x="128972" y="40901"/>
                  </a:lnTo>
                  <a:lnTo>
                    <a:pt x="118409" y="91187"/>
                  </a:lnTo>
                  <a:lnTo>
                    <a:pt x="104066" y="184413"/>
                  </a:lnTo>
                  <a:lnTo>
                    <a:pt x="97905" y="227731"/>
                  </a:lnTo>
                  <a:lnTo>
                    <a:pt x="91460" y="276544"/>
                  </a:lnTo>
                  <a:lnTo>
                    <a:pt x="84806" y="329609"/>
                  </a:lnTo>
                  <a:lnTo>
                    <a:pt x="71186" y="443514"/>
                  </a:lnTo>
                  <a:lnTo>
                    <a:pt x="51130" y="615151"/>
                  </a:lnTo>
                  <a:lnTo>
                    <a:pt x="38913" y="715580"/>
                  </a:lnTo>
                  <a:lnTo>
                    <a:pt x="33382" y="757863"/>
                  </a:lnTo>
                  <a:lnTo>
                    <a:pt x="28340" y="793200"/>
                  </a:lnTo>
                  <a:lnTo>
                    <a:pt x="20994" y="854695"/>
                  </a:lnTo>
                  <a:lnTo>
                    <a:pt x="17096" y="912975"/>
                  </a:lnTo>
                  <a:lnTo>
                    <a:pt x="15212" y="967448"/>
                  </a:lnTo>
                  <a:lnTo>
                    <a:pt x="13906" y="1017520"/>
                  </a:lnTo>
                  <a:lnTo>
                    <a:pt x="11741" y="1062599"/>
                  </a:lnTo>
                  <a:lnTo>
                    <a:pt x="7283" y="1102092"/>
                  </a:lnTo>
                  <a:lnTo>
                    <a:pt x="1297" y="1149216"/>
                  </a:lnTo>
                  <a:lnTo>
                    <a:pt x="0" y="1181700"/>
                  </a:lnTo>
                  <a:lnTo>
                    <a:pt x="29927" y="1231041"/>
                  </a:lnTo>
                  <a:lnTo>
                    <a:pt x="70083" y="1244717"/>
                  </a:lnTo>
                  <a:lnTo>
                    <a:pt x="100694" y="1240213"/>
                  </a:lnTo>
                  <a:lnTo>
                    <a:pt x="128617" y="1230392"/>
                  </a:lnTo>
                  <a:lnTo>
                    <a:pt x="144095" y="1217644"/>
                  </a:lnTo>
                  <a:lnTo>
                    <a:pt x="160928" y="1206925"/>
                  </a:lnTo>
                  <a:lnTo>
                    <a:pt x="192922" y="1203188"/>
                  </a:lnTo>
                  <a:lnTo>
                    <a:pt x="218292" y="1207751"/>
                  </a:lnTo>
                  <a:lnTo>
                    <a:pt x="246559" y="1226346"/>
                  </a:lnTo>
                  <a:lnTo>
                    <a:pt x="274371" y="1232911"/>
                  </a:lnTo>
                  <a:lnTo>
                    <a:pt x="327912" y="1232674"/>
                  </a:lnTo>
                  <a:lnTo>
                    <a:pt x="397840" y="1227084"/>
                  </a:lnTo>
                  <a:lnTo>
                    <a:pt x="439049" y="1222376"/>
                  </a:lnTo>
                  <a:lnTo>
                    <a:pt x="482358" y="1214654"/>
                  </a:lnTo>
                  <a:lnTo>
                    <a:pt x="499581" y="1213621"/>
                  </a:lnTo>
                  <a:lnTo>
                    <a:pt x="514003" y="1216553"/>
                  </a:lnTo>
                  <a:lnTo>
                    <a:pt x="530911" y="1221847"/>
                  </a:lnTo>
                  <a:lnTo>
                    <a:pt x="555591" y="1227899"/>
                  </a:lnTo>
                  <a:lnTo>
                    <a:pt x="594655" y="1228308"/>
                  </a:lnTo>
                  <a:lnTo>
                    <a:pt x="641167" y="1221551"/>
                  </a:lnTo>
                  <a:lnTo>
                    <a:pt x="680097" y="1213322"/>
                  </a:lnTo>
                  <a:lnTo>
                    <a:pt x="696414" y="1209313"/>
                  </a:lnTo>
                  <a:lnTo>
                    <a:pt x="687553" y="1055216"/>
                  </a:lnTo>
                  <a:lnTo>
                    <a:pt x="680854" y="960262"/>
                  </a:lnTo>
                  <a:lnTo>
                    <a:pt x="672946" y="885222"/>
                  </a:lnTo>
                  <a:lnTo>
                    <a:pt x="660457" y="790865"/>
                  </a:lnTo>
                  <a:lnTo>
                    <a:pt x="649116" y="714860"/>
                  </a:lnTo>
                  <a:lnTo>
                    <a:pt x="641121" y="665777"/>
                  </a:lnTo>
                  <a:lnTo>
                    <a:pt x="631772" y="611096"/>
                  </a:lnTo>
                  <a:lnTo>
                    <a:pt x="621216" y="552159"/>
                  </a:lnTo>
                  <a:lnTo>
                    <a:pt x="609600" y="490308"/>
                  </a:lnTo>
                  <a:lnTo>
                    <a:pt x="597071" y="426883"/>
                  </a:lnTo>
                  <a:lnTo>
                    <a:pt x="583776" y="363227"/>
                  </a:lnTo>
                  <a:lnTo>
                    <a:pt x="569862" y="300680"/>
                  </a:lnTo>
                  <a:lnTo>
                    <a:pt x="555475" y="240585"/>
                  </a:lnTo>
                  <a:lnTo>
                    <a:pt x="540764" y="184284"/>
                  </a:lnTo>
                  <a:lnTo>
                    <a:pt x="525874" y="133117"/>
                  </a:lnTo>
                  <a:lnTo>
                    <a:pt x="510952" y="88426"/>
                  </a:lnTo>
                  <a:lnTo>
                    <a:pt x="496146" y="51553"/>
                  </a:lnTo>
                  <a:lnTo>
                    <a:pt x="467468" y="6628"/>
                  </a:lnTo>
                  <a:lnTo>
                    <a:pt x="303825" y="27904"/>
                  </a:lnTo>
                  <a:lnTo>
                    <a:pt x="217205" y="34306"/>
                  </a:lnTo>
                  <a:lnTo>
                    <a:pt x="178742" y="25212"/>
                  </a:lnTo>
                  <a:lnTo>
                    <a:pt x="159572" y="0"/>
                  </a:lnTo>
                  <a:close/>
                </a:path>
              </a:pathLst>
            </a:custGeom>
            <a:solidFill>
              <a:srgbClr val="75C79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7" name="object 317" descr=""/>
            <p:cNvSpPr/>
            <p:nvPr/>
          </p:nvSpPr>
          <p:spPr>
            <a:xfrm>
              <a:off x="11177803" y="9229655"/>
              <a:ext cx="403860" cy="1216025"/>
            </a:xfrm>
            <a:custGeom>
              <a:avLst/>
              <a:gdLst/>
              <a:ahLst/>
              <a:cxnLst/>
              <a:rect l="l" t="t" r="r" b="b"/>
              <a:pathLst>
                <a:path w="403859" h="1216025">
                  <a:moveTo>
                    <a:pt x="69049" y="1018032"/>
                  </a:moveTo>
                  <a:lnTo>
                    <a:pt x="68922" y="949718"/>
                  </a:lnTo>
                  <a:lnTo>
                    <a:pt x="65214" y="878801"/>
                  </a:lnTo>
                  <a:lnTo>
                    <a:pt x="56896" y="808405"/>
                  </a:lnTo>
                  <a:lnTo>
                    <a:pt x="48437" y="751281"/>
                  </a:lnTo>
                  <a:lnTo>
                    <a:pt x="40589" y="691489"/>
                  </a:lnTo>
                  <a:lnTo>
                    <a:pt x="33401" y="630618"/>
                  </a:lnTo>
                  <a:lnTo>
                    <a:pt x="26924" y="570204"/>
                  </a:lnTo>
                  <a:lnTo>
                    <a:pt x="21196" y="511822"/>
                  </a:lnTo>
                  <a:lnTo>
                    <a:pt x="16268" y="457060"/>
                  </a:lnTo>
                  <a:lnTo>
                    <a:pt x="12179" y="407441"/>
                  </a:lnTo>
                  <a:lnTo>
                    <a:pt x="8966" y="364566"/>
                  </a:lnTo>
                  <a:lnTo>
                    <a:pt x="5372" y="305257"/>
                  </a:lnTo>
                  <a:lnTo>
                    <a:pt x="11226" y="232486"/>
                  </a:lnTo>
                  <a:lnTo>
                    <a:pt x="26758" y="135001"/>
                  </a:lnTo>
                  <a:lnTo>
                    <a:pt x="42786" y="49568"/>
                  </a:lnTo>
                  <a:lnTo>
                    <a:pt x="50165" y="12928"/>
                  </a:lnTo>
                  <a:lnTo>
                    <a:pt x="21780" y="9982"/>
                  </a:lnTo>
                  <a:lnTo>
                    <a:pt x="12204" y="61163"/>
                  </a:lnTo>
                  <a:lnTo>
                    <a:pt x="8470" y="121259"/>
                  </a:lnTo>
                  <a:lnTo>
                    <a:pt x="3073" y="232143"/>
                  </a:lnTo>
                  <a:lnTo>
                    <a:pt x="1358" y="278295"/>
                  </a:lnTo>
                  <a:lnTo>
                    <a:pt x="342" y="328091"/>
                  </a:lnTo>
                  <a:lnTo>
                    <a:pt x="0" y="380669"/>
                  </a:lnTo>
                  <a:lnTo>
                    <a:pt x="266" y="435203"/>
                  </a:lnTo>
                  <a:lnTo>
                    <a:pt x="1092" y="490855"/>
                  </a:lnTo>
                  <a:lnTo>
                    <a:pt x="2438" y="546785"/>
                  </a:lnTo>
                  <a:lnTo>
                    <a:pt x="4241" y="602145"/>
                  </a:lnTo>
                  <a:lnTo>
                    <a:pt x="6464" y="656132"/>
                  </a:lnTo>
                  <a:lnTo>
                    <a:pt x="9055" y="707872"/>
                  </a:lnTo>
                  <a:lnTo>
                    <a:pt x="11963" y="756539"/>
                  </a:lnTo>
                  <a:lnTo>
                    <a:pt x="15138" y="801306"/>
                  </a:lnTo>
                  <a:lnTo>
                    <a:pt x="18529" y="841324"/>
                  </a:lnTo>
                  <a:lnTo>
                    <a:pt x="22085" y="875753"/>
                  </a:lnTo>
                  <a:lnTo>
                    <a:pt x="25273" y="982891"/>
                  </a:lnTo>
                  <a:lnTo>
                    <a:pt x="16941" y="1086053"/>
                  </a:lnTo>
                  <a:lnTo>
                    <a:pt x="5664" y="1163751"/>
                  </a:lnTo>
                  <a:lnTo>
                    <a:pt x="0" y="1194422"/>
                  </a:lnTo>
                  <a:lnTo>
                    <a:pt x="13931" y="1191094"/>
                  </a:lnTo>
                  <a:lnTo>
                    <a:pt x="23876" y="1191780"/>
                  </a:lnTo>
                  <a:lnTo>
                    <a:pt x="34607" y="1198118"/>
                  </a:lnTo>
                  <a:lnTo>
                    <a:pt x="50901" y="1211707"/>
                  </a:lnTo>
                  <a:lnTo>
                    <a:pt x="53682" y="1203071"/>
                  </a:lnTo>
                  <a:lnTo>
                    <a:pt x="57886" y="1176274"/>
                  </a:lnTo>
                  <a:lnTo>
                    <a:pt x="62522" y="1134427"/>
                  </a:lnTo>
                  <a:lnTo>
                    <a:pt x="66573" y="1080643"/>
                  </a:lnTo>
                  <a:lnTo>
                    <a:pt x="69049" y="1018032"/>
                  </a:lnTo>
                  <a:close/>
                </a:path>
                <a:path w="403859" h="1216025">
                  <a:moveTo>
                    <a:pt x="109131" y="357911"/>
                  </a:moveTo>
                  <a:lnTo>
                    <a:pt x="108432" y="311683"/>
                  </a:lnTo>
                  <a:lnTo>
                    <a:pt x="106324" y="267754"/>
                  </a:lnTo>
                  <a:lnTo>
                    <a:pt x="105003" y="198488"/>
                  </a:lnTo>
                  <a:lnTo>
                    <a:pt x="105752" y="114033"/>
                  </a:lnTo>
                  <a:lnTo>
                    <a:pt x="107200" y="42646"/>
                  </a:lnTo>
                  <a:lnTo>
                    <a:pt x="107988" y="12573"/>
                  </a:lnTo>
                  <a:lnTo>
                    <a:pt x="94348" y="12928"/>
                  </a:lnTo>
                  <a:lnTo>
                    <a:pt x="86601" y="92036"/>
                  </a:lnTo>
                  <a:lnTo>
                    <a:pt x="82918" y="144945"/>
                  </a:lnTo>
                  <a:lnTo>
                    <a:pt x="82334" y="195554"/>
                  </a:lnTo>
                  <a:lnTo>
                    <a:pt x="83870" y="267754"/>
                  </a:lnTo>
                  <a:lnTo>
                    <a:pt x="88633" y="366293"/>
                  </a:lnTo>
                  <a:lnTo>
                    <a:pt x="96215" y="464845"/>
                  </a:lnTo>
                  <a:lnTo>
                    <a:pt x="103238" y="540651"/>
                  </a:lnTo>
                  <a:lnTo>
                    <a:pt x="106324" y="570979"/>
                  </a:lnTo>
                  <a:lnTo>
                    <a:pt x="108432" y="434873"/>
                  </a:lnTo>
                  <a:lnTo>
                    <a:pt x="109131" y="357911"/>
                  </a:lnTo>
                  <a:close/>
                </a:path>
                <a:path w="403859" h="1216025">
                  <a:moveTo>
                    <a:pt x="314515" y="1204976"/>
                  </a:moveTo>
                  <a:lnTo>
                    <a:pt x="293763" y="1072007"/>
                  </a:lnTo>
                  <a:lnTo>
                    <a:pt x="280797" y="991133"/>
                  </a:lnTo>
                  <a:lnTo>
                    <a:pt x="270167" y="929436"/>
                  </a:lnTo>
                  <a:lnTo>
                    <a:pt x="256425" y="854036"/>
                  </a:lnTo>
                  <a:lnTo>
                    <a:pt x="249466" y="810869"/>
                  </a:lnTo>
                  <a:lnTo>
                    <a:pt x="243763" y="764705"/>
                  </a:lnTo>
                  <a:lnTo>
                    <a:pt x="239280" y="716229"/>
                  </a:lnTo>
                  <a:lnTo>
                    <a:pt x="235966" y="666115"/>
                  </a:lnTo>
                  <a:lnTo>
                    <a:pt x="233781" y="615048"/>
                  </a:lnTo>
                  <a:lnTo>
                    <a:pt x="232676" y="563727"/>
                  </a:lnTo>
                  <a:lnTo>
                    <a:pt x="232625" y="512838"/>
                  </a:lnTo>
                  <a:lnTo>
                    <a:pt x="233578" y="463054"/>
                  </a:lnTo>
                  <a:lnTo>
                    <a:pt x="235483" y="415061"/>
                  </a:lnTo>
                  <a:lnTo>
                    <a:pt x="232333" y="291934"/>
                  </a:lnTo>
                  <a:lnTo>
                    <a:pt x="218478" y="158165"/>
                  </a:lnTo>
                  <a:lnTo>
                    <a:pt x="203276" y="50749"/>
                  </a:lnTo>
                  <a:lnTo>
                    <a:pt x="196126" y="6718"/>
                  </a:lnTo>
                  <a:lnTo>
                    <a:pt x="187198" y="7467"/>
                  </a:lnTo>
                  <a:lnTo>
                    <a:pt x="197319" y="363537"/>
                  </a:lnTo>
                  <a:lnTo>
                    <a:pt x="199669" y="467461"/>
                  </a:lnTo>
                  <a:lnTo>
                    <a:pt x="201815" y="586346"/>
                  </a:lnTo>
                  <a:lnTo>
                    <a:pt x="203492" y="706856"/>
                  </a:lnTo>
                  <a:lnTo>
                    <a:pt x="204393" y="815594"/>
                  </a:lnTo>
                  <a:lnTo>
                    <a:pt x="204470" y="861390"/>
                  </a:lnTo>
                  <a:lnTo>
                    <a:pt x="204241" y="899223"/>
                  </a:lnTo>
                  <a:lnTo>
                    <a:pt x="203669" y="927430"/>
                  </a:lnTo>
                  <a:lnTo>
                    <a:pt x="207733" y="1011008"/>
                  </a:lnTo>
                  <a:lnTo>
                    <a:pt x="219583" y="1105801"/>
                  </a:lnTo>
                  <a:lnTo>
                    <a:pt x="232003" y="1183474"/>
                  </a:lnTo>
                  <a:lnTo>
                    <a:pt x="237744" y="1215656"/>
                  </a:lnTo>
                  <a:lnTo>
                    <a:pt x="273113" y="1207477"/>
                  </a:lnTo>
                  <a:lnTo>
                    <a:pt x="292900" y="1203642"/>
                  </a:lnTo>
                  <a:lnTo>
                    <a:pt x="304304" y="1203134"/>
                  </a:lnTo>
                  <a:lnTo>
                    <a:pt x="314515" y="1204976"/>
                  </a:lnTo>
                  <a:close/>
                </a:path>
                <a:path w="403859" h="1216025">
                  <a:moveTo>
                    <a:pt x="358165" y="761022"/>
                  </a:moveTo>
                  <a:lnTo>
                    <a:pt x="355269" y="740079"/>
                  </a:lnTo>
                  <a:lnTo>
                    <a:pt x="351929" y="667588"/>
                  </a:lnTo>
                  <a:lnTo>
                    <a:pt x="350202" y="622846"/>
                  </a:lnTo>
                  <a:lnTo>
                    <a:pt x="348043" y="571919"/>
                  </a:lnTo>
                  <a:lnTo>
                    <a:pt x="345528" y="516928"/>
                  </a:lnTo>
                  <a:lnTo>
                    <a:pt x="342747" y="460032"/>
                  </a:lnTo>
                  <a:lnTo>
                    <a:pt x="339750" y="403326"/>
                  </a:lnTo>
                  <a:lnTo>
                    <a:pt x="336626" y="348970"/>
                  </a:lnTo>
                  <a:lnTo>
                    <a:pt x="333451" y="299097"/>
                  </a:lnTo>
                  <a:lnTo>
                    <a:pt x="330288" y="255816"/>
                  </a:lnTo>
                  <a:lnTo>
                    <a:pt x="320509" y="169316"/>
                  </a:lnTo>
                  <a:lnTo>
                    <a:pt x="311061" y="120129"/>
                  </a:lnTo>
                  <a:lnTo>
                    <a:pt x="298754" y="74815"/>
                  </a:lnTo>
                  <a:lnTo>
                    <a:pt x="283451" y="34417"/>
                  </a:lnTo>
                  <a:lnTo>
                    <a:pt x="265023" y="0"/>
                  </a:lnTo>
                  <a:lnTo>
                    <a:pt x="247954" y="1981"/>
                  </a:lnTo>
                  <a:lnTo>
                    <a:pt x="266065" y="42303"/>
                  </a:lnTo>
                  <a:lnTo>
                    <a:pt x="276987" y="72186"/>
                  </a:lnTo>
                  <a:lnTo>
                    <a:pt x="294792" y="159880"/>
                  </a:lnTo>
                  <a:lnTo>
                    <a:pt x="304749" y="236740"/>
                  </a:lnTo>
                  <a:lnTo>
                    <a:pt x="310413" y="291338"/>
                  </a:lnTo>
                  <a:lnTo>
                    <a:pt x="316331" y="352831"/>
                  </a:lnTo>
                  <a:lnTo>
                    <a:pt x="322338" y="418261"/>
                  </a:lnTo>
                  <a:lnTo>
                    <a:pt x="328269" y="484720"/>
                  </a:lnTo>
                  <a:lnTo>
                    <a:pt x="333971" y="549262"/>
                  </a:lnTo>
                  <a:lnTo>
                    <a:pt x="339267" y="608965"/>
                  </a:lnTo>
                  <a:lnTo>
                    <a:pt x="344004" y="660895"/>
                  </a:lnTo>
                  <a:lnTo>
                    <a:pt x="348030" y="702132"/>
                  </a:lnTo>
                  <a:lnTo>
                    <a:pt x="351180" y="729729"/>
                  </a:lnTo>
                  <a:lnTo>
                    <a:pt x="358165" y="761022"/>
                  </a:lnTo>
                  <a:close/>
                </a:path>
                <a:path w="403859" h="1216025">
                  <a:moveTo>
                    <a:pt x="396519" y="871372"/>
                  </a:moveTo>
                  <a:lnTo>
                    <a:pt x="381050" y="835228"/>
                  </a:lnTo>
                  <a:lnTo>
                    <a:pt x="363486" y="784834"/>
                  </a:lnTo>
                  <a:lnTo>
                    <a:pt x="358165" y="761022"/>
                  </a:lnTo>
                  <a:lnTo>
                    <a:pt x="361759" y="787019"/>
                  </a:lnTo>
                  <a:lnTo>
                    <a:pt x="376262" y="828903"/>
                  </a:lnTo>
                  <a:lnTo>
                    <a:pt x="396519" y="871372"/>
                  </a:lnTo>
                  <a:close/>
                </a:path>
                <a:path w="403859" h="1216025">
                  <a:moveTo>
                    <a:pt x="403606" y="886231"/>
                  </a:moveTo>
                  <a:lnTo>
                    <a:pt x="396519" y="871372"/>
                  </a:lnTo>
                  <a:lnTo>
                    <a:pt x="396786" y="871994"/>
                  </a:lnTo>
                  <a:lnTo>
                    <a:pt x="403606" y="886231"/>
                  </a:lnTo>
                  <a:close/>
                </a:path>
              </a:pathLst>
            </a:custGeom>
            <a:solidFill>
              <a:srgbClr val="3AB06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8" name="object 318" descr=""/>
          <p:cNvGrpSpPr/>
          <p:nvPr/>
        </p:nvGrpSpPr>
        <p:grpSpPr>
          <a:xfrm>
            <a:off x="7017889" y="9133585"/>
            <a:ext cx="483870" cy="1313815"/>
            <a:chOff x="7017889" y="9133585"/>
            <a:chExt cx="483870" cy="1313815"/>
          </a:xfrm>
        </p:grpSpPr>
        <p:sp>
          <p:nvSpPr>
            <p:cNvPr id="319" name="object 319" descr=""/>
            <p:cNvSpPr/>
            <p:nvPr/>
          </p:nvSpPr>
          <p:spPr>
            <a:xfrm>
              <a:off x="7017880" y="9133592"/>
              <a:ext cx="478155" cy="1288415"/>
            </a:xfrm>
            <a:custGeom>
              <a:avLst/>
              <a:gdLst/>
              <a:ahLst/>
              <a:cxnLst/>
              <a:rect l="l" t="t" r="r" b="b"/>
              <a:pathLst>
                <a:path w="478154" h="1288415">
                  <a:moveTo>
                    <a:pt x="477748" y="294144"/>
                  </a:moveTo>
                  <a:lnTo>
                    <a:pt x="467220" y="214299"/>
                  </a:lnTo>
                  <a:lnTo>
                    <a:pt x="454113" y="163372"/>
                  </a:lnTo>
                  <a:lnTo>
                    <a:pt x="443763" y="124180"/>
                  </a:lnTo>
                  <a:lnTo>
                    <a:pt x="415556" y="47828"/>
                  </a:lnTo>
                  <a:lnTo>
                    <a:pt x="394322" y="0"/>
                  </a:lnTo>
                  <a:lnTo>
                    <a:pt x="302069" y="19113"/>
                  </a:lnTo>
                  <a:lnTo>
                    <a:pt x="237756" y="25831"/>
                  </a:lnTo>
                  <a:lnTo>
                    <a:pt x="171170" y="20472"/>
                  </a:lnTo>
                  <a:lnTo>
                    <a:pt x="72097" y="3352"/>
                  </a:lnTo>
                  <a:lnTo>
                    <a:pt x="31902" y="84099"/>
                  </a:lnTo>
                  <a:lnTo>
                    <a:pt x="11328" y="139839"/>
                  </a:lnTo>
                  <a:lnTo>
                    <a:pt x="3924" y="196532"/>
                  </a:lnTo>
                  <a:lnTo>
                    <a:pt x="3251" y="280123"/>
                  </a:lnTo>
                  <a:lnTo>
                    <a:pt x="0" y="300494"/>
                  </a:lnTo>
                  <a:lnTo>
                    <a:pt x="5219" y="387718"/>
                  </a:lnTo>
                  <a:lnTo>
                    <a:pt x="16103" y="494817"/>
                  </a:lnTo>
                  <a:lnTo>
                    <a:pt x="25133" y="570738"/>
                  </a:lnTo>
                  <a:lnTo>
                    <a:pt x="35356" y="639826"/>
                  </a:lnTo>
                  <a:lnTo>
                    <a:pt x="45872" y="701116"/>
                  </a:lnTo>
                  <a:lnTo>
                    <a:pt x="55753" y="753681"/>
                  </a:lnTo>
                  <a:lnTo>
                    <a:pt x="64122" y="796569"/>
                  </a:lnTo>
                  <a:lnTo>
                    <a:pt x="66814" y="811187"/>
                  </a:lnTo>
                  <a:lnTo>
                    <a:pt x="71335" y="857897"/>
                  </a:lnTo>
                  <a:lnTo>
                    <a:pt x="77038" y="911567"/>
                  </a:lnTo>
                  <a:lnTo>
                    <a:pt x="83997" y="973632"/>
                  </a:lnTo>
                  <a:lnTo>
                    <a:pt x="91528" y="1036929"/>
                  </a:lnTo>
                  <a:lnTo>
                    <a:pt x="98983" y="1094244"/>
                  </a:lnTo>
                  <a:lnTo>
                    <a:pt x="105714" y="1138428"/>
                  </a:lnTo>
                  <a:lnTo>
                    <a:pt x="116446" y="1196505"/>
                  </a:lnTo>
                  <a:lnTo>
                    <a:pt x="126085" y="1244206"/>
                  </a:lnTo>
                  <a:lnTo>
                    <a:pt x="135712" y="1288376"/>
                  </a:lnTo>
                  <a:lnTo>
                    <a:pt x="246938" y="1288376"/>
                  </a:lnTo>
                  <a:lnTo>
                    <a:pt x="242341" y="900201"/>
                  </a:lnTo>
                  <a:lnTo>
                    <a:pt x="241757" y="871207"/>
                  </a:lnTo>
                  <a:lnTo>
                    <a:pt x="240195" y="864450"/>
                  </a:lnTo>
                  <a:lnTo>
                    <a:pt x="241769" y="814400"/>
                  </a:lnTo>
                  <a:lnTo>
                    <a:pt x="240157" y="634834"/>
                  </a:lnTo>
                  <a:lnTo>
                    <a:pt x="237032" y="458990"/>
                  </a:lnTo>
                  <a:lnTo>
                    <a:pt x="235623" y="393471"/>
                  </a:lnTo>
                  <a:lnTo>
                    <a:pt x="301853" y="388721"/>
                  </a:lnTo>
                  <a:lnTo>
                    <a:pt x="362280" y="374091"/>
                  </a:lnTo>
                  <a:lnTo>
                    <a:pt x="409981" y="353695"/>
                  </a:lnTo>
                  <a:lnTo>
                    <a:pt x="445046" y="331152"/>
                  </a:lnTo>
                  <a:lnTo>
                    <a:pt x="467601" y="310095"/>
                  </a:lnTo>
                  <a:lnTo>
                    <a:pt x="477748" y="294144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0" name="object 320" descr=""/>
            <p:cNvSpPr/>
            <p:nvPr/>
          </p:nvSpPr>
          <p:spPr>
            <a:xfrm>
              <a:off x="7144083" y="10401412"/>
              <a:ext cx="127000" cy="45720"/>
            </a:xfrm>
            <a:custGeom>
              <a:avLst/>
              <a:gdLst/>
              <a:ahLst/>
              <a:cxnLst/>
              <a:rect l="l" t="t" r="r" b="b"/>
              <a:pathLst>
                <a:path w="127000" h="45720">
                  <a:moveTo>
                    <a:pt x="62930" y="0"/>
                  </a:moveTo>
                  <a:lnTo>
                    <a:pt x="20270" y="1498"/>
                  </a:lnTo>
                  <a:lnTo>
                    <a:pt x="0" y="5654"/>
                  </a:lnTo>
                  <a:lnTo>
                    <a:pt x="2429" y="34892"/>
                  </a:lnTo>
                  <a:lnTo>
                    <a:pt x="3209" y="39666"/>
                  </a:lnTo>
                  <a:lnTo>
                    <a:pt x="4230" y="42480"/>
                  </a:lnTo>
                  <a:lnTo>
                    <a:pt x="23717" y="44718"/>
                  </a:lnTo>
                  <a:lnTo>
                    <a:pt x="65041" y="45464"/>
                  </a:lnTo>
                  <a:lnTo>
                    <a:pt x="106288" y="44718"/>
                  </a:lnTo>
                  <a:lnTo>
                    <a:pt x="125545" y="42480"/>
                  </a:lnTo>
                  <a:lnTo>
                    <a:pt x="126317" y="35437"/>
                  </a:lnTo>
                  <a:lnTo>
                    <a:pt x="126653" y="23450"/>
                  </a:lnTo>
                  <a:lnTo>
                    <a:pt x="126435" y="11277"/>
                  </a:lnTo>
                  <a:lnTo>
                    <a:pt x="125545" y="3675"/>
                  </a:lnTo>
                  <a:lnTo>
                    <a:pt x="105511" y="833"/>
                  </a:lnTo>
                  <a:lnTo>
                    <a:pt x="62930" y="0"/>
                  </a:lnTo>
                  <a:close/>
                </a:path>
              </a:pathLst>
            </a:custGeom>
            <a:solidFill>
              <a:srgbClr val="95C7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1" name="object 321" descr=""/>
            <p:cNvSpPr/>
            <p:nvPr/>
          </p:nvSpPr>
          <p:spPr>
            <a:xfrm>
              <a:off x="7267689" y="9344209"/>
              <a:ext cx="233679" cy="1078865"/>
            </a:xfrm>
            <a:custGeom>
              <a:avLst/>
              <a:gdLst/>
              <a:ahLst/>
              <a:cxnLst/>
              <a:rect l="l" t="t" r="r" b="b"/>
              <a:pathLst>
                <a:path w="233679" h="1078865">
                  <a:moveTo>
                    <a:pt x="233591" y="113639"/>
                  </a:moveTo>
                  <a:lnTo>
                    <a:pt x="233032" y="84493"/>
                  </a:lnTo>
                  <a:lnTo>
                    <a:pt x="229222" y="64223"/>
                  </a:lnTo>
                  <a:lnTo>
                    <a:pt x="145618" y="7759"/>
                  </a:lnTo>
                  <a:lnTo>
                    <a:pt x="93878" y="0"/>
                  </a:lnTo>
                  <a:lnTo>
                    <a:pt x="52501" y="50838"/>
                  </a:lnTo>
                  <a:lnTo>
                    <a:pt x="0" y="170256"/>
                  </a:lnTo>
                  <a:lnTo>
                    <a:pt x="508" y="249516"/>
                  </a:lnTo>
                  <a:lnTo>
                    <a:pt x="2273" y="425373"/>
                  </a:lnTo>
                  <a:lnTo>
                    <a:pt x="5651" y="604926"/>
                  </a:lnTo>
                  <a:lnTo>
                    <a:pt x="8648" y="655586"/>
                  </a:lnTo>
                  <a:lnTo>
                    <a:pt x="7442" y="661644"/>
                  </a:lnTo>
                  <a:lnTo>
                    <a:pt x="7708" y="690638"/>
                  </a:lnTo>
                  <a:lnTo>
                    <a:pt x="8547" y="743762"/>
                  </a:lnTo>
                  <a:lnTo>
                    <a:pt x="14579" y="1078763"/>
                  </a:lnTo>
                  <a:lnTo>
                    <a:pt x="125768" y="1075867"/>
                  </a:lnTo>
                  <a:lnTo>
                    <a:pt x="134086" y="1031455"/>
                  </a:lnTo>
                  <a:lnTo>
                    <a:pt x="142316" y="983526"/>
                  </a:lnTo>
                  <a:lnTo>
                    <a:pt x="151333" y="925182"/>
                  </a:lnTo>
                  <a:lnTo>
                    <a:pt x="156756" y="880859"/>
                  </a:lnTo>
                  <a:lnTo>
                    <a:pt x="162509" y="823366"/>
                  </a:lnTo>
                  <a:lnTo>
                    <a:pt x="168173" y="759904"/>
                  </a:lnTo>
                  <a:lnTo>
                    <a:pt x="173291" y="697674"/>
                  </a:lnTo>
                  <a:lnTo>
                    <a:pt x="177419" y="643864"/>
                  </a:lnTo>
                  <a:lnTo>
                    <a:pt x="180098" y="605688"/>
                  </a:lnTo>
                  <a:lnTo>
                    <a:pt x="180606" y="595731"/>
                  </a:lnTo>
                  <a:lnTo>
                    <a:pt x="182727" y="582155"/>
                  </a:lnTo>
                  <a:lnTo>
                    <a:pt x="189903" y="539051"/>
                  </a:lnTo>
                  <a:lnTo>
                    <a:pt x="198323" y="486232"/>
                  </a:lnTo>
                  <a:lnTo>
                    <a:pt x="207124" y="424662"/>
                  </a:lnTo>
                  <a:lnTo>
                    <a:pt x="215430" y="355320"/>
                  </a:lnTo>
                  <a:lnTo>
                    <a:pt x="222351" y="279158"/>
                  </a:lnTo>
                  <a:lnTo>
                    <a:pt x="230238" y="171805"/>
                  </a:lnTo>
                  <a:lnTo>
                    <a:pt x="233591" y="113639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2" name="object 322" descr=""/>
            <p:cNvSpPr/>
            <p:nvPr/>
          </p:nvSpPr>
          <p:spPr>
            <a:xfrm>
              <a:off x="7276042" y="10400895"/>
              <a:ext cx="126364" cy="46355"/>
            </a:xfrm>
            <a:custGeom>
              <a:avLst/>
              <a:gdLst/>
              <a:ahLst/>
              <a:cxnLst/>
              <a:rect l="l" t="t" r="r" b="b"/>
              <a:pathLst>
                <a:path w="126365" h="46354">
                  <a:moveTo>
                    <a:pt x="63165" y="0"/>
                  </a:moveTo>
                  <a:lnTo>
                    <a:pt x="20627" y="2017"/>
                  </a:lnTo>
                  <a:lnTo>
                    <a:pt x="684" y="5409"/>
                  </a:lnTo>
                  <a:lnTo>
                    <a:pt x="0" y="13036"/>
                  </a:lnTo>
                  <a:lnTo>
                    <a:pt x="118" y="25212"/>
                  </a:lnTo>
                  <a:lnTo>
                    <a:pt x="787" y="37188"/>
                  </a:lnTo>
                  <a:lnTo>
                    <a:pt x="1752" y="44214"/>
                  </a:lnTo>
                  <a:lnTo>
                    <a:pt x="21061" y="45914"/>
                  </a:lnTo>
                  <a:lnTo>
                    <a:pt x="62313" y="45513"/>
                  </a:lnTo>
                  <a:lnTo>
                    <a:pt x="103599" y="43619"/>
                  </a:lnTo>
                  <a:lnTo>
                    <a:pt x="126219" y="3912"/>
                  </a:lnTo>
                  <a:lnTo>
                    <a:pt x="105846" y="313"/>
                  </a:lnTo>
                  <a:lnTo>
                    <a:pt x="63165" y="0"/>
                  </a:lnTo>
                  <a:close/>
                </a:path>
              </a:pathLst>
            </a:custGeom>
            <a:solidFill>
              <a:srgbClr val="95C7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3" name="object 323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335721" y="9186434"/>
              <a:ext cx="129304" cy="82814"/>
            </a:xfrm>
            <a:prstGeom prst="rect">
              <a:avLst/>
            </a:prstGeom>
          </p:spPr>
        </p:pic>
        <p:pic>
          <p:nvPicPr>
            <p:cNvPr id="324" name="object 324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7044249" y="9182883"/>
              <a:ext cx="126572" cy="89913"/>
            </a:xfrm>
            <a:prstGeom prst="rect">
              <a:avLst/>
            </a:prstGeom>
          </p:spPr>
        </p:pic>
        <p:sp>
          <p:nvSpPr>
            <p:cNvPr id="325" name="object 325" descr=""/>
            <p:cNvSpPr/>
            <p:nvPr/>
          </p:nvSpPr>
          <p:spPr>
            <a:xfrm>
              <a:off x="7235589" y="9166951"/>
              <a:ext cx="24130" cy="360680"/>
            </a:xfrm>
            <a:custGeom>
              <a:avLst/>
              <a:gdLst/>
              <a:ahLst/>
              <a:cxnLst/>
              <a:rect l="l" t="t" r="r" b="b"/>
              <a:pathLst>
                <a:path w="24129" h="360679">
                  <a:moveTo>
                    <a:pt x="21227" y="0"/>
                  </a:moveTo>
                  <a:lnTo>
                    <a:pt x="494" y="0"/>
                  </a:lnTo>
                  <a:lnTo>
                    <a:pt x="0" y="251006"/>
                  </a:lnTo>
                  <a:lnTo>
                    <a:pt x="494" y="302221"/>
                  </a:lnTo>
                  <a:lnTo>
                    <a:pt x="10871" y="360596"/>
                  </a:lnTo>
                  <a:lnTo>
                    <a:pt x="24012" y="360627"/>
                  </a:lnTo>
                  <a:lnTo>
                    <a:pt x="20016" y="339908"/>
                  </a:lnTo>
                  <a:lnTo>
                    <a:pt x="17964" y="326849"/>
                  </a:lnTo>
                  <a:lnTo>
                    <a:pt x="17205" y="315913"/>
                  </a:lnTo>
                  <a:lnTo>
                    <a:pt x="17091" y="301561"/>
                  </a:lnTo>
                  <a:lnTo>
                    <a:pt x="21227" y="0"/>
                  </a:lnTo>
                  <a:close/>
                </a:path>
              </a:pathLst>
            </a:custGeom>
            <a:solidFill>
              <a:srgbClr val="3B9A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6" name="object 326" descr=""/>
            <p:cNvSpPr/>
            <p:nvPr/>
          </p:nvSpPr>
          <p:spPr>
            <a:xfrm>
              <a:off x="7232773" y="9184563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09" h="29209">
                  <a:moveTo>
                    <a:pt x="22648" y="0"/>
                  </a:moveTo>
                  <a:lnTo>
                    <a:pt x="6533" y="0"/>
                  </a:lnTo>
                  <a:lnTo>
                    <a:pt x="0" y="6533"/>
                  </a:lnTo>
                  <a:lnTo>
                    <a:pt x="0" y="22648"/>
                  </a:lnTo>
                  <a:lnTo>
                    <a:pt x="6533" y="29203"/>
                  </a:lnTo>
                  <a:lnTo>
                    <a:pt x="22648" y="29203"/>
                  </a:lnTo>
                  <a:lnTo>
                    <a:pt x="29192" y="22648"/>
                  </a:lnTo>
                  <a:lnTo>
                    <a:pt x="29192" y="14596"/>
                  </a:lnTo>
                  <a:lnTo>
                    <a:pt x="29192" y="6533"/>
                  </a:lnTo>
                  <a:lnTo>
                    <a:pt x="22648" y="0"/>
                  </a:lnTo>
                  <a:close/>
                </a:path>
              </a:pathLst>
            </a:custGeom>
            <a:solidFill>
              <a:srgbClr val="DAE8F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7" name="object 327" descr=""/>
          <p:cNvGrpSpPr/>
          <p:nvPr/>
        </p:nvGrpSpPr>
        <p:grpSpPr>
          <a:xfrm>
            <a:off x="8239022" y="9102158"/>
            <a:ext cx="544830" cy="1332865"/>
            <a:chOff x="8239022" y="9102158"/>
            <a:chExt cx="544830" cy="1332865"/>
          </a:xfrm>
        </p:grpSpPr>
        <p:sp>
          <p:nvSpPr>
            <p:cNvPr id="328" name="object 328" descr=""/>
            <p:cNvSpPr/>
            <p:nvPr/>
          </p:nvSpPr>
          <p:spPr>
            <a:xfrm>
              <a:off x="8239022" y="9102158"/>
              <a:ext cx="481330" cy="415290"/>
            </a:xfrm>
            <a:custGeom>
              <a:avLst/>
              <a:gdLst/>
              <a:ahLst/>
              <a:cxnLst/>
              <a:rect l="l" t="t" r="r" b="b"/>
              <a:pathLst>
                <a:path w="481329" h="415290">
                  <a:moveTo>
                    <a:pt x="402665" y="0"/>
                  </a:moveTo>
                  <a:lnTo>
                    <a:pt x="304992" y="30343"/>
                  </a:lnTo>
                  <a:lnTo>
                    <a:pt x="237515" y="42375"/>
                  </a:lnTo>
                  <a:lnTo>
                    <a:pt x="168807" y="37821"/>
                  </a:lnTo>
                  <a:lnTo>
                    <a:pt x="67440" y="18407"/>
                  </a:lnTo>
                  <a:lnTo>
                    <a:pt x="25110" y="109595"/>
                  </a:lnTo>
                  <a:lnTo>
                    <a:pt x="4561" y="169640"/>
                  </a:lnTo>
                  <a:lnTo>
                    <a:pt x="0" y="225226"/>
                  </a:lnTo>
                  <a:lnTo>
                    <a:pt x="5630" y="303037"/>
                  </a:lnTo>
                  <a:lnTo>
                    <a:pt x="31173" y="364851"/>
                  </a:lnTo>
                  <a:lnTo>
                    <a:pt x="102646" y="401903"/>
                  </a:lnTo>
                  <a:lnTo>
                    <a:pt x="159462" y="411419"/>
                  </a:lnTo>
                  <a:lnTo>
                    <a:pt x="232388" y="415076"/>
                  </a:lnTo>
                  <a:lnTo>
                    <a:pt x="306843" y="410456"/>
                  </a:lnTo>
                  <a:lnTo>
                    <a:pt x="367497" y="397154"/>
                  </a:lnTo>
                  <a:lnTo>
                    <a:pt x="414797" y="378282"/>
                  </a:lnTo>
                  <a:lnTo>
                    <a:pt x="449191" y="356955"/>
                  </a:lnTo>
                  <a:lnTo>
                    <a:pt x="481050" y="319382"/>
                  </a:lnTo>
                  <a:lnTo>
                    <a:pt x="480118" y="284947"/>
                  </a:lnTo>
                  <a:lnTo>
                    <a:pt x="469411" y="233191"/>
                  </a:lnTo>
                  <a:lnTo>
                    <a:pt x="455396" y="178491"/>
                  </a:lnTo>
                  <a:lnTo>
                    <a:pt x="444538" y="135221"/>
                  </a:lnTo>
                  <a:lnTo>
                    <a:pt x="433989" y="95667"/>
                  </a:lnTo>
                  <a:lnTo>
                    <a:pt x="420041" y="51232"/>
                  </a:lnTo>
                  <a:lnTo>
                    <a:pt x="407873" y="14986"/>
                  </a:lnTo>
                  <a:lnTo>
                    <a:pt x="402665" y="0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9" name="object 329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8568814" y="9130958"/>
              <a:ext cx="108865" cy="84772"/>
            </a:xfrm>
            <a:prstGeom prst="rect">
              <a:avLst/>
            </a:prstGeom>
          </p:spPr>
        </p:pic>
        <p:sp>
          <p:nvSpPr>
            <p:cNvPr id="330" name="object 330" descr=""/>
            <p:cNvSpPr/>
            <p:nvPr/>
          </p:nvSpPr>
          <p:spPr>
            <a:xfrm>
              <a:off x="8242380" y="9330298"/>
              <a:ext cx="250190" cy="744220"/>
            </a:xfrm>
            <a:custGeom>
              <a:avLst/>
              <a:gdLst/>
              <a:ahLst/>
              <a:cxnLst/>
              <a:rect l="l" t="t" r="r" b="b"/>
              <a:pathLst>
                <a:path w="250190" h="744220">
                  <a:moveTo>
                    <a:pt x="135307" y="0"/>
                  </a:moveTo>
                  <a:lnTo>
                    <a:pt x="83957" y="10034"/>
                  </a:lnTo>
                  <a:lnTo>
                    <a:pt x="2925" y="70097"/>
                  </a:lnTo>
                  <a:lnTo>
                    <a:pt x="0" y="90522"/>
                  </a:lnTo>
                  <a:lnTo>
                    <a:pt x="724" y="119669"/>
                  </a:lnTo>
                  <a:lnTo>
                    <a:pt x="6627" y="177640"/>
                  </a:lnTo>
                  <a:lnTo>
                    <a:pt x="19239" y="284541"/>
                  </a:lnTo>
                  <a:lnTo>
                    <a:pt x="29498" y="360318"/>
                  </a:lnTo>
                  <a:lnTo>
                    <a:pt x="40834" y="429231"/>
                  </a:lnTo>
                  <a:lnTo>
                    <a:pt x="52330" y="490352"/>
                  </a:lnTo>
                  <a:lnTo>
                    <a:pt x="63066" y="542751"/>
                  </a:lnTo>
                  <a:lnTo>
                    <a:pt x="72125" y="585500"/>
                  </a:lnTo>
                  <a:lnTo>
                    <a:pt x="78589" y="617669"/>
                  </a:lnTo>
                  <a:lnTo>
                    <a:pt x="90889" y="679687"/>
                  </a:lnTo>
                  <a:lnTo>
                    <a:pt x="138353" y="733752"/>
                  </a:lnTo>
                  <a:lnTo>
                    <a:pt x="169347" y="743865"/>
                  </a:lnTo>
                  <a:lnTo>
                    <a:pt x="200434" y="740965"/>
                  </a:lnTo>
                  <a:lnTo>
                    <a:pt x="228054" y="723756"/>
                  </a:lnTo>
                  <a:lnTo>
                    <a:pt x="248645" y="690937"/>
                  </a:lnTo>
                  <a:lnTo>
                    <a:pt x="250030" y="600460"/>
                  </a:lnTo>
                  <a:lnTo>
                    <a:pt x="245520" y="420941"/>
                  </a:lnTo>
                  <a:lnTo>
                    <a:pt x="239557" y="245178"/>
                  </a:lnTo>
                  <a:lnTo>
                    <a:pt x="236583" y="165968"/>
                  </a:lnTo>
                  <a:lnTo>
                    <a:pt x="178881" y="48982"/>
                  </a:lnTo>
                  <a:lnTo>
                    <a:pt x="135307" y="0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1" name="object 331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8267205" y="9135744"/>
              <a:ext cx="111797" cy="91902"/>
            </a:xfrm>
            <a:prstGeom prst="rect">
              <a:avLst/>
            </a:prstGeom>
          </p:spPr>
        </p:pic>
        <p:sp>
          <p:nvSpPr>
            <p:cNvPr id="332" name="object 332" descr=""/>
            <p:cNvSpPr/>
            <p:nvPr/>
          </p:nvSpPr>
          <p:spPr>
            <a:xfrm>
              <a:off x="8466251" y="9138805"/>
              <a:ext cx="24765" cy="378460"/>
            </a:xfrm>
            <a:custGeom>
              <a:avLst/>
              <a:gdLst/>
              <a:ahLst/>
              <a:cxnLst/>
              <a:rect l="l" t="t" r="r" b="b"/>
              <a:pathLst>
                <a:path w="24765" h="378459">
                  <a:moveTo>
                    <a:pt x="21703" y="0"/>
                  </a:moveTo>
                  <a:lnTo>
                    <a:pt x="510" y="0"/>
                  </a:lnTo>
                  <a:lnTo>
                    <a:pt x="0" y="263385"/>
                  </a:lnTo>
                  <a:lnTo>
                    <a:pt x="127" y="301598"/>
                  </a:lnTo>
                  <a:lnTo>
                    <a:pt x="6069" y="354807"/>
                  </a:lnTo>
                  <a:lnTo>
                    <a:pt x="24541" y="378428"/>
                  </a:lnTo>
                  <a:lnTo>
                    <a:pt x="20454" y="356685"/>
                  </a:lnTo>
                  <a:lnTo>
                    <a:pt x="18355" y="342980"/>
                  </a:lnTo>
                  <a:lnTo>
                    <a:pt x="17579" y="331499"/>
                  </a:lnTo>
                  <a:lnTo>
                    <a:pt x="17462" y="316430"/>
                  </a:lnTo>
                  <a:lnTo>
                    <a:pt x="21703" y="0"/>
                  </a:lnTo>
                  <a:close/>
                </a:path>
              </a:pathLst>
            </a:custGeom>
            <a:solidFill>
              <a:srgbClr val="3B9A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3" name="object 333" descr=""/>
            <p:cNvSpPr/>
            <p:nvPr/>
          </p:nvSpPr>
          <p:spPr>
            <a:xfrm>
              <a:off x="8456319" y="9143512"/>
              <a:ext cx="30480" cy="29845"/>
            </a:xfrm>
            <a:custGeom>
              <a:avLst/>
              <a:gdLst/>
              <a:ahLst/>
              <a:cxnLst/>
              <a:rect l="l" t="t" r="r" b="b"/>
              <a:pathLst>
                <a:path w="30479" h="29845">
                  <a:moveTo>
                    <a:pt x="23172" y="0"/>
                  </a:moveTo>
                  <a:lnTo>
                    <a:pt x="6690" y="0"/>
                  </a:lnTo>
                  <a:lnTo>
                    <a:pt x="0" y="6680"/>
                  </a:lnTo>
                  <a:lnTo>
                    <a:pt x="0" y="23151"/>
                  </a:lnTo>
                  <a:lnTo>
                    <a:pt x="6690" y="29831"/>
                  </a:lnTo>
                  <a:lnTo>
                    <a:pt x="23172" y="29831"/>
                  </a:lnTo>
                  <a:lnTo>
                    <a:pt x="29852" y="23151"/>
                  </a:lnTo>
                  <a:lnTo>
                    <a:pt x="29852" y="14910"/>
                  </a:lnTo>
                  <a:lnTo>
                    <a:pt x="29852" y="6680"/>
                  </a:lnTo>
                  <a:lnTo>
                    <a:pt x="23172" y="0"/>
                  </a:lnTo>
                  <a:close/>
                </a:path>
              </a:pathLst>
            </a:custGeom>
            <a:solidFill>
              <a:srgbClr val="DAE8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4" name="object 334" descr=""/>
            <p:cNvSpPr/>
            <p:nvPr/>
          </p:nvSpPr>
          <p:spPr>
            <a:xfrm>
              <a:off x="8316831" y="9870906"/>
              <a:ext cx="189230" cy="551180"/>
            </a:xfrm>
            <a:custGeom>
              <a:avLst/>
              <a:gdLst/>
              <a:ahLst/>
              <a:cxnLst/>
              <a:rect l="l" t="t" r="r" b="b"/>
              <a:pathLst>
                <a:path w="189229" h="551179">
                  <a:moveTo>
                    <a:pt x="61277" y="0"/>
                  </a:moveTo>
                  <a:lnTo>
                    <a:pt x="33228" y="4306"/>
                  </a:lnTo>
                  <a:lnTo>
                    <a:pt x="11641" y="21810"/>
                  </a:lnTo>
                  <a:lnTo>
                    <a:pt x="0" y="54124"/>
                  </a:lnTo>
                  <a:lnTo>
                    <a:pt x="1514" y="69886"/>
                  </a:lnTo>
                  <a:lnTo>
                    <a:pt x="5977" y="109037"/>
                  </a:lnTo>
                  <a:lnTo>
                    <a:pt x="12607" y="164196"/>
                  </a:lnTo>
                  <a:lnTo>
                    <a:pt x="20621" y="227979"/>
                  </a:lnTo>
                  <a:lnTo>
                    <a:pt x="29240" y="293005"/>
                  </a:lnTo>
                  <a:lnTo>
                    <a:pt x="37680" y="351891"/>
                  </a:lnTo>
                  <a:lnTo>
                    <a:pt x="45160" y="397255"/>
                  </a:lnTo>
                  <a:lnTo>
                    <a:pt x="56882" y="456875"/>
                  </a:lnTo>
                  <a:lnTo>
                    <a:pt x="67335" y="505814"/>
                  </a:lnTo>
                  <a:lnTo>
                    <a:pt x="77714" y="551125"/>
                  </a:lnTo>
                  <a:lnTo>
                    <a:pt x="188926" y="549386"/>
                  </a:lnTo>
                  <a:lnTo>
                    <a:pt x="177698" y="149913"/>
                  </a:lnTo>
                  <a:lnTo>
                    <a:pt x="168478" y="82545"/>
                  </a:lnTo>
                  <a:lnTo>
                    <a:pt x="122840" y="24540"/>
                  </a:lnTo>
                  <a:lnTo>
                    <a:pt x="61277" y="0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5" name="object 335" descr=""/>
            <p:cNvSpPr/>
            <p:nvPr/>
          </p:nvSpPr>
          <p:spPr>
            <a:xfrm>
              <a:off x="8384619" y="10390936"/>
              <a:ext cx="127000" cy="44450"/>
            </a:xfrm>
            <a:custGeom>
              <a:avLst/>
              <a:gdLst/>
              <a:ahLst/>
              <a:cxnLst/>
              <a:rect l="l" t="t" r="r" b="b"/>
              <a:pathLst>
                <a:path w="127000" h="44450">
                  <a:moveTo>
                    <a:pt x="62833" y="0"/>
                  </a:moveTo>
                  <a:lnTo>
                    <a:pt x="20203" y="2124"/>
                  </a:lnTo>
                  <a:lnTo>
                    <a:pt x="0" y="6478"/>
                  </a:lnTo>
                  <a:lnTo>
                    <a:pt x="2910" y="34792"/>
                  </a:lnTo>
                  <a:lnTo>
                    <a:pt x="3763" y="39409"/>
                  </a:lnTo>
                  <a:lnTo>
                    <a:pt x="4816" y="42121"/>
                  </a:lnTo>
                  <a:lnTo>
                    <a:pt x="24347" y="43987"/>
                  </a:lnTo>
                  <a:lnTo>
                    <a:pt x="65681" y="44062"/>
                  </a:lnTo>
                  <a:lnTo>
                    <a:pt x="106908" y="42691"/>
                  </a:lnTo>
                  <a:lnTo>
                    <a:pt x="126121" y="40216"/>
                  </a:lnTo>
                  <a:lnTo>
                    <a:pt x="126780" y="33371"/>
                  </a:lnTo>
                  <a:lnTo>
                    <a:pt x="126922" y="21741"/>
                  </a:lnTo>
                  <a:lnTo>
                    <a:pt x="126507" y="9940"/>
                  </a:lnTo>
                  <a:lnTo>
                    <a:pt x="125493" y="2583"/>
                  </a:lnTo>
                  <a:lnTo>
                    <a:pt x="105419" y="141"/>
                  </a:lnTo>
                  <a:lnTo>
                    <a:pt x="62833" y="0"/>
                  </a:lnTo>
                  <a:close/>
                </a:path>
              </a:pathLst>
            </a:custGeom>
            <a:solidFill>
              <a:srgbClr val="95C7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6" name="object 336" descr=""/>
            <p:cNvSpPr/>
            <p:nvPr/>
          </p:nvSpPr>
          <p:spPr>
            <a:xfrm>
              <a:off x="8498598" y="9348819"/>
              <a:ext cx="280670" cy="1085215"/>
            </a:xfrm>
            <a:custGeom>
              <a:avLst/>
              <a:gdLst/>
              <a:ahLst/>
              <a:cxnLst/>
              <a:rect l="l" t="t" r="r" b="b"/>
              <a:pathLst>
                <a:path w="280670" h="1085215">
                  <a:moveTo>
                    <a:pt x="280200" y="968578"/>
                  </a:moveTo>
                  <a:lnTo>
                    <a:pt x="279298" y="907897"/>
                  </a:lnTo>
                  <a:lnTo>
                    <a:pt x="277202" y="861999"/>
                  </a:lnTo>
                  <a:lnTo>
                    <a:pt x="273227" y="802678"/>
                  </a:lnTo>
                  <a:lnTo>
                    <a:pt x="268160" y="737311"/>
                  </a:lnTo>
                  <a:lnTo>
                    <a:pt x="262763" y="673277"/>
                  </a:lnTo>
                  <a:lnTo>
                    <a:pt x="257797" y="617956"/>
                  </a:lnTo>
                  <a:lnTo>
                    <a:pt x="254038" y="578739"/>
                  </a:lnTo>
                  <a:lnTo>
                    <a:pt x="253873" y="577303"/>
                  </a:lnTo>
                  <a:lnTo>
                    <a:pt x="252755" y="563892"/>
                  </a:lnTo>
                  <a:lnTo>
                    <a:pt x="251587" y="532993"/>
                  </a:lnTo>
                  <a:lnTo>
                    <a:pt x="248907" y="441286"/>
                  </a:lnTo>
                  <a:lnTo>
                    <a:pt x="246443" y="381723"/>
                  </a:lnTo>
                  <a:lnTo>
                    <a:pt x="242608" y="313855"/>
                  </a:lnTo>
                  <a:lnTo>
                    <a:pt x="236943" y="238315"/>
                  </a:lnTo>
                  <a:lnTo>
                    <a:pt x="227863" y="131381"/>
                  </a:lnTo>
                  <a:lnTo>
                    <a:pt x="223354" y="75565"/>
                  </a:lnTo>
                  <a:lnTo>
                    <a:pt x="222072" y="52730"/>
                  </a:lnTo>
                  <a:lnTo>
                    <a:pt x="222681" y="44716"/>
                  </a:lnTo>
                  <a:lnTo>
                    <a:pt x="130962" y="1943"/>
                  </a:lnTo>
                  <a:lnTo>
                    <a:pt x="77190" y="0"/>
                  </a:lnTo>
                  <a:lnTo>
                    <a:pt x="40487" y="49999"/>
                  </a:lnTo>
                  <a:lnTo>
                    <a:pt x="0" y="163029"/>
                  </a:lnTo>
                  <a:lnTo>
                    <a:pt x="13131" y="241693"/>
                  </a:lnTo>
                  <a:lnTo>
                    <a:pt x="42900" y="416115"/>
                  </a:lnTo>
                  <a:lnTo>
                    <a:pt x="74853" y="593915"/>
                  </a:lnTo>
                  <a:lnTo>
                    <a:pt x="87426" y="650659"/>
                  </a:lnTo>
                  <a:lnTo>
                    <a:pt x="87401" y="653008"/>
                  </a:lnTo>
                  <a:lnTo>
                    <a:pt x="92633" y="682586"/>
                  </a:lnTo>
                  <a:lnTo>
                    <a:pt x="102984" y="737476"/>
                  </a:lnTo>
                  <a:lnTo>
                    <a:pt x="170065" y="1085189"/>
                  </a:lnTo>
                  <a:lnTo>
                    <a:pt x="279374" y="1064971"/>
                  </a:lnTo>
                  <a:lnTo>
                    <a:pt x="280123" y="1018565"/>
                  </a:lnTo>
                  <a:lnTo>
                    <a:pt x="280200" y="968578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7" name="object 337" descr=""/>
            <p:cNvSpPr/>
            <p:nvPr/>
          </p:nvSpPr>
          <p:spPr>
            <a:xfrm>
              <a:off x="8657610" y="10381658"/>
              <a:ext cx="126364" cy="51435"/>
            </a:xfrm>
            <a:custGeom>
              <a:avLst/>
              <a:gdLst/>
              <a:ahLst/>
              <a:cxnLst/>
              <a:rect l="l" t="t" r="r" b="b"/>
              <a:pathLst>
                <a:path w="126365" h="51434">
                  <a:moveTo>
                    <a:pt x="104515" y="0"/>
                  </a:moveTo>
                  <a:lnTo>
                    <a:pt x="61946" y="3125"/>
                  </a:lnTo>
                  <a:lnTo>
                    <a:pt x="19701" y="8492"/>
                  </a:lnTo>
                  <a:lnTo>
                    <a:pt x="83" y="13378"/>
                  </a:lnTo>
                  <a:lnTo>
                    <a:pt x="0" y="20803"/>
                  </a:lnTo>
                  <a:lnTo>
                    <a:pt x="1066" y="32564"/>
                  </a:lnTo>
                  <a:lnTo>
                    <a:pt x="2664" y="44085"/>
                  </a:lnTo>
                  <a:lnTo>
                    <a:pt x="4177" y="50791"/>
                  </a:lnTo>
                  <a:lnTo>
                    <a:pt x="23551" y="50890"/>
                  </a:lnTo>
                  <a:lnTo>
                    <a:pt x="64636" y="47191"/>
                  </a:lnTo>
                  <a:lnTo>
                    <a:pt x="105642" y="42044"/>
                  </a:lnTo>
                  <a:lnTo>
                    <a:pt x="124781" y="37796"/>
                  </a:lnTo>
                  <a:lnTo>
                    <a:pt x="125498" y="34967"/>
                  </a:lnTo>
                  <a:lnTo>
                    <a:pt x="125771" y="30278"/>
                  </a:lnTo>
                  <a:lnTo>
                    <a:pt x="125105" y="1839"/>
                  </a:lnTo>
                  <a:lnTo>
                    <a:pt x="104515" y="0"/>
                  </a:lnTo>
                  <a:close/>
                </a:path>
              </a:pathLst>
            </a:custGeom>
            <a:solidFill>
              <a:srgbClr val="95C7D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8" name="object 338" descr=""/>
          <p:cNvGrpSpPr/>
          <p:nvPr/>
        </p:nvGrpSpPr>
        <p:grpSpPr>
          <a:xfrm>
            <a:off x="7673008" y="9127586"/>
            <a:ext cx="372110" cy="1316355"/>
            <a:chOff x="7673008" y="9127586"/>
            <a:chExt cx="372110" cy="1316355"/>
          </a:xfrm>
        </p:grpSpPr>
        <p:sp>
          <p:nvSpPr>
            <p:cNvPr id="339" name="object 339" descr=""/>
            <p:cNvSpPr/>
            <p:nvPr/>
          </p:nvSpPr>
          <p:spPr>
            <a:xfrm>
              <a:off x="7672997" y="9127598"/>
              <a:ext cx="372110" cy="1311275"/>
            </a:xfrm>
            <a:custGeom>
              <a:avLst/>
              <a:gdLst/>
              <a:ahLst/>
              <a:cxnLst/>
              <a:rect l="l" t="t" r="r" b="b"/>
              <a:pathLst>
                <a:path w="372109" h="1311275">
                  <a:moveTo>
                    <a:pt x="371906" y="255943"/>
                  </a:moveTo>
                  <a:lnTo>
                    <a:pt x="365836" y="200799"/>
                  </a:lnTo>
                  <a:lnTo>
                    <a:pt x="352602" y="154393"/>
                  </a:lnTo>
                  <a:lnTo>
                    <a:pt x="331470" y="84404"/>
                  </a:lnTo>
                  <a:lnTo>
                    <a:pt x="315277" y="46329"/>
                  </a:lnTo>
                  <a:lnTo>
                    <a:pt x="294055" y="2908"/>
                  </a:lnTo>
                  <a:lnTo>
                    <a:pt x="212051" y="18783"/>
                  </a:lnTo>
                  <a:lnTo>
                    <a:pt x="156146" y="23774"/>
                  </a:lnTo>
                  <a:lnTo>
                    <a:pt x="100596" y="17602"/>
                  </a:lnTo>
                  <a:lnTo>
                    <a:pt x="19697" y="0"/>
                  </a:lnTo>
                  <a:lnTo>
                    <a:pt x="4533" y="98437"/>
                  </a:lnTo>
                  <a:lnTo>
                    <a:pt x="0" y="163398"/>
                  </a:lnTo>
                  <a:lnTo>
                    <a:pt x="6565" y="223799"/>
                  </a:lnTo>
                  <a:lnTo>
                    <a:pt x="23787" y="304330"/>
                  </a:lnTo>
                  <a:lnTo>
                    <a:pt x="32232" y="365379"/>
                  </a:lnTo>
                  <a:lnTo>
                    <a:pt x="60655" y="566318"/>
                  </a:lnTo>
                  <a:lnTo>
                    <a:pt x="91122" y="770839"/>
                  </a:lnTo>
                  <a:lnTo>
                    <a:pt x="109842" y="872324"/>
                  </a:lnTo>
                  <a:lnTo>
                    <a:pt x="110604" y="873099"/>
                  </a:lnTo>
                  <a:lnTo>
                    <a:pt x="113499" y="896861"/>
                  </a:lnTo>
                  <a:lnTo>
                    <a:pt x="120865" y="953096"/>
                  </a:lnTo>
                  <a:lnTo>
                    <a:pt x="168897" y="1310932"/>
                  </a:lnTo>
                  <a:lnTo>
                    <a:pt x="309308" y="1293977"/>
                  </a:lnTo>
                  <a:lnTo>
                    <a:pt x="311683" y="1198613"/>
                  </a:lnTo>
                  <a:lnTo>
                    <a:pt x="313639" y="1138148"/>
                  </a:lnTo>
                  <a:lnTo>
                    <a:pt x="314121" y="1091069"/>
                  </a:lnTo>
                  <a:lnTo>
                    <a:pt x="312902" y="1038085"/>
                  </a:lnTo>
                  <a:lnTo>
                    <a:pt x="310578" y="983056"/>
                  </a:lnTo>
                  <a:lnTo>
                    <a:pt x="307721" y="929868"/>
                  </a:lnTo>
                  <a:lnTo>
                    <a:pt x="302742" y="844575"/>
                  </a:lnTo>
                  <a:lnTo>
                    <a:pt x="302564" y="843965"/>
                  </a:lnTo>
                  <a:lnTo>
                    <a:pt x="301701" y="821372"/>
                  </a:lnTo>
                  <a:lnTo>
                    <a:pt x="303695" y="760488"/>
                  </a:lnTo>
                  <a:lnTo>
                    <a:pt x="310870" y="619480"/>
                  </a:lnTo>
                  <a:lnTo>
                    <a:pt x="324281" y="370827"/>
                  </a:lnTo>
                  <a:lnTo>
                    <a:pt x="331381" y="365302"/>
                  </a:lnTo>
                  <a:lnTo>
                    <a:pt x="351421" y="338048"/>
                  </a:lnTo>
                  <a:lnTo>
                    <a:pt x="360832" y="317601"/>
                  </a:lnTo>
                  <a:lnTo>
                    <a:pt x="371906" y="255943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0" name="object 340" descr=""/>
            <p:cNvSpPr/>
            <p:nvPr/>
          </p:nvSpPr>
          <p:spPr>
            <a:xfrm>
              <a:off x="7833462" y="10399863"/>
              <a:ext cx="156845" cy="44450"/>
            </a:xfrm>
            <a:custGeom>
              <a:avLst/>
              <a:gdLst/>
              <a:ahLst/>
              <a:cxnLst/>
              <a:rect l="l" t="t" r="r" b="b"/>
              <a:pathLst>
                <a:path w="156845" h="44450">
                  <a:moveTo>
                    <a:pt x="77755" y="0"/>
                  </a:moveTo>
                  <a:lnTo>
                    <a:pt x="25043" y="1452"/>
                  </a:lnTo>
                  <a:lnTo>
                    <a:pt x="0" y="5482"/>
                  </a:lnTo>
                  <a:lnTo>
                    <a:pt x="1842" y="23951"/>
                  </a:lnTo>
                  <a:lnTo>
                    <a:pt x="80366" y="44078"/>
                  </a:lnTo>
                  <a:lnTo>
                    <a:pt x="131334" y="43356"/>
                  </a:lnTo>
                  <a:lnTo>
                    <a:pt x="155126" y="41188"/>
                  </a:lnTo>
                  <a:lnTo>
                    <a:pt x="156077" y="34357"/>
                  </a:lnTo>
                  <a:lnTo>
                    <a:pt x="156492" y="22733"/>
                  </a:lnTo>
                  <a:lnTo>
                    <a:pt x="156224" y="10929"/>
                  </a:lnTo>
                  <a:lnTo>
                    <a:pt x="155126" y="3556"/>
                  </a:lnTo>
                  <a:lnTo>
                    <a:pt x="130370" y="807"/>
                  </a:lnTo>
                  <a:lnTo>
                    <a:pt x="77755" y="0"/>
                  </a:lnTo>
                  <a:close/>
                </a:path>
              </a:pathLst>
            </a:custGeom>
            <a:solidFill>
              <a:srgbClr val="95C7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1" name="object 341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733710" y="9161826"/>
              <a:ext cx="135734" cy="84730"/>
            </a:xfrm>
            <a:prstGeom prst="rect">
              <a:avLst/>
            </a:prstGeom>
          </p:spPr>
        </p:pic>
        <p:sp>
          <p:nvSpPr>
            <p:cNvPr id="342" name="object 342" descr=""/>
            <p:cNvSpPr/>
            <p:nvPr/>
          </p:nvSpPr>
          <p:spPr>
            <a:xfrm>
              <a:off x="7695830" y="9137914"/>
              <a:ext cx="12700" cy="29845"/>
            </a:xfrm>
            <a:custGeom>
              <a:avLst/>
              <a:gdLst/>
              <a:ahLst/>
              <a:cxnLst/>
              <a:rect l="l" t="t" r="r" b="b"/>
              <a:pathLst>
                <a:path w="12700" h="29845">
                  <a:moveTo>
                    <a:pt x="9643" y="0"/>
                  </a:moveTo>
                  <a:lnTo>
                    <a:pt x="2774" y="0"/>
                  </a:lnTo>
                  <a:lnTo>
                    <a:pt x="0" y="6628"/>
                  </a:lnTo>
                  <a:lnTo>
                    <a:pt x="0" y="22973"/>
                  </a:lnTo>
                  <a:lnTo>
                    <a:pt x="2774" y="29601"/>
                  </a:lnTo>
                  <a:lnTo>
                    <a:pt x="9643" y="29601"/>
                  </a:lnTo>
                  <a:lnTo>
                    <a:pt x="12428" y="22973"/>
                  </a:lnTo>
                  <a:lnTo>
                    <a:pt x="12428" y="14795"/>
                  </a:lnTo>
                  <a:lnTo>
                    <a:pt x="12428" y="6628"/>
                  </a:lnTo>
                  <a:lnTo>
                    <a:pt x="9643" y="0"/>
                  </a:lnTo>
                  <a:close/>
                </a:path>
              </a:pathLst>
            </a:custGeom>
            <a:solidFill>
              <a:srgbClr val="DAE8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3" name="object 343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943224" y="9185161"/>
              <a:ext cx="92300" cy="129681"/>
            </a:xfrm>
            <a:prstGeom prst="rect">
              <a:avLst/>
            </a:prstGeom>
          </p:spPr>
        </p:pic>
      </p:grpSp>
      <p:grpSp>
        <p:nvGrpSpPr>
          <p:cNvPr id="344" name="object 344" descr=""/>
          <p:cNvGrpSpPr/>
          <p:nvPr/>
        </p:nvGrpSpPr>
        <p:grpSpPr>
          <a:xfrm>
            <a:off x="8938455" y="9130963"/>
            <a:ext cx="493395" cy="1322705"/>
            <a:chOff x="8938455" y="9130963"/>
            <a:chExt cx="493395" cy="1322705"/>
          </a:xfrm>
        </p:grpSpPr>
        <p:sp>
          <p:nvSpPr>
            <p:cNvPr id="345" name="object 345" descr=""/>
            <p:cNvSpPr/>
            <p:nvPr/>
          </p:nvSpPr>
          <p:spPr>
            <a:xfrm>
              <a:off x="8938455" y="9130963"/>
              <a:ext cx="487045" cy="392430"/>
            </a:xfrm>
            <a:custGeom>
              <a:avLst/>
              <a:gdLst/>
              <a:ahLst/>
              <a:cxnLst/>
              <a:rect l="l" t="t" r="r" b="b"/>
              <a:pathLst>
                <a:path w="487045" h="392429">
                  <a:moveTo>
                    <a:pt x="80828" y="0"/>
                  </a:moveTo>
                  <a:lnTo>
                    <a:pt x="27815" y="100565"/>
                  </a:lnTo>
                  <a:lnTo>
                    <a:pt x="3012" y="168493"/>
                  </a:lnTo>
                  <a:lnTo>
                    <a:pt x="0" y="234751"/>
                  </a:lnTo>
                  <a:lnTo>
                    <a:pt x="12359" y="330304"/>
                  </a:lnTo>
                  <a:lnTo>
                    <a:pt x="39064" y="377953"/>
                  </a:lnTo>
                  <a:lnTo>
                    <a:pt x="108735" y="391345"/>
                  </a:lnTo>
                  <a:lnTo>
                    <a:pt x="164809" y="391922"/>
                  </a:lnTo>
                  <a:lnTo>
                    <a:pt x="237776" y="392009"/>
                  </a:lnTo>
                  <a:lnTo>
                    <a:pt x="312685" y="389010"/>
                  </a:lnTo>
                  <a:lnTo>
                    <a:pt x="373553" y="379809"/>
                  </a:lnTo>
                  <a:lnTo>
                    <a:pt x="420901" y="366313"/>
                  </a:lnTo>
                  <a:lnTo>
                    <a:pt x="477112" y="334067"/>
                  </a:lnTo>
                  <a:lnTo>
                    <a:pt x="487014" y="319131"/>
                  </a:lnTo>
                  <a:lnTo>
                    <a:pt x="486414" y="281978"/>
                  </a:lnTo>
                  <a:lnTo>
                    <a:pt x="476373" y="223561"/>
                  </a:lnTo>
                  <a:lnTo>
                    <a:pt x="462998" y="162281"/>
                  </a:lnTo>
                  <a:lnTo>
                    <a:pt x="452398" y="116540"/>
                  </a:lnTo>
                  <a:lnTo>
                    <a:pt x="428122" y="44743"/>
                  </a:lnTo>
                  <a:lnTo>
                    <a:pt x="411017" y="4774"/>
                  </a:lnTo>
                  <a:lnTo>
                    <a:pt x="316967" y="21162"/>
                  </a:lnTo>
                  <a:lnTo>
                    <a:pt x="251223" y="26127"/>
                  </a:lnTo>
                  <a:lnTo>
                    <a:pt x="182828" y="19222"/>
                  </a:lnTo>
                  <a:lnTo>
                    <a:pt x="80828" y="0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6" name="object 346" descr=""/>
            <p:cNvSpPr/>
            <p:nvPr/>
          </p:nvSpPr>
          <p:spPr>
            <a:xfrm>
              <a:off x="9168651" y="9147303"/>
              <a:ext cx="21590" cy="376555"/>
            </a:xfrm>
            <a:custGeom>
              <a:avLst/>
              <a:gdLst/>
              <a:ahLst/>
              <a:cxnLst/>
              <a:rect l="l" t="t" r="r" b="b"/>
              <a:pathLst>
                <a:path w="21590" h="376554">
                  <a:moveTo>
                    <a:pt x="21329" y="0"/>
                  </a:moveTo>
                  <a:lnTo>
                    <a:pt x="0" y="0"/>
                  </a:lnTo>
                  <a:lnTo>
                    <a:pt x="14784" y="376522"/>
                  </a:lnTo>
                  <a:lnTo>
                    <a:pt x="21496" y="376522"/>
                  </a:lnTo>
                  <a:lnTo>
                    <a:pt x="21329" y="0"/>
                  </a:lnTo>
                  <a:close/>
                </a:path>
              </a:pathLst>
            </a:custGeom>
            <a:solidFill>
              <a:srgbClr val="3B9AC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7" name="object 347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221506" y="9198699"/>
              <a:ext cx="161628" cy="150707"/>
            </a:xfrm>
            <a:prstGeom prst="rect">
              <a:avLst/>
            </a:prstGeom>
          </p:spPr>
        </p:pic>
        <p:pic>
          <p:nvPicPr>
            <p:cNvPr id="348" name="object 348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8989191" y="9198699"/>
              <a:ext cx="161628" cy="150707"/>
            </a:xfrm>
            <a:prstGeom prst="rect">
              <a:avLst/>
            </a:prstGeom>
          </p:spPr>
        </p:pic>
        <p:sp>
          <p:nvSpPr>
            <p:cNvPr id="349" name="object 349" descr=""/>
            <p:cNvSpPr/>
            <p:nvPr/>
          </p:nvSpPr>
          <p:spPr>
            <a:xfrm>
              <a:off x="8948305" y="9359309"/>
              <a:ext cx="247015" cy="1080770"/>
            </a:xfrm>
            <a:custGeom>
              <a:avLst/>
              <a:gdLst/>
              <a:ahLst/>
              <a:cxnLst/>
              <a:rect l="l" t="t" r="r" b="b"/>
              <a:pathLst>
                <a:path w="247015" h="1080770">
                  <a:moveTo>
                    <a:pt x="246938" y="1080363"/>
                  </a:moveTo>
                  <a:lnTo>
                    <a:pt x="242354" y="682853"/>
                  </a:lnTo>
                  <a:lnTo>
                    <a:pt x="241769" y="653161"/>
                  </a:lnTo>
                  <a:lnTo>
                    <a:pt x="240093" y="644817"/>
                  </a:lnTo>
                  <a:lnTo>
                    <a:pt x="241769" y="592416"/>
                  </a:lnTo>
                  <a:lnTo>
                    <a:pt x="240157" y="415772"/>
                  </a:lnTo>
                  <a:lnTo>
                    <a:pt x="237032" y="242798"/>
                  </a:lnTo>
                  <a:lnTo>
                    <a:pt x="235331" y="164846"/>
                  </a:lnTo>
                  <a:lnTo>
                    <a:pt x="179527" y="48869"/>
                  </a:lnTo>
                  <a:lnTo>
                    <a:pt x="136753" y="0"/>
                  </a:lnTo>
                  <a:lnTo>
                    <a:pt x="85242" y="9042"/>
                  </a:lnTo>
                  <a:lnTo>
                    <a:pt x="3251" y="66827"/>
                  </a:lnTo>
                  <a:lnTo>
                    <a:pt x="0" y="86880"/>
                  </a:lnTo>
                  <a:lnTo>
                    <a:pt x="254" y="115557"/>
                  </a:lnTo>
                  <a:lnTo>
                    <a:pt x="5219" y="172669"/>
                  </a:lnTo>
                  <a:lnTo>
                    <a:pt x="16103" y="278028"/>
                  </a:lnTo>
                  <a:lnTo>
                    <a:pt x="25146" y="352717"/>
                  </a:lnTo>
                  <a:lnTo>
                    <a:pt x="35369" y="420687"/>
                  </a:lnTo>
                  <a:lnTo>
                    <a:pt x="45872" y="480987"/>
                  </a:lnTo>
                  <a:lnTo>
                    <a:pt x="55765" y="532688"/>
                  </a:lnTo>
                  <a:lnTo>
                    <a:pt x="64135" y="574878"/>
                  </a:lnTo>
                  <a:lnTo>
                    <a:pt x="66484" y="587476"/>
                  </a:lnTo>
                  <a:lnTo>
                    <a:pt x="71335" y="639533"/>
                  </a:lnTo>
                  <a:lnTo>
                    <a:pt x="77050" y="694499"/>
                  </a:lnTo>
                  <a:lnTo>
                    <a:pt x="83997" y="758063"/>
                  </a:lnTo>
                  <a:lnTo>
                    <a:pt x="91528" y="822871"/>
                  </a:lnTo>
                  <a:lnTo>
                    <a:pt x="98996" y="881570"/>
                  </a:lnTo>
                  <a:lnTo>
                    <a:pt x="105714" y="926807"/>
                  </a:lnTo>
                  <a:lnTo>
                    <a:pt x="116446" y="986294"/>
                  </a:lnTo>
                  <a:lnTo>
                    <a:pt x="126085" y="1035126"/>
                  </a:lnTo>
                  <a:lnTo>
                    <a:pt x="135712" y="1080363"/>
                  </a:lnTo>
                  <a:lnTo>
                    <a:pt x="246938" y="1080363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0" name="object 350" descr=""/>
            <p:cNvSpPr/>
            <p:nvPr/>
          </p:nvSpPr>
          <p:spPr>
            <a:xfrm>
              <a:off x="9074503" y="10409555"/>
              <a:ext cx="127000" cy="44450"/>
            </a:xfrm>
            <a:custGeom>
              <a:avLst/>
              <a:gdLst/>
              <a:ahLst/>
              <a:cxnLst/>
              <a:rect l="l" t="t" r="r" b="b"/>
              <a:pathLst>
                <a:path w="127000" h="44450">
                  <a:moveTo>
                    <a:pt x="62931" y="0"/>
                  </a:moveTo>
                  <a:lnTo>
                    <a:pt x="20270" y="1449"/>
                  </a:lnTo>
                  <a:lnTo>
                    <a:pt x="0" y="5459"/>
                  </a:lnTo>
                  <a:lnTo>
                    <a:pt x="2429" y="33663"/>
                  </a:lnTo>
                  <a:lnTo>
                    <a:pt x="3209" y="38270"/>
                  </a:lnTo>
                  <a:lnTo>
                    <a:pt x="4230" y="40986"/>
                  </a:lnTo>
                  <a:lnTo>
                    <a:pt x="23723" y="43142"/>
                  </a:lnTo>
                  <a:lnTo>
                    <a:pt x="65050" y="43861"/>
                  </a:lnTo>
                  <a:lnTo>
                    <a:pt x="106298" y="43142"/>
                  </a:lnTo>
                  <a:lnTo>
                    <a:pt x="125556" y="40986"/>
                  </a:lnTo>
                  <a:lnTo>
                    <a:pt x="126317" y="34190"/>
                  </a:lnTo>
                  <a:lnTo>
                    <a:pt x="126651" y="22624"/>
                  </a:lnTo>
                  <a:lnTo>
                    <a:pt x="126438" y="10876"/>
                  </a:lnTo>
                  <a:lnTo>
                    <a:pt x="125556" y="3532"/>
                  </a:lnTo>
                  <a:lnTo>
                    <a:pt x="105515" y="798"/>
                  </a:lnTo>
                  <a:lnTo>
                    <a:pt x="62931" y="0"/>
                  </a:lnTo>
                  <a:close/>
                </a:path>
              </a:pathLst>
            </a:custGeom>
            <a:solidFill>
              <a:srgbClr val="95C7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1" name="object 351" descr=""/>
            <p:cNvSpPr/>
            <p:nvPr/>
          </p:nvSpPr>
          <p:spPr>
            <a:xfrm>
              <a:off x="9197111" y="9356311"/>
              <a:ext cx="234950" cy="1084580"/>
            </a:xfrm>
            <a:custGeom>
              <a:avLst/>
              <a:gdLst/>
              <a:ahLst/>
              <a:cxnLst/>
              <a:rect l="l" t="t" r="r" b="b"/>
              <a:pathLst>
                <a:path w="234950" h="1084579">
                  <a:moveTo>
                    <a:pt x="234391" y="113093"/>
                  </a:moveTo>
                  <a:lnTo>
                    <a:pt x="233324" y="84074"/>
                  </a:lnTo>
                  <a:lnTo>
                    <a:pt x="228536" y="63449"/>
                  </a:lnTo>
                  <a:lnTo>
                    <a:pt x="144945" y="7886"/>
                  </a:lnTo>
                  <a:lnTo>
                    <a:pt x="93281" y="0"/>
                  </a:lnTo>
                  <a:lnTo>
                    <a:pt x="52108" y="49377"/>
                  </a:lnTo>
                  <a:lnTo>
                    <a:pt x="0" y="165595"/>
                  </a:lnTo>
                  <a:lnTo>
                    <a:pt x="660" y="244081"/>
                  </a:lnTo>
                  <a:lnTo>
                    <a:pt x="2768" y="418236"/>
                  </a:lnTo>
                  <a:lnTo>
                    <a:pt x="6502" y="596011"/>
                  </a:lnTo>
                  <a:lnTo>
                    <a:pt x="9779" y="649351"/>
                  </a:lnTo>
                  <a:lnTo>
                    <a:pt x="8445" y="657225"/>
                  </a:lnTo>
                  <a:lnTo>
                    <a:pt x="8712" y="686930"/>
                  </a:lnTo>
                  <a:lnTo>
                    <a:pt x="15595" y="1084389"/>
                  </a:lnTo>
                  <a:lnTo>
                    <a:pt x="126771" y="1081405"/>
                  </a:lnTo>
                  <a:lnTo>
                    <a:pt x="135089" y="1035939"/>
                  </a:lnTo>
                  <a:lnTo>
                    <a:pt x="143319" y="986866"/>
                  </a:lnTo>
                  <a:lnTo>
                    <a:pt x="152336" y="927125"/>
                  </a:lnTo>
                  <a:lnTo>
                    <a:pt x="157746" y="881722"/>
                  </a:lnTo>
                  <a:lnTo>
                    <a:pt x="163512" y="822845"/>
                  </a:lnTo>
                  <a:lnTo>
                    <a:pt x="169176" y="757859"/>
                  </a:lnTo>
                  <a:lnTo>
                    <a:pt x="174294" y="694131"/>
                  </a:lnTo>
                  <a:lnTo>
                    <a:pt x="178422" y="639025"/>
                  </a:lnTo>
                  <a:lnTo>
                    <a:pt x="181102" y="599922"/>
                  </a:lnTo>
                  <a:lnTo>
                    <a:pt x="181787" y="586435"/>
                  </a:lnTo>
                  <a:lnTo>
                    <a:pt x="183730" y="574141"/>
                  </a:lnTo>
                  <a:lnTo>
                    <a:pt x="190906" y="531736"/>
                  </a:lnTo>
                  <a:lnTo>
                    <a:pt x="199326" y="479780"/>
                  </a:lnTo>
                  <a:lnTo>
                    <a:pt x="208127" y="419214"/>
                  </a:lnTo>
                  <a:lnTo>
                    <a:pt x="216420" y="350989"/>
                  </a:lnTo>
                  <a:lnTo>
                    <a:pt x="223342" y="276085"/>
                  </a:lnTo>
                  <a:lnTo>
                    <a:pt x="231216" y="170446"/>
                  </a:lnTo>
                  <a:lnTo>
                    <a:pt x="234391" y="113093"/>
                  </a:lnTo>
                  <a:close/>
                </a:path>
              </a:pathLst>
            </a:custGeom>
            <a:solidFill>
              <a:srgbClr val="5DA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2" name="object 352" descr=""/>
            <p:cNvSpPr/>
            <p:nvPr/>
          </p:nvSpPr>
          <p:spPr>
            <a:xfrm>
              <a:off x="9206458" y="10409062"/>
              <a:ext cx="126364" cy="44450"/>
            </a:xfrm>
            <a:custGeom>
              <a:avLst/>
              <a:gdLst/>
              <a:ahLst/>
              <a:cxnLst/>
              <a:rect l="l" t="t" r="r" b="b"/>
              <a:pathLst>
                <a:path w="126365" h="44450">
                  <a:moveTo>
                    <a:pt x="63173" y="0"/>
                  </a:moveTo>
                  <a:lnTo>
                    <a:pt x="20631" y="1943"/>
                  </a:lnTo>
                  <a:lnTo>
                    <a:pt x="677" y="5214"/>
                  </a:lnTo>
                  <a:lnTo>
                    <a:pt x="0" y="12572"/>
                  </a:lnTo>
                  <a:lnTo>
                    <a:pt x="123" y="24319"/>
                  </a:lnTo>
                  <a:lnTo>
                    <a:pt x="795" y="35872"/>
                  </a:lnTo>
                  <a:lnTo>
                    <a:pt x="1766" y="42647"/>
                  </a:lnTo>
                  <a:lnTo>
                    <a:pt x="21076" y="44288"/>
                  </a:lnTo>
                  <a:lnTo>
                    <a:pt x="62327" y="43901"/>
                  </a:lnTo>
                  <a:lnTo>
                    <a:pt x="103614" y="42073"/>
                  </a:lnTo>
                  <a:lnTo>
                    <a:pt x="126234" y="3769"/>
                  </a:lnTo>
                  <a:lnTo>
                    <a:pt x="105856" y="302"/>
                  </a:lnTo>
                  <a:lnTo>
                    <a:pt x="63173" y="0"/>
                  </a:lnTo>
                  <a:close/>
                </a:path>
              </a:pathLst>
            </a:custGeom>
            <a:solidFill>
              <a:srgbClr val="95C7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3" name="object 353" descr=""/>
          <p:cNvSpPr/>
          <p:nvPr/>
        </p:nvSpPr>
        <p:spPr>
          <a:xfrm>
            <a:off x="7283995" y="8353716"/>
            <a:ext cx="453390" cy="671195"/>
          </a:xfrm>
          <a:custGeom>
            <a:avLst/>
            <a:gdLst/>
            <a:ahLst/>
            <a:cxnLst/>
            <a:rect l="l" t="t" r="r" b="b"/>
            <a:pathLst>
              <a:path w="453390" h="671195">
                <a:moveTo>
                  <a:pt x="228438" y="0"/>
                </a:moveTo>
                <a:lnTo>
                  <a:pt x="164395" y="14800"/>
                </a:lnTo>
                <a:lnTo>
                  <a:pt x="130074" y="35641"/>
                </a:lnTo>
                <a:lnTo>
                  <a:pt x="94336" y="66808"/>
                </a:lnTo>
                <a:lnTo>
                  <a:pt x="57267" y="109326"/>
                </a:lnTo>
                <a:lnTo>
                  <a:pt x="18952" y="164218"/>
                </a:lnTo>
                <a:lnTo>
                  <a:pt x="5755" y="314443"/>
                </a:lnTo>
                <a:lnTo>
                  <a:pt x="0" y="396434"/>
                </a:lnTo>
                <a:lnTo>
                  <a:pt x="463" y="438914"/>
                </a:lnTo>
                <a:lnTo>
                  <a:pt x="18049" y="508739"/>
                </a:lnTo>
                <a:lnTo>
                  <a:pt x="36339" y="548792"/>
                </a:lnTo>
                <a:lnTo>
                  <a:pt x="56340" y="586843"/>
                </a:lnTo>
                <a:lnTo>
                  <a:pt x="99949" y="639928"/>
                </a:lnTo>
                <a:lnTo>
                  <a:pt x="147549" y="656889"/>
                </a:lnTo>
                <a:lnTo>
                  <a:pt x="203791" y="667807"/>
                </a:lnTo>
                <a:lnTo>
                  <a:pt x="256068" y="670640"/>
                </a:lnTo>
                <a:lnTo>
                  <a:pt x="291771" y="663344"/>
                </a:lnTo>
                <a:lnTo>
                  <a:pt x="321998" y="648641"/>
                </a:lnTo>
                <a:lnTo>
                  <a:pt x="353415" y="633796"/>
                </a:lnTo>
                <a:lnTo>
                  <a:pt x="412531" y="583618"/>
                </a:lnTo>
                <a:lnTo>
                  <a:pt x="436969" y="504155"/>
                </a:lnTo>
                <a:lnTo>
                  <a:pt x="444934" y="446235"/>
                </a:lnTo>
                <a:lnTo>
                  <a:pt x="450179" y="384856"/>
                </a:lnTo>
                <a:lnTo>
                  <a:pt x="452791" y="326520"/>
                </a:lnTo>
                <a:lnTo>
                  <a:pt x="452854" y="277727"/>
                </a:lnTo>
                <a:lnTo>
                  <a:pt x="450457" y="244979"/>
                </a:lnTo>
                <a:lnTo>
                  <a:pt x="434280" y="197397"/>
                </a:lnTo>
                <a:lnTo>
                  <a:pt x="410660" y="149038"/>
                </a:lnTo>
                <a:lnTo>
                  <a:pt x="377576" y="96927"/>
                </a:lnTo>
                <a:lnTo>
                  <a:pt x="335718" y="49255"/>
                </a:lnTo>
                <a:lnTo>
                  <a:pt x="285775" y="14215"/>
                </a:lnTo>
                <a:lnTo>
                  <a:pt x="257988" y="3992"/>
                </a:lnTo>
                <a:lnTo>
                  <a:pt x="228438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54" name="object 354" descr=""/>
          <p:cNvGrpSpPr/>
          <p:nvPr/>
        </p:nvGrpSpPr>
        <p:grpSpPr>
          <a:xfrm>
            <a:off x="7284740" y="7873548"/>
            <a:ext cx="452755" cy="839469"/>
            <a:chOff x="7284740" y="7873548"/>
            <a:chExt cx="452755" cy="839469"/>
          </a:xfrm>
        </p:grpSpPr>
        <p:sp>
          <p:nvSpPr>
            <p:cNvPr id="355" name="object 355" descr=""/>
            <p:cNvSpPr/>
            <p:nvPr/>
          </p:nvSpPr>
          <p:spPr>
            <a:xfrm>
              <a:off x="7377870" y="7879912"/>
              <a:ext cx="281305" cy="304165"/>
            </a:xfrm>
            <a:custGeom>
              <a:avLst/>
              <a:gdLst/>
              <a:ahLst/>
              <a:cxnLst/>
              <a:rect l="l" t="t" r="r" b="b"/>
              <a:pathLst>
                <a:path w="281304" h="304165">
                  <a:moveTo>
                    <a:pt x="216611" y="0"/>
                  </a:moveTo>
                  <a:lnTo>
                    <a:pt x="166302" y="91151"/>
                  </a:lnTo>
                  <a:lnTo>
                    <a:pt x="93671" y="150850"/>
                  </a:lnTo>
                  <a:lnTo>
                    <a:pt x="28357" y="183465"/>
                  </a:lnTo>
                  <a:lnTo>
                    <a:pt x="0" y="193365"/>
                  </a:lnTo>
                  <a:lnTo>
                    <a:pt x="281310" y="303865"/>
                  </a:lnTo>
                  <a:lnTo>
                    <a:pt x="267709" y="30239"/>
                  </a:lnTo>
                  <a:lnTo>
                    <a:pt x="216611" y="0"/>
                  </a:lnTo>
                  <a:close/>
                </a:path>
              </a:pathLst>
            </a:custGeom>
            <a:solidFill>
              <a:srgbClr val="A9DE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6" name="object 356" descr=""/>
            <p:cNvSpPr/>
            <p:nvPr/>
          </p:nvSpPr>
          <p:spPr>
            <a:xfrm>
              <a:off x="7284740" y="7873548"/>
              <a:ext cx="452755" cy="839469"/>
            </a:xfrm>
            <a:custGeom>
              <a:avLst/>
              <a:gdLst/>
              <a:ahLst/>
              <a:cxnLst/>
              <a:rect l="l" t="t" r="r" b="b"/>
              <a:pathLst>
                <a:path w="452754" h="839470">
                  <a:moveTo>
                    <a:pt x="132939" y="0"/>
                  </a:moveTo>
                  <a:lnTo>
                    <a:pt x="79894" y="25234"/>
                  </a:lnTo>
                  <a:lnTo>
                    <a:pt x="76525" y="68585"/>
                  </a:lnTo>
                  <a:lnTo>
                    <a:pt x="66627" y="177290"/>
                  </a:lnTo>
                  <a:lnTo>
                    <a:pt x="50509" y="319327"/>
                  </a:lnTo>
                  <a:lnTo>
                    <a:pt x="28481" y="462677"/>
                  </a:lnTo>
                  <a:lnTo>
                    <a:pt x="9464" y="568461"/>
                  </a:lnTo>
                  <a:lnTo>
                    <a:pt x="698" y="642339"/>
                  </a:lnTo>
                  <a:lnTo>
                    <a:pt x="0" y="719063"/>
                  </a:lnTo>
                  <a:lnTo>
                    <a:pt x="5184" y="833388"/>
                  </a:lnTo>
                  <a:lnTo>
                    <a:pt x="13319" y="823907"/>
                  </a:lnTo>
                  <a:lnTo>
                    <a:pt x="64492" y="756786"/>
                  </a:lnTo>
                  <a:lnTo>
                    <a:pt x="98259" y="704962"/>
                  </a:lnTo>
                  <a:lnTo>
                    <a:pt x="129306" y="647686"/>
                  </a:lnTo>
                  <a:lnTo>
                    <a:pt x="154947" y="599768"/>
                  </a:lnTo>
                  <a:lnTo>
                    <a:pt x="182872" y="567126"/>
                  </a:lnTo>
                  <a:lnTo>
                    <a:pt x="220769" y="555679"/>
                  </a:lnTo>
                  <a:lnTo>
                    <a:pt x="271941" y="568148"/>
                  </a:lnTo>
                  <a:lnTo>
                    <a:pt x="305762" y="598836"/>
                  </a:lnTo>
                  <a:lnTo>
                    <a:pt x="328670" y="642256"/>
                  </a:lnTo>
                  <a:lnTo>
                    <a:pt x="347100" y="692921"/>
                  </a:lnTo>
                  <a:lnTo>
                    <a:pt x="363688" y="737937"/>
                  </a:lnTo>
                  <a:lnTo>
                    <a:pt x="380185" y="768178"/>
                  </a:lnTo>
                  <a:lnTo>
                    <a:pt x="406464" y="797354"/>
                  </a:lnTo>
                  <a:lnTo>
                    <a:pt x="452395" y="839178"/>
                  </a:lnTo>
                  <a:lnTo>
                    <a:pt x="451259" y="757573"/>
                  </a:lnTo>
                  <a:lnTo>
                    <a:pt x="447098" y="680627"/>
                  </a:lnTo>
                  <a:lnTo>
                    <a:pt x="440746" y="609441"/>
                  </a:lnTo>
                  <a:lnTo>
                    <a:pt x="433033" y="545116"/>
                  </a:lnTo>
                  <a:lnTo>
                    <a:pt x="424791" y="488752"/>
                  </a:lnTo>
                  <a:lnTo>
                    <a:pt x="416852" y="441451"/>
                  </a:lnTo>
                  <a:lnTo>
                    <a:pt x="405211" y="378440"/>
                  </a:lnTo>
                  <a:lnTo>
                    <a:pt x="403172" y="364931"/>
                  </a:lnTo>
                  <a:lnTo>
                    <a:pt x="387823" y="283499"/>
                  </a:lnTo>
                  <a:lnTo>
                    <a:pt x="368241" y="199732"/>
                  </a:lnTo>
                  <a:lnTo>
                    <a:pt x="246189" y="169093"/>
                  </a:lnTo>
                  <a:lnTo>
                    <a:pt x="180995" y="138075"/>
                  </a:lnTo>
                  <a:lnTo>
                    <a:pt x="150598" y="87952"/>
                  </a:lnTo>
                  <a:lnTo>
                    <a:pt x="132939" y="0"/>
                  </a:lnTo>
                  <a:close/>
                </a:path>
              </a:pathLst>
            </a:custGeom>
            <a:solidFill>
              <a:srgbClr val="DDF1E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7" name="object 357" descr=""/>
          <p:cNvGrpSpPr/>
          <p:nvPr/>
        </p:nvGrpSpPr>
        <p:grpSpPr>
          <a:xfrm>
            <a:off x="9208494" y="7892898"/>
            <a:ext cx="455295" cy="1094740"/>
            <a:chOff x="9208494" y="7892898"/>
            <a:chExt cx="455295" cy="1094740"/>
          </a:xfrm>
        </p:grpSpPr>
        <p:sp>
          <p:nvSpPr>
            <p:cNvPr id="358" name="object 358" descr=""/>
            <p:cNvSpPr/>
            <p:nvPr/>
          </p:nvSpPr>
          <p:spPr>
            <a:xfrm>
              <a:off x="9286292" y="7895236"/>
              <a:ext cx="281305" cy="305435"/>
            </a:xfrm>
            <a:custGeom>
              <a:avLst/>
              <a:gdLst/>
              <a:ahLst/>
              <a:cxnLst/>
              <a:rect l="l" t="t" r="r" b="b"/>
              <a:pathLst>
                <a:path w="281304" h="305434">
                  <a:moveTo>
                    <a:pt x="59087" y="0"/>
                  </a:moveTo>
                  <a:lnTo>
                    <a:pt x="6198" y="28260"/>
                  </a:lnTo>
                  <a:lnTo>
                    <a:pt x="0" y="305100"/>
                  </a:lnTo>
                  <a:lnTo>
                    <a:pt x="281310" y="194601"/>
                  </a:lnTo>
                  <a:lnTo>
                    <a:pt x="252076" y="184507"/>
                  </a:lnTo>
                  <a:lnTo>
                    <a:pt x="184833" y="151467"/>
                  </a:lnTo>
                  <a:lnTo>
                    <a:pt x="110273" y="91344"/>
                  </a:lnTo>
                  <a:lnTo>
                    <a:pt x="59087" y="0"/>
                  </a:lnTo>
                  <a:close/>
                </a:path>
              </a:pathLst>
            </a:custGeom>
            <a:solidFill>
              <a:srgbClr val="A9DE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9" name="object 359" descr=""/>
            <p:cNvSpPr/>
            <p:nvPr/>
          </p:nvSpPr>
          <p:spPr>
            <a:xfrm>
              <a:off x="9208494" y="7892898"/>
              <a:ext cx="455295" cy="1094740"/>
            </a:xfrm>
            <a:custGeom>
              <a:avLst/>
              <a:gdLst/>
              <a:ahLst/>
              <a:cxnLst/>
              <a:rect l="l" t="t" r="r" b="b"/>
              <a:pathLst>
                <a:path w="455295" h="1094740">
                  <a:moveTo>
                    <a:pt x="316021" y="0"/>
                  </a:moveTo>
                  <a:lnTo>
                    <a:pt x="306500" y="23376"/>
                  </a:lnTo>
                  <a:lnTo>
                    <a:pt x="269769" y="78472"/>
                  </a:lnTo>
                  <a:lnTo>
                    <a:pt x="193580" y="142739"/>
                  </a:lnTo>
                  <a:lnTo>
                    <a:pt x="65683" y="193627"/>
                  </a:lnTo>
                  <a:lnTo>
                    <a:pt x="52122" y="327011"/>
                  </a:lnTo>
                  <a:lnTo>
                    <a:pt x="49066" y="362146"/>
                  </a:lnTo>
                  <a:lnTo>
                    <a:pt x="47043" y="379506"/>
                  </a:lnTo>
                  <a:lnTo>
                    <a:pt x="27247" y="528561"/>
                  </a:lnTo>
                  <a:lnTo>
                    <a:pt x="18934" y="593583"/>
                  </a:lnTo>
                  <a:lnTo>
                    <a:pt x="11194" y="657777"/>
                  </a:lnTo>
                  <a:lnTo>
                    <a:pt x="4886" y="716049"/>
                  </a:lnTo>
                  <a:lnTo>
                    <a:pt x="869" y="763301"/>
                  </a:lnTo>
                  <a:lnTo>
                    <a:pt x="0" y="794436"/>
                  </a:lnTo>
                  <a:lnTo>
                    <a:pt x="904" y="806059"/>
                  </a:lnTo>
                  <a:lnTo>
                    <a:pt x="9976" y="864414"/>
                  </a:lnTo>
                  <a:lnTo>
                    <a:pt x="20136" y="904620"/>
                  </a:lnTo>
                  <a:lnTo>
                    <a:pt x="35374" y="947827"/>
                  </a:lnTo>
                  <a:lnTo>
                    <a:pt x="56686" y="990771"/>
                  </a:lnTo>
                  <a:lnTo>
                    <a:pt x="85067" y="1030191"/>
                  </a:lnTo>
                  <a:lnTo>
                    <a:pt x="121514" y="1062822"/>
                  </a:lnTo>
                  <a:lnTo>
                    <a:pt x="167023" y="1085402"/>
                  </a:lnTo>
                  <a:lnTo>
                    <a:pt x="222590" y="1094668"/>
                  </a:lnTo>
                  <a:lnTo>
                    <a:pt x="282386" y="1088387"/>
                  </a:lnTo>
                  <a:lnTo>
                    <a:pt x="331452" y="1068458"/>
                  </a:lnTo>
                  <a:lnTo>
                    <a:pt x="370746" y="1038161"/>
                  </a:lnTo>
                  <a:lnTo>
                    <a:pt x="401226" y="1000776"/>
                  </a:lnTo>
                  <a:lnTo>
                    <a:pt x="423852" y="959584"/>
                  </a:lnTo>
                  <a:lnTo>
                    <a:pt x="439581" y="917866"/>
                  </a:lnTo>
                  <a:lnTo>
                    <a:pt x="449373" y="878900"/>
                  </a:lnTo>
                  <a:lnTo>
                    <a:pt x="454980" y="822351"/>
                  </a:lnTo>
                  <a:lnTo>
                    <a:pt x="454926" y="791659"/>
                  </a:lnTo>
                  <a:lnTo>
                    <a:pt x="454234" y="752462"/>
                  </a:lnTo>
                  <a:lnTo>
                    <a:pt x="452404" y="705645"/>
                  </a:lnTo>
                  <a:lnTo>
                    <a:pt x="448939" y="652093"/>
                  </a:lnTo>
                  <a:lnTo>
                    <a:pt x="443340" y="592691"/>
                  </a:lnTo>
                  <a:lnTo>
                    <a:pt x="435109" y="528326"/>
                  </a:lnTo>
                  <a:lnTo>
                    <a:pt x="423746" y="459881"/>
                  </a:lnTo>
                  <a:lnTo>
                    <a:pt x="404281" y="353181"/>
                  </a:lnTo>
                  <a:lnTo>
                    <a:pt x="392383" y="272897"/>
                  </a:lnTo>
                  <a:lnTo>
                    <a:pt x="383182" y="178784"/>
                  </a:lnTo>
                  <a:lnTo>
                    <a:pt x="371810" y="30595"/>
                  </a:lnTo>
                  <a:lnTo>
                    <a:pt x="316021" y="0"/>
                  </a:lnTo>
                  <a:close/>
                </a:path>
              </a:pathLst>
            </a:custGeom>
            <a:solidFill>
              <a:srgbClr val="DDF1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0" name="object 360" descr=""/>
          <p:cNvSpPr/>
          <p:nvPr/>
        </p:nvSpPr>
        <p:spPr>
          <a:xfrm>
            <a:off x="8515520" y="8372654"/>
            <a:ext cx="476884" cy="646430"/>
          </a:xfrm>
          <a:custGeom>
            <a:avLst/>
            <a:gdLst/>
            <a:ahLst/>
            <a:cxnLst/>
            <a:rect l="l" t="t" r="r" b="b"/>
            <a:pathLst>
              <a:path w="476884" h="646429">
                <a:moveTo>
                  <a:pt x="214791" y="0"/>
                </a:moveTo>
                <a:lnTo>
                  <a:pt x="153406" y="11178"/>
                </a:lnTo>
                <a:lnTo>
                  <a:pt x="87888" y="57324"/>
                </a:lnTo>
                <a:lnTo>
                  <a:pt x="53802" y="95647"/>
                </a:lnTo>
                <a:lnTo>
                  <a:pt x="18952" y="145279"/>
                </a:lnTo>
                <a:lnTo>
                  <a:pt x="5755" y="295505"/>
                </a:lnTo>
                <a:lnTo>
                  <a:pt x="0" y="377496"/>
                </a:lnTo>
                <a:lnTo>
                  <a:pt x="463" y="419975"/>
                </a:lnTo>
                <a:lnTo>
                  <a:pt x="18049" y="489800"/>
                </a:lnTo>
                <a:lnTo>
                  <a:pt x="36339" y="529854"/>
                </a:lnTo>
                <a:lnTo>
                  <a:pt x="56340" y="567904"/>
                </a:lnTo>
                <a:lnTo>
                  <a:pt x="99447" y="619514"/>
                </a:lnTo>
                <a:lnTo>
                  <a:pt x="146042" y="633526"/>
                </a:lnTo>
                <a:lnTo>
                  <a:pt x="201532" y="642233"/>
                </a:lnTo>
                <a:lnTo>
                  <a:pt x="254062" y="645803"/>
                </a:lnTo>
                <a:lnTo>
                  <a:pt x="291781" y="644405"/>
                </a:lnTo>
                <a:lnTo>
                  <a:pt x="372720" y="636068"/>
                </a:lnTo>
                <a:lnTo>
                  <a:pt x="416156" y="622798"/>
                </a:lnTo>
                <a:lnTo>
                  <a:pt x="450195" y="595140"/>
                </a:lnTo>
                <a:lnTo>
                  <a:pt x="466523" y="554782"/>
                </a:lnTo>
                <a:lnTo>
                  <a:pt x="474579" y="499327"/>
                </a:lnTo>
                <a:lnTo>
                  <a:pt x="476568" y="438545"/>
                </a:lnTo>
                <a:lnTo>
                  <a:pt x="474693" y="382206"/>
                </a:lnTo>
                <a:lnTo>
                  <a:pt x="471158" y="340079"/>
                </a:lnTo>
                <a:lnTo>
                  <a:pt x="456205" y="284062"/>
                </a:lnTo>
                <a:lnTo>
                  <a:pt x="434656" y="229129"/>
                </a:lnTo>
                <a:lnTo>
                  <a:pt x="404678" y="168108"/>
                </a:lnTo>
                <a:lnTo>
                  <a:pt x="366986" y="107843"/>
                </a:lnTo>
                <a:lnTo>
                  <a:pt x="322297" y="55174"/>
                </a:lnTo>
                <a:lnTo>
                  <a:pt x="271327" y="16946"/>
                </a:lnTo>
                <a:lnTo>
                  <a:pt x="214791" y="0"/>
                </a:lnTo>
                <a:close/>
              </a:path>
            </a:pathLst>
          </a:custGeom>
          <a:solidFill>
            <a:srgbClr val="82CFC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1" name="object 361" descr=""/>
          <p:cNvGrpSpPr/>
          <p:nvPr/>
        </p:nvGrpSpPr>
        <p:grpSpPr>
          <a:xfrm>
            <a:off x="8516269" y="7873116"/>
            <a:ext cx="470534" cy="840105"/>
            <a:chOff x="8516269" y="7873116"/>
            <a:chExt cx="470534" cy="840105"/>
          </a:xfrm>
        </p:grpSpPr>
        <p:sp>
          <p:nvSpPr>
            <p:cNvPr id="362" name="object 362" descr=""/>
            <p:cNvSpPr/>
            <p:nvPr/>
          </p:nvSpPr>
          <p:spPr>
            <a:xfrm>
              <a:off x="8609400" y="7873116"/>
              <a:ext cx="281305" cy="311150"/>
            </a:xfrm>
            <a:custGeom>
              <a:avLst/>
              <a:gdLst/>
              <a:ahLst/>
              <a:cxnLst/>
              <a:rect l="l" t="t" r="r" b="b"/>
              <a:pathLst>
                <a:path w="281304" h="311150">
                  <a:moveTo>
                    <a:pt x="224223" y="0"/>
                  </a:moveTo>
                  <a:lnTo>
                    <a:pt x="172724" y="92213"/>
                  </a:lnTo>
                  <a:lnTo>
                    <a:pt x="97477" y="154247"/>
                  </a:lnTo>
                  <a:lnTo>
                    <a:pt x="29547" y="189198"/>
                  </a:lnTo>
                  <a:lnTo>
                    <a:pt x="0" y="200161"/>
                  </a:lnTo>
                  <a:lnTo>
                    <a:pt x="281300" y="310660"/>
                  </a:lnTo>
                  <a:lnTo>
                    <a:pt x="274797" y="31140"/>
                  </a:lnTo>
                  <a:lnTo>
                    <a:pt x="224223" y="0"/>
                  </a:lnTo>
                  <a:close/>
                </a:path>
              </a:pathLst>
            </a:custGeom>
            <a:solidFill>
              <a:srgbClr val="A9DED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3" name="object 363" descr=""/>
            <p:cNvSpPr/>
            <p:nvPr/>
          </p:nvSpPr>
          <p:spPr>
            <a:xfrm>
              <a:off x="8516269" y="7882431"/>
              <a:ext cx="470534" cy="830580"/>
            </a:xfrm>
            <a:custGeom>
              <a:avLst/>
              <a:gdLst/>
              <a:ahLst/>
              <a:cxnLst/>
              <a:rect l="l" t="t" r="r" b="b"/>
              <a:pathLst>
                <a:path w="470534" h="830579">
                  <a:moveTo>
                    <a:pt x="104971" y="0"/>
                  </a:moveTo>
                  <a:lnTo>
                    <a:pt x="52732" y="31067"/>
                  </a:lnTo>
                  <a:lnTo>
                    <a:pt x="53608" y="72117"/>
                  </a:lnTo>
                  <a:lnTo>
                    <a:pt x="53046" y="175761"/>
                  </a:lnTo>
                  <a:lnTo>
                    <a:pt x="46265" y="312738"/>
                  </a:lnTo>
                  <a:lnTo>
                    <a:pt x="28481" y="453787"/>
                  </a:lnTo>
                  <a:lnTo>
                    <a:pt x="9464" y="559577"/>
                  </a:lnTo>
                  <a:lnTo>
                    <a:pt x="698" y="633457"/>
                  </a:lnTo>
                  <a:lnTo>
                    <a:pt x="0" y="710179"/>
                  </a:lnTo>
                  <a:lnTo>
                    <a:pt x="5184" y="824498"/>
                  </a:lnTo>
                  <a:lnTo>
                    <a:pt x="13317" y="815017"/>
                  </a:lnTo>
                  <a:lnTo>
                    <a:pt x="64487" y="747896"/>
                  </a:lnTo>
                  <a:lnTo>
                    <a:pt x="98259" y="696073"/>
                  </a:lnTo>
                  <a:lnTo>
                    <a:pt x="125467" y="640097"/>
                  </a:lnTo>
                  <a:lnTo>
                    <a:pt x="142661" y="595042"/>
                  </a:lnTo>
                  <a:lnTo>
                    <a:pt x="162141" y="565264"/>
                  </a:lnTo>
                  <a:lnTo>
                    <a:pt x="251214" y="566291"/>
                  </a:lnTo>
                  <a:lnTo>
                    <a:pt x="293480" y="594114"/>
                  </a:lnTo>
                  <a:lnTo>
                    <a:pt x="324832" y="634668"/>
                  </a:lnTo>
                  <a:lnTo>
                    <a:pt x="347100" y="684031"/>
                  </a:lnTo>
                  <a:lnTo>
                    <a:pt x="363964" y="729047"/>
                  </a:lnTo>
                  <a:lnTo>
                    <a:pt x="382430" y="759289"/>
                  </a:lnTo>
                  <a:lnTo>
                    <a:pt x="414061" y="788469"/>
                  </a:lnTo>
                  <a:lnTo>
                    <a:pt x="470416" y="830299"/>
                  </a:lnTo>
                  <a:lnTo>
                    <a:pt x="469038" y="756662"/>
                  </a:lnTo>
                  <a:lnTo>
                    <a:pt x="464279" y="686710"/>
                  </a:lnTo>
                  <a:lnTo>
                    <a:pt x="456960" y="621245"/>
                  </a:lnTo>
                  <a:lnTo>
                    <a:pt x="447905" y="561070"/>
                  </a:lnTo>
                  <a:lnTo>
                    <a:pt x="437936" y="506987"/>
                  </a:lnTo>
                  <a:lnTo>
                    <a:pt x="427876" y="459799"/>
                  </a:lnTo>
                  <a:lnTo>
                    <a:pt x="418547" y="420309"/>
                  </a:lnTo>
                  <a:lnTo>
                    <a:pt x="405372" y="367632"/>
                  </a:lnTo>
                  <a:lnTo>
                    <a:pt x="403172" y="356051"/>
                  </a:lnTo>
                  <a:lnTo>
                    <a:pt x="392275" y="275534"/>
                  </a:lnTo>
                  <a:lnTo>
                    <a:pt x="378795" y="193020"/>
                  </a:lnTo>
                  <a:lnTo>
                    <a:pt x="256148" y="162486"/>
                  </a:lnTo>
                  <a:lnTo>
                    <a:pt x="186742" y="132202"/>
                  </a:lnTo>
                  <a:lnTo>
                    <a:pt x="144907" y="84072"/>
                  </a:lnTo>
                  <a:lnTo>
                    <a:pt x="104971" y="0"/>
                  </a:lnTo>
                  <a:close/>
                </a:path>
              </a:pathLst>
            </a:custGeom>
            <a:solidFill>
              <a:srgbClr val="DDF1E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4" name="object 364" descr=""/>
          <p:cNvSpPr/>
          <p:nvPr/>
        </p:nvSpPr>
        <p:spPr>
          <a:xfrm>
            <a:off x="7931645" y="7891236"/>
            <a:ext cx="374650" cy="1133475"/>
          </a:xfrm>
          <a:custGeom>
            <a:avLst/>
            <a:gdLst/>
            <a:ahLst/>
            <a:cxnLst/>
            <a:rect l="l" t="t" r="r" b="b"/>
            <a:pathLst>
              <a:path w="374650" h="1133475">
                <a:moveTo>
                  <a:pt x="374565" y="755306"/>
                </a:moveTo>
                <a:lnTo>
                  <a:pt x="69935" y="755306"/>
                </a:lnTo>
                <a:lnTo>
                  <a:pt x="92883" y="764961"/>
                </a:lnTo>
                <a:lnTo>
                  <a:pt x="136382" y="780350"/>
                </a:lnTo>
                <a:lnTo>
                  <a:pt x="190043" y="801359"/>
                </a:lnTo>
                <a:lnTo>
                  <a:pt x="243476" y="827873"/>
                </a:lnTo>
                <a:lnTo>
                  <a:pt x="286290" y="859777"/>
                </a:lnTo>
                <a:lnTo>
                  <a:pt x="308095" y="896956"/>
                </a:lnTo>
                <a:lnTo>
                  <a:pt x="316887" y="951289"/>
                </a:lnTo>
                <a:lnTo>
                  <a:pt x="330982" y="1063114"/>
                </a:lnTo>
                <a:lnTo>
                  <a:pt x="338472" y="1106852"/>
                </a:lnTo>
                <a:lnTo>
                  <a:pt x="347717" y="1133305"/>
                </a:lnTo>
                <a:lnTo>
                  <a:pt x="351808" y="1130952"/>
                </a:lnTo>
                <a:lnTo>
                  <a:pt x="355925" y="1113422"/>
                </a:lnTo>
                <a:lnTo>
                  <a:pt x="363721" y="1041606"/>
                </a:lnTo>
                <a:lnTo>
                  <a:pt x="367141" y="991708"/>
                </a:lnTo>
                <a:lnTo>
                  <a:pt x="370070" y="935408"/>
                </a:lnTo>
                <a:lnTo>
                  <a:pt x="372379" y="874899"/>
                </a:lnTo>
                <a:lnTo>
                  <a:pt x="373940" y="812376"/>
                </a:lnTo>
                <a:lnTo>
                  <a:pt x="374565" y="755306"/>
                </a:lnTo>
                <a:close/>
              </a:path>
              <a:path w="374650" h="1133475">
                <a:moveTo>
                  <a:pt x="285844" y="0"/>
                </a:moveTo>
                <a:lnTo>
                  <a:pt x="195522" y="16021"/>
                </a:lnTo>
                <a:lnTo>
                  <a:pt x="145110" y="29342"/>
                </a:lnTo>
                <a:lnTo>
                  <a:pt x="116334" y="47142"/>
                </a:lnTo>
                <a:lnTo>
                  <a:pt x="90918" y="76604"/>
                </a:lnTo>
                <a:lnTo>
                  <a:pt x="61525" y="95991"/>
                </a:lnTo>
                <a:lnTo>
                  <a:pt x="33424" y="154868"/>
                </a:lnTo>
                <a:lnTo>
                  <a:pt x="21748" y="221532"/>
                </a:lnTo>
                <a:lnTo>
                  <a:pt x="10398" y="319279"/>
                </a:lnTo>
                <a:lnTo>
                  <a:pt x="3806" y="422696"/>
                </a:lnTo>
                <a:lnTo>
                  <a:pt x="747" y="504646"/>
                </a:lnTo>
                <a:lnTo>
                  <a:pt x="0" y="537994"/>
                </a:lnTo>
                <a:lnTo>
                  <a:pt x="32987" y="574560"/>
                </a:lnTo>
                <a:lnTo>
                  <a:pt x="50569" y="602939"/>
                </a:lnTo>
                <a:lnTo>
                  <a:pt x="58671" y="637703"/>
                </a:lnTo>
                <a:lnTo>
                  <a:pt x="63223" y="693423"/>
                </a:lnTo>
                <a:lnTo>
                  <a:pt x="65025" y="718064"/>
                </a:lnTo>
                <a:lnTo>
                  <a:pt x="66576" y="735350"/>
                </a:lnTo>
                <a:lnTo>
                  <a:pt x="67864" y="746490"/>
                </a:lnTo>
                <a:lnTo>
                  <a:pt x="68877" y="752689"/>
                </a:lnTo>
                <a:lnTo>
                  <a:pt x="68699" y="753107"/>
                </a:lnTo>
                <a:lnTo>
                  <a:pt x="68458" y="753830"/>
                </a:lnTo>
                <a:lnTo>
                  <a:pt x="68783" y="754364"/>
                </a:lnTo>
                <a:lnTo>
                  <a:pt x="69505" y="754982"/>
                </a:lnTo>
                <a:lnTo>
                  <a:pt x="69694" y="755390"/>
                </a:lnTo>
                <a:lnTo>
                  <a:pt x="69830" y="755453"/>
                </a:lnTo>
                <a:lnTo>
                  <a:pt x="69935" y="755306"/>
                </a:lnTo>
                <a:lnTo>
                  <a:pt x="374565" y="755306"/>
                </a:lnTo>
                <a:lnTo>
                  <a:pt x="374298" y="690061"/>
                </a:lnTo>
                <a:lnTo>
                  <a:pt x="372836" y="634655"/>
                </a:lnTo>
                <a:lnTo>
                  <a:pt x="370110" y="586010"/>
                </a:lnTo>
                <a:lnTo>
                  <a:pt x="365988" y="546318"/>
                </a:lnTo>
                <a:lnTo>
                  <a:pt x="359846" y="496591"/>
                </a:lnTo>
                <a:lnTo>
                  <a:pt x="354010" y="438967"/>
                </a:lnTo>
                <a:lnTo>
                  <a:pt x="348393" y="376283"/>
                </a:lnTo>
                <a:lnTo>
                  <a:pt x="344351" y="328429"/>
                </a:lnTo>
                <a:lnTo>
                  <a:pt x="204056" y="328429"/>
                </a:lnTo>
                <a:lnTo>
                  <a:pt x="174652" y="322455"/>
                </a:lnTo>
                <a:lnTo>
                  <a:pt x="150573" y="306188"/>
                </a:lnTo>
                <a:lnTo>
                  <a:pt x="134305" y="282113"/>
                </a:lnTo>
                <a:lnTo>
                  <a:pt x="128331" y="252714"/>
                </a:lnTo>
                <a:lnTo>
                  <a:pt x="128331" y="161021"/>
                </a:lnTo>
                <a:lnTo>
                  <a:pt x="134382" y="124510"/>
                </a:lnTo>
                <a:lnTo>
                  <a:pt x="150778" y="84288"/>
                </a:lnTo>
                <a:lnTo>
                  <a:pt x="174881" y="50618"/>
                </a:lnTo>
                <a:lnTo>
                  <a:pt x="204056" y="33768"/>
                </a:lnTo>
                <a:lnTo>
                  <a:pt x="307782" y="33768"/>
                </a:lnTo>
                <a:lnTo>
                  <a:pt x="285844" y="0"/>
                </a:lnTo>
                <a:close/>
              </a:path>
              <a:path w="374650" h="1133475">
                <a:moveTo>
                  <a:pt x="307782" y="33768"/>
                </a:moveTo>
                <a:lnTo>
                  <a:pt x="204056" y="33768"/>
                </a:lnTo>
                <a:lnTo>
                  <a:pt x="240717" y="43758"/>
                </a:lnTo>
                <a:lnTo>
                  <a:pt x="263985" y="78190"/>
                </a:lnTo>
                <a:lnTo>
                  <a:pt x="276217" y="122224"/>
                </a:lnTo>
                <a:lnTo>
                  <a:pt x="279771" y="161021"/>
                </a:lnTo>
                <a:lnTo>
                  <a:pt x="279771" y="252714"/>
                </a:lnTo>
                <a:lnTo>
                  <a:pt x="273795" y="282113"/>
                </a:lnTo>
                <a:lnTo>
                  <a:pt x="257526" y="306188"/>
                </a:lnTo>
                <a:lnTo>
                  <a:pt x="233450" y="322455"/>
                </a:lnTo>
                <a:lnTo>
                  <a:pt x="204056" y="328429"/>
                </a:lnTo>
                <a:lnTo>
                  <a:pt x="344351" y="328429"/>
                </a:lnTo>
                <a:lnTo>
                  <a:pt x="337481" y="247091"/>
                </a:lnTo>
                <a:lnTo>
                  <a:pt x="332015" y="186260"/>
                </a:lnTo>
                <a:lnTo>
                  <a:pt x="326429" y="131721"/>
                </a:lnTo>
                <a:lnTo>
                  <a:pt x="320637" y="86315"/>
                </a:lnTo>
                <a:lnTo>
                  <a:pt x="308095" y="34250"/>
                </a:lnTo>
                <a:lnTo>
                  <a:pt x="307782" y="33768"/>
                </a:lnTo>
                <a:close/>
              </a:path>
            </a:pathLst>
          </a:custGeom>
          <a:solidFill>
            <a:srgbClr val="A9DED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5" name="object 365" descr=""/>
          <p:cNvSpPr/>
          <p:nvPr/>
        </p:nvSpPr>
        <p:spPr>
          <a:xfrm>
            <a:off x="1527416" y="9168669"/>
            <a:ext cx="578485" cy="1300480"/>
          </a:xfrm>
          <a:custGeom>
            <a:avLst/>
            <a:gdLst/>
            <a:ahLst/>
            <a:cxnLst/>
            <a:rect l="l" t="t" r="r" b="b"/>
            <a:pathLst>
              <a:path w="578485" h="1300479">
                <a:moveTo>
                  <a:pt x="577888" y="1122210"/>
                </a:moveTo>
                <a:lnTo>
                  <a:pt x="577608" y="929627"/>
                </a:lnTo>
                <a:lnTo>
                  <a:pt x="565658" y="713727"/>
                </a:lnTo>
                <a:lnTo>
                  <a:pt x="566077" y="709028"/>
                </a:lnTo>
                <a:lnTo>
                  <a:pt x="562902" y="665276"/>
                </a:lnTo>
                <a:lnTo>
                  <a:pt x="558939" y="620509"/>
                </a:lnTo>
                <a:lnTo>
                  <a:pt x="554228" y="574802"/>
                </a:lnTo>
                <a:lnTo>
                  <a:pt x="548728" y="528205"/>
                </a:lnTo>
                <a:lnTo>
                  <a:pt x="542455" y="480783"/>
                </a:lnTo>
                <a:lnTo>
                  <a:pt x="535393" y="432587"/>
                </a:lnTo>
                <a:lnTo>
                  <a:pt x="527558" y="383679"/>
                </a:lnTo>
                <a:lnTo>
                  <a:pt x="518934" y="334124"/>
                </a:lnTo>
                <a:lnTo>
                  <a:pt x="515924" y="318109"/>
                </a:lnTo>
                <a:lnTo>
                  <a:pt x="518706" y="304279"/>
                </a:lnTo>
                <a:lnTo>
                  <a:pt x="488315" y="182118"/>
                </a:lnTo>
                <a:lnTo>
                  <a:pt x="455193" y="71628"/>
                </a:lnTo>
                <a:lnTo>
                  <a:pt x="436714" y="19786"/>
                </a:lnTo>
                <a:lnTo>
                  <a:pt x="111950" y="0"/>
                </a:lnTo>
                <a:lnTo>
                  <a:pt x="85534" y="39649"/>
                </a:lnTo>
                <a:lnTo>
                  <a:pt x="70383" y="74714"/>
                </a:lnTo>
                <a:lnTo>
                  <a:pt x="60782" y="124841"/>
                </a:lnTo>
                <a:lnTo>
                  <a:pt x="54864" y="176199"/>
                </a:lnTo>
                <a:lnTo>
                  <a:pt x="51295" y="186347"/>
                </a:lnTo>
                <a:lnTo>
                  <a:pt x="42900" y="237998"/>
                </a:lnTo>
                <a:lnTo>
                  <a:pt x="35280" y="289140"/>
                </a:lnTo>
                <a:lnTo>
                  <a:pt x="28422" y="339699"/>
                </a:lnTo>
                <a:lnTo>
                  <a:pt x="22313" y="389636"/>
                </a:lnTo>
                <a:lnTo>
                  <a:pt x="16967" y="438873"/>
                </a:lnTo>
                <a:lnTo>
                  <a:pt x="12369" y="487375"/>
                </a:lnTo>
                <a:lnTo>
                  <a:pt x="8509" y="535051"/>
                </a:lnTo>
                <a:lnTo>
                  <a:pt x="5372" y="581863"/>
                </a:lnTo>
                <a:lnTo>
                  <a:pt x="2971" y="627748"/>
                </a:lnTo>
                <a:lnTo>
                  <a:pt x="1295" y="672642"/>
                </a:lnTo>
                <a:lnTo>
                  <a:pt x="330" y="716508"/>
                </a:lnTo>
                <a:lnTo>
                  <a:pt x="977" y="721233"/>
                </a:lnTo>
                <a:lnTo>
                  <a:pt x="0" y="937412"/>
                </a:lnTo>
                <a:lnTo>
                  <a:pt x="9486" y="1129753"/>
                </a:lnTo>
                <a:lnTo>
                  <a:pt x="21272" y="1255077"/>
                </a:lnTo>
                <a:lnTo>
                  <a:pt x="27051" y="1299857"/>
                </a:lnTo>
                <a:lnTo>
                  <a:pt x="297319" y="1299857"/>
                </a:lnTo>
                <a:lnTo>
                  <a:pt x="281978" y="729792"/>
                </a:lnTo>
                <a:lnTo>
                  <a:pt x="281635" y="716597"/>
                </a:lnTo>
                <a:lnTo>
                  <a:pt x="272923" y="392772"/>
                </a:lnTo>
                <a:lnTo>
                  <a:pt x="277266" y="392684"/>
                </a:lnTo>
                <a:lnTo>
                  <a:pt x="285140" y="723353"/>
                </a:lnTo>
                <a:lnTo>
                  <a:pt x="298894" y="1299857"/>
                </a:lnTo>
                <a:lnTo>
                  <a:pt x="568972" y="1292974"/>
                </a:lnTo>
                <a:lnTo>
                  <a:pt x="572477" y="1247965"/>
                </a:lnTo>
                <a:lnTo>
                  <a:pt x="577888" y="1122210"/>
                </a:lnTo>
                <a:close/>
              </a:path>
            </a:pathLst>
          </a:custGeom>
          <a:solidFill>
            <a:srgbClr val="808D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6" name="object 366" descr=""/>
          <p:cNvSpPr/>
          <p:nvPr/>
        </p:nvSpPr>
        <p:spPr>
          <a:xfrm>
            <a:off x="3652583" y="9157582"/>
            <a:ext cx="578485" cy="1300480"/>
          </a:xfrm>
          <a:custGeom>
            <a:avLst/>
            <a:gdLst/>
            <a:ahLst/>
            <a:cxnLst/>
            <a:rect l="l" t="t" r="r" b="b"/>
            <a:pathLst>
              <a:path w="578485" h="1300479">
                <a:moveTo>
                  <a:pt x="577888" y="1122197"/>
                </a:moveTo>
                <a:lnTo>
                  <a:pt x="577608" y="929614"/>
                </a:lnTo>
                <a:lnTo>
                  <a:pt x="565658" y="713714"/>
                </a:lnTo>
                <a:lnTo>
                  <a:pt x="566077" y="709015"/>
                </a:lnTo>
                <a:lnTo>
                  <a:pt x="562902" y="665264"/>
                </a:lnTo>
                <a:lnTo>
                  <a:pt x="558952" y="620509"/>
                </a:lnTo>
                <a:lnTo>
                  <a:pt x="554228" y="574802"/>
                </a:lnTo>
                <a:lnTo>
                  <a:pt x="548728" y="528205"/>
                </a:lnTo>
                <a:lnTo>
                  <a:pt x="542455" y="480783"/>
                </a:lnTo>
                <a:lnTo>
                  <a:pt x="535393" y="432587"/>
                </a:lnTo>
                <a:lnTo>
                  <a:pt x="527558" y="383679"/>
                </a:lnTo>
                <a:lnTo>
                  <a:pt x="518934" y="334111"/>
                </a:lnTo>
                <a:lnTo>
                  <a:pt x="515924" y="318109"/>
                </a:lnTo>
                <a:lnTo>
                  <a:pt x="518706" y="304279"/>
                </a:lnTo>
                <a:lnTo>
                  <a:pt x="488327" y="182206"/>
                </a:lnTo>
                <a:lnTo>
                  <a:pt x="488289" y="182079"/>
                </a:lnTo>
                <a:lnTo>
                  <a:pt x="455193" y="71628"/>
                </a:lnTo>
                <a:lnTo>
                  <a:pt x="436714" y="19773"/>
                </a:lnTo>
                <a:lnTo>
                  <a:pt x="111950" y="0"/>
                </a:lnTo>
                <a:lnTo>
                  <a:pt x="85534" y="39649"/>
                </a:lnTo>
                <a:lnTo>
                  <a:pt x="70383" y="74714"/>
                </a:lnTo>
                <a:lnTo>
                  <a:pt x="60782" y="124841"/>
                </a:lnTo>
                <a:lnTo>
                  <a:pt x="54864" y="176161"/>
                </a:lnTo>
                <a:lnTo>
                  <a:pt x="51295" y="186334"/>
                </a:lnTo>
                <a:lnTo>
                  <a:pt x="42900" y="237985"/>
                </a:lnTo>
                <a:lnTo>
                  <a:pt x="35280" y="289128"/>
                </a:lnTo>
                <a:lnTo>
                  <a:pt x="28422" y="339699"/>
                </a:lnTo>
                <a:lnTo>
                  <a:pt x="22313" y="389623"/>
                </a:lnTo>
                <a:lnTo>
                  <a:pt x="16967" y="438873"/>
                </a:lnTo>
                <a:lnTo>
                  <a:pt x="12369" y="487362"/>
                </a:lnTo>
                <a:lnTo>
                  <a:pt x="8496" y="535038"/>
                </a:lnTo>
                <a:lnTo>
                  <a:pt x="5372" y="581850"/>
                </a:lnTo>
                <a:lnTo>
                  <a:pt x="2971" y="627735"/>
                </a:lnTo>
                <a:lnTo>
                  <a:pt x="1295" y="672642"/>
                </a:lnTo>
                <a:lnTo>
                  <a:pt x="330" y="716495"/>
                </a:lnTo>
                <a:lnTo>
                  <a:pt x="977" y="721207"/>
                </a:lnTo>
                <a:lnTo>
                  <a:pt x="0" y="937399"/>
                </a:lnTo>
                <a:lnTo>
                  <a:pt x="9486" y="1129753"/>
                </a:lnTo>
                <a:lnTo>
                  <a:pt x="21272" y="1255064"/>
                </a:lnTo>
                <a:lnTo>
                  <a:pt x="27038" y="1299845"/>
                </a:lnTo>
                <a:lnTo>
                  <a:pt x="297319" y="1299845"/>
                </a:lnTo>
                <a:lnTo>
                  <a:pt x="281978" y="729780"/>
                </a:lnTo>
                <a:lnTo>
                  <a:pt x="281635" y="716584"/>
                </a:lnTo>
                <a:lnTo>
                  <a:pt x="272923" y="392772"/>
                </a:lnTo>
                <a:lnTo>
                  <a:pt x="277253" y="392684"/>
                </a:lnTo>
                <a:lnTo>
                  <a:pt x="285140" y="723341"/>
                </a:lnTo>
                <a:lnTo>
                  <a:pt x="298881" y="1299857"/>
                </a:lnTo>
                <a:lnTo>
                  <a:pt x="568972" y="1292961"/>
                </a:lnTo>
                <a:lnTo>
                  <a:pt x="572477" y="1247952"/>
                </a:lnTo>
                <a:lnTo>
                  <a:pt x="577888" y="1122197"/>
                </a:lnTo>
                <a:close/>
              </a:path>
            </a:pathLst>
          </a:custGeom>
          <a:solidFill>
            <a:srgbClr val="808D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7" name="object 367" descr=""/>
          <p:cNvSpPr/>
          <p:nvPr/>
        </p:nvSpPr>
        <p:spPr>
          <a:xfrm>
            <a:off x="2876727" y="9157430"/>
            <a:ext cx="592455" cy="1303020"/>
          </a:xfrm>
          <a:custGeom>
            <a:avLst/>
            <a:gdLst/>
            <a:ahLst/>
            <a:cxnLst/>
            <a:rect l="l" t="t" r="r" b="b"/>
            <a:pathLst>
              <a:path w="592454" h="1303020">
                <a:moveTo>
                  <a:pt x="592378" y="1124127"/>
                </a:moveTo>
                <a:lnTo>
                  <a:pt x="591337" y="931545"/>
                </a:lnTo>
                <a:lnTo>
                  <a:pt x="578535" y="715708"/>
                </a:lnTo>
                <a:lnTo>
                  <a:pt x="578929" y="710996"/>
                </a:lnTo>
                <a:lnTo>
                  <a:pt x="575564" y="667258"/>
                </a:lnTo>
                <a:lnTo>
                  <a:pt x="571436" y="622515"/>
                </a:lnTo>
                <a:lnTo>
                  <a:pt x="566534" y="576834"/>
                </a:lnTo>
                <a:lnTo>
                  <a:pt x="560844" y="530250"/>
                </a:lnTo>
                <a:lnTo>
                  <a:pt x="554380" y="482854"/>
                </a:lnTo>
                <a:lnTo>
                  <a:pt x="547141" y="434695"/>
                </a:lnTo>
                <a:lnTo>
                  <a:pt x="539102" y="385813"/>
                </a:lnTo>
                <a:lnTo>
                  <a:pt x="530275" y="336296"/>
                </a:lnTo>
                <a:lnTo>
                  <a:pt x="526897" y="318706"/>
                </a:lnTo>
                <a:lnTo>
                  <a:pt x="529920" y="304431"/>
                </a:lnTo>
                <a:lnTo>
                  <a:pt x="502297" y="199224"/>
                </a:lnTo>
                <a:lnTo>
                  <a:pt x="499059" y="184404"/>
                </a:lnTo>
                <a:lnTo>
                  <a:pt x="496824" y="179031"/>
                </a:lnTo>
                <a:lnTo>
                  <a:pt x="462915" y="71780"/>
                </a:lnTo>
                <a:lnTo>
                  <a:pt x="443420" y="19939"/>
                </a:lnTo>
                <a:lnTo>
                  <a:pt x="90360" y="0"/>
                </a:lnTo>
                <a:lnTo>
                  <a:pt x="65951" y="52387"/>
                </a:lnTo>
                <a:lnTo>
                  <a:pt x="52844" y="94691"/>
                </a:lnTo>
                <a:lnTo>
                  <a:pt x="46558" y="149237"/>
                </a:lnTo>
                <a:lnTo>
                  <a:pt x="42633" y="238391"/>
                </a:lnTo>
                <a:lnTo>
                  <a:pt x="35267" y="287845"/>
                </a:lnTo>
                <a:lnTo>
                  <a:pt x="28409" y="338416"/>
                </a:lnTo>
                <a:lnTo>
                  <a:pt x="22313" y="388340"/>
                </a:lnTo>
                <a:lnTo>
                  <a:pt x="16967" y="437591"/>
                </a:lnTo>
                <a:lnTo>
                  <a:pt x="12357" y="486079"/>
                </a:lnTo>
                <a:lnTo>
                  <a:pt x="8496" y="533755"/>
                </a:lnTo>
                <a:lnTo>
                  <a:pt x="5372" y="580567"/>
                </a:lnTo>
                <a:lnTo>
                  <a:pt x="2971" y="626452"/>
                </a:lnTo>
                <a:lnTo>
                  <a:pt x="1295" y="671360"/>
                </a:lnTo>
                <a:lnTo>
                  <a:pt x="330" y="715213"/>
                </a:lnTo>
                <a:lnTo>
                  <a:pt x="965" y="719861"/>
                </a:lnTo>
                <a:lnTo>
                  <a:pt x="0" y="936117"/>
                </a:lnTo>
                <a:lnTo>
                  <a:pt x="9474" y="1128471"/>
                </a:lnTo>
                <a:lnTo>
                  <a:pt x="21259" y="1253782"/>
                </a:lnTo>
                <a:lnTo>
                  <a:pt x="27038" y="1298562"/>
                </a:lnTo>
                <a:lnTo>
                  <a:pt x="297307" y="1298562"/>
                </a:lnTo>
                <a:lnTo>
                  <a:pt x="281978" y="728535"/>
                </a:lnTo>
                <a:lnTo>
                  <a:pt x="272961" y="392861"/>
                </a:lnTo>
                <a:lnTo>
                  <a:pt x="288747" y="392595"/>
                </a:lnTo>
                <a:lnTo>
                  <a:pt x="298043" y="726376"/>
                </a:lnTo>
                <a:lnTo>
                  <a:pt x="314096" y="1302893"/>
                </a:lnTo>
                <a:lnTo>
                  <a:pt x="584149" y="1294930"/>
                </a:lnTo>
                <a:lnTo>
                  <a:pt x="587463" y="1249908"/>
                </a:lnTo>
                <a:lnTo>
                  <a:pt x="592378" y="1124127"/>
                </a:lnTo>
                <a:close/>
              </a:path>
            </a:pathLst>
          </a:custGeom>
          <a:solidFill>
            <a:srgbClr val="808D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8" name="object 368" descr=""/>
          <p:cNvSpPr/>
          <p:nvPr/>
        </p:nvSpPr>
        <p:spPr>
          <a:xfrm>
            <a:off x="2308098" y="9156528"/>
            <a:ext cx="386715" cy="1278890"/>
          </a:xfrm>
          <a:custGeom>
            <a:avLst/>
            <a:gdLst/>
            <a:ahLst/>
            <a:cxnLst/>
            <a:rect l="l" t="t" r="r" b="b"/>
            <a:pathLst>
              <a:path w="386714" h="1278890">
                <a:moveTo>
                  <a:pt x="386359" y="373214"/>
                </a:moveTo>
                <a:lnTo>
                  <a:pt x="385800" y="286296"/>
                </a:lnTo>
                <a:lnTo>
                  <a:pt x="384987" y="283756"/>
                </a:lnTo>
                <a:lnTo>
                  <a:pt x="385610" y="273812"/>
                </a:lnTo>
                <a:lnTo>
                  <a:pt x="378942" y="217982"/>
                </a:lnTo>
                <a:lnTo>
                  <a:pt x="362140" y="149504"/>
                </a:lnTo>
                <a:lnTo>
                  <a:pt x="340169" y="83096"/>
                </a:lnTo>
                <a:lnTo>
                  <a:pt x="321056" y="36487"/>
                </a:lnTo>
                <a:lnTo>
                  <a:pt x="302463" y="0"/>
                </a:lnTo>
                <a:lnTo>
                  <a:pt x="37109" y="4660"/>
                </a:lnTo>
                <a:lnTo>
                  <a:pt x="11468" y="59359"/>
                </a:lnTo>
                <a:lnTo>
                  <a:pt x="3124" y="129451"/>
                </a:lnTo>
                <a:lnTo>
                  <a:pt x="0" y="203301"/>
                </a:lnTo>
                <a:lnTo>
                  <a:pt x="2133" y="253415"/>
                </a:lnTo>
                <a:lnTo>
                  <a:pt x="0" y="260197"/>
                </a:lnTo>
                <a:lnTo>
                  <a:pt x="15989" y="729945"/>
                </a:lnTo>
                <a:lnTo>
                  <a:pt x="15481" y="733310"/>
                </a:lnTo>
                <a:lnTo>
                  <a:pt x="16852" y="755434"/>
                </a:lnTo>
                <a:lnTo>
                  <a:pt x="17526" y="774928"/>
                </a:lnTo>
                <a:lnTo>
                  <a:pt x="18161" y="776389"/>
                </a:lnTo>
                <a:lnTo>
                  <a:pt x="27203" y="921105"/>
                </a:lnTo>
                <a:lnTo>
                  <a:pt x="42481" y="1097241"/>
                </a:lnTo>
                <a:lnTo>
                  <a:pt x="55740" y="1227797"/>
                </a:lnTo>
                <a:lnTo>
                  <a:pt x="61404" y="1278864"/>
                </a:lnTo>
                <a:lnTo>
                  <a:pt x="349224" y="1278864"/>
                </a:lnTo>
                <a:lnTo>
                  <a:pt x="349173" y="1074089"/>
                </a:lnTo>
                <a:lnTo>
                  <a:pt x="349783" y="945489"/>
                </a:lnTo>
                <a:lnTo>
                  <a:pt x="351586" y="838746"/>
                </a:lnTo>
                <a:lnTo>
                  <a:pt x="354266" y="733666"/>
                </a:lnTo>
                <a:lnTo>
                  <a:pt x="372960" y="560374"/>
                </a:lnTo>
                <a:lnTo>
                  <a:pt x="383108" y="450176"/>
                </a:lnTo>
                <a:lnTo>
                  <a:pt x="386359" y="373214"/>
                </a:lnTo>
                <a:close/>
              </a:path>
            </a:pathLst>
          </a:custGeom>
          <a:solidFill>
            <a:srgbClr val="808DB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69" name="object 369" descr=""/>
          <p:cNvGrpSpPr/>
          <p:nvPr/>
        </p:nvGrpSpPr>
        <p:grpSpPr>
          <a:xfrm>
            <a:off x="5056146" y="9137368"/>
            <a:ext cx="355600" cy="1346835"/>
            <a:chOff x="5056146" y="9137368"/>
            <a:chExt cx="355600" cy="1346835"/>
          </a:xfrm>
        </p:grpSpPr>
        <p:sp>
          <p:nvSpPr>
            <p:cNvPr id="370" name="object 370" descr=""/>
            <p:cNvSpPr/>
            <p:nvPr/>
          </p:nvSpPr>
          <p:spPr>
            <a:xfrm>
              <a:off x="5056137" y="9137376"/>
              <a:ext cx="355600" cy="1346835"/>
            </a:xfrm>
            <a:custGeom>
              <a:avLst/>
              <a:gdLst/>
              <a:ahLst/>
              <a:cxnLst/>
              <a:rect l="l" t="t" r="r" b="b"/>
              <a:pathLst>
                <a:path w="355600" h="1346834">
                  <a:moveTo>
                    <a:pt x="355028" y="205663"/>
                  </a:moveTo>
                  <a:lnTo>
                    <a:pt x="345325" y="119672"/>
                  </a:lnTo>
                  <a:lnTo>
                    <a:pt x="326161" y="54952"/>
                  </a:lnTo>
                  <a:lnTo>
                    <a:pt x="307428" y="14185"/>
                  </a:lnTo>
                  <a:lnTo>
                    <a:pt x="298983" y="0"/>
                  </a:lnTo>
                  <a:lnTo>
                    <a:pt x="4330" y="12433"/>
                  </a:lnTo>
                  <a:lnTo>
                    <a:pt x="1181" y="84937"/>
                  </a:lnTo>
                  <a:lnTo>
                    <a:pt x="0" y="128371"/>
                  </a:lnTo>
                  <a:lnTo>
                    <a:pt x="673" y="160058"/>
                  </a:lnTo>
                  <a:lnTo>
                    <a:pt x="3086" y="197345"/>
                  </a:lnTo>
                  <a:lnTo>
                    <a:pt x="4216" y="217487"/>
                  </a:lnTo>
                  <a:lnTo>
                    <a:pt x="4826" y="222885"/>
                  </a:lnTo>
                  <a:lnTo>
                    <a:pt x="4838" y="223113"/>
                  </a:lnTo>
                  <a:lnTo>
                    <a:pt x="7988" y="273875"/>
                  </a:lnTo>
                  <a:lnTo>
                    <a:pt x="13182" y="331787"/>
                  </a:lnTo>
                  <a:lnTo>
                    <a:pt x="19469" y="387743"/>
                  </a:lnTo>
                  <a:lnTo>
                    <a:pt x="25869" y="432625"/>
                  </a:lnTo>
                  <a:lnTo>
                    <a:pt x="32918" y="476783"/>
                  </a:lnTo>
                  <a:lnTo>
                    <a:pt x="40589" y="528281"/>
                  </a:lnTo>
                  <a:lnTo>
                    <a:pt x="57251" y="643178"/>
                  </a:lnTo>
                  <a:lnTo>
                    <a:pt x="65951" y="701535"/>
                  </a:lnTo>
                  <a:lnTo>
                    <a:pt x="74726" y="757123"/>
                  </a:lnTo>
                  <a:lnTo>
                    <a:pt x="83439" y="807427"/>
                  </a:lnTo>
                  <a:lnTo>
                    <a:pt x="91948" y="849909"/>
                  </a:lnTo>
                  <a:lnTo>
                    <a:pt x="96215" y="860386"/>
                  </a:lnTo>
                  <a:lnTo>
                    <a:pt x="95465" y="881087"/>
                  </a:lnTo>
                  <a:lnTo>
                    <a:pt x="102412" y="934745"/>
                  </a:lnTo>
                  <a:lnTo>
                    <a:pt x="121323" y="1043292"/>
                  </a:lnTo>
                  <a:lnTo>
                    <a:pt x="175031" y="1346073"/>
                  </a:lnTo>
                  <a:lnTo>
                    <a:pt x="290703" y="1346784"/>
                  </a:lnTo>
                  <a:lnTo>
                    <a:pt x="309727" y="1194003"/>
                  </a:lnTo>
                  <a:lnTo>
                    <a:pt x="317817" y="1099477"/>
                  </a:lnTo>
                  <a:lnTo>
                    <a:pt x="316522" y="1023924"/>
                  </a:lnTo>
                  <a:lnTo>
                    <a:pt x="307416" y="928128"/>
                  </a:lnTo>
                  <a:lnTo>
                    <a:pt x="295097" y="858354"/>
                  </a:lnTo>
                  <a:lnTo>
                    <a:pt x="293649" y="855116"/>
                  </a:lnTo>
                  <a:lnTo>
                    <a:pt x="299415" y="827239"/>
                  </a:lnTo>
                  <a:lnTo>
                    <a:pt x="303085" y="769696"/>
                  </a:lnTo>
                  <a:lnTo>
                    <a:pt x="306235" y="709485"/>
                  </a:lnTo>
                  <a:lnTo>
                    <a:pt x="308978" y="648893"/>
                  </a:lnTo>
                  <a:lnTo>
                    <a:pt x="313664" y="535686"/>
                  </a:lnTo>
                  <a:lnTo>
                    <a:pt x="315836" y="487641"/>
                  </a:lnTo>
                  <a:lnTo>
                    <a:pt x="318033" y="448322"/>
                  </a:lnTo>
                  <a:lnTo>
                    <a:pt x="320370" y="420014"/>
                  </a:lnTo>
                  <a:lnTo>
                    <a:pt x="327050" y="372859"/>
                  </a:lnTo>
                  <a:lnTo>
                    <a:pt x="335229" y="323926"/>
                  </a:lnTo>
                  <a:lnTo>
                    <a:pt x="337578" y="307873"/>
                  </a:lnTo>
                  <a:lnTo>
                    <a:pt x="349173" y="274599"/>
                  </a:lnTo>
                  <a:lnTo>
                    <a:pt x="355028" y="205663"/>
                  </a:lnTo>
                  <a:close/>
                </a:path>
              </a:pathLst>
            </a:custGeom>
            <a:solidFill>
              <a:srgbClr val="3046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1" name="object 371" descr=""/>
            <p:cNvSpPr/>
            <p:nvPr/>
          </p:nvSpPr>
          <p:spPr>
            <a:xfrm>
              <a:off x="5089759" y="9204327"/>
              <a:ext cx="89535" cy="107950"/>
            </a:xfrm>
            <a:custGeom>
              <a:avLst/>
              <a:gdLst/>
              <a:ahLst/>
              <a:cxnLst/>
              <a:rect l="l" t="t" r="r" b="b"/>
              <a:pathLst>
                <a:path w="89535" h="107950">
                  <a:moveTo>
                    <a:pt x="15664" y="0"/>
                  </a:moveTo>
                  <a:lnTo>
                    <a:pt x="0" y="9287"/>
                  </a:lnTo>
                  <a:lnTo>
                    <a:pt x="73578" y="107808"/>
                  </a:lnTo>
                  <a:lnTo>
                    <a:pt x="89285" y="98499"/>
                  </a:lnTo>
                  <a:lnTo>
                    <a:pt x="15664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2" name="object 372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5316206" y="9228911"/>
              <a:ext cx="93442" cy="80887"/>
            </a:xfrm>
            <a:prstGeom prst="rect">
              <a:avLst/>
            </a:prstGeom>
          </p:spPr>
        </p:pic>
      </p:grpSp>
      <p:pic>
        <p:nvPicPr>
          <p:cNvPr id="373" name="object 373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6269468" y="8269572"/>
            <a:ext cx="223469" cy="222164"/>
          </a:xfrm>
          <a:prstGeom prst="rect">
            <a:avLst/>
          </a:prstGeom>
        </p:spPr>
      </p:pic>
      <p:grpSp>
        <p:nvGrpSpPr>
          <p:cNvPr id="374" name="object 374" descr=""/>
          <p:cNvGrpSpPr/>
          <p:nvPr/>
        </p:nvGrpSpPr>
        <p:grpSpPr>
          <a:xfrm>
            <a:off x="6357744" y="8182130"/>
            <a:ext cx="666750" cy="683895"/>
            <a:chOff x="6357744" y="8182130"/>
            <a:chExt cx="666750" cy="683895"/>
          </a:xfrm>
        </p:grpSpPr>
        <p:pic>
          <p:nvPicPr>
            <p:cNvPr id="375" name="object 375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6800446" y="8252831"/>
              <a:ext cx="223469" cy="222158"/>
            </a:xfrm>
            <a:prstGeom prst="rect">
              <a:avLst/>
            </a:prstGeom>
          </p:spPr>
        </p:pic>
        <p:sp>
          <p:nvSpPr>
            <p:cNvPr id="376" name="object 376" descr=""/>
            <p:cNvSpPr/>
            <p:nvPr/>
          </p:nvSpPr>
          <p:spPr>
            <a:xfrm>
              <a:off x="6357744" y="8182130"/>
              <a:ext cx="581660" cy="683895"/>
            </a:xfrm>
            <a:custGeom>
              <a:avLst/>
              <a:gdLst/>
              <a:ahLst/>
              <a:cxnLst/>
              <a:rect l="l" t="t" r="r" b="b"/>
              <a:pathLst>
                <a:path w="581659" h="683895">
                  <a:moveTo>
                    <a:pt x="442698" y="0"/>
                  </a:moveTo>
                  <a:lnTo>
                    <a:pt x="405050" y="25334"/>
                  </a:lnTo>
                  <a:lnTo>
                    <a:pt x="377381" y="37920"/>
                  </a:lnTo>
                  <a:lnTo>
                    <a:pt x="346084" y="41482"/>
                  </a:lnTo>
                  <a:lnTo>
                    <a:pt x="297551" y="39747"/>
                  </a:lnTo>
                  <a:lnTo>
                    <a:pt x="237626" y="31639"/>
                  </a:lnTo>
                  <a:lnTo>
                    <a:pt x="195980" y="18394"/>
                  </a:lnTo>
                  <a:lnTo>
                    <a:pt x="171678" y="6033"/>
                  </a:lnTo>
                  <a:lnTo>
                    <a:pt x="163785" y="575"/>
                  </a:lnTo>
                  <a:lnTo>
                    <a:pt x="79740" y="35930"/>
                  </a:lnTo>
                  <a:lnTo>
                    <a:pt x="34663" y="57477"/>
                  </a:lnTo>
                  <a:lnTo>
                    <a:pt x="13202" y="74002"/>
                  </a:lnTo>
                  <a:lnTo>
                    <a:pt x="0" y="94290"/>
                  </a:lnTo>
                  <a:lnTo>
                    <a:pt x="4451" y="180346"/>
                  </a:lnTo>
                  <a:lnTo>
                    <a:pt x="6320" y="232388"/>
                  </a:lnTo>
                  <a:lnTo>
                    <a:pt x="5953" y="271437"/>
                  </a:lnTo>
                  <a:lnTo>
                    <a:pt x="3696" y="318513"/>
                  </a:lnTo>
                  <a:lnTo>
                    <a:pt x="2652" y="365564"/>
                  </a:lnTo>
                  <a:lnTo>
                    <a:pt x="3240" y="424015"/>
                  </a:lnTo>
                  <a:lnTo>
                    <a:pt x="4863" y="486000"/>
                  </a:lnTo>
                  <a:lnTo>
                    <a:pt x="6926" y="543651"/>
                  </a:lnTo>
                  <a:lnTo>
                    <a:pt x="9989" y="614473"/>
                  </a:lnTo>
                  <a:lnTo>
                    <a:pt x="51601" y="646264"/>
                  </a:lnTo>
                  <a:lnTo>
                    <a:pt x="115022" y="664178"/>
                  </a:lnTo>
                  <a:lnTo>
                    <a:pt x="143250" y="666125"/>
                  </a:lnTo>
                  <a:lnTo>
                    <a:pt x="176948" y="663659"/>
                  </a:lnTo>
                  <a:lnTo>
                    <a:pt x="207657" y="659942"/>
                  </a:lnTo>
                  <a:lnTo>
                    <a:pt x="226914" y="658137"/>
                  </a:lnTo>
                  <a:lnTo>
                    <a:pt x="244966" y="662424"/>
                  </a:lnTo>
                  <a:lnTo>
                    <a:pt x="273521" y="671514"/>
                  </a:lnTo>
                  <a:lnTo>
                    <a:pt x="306335" y="680340"/>
                  </a:lnTo>
                  <a:lnTo>
                    <a:pt x="337162" y="683832"/>
                  </a:lnTo>
                  <a:lnTo>
                    <a:pt x="369588" y="678211"/>
                  </a:lnTo>
                  <a:lnTo>
                    <a:pt x="405491" y="666977"/>
                  </a:lnTo>
                  <a:lnTo>
                    <a:pt x="436049" y="655982"/>
                  </a:lnTo>
                  <a:lnTo>
                    <a:pt x="452436" y="651079"/>
                  </a:lnTo>
                  <a:lnTo>
                    <a:pt x="466506" y="654749"/>
                  </a:lnTo>
                  <a:lnTo>
                    <a:pt x="491479" y="660723"/>
                  </a:lnTo>
                  <a:lnTo>
                    <a:pt x="520588" y="661734"/>
                  </a:lnTo>
                  <a:lnTo>
                    <a:pt x="547061" y="650514"/>
                  </a:lnTo>
                  <a:lnTo>
                    <a:pt x="564251" y="618094"/>
                  </a:lnTo>
                  <a:lnTo>
                    <a:pt x="573019" y="565776"/>
                  </a:lnTo>
                  <a:lnTo>
                    <a:pt x="575822" y="503437"/>
                  </a:lnTo>
                  <a:lnTo>
                    <a:pt x="575116" y="440957"/>
                  </a:lnTo>
                  <a:lnTo>
                    <a:pt x="573355" y="388215"/>
                  </a:lnTo>
                  <a:lnTo>
                    <a:pt x="572998" y="355088"/>
                  </a:lnTo>
                  <a:lnTo>
                    <a:pt x="575239" y="295238"/>
                  </a:lnTo>
                  <a:lnTo>
                    <a:pt x="577913" y="202606"/>
                  </a:lnTo>
                  <a:lnTo>
                    <a:pt x="581092" y="80154"/>
                  </a:lnTo>
                  <a:lnTo>
                    <a:pt x="442698" y="0"/>
                  </a:lnTo>
                  <a:close/>
                </a:path>
              </a:pathLst>
            </a:custGeom>
            <a:solidFill>
              <a:srgbClr val="C9ECF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7" name="object 377" descr=""/>
          <p:cNvGrpSpPr/>
          <p:nvPr/>
        </p:nvGrpSpPr>
        <p:grpSpPr>
          <a:xfrm>
            <a:off x="4704781" y="8171734"/>
            <a:ext cx="468630" cy="693420"/>
            <a:chOff x="4704781" y="8171734"/>
            <a:chExt cx="468630" cy="693420"/>
          </a:xfrm>
        </p:grpSpPr>
        <p:sp>
          <p:nvSpPr>
            <p:cNvPr id="378" name="object 378" descr=""/>
            <p:cNvSpPr/>
            <p:nvPr/>
          </p:nvSpPr>
          <p:spPr>
            <a:xfrm>
              <a:off x="4704781" y="8171734"/>
              <a:ext cx="468630" cy="693420"/>
            </a:xfrm>
            <a:custGeom>
              <a:avLst/>
              <a:gdLst/>
              <a:ahLst/>
              <a:cxnLst/>
              <a:rect l="l" t="t" r="r" b="b"/>
              <a:pathLst>
                <a:path w="468629" h="693420">
                  <a:moveTo>
                    <a:pt x="406386" y="0"/>
                  </a:moveTo>
                  <a:lnTo>
                    <a:pt x="248079" y="48368"/>
                  </a:lnTo>
                  <a:lnTo>
                    <a:pt x="165947" y="78280"/>
                  </a:lnTo>
                  <a:lnTo>
                    <a:pt x="133563" y="102145"/>
                  </a:lnTo>
                  <a:lnTo>
                    <a:pt x="124500" y="132372"/>
                  </a:lnTo>
                  <a:lnTo>
                    <a:pt x="55147" y="205770"/>
                  </a:lnTo>
                  <a:lnTo>
                    <a:pt x="19152" y="251311"/>
                  </a:lnTo>
                  <a:lnTo>
                    <a:pt x="4926" y="287962"/>
                  </a:lnTo>
                  <a:lnTo>
                    <a:pt x="880" y="334691"/>
                  </a:lnTo>
                  <a:lnTo>
                    <a:pt x="0" y="387100"/>
                  </a:lnTo>
                  <a:lnTo>
                    <a:pt x="1199" y="445808"/>
                  </a:lnTo>
                  <a:lnTo>
                    <a:pt x="3478" y="502455"/>
                  </a:lnTo>
                  <a:lnTo>
                    <a:pt x="7257" y="576118"/>
                  </a:lnTo>
                  <a:lnTo>
                    <a:pt x="16399" y="622999"/>
                  </a:lnTo>
                  <a:lnTo>
                    <a:pt x="45465" y="656011"/>
                  </a:lnTo>
                  <a:lnTo>
                    <a:pt x="113531" y="664346"/>
                  </a:lnTo>
                  <a:lnTo>
                    <a:pt x="170666" y="667686"/>
                  </a:lnTo>
                  <a:lnTo>
                    <a:pt x="187173" y="671979"/>
                  </a:lnTo>
                  <a:lnTo>
                    <a:pt x="213286" y="681073"/>
                  </a:lnTo>
                  <a:lnTo>
                    <a:pt x="243292" y="689900"/>
                  </a:lnTo>
                  <a:lnTo>
                    <a:pt x="271479" y="693392"/>
                  </a:lnTo>
                  <a:lnTo>
                    <a:pt x="301127" y="687766"/>
                  </a:lnTo>
                  <a:lnTo>
                    <a:pt x="333957" y="676531"/>
                  </a:lnTo>
                  <a:lnTo>
                    <a:pt x="361898" y="665536"/>
                  </a:lnTo>
                  <a:lnTo>
                    <a:pt x="376879" y="660629"/>
                  </a:lnTo>
                  <a:lnTo>
                    <a:pt x="417193" y="645490"/>
                  </a:lnTo>
                  <a:lnTo>
                    <a:pt x="455971" y="593348"/>
                  </a:lnTo>
                  <a:lnTo>
                    <a:pt x="465254" y="538960"/>
                  </a:lnTo>
                  <a:lnTo>
                    <a:pt x="468337" y="478355"/>
                  </a:lnTo>
                  <a:lnTo>
                    <a:pt x="468527" y="356388"/>
                  </a:lnTo>
                  <a:lnTo>
                    <a:pt x="466436" y="310339"/>
                  </a:lnTo>
                  <a:lnTo>
                    <a:pt x="462385" y="255302"/>
                  </a:lnTo>
                  <a:lnTo>
                    <a:pt x="456491" y="198119"/>
                  </a:lnTo>
                  <a:lnTo>
                    <a:pt x="448871" y="145633"/>
                  </a:lnTo>
                  <a:lnTo>
                    <a:pt x="439642" y="104687"/>
                  </a:lnTo>
                  <a:lnTo>
                    <a:pt x="427616" y="65854"/>
                  </a:lnTo>
                  <a:lnTo>
                    <a:pt x="406386" y="0"/>
                  </a:lnTo>
                  <a:close/>
                </a:path>
              </a:pathLst>
            </a:custGeom>
            <a:solidFill>
              <a:srgbClr val="C9EC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9" name="object 379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4862116" y="8240325"/>
              <a:ext cx="231971" cy="243710"/>
            </a:xfrm>
            <a:prstGeom prst="rect">
              <a:avLst/>
            </a:prstGeom>
          </p:spPr>
        </p:pic>
      </p:grpSp>
      <p:pic>
        <p:nvPicPr>
          <p:cNvPr id="380" name="object 380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3751200" y="8269572"/>
            <a:ext cx="223469" cy="222164"/>
          </a:xfrm>
          <a:prstGeom prst="rect">
            <a:avLst/>
          </a:prstGeom>
        </p:spPr>
      </p:pic>
      <p:grpSp>
        <p:nvGrpSpPr>
          <p:cNvPr id="381" name="object 381" descr=""/>
          <p:cNvGrpSpPr/>
          <p:nvPr/>
        </p:nvGrpSpPr>
        <p:grpSpPr>
          <a:xfrm>
            <a:off x="3839475" y="8182130"/>
            <a:ext cx="666750" cy="683895"/>
            <a:chOff x="3839475" y="8182130"/>
            <a:chExt cx="666750" cy="683895"/>
          </a:xfrm>
        </p:grpSpPr>
        <p:pic>
          <p:nvPicPr>
            <p:cNvPr id="382" name="object 382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282177" y="8252831"/>
              <a:ext cx="223469" cy="222158"/>
            </a:xfrm>
            <a:prstGeom prst="rect">
              <a:avLst/>
            </a:prstGeom>
          </p:spPr>
        </p:pic>
        <p:sp>
          <p:nvSpPr>
            <p:cNvPr id="383" name="object 383" descr=""/>
            <p:cNvSpPr/>
            <p:nvPr/>
          </p:nvSpPr>
          <p:spPr>
            <a:xfrm>
              <a:off x="3839475" y="8182130"/>
              <a:ext cx="581660" cy="683895"/>
            </a:xfrm>
            <a:custGeom>
              <a:avLst/>
              <a:gdLst/>
              <a:ahLst/>
              <a:cxnLst/>
              <a:rect l="l" t="t" r="r" b="b"/>
              <a:pathLst>
                <a:path w="581660" h="683895">
                  <a:moveTo>
                    <a:pt x="442698" y="0"/>
                  </a:moveTo>
                  <a:lnTo>
                    <a:pt x="423587" y="58250"/>
                  </a:lnTo>
                  <a:lnTo>
                    <a:pt x="403050" y="90974"/>
                  </a:lnTo>
                  <a:lnTo>
                    <a:pt x="368338" y="110150"/>
                  </a:lnTo>
                  <a:lnTo>
                    <a:pt x="306702" y="127755"/>
                  </a:lnTo>
                  <a:lnTo>
                    <a:pt x="244705" y="121409"/>
                  </a:lnTo>
                  <a:lnTo>
                    <a:pt x="209152" y="106046"/>
                  </a:lnTo>
                  <a:lnTo>
                    <a:pt x="186645" y="69742"/>
                  </a:lnTo>
                  <a:lnTo>
                    <a:pt x="163785" y="575"/>
                  </a:lnTo>
                  <a:lnTo>
                    <a:pt x="79740" y="35930"/>
                  </a:lnTo>
                  <a:lnTo>
                    <a:pt x="34663" y="57477"/>
                  </a:lnTo>
                  <a:lnTo>
                    <a:pt x="13202" y="74002"/>
                  </a:lnTo>
                  <a:lnTo>
                    <a:pt x="0" y="94290"/>
                  </a:lnTo>
                  <a:lnTo>
                    <a:pt x="4451" y="180346"/>
                  </a:lnTo>
                  <a:lnTo>
                    <a:pt x="6320" y="232388"/>
                  </a:lnTo>
                  <a:lnTo>
                    <a:pt x="5953" y="271437"/>
                  </a:lnTo>
                  <a:lnTo>
                    <a:pt x="3696" y="318513"/>
                  </a:lnTo>
                  <a:lnTo>
                    <a:pt x="2652" y="365564"/>
                  </a:lnTo>
                  <a:lnTo>
                    <a:pt x="3240" y="424015"/>
                  </a:lnTo>
                  <a:lnTo>
                    <a:pt x="4863" y="486000"/>
                  </a:lnTo>
                  <a:lnTo>
                    <a:pt x="6926" y="543651"/>
                  </a:lnTo>
                  <a:lnTo>
                    <a:pt x="9989" y="614473"/>
                  </a:lnTo>
                  <a:lnTo>
                    <a:pt x="51605" y="646264"/>
                  </a:lnTo>
                  <a:lnTo>
                    <a:pt x="115022" y="664178"/>
                  </a:lnTo>
                  <a:lnTo>
                    <a:pt x="143250" y="666125"/>
                  </a:lnTo>
                  <a:lnTo>
                    <a:pt x="176948" y="663659"/>
                  </a:lnTo>
                  <a:lnTo>
                    <a:pt x="207657" y="659942"/>
                  </a:lnTo>
                  <a:lnTo>
                    <a:pt x="226914" y="658137"/>
                  </a:lnTo>
                  <a:lnTo>
                    <a:pt x="244968" y="662424"/>
                  </a:lnTo>
                  <a:lnTo>
                    <a:pt x="273525" y="671514"/>
                  </a:lnTo>
                  <a:lnTo>
                    <a:pt x="306339" y="680340"/>
                  </a:lnTo>
                  <a:lnTo>
                    <a:pt x="337162" y="683832"/>
                  </a:lnTo>
                  <a:lnTo>
                    <a:pt x="369588" y="678211"/>
                  </a:lnTo>
                  <a:lnTo>
                    <a:pt x="405491" y="666977"/>
                  </a:lnTo>
                  <a:lnTo>
                    <a:pt x="436049" y="655982"/>
                  </a:lnTo>
                  <a:lnTo>
                    <a:pt x="452436" y="651079"/>
                  </a:lnTo>
                  <a:lnTo>
                    <a:pt x="466506" y="654749"/>
                  </a:lnTo>
                  <a:lnTo>
                    <a:pt x="491479" y="660723"/>
                  </a:lnTo>
                  <a:lnTo>
                    <a:pt x="520588" y="661734"/>
                  </a:lnTo>
                  <a:lnTo>
                    <a:pt x="547061" y="650514"/>
                  </a:lnTo>
                  <a:lnTo>
                    <a:pt x="564251" y="618094"/>
                  </a:lnTo>
                  <a:lnTo>
                    <a:pt x="573019" y="565776"/>
                  </a:lnTo>
                  <a:lnTo>
                    <a:pt x="575822" y="503437"/>
                  </a:lnTo>
                  <a:lnTo>
                    <a:pt x="575116" y="440957"/>
                  </a:lnTo>
                  <a:lnTo>
                    <a:pt x="573355" y="388215"/>
                  </a:lnTo>
                  <a:lnTo>
                    <a:pt x="572998" y="355088"/>
                  </a:lnTo>
                  <a:lnTo>
                    <a:pt x="575239" y="295238"/>
                  </a:lnTo>
                  <a:lnTo>
                    <a:pt x="577913" y="202606"/>
                  </a:lnTo>
                  <a:lnTo>
                    <a:pt x="581092" y="80154"/>
                  </a:lnTo>
                  <a:lnTo>
                    <a:pt x="442698" y="0"/>
                  </a:lnTo>
                  <a:close/>
                </a:path>
              </a:pathLst>
            </a:custGeom>
            <a:solidFill>
              <a:srgbClr val="C9E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4" name="object 384" descr=""/>
            <p:cNvSpPr/>
            <p:nvPr/>
          </p:nvSpPr>
          <p:spPr>
            <a:xfrm>
              <a:off x="4132592" y="8343995"/>
              <a:ext cx="27305" cy="462915"/>
            </a:xfrm>
            <a:custGeom>
              <a:avLst/>
              <a:gdLst/>
              <a:ahLst/>
              <a:cxnLst/>
              <a:rect l="l" t="t" r="r" b="b"/>
              <a:pathLst>
                <a:path w="27304" h="462915">
                  <a:moveTo>
                    <a:pt x="26797" y="448487"/>
                  </a:moveTo>
                  <a:lnTo>
                    <a:pt x="23456" y="438950"/>
                  </a:lnTo>
                  <a:lnTo>
                    <a:pt x="13398" y="434606"/>
                  </a:lnTo>
                  <a:lnTo>
                    <a:pt x="3352" y="438950"/>
                  </a:lnTo>
                  <a:lnTo>
                    <a:pt x="0" y="448487"/>
                  </a:lnTo>
                  <a:lnTo>
                    <a:pt x="3340" y="458025"/>
                  </a:lnTo>
                  <a:lnTo>
                    <a:pt x="13398" y="462356"/>
                  </a:lnTo>
                  <a:lnTo>
                    <a:pt x="23444" y="458025"/>
                  </a:lnTo>
                  <a:lnTo>
                    <a:pt x="26797" y="448487"/>
                  </a:lnTo>
                  <a:close/>
                </a:path>
                <a:path w="27304" h="462915">
                  <a:moveTo>
                    <a:pt x="26797" y="339826"/>
                  </a:moveTo>
                  <a:lnTo>
                    <a:pt x="23456" y="330288"/>
                  </a:lnTo>
                  <a:lnTo>
                    <a:pt x="13398" y="325958"/>
                  </a:lnTo>
                  <a:lnTo>
                    <a:pt x="3352" y="330288"/>
                  </a:lnTo>
                  <a:lnTo>
                    <a:pt x="0" y="339826"/>
                  </a:lnTo>
                  <a:lnTo>
                    <a:pt x="3340" y="349364"/>
                  </a:lnTo>
                  <a:lnTo>
                    <a:pt x="13398" y="353707"/>
                  </a:lnTo>
                  <a:lnTo>
                    <a:pt x="23444" y="349364"/>
                  </a:lnTo>
                  <a:lnTo>
                    <a:pt x="26797" y="339826"/>
                  </a:lnTo>
                  <a:close/>
                </a:path>
                <a:path w="27304" h="462915">
                  <a:moveTo>
                    <a:pt x="26797" y="231178"/>
                  </a:moveTo>
                  <a:lnTo>
                    <a:pt x="23456" y="221640"/>
                  </a:lnTo>
                  <a:lnTo>
                    <a:pt x="13398" y="217309"/>
                  </a:lnTo>
                  <a:lnTo>
                    <a:pt x="3352" y="221640"/>
                  </a:lnTo>
                  <a:lnTo>
                    <a:pt x="0" y="231178"/>
                  </a:lnTo>
                  <a:lnTo>
                    <a:pt x="3340" y="240715"/>
                  </a:lnTo>
                  <a:lnTo>
                    <a:pt x="13398" y="245059"/>
                  </a:lnTo>
                  <a:lnTo>
                    <a:pt x="23444" y="240715"/>
                  </a:lnTo>
                  <a:lnTo>
                    <a:pt x="26797" y="231178"/>
                  </a:lnTo>
                  <a:close/>
                </a:path>
                <a:path w="27304" h="462915">
                  <a:moveTo>
                    <a:pt x="26797" y="122529"/>
                  </a:moveTo>
                  <a:lnTo>
                    <a:pt x="23456" y="112991"/>
                  </a:lnTo>
                  <a:lnTo>
                    <a:pt x="13398" y="108648"/>
                  </a:lnTo>
                  <a:lnTo>
                    <a:pt x="3352" y="112991"/>
                  </a:lnTo>
                  <a:lnTo>
                    <a:pt x="0" y="122529"/>
                  </a:lnTo>
                  <a:lnTo>
                    <a:pt x="3340" y="132067"/>
                  </a:lnTo>
                  <a:lnTo>
                    <a:pt x="13398" y="136398"/>
                  </a:lnTo>
                  <a:lnTo>
                    <a:pt x="23444" y="132067"/>
                  </a:lnTo>
                  <a:lnTo>
                    <a:pt x="26797" y="122529"/>
                  </a:lnTo>
                  <a:close/>
                </a:path>
                <a:path w="27304" h="462915">
                  <a:moveTo>
                    <a:pt x="26797" y="13868"/>
                  </a:moveTo>
                  <a:lnTo>
                    <a:pt x="23456" y="4330"/>
                  </a:lnTo>
                  <a:lnTo>
                    <a:pt x="13398" y="0"/>
                  </a:lnTo>
                  <a:lnTo>
                    <a:pt x="3352" y="4330"/>
                  </a:lnTo>
                  <a:lnTo>
                    <a:pt x="0" y="13868"/>
                  </a:lnTo>
                  <a:lnTo>
                    <a:pt x="3340" y="23406"/>
                  </a:lnTo>
                  <a:lnTo>
                    <a:pt x="13398" y="27749"/>
                  </a:lnTo>
                  <a:lnTo>
                    <a:pt x="23444" y="23406"/>
                  </a:lnTo>
                  <a:lnTo>
                    <a:pt x="26797" y="13868"/>
                  </a:lnTo>
                  <a:close/>
                </a:path>
              </a:pathLst>
            </a:custGeom>
            <a:solidFill>
              <a:srgbClr val="85CDE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5" name="object 385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5336240" y="8269572"/>
            <a:ext cx="223469" cy="222164"/>
          </a:xfrm>
          <a:prstGeom prst="rect">
            <a:avLst/>
          </a:prstGeom>
        </p:spPr>
      </p:pic>
      <p:grpSp>
        <p:nvGrpSpPr>
          <p:cNvPr id="386" name="object 386" descr=""/>
          <p:cNvGrpSpPr/>
          <p:nvPr/>
        </p:nvGrpSpPr>
        <p:grpSpPr>
          <a:xfrm>
            <a:off x="5416289" y="8176579"/>
            <a:ext cx="675005" cy="689610"/>
            <a:chOff x="5416289" y="8176579"/>
            <a:chExt cx="675005" cy="689610"/>
          </a:xfrm>
        </p:grpSpPr>
        <p:pic>
          <p:nvPicPr>
            <p:cNvPr id="387" name="object 387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867217" y="8252831"/>
              <a:ext cx="223469" cy="222158"/>
            </a:xfrm>
            <a:prstGeom prst="rect">
              <a:avLst/>
            </a:prstGeom>
          </p:spPr>
        </p:pic>
        <p:sp>
          <p:nvSpPr>
            <p:cNvPr id="388" name="object 388" descr=""/>
            <p:cNvSpPr/>
            <p:nvPr/>
          </p:nvSpPr>
          <p:spPr>
            <a:xfrm>
              <a:off x="5416289" y="8176579"/>
              <a:ext cx="589915" cy="689610"/>
            </a:xfrm>
            <a:custGeom>
              <a:avLst/>
              <a:gdLst/>
              <a:ahLst/>
              <a:cxnLst/>
              <a:rect l="l" t="t" r="r" b="b"/>
              <a:pathLst>
                <a:path w="589914" h="689609">
                  <a:moveTo>
                    <a:pt x="143419" y="0"/>
                  </a:moveTo>
                  <a:lnTo>
                    <a:pt x="71148" y="37213"/>
                  </a:lnTo>
                  <a:lnTo>
                    <a:pt x="32118" y="59714"/>
                  </a:lnTo>
                  <a:lnTo>
                    <a:pt x="12883" y="76590"/>
                  </a:lnTo>
                  <a:lnTo>
                    <a:pt x="0" y="96928"/>
                  </a:lnTo>
                  <a:lnTo>
                    <a:pt x="9209" y="184667"/>
                  </a:lnTo>
                  <a:lnTo>
                    <a:pt x="13521" y="237573"/>
                  </a:lnTo>
                  <a:lnTo>
                    <a:pt x="14054" y="276941"/>
                  </a:lnTo>
                  <a:lnTo>
                    <a:pt x="11926" y="324063"/>
                  </a:lnTo>
                  <a:lnTo>
                    <a:pt x="10882" y="371113"/>
                  </a:lnTo>
                  <a:lnTo>
                    <a:pt x="11470" y="429565"/>
                  </a:lnTo>
                  <a:lnTo>
                    <a:pt x="13092" y="491550"/>
                  </a:lnTo>
                  <a:lnTo>
                    <a:pt x="15153" y="549200"/>
                  </a:lnTo>
                  <a:lnTo>
                    <a:pt x="18208" y="620023"/>
                  </a:lnTo>
                  <a:lnTo>
                    <a:pt x="59830" y="651815"/>
                  </a:lnTo>
                  <a:lnTo>
                    <a:pt x="123252" y="669738"/>
                  </a:lnTo>
                  <a:lnTo>
                    <a:pt x="151474" y="671679"/>
                  </a:lnTo>
                  <a:lnTo>
                    <a:pt x="185171" y="669209"/>
                  </a:lnTo>
                  <a:lnTo>
                    <a:pt x="215881" y="665492"/>
                  </a:lnTo>
                  <a:lnTo>
                    <a:pt x="235144" y="663686"/>
                  </a:lnTo>
                  <a:lnTo>
                    <a:pt x="253192" y="667975"/>
                  </a:lnTo>
                  <a:lnTo>
                    <a:pt x="281746" y="677068"/>
                  </a:lnTo>
                  <a:lnTo>
                    <a:pt x="314559" y="685894"/>
                  </a:lnTo>
                  <a:lnTo>
                    <a:pt x="345382" y="689382"/>
                  </a:lnTo>
                  <a:lnTo>
                    <a:pt x="377809" y="683762"/>
                  </a:lnTo>
                  <a:lnTo>
                    <a:pt x="413716" y="672530"/>
                  </a:lnTo>
                  <a:lnTo>
                    <a:pt x="444277" y="661536"/>
                  </a:lnTo>
                  <a:lnTo>
                    <a:pt x="460666" y="656629"/>
                  </a:lnTo>
                  <a:lnTo>
                    <a:pt x="474731" y="660300"/>
                  </a:lnTo>
                  <a:lnTo>
                    <a:pt x="499705" y="666276"/>
                  </a:lnTo>
                  <a:lnTo>
                    <a:pt x="528816" y="667288"/>
                  </a:lnTo>
                  <a:lnTo>
                    <a:pt x="555291" y="656063"/>
                  </a:lnTo>
                  <a:lnTo>
                    <a:pt x="572477" y="623644"/>
                  </a:lnTo>
                  <a:lnTo>
                    <a:pt x="581242" y="571325"/>
                  </a:lnTo>
                  <a:lnTo>
                    <a:pt x="584043" y="508987"/>
                  </a:lnTo>
                  <a:lnTo>
                    <a:pt x="583336" y="446507"/>
                  </a:lnTo>
                  <a:lnTo>
                    <a:pt x="581575" y="393764"/>
                  </a:lnTo>
                  <a:lnTo>
                    <a:pt x="581217" y="360638"/>
                  </a:lnTo>
                  <a:lnTo>
                    <a:pt x="583464" y="300787"/>
                  </a:lnTo>
                  <a:lnTo>
                    <a:pt x="586141" y="208155"/>
                  </a:lnTo>
                  <a:lnTo>
                    <a:pt x="589322" y="85704"/>
                  </a:lnTo>
                  <a:lnTo>
                    <a:pt x="450928" y="5549"/>
                  </a:lnTo>
                  <a:lnTo>
                    <a:pt x="420223" y="77355"/>
                  </a:lnTo>
                  <a:lnTo>
                    <a:pt x="391248" y="116074"/>
                  </a:lnTo>
                  <a:lnTo>
                    <a:pt x="347138" y="135011"/>
                  </a:lnTo>
                  <a:lnTo>
                    <a:pt x="271028" y="147471"/>
                  </a:lnTo>
                  <a:lnTo>
                    <a:pt x="217880" y="129400"/>
                  </a:lnTo>
                  <a:lnTo>
                    <a:pt x="186872" y="108015"/>
                  </a:lnTo>
                  <a:lnTo>
                    <a:pt x="166039" y="69490"/>
                  </a:lnTo>
                  <a:lnTo>
                    <a:pt x="143419" y="0"/>
                  </a:lnTo>
                  <a:close/>
                </a:path>
              </a:pathLst>
            </a:custGeom>
            <a:solidFill>
              <a:srgbClr val="C9EC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9" name="object 389" descr=""/>
            <p:cNvSpPr/>
            <p:nvPr/>
          </p:nvSpPr>
          <p:spPr>
            <a:xfrm>
              <a:off x="5673915" y="8343994"/>
              <a:ext cx="27305" cy="462915"/>
            </a:xfrm>
            <a:custGeom>
              <a:avLst/>
              <a:gdLst/>
              <a:ahLst/>
              <a:cxnLst/>
              <a:rect l="l" t="t" r="r" b="b"/>
              <a:pathLst>
                <a:path w="27304" h="462915">
                  <a:moveTo>
                    <a:pt x="26797" y="448487"/>
                  </a:moveTo>
                  <a:lnTo>
                    <a:pt x="23456" y="438950"/>
                  </a:lnTo>
                  <a:lnTo>
                    <a:pt x="13398" y="434606"/>
                  </a:lnTo>
                  <a:lnTo>
                    <a:pt x="3352" y="438950"/>
                  </a:lnTo>
                  <a:lnTo>
                    <a:pt x="0" y="448487"/>
                  </a:lnTo>
                  <a:lnTo>
                    <a:pt x="3340" y="458025"/>
                  </a:lnTo>
                  <a:lnTo>
                    <a:pt x="13398" y="462356"/>
                  </a:lnTo>
                  <a:lnTo>
                    <a:pt x="23444" y="458025"/>
                  </a:lnTo>
                  <a:lnTo>
                    <a:pt x="26797" y="448487"/>
                  </a:lnTo>
                  <a:close/>
                </a:path>
                <a:path w="27304" h="462915">
                  <a:moveTo>
                    <a:pt x="26797" y="339826"/>
                  </a:moveTo>
                  <a:lnTo>
                    <a:pt x="23456" y="330288"/>
                  </a:lnTo>
                  <a:lnTo>
                    <a:pt x="13398" y="325958"/>
                  </a:lnTo>
                  <a:lnTo>
                    <a:pt x="3352" y="330288"/>
                  </a:lnTo>
                  <a:lnTo>
                    <a:pt x="0" y="339826"/>
                  </a:lnTo>
                  <a:lnTo>
                    <a:pt x="3340" y="349364"/>
                  </a:lnTo>
                  <a:lnTo>
                    <a:pt x="13398" y="353707"/>
                  </a:lnTo>
                  <a:lnTo>
                    <a:pt x="23444" y="349364"/>
                  </a:lnTo>
                  <a:lnTo>
                    <a:pt x="26797" y="339826"/>
                  </a:lnTo>
                  <a:close/>
                </a:path>
                <a:path w="27304" h="462915">
                  <a:moveTo>
                    <a:pt x="26797" y="231178"/>
                  </a:moveTo>
                  <a:lnTo>
                    <a:pt x="23456" y="221640"/>
                  </a:lnTo>
                  <a:lnTo>
                    <a:pt x="13398" y="217309"/>
                  </a:lnTo>
                  <a:lnTo>
                    <a:pt x="3352" y="221640"/>
                  </a:lnTo>
                  <a:lnTo>
                    <a:pt x="0" y="231178"/>
                  </a:lnTo>
                  <a:lnTo>
                    <a:pt x="3340" y="240715"/>
                  </a:lnTo>
                  <a:lnTo>
                    <a:pt x="13398" y="245059"/>
                  </a:lnTo>
                  <a:lnTo>
                    <a:pt x="23444" y="240715"/>
                  </a:lnTo>
                  <a:lnTo>
                    <a:pt x="26797" y="231178"/>
                  </a:lnTo>
                  <a:close/>
                </a:path>
                <a:path w="27304" h="462915">
                  <a:moveTo>
                    <a:pt x="26797" y="122529"/>
                  </a:moveTo>
                  <a:lnTo>
                    <a:pt x="23456" y="112991"/>
                  </a:lnTo>
                  <a:lnTo>
                    <a:pt x="13398" y="108648"/>
                  </a:lnTo>
                  <a:lnTo>
                    <a:pt x="3352" y="112991"/>
                  </a:lnTo>
                  <a:lnTo>
                    <a:pt x="0" y="122529"/>
                  </a:lnTo>
                  <a:lnTo>
                    <a:pt x="3340" y="132067"/>
                  </a:lnTo>
                  <a:lnTo>
                    <a:pt x="13398" y="136398"/>
                  </a:lnTo>
                  <a:lnTo>
                    <a:pt x="23444" y="132067"/>
                  </a:lnTo>
                  <a:lnTo>
                    <a:pt x="26797" y="122529"/>
                  </a:lnTo>
                  <a:close/>
                </a:path>
                <a:path w="27304" h="462915">
                  <a:moveTo>
                    <a:pt x="26797" y="13868"/>
                  </a:moveTo>
                  <a:lnTo>
                    <a:pt x="23456" y="4330"/>
                  </a:lnTo>
                  <a:lnTo>
                    <a:pt x="13398" y="0"/>
                  </a:lnTo>
                  <a:lnTo>
                    <a:pt x="3352" y="4330"/>
                  </a:lnTo>
                  <a:lnTo>
                    <a:pt x="0" y="13868"/>
                  </a:lnTo>
                  <a:lnTo>
                    <a:pt x="3340" y="23406"/>
                  </a:lnTo>
                  <a:lnTo>
                    <a:pt x="13398" y="27749"/>
                  </a:lnTo>
                  <a:lnTo>
                    <a:pt x="23444" y="23406"/>
                  </a:lnTo>
                  <a:lnTo>
                    <a:pt x="26797" y="13868"/>
                  </a:lnTo>
                  <a:close/>
                </a:path>
              </a:pathLst>
            </a:custGeom>
            <a:solidFill>
              <a:srgbClr val="85CDE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0" name="object 390" descr=""/>
          <p:cNvGrpSpPr/>
          <p:nvPr/>
        </p:nvGrpSpPr>
        <p:grpSpPr>
          <a:xfrm>
            <a:off x="4414683" y="9134364"/>
            <a:ext cx="475615" cy="1337945"/>
            <a:chOff x="4414683" y="9134364"/>
            <a:chExt cx="475615" cy="1337945"/>
          </a:xfrm>
        </p:grpSpPr>
        <p:sp>
          <p:nvSpPr>
            <p:cNvPr id="391" name="object 391" descr=""/>
            <p:cNvSpPr/>
            <p:nvPr/>
          </p:nvSpPr>
          <p:spPr>
            <a:xfrm>
              <a:off x="4414672" y="9134367"/>
              <a:ext cx="475615" cy="1337945"/>
            </a:xfrm>
            <a:custGeom>
              <a:avLst/>
              <a:gdLst/>
              <a:ahLst/>
              <a:cxnLst/>
              <a:rect l="l" t="t" r="r" b="b"/>
              <a:pathLst>
                <a:path w="475614" h="1337945">
                  <a:moveTo>
                    <a:pt x="475475" y="352298"/>
                  </a:moveTo>
                  <a:lnTo>
                    <a:pt x="474751" y="321538"/>
                  </a:lnTo>
                  <a:lnTo>
                    <a:pt x="470611" y="306146"/>
                  </a:lnTo>
                  <a:lnTo>
                    <a:pt x="473392" y="298348"/>
                  </a:lnTo>
                  <a:lnTo>
                    <a:pt x="458355" y="216179"/>
                  </a:lnTo>
                  <a:lnTo>
                    <a:pt x="445795" y="157708"/>
                  </a:lnTo>
                  <a:lnTo>
                    <a:pt x="428891" y="94970"/>
                  </a:lnTo>
                  <a:lnTo>
                    <a:pt x="400837" y="0"/>
                  </a:lnTo>
                  <a:lnTo>
                    <a:pt x="73291" y="5118"/>
                  </a:lnTo>
                  <a:lnTo>
                    <a:pt x="61302" y="33045"/>
                  </a:lnTo>
                  <a:lnTo>
                    <a:pt x="35242" y="107721"/>
                  </a:lnTo>
                  <a:lnTo>
                    <a:pt x="9918" y="215430"/>
                  </a:lnTo>
                  <a:lnTo>
                    <a:pt x="1714" y="321767"/>
                  </a:lnTo>
                  <a:lnTo>
                    <a:pt x="0" y="329196"/>
                  </a:lnTo>
                  <a:lnTo>
                    <a:pt x="304" y="340156"/>
                  </a:lnTo>
                  <a:lnTo>
                    <a:pt x="127" y="342468"/>
                  </a:lnTo>
                  <a:lnTo>
                    <a:pt x="469" y="346290"/>
                  </a:lnTo>
                  <a:lnTo>
                    <a:pt x="4991" y="400735"/>
                  </a:lnTo>
                  <a:lnTo>
                    <a:pt x="11696" y="449072"/>
                  </a:lnTo>
                  <a:lnTo>
                    <a:pt x="20332" y="502996"/>
                  </a:lnTo>
                  <a:lnTo>
                    <a:pt x="30226" y="560438"/>
                  </a:lnTo>
                  <a:lnTo>
                    <a:pt x="51092" y="677456"/>
                  </a:lnTo>
                  <a:lnTo>
                    <a:pt x="60718" y="732866"/>
                  </a:lnTo>
                  <a:lnTo>
                    <a:pt x="68910" y="783424"/>
                  </a:lnTo>
                  <a:lnTo>
                    <a:pt x="75018" y="827036"/>
                  </a:lnTo>
                  <a:lnTo>
                    <a:pt x="78346" y="861618"/>
                  </a:lnTo>
                  <a:lnTo>
                    <a:pt x="79857" y="871385"/>
                  </a:lnTo>
                  <a:lnTo>
                    <a:pt x="80086" y="871842"/>
                  </a:lnTo>
                  <a:lnTo>
                    <a:pt x="80111" y="872147"/>
                  </a:lnTo>
                  <a:lnTo>
                    <a:pt x="81305" y="979106"/>
                  </a:lnTo>
                  <a:lnTo>
                    <a:pt x="90830" y="1063142"/>
                  </a:lnTo>
                  <a:lnTo>
                    <a:pt x="116865" y="1167828"/>
                  </a:lnTo>
                  <a:lnTo>
                    <a:pt x="167640" y="1336713"/>
                  </a:lnTo>
                  <a:lnTo>
                    <a:pt x="255955" y="1336763"/>
                  </a:lnTo>
                  <a:lnTo>
                    <a:pt x="257530" y="1308150"/>
                  </a:lnTo>
                  <a:lnTo>
                    <a:pt x="257441" y="1265135"/>
                  </a:lnTo>
                  <a:lnTo>
                    <a:pt x="256057" y="1211465"/>
                  </a:lnTo>
                  <a:lnTo>
                    <a:pt x="253733" y="1150886"/>
                  </a:lnTo>
                  <a:lnTo>
                    <a:pt x="250863" y="1087107"/>
                  </a:lnTo>
                  <a:lnTo>
                    <a:pt x="242506" y="914069"/>
                  </a:lnTo>
                  <a:lnTo>
                    <a:pt x="241020" y="874941"/>
                  </a:lnTo>
                  <a:lnTo>
                    <a:pt x="240995" y="872578"/>
                  </a:lnTo>
                  <a:lnTo>
                    <a:pt x="242747" y="864793"/>
                  </a:lnTo>
                  <a:lnTo>
                    <a:pt x="240830" y="811491"/>
                  </a:lnTo>
                  <a:lnTo>
                    <a:pt x="242163" y="768400"/>
                  </a:lnTo>
                  <a:lnTo>
                    <a:pt x="242189" y="715683"/>
                  </a:lnTo>
                  <a:lnTo>
                    <a:pt x="240538" y="618832"/>
                  </a:lnTo>
                  <a:lnTo>
                    <a:pt x="236880" y="445833"/>
                  </a:lnTo>
                  <a:lnTo>
                    <a:pt x="243471" y="446189"/>
                  </a:lnTo>
                  <a:lnTo>
                    <a:pt x="244894" y="445985"/>
                  </a:lnTo>
                  <a:lnTo>
                    <a:pt x="249948" y="628675"/>
                  </a:lnTo>
                  <a:lnTo>
                    <a:pt x="253225" y="732828"/>
                  </a:lnTo>
                  <a:lnTo>
                    <a:pt x="255892" y="788200"/>
                  </a:lnTo>
                  <a:lnTo>
                    <a:pt x="259346" y="831583"/>
                  </a:lnTo>
                  <a:lnTo>
                    <a:pt x="259422" y="870635"/>
                  </a:lnTo>
                  <a:lnTo>
                    <a:pt x="263461" y="881748"/>
                  </a:lnTo>
                  <a:lnTo>
                    <a:pt x="263613" y="884542"/>
                  </a:lnTo>
                  <a:lnTo>
                    <a:pt x="264668" y="929957"/>
                  </a:lnTo>
                  <a:lnTo>
                    <a:pt x="267677" y="1125842"/>
                  </a:lnTo>
                  <a:lnTo>
                    <a:pt x="269201" y="1194168"/>
                  </a:lnTo>
                  <a:lnTo>
                    <a:pt x="271272" y="1255585"/>
                  </a:lnTo>
                  <a:lnTo>
                    <a:pt x="274078" y="1305026"/>
                  </a:lnTo>
                  <a:lnTo>
                    <a:pt x="277787" y="1337462"/>
                  </a:lnTo>
                  <a:lnTo>
                    <a:pt x="365658" y="1336548"/>
                  </a:lnTo>
                  <a:lnTo>
                    <a:pt x="405955" y="1190002"/>
                  </a:lnTo>
                  <a:lnTo>
                    <a:pt x="425767" y="1091565"/>
                  </a:lnTo>
                  <a:lnTo>
                    <a:pt x="430860" y="996581"/>
                  </a:lnTo>
                  <a:lnTo>
                    <a:pt x="426961" y="860437"/>
                  </a:lnTo>
                  <a:lnTo>
                    <a:pt x="427609" y="813549"/>
                  </a:lnTo>
                  <a:lnTo>
                    <a:pt x="431165" y="772668"/>
                  </a:lnTo>
                  <a:lnTo>
                    <a:pt x="436587" y="722401"/>
                  </a:lnTo>
                  <a:lnTo>
                    <a:pt x="443103" y="667359"/>
                  </a:lnTo>
                  <a:lnTo>
                    <a:pt x="457314" y="551205"/>
                  </a:lnTo>
                  <a:lnTo>
                    <a:pt x="463943" y="494207"/>
                  </a:lnTo>
                  <a:lnTo>
                    <a:pt x="469531" y="440690"/>
                  </a:lnTo>
                  <a:lnTo>
                    <a:pt x="473557" y="392696"/>
                  </a:lnTo>
                  <a:lnTo>
                    <a:pt x="475475" y="352298"/>
                  </a:lnTo>
                  <a:close/>
                </a:path>
              </a:pathLst>
            </a:custGeom>
            <a:solidFill>
              <a:srgbClr val="3046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2" name="object 392" descr=""/>
            <p:cNvSpPr/>
            <p:nvPr/>
          </p:nvSpPr>
          <p:spPr>
            <a:xfrm>
              <a:off x="4633805" y="9164278"/>
              <a:ext cx="26670" cy="354330"/>
            </a:xfrm>
            <a:custGeom>
              <a:avLst/>
              <a:gdLst/>
              <a:ahLst/>
              <a:cxnLst/>
              <a:rect l="l" t="t" r="r" b="b"/>
              <a:pathLst>
                <a:path w="26670" h="354329">
                  <a:moveTo>
                    <a:pt x="26240" y="0"/>
                  </a:moveTo>
                  <a:lnTo>
                    <a:pt x="0" y="0"/>
                  </a:lnTo>
                  <a:lnTo>
                    <a:pt x="6286" y="212026"/>
                  </a:lnTo>
                  <a:lnTo>
                    <a:pt x="6827" y="242690"/>
                  </a:lnTo>
                  <a:lnTo>
                    <a:pt x="6439" y="254997"/>
                  </a:lnTo>
                  <a:lnTo>
                    <a:pt x="7097" y="276713"/>
                  </a:lnTo>
                  <a:lnTo>
                    <a:pt x="9391" y="310062"/>
                  </a:lnTo>
                  <a:lnTo>
                    <a:pt x="12994" y="354031"/>
                  </a:lnTo>
                  <a:lnTo>
                    <a:pt x="26030" y="354031"/>
                  </a:lnTo>
                  <a:lnTo>
                    <a:pt x="26516" y="306253"/>
                  </a:lnTo>
                  <a:lnTo>
                    <a:pt x="26499" y="279971"/>
                  </a:lnTo>
                  <a:lnTo>
                    <a:pt x="25818" y="265864"/>
                  </a:lnTo>
                  <a:lnTo>
                    <a:pt x="24313" y="254610"/>
                  </a:lnTo>
                  <a:lnTo>
                    <a:pt x="23514" y="207547"/>
                  </a:lnTo>
                  <a:lnTo>
                    <a:pt x="24298" y="120834"/>
                  </a:lnTo>
                  <a:lnTo>
                    <a:pt x="2624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3" name="object 393" descr=""/>
            <p:cNvSpPr/>
            <p:nvPr/>
          </p:nvSpPr>
          <p:spPr>
            <a:xfrm>
              <a:off x="4639521" y="9183202"/>
              <a:ext cx="26670" cy="20955"/>
            </a:xfrm>
            <a:custGeom>
              <a:avLst/>
              <a:gdLst/>
              <a:ahLst/>
              <a:cxnLst/>
              <a:rect l="l" t="t" r="r" b="b"/>
              <a:pathLst>
                <a:path w="26670" h="20954">
                  <a:moveTo>
                    <a:pt x="20208" y="0"/>
                  </a:moveTo>
                  <a:lnTo>
                    <a:pt x="5832" y="0"/>
                  </a:lnTo>
                  <a:lnTo>
                    <a:pt x="0" y="4544"/>
                  </a:lnTo>
                  <a:lnTo>
                    <a:pt x="0" y="15842"/>
                  </a:lnTo>
                  <a:lnTo>
                    <a:pt x="5832" y="20418"/>
                  </a:lnTo>
                  <a:lnTo>
                    <a:pt x="20208" y="20418"/>
                  </a:lnTo>
                  <a:lnTo>
                    <a:pt x="26051" y="15842"/>
                  </a:lnTo>
                  <a:lnTo>
                    <a:pt x="26051" y="10209"/>
                  </a:lnTo>
                  <a:lnTo>
                    <a:pt x="26051" y="4544"/>
                  </a:lnTo>
                  <a:lnTo>
                    <a:pt x="202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4" name="object 394" descr=""/>
            <p:cNvSpPr/>
            <p:nvPr/>
          </p:nvSpPr>
          <p:spPr>
            <a:xfrm>
              <a:off x="4444047" y="9183198"/>
              <a:ext cx="408305" cy="106045"/>
            </a:xfrm>
            <a:custGeom>
              <a:avLst/>
              <a:gdLst/>
              <a:ahLst/>
              <a:cxnLst/>
              <a:rect l="l" t="t" r="r" b="b"/>
              <a:pathLst>
                <a:path w="408304" h="106045">
                  <a:moveTo>
                    <a:pt x="87820" y="9144"/>
                  </a:moveTo>
                  <a:lnTo>
                    <a:pt x="72377" y="0"/>
                  </a:lnTo>
                  <a:lnTo>
                    <a:pt x="0" y="96875"/>
                  </a:lnTo>
                  <a:lnTo>
                    <a:pt x="15392" y="106045"/>
                  </a:lnTo>
                  <a:lnTo>
                    <a:pt x="87820" y="9144"/>
                  </a:lnTo>
                  <a:close/>
                </a:path>
                <a:path w="408304" h="106045">
                  <a:moveTo>
                    <a:pt x="407682" y="96888"/>
                  </a:moveTo>
                  <a:lnTo>
                    <a:pt x="335267" y="0"/>
                  </a:lnTo>
                  <a:lnTo>
                    <a:pt x="319862" y="9144"/>
                  </a:lnTo>
                  <a:lnTo>
                    <a:pt x="392226" y="106045"/>
                  </a:lnTo>
                  <a:lnTo>
                    <a:pt x="407682" y="96888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5" name="object 395" descr=""/>
          <p:cNvGrpSpPr/>
          <p:nvPr/>
        </p:nvGrpSpPr>
        <p:grpSpPr>
          <a:xfrm>
            <a:off x="6267203" y="9134364"/>
            <a:ext cx="475615" cy="1337945"/>
            <a:chOff x="6267203" y="9134364"/>
            <a:chExt cx="475615" cy="1337945"/>
          </a:xfrm>
        </p:grpSpPr>
        <p:sp>
          <p:nvSpPr>
            <p:cNvPr id="396" name="object 396" descr=""/>
            <p:cNvSpPr/>
            <p:nvPr/>
          </p:nvSpPr>
          <p:spPr>
            <a:xfrm>
              <a:off x="6267196" y="9134367"/>
              <a:ext cx="475615" cy="1337945"/>
            </a:xfrm>
            <a:custGeom>
              <a:avLst/>
              <a:gdLst/>
              <a:ahLst/>
              <a:cxnLst/>
              <a:rect l="l" t="t" r="r" b="b"/>
              <a:pathLst>
                <a:path w="475615" h="1337945">
                  <a:moveTo>
                    <a:pt x="475475" y="352298"/>
                  </a:moveTo>
                  <a:lnTo>
                    <a:pt x="474751" y="321538"/>
                  </a:lnTo>
                  <a:lnTo>
                    <a:pt x="470611" y="306146"/>
                  </a:lnTo>
                  <a:lnTo>
                    <a:pt x="473392" y="298348"/>
                  </a:lnTo>
                  <a:lnTo>
                    <a:pt x="458355" y="216179"/>
                  </a:lnTo>
                  <a:lnTo>
                    <a:pt x="445795" y="157708"/>
                  </a:lnTo>
                  <a:lnTo>
                    <a:pt x="428879" y="94970"/>
                  </a:lnTo>
                  <a:lnTo>
                    <a:pt x="400837" y="0"/>
                  </a:lnTo>
                  <a:lnTo>
                    <a:pt x="73279" y="5118"/>
                  </a:lnTo>
                  <a:lnTo>
                    <a:pt x="61302" y="33045"/>
                  </a:lnTo>
                  <a:lnTo>
                    <a:pt x="35242" y="107721"/>
                  </a:lnTo>
                  <a:lnTo>
                    <a:pt x="9906" y="215430"/>
                  </a:lnTo>
                  <a:lnTo>
                    <a:pt x="1714" y="321779"/>
                  </a:lnTo>
                  <a:lnTo>
                    <a:pt x="0" y="329196"/>
                  </a:lnTo>
                  <a:lnTo>
                    <a:pt x="304" y="340144"/>
                  </a:lnTo>
                  <a:lnTo>
                    <a:pt x="127" y="342468"/>
                  </a:lnTo>
                  <a:lnTo>
                    <a:pt x="469" y="346290"/>
                  </a:lnTo>
                  <a:lnTo>
                    <a:pt x="4978" y="400735"/>
                  </a:lnTo>
                  <a:lnTo>
                    <a:pt x="11696" y="449072"/>
                  </a:lnTo>
                  <a:lnTo>
                    <a:pt x="20332" y="502996"/>
                  </a:lnTo>
                  <a:lnTo>
                    <a:pt x="30226" y="560438"/>
                  </a:lnTo>
                  <a:lnTo>
                    <a:pt x="51079" y="677456"/>
                  </a:lnTo>
                  <a:lnTo>
                    <a:pt x="60706" y="732866"/>
                  </a:lnTo>
                  <a:lnTo>
                    <a:pt x="68910" y="783424"/>
                  </a:lnTo>
                  <a:lnTo>
                    <a:pt x="75006" y="827036"/>
                  </a:lnTo>
                  <a:lnTo>
                    <a:pt x="78346" y="861618"/>
                  </a:lnTo>
                  <a:lnTo>
                    <a:pt x="79857" y="871385"/>
                  </a:lnTo>
                  <a:lnTo>
                    <a:pt x="80086" y="871842"/>
                  </a:lnTo>
                  <a:lnTo>
                    <a:pt x="80111" y="872147"/>
                  </a:lnTo>
                  <a:lnTo>
                    <a:pt x="81305" y="995260"/>
                  </a:lnTo>
                  <a:lnTo>
                    <a:pt x="90817" y="1084694"/>
                  </a:lnTo>
                  <a:lnTo>
                    <a:pt x="116865" y="1183982"/>
                  </a:lnTo>
                  <a:lnTo>
                    <a:pt x="167627" y="1336713"/>
                  </a:lnTo>
                  <a:lnTo>
                    <a:pt x="255955" y="1336763"/>
                  </a:lnTo>
                  <a:lnTo>
                    <a:pt x="257530" y="1308150"/>
                  </a:lnTo>
                  <a:lnTo>
                    <a:pt x="257429" y="1265135"/>
                  </a:lnTo>
                  <a:lnTo>
                    <a:pt x="256044" y="1211465"/>
                  </a:lnTo>
                  <a:lnTo>
                    <a:pt x="253733" y="1150886"/>
                  </a:lnTo>
                  <a:lnTo>
                    <a:pt x="250863" y="1087107"/>
                  </a:lnTo>
                  <a:lnTo>
                    <a:pt x="242506" y="914069"/>
                  </a:lnTo>
                  <a:lnTo>
                    <a:pt x="241033" y="874941"/>
                  </a:lnTo>
                  <a:lnTo>
                    <a:pt x="241007" y="872490"/>
                  </a:lnTo>
                  <a:lnTo>
                    <a:pt x="242735" y="864793"/>
                  </a:lnTo>
                  <a:lnTo>
                    <a:pt x="240817" y="811491"/>
                  </a:lnTo>
                  <a:lnTo>
                    <a:pt x="242150" y="768400"/>
                  </a:lnTo>
                  <a:lnTo>
                    <a:pt x="242189" y="715683"/>
                  </a:lnTo>
                  <a:lnTo>
                    <a:pt x="240525" y="618832"/>
                  </a:lnTo>
                  <a:lnTo>
                    <a:pt x="236867" y="445833"/>
                  </a:lnTo>
                  <a:lnTo>
                    <a:pt x="243471" y="446189"/>
                  </a:lnTo>
                  <a:lnTo>
                    <a:pt x="244894" y="445985"/>
                  </a:lnTo>
                  <a:lnTo>
                    <a:pt x="249948" y="628675"/>
                  </a:lnTo>
                  <a:lnTo>
                    <a:pt x="253225" y="732828"/>
                  </a:lnTo>
                  <a:lnTo>
                    <a:pt x="255892" y="788200"/>
                  </a:lnTo>
                  <a:lnTo>
                    <a:pt x="259334" y="831583"/>
                  </a:lnTo>
                  <a:lnTo>
                    <a:pt x="259422" y="870635"/>
                  </a:lnTo>
                  <a:lnTo>
                    <a:pt x="263448" y="881710"/>
                  </a:lnTo>
                  <a:lnTo>
                    <a:pt x="263601" y="884542"/>
                  </a:lnTo>
                  <a:lnTo>
                    <a:pt x="264668" y="929957"/>
                  </a:lnTo>
                  <a:lnTo>
                    <a:pt x="267665" y="1125842"/>
                  </a:lnTo>
                  <a:lnTo>
                    <a:pt x="269189" y="1194168"/>
                  </a:lnTo>
                  <a:lnTo>
                    <a:pt x="271272" y="1255585"/>
                  </a:lnTo>
                  <a:lnTo>
                    <a:pt x="274078" y="1305026"/>
                  </a:lnTo>
                  <a:lnTo>
                    <a:pt x="277787" y="1337462"/>
                  </a:lnTo>
                  <a:lnTo>
                    <a:pt x="365658" y="1336548"/>
                  </a:lnTo>
                  <a:lnTo>
                    <a:pt x="408482" y="1176261"/>
                  </a:lnTo>
                  <a:lnTo>
                    <a:pt x="429145" y="1073238"/>
                  </a:lnTo>
                  <a:lnTo>
                    <a:pt x="433387" y="982840"/>
                  </a:lnTo>
                  <a:lnTo>
                    <a:pt x="426961" y="860437"/>
                  </a:lnTo>
                  <a:lnTo>
                    <a:pt x="427609" y="813549"/>
                  </a:lnTo>
                  <a:lnTo>
                    <a:pt x="431165" y="772668"/>
                  </a:lnTo>
                  <a:lnTo>
                    <a:pt x="436575" y="722401"/>
                  </a:lnTo>
                  <a:lnTo>
                    <a:pt x="443103" y="667359"/>
                  </a:lnTo>
                  <a:lnTo>
                    <a:pt x="457314" y="551205"/>
                  </a:lnTo>
                  <a:lnTo>
                    <a:pt x="463943" y="494207"/>
                  </a:lnTo>
                  <a:lnTo>
                    <a:pt x="469531" y="440690"/>
                  </a:lnTo>
                  <a:lnTo>
                    <a:pt x="473557" y="392696"/>
                  </a:lnTo>
                  <a:lnTo>
                    <a:pt x="475475" y="352298"/>
                  </a:lnTo>
                  <a:close/>
                </a:path>
              </a:pathLst>
            </a:custGeom>
            <a:solidFill>
              <a:srgbClr val="30468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7" name="object 397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6559658" y="9283010"/>
              <a:ext cx="133472" cy="78029"/>
            </a:xfrm>
            <a:prstGeom prst="rect">
              <a:avLst/>
            </a:prstGeom>
          </p:spPr>
        </p:pic>
        <p:pic>
          <p:nvPicPr>
            <p:cNvPr id="398" name="object 398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316276" y="9283014"/>
              <a:ext cx="133894" cy="78029"/>
            </a:xfrm>
            <a:prstGeom prst="rect">
              <a:avLst/>
            </a:prstGeom>
          </p:spPr>
        </p:pic>
      </p:grpSp>
      <p:sp>
        <p:nvSpPr>
          <p:cNvPr id="399" name="object 399" descr=""/>
          <p:cNvSpPr/>
          <p:nvPr/>
        </p:nvSpPr>
        <p:spPr>
          <a:xfrm>
            <a:off x="5584114" y="9362496"/>
            <a:ext cx="259079" cy="1106805"/>
          </a:xfrm>
          <a:custGeom>
            <a:avLst/>
            <a:gdLst/>
            <a:ahLst/>
            <a:cxnLst/>
            <a:rect l="l" t="t" r="r" b="b"/>
            <a:pathLst>
              <a:path w="259079" h="1106804">
                <a:moveTo>
                  <a:pt x="258470" y="1033907"/>
                </a:moveTo>
                <a:lnTo>
                  <a:pt x="258203" y="979500"/>
                </a:lnTo>
                <a:lnTo>
                  <a:pt x="257251" y="918019"/>
                </a:lnTo>
                <a:lnTo>
                  <a:pt x="255854" y="853274"/>
                </a:lnTo>
                <a:lnTo>
                  <a:pt x="251460" y="677633"/>
                </a:lnTo>
                <a:lnTo>
                  <a:pt x="250736" y="638009"/>
                </a:lnTo>
                <a:lnTo>
                  <a:pt x="250812" y="614197"/>
                </a:lnTo>
                <a:lnTo>
                  <a:pt x="249224" y="606145"/>
                </a:lnTo>
                <a:lnTo>
                  <a:pt x="250545" y="588733"/>
                </a:lnTo>
                <a:lnTo>
                  <a:pt x="251739" y="545528"/>
                </a:lnTo>
                <a:lnTo>
                  <a:pt x="250698" y="491959"/>
                </a:lnTo>
                <a:lnTo>
                  <a:pt x="246151" y="392785"/>
                </a:lnTo>
                <a:lnTo>
                  <a:pt x="236816" y="212763"/>
                </a:lnTo>
                <a:lnTo>
                  <a:pt x="213829" y="117335"/>
                </a:lnTo>
                <a:lnTo>
                  <a:pt x="179552" y="46901"/>
                </a:lnTo>
                <a:lnTo>
                  <a:pt x="125171" y="4737"/>
                </a:lnTo>
                <a:lnTo>
                  <a:pt x="81737" y="0"/>
                </a:lnTo>
                <a:lnTo>
                  <a:pt x="42265" y="11239"/>
                </a:lnTo>
                <a:lnTo>
                  <a:pt x="12954" y="42710"/>
                </a:lnTo>
                <a:lnTo>
                  <a:pt x="0" y="98640"/>
                </a:lnTo>
                <a:lnTo>
                  <a:pt x="863" y="129527"/>
                </a:lnTo>
                <a:lnTo>
                  <a:pt x="4978" y="170180"/>
                </a:lnTo>
                <a:lnTo>
                  <a:pt x="11696" y="218516"/>
                </a:lnTo>
                <a:lnTo>
                  <a:pt x="20332" y="272440"/>
                </a:lnTo>
                <a:lnTo>
                  <a:pt x="30226" y="329882"/>
                </a:lnTo>
                <a:lnTo>
                  <a:pt x="51079" y="446900"/>
                </a:lnTo>
                <a:lnTo>
                  <a:pt x="60706" y="502310"/>
                </a:lnTo>
                <a:lnTo>
                  <a:pt x="68910" y="552869"/>
                </a:lnTo>
                <a:lnTo>
                  <a:pt x="75006" y="596480"/>
                </a:lnTo>
                <a:lnTo>
                  <a:pt x="78346" y="631063"/>
                </a:lnTo>
                <a:lnTo>
                  <a:pt x="79857" y="640829"/>
                </a:lnTo>
                <a:lnTo>
                  <a:pt x="80086" y="641286"/>
                </a:lnTo>
                <a:lnTo>
                  <a:pt x="80111" y="641591"/>
                </a:lnTo>
                <a:lnTo>
                  <a:pt x="88709" y="771740"/>
                </a:lnTo>
                <a:lnTo>
                  <a:pt x="100685" y="863511"/>
                </a:lnTo>
                <a:lnTo>
                  <a:pt x="124269" y="960462"/>
                </a:lnTo>
                <a:lnTo>
                  <a:pt x="167627" y="1106157"/>
                </a:lnTo>
                <a:lnTo>
                  <a:pt x="255955" y="1106208"/>
                </a:lnTo>
                <a:lnTo>
                  <a:pt x="257797" y="1077404"/>
                </a:lnTo>
                <a:lnTo>
                  <a:pt x="258470" y="1033907"/>
                </a:lnTo>
                <a:close/>
              </a:path>
            </a:pathLst>
          </a:custGeom>
          <a:solidFill>
            <a:srgbClr val="30468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0" name="object 400" descr=""/>
          <p:cNvGrpSpPr/>
          <p:nvPr/>
        </p:nvGrpSpPr>
        <p:grpSpPr>
          <a:xfrm>
            <a:off x="5584160" y="9134362"/>
            <a:ext cx="549910" cy="1340485"/>
            <a:chOff x="5584160" y="9134362"/>
            <a:chExt cx="549910" cy="1340485"/>
          </a:xfrm>
        </p:grpSpPr>
        <p:sp>
          <p:nvSpPr>
            <p:cNvPr id="401" name="object 401" descr=""/>
            <p:cNvSpPr/>
            <p:nvPr/>
          </p:nvSpPr>
          <p:spPr>
            <a:xfrm>
              <a:off x="5584151" y="9134366"/>
              <a:ext cx="549910" cy="1340485"/>
            </a:xfrm>
            <a:custGeom>
              <a:avLst/>
              <a:gdLst/>
              <a:ahLst/>
              <a:cxnLst/>
              <a:rect l="l" t="t" r="r" b="b"/>
              <a:pathLst>
                <a:path w="549910" h="1340484">
                  <a:moveTo>
                    <a:pt x="549668" y="1070533"/>
                  </a:moveTo>
                  <a:lnTo>
                    <a:pt x="538441" y="971892"/>
                  </a:lnTo>
                  <a:lnTo>
                    <a:pt x="512330" y="833297"/>
                  </a:lnTo>
                  <a:lnTo>
                    <a:pt x="510730" y="824128"/>
                  </a:lnTo>
                  <a:lnTo>
                    <a:pt x="510971" y="813003"/>
                  </a:lnTo>
                  <a:lnTo>
                    <a:pt x="511098" y="764755"/>
                  </a:lnTo>
                  <a:lnTo>
                    <a:pt x="510578" y="709853"/>
                  </a:lnTo>
                  <a:lnTo>
                    <a:pt x="509384" y="650455"/>
                  </a:lnTo>
                  <a:lnTo>
                    <a:pt x="507568" y="588695"/>
                  </a:lnTo>
                  <a:lnTo>
                    <a:pt x="505117" y="526745"/>
                  </a:lnTo>
                  <a:lnTo>
                    <a:pt x="502031" y="466750"/>
                  </a:lnTo>
                  <a:lnTo>
                    <a:pt x="498348" y="410857"/>
                  </a:lnTo>
                  <a:lnTo>
                    <a:pt x="494055" y="361226"/>
                  </a:lnTo>
                  <a:lnTo>
                    <a:pt x="489178" y="320001"/>
                  </a:lnTo>
                  <a:lnTo>
                    <a:pt x="482117" y="285953"/>
                  </a:lnTo>
                  <a:lnTo>
                    <a:pt x="482295" y="285470"/>
                  </a:lnTo>
                  <a:lnTo>
                    <a:pt x="466915" y="203504"/>
                  </a:lnTo>
                  <a:lnTo>
                    <a:pt x="454456" y="146443"/>
                  </a:lnTo>
                  <a:lnTo>
                    <a:pt x="438327" y="87528"/>
                  </a:lnTo>
                  <a:lnTo>
                    <a:pt x="411937" y="0"/>
                  </a:lnTo>
                  <a:lnTo>
                    <a:pt x="63271" y="10579"/>
                  </a:lnTo>
                  <a:lnTo>
                    <a:pt x="52819" y="37655"/>
                  </a:lnTo>
                  <a:lnTo>
                    <a:pt x="30137" y="110451"/>
                  </a:lnTo>
                  <a:lnTo>
                    <a:pt x="8204" y="216281"/>
                  </a:lnTo>
                  <a:lnTo>
                    <a:pt x="0" y="342468"/>
                  </a:lnTo>
                  <a:lnTo>
                    <a:pt x="5105" y="396303"/>
                  </a:lnTo>
                  <a:lnTo>
                    <a:pt x="32854" y="425056"/>
                  </a:lnTo>
                  <a:lnTo>
                    <a:pt x="106730" y="438442"/>
                  </a:lnTo>
                  <a:lnTo>
                    <a:pt x="250164" y="446201"/>
                  </a:lnTo>
                  <a:lnTo>
                    <a:pt x="262089" y="443826"/>
                  </a:lnTo>
                  <a:lnTo>
                    <a:pt x="299808" y="643877"/>
                  </a:lnTo>
                  <a:lnTo>
                    <a:pt x="321246" y="756069"/>
                  </a:lnTo>
                  <a:lnTo>
                    <a:pt x="332981" y="814019"/>
                  </a:lnTo>
                  <a:lnTo>
                    <a:pt x="342684" y="856983"/>
                  </a:lnTo>
                  <a:lnTo>
                    <a:pt x="348259" y="895642"/>
                  </a:lnTo>
                  <a:lnTo>
                    <a:pt x="353745" y="905929"/>
                  </a:lnTo>
                  <a:lnTo>
                    <a:pt x="354203" y="908291"/>
                  </a:lnTo>
                  <a:lnTo>
                    <a:pt x="361238" y="951699"/>
                  </a:lnTo>
                  <a:lnTo>
                    <a:pt x="389750" y="1138224"/>
                  </a:lnTo>
                  <a:lnTo>
                    <a:pt x="400177" y="1203248"/>
                  </a:lnTo>
                  <a:lnTo>
                    <a:pt x="410286" y="1261719"/>
                  </a:lnTo>
                  <a:lnTo>
                    <a:pt x="419620" y="1308874"/>
                  </a:lnTo>
                  <a:lnTo>
                    <a:pt x="427697" y="1339938"/>
                  </a:lnTo>
                  <a:lnTo>
                    <a:pt x="536536" y="1336763"/>
                  </a:lnTo>
                  <a:lnTo>
                    <a:pt x="548271" y="1176426"/>
                  </a:lnTo>
                  <a:lnTo>
                    <a:pt x="549668" y="1070533"/>
                  </a:lnTo>
                  <a:close/>
                </a:path>
              </a:pathLst>
            </a:custGeom>
            <a:solidFill>
              <a:srgbClr val="3046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2" name="object 402" descr=""/>
            <p:cNvSpPr/>
            <p:nvPr/>
          </p:nvSpPr>
          <p:spPr>
            <a:xfrm>
              <a:off x="5793931" y="9164277"/>
              <a:ext cx="26670" cy="354330"/>
            </a:xfrm>
            <a:custGeom>
              <a:avLst/>
              <a:gdLst/>
              <a:ahLst/>
              <a:cxnLst/>
              <a:rect l="l" t="t" r="r" b="b"/>
              <a:pathLst>
                <a:path w="26670" h="354329">
                  <a:moveTo>
                    <a:pt x="26240" y="0"/>
                  </a:moveTo>
                  <a:lnTo>
                    <a:pt x="0" y="0"/>
                  </a:lnTo>
                  <a:lnTo>
                    <a:pt x="6286" y="212026"/>
                  </a:lnTo>
                  <a:lnTo>
                    <a:pt x="6827" y="242690"/>
                  </a:lnTo>
                  <a:lnTo>
                    <a:pt x="6439" y="254997"/>
                  </a:lnTo>
                  <a:lnTo>
                    <a:pt x="7097" y="276713"/>
                  </a:lnTo>
                  <a:lnTo>
                    <a:pt x="9391" y="310062"/>
                  </a:lnTo>
                  <a:lnTo>
                    <a:pt x="12994" y="354031"/>
                  </a:lnTo>
                  <a:lnTo>
                    <a:pt x="26030" y="354031"/>
                  </a:lnTo>
                  <a:lnTo>
                    <a:pt x="26516" y="306253"/>
                  </a:lnTo>
                  <a:lnTo>
                    <a:pt x="26499" y="279971"/>
                  </a:lnTo>
                  <a:lnTo>
                    <a:pt x="25818" y="265864"/>
                  </a:lnTo>
                  <a:lnTo>
                    <a:pt x="24313" y="254610"/>
                  </a:lnTo>
                  <a:lnTo>
                    <a:pt x="23514" y="207547"/>
                  </a:lnTo>
                  <a:lnTo>
                    <a:pt x="24298" y="120834"/>
                  </a:lnTo>
                  <a:lnTo>
                    <a:pt x="26240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3" name="object 403" descr=""/>
            <p:cNvSpPr/>
            <p:nvPr/>
          </p:nvSpPr>
          <p:spPr>
            <a:xfrm>
              <a:off x="5799637" y="9183201"/>
              <a:ext cx="26670" cy="20955"/>
            </a:xfrm>
            <a:custGeom>
              <a:avLst/>
              <a:gdLst/>
              <a:ahLst/>
              <a:cxnLst/>
              <a:rect l="l" t="t" r="r" b="b"/>
              <a:pathLst>
                <a:path w="26670" h="20954">
                  <a:moveTo>
                    <a:pt x="20219" y="0"/>
                  </a:moveTo>
                  <a:lnTo>
                    <a:pt x="5832" y="0"/>
                  </a:lnTo>
                  <a:lnTo>
                    <a:pt x="0" y="4544"/>
                  </a:lnTo>
                  <a:lnTo>
                    <a:pt x="0" y="15842"/>
                  </a:lnTo>
                  <a:lnTo>
                    <a:pt x="5832" y="20418"/>
                  </a:lnTo>
                  <a:lnTo>
                    <a:pt x="20219" y="20418"/>
                  </a:lnTo>
                  <a:lnTo>
                    <a:pt x="26062" y="15842"/>
                  </a:lnTo>
                  <a:lnTo>
                    <a:pt x="26062" y="10209"/>
                  </a:lnTo>
                  <a:lnTo>
                    <a:pt x="26062" y="4544"/>
                  </a:lnTo>
                  <a:lnTo>
                    <a:pt x="202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4" name="object 404" descr=""/>
            <p:cNvSpPr/>
            <p:nvPr/>
          </p:nvSpPr>
          <p:spPr>
            <a:xfrm>
              <a:off x="5604167" y="9183198"/>
              <a:ext cx="408305" cy="106045"/>
            </a:xfrm>
            <a:custGeom>
              <a:avLst/>
              <a:gdLst/>
              <a:ahLst/>
              <a:cxnLst/>
              <a:rect l="l" t="t" r="r" b="b"/>
              <a:pathLst>
                <a:path w="408304" h="106045">
                  <a:moveTo>
                    <a:pt x="87820" y="9144"/>
                  </a:moveTo>
                  <a:lnTo>
                    <a:pt x="72390" y="0"/>
                  </a:lnTo>
                  <a:lnTo>
                    <a:pt x="0" y="96875"/>
                  </a:lnTo>
                  <a:lnTo>
                    <a:pt x="15392" y="106045"/>
                  </a:lnTo>
                  <a:lnTo>
                    <a:pt x="87820" y="9144"/>
                  </a:lnTo>
                  <a:close/>
                </a:path>
                <a:path w="408304" h="106045">
                  <a:moveTo>
                    <a:pt x="407695" y="96888"/>
                  </a:moveTo>
                  <a:lnTo>
                    <a:pt x="335280" y="0"/>
                  </a:lnTo>
                  <a:lnTo>
                    <a:pt x="319874" y="9144"/>
                  </a:lnTo>
                  <a:lnTo>
                    <a:pt x="392239" y="106045"/>
                  </a:lnTo>
                  <a:lnTo>
                    <a:pt x="407695" y="96888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5" name="object 405" descr=""/>
          <p:cNvSpPr/>
          <p:nvPr/>
        </p:nvSpPr>
        <p:spPr>
          <a:xfrm>
            <a:off x="13037540" y="9272987"/>
            <a:ext cx="154305" cy="540385"/>
          </a:xfrm>
          <a:custGeom>
            <a:avLst/>
            <a:gdLst/>
            <a:ahLst/>
            <a:cxnLst/>
            <a:rect l="l" t="t" r="r" b="b"/>
            <a:pathLst>
              <a:path w="154305" h="540384">
                <a:moveTo>
                  <a:pt x="154190" y="522960"/>
                </a:moveTo>
                <a:lnTo>
                  <a:pt x="147358" y="458787"/>
                </a:lnTo>
                <a:lnTo>
                  <a:pt x="138582" y="368503"/>
                </a:lnTo>
                <a:lnTo>
                  <a:pt x="133172" y="326948"/>
                </a:lnTo>
                <a:lnTo>
                  <a:pt x="125437" y="289077"/>
                </a:lnTo>
                <a:lnTo>
                  <a:pt x="112369" y="236562"/>
                </a:lnTo>
                <a:lnTo>
                  <a:pt x="111213" y="235712"/>
                </a:lnTo>
                <a:lnTo>
                  <a:pt x="109994" y="220510"/>
                </a:lnTo>
                <a:lnTo>
                  <a:pt x="82003" y="57289"/>
                </a:lnTo>
                <a:lnTo>
                  <a:pt x="72567" y="24701"/>
                </a:lnTo>
                <a:lnTo>
                  <a:pt x="56603" y="0"/>
                </a:lnTo>
                <a:lnTo>
                  <a:pt x="40640" y="1689"/>
                </a:lnTo>
                <a:lnTo>
                  <a:pt x="22174" y="25222"/>
                </a:lnTo>
                <a:lnTo>
                  <a:pt x="6769" y="57353"/>
                </a:lnTo>
                <a:lnTo>
                  <a:pt x="0" y="84797"/>
                </a:lnTo>
                <a:lnTo>
                  <a:pt x="3619" y="127990"/>
                </a:lnTo>
                <a:lnTo>
                  <a:pt x="12649" y="197180"/>
                </a:lnTo>
                <a:lnTo>
                  <a:pt x="22567" y="263944"/>
                </a:lnTo>
                <a:lnTo>
                  <a:pt x="25755" y="282181"/>
                </a:lnTo>
                <a:lnTo>
                  <a:pt x="25031" y="285254"/>
                </a:lnTo>
                <a:lnTo>
                  <a:pt x="28625" y="298589"/>
                </a:lnTo>
                <a:lnTo>
                  <a:pt x="28854" y="299821"/>
                </a:lnTo>
                <a:lnTo>
                  <a:pt x="28994" y="299948"/>
                </a:lnTo>
                <a:lnTo>
                  <a:pt x="30060" y="303847"/>
                </a:lnTo>
                <a:lnTo>
                  <a:pt x="38442" y="336600"/>
                </a:lnTo>
                <a:lnTo>
                  <a:pt x="89306" y="540143"/>
                </a:lnTo>
                <a:lnTo>
                  <a:pt x="106553" y="537019"/>
                </a:lnTo>
                <a:lnTo>
                  <a:pt x="119062" y="534187"/>
                </a:lnTo>
                <a:lnTo>
                  <a:pt x="132905" y="530034"/>
                </a:lnTo>
                <a:lnTo>
                  <a:pt x="154190" y="522960"/>
                </a:lnTo>
                <a:close/>
              </a:path>
            </a:pathLst>
          </a:custGeom>
          <a:solidFill>
            <a:srgbClr val="CCCAC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6" name="object 406" descr=""/>
          <p:cNvGrpSpPr/>
          <p:nvPr/>
        </p:nvGrpSpPr>
        <p:grpSpPr>
          <a:xfrm>
            <a:off x="12672039" y="9235947"/>
            <a:ext cx="463550" cy="1216660"/>
            <a:chOff x="12672039" y="9235947"/>
            <a:chExt cx="463550" cy="1216660"/>
          </a:xfrm>
        </p:grpSpPr>
        <p:sp>
          <p:nvSpPr>
            <p:cNvPr id="407" name="object 407" descr=""/>
            <p:cNvSpPr/>
            <p:nvPr/>
          </p:nvSpPr>
          <p:spPr>
            <a:xfrm>
              <a:off x="12672035" y="9275298"/>
              <a:ext cx="154305" cy="540385"/>
            </a:xfrm>
            <a:custGeom>
              <a:avLst/>
              <a:gdLst/>
              <a:ahLst/>
              <a:cxnLst/>
              <a:rect l="l" t="t" r="r" b="b"/>
              <a:pathLst>
                <a:path w="154304" h="540384">
                  <a:moveTo>
                    <a:pt x="154165" y="84810"/>
                  </a:moveTo>
                  <a:lnTo>
                    <a:pt x="147408" y="57365"/>
                  </a:lnTo>
                  <a:lnTo>
                    <a:pt x="132003" y="25234"/>
                  </a:lnTo>
                  <a:lnTo>
                    <a:pt x="113538" y="1701"/>
                  </a:lnTo>
                  <a:lnTo>
                    <a:pt x="97574" y="0"/>
                  </a:lnTo>
                  <a:lnTo>
                    <a:pt x="81610" y="24701"/>
                  </a:lnTo>
                  <a:lnTo>
                    <a:pt x="72174" y="57289"/>
                  </a:lnTo>
                  <a:lnTo>
                    <a:pt x="44183" y="220522"/>
                  </a:lnTo>
                  <a:lnTo>
                    <a:pt x="42951" y="235712"/>
                  </a:lnTo>
                  <a:lnTo>
                    <a:pt x="41795" y="236575"/>
                  </a:lnTo>
                  <a:lnTo>
                    <a:pt x="28740" y="289077"/>
                  </a:lnTo>
                  <a:lnTo>
                    <a:pt x="21018" y="326948"/>
                  </a:lnTo>
                  <a:lnTo>
                    <a:pt x="15595" y="368515"/>
                  </a:lnTo>
                  <a:lnTo>
                    <a:pt x="6819" y="458787"/>
                  </a:lnTo>
                  <a:lnTo>
                    <a:pt x="0" y="522973"/>
                  </a:lnTo>
                  <a:lnTo>
                    <a:pt x="21272" y="530047"/>
                  </a:lnTo>
                  <a:lnTo>
                    <a:pt x="35115" y="534187"/>
                  </a:lnTo>
                  <a:lnTo>
                    <a:pt x="47625" y="537019"/>
                  </a:lnTo>
                  <a:lnTo>
                    <a:pt x="64871" y="540143"/>
                  </a:lnTo>
                  <a:lnTo>
                    <a:pt x="115722" y="336613"/>
                  </a:lnTo>
                  <a:lnTo>
                    <a:pt x="124104" y="303860"/>
                  </a:lnTo>
                  <a:lnTo>
                    <a:pt x="125158" y="299961"/>
                  </a:lnTo>
                  <a:lnTo>
                    <a:pt x="125310" y="299834"/>
                  </a:lnTo>
                  <a:lnTo>
                    <a:pt x="125514" y="298640"/>
                  </a:lnTo>
                  <a:lnTo>
                    <a:pt x="129146" y="285267"/>
                  </a:lnTo>
                  <a:lnTo>
                    <a:pt x="128409" y="282181"/>
                  </a:lnTo>
                  <a:lnTo>
                    <a:pt x="131610" y="263944"/>
                  </a:lnTo>
                  <a:lnTo>
                    <a:pt x="141528" y="197192"/>
                  </a:lnTo>
                  <a:lnTo>
                    <a:pt x="150558" y="127990"/>
                  </a:lnTo>
                  <a:lnTo>
                    <a:pt x="154165" y="84810"/>
                  </a:lnTo>
                  <a:close/>
                </a:path>
              </a:pathLst>
            </a:custGeom>
            <a:solidFill>
              <a:srgbClr val="CCCA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8" name="object 408" descr=""/>
            <p:cNvSpPr/>
            <p:nvPr/>
          </p:nvSpPr>
          <p:spPr>
            <a:xfrm>
              <a:off x="12810436" y="9235947"/>
              <a:ext cx="262890" cy="1183005"/>
            </a:xfrm>
            <a:custGeom>
              <a:avLst/>
              <a:gdLst/>
              <a:ahLst/>
              <a:cxnLst/>
              <a:rect l="l" t="t" r="r" b="b"/>
              <a:pathLst>
                <a:path w="262890" h="1183004">
                  <a:moveTo>
                    <a:pt x="225071" y="0"/>
                  </a:moveTo>
                  <a:lnTo>
                    <a:pt x="177021" y="23893"/>
                  </a:lnTo>
                  <a:lnTo>
                    <a:pt x="139754" y="32277"/>
                  </a:lnTo>
                  <a:lnTo>
                    <a:pt x="94148" y="25531"/>
                  </a:lnTo>
                  <a:lnTo>
                    <a:pt x="21077" y="4031"/>
                  </a:lnTo>
                  <a:lnTo>
                    <a:pt x="0" y="1164844"/>
                  </a:lnTo>
                  <a:lnTo>
                    <a:pt x="59742" y="1178467"/>
                  </a:lnTo>
                  <a:lnTo>
                    <a:pt x="106992" y="1183008"/>
                  </a:lnTo>
                  <a:lnTo>
                    <a:pt x="166355" y="1178467"/>
                  </a:lnTo>
                  <a:lnTo>
                    <a:pt x="262431" y="1164844"/>
                  </a:lnTo>
                  <a:lnTo>
                    <a:pt x="255293" y="830146"/>
                  </a:lnTo>
                  <a:lnTo>
                    <a:pt x="248467" y="485767"/>
                  </a:lnTo>
                  <a:lnTo>
                    <a:pt x="244671" y="367698"/>
                  </a:lnTo>
                  <a:lnTo>
                    <a:pt x="237701" y="225775"/>
                  </a:lnTo>
                  <a:lnTo>
                    <a:pt x="225071" y="0"/>
                  </a:lnTo>
                  <a:close/>
                </a:path>
              </a:pathLst>
            </a:custGeom>
            <a:solidFill>
              <a:srgbClr val="AFAE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9" name="object 409" descr=""/>
            <p:cNvSpPr/>
            <p:nvPr/>
          </p:nvSpPr>
          <p:spPr>
            <a:xfrm>
              <a:off x="12739840" y="9235953"/>
              <a:ext cx="395605" cy="1216660"/>
            </a:xfrm>
            <a:custGeom>
              <a:avLst/>
              <a:gdLst/>
              <a:ahLst/>
              <a:cxnLst/>
              <a:rect l="l" t="t" r="r" b="b"/>
              <a:pathLst>
                <a:path w="395605" h="1216659">
                  <a:moveTo>
                    <a:pt x="111709" y="1203960"/>
                  </a:moveTo>
                  <a:lnTo>
                    <a:pt x="111353" y="1191412"/>
                  </a:lnTo>
                  <a:lnTo>
                    <a:pt x="102895" y="1022057"/>
                  </a:lnTo>
                  <a:lnTo>
                    <a:pt x="98856" y="932078"/>
                  </a:lnTo>
                  <a:lnTo>
                    <a:pt x="94881" y="826617"/>
                  </a:lnTo>
                  <a:lnTo>
                    <a:pt x="93040" y="768311"/>
                  </a:lnTo>
                  <a:lnTo>
                    <a:pt x="91363" y="706424"/>
                  </a:lnTo>
                  <a:lnTo>
                    <a:pt x="89890" y="641057"/>
                  </a:lnTo>
                  <a:lnTo>
                    <a:pt x="88671" y="572287"/>
                  </a:lnTo>
                  <a:lnTo>
                    <a:pt x="87782" y="500227"/>
                  </a:lnTo>
                  <a:lnTo>
                    <a:pt x="87236" y="424967"/>
                  </a:lnTo>
                  <a:lnTo>
                    <a:pt x="87109" y="346608"/>
                  </a:lnTo>
                  <a:lnTo>
                    <a:pt x="87439" y="265239"/>
                  </a:lnTo>
                  <a:lnTo>
                    <a:pt x="88277" y="180949"/>
                  </a:lnTo>
                  <a:lnTo>
                    <a:pt x="89662" y="93853"/>
                  </a:lnTo>
                  <a:lnTo>
                    <a:pt x="91668" y="4025"/>
                  </a:lnTo>
                  <a:lnTo>
                    <a:pt x="63284" y="13068"/>
                  </a:lnTo>
                  <a:lnTo>
                    <a:pt x="29362" y="38468"/>
                  </a:lnTo>
                  <a:lnTo>
                    <a:pt x="22301" y="80162"/>
                  </a:lnTo>
                  <a:lnTo>
                    <a:pt x="18707" y="121183"/>
                  </a:lnTo>
                  <a:lnTo>
                    <a:pt x="15189" y="172237"/>
                  </a:lnTo>
                  <a:lnTo>
                    <a:pt x="11836" y="230759"/>
                  </a:lnTo>
                  <a:lnTo>
                    <a:pt x="8724" y="294182"/>
                  </a:lnTo>
                  <a:lnTo>
                    <a:pt x="5956" y="359943"/>
                  </a:lnTo>
                  <a:lnTo>
                    <a:pt x="3606" y="425475"/>
                  </a:lnTo>
                  <a:lnTo>
                    <a:pt x="1778" y="488213"/>
                  </a:lnTo>
                  <a:lnTo>
                    <a:pt x="546" y="545592"/>
                  </a:lnTo>
                  <a:lnTo>
                    <a:pt x="0" y="595033"/>
                  </a:lnTo>
                  <a:lnTo>
                    <a:pt x="228" y="633996"/>
                  </a:lnTo>
                  <a:lnTo>
                    <a:pt x="838" y="676478"/>
                  </a:lnTo>
                  <a:lnTo>
                    <a:pt x="1701" y="791933"/>
                  </a:lnTo>
                  <a:lnTo>
                    <a:pt x="2997" y="1111834"/>
                  </a:lnTo>
                  <a:lnTo>
                    <a:pt x="3352" y="1156068"/>
                  </a:lnTo>
                  <a:lnTo>
                    <a:pt x="4406" y="1199654"/>
                  </a:lnTo>
                  <a:lnTo>
                    <a:pt x="56222" y="1213904"/>
                  </a:lnTo>
                  <a:lnTo>
                    <a:pt x="92011" y="1216113"/>
                  </a:lnTo>
                  <a:lnTo>
                    <a:pt x="111086" y="1214755"/>
                  </a:lnTo>
                  <a:lnTo>
                    <a:pt x="111633" y="1211770"/>
                  </a:lnTo>
                  <a:lnTo>
                    <a:pt x="111709" y="1203960"/>
                  </a:lnTo>
                  <a:close/>
                </a:path>
                <a:path w="395605" h="1216659">
                  <a:moveTo>
                    <a:pt x="395541" y="1175880"/>
                  </a:moveTo>
                  <a:lnTo>
                    <a:pt x="394766" y="1145997"/>
                  </a:lnTo>
                  <a:lnTo>
                    <a:pt x="384403" y="852703"/>
                  </a:lnTo>
                  <a:lnTo>
                    <a:pt x="382435" y="786815"/>
                  </a:lnTo>
                  <a:lnTo>
                    <a:pt x="380987" y="725703"/>
                  </a:lnTo>
                  <a:lnTo>
                    <a:pt x="380238" y="672439"/>
                  </a:lnTo>
                  <a:lnTo>
                    <a:pt x="380631" y="591159"/>
                  </a:lnTo>
                  <a:lnTo>
                    <a:pt x="380085" y="541705"/>
                  </a:lnTo>
                  <a:lnTo>
                    <a:pt x="378853" y="484339"/>
                  </a:lnTo>
                  <a:lnTo>
                    <a:pt x="377012" y="421601"/>
                  </a:lnTo>
                  <a:lnTo>
                    <a:pt x="374675" y="356069"/>
                  </a:lnTo>
                  <a:lnTo>
                    <a:pt x="371906" y="290309"/>
                  </a:lnTo>
                  <a:lnTo>
                    <a:pt x="368795" y="226885"/>
                  </a:lnTo>
                  <a:lnTo>
                    <a:pt x="365442" y="168363"/>
                  </a:lnTo>
                  <a:lnTo>
                    <a:pt x="361924" y="117309"/>
                  </a:lnTo>
                  <a:lnTo>
                    <a:pt x="358330" y="76276"/>
                  </a:lnTo>
                  <a:lnTo>
                    <a:pt x="351282" y="34594"/>
                  </a:lnTo>
                  <a:lnTo>
                    <a:pt x="320154" y="9131"/>
                  </a:lnTo>
                  <a:lnTo>
                    <a:pt x="295656" y="0"/>
                  </a:lnTo>
                  <a:lnTo>
                    <a:pt x="295224" y="241858"/>
                  </a:lnTo>
                  <a:lnTo>
                    <a:pt x="294144" y="468033"/>
                  </a:lnTo>
                  <a:lnTo>
                    <a:pt x="289902" y="1044016"/>
                  </a:lnTo>
                  <a:lnTo>
                    <a:pt x="289661" y="1144003"/>
                  </a:lnTo>
                  <a:lnTo>
                    <a:pt x="290080" y="1187335"/>
                  </a:lnTo>
                  <a:lnTo>
                    <a:pt x="290487" y="1201432"/>
                  </a:lnTo>
                  <a:lnTo>
                    <a:pt x="291045" y="1210246"/>
                  </a:lnTo>
                  <a:lnTo>
                    <a:pt x="291769" y="1213573"/>
                  </a:lnTo>
                  <a:lnTo>
                    <a:pt x="310362" y="1213459"/>
                  </a:lnTo>
                  <a:lnTo>
                    <a:pt x="345109" y="1207985"/>
                  </a:lnTo>
                  <a:lnTo>
                    <a:pt x="379095" y="1199172"/>
                  </a:lnTo>
                  <a:lnTo>
                    <a:pt x="395389" y="1188999"/>
                  </a:lnTo>
                  <a:lnTo>
                    <a:pt x="395541" y="1175880"/>
                  </a:lnTo>
                  <a:close/>
                </a:path>
              </a:pathLst>
            </a:custGeom>
            <a:solidFill>
              <a:srgbClr val="D9D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0" name="object 410" descr=""/>
          <p:cNvSpPr/>
          <p:nvPr/>
        </p:nvSpPr>
        <p:spPr>
          <a:xfrm>
            <a:off x="14902803" y="9272987"/>
            <a:ext cx="154305" cy="540385"/>
          </a:xfrm>
          <a:custGeom>
            <a:avLst/>
            <a:gdLst/>
            <a:ahLst/>
            <a:cxnLst/>
            <a:rect l="l" t="t" r="r" b="b"/>
            <a:pathLst>
              <a:path w="154305" h="540384">
                <a:moveTo>
                  <a:pt x="154178" y="522960"/>
                </a:moveTo>
                <a:lnTo>
                  <a:pt x="147345" y="458787"/>
                </a:lnTo>
                <a:lnTo>
                  <a:pt x="138569" y="368503"/>
                </a:lnTo>
                <a:lnTo>
                  <a:pt x="133159" y="326948"/>
                </a:lnTo>
                <a:lnTo>
                  <a:pt x="125437" y="289077"/>
                </a:lnTo>
                <a:lnTo>
                  <a:pt x="112382" y="236562"/>
                </a:lnTo>
                <a:lnTo>
                  <a:pt x="111213" y="235699"/>
                </a:lnTo>
                <a:lnTo>
                  <a:pt x="109994" y="220510"/>
                </a:lnTo>
                <a:lnTo>
                  <a:pt x="82003" y="57289"/>
                </a:lnTo>
                <a:lnTo>
                  <a:pt x="72567" y="24701"/>
                </a:lnTo>
                <a:lnTo>
                  <a:pt x="56603" y="0"/>
                </a:lnTo>
                <a:lnTo>
                  <a:pt x="40640" y="1689"/>
                </a:lnTo>
                <a:lnTo>
                  <a:pt x="22174" y="25222"/>
                </a:lnTo>
                <a:lnTo>
                  <a:pt x="6769" y="57353"/>
                </a:lnTo>
                <a:lnTo>
                  <a:pt x="0" y="84797"/>
                </a:lnTo>
                <a:lnTo>
                  <a:pt x="3619" y="127990"/>
                </a:lnTo>
                <a:lnTo>
                  <a:pt x="12636" y="197180"/>
                </a:lnTo>
                <a:lnTo>
                  <a:pt x="22555" y="263944"/>
                </a:lnTo>
                <a:lnTo>
                  <a:pt x="25742" y="282143"/>
                </a:lnTo>
                <a:lnTo>
                  <a:pt x="25006" y="285254"/>
                </a:lnTo>
                <a:lnTo>
                  <a:pt x="28638" y="298665"/>
                </a:lnTo>
                <a:lnTo>
                  <a:pt x="28854" y="299821"/>
                </a:lnTo>
                <a:lnTo>
                  <a:pt x="28994" y="299948"/>
                </a:lnTo>
                <a:lnTo>
                  <a:pt x="30060" y="303847"/>
                </a:lnTo>
                <a:lnTo>
                  <a:pt x="38442" y="336600"/>
                </a:lnTo>
                <a:lnTo>
                  <a:pt x="89293" y="540143"/>
                </a:lnTo>
                <a:lnTo>
                  <a:pt x="106540" y="537019"/>
                </a:lnTo>
                <a:lnTo>
                  <a:pt x="119049" y="534187"/>
                </a:lnTo>
                <a:lnTo>
                  <a:pt x="132905" y="530034"/>
                </a:lnTo>
                <a:lnTo>
                  <a:pt x="154178" y="522960"/>
                </a:lnTo>
                <a:close/>
              </a:path>
            </a:pathLst>
          </a:custGeom>
          <a:solidFill>
            <a:srgbClr val="CCCAC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1" name="object 411" descr=""/>
          <p:cNvGrpSpPr/>
          <p:nvPr/>
        </p:nvGrpSpPr>
        <p:grpSpPr>
          <a:xfrm>
            <a:off x="14537295" y="9235947"/>
            <a:ext cx="464184" cy="1209040"/>
            <a:chOff x="14537295" y="9235947"/>
            <a:chExt cx="464184" cy="1209040"/>
          </a:xfrm>
        </p:grpSpPr>
        <p:sp>
          <p:nvSpPr>
            <p:cNvPr id="412" name="object 412" descr=""/>
            <p:cNvSpPr/>
            <p:nvPr/>
          </p:nvSpPr>
          <p:spPr>
            <a:xfrm>
              <a:off x="14537284" y="9275298"/>
              <a:ext cx="154305" cy="540385"/>
            </a:xfrm>
            <a:custGeom>
              <a:avLst/>
              <a:gdLst/>
              <a:ahLst/>
              <a:cxnLst/>
              <a:rect l="l" t="t" r="r" b="b"/>
              <a:pathLst>
                <a:path w="154305" h="540384">
                  <a:moveTo>
                    <a:pt x="154178" y="84810"/>
                  </a:moveTo>
                  <a:lnTo>
                    <a:pt x="147408" y="57365"/>
                  </a:lnTo>
                  <a:lnTo>
                    <a:pt x="132016" y="25234"/>
                  </a:lnTo>
                  <a:lnTo>
                    <a:pt x="113550" y="1701"/>
                  </a:lnTo>
                  <a:lnTo>
                    <a:pt x="97586" y="0"/>
                  </a:lnTo>
                  <a:lnTo>
                    <a:pt x="81622" y="24701"/>
                  </a:lnTo>
                  <a:lnTo>
                    <a:pt x="72174" y="57289"/>
                  </a:lnTo>
                  <a:lnTo>
                    <a:pt x="44183" y="220522"/>
                  </a:lnTo>
                  <a:lnTo>
                    <a:pt x="42951" y="235712"/>
                  </a:lnTo>
                  <a:lnTo>
                    <a:pt x="41795" y="236575"/>
                  </a:lnTo>
                  <a:lnTo>
                    <a:pt x="28740" y="289077"/>
                  </a:lnTo>
                  <a:lnTo>
                    <a:pt x="21018" y="326948"/>
                  </a:lnTo>
                  <a:lnTo>
                    <a:pt x="15608" y="368515"/>
                  </a:lnTo>
                  <a:lnTo>
                    <a:pt x="6832" y="458787"/>
                  </a:lnTo>
                  <a:lnTo>
                    <a:pt x="0" y="522973"/>
                  </a:lnTo>
                  <a:lnTo>
                    <a:pt x="21272" y="530047"/>
                  </a:lnTo>
                  <a:lnTo>
                    <a:pt x="35128" y="534187"/>
                  </a:lnTo>
                  <a:lnTo>
                    <a:pt x="47625" y="537019"/>
                  </a:lnTo>
                  <a:lnTo>
                    <a:pt x="64884" y="540143"/>
                  </a:lnTo>
                  <a:lnTo>
                    <a:pt x="115735" y="336613"/>
                  </a:lnTo>
                  <a:lnTo>
                    <a:pt x="124117" y="303860"/>
                  </a:lnTo>
                  <a:lnTo>
                    <a:pt x="125171" y="299974"/>
                  </a:lnTo>
                  <a:lnTo>
                    <a:pt x="125336" y="299834"/>
                  </a:lnTo>
                  <a:lnTo>
                    <a:pt x="125564" y="298513"/>
                  </a:lnTo>
                  <a:lnTo>
                    <a:pt x="129159" y="285267"/>
                  </a:lnTo>
                  <a:lnTo>
                    <a:pt x="128422" y="282194"/>
                  </a:lnTo>
                  <a:lnTo>
                    <a:pt x="131622" y="263944"/>
                  </a:lnTo>
                  <a:lnTo>
                    <a:pt x="141541" y="197192"/>
                  </a:lnTo>
                  <a:lnTo>
                    <a:pt x="150558" y="127990"/>
                  </a:lnTo>
                  <a:lnTo>
                    <a:pt x="154178" y="84810"/>
                  </a:lnTo>
                  <a:close/>
                </a:path>
              </a:pathLst>
            </a:custGeom>
            <a:solidFill>
              <a:srgbClr val="CCCA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3" name="object 413" descr=""/>
            <p:cNvSpPr/>
            <p:nvPr/>
          </p:nvSpPr>
          <p:spPr>
            <a:xfrm>
              <a:off x="14605095" y="9235947"/>
              <a:ext cx="396875" cy="1209040"/>
            </a:xfrm>
            <a:custGeom>
              <a:avLst/>
              <a:gdLst/>
              <a:ahLst/>
              <a:cxnLst/>
              <a:rect l="l" t="t" r="r" b="b"/>
              <a:pathLst>
                <a:path w="396875" h="1209040">
                  <a:moveTo>
                    <a:pt x="295671" y="0"/>
                  </a:moveTo>
                  <a:lnTo>
                    <a:pt x="256264" y="13312"/>
                  </a:lnTo>
                  <a:lnTo>
                    <a:pt x="197514" y="20128"/>
                  </a:lnTo>
                  <a:lnTo>
                    <a:pt x="136845" y="17889"/>
                  </a:lnTo>
                  <a:lnTo>
                    <a:pt x="91677" y="4031"/>
                  </a:lnTo>
                  <a:lnTo>
                    <a:pt x="63298" y="13074"/>
                  </a:lnTo>
                  <a:lnTo>
                    <a:pt x="29365" y="38470"/>
                  </a:lnTo>
                  <a:lnTo>
                    <a:pt x="22309" y="80161"/>
                  </a:lnTo>
                  <a:lnTo>
                    <a:pt x="18717" y="121186"/>
                  </a:lnTo>
                  <a:lnTo>
                    <a:pt x="15200" y="172243"/>
                  </a:lnTo>
                  <a:lnTo>
                    <a:pt x="11843" y="230767"/>
                  </a:lnTo>
                  <a:lnTo>
                    <a:pt x="8736" y="294192"/>
                  </a:lnTo>
                  <a:lnTo>
                    <a:pt x="5966" y="359953"/>
                  </a:lnTo>
                  <a:lnTo>
                    <a:pt x="3619" y="425483"/>
                  </a:lnTo>
                  <a:lnTo>
                    <a:pt x="1784" y="488217"/>
                  </a:lnTo>
                  <a:lnTo>
                    <a:pt x="549" y="545591"/>
                  </a:lnTo>
                  <a:lnTo>
                    <a:pt x="0" y="595037"/>
                  </a:lnTo>
                  <a:lnTo>
                    <a:pt x="225" y="633991"/>
                  </a:lnTo>
                  <a:lnTo>
                    <a:pt x="843" y="676479"/>
                  </a:lnTo>
                  <a:lnTo>
                    <a:pt x="1699" y="791931"/>
                  </a:lnTo>
                  <a:lnTo>
                    <a:pt x="3007" y="1111839"/>
                  </a:lnTo>
                  <a:lnTo>
                    <a:pt x="3364" y="1156068"/>
                  </a:lnTo>
                  <a:lnTo>
                    <a:pt x="4413" y="1199659"/>
                  </a:lnTo>
                  <a:lnTo>
                    <a:pt x="66307" y="1207019"/>
                  </a:lnTo>
                  <a:lnTo>
                    <a:pt x="128792" y="1208648"/>
                  </a:lnTo>
                  <a:lnTo>
                    <a:pt x="200288" y="1208963"/>
                  </a:lnTo>
                  <a:lnTo>
                    <a:pt x="271784" y="1208006"/>
                  </a:lnTo>
                  <a:lnTo>
                    <a:pt x="334271" y="1205817"/>
                  </a:lnTo>
                  <a:lnTo>
                    <a:pt x="378736" y="1202439"/>
                  </a:lnTo>
                  <a:lnTo>
                    <a:pt x="396171" y="1197911"/>
                  </a:lnTo>
                  <a:lnTo>
                    <a:pt x="396294" y="1184587"/>
                  </a:lnTo>
                  <a:lnTo>
                    <a:pt x="395477" y="1154129"/>
                  </a:lnTo>
                  <a:lnTo>
                    <a:pt x="387006" y="924124"/>
                  </a:lnTo>
                  <a:lnTo>
                    <a:pt x="384635" y="855371"/>
                  </a:lnTo>
                  <a:lnTo>
                    <a:pt x="382582" y="788434"/>
                  </a:lnTo>
                  <a:lnTo>
                    <a:pt x="381055" y="726472"/>
                  </a:lnTo>
                  <a:lnTo>
                    <a:pt x="380266" y="672643"/>
                  </a:lnTo>
                  <a:lnTo>
                    <a:pt x="380422" y="630106"/>
                  </a:lnTo>
                  <a:lnTo>
                    <a:pt x="380646" y="591152"/>
                  </a:lnTo>
                  <a:lnTo>
                    <a:pt x="380096" y="541707"/>
                  </a:lnTo>
                  <a:lnTo>
                    <a:pt x="378860" y="484334"/>
                  </a:lnTo>
                  <a:lnTo>
                    <a:pt x="377026" y="421600"/>
                  </a:lnTo>
                  <a:lnTo>
                    <a:pt x="374680" y="356071"/>
                  </a:lnTo>
                  <a:lnTo>
                    <a:pt x="371911" y="290311"/>
                  </a:lnTo>
                  <a:lnTo>
                    <a:pt x="368805" y="226887"/>
                  </a:lnTo>
                  <a:lnTo>
                    <a:pt x="365450" y="168363"/>
                  </a:lnTo>
                  <a:lnTo>
                    <a:pt x="361933" y="117306"/>
                  </a:lnTo>
                  <a:lnTo>
                    <a:pt x="358341" y="76280"/>
                  </a:lnTo>
                  <a:lnTo>
                    <a:pt x="351282" y="34585"/>
                  </a:lnTo>
                  <a:lnTo>
                    <a:pt x="318380" y="10052"/>
                  </a:lnTo>
                  <a:lnTo>
                    <a:pt x="302449" y="2688"/>
                  </a:lnTo>
                  <a:lnTo>
                    <a:pt x="295671" y="0"/>
                  </a:lnTo>
                  <a:close/>
                </a:path>
              </a:pathLst>
            </a:custGeom>
            <a:solidFill>
              <a:srgbClr val="D9D5D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4" name="object 414" descr=""/>
          <p:cNvSpPr/>
          <p:nvPr/>
        </p:nvSpPr>
        <p:spPr>
          <a:xfrm>
            <a:off x="14204379" y="9268974"/>
            <a:ext cx="173990" cy="538480"/>
          </a:xfrm>
          <a:custGeom>
            <a:avLst/>
            <a:gdLst/>
            <a:ahLst/>
            <a:cxnLst/>
            <a:rect l="l" t="t" r="r" b="b"/>
            <a:pathLst>
              <a:path w="173990" h="538479">
                <a:moveTo>
                  <a:pt x="173761" y="518045"/>
                </a:moveTo>
                <a:lnTo>
                  <a:pt x="164033" y="454228"/>
                </a:lnTo>
                <a:lnTo>
                  <a:pt x="151193" y="364439"/>
                </a:lnTo>
                <a:lnTo>
                  <a:pt x="143916" y="323164"/>
                </a:lnTo>
                <a:lnTo>
                  <a:pt x="134505" y="285673"/>
                </a:lnTo>
                <a:lnTo>
                  <a:pt x="119087" y="233807"/>
                </a:lnTo>
                <a:lnTo>
                  <a:pt x="117881" y="232994"/>
                </a:lnTo>
                <a:lnTo>
                  <a:pt x="115976" y="217881"/>
                </a:lnTo>
                <a:lnTo>
                  <a:pt x="80670" y="56083"/>
                </a:lnTo>
                <a:lnTo>
                  <a:pt x="69773" y="23952"/>
                </a:lnTo>
                <a:lnTo>
                  <a:pt x="52705" y="0"/>
                </a:lnTo>
                <a:lnTo>
                  <a:pt x="36830" y="2400"/>
                </a:lnTo>
                <a:lnTo>
                  <a:pt x="19443" y="26746"/>
                </a:lnTo>
                <a:lnTo>
                  <a:pt x="5511" y="59537"/>
                </a:lnTo>
                <a:lnTo>
                  <a:pt x="0" y="87261"/>
                </a:lnTo>
                <a:lnTo>
                  <a:pt x="5549" y="130238"/>
                </a:lnTo>
                <a:lnTo>
                  <a:pt x="17678" y="198958"/>
                </a:lnTo>
                <a:lnTo>
                  <a:pt x="30594" y="265201"/>
                </a:lnTo>
                <a:lnTo>
                  <a:pt x="34607" y="283286"/>
                </a:lnTo>
                <a:lnTo>
                  <a:pt x="34023" y="286385"/>
                </a:lnTo>
                <a:lnTo>
                  <a:pt x="38176" y="299351"/>
                </a:lnTo>
                <a:lnTo>
                  <a:pt x="38493" y="300761"/>
                </a:lnTo>
                <a:lnTo>
                  <a:pt x="38671" y="300901"/>
                </a:lnTo>
                <a:lnTo>
                  <a:pt x="39903" y="304723"/>
                </a:lnTo>
                <a:lnTo>
                  <a:pt x="49745" y="337070"/>
                </a:lnTo>
                <a:lnTo>
                  <a:pt x="109715" y="538111"/>
                </a:lnTo>
                <a:lnTo>
                  <a:pt x="126809" y="534212"/>
                </a:lnTo>
                <a:lnTo>
                  <a:pt x="139179" y="530821"/>
                </a:lnTo>
                <a:lnTo>
                  <a:pt x="152819" y="526059"/>
                </a:lnTo>
                <a:lnTo>
                  <a:pt x="173761" y="518045"/>
                </a:lnTo>
                <a:close/>
              </a:path>
            </a:pathLst>
          </a:custGeom>
          <a:solidFill>
            <a:srgbClr val="CCCAC7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5" name="object 415" descr=""/>
          <p:cNvGrpSpPr/>
          <p:nvPr/>
        </p:nvGrpSpPr>
        <p:grpSpPr>
          <a:xfrm>
            <a:off x="13830444" y="9231848"/>
            <a:ext cx="495300" cy="1220470"/>
            <a:chOff x="13830444" y="9231848"/>
            <a:chExt cx="495300" cy="1220470"/>
          </a:xfrm>
        </p:grpSpPr>
        <p:sp>
          <p:nvSpPr>
            <p:cNvPr id="416" name="object 416" descr=""/>
            <p:cNvSpPr/>
            <p:nvPr/>
          </p:nvSpPr>
          <p:spPr>
            <a:xfrm>
              <a:off x="13830439" y="9275299"/>
              <a:ext cx="154305" cy="540385"/>
            </a:xfrm>
            <a:custGeom>
              <a:avLst/>
              <a:gdLst/>
              <a:ahLst/>
              <a:cxnLst/>
              <a:rect l="l" t="t" r="r" b="b"/>
              <a:pathLst>
                <a:path w="154305" h="540384">
                  <a:moveTo>
                    <a:pt x="154178" y="84810"/>
                  </a:moveTo>
                  <a:lnTo>
                    <a:pt x="147408" y="57365"/>
                  </a:lnTo>
                  <a:lnTo>
                    <a:pt x="132016" y="25234"/>
                  </a:lnTo>
                  <a:lnTo>
                    <a:pt x="113550" y="1701"/>
                  </a:lnTo>
                  <a:lnTo>
                    <a:pt x="97586" y="0"/>
                  </a:lnTo>
                  <a:lnTo>
                    <a:pt x="81610" y="24701"/>
                  </a:lnTo>
                  <a:lnTo>
                    <a:pt x="72174" y="57289"/>
                  </a:lnTo>
                  <a:lnTo>
                    <a:pt x="44183" y="220522"/>
                  </a:lnTo>
                  <a:lnTo>
                    <a:pt x="42951" y="235712"/>
                  </a:lnTo>
                  <a:lnTo>
                    <a:pt x="41795" y="236575"/>
                  </a:lnTo>
                  <a:lnTo>
                    <a:pt x="28740" y="289077"/>
                  </a:lnTo>
                  <a:lnTo>
                    <a:pt x="21018" y="326948"/>
                  </a:lnTo>
                  <a:lnTo>
                    <a:pt x="15608" y="368515"/>
                  </a:lnTo>
                  <a:lnTo>
                    <a:pt x="6832" y="458787"/>
                  </a:lnTo>
                  <a:lnTo>
                    <a:pt x="0" y="522973"/>
                  </a:lnTo>
                  <a:lnTo>
                    <a:pt x="21272" y="530047"/>
                  </a:lnTo>
                  <a:lnTo>
                    <a:pt x="35128" y="534187"/>
                  </a:lnTo>
                  <a:lnTo>
                    <a:pt x="47625" y="537019"/>
                  </a:lnTo>
                  <a:lnTo>
                    <a:pt x="64871" y="540143"/>
                  </a:lnTo>
                  <a:lnTo>
                    <a:pt x="115735" y="336613"/>
                  </a:lnTo>
                  <a:lnTo>
                    <a:pt x="124104" y="303860"/>
                  </a:lnTo>
                  <a:lnTo>
                    <a:pt x="125158" y="299974"/>
                  </a:lnTo>
                  <a:lnTo>
                    <a:pt x="125323" y="299834"/>
                  </a:lnTo>
                  <a:lnTo>
                    <a:pt x="125552" y="298513"/>
                  </a:lnTo>
                  <a:lnTo>
                    <a:pt x="129146" y="285267"/>
                  </a:lnTo>
                  <a:lnTo>
                    <a:pt x="128409" y="282206"/>
                  </a:lnTo>
                  <a:lnTo>
                    <a:pt x="131622" y="263944"/>
                  </a:lnTo>
                  <a:lnTo>
                    <a:pt x="141541" y="197192"/>
                  </a:lnTo>
                  <a:lnTo>
                    <a:pt x="150558" y="127990"/>
                  </a:lnTo>
                  <a:lnTo>
                    <a:pt x="154178" y="84810"/>
                  </a:lnTo>
                  <a:close/>
                </a:path>
              </a:pathLst>
            </a:custGeom>
            <a:solidFill>
              <a:srgbClr val="CCCA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7" name="object 417" descr=""/>
            <p:cNvSpPr/>
            <p:nvPr/>
          </p:nvSpPr>
          <p:spPr>
            <a:xfrm>
              <a:off x="13954101" y="9231849"/>
              <a:ext cx="302895" cy="1171575"/>
            </a:xfrm>
            <a:custGeom>
              <a:avLst/>
              <a:gdLst/>
              <a:ahLst/>
              <a:cxnLst/>
              <a:rect l="l" t="t" r="r" b="b"/>
              <a:pathLst>
                <a:path w="302894" h="1171575">
                  <a:moveTo>
                    <a:pt x="238463" y="0"/>
                  </a:moveTo>
                  <a:lnTo>
                    <a:pt x="188325" y="24964"/>
                  </a:lnTo>
                  <a:lnTo>
                    <a:pt x="150340" y="33624"/>
                  </a:lnTo>
                  <a:lnTo>
                    <a:pt x="105367" y="26283"/>
                  </a:lnTo>
                  <a:lnTo>
                    <a:pt x="34260" y="3245"/>
                  </a:lnTo>
                  <a:lnTo>
                    <a:pt x="0" y="1152792"/>
                  </a:lnTo>
                  <a:lnTo>
                    <a:pt x="59838" y="1166415"/>
                  </a:lnTo>
                  <a:lnTo>
                    <a:pt x="111300" y="1170956"/>
                  </a:lnTo>
                  <a:lnTo>
                    <a:pt x="182748" y="1166415"/>
                  </a:lnTo>
                  <a:lnTo>
                    <a:pt x="302545" y="1152792"/>
                  </a:lnTo>
                  <a:lnTo>
                    <a:pt x="273468" y="757128"/>
                  </a:lnTo>
                  <a:lnTo>
                    <a:pt x="263833" y="623796"/>
                  </a:lnTo>
                  <a:lnTo>
                    <a:pt x="256975" y="500484"/>
                  </a:lnTo>
                  <a:lnTo>
                    <a:pt x="249612" y="316212"/>
                  </a:lnTo>
                  <a:lnTo>
                    <a:pt x="238463" y="0"/>
                  </a:lnTo>
                  <a:close/>
                </a:path>
              </a:pathLst>
            </a:custGeom>
            <a:solidFill>
              <a:srgbClr val="AFAE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8" name="object 418" descr=""/>
            <p:cNvSpPr/>
            <p:nvPr/>
          </p:nvSpPr>
          <p:spPr>
            <a:xfrm>
              <a:off x="13898232" y="9231852"/>
              <a:ext cx="427355" cy="1220470"/>
            </a:xfrm>
            <a:custGeom>
              <a:avLst/>
              <a:gdLst/>
              <a:ahLst/>
              <a:cxnLst/>
              <a:rect l="l" t="t" r="r" b="b"/>
              <a:pathLst>
                <a:path w="427355" h="1220470">
                  <a:moveTo>
                    <a:pt x="111696" y="1207960"/>
                  </a:moveTo>
                  <a:lnTo>
                    <a:pt x="110502" y="1177963"/>
                  </a:lnTo>
                  <a:lnTo>
                    <a:pt x="102412" y="1024610"/>
                  </a:lnTo>
                  <a:lnTo>
                    <a:pt x="98196" y="934046"/>
                  </a:lnTo>
                  <a:lnTo>
                    <a:pt x="96075" y="882891"/>
                  </a:lnTo>
                  <a:lnTo>
                    <a:pt x="94030" y="827963"/>
                  </a:lnTo>
                  <a:lnTo>
                    <a:pt x="92087" y="769366"/>
                  </a:lnTo>
                  <a:lnTo>
                    <a:pt x="90309" y="707186"/>
                  </a:lnTo>
                  <a:lnTo>
                    <a:pt x="88747" y="641540"/>
                  </a:lnTo>
                  <a:lnTo>
                    <a:pt x="87452" y="572516"/>
                  </a:lnTo>
                  <a:lnTo>
                    <a:pt x="86474" y="500214"/>
                  </a:lnTo>
                  <a:lnTo>
                    <a:pt x="85877" y="424738"/>
                  </a:lnTo>
                  <a:lnTo>
                    <a:pt x="85686" y="346189"/>
                  </a:lnTo>
                  <a:lnTo>
                    <a:pt x="85966" y="264668"/>
                  </a:lnTo>
                  <a:lnTo>
                    <a:pt x="86766" y="180263"/>
                  </a:lnTo>
                  <a:lnTo>
                    <a:pt x="88125" y="93091"/>
                  </a:lnTo>
                  <a:lnTo>
                    <a:pt x="90119" y="3251"/>
                  </a:lnTo>
                  <a:lnTo>
                    <a:pt x="62649" y="15113"/>
                  </a:lnTo>
                  <a:lnTo>
                    <a:pt x="29375" y="42583"/>
                  </a:lnTo>
                  <a:lnTo>
                    <a:pt x="22313" y="84264"/>
                  </a:lnTo>
                  <a:lnTo>
                    <a:pt x="18719" y="125298"/>
                  </a:lnTo>
                  <a:lnTo>
                    <a:pt x="15201" y="176352"/>
                  </a:lnTo>
                  <a:lnTo>
                    <a:pt x="11849" y="234873"/>
                  </a:lnTo>
                  <a:lnTo>
                    <a:pt x="8737" y="298297"/>
                  </a:lnTo>
                  <a:lnTo>
                    <a:pt x="5969" y="364058"/>
                  </a:lnTo>
                  <a:lnTo>
                    <a:pt x="3632" y="429577"/>
                  </a:lnTo>
                  <a:lnTo>
                    <a:pt x="1790" y="492315"/>
                  </a:lnTo>
                  <a:lnTo>
                    <a:pt x="558" y="549694"/>
                  </a:lnTo>
                  <a:lnTo>
                    <a:pt x="0" y="599135"/>
                  </a:lnTo>
                  <a:lnTo>
                    <a:pt x="228" y="638086"/>
                  </a:lnTo>
                  <a:lnTo>
                    <a:pt x="850" y="680580"/>
                  </a:lnTo>
                  <a:lnTo>
                    <a:pt x="1701" y="796036"/>
                  </a:lnTo>
                  <a:lnTo>
                    <a:pt x="3009" y="1115949"/>
                  </a:lnTo>
                  <a:lnTo>
                    <a:pt x="3365" y="1160170"/>
                  </a:lnTo>
                  <a:lnTo>
                    <a:pt x="4419" y="1203769"/>
                  </a:lnTo>
                  <a:lnTo>
                    <a:pt x="56235" y="1218006"/>
                  </a:lnTo>
                  <a:lnTo>
                    <a:pt x="92036" y="1220216"/>
                  </a:lnTo>
                  <a:lnTo>
                    <a:pt x="111099" y="1218857"/>
                  </a:lnTo>
                  <a:lnTo>
                    <a:pt x="111645" y="1215847"/>
                  </a:lnTo>
                  <a:lnTo>
                    <a:pt x="111696" y="1207960"/>
                  </a:lnTo>
                  <a:close/>
                </a:path>
                <a:path w="427355" h="1220470">
                  <a:moveTo>
                    <a:pt x="427291" y="1181011"/>
                  </a:moveTo>
                  <a:lnTo>
                    <a:pt x="424700" y="1108100"/>
                  </a:lnTo>
                  <a:lnTo>
                    <a:pt x="422325" y="1054315"/>
                  </a:lnTo>
                  <a:lnTo>
                    <a:pt x="416191" y="927354"/>
                  </a:lnTo>
                  <a:lnTo>
                    <a:pt x="409321" y="794816"/>
                  </a:lnTo>
                  <a:lnTo>
                    <a:pt x="402983" y="681101"/>
                  </a:lnTo>
                  <a:lnTo>
                    <a:pt x="397586" y="592556"/>
                  </a:lnTo>
                  <a:lnTo>
                    <a:pt x="387362" y="413029"/>
                  </a:lnTo>
                  <a:lnTo>
                    <a:pt x="379641" y="282232"/>
                  </a:lnTo>
                  <a:lnTo>
                    <a:pt x="375653" y="220281"/>
                  </a:lnTo>
                  <a:lnTo>
                    <a:pt x="371665" y="163652"/>
                  </a:lnTo>
                  <a:lnTo>
                    <a:pt x="367715" y="114592"/>
                  </a:lnTo>
                  <a:lnTo>
                    <a:pt x="363855" y="75374"/>
                  </a:lnTo>
                  <a:lnTo>
                    <a:pt x="356641" y="35496"/>
                  </a:lnTo>
                  <a:lnTo>
                    <a:pt x="322694" y="9652"/>
                  </a:lnTo>
                  <a:lnTo>
                    <a:pt x="294322" y="0"/>
                  </a:lnTo>
                  <a:lnTo>
                    <a:pt x="294144" y="162814"/>
                  </a:lnTo>
                  <a:lnTo>
                    <a:pt x="293370" y="395147"/>
                  </a:lnTo>
                  <a:lnTo>
                    <a:pt x="289572" y="1047051"/>
                  </a:lnTo>
                  <a:lnTo>
                    <a:pt x="289534" y="1147648"/>
                  </a:lnTo>
                  <a:lnTo>
                    <a:pt x="290042" y="1191260"/>
                  </a:lnTo>
                  <a:lnTo>
                    <a:pt x="290487" y="1205458"/>
                  </a:lnTo>
                  <a:lnTo>
                    <a:pt x="291071" y="1214323"/>
                  </a:lnTo>
                  <a:lnTo>
                    <a:pt x="291795" y="1217676"/>
                  </a:lnTo>
                  <a:lnTo>
                    <a:pt x="315353" y="1217701"/>
                  </a:lnTo>
                  <a:lnTo>
                    <a:pt x="361010" y="1212545"/>
                  </a:lnTo>
                  <a:lnTo>
                    <a:pt x="405904" y="1204061"/>
                  </a:lnTo>
                  <a:lnTo>
                    <a:pt x="427177" y="1194041"/>
                  </a:lnTo>
                  <a:lnTo>
                    <a:pt x="427291" y="1181011"/>
                  </a:lnTo>
                  <a:close/>
                </a:path>
              </a:pathLst>
            </a:custGeom>
            <a:solidFill>
              <a:srgbClr val="D9D5D4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19" name="object 419" descr=""/>
          <p:cNvGrpSpPr/>
          <p:nvPr/>
        </p:nvGrpSpPr>
        <p:grpSpPr>
          <a:xfrm>
            <a:off x="13423338" y="9243216"/>
            <a:ext cx="254000" cy="1190625"/>
            <a:chOff x="13423338" y="9243216"/>
            <a:chExt cx="254000" cy="1190625"/>
          </a:xfrm>
        </p:grpSpPr>
        <p:sp>
          <p:nvSpPr>
            <p:cNvPr id="420" name="object 420" descr=""/>
            <p:cNvSpPr/>
            <p:nvPr/>
          </p:nvSpPr>
          <p:spPr>
            <a:xfrm>
              <a:off x="13423338" y="9243216"/>
              <a:ext cx="254000" cy="1190625"/>
            </a:xfrm>
            <a:custGeom>
              <a:avLst/>
              <a:gdLst/>
              <a:ahLst/>
              <a:cxnLst/>
              <a:rect l="l" t="t" r="r" b="b"/>
              <a:pathLst>
                <a:path w="254000" h="1190625">
                  <a:moveTo>
                    <a:pt x="139896" y="0"/>
                  </a:moveTo>
                  <a:lnTo>
                    <a:pt x="98509" y="14871"/>
                  </a:lnTo>
                  <a:lnTo>
                    <a:pt x="64973" y="43680"/>
                  </a:lnTo>
                  <a:lnTo>
                    <a:pt x="39200" y="82515"/>
                  </a:lnTo>
                  <a:lnTo>
                    <a:pt x="21106" y="127461"/>
                  </a:lnTo>
                  <a:lnTo>
                    <a:pt x="10605" y="174607"/>
                  </a:lnTo>
                  <a:lnTo>
                    <a:pt x="3496" y="255352"/>
                  </a:lnTo>
                  <a:lnTo>
                    <a:pt x="1459" y="306095"/>
                  </a:lnTo>
                  <a:lnTo>
                    <a:pt x="321" y="362389"/>
                  </a:lnTo>
                  <a:lnTo>
                    <a:pt x="0" y="423214"/>
                  </a:lnTo>
                  <a:lnTo>
                    <a:pt x="409" y="487550"/>
                  </a:lnTo>
                  <a:lnTo>
                    <a:pt x="1465" y="554374"/>
                  </a:lnTo>
                  <a:lnTo>
                    <a:pt x="3085" y="622666"/>
                  </a:lnTo>
                  <a:lnTo>
                    <a:pt x="5183" y="691406"/>
                  </a:lnTo>
                  <a:lnTo>
                    <a:pt x="7676" y="759571"/>
                  </a:lnTo>
                  <a:lnTo>
                    <a:pt x="10479" y="826141"/>
                  </a:lnTo>
                  <a:lnTo>
                    <a:pt x="13509" y="890096"/>
                  </a:lnTo>
                  <a:lnTo>
                    <a:pt x="16681" y="950413"/>
                  </a:lnTo>
                  <a:lnTo>
                    <a:pt x="19911" y="1006073"/>
                  </a:lnTo>
                  <a:lnTo>
                    <a:pt x="23115" y="1056053"/>
                  </a:lnTo>
                  <a:lnTo>
                    <a:pt x="26209" y="1099334"/>
                  </a:lnTo>
                  <a:lnTo>
                    <a:pt x="31729" y="1161711"/>
                  </a:lnTo>
                  <a:lnTo>
                    <a:pt x="73542" y="1188070"/>
                  </a:lnTo>
                  <a:lnTo>
                    <a:pt x="146742" y="1190386"/>
                  </a:lnTo>
                  <a:lnTo>
                    <a:pt x="218726" y="1189898"/>
                  </a:lnTo>
                  <a:lnTo>
                    <a:pt x="252818" y="1184514"/>
                  </a:lnTo>
                  <a:lnTo>
                    <a:pt x="253627" y="1171194"/>
                  </a:lnTo>
                  <a:lnTo>
                    <a:pt x="253980" y="1139752"/>
                  </a:lnTo>
                  <a:lnTo>
                    <a:pt x="253965" y="1093673"/>
                  </a:lnTo>
                  <a:lnTo>
                    <a:pt x="253668" y="1036438"/>
                  </a:lnTo>
                  <a:lnTo>
                    <a:pt x="251389" y="765607"/>
                  </a:lnTo>
                  <a:lnTo>
                    <a:pt x="250804" y="653816"/>
                  </a:lnTo>
                  <a:lnTo>
                    <a:pt x="250954" y="616018"/>
                  </a:lnTo>
                  <a:lnTo>
                    <a:pt x="252811" y="360360"/>
                  </a:lnTo>
                  <a:lnTo>
                    <a:pt x="246999" y="211283"/>
                  </a:lnTo>
                  <a:lnTo>
                    <a:pt x="227730" y="111313"/>
                  </a:lnTo>
                  <a:lnTo>
                    <a:pt x="189218" y="2979"/>
                  </a:lnTo>
                  <a:lnTo>
                    <a:pt x="139896" y="0"/>
                  </a:lnTo>
                  <a:close/>
                </a:path>
              </a:pathLst>
            </a:custGeom>
            <a:solidFill>
              <a:srgbClr val="D9D5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1" name="object 421" descr=""/>
            <p:cNvSpPr/>
            <p:nvPr/>
          </p:nvSpPr>
          <p:spPr>
            <a:xfrm>
              <a:off x="13490131" y="9267919"/>
              <a:ext cx="116839" cy="551815"/>
            </a:xfrm>
            <a:custGeom>
              <a:avLst/>
              <a:gdLst/>
              <a:ahLst/>
              <a:cxnLst/>
              <a:rect l="l" t="t" r="r" b="b"/>
              <a:pathLst>
                <a:path w="116840" h="551815">
                  <a:moveTo>
                    <a:pt x="116420" y="179324"/>
                  </a:moveTo>
                  <a:lnTo>
                    <a:pt x="116039" y="123863"/>
                  </a:lnTo>
                  <a:lnTo>
                    <a:pt x="114846" y="59994"/>
                  </a:lnTo>
                  <a:lnTo>
                    <a:pt x="90868" y="2197"/>
                  </a:lnTo>
                  <a:lnTo>
                    <a:pt x="50990" y="0"/>
                  </a:lnTo>
                  <a:lnTo>
                    <a:pt x="13982" y="19075"/>
                  </a:lnTo>
                  <a:lnTo>
                    <a:pt x="0" y="62979"/>
                  </a:lnTo>
                  <a:lnTo>
                    <a:pt x="1181" y="96812"/>
                  </a:lnTo>
                  <a:lnTo>
                    <a:pt x="3670" y="220751"/>
                  </a:lnTo>
                  <a:lnTo>
                    <a:pt x="5156" y="279158"/>
                  </a:lnTo>
                  <a:lnTo>
                    <a:pt x="5727" y="290537"/>
                  </a:lnTo>
                  <a:lnTo>
                    <a:pt x="5613" y="290766"/>
                  </a:lnTo>
                  <a:lnTo>
                    <a:pt x="6019" y="296202"/>
                  </a:lnTo>
                  <a:lnTo>
                    <a:pt x="6946" y="314058"/>
                  </a:lnTo>
                  <a:lnTo>
                    <a:pt x="7289" y="314502"/>
                  </a:lnTo>
                  <a:lnTo>
                    <a:pt x="8648" y="343458"/>
                  </a:lnTo>
                  <a:lnTo>
                    <a:pt x="15887" y="551167"/>
                  </a:lnTo>
                  <a:lnTo>
                    <a:pt x="33642" y="551307"/>
                  </a:lnTo>
                  <a:lnTo>
                    <a:pt x="96774" y="551167"/>
                  </a:lnTo>
                  <a:lnTo>
                    <a:pt x="103301" y="473646"/>
                  </a:lnTo>
                  <a:lnTo>
                    <a:pt x="109207" y="382422"/>
                  </a:lnTo>
                  <a:lnTo>
                    <a:pt x="111264" y="343001"/>
                  </a:lnTo>
                  <a:lnTo>
                    <a:pt x="113068" y="269303"/>
                  </a:lnTo>
                  <a:lnTo>
                    <a:pt x="115404" y="243865"/>
                  </a:lnTo>
                  <a:lnTo>
                    <a:pt x="116420" y="179324"/>
                  </a:lnTo>
                  <a:close/>
                </a:path>
              </a:pathLst>
            </a:custGeom>
            <a:solidFill>
              <a:srgbClr val="CCCAC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2" name="object 422" descr=""/>
          <p:cNvGrpSpPr/>
          <p:nvPr/>
        </p:nvGrpSpPr>
        <p:grpSpPr>
          <a:xfrm>
            <a:off x="13469309" y="7787729"/>
            <a:ext cx="327025" cy="1147445"/>
            <a:chOff x="13469309" y="7787729"/>
            <a:chExt cx="327025" cy="1147445"/>
          </a:xfrm>
        </p:grpSpPr>
        <p:sp>
          <p:nvSpPr>
            <p:cNvPr id="423" name="object 423" descr=""/>
            <p:cNvSpPr/>
            <p:nvPr/>
          </p:nvSpPr>
          <p:spPr>
            <a:xfrm>
              <a:off x="13475196" y="7787734"/>
              <a:ext cx="321310" cy="1143000"/>
            </a:xfrm>
            <a:custGeom>
              <a:avLst/>
              <a:gdLst/>
              <a:ahLst/>
              <a:cxnLst/>
              <a:rect l="l" t="t" r="r" b="b"/>
              <a:pathLst>
                <a:path w="321309" h="1143000">
                  <a:moveTo>
                    <a:pt x="320687" y="109537"/>
                  </a:moveTo>
                  <a:lnTo>
                    <a:pt x="318922" y="52603"/>
                  </a:lnTo>
                  <a:lnTo>
                    <a:pt x="314337" y="14135"/>
                  </a:lnTo>
                  <a:lnTo>
                    <a:pt x="311734" y="0"/>
                  </a:lnTo>
                  <a:lnTo>
                    <a:pt x="226555" y="22758"/>
                  </a:lnTo>
                  <a:lnTo>
                    <a:pt x="166204" y="31496"/>
                  </a:lnTo>
                  <a:lnTo>
                    <a:pt x="101930" y="27266"/>
                  </a:lnTo>
                  <a:lnTo>
                    <a:pt x="4953" y="11099"/>
                  </a:lnTo>
                  <a:lnTo>
                    <a:pt x="101" y="55473"/>
                  </a:lnTo>
                  <a:lnTo>
                    <a:pt x="0" y="90906"/>
                  </a:lnTo>
                  <a:lnTo>
                    <a:pt x="6057" y="136017"/>
                  </a:lnTo>
                  <a:lnTo>
                    <a:pt x="19608" y="209384"/>
                  </a:lnTo>
                  <a:lnTo>
                    <a:pt x="20408" y="212191"/>
                  </a:lnTo>
                  <a:lnTo>
                    <a:pt x="19646" y="235940"/>
                  </a:lnTo>
                  <a:lnTo>
                    <a:pt x="21323" y="277723"/>
                  </a:lnTo>
                  <a:lnTo>
                    <a:pt x="25311" y="328549"/>
                  </a:lnTo>
                  <a:lnTo>
                    <a:pt x="31267" y="385660"/>
                  </a:lnTo>
                  <a:lnTo>
                    <a:pt x="38849" y="446227"/>
                  </a:lnTo>
                  <a:lnTo>
                    <a:pt x="47739" y="507492"/>
                  </a:lnTo>
                  <a:lnTo>
                    <a:pt x="57594" y="566661"/>
                  </a:lnTo>
                  <a:lnTo>
                    <a:pt x="68084" y="620928"/>
                  </a:lnTo>
                  <a:lnTo>
                    <a:pt x="78879" y="667512"/>
                  </a:lnTo>
                  <a:lnTo>
                    <a:pt x="90373" y="705269"/>
                  </a:lnTo>
                  <a:lnTo>
                    <a:pt x="89509" y="712876"/>
                  </a:lnTo>
                  <a:lnTo>
                    <a:pt x="92189" y="760310"/>
                  </a:lnTo>
                  <a:lnTo>
                    <a:pt x="96901" y="815213"/>
                  </a:lnTo>
                  <a:lnTo>
                    <a:pt x="103390" y="874318"/>
                  </a:lnTo>
                  <a:lnTo>
                    <a:pt x="111391" y="934339"/>
                  </a:lnTo>
                  <a:lnTo>
                    <a:pt x="120637" y="992035"/>
                  </a:lnTo>
                  <a:lnTo>
                    <a:pt x="130898" y="1044130"/>
                  </a:lnTo>
                  <a:lnTo>
                    <a:pt x="141884" y="1087361"/>
                  </a:lnTo>
                  <a:lnTo>
                    <a:pt x="165023" y="1134135"/>
                  </a:lnTo>
                  <a:lnTo>
                    <a:pt x="193243" y="1142504"/>
                  </a:lnTo>
                  <a:lnTo>
                    <a:pt x="225488" y="1142492"/>
                  </a:lnTo>
                  <a:lnTo>
                    <a:pt x="264782" y="1130033"/>
                  </a:lnTo>
                  <a:lnTo>
                    <a:pt x="270852" y="1069657"/>
                  </a:lnTo>
                  <a:lnTo>
                    <a:pt x="273481" y="1017181"/>
                  </a:lnTo>
                  <a:lnTo>
                    <a:pt x="275386" y="955509"/>
                  </a:lnTo>
                  <a:lnTo>
                    <a:pt x="276212" y="888885"/>
                  </a:lnTo>
                  <a:lnTo>
                    <a:pt x="275615" y="821563"/>
                  </a:lnTo>
                  <a:lnTo>
                    <a:pt x="273265" y="757796"/>
                  </a:lnTo>
                  <a:lnTo>
                    <a:pt x="271221" y="732129"/>
                  </a:lnTo>
                  <a:lnTo>
                    <a:pt x="272224" y="673176"/>
                  </a:lnTo>
                  <a:lnTo>
                    <a:pt x="280695" y="309092"/>
                  </a:lnTo>
                  <a:lnTo>
                    <a:pt x="282435" y="246583"/>
                  </a:lnTo>
                  <a:lnTo>
                    <a:pt x="282460" y="243103"/>
                  </a:lnTo>
                  <a:lnTo>
                    <a:pt x="293535" y="231254"/>
                  </a:lnTo>
                  <a:lnTo>
                    <a:pt x="308775" y="201498"/>
                  </a:lnTo>
                  <a:lnTo>
                    <a:pt x="314820" y="179044"/>
                  </a:lnTo>
                  <a:lnTo>
                    <a:pt x="320687" y="109537"/>
                  </a:lnTo>
                  <a:close/>
                </a:path>
              </a:pathLst>
            </a:custGeom>
            <a:solidFill>
              <a:srgbClr val="ACAC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4" name="object 424" descr=""/>
            <p:cNvSpPr/>
            <p:nvPr/>
          </p:nvSpPr>
          <p:spPr>
            <a:xfrm>
              <a:off x="13626747" y="8909079"/>
              <a:ext cx="114935" cy="26034"/>
            </a:xfrm>
            <a:custGeom>
              <a:avLst/>
              <a:gdLst/>
              <a:ahLst/>
              <a:cxnLst/>
              <a:rect l="l" t="t" r="r" b="b"/>
              <a:pathLst>
                <a:path w="114934" h="26034">
                  <a:moveTo>
                    <a:pt x="114572" y="0"/>
                  </a:moveTo>
                  <a:lnTo>
                    <a:pt x="0" y="0"/>
                  </a:lnTo>
                  <a:lnTo>
                    <a:pt x="0" y="26030"/>
                  </a:lnTo>
                  <a:lnTo>
                    <a:pt x="114572" y="26030"/>
                  </a:lnTo>
                  <a:lnTo>
                    <a:pt x="114572" y="0"/>
                  </a:lnTo>
                  <a:close/>
                </a:path>
              </a:pathLst>
            </a:custGeom>
            <a:solidFill>
              <a:srgbClr val="9495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5" name="object 425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13469309" y="7801501"/>
              <a:ext cx="104101" cy="207868"/>
            </a:xfrm>
            <a:prstGeom prst="rect">
              <a:avLst/>
            </a:prstGeom>
          </p:spPr>
        </p:pic>
      </p:grpSp>
      <p:grpSp>
        <p:nvGrpSpPr>
          <p:cNvPr id="426" name="object 426" descr=""/>
          <p:cNvGrpSpPr/>
          <p:nvPr/>
        </p:nvGrpSpPr>
        <p:grpSpPr>
          <a:xfrm>
            <a:off x="12905662" y="7787728"/>
            <a:ext cx="431800" cy="1150620"/>
            <a:chOff x="12905662" y="7787728"/>
            <a:chExt cx="431800" cy="1150620"/>
          </a:xfrm>
        </p:grpSpPr>
        <p:sp>
          <p:nvSpPr>
            <p:cNvPr id="427" name="object 427" descr=""/>
            <p:cNvSpPr/>
            <p:nvPr/>
          </p:nvSpPr>
          <p:spPr>
            <a:xfrm>
              <a:off x="12905652" y="7787735"/>
              <a:ext cx="431800" cy="1149350"/>
            </a:xfrm>
            <a:custGeom>
              <a:avLst/>
              <a:gdLst/>
              <a:ahLst/>
              <a:cxnLst/>
              <a:rect l="l" t="t" r="r" b="b"/>
              <a:pathLst>
                <a:path w="431800" h="1149350">
                  <a:moveTo>
                    <a:pt x="431203" y="238645"/>
                  </a:moveTo>
                  <a:lnTo>
                    <a:pt x="430682" y="196456"/>
                  </a:lnTo>
                  <a:lnTo>
                    <a:pt x="429374" y="179870"/>
                  </a:lnTo>
                  <a:lnTo>
                    <a:pt x="429666" y="178587"/>
                  </a:lnTo>
                  <a:lnTo>
                    <a:pt x="428967" y="174650"/>
                  </a:lnTo>
                  <a:lnTo>
                    <a:pt x="428193" y="164617"/>
                  </a:lnTo>
                  <a:lnTo>
                    <a:pt x="425856" y="156845"/>
                  </a:lnTo>
                  <a:lnTo>
                    <a:pt x="422770" y="139103"/>
                  </a:lnTo>
                  <a:lnTo>
                    <a:pt x="408279" y="78994"/>
                  </a:lnTo>
                  <a:lnTo>
                    <a:pt x="393928" y="24041"/>
                  </a:lnTo>
                  <a:lnTo>
                    <a:pt x="387426" y="0"/>
                  </a:lnTo>
                  <a:lnTo>
                    <a:pt x="301536" y="19164"/>
                  </a:lnTo>
                  <a:lnTo>
                    <a:pt x="236029" y="26060"/>
                  </a:lnTo>
                  <a:lnTo>
                    <a:pt x="157721" y="21145"/>
                  </a:lnTo>
                  <a:lnTo>
                    <a:pt x="33439" y="4889"/>
                  </a:lnTo>
                  <a:lnTo>
                    <a:pt x="13652" y="76733"/>
                  </a:lnTo>
                  <a:lnTo>
                    <a:pt x="3683" y="118745"/>
                  </a:lnTo>
                  <a:lnTo>
                    <a:pt x="482" y="147154"/>
                  </a:lnTo>
                  <a:lnTo>
                    <a:pt x="939" y="173329"/>
                  </a:lnTo>
                  <a:lnTo>
                    <a:pt x="0" y="203466"/>
                  </a:lnTo>
                  <a:lnTo>
                    <a:pt x="1651" y="246164"/>
                  </a:lnTo>
                  <a:lnTo>
                    <a:pt x="5422" y="297294"/>
                  </a:lnTo>
                  <a:lnTo>
                    <a:pt x="10820" y="354672"/>
                  </a:lnTo>
                  <a:lnTo>
                    <a:pt x="17322" y="416140"/>
                  </a:lnTo>
                  <a:lnTo>
                    <a:pt x="38430" y="603148"/>
                  </a:lnTo>
                  <a:lnTo>
                    <a:pt x="44284" y="659091"/>
                  </a:lnTo>
                  <a:lnTo>
                    <a:pt x="48717" y="708202"/>
                  </a:lnTo>
                  <a:lnTo>
                    <a:pt x="49390" y="719150"/>
                  </a:lnTo>
                  <a:lnTo>
                    <a:pt x="49136" y="719696"/>
                  </a:lnTo>
                  <a:lnTo>
                    <a:pt x="51917" y="767130"/>
                  </a:lnTo>
                  <a:lnTo>
                    <a:pt x="56819" y="822032"/>
                  </a:lnTo>
                  <a:lnTo>
                    <a:pt x="63550" y="881138"/>
                  </a:lnTo>
                  <a:lnTo>
                    <a:pt x="71869" y="941158"/>
                  </a:lnTo>
                  <a:lnTo>
                    <a:pt x="81483" y="998855"/>
                  </a:lnTo>
                  <a:lnTo>
                    <a:pt x="92125" y="1050950"/>
                  </a:lnTo>
                  <a:lnTo>
                    <a:pt x="103543" y="1094181"/>
                  </a:lnTo>
                  <a:lnTo>
                    <a:pt x="127596" y="1140955"/>
                  </a:lnTo>
                  <a:lnTo>
                    <a:pt x="156921" y="1149324"/>
                  </a:lnTo>
                  <a:lnTo>
                    <a:pt x="190436" y="1149311"/>
                  </a:lnTo>
                  <a:lnTo>
                    <a:pt x="218440" y="1144092"/>
                  </a:lnTo>
                  <a:lnTo>
                    <a:pt x="231267" y="1136853"/>
                  </a:lnTo>
                  <a:lnTo>
                    <a:pt x="232321" y="1120279"/>
                  </a:lnTo>
                  <a:lnTo>
                    <a:pt x="232346" y="1085596"/>
                  </a:lnTo>
                  <a:lnTo>
                    <a:pt x="231571" y="1037412"/>
                  </a:lnTo>
                  <a:lnTo>
                    <a:pt x="225577" y="801573"/>
                  </a:lnTo>
                  <a:lnTo>
                    <a:pt x="224574" y="754837"/>
                  </a:lnTo>
                  <a:lnTo>
                    <a:pt x="222338" y="722503"/>
                  </a:lnTo>
                  <a:lnTo>
                    <a:pt x="221665" y="720382"/>
                  </a:lnTo>
                  <a:lnTo>
                    <a:pt x="222135" y="694613"/>
                  </a:lnTo>
                  <a:lnTo>
                    <a:pt x="217754" y="508571"/>
                  </a:lnTo>
                  <a:lnTo>
                    <a:pt x="213855" y="314198"/>
                  </a:lnTo>
                  <a:lnTo>
                    <a:pt x="213829" y="313042"/>
                  </a:lnTo>
                  <a:lnTo>
                    <a:pt x="221881" y="314058"/>
                  </a:lnTo>
                  <a:lnTo>
                    <a:pt x="224066" y="313880"/>
                  </a:lnTo>
                  <a:lnTo>
                    <a:pt x="226263" y="376948"/>
                  </a:lnTo>
                  <a:lnTo>
                    <a:pt x="230289" y="507796"/>
                  </a:lnTo>
                  <a:lnTo>
                    <a:pt x="233591" y="635723"/>
                  </a:lnTo>
                  <a:lnTo>
                    <a:pt x="234708" y="692073"/>
                  </a:lnTo>
                  <a:lnTo>
                    <a:pt x="235585" y="706666"/>
                  </a:lnTo>
                  <a:lnTo>
                    <a:pt x="234569" y="709803"/>
                  </a:lnTo>
                  <a:lnTo>
                    <a:pt x="233807" y="740321"/>
                  </a:lnTo>
                  <a:lnTo>
                    <a:pt x="235115" y="787514"/>
                  </a:lnTo>
                  <a:lnTo>
                    <a:pt x="239026" y="907796"/>
                  </a:lnTo>
                  <a:lnTo>
                    <a:pt x="241388" y="971169"/>
                  </a:lnTo>
                  <a:lnTo>
                    <a:pt x="243852" y="1030236"/>
                  </a:lnTo>
                  <a:lnTo>
                    <a:pt x="246316" y="1080135"/>
                  </a:lnTo>
                  <a:lnTo>
                    <a:pt x="250723" y="1132992"/>
                  </a:lnTo>
                  <a:lnTo>
                    <a:pt x="288150" y="1144790"/>
                  </a:lnTo>
                  <a:lnTo>
                    <a:pt x="318960" y="1144193"/>
                  </a:lnTo>
                  <a:lnTo>
                    <a:pt x="358140" y="1119073"/>
                  </a:lnTo>
                  <a:lnTo>
                    <a:pt x="378269" y="1044092"/>
                  </a:lnTo>
                  <a:lnTo>
                    <a:pt x="386689" y="991704"/>
                  </a:lnTo>
                  <a:lnTo>
                    <a:pt x="393827" y="933754"/>
                  </a:lnTo>
                  <a:lnTo>
                    <a:pt x="399567" y="873518"/>
                  </a:lnTo>
                  <a:lnTo>
                    <a:pt x="403783" y="814247"/>
                  </a:lnTo>
                  <a:lnTo>
                    <a:pt x="406323" y="759244"/>
                  </a:lnTo>
                  <a:lnTo>
                    <a:pt x="406654" y="737946"/>
                  </a:lnTo>
                  <a:lnTo>
                    <a:pt x="408000" y="734504"/>
                  </a:lnTo>
                  <a:lnTo>
                    <a:pt x="408635" y="694550"/>
                  </a:lnTo>
                  <a:lnTo>
                    <a:pt x="410629" y="645858"/>
                  </a:lnTo>
                  <a:lnTo>
                    <a:pt x="413588" y="590550"/>
                  </a:lnTo>
                  <a:lnTo>
                    <a:pt x="424637" y="406171"/>
                  </a:lnTo>
                  <a:lnTo>
                    <a:pt x="427812" y="345630"/>
                  </a:lnTo>
                  <a:lnTo>
                    <a:pt x="430123" y="289077"/>
                  </a:lnTo>
                  <a:lnTo>
                    <a:pt x="431203" y="238645"/>
                  </a:lnTo>
                  <a:close/>
                </a:path>
              </a:pathLst>
            </a:custGeom>
            <a:solidFill>
              <a:srgbClr val="ACAC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8" name="object 428" descr=""/>
            <p:cNvSpPr/>
            <p:nvPr/>
          </p:nvSpPr>
          <p:spPr>
            <a:xfrm>
              <a:off x="13020409" y="8911875"/>
              <a:ext cx="248920" cy="26034"/>
            </a:xfrm>
            <a:custGeom>
              <a:avLst/>
              <a:gdLst/>
              <a:ahLst/>
              <a:cxnLst/>
              <a:rect l="l" t="t" r="r" b="b"/>
              <a:pathLst>
                <a:path w="248919" h="26034">
                  <a:moveTo>
                    <a:pt x="119049" y="0"/>
                  </a:moveTo>
                  <a:lnTo>
                    <a:pt x="0" y="0"/>
                  </a:lnTo>
                  <a:lnTo>
                    <a:pt x="0" y="26022"/>
                  </a:lnTo>
                  <a:lnTo>
                    <a:pt x="119049" y="26022"/>
                  </a:lnTo>
                  <a:lnTo>
                    <a:pt x="119049" y="0"/>
                  </a:lnTo>
                  <a:close/>
                </a:path>
                <a:path w="248919" h="26034">
                  <a:moveTo>
                    <a:pt x="248412" y="0"/>
                  </a:moveTo>
                  <a:lnTo>
                    <a:pt x="129374" y="0"/>
                  </a:lnTo>
                  <a:lnTo>
                    <a:pt x="129374" y="26022"/>
                  </a:lnTo>
                  <a:lnTo>
                    <a:pt x="248412" y="26022"/>
                  </a:lnTo>
                  <a:lnTo>
                    <a:pt x="248412" y="0"/>
                  </a:lnTo>
                  <a:close/>
                </a:path>
              </a:pathLst>
            </a:custGeom>
            <a:solidFill>
              <a:srgbClr val="9495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9" name="object 429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13013906" y="7798824"/>
              <a:ext cx="206977" cy="207878"/>
            </a:xfrm>
            <a:prstGeom prst="rect">
              <a:avLst/>
            </a:prstGeom>
          </p:spPr>
        </p:pic>
      </p:grpSp>
      <p:grpSp>
        <p:nvGrpSpPr>
          <p:cNvPr id="430" name="object 430" descr=""/>
          <p:cNvGrpSpPr/>
          <p:nvPr/>
        </p:nvGrpSpPr>
        <p:grpSpPr>
          <a:xfrm>
            <a:off x="14557801" y="7787728"/>
            <a:ext cx="431800" cy="1150620"/>
            <a:chOff x="14557801" y="7787728"/>
            <a:chExt cx="431800" cy="1150620"/>
          </a:xfrm>
        </p:grpSpPr>
        <p:sp>
          <p:nvSpPr>
            <p:cNvPr id="431" name="object 431" descr=""/>
            <p:cNvSpPr/>
            <p:nvPr/>
          </p:nvSpPr>
          <p:spPr>
            <a:xfrm>
              <a:off x="14557794" y="7787735"/>
              <a:ext cx="431800" cy="1149350"/>
            </a:xfrm>
            <a:custGeom>
              <a:avLst/>
              <a:gdLst/>
              <a:ahLst/>
              <a:cxnLst/>
              <a:rect l="l" t="t" r="r" b="b"/>
              <a:pathLst>
                <a:path w="431800" h="1149350">
                  <a:moveTo>
                    <a:pt x="431203" y="238645"/>
                  </a:moveTo>
                  <a:lnTo>
                    <a:pt x="430682" y="196456"/>
                  </a:lnTo>
                  <a:lnTo>
                    <a:pt x="429374" y="179870"/>
                  </a:lnTo>
                  <a:lnTo>
                    <a:pt x="429666" y="178587"/>
                  </a:lnTo>
                  <a:lnTo>
                    <a:pt x="428967" y="174650"/>
                  </a:lnTo>
                  <a:lnTo>
                    <a:pt x="428193" y="164617"/>
                  </a:lnTo>
                  <a:lnTo>
                    <a:pt x="425856" y="156845"/>
                  </a:lnTo>
                  <a:lnTo>
                    <a:pt x="422770" y="139103"/>
                  </a:lnTo>
                  <a:lnTo>
                    <a:pt x="408279" y="78994"/>
                  </a:lnTo>
                  <a:lnTo>
                    <a:pt x="393915" y="24041"/>
                  </a:lnTo>
                  <a:lnTo>
                    <a:pt x="387413" y="0"/>
                  </a:lnTo>
                  <a:lnTo>
                    <a:pt x="301523" y="19164"/>
                  </a:lnTo>
                  <a:lnTo>
                    <a:pt x="236016" y="26060"/>
                  </a:lnTo>
                  <a:lnTo>
                    <a:pt x="157721" y="21145"/>
                  </a:lnTo>
                  <a:lnTo>
                    <a:pt x="33439" y="4889"/>
                  </a:lnTo>
                  <a:lnTo>
                    <a:pt x="13652" y="76733"/>
                  </a:lnTo>
                  <a:lnTo>
                    <a:pt x="3670" y="118745"/>
                  </a:lnTo>
                  <a:lnTo>
                    <a:pt x="482" y="147154"/>
                  </a:lnTo>
                  <a:lnTo>
                    <a:pt x="927" y="173304"/>
                  </a:lnTo>
                  <a:lnTo>
                    <a:pt x="0" y="203466"/>
                  </a:lnTo>
                  <a:lnTo>
                    <a:pt x="1651" y="246164"/>
                  </a:lnTo>
                  <a:lnTo>
                    <a:pt x="5422" y="297294"/>
                  </a:lnTo>
                  <a:lnTo>
                    <a:pt x="10820" y="354672"/>
                  </a:lnTo>
                  <a:lnTo>
                    <a:pt x="17322" y="416140"/>
                  </a:lnTo>
                  <a:lnTo>
                    <a:pt x="38417" y="603148"/>
                  </a:lnTo>
                  <a:lnTo>
                    <a:pt x="44284" y="659091"/>
                  </a:lnTo>
                  <a:lnTo>
                    <a:pt x="48704" y="708202"/>
                  </a:lnTo>
                  <a:lnTo>
                    <a:pt x="49377" y="719150"/>
                  </a:lnTo>
                  <a:lnTo>
                    <a:pt x="49123" y="719696"/>
                  </a:lnTo>
                  <a:lnTo>
                    <a:pt x="51917" y="767130"/>
                  </a:lnTo>
                  <a:lnTo>
                    <a:pt x="56807" y="822032"/>
                  </a:lnTo>
                  <a:lnTo>
                    <a:pt x="63550" y="881138"/>
                  </a:lnTo>
                  <a:lnTo>
                    <a:pt x="71856" y="941158"/>
                  </a:lnTo>
                  <a:lnTo>
                    <a:pt x="81470" y="998855"/>
                  </a:lnTo>
                  <a:lnTo>
                    <a:pt x="92125" y="1050950"/>
                  </a:lnTo>
                  <a:lnTo>
                    <a:pt x="103543" y="1094181"/>
                  </a:lnTo>
                  <a:lnTo>
                    <a:pt x="127584" y="1140955"/>
                  </a:lnTo>
                  <a:lnTo>
                    <a:pt x="156908" y="1149324"/>
                  </a:lnTo>
                  <a:lnTo>
                    <a:pt x="190423" y="1149311"/>
                  </a:lnTo>
                  <a:lnTo>
                    <a:pt x="218440" y="1144092"/>
                  </a:lnTo>
                  <a:lnTo>
                    <a:pt x="231254" y="1136853"/>
                  </a:lnTo>
                  <a:lnTo>
                    <a:pt x="232321" y="1120279"/>
                  </a:lnTo>
                  <a:lnTo>
                    <a:pt x="232333" y="1085596"/>
                  </a:lnTo>
                  <a:lnTo>
                    <a:pt x="231571" y="1037412"/>
                  </a:lnTo>
                  <a:lnTo>
                    <a:pt x="225564" y="801573"/>
                  </a:lnTo>
                  <a:lnTo>
                    <a:pt x="224574" y="754837"/>
                  </a:lnTo>
                  <a:lnTo>
                    <a:pt x="222338" y="722503"/>
                  </a:lnTo>
                  <a:lnTo>
                    <a:pt x="221665" y="720382"/>
                  </a:lnTo>
                  <a:lnTo>
                    <a:pt x="222135" y="694613"/>
                  </a:lnTo>
                  <a:lnTo>
                    <a:pt x="217754" y="508571"/>
                  </a:lnTo>
                  <a:lnTo>
                    <a:pt x="213842" y="314198"/>
                  </a:lnTo>
                  <a:lnTo>
                    <a:pt x="213817" y="313042"/>
                  </a:lnTo>
                  <a:lnTo>
                    <a:pt x="221881" y="314058"/>
                  </a:lnTo>
                  <a:lnTo>
                    <a:pt x="224066" y="313880"/>
                  </a:lnTo>
                  <a:lnTo>
                    <a:pt x="226263" y="376948"/>
                  </a:lnTo>
                  <a:lnTo>
                    <a:pt x="230301" y="507796"/>
                  </a:lnTo>
                  <a:lnTo>
                    <a:pt x="233603" y="635723"/>
                  </a:lnTo>
                  <a:lnTo>
                    <a:pt x="234708" y="692073"/>
                  </a:lnTo>
                  <a:lnTo>
                    <a:pt x="235585" y="706666"/>
                  </a:lnTo>
                  <a:lnTo>
                    <a:pt x="234569" y="709803"/>
                  </a:lnTo>
                  <a:lnTo>
                    <a:pt x="233807" y="740321"/>
                  </a:lnTo>
                  <a:lnTo>
                    <a:pt x="235115" y="787514"/>
                  </a:lnTo>
                  <a:lnTo>
                    <a:pt x="239026" y="907796"/>
                  </a:lnTo>
                  <a:lnTo>
                    <a:pt x="241376" y="971169"/>
                  </a:lnTo>
                  <a:lnTo>
                    <a:pt x="243852" y="1030236"/>
                  </a:lnTo>
                  <a:lnTo>
                    <a:pt x="246316" y="1080135"/>
                  </a:lnTo>
                  <a:lnTo>
                    <a:pt x="250723" y="1132992"/>
                  </a:lnTo>
                  <a:lnTo>
                    <a:pt x="288150" y="1144790"/>
                  </a:lnTo>
                  <a:lnTo>
                    <a:pt x="318960" y="1144193"/>
                  </a:lnTo>
                  <a:lnTo>
                    <a:pt x="358140" y="1119073"/>
                  </a:lnTo>
                  <a:lnTo>
                    <a:pt x="378269" y="1044092"/>
                  </a:lnTo>
                  <a:lnTo>
                    <a:pt x="386689" y="991704"/>
                  </a:lnTo>
                  <a:lnTo>
                    <a:pt x="393827" y="933754"/>
                  </a:lnTo>
                  <a:lnTo>
                    <a:pt x="399567" y="873518"/>
                  </a:lnTo>
                  <a:lnTo>
                    <a:pt x="403771" y="814247"/>
                  </a:lnTo>
                  <a:lnTo>
                    <a:pt x="406323" y="759244"/>
                  </a:lnTo>
                  <a:lnTo>
                    <a:pt x="406654" y="737933"/>
                  </a:lnTo>
                  <a:lnTo>
                    <a:pt x="407987" y="734504"/>
                  </a:lnTo>
                  <a:lnTo>
                    <a:pt x="408635" y="694550"/>
                  </a:lnTo>
                  <a:lnTo>
                    <a:pt x="410629" y="645858"/>
                  </a:lnTo>
                  <a:lnTo>
                    <a:pt x="413588" y="590550"/>
                  </a:lnTo>
                  <a:lnTo>
                    <a:pt x="424637" y="406171"/>
                  </a:lnTo>
                  <a:lnTo>
                    <a:pt x="427812" y="345630"/>
                  </a:lnTo>
                  <a:lnTo>
                    <a:pt x="430123" y="289077"/>
                  </a:lnTo>
                  <a:lnTo>
                    <a:pt x="431203" y="238645"/>
                  </a:lnTo>
                  <a:close/>
                </a:path>
              </a:pathLst>
            </a:custGeom>
            <a:solidFill>
              <a:srgbClr val="ACAC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2" name="object 432" descr=""/>
            <p:cNvSpPr/>
            <p:nvPr/>
          </p:nvSpPr>
          <p:spPr>
            <a:xfrm>
              <a:off x="14672539" y="8911875"/>
              <a:ext cx="248920" cy="26034"/>
            </a:xfrm>
            <a:custGeom>
              <a:avLst/>
              <a:gdLst/>
              <a:ahLst/>
              <a:cxnLst/>
              <a:rect l="l" t="t" r="r" b="b"/>
              <a:pathLst>
                <a:path w="248919" h="26034">
                  <a:moveTo>
                    <a:pt x="119062" y="0"/>
                  </a:moveTo>
                  <a:lnTo>
                    <a:pt x="0" y="0"/>
                  </a:lnTo>
                  <a:lnTo>
                    <a:pt x="0" y="26022"/>
                  </a:lnTo>
                  <a:lnTo>
                    <a:pt x="119062" y="26022"/>
                  </a:lnTo>
                  <a:lnTo>
                    <a:pt x="119062" y="0"/>
                  </a:lnTo>
                  <a:close/>
                </a:path>
                <a:path w="248919" h="26034">
                  <a:moveTo>
                    <a:pt x="248424" y="0"/>
                  </a:moveTo>
                  <a:lnTo>
                    <a:pt x="129387" y="0"/>
                  </a:lnTo>
                  <a:lnTo>
                    <a:pt x="129387" y="26022"/>
                  </a:lnTo>
                  <a:lnTo>
                    <a:pt x="248424" y="26022"/>
                  </a:lnTo>
                  <a:lnTo>
                    <a:pt x="248424" y="0"/>
                  </a:lnTo>
                  <a:close/>
                </a:path>
              </a:pathLst>
            </a:custGeom>
            <a:solidFill>
              <a:srgbClr val="9495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3" name="object 433" descr=""/>
          <p:cNvSpPr/>
          <p:nvPr/>
        </p:nvSpPr>
        <p:spPr>
          <a:xfrm>
            <a:off x="13933247" y="7868367"/>
            <a:ext cx="254635" cy="1038225"/>
          </a:xfrm>
          <a:custGeom>
            <a:avLst/>
            <a:gdLst/>
            <a:ahLst/>
            <a:cxnLst/>
            <a:rect l="l" t="t" r="r" b="b"/>
            <a:pathLst>
              <a:path w="254634" h="1038225">
                <a:moveTo>
                  <a:pt x="254381" y="1005547"/>
                </a:moveTo>
                <a:lnTo>
                  <a:pt x="252831" y="970902"/>
                </a:lnTo>
                <a:lnTo>
                  <a:pt x="249885" y="922807"/>
                </a:lnTo>
                <a:lnTo>
                  <a:pt x="233222" y="687476"/>
                </a:lnTo>
                <a:lnTo>
                  <a:pt x="230098" y="640829"/>
                </a:lnTo>
                <a:lnTo>
                  <a:pt x="227482" y="618020"/>
                </a:lnTo>
                <a:lnTo>
                  <a:pt x="227609" y="615416"/>
                </a:lnTo>
                <a:lnTo>
                  <a:pt x="224129" y="495795"/>
                </a:lnTo>
                <a:lnTo>
                  <a:pt x="213995" y="179895"/>
                </a:lnTo>
                <a:lnTo>
                  <a:pt x="211937" y="104165"/>
                </a:lnTo>
                <a:lnTo>
                  <a:pt x="211836" y="88074"/>
                </a:lnTo>
                <a:lnTo>
                  <a:pt x="203288" y="67449"/>
                </a:lnTo>
                <a:lnTo>
                  <a:pt x="179730" y="42316"/>
                </a:lnTo>
                <a:lnTo>
                  <a:pt x="145973" y="18935"/>
                </a:lnTo>
                <a:lnTo>
                  <a:pt x="106807" y="3581"/>
                </a:lnTo>
                <a:lnTo>
                  <a:pt x="75057" y="0"/>
                </a:lnTo>
                <a:lnTo>
                  <a:pt x="42608" y="8001"/>
                </a:lnTo>
                <a:lnTo>
                  <a:pt x="15773" y="35585"/>
                </a:lnTo>
                <a:lnTo>
                  <a:pt x="863" y="90754"/>
                </a:lnTo>
                <a:lnTo>
                  <a:pt x="0" y="122250"/>
                </a:lnTo>
                <a:lnTo>
                  <a:pt x="1968" y="163334"/>
                </a:lnTo>
                <a:lnTo>
                  <a:pt x="6235" y="212077"/>
                </a:lnTo>
                <a:lnTo>
                  <a:pt x="12230" y="266509"/>
                </a:lnTo>
                <a:lnTo>
                  <a:pt x="19418" y="324662"/>
                </a:lnTo>
                <a:lnTo>
                  <a:pt x="35102" y="444373"/>
                </a:lnTo>
                <a:lnTo>
                  <a:pt x="42494" y="502018"/>
                </a:lnTo>
                <a:lnTo>
                  <a:pt x="48844" y="555561"/>
                </a:lnTo>
                <a:lnTo>
                  <a:pt x="53594" y="603072"/>
                </a:lnTo>
                <a:lnTo>
                  <a:pt x="54140" y="611530"/>
                </a:lnTo>
                <a:lnTo>
                  <a:pt x="53263" y="613664"/>
                </a:lnTo>
                <a:lnTo>
                  <a:pt x="56045" y="640435"/>
                </a:lnTo>
                <a:lnTo>
                  <a:pt x="56197" y="642594"/>
                </a:lnTo>
                <a:lnTo>
                  <a:pt x="56311" y="642924"/>
                </a:lnTo>
                <a:lnTo>
                  <a:pt x="58191" y="660920"/>
                </a:lnTo>
                <a:lnTo>
                  <a:pt x="65570" y="715543"/>
                </a:lnTo>
                <a:lnTo>
                  <a:pt x="74968" y="774280"/>
                </a:lnTo>
                <a:lnTo>
                  <a:pt x="85991" y="833869"/>
                </a:lnTo>
                <a:lnTo>
                  <a:pt x="98209" y="891070"/>
                </a:lnTo>
                <a:lnTo>
                  <a:pt x="111201" y="942632"/>
                </a:lnTo>
                <a:lnTo>
                  <a:pt x="124561" y="985291"/>
                </a:lnTo>
                <a:lnTo>
                  <a:pt x="150685" y="1030947"/>
                </a:lnTo>
                <a:lnTo>
                  <a:pt x="180365" y="1037971"/>
                </a:lnTo>
                <a:lnTo>
                  <a:pt x="213842" y="1036434"/>
                </a:lnTo>
                <a:lnTo>
                  <a:pt x="241592" y="1029957"/>
                </a:lnTo>
                <a:lnTo>
                  <a:pt x="254076" y="1022146"/>
                </a:lnTo>
                <a:lnTo>
                  <a:pt x="254381" y="1005547"/>
                </a:lnTo>
                <a:close/>
              </a:path>
            </a:pathLst>
          </a:custGeom>
          <a:solidFill>
            <a:srgbClr val="ACACB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4" name="object 434" descr=""/>
          <p:cNvGrpSpPr/>
          <p:nvPr/>
        </p:nvGrpSpPr>
        <p:grpSpPr>
          <a:xfrm>
            <a:off x="13933602" y="7787728"/>
            <a:ext cx="487045" cy="1170305"/>
            <a:chOff x="13933602" y="7787728"/>
            <a:chExt cx="487045" cy="1170305"/>
          </a:xfrm>
        </p:grpSpPr>
        <p:sp>
          <p:nvSpPr>
            <p:cNvPr id="435" name="object 435" descr=""/>
            <p:cNvSpPr/>
            <p:nvPr/>
          </p:nvSpPr>
          <p:spPr>
            <a:xfrm>
              <a:off x="13933601" y="7787735"/>
              <a:ext cx="487045" cy="1159510"/>
            </a:xfrm>
            <a:custGeom>
              <a:avLst/>
              <a:gdLst/>
              <a:ahLst/>
              <a:cxnLst/>
              <a:rect l="l" t="t" r="r" b="b"/>
              <a:pathLst>
                <a:path w="487044" h="1159509">
                  <a:moveTo>
                    <a:pt x="486829" y="936942"/>
                  </a:moveTo>
                  <a:lnTo>
                    <a:pt x="485292" y="876439"/>
                  </a:lnTo>
                  <a:lnTo>
                    <a:pt x="482358" y="817092"/>
                  </a:lnTo>
                  <a:lnTo>
                    <a:pt x="478282" y="762177"/>
                  </a:lnTo>
                  <a:lnTo>
                    <a:pt x="476059" y="741019"/>
                  </a:lnTo>
                  <a:lnTo>
                    <a:pt x="476986" y="737425"/>
                  </a:lnTo>
                  <a:lnTo>
                    <a:pt x="472833" y="697674"/>
                  </a:lnTo>
                  <a:lnTo>
                    <a:pt x="468960" y="649097"/>
                  </a:lnTo>
                  <a:lnTo>
                    <a:pt x="465264" y="593839"/>
                  </a:lnTo>
                  <a:lnTo>
                    <a:pt x="454101" y="409460"/>
                  </a:lnTo>
                  <a:lnTo>
                    <a:pt x="449986" y="348970"/>
                  </a:lnTo>
                  <a:lnTo>
                    <a:pt x="445503" y="292557"/>
                  </a:lnTo>
                  <a:lnTo>
                    <a:pt x="440524" y="242354"/>
                  </a:lnTo>
                  <a:lnTo>
                    <a:pt x="434936" y="200533"/>
                  </a:lnTo>
                  <a:lnTo>
                    <a:pt x="426783" y="164960"/>
                  </a:lnTo>
                  <a:lnTo>
                    <a:pt x="422275" y="139103"/>
                  </a:lnTo>
                  <a:lnTo>
                    <a:pt x="407784" y="78994"/>
                  </a:lnTo>
                  <a:lnTo>
                    <a:pt x="393433" y="24041"/>
                  </a:lnTo>
                  <a:lnTo>
                    <a:pt x="386930" y="0"/>
                  </a:lnTo>
                  <a:lnTo>
                    <a:pt x="301040" y="19164"/>
                  </a:lnTo>
                  <a:lnTo>
                    <a:pt x="235546" y="26060"/>
                  </a:lnTo>
                  <a:lnTo>
                    <a:pt x="157238" y="21145"/>
                  </a:lnTo>
                  <a:lnTo>
                    <a:pt x="32943" y="4889"/>
                  </a:lnTo>
                  <a:lnTo>
                    <a:pt x="13157" y="76733"/>
                  </a:lnTo>
                  <a:lnTo>
                    <a:pt x="3187" y="118745"/>
                  </a:lnTo>
                  <a:lnTo>
                    <a:pt x="0" y="147154"/>
                  </a:lnTo>
                  <a:lnTo>
                    <a:pt x="546" y="178231"/>
                  </a:lnTo>
                  <a:lnTo>
                    <a:pt x="24345" y="234365"/>
                  </a:lnTo>
                  <a:lnTo>
                    <a:pt x="53809" y="262534"/>
                  </a:lnTo>
                  <a:lnTo>
                    <a:pt x="95986" y="287058"/>
                  </a:lnTo>
                  <a:lnTo>
                    <a:pt x="151587" y="305155"/>
                  </a:lnTo>
                  <a:lnTo>
                    <a:pt x="221399" y="314058"/>
                  </a:lnTo>
                  <a:lnTo>
                    <a:pt x="230162" y="313334"/>
                  </a:lnTo>
                  <a:lnTo>
                    <a:pt x="248716" y="411683"/>
                  </a:lnTo>
                  <a:lnTo>
                    <a:pt x="259956" y="473252"/>
                  </a:lnTo>
                  <a:lnTo>
                    <a:pt x="271233" y="536879"/>
                  </a:lnTo>
                  <a:lnTo>
                    <a:pt x="281990" y="600163"/>
                  </a:lnTo>
                  <a:lnTo>
                    <a:pt x="291706" y="660704"/>
                  </a:lnTo>
                  <a:lnTo>
                    <a:pt x="299847" y="716089"/>
                  </a:lnTo>
                  <a:lnTo>
                    <a:pt x="302475" y="730504"/>
                  </a:lnTo>
                  <a:lnTo>
                    <a:pt x="311708" y="810793"/>
                  </a:lnTo>
                  <a:lnTo>
                    <a:pt x="330022" y="929741"/>
                  </a:lnTo>
                  <a:lnTo>
                    <a:pt x="339979" y="992378"/>
                  </a:lnTo>
                  <a:lnTo>
                    <a:pt x="349516" y="1050721"/>
                  </a:lnTo>
                  <a:lnTo>
                    <a:pt x="357936" y="1099959"/>
                  </a:lnTo>
                  <a:lnTo>
                    <a:pt x="368655" y="1151902"/>
                  </a:lnTo>
                  <a:lnTo>
                    <a:pt x="407225" y="1159129"/>
                  </a:lnTo>
                  <a:lnTo>
                    <a:pt x="437743" y="1154836"/>
                  </a:lnTo>
                  <a:lnTo>
                    <a:pt x="473633" y="1125194"/>
                  </a:lnTo>
                  <a:lnTo>
                    <a:pt x="484619" y="1048346"/>
                  </a:lnTo>
                  <a:lnTo>
                    <a:pt x="486689" y="995324"/>
                  </a:lnTo>
                  <a:lnTo>
                    <a:pt x="486829" y="936942"/>
                  </a:lnTo>
                  <a:close/>
                </a:path>
              </a:pathLst>
            </a:custGeom>
            <a:solidFill>
              <a:srgbClr val="ACACB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6" name="object 436" descr=""/>
            <p:cNvSpPr/>
            <p:nvPr/>
          </p:nvSpPr>
          <p:spPr>
            <a:xfrm>
              <a:off x="14070368" y="8877712"/>
              <a:ext cx="346075" cy="80010"/>
            </a:xfrm>
            <a:custGeom>
              <a:avLst/>
              <a:gdLst/>
              <a:ahLst/>
              <a:cxnLst/>
              <a:rect l="l" t="t" r="r" b="b"/>
              <a:pathLst>
                <a:path w="346075" h="80009">
                  <a:moveTo>
                    <a:pt x="120091" y="25996"/>
                  </a:moveTo>
                  <a:lnTo>
                    <a:pt x="118922" y="0"/>
                  </a:lnTo>
                  <a:lnTo>
                    <a:pt x="0" y="5372"/>
                  </a:lnTo>
                  <a:lnTo>
                    <a:pt x="1168" y="31381"/>
                  </a:lnTo>
                  <a:lnTo>
                    <a:pt x="120091" y="25996"/>
                  </a:lnTo>
                  <a:close/>
                </a:path>
                <a:path w="346075" h="80009">
                  <a:moveTo>
                    <a:pt x="345592" y="65481"/>
                  </a:moveTo>
                  <a:lnTo>
                    <a:pt x="342468" y="39649"/>
                  </a:lnTo>
                  <a:lnTo>
                    <a:pt x="224282" y="53924"/>
                  </a:lnTo>
                  <a:lnTo>
                    <a:pt x="227406" y="79768"/>
                  </a:lnTo>
                  <a:lnTo>
                    <a:pt x="345592" y="65481"/>
                  </a:lnTo>
                  <a:close/>
                </a:path>
              </a:pathLst>
            </a:custGeom>
            <a:solidFill>
              <a:srgbClr val="94959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7" name="object 437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14041365" y="7798824"/>
              <a:ext cx="206988" cy="207878"/>
            </a:xfrm>
            <a:prstGeom prst="rect">
              <a:avLst/>
            </a:prstGeom>
          </p:spPr>
        </p:pic>
      </p:grpSp>
      <p:grpSp>
        <p:nvGrpSpPr>
          <p:cNvPr id="438" name="object 438" descr=""/>
          <p:cNvGrpSpPr/>
          <p:nvPr/>
        </p:nvGrpSpPr>
        <p:grpSpPr>
          <a:xfrm>
            <a:off x="1428879" y="8042826"/>
            <a:ext cx="574040" cy="831215"/>
            <a:chOff x="1428879" y="8042826"/>
            <a:chExt cx="574040" cy="831215"/>
          </a:xfrm>
        </p:grpSpPr>
        <p:pic>
          <p:nvPicPr>
            <p:cNvPr id="439" name="object 439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1606254" y="8042826"/>
              <a:ext cx="195418" cy="169614"/>
            </a:xfrm>
            <a:prstGeom prst="rect">
              <a:avLst/>
            </a:prstGeom>
          </p:spPr>
        </p:pic>
        <p:sp>
          <p:nvSpPr>
            <p:cNvPr id="440" name="object 440" descr=""/>
            <p:cNvSpPr/>
            <p:nvPr/>
          </p:nvSpPr>
          <p:spPr>
            <a:xfrm>
              <a:off x="1428879" y="8193481"/>
              <a:ext cx="574040" cy="680720"/>
            </a:xfrm>
            <a:custGeom>
              <a:avLst/>
              <a:gdLst/>
              <a:ahLst/>
              <a:cxnLst/>
              <a:rect l="l" t="t" r="r" b="b"/>
              <a:pathLst>
                <a:path w="574039" h="680720">
                  <a:moveTo>
                    <a:pt x="372786" y="0"/>
                  </a:moveTo>
                  <a:lnTo>
                    <a:pt x="332975" y="0"/>
                  </a:lnTo>
                  <a:lnTo>
                    <a:pt x="336643" y="115987"/>
                  </a:lnTo>
                  <a:lnTo>
                    <a:pt x="338089" y="177293"/>
                  </a:lnTo>
                  <a:lnTo>
                    <a:pt x="337515" y="204296"/>
                  </a:lnTo>
                  <a:lnTo>
                    <a:pt x="335122" y="217375"/>
                  </a:lnTo>
                  <a:lnTo>
                    <a:pt x="315690" y="226638"/>
                  </a:lnTo>
                  <a:lnTo>
                    <a:pt x="276480" y="229346"/>
                  </a:lnTo>
                  <a:lnTo>
                    <a:pt x="236461" y="226607"/>
                  </a:lnTo>
                  <a:lnTo>
                    <a:pt x="214602" y="219532"/>
                  </a:lnTo>
                  <a:lnTo>
                    <a:pt x="211980" y="180234"/>
                  </a:lnTo>
                  <a:lnTo>
                    <a:pt x="214605" y="105325"/>
                  </a:lnTo>
                  <a:lnTo>
                    <a:pt x="218843" y="32636"/>
                  </a:lnTo>
                  <a:lnTo>
                    <a:pt x="221062" y="0"/>
                  </a:lnTo>
                  <a:lnTo>
                    <a:pt x="181242" y="0"/>
                  </a:lnTo>
                  <a:lnTo>
                    <a:pt x="105175" y="179192"/>
                  </a:lnTo>
                  <a:lnTo>
                    <a:pt x="65023" y="275354"/>
                  </a:lnTo>
                  <a:lnTo>
                    <a:pt x="47468" y="321273"/>
                  </a:lnTo>
                  <a:lnTo>
                    <a:pt x="39194" y="349738"/>
                  </a:lnTo>
                  <a:lnTo>
                    <a:pt x="11349" y="436096"/>
                  </a:lnTo>
                  <a:lnTo>
                    <a:pt x="0" y="485325"/>
                  </a:lnTo>
                  <a:lnTo>
                    <a:pt x="451" y="527292"/>
                  </a:lnTo>
                  <a:lnTo>
                    <a:pt x="12943" y="568001"/>
                  </a:lnTo>
                  <a:lnTo>
                    <a:pt x="30172" y="612444"/>
                  </a:lnTo>
                  <a:lnTo>
                    <a:pt x="48411" y="650632"/>
                  </a:lnTo>
                  <a:lnTo>
                    <a:pt x="83115" y="676435"/>
                  </a:lnTo>
                  <a:lnTo>
                    <a:pt x="124888" y="678834"/>
                  </a:lnTo>
                  <a:lnTo>
                    <a:pt x="182833" y="679985"/>
                  </a:lnTo>
                  <a:lnTo>
                    <a:pt x="250530" y="680100"/>
                  </a:lnTo>
                  <a:lnTo>
                    <a:pt x="321556" y="679393"/>
                  </a:lnTo>
                  <a:lnTo>
                    <a:pt x="389490" y="678074"/>
                  </a:lnTo>
                  <a:lnTo>
                    <a:pt x="447912" y="676357"/>
                  </a:lnTo>
                  <a:lnTo>
                    <a:pt x="490399" y="674454"/>
                  </a:lnTo>
                  <a:lnTo>
                    <a:pt x="528322" y="653928"/>
                  </a:lnTo>
                  <a:lnTo>
                    <a:pt x="547928" y="615405"/>
                  </a:lnTo>
                  <a:lnTo>
                    <a:pt x="564710" y="571032"/>
                  </a:lnTo>
                  <a:lnTo>
                    <a:pt x="574026" y="534831"/>
                  </a:lnTo>
                  <a:lnTo>
                    <a:pt x="544852" y="435825"/>
                  </a:lnTo>
                  <a:lnTo>
                    <a:pt x="475424" y="253692"/>
                  </a:lnTo>
                  <a:lnTo>
                    <a:pt x="404986" y="78421"/>
                  </a:lnTo>
                  <a:lnTo>
                    <a:pt x="372786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1" name="object 441" descr=""/>
            <p:cNvSpPr/>
            <p:nvPr/>
          </p:nvSpPr>
          <p:spPr>
            <a:xfrm>
              <a:off x="1623039" y="8193481"/>
              <a:ext cx="166370" cy="511175"/>
            </a:xfrm>
            <a:custGeom>
              <a:avLst/>
              <a:gdLst/>
              <a:ahLst/>
              <a:cxnLst/>
              <a:rect l="l" t="t" r="r" b="b"/>
              <a:pathLst>
                <a:path w="166369" h="511175">
                  <a:moveTo>
                    <a:pt x="138812" y="0"/>
                  </a:moveTo>
                  <a:lnTo>
                    <a:pt x="136689" y="20190"/>
                  </a:lnTo>
                  <a:lnTo>
                    <a:pt x="140839" y="129202"/>
                  </a:lnTo>
                  <a:lnTo>
                    <a:pt x="140543" y="183012"/>
                  </a:lnTo>
                  <a:lnTo>
                    <a:pt x="134289" y="213019"/>
                  </a:lnTo>
                  <a:lnTo>
                    <a:pt x="111207" y="223717"/>
                  </a:lnTo>
                  <a:lnTo>
                    <a:pt x="76970" y="226506"/>
                  </a:lnTo>
                  <a:lnTo>
                    <a:pt x="45353" y="223444"/>
                  </a:lnTo>
                  <a:lnTo>
                    <a:pt x="30135" y="216590"/>
                  </a:lnTo>
                  <a:lnTo>
                    <a:pt x="28269" y="178206"/>
                  </a:lnTo>
                  <a:lnTo>
                    <a:pt x="27308" y="104258"/>
                  </a:lnTo>
                  <a:lnTo>
                    <a:pt x="26899" y="0"/>
                  </a:lnTo>
                  <a:lnTo>
                    <a:pt x="11348" y="143072"/>
                  </a:lnTo>
                  <a:lnTo>
                    <a:pt x="3362" y="224504"/>
                  </a:lnTo>
                  <a:lnTo>
                    <a:pt x="420" y="274663"/>
                  </a:lnTo>
                  <a:lnTo>
                    <a:pt x="0" y="323916"/>
                  </a:lnTo>
                  <a:lnTo>
                    <a:pt x="2689" y="376375"/>
                  </a:lnTo>
                  <a:lnTo>
                    <a:pt x="9413" y="416729"/>
                  </a:lnTo>
                  <a:lnTo>
                    <a:pt x="18155" y="446189"/>
                  </a:lnTo>
                  <a:lnTo>
                    <a:pt x="26899" y="465964"/>
                  </a:lnTo>
                  <a:lnTo>
                    <a:pt x="33752" y="482781"/>
                  </a:lnTo>
                  <a:lnTo>
                    <a:pt x="38983" y="499245"/>
                  </a:lnTo>
                  <a:lnTo>
                    <a:pt x="43821" y="510367"/>
                  </a:lnTo>
                  <a:lnTo>
                    <a:pt x="49495" y="511157"/>
                  </a:lnTo>
                  <a:lnTo>
                    <a:pt x="63419" y="501001"/>
                  </a:lnTo>
                  <a:lnTo>
                    <a:pt x="80166" y="490440"/>
                  </a:lnTo>
                  <a:lnTo>
                    <a:pt x="96106" y="477861"/>
                  </a:lnTo>
                  <a:lnTo>
                    <a:pt x="107609" y="461650"/>
                  </a:lnTo>
                  <a:lnTo>
                    <a:pt x="114706" y="444890"/>
                  </a:lnTo>
                  <a:lnTo>
                    <a:pt x="121599" y="430044"/>
                  </a:lnTo>
                  <a:lnTo>
                    <a:pt x="130914" y="414593"/>
                  </a:lnTo>
                  <a:lnTo>
                    <a:pt x="145273" y="396019"/>
                  </a:lnTo>
                  <a:lnTo>
                    <a:pt x="158456" y="362284"/>
                  </a:lnTo>
                  <a:lnTo>
                    <a:pt x="164375" y="312612"/>
                  </a:lnTo>
                  <a:lnTo>
                    <a:pt x="165856" y="261328"/>
                  </a:lnTo>
                  <a:lnTo>
                    <a:pt x="165722" y="222757"/>
                  </a:lnTo>
                  <a:lnTo>
                    <a:pt x="161517" y="172517"/>
                  </a:lnTo>
                  <a:lnTo>
                    <a:pt x="152267" y="97659"/>
                  </a:lnTo>
                  <a:lnTo>
                    <a:pt x="143017" y="29661"/>
                  </a:lnTo>
                  <a:lnTo>
                    <a:pt x="138812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2" name="object 442" descr=""/>
            <p:cNvSpPr/>
            <p:nvPr/>
          </p:nvSpPr>
          <p:spPr>
            <a:xfrm>
              <a:off x="1479156" y="8374246"/>
              <a:ext cx="504825" cy="487045"/>
            </a:xfrm>
            <a:custGeom>
              <a:avLst/>
              <a:gdLst/>
              <a:ahLst/>
              <a:cxnLst/>
              <a:rect l="l" t="t" r="r" b="b"/>
              <a:pathLst>
                <a:path w="504825" h="487045">
                  <a:moveTo>
                    <a:pt x="64033" y="51981"/>
                  </a:moveTo>
                  <a:lnTo>
                    <a:pt x="61010" y="39852"/>
                  </a:lnTo>
                  <a:lnTo>
                    <a:pt x="36525" y="146050"/>
                  </a:lnTo>
                  <a:lnTo>
                    <a:pt x="22542" y="203415"/>
                  </a:lnTo>
                  <a:lnTo>
                    <a:pt x="13804" y="231724"/>
                  </a:lnTo>
                  <a:lnTo>
                    <a:pt x="5054" y="250761"/>
                  </a:lnTo>
                  <a:lnTo>
                    <a:pt x="0" y="269608"/>
                  </a:lnTo>
                  <a:lnTo>
                    <a:pt x="2501" y="284530"/>
                  </a:lnTo>
                  <a:lnTo>
                    <a:pt x="7632" y="296011"/>
                  </a:lnTo>
                  <a:lnTo>
                    <a:pt x="10439" y="304571"/>
                  </a:lnTo>
                  <a:lnTo>
                    <a:pt x="14579" y="314464"/>
                  </a:lnTo>
                  <a:lnTo>
                    <a:pt x="24155" y="327164"/>
                  </a:lnTo>
                  <a:lnTo>
                    <a:pt x="34950" y="339077"/>
                  </a:lnTo>
                  <a:lnTo>
                    <a:pt x="42722" y="346544"/>
                  </a:lnTo>
                  <a:lnTo>
                    <a:pt x="47434" y="346405"/>
                  </a:lnTo>
                  <a:lnTo>
                    <a:pt x="51333" y="338201"/>
                  </a:lnTo>
                  <a:lnTo>
                    <a:pt x="53619" y="322326"/>
                  </a:lnTo>
                  <a:lnTo>
                    <a:pt x="53479" y="299186"/>
                  </a:lnTo>
                  <a:lnTo>
                    <a:pt x="50876" y="280492"/>
                  </a:lnTo>
                  <a:lnTo>
                    <a:pt x="47967" y="268262"/>
                  </a:lnTo>
                  <a:lnTo>
                    <a:pt x="47269" y="248348"/>
                  </a:lnTo>
                  <a:lnTo>
                    <a:pt x="51320" y="206654"/>
                  </a:lnTo>
                  <a:lnTo>
                    <a:pt x="57988" y="147294"/>
                  </a:lnTo>
                  <a:lnTo>
                    <a:pt x="62623" y="91770"/>
                  </a:lnTo>
                  <a:lnTo>
                    <a:pt x="64033" y="51981"/>
                  </a:lnTo>
                  <a:close/>
                </a:path>
                <a:path w="504825" h="487045">
                  <a:moveTo>
                    <a:pt x="495769" y="317487"/>
                  </a:moveTo>
                  <a:lnTo>
                    <a:pt x="492264" y="313893"/>
                  </a:lnTo>
                  <a:lnTo>
                    <a:pt x="483920" y="309689"/>
                  </a:lnTo>
                  <a:lnTo>
                    <a:pt x="473964" y="300228"/>
                  </a:lnTo>
                  <a:lnTo>
                    <a:pt x="465632" y="280898"/>
                  </a:lnTo>
                  <a:lnTo>
                    <a:pt x="458203" y="257378"/>
                  </a:lnTo>
                  <a:lnTo>
                    <a:pt x="450557" y="237172"/>
                  </a:lnTo>
                  <a:lnTo>
                    <a:pt x="445350" y="218401"/>
                  </a:lnTo>
                  <a:lnTo>
                    <a:pt x="445185" y="199110"/>
                  </a:lnTo>
                  <a:lnTo>
                    <a:pt x="444677" y="175996"/>
                  </a:lnTo>
                  <a:lnTo>
                    <a:pt x="437921" y="148132"/>
                  </a:lnTo>
                  <a:lnTo>
                    <a:pt x="426720" y="117246"/>
                  </a:lnTo>
                  <a:lnTo>
                    <a:pt x="384657" y="19392"/>
                  </a:lnTo>
                  <a:lnTo>
                    <a:pt x="373862" y="0"/>
                  </a:lnTo>
                  <a:lnTo>
                    <a:pt x="367703" y="2184"/>
                  </a:lnTo>
                  <a:lnTo>
                    <a:pt x="374535" y="60604"/>
                  </a:lnTo>
                  <a:lnTo>
                    <a:pt x="377926" y="94322"/>
                  </a:lnTo>
                  <a:lnTo>
                    <a:pt x="378904" y="116128"/>
                  </a:lnTo>
                  <a:lnTo>
                    <a:pt x="378472" y="138849"/>
                  </a:lnTo>
                  <a:lnTo>
                    <a:pt x="378218" y="165252"/>
                  </a:lnTo>
                  <a:lnTo>
                    <a:pt x="381292" y="190233"/>
                  </a:lnTo>
                  <a:lnTo>
                    <a:pt x="391033" y="214820"/>
                  </a:lnTo>
                  <a:lnTo>
                    <a:pt x="410756" y="240004"/>
                  </a:lnTo>
                  <a:lnTo>
                    <a:pt x="432422" y="262636"/>
                  </a:lnTo>
                  <a:lnTo>
                    <a:pt x="446938" y="279819"/>
                  </a:lnTo>
                  <a:lnTo>
                    <a:pt x="455993" y="292963"/>
                  </a:lnTo>
                  <a:lnTo>
                    <a:pt x="461327" y="303491"/>
                  </a:lnTo>
                  <a:lnTo>
                    <a:pt x="468972" y="312039"/>
                  </a:lnTo>
                  <a:lnTo>
                    <a:pt x="480568" y="317754"/>
                  </a:lnTo>
                  <a:lnTo>
                    <a:pt x="491147" y="319836"/>
                  </a:lnTo>
                  <a:lnTo>
                    <a:pt x="495769" y="317487"/>
                  </a:lnTo>
                  <a:close/>
                </a:path>
                <a:path w="504825" h="487045">
                  <a:moveTo>
                    <a:pt x="504367" y="360527"/>
                  </a:moveTo>
                  <a:lnTo>
                    <a:pt x="483908" y="378485"/>
                  </a:lnTo>
                  <a:lnTo>
                    <a:pt x="469798" y="391198"/>
                  </a:lnTo>
                  <a:lnTo>
                    <a:pt x="455485" y="404710"/>
                  </a:lnTo>
                  <a:lnTo>
                    <a:pt x="434428" y="425094"/>
                  </a:lnTo>
                  <a:lnTo>
                    <a:pt x="390080" y="448602"/>
                  </a:lnTo>
                  <a:lnTo>
                    <a:pt x="326682" y="467067"/>
                  </a:lnTo>
                  <a:lnTo>
                    <a:pt x="268719" y="479882"/>
                  </a:lnTo>
                  <a:lnTo>
                    <a:pt x="240728" y="486435"/>
                  </a:lnTo>
                  <a:lnTo>
                    <a:pt x="253834" y="486092"/>
                  </a:lnTo>
                  <a:lnTo>
                    <a:pt x="291503" y="481317"/>
                  </a:lnTo>
                  <a:lnTo>
                    <a:pt x="336740" y="476148"/>
                  </a:lnTo>
                  <a:lnTo>
                    <a:pt x="372541" y="474599"/>
                  </a:lnTo>
                  <a:lnTo>
                    <a:pt x="399034" y="476580"/>
                  </a:lnTo>
                  <a:lnTo>
                    <a:pt x="425081" y="477558"/>
                  </a:lnTo>
                  <a:lnTo>
                    <a:pt x="446773" y="474903"/>
                  </a:lnTo>
                  <a:lnTo>
                    <a:pt x="460248" y="465988"/>
                  </a:lnTo>
                  <a:lnTo>
                    <a:pt x="466674" y="451650"/>
                  </a:lnTo>
                  <a:lnTo>
                    <a:pt x="471284" y="435991"/>
                  </a:lnTo>
                  <a:lnTo>
                    <a:pt x="476288" y="421347"/>
                  </a:lnTo>
                  <a:lnTo>
                    <a:pt x="483920" y="410032"/>
                  </a:lnTo>
                  <a:lnTo>
                    <a:pt x="492874" y="398208"/>
                  </a:lnTo>
                  <a:lnTo>
                    <a:pt x="499795" y="383260"/>
                  </a:lnTo>
                  <a:lnTo>
                    <a:pt x="503897" y="369328"/>
                  </a:lnTo>
                  <a:lnTo>
                    <a:pt x="504367" y="360527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3" name="object 443" descr=""/>
            <p:cNvSpPr/>
            <p:nvPr/>
          </p:nvSpPr>
          <p:spPr>
            <a:xfrm>
              <a:off x="1609509" y="8162537"/>
              <a:ext cx="192405" cy="26034"/>
            </a:xfrm>
            <a:custGeom>
              <a:avLst/>
              <a:gdLst/>
              <a:ahLst/>
              <a:cxnLst/>
              <a:rect l="l" t="t" r="r" b="b"/>
              <a:pathLst>
                <a:path w="192405" h="26034">
                  <a:moveTo>
                    <a:pt x="49898" y="3340"/>
                  </a:moveTo>
                  <a:lnTo>
                    <a:pt x="44373" y="0"/>
                  </a:lnTo>
                  <a:lnTo>
                    <a:pt x="40182" y="0"/>
                  </a:lnTo>
                  <a:lnTo>
                    <a:pt x="40182" y="6591"/>
                  </a:lnTo>
                  <a:lnTo>
                    <a:pt x="40182" y="18973"/>
                  </a:lnTo>
                  <a:lnTo>
                    <a:pt x="38989" y="19697"/>
                  </a:lnTo>
                  <a:lnTo>
                    <a:pt x="10922" y="19697"/>
                  </a:lnTo>
                  <a:lnTo>
                    <a:pt x="9728" y="18973"/>
                  </a:lnTo>
                  <a:lnTo>
                    <a:pt x="9728" y="6591"/>
                  </a:lnTo>
                  <a:lnTo>
                    <a:pt x="10922" y="5867"/>
                  </a:lnTo>
                  <a:lnTo>
                    <a:pt x="38989" y="5867"/>
                  </a:lnTo>
                  <a:lnTo>
                    <a:pt x="40182" y="6591"/>
                  </a:lnTo>
                  <a:lnTo>
                    <a:pt x="40182" y="0"/>
                  </a:lnTo>
                  <a:lnTo>
                    <a:pt x="5537" y="0"/>
                  </a:lnTo>
                  <a:lnTo>
                    <a:pt x="0" y="3340"/>
                  </a:lnTo>
                  <a:lnTo>
                    <a:pt x="0" y="22237"/>
                  </a:lnTo>
                  <a:lnTo>
                    <a:pt x="5537" y="25565"/>
                  </a:lnTo>
                  <a:lnTo>
                    <a:pt x="44373" y="25565"/>
                  </a:lnTo>
                  <a:lnTo>
                    <a:pt x="49898" y="22237"/>
                  </a:lnTo>
                  <a:lnTo>
                    <a:pt x="49898" y="19697"/>
                  </a:lnTo>
                  <a:lnTo>
                    <a:pt x="49898" y="5867"/>
                  </a:lnTo>
                  <a:lnTo>
                    <a:pt x="49898" y="3340"/>
                  </a:lnTo>
                  <a:close/>
                </a:path>
                <a:path w="192405" h="26034">
                  <a:moveTo>
                    <a:pt x="192151" y="3340"/>
                  </a:moveTo>
                  <a:lnTo>
                    <a:pt x="186626" y="0"/>
                  </a:lnTo>
                  <a:lnTo>
                    <a:pt x="182435" y="0"/>
                  </a:lnTo>
                  <a:lnTo>
                    <a:pt x="182435" y="6591"/>
                  </a:lnTo>
                  <a:lnTo>
                    <a:pt x="182435" y="18973"/>
                  </a:lnTo>
                  <a:lnTo>
                    <a:pt x="181241" y="19697"/>
                  </a:lnTo>
                  <a:lnTo>
                    <a:pt x="153174" y="19697"/>
                  </a:lnTo>
                  <a:lnTo>
                    <a:pt x="151980" y="18973"/>
                  </a:lnTo>
                  <a:lnTo>
                    <a:pt x="151980" y="6591"/>
                  </a:lnTo>
                  <a:lnTo>
                    <a:pt x="153174" y="5867"/>
                  </a:lnTo>
                  <a:lnTo>
                    <a:pt x="181241" y="5867"/>
                  </a:lnTo>
                  <a:lnTo>
                    <a:pt x="182435" y="6591"/>
                  </a:lnTo>
                  <a:lnTo>
                    <a:pt x="182435" y="0"/>
                  </a:lnTo>
                  <a:lnTo>
                    <a:pt x="147789" y="0"/>
                  </a:lnTo>
                  <a:lnTo>
                    <a:pt x="142265" y="3340"/>
                  </a:lnTo>
                  <a:lnTo>
                    <a:pt x="142265" y="22237"/>
                  </a:lnTo>
                  <a:lnTo>
                    <a:pt x="147789" y="25565"/>
                  </a:lnTo>
                  <a:lnTo>
                    <a:pt x="186626" y="25565"/>
                  </a:lnTo>
                  <a:lnTo>
                    <a:pt x="192151" y="22237"/>
                  </a:lnTo>
                  <a:lnTo>
                    <a:pt x="192151" y="19697"/>
                  </a:lnTo>
                  <a:lnTo>
                    <a:pt x="192151" y="5867"/>
                  </a:lnTo>
                  <a:lnTo>
                    <a:pt x="192151" y="3340"/>
                  </a:lnTo>
                  <a:close/>
                </a:path>
              </a:pathLst>
            </a:custGeom>
            <a:solidFill>
              <a:srgbClr val="86D0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4" name="object 444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1637901" y="8396671"/>
              <a:ext cx="142048" cy="95971"/>
            </a:xfrm>
            <a:prstGeom prst="rect">
              <a:avLst/>
            </a:prstGeom>
          </p:spPr>
        </p:pic>
      </p:grpSp>
      <p:grpSp>
        <p:nvGrpSpPr>
          <p:cNvPr id="445" name="object 445" descr=""/>
          <p:cNvGrpSpPr/>
          <p:nvPr/>
        </p:nvGrpSpPr>
        <p:grpSpPr>
          <a:xfrm>
            <a:off x="2240544" y="8025607"/>
            <a:ext cx="447675" cy="848360"/>
            <a:chOff x="2240544" y="8025607"/>
            <a:chExt cx="447675" cy="848360"/>
          </a:xfrm>
        </p:grpSpPr>
        <p:pic>
          <p:nvPicPr>
            <p:cNvPr id="446" name="object 446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2415143" y="8025607"/>
              <a:ext cx="83945" cy="180915"/>
            </a:xfrm>
            <a:prstGeom prst="rect">
              <a:avLst/>
            </a:prstGeom>
          </p:spPr>
        </p:pic>
        <p:sp>
          <p:nvSpPr>
            <p:cNvPr id="447" name="object 447" descr=""/>
            <p:cNvSpPr/>
            <p:nvPr/>
          </p:nvSpPr>
          <p:spPr>
            <a:xfrm>
              <a:off x="2240544" y="8188100"/>
              <a:ext cx="447675" cy="685800"/>
            </a:xfrm>
            <a:custGeom>
              <a:avLst/>
              <a:gdLst/>
              <a:ahLst/>
              <a:cxnLst/>
              <a:rect l="l" t="t" r="r" b="b"/>
              <a:pathLst>
                <a:path w="447675" h="685800">
                  <a:moveTo>
                    <a:pt x="174602" y="0"/>
                  </a:moveTo>
                  <a:lnTo>
                    <a:pt x="96018" y="182303"/>
                  </a:lnTo>
                  <a:lnTo>
                    <a:pt x="54815" y="280063"/>
                  </a:lnTo>
                  <a:lnTo>
                    <a:pt x="37485" y="326571"/>
                  </a:lnTo>
                  <a:lnTo>
                    <a:pt x="20978" y="393454"/>
                  </a:lnTo>
                  <a:lnTo>
                    <a:pt x="8838" y="441474"/>
                  </a:lnTo>
                  <a:lnTo>
                    <a:pt x="0" y="490706"/>
                  </a:lnTo>
                  <a:lnTo>
                    <a:pt x="356" y="532674"/>
                  </a:lnTo>
                  <a:lnTo>
                    <a:pt x="10081" y="573383"/>
                  </a:lnTo>
                  <a:lnTo>
                    <a:pt x="23498" y="617826"/>
                  </a:lnTo>
                  <a:lnTo>
                    <a:pt x="37702" y="656014"/>
                  </a:lnTo>
                  <a:lnTo>
                    <a:pt x="72447" y="682642"/>
                  </a:lnTo>
                  <a:lnTo>
                    <a:pt x="121831" y="685012"/>
                  </a:lnTo>
                  <a:lnTo>
                    <a:pt x="187312" y="685521"/>
                  </a:lnTo>
                  <a:lnTo>
                    <a:pt x="258260" y="684619"/>
                  </a:lnTo>
                  <a:lnTo>
                    <a:pt x="324046" y="682757"/>
                  </a:lnTo>
                  <a:lnTo>
                    <a:pt x="374043" y="680386"/>
                  </a:lnTo>
                  <a:lnTo>
                    <a:pt x="411472" y="659310"/>
                  </a:lnTo>
                  <a:lnTo>
                    <a:pt x="426741" y="620787"/>
                  </a:lnTo>
                  <a:lnTo>
                    <a:pt x="439810" y="576414"/>
                  </a:lnTo>
                  <a:lnTo>
                    <a:pt x="447065" y="540213"/>
                  </a:lnTo>
                  <a:lnTo>
                    <a:pt x="419374" y="441207"/>
                  </a:lnTo>
                  <a:lnTo>
                    <a:pt x="354371" y="259074"/>
                  </a:lnTo>
                  <a:lnTo>
                    <a:pt x="288583" y="83803"/>
                  </a:lnTo>
                  <a:lnTo>
                    <a:pt x="258536" y="5382"/>
                  </a:lnTo>
                  <a:lnTo>
                    <a:pt x="174602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8" name="object 448" descr=""/>
            <p:cNvSpPr/>
            <p:nvPr/>
          </p:nvSpPr>
          <p:spPr>
            <a:xfrm>
              <a:off x="2411704" y="8169458"/>
              <a:ext cx="87630" cy="26034"/>
            </a:xfrm>
            <a:custGeom>
              <a:avLst/>
              <a:gdLst/>
              <a:ahLst/>
              <a:cxnLst/>
              <a:rect l="l" t="t" r="r" b="b"/>
              <a:pathLst>
                <a:path w="87630" h="26034">
                  <a:moveTo>
                    <a:pt x="12585" y="3340"/>
                  </a:moveTo>
                  <a:lnTo>
                    <a:pt x="11188" y="0"/>
                  </a:lnTo>
                  <a:lnTo>
                    <a:pt x="10134" y="0"/>
                  </a:lnTo>
                  <a:lnTo>
                    <a:pt x="10134" y="6591"/>
                  </a:lnTo>
                  <a:lnTo>
                    <a:pt x="10134" y="18973"/>
                  </a:lnTo>
                  <a:lnTo>
                    <a:pt x="9829" y="19697"/>
                  </a:lnTo>
                  <a:lnTo>
                    <a:pt x="2755" y="19697"/>
                  </a:lnTo>
                  <a:lnTo>
                    <a:pt x="2451" y="18973"/>
                  </a:lnTo>
                  <a:lnTo>
                    <a:pt x="2451" y="6591"/>
                  </a:lnTo>
                  <a:lnTo>
                    <a:pt x="2755" y="5867"/>
                  </a:lnTo>
                  <a:lnTo>
                    <a:pt x="9829" y="5867"/>
                  </a:lnTo>
                  <a:lnTo>
                    <a:pt x="10134" y="6591"/>
                  </a:lnTo>
                  <a:lnTo>
                    <a:pt x="10134" y="0"/>
                  </a:lnTo>
                  <a:lnTo>
                    <a:pt x="1397" y="0"/>
                  </a:lnTo>
                  <a:lnTo>
                    <a:pt x="0" y="3340"/>
                  </a:lnTo>
                  <a:lnTo>
                    <a:pt x="0" y="22225"/>
                  </a:lnTo>
                  <a:lnTo>
                    <a:pt x="1397" y="25565"/>
                  </a:lnTo>
                  <a:lnTo>
                    <a:pt x="11188" y="25565"/>
                  </a:lnTo>
                  <a:lnTo>
                    <a:pt x="12585" y="22225"/>
                  </a:lnTo>
                  <a:lnTo>
                    <a:pt x="12585" y="19697"/>
                  </a:lnTo>
                  <a:lnTo>
                    <a:pt x="12585" y="5867"/>
                  </a:lnTo>
                  <a:lnTo>
                    <a:pt x="12585" y="3340"/>
                  </a:lnTo>
                  <a:close/>
                </a:path>
                <a:path w="87630" h="26034">
                  <a:moveTo>
                    <a:pt x="87376" y="3340"/>
                  </a:moveTo>
                  <a:lnTo>
                    <a:pt x="85979" y="0"/>
                  </a:lnTo>
                  <a:lnTo>
                    <a:pt x="84924" y="0"/>
                  </a:lnTo>
                  <a:lnTo>
                    <a:pt x="84924" y="6591"/>
                  </a:lnTo>
                  <a:lnTo>
                    <a:pt x="84924" y="18973"/>
                  </a:lnTo>
                  <a:lnTo>
                    <a:pt x="84620" y="19697"/>
                  </a:lnTo>
                  <a:lnTo>
                    <a:pt x="77546" y="19697"/>
                  </a:lnTo>
                  <a:lnTo>
                    <a:pt x="77241" y="18973"/>
                  </a:lnTo>
                  <a:lnTo>
                    <a:pt x="77241" y="6591"/>
                  </a:lnTo>
                  <a:lnTo>
                    <a:pt x="77546" y="5867"/>
                  </a:lnTo>
                  <a:lnTo>
                    <a:pt x="84620" y="5867"/>
                  </a:lnTo>
                  <a:lnTo>
                    <a:pt x="84924" y="6591"/>
                  </a:lnTo>
                  <a:lnTo>
                    <a:pt x="84924" y="0"/>
                  </a:lnTo>
                  <a:lnTo>
                    <a:pt x="76187" y="0"/>
                  </a:lnTo>
                  <a:lnTo>
                    <a:pt x="74790" y="3340"/>
                  </a:lnTo>
                  <a:lnTo>
                    <a:pt x="74790" y="22225"/>
                  </a:lnTo>
                  <a:lnTo>
                    <a:pt x="76187" y="25565"/>
                  </a:lnTo>
                  <a:lnTo>
                    <a:pt x="85979" y="25565"/>
                  </a:lnTo>
                  <a:lnTo>
                    <a:pt x="87376" y="22225"/>
                  </a:lnTo>
                  <a:lnTo>
                    <a:pt x="87376" y="19697"/>
                  </a:lnTo>
                  <a:lnTo>
                    <a:pt x="87376" y="5867"/>
                  </a:lnTo>
                  <a:lnTo>
                    <a:pt x="87376" y="3340"/>
                  </a:lnTo>
                  <a:close/>
                </a:path>
              </a:pathLst>
            </a:custGeom>
            <a:solidFill>
              <a:srgbClr val="86D0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9" name="object 449" descr=""/>
            <p:cNvSpPr/>
            <p:nvPr/>
          </p:nvSpPr>
          <p:spPr>
            <a:xfrm>
              <a:off x="2383080" y="8182231"/>
              <a:ext cx="176530" cy="512445"/>
            </a:xfrm>
            <a:custGeom>
              <a:avLst/>
              <a:gdLst/>
              <a:ahLst/>
              <a:cxnLst/>
              <a:rect l="l" t="t" r="r" b="b"/>
              <a:pathLst>
                <a:path w="176530" h="512445">
                  <a:moveTo>
                    <a:pt x="54667" y="0"/>
                  </a:moveTo>
                  <a:lnTo>
                    <a:pt x="41212" y="30365"/>
                  </a:lnTo>
                  <a:lnTo>
                    <a:pt x="25484" y="169408"/>
                  </a:lnTo>
                  <a:lnTo>
                    <a:pt x="16262" y="245881"/>
                  </a:lnTo>
                  <a:lnTo>
                    <a:pt x="9966" y="286894"/>
                  </a:lnTo>
                  <a:lnTo>
                    <a:pt x="3014" y="319560"/>
                  </a:lnTo>
                  <a:lnTo>
                    <a:pt x="0" y="352550"/>
                  </a:lnTo>
                  <a:lnTo>
                    <a:pt x="18661" y="402184"/>
                  </a:lnTo>
                  <a:lnTo>
                    <a:pt x="54561" y="453138"/>
                  </a:lnTo>
                  <a:lnTo>
                    <a:pt x="98394" y="501258"/>
                  </a:lnTo>
                  <a:lnTo>
                    <a:pt x="116005" y="511848"/>
                  </a:lnTo>
                  <a:lnTo>
                    <a:pt x="127052" y="506105"/>
                  </a:lnTo>
                  <a:lnTo>
                    <a:pt x="134163" y="486045"/>
                  </a:lnTo>
                  <a:lnTo>
                    <a:pt x="141881" y="457852"/>
                  </a:lnTo>
                  <a:lnTo>
                    <a:pt x="154748" y="427714"/>
                  </a:lnTo>
                  <a:lnTo>
                    <a:pt x="168795" y="403117"/>
                  </a:lnTo>
                  <a:lnTo>
                    <a:pt x="176336" y="382309"/>
                  </a:lnTo>
                  <a:lnTo>
                    <a:pt x="176311" y="357567"/>
                  </a:lnTo>
                  <a:lnTo>
                    <a:pt x="167658" y="321173"/>
                  </a:lnTo>
                  <a:lnTo>
                    <a:pt x="155878" y="277892"/>
                  </a:lnTo>
                  <a:lnTo>
                    <a:pt x="147277" y="237639"/>
                  </a:lnTo>
                  <a:lnTo>
                    <a:pt x="142005" y="200413"/>
                  </a:lnTo>
                  <a:lnTo>
                    <a:pt x="140214" y="166214"/>
                  </a:lnTo>
                  <a:lnTo>
                    <a:pt x="132143" y="122771"/>
                  </a:lnTo>
                  <a:lnTo>
                    <a:pt x="114388" y="69698"/>
                  </a:lnTo>
                  <a:lnTo>
                    <a:pt x="96632" y="24797"/>
                  </a:lnTo>
                  <a:lnTo>
                    <a:pt x="88561" y="5874"/>
                  </a:lnTo>
                  <a:lnTo>
                    <a:pt x="54667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0" name="object 450" descr=""/>
            <p:cNvSpPr/>
            <p:nvPr/>
          </p:nvSpPr>
          <p:spPr>
            <a:xfrm>
              <a:off x="2288556" y="8533565"/>
              <a:ext cx="94615" cy="312420"/>
            </a:xfrm>
            <a:custGeom>
              <a:avLst/>
              <a:gdLst/>
              <a:ahLst/>
              <a:cxnLst/>
              <a:rect l="l" t="t" r="r" b="b"/>
              <a:pathLst>
                <a:path w="94614" h="312420">
                  <a:moveTo>
                    <a:pt x="29739" y="0"/>
                  </a:moveTo>
                  <a:lnTo>
                    <a:pt x="21166" y="69299"/>
                  </a:lnTo>
                  <a:lnTo>
                    <a:pt x="15618" y="109118"/>
                  </a:lnTo>
                  <a:lnTo>
                    <a:pt x="10672" y="134505"/>
                  </a:lnTo>
                  <a:lnTo>
                    <a:pt x="3907" y="160508"/>
                  </a:lnTo>
                  <a:lnTo>
                    <a:pt x="0" y="190189"/>
                  </a:lnTo>
                  <a:lnTo>
                    <a:pt x="14581" y="241541"/>
                  </a:lnTo>
                  <a:lnTo>
                    <a:pt x="45602" y="285173"/>
                  </a:lnTo>
                  <a:lnTo>
                    <a:pt x="86229" y="312042"/>
                  </a:lnTo>
                  <a:lnTo>
                    <a:pt x="94252" y="299485"/>
                  </a:lnTo>
                  <a:lnTo>
                    <a:pt x="93497" y="274516"/>
                  </a:lnTo>
                  <a:lnTo>
                    <a:pt x="86690" y="245309"/>
                  </a:lnTo>
                  <a:lnTo>
                    <a:pt x="76554" y="220035"/>
                  </a:lnTo>
                  <a:lnTo>
                    <a:pt x="66437" y="201218"/>
                  </a:lnTo>
                  <a:lnTo>
                    <a:pt x="58591" y="183312"/>
                  </a:lnTo>
                  <a:lnTo>
                    <a:pt x="54076" y="162380"/>
                  </a:lnTo>
                  <a:lnTo>
                    <a:pt x="53948" y="134488"/>
                  </a:lnTo>
                  <a:lnTo>
                    <a:pt x="51689" y="93812"/>
                  </a:lnTo>
                  <a:lnTo>
                    <a:pt x="43481" y="47505"/>
                  </a:lnTo>
                  <a:lnTo>
                    <a:pt x="34454" y="11067"/>
                  </a:lnTo>
                  <a:lnTo>
                    <a:pt x="29739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1" name="object 451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2563354" y="8606711"/>
              <a:ext cx="90692" cy="200357"/>
            </a:xfrm>
            <a:prstGeom prst="rect">
              <a:avLst/>
            </a:prstGeom>
          </p:spPr>
        </p:pic>
      </p:grpSp>
      <p:grpSp>
        <p:nvGrpSpPr>
          <p:cNvPr id="452" name="object 452" descr=""/>
          <p:cNvGrpSpPr/>
          <p:nvPr/>
        </p:nvGrpSpPr>
        <p:grpSpPr>
          <a:xfrm>
            <a:off x="2971591" y="8042826"/>
            <a:ext cx="528955" cy="836930"/>
            <a:chOff x="2971591" y="8042826"/>
            <a:chExt cx="528955" cy="836930"/>
          </a:xfrm>
        </p:grpSpPr>
        <p:pic>
          <p:nvPicPr>
            <p:cNvPr id="453" name="object 453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3095463" y="8042826"/>
              <a:ext cx="195418" cy="170668"/>
            </a:xfrm>
            <a:prstGeom prst="rect">
              <a:avLst/>
            </a:prstGeom>
          </p:spPr>
        </p:pic>
        <p:sp>
          <p:nvSpPr>
            <p:cNvPr id="454" name="object 454" descr=""/>
            <p:cNvSpPr/>
            <p:nvPr/>
          </p:nvSpPr>
          <p:spPr>
            <a:xfrm>
              <a:off x="3002969" y="8176168"/>
              <a:ext cx="497840" cy="701675"/>
            </a:xfrm>
            <a:custGeom>
              <a:avLst/>
              <a:gdLst/>
              <a:ahLst/>
              <a:cxnLst/>
              <a:rect l="l" t="t" r="r" b="b"/>
              <a:pathLst>
                <a:path w="497839" h="701675">
                  <a:moveTo>
                    <a:pt x="157805" y="0"/>
                  </a:moveTo>
                  <a:lnTo>
                    <a:pt x="104435" y="3863"/>
                  </a:lnTo>
                  <a:lnTo>
                    <a:pt x="65682" y="187099"/>
                  </a:lnTo>
                  <a:lnTo>
                    <a:pt x="44692" y="285338"/>
                  </a:lnTo>
                  <a:lnTo>
                    <a:pt x="34200" y="332022"/>
                  </a:lnTo>
                  <a:lnTo>
                    <a:pt x="26940" y="360596"/>
                  </a:lnTo>
                  <a:lnTo>
                    <a:pt x="16951" y="393713"/>
                  </a:lnTo>
                  <a:lnTo>
                    <a:pt x="6357" y="430255"/>
                  </a:lnTo>
                  <a:lnTo>
                    <a:pt x="0" y="468008"/>
                  </a:lnTo>
                  <a:lnTo>
                    <a:pt x="2721" y="504759"/>
                  </a:lnTo>
                  <a:lnTo>
                    <a:pt x="21395" y="541642"/>
                  </a:lnTo>
                  <a:lnTo>
                    <a:pt x="56286" y="589024"/>
                  </a:lnTo>
                  <a:lnTo>
                    <a:pt x="97014" y="637237"/>
                  </a:lnTo>
                  <a:lnTo>
                    <a:pt x="133197" y="676611"/>
                  </a:lnTo>
                  <a:lnTo>
                    <a:pt x="179706" y="701148"/>
                  </a:lnTo>
                  <a:lnTo>
                    <a:pt x="229975" y="699433"/>
                  </a:lnTo>
                  <a:lnTo>
                    <a:pt x="292887" y="694218"/>
                  </a:lnTo>
                  <a:lnTo>
                    <a:pt x="356066" y="687389"/>
                  </a:lnTo>
                  <a:lnTo>
                    <a:pt x="407137" y="680834"/>
                  </a:lnTo>
                  <a:lnTo>
                    <a:pt x="451515" y="657791"/>
                  </a:lnTo>
                  <a:lnTo>
                    <a:pt x="471121" y="619267"/>
                  </a:lnTo>
                  <a:lnTo>
                    <a:pt x="487903" y="574891"/>
                  </a:lnTo>
                  <a:lnTo>
                    <a:pt x="497219" y="538685"/>
                  </a:lnTo>
                  <a:lnTo>
                    <a:pt x="466786" y="439783"/>
                  </a:lnTo>
                  <a:lnTo>
                    <a:pt x="394586" y="257869"/>
                  </a:lnTo>
                  <a:lnTo>
                    <a:pt x="321376" y="82814"/>
                  </a:lnTo>
                  <a:lnTo>
                    <a:pt x="287916" y="4492"/>
                  </a:lnTo>
                  <a:lnTo>
                    <a:pt x="256168" y="3863"/>
                  </a:lnTo>
                  <a:lnTo>
                    <a:pt x="259836" y="119845"/>
                  </a:lnTo>
                  <a:lnTo>
                    <a:pt x="261282" y="181148"/>
                  </a:lnTo>
                  <a:lnTo>
                    <a:pt x="258315" y="221239"/>
                  </a:lnTo>
                  <a:lnTo>
                    <a:pt x="206715" y="244523"/>
                  </a:lnTo>
                  <a:lnTo>
                    <a:pt x="193573" y="240045"/>
                  </a:lnTo>
                  <a:lnTo>
                    <a:pt x="184354" y="197546"/>
                  </a:lnTo>
                  <a:lnTo>
                    <a:pt x="172462" y="115585"/>
                  </a:lnTo>
                  <a:lnTo>
                    <a:pt x="162183" y="35843"/>
                  </a:lnTo>
                  <a:lnTo>
                    <a:pt x="157805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5" name="object 455" descr=""/>
            <p:cNvSpPr/>
            <p:nvPr/>
          </p:nvSpPr>
          <p:spPr>
            <a:xfrm>
              <a:off x="3160773" y="8176165"/>
              <a:ext cx="160020" cy="535305"/>
            </a:xfrm>
            <a:custGeom>
              <a:avLst/>
              <a:gdLst/>
              <a:ahLst/>
              <a:cxnLst/>
              <a:rect l="l" t="t" r="r" b="b"/>
              <a:pathLst>
                <a:path w="160020" h="535304">
                  <a:moveTo>
                    <a:pt x="0" y="0"/>
                  </a:moveTo>
                  <a:lnTo>
                    <a:pt x="7506" y="102998"/>
                  </a:lnTo>
                  <a:lnTo>
                    <a:pt x="11360" y="163852"/>
                  </a:lnTo>
                  <a:lnTo>
                    <a:pt x="12781" y="206429"/>
                  </a:lnTo>
                  <a:lnTo>
                    <a:pt x="12983" y="254599"/>
                  </a:lnTo>
                  <a:lnTo>
                    <a:pt x="16947" y="307568"/>
                  </a:lnTo>
                  <a:lnTo>
                    <a:pt x="26475" y="349032"/>
                  </a:lnTo>
                  <a:lnTo>
                    <a:pt x="38021" y="379598"/>
                  </a:lnTo>
                  <a:lnTo>
                    <a:pt x="48040" y="399872"/>
                  </a:lnTo>
                  <a:lnTo>
                    <a:pt x="57374" y="426002"/>
                  </a:lnTo>
                  <a:lnTo>
                    <a:pt x="68156" y="464051"/>
                  </a:lnTo>
                  <a:lnTo>
                    <a:pt x="87526" y="517910"/>
                  </a:lnTo>
                  <a:lnTo>
                    <a:pt x="111709" y="535262"/>
                  </a:lnTo>
                  <a:lnTo>
                    <a:pt x="115133" y="531379"/>
                  </a:lnTo>
                  <a:lnTo>
                    <a:pt x="120383" y="517910"/>
                  </a:lnTo>
                  <a:lnTo>
                    <a:pt x="126222" y="500777"/>
                  </a:lnTo>
                  <a:lnTo>
                    <a:pt x="130348" y="485121"/>
                  </a:lnTo>
                  <a:lnTo>
                    <a:pt x="136894" y="468860"/>
                  </a:lnTo>
                  <a:lnTo>
                    <a:pt x="149995" y="449913"/>
                  </a:lnTo>
                  <a:lnTo>
                    <a:pt x="159983" y="410066"/>
                  </a:lnTo>
                  <a:lnTo>
                    <a:pt x="158873" y="346939"/>
                  </a:lnTo>
                  <a:lnTo>
                    <a:pt x="153324" y="282198"/>
                  </a:lnTo>
                  <a:lnTo>
                    <a:pt x="149995" y="237511"/>
                  </a:lnTo>
                  <a:lnTo>
                    <a:pt x="141927" y="185569"/>
                  </a:lnTo>
                  <a:lnTo>
                    <a:pt x="124179" y="106967"/>
                  </a:lnTo>
                  <a:lnTo>
                    <a:pt x="106430" y="35226"/>
                  </a:lnTo>
                  <a:lnTo>
                    <a:pt x="98363" y="3863"/>
                  </a:lnTo>
                  <a:lnTo>
                    <a:pt x="95400" y="25453"/>
                  </a:lnTo>
                  <a:lnTo>
                    <a:pt x="95168" y="77693"/>
                  </a:lnTo>
                  <a:lnTo>
                    <a:pt x="95158" y="141785"/>
                  </a:lnTo>
                  <a:lnTo>
                    <a:pt x="92861" y="198932"/>
                  </a:lnTo>
                  <a:lnTo>
                    <a:pt x="85767" y="230338"/>
                  </a:lnTo>
                  <a:lnTo>
                    <a:pt x="70161" y="240641"/>
                  </a:lnTo>
                  <a:lnTo>
                    <a:pt x="52622" y="243368"/>
                  </a:lnTo>
                  <a:lnTo>
                    <a:pt x="38313" y="242261"/>
                  </a:lnTo>
                  <a:lnTo>
                    <a:pt x="32396" y="241060"/>
                  </a:lnTo>
                  <a:lnTo>
                    <a:pt x="25974" y="198858"/>
                  </a:lnTo>
                  <a:lnTo>
                    <a:pt x="14989" y="1164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949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6" name="object 456" descr=""/>
            <p:cNvSpPr/>
            <p:nvPr/>
          </p:nvSpPr>
          <p:spPr>
            <a:xfrm>
              <a:off x="3209099" y="8374246"/>
              <a:ext cx="264160" cy="487045"/>
            </a:xfrm>
            <a:custGeom>
              <a:avLst/>
              <a:gdLst/>
              <a:ahLst/>
              <a:cxnLst/>
              <a:rect l="l" t="t" r="r" b="b"/>
              <a:pathLst>
                <a:path w="264160" h="487045">
                  <a:moveTo>
                    <a:pt x="255028" y="317487"/>
                  </a:moveTo>
                  <a:lnTo>
                    <a:pt x="251536" y="313893"/>
                  </a:lnTo>
                  <a:lnTo>
                    <a:pt x="243192" y="309689"/>
                  </a:lnTo>
                  <a:lnTo>
                    <a:pt x="233235" y="300228"/>
                  </a:lnTo>
                  <a:lnTo>
                    <a:pt x="224891" y="280898"/>
                  </a:lnTo>
                  <a:lnTo>
                    <a:pt x="217462" y="257378"/>
                  </a:lnTo>
                  <a:lnTo>
                    <a:pt x="209842" y="237172"/>
                  </a:lnTo>
                  <a:lnTo>
                    <a:pt x="204622" y="218401"/>
                  </a:lnTo>
                  <a:lnTo>
                    <a:pt x="204457" y="199110"/>
                  </a:lnTo>
                  <a:lnTo>
                    <a:pt x="203949" y="175996"/>
                  </a:lnTo>
                  <a:lnTo>
                    <a:pt x="197192" y="148132"/>
                  </a:lnTo>
                  <a:lnTo>
                    <a:pt x="185991" y="117246"/>
                  </a:lnTo>
                  <a:lnTo>
                    <a:pt x="143929" y="19392"/>
                  </a:lnTo>
                  <a:lnTo>
                    <a:pt x="133134" y="0"/>
                  </a:lnTo>
                  <a:lnTo>
                    <a:pt x="126974" y="2184"/>
                  </a:lnTo>
                  <a:lnTo>
                    <a:pt x="133794" y="60604"/>
                  </a:lnTo>
                  <a:lnTo>
                    <a:pt x="137198" y="94322"/>
                  </a:lnTo>
                  <a:lnTo>
                    <a:pt x="138176" y="116128"/>
                  </a:lnTo>
                  <a:lnTo>
                    <a:pt x="137731" y="138849"/>
                  </a:lnTo>
                  <a:lnTo>
                    <a:pt x="137490" y="165252"/>
                  </a:lnTo>
                  <a:lnTo>
                    <a:pt x="140563" y="190233"/>
                  </a:lnTo>
                  <a:lnTo>
                    <a:pt x="150291" y="214820"/>
                  </a:lnTo>
                  <a:lnTo>
                    <a:pt x="170014" y="240004"/>
                  </a:lnTo>
                  <a:lnTo>
                    <a:pt x="191693" y="262636"/>
                  </a:lnTo>
                  <a:lnTo>
                    <a:pt x="206197" y="279819"/>
                  </a:lnTo>
                  <a:lnTo>
                    <a:pt x="215265" y="292963"/>
                  </a:lnTo>
                  <a:lnTo>
                    <a:pt x="220599" y="303491"/>
                  </a:lnTo>
                  <a:lnTo>
                    <a:pt x="228244" y="312039"/>
                  </a:lnTo>
                  <a:lnTo>
                    <a:pt x="239826" y="317754"/>
                  </a:lnTo>
                  <a:lnTo>
                    <a:pt x="250405" y="319836"/>
                  </a:lnTo>
                  <a:lnTo>
                    <a:pt x="255028" y="317487"/>
                  </a:lnTo>
                  <a:close/>
                </a:path>
                <a:path w="264160" h="487045">
                  <a:moveTo>
                    <a:pt x="263639" y="360527"/>
                  </a:moveTo>
                  <a:lnTo>
                    <a:pt x="243179" y="378485"/>
                  </a:lnTo>
                  <a:lnTo>
                    <a:pt x="229069" y="391198"/>
                  </a:lnTo>
                  <a:lnTo>
                    <a:pt x="214757" y="404710"/>
                  </a:lnTo>
                  <a:lnTo>
                    <a:pt x="193700" y="425094"/>
                  </a:lnTo>
                  <a:lnTo>
                    <a:pt x="149352" y="448602"/>
                  </a:lnTo>
                  <a:lnTo>
                    <a:pt x="85940" y="467067"/>
                  </a:lnTo>
                  <a:lnTo>
                    <a:pt x="27990" y="479882"/>
                  </a:lnTo>
                  <a:lnTo>
                    <a:pt x="0" y="486435"/>
                  </a:lnTo>
                  <a:lnTo>
                    <a:pt x="13093" y="486092"/>
                  </a:lnTo>
                  <a:lnTo>
                    <a:pt x="50774" y="481317"/>
                  </a:lnTo>
                  <a:lnTo>
                    <a:pt x="96012" y="476148"/>
                  </a:lnTo>
                  <a:lnTo>
                    <a:pt x="131813" y="474599"/>
                  </a:lnTo>
                  <a:lnTo>
                    <a:pt x="158305" y="476580"/>
                  </a:lnTo>
                  <a:lnTo>
                    <a:pt x="184340" y="477558"/>
                  </a:lnTo>
                  <a:lnTo>
                    <a:pt x="206044" y="474903"/>
                  </a:lnTo>
                  <a:lnTo>
                    <a:pt x="219519" y="465988"/>
                  </a:lnTo>
                  <a:lnTo>
                    <a:pt x="225945" y="451650"/>
                  </a:lnTo>
                  <a:lnTo>
                    <a:pt x="230555" y="435991"/>
                  </a:lnTo>
                  <a:lnTo>
                    <a:pt x="235559" y="421347"/>
                  </a:lnTo>
                  <a:lnTo>
                    <a:pt x="243192" y="410032"/>
                  </a:lnTo>
                  <a:lnTo>
                    <a:pt x="252133" y="398208"/>
                  </a:lnTo>
                  <a:lnTo>
                    <a:pt x="259067" y="383260"/>
                  </a:lnTo>
                  <a:lnTo>
                    <a:pt x="263169" y="369328"/>
                  </a:lnTo>
                  <a:lnTo>
                    <a:pt x="263639" y="360527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7" name="object 457" descr=""/>
            <p:cNvSpPr/>
            <p:nvPr/>
          </p:nvSpPr>
          <p:spPr>
            <a:xfrm>
              <a:off x="3113951" y="8162537"/>
              <a:ext cx="180340" cy="26034"/>
            </a:xfrm>
            <a:custGeom>
              <a:avLst/>
              <a:gdLst/>
              <a:ahLst/>
              <a:cxnLst/>
              <a:rect l="l" t="t" r="r" b="b"/>
              <a:pathLst>
                <a:path w="180339" h="26034">
                  <a:moveTo>
                    <a:pt x="49898" y="3340"/>
                  </a:moveTo>
                  <a:lnTo>
                    <a:pt x="44361" y="0"/>
                  </a:lnTo>
                  <a:lnTo>
                    <a:pt x="40170" y="0"/>
                  </a:lnTo>
                  <a:lnTo>
                    <a:pt x="40170" y="6591"/>
                  </a:lnTo>
                  <a:lnTo>
                    <a:pt x="40170" y="18973"/>
                  </a:lnTo>
                  <a:lnTo>
                    <a:pt x="38976" y="19697"/>
                  </a:lnTo>
                  <a:lnTo>
                    <a:pt x="10922" y="19697"/>
                  </a:lnTo>
                  <a:lnTo>
                    <a:pt x="9728" y="18973"/>
                  </a:lnTo>
                  <a:lnTo>
                    <a:pt x="9728" y="6591"/>
                  </a:lnTo>
                  <a:lnTo>
                    <a:pt x="10922" y="5867"/>
                  </a:lnTo>
                  <a:lnTo>
                    <a:pt x="38976" y="5867"/>
                  </a:lnTo>
                  <a:lnTo>
                    <a:pt x="40170" y="6591"/>
                  </a:lnTo>
                  <a:lnTo>
                    <a:pt x="40170" y="0"/>
                  </a:lnTo>
                  <a:lnTo>
                    <a:pt x="5524" y="0"/>
                  </a:lnTo>
                  <a:lnTo>
                    <a:pt x="0" y="3340"/>
                  </a:lnTo>
                  <a:lnTo>
                    <a:pt x="0" y="22237"/>
                  </a:lnTo>
                  <a:lnTo>
                    <a:pt x="5524" y="25565"/>
                  </a:lnTo>
                  <a:lnTo>
                    <a:pt x="44361" y="25565"/>
                  </a:lnTo>
                  <a:lnTo>
                    <a:pt x="49898" y="22237"/>
                  </a:lnTo>
                  <a:lnTo>
                    <a:pt x="49898" y="19697"/>
                  </a:lnTo>
                  <a:lnTo>
                    <a:pt x="49898" y="5867"/>
                  </a:lnTo>
                  <a:lnTo>
                    <a:pt x="49898" y="3340"/>
                  </a:lnTo>
                  <a:close/>
                </a:path>
                <a:path w="180339" h="26034">
                  <a:moveTo>
                    <a:pt x="180149" y="3340"/>
                  </a:moveTo>
                  <a:lnTo>
                    <a:pt x="174625" y="0"/>
                  </a:lnTo>
                  <a:lnTo>
                    <a:pt x="170434" y="0"/>
                  </a:lnTo>
                  <a:lnTo>
                    <a:pt x="170434" y="6591"/>
                  </a:lnTo>
                  <a:lnTo>
                    <a:pt x="170434" y="18973"/>
                  </a:lnTo>
                  <a:lnTo>
                    <a:pt x="169240" y="19697"/>
                  </a:lnTo>
                  <a:lnTo>
                    <a:pt x="141173" y="19697"/>
                  </a:lnTo>
                  <a:lnTo>
                    <a:pt x="139979" y="18973"/>
                  </a:lnTo>
                  <a:lnTo>
                    <a:pt x="139979" y="6591"/>
                  </a:lnTo>
                  <a:lnTo>
                    <a:pt x="141173" y="5867"/>
                  </a:lnTo>
                  <a:lnTo>
                    <a:pt x="169240" y="5867"/>
                  </a:lnTo>
                  <a:lnTo>
                    <a:pt x="170434" y="6591"/>
                  </a:lnTo>
                  <a:lnTo>
                    <a:pt x="170434" y="0"/>
                  </a:lnTo>
                  <a:lnTo>
                    <a:pt x="135788" y="0"/>
                  </a:lnTo>
                  <a:lnTo>
                    <a:pt x="130251" y="3340"/>
                  </a:lnTo>
                  <a:lnTo>
                    <a:pt x="130251" y="22237"/>
                  </a:lnTo>
                  <a:lnTo>
                    <a:pt x="135788" y="25565"/>
                  </a:lnTo>
                  <a:lnTo>
                    <a:pt x="174625" y="25565"/>
                  </a:lnTo>
                  <a:lnTo>
                    <a:pt x="180149" y="22237"/>
                  </a:lnTo>
                  <a:lnTo>
                    <a:pt x="180149" y="19697"/>
                  </a:lnTo>
                  <a:lnTo>
                    <a:pt x="180149" y="5867"/>
                  </a:lnTo>
                  <a:lnTo>
                    <a:pt x="180149" y="3340"/>
                  </a:lnTo>
                  <a:close/>
                </a:path>
              </a:pathLst>
            </a:custGeom>
            <a:solidFill>
              <a:srgbClr val="86D0A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8" name="object 458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3173766" y="8396671"/>
              <a:ext cx="95400" cy="95971"/>
            </a:xfrm>
            <a:prstGeom prst="rect">
              <a:avLst/>
            </a:prstGeom>
          </p:spPr>
        </p:pic>
        <p:sp>
          <p:nvSpPr>
            <p:cNvPr id="459" name="object 459" descr=""/>
            <p:cNvSpPr/>
            <p:nvPr/>
          </p:nvSpPr>
          <p:spPr>
            <a:xfrm>
              <a:off x="2971591" y="8188099"/>
              <a:ext cx="186055" cy="691515"/>
            </a:xfrm>
            <a:custGeom>
              <a:avLst/>
              <a:gdLst/>
              <a:ahLst/>
              <a:cxnLst/>
              <a:rect l="l" t="t" r="r" b="b"/>
              <a:pathLst>
                <a:path w="186055" h="691515">
                  <a:moveTo>
                    <a:pt x="139471" y="0"/>
                  </a:moveTo>
                  <a:lnTo>
                    <a:pt x="36322" y="359897"/>
                  </a:lnTo>
                  <a:lnTo>
                    <a:pt x="19446" y="426454"/>
                  </a:lnTo>
                  <a:lnTo>
                    <a:pt x="6658" y="478330"/>
                  </a:lnTo>
                  <a:lnTo>
                    <a:pt x="0" y="524034"/>
                  </a:lnTo>
                  <a:lnTo>
                    <a:pt x="5449" y="550972"/>
                  </a:lnTo>
                  <a:lnTo>
                    <a:pt x="17557" y="571856"/>
                  </a:lnTo>
                  <a:lnTo>
                    <a:pt x="30877" y="599395"/>
                  </a:lnTo>
                  <a:lnTo>
                    <a:pt x="38262" y="630648"/>
                  </a:lnTo>
                  <a:lnTo>
                    <a:pt x="41687" y="654805"/>
                  </a:lnTo>
                  <a:lnTo>
                    <a:pt x="49367" y="672796"/>
                  </a:lnTo>
                  <a:lnTo>
                    <a:pt x="69515" y="685549"/>
                  </a:lnTo>
                  <a:lnTo>
                    <a:pt x="102940" y="691432"/>
                  </a:lnTo>
                  <a:lnTo>
                    <a:pt x="139215" y="690791"/>
                  </a:lnTo>
                  <a:lnTo>
                    <a:pt x="169721" y="687530"/>
                  </a:lnTo>
                  <a:lnTo>
                    <a:pt x="185836" y="685549"/>
                  </a:lnTo>
                  <a:lnTo>
                    <a:pt x="185802" y="673150"/>
                  </a:lnTo>
                  <a:lnTo>
                    <a:pt x="164008" y="609448"/>
                  </a:lnTo>
                  <a:lnTo>
                    <a:pt x="135821" y="562275"/>
                  </a:lnTo>
                  <a:lnTo>
                    <a:pt x="113638" y="540484"/>
                  </a:lnTo>
                  <a:lnTo>
                    <a:pt x="96062" y="509008"/>
                  </a:lnTo>
                  <a:lnTo>
                    <a:pt x="93619" y="460582"/>
                  </a:lnTo>
                  <a:lnTo>
                    <a:pt x="105638" y="355247"/>
                  </a:lnTo>
                  <a:lnTo>
                    <a:pt x="120860" y="200630"/>
                  </a:lnTo>
                  <a:lnTo>
                    <a:pt x="139471" y="0"/>
                  </a:lnTo>
                  <a:close/>
                </a:path>
              </a:pathLst>
            </a:custGeom>
            <a:solidFill>
              <a:srgbClr val="52525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0" name="object 460" descr=""/>
          <p:cNvGrpSpPr/>
          <p:nvPr/>
        </p:nvGrpSpPr>
        <p:grpSpPr>
          <a:xfrm>
            <a:off x="4216586" y="5128062"/>
            <a:ext cx="535305" cy="1043305"/>
            <a:chOff x="4216586" y="5128062"/>
            <a:chExt cx="535305" cy="1043305"/>
          </a:xfrm>
        </p:grpSpPr>
        <p:sp>
          <p:nvSpPr>
            <p:cNvPr id="461" name="object 461" descr=""/>
            <p:cNvSpPr/>
            <p:nvPr/>
          </p:nvSpPr>
          <p:spPr>
            <a:xfrm>
              <a:off x="4216577" y="5132710"/>
              <a:ext cx="535305" cy="1038860"/>
            </a:xfrm>
            <a:custGeom>
              <a:avLst/>
              <a:gdLst/>
              <a:ahLst/>
              <a:cxnLst/>
              <a:rect l="l" t="t" r="r" b="b"/>
              <a:pathLst>
                <a:path w="535304" h="1038860">
                  <a:moveTo>
                    <a:pt x="534758" y="417106"/>
                  </a:moveTo>
                  <a:lnTo>
                    <a:pt x="533260" y="323723"/>
                  </a:lnTo>
                  <a:lnTo>
                    <a:pt x="528777" y="273850"/>
                  </a:lnTo>
                  <a:lnTo>
                    <a:pt x="514921" y="202145"/>
                  </a:lnTo>
                  <a:lnTo>
                    <a:pt x="488391" y="111213"/>
                  </a:lnTo>
                  <a:lnTo>
                    <a:pt x="462635" y="33147"/>
                  </a:lnTo>
                  <a:lnTo>
                    <a:pt x="451065" y="0"/>
                  </a:lnTo>
                  <a:lnTo>
                    <a:pt x="340588" y="23749"/>
                  </a:lnTo>
                  <a:lnTo>
                    <a:pt x="264871" y="31673"/>
                  </a:lnTo>
                  <a:lnTo>
                    <a:pt x="188899" y="23749"/>
                  </a:lnTo>
                  <a:lnTo>
                    <a:pt x="77673" y="0"/>
                  </a:lnTo>
                  <a:lnTo>
                    <a:pt x="55016" y="59880"/>
                  </a:lnTo>
                  <a:lnTo>
                    <a:pt x="41490" y="97231"/>
                  </a:lnTo>
                  <a:lnTo>
                    <a:pt x="20370" y="167017"/>
                  </a:lnTo>
                  <a:lnTo>
                    <a:pt x="9220" y="214693"/>
                  </a:lnTo>
                  <a:lnTo>
                    <a:pt x="2882" y="260197"/>
                  </a:lnTo>
                  <a:lnTo>
                    <a:pt x="190" y="303961"/>
                  </a:lnTo>
                  <a:lnTo>
                    <a:pt x="0" y="346392"/>
                  </a:lnTo>
                  <a:lnTo>
                    <a:pt x="5638" y="473773"/>
                  </a:lnTo>
                  <a:lnTo>
                    <a:pt x="17170" y="699541"/>
                  </a:lnTo>
                  <a:lnTo>
                    <a:pt x="33667" y="1010767"/>
                  </a:lnTo>
                  <a:lnTo>
                    <a:pt x="106032" y="1023378"/>
                  </a:lnTo>
                  <a:lnTo>
                    <a:pt x="154101" y="1030490"/>
                  </a:lnTo>
                  <a:lnTo>
                    <a:pt x="199402" y="1034707"/>
                  </a:lnTo>
                  <a:lnTo>
                    <a:pt x="263512" y="1038669"/>
                  </a:lnTo>
                  <a:lnTo>
                    <a:pt x="274142" y="663562"/>
                  </a:lnTo>
                  <a:lnTo>
                    <a:pt x="297776" y="1037945"/>
                  </a:lnTo>
                  <a:lnTo>
                    <a:pt x="337604" y="1035316"/>
                  </a:lnTo>
                  <a:lnTo>
                    <a:pt x="386562" y="1031074"/>
                  </a:lnTo>
                  <a:lnTo>
                    <a:pt x="438696" y="1025448"/>
                  </a:lnTo>
                  <a:lnTo>
                    <a:pt x="488086" y="1018616"/>
                  </a:lnTo>
                  <a:lnTo>
                    <a:pt x="528777" y="1010767"/>
                  </a:lnTo>
                  <a:lnTo>
                    <a:pt x="533260" y="623100"/>
                  </a:lnTo>
                  <a:lnTo>
                    <a:pt x="534758" y="417106"/>
                  </a:lnTo>
                  <a:close/>
                </a:path>
              </a:pathLst>
            </a:custGeom>
            <a:solidFill>
              <a:srgbClr val="1479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2" name="object 462" descr=""/>
            <p:cNvSpPr/>
            <p:nvPr/>
          </p:nvSpPr>
          <p:spPr>
            <a:xfrm>
              <a:off x="4290479" y="5128062"/>
              <a:ext cx="366395" cy="675640"/>
            </a:xfrm>
            <a:custGeom>
              <a:avLst/>
              <a:gdLst/>
              <a:ahLst/>
              <a:cxnLst/>
              <a:rect l="l" t="t" r="r" b="b"/>
              <a:pathLst>
                <a:path w="366395" h="675639">
                  <a:moveTo>
                    <a:pt x="33769" y="5080"/>
                  </a:moveTo>
                  <a:lnTo>
                    <a:pt x="32435" y="3098"/>
                  </a:lnTo>
                  <a:lnTo>
                    <a:pt x="30416" y="2692"/>
                  </a:lnTo>
                  <a:lnTo>
                    <a:pt x="16624" y="0"/>
                  </a:lnTo>
                  <a:lnTo>
                    <a:pt x="14655" y="1346"/>
                  </a:lnTo>
                  <a:lnTo>
                    <a:pt x="0" y="76250"/>
                  </a:lnTo>
                  <a:lnTo>
                    <a:pt x="1346" y="78244"/>
                  </a:lnTo>
                  <a:lnTo>
                    <a:pt x="17132" y="81330"/>
                  </a:lnTo>
                  <a:lnTo>
                    <a:pt x="19126" y="79997"/>
                  </a:lnTo>
                  <a:lnTo>
                    <a:pt x="33769" y="5080"/>
                  </a:lnTo>
                  <a:close/>
                </a:path>
                <a:path w="366395" h="675639">
                  <a:moveTo>
                    <a:pt x="139649" y="14490"/>
                  </a:moveTo>
                  <a:lnTo>
                    <a:pt x="138125" y="12687"/>
                  </a:lnTo>
                  <a:lnTo>
                    <a:pt x="136042" y="12509"/>
                  </a:lnTo>
                  <a:lnTo>
                    <a:pt x="122047" y="11404"/>
                  </a:lnTo>
                  <a:lnTo>
                    <a:pt x="120243" y="12966"/>
                  </a:lnTo>
                  <a:lnTo>
                    <a:pt x="114211" y="89052"/>
                  </a:lnTo>
                  <a:lnTo>
                    <a:pt x="115760" y="90881"/>
                  </a:lnTo>
                  <a:lnTo>
                    <a:pt x="131826" y="92151"/>
                  </a:lnTo>
                  <a:lnTo>
                    <a:pt x="133642" y="90589"/>
                  </a:lnTo>
                  <a:lnTo>
                    <a:pt x="139649" y="14490"/>
                  </a:lnTo>
                  <a:close/>
                </a:path>
                <a:path w="366395" h="675639">
                  <a:moveTo>
                    <a:pt x="206006" y="675220"/>
                  </a:moveTo>
                  <a:lnTo>
                    <a:pt x="195999" y="23304"/>
                  </a:lnTo>
                  <a:lnTo>
                    <a:pt x="185369" y="23469"/>
                  </a:lnTo>
                  <a:lnTo>
                    <a:pt x="195376" y="675386"/>
                  </a:lnTo>
                  <a:lnTo>
                    <a:pt x="206006" y="675220"/>
                  </a:lnTo>
                  <a:close/>
                </a:path>
                <a:path w="366395" h="675639">
                  <a:moveTo>
                    <a:pt x="258953" y="89560"/>
                  </a:moveTo>
                  <a:lnTo>
                    <a:pt x="256197" y="13284"/>
                  </a:lnTo>
                  <a:lnTo>
                    <a:pt x="254444" y="11645"/>
                  </a:lnTo>
                  <a:lnTo>
                    <a:pt x="252387" y="11734"/>
                  </a:lnTo>
                  <a:lnTo>
                    <a:pt x="238353" y="12230"/>
                  </a:lnTo>
                  <a:lnTo>
                    <a:pt x="236715" y="13995"/>
                  </a:lnTo>
                  <a:lnTo>
                    <a:pt x="239483" y="90258"/>
                  </a:lnTo>
                  <a:lnTo>
                    <a:pt x="241223" y="91909"/>
                  </a:lnTo>
                  <a:lnTo>
                    <a:pt x="257327" y="91313"/>
                  </a:lnTo>
                  <a:lnTo>
                    <a:pt x="258953" y="89560"/>
                  </a:lnTo>
                  <a:close/>
                </a:path>
                <a:path w="366395" h="675639">
                  <a:moveTo>
                    <a:pt x="366331" y="77965"/>
                  </a:moveTo>
                  <a:lnTo>
                    <a:pt x="352602" y="4965"/>
                  </a:lnTo>
                  <a:lnTo>
                    <a:pt x="352221" y="2946"/>
                  </a:lnTo>
                  <a:lnTo>
                    <a:pt x="350253" y="1600"/>
                  </a:lnTo>
                  <a:lnTo>
                    <a:pt x="334403" y="4572"/>
                  </a:lnTo>
                  <a:lnTo>
                    <a:pt x="333057" y="6553"/>
                  </a:lnTo>
                  <a:lnTo>
                    <a:pt x="347167" y="81559"/>
                  </a:lnTo>
                  <a:lnTo>
                    <a:pt x="349148" y="82918"/>
                  </a:lnTo>
                  <a:lnTo>
                    <a:pt x="364985" y="79933"/>
                  </a:lnTo>
                  <a:lnTo>
                    <a:pt x="366331" y="77965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3" name="object 463" descr=""/>
            <p:cNvSpPr/>
            <p:nvPr/>
          </p:nvSpPr>
          <p:spPr>
            <a:xfrm>
              <a:off x="4476024" y="5158500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1339" y="0"/>
                  </a:moveTo>
                  <a:lnTo>
                    <a:pt x="6146" y="0"/>
                  </a:lnTo>
                  <a:lnTo>
                    <a:pt x="0" y="6156"/>
                  </a:lnTo>
                  <a:lnTo>
                    <a:pt x="0" y="21350"/>
                  </a:lnTo>
                  <a:lnTo>
                    <a:pt x="6146" y="27507"/>
                  </a:lnTo>
                  <a:lnTo>
                    <a:pt x="21339" y="27507"/>
                  </a:lnTo>
                  <a:lnTo>
                    <a:pt x="27486" y="21350"/>
                  </a:lnTo>
                  <a:lnTo>
                    <a:pt x="27486" y="13758"/>
                  </a:lnTo>
                  <a:lnTo>
                    <a:pt x="27486" y="6156"/>
                  </a:lnTo>
                  <a:lnTo>
                    <a:pt x="213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4" name="object 464" descr=""/>
          <p:cNvGrpSpPr/>
          <p:nvPr/>
        </p:nvGrpSpPr>
        <p:grpSpPr>
          <a:xfrm>
            <a:off x="6364658" y="5107362"/>
            <a:ext cx="546100" cy="1083945"/>
            <a:chOff x="6364658" y="5107362"/>
            <a:chExt cx="546100" cy="1083945"/>
          </a:xfrm>
        </p:grpSpPr>
        <p:sp>
          <p:nvSpPr>
            <p:cNvPr id="465" name="object 465" descr=""/>
            <p:cNvSpPr/>
            <p:nvPr/>
          </p:nvSpPr>
          <p:spPr>
            <a:xfrm>
              <a:off x="6364655" y="5112111"/>
              <a:ext cx="546100" cy="1079500"/>
            </a:xfrm>
            <a:custGeom>
              <a:avLst/>
              <a:gdLst/>
              <a:ahLst/>
              <a:cxnLst/>
              <a:rect l="l" t="t" r="r" b="b"/>
              <a:pathLst>
                <a:path w="546100" h="1079500">
                  <a:moveTo>
                    <a:pt x="545858" y="425767"/>
                  </a:moveTo>
                  <a:lnTo>
                    <a:pt x="544334" y="330441"/>
                  </a:lnTo>
                  <a:lnTo>
                    <a:pt x="539762" y="279527"/>
                  </a:lnTo>
                  <a:lnTo>
                    <a:pt x="525614" y="206324"/>
                  </a:lnTo>
                  <a:lnTo>
                    <a:pt x="498538" y="113525"/>
                  </a:lnTo>
                  <a:lnTo>
                    <a:pt x="472249" y="33832"/>
                  </a:lnTo>
                  <a:lnTo>
                    <a:pt x="460438" y="0"/>
                  </a:lnTo>
                  <a:lnTo>
                    <a:pt x="347662" y="24231"/>
                  </a:lnTo>
                  <a:lnTo>
                    <a:pt x="270370" y="32308"/>
                  </a:lnTo>
                  <a:lnTo>
                    <a:pt x="192824" y="24231"/>
                  </a:lnTo>
                  <a:lnTo>
                    <a:pt x="79286" y="0"/>
                  </a:lnTo>
                  <a:lnTo>
                    <a:pt x="56146" y="61112"/>
                  </a:lnTo>
                  <a:lnTo>
                    <a:pt x="42341" y="99237"/>
                  </a:lnTo>
                  <a:lnTo>
                    <a:pt x="20789" y="170484"/>
                  </a:lnTo>
                  <a:lnTo>
                    <a:pt x="9398" y="219151"/>
                  </a:lnTo>
                  <a:lnTo>
                    <a:pt x="2933" y="265607"/>
                  </a:lnTo>
                  <a:lnTo>
                    <a:pt x="190" y="310273"/>
                  </a:lnTo>
                  <a:lnTo>
                    <a:pt x="0" y="353580"/>
                  </a:lnTo>
                  <a:lnTo>
                    <a:pt x="5740" y="483603"/>
                  </a:lnTo>
                  <a:lnTo>
                    <a:pt x="17513" y="714057"/>
                  </a:lnTo>
                  <a:lnTo>
                    <a:pt x="34353" y="1031748"/>
                  </a:lnTo>
                  <a:lnTo>
                    <a:pt x="198564" y="1067231"/>
                  </a:lnTo>
                  <a:lnTo>
                    <a:pt x="305955" y="1079068"/>
                  </a:lnTo>
                  <a:lnTo>
                    <a:pt x="403885" y="1067231"/>
                  </a:lnTo>
                  <a:lnTo>
                    <a:pt x="539762" y="1031748"/>
                  </a:lnTo>
                  <a:lnTo>
                    <a:pt x="544334" y="636028"/>
                  </a:lnTo>
                  <a:lnTo>
                    <a:pt x="545858" y="425767"/>
                  </a:lnTo>
                  <a:close/>
                </a:path>
              </a:pathLst>
            </a:custGeom>
            <a:solidFill>
              <a:srgbClr val="1479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6" name="object 466" descr=""/>
            <p:cNvSpPr/>
            <p:nvPr/>
          </p:nvSpPr>
          <p:spPr>
            <a:xfrm>
              <a:off x="6440081" y="5107374"/>
              <a:ext cx="374015" cy="94615"/>
            </a:xfrm>
            <a:custGeom>
              <a:avLst/>
              <a:gdLst/>
              <a:ahLst/>
              <a:cxnLst/>
              <a:rect l="l" t="t" r="r" b="b"/>
              <a:pathLst>
                <a:path w="374015" h="94614">
                  <a:moveTo>
                    <a:pt x="34467" y="5168"/>
                  </a:moveTo>
                  <a:lnTo>
                    <a:pt x="33108" y="3149"/>
                  </a:lnTo>
                  <a:lnTo>
                    <a:pt x="31038" y="2743"/>
                  </a:lnTo>
                  <a:lnTo>
                    <a:pt x="16979" y="0"/>
                  </a:lnTo>
                  <a:lnTo>
                    <a:pt x="14947" y="1358"/>
                  </a:lnTo>
                  <a:lnTo>
                    <a:pt x="0" y="77825"/>
                  </a:lnTo>
                  <a:lnTo>
                    <a:pt x="1371" y="79857"/>
                  </a:lnTo>
                  <a:lnTo>
                    <a:pt x="17500" y="83007"/>
                  </a:lnTo>
                  <a:lnTo>
                    <a:pt x="19519" y="81648"/>
                  </a:lnTo>
                  <a:lnTo>
                    <a:pt x="34467" y="5168"/>
                  </a:lnTo>
                  <a:close/>
                </a:path>
                <a:path w="374015" h="94614">
                  <a:moveTo>
                    <a:pt x="142557" y="14782"/>
                  </a:moveTo>
                  <a:lnTo>
                    <a:pt x="140970" y="12928"/>
                  </a:lnTo>
                  <a:lnTo>
                    <a:pt x="138874" y="12750"/>
                  </a:lnTo>
                  <a:lnTo>
                    <a:pt x="124599" y="11620"/>
                  </a:lnTo>
                  <a:lnTo>
                    <a:pt x="122732" y="13220"/>
                  </a:lnTo>
                  <a:lnTo>
                    <a:pt x="116598" y="90893"/>
                  </a:lnTo>
                  <a:lnTo>
                    <a:pt x="118173" y="92748"/>
                  </a:lnTo>
                  <a:lnTo>
                    <a:pt x="134556" y="94030"/>
                  </a:lnTo>
                  <a:lnTo>
                    <a:pt x="136410" y="92456"/>
                  </a:lnTo>
                  <a:lnTo>
                    <a:pt x="142557" y="14782"/>
                  </a:lnTo>
                  <a:close/>
                </a:path>
                <a:path w="374015" h="94614">
                  <a:moveTo>
                    <a:pt x="264337" y="91401"/>
                  </a:moveTo>
                  <a:lnTo>
                    <a:pt x="261518" y="13538"/>
                  </a:lnTo>
                  <a:lnTo>
                    <a:pt x="259727" y="11874"/>
                  </a:lnTo>
                  <a:lnTo>
                    <a:pt x="257619" y="11963"/>
                  </a:lnTo>
                  <a:lnTo>
                    <a:pt x="243306" y="12471"/>
                  </a:lnTo>
                  <a:lnTo>
                    <a:pt x="241630" y="14262"/>
                  </a:lnTo>
                  <a:lnTo>
                    <a:pt x="244462" y="92138"/>
                  </a:lnTo>
                  <a:lnTo>
                    <a:pt x="246253" y="93789"/>
                  </a:lnTo>
                  <a:lnTo>
                    <a:pt x="262674" y="93192"/>
                  </a:lnTo>
                  <a:lnTo>
                    <a:pt x="264337" y="91401"/>
                  </a:lnTo>
                  <a:close/>
                </a:path>
                <a:path w="374015" h="94614">
                  <a:moveTo>
                    <a:pt x="373938" y="79565"/>
                  </a:moveTo>
                  <a:lnTo>
                    <a:pt x="359930" y="5054"/>
                  </a:lnTo>
                  <a:lnTo>
                    <a:pt x="359537" y="2984"/>
                  </a:lnTo>
                  <a:lnTo>
                    <a:pt x="357530" y="1612"/>
                  </a:lnTo>
                  <a:lnTo>
                    <a:pt x="341363" y="4648"/>
                  </a:lnTo>
                  <a:lnTo>
                    <a:pt x="339991" y="6654"/>
                  </a:lnTo>
                  <a:lnTo>
                    <a:pt x="354393" y="83235"/>
                  </a:lnTo>
                  <a:lnTo>
                    <a:pt x="356412" y="84620"/>
                  </a:lnTo>
                  <a:lnTo>
                    <a:pt x="372554" y="81584"/>
                  </a:lnTo>
                  <a:lnTo>
                    <a:pt x="373938" y="79565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7" name="object 467" descr=""/>
          <p:cNvGrpSpPr/>
          <p:nvPr/>
        </p:nvGrpSpPr>
        <p:grpSpPr>
          <a:xfrm>
            <a:off x="5604803" y="5127373"/>
            <a:ext cx="578485" cy="1047115"/>
            <a:chOff x="5604803" y="5127373"/>
            <a:chExt cx="578485" cy="1047115"/>
          </a:xfrm>
        </p:grpSpPr>
        <p:sp>
          <p:nvSpPr>
            <p:cNvPr id="468" name="object 468" descr=""/>
            <p:cNvSpPr/>
            <p:nvPr/>
          </p:nvSpPr>
          <p:spPr>
            <a:xfrm>
              <a:off x="5604802" y="5133066"/>
              <a:ext cx="578485" cy="1041400"/>
            </a:xfrm>
            <a:custGeom>
              <a:avLst/>
              <a:gdLst/>
              <a:ahLst/>
              <a:cxnLst/>
              <a:rect l="l" t="t" r="r" b="b"/>
              <a:pathLst>
                <a:path w="578485" h="1041400">
                  <a:moveTo>
                    <a:pt x="577989" y="1007935"/>
                  </a:moveTo>
                  <a:lnTo>
                    <a:pt x="554875" y="622439"/>
                  </a:lnTo>
                  <a:lnTo>
                    <a:pt x="542201" y="417563"/>
                  </a:lnTo>
                  <a:lnTo>
                    <a:pt x="535470" y="324523"/>
                  </a:lnTo>
                  <a:lnTo>
                    <a:pt x="530237" y="274599"/>
                  </a:lnTo>
                  <a:lnTo>
                    <a:pt x="518998" y="202692"/>
                  </a:lnTo>
                  <a:lnTo>
                    <a:pt x="498259" y="111531"/>
                  </a:lnTo>
                  <a:lnTo>
                    <a:pt x="478269" y="33235"/>
                  </a:lnTo>
                  <a:lnTo>
                    <a:pt x="469328" y="0"/>
                  </a:lnTo>
                  <a:lnTo>
                    <a:pt x="343154" y="23812"/>
                  </a:lnTo>
                  <a:lnTo>
                    <a:pt x="259321" y="31750"/>
                  </a:lnTo>
                  <a:lnTo>
                    <a:pt x="180225" y="23812"/>
                  </a:lnTo>
                  <a:lnTo>
                    <a:pt x="68275" y="0"/>
                  </a:lnTo>
                  <a:lnTo>
                    <a:pt x="20408" y="167474"/>
                  </a:lnTo>
                  <a:lnTo>
                    <a:pt x="9232" y="215277"/>
                  </a:lnTo>
                  <a:lnTo>
                    <a:pt x="2882" y="260908"/>
                  </a:lnTo>
                  <a:lnTo>
                    <a:pt x="190" y="304800"/>
                  </a:lnTo>
                  <a:lnTo>
                    <a:pt x="0" y="347345"/>
                  </a:lnTo>
                  <a:lnTo>
                    <a:pt x="5651" y="475081"/>
                  </a:lnTo>
                  <a:lnTo>
                    <a:pt x="17208" y="701459"/>
                  </a:lnTo>
                  <a:lnTo>
                    <a:pt x="33743" y="1013548"/>
                  </a:lnTo>
                  <a:lnTo>
                    <a:pt x="84658" y="1029360"/>
                  </a:lnTo>
                  <a:lnTo>
                    <a:pt x="122313" y="1037132"/>
                  </a:lnTo>
                  <a:lnTo>
                    <a:pt x="165328" y="1039152"/>
                  </a:lnTo>
                  <a:lnTo>
                    <a:pt x="232308" y="1037666"/>
                  </a:lnTo>
                  <a:lnTo>
                    <a:pt x="248323" y="652957"/>
                  </a:lnTo>
                  <a:lnTo>
                    <a:pt x="298602" y="1040803"/>
                  </a:lnTo>
                  <a:lnTo>
                    <a:pt x="372592" y="1040079"/>
                  </a:lnTo>
                  <a:lnTo>
                    <a:pt x="415455" y="1037247"/>
                  </a:lnTo>
                  <a:lnTo>
                    <a:pt x="463384" y="1031557"/>
                  </a:lnTo>
                  <a:lnTo>
                    <a:pt x="517271" y="1022083"/>
                  </a:lnTo>
                  <a:lnTo>
                    <a:pt x="577989" y="1007935"/>
                  </a:lnTo>
                  <a:close/>
                </a:path>
              </a:pathLst>
            </a:custGeom>
            <a:solidFill>
              <a:srgbClr val="1479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9" name="object 469" descr=""/>
            <p:cNvSpPr/>
            <p:nvPr/>
          </p:nvSpPr>
          <p:spPr>
            <a:xfrm>
              <a:off x="5669445" y="5127377"/>
              <a:ext cx="367665" cy="668020"/>
            </a:xfrm>
            <a:custGeom>
              <a:avLst/>
              <a:gdLst/>
              <a:ahLst/>
              <a:cxnLst/>
              <a:rect l="l" t="t" r="r" b="b"/>
              <a:pathLst>
                <a:path w="367664" h="668020">
                  <a:moveTo>
                    <a:pt x="33870" y="5105"/>
                  </a:moveTo>
                  <a:lnTo>
                    <a:pt x="32524" y="3111"/>
                  </a:lnTo>
                  <a:lnTo>
                    <a:pt x="30492" y="2717"/>
                  </a:lnTo>
                  <a:lnTo>
                    <a:pt x="16687" y="0"/>
                  </a:lnTo>
                  <a:lnTo>
                    <a:pt x="14681" y="1358"/>
                  </a:lnTo>
                  <a:lnTo>
                    <a:pt x="0" y="76466"/>
                  </a:lnTo>
                  <a:lnTo>
                    <a:pt x="1346" y="78460"/>
                  </a:lnTo>
                  <a:lnTo>
                    <a:pt x="17195" y="81559"/>
                  </a:lnTo>
                  <a:lnTo>
                    <a:pt x="19189" y="80225"/>
                  </a:lnTo>
                  <a:lnTo>
                    <a:pt x="33870" y="5105"/>
                  </a:lnTo>
                  <a:close/>
                </a:path>
                <a:path w="367664" h="668020">
                  <a:moveTo>
                    <a:pt x="140042" y="14541"/>
                  </a:moveTo>
                  <a:lnTo>
                    <a:pt x="138480" y="12712"/>
                  </a:lnTo>
                  <a:lnTo>
                    <a:pt x="136436" y="12547"/>
                  </a:lnTo>
                  <a:lnTo>
                    <a:pt x="122389" y="11442"/>
                  </a:lnTo>
                  <a:lnTo>
                    <a:pt x="120573" y="13004"/>
                  </a:lnTo>
                  <a:lnTo>
                    <a:pt x="114541" y="89306"/>
                  </a:lnTo>
                  <a:lnTo>
                    <a:pt x="116090" y="91122"/>
                  </a:lnTo>
                  <a:lnTo>
                    <a:pt x="132194" y="92405"/>
                  </a:lnTo>
                  <a:lnTo>
                    <a:pt x="134010" y="90843"/>
                  </a:lnTo>
                  <a:lnTo>
                    <a:pt x="140042" y="14541"/>
                  </a:lnTo>
                  <a:close/>
                </a:path>
                <a:path w="367664" h="668020">
                  <a:moveTo>
                    <a:pt x="183692" y="667753"/>
                  </a:moveTo>
                  <a:lnTo>
                    <a:pt x="173659" y="23228"/>
                  </a:lnTo>
                  <a:lnTo>
                    <a:pt x="163004" y="23380"/>
                  </a:lnTo>
                  <a:lnTo>
                    <a:pt x="173012" y="667918"/>
                  </a:lnTo>
                  <a:lnTo>
                    <a:pt x="183692" y="667753"/>
                  </a:lnTo>
                  <a:close/>
                </a:path>
                <a:path w="367664" h="668020">
                  <a:moveTo>
                    <a:pt x="259689" y="89814"/>
                  </a:moveTo>
                  <a:lnTo>
                    <a:pt x="256908" y="13322"/>
                  </a:lnTo>
                  <a:lnTo>
                    <a:pt x="255155" y="11684"/>
                  </a:lnTo>
                  <a:lnTo>
                    <a:pt x="253085" y="11760"/>
                  </a:lnTo>
                  <a:lnTo>
                    <a:pt x="239001" y="12268"/>
                  </a:lnTo>
                  <a:lnTo>
                    <a:pt x="237375" y="14033"/>
                  </a:lnTo>
                  <a:lnTo>
                    <a:pt x="240144" y="90512"/>
                  </a:lnTo>
                  <a:lnTo>
                    <a:pt x="241909" y="92163"/>
                  </a:lnTo>
                  <a:lnTo>
                    <a:pt x="258051" y="91579"/>
                  </a:lnTo>
                  <a:lnTo>
                    <a:pt x="259689" y="89814"/>
                  </a:lnTo>
                  <a:close/>
                </a:path>
                <a:path w="367664" h="668020">
                  <a:moveTo>
                    <a:pt x="367334" y="78181"/>
                  </a:moveTo>
                  <a:lnTo>
                    <a:pt x="353580" y="4991"/>
                  </a:lnTo>
                  <a:lnTo>
                    <a:pt x="353199" y="2946"/>
                  </a:lnTo>
                  <a:lnTo>
                    <a:pt x="351218" y="1600"/>
                  </a:lnTo>
                  <a:lnTo>
                    <a:pt x="335356" y="4584"/>
                  </a:lnTo>
                  <a:lnTo>
                    <a:pt x="333997" y="6565"/>
                  </a:lnTo>
                  <a:lnTo>
                    <a:pt x="348132" y="81800"/>
                  </a:lnTo>
                  <a:lnTo>
                    <a:pt x="350126" y="83146"/>
                  </a:lnTo>
                  <a:lnTo>
                    <a:pt x="365988" y="80162"/>
                  </a:lnTo>
                  <a:lnTo>
                    <a:pt x="367334" y="78181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0" name="object 470" descr=""/>
            <p:cNvSpPr/>
            <p:nvPr/>
          </p:nvSpPr>
          <p:spPr>
            <a:xfrm>
              <a:off x="5834026" y="5155396"/>
              <a:ext cx="27940" cy="27940"/>
            </a:xfrm>
            <a:custGeom>
              <a:avLst/>
              <a:gdLst/>
              <a:ahLst/>
              <a:cxnLst/>
              <a:rect l="l" t="t" r="r" b="b"/>
              <a:pathLst>
                <a:path w="27939" h="27939">
                  <a:moveTo>
                    <a:pt x="21402" y="0"/>
                  </a:moveTo>
                  <a:lnTo>
                    <a:pt x="6177" y="0"/>
                  </a:lnTo>
                  <a:lnTo>
                    <a:pt x="0" y="6167"/>
                  </a:lnTo>
                  <a:lnTo>
                    <a:pt x="0" y="21402"/>
                  </a:lnTo>
                  <a:lnTo>
                    <a:pt x="6177" y="27569"/>
                  </a:lnTo>
                  <a:lnTo>
                    <a:pt x="21402" y="27569"/>
                  </a:lnTo>
                  <a:lnTo>
                    <a:pt x="27580" y="21402"/>
                  </a:lnTo>
                  <a:lnTo>
                    <a:pt x="27580" y="13779"/>
                  </a:lnTo>
                  <a:lnTo>
                    <a:pt x="27580" y="6167"/>
                  </a:lnTo>
                  <a:lnTo>
                    <a:pt x="21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1" name="object 471" descr=""/>
          <p:cNvGrpSpPr/>
          <p:nvPr/>
        </p:nvGrpSpPr>
        <p:grpSpPr>
          <a:xfrm>
            <a:off x="4972598" y="5107253"/>
            <a:ext cx="490220" cy="1065530"/>
            <a:chOff x="4972598" y="5107253"/>
            <a:chExt cx="490220" cy="1065530"/>
          </a:xfrm>
        </p:grpSpPr>
        <p:sp>
          <p:nvSpPr>
            <p:cNvPr id="472" name="object 472" descr=""/>
            <p:cNvSpPr/>
            <p:nvPr/>
          </p:nvSpPr>
          <p:spPr>
            <a:xfrm>
              <a:off x="4972596" y="5111984"/>
              <a:ext cx="490220" cy="1061085"/>
            </a:xfrm>
            <a:custGeom>
              <a:avLst/>
              <a:gdLst/>
              <a:ahLst/>
              <a:cxnLst/>
              <a:rect l="l" t="t" r="r" b="b"/>
              <a:pathLst>
                <a:path w="490220" h="1061085">
                  <a:moveTo>
                    <a:pt x="489673" y="1028992"/>
                  </a:moveTo>
                  <a:lnTo>
                    <a:pt x="474052" y="634111"/>
                  </a:lnTo>
                  <a:lnTo>
                    <a:pt x="465061" y="424332"/>
                  </a:lnTo>
                  <a:lnTo>
                    <a:pt x="459295" y="329311"/>
                  </a:lnTo>
                  <a:lnTo>
                    <a:pt x="453339" y="278714"/>
                  </a:lnTo>
                  <a:lnTo>
                    <a:pt x="452208" y="275932"/>
                  </a:lnTo>
                  <a:lnTo>
                    <a:pt x="447916" y="212356"/>
                  </a:lnTo>
                  <a:lnTo>
                    <a:pt x="422694" y="99872"/>
                  </a:lnTo>
                  <a:lnTo>
                    <a:pt x="396709" y="26339"/>
                  </a:lnTo>
                  <a:lnTo>
                    <a:pt x="384759" y="0"/>
                  </a:lnTo>
                  <a:lnTo>
                    <a:pt x="279882" y="24180"/>
                  </a:lnTo>
                  <a:lnTo>
                    <a:pt x="209257" y="32232"/>
                  </a:lnTo>
                  <a:lnTo>
                    <a:pt x="140817" y="24180"/>
                  </a:lnTo>
                  <a:lnTo>
                    <a:pt x="42456" y="0"/>
                  </a:lnTo>
                  <a:lnTo>
                    <a:pt x="33934" y="56197"/>
                  </a:lnTo>
                  <a:lnTo>
                    <a:pt x="29197" y="94805"/>
                  </a:lnTo>
                  <a:lnTo>
                    <a:pt x="26568" y="133743"/>
                  </a:lnTo>
                  <a:lnTo>
                    <a:pt x="22974" y="227609"/>
                  </a:lnTo>
                  <a:lnTo>
                    <a:pt x="22237" y="275348"/>
                  </a:lnTo>
                  <a:lnTo>
                    <a:pt x="23660" y="317881"/>
                  </a:lnTo>
                  <a:lnTo>
                    <a:pt x="23101" y="332663"/>
                  </a:lnTo>
                  <a:lnTo>
                    <a:pt x="18199" y="429361"/>
                  </a:lnTo>
                  <a:lnTo>
                    <a:pt x="9131" y="596950"/>
                  </a:lnTo>
                  <a:lnTo>
                    <a:pt x="6794" y="644004"/>
                  </a:lnTo>
                  <a:lnTo>
                    <a:pt x="5283" y="680466"/>
                  </a:lnTo>
                  <a:lnTo>
                    <a:pt x="3644" y="757339"/>
                  </a:lnTo>
                  <a:lnTo>
                    <a:pt x="0" y="1018959"/>
                  </a:lnTo>
                  <a:lnTo>
                    <a:pt x="129921" y="1049388"/>
                  </a:lnTo>
                  <a:lnTo>
                    <a:pt x="224231" y="1060564"/>
                  </a:lnTo>
                  <a:lnTo>
                    <a:pt x="328853" y="1053452"/>
                  </a:lnTo>
                  <a:lnTo>
                    <a:pt x="489673" y="1028992"/>
                  </a:lnTo>
                  <a:close/>
                </a:path>
              </a:pathLst>
            </a:custGeom>
            <a:solidFill>
              <a:srgbClr val="1479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3" name="object 473" descr=""/>
            <p:cNvSpPr/>
            <p:nvPr/>
          </p:nvSpPr>
          <p:spPr>
            <a:xfrm>
              <a:off x="5024501" y="5107260"/>
              <a:ext cx="323850" cy="93980"/>
            </a:xfrm>
            <a:custGeom>
              <a:avLst/>
              <a:gdLst/>
              <a:ahLst/>
              <a:cxnLst/>
              <a:rect l="l" t="t" r="r" b="b"/>
              <a:pathLst>
                <a:path w="323850" h="93979">
                  <a:moveTo>
                    <a:pt x="29794" y="5156"/>
                  </a:moveTo>
                  <a:lnTo>
                    <a:pt x="28625" y="3136"/>
                  </a:lnTo>
                  <a:lnTo>
                    <a:pt x="26835" y="2743"/>
                  </a:lnTo>
                  <a:lnTo>
                    <a:pt x="14668" y="0"/>
                  </a:lnTo>
                  <a:lnTo>
                    <a:pt x="12915" y="1358"/>
                  </a:lnTo>
                  <a:lnTo>
                    <a:pt x="0" y="77597"/>
                  </a:lnTo>
                  <a:lnTo>
                    <a:pt x="1181" y="79616"/>
                  </a:lnTo>
                  <a:lnTo>
                    <a:pt x="15125" y="82778"/>
                  </a:lnTo>
                  <a:lnTo>
                    <a:pt x="16865" y="81407"/>
                  </a:lnTo>
                  <a:lnTo>
                    <a:pt x="29794" y="5156"/>
                  </a:lnTo>
                  <a:close/>
                </a:path>
                <a:path w="323850" h="93979">
                  <a:moveTo>
                    <a:pt x="123240" y="14744"/>
                  </a:moveTo>
                  <a:lnTo>
                    <a:pt x="121869" y="12890"/>
                  </a:lnTo>
                  <a:lnTo>
                    <a:pt x="120053" y="12725"/>
                  </a:lnTo>
                  <a:lnTo>
                    <a:pt x="107721" y="11607"/>
                  </a:lnTo>
                  <a:lnTo>
                    <a:pt x="106108" y="13182"/>
                  </a:lnTo>
                  <a:lnTo>
                    <a:pt x="100799" y="90639"/>
                  </a:lnTo>
                  <a:lnTo>
                    <a:pt x="102171" y="92481"/>
                  </a:lnTo>
                  <a:lnTo>
                    <a:pt x="116332" y="93776"/>
                  </a:lnTo>
                  <a:lnTo>
                    <a:pt x="117932" y="92202"/>
                  </a:lnTo>
                  <a:lnTo>
                    <a:pt x="123240" y="14744"/>
                  </a:lnTo>
                  <a:close/>
                </a:path>
                <a:path w="323850" h="93979">
                  <a:moveTo>
                    <a:pt x="228536" y="91160"/>
                  </a:moveTo>
                  <a:lnTo>
                    <a:pt x="226098" y="13512"/>
                  </a:lnTo>
                  <a:lnTo>
                    <a:pt x="224548" y="11861"/>
                  </a:lnTo>
                  <a:lnTo>
                    <a:pt x="222719" y="11925"/>
                  </a:lnTo>
                  <a:lnTo>
                    <a:pt x="210337" y="12446"/>
                  </a:lnTo>
                  <a:lnTo>
                    <a:pt x="208902" y="14236"/>
                  </a:lnTo>
                  <a:lnTo>
                    <a:pt x="211340" y="91871"/>
                  </a:lnTo>
                  <a:lnTo>
                    <a:pt x="212890" y="93522"/>
                  </a:lnTo>
                  <a:lnTo>
                    <a:pt x="227088" y="92925"/>
                  </a:lnTo>
                  <a:lnTo>
                    <a:pt x="228536" y="91160"/>
                  </a:lnTo>
                  <a:close/>
                </a:path>
                <a:path w="323850" h="93979">
                  <a:moveTo>
                    <a:pt x="323291" y="79336"/>
                  </a:moveTo>
                  <a:lnTo>
                    <a:pt x="311175" y="5054"/>
                  </a:lnTo>
                  <a:lnTo>
                    <a:pt x="310845" y="2984"/>
                  </a:lnTo>
                  <a:lnTo>
                    <a:pt x="309105" y="1612"/>
                  </a:lnTo>
                  <a:lnTo>
                    <a:pt x="295122" y="4648"/>
                  </a:lnTo>
                  <a:lnTo>
                    <a:pt x="293928" y="6654"/>
                  </a:lnTo>
                  <a:lnTo>
                    <a:pt x="306387" y="83019"/>
                  </a:lnTo>
                  <a:lnTo>
                    <a:pt x="308140" y="84391"/>
                  </a:lnTo>
                  <a:lnTo>
                    <a:pt x="322110" y="81343"/>
                  </a:lnTo>
                  <a:lnTo>
                    <a:pt x="323291" y="79336"/>
                  </a:lnTo>
                  <a:close/>
                </a:path>
              </a:pathLst>
            </a:custGeom>
            <a:solidFill>
              <a:srgbClr val="036F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4" name="object 474" descr=""/>
            <p:cNvSpPr/>
            <p:nvPr/>
          </p:nvSpPr>
          <p:spPr>
            <a:xfrm>
              <a:off x="5006333" y="5128568"/>
              <a:ext cx="15875" cy="34290"/>
            </a:xfrm>
            <a:custGeom>
              <a:avLst/>
              <a:gdLst/>
              <a:ahLst/>
              <a:cxnLst/>
              <a:rect l="l" t="t" r="r" b="b"/>
              <a:pathLst>
                <a:path w="15875" h="34289">
                  <a:moveTo>
                    <a:pt x="5518" y="0"/>
                  </a:moveTo>
                  <a:lnTo>
                    <a:pt x="1769" y="7088"/>
                  </a:lnTo>
                  <a:lnTo>
                    <a:pt x="0" y="25318"/>
                  </a:lnTo>
                  <a:lnTo>
                    <a:pt x="2335" y="33014"/>
                  </a:lnTo>
                  <a:lnTo>
                    <a:pt x="9842" y="33779"/>
                  </a:lnTo>
                  <a:lnTo>
                    <a:pt x="13612" y="26700"/>
                  </a:lnTo>
                  <a:lnTo>
                    <a:pt x="14491" y="17580"/>
                  </a:lnTo>
                  <a:lnTo>
                    <a:pt x="15371" y="8460"/>
                  </a:lnTo>
                  <a:lnTo>
                    <a:pt x="13036" y="764"/>
                  </a:lnTo>
                  <a:lnTo>
                    <a:pt x="55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5" name="object 475" descr=""/>
          <p:cNvGrpSpPr/>
          <p:nvPr/>
        </p:nvGrpSpPr>
        <p:grpSpPr>
          <a:xfrm>
            <a:off x="5020440" y="6347633"/>
            <a:ext cx="430530" cy="1123950"/>
            <a:chOff x="5020440" y="6347633"/>
            <a:chExt cx="430530" cy="1123950"/>
          </a:xfrm>
        </p:grpSpPr>
        <p:sp>
          <p:nvSpPr>
            <p:cNvPr id="476" name="object 476" descr=""/>
            <p:cNvSpPr/>
            <p:nvPr/>
          </p:nvSpPr>
          <p:spPr>
            <a:xfrm>
              <a:off x="5020437" y="6347644"/>
              <a:ext cx="430530" cy="1123950"/>
            </a:xfrm>
            <a:custGeom>
              <a:avLst/>
              <a:gdLst/>
              <a:ahLst/>
              <a:cxnLst/>
              <a:rect l="l" t="t" r="r" b="b"/>
              <a:pathLst>
                <a:path w="430529" h="1123950">
                  <a:moveTo>
                    <a:pt x="430199" y="1120863"/>
                  </a:moveTo>
                  <a:lnTo>
                    <a:pt x="413918" y="534060"/>
                  </a:lnTo>
                  <a:lnTo>
                    <a:pt x="411340" y="448157"/>
                  </a:lnTo>
                  <a:lnTo>
                    <a:pt x="409930" y="411962"/>
                  </a:lnTo>
                  <a:lnTo>
                    <a:pt x="409498" y="410133"/>
                  </a:lnTo>
                  <a:lnTo>
                    <a:pt x="413016" y="391896"/>
                  </a:lnTo>
                  <a:lnTo>
                    <a:pt x="416775" y="338950"/>
                  </a:lnTo>
                  <a:lnTo>
                    <a:pt x="414451" y="292328"/>
                  </a:lnTo>
                  <a:lnTo>
                    <a:pt x="407771" y="250952"/>
                  </a:lnTo>
                  <a:lnTo>
                    <a:pt x="398487" y="213728"/>
                  </a:lnTo>
                  <a:lnTo>
                    <a:pt x="372465" y="131622"/>
                  </a:lnTo>
                  <a:lnTo>
                    <a:pt x="357022" y="90373"/>
                  </a:lnTo>
                  <a:lnTo>
                    <a:pt x="340702" y="50596"/>
                  </a:lnTo>
                  <a:lnTo>
                    <a:pt x="349338" y="0"/>
                  </a:lnTo>
                  <a:lnTo>
                    <a:pt x="29603" y="5715"/>
                  </a:lnTo>
                  <a:lnTo>
                    <a:pt x="34213" y="41630"/>
                  </a:lnTo>
                  <a:lnTo>
                    <a:pt x="36474" y="60744"/>
                  </a:lnTo>
                  <a:lnTo>
                    <a:pt x="37058" y="69456"/>
                  </a:lnTo>
                  <a:lnTo>
                    <a:pt x="36601" y="74193"/>
                  </a:lnTo>
                  <a:lnTo>
                    <a:pt x="29019" y="112941"/>
                  </a:lnTo>
                  <a:lnTo>
                    <a:pt x="21996" y="153416"/>
                  </a:lnTo>
                  <a:lnTo>
                    <a:pt x="14516" y="204139"/>
                  </a:lnTo>
                  <a:lnTo>
                    <a:pt x="7835" y="262242"/>
                  </a:lnTo>
                  <a:lnTo>
                    <a:pt x="3619" y="319341"/>
                  </a:lnTo>
                  <a:lnTo>
                    <a:pt x="1854" y="323697"/>
                  </a:lnTo>
                  <a:lnTo>
                    <a:pt x="0" y="345541"/>
                  </a:lnTo>
                  <a:lnTo>
                    <a:pt x="241" y="379031"/>
                  </a:lnTo>
                  <a:lnTo>
                    <a:pt x="2679" y="426339"/>
                  </a:lnTo>
                  <a:lnTo>
                    <a:pt x="7429" y="489661"/>
                  </a:lnTo>
                  <a:lnTo>
                    <a:pt x="14592" y="571144"/>
                  </a:lnTo>
                  <a:lnTo>
                    <a:pt x="19850" y="695502"/>
                  </a:lnTo>
                  <a:lnTo>
                    <a:pt x="23304" y="881189"/>
                  </a:lnTo>
                  <a:lnTo>
                    <a:pt x="25222" y="1049972"/>
                  </a:lnTo>
                  <a:lnTo>
                    <a:pt x="25806" y="1123619"/>
                  </a:lnTo>
                  <a:lnTo>
                    <a:pt x="430199" y="1120863"/>
                  </a:lnTo>
                  <a:close/>
                </a:path>
              </a:pathLst>
            </a:custGeom>
            <a:solidFill>
              <a:srgbClr val="3139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7" name="object 477" descr=""/>
            <p:cNvSpPr/>
            <p:nvPr/>
          </p:nvSpPr>
          <p:spPr>
            <a:xfrm>
              <a:off x="5022410" y="6365172"/>
              <a:ext cx="349250" cy="374015"/>
            </a:xfrm>
            <a:custGeom>
              <a:avLst/>
              <a:gdLst/>
              <a:ahLst/>
              <a:cxnLst/>
              <a:rect l="l" t="t" r="r" b="b"/>
              <a:pathLst>
                <a:path w="349250" h="374015">
                  <a:moveTo>
                    <a:pt x="347769" y="0"/>
                  </a:moveTo>
                  <a:lnTo>
                    <a:pt x="270498" y="20417"/>
                  </a:lnTo>
                  <a:lnTo>
                    <a:pt x="228398" y="30857"/>
                  </a:lnTo>
                  <a:lnTo>
                    <a:pt x="206760" y="34591"/>
                  </a:lnTo>
                  <a:lnTo>
                    <a:pt x="190873" y="34888"/>
                  </a:lnTo>
                  <a:lnTo>
                    <a:pt x="154304" y="30892"/>
                  </a:lnTo>
                  <a:lnTo>
                    <a:pt x="97158" y="22518"/>
                  </a:lnTo>
                  <a:lnTo>
                    <a:pt x="21371" y="10470"/>
                  </a:lnTo>
                  <a:lnTo>
                    <a:pt x="25758" y="56490"/>
                  </a:lnTo>
                  <a:lnTo>
                    <a:pt x="17293" y="119065"/>
                  </a:lnTo>
                  <a:lnTo>
                    <a:pt x="10672" y="181949"/>
                  </a:lnTo>
                  <a:lnTo>
                    <a:pt x="4542" y="252182"/>
                  </a:lnTo>
                  <a:lnTo>
                    <a:pt x="463" y="319477"/>
                  </a:lnTo>
                  <a:lnTo>
                    <a:pt x="0" y="373548"/>
                  </a:lnTo>
                  <a:lnTo>
                    <a:pt x="22279" y="356298"/>
                  </a:lnTo>
                  <a:lnTo>
                    <a:pt x="71372" y="312178"/>
                  </a:lnTo>
                  <a:lnTo>
                    <a:pt x="121198" y="265923"/>
                  </a:lnTo>
                  <a:lnTo>
                    <a:pt x="145681" y="242264"/>
                  </a:lnTo>
                  <a:lnTo>
                    <a:pt x="146984" y="215580"/>
                  </a:lnTo>
                  <a:lnTo>
                    <a:pt x="145879" y="161495"/>
                  </a:lnTo>
                  <a:lnTo>
                    <a:pt x="143116" y="78385"/>
                  </a:lnTo>
                  <a:lnTo>
                    <a:pt x="156612" y="79596"/>
                  </a:lnTo>
                  <a:lnTo>
                    <a:pt x="170316" y="80505"/>
                  </a:lnTo>
                  <a:lnTo>
                    <a:pt x="184150" y="81053"/>
                  </a:lnTo>
                  <a:lnTo>
                    <a:pt x="198035" y="81180"/>
                  </a:lnTo>
                  <a:lnTo>
                    <a:pt x="228044" y="77439"/>
                  </a:lnTo>
                  <a:lnTo>
                    <a:pt x="281454" y="68933"/>
                  </a:lnTo>
                  <a:lnTo>
                    <a:pt x="330958" y="59578"/>
                  </a:lnTo>
                  <a:lnTo>
                    <a:pt x="349245" y="53286"/>
                  </a:lnTo>
                  <a:lnTo>
                    <a:pt x="344867" y="36642"/>
                  </a:lnTo>
                  <a:lnTo>
                    <a:pt x="344820" y="19249"/>
                  </a:lnTo>
                  <a:lnTo>
                    <a:pt x="346617" y="5553"/>
                  </a:lnTo>
                  <a:lnTo>
                    <a:pt x="347769" y="0"/>
                  </a:lnTo>
                  <a:close/>
                </a:path>
              </a:pathLst>
            </a:custGeom>
            <a:solidFill>
              <a:srgbClr val="242B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8" name="object 478" descr=""/>
          <p:cNvGrpSpPr/>
          <p:nvPr/>
        </p:nvGrpSpPr>
        <p:grpSpPr>
          <a:xfrm>
            <a:off x="4261451" y="6347629"/>
            <a:ext cx="565150" cy="1142365"/>
            <a:chOff x="4261451" y="6347629"/>
            <a:chExt cx="565150" cy="1142365"/>
          </a:xfrm>
        </p:grpSpPr>
        <p:sp>
          <p:nvSpPr>
            <p:cNvPr id="479" name="object 479" descr=""/>
            <p:cNvSpPr/>
            <p:nvPr/>
          </p:nvSpPr>
          <p:spPr>
            <a:xfrm>
              <a:off x="4261451" y="6347629"/>
              <a:ext cx="565150" cy="1142365"/>
            </a:xfrm>
            <a:custGeom>
              <a:avLst/>
              <a:gdLst/>
              <a:ahLst/>
              <a:cxnLst/>
              <a:rect l="l" t="t" r="r" b="b"/>
              <a:pathLst>
                <a:path w="565150" h="1142365">
                  <a:moveTo>
                    <a:pt x="450457" y="0"/>
                  </a:moveTo>
                  <a:lnTo>
                    <a:pt x="98824" y="5706"/>
                  </a:lnTo>
                  <a:lnTo>
                    <a:pt x="103885" y="41632"/>
                  </a:lnTo>
                  <a:lnTo>
                    <a:pt x="106373" y="60741"/>
                  </a:lnTo>
                  <a:lnTo>
                    <a:pt x="107008" y="69452"/>
                  </a:lnTo>
                  <a:lnTo>
                    <a:pt x="106509" y="74186"/>
                  </a:lnTo>
                  <a:lnTo>
                    <a:pt x="99502" y="94823"/>
                  </a:lnTo>
                  <a:lnTo>
                    <a:pt x="38055" y="267327"/>
                  </a:lnTo>
                  <a:lnTo>
                    <a:pt x="19567" y="320894"/>
                  </a:lnTo>
                  <a:lnTo>
                    <a:pt x="9811" y="352093"/>
                  </a:lnTo>
                  <a:lnTo>
                    <a:pt x="5168" y="381283"/>
                  </a:lnTo>
                  <a:lnTo>
                    <a:pt x="1423" y="427061"/>
                  </a:lnTo>
                  <a:lnTo>
                    <a:pt x="0" y="484073"/>
                  </a:lnTo>
                  <a:lnTo>
                    <a:pt x="2321" y="546967"/>
                  </a:lnTo>
                  <a:lnTo>
                    <a:pt x="9811" y="610389"/>
                  </a:lnTo>
                  <a:lnTo>
                    <a:pt x="23710" y="737028"/>
                  </a:lnTo>
                  <a:lnTo>
                    <a:pt x="37146" y="915044"/>
                  </a:lnTo>
                  <a:lnTo>
                    <a:pt x="47287" y="1073715"/>
                  </a:lnTo>
                  <a:lnTo>
                    <a:pt x="51296" y="1142321"/>
                  </a:lnTo>
                  <a:lnTo>
                    <a:pt x="542685" y="1131096"/>
                  </a:lnTo>
                  <a:lnTo>
                    <a:pt x="555457" y="784097"/>
                  </a:lnTo>
                  <a:lnTo>
                    <a:pt x="562017" y="600674"/>
                  </a:lnTo>
                  <a:lnTo>
                    <a:pt x="564433" y="519846"/>
                  </a:lnTo>
                  <a:lnTo>
                    <a:pt x="564778" y="480634"/>
                  </a:lnTo>
                  <a:lnTo>
                    <a:pt x="561013" y="444985"/>
                  </a:lnTo>
                  <a:lnTo>
                    <a:pt x="551142" y="394287"/>
                  </a:lnTo>
                  <a:lnTo>
                    <a:pt x="537303" y="335470"/>
                  </a:lnTo>
                  <a:lnTo>
                    <a:pt x="521630" y="275461"/>
                  </a:lnTo>
                  <a:lnTo>
                    <a:pt x="506262" y="221191"/>
                  </a:lnTo>
                  <a:lnTo>
                    <a:pt x="493335" y="179586"/>
                  </a:lnTo>
                  <a:lnTo>
                    <a:pt x="475882" y="131625"/>
                  </a:lnTo>
                  <a:lnTo>
                    <a:pt x="458904" y="90378"/>
                  </a:lnTo>
                  <a:lnTo>
                    <a:pt x="440950" y="50605"/>
                  </a:lnTo>
                  <a:lnTo>
                    <a:pt x="450457" y="0"/>
                  </a:lnTo>
                  <a:close/>
                </a:path>
              </a:pathLst>
            </a:custGeom>
            <a:solidFill>
              <a:srgbClr val="3139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0" name="object 480" descr=""/>
            <p:cNvSpPr/>
            <p:nvPr/>
          </p:nvSpPr>
          <p:spPr>
            <a:xfrm>
              <a:off x="4300929" y="6365158"/>
              <a:ext cx="479425" cy="326390"/>
            </a:xfrm>
            <a:custGeom>
              <a:avLst/>
              <a:gdLst/>
              <a:ahLst/>
              <a:cxnLst/>
              <a:rect l="l" t="t" r="r" b="b"/>
              <a:pathLst>
                <a:path w="479425" h="326390">
                  <a:moveTo>
                    <a:pt x="407683" y="0"/>
                  </a:moveTo>
                  <a:lnTo>
                    <a:pt x="325936" y="20417"/>
                  </a:lnTo>
                  <a:lnTo>
                    <a:pt x="281397" y="30857"/>
                  </a:lnTo>
                  <a:lnTo>
                    <a:pt x="258505" y="34591"/>
                  </a:lnTo>
                  <a:lnTo>
                    <a:pt x="241699" y="34888"/>
                  </a:lnTo>
                  <a:lnTo>
                    <a:pt x="203011" y="30892"/>
                  </a:lnTo>
                  <a:lnTo>
                    <a:pt x="142554" y="22518"/>
                  </a:lnTo>
                  <a:lnTo>
                    <a:pt x="62375" y="10470"/>
                  </a:lnTo>
                  <a:lnTo>
                    <a:pt x="67024" y="56490"/>
                  </a:lnTo>
                  <a:lnTo>
                    <a:pt x="28615" y="141440"/>
                  </a:lnTo>
                  <a:lnTo>
                    <a:pt x="0" y="226883"/>
                  </a:lnTo>
                  <a:lnTo>
                    <a:pt x="26957" y="245426"/>
                  </a:lnTo>
                  <a:lnTo>
                    <a:pt x="88738" y="280449"/>
                  </a:lnTo>
                  <a:lnTo>
                    <a:pt x="151755" y="313411"/>
                  </a:lnTo>
                  <a:lnTo>
                    <a:pt x="182423" y="325770"/>
                  </a:lnTo>
                  <a:lnTo>
                    <a:pt x="184976" y="298789"/>
                  </a:lnTo>
                  <a:lnTo>
                    <a:pt x="187326" y="238815"/>
                  </a:lnTo>
                  <a:lnTo>
                    <a:pt x="189275" y="167593"/>
                  </a:lnTo>
                  <a:lnTo>
                    <a:pt x="191177" y="78385"/>
                  </a:lnTo>
                  <a:lnTo>
                    <a:pt x="205452" y="79596"/>
                  </a:lnTo>
                  <a:lnTo>
                    <a:pt x="219950" y="80506"/>
                  </a:lnTo>
                  <a:lnTo>
                    <a:pt x="234587" y="81057"/>
                  </a:lnTo>
                  <a:lnTo>
                    <a:pt x="249280" y="81191"/>
                  </a:lnTo>
                  <a:lnTo>
                    <a:pt x="268680" y="80649"/>
                  </a:lnTo>
                  <a:lnTo>
                    <a:pt x="287813" y="79400"/>
                  </a:lnTo>
                  <a:lnTo>
                    <a:pt x="289832" y="172734"/>
                  </a:lnTo>
                  <a:lnTo>
                    <a:pt x="291762" y="242191"/>
                  </a:lnTo>
                  <a:lnTo>
                    <a:pt x="294064" y="299931"/>
                  </a:lnTo>
                  <a:lnTo>
                    <a:pt x="296556" y="325770"/>
                  </a:lnTo>
                  <a:lnTo>
                    <a:pt x="327223" y="313411"/>
                  </a:lnTo>
                  <a:lnTo>
                    <a:pt x="390238" y="280449"/>
                  </a:lnTo>
                  <a:lnTo>
                    <a:pt x="452018" y="245426"/>
                  </a:lnTo>
                  <a:lnTo>
                    <a:pt x="478980" y="226883"/>
                  </a:lnTo>
                  <a:lnTo>
                    <a:pt x="450364" y="141440"/>
                  </a:lnTo>
                  <a:lnTo>
                    <a:pt x="429863" y="84430"/>
                  </a:lnTo>
                  <a:lnTo>
                    <a:pt x="416605" y="56657"/>
                  </a:lnTo>
                  <a:lnTo>
                    <a:pt x="410820" y="39487"/>
                  </a:lnTo>
                  <a:lnTo>
                    <a:pt x="408241" y="20935"/>
                  </a:lnTo>
                  <a:lnTo>
                    <a:pt x="407614" y="6080"/>
                  </a:lnTo>
                  <a:lnTo>
                    <a:pt x="407683" y="0"/>
                  </a:lnTo>
                  <a:close/>
                </a:path>
              </a:pathLst>
            </a:custGeom>
            <a:solidFill>
              <a:srgbClr val="242B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1" name="object 481" descr=""/>
          <p:cNvGrpSpPr/>
          <p:nvPr/>
        </p:nvGrpSpPr>
        <p:grpSpPr>
          <a:xfrm>
            <a:off x="6402842" y="6347629"/>
            <a:ext cx="525145" cy="1127125"/>
            <a:chOff x="6402842" y="6347629"/>
            <a:chExt cx="525145" cy="1127125"/>
          </a:xfrm>
        </p:grpSpPr>
        <p:sp>
          <p:nvSpPr>
            <p:cNvPr id="482" name="object 482" descr=""/>
            <p:cNvSpPr/>
            <p:nvPr/>
          </p:nvSpPr>
          <p:spPr>
            <a:xfrm>
              <a:off x="6402842" y="6347629"/>
              <a:ext cx="525145" cy="1127125"/>
            </a:xfrm>
            <a:custGeom>
              <a:avLst/>
              <a:gdLst/>
              <a:ahLst/>
              <a:cxnLst/>
              <a:rect l="l" t="t" r="r" b="b"/>
              <a:pathLst>
                <a:path w="525145" h="1127125">
                  <a:moveTo>
                    <a:pt x="416565" y="0"/>
                  </a:moveTo>
                  <a:lnTo>
                    <a:pt x="65016" y="5706"/>
                  </a:lnTo>
                  <a:lnTo>
                    <a:pt x="70078" y="41632"/>
                  </a:lnTo>
                  <a:lnTo>
                    <a:pt x="72565" y="60741"/>
                  </a:lnTo>
                  <a:lnTo>
                    <a:pt x="73200" y="69452"/>
                  </a:lnTo>
                  <a:lnTo>
                    <a:pt x="72701" y="74186"/>
                  </a:lnTo>
                  <a:lnTo>
                    <a:pt x="44473" y="156445"/>
                  </a:lnTo>
                  <a:lnTo>
                    <a:pt x="23293" y="223744"/>
                  </a:lnTo>
                  <a:lnTo>
                    <a:pt x="8840" y="283436"/>
                  </a:lnTo>
                  <a:lnTo>
                    <a:pt x="9" y="465893"/>
                  </a:lnTo>
                  <a:lnTo>
                    <a:pt x="0" y="750199"/>
                  </a:lnTo>
                  <a:lnTo>
                    <a:pt x="3724" y="1011987"/>
                  </a:lnTo>
                  <a:lnTo>
                    <a:pt x="6096" y="1126887"/>
                  </a:lnTo>
                  <a:lnTo>
                    <a:pt x="511390" y="1126887"/>
                  </a:lnTo>
                  <a:lnTo>
                    <a:pt x="523082" y="739425"/>
                  </a:lnTo>
                  <a:lnTo>
                    <a:pt x="524868" y="521439"/>
                  </a:lnTo>
                  <a:lnTo>
                    <a:pt x="514847" y="392979"/>
                  </a:lnTo>
                  <a:lnTo>
                    <a:pt x="491118" y="274096"/>
                  </a:lnTo>
                  <a:lnTo>
                    <a:pt x="471640" y="210555"/>
                  </a:lnTo>
                  <a:lnTo>
                    <a:pt x="443449" y="136910"/>
                  </a:lnTo>
                  <a:lnTo>
                    <a:pt x="418078" y="75986"/>
                  </a:lnTo>
                  <a:lnTo>
                    <a:pt x="407058" y="50605"/>
                  </a:lnTo>
                  <a:lnTo>
                    <a:pt x="416565" y="0"/>
                  </a:lnTo>
                  <a:close/>
                </a:path>
              </a:pathLst>
            </a:custGeom>
            <a:solidFill>
              <a:srgbClr val="3139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3" name="object 483" descr=""/>
            <p:cNvSpPr/>
            <p:nvPr/>
          </p:nvSpPr>
          <p:spPr>
            <a:xfrm>
              <a:off x="6470886" y="6365161"/>
              <a:ext cx="346710" cy="81280"/>
            </a:xfrm>
            <a:custGeom>
              <a:avLst/>
              <a:gdLst/>
              <a:ahLst/>
              <a:cxnLst/>
              <a:rect l="l" t="t" r="r" b="b"/>
              <a:pathLst>
                <a:path w="346709" h="81279">
                  <a:moveTo>
                    <a:pt x="345225" y="0"/>
                  </a:moveTo>
                  <a:lnTo>
                    <a:pt x="269028" y="20538"/>
                  </a:lnTo>
                  <a:lnTo>
                    <a:pt x="227338" y="31040"/>
                  </a:lnTo>
                  <a:lnTo>
                    <a:pt x="205493" y="34797"/>
                  </a:lnTo>
                  <a:lnTo>
                    <a:pt x="188831" y="35098"/>
                  </a:lnTo>
                  <a:lnTo>
                    <a:pt x="148667" y="31069"/>
                  </a:lnTo>
                  <a:lnTo>
                    <a:pt x="84941" y="22623"/>
                  </a:lnTo>
                  <a:lnTo>
                    <a:pt x="0" y="10470"/>
                  </a:lnTo>
                  <a:lnTo>
                    <a:pt x="4649" y="56490"/>
                  </a:lnTo>
                  <a:lnTo>
                    <a:pt x="29399" y="60314"/>
                  </a:lnTo>
                  <a:lnTo>
                    <a:pt x="87553" y="68840"/>
                  </a:lnTo>
                  <a:lnTo>
                    <a:pt x="149809" y="77367"/>
                  </a:lnTo>
                  <a:lnTo>
                    <a:pt x="186863" y="81191"/>
                  </a:lnTo>
                  <a:lnTo>
                    <a:pt x="218586" y="76705"/>
                  </a:lnTo>
                  <a:lnTo>
                    <a:pt x="275037" y="66573"/>
                  </a:lnTo>
                  <a:lnTo>
                    <a:pt x="327356" y="55593"/>
                  </a:lnTo>
                  <a:lnTo>
                    <a:pt x="346680" y="48563"/>
                  </a:lnTo>
                  <a:lnTo>
                    <a:pt x="342062" y="32657"/>
                  </a:lnTo>
                  <a:lnTo>
                    <a:pt x="342049" y="16888"/>
                  </a:lnTo>
                  <a:lnTo>
                    <a:pt x="343988" y="4815"/>
                  </a:lnTo>
                  <a:lnTo>
                    <a:pt x="345225" y="0"/>
                  </a:lnTo>
                  <a:close/>
                </a:path>
              </a:pathLst>
            </a:custGeom>
            <a:solidFill>
              <a:srgbClr val="242B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4" name="object 484" descr=""/>
          <p:cNvGrpSpPr/>
          <p:nvPr/>
        </p:nvGrpSpPr>
        <p:grpSpPr>
          <a:xfrm>
            <a:off x="5683560" y="6326494"/>
            <a:ext cx="549275" cy="1151890"/>
            <a:chOff x="5683560" y="6326494"/>
            <a:chExt cx="549275" cy="1151890"/>
          </a:xfrm>
        </p:grpSpPr>
        <p:sp>
          <p:nvSpPr>
            <p:cNvPr id="485" name="object 485" descr=""/>
            <p:cNvSpPr/>
            <p:nvPr/>
          </p:nvSpPr>
          <p:spPr>
            <a:xfrm>
              <a:off x="5683560" y="6326494"/>
              <a:ext cx="549275" cy="1151890"/>
            </a:xfrm>
            <a:custGeom>
              <a:avLst/>
              <a:gdLst/>
              <a:ahLst/>
              <a:cxnLst/>
              <a:rect l="l" t="t" r="r" b="b"/>
              <a:pathLst>
                <a:path w="549275" h="1151890">
                  <a:moveTo>
                    <a:pt x="419589" y="0"/>
                  </a:moveTo>
                  <a:lnTo>
                    <a:pt x="68029" y="5706"/>
                  </a:lnTo>
                  <a:lnTo>
                    <a:pt x="73091" y="41632"/>
                  </a:lnTo>
                  <a:lnTo>
                    <a:pt x="75580" y="60741"/>
                  </a:lnTo>
                  <a:lnTo>
                    <a:pt x="76217" y="69452"/>
                  </a:lnTo>
                  <a:lnTo>
                    <a:pt x="75725" y="74186"/>
                  </a:lnTo>
                  <a:lnTo>
                    <a:pt x="56713" y="131967"/>
                  </a:lnTo>
                  <a:lnTo>
                    <a:pt x="39543" y="186845"/>
                  </a:lnTo>
                  <a:lnTo>
                    <a:pt x="22394" y="247975"/>
                  </a:lnTo>
                  <a:lnTo>
                    <a:pt x="9114" y="307055"/>
                  </a:lnTo>
                  <a:lnTo>
                    <a:pt x="3549" y="355779"/>
                  </a:lnTo>
                  <a:lnTo>
                    <a:pt x="0" y="1151315"/>
                  </a:lnTo>
                  <a:lnTo>
                    <a:pt x="548978" y="1138782"/>
                  </a:lnTo>
                  <a:lnTo>
                    <a:pt x="534957" y="812342"/>
                  </a:lnTo>
                  <a:lnTo>
                    <a:pt x="527360" y="639492"/>
                  </a:lnTo>
                  <a:lnTo>
                    <a:pt x="523557" y="562597"/>
                  </a:lnTo>
                  <a:lnTo>
                    <a:pt x="520916" y="524025"/>
                  </a:lnTo>
                  <a:lnTo>
                    <a:pt x="515528" y="465603"/>
                  </a:lnTo>
                  <a:lnTo>
                    <a:pt x="508343" y="405880"/>
                  </a:lnTo>
                  <a:lnTo>
                    <a:pt x="499845" y="347480"/>
                  </a:lnTo>
                  <a:lnTo>
                    <a:pt x="490523" y="293026"/>
                  </a:lnTo>
                  <a:lnTo>
                    <a:pt x="480861" y="245144"/>
                  </a:lnTo>
                  <a:lnTo>
                    <a:pt x="471347" y="206456"/>
                  </a:lnTo>
                  <a:lnTo>
                    <a:pt x="442964" y="132389"/>
                  </a:lnTo>
                  <a:lnTo>
                    <a:pt x="410081" y="50605"/>
                  </a:lnTo>
                  <a:lnTo>
                    <a:pt x="419589" y="0"/>
                  </a:lnTo>
                  <a:close/>
                </a:path>
              </a:pathLst>
            </a:custGeom>
            <a:solidFill>
              <a:srgbClr val="3139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6" name="object 486" descr=""/>
            <p:cNvSpPr/>
            <p:nvPr/>
          </p:nvSpPr>
          <p:spPr>
            <a:xfrm>
              <a:off x="5692262" y="6344024"/>
              <a:ext cx="479425" cy="338455"/>
            </a:xfrm>
            <a:custGeom>
              <a:avLst/>
              <a:gdLst/>
              <a:ahLst/>
              <a:cxnLst/>
              <a:rect l="l" t="t" r="r" b="b"/>
              <a:pathLst>
                <a:path w="479425" h="338454">
                  <a:moveTo>
                    <a:pt x="407589" y="0"/>
                  </a:moveTo>
                  <a:lnTo>
                    <a:pt x="306392" y="23432"/>
                  </a:lnTo>
                  <a:lnTo>
                    <a:pt x="251865" y="35420"/>
                  </a:lnTo>
                  <a:lnTo>
                    <a:pt x="225293" y="39724"/>
                  </a:lnTo>
                  <a:lnTo>
                    <a:pt x="207962" y="40103"/>
                  </a:lnTo>
                  <a:lnTo>
                    <a:pt x="174547" y="35287"/>
                  </a:lnTo>
                  <a:lnTo>
                    <a:pt x="125679" y="25122"/>
                  </a:lnTo>
                  <a:lnTo>
                    <a:pt x="81550" y="15039"/>
                  </a:lnTo>
                  <a:lnTo>
                    <a:pt x="62354" y="10470"/>
                  </a:lnTo>
                  <a:lnTo>
                    <a:pt x="67003" y="56490"/>
                  </a:lnTo>
                  <a:lnTo>
                    <a:pt x="28605" y="141436"/>
                  </a:lnTo>
                  <a:lnTo>
                    <a:pt x="0" y="226883"/>
                  </a:lnTo>
                  <a:lnTo>
                    <a:pt x="19883" y="247312"/>
                  </a:lnTo>
                  <a:lnTo>
                    <a:pt x="66100" y="286487"/>
                  </a:lnTo>
                  <a:lnTo>
                    <a:pt x="113553" y="323602"/>
                  </a:lnTo>
                  <a:lnTo>
                    <a:pt x="137147" y="337853"/>
                  </a:lnTo>
                  <a:lnTo>
                    <a:pt x="139588" y="308719"/>
                  </a:lnTo>
                  <a:lnTo>
                    <a:pt x="141671" y="243609"/>
                  </a:lnTo>
                  <a:lnTo>
                    <a:pt x="143302" y="166258"/>
                  </a:lnTo>
                  <a:lnTo>
                    <a:pt x="144833" y="69767"/>
                  </a:lnTo>
                  <a:lnTo>
                    <a:pt x="159893" y="73459"/>
                  </a:lnTo>
                  <a:lnTo>
                    <a:pt x="176118" y="79826"/>
                  </a:lnTo>
                  <a:lnTo>
                    <a:pt x="192483" y="85833"/>
                  </a:lnTo>
                  <a:lnTo>
                    <a:pt x="207962" y="88447"/>
                  </a:lnTo>
                  <a:lnTo>
                    <a:pt x="223253" y="85637"/>
                  </a:lnTo>
                  <a:lnTo>
                    <a:pt x="267067" y="73107"/>
                  </a:lnTo>
                  <a:lnTo>
                    <a:pt x="282169" y="69767"/>
                  </a:lnTo>
                  <a:lnTo>
                    <a:pt x="286520" y="170815"/>
                  </a:lnTo>
                  <a:lnTo>
                    <a:pt x="290417" y="246759"/>
                  </a:lnTo>
                  <a:lnTo>
                    <a:pt x="294368" y="309934"/>
                  </a:lnTo>
                  <a:lnTo>
                    <a:pt x="297551" y="338052"/>
                  </a:lnTo>
                  <a:lnTo>
                    <a:pt x="328041" y="323770"/>
                  </a:lnTo>
                  <a:lnTo>
                    <a:pt x="390677" y="286586"/>
                  </a:lnTo>
                  <a:lnTo>
                    <a:pt x="452079" y="247344"/>
                  </a:lnTo>
                  <a:lnTo>
                    <a:pt x="478865" y="226883"/>
                  </a:lnTo>
                  <a:lnTo>
                    <a:pt x="450263" y="141436"/>
                  </a:lnTo>
                  <a:lnTo>
                    <a:pt x="429767" y="84426"/>
                  </a:lnTo>
                  <a:lnTo>
                    <a:pt x="416510" y="56657"/>
                  </a:lnTo>
                  <a:lnTo>
                    <a:pt x="410726" y="39487"/>
                  </a:lnTo>
                  <a:lnTo>
                    <a:pt x="408147" y="20935"/>
                  </a:lnTo>
                  <a:lnTo>
                    <a:pt x="407519" y="6080"/>
                  </a:lnTo>
                  <a:lnTo>
                    <a:pt x="407589" y="0"/>
                  </a:lnTo>
                  <a:close/>
                </a:path>
              </a:pathLst>
            </a:custGeom>
            <a:solidFill>
              <a:srgbClr val="242B3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7" name="object 487" descr=""/>
          <p:cNvGrpSpPr/>
          <p:nvPr/>
        </p:nvGrpSpPr>
        <p:grpSpPr>
          <a:xfrm>
            <a:off x="16054282" y="7956674"/>
            <a:ext cx="393700" cy="994410"/>
            <a:chOff x="16054282" y="7956674"/>
            <a:chExt cx="393700" cy="994410"/>
          </a:xfrm>
        </p:grpSpPr>
        <p:sp>
          <p:nvSpPr>
            <p:cNvPr id="488" name="object 488" descr=""/>
            <p:cNvSpPr/>
            <p:nvPr/>
          </p:nvSpPr>
          <p:spPr>
            <a:xfrm>
              <a:off x="16054282" y="7972364"/>
              <a:ext cx="393700" cy="633730"/>
            </a:xfrm>
            <a:custGeom>
              <a:avLst/>
              <a:gdLst/>
              <a:ahLst/>
              <a:cxnLst/>
              <a:rect l="l" t="t" r="r" b="b"/>
              <a:pathLst>
                <a:path w="393700" h="633729">
                  <a:moveTo>
                    <a:pt x="318950" y="0"/>
                  </a:moveTo>
                  <a:lnTo>
                    <a:pt x="302652" y="32805"/>
                  </a:lnTo>
                  <a:lnTo>
                    <a:pt x="276283" y="55354"/>
                  </a:lnTo>
                  <a:lnTo>
                    <a:pt x="221000" y="78099"/>
                  </a:lnTo>
                  <a:lnTo>
                    <a:pt x="117962" y="111493"/>
                  </a:lnTo>
                  <a:lnTo>
                    <a:pt x="53204" y="172140"/>
                  </a:lnTo>
                  <a:lnTo>
                    <a:pt x="19453" y="209227"/>
                  </a:lnTo>
                  <a:lnTo>
                    <a:pt x="5761" y="237942"/>
                  </a:lnTo>
                  <a:lnTo>
                    <a:pt x="1180" y="273468"/>
                  </a:lnTo>
                  <a:lnTo>
                    <a:pt x="0" y="312063"/>
                  </a:lnTo>
                  <a:lnTo>
                    <a:pt x="1005" y="367504"/>
                  </a:lnTo>
                  <a:lnTo>
                    <a:pt x="4136" y="431665"/>
                  </a:lnTo>
                  <a:lnTo>
                    <a:pt x="9335" y="496417"/>
                  </a:lnTo>
                  <a:lnTo>
                    <a:pt x="16541" y="553636"/>
                  </a:lnTo>
                  <a:lnTo>
                    <a:pt x="25696" y="595194"/>
                  </a:lnTo>
                  <a:lnTo>
                    <a:pt x="76021" y="618234"/>
                  </a:lnTo>
                  <a:lnTo>
                    <a:pt x="144683" y="624744"/>
                  </a:lnTo>
                  <a:lnTo>
                    <a:pt x="214281" y="630536"/>
                  </a:lnTo>
                  <a:lnTo>
                    <a:pt x="256366" y="633656"/>
                  </a:lnTo>
                  <a:lnTo>
                    <a:pt x="286936" y="632771"/>
                  </a:lnTo>
                  <a:lnTo>
                    <a:pt x="342395" y="620593"/>
                  </a:lnTo>
                  <a:lnTo>
                    <a:pt x="370818" y="589358"/>
                  </a:lnTo>
                  <a:lnTo>
                    <a:pt x="380743" y="547419"/>
                  </a:lnTo>
                  <a:lnTo>
                    <a:pt x="388003" y="504083"/>
                  </a:lnTo>
                  <a:lnTo>
                    <a:pt x="393508" y="416116"/>
                  </a:lnTo>
                  <a:lnTo>
                    <a:pt x="390902" y="322745"/>
                  </a:lnTo>
                  <a:lnTo>
                    <a:pt x="387160" y="236876"/>
                  </a:lnTo>
                  <a:lnTo>
                    <a:pt x="385252" y="199208"/>
                  </a:lnTo>
                  <a:lnTo>
                    <a:pt x="318950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9" name="object 489" descr=""/>
            <p:cNvSpPr/>
            <p:nvPr/>
          </p:nvSpPr>
          <p:spPr>
            <a:xfrm>
              <a:off x="16211784" y="8058364"/>
              <a:ext cx="173355" cy="475615"/>
            </a:xfrm>
            <a:custGeom>
              <a:avLst/>
              <a:gdLst/>
              <a:ahLst/>
              <a:cxnLst/>
              <a:rect l="l" t="t" r="r" b="b"/>
              <a:pathLst>
                <a:path w="173355" h="475615">
                  <a:moveTo>
                    <a:pt x="88845" y="0"/>
                  </a:moveTo>
                  <a:lnTo>
                    <a:pt x="43979" y="6015"/>
                  </a:lnTo>
                  <a:lnTo>
                    <a:pt x="1099" y="48909"/>
                  </a:lnTo>
                  <a:lnTo>
                    <a:pt x="0" y="68917"/>
                  </a:lnTo>
                  <a:lnTo>
                    <a:pt x="879" y="109451"/>
                  </a:lnTo>
                  <a:lnTo>
                    <a:pt x="3196" y="164246"/>
                  </a:lnTo>
                  <a:lnTo>
                    <a:pt x="6411" y="227040"/>
                  </a:lnTo>
                  <a:lnTo>
                    <a:pt x="16029" y="400765"/>
                  </a:lnTo>
                  <a:lnTo>
                    <a:pt x="17423" y="432908"/>
                  </a:lnTo>
                  <a:lnTo>
                    <a:pt x="31566" y="460622"/>
                  </a:lnTo>
                  <a:lnTo>
                    <a:pt x="64515" y="474759"/>
                  </a:lnTo>
                  <a:lnTo>
                    <a:pt x="104844" y="475172"/>
                  </a:lnTo>
                  <a:lnTo>
                    <a:pt x="141125" y="461714"/>
                  </a:lnTo>
                  <a:lnTo>
                    <a:pt x="166080" y="411187"/>
                  </a:lnTo>
                  <a:lnTo>
                    <a:pt x="172340" y="330312"/>
                  </a:lnTo>
                  <a:lnTo>
                    <a:pt x="173343" y="278717"/>
                  </a:lnTo>
                  <a:lnTo>
                    <a:pt x="172187" y="223837"/>
                  </a:lnTo>
                  <a:lnTo>
                    <a:pt x="168318" y="168787"/>
                  </a:lnTo>
                  <a:lnTo>
                    <a:pt x="161181" y="116682"/>
                  </a:lnTo>
                  <a:lnTo>
                    <a:pt x="150220" y="70635"/>
                  </a:lnTo>
                  <a:lnTo>
                    <a:pt x="134880" y="33763"/>
                  </a:lnTo>
                  <a:lnTo>
                    <a:pt x="114607" y="9179"/>
                  </a:lnTo>
                  <a:lnTo>
                    <a:pt x="88845" y="0"/>
                  </a:lnTo>
                  <a:close/>
                </a:path>
              </a:pathLst>
            </a:custGeom>
            <a:solidFill>
              <a:srgbClr val="BDE1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0" name="object 490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16144867" y="7956674"/>
              <a:ext cx="240522" cy="154257"/>
            </a:xfrm>
            <a:prstGeom prst="rect">
              <a:avLst/>
            </a:prstGeom>
          </p:spPr>
        </p:pic>
        <p:sp>
          <p:nvSpPr>
            <p:cNvPr id="491" name="object 491" descr=""/>
            <p:cNvSpPr/>
            <p:nvPr/>
          </p:nvSpPr>
          <p:spPr>
            <a:xfrm>
              <a:off x="16224959" y="8428866"/>
              <a:ext cx="161290" cy="522605"/>
            </a:xfrm>
            <a:custGeom>
              <a:avLst/>
              <a:gdLst/>
              <a:ahLst/>
              <a:cxnLst/>
              <a:rect l="l" t="t" r="r" b="b"/>
              <a:pathLst>
                <a:path w="161290" h="522604">
                  <a:moveTo>
                    <a:pt x="72434" y="0"/>
                  </a:moveTo>
                  <a:lnTo>
                    <a:pt x="16278" y="34269"/>
                  </a:lnTo>
                  <a:lnTo>
                    <a:pt x="5474" y="96485"/>
                  </a:lnTo>
                  <a:lnTo>
                    <a:pt x="2077" y="147929"/>
                  </a:lnTo>
                  <a:lnTo>
                    <a:pt x="205" y="207468"/>
                  </a:lnTo>
                  <a:lnTo>
                    <a:pt x="0" y="271005"/>
                  </a:lnTo>
                  <a:lnTo>
                    <a:pt x="1602" y="334445"/>
                  </a:lnTo>
                  <a:lnTo>
                    <a:pt x="5153" y="393690"/>
                  </a:lnTo>
                  <a:lnTo>
                    <a:pt x="10795" y="444644"/>
                  </a:lnTo>
                  <a:lnTo>
                    <a:pt x="18669" y="483210"/>
                  </a:lnTo>
                  <a:lnTo>
                    <a:pt x="57724" y="520304"/>
                  </a:lnTo>
                  <a:lnTo>
                    <a:pt x="82602" y="521986"/>
                  </a:lnTo>
                  <a:lnTo>
                    <a:pt x="112872" y="513626"/>
                  </a:lnTo>
                  <a:lnTo>
                    <a:pt x="136582" y="499539"/>
                  </a:lnTo>
                  <a:lnTo>
                    <a:pt x="146907" y="481265"/>
                  </a:lnTo>
                  <a:lnTo>
                    <a:pt x="150337" y="449999"/>
                  </a:lnTo>
                  <a:lnTo>
                    <a:pt x="153363" y="396939"/>
                  </a:lnTo>
                  <a:lnTo>
                    <a:pt x="158829" y="319327"/>
                  </a:lnTo>
                  <a:lnTo>
                    <a:pt x="161166" y="258780"/>
                  </a:lnTo>
                  <a:lnTo>
                    <a:pt x="160837" y="184090"/>
                  </a:lnTo>
                  <a:lnTo>
                    <a:pt x="158305" y="64048"/>
                  </a:lnTo>
                  <a:lnTo>
                    <a:pt x="141191" y="22804"/>
                  </a:lnTo>
                  <a:lnTo>
                    <a:pt x="109635" y="2579"/>
                  </a:lnTo>
                  <a:lnTo>
                    <a:pt x="72434" y="0"/>
                  </a:lnTo>
                  <a:close/>
                </a:path>
              </a:pathLst>
            </a:custGeom>
            <a:solidFill>
              <a:srgbClr val="BDE1D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2" name="object 492" descr=""/>
          <p:cNvSpPr/>
          <p:nvPr/>
        </p:nvSpPr>
        <p:spPr>
          <a:xfrm>
            <a:off x="18069089" y="8055674"/>
            <a:ext cx="196215" cy="475615"/>
          </a:xfrm>
          <a:custGeom>
            <a:avLst/>
            <a:gdLst/>
            <a:ahLst/>
            <a:cxnLst/>
            <a:rect l="l" t="t" r="r" b="b"/>
            <a:pathLst>
              <a:path w="196215" h="475615">
                <a:moveTo>
                  <a:pt x="56461" y="0"/>
                </a:moveTo>
                <a:lnTo>
                  <a:pt x="30046" y="16504"/>
                </a:lnTo>
                <a:lnTo>
                  <a:pt x="12610" y="47004"/>
                </a:lnTo>
                <a:lnTo>
                  <a:pt x="2983" y="88497"/>
                </a:lnTo>
                <a:lnTo>
                  <a:pt x="0" y="137981"/>
                </a:lnTo>
                <a:lnTo>
                  <a:pt x="2491" y="192456"/>
                </a:lnTo>
                <a:lnTo>
                  <a:pt x="9289" y="248919"/>
                </a:lnTo>
                <a:lnTo>
                  <a:pt x="19228" y="304370"/>
                </a:lnTo>
                <a:lnTo>
                  <a:pt x="31138" y="355806"/>
                </a:lnTo>
                <a:lnTo>
                  <a:pt x="43853" y="400227"/>
                </a:lnTo>
                <a:lnTo>
                  <a:pt x="67026" y="456017"/>
                </a:lnTo>
                <a:lnTo>
                  <a:pt x="95620" y="475083"/>
                </a:lnTo>
                <a:lnTo>
                  <a:pt x="132450" y="474351"/>
                </a:lnTo>
                <a:lnTo>
                  <a:pt x="167848" y="458509"/>
                </a:lnTo>
                <a:lnTo>
                  <a:pt x="192148" y="432242"/>
                </a:lnTo>
                <a:lnTo>
                  <a:pt x="195682" y="400239"/>
                </a:lnTo>
                <a:lnTo>
                  <a:pt x="186850" y="363801"/>
                </a:lnTo>
                <a:lnTo>
                  <a:pt x="175473" y="307881"/>
                </a:lnTo>
                <a:lnTo>
                  <a:pt x="149518" y="172446"/>
                </a:lnTo>
                <a:lnTo>
                  <a:pt x="137161" y="110356"/>
                </a:lnTo>
                <a:lnTo>
                  <a:pt x="126696" y="63634"/>
                </a:lnTo>
                <a:lnTo>
                  <a:pt x="106546" y="26292"/>
                </a:lnTo>
                <a:lnTo>
                  <a:pt x="72318" y="1731"/>
                </a:lnTo>
                <a:lnTo>
                  <a:pt x="56461" y="0"/>
                </a:lnTo>
                <a:close/>
              </a:path>
            </a:pathLst>
          </a:custGeom>
          <a:solidFill>
            <a:srgbClr val="BDE1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3" name="object 493" descr=""/>
          <p:cNvSpPr/>
          <p:nvPr/>
        </p:nvSpPr>
        <p:spPr>
          <a:xfrm>
            <a:off x="17512754" y="8055679"/>
            <a:ext cx="265430" cy="847725"/>
          </a:xfrm>
          <a:custGeom>
            <a:avLst/>
            <a:gdLst/>
            <a:ahLst/>
            <a:cxnLst/>
            <a:rect l="l" t="t" r="r" b="b"/>
            <a:pathLst>
              <a:path w="265430" h="847725">
                <a:moveTo>
                  <a:pt x="264947" y="137985"/>
                </a:moveTo>
                <a:lnTo>
                  <a:pt x="261962" y="88493"/>
                </a:lnTo>
                <a:lnTo>
                  <a:pt x="252336" y="47002"/>
                </a:lnTo>
                <a:lnTo>
                  <a:pt x="234899" y="16510"/>
                </a:lnTo>
                <a:lnTo>
                  <a:pt x="208483" y="0"/>
                </a:lnTo>
                <a:lnTo>
                  <a:pt x="192620" y="1727"/>
                </a:lnTo>
                <a:lnTo>
                  <a:pt x="158394" y="26289"/>
                </a:lnTo>
                <a:lnTo>
                  <a:pt x="138252" y="63639"/>
                </a:lnTo>
                <a:lnTo>
                  <a:pt x="127787" y="110363"/>
                </a:lnTo>
                <a:lnTo>
                  <a:pt x="115430" y="172453"/>
                </a:lnTo>
                <a:lnTo>
                  <a:pt x="89471" y="307886"/>
                </a:lnTo>
                <a:lnTo>
                  <a:pt x="78092" y="363804"/>
                </a:lnTo>
                <a:lnTo>
                  <a:pt x="69253" y="400240"/>
                </a:lnTo>
                <a:lnTo>
                  <a:pt x="69418" y="401777"/>
                </a:lnTo>
                <a:lnTo>
                  <a:pt x="47345" y="497014"/>
                </a:lnTo>
                <a:lnTo>
                  <a:pt x="31699" y="570052"/>
                </a:lnTo>
                <a:lnTo>
                  <a:pt x="21564" y="629793"/>
                </a:lnTo>
                <a:lnTo>
                  <a:pt x="10998" y="706882"/>
                </a:lnTo>
                <a:lnTo>
                  <a:pt x="3060" y="759434"/>
                </a:lnTo>
                <a:lnTo>
                  <a:pt x="6350" y="810729"/>
                </a:lnTo>
                <a:lnTo>
                  <a:pt x="54584" y="843775"/>
                </a:lnTo>
                <a:lnTo>
                  <a:pt x="79273" y="847242"/>
                </a:lnTo>
                <a:lnTo>
                  <a:pt x="98640" y="844042"/>
                </a:lnTo>
                <a:lnTo>
                  <a:pt x="140741" y="782828"/>
                </a:lnTo>
                <a:lnTo>
                  <a:pt x="156718" y="734110"/>
                </a:lnTo>
                <a:lnTo>
                  <a:pt x="172351" y="676846"/>
                </a:lnTo>
                <a:lnTo>
                  <a:pt x="186931" y="615086"/>
                </a:lnTo>
                <a:lnTo>
                  <a:pt x="199771" y="552856"/>
                </a:lnTo>
                <a:lnTo>
                  <a:pt x="210159" y="494207"/>
                </a:lnTo>
                <a:lnTo>
                  <a:pt x="217385" y="443153"/>
                </a:lnTo>
                <a:lnTo>
                  <a:pt x="220764" y="403758"/>
                </a:lnTo>
                <a:lnTo>
                  <a:pt x="220637" y="401472"/>
                </a:lnTo>
                <a:lnTo>
                  <a:pt x="221094" y="400227"/>
                </a:lnTo>
                <a:lnTo>
                  <a:pt x="233807" y="355803"/>
                </a:lnTo>
                <a:lnTo>
                  <a:pt x="245719" y="304368"/>
                </a:lnTo>
                <a:lnTo>
                  <a:pt x="255651" y="248920"/>
                </a:lnTo>
                <a:lnTo>
                  <a:pt x="262458" y="192455"/>
                </a:lnTo>
                <a:lnTo>
                  <a:pt x="264947" y="137985"/>
                </a:lnTo>
                <a:close/>
              </a:path>
            </a:pathLst>
          </a:custGeom>
          <a:solidFill>
            <a:srgbClr val="BDE1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94" name="object 494" descr=""/>
          <p:cNvGrpSpPr/>
          <p:nvPr/>
        </p:nvGrpSpPr>
        <p:grpSpPr>
          <a:xfrm>
            <a:off x="17694752" y="7953014"/>
            <a:ext cx="639445" cy="949960"/>
            <a:chOff x="17694752" y="7953014"/>
            <a:chExt cx="639445" cy="949960"/>
          </a:xfrm>
        </p:grpSpPr>
        <p:sp>
          <p:nvSpPr>
            <p:cNvPr id="495" name="object 495" descr=""/>
            <p:cNvSpPr/>
            <p:nvPr/>
          </p:nvSpPr>
          <p:spPr>
            <a:xfrm>
              <a:off x="18113075" y="8385560"/>
              <a:ext cx="220979" cy="517525"/>
            </a:xfrm>
            <a:custGeom>
              <a:avLst/>
              <a:gdLst/>
              <a:ahLst/>
              <a:cxnLst/>
              <a:rect l="l" t="t" r="r" b="b"/>
              <a:pathLst>
                <a:path w="220980" h="517525">
                  <a:moveTo>
                    <a:pt x="86053" y="0"/>
                  </a:moveTo>
                  <a:lnTo>
                    <a:pt x="49111" y="5106"/>
                  </a:lnTo>
                  <a:lnTo>
                    <a:pt x="18182" y="23531"/>
                  </a:lnTo>
                  <a:lnTo>
                    <a:pt x="1183" y="50166"/>
                  </a:lnTo>
                  <a:lnTo>
                    <a:pt x="0" y="73875"/>
                  </a:lnTo>
                  <a:lnTo>
                    <a:pt x="3374" y="113271"/>
                  </a:lnTo>
                  <a:lnTo>
                    <a:pt x="10606" y="164316"/>
                  </a:lnTo>
                  <a:lnTo>
                    <a:pt x="20991" y="222972"/>
                  </a:lnTo>
                  <a:lnTo>
                    <a:pt x="33828" y="285200"/>
                  </a:lnTo>
                  <a:lnTo>
                    <a:pt x="48414" y="346963"/>
                  </a:lnTo>
                  <a:lnTo>
                    <a:pt x="64047" y="404220"/>
                  </a:lnTo>
                  <a:lnTo>
                    <a:pt x="80025" y="452935"/>
                  </a:lnTo>
                  <a:lnTo>
                    <a:pt x="95646" y="489068"/>
                  </a:lnTo>
                  <a:lnTo>
                    <a:pt x="141483" y="517353"/>
                  </a:lnTo>
                  <a:lnTo>
                    <a:pt x="166178" y="513894"/>
                  </a:lnTo>
                  <a:lnTo>
                    <a:pt x="194088" y="499503"/>
                  </a:lnTo>
                  <a:lnTo>
                    <a:pt x="214405" y="480848"/>
                  </a:lnTo>
                  <a:lnTo>
                    <a:pt x="220758" y="460846"/>
                  </a:lnTo>
                  <a:lnTo>
                    <a:pt x="217695" y="429544"/>
                  </a:lnTo>
                  <a:lnTo>
                    <a:pt x="209763" y="376994"/>
                  </a:lnTo>
                  <a:lnTo>
                    <a:pt x="199195" y="299907"/>
                  </a:lnTo>
                  <a:lnTo>
                    <a:pt x="189061" y="240167"/>
                  </a:lnTo>
                  <a:lnTo>
                    <a:pt x="173413" y="167133"/>
                  </a:lnTo>
                  <a:lnTo>
                    <a:pt x="146299" y="50166"/>
                  </a:lnTo>
                  <a:lnTo>
                    <a:pt x="121088" y="13317"/>
                  </a:lnTo>
                  <a:lnTo>
                    <a:pt x="86053" y="0"/>
                  </a:lnTo>
                  <a:close/>
                </a:path>
              </a:pathLst>
            </a:custGeom>
            <a:solidFill>
              <a:srgbClr val="BDE1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6" name="object 496" descr=""/>
            <p:cNvSpPr/>
            <p:nvPr/>
          </p:nvSpPr>
          <p:spPr>
            <a:xfrm>
              <a:off x="17694752" y="7990431"/>
              <a:ext cx="459105" cy="662940"/>
            </a:xfrm>
            <a:custGeom>
              <a:avLst/>
              <a:gdLst/>
              <a:ahLst/>
              <a:cxnLst/>
              <a:rect l="l" t="t" r="r" b="b"/>
              <a:pathLst>
                <a:path w="459105" h="662940">
                  <a:moveTo>
                    <a:pt x="326215" y="0"/>
                  </a:moveTo>
                  <a:lnTo>
                    <a:pt x="234982" y="28878"/>
                  </a:lnTo>
                  <a:lnTo>
                    <a:pt x="192342" y="20156"/>
                  </a:lnTo>
                  <a:lnTo>
                    <a:pt x="160391" y="10697"/>
                  </a:lnTo>
                  <a:lnTo>
                    <a:pt x="140336" y="3109"/>
                  </a:lnTo>
                  <a:lnTo>
                    <a:pt x="133383" y="0"/>
                  </a:lnTo>
                  <a:lnTo>
                    <a:pt x="21544" y="64888"/>
                  </a:lnTo>
                  <a:lnTo>
                    <a:pt x="7460" y="213522"/>
                  </a:lnTo>
                  <a:lnTo>
                    <a:pt x="5089" y="248972"/>
                  </a:lnTo>
                  <a:lnTo>
                    <a:pt x="3566" y="269188"/>
                  </a:lnTo>
                  <a:lnTo>
                    <a:pt x="2234" y="281727"/>
                  </a:lnTo>
                  <a:lnTo>
                    <a:pt x="434" y="294148"/>
                  </a:lnTo>
                  <a:lnTo>
                    <a:pt x="0" y="317719"/>
                  </a:lnTo>
                  <a:lnTo>
                    <a:pt x="1267" y="362653"/>
                  </a:lnTo>
                  <a:lnTo>
                    <a:pt x="3602" y="420012"/>
                  </a:lnTo>
                  <a:lnTo>
                    <a:pt x="8935" y="536248"/>
                  </a:lnTo>
                  <a:lnTo>
                    <a:pt x="10664" y="577249"/>
                  </a:lnTo>
                  <a:lnTo>
                    <a:pt x="20647" y="617424"/>
                  </a:lnTo>
                  <a:lnTo>
                    <a:pt x="54118" y="650964"/>
                  </a:lnTo>
                  <a:lnTo>
                    <a:pt x="91936" y="653212"/>
                  </a:lnTo>
                  <a:lnTo>
                    <a:pt x="152706" y="652963"/>
                  </a:lnTo>
                  <a:lnTo>
                    <a:pt x="209162" y="651713"/>
                  </a:lnTo>
                  <a:lnTo>
                    <a:pt x="234040" y="650964"/>
                  </a:lnTo>
                  <a:lnTo>
                    <a:pt x="304144" y="659238"/>
                  </a:lnTo>
                  <a:lnTo>
                    <a:pt x="341940" y="662775"/>
                  </a:lnTo>
                  <a:lnTo>
                    <a:pt x="360413" y="662275"/>
                  </a:lnTo>
                  <a:lnTo>
                    <a:pt x="372549" y="658440"/>
                  </a:lnTo>
                  <a:lnTo>
                    <a:pt x="423139" y="621504"/>
                  </a:lnTo>
                  <a:lnTo>
                    <a:pt x="443285" y="520380"/>
                  </a:lnTo>
                  <a:lnTo>
                    <a:pt x="451218" y="426701"/>
                  </a:lnTo>
                  <a:lnTo>
                    <a:pt x="456584" y="343267"/>
                  </a:lnTo>
                  <a:lnTo>
                    <a:pt x="458556" y="307205"/>
                  </a:lnTo>
                  <a:lnTo>
                    <a:pt x="458556" y="229479"/>
                  </a:lnTo>
                  <a:lnTo>
                    <a:pt x="440494" y="65244"/>
                  </a:lnTo>
                  <a:lnTo>
                    <a:pt x="326215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7" name="object 497" descr=""/>
            <p:cNvPicPr/>
            <p:nvPr/>
          </p:nvPicPr>
          <p:blipFill>
            <a:blip r:embed="rId71" cstate="print"/>
            <a:stretch>
              <a:fillRect/>
            </a:stretch>
          </p:blipFill>
          <p:spPr>
            <a:xfrm>
              <a:off x="17812726" y="7953014"/>
              <a:ext cx="221783" cy="76953"/>
            </a:xfrm>
            <a:prstGeom prst="rect">
              <a:avLst/>
            </a:prstGeom>
          </p:spPr>
        </p:pic>
      </p:grpSp>
      <p:sp>
        <p:nvSpPr>
          <p:cNvPr id="498" name="object 498" descr=""/>
          <p:cNvSpPr/>
          <p:nvPr/>
        </p:nvSpPr>
        <p:spPr>
          <a:xfrm>
            <a:off x="9477083" y="4284160"/>
            <a:ext cx="596265" cy="663575"/>
          </a:xfrm>
          <a:custGeom>
            <a:avLst/>
            <a:gdLst/>
            <a:ahLst/>
            <a:cxnLst/>
            <a:rect l="l" t="t" r="r" b="b"/>
            <a:pathLst>
              <a:path w="596265" h="663575">
                <a:moveTo>
                  <a:pt x="596201" y="419303"/>
                </a:moveTo>
                <a:lnTo>
                  <a:pt x="571830" y="214376"/>
                </a:lnTo>
                <a:lnTo>
                  <a:pt x="557593" y="107048"/>
                </a:lnTo>
                <a:lnTo>
                  <a:pt x="547954" y="62179"/>
                </a:lnTo>
                <a:lnTo>
                  <a:pt x="497497" y="17272"/>
                </a:lnTo>
                <a:lnTo>
                  <a:pt x="456247" y="1485"/>
                </a:lnTo>
                <a:lnTo>
                  <a:pt x="455993" y="2311"/>
                </a:lnTo>
                <a:lnTo>
                  <a:pt x="455180" y="685"/>
                </a:lnTo>
                <a:lnTo>
                  <a:pt x="446849" y="685"/>
                </a:lnTo>
                <a:lnTo>
                  <a:pt x="446849" y="9347"/>
                </a:lnTo>
                <a:lnTo>
                  <a:pt x="445643" y="9652"/>
                </a:lnTo>
                <a:lnTo>
                  <a:pt x="445922" y="8407"/>
                </a:lnTo>
                <a:lnTo>
                  <a:pt x="445897" y="7823"/>
                </a:lnTo>
                <a:lnTo>
                  <a:pt x="446011" y="8001"/>
                </a:lnTo>
                <a:lnTo>
                  <a:pt x="446849" y="9347"/>
                </a:lnTo>
                <a:lnTo>
                  <a:pt x="446849" y="685"/>
                </a:lnTo>
                <a:lnTo>
                  <a:pt x="446252" y="685"/>
                </a:lnTo>
                <a:lnTo>
                  <a:pt x="445325" y="4229"/>
                </a:lnTo>
                <a:lnTo>
                  <a:pt x="445236" y="4559"/>
                </a:lnTo>
                <a:lnTo>
                  <a:pt x="445223" y="3987"/>
                </a:lnTo>
                <a:lnTo>
                  <a:pt x="444677" y="2768"/>
                </a:lnTo>
                <a:lnTo>
                  <a:pt x="437654" y="2768"/>
                </a:lnTo>
                <a:lnTo>
                  <a:pt x="435991" y="4559"/>
                </a:lnTo>
                <a:lnTo>
                  <a:pt x="435432" y="6680"/>
                </a:lnTo>
                <a:lnTo>
                  <a:pt x="434555" y="5829"/>
                </a:lnTo>
                <a:lnTo>
                  <a:pt x="433438" y="5194"/>
                </a:lnTo>
                <a:lnTo>
                  <a:pt x="428980" y="5194"/>
                </a:lnTo>
                <a:lnTo>
                  <a:pt x="427380" y="6604"/>
                </a:lnTo>
                <a:lnTo>
                  <a:pt x="426643" y="8407"/>
                </a:lnTo>
                <a:lnTo>
                  <a:pt x="423379" y="6400"/>
                </a:lnTo>
                <a:lnTo>
                  <a:pt x="417982" y="7810"/>
                </a:lnTo>
                <a:lnTo>
                  <a:pt x="417982" y="11823"/>
                </a:lnTo>
                <a:lnTo>
                  <a:pt x="418096" y="14554"/>
                </a:lnTo>
                <a:lnTo>
                  <a:pt x="418160" y="14744"/>
                </a:lnTo>
                <a:lnTo>
                  <a:pt x="418465" y="12814"/>
                </a:lnTo>
                <a:lnTo>
                  <a:pt x="418363" y="13487"/>
                </a:lnTo>
                <a:lnTo>
                  <a:pt x="418249" y="14998"/>
                </a:lnTo>
                <a:lnTo>
                  <a:pt x="418617" y="15735"/>
                </a:lnTo>
                <a:lnTo>
                  <a:pt x="417982" y="15875"/>
                </a:lnTo>
                <a:lnTo>
                  <a:pt x="418096" y="15189"/>
                </a:lnTo>
                <a:lnTo>
                  <a:pt x="417982" y="11823"/>
                </a:lnTo>
                <a:lnTo>
                  <a:pt x="416775" y="9347"/>
                </a:lnTo>
                <a:lnTo>
                  <a:pt x="408254" y="9347"/>
                </a:lnTo>
                <a:lnTo>
                  <a:pt x="408254" y="17818"/>
                </a:lnTo>
                <a:lnTo>
                  <a:pt x="407327" y="18034"/>
                </a:lnTo>
                <a:lnTo>
                  <a:pt x="406857" y="18110"/>
                </a:lnTo>
                <a:lnTo>
                  <a:pt x="407136" y="16535"/>
                </a:lnTo>
                <a:lnTo>
                  <a:pt x="407047" y="15684"/>
                </a:lnTo>
                <a:lnTo>
                  <a:pt x="407238" y="16014"/>
                </a:lnTo>
                <a:lnTo>
                  <a:pt x="407301" y="15671"/>
                </a:lnTo>
                <a:lnTo>
                  <a:pt x="407212" y="14579"/>
                </a:lnTo>
                <a:lnTo>
                  <a:pt x="407276" y="14706"/>
                </a:lnTo>
                <a:lnTo>
                  <a:pt x="407339" y="16205"/>
                </a:lnTo>
                <a:lnTo>
                  <a:pt x="408254" y="17818"/>
                </a:lnTo>
                <a:lnTo>
                  <a:pt x="408254" y="9347"/>
                </a:lnTo>
                <a:lnTo>
                  <a:pt x="407873" y="9347"/>
                </a:lnTo>
                <a:lnTo>
                  <a:pt x="406819" y="13093"/>
                </a:lnTo>
                <a:lnTo>
                  <a:pt x="406755" y="13589"/>
                </a:lnTo>
                <a:lnTo>
                  <a:pt x="406857" y="13830"/>
                </a:lnTo>
                <a:lnTo>
                  <a:pt x="406704" y="13487"/>
                </a:lnTo>
                <a:lnTo>
                  <a:pt x="406590" y="13906"/>
                </a:lnTo>
                <a:lnTo>
                  <a:pt x="406527" y="13093"/>
                </a:lnTo>
                <a:lnTo>
                  <a:pt x="405752" y="11430"/>
                </a:lnTo>
                <a:lnTo>
                  <a:pt x="397116" y="11430"/>
                </a:lnTo>
                <a:lnTo>
                  <a:pt x="397116" y="19824"/>
                </a:lnTo>
                <a:lnTo>
                  <a:pt x="396151" y="19989"/>
                </a:lnTo>
                <a:lnTo>
                  <a:pt x="396341" y="18669"/>
                </a:lnTo>
                <a:lnTo>
                  <a:pt x="396252" y="18211"/>
                </a:lnTo>
                <a:lnTo>
                  <a:pt x="396379" y="18440"/>
                </a:lnTo>
                <a:lnTo>
                  <a:pt x="396455" y="17894"/>
                </a:lnTo>
                <a:lnTo>
                  <a:pt x="396494" y="18669"/>
                </a:lnTo>
                <a:lnTo>
                  <a:pt x="397116" y="19824"/>
                </a:lnTo>
                <a:lnTo>
                  <a:pt x="397116" y="11430"/>
                </a:lnTo>
                <a:lnTo>
                  <a:pt x="396824" y="11430"/>
                </a:lnTo>
                <a:lnTo>
                  <a:pt x="395884" y="14706"/>
                </a:lnTo>
                <a:lnTo>
                  <a:pt x="395770" y="15240"/>
                </a:lnTo>
                <a:lnTo>
                  <a:pt x="396405" y="16535"/>
                </a:lnTo>
                <a:lnTo>
                  <a:pt x="395744" y="15189"/>
                </a:lnTo>
                <a:lnTo>
                  <a:pt x="395605" y="14897"/>
                </a:lnTo>
                <a:lnTo>
                  <a:pt x="394919" y="13512"/>
                </a:lnTo>
                <a:lnTo>
                  <a:pt x="386232" y="13512"/>
                </a:lnTo>
                <a:lnTo>
                  <a:pt x="386194" y="13639"/>
                </a:lnTo>
                <a:lnTo>
                  <a:pt x="386194" y="21590"/>
                </a:lnTo>
                <a:lnTo>
                  <a:pt x="385394" y="21717"/>
                </a:lnTo>
                <a:lnTo>
                  <a:pt x="385495" y="21018"/>
                </a:lnTo>
                <a:lnTo>
                  <a:pt x="385381" y="19824"/>
                </a:lnTo>
                <a:lnTo>
                  <a:pt x="385610" y="20307"/>
                </a:lnTo>
                <a:lnTo>
                  <a:pt x="385775" y="19062"/>
                </a:lnTo>
                <a:lnTo>
                  <a:pt x="385673" y="20447"/>
                </a:lnTo>
                <a:lnTo>
                  <a:pt x="386194" y="21590"/>
                </a:lnTo>
                <a:lnTo>
                  <a:pt x="386194" y="13639"/>
                </a:lnTo>
                <a:lnTo>
                  <a:pt x="385076" y="17106"/>
                </a:lnTo>
                <a:lnTo>
                  <a:pt x="385673" y="18300"/>
                </a:lnTo>
                <a:lnTo>
                  <a:pt x="385076" y="17106"/>
                </a:lnTo>
                <a:lnTo>
                  <a:pt x="384175" y="15240"/>
                </a:lnTo>
                <a:lnTo>
                  <a:pt x="375551" y="15240"/>
                </a:lnTo>
                <a:lnTo>
                  <a:pt x="375373" y="15773"/>
                </a:lnTo>
                <a:lnTo>
                  <a:pt x="375373" y="23190"/>
                </a:lnTo>
                <a:lnTo>
                  <a:pt x="374675" y="23291"/>
                </a:lnTo>
                <a:lnTo>
                  <a:pt x="374789" y="22352"/>
                </a:lnTo>
                <a:lnTo>
                  <a:pt x="374688" y="21590"/>
                </a:lnTo>
                <a:lnTo>
                  <a:pt x="374840" y="21945"/>
                </a:lnTo>
                <a:lnTo>
                  <a:pt x="374916" y="21297"/>
                </a:lnTo>
                <a:lnTo>
                  <a:pt x="374967" y="22225"/>
                </a:lnTo>
                <a:lnTo>
                  <a:pt x="375373" y="23190"/>
                </a:lnTo>
                <a:lnTo>
                  <a:pt x="375373" y="15773"/>
                </a:lnTo>
                <a:lnTo>
                  <a:pt x="374523" y="18300"/>
                </a:lnTo>
                <a:lnTo>
                  <a:pt x="374421" y="19050"/>
                </a:lnTo>
                <a:lnTo>
                  <a:pt x="374332" y="18872"/>
                </a:lnTo>
                <a:lnTo>
                  <a:pt x="374269" y="19062"/>
                </a:lnTo>
                <a:lnTo>
                  <a:pt x="374218" y="18669"/>
                </a:lnTo>
                <a:lnTo>
                  <a:pt x="373354" y="16979"/>
                </a:lnTo>
                <a:lnTo>
                  <a:pt x="366623" y="16979"/>
                </a:lnTo>
                <a:lnTo>
                  <a:pt x="364959" y="18732"/>
                </a:lnTo>
                <a:lnTo>
                  <a:pt x="364375" y="20840"/>
                </a:lnTo>
                <a:lnTo>
                  <a:pt x="363778" y="18732"/>
                </a:lnTo>
                <a:lnTo>
                  <a:pt x="362216" y="16979"/>
                </a:lnTo>
                <a:lnTo>
                  <a:pt x="355904" y="16979"/>
                </a:lnTo>
                <a:lnTo>
                  <a:pt x="354139" y="19646"/>
                </a:lnTo>
                <a:lnTo>
                  <a:pt x="354063" y="22352"/>
                </a:lnTo>
                <a:lnTo>
                  <a:pt x="353707" y="20447"/>
                </a:lnTo>
                <a:lnTo>
                  <a:pt x="353580" y="19989"/>
                </a:lnTo>
                <a:lnTo>
                  <a:pt x="352031" y="18021"/>
                </a:lnTo>
                <a:lnTo>
                  <a:pt x="344703" y="18021"/>
                </a:lnTo>
                <a:lnTo>
                  <a:pt x="344703" y="26924"/>
                </a:lnTo>
                <a:lnTo>
                  <a:pt x="344106" y="26974"/>
                </a:lnTo>
                <a:lnTo>
                  <a:pt x="343458" y="27051"/>
                </a:lnTo>
                <a:lnTo>
                  <a:pt x="342849" y="27114"/>
                </a:lnTo>
                <a:lnTo>
                  <a:pt x="343496" y="25387"/>
                </a:lnTo>
                <a:lnTo>
                  <a:pt x="343433" y="25082"/>
                </a:lnTo>
                <a:lnTo>
                  <a:pt x="343547" y="25234"/>
                </a:lnTo>
                <a:lnTo>
                  <a:pt x="343992" y="24041"/>
                </a:lnTo>
                <a:lnTo>
                  <a:pt x="343789" y="24612"/>
                </a:lnTo>
                <a:lnTo>
                  <a:pt x="343662" y="25387"/>
                </a:lnTo>
                <a:lnTo>
                  <a:pt x="344703" y="26924"/>
                </a:lnTo>
                <a:lnTo>
                  <a:pt x="344703" y="18021"/>
                </a:lnTo>
                <a:lnTo>
                  <a:pt x="343865" y="18021"/>
                </a:lnTo>
                <a:lnTo>
                  <a:pt x="343319" y="20281"/>
                </a:lnTo>
                <a:lnTo>
                  <a:pt x="343192" y="21488"/>
                </a:lnTo>
                <a:lnTo>
                  <a:pt x="343090" y="21209"/>
                </a:lnTo>
                <a:lnTo>
                  <a:pt x="342988" y="21577"/>
                </a:lnTo>
                <a:lnTo>
                  <a:pt x="342950" y="20840"/>
                </a:lnTo>
                <a:lnTo>
                  <a:pt x="342430" y="19418"/>
                </a:lnTo>
                <a:lnTo>
                  <a:pt x="334492" y="19418"/>
                </a:lnTo>
                <a:lnTo>
                  <a:pt x="332828" y="21831"/>
                </a:lnTo>
                <a:lnTo>
                  <a:pt x="332727" y="22352"/>
                </a:lnTo>
                <a:lnTo>
                  <a:pt x="332600" y="24599"/>
                </a:lnTo>
                <a:lnTo>
                  <a:pt x="332244" y="22352"/>
                </a:lnTo>
                <a:lnTo>
                  <a:pt x="332181" y="22174"/>
                </a:lnTo>
                <a:lnTo>
                  <a:pt x="330619" y="20104"/>
                </a:lnTo>
                <a:lnTo>
                  <a:pt x="322554" y="20104"/>
                </a:lnTo>
                <a:lnTo>
                  <a:pt x="322351" y="20840"/>
                </a:lnTo>
                <a:lnTo>
                  <a:pt x="322300" y="27419"/>
                </a:lnTo>
                <a:lnTo>
                  <a:pt x="323037" y="28663"/>
                </a:lnTo>
                <a:lnTo>
                  <a:pt x="322021" y="28727"/>
                </a:lnTo>
                <a:lnTo>
                  <a:pt x="322135" y="28282"/>
                </a:lnTo>
                <a:lnTo>
                  <a:pt x="322224" y="28067"/>
                </a:lnTo>
                <a:lnTo>
                  <a:pt x="322300" y="27419"/>
                </a:lnTo>
                <a:lnTo>
                  <a:pt x="322300" y="21018"/>
                </a:lnTo>
                <a:lnTo>
                  <a:pt x="322224" y="21297"/>
                </a:lnTo>
                <a:lnTo>
                  <a:pt x="322300" y="19900"/>
                </a:lnTo>
                <a:lnTo>
                  <a:pt x="311213" y="19888"/>
                </a:lnTo>
                <a:lnTo>
                  <a:pt x="311226" y="28117"/>
                </a:lnTo>
                <a:lnTo>
                  <a:pt x="311581" y="29197"/>
                </a:lnTo>
                <a:lnTo>
                  <a:pt x="310413" y="29248"/>
                </a:lnTo>
                <a:lnTo>
                  <a:pt x="311111" y="26454"/>
                </a:lnTo>
                <a:lnTo>
                  <a:pt x="311099" y="25793"/>
                </a:lnTo>
                <a:lnTo>
                  <a:pt x="309562" y="22174"/>
                </a:lnTo>
                <a:lnTo>
                  <a:pt x="300951" y="22174"/>
                </a:lnTo>
                <a:lnTo>
                  <a:pt x="300431" y="23469"/>
                </a:lnTo>
                <a:lnTo>
                  <a:pt x="300431" y="26454"/>
                </a:lnTo>
                <a:lnTo>
                  <a:pt x="300101" y="27838"/>
                </a:lnTo>
                <a:lnTo>
                  <a:pt x="299999" y="28727"/>
                </a:lnTo>
                <a:lnTo>
                  <a:pt x="300253" y="29540"/>
                </a:lnTo>
                <a:lnTo>
                  <a:pt x="299872" y="29552"/>
                </a:lnTo>
                <a:lnTo>
                  <a:pt x="299681" y="29552"/>
                </a:lnTo>
                <a:lnTo>
                  <a:pt x="299885" y="28727"/>
                </a:lnTo>
                <a:lnTo>
                  <a:pt x="299758" y="27927"/>
                </a:lnTo>
                <a:lnTo>
                  <a:pt x="299935" y="28498"/>
                </a:lnTo>
                <a:lnTo>
                  <a:pt x="300431" y="26454"/>
                </a:lnTo>
                <a:lnTo>
                  <a:pt x="300431" y="23469"/>
                </a:lnTo>
                <a:lnTo>
                  <a:pt x="300062" y="24371"/>
                </a:lnTo>
                <a:lnTo>
                  <a:pt x="299961" y="25234"/>
                </a:lnTo>
                <a:lnTo>
                  <a:pt x="300304" y="26047"/>
                </a:lnTo>
                <a:lnTo>
                  <a:pt x="299834" y="24942"/>
                </a:lnTo>
                <a:lnTo>
                  <a:pt x="299720" y="25234"/>
                </a:lnTo>
                <a:lnTo>
                  <a:pt x="299669" y="24574"/>
                </a:lnTo>
                <a:lnTo>
                  <a:pt x="298792" y="22517"/>
                </a:lnTo>
                <a:lnTo>
                  <a:pt x="290296" y="22517"/>
                </a:lnTo>
                <a:lnTo>
                  <a:pt x="289458" y="24511"/>
                </a:lnTo>
                <a:lnTo>
                  <a:pt x="289458" y="29654"/>
                </a:lnTo>
                <a:lnTo>
                  <a:pt x="288620" y="29654"/>
                </a:lnTo>
                <a:lnTo>
                  <a:pt x="288950" y="28067"/>
                </a:lnTo>
                <a:lnTo>
                  <a:pt x="288886" y="27457"/>
                </a:lnTo>
                <a:lnTo>
                  <a:pt x="288988" y="27838"/>
                </a:lnTo>
                <a:lnTo>
                  <a:pt x="289179" y="26924"/>
                </a:lnTo>
                <a:lnTo>
                  <a:pt x="289102" y="28282"/>
                </a:lnTo>
                <a:lnTo>
                  <a:pt x="289458" y="29654"/>
                </a:lnTo>
                <a:lnTo>
                  <a:pt x="289458" y="24511"/>
                </a:lnTo>
                <a:lnTo>
                  <a:pt x="289153" y="25234"/>
                </a:lnTo>
                <a:lnTo>
                  <a:pt x="289026" y="26047"/>
                </a:lnTo>
                <a:lnTo>
                  <a:pt x="288912" y="25793"/>
                </a:lnTo>
                <a:lnTo>
                  <a:pt x="287591" y="22872"/>
                </a:lnTo>
                <a:lnTo>
                  <a:pt x="279057" y="22872"/>
                </a:lnTo>
                <a:lnTo>
                  <a:pt x="277888" y="25387"/>
                </a:lnTo>
                <a:lnTo>
                  <a:pt x="277774" y="26047"/>
                </a:lnTo>
                <a:lnTo>
                  <a:pt x="277672" y="25844"/>
                </a:lnTo>
                <a:lnTo>
                  <a:pt x="277583" y="26047"/>
                </a:lnTo>
                <a:lnTo>
                  <a:pt x="277482" y="26974"/>
                </a:lnTo>
                <a:lnTo>
                  <a:pt x="277609" y="27660"/>
                </a:lnTo>
                <a:lnTo>
                  <a:pt x="277774" y="26936"/>
                </a:lnTo>
                <a:lnTo>
                  <a:pt x="277685" y="28067"/>
                </a:lnTo>
                <a:lnTo>
                  <a:pt x="277939" y="29565"/>
                </a:lnTo>
                <a:lnTo>
                  <a:pt x="277152" y="29552"/>
                </a:lnTo>
                <a:lnTo>
                  <a:pt x="277482" y="28155"/>
                </a:lnTo>
                <a:lnTo>
                  <a:pt x="277406" y="26555"/>
                </a:lnTo>
                <a:lnTo>
                  <a:pt x="277456" y="26301"/>
                </a:lnTo>
                <a:lnTo>
                  <a:pt x="277583" y="26047"/>
                </a:lnTo>
                <a:lnTo>
                  <a:pt x="277660" y="25793"/>
                </a:lnTo>
                <a:lnTo>
                  <a:pt x="276263" y="22517"/>
                </a:lnTo>
                <a:lnTo>
                  <a:pt x="268439" y="22517"/>
                </a:lnTo>
                <a:lnTo>
                  <a:pt x="266788" y="24371"/>
                </a:lnTo>
                <a:lnTo>
                  <a:pt x="266230" y="26555"/>
                </a:lnTo>
                <a:lnTo>
                  <a:pt x="266141" y="25336"/>
                </a:lnTo>
                <a:lnTo>
                  <a:pt x="266052" y="23952"/>
                </a:lnTo>
                <a:lnTo>
                  <a:pt x="264312" y="21488"/>
                </a:lnTo>
                <a:lnTo>
                  <a:pt x="258114" y="21488"/>
                </a:lnTo>
                <a:lnTo>
                  <a:pt x="256451" y="23241"/>
                </a:lnTo>
                <a:lnTo>
                  <a:pt x="255866" y="25336"/>
                </a:lnTo>
                <a:lnTo>
                  <a:pt x="255257" y="23241"/>
                </a:lnTo>
                <a:lnTo>
                  <a:pt x="253707" y="21488"/>
                </a:lnTo>
                <a:lnTo>
                  <a:pt x="246824" y="21488"/>
                </a:lnTo>
                <a:lnTo>
                  <a:pt x="246214" y="22796"/>
                </a:lnTo>
                <a:lnTo>
                  <a:pt x="246214" y="25057"/>
                </a:lnTo>
                <a:lnTo>
                  <a:pt x="245745" y="26377"/>
                </a:lnTo>
                <a:lnTo>
                  <a:pt x="245618" y="27660"/>
                </a:lnTo>
                <a:lnTo>
                  <a:pt x="245706" y="28155"/>
                </a:lnTo>
                <a:lnTo>
                  <a:pt x="245110" y="28117"/>
                </a:lnTo>
                <a:lnTo>
                  <a:pt x="245478" y="27114"/>
                </a:lnTo>
                <a:lnTo>
                  <a:pt x="245338" y="26098"/>
                </a:lnTo>
                <a:lnTo>
                  <a:pt x="245503" y="27025"/>
                </a:lnTo>
                <a:lnTo>
                  <a:pt x="246214" y="25057"/>
                </a:lnTo>
                <a:lnTo>
                  <a:pt x="246214" y="22796"/>
                </a:lnTo>
                <a:lnTo>
                  <a:pt x="246024" y="23190"/>
                </a:lnTo>
                <a:lnTo>
                  <a:pt x="245910" y="23825"/>
                </a:lnTo>
                <a:lnTo>
                  <a:pt x="245833" y="23609"/>
                </a:lnTo>
                <a:lnTo>
                  <a:pt x="245719" y="23837"/>
                </a:lnTo>
                <a:lnTo>
                  <a:pt x="245630" y="23075"/>
                </a:lnTo>
                <a:lnTo>
                  <a:pt x="244652" y="20447"/>
                </a:lnTo>
                <a:lnTo>
                  <a:pt x="237185" y="20447"/>
                </a:lnTo>
                <a:lnTo>
                  <a:pt x="235534" y="22352"/>
                </a:lnTo>
                <a:lnTo>
                  <a:pt x="235026" y="24574"/>
                </a:lnTo>
                <a:lnTo>
                  <a:pt x="234734" y="22059"/>
                </a:lnTo>
                <a:lnTo>
                  <a:pt x="233006" y="19748"/>
                </a:lnTo>
                <a:lnTo>
                  <a:pt x="225831" y="19748"/>
                </a:lnTo>
                <a:lnTo>
                  <a:pt x="224815" y="21755"/>
                </a:lnTo>
                <a:lnTo>
                  <a:pt x="224815" y="23075"/>
                </a:lnTo>
                <a:lnTo>
                  <a:pt x="224510" y="24371"/>
                </a:lnTo>
                <a:lnTo>
                  <a:pt x="224409" y="25234"/>
                </a:lnTo>
                <a:lnTo>
                  <a:pt x="224510" y="26098"/>
                </a:lnTo>
                <a:lnTo>
                  <a:pt x="224243" y="26047"/>
                </a:lnTo>
                <a:lnTo>
                  <a:pt x="224116" y="26047"/>
                </a:lnTo>
                <a:lnTo>
                  <a:pt x="224282" y="25336"/>
                </a:lnTo>
                <a:lnTo>
                  <a:pt x="224320" y="24612"/>
                </a:lnTo>
                <a:lnTo>
                  <a:pt x="224370" y="24955"/>
                </a:lnTo>
                <a:lnTo>
                  <a:pt x="224802" y="23063"/>
                </a:lnTo>
                <a:lnTo>
                  <a:pt x="224815" y="21755"/>
                </a:lnTo>
                <a:lnTo>
                  <a:pt x="224574" y="22225"/>
                </a:lnTo>
                <a:lnTo>
                  <a:pt x="224701" y="22517"/>
                </a:lnTo>
                <a:lnTo>
                  <a:pt x="224574" y="22225"/>
                </a:lnTo>
                <a:lnTo>
                  <a:pt x="224497" y="22352"/>
                </a:lnTo>
                <a:lnTo>
                  <a:pt x="224409" y="21831"/>
                </a:lnTo>
                <a:lnTo>
                  <a:pt x="224231" y="21424"/>
                </a:lnTo>
                <a:lnTo>
                  <a:pt x="224231" y="22872"/>
                </a:lnTo>
                <a:lnTo>
                  <a:pt x="224231" y="23952"/>
                </a:lnTo>
                <a:lnTo>
                  <a:pt x="224205" y="23609"/>
                </a:lnTo>
                <a:lnTo>
                  <a:pt x="224231" y="22872"/>
                </a:lnTo>
                <a:lnTo>
                  <a:pt x="224231" y="21424"/>
                </a:lnTo>
                <a:lnTo>
                  <a:pt x="223202" y="19062"/>
                </a:lnTo>
                <a:lnTo>
                  <a:pt x="215417" y="19062"/>
                </a:lnTo>
                <a:lnTo>
                  <a:pt x="214528" y="20447"/>
                </a:lnTo>
                <a:lnTo>
                  <a:pt x="214185" y="19431"/>
                </a:lnTo>
                <a:lnTo>
                  <a:pt x="213715" y="18034"/>
                </a:lnTo>
                <a:lnTo>
                  <a:pt x="213715" y="23837"/>
                </a:lnTo>
                <a:lnTo>
                  <a:pt x="213626" y="24612"/>
                </a:lnTo>
                <a:lnTo>
                  <a:pt x="213487" y="24371"/>
                </a:lnTo>
                <a:lnTo>
                  <a:pt x="213626" y="24041"/>
                </a:lnTo>
                <a:lnTo>
                  <a:pt x="213715" y="23837"/>
                </a:lnTo>
                <a:lnTo>
                  <a:pt x="213715" y="18034"/>
                </a:lnTo>
                <a:lnTo>
                  <a:pt x="213245" y="16637"/>
                </a:lnTo>
                <a:lnTo>
                  <a:pt x="206286" y="16637"/>
                </a:lnTo>
                <a:lnTo>
                  <a:pt x="204825" y="17818"/>
                </a:lnTo>
                <a:lnTo>
                  <a:pt x="203974" y="19431"/>
                </a:lnTo>
                <a:lnTo>
                  <a:pt x="203606" y="17043"/>
                </a:lnTo>
                <a:lnTo>
                  <a:pt x="202018" y="14897"/>
                </a:lnTo>
                <a:lnTo>
                  <a:pt x="194983" y="14897"/>
                </a:lnTo>
                <a:lnTo>
                  <a:pt x="194703" y="15455"/>
                </a:lnTo>
                <a:lnTo>
                  <a:pt x="194703" y="18021"/>
                </a:lnTo>
                <a:lnTo>
                  <a:pt x="193763" y="19824"/>
                </a:lnTo>
                <a:lnTo>
                  <a:pt x="193649" y="21209"/>
                </a:lnTo>
                <a:lnTo>
                  <a:pt x="193103" y="21107"/>
                </a:lnTo>
                <a:lnTo>
                  <a:pt x="193433" y="20447"/>
                </a:lnTo>
                <a:lnTo>
                  <a:pt x="193319" y="18440"/>
                </a:lnTo>
                <a:lnTo>
                  <a:pt x="193535" y="20256"/>
                </a:lnTo>
                <a:lnTo>
                  <a:pt x="193763" y="19824"/>
                </a:lnTo>
                <a:lnTo>
                  <a:pt x="194691" y="18008"/>
                </a:lnTo>
                <a:lnTo>
                  <a:pt x="194703" y="15455"/>
                </a:lnTo>
                <a:lnTo>
                  <a:pt x="194487" y="15875"/>
                </a:lnTo>
                <a:lnTo>
                  <a:pt x="194411" y="16535"/>
                </a:lnTo>
                <a:lnTo>
                  <a:pt x="194487" y="16814"/>
                </a:lnTo>
                <a:lnTo>
                  <a:pt x="194310" y="16205"/>
                </a:lnTo>
                <a:lnTo>
                  <a:pt x="194144" y="16535"/>
                </a:lnTo>
                <a:lnTo>
                  <a:pt x="194030" y="15240"/>
                </a:lnTo>
                <a:lnTo>
                  <a:pt x="193865" y="14706"/>
                </a:lnTo>
                <a:lnTo>
                  <a:pt x="193306" y="12814"/>
                </a:lnTo>
                <a:lnTo>
                  <a:pt x="186283" y="12814"/>
                </a:lnTo>
                <a:lnTo>
                  <a:pt x="184937" y="13589"/>
                </a:lnTo>
                <a:lnTo>
                  <a:pt x="184035" y="14706"/>
                </a:lnTo>
                <a:lnTo>
                  <a:pt x="183807" y="13906"/>
                </a:lnTo>
                <a:lnTo>
                  <a:pt x="183438" y="13093"/>
                </a:lnTo>
                <a:lnTo>
                  <a:pt x="178282" y="7950"/>
                </a:lnTo>
                <a:lnTo>
                  <a:pt x="174015" y="11125"/>
                </a:lnTo>
                <a:lnTo>
                  <a:pt x="173939" y="10769"/>
                </a:lnTo>
                <a:lnTo>
                  <a:pt x="173177" y="7620"/>
                </a:lnTo>
                <a:lnTo>
                  <a:pt x="173012" y="7620"/>
                </a:lnTo>
                <a:lnTo>
                  <a:pt x="173012" y="16700"/>
                </a:lnTo>
                <a:lnTo>
                  <a:pt x="172300" y="16535"/>
                </a:lnTo>
                <a:lnTo>
                  <a:pt x="172859" y="15735"/>
                </a:lnTo>
                <a:lnTo>
                  <a:pt x="172732" y="14173"/>
                </a:lnTo>
                <a:lnTo>
                  <a:pt x="172897" y="15671"/>
                </a:lnTo>
                <a:lnTo>
                  <a:pt x="173012" y="16700"/>
                </a:lnTo>
                <a:lnTo>
                  <a:pt x="173012" y="7620"/>
                </a:lnTo>
                <a:lnTo>
                  <a:pt x="165531" y="7620"/>
                </a:lnTo>
                <a:lnTo>
                  <a:pt x="163957" y="9004"/>
                </a:lnTo>
                <a:lnTo>
                  <a:pt x="163220" y="10769"/>
                </a:lnTo>
                <a:lnTo>
                  <a:pt x="163334" y="9004"/>
                </a:lnTo>
                <a:lnTo>
                  <a:pt x="163271" y="7620"/>
                </a:lnTo>
                <a:lnTo>
                  <a:pt x="163169" y="7442"/>
                </a:lnTo>
                <a:lnTo>
                  <a:pt x="161734" y="4851"/>
                </a:lnTo>
                <a:lnTo>
                  <a:pt x="155765" y="4851"/>
                </a:lnTo>
                <a:lnTo>
                  <a:pt x="154305" y="5969"/>
                </a:lnTo>
                <a:lnTo>
                  <a:pt x="153466" y="7442"/>
                </a:lnTo>
                <a:lnTo>
                  <a:pt x="153466" y="4673"/>
                </a:lnTo>
                <a:lnTo>
                  <a:pt x="153466" y="1168"/>
                </a:lnTo>
                <a:lnTo>
                  <a:pt x="145376" y="317"/>
                </a:lnTo>
                <a:lnTo>
                  <a:pt x="143052" y="4673"/>
                </a:lnTo>
                <a:lnTo>
                  <a:pt x="142722" y="2235"/>
                </a:lnTo>
                <a:lnTo>
                  <a:pt x="141071" y="0"/>
                </a:lnTo>
                <a:lnTo>
                  <a:pt x="135280" y="0"/>
                </a:lnTo>
                <a:lnTo>
                  <a:pt x="133807" y="1168"/>
                </a:lnTo>
                <a:lnTo>
                  <a:pt x="133121" y="2400"/>
                </a:lnTo>
                <a:lnTo>
                  <a:pt x="125082" y="3454"/>
                </a:lnTo>
                <a:lnTo>
                  <a:pt x="72669" y="33997"/>
                </a:lnTo>
                <a:lnTo>
                  <a:pt x="38620" y="107048"/>
                </a:lnTo>
                <a:lnTo>
                  <a:pt x="24371" y="214376"/>
                </a:lnTo>
                <a:lnTo>
                  <a:pt x="0" y="419303"/>
                </a:lnTo>
                <a:lnTo>
                  <a:pt x="120637" y="438264"/>
                </a:lnTo>
                <a:lnTo>
                  <a:pt x="126733" y="404736"/>
                </a:lnTo>
                <a:lnTo>
                  <a:pt x="134023" y="451053"/>
                </a:lnTo>
                <a:lnTo>
                  <a:pt x="137553" y="475983"/>
                </a:lnTo>
                <a:lnTo>
                  <a:pt x="90081" y="616724"/>
                </a:lnTo>
                <a:lnTo>
                  <a:pt x="138112" y="638594"/>
                </a:lnTo>
                <a:lnTo>
                  <a:pt x="190398" y="653084"/>
                </a:lnTo>
                <a:lnTo>
                  <a:pt x="244856" y="661060"/>
                </a:lnTo>
                <a:lnTo>
                  <a:pt x="299377" y="663409"/>
                </a:lnTo>
                <a:lnTo>
                  <a:pt x="351866" y="660996"/>
                </a:lnTo>
                <a:lnTo>
                  <a:pt x="400227" y="654697"/>
                </a:lnTo>
                <a:lnTo>
                  <a:pt x="442341" y="645363"/>
                </a:lnTo>
                <a:lnTo>
                  <a:pt x="476123" y="633869"/>
                </a:lnTo>
                <a:lnTo>
                  <a:pt x="499478" y="621106"/>
                </a:lnTo>
                <a:lnTo>
                  <a:pt x="449986" y="464566"/>
                </a:lnTo>
                <a:lnTo>
                  <a:pt x="458762" y="400316"/>
                </a:lnTo>
                <a:lnTo>
                  <a:pt x="465023" y="364007"/>
                </a:lnTo>
                <a:lnTo>
                  <a:pt x="480745" y="437451"/>
                </a:lnTo>
                <a:lnTo>
                  <a:pt x="596201" y="419303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9" name="object 499" descr=""/>
          <p:cNvSpPr/>
          <p:nvPr/>
        </p:nvSpPr>
        <p:spPr>
          <a:xfrm>
            <a:off x="10677614" y="4276261"/>
            <a:ext cx="630555" cy="657225"/>
          </a:xfrm>
          <a:custGeom>
            <a:avLst/>
            <a:gdLst/>
            <a:ahLst/>
            <a:cxnLst/>
            <a:rect l="l" t="t" r="r" b="b"/>
            <a:pathLst>
              <a:path w="630554" h="657225">
                <a:moveTo>
                  <a:pt x="630212" y="402170"/>
                </a:moveTo>
                <a:lnTo>
                  <a:pt x="584860" y="202946"/>
                </a:lnTo>
                <a:lnTo>
                  <a:pt x="559663" y="98755"/>
                </a:lnTo>
                <a:lnTo>
                  <a:pt x="545490" y="55600"/>
                </a:lnTo>
                <a:lnTo>
                  <a:pt x="491147" y="16637"/>
                </a:lnTo>
                <a:lnTo>
                  <a:pt x="472160" y="9118"/>
                </a:lnTo>
                <a:lnTo>
                  <a:pt x="470789" y="6921"/>
                </a:lnTo>
                <a:lnTo>
                  <a:pt x="470154" y="5918"/>
                </a:lnTo>
                <a:lnTo>
                  <a:pt x="468579" y="6324"/>
                </a:lnTo>
                <a:lnTo>
                  <a:pt x="467309" y="6578"/>
                </a:lnTo>
                <a:lnTo>
                  <a:pt x="466331" y="6819"/>
                </a:lnTo>
                <a:lnTo>
                  <a:pt x="465899" y="6642"/>
                </a:lnTo>
                <a:lnTo>
                  <a:pt x="466255" y="3949"/>
                </a:lnTo>
                <a:lnTo>
                  <a:pt x="464515" y="673"/>
                </a:lnTo>
                <a:lnTo>
                  <a:pt x="455345" y="673"/>
                </a:lnTo>
                <a:lnTo>
                  <a:pt x="454380" y="4191"/>
                </a:lnTo>
                <a:lnTo>
                  <a:pt x="454291" y="4521"/>
                </a:lnTo>
                <a:lnTo>
                  <a:pt x="454266" y="3949"/>
                </a:lnTo>
                <a:lnTo>
                  <a:pt x="453707" y="2743"/>
                </a:lnTo>
                <a:lnTo>
                  <a:pt x="446493" y="2743"/>
                </a:lnTo>
                <a:lnTo>
                  <a:pt x="444779" y="4521"/>
                </a:lnTo>
                <a:lnTo>
                  <a:pt x="444195" y="6616"/>
                </a:lnTo>
                <a:lnTo>
                  <a:pt x="443306" y="5778"/>
                </a:lnTo>
                <a:lnTo>
                  <a:pt x="442163" y="5143"/>
                </a:lnTo>
                <a:lnTo>
                  <a:pt x="437565" y="5143"/>
                </a:lnTo>
                <a:lnTo>
                  <a:pt x="435914" y="6540"/>
                </a:lnTo>
                <a:lnTo>
                  <a:pt x="435178" y="8331"/>
                </a:lnTo>
                <a:lnTo>
                  <a:pt x="431800" y="6324"/>
                </a:lnTo>
                <a:lnTo>
                  <a:pt x="426250" y="7734"/>
                </a:lnTo>
                <a:lnTo>
                  <a:pt x="426250" y="11722"/>
                </a:lnTo>
                <a:lnTo>
                  <a:pt x="426377" y="14414"/>
                </a:lnTo>
                <a:lnTo>
                  <a:pt x="426427" y="14579"/>
                </a:lnTo>
                <a:lnTo>
                  <a:pt x="426732" y="12687"/>
                </a:lnTo>
                <a:lnTo>
                  <a:pt x="426631" y="13360"/>
                </a:lnTo>
                <a:lnTo>
                  <a:pt x="426529" y="14859"/>
                </a:lnTo>
                <a:lnTo>
                  <a:pt x="426923" y="15570"/>
                </a:lnTo>
                <a:lnTo>
                  <a:pt x="426466" y="15684"/>
                </a:lnTo>
                <a:lnTo>
                  <a:pt x="426250" y="15709"/>
                </a:lnTo>
                <a:lnTo>
                  <a:pt x="426364" y="15036"/>
                </a:lnTo>
                <a:lnTo>
                  <a:pt x="426250" y="11722"/>
                </a:lnTo>
                <a:lnTo>
                  <a:pt x="425030" y="9258"/>
                </a:lnTo>
                <a:lnTo>
                  <a:pt x="416255" y="9258"/>
                </a:lnTo>
                <a:lnTo>
                  <a:pt x="416255" y="17653"/>
                </a:lnTo>
                <a:lnTo>
                  <a:pt x="414807" y="17932"/>
                </a:lnTo>
                <a:lnTo>
                  <a:pt x="415099" y="16370"/>
                </a:lnTo>
                <a:lnTo>
                  <a:pt x="415010" y="15544"/>
                </a:lnTo>
                <a:lnTo>
                  <a:pt x="415201" y="15862"/>
                </a:lnTo>
                <a:lnTo>
                  <a:pt x="415264" y="15519"/>
                </a:lnTo>
                <a:lnTo>
                  <a:pt x="415175" y="14414"/>
                </a:lnTo>
                <a:lnTo>
                  <a:pt x="415251" y="14554"/>
                </a:lnTo>
                <a:lnTo>
                  <a:pt x="415315" y="16040"/>
                </a:lnTo>
                <a:lnTo>
                  <a:pt x="416255" y="17653"/>
                </a:lnTo>
                <a:lnTo>
                  <a:pt x="416255" y="9258"/>
                </a:lnTo>
                <a:lnTo>
                  <a:pt x="415848" y="9258"/>
                </a:lnTo>
                <a:lnTo>
                  <a:pt x="414769" y="12979"/>
                </a:lnTo>
                <a:lnTo>
                  <a:pt x="414705" y="13449"/>
                </a:lnTo>
                <a:lnTo>
                  <a:pt x="414540" y="13766"/>
                </a:lnTo>
                <a:lnTo>
                  <a:pt x="414477" y="12979"/>
                </a:lnTo>
                <a:lnTo>
                  <a:pt x="413677" y="11328"/>
                </a:lnTo>
                <a:lnTo>
                  <a:pt x="404787" y="11328"/>
                </a:lnTo>
                <a:lnTo>
                  <a:pt x="404787" y="19621"/>
                </a:lnTo>
                <a:lnTo>
                  <a:pt x="403796" y="19799"/>
                </a:lnTo>
                <a:lnTo>
                  <a:pt x="403987" y="18491"/>
                </a:lnTo>
                <a:lnTo>
                  <a:pt x="403898" y="18021"/>
                </a:lnTo>
                <a:lnTo>
                  <a:pt x="404025" y="18249"/>
                </a:lnTo>
                <a:lnTo>
                  <a:pt x="404787" y="19621"/>
                </a:lnTo>
                <a:lnTo>
                  <a:pt x="404787" y="11328"/>
                </a:lnTo>
                <a:lnTo>
                  <a:pt x="404482" y="11328"/>
                </a:lnTo>
                <a:lnTo>
                  <a:pt x="403517" y="14554"/>
                </a:lnTo>
                <a:lnTo>
                  <a:pt x="403402" y="15087"/>
                </a:lnTo>
                <a:lnTo>
                  <a:pt x="403288" y="14859"/>
                </a:lnTo>
                <a:lnTo>
                  <a:pt x="402539" y="13373"/>
                </a:lnTo>
                <a:lnTo>
                  <a:pt x="393598" y="13373"/>
                </a:lnTo>
                <a:lnTo>
                  <a:pt x="393547" y="13525"/>
                </a:lnTo>
                <a:lnTo>
                  <a:pt x="393547" y="21374"/>
                </a:lnTo>
                <a:lnTo>
                  <a:pt x="392734" y="21501"/>
                </a:lnTo>
                <a:lnTo>
                  <a:pt x="392849" y="20789"/>
                </a:lnTo>
                <a:lnTo>
                  <a:pt x="392722" y="19621"/>
                </a:lnTo>
                <a:lnTo>
                  <a:pt x="392950" y="20104"/>
                </a:lnTo>
                <a:lnTo>
                  <a:pt x="393128" y="18973"/>
                </a:lnTo>
                <a:lnTo>
                  <a:pt x="393026" y="20256"/>
                </a:lnTo>
                <a:lnTo>
                  <a:pt x="393547" y="21374"/>
                </a:lnTo>
                <a:lnTo>
                  <a:pt x="393547" y="13525"/>
                </a:lnTo>
                <a:lnTo>
                  <a:pt x="392404" y="16929"/>
                </a:lnTo>
                <a:lnTo>
                  <a:pt x="391464" y="15087"/>
                </a:lnTo>
                <a:lnTo>
                  <a:pt x="382612" y="15087"/>
                </a:lnTo>
                <a:lnTo>
                  <a:pt x="382435" y="15595"/>
                </a:lnTo>
                <a:lnTo>
                  <a:pt x="382435" y="22961"/>
                </a:lnTo>
                <a:lnTo>
                  <a:pt x="381711" y="23075"/>
                </a:lnTo>
                <a:lnTo>
                  <a:pt x="381825" y="22136"/>
                </a:lnTo>
                <a:lnTo>
                  <a:pt x="381723" y="21374"/>
                </a:lnTo>
                <a:lnTo>
                  <a:pt x="381889" y="21729"/>
                </a:lnTo>
                <a:lnTo>
                  <a:pt x="382003" y="20789"/>
                </a:lnTo>
                <a:lnTo>
                  <a:pt x="381889" y="19710"/>
                </a:lnTo>
                <a:lnTo>
                  <a:pt x="382028" y="20637"/>
                </a:lnTo>
                <a:lnTo>
                  <a:pt x="381939" y="21844"/>
                </a:lnTo>
                <a:lnTo>
                  <a:pt x="382435" y="22961"/>
                </a:lnTo>
                <a:lnTo>
                  <a:pt x="382435" y="15595"/>
                </a:lnTo>
                <a:lnTo>
                  <a:pt x="381584" y="18021"/>
                </a:lnTo>
                <a:lnTo>
                  <a:pt x="381457" y="18872"/>
                </a:lnTo>
                <a:lnTo>
                  <a:pt x="381685" y="19329"/>
                </a:lnTo>
                <a:lnTo>
                  <a:pt x="381342" y="18681"/>
                </a:lnTo>
                <a:lnTo>
                  <a:pt x="381279" y="18872"/>
                </a:lnTo>
                <a:lnTo>
                  <a:pt x="381241" y="18491"/>
                </a:lnTo>
                <a:lnTo>
                  <a:pt x="380352" y="16814"/>
                </a:lnTo>
                <a:lnTo>
                  <a:pt x="373418" y="16814"/>
                </a:lnTo>
                <a:lnTo>
                  <a:pt x="371703" y="18554"/>
                </a:lnTo>
                <a:lnTo>
                  <a:pt x="371106" y="20637"/>
                </a:lnTo>
                <a:lnTo>
                  <a:pt x="370471" y="18554"/>
                </a:lnTo>
                <a:lnTo>
                  <a:pt x="368884" y="16814"/>
                </a:lnTo>
                <a:lnTo>
                  <a:pt x="362394" y="16814"/>
                </a:lnTo>
                <a:lnTo>
                  <a:pt x="360578" y="19443"/>
                </a:lnTo>
                <a:lnTo>
                  <a:pt x="360489" y="22136"/>
                </a:lnTo>
                <a:lnTo>
                  <a:pt x="360057" y="19862"/>
                </a:lnTo>
                <a:lnTo>
                  <a:pt x="358406" y="17843"/>
                </a:lnTo>
                <a:lnTo>
                  <a:pt x="350888" y="17843"/>
                </a:lnTo>
                <a:lnTo>
                  <a:pt x="350888" y="26644"/>
                </a:lnTo>
                <a:lnTo>
                  <a:pt x="350253" y="26695"/>
                </a:lnTo>
                <a:lnTo>
                  <a:pt x="349592" y="26784"/>
                </a:lnTo>
                <a:lnTo>
                  <a:pt x="348970" y="26847"/>
                </a:lnTo>
                <a:lnTo>
                  <a:pt x="349618" y="25133"/>
                </a:lnTo>
                <a:lnTo>
                  <a:pt x="349567" y="24828"/>
                </a:lnTo>
                <a:lnTo>
                  <a:pt x="349681" y="24980"/>
                </a:lnTo>
                <a:lnTo>
                  <a:pt x="349910" y="24371"/>
                </a:lnTo>
                <a:lnTo>
                  <a:pt x="349796" y="25133"/>
                </a:lnTo>
                <a:lnTo>
                  <a:pt x="350888" y="26644"/>
                </a:lnTo>
                <a:lnTo>
                  <a:pt x="350888" y="17843"/>
                </a:lnTo>
                <a:lnTo>
                  <a:pt x="350012" y="17843"/>
                </a:lnTo>
                <a:lnTo>
                  <a:pt x="349440" y="20078"/>
                </a:lnTo>
                <a:lnTo>
                  <a:pt x="349326" y="21272"/>
                </a:lnTo>
                <a:lnTo>
                  <a:pt x="350126" y="23380"/>
                </a:lnTo>
                <a:lnTo>
                  <a:pt x="349211" y="20993"/>
                </a:lnTo>
                <a:lnTo>
                  <a:pt x="349110" y="21374"/>
                </a:lnTo>
                <a:lnTo>
                  <a:pt x="349072" y="20637"/>
                </a:lnTo>
                <a:lnTo>
                  <a:pt x="348538" y="19215"/>
                </a:lnTo>
                <a:lnTo>
                  <a:pt x="340372" y="19215"/>
                </a:lnTo>
                <a:lnTo>
                  <a:pt x="338658" y="21628"/>
                </a:lnTo>
                <a:lnTo>
                  <a:pt x="338543" y="22301"/>
                </a:lnTo>
                <a:lnTo>
                  <a:pt x="338416" y="24345"/>
                </a:lnTo>
                <a:lnTo>
                  <a:pt x="338074" y="22301"/>
                </a:lnTo>
                <a:lnTo>
                  <a:pt x="337985" y="21958"/>
                </a:lnTo>
                <a:lnTo>
                  <a:pt x="336384" y="19900"/>
                </a:lnTo>
                <a:lnTo>
                  <a:pt x="328079" y="19900"/>
                </a:lnTo>
                <a:lnTo>
                  <a:pt x="327875" y="20637"/>
                </a:lnTo>
                <a:lnTo>
                  <a:pt x="327825" y="27139"/>
                </a:lnTo>
                <a:lnTo>
                  <a:pt x="328574" y="28371"/>
                </a:lnTo>
                <a:lnTo>
                  <a:pt x="327545" y="28448"/>
                </a:lnTo>
                <a:lnTo>
                  <a:pt x="327660" y="28003"/>
                </a:lnTo>
                <a:lnTo>
                  <a:pt x="327748" y="27800"/>
                </a:lnTo>
                <a:lnTo>
                  <a:pt x="327825" y="27139"/>
                </a:lnTo>
                <a:lnTo>
                  <a:pt x="327825" y="20789"/>
                </a:lnTo>
                <a:lnTo>
                  <a:pt x="327748" y="21056"/>
                </a:lnTo>
                <a:lnTo>
                  <a:pt x="327825" y="19685"/>
                </a:lnTo>
                <a:lnTo>
                  <a:pt x="316407" y="19685"/>
                </a:lnTo>
                <a:lnTo>
                  <a:pt x="316433" y="27851"/>
                </a:lnTo>
                <a:lnTo>
                  <a:pt x="316788" y="28905"/>
                </a:lnTo>
                <a:lnTo>
                  <a:pt x="315607" y="28956"/>
                </a:lnTo>
                <a:lnTo>
                  <a:pt x="316318" y="26200"/>
                </a:lnTo>
                <a:lnTo>
                  <a:pt x="316293" y="25552"/>
                </a:lnTo>
                <a:lnTo>
                  <a:pt x="314706" y="21958"/>
                </a:lnTo>
                <a:lnTo>
                  <a:pt x="305866" y="21958"/>
                </a:lnTo>
                <a:lnTo>
                  <a:pt x="305320" y="23266"/>
                </a:lnTo>
                <a:lnTo>
                  <a:pt x="305320" y="26200"/>
                </a:lnTo>
                <a:lnTo>
                  <a:pt x="304990" y="27546"/>
                </a:lnTo>
                <a:lnTo>
                  <a:pt x="304901" y="28448"/>
                </a:lnTo>
                <a:lnTo>
                  <a:pt x="305142" y="29235"/>
                </a:lnTo>
                <a:lnTo>
                  <a:pt x="304749" y="29248"/>
                </a:lnTo>
                <a:lnTo>
                  <a:pt x="304558" y="29248"/>
                </a:lnTo>
                <a:lnTo>
                  <a:pt x="304761" y="28448"/>
                </a:lnTo>
                <a:lnTo>
                  <a:pt x="304634" y="27622"/>
                </a:lnTo>
                <a:lnTo>
                  <a:pt x="304825" y="28194"/>
                </a:lnTo>
                <a:lnTo>
                  <a:pt x="305320" y="26200"/>
                </a:lnTo>
                <a:lnTo>
                  <a:pt x="305320" y="23266"/>
                </a:lnTo>
                <a:lnTo>
                  <a:pt x="304952" y="24130"/>
                </a:lnTo>
                <a:lnTo>
                  <a:pt x="304838" y="24980"/>
                </a:lnTo>
                <a:lnTo>
                  <a:pt x="305193" y="25781"/>
                </a:lnTo>
                <a:lnTo>
                  <a:pt x="304711" y="24701"/>
                </a:lnTo>
                <a:lnTo>
                  <a:pt x="304596" y="24980"/>
                </a:lnTo>
                <a:lnTo>
                  <a:pt x="304546" y="24333"/>
                </a:lnTo>
                <a:lnTo>
                  <a:pt x="303644" y="22301"/>
                </a:lnTo>
                <a:lnTo>
                  <a:pt x="294919" y="22301"/>
                </a:lnTo>
                <a:lnTo>
                  <a:pt x="294043" y="24295"/>
                </a:lnTo>
                <a:lnTo>
                  <a:pt x="294043" y="29349"/>
                </a:lnTo>
                <a:lnTo>
                  <a:pt x="293458" y="29362"/>
                </a:lnTo>
                <a:lnTo>
                  <a:pt x="293179" y="29362"/>
                </a:lnTo>
                <a:lnTo>
                  <a:pt x="293509" y="27800"/>
                </a:lnTo>
                <a:lnTo>
                  <a:pt x="293446" y="27139"/>
                </a:lnTo>
                <a:lnTo>
                  <a:pt x="293560" y="27546"/>
                </a:lnTo>
                <a:lnTo>
                  <a:pt x="293751" y="26644"/>
                </a:lnTo>
                <a:lnTo>
                  <a:pt x="293687" y="28003"/>
                </a:lnTo>
                <a:lnTo>
                  <a:pt x="294043" y="29349"/>
                </a:lnTo>
                <a:lnTo>
                  <a:pt x="294043" y="24295"/>
                </a:lnTo>
                <a:lnTo>
                  <a:pt x="293484" y="25552"/>
                </a:lnTo>
                <a:lnTo>
                  <a:pt x="292125" y="22644"/>
                </a:lnTo>
                <a:lnTo>
                  <a:pt x="283337" y="22644"/>
                </a:lnTo>
                <a:lnTo>
                  <a:pt x="282130" y="25133"/>
                </a:lnTo>
                <a:lnTo>
                  <a:pt x="282028" y="25819"/>
                </a:lnTo>
                <a:lnTo>
                  <a:pt x="281914" y="25577"/>
                </a:lnTo>
                <a:lnTo>
                  <a:pt x="281825" y="25781"/>
                </a:lnTo>
                <a:lnTo>
                  <a:pt x="281724" y="26746"/>
                </a:lnTo>
                <a:lnTo>
                  <a:pt x="281838" y="27381"/>
                </a:lnTo>
                <a:lnTo>
                  <a:pt x="282028" y="26644"/>
                </a:lnTo>
                <a:lnTo>
                  <a:pt x="281927" y="27800"/>
                </a:lnTo>
                <a:lnTo>
                  <a:pt x="282194" y="29273"/>
                </a:lnTo>
                <a:lnTo>
                  <a:pt x="281368" y="29260"/>
                </a:lnTo>
                <a:lnTo>
                  <a:pt x="281724" y="27876"/>
                </a:lnTo>
                <a:lnTo>
                  <a:pt x="281635" y="26289"/>
                </a:lnTo>
                <a:lnTo>
                  <a:pt x="281698" y="26047"/>
                </a:lnTo>
                <a:lnTo>
                  <a:pt x="281825" y="25781"/>
                </a:lnTo>
                <a:lnTo>
                  <a:pt x="281901" y="25552"/>
                </a:lnTo>
                <a:lnTo>
                  <a:pt x="280466" y="22301"/>
                </a:lnTo>
                <a:lnTo>
                  <a:pt x="272427" y="22301"/>
                </a:lnTo>
                <a:lnTo>
                  <a:pt x="270713" y="24130"/>
                </a:lnTo>
                <a:lnTo>
                  <a:pt x="270154" y="26289"/>
                </a:lnTo>
                <a:lnTo>
                  <a:pt x="270065" y="25095"/>
                </a:lnTo>
                <a:lnTo>
                  <a:pt x="269963" y="23710"/>
                </a:lnTo>
                <a:lnTo>
                  <a:pt x="268173" y="21272"/>
                </a:lnTo>
                <a:lnTo>
                  <a:pt x="261797" y="21272"/>
                </a:lnTo>
                <a:lnTo>
                  <a:pt x="260083" y="23012"/>
                </a:lnTo>
                <a:lnTo>
                  <a:pt x="259473" y="25095"/>
                </a:lnTo>
                <a:lnTo>
                  <a:pt x="258864" y="23012"/>
                </a:lnTo>
                <a:lnTo>
                  <a:pt x="257263" y="21272"/>
                </a:lnTo>
                <a:lnTo>
                  <a:pt x="250190" y="21272"/>
                </a:lnTo>
                <a:lnTo>
                  <a:pt x="249364" y="22961"/>
                </a:lnTo>
                <a:lnTo>
                  <a:pt x="249250" y="23609"/>
                </a:lnTo>
                <a:lnTo>
                  <a:pt x="249161" y="23380"/>
                </a:lnTo>
                <a:lnTo>
                  <a:pt x="249059" y="23583"/>
                </a:lnTo>
                <a:lnTo>
                  <a:pt x="249059" y="26123"/>
                </a:lnTo>
                <a:lnTo>
                  <a:pt x="248945" y="27381"/>
                </a:lnTo>
                <a:lnTo>
                  <a:pt x="249047" y="27876"/>
                </a:lnTo>
                <a:lnTo>
                  <a:pt x="248412" y="27851"/>
                </a:lnTo>
                <a:lnTo>
                  <a:pt x="248793" y="26847"/>
                </a:lnTo>
                <a:lnTo>
                  <a:pt x="248653" y="25831"/>
                </a:lnTo>
                <a:lnTo>
                  <a:pt x="248831" y="26746"/>
                </a:lnTo>
                <a:lnTo>
                  <a:pt x="249059" y="26123"/>
                </a:lnTo>
                <a:lnTo>
                  <a:pt x="249059" y="23583"/>
                </a:lnTo>
                <a:lnTo>
                  <a:pt x="248958" y="22847"/>
                </a:lnTo>
                <a:lnTo>
                  <a:pt x="247942" y="20243"/>
                </a:lnTo>
                <a:lnTo>
                  <a:pt x="240284" y="20243"/>
                </a:lnTo>
                <a:lnTo>
                  <a:pt x="238569" y="22136"/>
                </a:lnTo>
                <a:lnTo>
                  <a:pt x="238023" y="24333"/>
                </a:lnTo>
                <a:lnTo>
                  <a:pt x="237744" y="21844"/>
                </a:lnTo>
                <a:lnTo>
                  <a:pt x="235953" y="19558"/>
                </a:lnTo>
                <a:lnTo>
                  <a:pt x="228587" y="19558"/>
                </a:lnTo>
                <a:lnTo>
                  <a:pt x="227495" y="21590"/>
                </a:lnTo>
                <a:lnTo>
                  <a:pt x="227495" y="22961"/>
                </a:lnTo>
                <a:lnTo>
                  <a:pt x="227215" y="24130"/>
                </a:lnTo>
                <a:lnTo>
                  <a:pt x="227114" y="24980"/>
                </a:lnTo>
                <a:lnTo>
                  <a:pt x="227228" y="25831"/>
                </a:lnTo>
                <a:lnTo>
                  <a:pt x="226809" y="25781"/>
                </a:lnTo>
                <a:lnTo>
                  <a:pt x="226987" y="25095"/>
                </a:lnTo>
                <a:lnTo>
                  <a:pt x="227025" y="24384"/>
                </a:lnTo>
                <a:lnTo>
                  <a:pt x="227076" y="24688"/>
                </a:lnTo>
                <a:lnTo>
                  <a:pt x="227482" y="22961"/>
                </a:lnTo>
                <a:lnTo>
                  <a:pt x="227495" y="21590"/>
                </a:lnTo>
                <a:lnTo>
                  <a:pt x="227418" y="21729"/>
                </a:lnTo>
                <a:lnTo>
                  <a:pt x="227342" y="22136"/>
                </a:lnTo>
                <a:lnTo>
                  <a:pt x="227418" y="22301"/>
                </a:lnTo>
                <a:lnTo>
                  <a:pt x="227279" y="21996"/>
                </a:lnTo>
                <a:lnTo>
                  <a:pt x="227203" y="22123"/>
                </a:lnTo>
                <a:lnTo>
                  <a:pt x="227114" y="21628"/>
                </a:lnTo>
                <a:lnTo>
                  <a:pt x="226974" y="21323"/>
                </a:lnTo>
                <a:lnTo>
                  <a:pt x="226974" y="23939"/>
                </a:lnTo>
                <a:lnTo>
                  <a:pt x="226910" y="23444"/>
                </a:lnTo>
                <a:lnTo>
                  <a:pt x="226936" y="22644"/>
                </a:lnTo>
                <a:lnTo>
                  <a:pt x="226961" y="23799"/>
                </a:lnTo>
                <a:lnTo>
                  <a:pt x="226974" y="23939"/>
                </a:lnTo>
                <a:lnTo>
                  <a:pt x="226974" y="21323"/>
                </a:lnTo>
                <a:lnTo>
                  <a:pt x="225869" y="18872"/>
                </a:lnTo>
                <a:lnTo>
                  <a:pt x="217881" y="18872"/>
                </a:lnTo>
                <a:lnTo>
                  <a:pt x="216954" y="20256"/>
                </a:lnTo>
                <a:lnTo>
                  <a:pt x="216598" y="19240"/>
                </a:lnTo>
                <a:lnTo>
                  <a:pt x="216128" y="17894"/>
                </a:lnTo>
                <a:lnTo>
                  <a:pt x="216128" y="23609"/>
                </a:lnTo>
                <a:lnTo>
                  <a:pt x="216039" y="24358"/>
                </a:lnTo>
                <a:lnTo>
                  <a:pt x="215887" y="24345"/>
                </a:lnTo>
                <a:lnTo>
                  <a:pt x="216039" y="23799"/>
                </a:lnTo>
                <a:lnTo>
                  <a:pt x="216128" y="23609"/>
                </a:lnTo>
                <a:lnTo>
                  <a:pt x="216128" y="17894"/>
                </a:lnTo>
                <a:lnTo>
                  <a:pt x="215633" y="16459"/>
                </a:lnTo>
                <a:lnTo>
                  <a:pt x="208470" y="16459"/>
                </a:lnTo>
                <a:lnTo>
                  <a:pt x="206971" y="17653"/>
                </a:lnTo>
                <a:lnTo>
                  <a:pt x="206095" y="19240"/>
                </a:lnTo>
                <a:lnTo>
                  <a:pt x="205727" y="16878"/>
                </a:lnTo>
                <a:lnTo>
                  <a:pt x="204089" y="14744"/>
                </a:lnTo>
                <a:lnTo>
                  <a:pt x="196850" y="14744"/>
                </a:lnTo>
                <a:lnTo>
                  <a:pt x="196354" y="15684"/>
                </a:lnTo>
                <a:lnTo>
                  <a:pt x="196265" y="16370"/>
                </a:lnTo>
                <a:lnTo>
                  <a:pt x="196659" y="17653"/>
                </a:lnTo>
                <a:lnTo>
                  <a:pt x="196164" y="16040"/>
                </a:lnTo>
                <a:lnTo>
                  <a:pt x="195986" y="16370"/>
                </a:lnTo>
                <a:lnTo>
                  <a:pt x="195999" y="15519"/>
                </a:lnTo>
                <a:lnTo>
                  <a:pt x="195707" y="14554"/>
                </a:lnTo>
                <a:lnTo>
                  <a:pt x="195592" y="14185"/>
                </a:lnTo>
                <a:lnTo>
                  <a:pt x="195592" y="19634"/>
                </a:lnTo>
                <a:lnTo>
                  <a:pt x="195478" y="21005"/>
                </a:lnTo>
                <a:lnTo>
                  <a:pt x="194919" y="20904"/>
                </a:lnTo>
                <a:lnTo>
                  <a:pt x="195262" y="20256"/>
                </a:lnTo>
                <a:lnTo>
                  <a:pt x="195160" y="18580"/>
                </a:lnTo>
                <a:lnTo>
                  <a:pt x="195364" y="20078"/>
                </a:lnTo>
                <a:lnTo>
                  <a:pt x="195592" y="19634"/>
                </a:lnTo>
                <a:lnTo>
                  <a:pt x="195592" y="14185"/>
                </a:lnTo>
                <a:lnTo>
                  <a:pt x="195135" y="12700"/>
                </a:lnTo>
                <a:lnTo>
                  <a:pt x="187909" y="12700"/>
                </a:lnTo>
                <a:lnTo>
                  <a:pt x="186512" y="13449"/>
                </a:lnTo>
                <a:lnTo>
                  <a:pt x="185597" y="14554"/>
                </a:lnTo>
                <a:lnTo>
                  <a:pt x="185356" y="13766"/>
                </a:lnTo>
                <a:lnTo>
                  <a:pt x="184975" y="12979"/>
                </a:lnTo>
                <a:lnTo>
                  <a:pt x="179679" y="7874"/>
                </a:lnTo>
                <a:lnTo>
                  <a:pt x="175831" y="10629"/>
                </a:lnTo>
                <a:lnTo>
                  <a:pt x="175831" y="13182"/>
                </a:lnTo>
                <a:lnTo>
                  <a:pt x="175704" y="13360"/>
                </a:lnTo>
                <a:lnTo>
                  <a:pt x="175704" y="12687"/>
                </a:lnTo>
                <a:lnTo>
                  <a:pt x="175831" y="13182"/>
                </a:lnTo>
                <a:lnTo>
                  <a:pt x="175831" y="10629"/>
                </a:lnTo>
                <a:lnTo>
                  <a:pt x="175285" y="11010"/>
                </a:lnTo>
                <a:lnTo>
                  <a:pt x="175196" y="10668"/>
                </a:lnTo>
                <a:lnTo>
                  <a:pt x="174409" y="7543"/>
                </a:lnTo>
                <a:lnTo>
                  <a:pt x="174256" y="7543"/>
                </a:lnTo>
                <a:lnTo>
                  <a:pt x="174256" y="16535"/>
                </a:lnTo>
                <a:lnTo>
                  <a:pt x="173532" y="16370"/>
                </a:lnTo>
                <a:lnTo>
                  <a:pt x="174104" y="15570"/>
                </a:lnTo>
                <a:lnTo>
                  <a:pt x="174015" y="14439"/>
                </a:lnTo>
                <a:lnTo>
                  <a:pt x="174142" y="15519"/>
                </a:lnTo>
                <a:lnTo>
                  <a:pt x="174256" y="16535"/>
                </a:lnTo>
                <a:lnTo>
                  <a:pt x="174256" y="7543"/>
                </a:lnTo>
                <a:lnTo>
                  <a:pt x="166560" y="7543"/>
                </a:lnTo>
                <a:lnTo>
                  <a:pt x="164934" y="8915"/>
                </a:lnTo>
                <a:lnTo>
                  <a:pt x="164160" y="10668"/>
                </a:lnTo>
                <a:lnTo>
                  <a:pt x="164287" y="8915"/>
                </a:lnTo>
                <a:lnTo>
                  <a:pt x="164211" y="7543"/>
                </a:lnTo>
                <a:lnTo>
                  <a:pt x="164109" y="7366"/>
                </a:lnTo>
                <a:lnTo>
                  <a:pt x="162648" y="4800"/>
                </a:lnTo>
                <a:lnTo>
                  <a:pt x="156502" y="4800"/>
                </a:lnTo>
                <a:lnTo>
                  <a:pt x="155016" y="5905"/>
                </a:lnTo>
                <a:lnTo>
                  <a:pt x="154139" y="7366"/>
                </a:lnTo>
                <a:lnTo>
                  <a:pt x="154139" y="4635"/>
                </a:lnTo>
                <a:lnTo>
                  <a:pt x="154139" y="1143"/>
                </a:lnTo>
                <a:lnTo>
                  <a:pt x="145821" y="317"/>
                </a:lnTo>
                <a:lnTo>
                  <a:pt x="143408" y="4635"/>
                </a:lnTo>
                <a:lnTo>
                  <a:pt x="143090" y="2209"/>
                </a:lnTo>
                <a:lnTo>
                  <a:pt x="141389" y="0"/>
                </a:lnTo>
                <a:lnTo>
                  <a:pt x="135432" y="0"/>
                </a:lnTo>
                <a:lnTo>
                  <a:pt x="133921" y="1143"/>
                </a:lnTo>
                <a:lnTo>
                  <a:pt x="133083" y="2628"/>
                </a:lnTo>
                <a:lnTo>
                  <a:pt x="122859" y="4864"/>
                </a:lnTo>
                <a:lnTo>
                  <a:pt x="66624" y="41427"/>
                </a:lnTo>
                <a:lnTo>
                  <a:pt x="41567" y="70612"/>
                </a:lnTo>
                <a:lnTo>
                  <a:pt x="32715" y="114020"/>
                </a:lnTo>
                <a:lnTo>
                  <a:pt x="20472" y="217551"/>
                </a:lnTo>
                <a:lnTo>
                  <a:pt x="0" y="415137"/>
                </a:lnTo>
                <a:lnTo>
                  <a:pt x="119430" y="433908"/>
                </a:lnTo>
                <a:lnTo>
                  <a:pt x="128955" y="381571"/>
                </a:lnTo>
                <a:lnTo>
                  <a:pt x="130035" y="385762"/>
                </a:lnTo>
                <a:lnTo>
                  <a:pt x="143383" y="442925"/>
                </a:lnTo>
                <a:lnTo>
                  <a:pt x="148717" y="466928"/>
                </a:lnTo>
                <a:lnTo>
                  <a:pt x="95351" y="610666"/>
                </a:lnTo>
                <a:lnTo>
                  <a:pt x="144526" y="632307"/>
                </a:lnTo>
                <a:lnTo>
                  <a:pt x="197726" y="646645"/>
                </a:lnTo>
                <a:lnTo>
                  <a:pt x="252895" y="654545"/>
                </a:lnTo>
                <a:lnTo>
                  <a:pt x="307975" y="656869"/>
                </a:lnTo>
                <a:lnTo>
                  <a:pt x="360908" y="654469"/>
                </a:lnTo>
                <a:lnTo>
                  <a:pt x="409651" y="648208"/>
                </a:lnTo>
                <a:lnTo>
                  <a:pt x="452120" y="638962"/>
                </a:lnTo>
                <a:lnTo>
                  <a:pt x="486295" y="627583"/>
                </a:lnTo>
                <a:lnTo>
                  <a:pt x="510095" y="614934"/>
                </a:lnTo>
                <a:lnTo>
                  <a:pt x="459181" y="459943"/>
                </a:lnTo>
                <a:lnTo>
                  <a:pt x="468210" y="396341"/>
                </a:lnTo>
                <a:lnTo>
                  <a:pt x="474738" y="359879"/>
                </a:lnTo>
                <a:lnTo>
                  <a:pt x="481939" y="336816"/>
                </a:lnTo>
                <a:lnTo>
                  <a:pt x="485063" y="330187"/>
                </a:lnTo>
                <a:lnTo>
                  <a:pt x="518426" y="432066"/>
                </a:lnTo>
                <a:lnTo>
                  <a:pt x="630212" y="402170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0" name="object 500" descr=""/>
          <p:cNvSpPr/>
          <p:nvPr/>
        </p:nvSpPr>
        <p:spPr>
          <a:xfrm>
            <a:off x="11399444" y="4259522"/>
            <a:ext cx="601345" cy="669290"/>
          </a:xfrm>
          <a:custGeom>
            <a:avLst/>
            <a:gdLst/>
            <a:ahLst/>
            <a:cxnLst/>
            <a:rect l="l" t="t" r="r" b="b"/>
            <a:pathLst>
              <a:path w="601345" h="669289">
                <a:moveTo>
                  <a:pt x="601179" y="422795"/>
                </a:moveTo>
                <a:lnTo>
                  <a:pt x="576605" y="216154"/>
                </a:lnTo>
                <a:lnTo>
                  <a:pt x="562229" y="107937"/>
                </a:lnTo>
                <a:lnTo>
                  <a:pt x="552513" y="62699"/>
                </a:lnTo>
                <a:lnTo>
                  <a:pt x="501637" y="17424"/>
                </a:lnTo>
                <a:lnTo>
                  <a:pt x="460044" y="1511"/>
                </a:lnTo>
                <a:lnTo>
                  <a:pt x="459803" y="2324"/>
                </a:lnTo>
                <a:lnTo>
                  <a:pt x="458978" y="685"/>
                </a:lnTo>
                <a:lnTo>
                  <a:pt x="450570" y="685"/>
                </a:lnTo>
                <a:lnTo>
                  <a:pt x="450570" y="9436"/>
                </a:lnTo>
                <a:lnTo>
                  <a:pt x="449376" y="9728"/>
                </a:lnTo>
                <a:lnTo>
                  <a:pt x="449643" y="8483"/>
                </a:lnTo>
                <a:lnTo>
                  <a:pt x="449618" y="7886"/>
                </a:lnTo>
                <a:lnTo>
                  <a:pt x="449732" y="8064"/>
                </a:lnTo>
                <a:lnTo>
                  <a:pt x="450570" y="9436"/>
                </a:lnTo>
                <a:lnTo>
                  <a:pt x="450570" y="685"/>
                </a:lnTo>
                <a:lnTo>
                  <a:pt x="449973" y="685"/>
                </a:lnTo>
                <a:lnTo>
                  <a:pt x="449033" y="4279"/>
                </a:lnTo>
                <a:lnTo>
                  <a:pt x="448957" y="4584"/>
                </a:lnTo>
                <a:lnTo>
                  <a:pt x="448919" y="4025"/>
                </a:lnTo>
                <a:lnTo>
                  <a:pt x="448373" y="2794"/>
                </a:lnTo>
                <a:lnTo>
                  <a:pt x="441312" y="2794"/>
                </a:lnTo>
                <a:lnTo>
                  <a:pt x="439635" y="4584"/>
                </a:lnTo>
                <a:lnTo>
                  <a:pt x="439064" y="6743"/>
                </a:lnTo>
                <a:lnTo>
                  <a:pt x="438175" y="5880"/>
                </a:lnTo>
                <a:lnTo>
                  <a:pt x="437057" y="5232"/>
                </a:lnTo>
                <a:lnTo>
                  <a:pt x="432549" y="5232"/>
                </a:lnTo>
                <a:lnTo>
                  <a:pt x="430949" y="6667"/>
                </a:lnTo>
                <a:lnTo>
                  <a:pt x="430212" y="8483"/>
                </a:lnTo>
                <a:lnTo>
                  <a:pt x="426910" y="6451"/>
                </a:lnTo>
                <a:lnTo>
                  <a:pt x="421462" y="7874"/>
                </a:lnTo>
                <a:lnTo>
                  <a:pt x="421462" y="11925"/>
                </a:lnTo>
                <a:lnTo>
                  <a:pt x="421576" y="14668"/>
                </a:lnTo>
                <a:lnTo>
                  <a:pt x="421640" y="14871"/>
                </a:lnTo>
                <a:lnTo>
                  <a:pt x="421944" y="12915"/>
                </a:lnTo>
                <a:lnTo>
                  <a:pt x="421843" y="13601"/>
                </a:lnTo>
                <a:lnTo>
                  <a:pt x="421728" y="15138"/>
                </a:lnTo>
                <a:lnTo>
                  <a:pt x="422122" y="15862"/>
                </a:lnTo>
                <a:lnTo>
                  <a:pt x="421462" y="16002"/>
                </a:lnTo>
                <a:lnTo>
                  <a:pt x="421576" y="15316"/>
                </a:lnTo>
                <a:lnTo>
                  <a:pt x="421462" y="11925"/>
                </a:lnTo>
                <a:lnTo>
                  <a:pt x="420268" y="9436"/>
                </a:lnTo>
                <a:lnTo>
                  <a:pt x="411657" y="9436"/>
                </a:lnTo>
                <a:lnTo>
                  <a:pt x="411657" y="17983"/>
                </a:lnTo>
                <a:lnTo>
                  <a:pt x="410248" y="18262"/>
                </a:lnTo>
                <a:lnTo>
                  <a:pt x="410540" y="16662"/>
                </a:lnTo>
                <a:lnTo>
                  <a:pt x="410438" y="15824"/>
                </a:lnTo>
                <a:lnTo>
                  <a:pt x="410629" y="16154"/>
                </a:lnTo>
                <a:lnTo>
                  <a:pt x="410705" y="15798"/>
                </a:lnTo>
                <a:lnTo>
                  <a:pt x="410603" y="14693"/>
                </a:lnTo>
                <a:lnTo>
                  <a:pt x="410667" y="14820"/>
                </a:lnTo>
                <a:lnTo>
                  <a:pt x="410705" y="15798"/>
                </a:lnTo>
                <a:lnTo>
                  <a:pt x="410743" y="16332"/>
                </a:lnTo>
                <a:lnTo>
                  <a:pt x="411657" y="17983"/>
                </a:lnTo>
                <a:lnTo>
                  <a:pt x="411657" y="9436"/>
                </a:lnTo>
                <a:lnTo>
                  <a:pt x="411264" y="9436"/>
                </a:lnTo>
                <a:lnTo>
                  <a:pt x="410210" y="13208"/>
                </a:lnTo>
                <a:lnTo>
                  <a:pt x="410146" y="13690"/>
                </a:lnTo>
                <a:lnTo>
                  <a:pt x="409981" y="14008"/>
                </a:lnTo>
                <a:lnTo>
                  <a:pt x="409930" y="13208"/>
                </a:lnTo>
                <a:lnTo>
                  <a:pt x="409143" y="11531"/>
                </a:lnTo>
                <a:lnTo>
                  <a:pt x="400431" y="11531"/>
                </a:lnTo>
                <a:lnTo>
                  <a:pt x="400431" y="19977"/>
                </a:lnTo>
                <a:lnTo>
                  <a:pt x="399453" y="20154"/>
                </a:lnTo>
                <a:lnTo>
                  <a:pt x="399643" y="18821"/>
                </a:lnTo>
                <a:lnTo>
                  <a:pt x="399567" y="18376"/>
                </a:lnTo>
                <a:lnTo>
                  <a:pt x="399681" y="18580"/>
                </a:lnTo>
                <a:lnTo>
                  <a:pt x="400431" y="19977"/>
                </a:lnTo>
                <a:lnTo>
                  <a:pt x="400431" y="11531"/>
                </a:lnTo>
                <a:lnTo>
                  <a:pt x="400126" y="11531"/>
                </a:lnTo>
                <a:lnTo>
                  <a:pt x="399186" y="14820"/>
                </a:lnTo>
                <a:lnTo>
                  <a:pt x="399059" y="15367"/>
                </a:lnTo>
                <a:lnTo>
                  <a:pt x="399770" y="16840"/>
                </a:lnTo>
                <a:lnTo>
                  <a:pt x="399897" y="17119"/>
                </a:lnTo>
                <a:lnTo>
                  <a:pt x="399034" y="15316"/>
                </a:lnTo>
                <a:lnTo>
                  <a:pt x="398894" y="15024"/>
                </a:lnTo>
                <a:lnTo>
                  <a:pt x="398208" y="13627"/>
                </a:lnTo>
                <a:lnTo>
                  <a:pt x="389445" y="13627"/>
                </a:lnTo>
                <a:lnTo>
                  <a:pt x="389407" y="13754"/>
                </a:lnTo>
                <a:lnTo>
                  <a:pt x="389407" y="21767"/>
                </a:lnTo>
                <a:lnTo>
                  <a:pt x="388607" y="21907"/>
                </a:lnTo>
                <a:lnTo>
                  <a:pt x="388721" y="21158"/>
                </a:lnTo>
                <a:lnTo>
                  <a:pt x="388620" y="20053"/>
                </a:lnTo>
                <a:lnTo>
                  <a:pt x="388823" y="20485"/>
                </a:lnTo>
                <a:lnTo>
                  <a:pt x="389001" y="19215"/>
                </a:lnTo>
                <a:lnTo>
                  <a:pt x="388886" y="20624"/>
                </a:lnTo>
                <a:lnTo>
                  <a:pt x="389407" y="21767"/>
                </a:lnTo>
                <a:lnTo>
                  <a:pt x="389407" y="13754"/>
                </a:lnTo>
                <a:lnTo>
                  <a:pt x="388289" y="17233"/>
                </a:lnTo>
                <a:lnTo>
                  <a:pt x="387375" y="15367"/>
                </a:lnTo>
                <a:lnTo>
                  <a:pt x="378675" y="15367"/>
                </a:lnTo>
                <a:lnTo>
                  <a:pt x="378510" y="15862"/>
                </a:lnTo>
                <a:lnTo>
                  <a:pt x="378510" y="23380"/>
                </a:lnTo>
                <a:lnTo>
                  <a:pt x="378028" y="23469"/>
                </a:lnTo>
                <a:lnTo>
                  <a:pt x="377799" y="23482"/>
                </a:lnTo>
                <a:lnTo>
                  <a:pt x="377926" y="22542"/>
                </a:lnTo>
                <a:lnTo>
                  <a:pt x="377812" y="21767"/>
                </a:lnTo>
                <a:lnTo>
                  <a:pt x="377977" y="22136"/>
                </a:lnTo>
                <a:lnTo>
                  <a:pt x="378091" y="21158"/>
                </a:lnTo>
                <a:lnTo>
                  <a:pt x="377977" y="20066"/>
                </a:lnTo>
                <a:lnTo>
                  <a:pt x="378117" y="21018"/>
                </a:lnTo>
                <a:lnTo>
                  <a:pt x="378015" y="22250"/>
                </a:lnTo>
                <a:lnTo>
                  <a:pt x="378510" y="23380"/>
                </a:lnTo>
                <a:lnTo>
                  <a:pt x="378510" y="15862"/>
                </a:lnTo>
                <a:lnTo>
                  <a:pt x="377672" y="18364"/>
                </a:lnTo>
                <a:lnTo>
                  <a:pt x="377545" y="19227"/>
                </a:lnTo>
                <a:lnTo>
                  <a:pt x="377444" y="19024"/>
                </a:lnTo>
                <a:lnTo>
                  <a:pt x="377380" y="19227"/>
                </a:lnTo>
                <a:lnTo>
                  <a:pt x="377342" y="18821"/>
                </a:lnTo>
                <a:lnTo>
                  <a:pt x="376478" y="17119"/>
                </a:lnTo>
                <a:lnTo>
                  <a:pt x="369671" y="17119"/>
                </a:lnTo>
                <a:lnTo>
                  <a:pt x="367995" y="18884"/>
                </a:lnTo>
                <a:lnTo>
                  <a:pt x="367411" y="21018"/>
                </a:lnTo>
                <a:lnTo>
                  <a:pt x="366788" y="18884"/>
                </a:lnTo>
                <a:lnTo>
                  <a:pt x="365239" y="17119"/>
                </a:lnTo>
                <a:lnTo>
                  <a:pt x="358876" y="17119"/>
                </a:lnTo>
                <a:lnTo>
                  <a:pt x="357098" y="19799"/>
                </a:lnTo>
                <a:lnTo>
                  <a:pt x="357009" y="22542"/>
                </a:lnTo>
                <a:lnTo>
                  <a:pt x="356641" y="20624"/>
                </a:lnTo>
                <a:lnTo>
                  <a:pt x="356514" y="20154"/>
                </a:lnTo>
                <a:lnTo>
                  <a:pt x="354965" y="18161"/>
                </a:lnTo>
                <a:lnTo>
                  <a:pt x="347586" y="18161"/>
                </a:lnTo>
                <a:lnTo>
                  <a:pt x="347586" y="27139"/>
                </a:lnTo>
                <a:lnTo>
                  <a:pt x="346976" y="27190"/>
                </a:lnTo>
                <a:lnTo>
                  <a:pt x="346316" y="27292"/>
                </a:lnTo>
                <a:lnTo>
                  <a:pt x="345706" y="27343"/>
                </a:lnTo>
                <a:lnTo>
                  <a:pt x="346354" y="25603"/>
                </a:lnTo>
                <a:lnTo>
                  <a:pt x="346303" y="25273"/>
                </a:lnTo>
                <a:lnTo>
                  <a:pt x="346417" y="25438"/>
                </a:lnTo>
                <a:lnTo>
                  <a:pt x="346633" y="24841"/>
                </a:lnTo>
                <a:lnTo>
                  <a:pt x="346519" y="25603"/>
                </a:lnTo>
                <a:lnTo>
                  <a:pt x="347586" y="27139"/>
                </a:lnTo>
                <a:lnTo>
                  <a:pt x="347586" y="18161"/>
                </a:lnTo>
                <a:lnTo>
                  <a:pt x="346748" y="18161"/>
                </a:lnTo>
                <a:lnTo>
                  <a:pt x="346176" y="20485"/>
                </a:lnTo>
                <a:lnTo>
                  <a:pt x="346049" y="21653"/>
                </a:lnTo>
                <a:lnTo>
                  <a:pt x="345960" y="21399"/>
                </a:lnTo>
                <a:lnTo>
                  <a:pt x="345859" y="21767"/>
                </a:lnTo>
                <a:lnTo>
                  <a:pt x="345821" y="21018"/>
                </a:lnTo>
                <a:lnTo>
                  <a:pt x="345287" y="19570"/>
                </a:lnTo>
                <a:lnTo>
                  <a:pt x="337286" y="19570"/>
                </a:lnTo>
                <a:lnTo>
                  <a:pt x="335597" y="22021"/>
                </a:lnTo>
                <a:lnTo>
                  <a:pt x="335495" y="22542"/>
                </a:lnTo>
                <a:lnTo>
                  <a:pt x="335381" y="24790"/>
                </a:lnTo>
                <a:lnTo>
                  <a:pt x="335038" y="22720"/>
                </a:lnTo>
                <a:lnTo>
                  <a:pt x="334962" y="22364"/>
                </a:lnTo>
                <a:lnTo>
                  <a:pt x="333375" y="20269"/>
                </a:lnTo>
                <a:lnTo>
                  <a:pt x="325234" y="20269"/>
                </a:lnTo>
                <a:lnTo>
                  <a:pt x="325031" y="21018"/>
                </a:lnTo>
                <a:lnTo>
                  <a:pt x="324993" y="27660"/>
                </a:lnTo>
                <a:lnTo>
                  <a:pt x="325716" y="28892"/>
                </a:lnTo>
                <a:lnTo>
                  <a:pt x="324700" y="28956"/>
                </a:lnTo>
                <a:lnTo>
                  <a:pt x="324815" y="28524"/>
                </a:lnTo>
                <a:lnTo>
                  <a:pt x="324904" y="28295"/>
                </a:lnTo>
                <a:lnTo>
                  <a:pt x="324993" y="27660"/>
                </a:lnTo>
                <a:lnTo>
                  <a:pt x="324993" y="21158"/>
                </a:lnTo>
                <a:lnTo>
                  <a:pt x="324904" y="21475"/>
                </a:lnTo>
                <a:lnTo>
                  <a:pt x="324993" y="20066"/>
                </a:lnTo>
                <a:lnTo>
                  <a:pt x="313791" y="20053"/>
                </a:lnTo>
                <a:lnTo>
                  <a:pt x="313817" y="28359"/>
                </a:lnTo>
                <a:lnTo>
                  <a:pt x="314172" y="29438"/>
                </a:lnTo>
                <a:lnTo>
                  <a:pt x="313004" y="29489"/>
                </a:lnTo>
                <a:lnTo>
                  <a:pt x="313702" y="26695"/>
                </a:lnTo>
                <a:lnTo>
                  <a:pt x="313690" y="26022"/>
                </a:lnTo>
                <a:lnTo>
                  <a:pt x="312140" y="22364"/>
                </a:lnTo>
                <a:lnTo>
                  <a:pt x="303466" y="22364"/>
                </a:lnTo>
                <a:lnTo>
                  <a:pt x="302742" y="24155"/>
                </a:lnTo>
                <a:lnTo>
                  <a:pt x="302742" y="29781"/>
                </a:lnTo>
                <a:lnTo>
                  <a:pt x="302361" y="29794"/>
                </a:lnTo>
                <a:lnTo>
                  <a:pt x="302171" y="29794"/>
                </a:lnTo>
                <a:lnTo>
                  <a:pt x="302374" y="28956"/>
                </a:lnTo>
                <a:lnTo>
                  <a:pt x="302260" y="28117"/>
                </a:lnTo>
                <a:lnTo>
                  <a:pt x="302437" y="28714"/>
                </a:lnTo>
                <a:lnTo>
                  <a:pt x="302615" y="27952"/>
                </a:lnTo>
                <a:lnTo>
                  <a:pt x="302501" y="28956"/>
                </a:lnTo>
                <a:lnTo>
                  <a:pt x="302742" y="29781"/>
                </a:lnTo>
                <a:lnTo>
                  <a:pt x="302742" y="24155"/>
                </a:lnTo>
                <a:lnTo>
                  <a:pt x="302564" y="24587"/>
                </a:lnTo>
                <a:lnTo>
                  <a:pt x="302450" y="25438"/>
                </a:lnTo>
                <a:lnTo>
                  <a:pt x="302336" y="25171"/>
                </a:lnTo>
                <a:lnTo>
                  <a:pt x="302221" y="25438"/>
                </a:lnTo>
                <a:lnTo>
                  <a:pt x="302158" y="24777"/>
                </a:lnTo>
                <a:lnTo>
                  <a:pt x="301269" y="22720"/>
                </a:lnTo>
                <a:lnTo>
                  <a:pt x="292722" y="22720"/>
                </a:lnTo>
                <a:lnTo>
                  <a:pt x="291871" y="24752"/>
                </a:lnTo>
                <a:lnTo>
                  <a:pt x="291871" y="29908"/>
                </a:lnTo>
                <a:lnTo>
                  <a:pt x="291033" y="29908"/>
                </a:lnTo>
                <a:lnTo>
                  <a:pt x="291350" y="28295"/>
                </a:lnTo>
                <a:lnTo>
                  <a:pt x="291299" y="27660"/>
                </a:lnTo>
                <a:lnTo>
                  <a:pt x="291401" y="28067"/>
                </a:lnTo>
                <a:lnTo>
                  <a:pt x="291592" y="27139"/>
                </a:lnTo>
                <a:lnTo>
                  <a:pt x="291515" y="28524"/>
                </a:lnTo>
                <a:lnTo>
                  <a:pt x="291871" y="29908"/>
                </a:lnTo>
                <a:lnTo>
                  <a:pt x="291871" y="24752"/>
                </a:lnTo>
                <a:lnTo>
                  <a:pt x="291338" y="26022"/>
                </a:lnTo>
                <a:lnTo>
                  <a:pt x="289979" y="23063"/>
                </a:lnTo>
                <a:lnTo>
                  <a:pt x="281381" y="23063"/>
                </a:lnTo>
                <a:lnTo>
                  <a:pt x="280200" y="25603"/>
                </a:lnTo>
                <a:lnTo>
                  <a:pt x="280085" y="26276"/>
                </a:lnTo>
                <a:lnTo>
                  <a:pt x="279984" y="26047"/>
                </a:lnTo>
                <a:lnTo>
                  <a:pt x="279895" y="26250"/>
                </a:lnTo>
                <a:lnTo>
                  <a:pt x="279793" y="27241"/>
                </a:lnTo>
                <a:lnTo>
                  <a:pt x="279908" y="27889"/>
                </a:lnTo>
                <a:lnTo>
                  <a:pt x="280200" y="26695"/>
                </a:lnTo>
                <a:lnTo>
                  <a:pt x="280098" y="27139"/>
                </a:lnTo>
                <a:lnTo>
                  <a:pt x="279984" y="28295"/>
                </a:lnTo>
                <a:lnTo>
                  <a:pt x="280250" y="29806"/>
                </a:lnTo>
                <a:lnTo>
                  <a:pt x="279450" y="29794"/>
                </a:lnTo>
                <a:lnTo>
                  <a:pt x="279793" y="28384"/>
                </a:lnTo>
                <a:lnTo>
                  <a:pt x="279704" y="26771"/>
                </a:lnTo>
                <a:lnTo>
                  <a:pt x="279768" y="26517"/>
                </a:lnTo>
                <a:lnTo>
                  <a:pt x="279895" y="26250"/>
                </a:lnTo>
                <a:lnTo>
                  <a:pt x="279971" y="26022"/>
                </a:lnTo>
                <a:lnTo>
                  <a:pt x="278561" y="22720"/>
                </a:lnTo>
                <a:lnTo>
                  <a:pt x="270675" y="22720"/>
                </a:lnTo>
                <a:lnTo>
                  <a:pt x="268998" y="24587"/>
                </a:lnTo>
                <a:lnTo>
                  <a:pt x="268439" y="26771"/>
                </a:lnTo>
                <a:lnTo>
                  <a:pt x="268363" y="25552"/>
                </a:lnTo>
                <a:lnTo>
                  <a:pt x="268262" y="24155"/>
                </a:lnTo>
                <a:lnTo>
                  <a:pt x="266509" y="21666"/>
                </a:lnTo>
                <a:lnTo>
                  <a:pt x="260273" y="21666"/>
                </a:lnTo>
                <a:lnTo>
                  <a:pt x="258584" y="23431"/>
                </a:lnTo>
                <a:lnTo>
                  <a:pt x="257987" y="25552"/>
                </a:lnTo>
                <a:lnTo>
                  <a:pt x="257403" y="23431"/>
                </a:lnTo>
                <a:lnTo>
                  <a:pt x="255828" y="21666"/>
                </a:lnTo>
                <a:lnTo>
                  <a:pt x="248881" y="21666"/>
                </a:lnTo>
                <a:lnTo>
                  <a:pt x="248259" y="22999"/>
                </a:lnTo>
                <a:lnTo>
                  <a:pt x="248259" y="25273"/>
                </a:lnTo>
                <a:lnTo>
                  <a:pt x="247789" y="26593"/>
                </a:lnTo>
                <a:lnTo>
                  <a:pt x="247675" y="27889"/>
                </a:lnTo>
                <a:lnTo>
                  <a:pt x="247764" y="28384"/>
                </a:lnTo>
                <a:lnTo>
                  <a:pt x="247142" y="28359"/>
                </a:lnTo>
                <a:lnTo>
                  <a:pt x="247510" y="27343"/>
                </a:lnTo>
                <a:lnTo>
                  <a:pt x="247396" y="26416"/>
                </a:lnTo>
                <a:lnTo>
                  <a:pt x="247548" y="27241"/>
                </a:lnTo>
                <a:lnTo>
                  <a:pt x="248259" y="25273"/>
                </a:lnTo>
                <a:lnTo>
                  <a:pt x="248259" y="22999"/>
                </a:lnTo>
                <a:lnTo>
                  <a:pt x="248031" y="23482"/>
                </a:lnTo>
                <a:lnTo>
                  <a:pt x="247904" y="23888"/>
                </a:lnTo>
                <a:lnTo>
                  <a:pt x="247764" y="24053"/>
                </a:lnTo>
                <a:lnTo>
                  <a:pt x="247675" y="23266"/>
                </a:lnTo>
                <a:lnTo>
                  <a:pt x="246684" y="20612"/>
                </a:lnTo>
                <a:lnTo>
                  <a:pt x="239166" y="20612"/>
                </a:lnTo>
                <a:lnTo>
                  <a:pt x="237490" y="22542"/>
                </a:lnTo>
                <a:lnTo>
                  <a:pt x="236982" y="24777"/>
                </a:lnTo>
                <a:lnTo>
                  <a:pt x="236689" y="22250"/>
                </a:lnTo>
                <a:lnTo>
                  <a:pt x="234937" y="19926"/>
                </a:lnTo>
                <a:lnTo>
                  <a:pt x="227698" y="19926"/>
                </a:lnTo>
                <a:lnTo>
                  <a:pt x="226580" y="22123"/>
                </a:lnTo>
                <a:lnTo>
                  <a:pt x="226491" y="22542"/>
                </a:lnTo>
                <a:lnTo>
                  <a:pt x="226441" y="22415"/>
                </a:lnTo>
                <a:lnTo>
                  <a:pt x="226390" y="26301"/>
                </a:lnTo>
                <a:lnTo>
                  <a:pt x="225971" y="26263"/>
                </a:lnTo>
                <a:lnTo>
                  <a:pt x="226136" y="25552"/>
                </a:lnTo>
                <a:lnTo>
                  <a:pt x="226199" y="24815"/>
                </a:lnTo>
                <a:lnTo>
                  <a:pt x="226072" y="23799"/>
                </a:lnTo>
                <a:lnTo>
                  <a:pt x="226110" y="23063"/>
                </a:lnTo>
                <a:lnTo>
                  <a:pt x="226123" y="24155"/>
                </a:lnTo>
                <a:lnTo>
                  <a:pt x="226199" y="24815"/>
                </a:lnTo>
                <a:lnTo>
                  <a:pt x="226237" y="25133"/>
                </a:lnTo>
                <a:lnTo>
                  <a:pt x="226352" y="24599"/>
                </a:lnTo>
                <a:lnTo>
                  <a:pt x="226275" y="25438"/>
                </a:lnTo>
                <a:lnTo>
                  <a:pt x="226390" y="26301"/>
                </a:lnTo>
                <a:lnTo>
                  <a:pt x="226390" y="22517"/>
                </a:lnTo>
                <a:lnTo>
                  <a:pt x="226263" y="22021"/>
                </a:lnTo>
                <a:lnTo>
                  <a:pt x="225056" y="19227"/>
                </a:lnTo>
                <a:lnTo>
                  <a:pt x="217208" y="19227"/>
                </a:lnTo>
                <a:lnTo>
                  <a:pt x="216306" y="20624"/>
                </a:lnTo>
                <a:lnTo>
                  <a:pt x="215963" y="19596"/>
                </a:lnTo>
                <a:lnTo>
                  <a:pt x="215493" y="18186"/>
                </a:lnTo>
                <a:lnTo>
                  <a:pt x="215493" y="24053"/>
                </a:lnTo>
                <a:lnTo>
                  <a:pt x="215417" y="24815"/>
                </a:lnTo>
                <a:lnTo>
                  <a:pt x="215265" y="24790"/>
                </a:lnTo>
                <a:lnTo>
                  <a:pt x="215265" y="24587"/>
                </a:lnTo>
                <a:lnTo>
                  <a:pt x="215417" y="24218"/>
                </a:lnTo>
                <a:lnTo>
                  <a:pt x="215493" y="24053"/>
                </a:lnTo>
                <a:lnTo>
                  <a:pt x="215493" y="18186"/>
                </a:lnTo>
                <a:lnTo>
                  <a:pt x="215023" y="16776"/>
                </a:lnTo>
                <a:lnTo>
                  <a:pt x="207987" y="16776"/>
                </a:lnTo>
                <a:lnTo>
                  <a:pt x="206527" y="17983"/>
                </a:lnTo>
                <a:lnTo>
                  <a:pt x="205676" y="19596"/>
                </a:lnTo>
                <a:lnTo>
                  <a:pt x="205295" y="17183"/>
                </a:lnTo>
                <a:lnTo>
                  <a:pt x="203708" y="15024"/>
                </a:lnTo>
                <a:lnTo>
                  <a:pt x="196608" y="15024"/>
                </a:lnTo>
                <a:lnTo>
                  <a:pt x="196202" y="15811"/>
                </a:lnTo>
                <a:lnTo>
                  <a:pt x="196202" y="17233"/>
                </a:lnTo>
                <a:lnTo>
                  <a:pt x="196138" y="17068"/>
                </a:lnTo>
                <a:lnTo>
                  <a:pt x="196202" y="17233"/>
                </a:lnTo>
                <a:lnTo>
                  <a:pt x="196202" y="15811"/>
                </a:lnTo>
                <a:lnTo>
                  <a:pt x="196100" y="16002"/>
                </a:lnTo>
                <a:lnTo>
                  <a:pt x="196024" y="16649"/>
                </a:lnTo>
                <a:lnTo>
                  <a:pt x="195935" y="16332"/>
                </a:lnTo>
                <a:lnTo>
                  <a:pt x="195757" y="16662"/>
                </a:lnTo>
                <a:lnTo>
                  <a:pt x="195770" y="15798"/>
                </a:lnTo>
                <a:lnTo>
                  <a:pt x="195478" y="14820"/>
                </a:lnTo>
                <a:lnTo>
                  <a:pt x="195376" y="14478"/>
                </a:lnTo>
                <a:lnTo>
                  <a:pt x="195376" y="19989"/>
                </a:lnTo>
                <a:lnTo>
                  <a:pt x="195262" y="21386"/>
                </a:lnTo>
                <a:lnTo>
                  <a:pt x="194703" y="21297"/>
                </a:lnTo>
                <a:lnTo>
                  <a:pt x="195059" y="20624"/>
                </a:lnTo>
                <a:lnTo>
                  <a:pt x="194945" y="18821"/>
                </a:lnTo>
                <a:lnTo>
                  <a:pt x="195148" y="20447"/>
                </a:lnTo>
                <a:lnTo>
                  <a:pt x="195376" y="19989"/>
                </a:lnTo>
                <a:lnTo>
                  <a:pt x="195376" y="14478"/>
                </a:lnTo>
                <a:lnTo>
                  <a:pt x="194919" y="12928"/>
                </a:lnTo>
                <a:lnTo>
                  <a:pt x="187833" y="12928"/>
                </a:lnTo>
                <a:lnTo>
                  <a:pt x="186474" y="13690"/>
                </a:lnTo>
                <a:lnTo>
                  <a:pt x="185572" y="14820"/>
                </a:lnTo>
                <a:lnTo>
                  <a:pt x="185343" y="14008"/>
                </a:lnTo>
                <a:lnTo>
                  <a:pt x="184975" y="13208"/>
                </a:lnTo>
                <a:lnTo>
                  <a:pt x="179768" y="8013"/>
                </a:lnTo>
                <a:lnTo>
                  <a:pt x="175463" y="11214"/>
                </a:lnTo>
                <a:lnTo>
                  <a:pt x="175387" y="10871"/>
                </a:lnTo>
                <a:lnTo>
                  <a:pt x="174612" y="7683"/>
                </a:lnTo>
                <a:lnTo>
                  <a:pt x="174459" y="7683"/>
                </a:lnTo>
                <a:lnTo>
                  <a:pt x="174459" y="16840"/>
                </a:lnTo>
                <a:lnTo>
                  <a:pt x="173736" y="16662"/>
                </a:lnTo>
                <a:lnTo>
                  <a:pt x="174294" y="15862"/>
                </a:lnTo>
                <a:lnTo>
                  <a:pt x="174180" y="14439"/>
                </a:lnTo>
                <a:lnTo>
                  <a:pt x="174345" y="15798"/>
                </a:lnTo>
                <a:lnTo>
                  <a:pt x="174459" y="16840"/>
                </a:lnTo>
                <a:lnTo>
                  <a:pt x="174459" y="7683"/>
                </a:lnTo>
                <a:lnTo>
                  <a:pt x="166916" y="7683"/>
                </a:lnTo>
                <a:lnTo>
                  <a:pt x="165315" y="9093"/>
                </a:lnTo>
                <a:lnTo>
                  <a:pt x="164566" y="10871"/>
                </a:lnTo>
                <a:lnTo>
                  <a:pt x="164680" y="9093"/>
                </a:lnTo>
                <a:lnTo>
                  <a:pt x="164617" y="7683"/>
                </a:lnTo>
                <a:lnTo>
                  <a:pt x="164515" y="7505"/>
                </a:lnTo>
                <a:lnTo>
                  <a:pt x="163068" y="4889"/>
                </a:lnTo>
                <a:lnTo>
                  <a:pt x="157060" y="4889"/>
                </a:lnTo>
                <a:lnTo>
                  <a:pt x="155600" y="6019"/>
                </a:lnTo>
                <a:lnTo>
                  <a:pt x="154736" y="7505"/>
                </a:lnTo>
                <a:lnTo>
                  <a:pt x="154736" y="4711"/>
                </a:lnTo>
                <a:lnTo>
                  <a:pt x="154736" y="1168"/>
                </a:lnTo>
                <a:lnTo>
                  <a:pt x="146596" y="317"/>
                </a:lnTo>
                <a:lnTo>
                  <a:pt x="144233" y="4711"/>
                </a:lnTo>
                <a:lnTo>
                  <a:pt x="143903" y="2235"/>
                </a:lnTo>
                <a:lnTo>
                  <a:pt x="142240" y="0"/>
                </a:lnTo>
                <a:lnTo>
                  <a:pt x="136410" y="0"/>
                </a:lnTo>
                <a:lnTo>
                  <a:pt x="134924" y="1168"/>
                </a:lnTo>
                <a:lnTo>
                  <a:pt x="134226" y="2425"/>
                </a:lnTo>
                <a:lnTo>
                  <a:pt x="126123" y="3479"/>
                </a:lnTo>
                <a:lnTo>
                  <a:pt x="73279" y="34290"/>
                </a:lnTo>
                <a:lnTo>
                  <a:pt x="38938" y="107937"/>
                </a:lnTo>
                <a:lnTo>
                  <a:pt x="24574" y="216154"/>
                </a:lnTo>
                <a:lnTo>
                  <a:pt x="0" y="422795"/>
                </a:lnTo>
                <a:lnTo>
                  <a:pt x="121627" y="441921"/>
                </a:lnTo>
                <a:lnTo>
                  <a:pt x="130797" y="391591"/>
                </a:lnTo>
                <a:lnTo>
                  <a:pt x="131114" y="392874"/>
                </a:lnTo>
                <a:lnTo>
                  <a:pt x="144195" y="451104"/>
                </a:lnTo>
                <a:lnTo>
                  <a:pt x="149428" y="475551"/>
                </a:lnTo>
                <a:lnTo>
                  <a:pt x="97116" y="621931"/>
                </a:lnTo>
                <a:lnTo>
                  <a:pt x="145326" y="643978"/>
                </a:lnTo>
                <a:lnTo>
                  <a:pt x="197472" y="658583"/>
                </a:lnTo>
                <a:lnTo>
                  <a:pt x="251548" y="666635"/>
                </a:lnTo>
                <a:lnTo>
                  <a:pt x="305523" y="668985"/>
                </a:lnTo>
                <a:lnTo>
                  <a:pt x="357416" y="666546"/>
                </a:lnTo>
                <a:lnTo>
                  <a:pt x="405180" y="660171"/>
                </a:lnTo>
                <a:lnTo>
                  <a:pt x="446824" y="650760"/>
                </a:lnTo>
                <a:lnTo>
                  <a:pt x="480314" y="639165"/>
                </a:lnTo>
                <a:lnTo>
                  <a:pt x="503643" y="626287"/>
                </a:lnTo>
                <a:lnTo>
                  <a:pt x="453745" y="468439"/>
                </a:lnTo>
                <a:lnTo>
                  <a:pt x="462584" y="403656"/>
                </a:lnTo>
                <a:lnTo>
                  <a:pt x="468896" y="367030"/>
                </a:lnTo>
                <a:lnTo>
                  <a:pt x="484759" y="441096"/>
                </a:lnTo>
                <a:lnTo>
                  <a:pt x="601179" y="422795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1" name="object 501" descr=""/>
          <p:cNvGrpSpPr/>
          <p:nvPr/>
        </p:nvGrpSpPr>
        <p:grpSpPr>
          <a:xfrm>
            <a:off x="10185764" y="4281311"/>
            <a:ext cx="370840" cy="603250"/>
            <a:chOff x="10185764" y="4281311"/>
            <a:chExt cx="370840" cy="603250"/>
          </a:xfrm>
        </p:grpSpPr>
        <p:sp>
          <p:nvSpPr>
            <p:cNvPr id="502" name="object 502" descr=""/>
            <p:cNvSpPr/>
            <p:nvPr/>
          </p:nvSpPr>
          <p:spPr>
            <a:xfrm>
              <a:off x="10185764" y="4281311"/>
              <a:ext cx="370840" cy="603250"/>
            </a:xfrm>
            <a:custGeom>
              <a:avLst/>
              <a:gdLst/>
              <a:ahLst/>
              <a:cxnLst/>
              <a:rect l="l" t="t" r="r" b="b"/>
              <a:pathLst>
                <a:path w="370840" h="603250">
                  <a:moveTo>
                    <a:pt x="118249" y="4167"/>
                  </a:moveTo>
                  <a:lnTo>
                    <a:pt x="113421" y="4167"/>
                  </a:lnTo>
                  <a:lnTo>
                    <a:pt x="97613" y="32219"/>
                  </a:lnTo>
                  <a:lnTo>
                    <a:pt x="62275" y="95974"/>
                  </a:lnTo>
                  <a:lnTo>
                    <a:pt x="25537" y="164832"/>
                  </a:lnTo>
                  <a:lnTo>
                    <a:pt x="5529" y="208192"/>
                  </a:lnTo>
                  <a:lnTo>
                    <a:pt x="0" y="236465"/>
                  </a:lnTo>
                  <a:lnTo>
                    <a:pt x="1585" y="250015"/>
                  </a:lnTo>
                  <a:lnTo>
                    <a:pt x="6147" y="271028"/>
                  </a:lnTo>
                  <a:lnTo>
                    <a:pt x="19954" y="311812"/>
                  </a:lnTo>
                  <a:lnTo>
                    <a:pt x="27309" y="357626"/>
                  </a:lnTo>
                  <a:lnTo>
                    <a:pt x="30690" y="437465"/>
                  </a:lnTo>
                  <a:lnTo>
                    <a:pt x="32576" y="580327"/>
                  </a:lnTo>
                  <a:lnTo>
                    <a:pt x="41637" y="581779"/>
                  </a:lnTo>
                  <a:lnTo>
                    <a:pt x="67277" y="587701"/>
                  </a:lnTo>
                  <a:lnTo>
                    <a:pt x="107193" y="595136"/>
                  </a:lnTo>
                  <a:lnTo>
                    <a:pt x="159082" y="601131"/>
                  </a:lnTo>
                  <a:lnTo>
                    <a:pt x="220644" y="602729"/>
                  </a:lnTo>
                  <a:lnTo>
                    <a:pt x="289574" y="596975"/>
                  </a:lnTo>
                  <a:lnTo>
                    <a:pt x="363571" y="580914"/>
                  </a:lnTo>
                  <a:lnTo>
                    <a:pt x="359260" y="556074"/>
                  </a:lnTo>
                  <a:lnTo>
                    <a:pt x="352664" y="481431"/>
                  </a:lnTo>
                  <a:lnTo>
                    <a:pt x="353292" y="356797"/>
                  </a:lnTo>
                  <a:lnTo>
                    <a:pt x="370649" y="181983"/>
                  </a:lnTo>
                  <a:lnTo>
                    <a:pt x="370480" y="162135"/>
                  </a:lnTo>
                  <a:lnTo>
                    <a:pt x="356709" y="98075"/>
                  </a:lnTo>
                  <a:lnTo>
                    <a:pt x="343058" y="59998"/>
                  </a:lnTo>
                  <a:lnTo>
                    <a:pt x="322910" y="15727"/>
                  </a:lnTo>
                  <a:lnTo>
                    <a:pt x="193367" y="15727"/>
                  </a:lnTo>
                  <a:lnTo>
                    <a:pt x="180184" y="15612"/>
                  </a:lnTo>
                  <a:lnTo>
                    <a:pt x="180578" y="14083"/>
                  </a:lnTo>
                  <a:lnTo>
                    <a:pt x="144091" y="14083"/>
                  </a:lnTo>
                  <a:lnTo>
                    <a:pt x="143410" y="14041"/>
                  </a:lnTo>
                  <a:lnTo>
                    <a:pt x="143828" y="12942"/>
                  </a:lnTo>
                  <a:lnTo>
                    <a:pt x="143664" y="11832"/>
                  </a:lnTo>
                  <a:lnTo>
                    <a:pt x="119756" y="11832"/>
                  </a:lnTo>
                  <a:lnTo>
                    <a:pt x="119376" y="11787"/>
                  </a:lnTo>
                  <a:lnTo>
                    <a:pt x="119494" y="11015"/>
                  </a:lnTo>
                  <a:lnTo>
                    <a:pt x="119396" y="9137"/>
                  </a:lnTo>
                  <a:lnTo>
                    <a:pt x="119435" y="8324"/>
                  </a:lnTo>
                  <a:lnTo>
                    <a:pt x="119739" y="7758"/>
                  </a:lnTo>
                  <a:lnTo>
                    <a:pt x="119685" y="7308"/>
                  </a:lnTo>
                  <a:lnTo>
                    <a:pt x="118249" y="4167"/>
                  </a:lnTo>
                  <a:close/>
                </a:path>
                <a:path w="370840" h="603250">
                  <a:moveTo>
                    <a:pt x="205031" y="7947"/>
                  </a:moveTo>
                  <a:lnTo>
                    <a:pt x="195293" y="7947"/>
                  </a:lnTo>
                  <a:lnTo>
                    <a:pt x="193707" y="11521"/>
                  </a:lnTo>
                  <a:lnTo>
                    <a:pt x="193969" y="12072"/>
                  </a:lnTo>
                  <a:lnTo>
                    <a:pt x="193991" y="12784"/>
                  </a:lnTo>
                  <a:lnTo>
                    <a:pt x="193864" y="13999"/>
                  </a:lnTo>
                  <a:lnTo>
                    <a:pt x="194330" y="15716"/>
                  </a:lnTo>
                  <a:lnTo>
                    <a:pt x="193367" y="15727"/>
                  </a:lnTo>
                  <a:lnTo>
                    <a:pt x="322910" y="15727"/>
                  </a:lnTo>
                  <a:lnTo>
                    <a:pt x="206057" y="15601"/>
                  </a:lnTo>
                  <a:lnTo>
                    <a:pt x="206262" y="14797"/>
                  </a:lnTo>
                  <a:lnTo>
                    <a:pt x="206147" y="13800"/>
                  </a:lnTo>
                  <a:lnTo>
                    <a:pt x="205689" y="12334"/>
                  </a:lnTo>
                  <a:lnTo>
                    <a:pt x="205732" y="11779"/>
                  </a:lnTo>
                  <a:lnTo>
                    <a:pt x="206228" y="10613"/>
                  </a:lnTo>
                  <a:lnTo>
                    <a:pt x="205031" y="7947"/>
                  </a:lnTo>
                  <a:close/>
                </a:path>
                <a:path w="370840" h="603250">
                  <a:moveTo>
                    <a:pt x="192183" y="8324"/>
                  </a:moveTo>
                  <a:lnTo>
                    <a:pt x="182372" y="8324"/>
                  </a:lnTo>
                  <a:lnTo>
                    <a:pt x="181037" y="11067"/>
                  </a:lnTo>
                  <a:lnTo>
                    <a:pt x="180927" y="11832"/>
                  </a:lnTo>
                  <a:lnTo>
                    <a:pt x="181052" y="12240"/>
                  </a:lnTo>
                  <a:lnTo>
                    <a:pt x="180925" y="12732"/>
                  </a:lnTo>
                  <a:lnTo>
                    <a:pt x="180804" y="13999"/>
                  </a:lnTo>
                  <a:lnTo>
                    <a:pt x="181116" y="15622"/>
                  </a:lnTo>
                  <a:lnTo>
                    <a:pt x="193389" y="15622"/>
                  </a:lnTo>
                  <a:lnTo>
                    <a:pt x="193725" y="14041"/>
                  </a:lnTo>
                  <a:lnTo>
                    <a:pt x="193672" y="13288"/>
                  </a:lnTo>
                  <a:lnTo>
                    <a:pt x="193410" y="12324"/>
                  </a:lnTo>
                  <a:lnTo>
                    <a:pt x="193462" y="12072"/>
                  </a:lnTo>
                  <a:lnTo>
                    <a:pt x="193707" y="11521"/>
                  </a:lnTo>
                  <a:lnTo>
                    <a:pt x="192183" y="8324"/>
                  </a:lnTo>
                  <a:close/>
                </a:path>
                <a:path w="370840" h="603250">
                  <a:moveTo>
                    <a:pt x="217387" y="7570"/>
                  </a:moveTo>
                  <a:lnTo>
                    <a:pt x="207523" y="7570"/>
                  </a:lnTo>
                  <a:lnTo>
                    <a:pt x="206405" y="10198"/>
                  </a:lnTo>
                  <a:lnTo>
                    <a:pt x="206286" y="10711"/>
                  </a:lnTo>
                  <a:lnTo>
                    <a:pt x="206794" y="11832"/>
                  </a:lnTo>
                  <a:lnTo>
                    <a:pt x="206913" y="12240"/>
                  </a:lnTo>
                  <a:lnTo>
                    <a:pt x="206581" y="13543"/>
                  </a:lnTo>
                  <a:lnTo>
                    <a:pt x="206459" y="14797"/>
                  </a:lnTo>
                  <a:lnTo>
                    <a:pt x="206707" y="15591"/>
                  </a:lnTo>
                  <a:lnTo>
                    <a:pt x="206057" y="15601"/>
                  </a:lnTo>
                  <a:lnTo>
                    <a:pt x="322844" y="15601"/>
                  </a:lnTo>
                  <a:lnTo>
                    <a:pt x="322674" y="15277"/>
                  </a:lnTo>
                  <a:lnTo>
                    <a:pt x="218392" y="15277"/>
                  </a:lnTo>
                  <a:lnTo>
                    <a:pt x="219159" y="12324"/>
                  </a:lnTo>
                  <a:lnTo>
                    <a:pt x="219162" y="11521"/>
                  </a:lnTo>
                  <a:lnTo>
                    <a:pt x="217387" y="7570"/>
                  </a:lnTo>
                  <a:close/>
                </a:path>
                <a:path w="370840" h="603250">
                  <a:moveTo>
                    <a:pt x="219282" y="5057"/>
                  </a:moveTo>
                  <a:lnTo>
                    <a:pt x="219364" y="14229"/>
                  </a:lnTo>
                  <a:lnTo>
                    <a:pt x="219711" y="15214"/>
                  </a:lnTo>
                  <a:lnTo>
                    <a:pt x="218392" y="15277"/>
                  </a:lnTo>
                  <a:lnTo>
                    <a:pt x="322674" y="15277"/>
                  </a:lnTo>
                  <a:lnTo>
                    <a:pt x="322423" y="14797"/>
                  </a:lnTo>
                  <a:lnTo>
                    <a:pt x="231711" y="14711"/>
                  </a:lnTo>
                  <a:lnTo>
                    <a:pt x="231837" y="14229"/>
                  </a:lnTo>
                  <a:lnTo>
                    <a:pt x="231938" y="13999"/>
                  </a:lnTo>
                  <a:lnTo>
                    <a:pt x="232025" y="13288"/>
                  </a:lnTo>
                  <a:lnTo>
                    <a:pt x="230653" y="11067"/>
                  </a:lnTo>
                  <a:lnTo>
                    <a:pt x="231961" y="6509"/>
                  </a:lnTo>
                  <a:lnTo>
                    <a:pt x="232025" y="5078"/>
                  </a:lnTo>
                  <a:lnTo>
                    <a:pt x="219282" y="5057"/>
                  </a:lnTo>
                  <a:close/>
                </a:path>
                <a:path w="370840" h="603250">
                  <a:moveTo>
                    <a:pt x="241564" y="5298"/>
                  </a:moveTo>
                  <a:lnTo>
                    <a:pt x="232308" y="5298"/>
                  </a:lnTo>
                  <a:lnTo>
                    <a:pt x="232077" y="6104"/>
                  </a:lnTo>
                  <a:lnTo>
                    <a:pt x="232025" y="13288"/>
                  </a:lnTo>
                  <a:lnTo>
                    <a:pt x="232852" y="14627"/>
                  </a:lnTo>
                  <a:lnTo>
                    <a:pt x="231711" y="14711"/>
                  </a:lnTo>
                  <a:lnTo>
                    <a:pt x="322321" y="14711"/>
                  </a:lnTo>
                  <a:lnTo>
                    <a:pt x="320236" y="12942"/>
                  </a:lnTo>
                  <a:lnTo>
                    <a:pt x="255627" y="12942"/>
                  </a:lnTo>
                  <a:lnTo>
                    <a:pt x="256420" y="10904"/>
                  </a:lnTo>
                  <a:lnTo>
                    <a:pt x="255909" y="10198"/>
                  </a:lnTo>
                  <a:lnTo>
                    <a:pt x="243847" y="10198"/>
                  </a:lnTo>
                  <a:lnTo>
                    <a:pt x="243412" y="7605"/>
                  </a:lnTo>
                  <a:lnTo>
                    <a:pt x="241564" y="5298"/>
                  </a:lnTo>
                  <a:close/>
                </a:path>
                <a:path w="370840" h="603250">
                  <a:moveTo>
                    <a:pt x="206235" y="10598"/>
                  </a:moveTo>
                  <a:lnTo>
                    <a:pt x="205732" y="11779"/>
                  </a:lnTo>
                  <a:lnTo>
                    <a:pt x="205689" y="12334"/>
                  </a:lnTo>
                  <a:lnTo>
                    <a:pt x="206350" y="14450"/>
                  </a:lnTo>
                  <a:lnTo>
                    <a:pt x="206913" y="12240"/>
                  </a:lnTo>
                  <a:lnTo>
                    <a:pt x="206794" y="11832"/>
                  </a:lnTo>
                  <a:lnTo>
                    <a:pt x="206235" y="10598"/>
                  </a:lnTo>
                  <a:close/>
                </a:path>
                <a:path w="370840" h="603250">
                  <a:moveTo>
                    <a:pt x="153274" y="6816"/>
                  </a:moveTo>
                  <a:lnTo>
                    <a:pt x="145379" y="6816"/>
                  </a:lnTo>
                  <a:lnTo>
                    <a:pt x="144231" y="9137"/>
                  </a:lnTo>
                  <a:lnTo>
                    <a:pt x="144638" y="10177"/>
                  </a:lnTo>
                  <a:lnTo>
                    <a:pt x="144720" y="10598"/>
                  </a:lnTo>
                  <a:lnTo>
                    <a:pt x="143908" y="12732"/>
                  </a:lnTo>
                  <a:lnTo>
                    <a:pt x="143865" y="12889"/>
                  </a:lnTo>
                  <a:lnTo>
                    <a:pt x="144091" y="14083"/>
                  </a:lnTo>
                  <a:lnTo>
                    <a:pt x="180578" y="14083"/>
                  </a:lnTo>
                  <a:lnTo>
                    <a:pt x="180669" y="13728"/>
                  </a:lnTo>
                  <a:lnTo>
                    <a:pt x="180561" y="12732"/>
                  </a:lnTo>
                  <a:lnTo>
                    <a:pt x="180485" y="12334"/>
                  </a:lnTo>
                  <a:lnTo>
                    <a:pt x="167661" y="12334"/>
                  </a:lnTo>
                  <a:lnTo>
                    <a:pt x="167563" y="11015"/>
                  </a:lnTo>
                  <a:lnTo>
                    <a:pt x="155745" y="11015"/>
                  </a:lnTo>
                  <a:lnTo>
                    <a:pt x="155085" y="8743"/>
                  </a:lnTo>
                  <a:lnTo>
                    <a:pt x="153274" y="6816"/>
                  </a:lnTo>
                  <a:close/>
                </a:path>
                <a:path w="370840" h="603250">
                  <a:moveTo>
                    <a:pt x="193707" y="11521"/>
                  </a:moveTo>
                  <a:lnTo>
                    <a:pt x="193462" y="12072"/>
                  </a:lnTo>
                  <a:lnTo>
                    <a:pt x="193410" y="12324"/>
                  </a:lnTo>
                  <a:lnTo>
                    <a:pt x="193791" y="13728"/>
                  </a:lnTo>
                  <a:lnTo>
                    <a:pt x="194002" y="12732"/>
                  </a:lnTo>
                  <a:lnTo>
                    <a:pt x="193969" y="12072"/>
                  </a:lnTo>
                  <a:lnTo>
                    <a:pt x="193707" y="11521"/>
                  </a:lnTo>
                  <a:close/>
                </a:path>
                <a:path w="370840" h="603250">
                  <a:moveTo>
                    <a:pt x="180801" y="11553"/>
                  </a:moveTo>
                  <a:lnTo>
                    <a:pt x="180691" y="11779"/>
                  </a:lnTo>
                  <a:lnTo>
                    <a:pt x="180591" y="12889"/>
                  </a:lnTo>
                  <a:lnTo>
                    <a:pt x="180717" y="13543"/>
                  </a:lnTo>
                  <a:lnTo>
                    <a:pt x="181052" y="12240"/>
                  </a:lnTo>
                  <a:lnTo>
                    <a:pt x="180927" y="11832"/>
                  </a:lnTo>
                  <a:lnTo>
                    <a:pt x="180801" y="11553"/>
                  </a:lnTo>
                  <a:close/>
                </a:path>
                <a:path w="370840" h="603250">
                  <a:moveTo>
                    <a:pt x="232025" y="6284"/>
                  </a:moveTo>
                  <a:lnTo>
                    <a:pt x="230653" y="11067"/>
                  </a:lnTo>
                  <a:lnTo>
                    <a:pt x="232025" y="13288"/>
                  </a:lnTo>
                  <a:lnTo>
                    <a:pt x="232025" y="6284"/>
                  </a:lnTo>
                  <a:close/>
                </a:path>
                <a:path w="370840" h="603250">
                  <a:moveTo>
                    <a:pt x="266160" y="3036"/>
                  </a:moveTo>
                  <a:lnTo>
                    <a:pt x="256789" y="3036"/>
                  </a:lnTo>
                  <a:lnTo>
                    <a:pt x="256109" y="5675"/>
                  </a:lnTo>
                  <a:lnTo>
                    <a:pt x="256013" y="6816"/>
                  </a:lnTo>
                  <a:lnTo>
                    <a:pt x="256910" y="9137"/>
                  </a:lnTo>
                  <a:lnTo>
                    <a:pt x="256968" y="9497"/>
                  </a:lnTo>
                  <a:lnTo>
                    <a:pt x="256581" y="10491"/>
                  </a:lnTo>
                  <a:lnTo>
                    <a:pt x="256538" y="11067"/>
                  </a:lnTo>
                  <a:lnTo>
                    <a:pt x="257742" y="12732"/>
                  </a:lnTo>
                  <a:lnTo>
                    <a:pt x="257061" y="12784"/>
                  </a:lnTo>
                  <a:lnTo>
                    <a:pt x="256318" y="12889"/>
                  </a:lnTo>
                  <a:lnTo>
                    <a:pt x="255627" y="12942"/>
                  </a:lnTo>
                  <a:lnTo>
                    <a:pt x="320236" y="12942"/>
                  </a:lnTo>
                  <a:lnTo>
                    <a:pt x="315337" y="8785"/>
                  </a:lnTo>
                  <a:lnTo>
                    <a:pt x="292149" y="8785"/>
                  </a:lnTo>
                  <a:lnTo>
                    <a:pt x="292283" y="7758"/>
                  </a:lnTo>
                  <a:lnTo>
                    <a:pt x="268495" y="7758"/>
                  </a:lnTo>
                  <a:lnTo>
                    <a:pt x="267993" y="5256"/>
                  </a:lnTo>
                  <a:lnTo>
                    <a:pt x="266160" y="3036"/>
                  </a:lnTo>
                  <a:close/>
                </a:path>
                <a:path w="370840" h="603250">
                  <a:moveTo>
                    <a:pt x="144231" y="9137"/>
                  </a:moveTo>
                  <a:lnTo>
                    <a:pt x="143561" y="10491"/>
                  </a:lnTo>
                  <a:lnTo>
                    <a:pt x="143489" y="10904"/>
                  </a:lnTo>
                  <a:lnTo>
                    <a:pt x="143859" y="12861"/>
                  </a:lnTo>
                  <a:lnTo>
                    <a:pt x="144720" y="10598"/>
                  </a:lnTo>
                  <a:lnTo>
                    <a:pt x="144638" y="10177"/>
                  </a:lnTo>
                  <a:lnTo>
                    <a:pt x="144231" y="9137"/>
                  </a:lnTo>
                  <a:close/>
                </a:path>
                <a:path w="370840" h="603250">
                  <a:moveTo>
                    <a:pt x="179168" y="7947"/>
                  </a:moveTo>
                  <a:lnTo>
                    <a:pt x="170195" y="7947"/>
                  </a:lnTo>
                  <a:lnTo>
                    <a:pt x="168278" y="9968"/>
                  </a:lnTo>
                  <a:lnTo>
                    <a:pt x="167661" y="12334"/>
                  </a:lnTo>
                  <a:lnTo>
                    <a:pt x="180485" y="12334"/>
                  </a:lnTo>
                  <a:lnTo>
                    <a:pt x="180548" y="12072"/>
                  </a:lnTo>
                  <a:lnTo>
                    <a:pt x="180691" y="11779"/>
                  </a:lnTo>
                  <a:lnTo>
                    <a:pt x="180786" y="11521"/>
                  </a:lnTo>
                  <a:lnTo>
                    <a:pt x="179168" y="7947"/>
                  </a:lnTo>
                  <a:close/>
                </a:path>
                <a:path w="370840" h="603250">
                  <a:moveTo>
                    <a:pt x="129494" y="4921"/>
                  </a:moveTo>
                  <a:lnTo>
                    <a:pt x="121264" y="4921"/>
                  </a:lnTo>
                  <a:lnTo>
                    <a:pt x="119981" y="7308"/>
                  </a:lnTo>
                  <a:lnTo>
                    <a:pt x="119891" y="7758"/>
                  </a:lnTo>
                  <a:lnTo>
                    <a:pt x="119977" y="7947"/>
                  </a:lnTo>
                  <a:lnTo>
                    <a:pt x="120069" y="8680"/>
                  </a:lnTo>
                  <a:lnTo>
                    <a:pt x="119752" y="9968"/>
                  </a:lnTo>
                  <a:lnTo>
                    <a:pt x="119632" y="10904"/>
                  </a:lnTo>
                  <a:lnTo>
                    <a:pt x="119756" y="11832"/>
                  </a:lnTo>
                  <a:lnTo>
                    <a:pt x="143664" y="11832"/>
                  </a:lnTo>
                  <a:lnTo>
                    <a:pt x="143489" y="10904"/>
                  </a:lnTo>
                  <a:lnTo>
                    <a:pt x="143561" y="10491"/>
                  </a:lnTo>
                  <a:lnTo>
                    <a:pt x="143716" y="10177"/>
                  </a:lnTo>
                  <a:lnTo>
                    <a:pt x="131819" y="10177"/>
                  </a:lnTo>
                  <a:lnTo>
                    <a:pt x="131494" y="7444"/>
                  </a:lnTo>
                  <a:lnTo>
                    <a:pt x="129494" y="4921"/>
                  </a:lnTo>
                  <a:close/>
                </a:path>
                <a:path w="370840" h="603250">
                  <a:moveTo>
                    <a:pt x="165441" y="6816"/>
                  </a:moveTo>
                  <a:lnTo>
                    <a:pt x="158331" y="6816"/>
                  </a:lnTo>
                  <a:lnTo>
                    <a:pt x="156425" y="8722"/>
                  </a:lnTo>
                  <a:lnTo>
                    <a:pt x="155745" y="11015"/>
                  </a:lnTo>
                  <a:lnTo>
                    <a:pt x="167563" y="11015"/>
                  </a:lnTo>
                  <a:lnTo>
                    <a:pt x="167451" y="9497"/>
                  </a:lnTo>
                  <a:lnTo>
                    <a:pt x="165441" y="6816"/>
                  </a:lnTo>
                  <a:close/>
                </a:path>
                <a:path w="370840" h="603250">
                  <a:moveTo>
                    <a:pt x="255894" y="6509"/>
                  </a:moveTo>
                  <a:lnTo>
                    <a:pt x="255197" y="9214"/>
                  </a:lnTo>
                  <a:lnTo>
                    <a:pt x="256420" y="10904"/>
                  </a:lnTo>
                  <a:lnTo>
                    <a:pt x="256968" y="9497"/>
                  </a:lnTo>
                  <a:lnTo>
                    <a:pt x="256910" y="9137"/>
                  </a:lnTo>
                  <a:lnTo>
                    <a:pt x="255894" y="6509"/>
                  </a:lnTo>
                  <a:close/>
                </a:path>
                <a:path w="370840" h="603250">
                  <a:moveTo>
                    <a:pt x="119821" y="7605"/>
                  </a:moveTo>
                  <a:lnTo>
                    <a:pt x="119435" y="8324"/>
                  </a:lnTo>
                  <a:lnTo>
                    <a:pt x="119396" y="9137"/>
                  </a:lnTo>
                  <a:lnTo>
                    <a:pt x="119593" y="10613"/>
                  </a:lnTo>
                  <a:lnTo>
                    <a:pt x="120149" y="8324"/>
                  </a:lnTo>
                  <a:lnTo>
                    <a:pt x="119821" y="7605"/>
                  </a:lnTo>
                  <a:close/>
                </a:path>
                <a:path w="370840" h="603250">
                  <a:moveTo>
                    <a:pt x="255134" y="4544"/>
                  </a:moveTo>
                  <a:lnTo>
                    <a:pt x="246025" y="4544"/>
                  </a:lnTo>
                  <a:lnTo>
                    <a:pt x="244025" y="7308"/>
                  </a:lnTo>
                  <a:lnTo>
                    <a:pt x="243847" y="10198"/>
                  </a:lnTo>
                  <a:lnTo>
                    <a:pt x="255909" y="10198"/>
                  </a:lnTo>
                  <a:lnTo>
                    <a:pt x="255326" y="9392"/>
                  </a:lnTo>
                  <a:lnTo>
                    <a:pt x="255427" y="8324"/>
                  </a:lnTo>
                  <a:lnTo>
                    <a:pt x="255815" y="6816"/>
                  </a:lnTo>
                  <a:lnTo>
                    <a:pt x="255738" y="6104"/>
                  </a:lnTo>
                  <a:lnTo>
                    <a:pt x="255134" y="4544"/>
                  </a:lnTo>
                  <a:close/>
                </a:path>
                <a:path w="370840" h="603250">
                  <a:moveTo>
                    <a:pt x="142876" y="5675"/>
                  </a:moveTo>
                  <a:lnTo>
                    <a:pt x="134321" y="5675"/>
                  </a:lnTo>
                  <a:lnTo>
                    <a:pt x="132405" y="7758"/>
                  </a:lnTo>
                  <a:lnTo>
                    <a:pt x="131819" y="10177"/>
                  </a:lnTo>
                  <a:lnTo>
                    <a:pt x="143716" y="10177"/>
                  </a:lnTo>
                  <a:lnTo>
                    <a:pt x="144231" y="9137"/>
                  </a:lnTo>
                  <a:lnTo>
                    <a:pt x="142876" y="5675"/>
                  </a:lnTo>
                  <a:close/>
                </a:path>
                <a:path w="370840" h="603250">
                  <a:moveTo>
                    <a:pt x="303060" y="0"/>
                  </a:moveTo>
                  <a:lnTo>
                    <a:pt x="293154" y="0"/>
                  </a:lnTo>
                  <a:lnTo>
                    <a:pt x="291826" y="3738"/>
                  </a:lnTo>
                  <a:lnTo>
                    <a:pt x="291860" y="4167"/>
                  </a:lnTo>
                  <a:lnTo>
                    <a:pt x="292337" y="5057"/>
                  </a:lnTo>
                  <a:lnTo>
                    <a:pt x="292455" y="7570"/>
                  </a:lnTo>
                  <a:lnTo>
                    <a:pt x="292795" y="8324"/>
                  </a:lnTo>
                  <a:lnTo>
                    <a:pt x="292922" y="8685"/>
                  </a:lnTo>
                  <a:lnTo>
                    <a:pt x="292421" y="8764"/>
                  </a:lnTo>
                  <a:lnTo>
                    <a:pt x="292149" y="8785"/>
                  </a:lnTo>
                  <a:lnTo>
                    <a:pt x="315337" y="8785"/>
                  </a:lnTo>
                  <a:lnTo>
                    <a:pt x="306148" y="7067"/>
                  </a:lnTo>
                  <a:lnTo>
                    <a:pt x="304463" y="7067"/>
                  </a:lnTo>
                  <a:lnTo>
                    <a:pt x="304986" y="3738"/>
                  </a:lnTo>
                  <a:lnTo>
                    <a:pt x="303060" y="0"/>
                  </a:lnTo>
                  <a:close/>
                </a:path>
                <a:path w="370840" h="603250">
                  <a:moveTo>
                    <a:pt x="277846" y="1895"/>
                  </a:moveTo>
                  <a:lnTo>
                    <a:pt x="270600" y="1895"/>
                  </a:lnTo>
                  <a:lnTo>
                    <a:pt x="268579" y="4806"/>
                  </a:lnTo>
                  <a:lnTo>
                    <a:pt x="268495" y="7758"/>
                  </a:lnTo>
                  <a:lnTo>
                    <a:pt x="292283" y="7758"/>
                  </a:lnTo>
                  <a:lnTo>
                    <a:pt x="292168" y="6931"/>
                  </a:lnTo>
                  <a:lnTo>
                    <a:pt x="291795" y="6104"/>
                  </a:lnTo>
                  <a:lnTo>
                    <a:pt x="280317" y="6104"/>
                  </a:lnTo>
                  <a:lnTo>
                    <a:pt x="279637" y="3811"/>
                  </a:lnTo>
                  <a:lnTo>
                    <a:pt x="277846" y="1895"/>
                  </a:lnTo>
                  <a:close/>
                </a:path>
                <a:path w="370840" h="603250">
                  <a:moveTo>
                    <a:pt x="291748" y="3958"/>
                  </a:moveTo>
                  <a:lnTo>
                    <a:pt x="291540" y="4544"/>
                  </a:lnTo>
                  <a:lnTo>
                    <a:pt x="291413" y="5256"/>
                  </a:lnTo>
                  <a:lnTo>
                    <a:pt x="292341" y="7316"/>
                  </a:lnTo>
                  <a:lnTo>
                    <a:pt x="292556" y="5675"/>
                  </a:lnTo>
                  <a:lnTo>
                    <a:pt x="292444" y="5256"/>
                  </a:lnTo>
                  <a:lnTo>
                    <a:pt x="291748" y="3958"/>
                  </a:lnTo>
                  <a:close/>
                </a:path>
                <a:path w="370840" h="603250">
                  <a:moveTo>
                    <a:pt x="305384" y="6931"/>
                  </a:moveTo>
                  <a:lnTo>
                    <a:pt x="304463" y="7067"/>
                  </a:lnTo>
                  <a:lnTo>
                    <a:pt x="306148" y="7067"/>
                  </a:lnTo>
                  <a:lnTo>
                    <a:pt x="305384" y="6931"/>
                  </a:lnTo>
                  <a:close/>
                </a:path>
                <a:path w="370840" h="603250">
                  <a:moveTo>
                    <a:pt x="290641" y="1895"/>
                  </a:moveTo>
                  <a:lnTo>
                    <a:pt x="282903" y="1895"/>
                  </a:lnTo>
                  <a:lnTo>
                    <a:pt x="280997" y="3811"/>
                  </a:lnTo>
                  <a:lnTo>
                    <a:pt x="280317" y="6104"/>
                  </a:lnTo>
                  <a:lnTo>
                    <a:pt x="291795" y="6104"/>
                  </a:lnTo>
                  <a:lnTo>
                    <a:pt x="291413" y="5256"/>
                  </a:lnTo>
                  <a:lnTo>
                    <a:pt x="291540" y="4544"/>
                  </a:lnTo>
                  <a:lnTo>
                    <a:pt x="291674" y="4167"/>
                  </a:lnTo>
                  <a:lnTo>
                    <a:pt x="291629" y="3738"/>
                  </a:lnTo>
                  <a:lnTo>
                    <a:pt x="290641" y="1895"/>
                  </a:lnTo>
                  <a:close/>
                </a:path>
              </a:pathLst>
            </a:custGeom>
            <a:solidFill>
              <a:srgbClr val="3A2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3" name="object 503" descr=""/>
            <p:cNvSpPr/>
            <p:nvPr/>
          </p:nvSpPr>
          <p:spPr>
            <a:xfrm>
              <a:off x="10315720" y="4316665"/>
              <a:ext cx="175895" cy="461645"/>
            </a:xfrm>
            <a:custGeom>
              <a:avLst/>
              <a:gdLst/>
              <a:ahLst/>
              <a:cxnLst/>
              <a:rect l="l" t="t" r="r" b="b"/>
              <a:pathLst>
                <a:path w="175895" h="461645">
                  <a:moveTo>
                    <a:pt x="71593" y="0"/>
                  </a:moveTo>
                  <a:lnTo>
                    <a:pt x="30370" y="14558"/>
                  </a:lnTo>
                  <a:lnTo>
                    <a:pt x="1074" y="99903"/>
                  </a:lnTo>
                  <a:lnTo>
                    <a:pt x="0" y="251694"/>
                  </a:lnTo>
                  <a:lnTo>
                    <a:pt x="11113" y="396568"/>
                  </a:lnTo>
                  <a:lnTo>
                    <a:pt x="18381" y="461162"/>
                  </a:lnTo>
                  <a:lnTo>
                    <a:pt x="146649" y="461162"/>
                  </a:lnTo>
                  <a:lnTo>
                    <a:pt x="167480" y="235403"/>
                  </a:lnTo>
                  <a:lnTo>
                    <a:pt x="175355" y="114912"/>
                  </a:lnTo>
                  <a:lnTo>
                    <a:pt x="171113" y="58977"/>
                  </a:lnTo>
                  <a:lnTo>
                    <a:pt x="155592" y="26882"/>
                  </a:lnTo>
                  <a:lnTo>
                    <a:pt x="138128" y="11185"/>
                  </a:lnTo>
                  <a:lnTo>
                    <a:pt x="108821" y="549"/>
                  </a:lnTo>
                  <a:lnTo>
                    <a:pt x="71593" y="0"/>
                  </a:lnTo>
                  <a:close/>
                </a:path>
              </a:pathLst>
            </a:custGeom>
            <a:solidFill>
              <a:srgbClr val="2B222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4" name="object 504" descr=""/>
          <p:cNvSpPr/>
          <p:nvPr/>
        </p:nvSpPr>
        <p:spPr>
          <a:xfrm>
            <a:off x="3537293" y="4464195"/>
            <a:ext cx="170180" cy="597535"/>
          </a:xfrm>
          <a:custGeom>
            <a:avLst/>
            <a:gdLst/>
            <a:ahLst/>
            <a:cxnLst/>
            <a:rect l="l" t="t" r="r" b="b"/>
            <a:pathLst>
              <a:path w="170179" h="597535">
                <a:moveTo>
                  <a:pt x="170167" y="592277"/>
                </a:moveTo>
                <a:lnTo>
                  <a:pt x="164261" y="552208"/>
                </a:lnTo>
                <a:lnTo>
                  <a:pt x="158000" y="511873"/>
                </a:lnTo>
                <a:lnTo>
                  <a:pt x="150495" y="466686"/>
                </a:lnTo>
                <a:lnTo>
                  <a:pt x="144246" y="430479"/>
                </a:lnTo>
                <a:lnTo>
                  <a:pt x="127520" y="330885"/>
                </a:lnTo>
                <a:lnTo>
                  <a:pt x="124574" y="327926"/>
                </a:lnTo>
                <a:lnTo>
                  <a:pt x="111277" y="226999"/>
                </a:lnTo>
                <a:lnTo>
                  <a:pt x="99504" y="143725"/>
                </a:lnTo>
                <a:lnTo>
                  <a:pt x="89585" y="84074"/>
                </a:lnTo>
                <a:lnTo>
                  <a:pt x="78917" y="36677"/>
                </a:lnTo>
                <a:lnTo>
                  <a:pt x="66141" y="0"/>
                </a:lnTo>
                <a:lnTo>
                  <a:pt x="22758" y="9398"/>
                </a:lnTo>
                <a:lnTo>
                  <a:pt x="3644" y="45796"/>
                </a:lnTo>
                <a:lnTo>
                  <a:pt x="0" y="89852"/>
                </a:lnTo>
                <a:lnTo>
                  <a:pt x="3009" y="122186"/>
                </a:lnTo>
                <a:lnTo>
                  <a:pt x="41871" y="349288"/>
                </a:lnTo>
                <a:lnTo>
                  <a:pt x="42646" y="349618"/>
                </a:lnTo>
                <a:lnTo>
                  <a:pt x="42354" y="350735"/>
                </a:lnTo>
                <a:lnTo>
                  <a:pt x="107403" y="597369"/>
                </a:lnTo>
                <a:lnTo>
                  <a:pt x="170167" y="592277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5" name="object 505" descr=""/>
          <p:cNvGrpSpPr/>
          <p:nvPr/>
        </p:nvGrpSpPr>
        <p:grpSpPr>
          <a:xfrm>
            <a:off x="3153617" y="4409270"/>
            <a:ext cx="479425" cy="784225"/>
            <a:chOff x="3153617" y="4409270"/>
            <a:chExt cx="479425" cy="784225"/>
          </a:xfrm>
        </p:grpSpPr>
        <p:sp>
          <p:nvSpPr>
            <p:cNvPr id="506" name="object 506" descr=""/>
            <p:cNvSpPr/>
            <p:nvPr/>
          </p:nvSpPr>
          <p:spPr>
            <a:xfrm>
              <a:off x="3153613" y="4470126"/>
              <a:ext cx="173355" cy="596900"/>
            </a:xfrm>
            <a:custGeom>
              <a:avLst/>
              <a:gdLst/>
              <a:ahLst/>
              <a:cxnLst/>
              <a:rect l="l" t="t" r="r" b="b"/>
              <a:pathLst>
                <a:path w="173354" h="596900">
                  <a:moveTo>
                    <a:pt x="173316" y="105651"/>
                  </a:moveTo>
                  <a:lnTo>
                    <a:pt x="169659" y="68478"/>
                  </a:lnTo>
                  <a:lnTo>
                    <a:pt x="157924" y="31026"/>
                  </a:lnTo>
                  <a:lnTo>
                    <a:pt x="134696" y="4470"/>
                  </a:lnTo>
                  <a:lnTo>
                    <a:pt x="96507" y="0"/>
                  </a:lnTo>
                  <a:lnTo>
                    <a:pt x="89484" y="21399"/>
                  </a:lnTo>
                  <a:lnTo>
                    <a:pt x="76047" y="85610"/>
                  </a:lnTo>
                  <a:lnTo>
                    <a:pt x="68300" y="146088"/>
                  </a:lnTo>
                  <a:lnTo>
                    <a:pt x="59563" y="230454"/>
                  </a:lnTo>
                  <a:lnTo>
                    <a:pt x="50355" y="328422"/>
                  </a:lnTo>
                  <a:lnTo>
                    <a:pt x="48717" y="330009"/>
                  </a:lnTo>
                  <a:lnTo>
                    <a:pt x="29679" y="429171"/>
                  </a:lnTo>
                  <a:lnTo>
                    <a:pt x="22580" y="465226"/>
                  </a:lnTo>
                  <a:lnTo>
                    <a:pt x="14033" y="510235"/>
                  </a:lnTo>
                  <a:lnTo>
                    <a:pt x="6832" y="550405"/>
                  </a:lnTo>
                  <a:lnTo>
                    <a:pt x="0" y="590334"/>
                  </a:lnTo>
                  <a:lnTo>
                    <a:pt x="62636" y="596900"/>
                  </a:lnTo>
                  <a:lnTo>
                    <a:pt x="133400" y="351866"/>
                  </a:lnTo>
                  <a:lnTo>
                    <a:pt x="133273" y="351383"/>
                  </a:lnTo>
                  <a:lnTo>
                    <a:pt x="134099" y="351015"/>
                  </a:lnTo>
                  <a:lnTo>
                    <a:pt x="164909" y="179133"/>
                  </a:lnTo>
                  <a:lnTo>
                    <a:pt x="169748" y="150037"/>
                  </a:lnTo>
                  <a:lnTo>
                    <a:pt x="172351" y="131368"/>
                  </a:lnTo>
                  <a:lnTo>
                    <a:pt x="173316" y="105651"/>
                  </a:lnTo>
                  <a:close/>
                </a:path>
              </a:pathLst>
            </a:custGeom>
            <a:solidFill>
              <a:srgbClr val="3A2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7" name="object 507" descr=""/>
            <p:cNvSpPr/>
            <p:nvPr/>
          </p:nvSpPr>
          <p:spPr>
            <a:xfrm>
              <a:off x="3244660" y="4409270"/>
              <a:ext cx="388620" cy="784225"/>
            </a:xfrm>
            <a:custGeom>
              <a:avLst/>
              <a:gdLst/>
              <a:ahLst/>
              <a:cxnLst/>
              <a:rect l="l" t="t" r="r" b="b"/>
              <a:pathLst>
                <a:path w="388620" h="784225">
                  <a:moveTo>
                    <a:pt x="259552" y="0"/>
                  </a:moveTo>
                  <a:lnTo>
                    <a:pt x="229044" y="14476"/>
                  </a:lnTo>
                  <a:lnTo>
                    <a:pt x="211463" y="22004"/>
                  </a:lnTo>
                  <a:lnTo>
                    <a:pt x="200139" y="25017"/>
                  </a:lnTo>
                  <a:lnTo>
                    <a:pt x="188402" y="25946"/>
                  </a:lnTo>
                  <a:lnTo>
                    <a:pt x="165886" y="22975"/>
                  </a:lnTo>
                  <a:lnTo>
                    <a:pt x="137707" y="15406"/>
                  </a:lnTo>
                  <a:lnTo>
                    <a:pt x="113636" y="7639"/>
                  </a:lnTo>
                  <a:lnTo>
                    <a:pt x="103441" y="4073"/>
                  </a:lnTo>
                  <a:lnTo>
                    <a:pt x="5465" y="60846"/>
                  </a:lnTo>
                  <a:lnTo>
                    <a:pt x="0" y="784154"/>
                  </a:lnTo>
                  <a:lnTo>
                    <a:pt x="27523" y="768616"/>
                  </a:lnTo>
                  <a:lnTo>
                    <a:pt x="57589" y="760882"/>
                  </a:lnTo>
                  <a:lnTo>
                    <a:pt x="109000" y="758653"/>
                  </a:lnTo>
                  <a:lnTo>
                    <a:pt x="200559" y="759631"/>
                  </a:lnTo>
                  <a:lnTo>
                    <a:pt x="291800" y="764310"/>
                  </a:lnTo>
                  <a:lnTo>
                    <a:pt x="349349" y="772400"/>
                  </a:lnTo>
                  <a:lnTo>
                    <a:pt x="379362" y="780066"/>
                  </a:lnTo>
                  <a:lnTo>
                    <a:pt x="387998" y="783473"/>
                  </a:lnTo>
                  <a:lnTo>
                    <a:pt x="358784" y="54919"/>
                  </a:lnTo>
                  <a:lnTo>
                    <a:pt x="259552" y="0"/>
                  </a:lnTo>
                  <a:close/>
                </a:path>
              </a:pathLst>
            </a:custGeom>
            <a:solidFill>
              <a:srgbClr val="4236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8" name="object 508" descr=""/>
          <p:cNvSpPr/>
          <p:nvPr/>
        </p:nvSpPr>
        <p:spPr>
          <a:xfrm>
            <a:off x="1824647" y="4475816"/>
            <a:ext cx="168275" cy="607060"/>
          </a:xfrm>
          <a:custGeom>
            <a:avLst/>
            <a:gdLst/>
            <a:ahLst/>
            <a:cxnLst/>
            <a:rect l="l" t="t" r="r" b="b"/>
            <a:pathLst>
              <a:path w="168275" h="607060">
                <a:moveTo>
                  <a:pt x="167830" y="601662"/>
                </a:moveTo>
                <a:lnTo>
                  <a:pt x="161798" y="560971"/>
                </a:lnTo>
                <a:lnTo>
                  <a:pt x="155384" y="520026"/>
                </a:lnTo>
                <a:lnTo>
                  <a:pt x="147713" y="474141"/>
                </a:lnTo>
                <a:lnTo>
                  <a:pt x="141325" y="437375"/>
                </a:lnTo>
                <a:lnTo>
                  <a:pt x="124218" y="336270"/>
                </a:lnTo>
                <a:lnTo>
                  <a:pt x="111429" y="231571"/>
                </a:lnTo>
                <a:lnTo>
                  <a:pt x="100418" y="149072"/>
                </a:lnTo>
                <a:lnTo>
                  <a:pt x="90741" y="89446"/>
                </a:lnTo>
                <a:lnTo>
                  <a:pt x="80543" y="40817"/>
                </a:lnTo>
                <a:lnTo>
                  <a:pt x="72428" y="0"/>
                </a:lnTo>
                <a:lnTo>
                  <a:pt x="27165" y="10185"/>
                </a:lnTo>
                <a:lnTo>
                  <a:pt x="5664" y="48539"/>
                </a:lnTo>
                <a:lnTo>
                  <a:pt x="0" y="94665"/>
                </a:lnTo>
                <a:lnTo>
                  <a:pt x="2184" y="128143"/>
                </a:lnTo>
                <a:lnTo>
                  <a:pt x="39801" y="346354"/>
                </a:lnTo>
                <a:lnTo>
                  <a:pt x="37109" y="356425"/>
                </a:lnTo>
                <a:lnTo>
                  <a:pt x="103632" y="606831"/>
                </a:lnTo>
                <a:lnTo>
                  <a:pt x="167830" y="601662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09" name="object 509" descr=""/>
          <p:cNvGrpSpPr/>
          <p:nvPr/>
        </p:nvGrpSpPr>
        <p:grpSpPr>
          <a:xfrm>
            <a:off x="1432423" y="4419882"/>
            <a:ext cx="220345" cy="899160"/>
            <a:chOff x="1432423" y="4419882"/>
            <a:chExt cx="220345" cy="899160"/>
          </a:xfrm>
        </p:grpSpPr>
        <p:sp>
          <p:nvSpPr>
            <p:cNvPr id="510" name="object 510" descr=""/>
            <p:cNvSpPr/>
            <p:nvPr/>
          </p:nvSpPr>
          <p:spPr>
            <a:xfrm>
              <a:off x="1432420" y="4474647"/>
              <a:ext cx="177800" cy="606425"/>
            </a:xfrm>
            <a:custGeom>
              <a:avLst/>
              <a:gdLst/>
              <a:ahLst/>
              <a:cxnLst/>
              <a:rect l="l" t="t" r="r" b="b"/>
              <a:pathLst>
                <a:path w="177800" h="606425">
                  <a:moveTo>
                    <a:pt x="177266" y="107276"/>
                  </a:moveTo>
                  <a:lnTo>
                    <a:pt x="173532" y="69532"/>
                  </a:lnTo>
                  <a:lnTo>
                    <a:pt x="161531" y="31508"/>
                  </a:lnTo>
                  <a:lnTo>
                    <a:pt x="137769" y="4546"/>
                  </a:lnTo>
                  <a:lnTo>
                    <a:pt x="98704" y="0"/>
                  </a:lnTo>
                  <a:lnTo>
                    <a:pt x="91516" y="21729"/>
                  </a:lnTo>
                  <a:lnTo>
                    <a:pt x="77787" y="86918"/>
                  </a:lnTo>
                  <a:lnTo>
                    <a:pt x="69850" y="148336"/>
                  </a:lnTo>
                  <a:lnTo>
                    <a:pt x="60921" y="233984"/>
                  </a:lnTo>
                  <a:lnTo>
                    <a:pt x="51498" y="333463"/>
                  </a:lnTo>
                  <a:lnTo>
                    <a:pt x="49822" y="335064"/>
                  </a:lnTo>
                  <a:lnTo>
                    <a:pt x="30353" y="435737"/>
                  </a:lnTo>
                  <a:lnTo>
                    <a:pt x="23101" y="472338"/>
                  </a:lnTo>
                  <a:lnTo>
                    <a:pt x="14351" y="518033"/>
                  </a:lnTo>
                  <a:lnTo>
                    <a:pt x="6985" y="558812"/>
                  </a:lnTo>
                  <a:lnTo>
                    <a:pt x="0" y="599351"/>
                  </a:lnTo>
                  <a:lnTo>
                    <a:pt x="64058" y="606031"/>
                  </a:lnTo>
                  <a:lnTo>
                    <a:pt x="136436" y="357238"/>
                  </a:lnTo>
                  <a:lnTo>
                    <a:pt x="136309" y="356768"/>
                  </a:lnTo>
                  <a:lnTo>
                    <a:pt x="137160" y="356387"/>
                  </a:lnTo>
                  <a:lnTo>
                    <a:pt x="168668" y="181876"/>
                  </a:lnTo>
                  <a:lnTo>
                    <a:pt x="173621" y="152336"/>
                  </a:lnTo>
                  <a:lnTo>
                    <a:pt x="176276" y="133375"/>
                  </a:lnTo>
                  <a:lnTo>
                    <a:pt x="177266" y="107276"/>
                  </a:lnTo>
                  <a:close/>
                </a:path>
              </a:pathLst>
            </a:custGeom>
            <a:solidFill>
              <a:srgbClr val="3A2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1" name="object 511" descr=""/>
            <p:cNvSpPr/>
            <p:nvPr/>
          </p:nvSpPr>
          <p:spPr>
            <a:xfrm>
              <a:off x="1522560" y="4419882"/>
              <a:ext cx="130175" cy="899160"/>
            </a:xfrm>
            <a:custGeom>
              <a:avLst/>
              <a:gdLst/>
              <a:ahLst/>
              <a:cxnLst/>
              <a:rect l="l" t="t" r="r" b="b"/>
              <a:pathLst>
                <a:path w="130175" h="899160">
                  <a:moveTo>
                    <a:pt x="114404" y="0"/>
                  </a:moveTo>
                  <a:lnTo>
                    <a:pt x="8565" y="54762"/>
                  </a:lnTo>
                  <a:lnTo>
                    <a:pt x="0" y="817901"/>
                  </a:lnTo>
                  <a:lnTo>
                    <a:pt x="19077" y="856002"/>
                  </a:lnTo>
                  <a:lnTo>
                    <a:pt x="38946" y="877139"/>
                  </a:lnTo>
                  <a:lnTo>
                    <a:pt x="71765" y="888905"/>
                  </a:lnTo>
                  <a:lnTo>
                    <a:pt x="129692" y="898894"/>
                  </a:lnTo>
                  <a:lnTo>
                    <a:pt x="114404" y="0"/>
                  </a:lnTo>
                  <a:close/>
                </a:path>
              </a:pathLst>
            </a:custGeom>
            <a:solidFill>
              <a:srgbClr val="4236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2" name="object 512" descr=""/>
          <p:cNvSpPr/>
          <p:nvPr/>
        </p:nvSpPr>
        <p:spPr>
          <a:xfrm>
            <a:off x="1780296" y="4420134"/>
            <a:ext cx="134620" cy="899160"/>
          </a:xfrm>
          <a:custGeom>
            <a:avLst/>
            <a:gdLst/>
            <a:ahLst/>
            <a:cxnLst/>
            <a:rect l="l" t="t" r="r" b="b"/>
            <a:pathLst>
              <a:path w="134619" h="899160">
                <a:moveTo>
                  <a:pt x="15287" y="0"/>
                </a:moveTo>
                <a:lnTo>
                  <a:pt x="0" y="898642"/>
                </a:lnTo>
                <a:lnTo>
                  <a:pt x="57988" y="888210"/>
                </a:lnTo>
                <a:lnTo>
                  <a:pt x="91276" y="873375"/>
                </a:lnTo>
                <a:lnTo>
                  <a:pt x="112424" y="843915"/>
                </a:lnTo>
                <a:lnTo>
                  <a:pt x="133995" y="789609"/>
                </a:lnTo>
                <a:lnTo>
                  <a:pt x="116781" y="55673"/>
                </a:lnTo>
                <a:lnTo>
                  <a:pt x="15287" y="0"/>
                </a:lnTo>
                <a:close/>
              </a:path>
            </a:pathLst>
          </a:custGeom>
          <a:solidFill>
            <a:srgbClr val="4236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3" name="object 513" descr=""/>
          <p:cNvSpPr/>
          <p:nvPr/>
        </p:nvSpPr>
        <p:spPr>
          <a:xfrm>
            <a:off x="1576302" y="4419877"/>
            <a:ext cx="69215" cy="488950"/>
          </a:xfrm>
          <a:custGeom>
            <a:avLst/>
            <a:gdLst/>
            <a:ahLst/>
            <a:cxnLst/>
            <a:rect l="l" t="t" r="r" b="b"/>
            <a:pathLst>
              <a:path w="69214" h="488950">
                <a:moveTo>
                  <a:pt x="60657" y="0"/>
                </a:moveTo>
                <a:lnTo>
                  <a:pt x="28493" y="33934"/>
                </a:lnTo>
                <a:lnTo>
                  <a:pt x="11453" y="61517"/>
                </a:lnTo>
                <a:lnTo>
                  <a:pt x="3851" y="97396"/>
                </a:lnTo>
                <a:lnTo>
                  <a:pt x="0" y="156215"/>
                </a:lnTo>
                <a:lnTo>
                  <a:pt x="8597" y="250401"/>
                </a:lnTo>
                <a:lnTo>
                  <a:pt x="32544" y="359901"/>
                </a:lnTo>
                <a:lnTo>
                  <a:pt x="57460" y="450610"/>
                </a:lnTo>
                <a:lnTo>
                  <a:pt x="68961" y="488424"/>
                </a:lnTo>
                <a:lnTo>
                  <a:pt x="60657" y="0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4" name="object 514" descr=""/>
          <p:cNvSpPr/>
          <p:nvPr/>
        </p:nvSpPr>
        <p:spPr>
          <a:xfrm>
            <a:off x="1787250" y="4423860"/>
            <a:ext cx="67310" cy="486409"/>
          </a:xfrm>
          <a:custGeom>
            <a:avLst/>
            <a:gdLst/>
            <a:ahLst/>
            <a:cxnLst/>
            <a:rect l="l" t="t" r="r" b="b"/>
            <a:pathLst>
              <a:path w="67310" h="486410">
                <a:moveTo>
                  <a:pt x="9423" y="0"/>
                </a:moveTo>
                <a:lnTo>
                  <a:pt x="0" y="485796"/>
                </a:lnTo>
                <a:lnTo>
                  <a:pt x="11181" y="447927"/>
                </a:lnTo>
                <a:lnTo>
                  <a:pt x="35394" y="357099"/>
                </a:lnTo>
                <a:lnTo>
                  <a:pt x="58636" y="247477"/>
                </a:lnTo>
                <a:lnTo>
                  <a:pt x="66908" y="153230"/>
                </a:lnTo>
                <a:lnTo>
                  <a:pt x="63107" y="94458"/>
                </a:lnTo>
                <a:lnTo>
                  <a:pt x="55851" y="58906"/>
                </a:lnTo>
                <a:lnTo>
                  <a:pt x="39753" y="32208"/>
                </a:lnTo>
                <a:lnTo>
                  <a:pt x="9423" y="0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5" name="object 515" descr=""/>
          <p:cNvSpPr/>
          <p:nvPr/>
        </p:nvSpPr>
        <p:spPr>
          <a:xfrm>
            <a:off x="2875750" y="4467840"/>
            <a:ext cx="207645" cy="596900"/>
          </a:xfrm>
          <a:custGeom>
            <a:avLst/>
            <a:gdLst/>
            <a:ahLst/>
            <a:cxnLst/>
            <a:rect l="l" t="t" r="r" b="b"/>
            <a:pathLst>
              <a:path w="207644" h="596900">
                <a:moveTo>
                  <a:pt x="207213" y="586422"/>
                </a:moveTo>
                <a:lnTo>
                  <a:pt x="197954" y="546354"/>
                </a:lnTo>
                <a:lnTo>
                  <a:pt x="188302" y="506044"/>
                </a:lnTo>
                <a:lnTo>
                  <a:pt x="177012" y="460921"/>
                </a:lnTo>
                <a:lnTo>
                  <a:pt x="167703" y="424776"/>
                </a:lnTo>
                <a:lnTo>
                  <a:pt x="142608" y="325361"/>
                </a:lnTo>
                <a:lnTo>
                  <a:pt x="121513" y="222021"/>
                </a:lnTo>
                <a:lnTo>
                  <a:pt x="103962" y="140652"/>
                </a:lnTo>
                <a:lnTo>
                  <a:pt x="89573" y="81978"/>
                </a:lnTo>
                <a:lnTo>
                  <a:pt x="81076" y="53174"/>
                </a:lnTo>
                <a:lnTo>
                  <a:pt x="75907" y="35039"/>
                </a:lnTo>
                <a:lnTo>
                  <a:pt x="71970" y="19875"/>
                </a:lnTo>
                <a:lnTo>
                  <a:pt x="67157" y="0"/>
                </a:lnTo>
                <a:lnTo>
                  <a:pt x="22390" y="12865"/>
                </a:lnTo>
                <a:lnTo>
                  <a:pt x="2997" y="50850"/>
                </a:lnTo>
                <a:lnTo>
                  <a:pt x="0" y="95313"/>
                </a:lnTo>
                <a:lnTo>
                  <a:pt x="4381" y="127609"/>
                </a:lnTo>
                <a:lnTo>
                  <a:pt x="59258" y="342138"/>
                </a:lnTo>
                <a:lnTo>
                  <a:pt x="57378" y="352374"/>
                </a:lnTo>
                <a:lnTo>
                  <a:pt x="143624" y="596696"/>
                </a:lnTo>
                <a:lnTo>
                  <a:pt x="207213" y="586422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16" name="object 516" descr=""/>
          <p:cNvGrpSpPr/>
          <p:nvPr/>
        </p:nvGrpSpPr>
        <p:grpSpPr>
          <a:xfrm>
            <a:off x="2478260" y="4418601"/>
            <a:ext cx="220345" cy="892810"/>
            <a:chOff x="2478260" y="4418601"/>
            <a:chExt cx="220345" cy="892810"/>
          </a:xfrm>
        </p:grpSpPr>
        <p:sp>
          <p:nvSpPr>
            <p:cNvPr id="517" name="object 517" descr=""/>
            <p:cNvSpPr/>
            <p:nvPr/>
          </p:nvSpPr>
          <p:spPr>
            <a:xfrm>
              <a:off x="2478252" y="4466684"/>
              <a:ext cx="177800" cy="606425"/>
            </a:xfrm>
            <a:custGeom>
              <a:avLst/>
              <a:gdLst/>
              <a:ahLst/>
              <a:cxnLst/>
              <a:rect l="l" t="t" r="r" b="b"/>
              <a:pathLst>
                <a:path w="177800" h="606425">
                  <a:moveTo>
                    <a:pt x="177279" y="107264"/>
                  </a:moveTo>
                  <a:lnTo>
                    <a:pt x="173532" y="69532"/>
                  </a:lnTo>
                  <a:lnTo>
                    <a:pt x="161531" y="31508"/>
                  </a:lnTo>
                  <a:lnTo>
                    <a:pt x="137769" y="4546"/>
                  </a:lnTo>
                  <a:lnTo>
                    <a:pt x="98704" y="0"/>
                  </a:lnTo>
                  <a:lnTo>
                    <a:pt x="91528" y="21729"/>
                  </a:lnTo>
                  <a:lnTo>
                    <a:pt x="77800" y="86918"/>
                  </a:lnTo>
                  <a:lnTo>
                    <a:pt x="69862" y="148323"/>
                  </a:lnTo>
                  <a:lnTo>
                    <a:pt x="60921" y="233984"/>
                  </a:lnTo>
                  <a:lnTo>
                    <a:pt x="51498" y="333463"/>
                  </a:lnTo>
                  <a:lnTo>
                    <a:pt x="49822" y="335064"/>
                  </a:lnTo>
                  <a:lnTo>
                    <a:pt x="30353" y="435737"/>
                  </a:lnTo>
                  <a:lnTo>
                    <a:pt x="23101" y="472338"/>
                  </a:lnTo>
                  <a:lnTo>
                    <a:pt x="14363" y="518033"/>
                  </a:lnTo>
                  <a:lnTo>
                    <a:pt x="6985" y="558812"/>
                  </a:lnTo>
                  <a:lnTo>
                    <a:pt x="0" y="599351"/>
                  </a:lnTo>
                  <a:lnTo>
                    <a:pt x="64058" y="606031"/>
                  </a:lnTo>
                  <a:lnTo>
                    <a:pt x="136436" y="357238"/>
                  </a:lnTo>
                  <a:lnTo>
                    <a:pt x="136309" y="356768"/>
                  </a:lnTo>
                  <a:lnTo>
                    <a:pt x="137160" y="356387"/>
                  </a:lnTo>
                  <a:lnTo>
                    <a:pt x="168656" y="181876"/>
                  </a:lnTo>
                  <a:lnTo>
                    <a:pt x="173621" y="152323"/>
                  </a:lnTo>
                  <a:lnTo>
                    <a:pt x="176288" y="133375"/>
                  </a:lnTo>
                  <a:lnTo>
                    <a:pt x="177279" y="107264"/>
                  </a:lnTo>
                  <a:close/>
                </a:path>
              </a:pathLst>
            </a:custGeom>
            <a:solidFill>
              <a:srgbClr val="3A2F2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8" name="object 518" descr=""/>
            <p:cNvSpPr/>
            <p:nvPr/>
          </p:nvSpPr>
          <p:spPr>
            <a:xfrm>
              <a:off x="2568399" y="4418601"/>
              <a:ext cx="130175" cy="892810"/>
            </a:xfrm>
            <a:custGeom>
              <a:avLst/>
              <a:gdLst/>
              <a:ahLst/>
              <a:cxnLst/>
              <a:rect l="l" t="t" r="r" b="b"/>
              <a:pathLst>
                <a:path w="130175" h="892810">
                  <a:moveTo>
                    <a:pt x="112698" y="0"/>
                  </a:moveTo>
                  <a:lnTo>
                    <a:pt x="8565" y="48082"/>
                  </a:lnTo>
                  <a:lnTo>
                    <a:pt x="0" y="811221"/>
                  </a:lnTo>
                  <a:lnTo>
                    <a:pt x="19077" y="849322"/>
                  </a:lnTo>
                  <a:lnTo>
                    <a:pt x="38945" y="870459"/>
                  </a:lnTo>
                  <a:lnTo>
                    <a:pt x="71760" y="882225"/>
                  </a:lnTo>
                  <a:lnTo>
                    <a:pt x="129681" y="892213"/>
                  </a:lnTo>
                  <a:lnTo>
                    <a:pt x="112698" y="0"/>
                  </a:lnTo>
                  <a:close/>
                </a:path>
              </a:pathLst>
            </a:custGeom>
            <a:solidFill>
              <a:srgbClr val="42363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9" name="object 519" descr=""/>
          <p:cNvSpPr/>
          <p:nvPr/>
        </p:nvSpPr>
        <p:spPr>
          <a:xfrm>
            <a:off x="2826134" y="4418596"/>
            <a:ext cx="153035" cy="892810"/>
          </a:xfrm>
          <a:custGeom>
            <a:avLst/>
            <a:gdLst/>
            <a:ahLst/>
            <a:cxnLst/>
            <a:rect l="l" t="t" r="r" b="b"/>
            <a:pathLst>
              <a:path w="153035" h="892810">
                <a:moveTo>
                  <a:pt x="15182" y="0"/>
                </a:moveTo>
                <a:lnTo>
                  <a:pt x="0" y="892224"/>
                </a:lnTo>
                <a:lnTo>
                  <a:pt x="58282" y="881759"/>
                </a:lnTo>
                <a:lnTo>
                  <a:pt x="93629" y="866697"/>
                </a:lnTo>
                <a:lnTo>
                  <a:pt x="120366" y="836622"/>
                </a:lnTo>
                <a:lnTo>
                  <a:pt x="152822" y="781117"/>
                </a:lnTo>
                <a:lnTo>
                  <a:pt x="116781" y="49244"/>
                </a:lnTo>
                <a:lnTo>
                  <a:pt x="15182" y="0"/>
                </a:lnTo>
                <a:close/>
              </a:path>
            </a:pathLst>
          </a:custGeom>
          <a:solidFill>
            <a:srgbClr val="4236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0" name="object 520" descr=""/>
          <p:cNvSpPr/>
          <p:nvPr/>
        </p:nvSpPr>
        <p:spPr>
          <a:xfrm>
            <a:off x="2622138" y="4418599"/>
            <a:ext cx="69215" cy="481965"/>
          </a:xfrm>
          <a:custGeom>
            <a:avLst/>
            <a:gdLst/>
            <a:ahLst/>
            <a:cxnLst/>
            <a:rect l="l" t="t" r="r" b="b"/>
            <a:pathLst>
              <a:path w="69214" h="481964">
                <a:moveTo>
                  <a:pt x="58961" y="0"/>
                </a:moveTo>
                <a:lnTo>
                  <a:pt x="27784" y="30071"/>
                </a:lnTo>
                <a:lnTo>
                  <a:pt x="11249" y="55671"/>
                </a:lnTo>
                <a:lnTo>
                  <a:pt x="3830" y="90815"/>
                </a:lnTo>
                <a:lnTo>
                  <a:pt x="0" y="149524"/>
                </a:lnTo>
                <a:lnTo>
                  <a:pt x="8599" y="243715"/>
                </a:lnTo>
                <a:lnTo>
                  <a:pt x="32550" y="353214"/>
                </a:lnTo>
                <a:lnTo>
                  <a:pt x="57468" y="443920"/>
                </a:lnTo>
                <a:lnTo>
                  <a:pt x="68971" y="481734"/>
                </a:lnTo>
                <a:lnTo>
                  <a:pt x="58961" y="0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1" name="object 521" descr=""/>
          <p:cNvSpPr/>
          <p:nvPr/>
        </p:nvSpPr>
        <p:spPr>
          <a:xfrm>
            <a:off x="2833094" y="4418599"/>
            <a:ext cx="67310" cy="483234"/>
          </a:xfrm>
          <a:custGeom>
            <a:avLst/>
            <a:gdLst/>
            <a:ahLst/>
            <a:cxnLst/>
            <a:rect l="l" t="t" r="r" b="b"/>
            <a:pathLst>
              <a:path w="67310" h="483235">
                <a:moveTo>
                  <a:pt x="8219" y="0"/>
                </a:moveTo>
                <a:lnTo>
                  <a:pt x="0" y="483095"/>
                </a:lnTo>
                <a:lnTo>
                  <a:pt x="11180" y="445226"/>
                </a:lnTo>
                <a:lnTo>
                  <a:pt x="35388" y="354396"/>
                </a:lnTo>
                <a:lnTo>
                  <a:pt x="58627" y="244771"/>
                </a:lnTo>
                <a:lnTo>
                  <a:pt x="66898" y="150518"/>
                </a:lnTo>
                <a:lnTo>
                  <a:pt x="63077" y="91795"/>
                </a:lnTo>
                <a:lnTo>
                  <a:pt x="55692" y="56541"/>
                </a:lnTo>
                <a:lnTo>
                  <a:pt x="39239" y="30646"/>
                </a:lnTo>
                <a:lnTo>
                  <a:pt x="8219" y="0"/>
                </a:lnTo>
                <a:close/>
              </a:path>
            </a:pathLst>
          </a:custGeom>
          <a:solidFill>
            <a:srgbClr val="3A2F2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2" name="object 522" descr=""/>
          <p:cNvGrpSpPr/>
          <p:nvPr/>
        </p:nvGrpSpPr>
        <p:grpSpPr>
          <a:xfrm>
            <a:off x="2086840" y="4427098"/>
            <a:ext cx="291465" cy="898525"/>
            <a:chOff x="2086840" y="4427098"/>
            <a:chExt cx="291465" cy="898525"/>
          </a:xfrm>
        </p:grpSpPr>
        <p:sp>
          <p:nvSpPr>
            <p:cNvPr id="523" name="object 523" descr=""/>
            <p:cNvSpPr/>
            <p:nvPr/>
          </p:nvSpPr>
          <p:spPr>
            <a:xfrm>
              <a:off x="2086840" y="4427098"/>
              <a:ext cx="291465" cy="898525"/>
            </a:xfrm>
            <a:custGeom>
              <a:avLst/>
              <a:gdLst/>
              <a:ahLst/>
              <a:cxnLst/>
              <a:rect l="l" t="t" r="r" b="b"/>
              <a:pathLst>
                <a:path w="291464" h="898525">
                  <a:moveTo>
                    <a:pt x="224892" y="0"/>
                  </a:moveTo>
                  <a:lnTo>
                    <a:pt x="161378" y="22525"/>
                  </a:lnTo>
                  <a:lnTo>
                    <a:pt x="104526" y="64697"/>
                  </a:lnTo>
                  <a:lnTo>
                    <a:pt x="50981" y="139932"/>
                  </a:lnTo>
                  <a:lnTo>
                    <a:pt x="17887" y="217366"/>
                  </a:lnTo>
                  <a:lnTo>
                    <a:pt x="2269" y="322174"/>
                  </a:lnTo>
                  <a:lnTo>
                    <a:pt x="0" y="525456"/>
                  </a:lnTo>
                  <a:lnTo>
                    <a:pt x="6951" y="898307"/>
                  </a:lnTo>
                  <a:lnTo>
                    <a:pt x="147638" y="880413"/>
                  </a:lnTo>
                  <a:lnTo>
                    <a:pt x="223994" y="856932"/>
                  </a:lnTo>
                  <a:lnTo>
                    <a:pt x="262533" y="812097"/>
                  </a:lnTo>
                  <a:lnTo>
                    <a:pt x="289769" y="730145"/>
                  </a:lnTo>
                  <a:lnTo>
                    <a:pt x="291234" y="667509"/>
                  </a:lnTo>
                  <a:lnTo>
                    <a:pt x="291417" y="599774"/>
                  </a:lnTo>
                  <a:lnTo>
                    <a:pt x="289769" y="517146"/>
                  </a:lnTo>
                  <a:lnTo>
                    <a:pt x="287285" y="455642"/>
                  </a:lnTo>
                  <a:lnTo>
                    <a:pt x="284028" y="393261"/>
                  </a:lnTo>
                  <a:lnTo>
                    <a:pt x="280256" y="332625"/>
                  </a:lnTo>
                  <a:lnTo>
                    <a:pt x="276231" y="276359"/>
                  </a:lnTo>
                  <a:lnTo>
                    <a:pt x="272211" y="227085"/>
                  </a:lnTo>
                  <a:lnTo>
                    <a:pt x="268456" y="187426"/>
                  </a:lnTo>
                  <a:lnTo>
                    <a:pt x="261362" y="134529"/>
                  </a:lnTo>
                  <a:lnTo>
                    <a:pt x="244976" y="69526"/>
                  </a:lnTo>
                  <a:lnTo>
                    <a:pt x="224892" y="0"/>
                  </a:lnTo>
                  <a:close/>
                </a:path>
              </a:pathLst>
            </a:custGeom>
            <a:solidFill>
              <a:srgbClr val="42363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4" name="object 524" descr=""/>
            <p:cNvSpPr/>
            <p:nvPr/>
          </p:nvSpPr>
          <p:spPr>
            <a:xfrm>
              <a:off x="2087143" y="4427099"/>
              <a:ext cx="224790" cy="648970"/>
            </a:xfrm>
            <a:custGeom>
              <a:avLst/>
              <a:gdLst/>
              <a:ahLst/>
              <a:cxnLst/>
              <a:rect l="l" t="t" r="r" b="b"/>
              <a:pathLst>
                <a:path w="224789" h="648970">
                  <a:moveTo>
                    <a:pt x="224586" y="0"/>
                  </a:moveTo>
                  <a:lnTo>
                    <a:pt x="169100" y="15735"/>
                  </a:lnTo>
                  <a:lnTo>
                    <a:pt x="118694" y="43472"/>
                  </a:lnTo>
                  <a:lnTo>
                    <a:pt x="70027" y="91681"/>
                  </a:lnTo>
                  <a:lnTo>
                    <a:pt x="24866" y="158927"/>
                  </a:lnTo>
                  <a:lnTo>
                    <a:pt x="3441" y="222478"/>
                  </a:lnTo>
                  <a:lnTo>
                    <a:pt x="0" y="319354"/>
                  </a:lnTo>
                  <a:lnTo>
                    <a:pt x="8813" y="486575"/>
                  </a:lnTo>
                  <a:lnTo>
                    <a:pt x="17360" y="434708"/>
                  </a:lnTo>
                  <a:lnTo>
                    <a:pt x="40347" y="314540"/>
                  </a:lnTo>
                  <a:lnTo>
                    <a:pt x="73761" y="179311"/>
                  </a:lnTo>
                  <a:lnTo>
                    <a:pt x="85572" y="150520"/>
                  </a:lnTo>
                  <a:lnTo>
                    <a:pt x="85331" y="156451"/>
                  </a:lnTo>
                  <a:lnTo>
                    <a:pt x="86461" y="188760"/>
                  </a:lnTo>
                  <a:lnTo>
                    <a:pt x="90779" y="257632"/>
                  </a:lnTo>
                  <a:lnTo>
                    <a:pt x="99555" y="386422"/>
                  </a:lnTo>
                  <a:lnTo>
                    <a:pt x="100215" y="386867"/>
                  </a:lnTo>
                  <a:lnTo>
                    <a:pt x="100888" y="411581"/>
                  </a:lnTo>
                  <a:lnTo>
                    <a:pt x="101003" y="447205"/>
                  </a:lnTo>
                  <a:lnTo>
                    <a:pt x="100482" y="517652"/>
                  </a:lnTo>
                  <a:lnTo>
                    <a:pt x="99212" y="647382"/>
                  </a:lnTo>
                  <a:lnTo>
                    <a:pt x="173545" y="648601"/>
                  </a:lnTo>
                  <a:lnTo>
                    <a:pt x="177177" y="608596"/>
                  </a:lnTo>
                  <a:lnTo>
                    <a:pt x="180492" y="568274"/>
                  </a:lnTo>
                  <a:lnTo>
                    <a:pt x="183718" y="522973"/>
                  </a:lnTo>
                  <a:lnTo>
                    <a:pt x="186042" y="486613"/>
                  </a:lnTo>
                  <a:lnTo>
                    <a:pt x="192938" y="386740"/>
                  </a:lnTo>
                  <a:lnTo>
                    <a:pt x="191312" y="384251"/>
                  </a:lnTo>
                  <a:lnTo>
                    <a:pt x="194462" y="366268"/>
                  </a:lnTo>
                  <a:lnTo>
                    <a:pt x="203682" y="310324"/>
                  </a:lnTo>
                  <a:lnTo>
                    <a:pt x="213156" y="244983"/>
                  </a:lnTo>
                  <a:lnTo>
                    <a:pt x="218033" y="193014"/>
                  </a:lnTo>
                  <a:lnTo>
                    <a:pt x="218719" y="150952"/>
                  </a:lnTo>
                  <a:lnTo>
                    <a:pt x="217373" y="106680"/>
                  </a:lnTo>
                  <a:lnTo>
                    <a:pt x="211810" y="70142"/>
                  </a:lnTo>
                  <a:lnTo>
                    <a:pt x="199885" y="51282"/>
                  </a:lnTo>
                  <a:lnTo>
                    <a:pt x="147688" y="45453"/>
                  </a:lnTo>
                  <a:lnTo>
                    <a:pt x="173101" y="29248"/>
                  </a:lnTo>
                  <a:lnTo>
                    <a:pt x="224586" y="0"/>
                  </a:lnTo>
                  <a:close/>
                </a:path>
              </a:pathLst>
            </a:custGeom>
            <a:solidFill>
              <a:srgbClr val="3A2F2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5" name="object 525" descr=""/>
          <p:cNvSpPr/>
          <p:nvPr/>
        </p:nvSpPr>
        <p:spPr>
          <a:xfrm>
            <a:off x="15738009" y="8052606"/>
            <a:ext cx="208279" cy="506730"/>
          </a:xfrm>
          <a:custGeom>
            <a:avLst/>
            <a:gdLst/>
            <a:ahLst/>
            <a:cxnLst/>
            <a:rect l="l" t="t" r="r" b="b"/>
            <a:pathLst>
              <a:path w="208280" h="506729">
                <a:moveTo>
                  <a:pt x="59818" y="0"/>
                </a:moveTo>
                <a:lnTo>
                  <a:pt x="33631" y="15510"/>
                </a:lnTo>
                <a:lnTo>
                  <a:pt x="15572" y="43776"/>
                </a:lnTo>
                <a:lnTo>
                  <a:pt x="4681" y="82334"/>
                </a:lnTo>
                <a:lnTo>
                  <a:pt x="0" y="128720"/>
                </a:lnTo>
                <a:lnTo>
                  <a:pt x="570" y="180471"/>
                </a:lnTo>
                <a:lnTo>
                  <a:pt x="5432" y="235122"/>
                </a:lnTo>
                <a:lnTo>
                  <a:pt x="13629" y="290210"/>
                </a:lnTo>
                <a:lnTo>
                  <a:pt x="24202" y="343272"/>
                </a:lnTo>
                <a:lnTo>
                  <a:pt x="36191" y="391842"/>
                </a:lnTo>
                <a:lnTo>
                  <a:pt x="48639" y="433459"/>
                </a:lnTo>
                <a:lnTo>
                  <a:pt x="71074" y="485974"/>
                </a:lnTo>
                <a:lnTo>
                  <a:pt x="101550" y="506292"/>
                </a:lnTo>
                <a:lnTo>
                  <a:pt x="140801" y="505514"/>
                </a:lnTo>
                <a:lnTo>
                  <a:pt x="178526" y="488632"/>
                </a:lnTo>
                <a:lnTo>
                  <a:pt x="204423" y="460640"/>
                </a:lnTo>
                <a:lnTo>
                  <a:pt x="208191" y="426531"/>
                </a:lnTo>
                <a:lnTo>
                  <a:pt x="200125" y="393881"/>
                </a:lnTo>
                <a:lnTo>
                  <a:pt x="189871" y="344446"/>
                </a:lnTo>
                <a:lnTo>
                  <a:pt x="153891" y="157636"/>
                </a:lnTo>
                <a:lnTo>
                  <a:pt x="142798" y="103264"/>
                </a:lnTo>
                <a:lnTo>
                  <a:pt x="133476" y="63206"/>
                </a:lnTo>
                <a:lnTo>
                  <a:pt x="113195" y="28022"/>
                </a:lnTo>
                <a:lnTo>
                  <a:pt x="76720" y="1850"/>
                </a:lnTo>
                <a:lnTo>
                  <a:pt x="59818" y="0"/>
                </a:lnTo>
                <a:close/>
              </a:path>
            </a:pathLst>
          </a:custGeom>
          <a:solidFill>
            <a:srgbClr val="BDE1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6" name="object 526" descr=""/>
          <p:cNvSpPr/>
          <p:nvPr/>
        </p:nvSpPr>
        <p:spPr>
          <a:xfrm>
            <a:off x="15144776" y="8052619"/>
            <a:ext cx="282575" cy="902969"/>
          </a:xfrm>
          <a:custGeom>
            <a:avLst/>
            <a:gdLst/>
            <a:ahLst/>
            <a:cxnLst/>
            <a:rect l="l" t="t" r="r" b="b"/>
            <a:pathLst>
              <a:path w="282575" h="902970">
                <a:moveTo>
                  <a:pt x="282003" y="128714"/>
                </a:moveTo>
                <a:lnTo>
                  <a:pt x="277317" y="82334"/>
                </a:lnTo>
                <a:lnTo>
                  <a:pt x="266433" y="43776"/>
                </a:lnTo>
                <a:lnTo>
                  <a:pt x="248373" y="15506"/>
                </a:lnTo>
                <a:lnTo>
                  <a:pt x="222186" y="0"/>
                </a:lnTo>
                <a:lnTo>
                  <a:pt x="205282" y="1841"/>
                </a:lnTo>
                <a:lnTo>
                  <a:pt x="168808" y="28016"/>
                </a:lnTo>
                <a:lnTo>
                  <a:pt x="148526" y="63195"/>
                </a:lnTo>
                <a:lnTo>
                  <a:pt x="139204" y="103263"/>
                </a:lnTo>
                <a:lnTo>
                  <a:pt x="128104" y="157632"/>
                </a:lnTo>
                <a:lnTo>
                  <a:pt x="92125" y="344436"/>
                </a:lnTo>
                <a:lnTo>
                  <a:pt x="81876" y="393877"/>
                </a:lnTo>
                <a:lnTo>
                  <a:pt x="73812" y="426529"/>
                </a:lnTo>
                <a:lnTo>
                  <a:pt x="73990" y="428142"/>
                </a:lnTo>
                <a:lnTo>
                  <a:pt x="50457" y="529666"/>
                </a:lnTo>
                <a:lnTo>
                  <a:pt x="33782" y="607504"/>
                </a:lnTo>
                <a:lnTo>
                  <a:pt x="22987" y="671169"/>
                </a:lnTo>
                <a:lnTo>
                  <a:pt x="11709" y="753313"/>
                </a:lnTo>
                <a:lnTo>
                  <a:pt x="3263" y="809320"/>
                </a:lnTo>
                <a:lnTo>
                  <a:pt x="6781" y="863993"/>
                </a:lnTo>
                <a:lnTo>
                  <a:pt x="58178" y="899210"/>
                </a:lnTo>
                <a:lnTo>
                  <a:pt x="84493" y="902893"/>
                </a:lnTo>
                <a:lnTo>
                  <a:pt x="105130" y="899490"/>
                </a:lnTo>
                <a:lnTo>
                  <a:pt x="133337" y="872744"/>
                </a:lnTo>
                <a:lnTo>
                  <a:pt x="149987" y="834237"/>
                </a:lnTo>
                <a:lnTo>
                  <a:pt x="167005" y="782332"/>
                </a:lnTo>
                <a:lnTo>
                  <a:pt x="183667" y="721309"/>
                </a:lnTo>
                <a:lnTo>
                  <a:pt x="199212" y="655485"/>
                </a:lnTo>
                <a:lnTo>
                  <a:pt x="212890" y="589178"/>
                </a:lnTo>
                <a:lnTo>
                  <a:pt x="223951" y="526669"/>
                </a:lnTo>
                <a:lnTo>
                  <a:pt x="231660" y="472262"/>
                </a:lnTo>
                <a:lnTo>
                  <a:pt x="235254" y="430288"/>
                </a:lnTo>
                <a:lnTo>
                  <a:pt x="235115" y="427583"/>
                </a:lnTo>
                <a:lnTo>
                  <a:pt x="245808" y="391833"/>
                </a:lnTo>
                <a:lnTo>
                  <a:pt x="257797" y="343268"/>
                </a:lnTo>
                <a:lnTo>
                  <a:pt x="268376" y="290207"/>
                </a:lnTo>
                <a:lnTo>
                  <a:pt x="276567" y="235115"/>
                </a:lnTo>
                <a:lnTo>
                  <a:pt x="281432" y="180467"/>
                </a:lnTo>
                <a:lnTo>
                  <a:pt x="282003" y="128714"/>
                </a:lnTo>
                <a:close/>
              </a:path>
            </a:pathLst>
          </a:custGeom>
          <a:solidFill>
            <a:srgbClr val="BDE1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27" name="object 527" descr=""/>
          <p:cNvGrpSpPr/>
          <p:nvPr/>
        </p:nvGrpSpPr>
        <p:grpSpPr>
          <a:xfrm>
            <a:off x="15338736" y="7968597"/>
            <a:ext cx="681355" cy="987425"/>
            <a:chOff x="15338736" y="7968597"/>
            <a:chExt cx="681355" cy="987425"/>
          </a:xfrm>
        </p:grpSpPr>
        <p:sp>
          <p:nvSpPr>
            <p:cNvPr id="528" name="object 528" descr=""/>
            <p:cNvSpPr/>
            <p:nvPr/>
          </p:nvSpPr>
          <p:spPr>
            <a:xfrm>
              <a:off x="15784544" y="8404164"/>
              <a:ext cx="235585" cy="551815"/>
            </a:xfrm>
            <a:custGeom>
              <a:avLst/>
              <a:gdLst/>
              <a:ahLst/>
              <a:cxnLst/>
              <a:rect l="l" t="t" r="r" b="b"/>
              <a:pathLst>
                <a:path w="235584" h="551815">
                  <a:moveTo>
                    <a:pt x="91699" y="0"/>
                  </a:moveTo>
                  <a:lnTo>
                    <a:pt x="52333" y="5443"/>
                  </a:lnTo>
                  <a:lnTo>
                    <a:pt x="19374" y="25079"/>
                  </a:lnTo>
                  <a:lnTo>
                    <a:pt x="1260" y="53466"/>
                  </a:lnTo>
                  <a:lnTo>
                    <a:pt x="0" y="78731"/>
                  </a:lnTo>
                  <a:lnTo>
                    <a:pt x="3596" y="120714"/>
                  </a:lnTo>
                  <a:lnTo>
                    <a:pt x="11302" y="175113"/>
                  </a:lnTo>
                  <a:lnTo>
                    <a:pt x="22368" y="237622"/>
                  </a:lnTo>
                  <a:lnTo>
                    <a:pt x="36047" y="303938"/>
                  </a:lnTo>
                  <a:lnTo>
                    <a:pt x="51590" y="369757"/>
                  </a:lnTo>
                  <a:lnTo>
                    <a:pt x="68249" y="430775"/>
                  </a:lnTo>
                  <a:lnTo>
                    <a:pt x="85275" y="482689"/>
                  </a:lnTo>
                  <a:lnTo>
                    <a:pt x="101920" y="521193"/>
                  </a:lnTo>
                  <a:lnTo>
                    <a:pt x="130133" y="547935"/>
                  </a:lnTo>
                  <a:lnTo>
                    <a:pt x="150766" y="551343"/>
                  </a:lnTo>
                  <a:lnTo>
                    <a:pt x="177082" y="547653"/>
                  </a:lnTo>
                  <a:lnTo>
                    <a:pt x="206825" y="532310"/>
                  </a:lnTo>
                  <a:lnTo>
                    <a:pt x="228477" y="512436"/>
                  </a:lnTo>
                  <a:lnTo>
                    <a:pt x="235249" y="491121"/>
                  </a:lnTo>
                  <a:lnTo>
                    <a:pt x="231988" y="457762"/>
                  </a:lnTo>
                  <a:lnTo>
                    <a:pt x="223536" y="401759"/>
                  </a:lnTo>
                  <a:lnTo>
                    <a:pt x="212272" y="319614"/>
                  </a:lnTo>
                  <a:lnTo>
                    <a:pt x="201473" y="255951"/>
                  </a:lnTo>
                  <a:lnTo>
                    <a:pt x="184797" y="178119"/>
                  </a:lnTo>
                  <a:lnTo>
                    <a:pt x="155905" y="53466"/>
                  </a:lnTo>
                  <a:lnTo>
                    <a:pt x="129036" y="14193"/>
                  </a:lnTo>
                  <a:lnTo>
                    <a:pt x="91699" y="0"/>
                  </a:lnTo>
                  <a:close/>
                </a:path>
              </a:pathLst>
            </a:custGeom>
            <a:solidFill>
              <a:srgbClr val="BDE1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9" name="object 529" descr=""/>
            <p:cNvSpPr/>
            <p:nvPr/>
          </p:nvSpPr>
          <p:spPr>
            <a:xfrm>
              <a:off x="15338736" y="7990347"/>
              <a:ext cx="488950" cy="699135"/>
            </a:xfrm>
            <a:custGeom>
              <a:avLst/>
              <a:gdLst/>
              <a:ahLst/>
              <a:cxnLst/>
              <a:rect l="l" t="t" r="r" b="b"/>
              <a:pathLst>
                <a:path w="488950" h="699134">
                  <a:moveTo>
                    <a:pt x="345521" y="0"/>
                  </a:moveTo>
                  <a:lnTo>
                    <a:pt x="235944" y="149670"/>
                  </a:lnTo>
                  <a:lnTo>
                    <a:pt x="202308" y="109171"/>
                  </a:lnTo>
                  <a:lnTo>
                    <a:pt x="173739" y="59623"/>
                  </a:lnTo>
                  <a:lnTo>
                    <a:pt x="153907" y="17681"/>
                  </a:lnTo>
                  <a:lnTo>
                    <a:pt x="146480" y="0"/>
                  </a:lnTo>
                  <a:lnTo>
                    <a:pt x="22955" y="61882"/>
                  </a:lnTo>
                  <a:lnTo>
                    <a:pt x="7951" y="220276"/>
                  </a:lnTo>
                  <a:lnTo>
                    <a:pt x="5425" y="258059"/>
                  </a:lnTo>
                  <a:lnTo>
                    <a:pt x="3803" y="279604"/>
                  </a:lnTo>
                  <a:lnTo>
                    <a:pt x="2383" y="292965"/>
                  </a:lnTo>
                  <a:lnTo>
                    <a:pt x="464" y="306200"/>
                  </a:lnTo>
                  <a:lnTo>
                    <a:pt x="0" y="331319"/>
                  </a:lnTo>
                  <a:lnTo>
                    <a:pt x="1349" y="379206"/>
                  </a:lnTo>
                  <a:lnTo>
                    <a:pt x="3836" y="440334"/>
                  </a:lnTo>
                  <a:lnTo>
                    <a:pt x="9514" y="564211"/>
                  </a:lnTo>
                  <a:lnTo>
                    <a:pt x="11354" y="607908"/>
                  </a:lnTo>
                  <a:lnTo>
                    <a:pt x="22000" y="650718"/>
                  </a:lnTo>
                  <a:lnTo>
                    <a:pt x="57666" y="686460"/>
                  </a:lnTo>
                  <a:lnTo>
                    <a:pt x="97967" y="688855"/>
                  </a:lnTo>
                  <a:lnTo>
                    <a:pt x="162730" y="688588"/>
                  </a:lnTo>
                  <a:lnTo>
                    <a:pt x="222896" y="687258"/>
                  </a:lnTo>
                  <a:lnTo>
                    <a:pt x="249409" y="686460"/>
                  </a:lnTo>
                  <a:lnTo>
                    <a:pt x="324120" y="695284"/>
                  </a:lnTo>
                  <a:lnTo>
                    <a:pt x="364400" y="699055"/>
                  </a:lnTo>
                  <a:lnTo>
                    <a:pt x="384090" y="698521"/>
                  </a:lnTo>
                  <a:lnTo>
                    <a:pt x="397028" y="694429"/>
                  </a:lnTo>
                  <a:lnTo>
                    <a:pt x="432717" y="675100"/>
                  </a:lnTo>
                  <a:lnTo>
                    <a:pt x="458468" y="635723"/>
                  </a:lnTo>
                  <a:lnTo>
                    <a:pt x="472410" y="547294"/>
                  </a:lnTo>
                  <a:lnTo>
                    <a:pt x="480862" y="447462"/>
                  </a:lnTo>
                  <a:lnTo>
                    <a:pt x="486578" y="358547"/>
                  </a:lnTo>
                  <a:lnTo>
                    <a:pt x="488679" y="320115"/>
                  </a:lnTo>
                  <a:lnTo>
                    <a:pt x="488679" y="237280"/>
                  </a:lnTo>
                  <a:lnTo>
                    <a:pt x="469434" y="62259"/>
                  </a:lnTo>
                  <a:lnTo>
                    <a:pt x="345521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0" name="object 530" descr=""/>
            <p:cNvPicPr/>
            <p:nvPr/>
          </p:nvPicPr>
          <p:blipFill>
            <a:blip r:embed="rId72" cstate="print"/>
            <a:stretch>
              <a:fillRect/>
            </a:stretch>
          </p:blipFill>
          <p:spPr>
            <a:xfrm>
              <a:off x="15444466" y="7968597"/>
              <a:ext cx="271972" cy="171424"/>
            </a:xfrm>
            <a:prstGeom prst="rect">
              <a:avLst/>
            </a:prstGeom>
          </p:spPr>
        </p:pic>
        <p:sp>
          <p:nvSpPr>
            <p:cNvPr id="531" name="object 531" descr=""/>
            <p:cNvSpPr/>
            <p:nvPr/>
          </p:nvSpPr>
          <p:spPr>
            <a:xfrm>
              <a:off x="15572994" y="8168913"/>
              <a:ext cx="24130" cy="346710"/>
            </a:xfrm>
            <a:custGeom>
              <a:avLst/>
              <a:gdLst/>
              <a:ahLst/>
              <a:cxnLst/>
              <a:rect l="l" t="t" r="r" b="b"/>
              <a:pathLst>
                <a:path w="24130" h="346709">
                  <a:moveTo>
                    <a:pt x="23850" y="328218"/>
                  </a:moveTo>
                  <a:lnTo>
                    <a:pt x="18364" y="322973"/>
                  </a:lnTo>
                  <a:lnTo>
                    <a:pt x="11925" y="323240"/>
                  </a:lnTo>
                  <a:lnTo>
                    <a:pt x="5461" y="323494"/>
                  </a:lnTo>
                  <a:lnTo>
                    <a:pt x="0" y="327825"/>
                  </a:lnTo>
                  <a:lnTo>
                    <a:pt x="0" y="340880"/>
                  </a:lnTo>
                  <a:lnTo>
                    <a:pt x="5486" y="346100"/>
                  </a:lnTo>
                  <a:lnTo>
                    <a:pt x="18376" y="345605"/>
                  </a:lnTo>
                  <a:lnTo>
                    <a:pt x="23850" y="341274"/>
                  </a:lnTo>
                  <a:lnTo>
                    <a:pt x="23850" y="328218"/>
                  </a:lnTo>
                  <a:close/>
                </a:path>
                <a:path w="24130" h="346709">
                  <a:moveTo>
                    <a:pt x="23850" y="220560"/>
                  </a:moveTo>
                  <a:lnTo>
                    <a:pt x="18364" y="215315"/>
                  </a:lnTo>
                  <a:lnTo>
                    <a:pt x="11925" y="215569"/>
                  </a:lnTo>
                  <a:lnTo>
                    <a:pt x="5461" y="215836"/>
                  </a:lnTo>
                  <a:lnTo>
                    <a:pt x="0" y="220154"/>
                  </a:lnTo>
                  <a:lnTo>
                    <a:pt x="0" y="233210"/>
                  </a:lnTo>
                  <a:lnTo>
                    <a:pt x="5486" y="238455"/>
                  </a:lnTo>
                  <a:lnTo>
                    <a:pt x="18376" y="237947"/>
                  </a:lnTo>
                  <a:lnTo>
                    <a:pt x="23850" y="233603"/>
                  </a:lnTo>
                  <a:lnTo>
                    <a:pt x="23850" y="220560"/>
                  </a:lnTo>
                  <a:close/>
                </a:path>
                <a:path w="24130" h="346709">
                  <a:moveTo>
                    <a:pt x="23850" y="112890"/>
                  </a:moveTo>
                  <a:lnTo>
                    <a:pt x="18364" y="107645"/>
                  </a:lnTo>
                  <a:lnTo>
                    <a:pt x="11925" y="107911"/>
                  </a:lnTo>
                  <a:lnTo>
                    <a:pt x="5461" y="108165"/>
                  </a:lnTo>
                  <a:lnTo>
                    <a:pt x="0" y="112496"/>
                  </a:lnTo>
                  <a:lnTo>
                    <a:pt x="0" y="125552"/>
                  </a:lnTo>
                  <a:lnTo>
                    <a:pt x="5486" y="130784"/>
                  </a:lnTo>
                  <a:lnTo>
                    <a:pt x="18376" y="130276"/>
                  </a:lnTo>
                  <a:lnTo>
                    <a:pt x="23850" y="125945"/>
                  </a:lnTo>
                  <a:lnTo>
                    <a:pt x="23850" y="112890"/>
                  </a:lnTo>
                  <a:close/>
                </a:path>
                <a:path w="24130" h="346709">
                  <a:moveTo>
                    <a:pt x="23850" y="5219"/>
                  </a:moveTo>
                  <a:lnTo>
                    <a:pt x="18364" y="0"/>
                  </a:lnTo>
                  <a:lnTo>
                    <a:pt x="11925" y="241"/>
                  </a:lnTo>
                  <a:lnTo>
                    <a:pt x="5461" y="495"/>
                  </a:lnTo>
                  <a:lnTo>
                    <a:pt x="0" y="4826"/>
                  </a:lnTo>
                  <a:lnTo>
                    <a:pt x="0" y="17894"/>
                  </a:lnTo>
                  <a:lnTo>
                    <a:pt x="5486" y="23126"/>
                  </a:lnTo>
                  <a:lnTo>
                    <a:pt x="18376" y="22618"/>
                  </a:lnTo>
                  <a:lnTo>
                    <a:pt x="23850" y="18275"/>
                  </a:lnTo>
                  <a:lnTo>
                    <a:pt x="23850" y="5219"/>
                  </a:lnTo>
                  <a:close/>
                </a:path>
              </a:pathLst>
            </a:custGeom>
            <a:solidFill>
              <a:srgbClr val="ADDA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2" name="object 532" descr=""/>
          <p:cNvSpPr/>
          <p:nvPr/>
        </p:nvSpPr>
        <p:spPr>
          <a:xfrm>
            <a:off x="16513768" y="8371640"/>
            <a:ext cx="249554" cy="571500"/>
          </a:xfrm>
          <a:custGeom>
            <a:avLst/>
            <a:gdLst/>
            <a:ahLst/>
            <a:cxnLst/>
            <a:rect l="l" t="t" r="r" b="b"/>
            <a:pathLst>
              <a:path w="249555" h="571500">
                <a:moveTo>
                  <a:pt x="151037" y="0"/>
                </a:moveTo>
                <a:lnTo>
                  <a:pt x="94308" y="26112"/>
                </a:lnTo>
                <a:lnTo>
                  <a:pt x="71361" y="83122"/>
                </a:lnTo>
                <a:lnTo>
                  <a:pt x="57978" y="131120"/>
                </a:lnTo>
                <a:lnTo>
                  <a:pt x="44359" y="187662"/>
                </a:lnTo>
                <a:lnTo>
                  <a:pt x="31284" y="249413"/>
                </a:lnTo>
                <a:lnTo>
                  <a:pt x="19532" y="313034"/>
                </a:lnTo>
                <a:lnTo>
                  <a:pt x="9881" y="375190"/>
                </a:lnTo>
                <a:lnTo>
                  <a:pt x="3111" y="432542"/>
                </a:lnTo>
                <a:lnTo>
                  <a:pt x="0" y="481754"/>
                </a:lnTo>
                <a:lnTo>
                  <a:pt x="1327" y="519489"/>
                </a:lnTo>
                <a:lnTo>
                  <a:pt x="7871" y="542410"/>
                </a:lnTo>
                <a:lnTo>
                  <a:pt x="18111" y="553084"/>
                </a:lnTo>
                <a:lnTo>
                  <a:pt x="37344" y="564392"/>
                </a:lnTo>
                <a:lnTo>
                  <a:pt x="65203" y="571066"/>
                </a:lnTo>
                <a:lnTo>
                  <a:pt x="101324" y="567833"/>
                </a:lnTo>
                <a:lnTo>
                  <a:pt x="131236" y="557084"/>
                </a:lnTo>
                <a:lnTo>
                  <a:pt x="146859" y="539160"/>
                </a:lnTo>
                <a:lnTo>
                  <a:pt x="157436" y="505720"/>
                </a:lnTo>
                <a:lnTo>
                  <a:pt x="172211" y="448423"/>
                </a:lnTo>
                <a:lnTo>
                  <a:pt x="195022" y="364818"/>
                </a:lnTo>
                <a:lnTo>
                  <a:pt x="210628" y="299221"/>
                </a:lnTo>
                <a:lnTo>
                  <a:pt x="226232" y="217679"/>
                </a:lnTo>
                <a:lnTo>
                  <a:pt x="249036" y="86235"/>
                </a:lnTo>
                <a:lnTo>
                  <a:pt x="241951" y="44518"/>
                </a:lnTo>
                <a:lnTo>
                  <a:pt x="219127" y="17000"/>
                </a:lnTo>
                <a:lnTo>
                  <a:pt x="186758" y="2540"/>
                </a:lnTo>
                <a:lnTo>
                  <a:pt x="151037" y="0"/>
                </a:lnTo>
                <a:close/>
              </a:path>
            </a:pathLst>
          </a:custGeom>
          <a:solidFill>
            <a:srgbClr val="BDE1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3" name="object 533" descr=""/>
          <p:cNvSpPr/>
          <p:nvPr/>
        </p:nvSpPr>
        <p:spPr>
          <a:xfrm>
            <a:off x="17085412" y="8011712"/>
            <a:ext cx="335280" cy="902969"/>
          </a:xfrm>
          <a:custGeom>
            <a:avLst/>
            <a:gdLst/>
            <a:ahLst/>
            <a:cxnLst/>
            <a:rect l="l" t="t" r="r" b="b"/>
            <a:pathLst>
              <a:path w="335280" h="902970">
                <a:moveTo>
                  <a:pt x="334975" y="842518"/>
                </a:moveTo>
                <a:lnTo>
                  <a:pt x="322884" y="756399"/>
                </a:lnTo>
                <a:lnTo>
                  <a:pt x="309359" y="700252"/>
                </a:lnTo>
                <a:lnTo>
                  <a:pt x="292404" y="639673"/>
                </a:lnTo>
                <a:lnTo>
                  <a:pt x="273189" y="577900"/>
                </a:lnTo>
                <a:lnTo>
                  <a:pt x="252882" y="518134"/>
                </a:lnTo>
                <a:lnTo>
                  <a:pt x="232651" y="463613"/>
                </a:lnTo>
                <a:lnTo>
                  <a:pt x="218351" y="428942"/>
                </a:lnTo>
                <a:lnTo>
                  <a:pt x="218401" y="428536"/>
                </a:lnTo>
                <a:lnTo>
                  <a:pt x="165430" y="216636"/>
                </a:lnTo>
                <a:lnTo>
                  <a:pt x="149402" y="154609"/>
                </a:lnTo>
                <a:lnTo>
                  <a:pt x="134835" y="100876"/>
                </a:lnTo>
                <a:lnTo>
                  <a:pt x="123012" y="61391"/>
                </a:lnTo>
                <a:lnTo>
                  <a:pt x="101498" y="26504"/>
                </a:lnTo>
                <a:lnTo>
                  <a:pt x="65430" y="1104"/>
                </a:lnTo>
                <a:lnTo>
                  <a:pt x="49301" y="0"/>
                </a:lnTo>
                <a:lnTo>
                  <a:pt x="25374" y="17360"/>
                </a:lnTo>
                <a:lnTo>
                  <a:pt x="9880" y="47561"/>
                </a:lnTo>
                <a:lnTo>
                  <a:pt x="1778" y="88087"/>
                </a:lnTo>
                <a:lnTo>
                  <a:pt x="0" y="136448"/>
                </a:lnTo>
                <a:lnTo>
                  <a:pt x="3517" y="190131"/>
                </a:lnTo>
                <a:lnTo>
                  <a:pt x="11264" y="246608"/>
                </a:lnTo>
                <a:lnTo>
                  <a:pt x="22186" y="303377"/>
                </a:lnTo>
                <a:lnTo>
                  <a:pt x="35255" y="357924"/>
                </a:lnTo>
                <a:lnTo>
                  <a:pt x="44805" y="391541"/>
                </a:lnTo>
                <a:lnTo>
                  <a:pt x="39700" y="399440"/>
                </a:lnTo>
                <a:lnTo>
                  <a:pt x="37604" y="441706"/>
                </a:lnTo>
                <a:lnTo>
                  <a:pt x="75844" y="569518"/>
                </a:lnTo>
                <a:lnTo>
                  <a:pt x="101015" y="648639"/>
                </a:lnTo>
                <a:lnTo>
                  <a:pt x="124294" y="711911"/>
                </a:lnTo>
                <a:lnTo>
                  <a:pt x="156857" y="792226"/>
                </a:lnTo>
                <a:lnTo>
                  <a:pt x="178333" y="847369"/>
                </a:lnTo>
                <a:lnTo>
                  <a:pt x="192798" y="879309"/>
                </a:lnTo>
                <a:lnTo>
                  <a:pt x="210426" y="895261"/>
                </a:lnTo>
                <a:lnTo>
                  <a:pt x="241401" y="902385"/>
                </a:lnTo>
                <a:lnTo>
                  <a:pt x="277660" y="901319"/>
                </a:lnTo>
                <a:lnTo>
                  <a:pt x="304533" y="891387"/>
                </a:lnTo>
                <a:lnTo>
                  <a:pt x="322287" y="877874"/>
                </a:lnTo>
                <a:lnTo>
                  <a:pt x="331190" y="866063"/>
                </a:lnTo>
                <a:lnTo>
                  <a:pt x="334975" y="842518"/>
                </a:lnTo>
                <a:close/>
              </a:path>
            </a:pathLst>
          </a:custGeom>
          <a:solidFill>
            <a:srgbClr val="BDE1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34" name="object 534" descr=""/>
          <p:cNvGrpSpPr/>
          <p:nvPr/>
        </p:nvGrpSpPr>
        <p:grpSpPr>
          <a:xfrm>
            <a:off x="16589692" y="7921858"/>
            <a:ext cx="580390" cy="717550"/>
            <a:chOff x="16589692" y="7921858"/>
            <a:chExt cx="580390" cy="717550"/>
          </a:xfrm>
        </p:grpSpPr>
        <p:sp>
          <p:nvSpPr>
            <p:cNvPr id="535" name="object 535" descr=""/>
            <p:cNvSpPr/>
            <p:nvPr/>
          </p:nvSpPr>
          <p:spPr>
            <a:xfrm>
              <a:off x="16589692" y="8009162"/>
              <a:ext cx="198120" cy="526415"/>
            </a:xfrm>
            <a:custGeom>
              <a:avLst/>
              <a:gdLst/>
              <a:ahLst/>
              <a:cxnLst/>
              <a:rect l="l" t="t" r="r" b="b"/>
              <a:pathLst>
                <a:path w="198119" h="526415">
                  <a:moveTo>
                    <a:pt x="140812" y="0"/>
                  </a:moveTo>
                  <a:lnTo>
                    <a:pt x="90159" y="29113"/>
                  </a:lnTo>
                  <a:lnTo>
                    <a:pt x="70913" y="65679"/>
                  </a:lnTo>
                  <a:lnTo>
                    <a:pt x="62066" y="107306"/>
                  </a:lnTo>
                  <a:lnTo>
                    <a:pt x="51538" y="163809"/>
                  </a:lnTo>
                  <a:lnTo>
                    <a:pt x="17387" y="357938"/>
                  </a:lnTo>
                  <a:lnTo>
                    <a:pt x="7654" y="409311"/>
                  </a:lnTo>
                  <a:lnTo>
                    <a:pt x="0" y="443243"/>
                  </a:lnTo>
                  <a:lnTo>
                    <a:pt x="3576" y="478686"/>
                  </a:lnTo>
                  <a:lnTo>
                    <a:pt x="28154" y="507773"/>
                  </a:lnTo>
                  <a:lnTo>
                    <a:pt x="63958" y="525316"/>
                  </a:lnTo>
                  <a:lnTo>
                    <a:pt x="101209" y="526125"/>
                  </a:lnTo>
                  <a:lnTo>
                    <a:pt x="130132" y="505010"/>
                  </a:lnTo>
                  <a:lnTo>
                    <a:pt x="151428" y="450437"/>
                  </a:lnTo>
                  <a:lnTo>
                    <a:pt x="163242" y="407190"/>
                  </a:lnTo>
                  <a:lnTo>
                    <a:pt x="174621" y="356716"/>
                  </a:lnTo>
                  <a:lnTo>
                    <a:pt x="184655" y="301576"/>
                  </a:lnTo>
                  <a:lnTo>
                    <a:pt x="192435" y="244330"/>
                  </a:lnTo>
                  <a:lnTo>
                    <a:pt x="197049" y="187538"/>
                  </a:lnTo>
                  <a:lnTo>
                    <a:pt x="197590" y="133760"/>
                  </a:lnTo>
                  <a:lnTo>
                    <a:pt x="193146" y="85557"/>
                  </a:lnTo>
                  <a:lnTo>
                    <a:pt x="182808" y="45489"/>
                  </a:lnTo>
                  <a:lnTo>
                    <a:pt x="165667" y="16117"/>
                  </a:lnTo>
                  <a:lnTo>
                    <a:pt x="140812" y="0"/>
                  </a:lnTo>
                  <a:close/>
                </a:path>
              </a:pathLst>
            </a:custGeom>
            <a:solidFill>
              <a:srgbClr val="BDE1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6" name="object 536" descr=""/>
            <p:cNvSpPr/>
            <p:nvPr/>
          </p:nvSpPr>
          <p:spPr>
            <a:xfrm>
              <a:off x="16703446" y="7944469"/>
              <a:ext cx="466090" cy="694690"/>
            </a:xfrm>
            <a:custGeom>
              <a:avLst/>
              <a:gdLst/>
              <a:ahLst/>
              <a:cxnLst/>
              <a:rect l="l" t="t" r="r" b="b"/>
              <a:pathLst>
                <a:path w="466090" h="694690">
                  <a:moveTo>
                    <a:pt x="328194" y="0"/>
                  </a:moveTo>
                  <a:lnTo>
                    <a:pt x="183874" y="155524"/>
                  </a:lnTo>
                  <a:lnTo>
                    <a:pt x="158250" y="113438"/>
                  </a:lnTo>
                  <a:lnTo>
                    <a:pt x="145000" y="61953"/>
                  </a:lnTo>
                  <a:lnTo>
                    <a:pt x="140044" y="18372"/>
                  </a:lnTo>
                  <a:lnTo>
                    <a:pt x="139299" y="0"/>
                  </a:lnTo>
                  <a:lnTo>
                    <a:pt x="22057" y="64301"/>
                  </a:lnTo>
                  <a:lnTo>
                    <a:pt x="7827" y="228904"/>
                  </a:lnTo>
                  <a:lnTo>
                    <a:pt x="5424" y="268165"/>
                  </a:lnTo>
                  <a:lnTo>
                    <a:pt x="3883" y="290552"/>
                  </a:lnTo>
                  <a:lnTo>
                    <a:pt x="2536" y="304437"/>
                  </a:lnTo>
                  <a:lnTo>
                    <a:pt x="717" y="318189"/>
                  </a:lnTo>
                  <a:lnTo>
                    <a:pt x="0" y="341703"/>
                  </a:lnTo>
                  <a:lnTo>
                    <a:pt x="388" y="387763"/>
                  </a:lnTo>
                  <a:lnTo>
                    <a:pt x="1791" y="447859"/>
                  </a:lnTo>
                  <a:lnTo>
                    <a:pt x="4115" y="513482"/>
                  </a:lnTo>
                  <a:lnTo>
                    <a:pt x="7268" y="576124"/>
                  </a:lnTo>
                  <a:lnTo>
                    <a:pt x="11157" y="627276"/>
                  </a:lnTo>
                  <a:lnTo>
                    <a:pt x="22594" y="669910"/>
                  </a:lnTo>
                  <a:lnTo>
                    <a:pt x="76620" y="692586"/>
                  </a:lnTo>
                  <a:lnTo>
                    <a:pt x="105764" y="694613"/>
                  </a:lnTo>
                  <a:lnTo>
                    <a:pt x="147185" y="693325"/>
                  </a:lnTo>
                  <a:lnTo>
                    <a:pt x="184242" y="690932"/>
                  </a:lnTo>
                  <a:lnTo>
                    <a:pt x="200292" y="689643"/>
                  </a:lnTo>
                  <a:lnTo>
                    <a:pt x="309353" y="691583"/>
                  </a:lnTo>
                  <a:lnTo>
                    <a:pt x="367255" y="692010"/>
                  </a:lnTo>
                  <a:lnTo>
                    <a:pt x="407155" y="687528"/>
                  </a:lnTo>
                  <a:lnTo>
                    <a:pt x="452927" y="636852"/>
                  </a:lnTo>
                  <a:lnTo>
                    <a:pt x="463132" y="581636"/>
                  </a:lnTo>
                  <a:lnTo>
                    <a:pt x="466003" y="527262"/>
                  </a:lnTo>
                  <a:lnTo>
                    <a:pt x="466021" y="443392"/>
                  </a:lnTo>
                  <a:lnTo>
                    <a:pt x="464827" y="366397"/>
                  </a:lnTo>
                  <a:lnTo>
                    <a:pt x="464064" y="332649"/>
                  </a:lnTo>
                  <a:lnTo>
                    <a:pt x="464064" y="246568"/>
                  </a:lnTo>
                  <a:lnTo>
                    <a:pt x="445792" y="64689"/>
                  </a:lnTo>
                  <a:lnTo>
                    <a:pt x="328194" y="0"/>
                  </a:lnTo>
                  <a:close/>
                </a:path>
              </a:pathLst>
            </a:custGeom>
            <a:solidFill>
              <a:srgbClr val="9FD3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7" name="object 537" descr=""/>
            <p:cNvPicPr/>
            <p:nvPr/>
          </p:nvPicPr>
          <p:blipFill>
            <a:blip r:embed="rId73" cstate="print"/>
            <a:stretch>
              <a:fillRect/>
            </a:stretch>
          </p:blipFill>
          <p:spPr>
            <a:xfrm>
              <a:off x="16804061" y="7921858"/>
              <a:ext cx="254437" cy="178141"/>
            </a:xfrm>
            <a:prstGeom prst="rect">
              <a:avLst/>
            </a:prstGeom>
          </p:spPr>
        </p:pic>
        <p:sp>
          <p:nvSpPr>
            <p:cNvPr id="538" name="object 538" descr=""/>
            <p:cNvSpPr/>
            <p:nvPr/>
          </p:nvSpPr>
          <p:spPr>
            <a:xfrm>
              <a:off x="16887317" y="8130012"/>
              <a:ext cx="22860" cy="360045"/>
            </a:xfrm>
            <a:custGeom>
              <a:avLst/>
              <a:gdLst/>
              <a:ahLst/>
              <a:cxnLst/>
              <a:rect l="l" t="t" r="r" b="b"/>
              <a:pathLst>
                <a:path w="22859" h="360045">
                  <a:moveTo>
                    <a:pt x="22631" y="341083"/>
                  </a:moveTo>
                  <a:lnTo>
                    <a:pt x="17424" y="335635"/>
                  </a:lnTo>
                  <a:lnTo>
                    <a:pt x="11303" y="335915"/>
                  </a:lnTo>
                  <a:lnTo>
                    <a:pt x="5181" y="336169"/>
                  </a:lnTo>
                  <a:lnTo>
                    <a:pt x="0" y="340677"/>
                  </a:lnTo>
                  <a:lnTo>
                    <a:pt x="0" y="354241"/>
                  </a:lnTo>
                  <a:lnTo>
                    <a:pt x="5194" y="359676"/>
                  </a:lnTo>
                  <a:lnTo>
                    <a:pt x="17449" y="359156"/>
                  </a:lnTo>
                  <a:lnTo>
                    <a:pt x="22631" y="354647"/>
                  </a:lnTo>
                  <a:lnTo>
                    <a:pt x="22631" y="341083"/>
                  </a:lnTo>
                  <a:close/>
                </a:path>
                <a:path w="22859" h="360045">
                  <a:moveTo>
                    <a:pt x="22631" y="229196"/>
                  </a:moveTo>
                  <a:lnTo>
                    <a:pt x="17424" y="223761"/>
                  </a:lnTo>
                  <a:lnTo>
                    <a:pt x="11303" y="224028"/>
                  </a:lnTo>
                  <a:lnTo>
                    <a:pt x="5181" y="224282"/>
                  </a:lnTo>
                  <a:lnTo>
                    <a:pt x="0" y="228790"/>
                  </a:lnTo>
                  <a:lnTo>
                    <a:pt x="0" y="242366"/>
                  </a:lnTo>
                  <a:lnTo>
                    <a:pt x="5194" y="247789"/>
                  </a:lnTo>
                  <a:lnTo>
                    <a:pt x="17449" y="247269"/>
                  </a:lnTo>
                  <a:lnTo>
                    <a:pt x="22631" y="242773"/>
                  </a:lnTo>
                  <a:lnTo>
                    <a:pt x="22631" y="229196"/>
                  </a:lnTo>
                  <a:close/>
                </a:path>
                <a:path w="22859" h="360045">
                  <a:moveTo>
                    <a:pt x="22631" y="117322"/>
                  </a:moveTo>
                  <a:lnTo>
                    <a:pt x="17424" y="111887"/>
                  </a:lnTo>
                  <a:lnTo>
                    <a:pt x="11303" y="112141"/>
                  </a:lnTo>
                  <a:lnTo>
                    <a:pt x="5181" y="112407"/>
                  </a:lnTo>
                  <a:lnTo>
                    <a:pt x="0" y="116916"/>
                  </a:lnTo>
                  <a:lnTo>
                    <a:pt x="0" y="130479"/>
                  </a:lnTo>
                  <a:lnTo>
                    <a:pt x="5194" y="135915"/>
                  </a:lnTo>
                  <a:lnTo>
                    <a:pt x="17449" y="135394"/>
                  </a:lnTo>
                  <a:lnTo>
                    <a:pt x="22631" y="130886"/>
                  </a:lnTo>
                  <a:lnTo>
                    <a:pt x="22631" y="117322"/>
                  </a:lnTo>
                  <a:close/>
                </a:path>
                <a:path w="22859" h="360045">
                  <a:moveTo>
                    <a:pt x="22631" y="5435"/>
                  </a:moveTo>
                  <a:lnTo>
                    <a:pt x="17424" y="0"/>
                  </a:lnTo>
                  <a:lnTo>
                    <a:pt x="11303" y="266"/>
                  </a:lnTo>
                  <a:lnTo>
                    <a:pt x="5181" y="520"/>
                  </a:lnTo>
                  <a:lnTo>
                    <a:pt x="0" y="5029"/>
                  </a:lnTo>
                  <a:lnTo>
                    <a:pt x="0" y="18592"/>
                  </a:lnTo>
                  <a:lnTo>
                    <a:pt x="5194" y="24028"/>
                  </a:lnTo>
                  <a:lnTo>
                    <a:pt x="17449" y="23507"/>
                  </a:lnTo>
                  <a:lnTo>
                    <a:pt x="22631" y="19011"/>
                  </a:lnTo>
                  <a:lnTo>
                    <a:pt x="22631" y="5435"/>
                  </a:lnTo>
                  <a:close/>
                </a:path>
              </a:pathLst>
            </a:custGeom>
            <a:solidFill>
              <a:srgbClr val="ADDA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9" name="object 539" descr=""/>
          <p:cNvSpPr/>
          <p:nvPr/>
        </p:nvSpPr>
        <p:spPr>
          <a:xfrm>
            <a:off x="15007080" y="3633754"/>
            <a:ext cx="433705" cy="376555"/>
          </a:xfrm>
          <a:custGeom>
            <a:avLst/>
            <a:gdLst/>
            <a:ahLst/>
            <a:cxnLst/>
            <a:rect l="l" t="t" r="r" b="b"/>
            <a:pathLst>
              <a:path w="433705" h="376554">
                <a:moveTo>
                  <a:pt x="340390" y="0"/>
                </a:moveTo>
                <a:lnTo>
                  <a:pt x="256228" y="20973"/>
                </a:lnTo>
                <a:lnTo>
                  <a:pt x="201504" y="27965"/>
                </a:lnTo>
                <a:lnTo>
                  <a:pt x="152214" y="20973"/>
                </a:lnTo>
                <a:lnTo>
                  <a:pt x="84356" y="0"/>
                </a:lnTo>
                <a:lnTo>
                  <a:pt x="53102" y="50046"/>
                </a:lnTo>
                <a:lnTo>
                  <a:pt x="24419" y="110075"/>
                </a:lnTo>
                <a:lnTo>
                  <a:pt x="13750" y="147765"/>
                </a:lnTo>
                <a:lnTo>
                  <a:pt x="4048" y="201223"/>
                </a:lnTo>
                <a:lnTo>
                  <a:pt x="0" y="260362"/>
                </a:lnTo>
                <a:lnTo>
                  <a:pt x="934" y="314850"/>
                </a:lnTo>
                <a:lnTo>
                  <a:pt x="6180" y="354355"/>
                </a:lnTo>
                <a:lnTo>
                  <a:pt x="62686" y="372053"/>
                </a:lnTo>
                <a:lnTo>
                  <a:pt x="118717" y="375598"/>
                </a:lnTo>
                <a:lnTo>
                  <a:pt x="184542" y="376026"/>
                </a:lnTo>
                <a:lnTo>
                  <a:pt x="253616" y="373656"/>
                </a:lnTo>
                <a:lnTo>
                  <a:pt x="319396" y="368801"/>
                </a:lnTo>
                <a:lnTo>
                  <a:pt x="375337" y="361778"/>
                </a:lnTo>
                <a:lnTo>
                  <a:pt x="414896" y="352903"/>
                </a:lnTo>
                <a:lnTo>
                  <a:pt x="433289" y="318311"/>
                </a:lnTo>
                <a:lnTo>
                  <a:pt x="430670" y="277565"/>
                </a:lnTo>
                <a:lnTo>
                  <a:pt x="423343" y="225243"/>
                </a:lnTo>
                <a:lnTo>
                  <a:pt x="410980" y="166336"/>
                </a:lnTo>
                <a:lnTo>
                  <a:pt x="393252" y="105833"/>
                </a:lnTo>
                <a:lnTo>
                  <a:pt x="369831" y="48724"/>
                </a:lnTo>
                <a:lnTo>
                  <a:pt x="340390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0" name="object 540" descr=""/>
          <p:cNvSpPr/>
          <p:nvPr/>
        </p:nvSpPr>
        <p:spPr>
          <a:xfrm>
            <a:off x="15001544" y="3836053"/>
            <a:ext cx="436880" cy="918210"/>
          </a:xfrm>
          <a:custGeom>
            <a:avLst/>
            <a:gdLst/>
            <a:ahLst/>
            <a:cxnLst/>
            <a:rect l="l" t="t" r="r" b="b"/>
            <a:pathLst>
              <a:path w="436880" h="918210">
                <a:moveTo>
                  <a:pt x="125463" y="240258"/>
                </a:moveTo>
                <a:lnTo>
                  <a:pt x="122313" y="240093"/>
                </a:lnTo>
                <a:lnTo>
                  <a:pt x="122377" y="241160"/>
                </a:lnTo>
                <a:lnTo>
                  <a:pt x="125463" y="240258"/>
                </a:lnTo>
                <a:close/>
              </a:path>
              <a:path w="436880" h="918210">
                <a:moveTo>
                  <a:pt x="223380" y="364896"/>
                </a:moveTo>
                <a:lnTo>
                  <a:pt x="223342" y="298729"/>
                </a:lnTo>
                <a:lnTo>
                  <a:pt x="222440" y="247091"/>
                </a:lnTo>
                <a:lnTo>
                  <a:pt x="222237" y="235077"/>
                </a:lnTo>
                <a:lnTo>
                  <a:pt x="222173" y="232600"/>
                </a:lnTo>
                <a:lnTo>
                  <a:pt x="222059" y="229158"/>
                </a:lnTo>
                <a:lnTo>
                  <a:pt x="221932" y="225653"/>
                </a:lnTo>
                <a:lnTo>
                  <a:pt x="221856" y="223608"/>
                </a:lnTo>
                <a:lnTo>
                  <a:pt x="221665" y="218071"/>
                </a:lnTo>
                <a:lnTo>
                  <a:pt x="221538" y="214401"/>
                </a:lnTo>
                <a:lnTo>
                  <a:pt x="221411" y="210566"/>
                </a:lnTo>
                <a:lnTo>
                  <a:pt x="221208" y="204736"/>
                </a:lnTo>
                <a:lnTo>
                  <a:pt x="217258" y="123291"/>
                </a:lnTo>
                <a:lnTo>
                  <a:pt x="213690" y="85178"/>
                </a:lnTo>
                <a:lnTo>
                  <a:pt x="194373" y="44754"/>
                </a:lnTo>
                <a:lnTo>
                  <a:pt x="160172" y="23329"/>
                </a:lnTo>
                <a:lnTo>
                  <a:pt x="160172" y="213029"/>
                </a:lnTo>
                <a:lnTo>
                  <a:pt x="159969" y="214401"/>
                </a:lnTo>
                <a:lnTo>
                  <a:pt x="159156" y="214337"/>
                </a:lnTo>
                <a:lnTo>
                  <a:pt x="158546" y="214312"/>
                </a:lnTo>
                <a:lnTo>
                  <a:pt x="158546" y="224332"/>
                </a:lnTo>
                <a:lnTo>
                  <a:pt x="155473" y="225450"/>
                </a:lnTo>
                <a:lnTo>
                  <a:pt x="154241" y="225552"/>
                </a:lnTo>
                <a:lnTo>
                  <a:pt x="154241" y="241427"/>
                </a:lnTo>
                <a:lnTo>
                  <a:pt x="154190" y="243103"/>
                </a:lnTo>
                <a:lnTo>
                  <a:pt x="146634" y="243941"/>
                </a:lnTo>
                <a:lnTo>
                  <a:pt x="140233" y="244729"/>
                </a:lnTo>
                <a:lnTo>
                  <a:pt x="122720" y="247091"/>
                </a:lnTo>
                <a:lnTo>
                  <a:pt x="122682" y="246443"/>
                </a:lnTo>
                <a:lnTo>
                  <a:pt x="122377" y="241160"/>
                </a:lnTo>
                <a:lnTo>
                  <a:pt x="120053" y="241846"/>
                </a:lnTo>
                <a:lnTo>
                  <a:pt x="102476" y="245364"/>
                </a:lnTo>
                <a:lnTo>
                  <a:pt x="84709" y="246443"/>
                </a:lnTo>
                <a:lnTo>
                  <a:pt x="67475" y="244017"/>
                </a:lnTo>
                <a:lnTo>
                  <a:pt x="66065" y="243636"/>
                </a:lnTo>
                <a:lnTo>
                  <a:pt x="66103" y="241579"/>
                </a:lnTo>
                <a:lnTo>
                  <a:pt x="136461" y="235127"/>
                </a:lnTo>
                <a:lnTo>
                  <a:pt x="137541" y="235077"/>
                </a:lnTo>
                <a:lnTo>
                  <a:pt x="137642" y="236626"/>
                </a:lnTo>
                <a:lnTo>
                  <a:pt x="136702" y="236943"/>
                </a:lnTo>
                <a:lnTo>
                  <a:pt x="125463" y="240258"/>
                </a:lnTo>
                <a:lnTo>
                  <a:pt x="146431" y="241223"/>
                </a:lnTo>
                <a:lnTo>
                  <a:pt x="154241" y="241427"/>
                </a:lnTo>
                <a:lnTo>
                  <a:pt x="154241" y="225552"/>
                </a:lnTo>
                <a:lnTo>
                  <a:pt x="152819" y="225653"/>
                </a:lnTo>
                <a:lnTo>
                  <a:pt x="149847" y="225082"/>
                </a:lnTo>
                <a:lnTo>
                  <a:pt x="149948" y="224739"/>
                </a:lnTo>
                <a:lnTo>
                  <a:pt x="152844" y="225158"/>
                </a:lnTo>
                <a:lnTo>
                  <a:pt x="155409" y="224828"/>
                </a:lnTo>
                <a:lnTo>
                  <a:pt x="155613" y="224739"/>
                </a:lnTo>
                <a:lnTo>
                  <a:pt x="158330" y="223608"/>
                </a:lnTo>
                <a:lnTo>
                  <a:pt x="158546" y="224332"/>
                </a:lnTo>
                <a:lnTo>
                  <a:pt x="158546" y="214312"/>
                </a:lnTo>
                <a:lnTo>
                  <a:pt x="144983" y="213677"/>
                </a:lnTo>
                <a:lnTo>
                  <a:pt x="130683" y="213398"/>
                </a:lnTo>
                <a:lnTo>
                  <a:pt x="116306" y="213448"/>
                </a:lnTo>
                <a:lnTo>
                  <a:pt x="101866" y="213741"/>
                </a:lnTo>
                <a:lnTo>
                  <a:pt x="94170" y="215341"/>
                </a:lnTo>
                <a:lnTo>
                  <a:pt x="71120" y="220421"/>
                </a:lnTo>
                <a:lnTo>
                  <a:pt x="88976" y="218605"/>
                </a:lnTo>
                <a:lnTo>
                  <a:pt x="106870" y="218071"/>
                </a:lnTo>
                <a:lnTo>
                  <a:pt x="124561" y="219163"/>
                </a:lnTo>
                <a:lnTo>
                  <a:pt x="141871" y="222237"/>
                </a:lnTo>
                <a:lnTo>
                  <a:pt x="143865" y="222719"/>
                </a:lnTo>
                <a:lnTo>
                  <a:pt x="144081" y="226161"/>
                </a:lnTo>
                <a:lnTo>
                  <a:pt x="141871" y="226479"/>
                </a:lnTo>
                <a:lnTo>
                  <a:pt x="134175" y="227215"/>
                </a:lnTo>
                <a:lnTo>
                  <a:pt x="134175" y="233426"/>
                </a:lnTo>
                <a:lnTo>
                  <a:pt x="134175" y="234467"/>
                </a:lnTo>
                <a:lnTo>
                  <a:pt x="117309" y="234670"/>
                </a:lnTo>
                <a:lnTo>
                  <a:pt x="101117" y="235127"/>
                </a:lnTo>
                <a:lnTo>
                  <a:pt x="84937" y="235927"/>
                </a:lnTo>
                <a:lnTo>
                  <a:pt x="68211" y="237197"/>
                </a:lnTo>
                <a:lnTo>
                  <a:pt x="68072" y="236156"/>
                </a:lnTo>
                <a:lnTo>
                  <a:pt x="84899" y="234035"/>
                </a:lnTo>
                <a:lnTo>
                  <a:pt x="101003" y="232854"/>
                </a:lnTo>
                <a:lnTo>
                  <a:pt x="117132" y="232600"/>
                </a:lnTo>
                <a:lnTo>
                  <a:pt x="133464" y="233375"/>
                </a:lnTo>
                <a:lnTo>
                  <a:pt x="134175" y="233426"/>
                </a:lnTo>
                <a:lnTo>
                  <a:pt x="134175" y="227215"/>
                </a:lnTo>
                <a:lnTo>
                  <a:pt x="116586" y="228866"/>
                </a:lnTo>
                <a:lnTo>
                  <a:pt x="90843" y="229158"/>
                </a:lnTo>
                <a:lnTo>
                  <a:pt x="80327" y="228841"/>
                </a:lnTo>
                <a:lnTo>
                  <a:pt x="39522" y="227558"/>
                </a:lnTo>
                <a:lnTo>
                  <a:pt x="33655" y="228841"/>
                </a:lnTo>
                <a:lnTo>
                  <a:pt x="32766" y="226936"/>
                </a:lnTo>
                <a:lnTo>
                  <a:pt x="41541" y="221869"/>
                </a:lnTo>
                <a:lnTo>
                  <a:pt x="49123" y="218325"/>
                </a:lnTo>
                <a:lnTo>
                  <a:pt x="55054" y="216077"/>
                </a:lnTo>
                <a:lnTo>
                  <a:pt x="56794" y="215417"/>
                </a:lnTo>
                <a:lnTo>
                  <a:pt x="39243" y="216077"/>
                </a:lnTo>
                <a:lnTo>
                  <a:pt x="39255" y="215671"/>
                </a:lnTo>
                <a:lnTo>
                  <a:pt x="45847" y="215480"/>
                </a:lnTo>
                <a:lnTo>
                  <a:pt x="52273" y="215125"/>
                </a:lnTo>
                <a:lnTo>
                  <a:pt x="58737" y="214668"/>
                </a:lnTo>
                <a:lnTo>
                  <a:pt x="78371" y="208940"/>
                </a:lnTo>
                <a:lnTo>
                  <a:pt x="98488" y="205727"/>
                </a:lnTo>
                <a:lnTo>
                  <a:pt x="119126" y="204736"/>
                </a:lnTo>
                <a:lnTo>
                  <a:pt x="140322" y="205689"/>
                </a:lnTo>
                <a:lnTo>
                  <a:pt x="141287" y="205778"/>
                </a:lnTo>
                <a:lnTo>
                  <a:pt x="141249" y="207048"/>
                </a:lnTo>
                <a:lnTo>
                  <a:pt x="132880" y="208127"/>
                </a:lnTo>
                <a:lnTo>
                  <a:pt x="125463" y="209346"/>
                </a:lnTo>
                <a:lnTo>
                  <a:pt x="118071" y="210667"/>
                </a:lnTo>
                <a:lnTo>
                  <a:pt x="128498" y="210566"/>
                </a:lnTo>
                <a:lnTo>
                  <a:pt x="138874" y="210845"/>
                </a:lnTo>
                <a:lnTo>
                  <a:pt x="149174" y="211594"/>
                </a:lnTo>
                <a:lnTo>
                  <a:pt x="159346" y="212902"/>
                </a:lnTo>
                <a:lnTo>
                  <a:pt x="160172" y="213029"/>
                </a:lnTo>
                <a:lnTo>
                  <a:pt x="160172" y="23329"/>
                </a:lnTo>
                <a:lnTo>
                  <a:pt x="127317" y="9436"/>
                </a:lnTo>
                <a:lnTo>
                  <a:pt x="86791" y="762"/>
                </a:lnTo>
                <a:lnTo>
                  <a:pt x="49161" y="3276"/>
                </a:lnTo>
                <a:lnTo>
                  <a:pt x="20116" y="20904"/>
                </a:lnTo>
                <a:lnTo>
                  <a:pt x="5321" y="57543"/>
                </a:lnTo>
                <a:lnTo>
                  <a:pt x="0" y="111125"/>
                </a:lnTo>
                <a:lnTo>
                  <a:pt x="279" y="151612"/>
                </a:lnTo>
                <a:lnTo>
                  <a:pt x="7975" y="199377"/>
                </a:lnTo>
                <a:lnTo>
                  <a:pt x="24942" y="274777"/>
                </a:lnTo>
                <a:lnTo>
                  <a:pt x="40335" y="337629"/>
                </a:lnTo>
                <a:lnTo>
                  <a:pt x="56032" y="396709"/>
                </a:lnTo>
                <a:lnTo>
                  <a:pt x="70739" y="449922"/>
                </a:lnTo>
                <a:lnTo>
                  <a:pt x="83185" y="495122"/>
                </a:lnTo>
                <a:lnTo>
                  <a:pt x="92087" y="530225"/>
                </a:lnTo>
                <a:lnTo>
                  <a:pt x="92354" y="531749"/>
                </a:lnTo>
                <a:lnTo>
                  <a:pt x="91846" y="550252"/>
                </a:lnTo>
                <a:lnTo>
                  <a:pt x="91071" y="593102"/>
                </a:lnTo>
                <a:lnTo>
                  <a:pt x="91109" y="644969"/>
                </a:lnTo>
                <a:lnTo>
                  <a:pt x="93014" y="690803"/>
                </a:lnTo>
                <a:lnTo>
                  <a:pt x="103644" y="745477"/>
                </a:lnTo>
                <a:lnTo>
                  <a:pt x="122834" y="816584"/>
                </a:lnTo>
                <a:lnTo>
                  <a:pt x="141236" y="878255"/>
                </a:lnTo>
                <a:lnTo>
                  <a:pt x="175044" y="912253"/>
                </a:lnTo>
                <a:lnTo>
                  <a:pt x="191135" y="914819"/>
                </a:lnTo>
                <a:lnTo>
                  <a:pt x="204546" y="912253"/>
                </a:lnTo>
                <a:lnTo>
                  <a:pt x="222084" y="904557"/>
                </a:lnTo>
                <a:lnTo>
                  <a:pt x="221094" y="714629"/>
                </a:lnTo>
                <a:lnTo>
                  <a:pt x="220256" y="611149"/>
                </a:lnTo>
                <a:lnTo>
                  <a:pt x="219125" y="557936"/>
                </a:lnTo>
                <a:lnTo>
                  <a:pt x="217246" y="518858"/>
                </a:lnTo>
                <a:lnTo>
                  <a:pt x="217030" y="517906"/>
                </a:lnTo>
                <a:lnTo>
                  <a:pt x="219722" y="486003"/>
                </a:lnTo>
                <a:lnTo>
                  <a:pt x="222224" y="428586"/>
                </a:lnTo>
                <a:lnTo>
                  <a:pt x="223380" y="364896"/>
                </a:lnTo>
                <a:close/>
              </a:path>
              <a:path w="436880" h="918210">
                <a:moveTo>
                  <a:pt x="436714" y="113296"/>
                </a:moveTo>
                <a:lnTo>
                  <a:pt x="434378" y="68605"/>
                </a:lnTo>
                <a:lnTo>
                  <a:pt x="415988" y="16929"/>
                </a:lnTo>
                <a:lnTo>
                  <a:pt x="380276" y="622"/>
                </a:lnTo>
                <a:lnTo>
                  <a:pt x="380276" y="344385"/>
                </a:lnTo>
                <a:lnTo>
                  <a:pt x="379425" y="346951"/>
                </a:lnTo>
                <a:lnTo>
                  <a:pt x="377761" y="346887"/>
                </a:lnTo>
                <a:lnTo>
                  <a:pt x="377761" y="374053"/>
                </a:lnTo>
                <a:lnTo>
                  <a:pt x="373608" y="374777"/>
                </a:lnTo>
                <a:lnTo>
                  <a:pt x="371424" y="375056"/>
                </a:lnTo>
                <a:lnTo>
                  <a:pt x="369252" y="375259"/>
                </a:lnTo>
                <a:lnTo>
                  <a:pt x="368274" y="375615"/>
                </a:lnTo>
                <a:lnTo>
                  <a:pt x="369023" y="375729"/>
                </a:lnTo>
                <a:lnTo>
                  <a:pt x="369798" y="375818"/>
                </a:lnTo>
                <a:lnTo>
                  <a:pt x="376580" y="377024"/>
                </a:lnTo>
                <a:lnTo>
                  <a:pt x="374396" y="385356"/>
                </a:lnTo>
                <a:lnTo>
                  <a:pt x="369214" y="385838"/>
                </a:lnTo>
                <a:lnTo>
                  <a:pt x="355066" y="386410"/>
                </a:lnTo>
                <a:lnTo>
                  <a:pt x="340677" y="385851"/>
                </a:lnTo>
                <a:lnTo>
                  <a:pt x="312153" y="383527"/>
                </a:lnTo>
                <a:lnTo>
                  <a:pt x="307073" y="383425"/>
                </a:lnTo>
                <a:lnTo>
                  <a:pt x="305930" y="377380"/>
                </a:lnTo>
                <a:lnTo>
                  <a:pt x="308711" y="374650"/>
                </a:lnTo>
                <a:lnTo>
                  <a:pt x="301853" y="374370"/>
                </a:lnTo>
                <a:lnTo>
                  <a:pt x="295008" y="373926"/>
                </a:lnTo>
                <a:lnTo>
                  <a:pt x="288201" y="373265"/>
                </a:lnTo>
                <a:lnTo>
                  <a:pt x="281444" y="372313"/>
                </a:lnTo>
                <a:lnTo>
                  <a:pt x="278841" y="371868"/>
                </a:lnTo>
                <a:lnTo>
                  <a:pt x="279869" y="368350"/>
                </a:lnTo>
                <a:lnTo>
                  <a:pt x="282028" y="368096"/>
                </a:lnTo>
                <a:lnTo>
                  <a:pt x="294500" y="367157"/>
                </a:lnTo>
                <a:lnTo>
                  <a:pt x="307086" y="367017"/>
                </a:lnTo>
                <a:lnTo>
                  <a:pt x="332206" y="367766"/>
                </a:lnTo>
                <a:lnTo>
                  <a:pt x="354101" y="368096"/>
                </a:lnTo>
                <a:lnTo>
                  <a:pt x="365036" y="368782"/>
                </a:lnTo>
                <a:lnTo>
                  <a:pt x="375754" y="370471"/>
                </a:lnTo>
                <a:lnTo>
                  <a:pt x="377659" y="370903"/>
                </a:lnTo>
                <a:lnTo>
                  <a:pt x="377761" y="374053"/>
                </a:lnTo>
                <a:lnTo>
                  <a:pt x="377761" y="346887"/>
                </a:lnTo>
                <a:lnTo>
                  <a:pt x="370484" y="346583"/>
                </a:lnTo>
                <a:lnTo>
                  <a:pt x="370484" y="356997"/>
                </a:lnTo>
                <a:lnTo>
                  <a:pt x="337553" y="357403"/>
                </a:lnTo>
                <a:lnTo>
                  <a:pt x="327279" y="357657"/>
                </a:lnTo>
                <a:lnTo>
                  <a:pt x="317030" y="358267"/>
                </a:lnTo>
                <a:lnTo>
                  <a:pt x="306768" y="359003"/>
                </a:lnTo>
                <a:lnTo>
                  <a:pt x="296506" y="359371"/>
                </a:lnTo>
                <a:lnTo>
                  <a:pt x="286283" y="358863"/>
                </a:lnTo>
                <a:lnTo>
                  <a:pt x="285457" y="358775"/>
                </a:lnTo>
                <a:lnTo>
                  <a:pt x="285356" y="358267"/>
                </a:lnTo>
                <a:lnTo>
                  <a:pt x="285280" y="357657"/>
                </a:lnTo>
                <a:lnTo>
                  <a:pt x="286092" y="357403"/>
                </a:lnTo>
                <a:lnTo>
                  <a:pt x="296900" y="355015"/>
                </a:lnTo>
                <a:lnTo>
                  <a:pt x="304165" y="353402"/>
                </a:lnTo>
                <a:lnTo>
                  <a:pt x="305790" y="353047"/>
                </a:lnTo>
                <a:lnTo>
                  <a:pt x="326923" y="351599"/>
                </a:lnTo>
                <a:lnTo>
                  <a:pt x="348195" y="352158"/>
                </a:lnTo>
                <a:lnTo>
                  <a:pt x="368376" y="353822"/>
                </a:lnTo>
                <a:lnTo>
                  <a:pt x="370408" y="354037"/>
                </a:lnTo>
                <a:lnTo>
                  <a:pt x="370484" y="356997"/>
                </a:lnTo>
                <a:lnTo>
                  <a:pt x="370484" y="346583"/>
                </a:lnTo>
                <a:lnTo>
                  <a:pt x="356755" y="345998"/>
                </a:lnTo>
                <a:lnTo>
                  <a:pt x="336423" y="345541"/>
                </a:lnTo>
                <a:lnTo>
                  <a:pt x="316318" y="346506"/>
                </a:lnTo>
                <a:lnTo>
                  <a:pt x="295922" y="349885"/>
                </a:lnTo>
                <a:lnTo>
                  <a:pt x="298145" y="350024"/>
                </a:lnTo>
                <a:lnTo>
                  <a:pt x="300355" y="350202"/>
                </a:lnTo>
                <a:lnTo>
                  <a:pt x="303225" y="350481"/>
                </a:lnTo>
                <a:lnTo>
                  <a:pt x="303250" y="351497"/>
                </a:lnTo>
                <a:lnTo>
                  <a:pt x="297980" y="351421"/>
                </a:lnTo>
                <a:lnTo>
                  <a:pt x="293446" y="351523"/>
                </a:lnTo>
                <a:lnTo>
                  <a:pt x="288937" y="351726"/>
                </a:lnTo>
                <a:lnTo>
                  <a:pt x="286156" y="352526"/>
                </a:lnTo>
                <a:lnTo>
                  <a:pt x="283413" y="353402"/>
                </a:lnTo>
                <a:lnTo>
                  <a:pt x="282435" y="352945"/>
                </a:lnTo>
                <a:lnTo>
                  <a:pt x="281800" y="352145"/>
                </a:lnTo>
                <a:lnTo>
                  <a:pt x="273773" y="352780"/>
                </a:lnTo>
                <a:lnTo>
                  <a:pt x="257721" y="354253"/>
                </a:lnTo>
                <a:lnTo>
                  <a:pt x="249148" y="355015"/>
                </a:lnTo>
                <a:lnTo>
                  <a:pt x="281063" y="349529"/>
                </a:lnTo>
                <a:lnTo>
                  <a:pt x="281190" y="348386"/>
                </a:lnTo>
                <a:lnTo>
                  <a:pt x="281863" y="347345"/>
                </a:lnTo>
                <a:lnTo>
                  <a:pt x="283171" y="347040"/>
                </a:lnTo>
                <a:lnTo>
                  <a:pt x="291757" y="344182"/>
                </a:lnTo>
                <a:lnTo>
                  <a:pt x="300672" y="341668"/>
                </a:lnTo>
                <a:lnTo>
                  <a:pt x="309854" y="339559"/>
                </a:lnTo>
                <a:lnTo>
                  <a:pt x="319201" y="337934"/>
                </a:lnTo>
                <a:lnTo>
                  <a:pt x="316115" y="337934"/>
                </a:lnTo>
                <a:lnTo>
                  <a:pt x="275844" y="336029"/>
                </a:lnTo>
                <a:lnTo>
                  <a:pt x="261759" y="334276"/>
                </a:lnTo>
                <a:lnTo>
                  <a:pt x="262102" y="332346"/>
                </a:lnTo>
                <a:lnTo>
                  <a:pt x="263271" y="332346"/>
                </a:lnTo>
                <a:lnTo>
                  <a:pt x="320992" y="333425"/>
                </a:lnTo>
                <a:lnTo>
                  <a:pt x="340995" y="333184"/>
                </a:lnTo>
                <a:lnTo>
                  <a:pt x="342709" y="333019"/>
                </a:lnTo>
                <a:lnTo>
                  <a:pt x="335813" y="332346"/>
                </a:lnTo>
                <a:lnTo>
                  <a:pt x="334225" y="332193"/>
                </a:lnTo>
                <a:lnTo>
                  <a:pt x="325767" y="331254"/>
                </a:lnTo>
                <a:lnTo>
                  <a:pt x="317360" y="330085"/>
                </a:lnTo>
                <a:lnTo>
                  <a:pt x="309029" y="328561"/>
                </a:lnTo>
                <a:lnTo>
                  <a:pt x="307467" y="328231"/>
                </a:lnTo>
                <a:lnTo>
                  <a:pt x="308076" y="326212"/>
                </a:lnTo>
                <a:lnTo>
                  <a:pt x="309372" y="326034"/>
                </a:lnTo>
                <a:lnTo>
                  <a:pt x="316534" y="325361"/>
                </a:lnTo>
                <a:lnTo>
                  <a:pt x="323799" y="325183"/>
                </a:lnTo>
                <a:lnTo>
                  <a:pt x="331127" y="325424"/>
                </a:lnTo>
                <a:lnTo>
                  <a:pt x="338480" y="325996"/>
                </a:lnTo>
                <a:lnTo>
                  <a:pt x="338023" y="325424"/>
                </a:lnTo>
                <a:lnTo>
                  <a:pt x="353796" y="323189"/>
                </a:lnTo>
                <a:lnTo>
                  <a:pt x="361073" y="323202"/>
                </a:lnTo>
                <a:lnTo>
                  <a:pt x="368363" y="323570"/>
                </a:lnTo>
                <a:lnTo>
                  <a:pt x="368909" y="323608"/>
                </a:lnTo>
                <a:lnTo>
                  <a:pt x="368935" y="324446"/>
                </a:lnTo>
                <a:lnTo>
                  <a:pt x="368363" y="324421"/>
                </a:lnTo>
                <a:lnTo>
                  <a:pt x="361403" y="324370"/>
                </a:lnTo>
                <a:lnTo>
                  <a:pt x="354469" y="324650"/>
                </a:lnTo>
                <a:lnTo>
                  <a:pt x="347560" y="325259"/>
                </a:lnTo>
                <a:lnTo>
                  <a:pt x="340664" y="326199"/>
                </a:lnTo>
                <a:lnTo>
                  <a:pt x="348310" y="327139"/>
                </a:lnTo>
                <a:lnTo>
                  <a:pt x="355917" y="328244"/>
                </a:lnTo>
                <a:lnTo>
                  <a:pt x="372630" y="330974"/>
                </a:lnTo>
                <a:lnTo>
                  <a:pt x="373062" y="332193"/>
                </a:lnTo>
                <a:lnTo>
                  <a:pt x="373126" y="332651"/>
                </a:lnTo>
                <a:lnTo>
                  <a:pt x="372808" y="333857"/>
                </a:lnTo>
                <a:lnTo>
                  <a:pt x="374078" y="334683"/>
                </a:lnTo>
                <a:lnTo>
                  <a:pt x="375158" y="335737"/>
                </a:lnTo>
                <a:lnTo>
                  <a:pt x="376466" y="337883"/>
                </a:lnTo>
                <a:lnTo>
                  <a:pt x="375488" y="338937"/>
                </a:lnTo>
                <a:lnTo>
                  <a:pt x="369125" y="334835"/>
                </a:lnTo>
                <a:lnTo>
                  <a:pt x="351688" y="336956"/>
                </a:lnTo>
                <a:lnTo>
                  <a:pt x="380276" y="344385"/>
                </a:lnTo>
                <a:lnTo>
                  <a:pt x="380276" y="622"/>
                </a:lnTo>
                <a:lnTo>
                  <a:pt x="308368" y="10604"/>
                </a:lnTo>
                <a:lnTo>
                  <a:pt x="271424" y="28359"/>
                </a:lnTo>
                <a:lnTo>
                  <a:pt x="228803" y="68605"/>
                </a:lnTo>
                <a:lnTo>
                  <a:pt x="223964" y="128625"/>
                </a:lnTo>
                <a:lnTo>
                  <a:pt x="223507" y="179539"/>
                </a:lnTo>
                <a:lnTo>
                  <a:pt x="224307" y="239306"/>
                </a:lnTo>
                <a:lnTo>
                  <a:pt x="226275" y="304152"/>
                </a:lnTo>
                <a:lnTo>
                  <a:pt x="229412" y="370471"/>
                </a:lnTo>
                <a:lnTo>
                  <a:pt x="233603" y="433819"/>
                </a:lnTo>
                <a:lnTo>
                  <a:pt x="238848" y="491045"/>
                </a:lnTo>
                <a:lnTo>
                  <a:pt x="242658" y="519887"/>
                </a:lnTo>
                <a:lnTo>
                  <a:pt x="240957" y="530009"/>
                </a:lnTo>
                <a:lnTo>
                  <a:pt x="240982" y="569036"/>
                </a:lnTo>
                <a:lnTo>
                  <a:pt x="242608" y="621538"/>
                </a:lnTo>
                <a:lnTo>
                  <a:pt x="247281" y="723099"/>
                </a:lnTo>
                <a:lnTo>
                  <a:pt x="256489" y="909243"/>
                </a:lnTo>
                <a:lnTo>
                  <a:pt x="287883" y="918006"/>
                </a:lnTo>
                <a:lnTo>
                  <a:pt x="303834" y="914679"/>
                </a:lnTo>
                <a:lnTo>
                  <a:pt x="335978" y="879094"/>
                </a:lnTo>
                <a:lnTo>
                  <a:pt x="351421" y="816622"/>
                </a:lnTo>
                <a:lnTo>
                  <a:pt x="367195" y="744677"/>
                </a:lnTo>
                <a:lnTo>
                  <a:pt x="375196" y="689559"/>
                </a:lnTo>
                <a:lnTo>
                  <a:pt x="374916" y="643686"/>
                </a:lnTo>
                <a:lnTo>
                  <a:pt x="372465" y="591870"/>
                </a:lnTo>
                <a:lnTo>
                  <a:pt x="369646" y="549109"/>
                </a:lnTo>
                <a:lnTo>
                  <a:pt x="368236" y="530631"/>
                </a:lnTo>
                <a:lnTo>
                  <a:pt x="368439" y="529107"/>
                </a:lnTo>
                <a:lnTo>
                  <a:pt x="375653" y="493623"/>
                </a:lnTo>
                <a:lnTo>
                  <a:pt x="385927" y="447878"/>
                </a:lnTo>
                <a:lnTo>
                  <a:pt x="398081" y="394030"/>
                </a:lnTo>
                <a:lnTo>
                  <a:pt x="399719" y="386410"/>
                </a:lnTo>
                <a:lnTo>
                  <a:pt x="403885" y="367017"/>
                </a:lnTo>
                <a:lnTo>
                  <a:pt x="405536" y="359371"/>
                </a:lnTo>
                <a:lnTo>
                  <a:pt x="407200" y="351599"/>
                </a:lnTo>
                <a:lnTo>
                  <a:pt x="413080" y="323189"/>
                </a:lnTo>
                <a:lnTo>
                  <a:pt x="423303" y="270751"/>
                </a:lnTo>
                <a:lnTo>
                  <a:pt x="434644" y="182156"/>
                </a:lnTo>
                <a:lnTo>
                  <a:pt x="436714" y="113296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1" name="object 541" descr=""/>
          <p:cNvSpPr/>
          <p:nvPr/>
        </p:nvSpPr>
        <p:spPr>
          <a:xfrm>
            <a:off x="15210462" y="3662667"/>
            <a:ext cx="20955" cy="21590"/>
          </a:xfrm>
          <a:custGeom>
            <a:avLst/>
            <a:gdLst/>
            <a:ahLst/>
            <a:cxnLst/>
            <a:rect l="l" t="t" r="r" b="b"/>
            <a:pathLst>
              <a:path w="20955" h="21589">
                <a:moveTo>
                  <a:pt x="10287" y="0"/>
                </a:moveTo>
                <a:lnTo>
                  <a:pt x="2574" y="3327"/>
                </a:lnTo>
                <a:lnTo>
                  <a:pt x="0" y="10648"/>
                </a:lnTo>
                <a:lnTo>
                  <a:pt x="2568" y="17970"/>
                </a:lnTo>
                <a:lnTo>
                  <a:pt x="10287" y="21297"/>
                </a:lnTo>
                <a:lnTo>
                  <a:pt x="18000" y="17970"/>
                </a:lnTo>
                <a:lnTo>
                  <a:pt x="20575" y="10648"/>
                </a:lnTo>
                <a:lnTo>
                  <a:pt x="18006" y="3327"/>
                </a:lnTo>
                <a:lnTo>
                  <a:pt x="10287" y="0"/>
                </a:lnTo>
                <a:close/>
              </a:path>
            </a:pathLst>
          </a:custGeom>
          <a:solidFill>
            <a:srgbClr val="C1B3A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2" name="object 542" descr=""/>
          <p:cNvSpPr/>
          <p:nvPr/>
        </p:nvSpPr>
        <p:spPr>
          <a:xfrm>
            <a:off x="15277972" y="3653598"/>
            <a:ext cx="94615" cy="41910"/>
          </a:xfrm>
          <a:custGeom>
            <a:avLst/>
            <a:gdLst/>
            <a:ahLst/>
            <a:cxnLst/>
            <a:rect l="l" t="t" r="r" b="b"/>
            <a:pathLst>
              <a:path w="94615" h="41910">
                <a:moveTo>
                  <a:pt x="83065" y="0"/>
                </a:moveTo>
                <a:lnTo>
                  <a:pt x="66571" y="8777"/>
                </a:lnTo>
                <a:lnTo>
                  <a:pt x="52421" y="13757"/>
                </a:lnTo>
                <a:lnTo>
                  <a:pt x="32826" y="16787"/>
                </a:lnTo>
                <a:lnTo>
                  <a:pt x="0" y="19716"/>
                </a:lnTo>
                <a:lnTo>
                  <a:pt x="697" y="22516"/>
                </a:lnTo>
                <a:lnTo>
                  <a:pt x="3231" y="28895"/>
                </a:lnTo>
                <a:lnTo>
                  <a:pt x="8264" y="35826"/>
                </a:lnTo>
                <a:lnTo>
                  <a:pt x="16460" y="40281"/>
                </a:lnTo>
                <a:lnTo>
                  <a:pt x="25167" y="41609"/>
                </a:lnTo>
                <a:lnTo>
                  <a:pt x="36175" y="39909"/>
                </a:lnTo>
                <a:lnTo>
                  <a:pt x="56777" y="33254"/>
                </a:lnTo>
                <a:lnTo>
                  <a:pt x="94269" y="19716"/>
                </a:lnTo>
                <a:lnTo>
                  <a:pt x="83065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3" name="object 543" descr=""/>
          <p:cNvSpPr/>
          <p:nvPr/>
        </p:nvSpPr>
        <p:spPr>
          <a:xfrm>
            <a:off x="15069149" y="3653598"/>
            <a:ext cx="81915" cy="41910"/>
          </a:xfrm>
          <a:custGeom>
            <a:avLst/>
            <a:gdLst/>
            <a:ahLst/>
            <a:cxnLst/>
            <a:rect l="l" t="t" r="r" b="b"/>
            <a:pathLst>
              <a:path w="81915" h="41910">
                <a:moveTo>
                  <a:pt x="9696" y="0"/>
                </a:moveTo>
                <a:lnTo>
                  <a:pt x="0" y="19716"/>
                </a:lnTo>
                <a:lnTo>
                  <a:pt x="32427" y="33254"/>
                </a:lnTo>
                <a:lnTo>
                  <a:pt x="50247" y="39909"/>
                </a:lnTo>
                <a:lnTo>
                  <a:pt x="59770" y="41609"/>
                </a:lnTo>
                <a:lnTo>
                  <a:pt x="67306" y="40281"/>
                </a:lnTo>
                <a:lnTo>
                  <a:pt x="78824" y="37339"/>
                </a:lnTo>
                <a:lnTo>
                  <a:pt x="81536" y="19716"/>
                </a:lnTo>
                <a:lnTo>
                  <a:pt x="53144" y="16787"/>
                </a:lnTo>
                <a:lnTo>
                  <a:pt x="36196" y="13757"/>
                </a:lnTo>
                <a:lnTo>
                  <a:pt x="23958" y="8777"/>
                </a:lnTo>
                <a:lnTo>
                  <a:pt x="9696" y="0"/>
                </a:lnTo>
                <a:close/>
              </a:path>
            </a:pathLst>
          </a:custGeom>
          <a:solidFill>
            <a:srgbClr val="2E45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4" name="object 544" descr=""/>
          <p:cNvSpPr/>
          <p:nvPr/>
        </p:nvSpPr>
        <p:spPr>
          <a:xfrm>
            <a:off x="16524361" y="3633754"/>
            <a:ext cx="433705" cy="376555"/>
          </a:xfrm>
          <a:custGeom>
            <a:avLst/>
            <a:gdLst/>
            <a:ahLst/>
            <a:cxnLst/>
            <a:rect l="l" t="t" r="r" b="b"/>
            <a:pathLst>
              <a:path w="433705" h="376554">
                <a:moveTo>
                  <a:pt x="340390" y="0"/>
                </a:moveTo>
                <a:lnTo>
                  <a:pt x="256228" y="20973"/>
                </a:lnTo>
                <a:lnTo>
                  <a:pt x="201504" y="27965"/>
                </a:lnTo>
                <a:lnTo>
                  <a:pt x="152214" y="20973"/>
                </a:lnTo>
                <a:lnTo>
                  <a:pt x="84356" y="0"/>
                </a:lnTo>
                <a:lnTo>
                  <a:pt x="53102" y="50046"/>
                </a:lnTo>
                <a:lnTo>
                  <a:pt x="24419" y="110075"/>
                </a:lnTo>
                <a:lnTo>
                  <a:pt x="13750" y="147765"/>
                </a:lnTo>
                <a:lnTo>
                  <a:pt x="4048" y="201223"/>
                </a:lnTo>
                <a:lnTo>
                  <a:pt x="0" y="260362"/>
                </a:lnTo>
                <a:lnTo>
                  <a:pt x="934" y="314850"/>
                </a:lnTo>
                <a:lnTo>
                  <a:pt x="6180" y="354355"/>
                </a:lnTo>
                <a:lnTo>
                  <a:pt x="62686" y="372053"/>
                </a:lnTo>
                <a:lnTo>
                  <a:pt x="118717" y="375598"/>
                </a:lnTo>
                <a:lnTo>
                  <a:pt x="184542" y="376026"/>
                </a:lnTo>
                <a:lnTo>
                  <a:pt x="253616" y="373656"/>
                </a:lnTo>
                <a:lnTo>
                  <a:pt x="319396" y="368801"/>
                </a:lnTo>
                <a:lnTo>
                  <a:pt x="375337" y="361778"/>
                </a:lnTo>
                <a:lnTo>
                  <a:pt x="414896" y="352903"/>
                </a:lnTo>
                <a:lnTo>
                  <a:pt x="433289" y="318311"/>
                </a:lnTo>
                <a:lnTo>
                  <a:pt x="430670" y="277565"/>
                </a:lnTo>
                <a:lnTo>
                  <a:pt x="423343" y="225243"/>
                </a:lnTo>
                <a:lnTo>
                  <a:pt x="410980" y="166336"/>
                </a:lnTo>
                <a:lnTo>
                  <a:pt x="393252" y="105833"/>
                </a:lnTo>
                <a:lnTo>
                  <a:pt x="369831" y="48724"/>
                </a:lnTo>
                <a:lnTo>
                  <a:pt x="340390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45" name="object 545" descr=""/>
          <p:cNvGrpSpPr/>
          <p:nvPr/>
        </p:nvGrpSpPr>
        <p:grpSpPr>
          <a:xfrm>
            <a:off x="16518833" y="3690630"/>
            <a:ext cx="436880" cy="1063625"/>
            <a:chOff x="16518833" y="3690630"/>
            <a:chExt cx="436880" cy="1063625"/>
          </a:xfrm>
        </p:grpSpPr>
        <p:sp>
          <p:nvSpPr>
            <p:cNvPr id="546" name="object 546" descr=""/>
            <p:cNvSpPr/>
            <p:nvPr/>
          </p:nvSpPr>
          <p:spPr>
            <a:xfrm>
              <a:off x="16518826" y="3836053"/>
              <a:ext cx="436880" cy="918210"/>
            </a:xfrm>
            <a:custGeom>
              <a:avLst/>
              <a:gdLst/>
              <a:ahLst/>
              <a:cxnLst/>
              <a:rect l="l" t="t" r="r" b="b"/>
              <a:pathLst>
                <a:path w="436880" h="918210">
                  <a:moveTo>
                    <a:pt x="223380" y="364896"/>
                  </a:moveTo>
                  <a:lnTo>
                    <a:pt x="223329" y="298729"/>
                  </a:lnTo>
                  <a:lnTo>
                    <a:pt x="222211" y="233870"/>
                  </a:lnTo>
                  <a:lnTo>
                    <a:pt x="220141" y="174117"/>
                  </a:lnTo>
                  <a:lnTo>
                    <a:pt x="217258" y="123291"/>
                  </a:lnTo>
                  <a:lnTo>
                    <a:pt x="213690" y="85178"/>
                  </a:lnTo>
                  <a:lnTo>
                    <a:pt x="194373" y="44754"/>
                  </a:lnTo>
                  <a:lnTo>
                    <a:pt x="127317" y="9436"/>
                  </a:lnTo>
                  <a:lnTo>
                    <a:pt x="86791" y="762"/>
                  </a:lnTo>
                  <a:lnTo>
                    <a:pt x="49161" y="3289"/>
                  </a:lnTo>
                  <a:lnTo>
                    <a:pt x="20116" y="20904"/>
                  </a:lnTo>
                  <a:lnTo>
                    <a:pt x="5308" y="57543"/>
                  </a:lnTo>
                  <a:lnTo>
                    <a:pt x="0" y="111125"/>
                  </a:lnTo>
                  <a:lnTo>
                    <a:pt x="279" y="151612"/>
                  </a:lnTo>
                  <a:lnTo>
                    <a:pt x="7975" y="199377"/>
                  </a:lnTo>
                  <a:lnTo>
                    <a:pt x="24942" y="274789"/>
                  </a:lnTo>
                  <a:lnTo>
                    <a:pt x="40335" y="337629"/>
                  </a:lnTo>
                  <a:lnTo>
                    <a:pt x="56019" y="396709"/>
                  </a:lnTo>
                  <a:lnTo>
                    <a:pt x="83185" y="495134"/>
                  </a:lnTo>
                  <a:lnTo>
                    <a:pt x="92087" y="530225"/>
                  </a:lnTo>
                  <a:lnTo>
                    <a:pt x="92354" y="531749"/>
                  </a:lnTo>
                  <a:lnTo>
                    <a:pt x="91846" y="550252"/>
                  </a:lnTo>
                  <a:lnTo>
                    <a:pt x="91071" y="593102"/>
                  </a:lnTo>
                  <a:lnTo>
                    <a:pt x="91097" y="644969"/>
                  </a:lnTo>
                  <a:lnTo>
                    <a:pt x="93014" y="690803"/>
                  </a:lnTo>
                  <a:lnTo>
                    <a:pt x="103632" y="745477"/>
                  </a:lnTo>
                  <a:lnTo>
                    <a:pt x="122834" y="816584"/>
                  </a:lnTo>
                  <a:lnTo>
                    <a:pt x="141236" y="878255"/>
                  </a:lnTo>
                  <a:lnTo>
                    <a:pt x="175044" y="912253"/>
                  </a:lnTo>
                  <a:lnTo>
                    <a:pt x="191135" y="914819"/>
                  </a:lnTo>
                  <a:lnTo>
                    <a:pt x="204546" y="912253"/>
                  </a:lnTo>
                  <a:lnTo>
                    <a:pt x="222084" y="904557"/>
                  </a:lnTo>
                  <a:lnTo>
                    <a:pt x="221081" y="714629"/>
                  </a:lnTo>
                  <a:lnTo>
                    <a:pt x="220243" y="611149"/>
                  </a:lnTo>
                  <a:lnTo>
                    <a:pt x="219125" y="557936"/>
                  </a:lnTo>
                  <a:lnTo>
                    <a:pt x="217246" y="518858"/>
                  </a:lnTo>
                  <a:lnTo>
                    <a:pt x="217030" y="517893"/>
                  </a:lnTo>
                  <a:lnTo>
                    <a:pt x="219710" y="486003"/>
                  </a:lnTo>
                  <a:lnTo>
                    <a:pt x="222211" y="428586"/>
                  </a:lnTo>
                  <a:lnTo>
                    <a:pt x="223380" y="364896"/>
                  </a:lnTo>
                  <a:close/>
                </a:path>
                <a:path w="436880" h="918210">
                  <a:moveTo>
                    <a:pt x="436702" y="113296"/>
                  </a:moveTo>
                  <a:lnTo>
                    <a:pt x="434378" y="68694"/>
                  </a:lnTo>
                  <a:lnTo>
                    <a:pt x="415988" y="16929"/>
                  </a:lnTo>
                  <a:lnTo>
                    <a:pt x="348424" y="0"/>
                  </a:lnTo>
                  <a:lnTo>
                    <a:pt x="308368" y="10604"/>
                  </a:lnTo>
                  <a:lnTo>
                    <a:pt x="271411" y="28359"/>
                  </a:lnTo>
                  <a:lnTo>
                    <a:pt x="228803" y="68605"/>
                  </a:lnTo>
                  <a:lnTo>
                    <a:pt x="223964" y="128625"/>
                  </a:lnTo>
                  <a:lnTo>
                    <a:pt x="223507" y="179539"/>
                  </a:lnTo>
                  <a:lnTo>
                    <a:pt x="224307" y="239306"/>
                  </a:lnTo>
                  <a:lnTo>
                    <a:pt x="226288" y="304152"/>
                  </a:lnTo>
                  <a:lnTo>
                    <a:pt x="229400" y="370255"/>
                  </a:lnTo>
                  <a:lnTo>
                    <a:pt x="233603" y="433819"/>
                  </a:lnTo>
                  <a:lnTo>
                    <a:pt x="238848" y="491045"/>
                  </a:lnTo>
                  <a:lnTo>
                    <a:pt x="242658" y="519887"/>
                  </a:lnTo>
                  <a:lnTo>
                    <a:pt x="240957" y="530009"/>
                  </a:lnTo>
                  <a:lnTo>
                    <a:pt x="240982" y="569036"/>
                  </a:lnTo>
                  <a:lnTo>
                    <a:pt x="242595" y="621538"/>
                  </a:lnTo>
                  <a:lnTo>
                    <a:pt x="247281" y="723099"/>
                  </a:lnTo>
                  <a:lnTo>
                    <a:pt x="256489" y="909243"/>
                  </a:lnTo>
                  <a:lnTo>
                    <a:pt x="287883" y="918006"/>
                  </a:lnTo>
                  <a:lnTo>
                    <a:pt x="303834" y="914679"/>
                  </a:lnTo>
                  <a:lnTo>
                    <a:pt x="335978" y="879094"/>
                  </a:lnTo>
                  <a:lnTo>
                    <a:pt x="351409" y="816622"/>
                  </a:lnTo>
                  <a:lnTo>
                    <a:pt x="367195" y="744677"/>
                  </a:lnTo>
                  <a:lnTo>
                    <a:pt x="375196" y="689559"/>
                  </a:lnTo>
                  <a:lnTo>
                    <a:pt x="374904" y="643686"/>
                  </a:lnTo>
                  <a:lnTo>
                    <a:pt x="372465" y="591870"/>
                  </a:lnTo>
                  <a:lnTo>
                    <a:pt x="369633" y="549109"/>
                  </a:lnTo>
                  <a:lnTo>
                    <a:pt x="368236" y="530694"/>
                  </a:lnTo>
                  <a:lnTo>
                    <a:pt x="368452" y="529107"/>
                  </a:lnTo>
                  <a:lnTo>
                    <a:pt x="375666" y="493623"/>
                  </a:lnTo>
                  <a:lnTo>
                    <a:pt x="398081" y="394030"/>
                  </a:lnTo>
                  <a:lnTo>
                    <a:pt x="410921" y="334264"/>
                  </a:lnTo>
                  <a:lnTo>
                    <a:pt x="423291" y="270764"/>
                  </a:lnTo>
                  <a:lnTo>
                    <a:pt x="434632" y="182156"/>
                  </a:lnTo>
                  <a:lnTo>
                    <a:pt x="436702" y="113296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7" name="object 547" descr=""/>
            <p:cNvPicPr/>
            <p:nvPr/>
          </p:nvPicPr>
          <p:blipFill>
            <a:blip r:embed="rId74" cstate="print"/>
            <a:stretch>
              <a:fillRect/>
            </a:stretch>
          </p:blipFill>
          <p:spPr>
            <a:xfrm>
              <a:off x="16780925" y="3690630"/>
              <a:ext cx="125430" cy="122069"/>
            </a:xfrm>
            <a:prstGeom prst="rect">
              <a:avLst/>
            </a:prstGeom>
          </p:spPr>
        </p:pic>
        <p:pic>
          <p:nvPicPr>
            <p:cNvPr id="548" name="object 548" descr=""/>
            <p:cNvPicPr/>
            <p:nvPr/>
          </p:nvPicPr>
          <p:blipFill>
            <a:blip r:embed="rId75" cstate="print"/>
            <a:stretch>
              <a:fillRect/>
            </a:stretch>
          </p:blipFill>
          <p:spPr>
            <a:xfrm>
              <a:off x="16566824" y="3690630"/>
              <a:ext cx="125430" cy="122069"/>
            </a:xfrm>
            <a:prstGeom prst="rect">
              <a:avLst/>
            </a:prstGeom>
          </p:spPr>
        </p:pic>
      </p:grpSp>
      <p:sp>
        <p:nvSpPr>
          <p:cNvPr id="549" name="object 549" descr=""/>
          <p:cNvSpPr/>
          <p:nvPr/>
        </p:nvSpPr>
        <p:spPr>
          <a:xfrm>
            <a:off x="15932912" y="3627893"/>
            <a:ext cx="433070" cy="376555"/>
          </a:xfrm>
          <a:custGeom>
            <a:avLst/>
            <a:gdLst/>
            <a:ahLst/>
            <a:cxnLst/>
            <a:rect l="l" t="t" r="r" b="b"/>
            <a:pathLst>
              <a:path w="433069" h="376554">
                <a:moveTo>
                  <a:pt x="332474" y="0"/>
                </a:moveTo>
                <a:lnTo>
                  <a:pt x="249632" y="20973"/>
                </a:lnTo>
                <a:lnTo>
                  <a:pt x="195585" y="27965"/>
                </a:lnTo>
                <a:lnTo>
                  <a:pt x="146545" y="20973"/>
                </a:lnTo>
                <a:lnTo>
                  <a:pt x="78722" y="0"/>
                </a:lnTo>
                <a:lnTo>
                  <a:pt x="50726" y="50046"/>
                </a:lnTo>
                <a:lnTo>
                  <a:pt x="24331" y="110075"/>
                </a:lnTo>
                <a:lnTo>
                  <a:pt x="13750" y="147765"/>
                </a:lnTo>
                <a:lnTo>
                  <a:pt x="4048" y="201223"/>
                </a:lnTo>
                <a:lnTo>
                  <a:pt x="0" y="260362"/>
                </a:lnTo>
                <a:lnTo>
                  <a:pt x="934" y="314850"/>
                </a:lnTo>
                <a:lnTo>
                  <a:pt x="6180" y="354355"/>
                </a:lnTo>
                <a:lnTo>
                  <a:pt x="62686" y="372053"/>
                </a:lnTo>
                <a:lnTo>
                  <a:pt x="118717" y="375598"/>
                </a:lnTo>
                <a:lnTo>
                  <a:pt x="184542" y="376026"/>
                </a:lnTo>
                <a:lnTo>
                  <a:pt x="253616" y="373656"/>
                </a:lnTo>
                <a:lnTo>
                  <a:pt x="319396" y="368801"/>
                </a:lnTo>
                <a:lnTo>
                  <a:pt x="375337" y="361778"/>
                </a:lnTo>
                <a:lnTo>
                  <a:pt x="414896" y="352903"/>
                </a:lnTo>
                <a:lnTo>
                  <a:pt x="432851" y="318311"/>
                </a:lnTo>
                <a:lnTo>
                  <a:pt x="429101" y="277565"/>
                </a:lnTo>
                <a:lnTo>
                  <a:pt x="420227" y="225243"/>
                </a:lnTo>
                <a:lnTo>
                  <a:pt x="406179" y="166336"/>
                </a:lnTo>
                <a:lnTo>
                  <a:pt x="386905" y="105833"/>
                </a:lnTo>
                <a:lnTo>
                  <a:pt x="362354" y="48724"/>
                </a:lnTo>
                <a:lnTo>
                  <a:pt x="332474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0" name="object 550" descr=""/>
          <p:cNvSpPr/>
          <p:nvPr/>
        </p:nvSpPr>
        <p:spPr>
          <a:xfrm>
            <a:off x="16020107" y="4294957"/>
            <a:ext cx="149860" cy="454025"/>
          </a:xfrm>
          <a:custGeom>
            <a:avLst/>
            <a:gdLst/>
            <a:ahLst/>
            <a:cxnLst/>
            <a:rect l="l" t="t" r="r" b="b"/>
            <a:pathLst>
              <a:path w="149859" h="454025">
                <a:moveTo>
                  <a:pt x="59233" y="0"/>
                </a:moveTo>
                <a:lnTo>
                  <a:pt x="34535" y="4283"/>
                </a:lnTo>
                <a:lnTo>
                  <a:pt x="14413" y="12820"/>
                </a:lnTo>
                <a:lnTo>
                  <a:pt x="1892" y="31320"/>
                </a:lnTo>
                <a:lnTo>
                  <a:pt x="0" y="65495"/>
                </a:lnTo>
                <a:lnTo>
                  <a:pt x="4184" y="104397"/>
                </a:lnTo>
                <a:lnTo>
                  <a:pt x="11292" y="157137"/>
                </a:lnTo>
                <a:lnTo>
                  <a:pt x="26466" y="259512"/>
                </a:lnTo>
                <a:lnTo>
                  <a:pt x="54846" y="447316"/>
                </a:lnTo>
                <a:lnTo>
                  <a:pt x="88522" y="453987"/>
                </a:lnTo>
                <a:lnTo>
                  <a:pt x="107647" y="452082"/>
                </a:lnTo>
                <a:lnTo>
                  <a:pt x="140937" y="417689"/>
                </a:lnTo>
                <a:lnTo>
                  <a:pt x="145392" y="350313"/>
                </a:lnTo>
                <a:lnTo>
                  <a:pt x="149176" y="273475"/>
                </a:lnTo>
                <a:lnTo>
                  <a:pt x="149314" y="216181"/>
                </a:lnTo>
                <a:lnTo>
                  <a:pt x="144116" y="170599"/>
                </a:lnTo>
                <a:lnTo>
                  <a:pt x="136130" y="119353"/>
                </a:lnTo>
                <a:lnTo>
                  <a:pt x="128740" y="77141"/>
                </a:lnTo>
                <a:lnTo>
                  <a:pt x="116490" y="29461"/>
                </a:lnTo>
                <a:lnTo>
                  <a:pt x="83047" y="454"/>
                </a:lnTo>
                <a:lnTo>
                  <a:pt x="59233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1" name="object 551" descr=""/>
          <p:cNvSpPr/>
          <p:nvPr/>
        </p:nvSpPr>
        <p:spPr>
          <a:xfrm>
            <a:off x="15927375" y="3827735"/>
            <a:ext cx="458470" cy="922019"/>
          </a:xfrm>
          <a:custGeom>
            <a:avLst/>
            <a:gdLst/>
            <a:ahLst/>
            <a:cxnLst/>
            <a:rect l="l" t="t" r="r" b="b"/>
            <a:pathLst>
              <a:path w="458469" h="922020">
                <a:moveTo>
                  <a:pt x="125437" y="242709"/>
                </a:moveTo>
                <a:lnTo>
                  <a:pt x="122313" y="242557"/>
                </a:lnTo>
                <a:lnTo>
                  <a:pt x="122377" y="243611"/>
                </a:lnTo>
                <a:lnTo>
                  <a:pt x="125437" y="242709"/>
                </a:lnTo>
                <a:close/>
              </a:path>
              <a:path w="458469" h="922020">
                <a:moveTo>
                  <a:pt x="223380" y="367360"/>
                </a:moveTo>
                <a:lnTo>
                  <a:pt x="223342" y="301180"/>
                </a:lnTo>
                <a:lnTo>
                  <a:pt x="222440" y="249555"/>
                </a:lnTo>
                <a:lnTo>
                  <a:pt x="222237" y="237540"/>
                </a:lnTo>
                <a:lnTo>
                  <a:pt x="222173" y="235064"/>
                </a:lnTo>
                <a:lnTo>
                  <a:pt x="222059" y="231622"/>
                </a:lnTo>
                <a:lnTo>
                  <a:pt x="221932" y="228117"/>
                </a:lnTo>
                <a:lnTo>
                  <a:pt x="221856" y="226072"/>
                </a:lnTo>
                <a:lnTo>
                  <a:pt x="221665" y="220535"/>
                </a:lnTo>
                <a:lnTo>
                  <a:pt x="221538" y="216852"/>
                </a:lnTo>
                <a:lnTo>
                  <a:pt x="221411" y="213017"/>
                </a:lnTo>
                <a:lnTo>
                  <a:pt x="221208" y="207200"/>
                </a:lnTo>
                <a:lnTo>
                  <a:pt x="217258" y="125755"/>
                </a:lnTo>
                <a:lnTo>
                  <a:pt x="213690" y="87630"/>
                </a:lnTo>
                <a:lnTo>
                  <a:pt x="194373" y="47205"/>
                </a:lnTo>
                <a:lnTo>
                  <a:pt x="160172" y="25793"/>
                </a:lnTo>
                <a:lnTo>
                  <a:pt x="160172" y="215493"/>
                </a:lnTo>
                <a:lnTo>
                  <a:pt x="159969" y="216852"/>
                </a:lnTo>
                <a:lnTo>
                  <a:pt x="159156" y="216801"/>
                </a:lnTo>
                <a:lnTo>
                  <a:pt x="158546" y="216776"/>
                </a:lnTo>
                <a:lnTo>
                  <a:pt x="158546" y="226796"/>
                </a:lnTo>
                <a:lnTo>
                  <a:pt x="155473" y="227914"/>
                </a:lnTo>
                <a:lnTo>
                  <a:pt x="154241" y="228015"/>
                </a:lnTo>
                <a:lnTo>
                  <a:pt x="154241" y="243878"/>
                </a:lnTo>
                <a:lnTo>
                  <a:pt x="154190" y="245567"/>
                </a:lnTo>
                <a:lnTo>
                  <a:pt x="146634" y="246405"/>
                </a:lnTo>
                <a:lnTo>
                  <a:pt x="140233" y="247192"/>
                </a:lnTo>
                <a:lnTo>
                  <a:pt x="122720" y="249555"/>
                </a:lnTo>
                <a:lnTo>
                  <a:pt x="122682" y="248894"/>
                </a:lnTo>
                <a:lnTo>
                  <a:pt x="122377" y="243611"/>
                </a:lnTo>
                <a:lnTo>
                  <a:pt x="120053" y="244297"/>
                </a:lnTo>
                <a:lnTo>
                  <a:pt x="102476" y="247815"/>
                </a:lnTo>
                <a:lnTo>
                  <a:pt x="84709" y="248894"/>
                </a:lnTo>
                <a:lnTo>
                  <a:pt x="67487" y="246481"/>
                </a:lnTo>
                <a:lnTo>
                  <a:pt x="66065" y="246100"/>
                </a:lnTo>
                <a:lnTo>
                  <a:pt x="66103" y="244043"/>
                </a:lnTo>
                <a:lnTo>
                  <a:pt x="136461" y="237591"/>
                </a:lnTo>
                <a:lnTo>
                  <a:pt x="137541" y="237540"/>
                </a:lnTo>
                <a:lnTo>
                  <a:pt x="137642" y="239090"/>
                </a:lnTo>
                <a:lnTo>
                  <a:pt x="136702" y="239395"/>
                </a:lnTo>
                <a:lnTo>
                  <a:pt x="125437" y="242709"/>
                </a:lnTo>
                <a:lnTo>
                  <a:pt x="146431" y="243674"/>
                </a:lnTo>
                <a:lnTo>
                  <a:pt x="154241" y="243878"/>
                </a:lnTo>
                <a:lnTo>
                  <a:pt x="154241" y="228015"/>
                </a:lnTo>
                <a:lnTo>
                  <a:pt x="152819" y="228117"/>
                </a:lnTo>
                <a:lnTo>
                  <a:pt x="149847" y="227545"/>
                </a:lnTo>
                <a:lnTo>
                  <a:pt x="149948" y="227203"/>
                </a:lnTo>
                <a:lnTo>
                  <a:pt x="152844" y="227622"/>
                </a:lnTo>
                <a:lnTo>
                  <a:pt x="155409" y="227279"/>
                </a:lnTo>
                <a:lnTo>
                  <a:pt x="155613" y="227203"/>
                </a:lnTo>
                <a:lnTo>
                  <a:pt x="158343" y="226072"/>
                </a:lnTo>
                <a:lnTo>
                  <a:pt x="158546" y="226796"/>
                </a:lnTo>
                <a:lnTo>
                  <a:pt x="158546" y="216776"/>
                </a:lnTo>
                <a:lnTo>
                  <a:pt x="144983" y="216141"/>
                </a:lnTo>
                <a:lnTo>
                  <a:pt x="130683" y="215861"/>
                </a:lnTo>
                <a:lnTo>
                  <a:pt x="116306" y="215912"/>
                </a:lnTo>
                <a:lnTo>
                  <a:pt x="101866" y="216192"/>
                </a:lnTo>
                <a:lnTo>
                  <a:pt x="94170" y="217792"/>
                </a:lnTo>
                <a:lnTo>
                  <a:pt x="71120" y="222872"/>
                </a:lnTo>
                <a:lnTo>
                  <a:pt x="88976" y="221068"/>
                </a:lnTo>
                <a:lnTo>
                  <a:pt x="106870" y="220535"/>
                </a:lnTo>
                <a:lnTo>
                  <a:pt x="124561" y="221627"/>
                </a:lnTo>
                <a:lnTo>
                  <a:pt x="141871" y="224701"/>
                </a:lnTo>
                <a:lnTo>
                  <a:pt x="143865" y="225183"/>
                </a:lnTo>
                <a:lnTo>
                  <a:pt x="144081" y="228612"/>
                </a:lnTo>
                <a:lnTo>
                  <a:pt x="141871" y="228942"/>
                </a:lnTo>
                <a:lnTo>
                  <a:pt x="134175" y="229679"/>
                </a:lnTo>
                <a:lnTo>
                  <a:pt x="134175" y="235877"/>
                </a:lnTo>
                <a:lnTo>
                  <a:pt x="134175" y="236931"/>
                </a:lnTo>
                <a:lnTo>
                  <a:pt x="117309" y="237121"/>
                </a:lnTo>
                <a:lnTo>
                  <a:pt x="101117" y="237578"/>
                </a:lnTo>
                <a:lnTo>
                  <a:pt x="84937" y="238379"/>
                </a:lnTo>
                <a:lnTo>
                  <a:pt x="68211" y="239661"/>
                </a:lnTo>
                <a:lnTo>
                  <a:pt x="68084" y="238620"/>
                </a:lnTo>
                <a:lnTo>
                  <a:pt x="84899" y="236499"/>
                </a:lnTo>
                <a:lnTo>
                  <a:pt x="101003" y="235318"/>
                </a:lnTo>
                <a:lnTo>
                  <a:pt x="117132" y="235064"/>
                </a:lnTo>
                <a:lnTo>
                  <a:pt x="133464" y="235826"/>
                </a:lnTo>
                <a:lnTo>
                  <a:pt x="134175" y="235877"/>
                </a:lnTo>
                <a:lnTo>
                  <a:pt x="134175" y="229679"/>
                </a:lnTo>
                <a:lnTo>
                  <a:pt x="116586" y="231330"/>
                </a:lnTo>
                <a:lnTo>
                  <a:pt x="90843" y="231622"/>
                </a:lnTo>
                <a:lnTo>
                  <a:pt x="80327" y="231305"/>
                </a:lnTo>
                <a:lnTo>
                  <a:pt x="39522" y="230022"/>
                </a:lnTo>
                <a:lnTo>
                  <a:pt x="33655" y="231305"/>
                </a:lnTo>
                <a:lnTo>
                  <a:pt x="32766" y="229400"/>
                </a:lnTo>
                <a:lnTo>
                  <a:pt x="41541" y="224332"/>
                </a:lnTo>
                <a:lnTo>
                  <a:pt x="49123" y="220776"/>
                </a:lnTo>
                <a:lnTo>
                  <a:pt x="55054" y="218528"/>
                </a:lnTo>
                <a:lnTo>
                  <a:pt x="56794" y="217868"/>
                </a:lnTo>
                <a:lnTo>
                  <a:pt x="39243" y="218528"/>
                </a:lnTo>
                <a:lnTo>
                  <a:pt x="39255" y="218135"/>
                </a:lnTo>
                <a:lnTo>
                  <a:pt x="45847" y="217944"/>
                </a:lnTo>
                <a:lnTo>
                  <a:pt x="52273" y="217576"/>
                </a:lnTo>
                <a:lnTo>
                  <a:pt x="58737" y="217131"/>
                </a:lnTo>
                <a:lnTo>
                  <a:pt x="78371" y="211404"/>
                </a:lnTo>
                <a:lnTo>
                  <a:pt x="98501" y="208191"/>
                </a:lnTo>
                <a:lnTo>
                  <a:pt x="119138" y="207200"/>
                </a:lnTo>
                <a:lnTo>
                  <a:pt x="140322" y="208153"/>
                </a:lnTo>
                <a:lnTo>
                  <a:pt x="141287" y="208241"/>
                </a:lnTo>
                <a:lnTo>
                  <a:pt x="141249" y="209499"/>
                </a:lnTo>
                <a:lnTo>
                  <a:pt x="132880" y="210578"/>
                </a:lnTo>
                <a:lnTo>
                  <a:pt x="125463" y="211810"/>
                </a:lnTo>
                <a:lnTo>
                  <a:pt x="118071" y="213118"/>
                </a:lnTo>
                <a:lnTo>
                  <a:pt x="131762" y="213106"/>
                </a:lnTo>
                <a:lnTo>
                  <a:pt x="138874" y="213296"/>
                </a:lnTo>
                <a:lnTo>
                  <a:pt x="149174" y="214045"/>
                </a:lnTo>
                <a:lnTo>
                  <a:pt x="159346" y="215353"/>
                </a:lnTo>
                <a:lnTo>
                  <a:pt x="160172" y="215493"/>
                </a:lnTo>
                <a:lnTo>
                  <a:pt x="160172" y="25793"/>
                </a:lnTo>
                <a:lnTo>
                  <a:pt x="127317" y="11899"/>
                </a:lnTo>
                <a:lnTo>
                  <a:pt x="86791" y="3225"/>
                </a:lnTo>
                <a:lnTo>
                  <a:pt x="49174" y="5740"/>
                </a:lnTo>
                <a:lnTo>
                  <a:pt x="20116" y="23368"/>
                </a:lnTo>
                <a:lnTo>
                  <a:pt x="5321" y="60007"/>
                </a:lnTo>
                <a:lnTo>
                  <a:pt x="0" y="113576"/>
                </a:lnTo>
                <a:lnTo>
                  <a:pt x="279" y="154063"/>
                </a:lnTo>
                <a:lnTo>
                  <a:pt x="7975" y="201828"/>
                </a:lnTo>
                <a:lnTo>
                  <a:pt x="24942" y="277241"/>
                </a:lnTo>
                <a:lnTo>
                  <a:pt x="40335" y="340080"/>
                </a:lnTo>
                <a:lnTo>
                  <a:pt x="56032" y="399161"/>
                </a:lnTo>
                <a:lnTo>
                  <a:pt x="70739" y="452374"/>
                </a:lnTo>
                <a:lnTo>
                  <a:pt x="83185" y="497586"/>
                </a:lnTo>
                <a:lnTo>
                  <a:pt x="92087" y="532688"/>
                </a:lnTo>
                <a:lnTo>
                  <a:pt x="96177" y="555548"/>
                </a:lnTo>
                <a:lnTo>
                  <a:pt x="108051" y="591908"/>
                </a:lnTo>
                <a:lnTo>
                  <a:pt x="132473" y="614807"/>
                </a:lnTo>
                <a:lnTo>
                  <a:pt x="162369" y="620903"/>
                </a:lnTo>
                <a:lnTo>
                  <a:pt x="190627" y="606831"/>
                </a:lnTo>
                <a:lnTo>
                  <a:pt x="210185" y="569226"/>
                </a:lnTo>
                <a:lnTo>
                  <a:pt x="215747" y="535787"/>
                </a:lnTo>
                <a:lnTo>
                  <a:pt x="219722" y="488467"/>
                </a:lnTo>
                <a:lnTo>
                  <a:pt x="222224" y="431050"/>
                </a:lnTo>
                <a:lnTo>
                  <a:pt x="223380" y="367360"/>
                </a:lnTo>
                <a:close/>
              </a:path>
              <a:path w="458469" h="922020">
                <a:moveTo>
                  <a:pt x="458266" y="683945"/>
                </a:moveTo>
                <a:lnTo>
                  <a:pt x="452107" y="638479"/>
                </a:lnTo>
                <a:lnTo>
                  <a:pt x="443052" y="587413"/>
                </a:lnTo>
                <a:lnTo>
                  <a:pt x="436308" y="553186"/>
                </a:lnTo>
                <a:lnTo>
                  <a:pt x="437057" y="547979"/>
                </a:lnTo>
                <a:lnTo>
                  <a:pt x="436435" y="524764"/>
                </a:lnTo>
                <a:lnTo>
                  <a:pt x="438061" y="488581"/>
                </a:lnTo>
                <a:lnTo>
                  <a:pt x="441121" y="441794"/>
                </a:lnTo>
                <a:lnTo>
                  <a:pt x="444538" y="390347"/>
                </a:lnTo>
                <a:lnTo>
                  <a:pt x="445554" y="373113"/>
                </a:lnTo>
                <a:lnTo>
                  <a:pt x="445897" y="366890"/>
                </a:lnTo>
                <a:lnTo>
                  <a:pt x="446773" y="351485"/>
                </a:lnTo>
                <a:lnTo>
                  <a:pt x="447560" y="337362"/>
                </a:lnTo>
                <a:lnTo>
                  <a:pt x="450608" y="261035"/>
                </a:lnTo>
                <a:lnTo>
                  <a:pt x="448081" y="171742"/>
                </a:lnTo>
                <a:lnTo>
                  <a:pt x="439470" y="103390"/>
                </a:lnTo>
                <a:lnTo>
                  <a:pt x="430263" y="59690"/>
                </a:lnTo>
                <a:lnTo>
                  <a:pt x="425970" y="44297"/>
                </a:lnTo>
                <a:lnTo>
                  <a:pt x="421614" y="37757"/>
                </a:lnTo>
                <a:lnTo>
                  <a:pt x="421614" y="370141"/>
                </a:lnTo>
                <a:lnTo>
                  <a:pt x="417626" y="371487"/>
                </a:lnTo>
                <a:lnTo>
                  <a:pt x="415518" y="372097"/>
                </a:lnTo>
                <a:lnTo>
                  <a:pt x="413385" y="372656"/>
                </a:lnTo>
                <a:lnTo>
                  <a:pt x="412483" y="373138"/>
                </a:lnTo>
                <a:lnTo>
                  <a:pt x="413258" y="373138"/>
                </a:lnTo>
                <a:lnTo>
                  <a:pt x="414032" y="373113"/>
                </a:lnTo>
                <a:lnTo>
                  <a:pt x="420903" y="373253"/>
                </a:lnTo>
                <a:lnTo>
                  <a:pt x="358254" y="389661"/>
                </a:lnTo>
                <a:lnTo>
                  <a:pt x="353237" y="390347"/>
                </a:lnTo>
                <a:lnTo>
                  <a:pt x="351167" y="384530"/>
                </a:lnTo>
                <a:lnTo>
                  <a:pt x="352069" y="383324"/>
                </a:lnTo>
                <a:lnTo>
                  <a:pt x="353491" y="381419"/>
                </a:lnTo>
                <a:lnTo>
                  <a:pt x="346671" y="382206"/>
                </a:lnTo>
                <a:lnTo>
                  <a:pt x="339852" y="382828"/>
                </a:lnTo>
                <a:lnTo>
                  <a:pt x="333019" y="383222"/>
                </a:lnTo>
                <a:lnTo>
                  <a:pt x="326199" y="383324"/>
                </a:lnTo>
                <a:lnTo>
                  <a:pt x="323557" y="383286"/>
                </a:lnTo>
                <a:lnTo>
                  <a:pt x="373494" y="371233"/>
                </a:lnTo>
                <a:lnTo>
                  <a:pt x="375640" y="370979"/>
                </a:lnTo>
                <a:lnTo>
                  <a:pt x="387273" y="369328"/>
                </a:lnTo>
                <a:lnTo>
                  <a:pt x="397319" y="367906"/>
                </a:lnTo>
                <a:lnTo>
                  <a:pt x="408228" y="366890"/>
                </a:lnTo>
                <a:lnTo>
                  <a:pt x="419100" y="366903"/>
                </a:lnTo>
                <a:lnTo>
                  <a:pt x="421017" y="367030"/>
                </a:lnTo>
                <a:lnTo>
                  <a:pt x="421614" y="370141"/>
                </a:lnTo>
                <a:lnTo>
                  <a:pt x="421614" y="37757"/>
                </a:lnTo>
                <a:lnTo>
                  <a:pt x="419506" y="34594"/>
                </a:lnTo>
                <a:lnTo>
                  <a:pt x="419506" y="340423"/>
                </a:lnTo>
                <a:lnTo>
                  <a:pt x="419061" y="343090"/>
                </a:lnTo>
                <a:lnTo>
                  <a:pt x="411784" y="343928"/>
                </a:lnTo>
                <a:lnTo>
                  <a:pt x="411784" y="354406"/>
                </a:lnTo>
                <a:lnTo>
                  <a:pt x="409714" y="354774"/>
                </a:lnTo>
                <a:lnTo>
                  <a:pt x="379323" y="359905"/>
                </a:lnTo>
                <a:lnTo>
                  <a:pt x="369214" y="361746"/>
                </a:lnTo>
                <a:lnTo>
                  <a:pt x="359181" y="363943"/>
                </a:lnTo>
                <a:lnTo>
                  <a:pt x="349148" y="366255"/>
                </a:lnTo>
                <a:lnTo>
                  <a:pt x="339064" y="368211"/>
                </a:lnTo>
                <a:lnTo>
                  <a:pt x="328891" y="369290"/>
                </a:lnTo>
                <a:lnTo>
                  <a:pt x="328066" y="369328"/>
                </a:lnTo>
                <a:lnTo>
                  <a:pt x="327685" y="368274"/>
                </a:lnTo>
                <a:lnTo>
                  <a:pt x="328472" y="367868"/>
                </a:lnTo>
                <a:lnTo>
                  <a:pt x="337477" y="364350"/>
                </a:lnTo>
                <a:lnTo>
                  <a:pt x="347268" y="360527"/>
                </a:lnTo>
                <a:lnTo>
                  <a:pt x="356704" y="358381"/>
                </a:lnTo>
                <a:lnTo>
                  <a:pt x="367919" y="355828"/>
                </a:lnTo>
                <a:lnTo>
                  <a:pt x="389026" y="353085"/>
                </a:lnTo>
                <a:lnTo>
                  <a:pt x="409219" y="351599"/>
                </a:lnTo>
                <a:lnTo>
                  <a:pt x="411251" y="351485"/>
                </a:lnTo>
                <a:lnTo>
                  <a:pt x="411784" y="354406"/>
                </a:lnTo>
                <a:lnTo>
                  <a:pt x="411784" y="343928"/>
                </a:lnTo>
                <a:lnTo>
                  <a:pt x="396519" y="345668"/>
                </a:lnTo>
                <a:lnTo>
                  <a:pt x="376364" y="348373"/>
                </a:lnTo>
                <a:lnTo>
                  <a:pt x="356654" y="352437"/>
                </a:lnTo>
                <a:lnTo>
                  <a:pt x="337019" y="358927"/>
                </a:lnTo>
                <a:lnTo>
                  <a:pt x="339242" y="358724"/>
                </a:lnTo>
                <a:lnTo>
                  <a:pt x="341452" y="358559"/>
                </a:lnTo>
                <a:lnTo>
                  <a:pt x="344335" y="358381"/>
                </a:lnTo>
                <a:lnTo>
                  <a:pt x="344512" y="359384"/>
                </a:lnTo>
                <a:lnTo>
                  <a:pt x="339293" y="360133"/>
                </a:lnTo>
                <a:lnTo>
                  <a:pt x="334835" y="360921"/>
                </a:lnTo>
                <a:lnTo>
                  <a:pt x="330415" y="361835"/>
                </a:lnTo>
                <a:lnTo>
                  <a:pt x="327787" y="363054"/>
                </a:lnTo>
                <a:lnTo>
                  <a:pt x="325221" y="364350"/>
                </a:lnTo>
                <a:lnTo>
                  <a:pt x="324167" y="364045"/>
                </a:lnTo>
                <a:lnTo>
                  <a:pt x="323418" y="363359"/>
                </a:lnTo>
                <a:lnTo>
                  <a:pt x="315595" y="365213"/>
                </a:lnTo>
                <a:lnTo>
                  <a:pt x="291617" y="371233"/>
                </a:lnTo>
                <a:lnTo>
                  <a:pt x="291439" y="370509"/>
                </a:lnTo>
                <a:lnTo>
                  <a:pt x="322287" y="360883"/>
                </a:lnTo>
                <a:lnTo>
                  <a:pt x="322237" y="359740"/>
                </a:lnTo>
                <a:lnTo>
                  <a:pt x="322732" y="358597"/>
                </a:lnTo>
                <a:lnTo>
                  <a:pt x="323989" y="358089"/>
                </a:lnTo>
                <a:lnTo>
                  <a:pt x="332016" y="353936"/>
                </a:lnTo>
                <a:lnTo>
                  <a:pt x="340448" y="350075"/>
                </a:lnTo>
                <a:lnTo>
                  <a:pt x="343623" y="348792"/>
                </a:lnTo>
                <a:lnTo>
                  <a:pt x="349186" y="346570"/>
                </a:lnTo>
                <a:lnTo>
                  <a:pt x="358178" y="343509"/>
                </a:lnTo>
                <a:lnTo>
                  <a:pt x="355130" y="343992"/>
                </a:lnTo>
                <a:lnTo>
                  <a:pt x="340753" y="345948"/>
                </a:lnTo>
                <a:lnTo>
                  <a:pt x="327914" y="347370"/>
                </a:lnTo>
                <a:lnTo>
                  <a:pt x="315036" y="348348"/>
                </a:lnTo>
                <a:lnTo>
                  <a:pt x="302094" y="348792"/>
                </a:lnTo>
                <a:lnTo>
                  <a:pt x="300863" y="348792"/>
                </a:lnTo>
                <a:lnTo>
                  <a:pt x="300901" y="346837"/>
                </a:lnTo>
                <a:lnTo>
                  <a:pt x="302056" y="346659"/>
                </a:lnTo>
                <a:lnTo>
                  <a:pt x="321119" y="343979"/>
                </a:lnTo>
                <a:lnTo>
                  <a:pt x="359244" y="338785"/>
                </a:lnTo>
                <a:lnTo>
                  <a:pt x="375361" y="336054"/>
                </a:lnTo>
                <a:lnTo>
                  <a:pt x="378968" y="335432"/>
                </a:lnTo>
                <a:lnTo>
                  <a:pt x="380631" y="335026"/>
                </a:lnTo>
                <a:lnTo>
                  <a:pt x="372122" y="335521"/>
                </a:lnTo>
                <a:lnTo>
                  <a:pt x="363626" y="335902"/>
                </a:lnTo>
                <a:lnTo>
                  <a:pt x="355142" y="336054"/>
                </a:lnTo>
                <a:lnTo>
                  <a:pt x="346671" y="335838"/>
                </a:lnTo>
                <a:lnTo>
                  <a:pt x="345071" y="335749"/>
                </a:lnTo>
                <a:lnTo>
                  <a:pt x="345376" y="333654"/>
                </a:lnTo>
                <a:lnTo>
                  <a:pt x="375373" y="328726"/>
                </a:lnTo>
                <a:lnTo>
                  <a:pt x="374853" y="328256"/>
                </a:lnTo>
                <a:lnTo>
                  <a:pt x="374853" y="327177"/>
                </a:lnTo>
                <a:lnTo>
                  <a:pt x="375856" y="326898"/>
                </a:lnTo>
                <a:lnTo>
                  <a:pt x="405066" y="321665"/>
                </a:lnTo>
                <a:lnTo>
                  <a:pt x="405206" y="322491"/>
                </a:lnTo>
                <a:lnTo>
                  <a:pt x="397725" y="323596"/>
                </a:lnTo>
                <a:lnTo>
                  <a:pt x="390956" y="324929"/>
                </a:lnTo>
                <a:lnTo>
                  <a:pt x="384225" y="326605"/>
                </a:lnTo>
                <a:lnTo>
                  <a:pt x="377545" y="328599"/>
                </a:lnTo>
                <a:lnTo>
                  <a:pt x="385254" y="328345"/>
                </a:lnTo>
                <a:lnTo>
                  <a:pt x="392938" y="328256"/>
                </a:lnTo>
                <a:lnTo>
                  <a:pt x="409879" y="328358"/>
                </a:lnTo>
                <a:lnTo>
                  <a:pt x="410641" y="329768"/>
                </a:lnTo>
                <a:lnTo>
                  <a:pt x="410502" y="331190"/>
                </a:lnTo>
                <a:lnTo>
                  <a:pt x="411886" y="331812"/>
                </a:lnTo>
                <a:lnTo>
                  <a:pt x="413118" y="332676"/>
                </a:lnTo>
                <a:lnTo>
                  <a:pt x="414743" y="334606"/>
                </a:lnTo>
                <a:lnTo>
                  <a:pt x="413931" y="335788"/>
                </a:lnTo>
                <a:lnTo>
                  <a:pt x="406996" y="332727"/>
                </a:lnTo>
                <a:lnTo>
                  <a:pt x="390118" y="337527"/>
                </a:lnTo>
                <a:lnTo>
                  <a:pt x="419506" y="340423"/>
                </a:lnTo>
                <a:lnTo>
                  <a:pt x="419506" y="34594"/>
                </a:lnTo>
                <a:lnTo>
                  <a:pt x="404075" y="11404"/>
                </a:lnTo>
                <a:lnTo>
                  <a:pt x="372059" y="0"/>
                </a:lnTo>
                <a:lnTo>
                  <a:pt x="334708" y="5130"/>
                </a:lnTo>
                <a:lnTo>
                  <a:pt x="296760" y="21818"/>
                </a:lnTo>
                <a:lnTo>
                  <a:pt x="263017" y="45085"/>
                </a:lnTo>
                <a:lnTo>
                  <a:pt x="238213" y="69951"/>
                </a:lnTo>
                <a:lnTo>
                  <a:pt x="227139" y="91440"/>
                </a:lnTo>
                <a:lnTo>
                  <a:pt x="227152" y="113487"/>
                </a:lnTo>
                <a:lnTo>
                  <a:pt x="230492" y="151663"/>
                </a:lnTo>
                <a:lnTo>
                  <a:pt x="236664" y="202222"/>
                </a:lnTo>
                <a:lnTo>
                  <a:pt x="245160" y="261391"/>
                </a:lnTo>
                <a:lnTo>
                  <a:pt x="255549" y="325678"/>
                </a:lnTo>
                <a:lnTo>
                  <a:pt x="267144" y="390474"/>
                </a:lnTo>
                <a:lnTo>
                  <a:pt x="279603" y="452856"/>
                </a:lnTo>
                <a:lnTo>
                  <a:pt x="292379" y="508774"/>
                </a:lnTo>
                <a:lnTo>
                  <a:pt x="304965" y="554456"/>
                </a:lnTo>
                <a:lnTo>
                  <a:pt x="306857" y="559536"/>
                </a:lnTo>
                <a:lnTo>
                  <a:pt x="309727" y="581583"/>
                </a:lnTo>
                <a:lnTo>
                  <a:pt x="318071" y="633450"/>
                </a:lnTo>
                <a:lnTo>
                  <a:pt x="335711" y="733577"/>
                </a:lnTo>
                <a:lnTo>
                  <a:pt x="368668" y="917003"/>
                </a:lnTo>
                <a:lnTo>
                  <a:pt x="400913" y="921689"/>
                </a:lnTo>
                <a:lnTo>
                  <a:pt x="416306" y="916343"/>
                </a:lnTo>
                <a:lnTo>
                  <a:pt x="440156" y="904265"/>
                </a:lnTo>
                <a:lnTo>
                  <a:pt x="443636" y="876935"/>
                </a:lnTo>
                <a:lnTo>
                  <a:pt x="450951" y="813003"/>
                </a:lnTo>
                <a:lnTo>
                  <a:pt x="457390" y="739622"/>
                </a:lnTo>
                <a:lnTo>
                  <a:pt x="458266" y="683945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2" name="object 552" descr=""/>
          <p:cNvGrpSpPr/>
          <p:nvPr/>
        </p:nvGrpSpPr>
        <p:grpSpPr>
          <a:xfrm>
            <a:off x="15990532" y="3647769"/>
            <a:ext cx="301625" cy="41910"/>
            <a:chOff x="15990532" y="3647769"/>
            <a:chExt cx="301625" cy="41910"/>
          </a:xfrm>
        </p:grpSpPr>
        <p:sp>
          <p:nvSpPr>
            <p:cNvPr id="553" name="object 553" descr=""/>
            <p:cNvSpPr/>
            <p:nvPr/>
          </p:nvSpPr>
          <p:spPr>
            <a:xfrm>
              <a:off x="16119415" y="3657355"/>
              <a:ext cx="20955" cy="21590"/>
            </a:xfrm>
            <a:custGeom>
              <a:avLst/>
              <a:gdLst/>
              <a:ahLst/>
              <a:cxnLst/>
              <a:rect l="l" t="t" r="r" b="b"/>
              <a:pathLst>
                <a:path w="20955" h="21589">
                  <a:moveTo>
                    <a:pt x="10287" y="0"/>
                  </a:moveTo>
                  <a:lnTo>
                    <a:pt x="2574" y="3327"/>
                  </a:lnTo>
                  <a:lnTo>
                    <a:pt x="0" y="10648"/>
                  </a:lnTo>
                  <a:lnTo>
                    <a:pt x="2568" y="17970"/>
                  </a:lnTo>
                  <a:lnTo>
                    <a:pt x="10287" y="21297"/>
                  </a:lnTo>
                  <a:lnTo>
                    <a:pt x="18000" y="17970"/>
                  </a:lnTo>
                  <a:lnTo>
                    <a:pt x="20575" y="10648"/>
                  </a:lnTo>
                  <a:lnTo>
                    <a:pt x="18006" y="3327"/>
                  </a:lnTo>
                  <a:lnTo>
                    <a:pt x="10287" y="0"/>
                  </a:lnTo>
                  <a:close/>
                </a:path>
              </a:pathLst>
            </a:custGeom>
            <a:solidFill>
              <a:srgbClr val="C1B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4" name="object 554" descr=""/>
            <p:cNvSpPr/>
            <p:nvPr/>
          </p:nvSpPr>
          <p:spPr>
            <a:xfrm>
              <a:off x="15990532" y="3647776"/>
              <a:ext cx="301625" cy="41910"/>
            </a:xfrm>
            <a:custGeom>
              <a:avLst/>
              <a:gdLst/>
              <a:ahLst/>
              <a:cxnLst/>
              <a:rect l="l" t="t" r="r" b="b"/>
              <a:pathLst>
                <a:path w="301625" h="41910">
                  <a:moveTo>
                    <a:pt x="85979" y="19685"/>
                  </a:moveTo>
                  <a:lnTo>
                    <a:pt x="55410" y="16776"/>
                  </a:lnTo>
                  <a:lnTo>
                    <a:pt x="37338" y="13754"/>
                  </a:lnTo>
                  <a:lnTo>
                    <a:pt x="24688" y="8775"/>
                  </a:lnTo>
                  <a:lnTo>
                    <a:pt x="10363" y="0"/>
                  </a:lnTo>
                  <a:lnTo>
                    <a:pt x="0" y="20243"/>
                  </a:lnTo>
                  <a:lnTo>
                    <a:pt x="34988" y="33464"/>
                  </a:lnTo>
                  <a:lnTo>
                    <a:pt x="54140" y="39954"/>
                  </a:lnTo>
                  <a:lnTo>
                    <a:pt x="64147" y="41579"/>
                  </a:lnTo>
                  <a:lnTo>
                    <a:pt x="71755" y="40246"/>
                  </a:lnTo>
                  <a:lnTo>
                    <a:pt x="83273" y="37312"/>
                  </a:lnTo>
                  <a:lnTo>
                    <a:pt x="85979" y="19685"/>
                  </a:lnTo>
                  <a:close/>
                </a:path>
                <a:path w="301625" h="41910">
                  <a:moveTo>
                    <a:pt x="301396" y="22402"/>
                  </a:moveTo>
                  <a:lnTo>
                    <a:pt x="289712" y="1917"/>
                  </a:lnTo>
                  <a:lnTo>
                    <a:pt x="268605" y="10668"/>
                  </a:lnTo>
                  <a:lnTo>
                    <a:pt x="250825" y="15430"/>
                  </a:lnTo>
                  <a:lnTo>
                    <a:pt x="226707" y="17881"/>
                  </a:lnTo>
                  <a:lnTo>
                    <a:pt x="186563" y="19685"/>
                  </a:lnTo>
                  <a:lnTo>
                    <a:pt x="187464" y="22479"/>
                  </a:lnTo>
                  <a:lnTo>
                    <a:pt x="190715" y="28867"/>
                  </a:lnTo>
                  <a:lnTo>
                    <a:pt x="197180" y="35788"/>
                  </a:lnTo>
                  <a:lnTo>
                    <a:pt x="207683" y="40246"/>
                  </a:lnTo>
                  <a:lnTo>
                    <a:pt x="218770" y="41617"/>
                  </a:lnTo>
                  <a:lnTo>
                    <a:pt x="232232" y="40220"/>
                  </a:lnTo>
                  <a:lnTo>
                    <a:pt x="256844" y="34366"/>
                  </a:lnTo>
                  <a:lnTo>
                    <a:pt x="301396" y="22402"/>
                  </a:lnTo>
                  <a:close/>
                </a:path>
              </a:pathLst>
            </a:custGeom>
            <a:solidFill>
              <a:srgbClr val="2E458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5" name="object 555" descr=""/>
          <p:cNvSpPr/>
          <p:nvPr/>
        </p:nvSpPr>
        <p:spPr>
          <a:xfrm>
            <a:off x="15509230" y="3662666"/>
            <a:ext cx="314960" cy="353060"/>
          </a:xfrm>
          <a:custGeom>
            <a:avLst/>
            <a:gdLst/>
            <a:ahLst/>
            <a:cxnLst/>
            <a:rect l="l" t="t" r="r" b="b"/>
            <a:pathLst>
              <a:path w="314959" h="353060">
                <a:moveTo>
                  <a:pt x="229027" y="0"/>
                </a:moveTo>
                <a:lnTo>
                  <a:pt x="136323" y="14578"/>
                </a:lnTo>
                <a:lnTo>
                  <a:pt x="83214" y="19677"/>
                </a:lnTo>
                <a:lnTo>
                  <a:pt x="49715" y="15513"/>
                </a:lnTo>
                <a:lnTo>
                  <a:pt x="15839" y="2303"/>
                </a:lnTo>
                <a:lnTo>
                  <a:pt x="4902" y="65524"/>
                </a:lnTo>
                <a:lnTo>
                  <a:pt x="0" y="106142"/>
                </a:lnTo>
                <a:lnTo>
                  <a:pt x="1" y="141747"/>
                </a:lnTo>
                <a:lnTo>
                  <a:pt x="3777" y="189931"/>
                </a:lnTo>
                <a:lnTo>
                  <a:pt x="8794" y="243254"/>
                </a:lnTo>
                <a:lnTo>
                  <a:pt x="13758" y="284059"/>
                </a:lnTo>
                <a:lnTo>
                  <a:pt x="26331" y="337162"/>
                </a:lnTo>
                <a:lnTo>
                  <a:pt x="108900" y="352968"/>
                </a:lnTo>
                <a:lnTo>
                  <a:pt x="175568" y="351154"/>
                </a:lnTo>
                <a:lnTo>
                  <a:pt x="235070" y="344287"/>
                </a:lnTo>
                <a:lnTo>
                  <a:pt x="289271" y="305462"/>
                </a:lnTo>
                <a:lnTo>
                  <a:pt x="306213" y="259798"/>
                </a:lnTo>
                <a:lnTo>
                  <a:pt x="314500" y="206964"/>
                </a:lnTo>
                <a:lnTo>
                  <a:pt x="308469" y="157482"/>
                </a:lnTo>
                <a:lnTo>
                  <a:pt x="287570" y="107961"/>
                </a:lnTo>
                <a:lnTo>
                  <a:pt x="261205" y="56595"/>
                </a:lnTo>
                <a:lnTo>
                  <a:pt x="238611" y="16301"/>
                </a:lnTo>
                <a:lnTo>
                  <a:pt x="229027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6" name="object 556" descr=""/>
          <p:cNvSpPr/>
          <p:nvPr/>
        </p:nvSpPr>
        <p:spPr>
          <a:xfrm>
            <a:off x="15603894" y="4314657"/>
            <a:ext cx="192405" cy="450215"/>
          </a:xfrm>
          <a:custGeom>
            <a:avLst/>
            <a:gdLst/>
            <a:ahLst/>
            <a:cxnLst/>
            <a:rect l="l" t="t" r="r" b="b"/>
            <a:pathLst>
              <a:path w="192405" h="450214">
                <a:moveTo>
                  <a:pt x="59639" y="0"/>
                </a:moveTo>
                <a:lnTo>
                  <a:pt x="27890" y="7557"/>
                </a:lnTo>
                <a:lnTo>
                  <a:pt x="5746" y="28473"/>
                </a:lnTo>
                <a:lnTo>
                  <a:pt x="0" y="64046"/>
                </a:lnTo>
                <a:lnTo>
                  <a:pt x="25395" y="179402"/>
                </a:lnTo>
                <a:lnTo>
                  <a:pt x="40511" y="251904"/>
                </a:lnTo>
                <a:lnTo>
                  <a:pt x="52659" y="309021"/>
                </a:lnTo>
                <a:lnTo>
                  <a:pt x="82070" y="440956"/>
                </a:lnTo>
                <a:lnTo>
                  <a:pt x="106401" y="447747"/>
                </a:lnTo>
                <a:lnTo>
                  <a:pt x="123500" y="450011"/>
                </a:lnTo>
                <a:lnTo>
                  <a:pt x="141456" y="447747"/>
                </a:lnTo>
                <a:lnTo>
                  <a:pt x="168361" y="440956"/>
                </a:lnTo>
                <a:lnTo>
                  <a:pt x="182857" y="371716"/>
                </a:lnTo>
                <a:lnTo>
                  <a:pt x="190013" y="327090"/>
                </a:lnTo>
                <a:lnTo>
                  <a:pt x="191922" y="287687"/>
                </a:lnTo>
                <a:lnTo>
                  <a:pt x="190674" y="234114"/>
                </a:lnTo>
                <a:lnTo>
                  <a:pt x="184223" y="165273"/>
                </a:lnTo>
                <a:lnTo>
                  <a:pt x="172136" y="113631"/>
                </a:lnTo>
                <a:lnTo>
                  <a:pt x="157794" y="74828"/>
                </a:lnTo>
                <a:lnTo>
                  <a:pt x="124778" y="19772"/>
                </a:lnTo>
                <a:lnTo>
                  <a:pt x="94199" y="4504"/>
                </a:lnTo>
                <a:lnTo>
                  <a:pt x="59639" y="0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7" name="object 557" descr=""/>
          <p:cNvSpPr/>
          <p:nvPr/>
        </p:nvSpPr>
        <p:spPr>
          <a:xfrm>
            <a:off x="15521940" y="3838454"/>
            <a:ext cx="263525" cy="624205"/>
          </a:xfrm>
          <a:custGeom>
            <a:avLst/>
            <a:gdLst/>
            <a:ahLst/>
            <a:cxnLst/>
            <a:rect l="l" t="t" r="r" b="b"/>
            <a:pathLst>
              <a:path w="263525" h="624204">
                <a:moveTo>
                  <a:pt x="47015" y="302742"/>
                </a:moveTo>
                <a:lnTo>
                  <a:pt x="39014" y="302437"/>
                </a:lnTo>
                <a:lnTo>
                  <a:pt x="38328" y="301294"/>
                </a:lnTo>
                <a:lnTo>
                  <a:pt x="30391" y="300570"/>
                </a:lnTo>
                <a:lnTo>
                  <a:pt x="30873" y="303631"/>
                </a:lnTo>
                <a:lnTo>
                  <a:pt x="37858" y="303288"/>
                </a:lnTo>
                <a:lnTo>
                  <a:pt x="37528" y="303682"/>
                </a:lnTo>
                <a:lnTo>
                  <a:pt x="45275" y="302996"/>
                </a:lnTo>
                <a:lnTo>
                  <a:pt x="47015" y="302742"/>
                </a:lnTo>
                <a:close/>
              </a:path>
              <a:path w="263525" h="624204">
                <a:moveTo>
                  <a:pt x="263004" y="111798"/>
                </a:moveTo>
                <a:lnTo>
                  <a:pt x="250850" y="65849"/>
                </a:lnTo>
                <a:lnTo>
                  <a:pt x="221665" y="25527"/>
                </a:lnTo>
                <a:lnTo>
                  <a:pt x="171018" y="2451"/>
                </a:lnTo>
                <a:lnTo>
                  <a:pt x="120345" y="0"/>
                </a:lnTo>
                <a:lnTo>
                  <a:pt x="72517" y="9144"/>
                </a:lnTo>
                <a:lnTo>
                  <a:pt x="32918" y="29362"/>
                </a:lnTo>
                <a:lnTo>
                  <a:pt x="6946" y="60134"/>
                </a:lnTo>
                <a:lnTo>
                  <a:pt x="0" y="100914"/>
                </a:lnTo>
                <a:lnTo>
                  <a:pt x="29578" y="295376"/>
                </a:lnTo>
                <a:lnTo>
                  <a:pt x="36156" y="294779"/>
                </a:lnTo>
                <a:lnTo>
                  <a:pt x="35547" y="295503"/>
                </a:lnTo>
                <a:lnTo>
                  <a:pt x="42278" y="295783"/>
                </a:lnTo>
                <a:lnTo>
                  <a:pt x="41783" y="295211"/>
                </a:lnTo>
                <a:lnTo>
                  <a:pt x="41922" y="294144"/>
                </a:lnTo>
                <a:lnTo>
                  <a:pt x="50393" y="292798"/>
                </a:lnTo>
                <a:lnTo>
                  <a:pt x="57823" y="292023"/>
                </a:lnTo>
                <a:lnTo>
                  <a:pt x="65290" y="291617"/>
                </a:lnTo>
                <a:lnTo>
                  <a:pt x="73355" y="291592"/>
                </a:lnTo>
                <a:lnTo>
                  <a:pt x="73418" y="292442"/>
                </a:lnTo>
                <a:lnTo>
                  <a:pt x="65697" y="292811"/>
                </a:lnTo>
                <a:lnTo>
                  <a:pt x="58597" y="293484"/>
                </a:lnTo>
                <a:lnTo>
                  <a:pt x="51549" y="294500"/>
                </a:lnTo>
                <a:lnTo>
                  <a:pt x="44526" y="295859"/>
                </a:lnTo>
                <a:lnTo>
                  <a:pt x="60286" y="297091"/>
                </a:lnTo>
                <a:lnTo>
                  <a:pt x="77597" y="298919"/>
                </a:lnTo>
                <a:lnTo>
                  <a:pt x="78219" y="300431"/>
                </a:lnTo>
                <a:lnTo>
                  <a:pt x="77939" y="301866"/>
                </a:lnTo>
                <a:lnTo>
                  <a:pt x="79286" y="302641"/>
                </a:lnTo>
                <a:lnTo>
                  <a:pt x="80467" y="303657"/>
                </a:lnTo>
                <a:lnTo>
                  <a:pt x="81915" y="305803"/>
                </a:lnTo>
                <a:lnTo>
                  <a:pt x="80975" y="306933"/>
                </a:lnTo>
                <a:lnTo>
                  <a:pt x="74206" y="303085"/>
                </a:lnTo>
                <a:lnTo>
                  <a:pt x="56451" y="306273"/>
                </a:lnTo>
                <a:lnTo>
                  <a:pt x="63652" y="306819"/>
                </a:lnTo>
                <a:lnTo>
                  <a:pt x="70751" y="307860"/>
                </a:lnTo>
                <a:lnTo>
                  <a:pt x="77711" y="309448"/>
                </a:lnTo>
                <a:lnTo>
                  <a:pt x="86194" y="312242"/>
                </a:lnTo>
                <a:lnTo>
                  <a:pt x="85471" y="314909"/>
                </a:lnTo>
                <a:lnTo>
                  <a:pt x="57835" y="315036"/>
                </a:lnTo>
                <a:lnTo>
                  <a:pt x="46037" y="315417"/>
                </a:lnTo>
                <a:lnTo>
                  <a:pt x="33007" y="316649"/>
                </a:lnTo>
                <a:lnTo>
                  <a:pt x="33985" y="322326"/>
                </a:lnTo>
                <a:lnTo>
                  <a:pt x="45110" y="321640"/>
                </a:lnTo>
                <a:lnTo>
                  <a:pt x="54825" y="321652"/>
                </a:lnTo>
                <a:lnTo>
                  <a:pt x="76631" y="322694"/>
                </a:lnTo>
                <a:lnTo>
                  <a:pt x="76885" y="325729"/>
                </a:lnTo>
                <a:lnTo>
                  <a:pt x="49301" y="327355"/>
                </a:lnTo>
                <a:lnTo>
                  <a:pt x="35128" y="328587"/>
                </a:lnTo>
                <a:lnTo>
                  <a:pt x="36969" y="338366"/>
                </a:lnTo>
                <a:lnTo>
                  <a:pt x="39839" y="338302"/>
                </a:lnTo>
                <a:lnTo>
                  <a:pt x="35394" y="339051"/>
                </a:lnTo>
                <a:lnTo>
                  <a:pt x="60731" y="338061"/>
                </a:lnTo>
                <a:lnTo>
                  <a:pt x="71970" y="338124"/>
                </a:lnTo>
                <a:lnTo>
                  <a:pt x="83070" y="339255"/>
                </a:lnTo>
                <a:lnTo>
                  <a:pt x="85039" y="339572"/>
                </a:lnTo>
                <a:lnTo>
                  <a:pt x="85318" y="342798"/>
                </a:lnTo>
                <a:lnTo>
                  <a:pt x="75692" y="344944"/>
                </a:lnTo>
                <a:lnTo>
                  <a:pt x="84277" y="345922"/>
                </a:lnTo>
                <a:lnTo>
                  <a:pt x="82537" y="354584"/>
                </a:lnTo>
                <a:lnTo>
                  <a:pt x="77241" y="355371"/>
                </a:lnTo>
                <a:lnTo>
                  <a:pt x="67576" y="356425"/>
                </a:lnTo>
                <a:lnTo>
                  <a:pt x="59067" y="356603"/>
                </a:lnTo>
                <a:lnTo>
                  <a:pt x="40513" y="355879"/>
                </a:lnTo>
                <a:lnTo>
                  <a:pt x="53276" y="415518"/>
                </a:lnTo>
                <a:lnTo>
                  <a:pt x="65836" y="472033"/>
                </a:lnTo>
                <a:lnTo>
                  <a:pt x="77343" y="520801"/>
                </a:lnTo>
                <a:lnTo>
                  <a:pt x="107797" y="597687"/>
                </a:lnTo>
                <a:lnTo>
                  <a:pt x="169214" y="623709"/>
                </a:lnTo>
                <a:lnTo>
                  <a:pt x="199224" y="613613"/>
                </a:lnTo>
                <a:lnTo>
                  <a:pt x="221716" y="591045"/>
                </a:lnTo>
                <a:lnTo>
                  <a:pt x="231394" y="558177"/>
                </a:lnTo>
                <a:lnTo>
                  <a:pt x="232829" y="532930"/>
                </a:lnTo>
                <a:lnTo>
                  <a:pt x="239979" y="426516"/>
                </a:lnTo>
                <a:lnTo>
                  <a:pt x="244830" y="358965"/>
                </a:lnTo>
                <a:lnTo>
                  <a:pt x="249948" y="290893"/>
                </a:lnTo>
                <a:lnTo>
                  <a:pt x="254889" y="229146"/>
                </a:lnTo>
                <a:lnTo>
                  <a:pt x="259245" y="180492"/>
                </a:lnTo>
                <a:lnTo>
                  <a:pt x="262547" y="151739"/>
                </a:lnTo>
                <a:lnTo>
                  <a:pt x="263004" y="111798"/>
                </a:lnTo>
                <a:close/>
              </a:path>
            </a:pathLst>
          </a:custGeom>
          <a:solidFill>
            <a:srgbClr val="233A79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8" name="object 558" descr=""/>
          <p:cNvGrpSpPr/>
          <p:nvPr/>
        </p:nvGrpSpPr>
        <p:grpSpPr>
          <a:xfrm>
            <a:off x="15523036" y="3675733"/>
            <a:ext cx="112395" cy="46990"/>
            <a:chOff x="15523036" y="3675733"/>
            <a:chExt cx="112395" cy="46990"/>
          </a:xfrm>
        </p:grpSpPr>
        <p:sp>
          <p:nvSpPr>
            <p:cNvPr id="559" name="object 559" descr=""/>
            <p:cNvSpPr/>
            <p:nvPr/>
          </p:nvSpPr>
          <p:spPr>
            <a:xfrm>
              <a:off x="15523036" y="3675733"/>
              <a:ext cx="8255" cy="22225"/>
            </a:xfrm>
            <a:custGeom>
              <a:avLst/>
              <a:gdLst/>
              <a:ahLst/>
              <a:cxnLst/>
              <a:rect l="l" t="t" r="r" b="b"/>
              <a:pathLst>
                <a:path w="8255" h="22225">
                  <a:moveTo>
                    <a:pt x="5670" y="0"/>
                  </a:moveTo>
                  <a:lnTo>
                    <a:pt x="2205" y="2944"/>
                  </a:lnTo>
                  <a:lnTo>
                    <a:pt x="114" y="10235"/>
                  </a:lnTo>
                  <a:lnTo>
                    <a:pt x="0" y="17816"/>
                  </a:lnTo>
                  <a:lnTo>
                    <a:pt x="2466" y="21632"/>
                  </a:lnTo>
                  <a:lnTo>
                    <a:pt x="5931" y="18694"/>
                  </a:lnTo>
                  <a:lnTo>
                    <a:pt x="8022" y="11405"/>
                  </a:lnTo>
                  <a:lnTo>
                    <a:pt x="8136" y="3821"/>
                  </a:lnTo>
                  <a:lnTo>
                    <a:pt x="5670" y="0"/>
                  </a:lnTo>
                  <a:close/>
                </a:path>
              </a:pathLst>
            </a:custGeom>
            <a:solidFill>
              <a:srgbClr val="C1B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0" name="object 560" descr=""/>
            <p:cNvSpPr/>
            <p:nvPr/>
          </p:nvSpPr>
          <p:spPr>
            <a:xfrm>
              <a:off x="15543341" y="3690515"/>
              <a:ext cx="92075" cy="32384"/>
            </a:xfrm>
            <a:custGeom>
              <a:avLst/>
              <a:gdLst/>
              <a:ahLst/>
              <a:cxnLst/>
              <a:rect l="l" t="t" r="r" b="b"/>
              <a:pathLst>
                <a:path w="92075" h="32385">
                  <a:moveTo>
                    <a:pt x="246" y="0"/>
                  </a:moveTo>
                  <a:lnTo>
                    <a:pt x="28759" y="31589"/>
                  </a:lnTo>
                  <a:lnTo>
                    <a:pt x="50991" y="31922"/>
                  </a:lnTo>
                  <a:lnTo>
                    <a:pt x="91918" y="31140"/>
                  </a:lnTo>
                  <a:lnTo>
                    <a:pt x="87531" y="8261"/>
                  </a:lnTo>
                  <a:lnTo>
                    <a:pt x="68598" y="11348"/>
                  </a:lnTo>
                  <a:lnTo>
                    <a:pt x="53194" y="11516"/>
                  </a:lnTo>
                  <a:lnTo>
                    <a:pt x="33138" y="7992"/>
                  </a:lnTo>
                  <a:lnTo>
                    <a:pt x="246" y="0"/>
                  </a:lnTo>
                  <a:close/>
                </a:path>
              </a:pathLst>
            </a:custGeom>
            <a:solidFill>
              <a:srgbClr val="2E458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61" name="object 561" descr=""/>
          <p:cNvGrpSpPr/>
          <p:nvPr/>
        </p:nvGrpSpPr>
        <p:grpSpPr>
          <a:xfrm>
            <a:off x="15467604" y="2438336"/>
            <a:ext cx="333375" cy="843280"/>
            <a:chOff x="15467604" y="2438336"/>
            <a:chExt cx="333375" cy="843280"/>
          </a:xfrm>
        </p:grpSpPr>
        <p:sp>
          <p:nvSpPr>
            <p:cNvPr id="562" name="object 562" descr=""/>
            <p:cNvSpPr/>
            <p:nvPr/>
          </p:nvSpPr>
          <p:spPr>
            <a:xfrm>
              <a:off x="15467604" y="2438336"/>
              <a:ext cx="333375" cy="843280"/>
            </a:xfrm>
            <a:custGeom>
              <a:avLst/>
              <a:gdLst/>
              <a:ahLst/>
              <a:cxnLst/>
              <a:rect l="l" t="t" r="r" b="b"/>
              <a:pathLst>
                <a:path w="333375" h="843279">
                  <a:moveTo>
                    <a:pt x="173592" y="0"/>
                  </a:moveTo>
                  <a:lnTo>
                    <a:pt x="110380" y="18406"/>
                  </a:lnTo>
                  <a:lnTo>
                    <a:pt x="67158" y="66771"/>
                  </a:lnTo>
                  <a:lnTo>
                    <a:pt x="29409" y="115562"/>
                  </a:lnTo>
                  <a:lnTo>
                    <a:pt x="9538" y="174263"/>
                  </a:lnTo>
                  <a:lnTo>
                    <a:pt x="4206" y="234949"/>
                  </a:lnTo>
                  <a:lnTo>
                    <a:pt x="1136" y="306893"/>
                  </a:lnTo>
                  <a:lnTo>
                    <a:pt x="0" y="376421"/>
                  </a:lnTo>
                  <a:lnTo>
                    <a:pt x="466" y="429859"/>
                  </a:lnTo>
                  <a:lnTo>
                    <a:pt x="2206" y="453534"/>
                  </a:lnTo>
                  <a:lnTo>
                    <a:pt x="27068" y="466294"/>
                  </a:lnTo>
                  <a:lnTo>
                    <a:pt x="81620" y="488905"/>
                  </a:lnTo>
                  <a:lnTo>
                    <a:pt x="146031" y="516950"/>
                  </a:lnTo>
                  <a:lnTo>
                    <a:pt x="200472" y="546013"/>
                  </a:lnTo>
                  <a:lnTo>
                    <a:pt x="239679" y="608215"/>
                  </a:lnTo>
                  <a:lnTo>
                    <a:pt x="270222" y="708541"/>
                  </a:lnTo>
                  <a:lnTo>
                    <a:pt x="290053" y="801844"/>
                  </a:lnTo>
                  <a:lnTo>
                    <a:pt x="297118" y="842978"/>
                  </a:lnTo>
                  <a:lnTo>
                    <a:pt x="307821" y="831114"/>
                  </a:lnTo>
                  <a:lnTo>
                    <a:pt x="326185" y="766362"/>
                  </a:lnTo>
                  <a:lnTo>
                    <a:pt x="332825" y="684592"/>
                  </a:lnTo>
                  <a:lnTo>
                    <a:pt x="332857" y="631995"/>
                  </a:lnTo>
                  <a:lnTo>
                    <a:pt x="330579" y="577258"/>
                  </a:lnTo>
                  <a:lnTo>
                    <a:pt x="325903" y="524633"/>
                  </a:lnTo>
                  <a:lnTo>
                    <a:pt x="318741" y="478371"/>
                  </a:lnTo>
                  <a:lnTo>
                    <a:pt x="310048" y="431229"/>
                  </a:lnTo>
                  <a:lnTo>
                    <a:pt x="303823" y="387148"/>
                  </a:lnTo>
                  <a:lnTo>
                    <a:pt x="299482" y="342153"/>
                  </a:lnTo>
                  <a:lnTo>
                    <a:pt x="296443" y="292272"/>
                  </a:lnTo>
                  <a:lnTo>
                    <a:pt x="294124" y="233530"/>
                  </a:lnTo>
                  <a:lnTo>
                    <a:pt x="290499" y="162851"/>
                  </a:lnTo>
                  <a:lnTo>
                    <a:pt x="283738" y="107295"/>
                  </a:lnTo>
                  <a:lnTo>
                    <a:pt x="271905" y="59695"/>
                  </a:lnTo>
                  <a:lnTo>
                    <a:pt x="253067" y="12888"/>
                  </a:lnTo>
                  <a:lnTo>
                    <a:pt x="204608" y="2790"/>
                  </a:lnTo>
                  <a:lnTo>
                    <a:pt x="173592" y="0"/>
                  </a:lnTo>
                  <a:close/>
                </a:path>
              </a:pathLst>
            </a:custGeom>
            <a:solidFill>
              <a:srgbClr val="15744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3" name="object 563" descr=""/>
            <p:cNvPicPr/>
            <p:nvPr/>
          </p:nvPicPr>
          <p:blipFill>
            <a:blip r:embed="rId76" cstate="print"/>
            <a:stretch>
              <a:fillRect/>
            </a:stretch>
          </p:blipFill>
          <p:spPr>
            <a:xfrm>
              <a:off x="15589295" y="2460404"/>
              <a:ext cx="124387" cy="196829"/>
            </a:xfrm>
            <a:prstGeom prst="rect">
              <a:avLst/>
            </a:prstGeom>
          </p:spPr>
        </p:pic>
      </p:grpSp>
      <p:sp>
        <p:nvSpPr>
          <p:cNvPr id="564" name="object 564" descr=""/>
          <p:cNvSpPr/>
          <p:nvPr/>
        </p:nvSpPr>
        <p:spPr>
          <a:xfrm>
            <a:off x="14923206" y="2861180"/>
            <a:ext cx="398145" cy="469265"/>
          </a:xfrm>
          <a:custGeom>
            <a:avLst/>
            <a:gdLst/>
            <a:ahLst/>
            <a:cxnLst/>
            <a:rect l="l" t="t" r="r" b="b"/>
            <a:pathLst>
              <a:path w="398144" h="469264">
                <a:moveTo>
                  <a:pt x="191290" y="0"/>
                </a:moveTo>
                <a:lnTo>
                  <a:pt x="134821" y="7179"/>
                </a:lnTo>
                <a:lnTo>
                  <a:pt x="87778" y="22865"/>
                </a:lnTo>
                <a:lnTo>
                  <a:pt x="50529" y="45299"/>
                </a:lnTo>
                <a:lnTo>
                  <a:pt x="23439" y="72723"/>
                </a:lnTo>
                <a:lnTo>
                  <a:pt x="1202" y="135503"/>
                </a:lnTo>
                <a:lnTo>
                  <a:pt x="0" y="240903"/>
                </a:lnTo>
                <a:lnTo>
                  <a:pt x="379" y="300852"/>
                </a:lnTo>
                <a:lnTo>
                  <a:pt x="8689" y="373737"/>
                </a:lnTo>
                <a:lnTo>
                  <a:pt x="26459" y="410410"/>
                </a:lnTo>
                <a:lnTo>
                  <a:pt x="60383" y="435989"/>
                </a:lnTo>
                <a:lnTo>
                  <a:pt x="103480" y="453106"/>
                </a:lnTo>
                <a:lnTo>
                  <a:pt x="148768" y="464394"/>
                </a:lnTo>
                <a:lnTo>
                  <a:pt x="190533" y="468823"/>
                </a:lnTo>
                <a:lnTo>
                  <a:pt x="240273" y="467102"/>
                </a:lnTo>
                <a:lnTo>
                  <a:pt x="290390" y="458938"/>
                </a:lnTo>
                <a:lnTo>
                  <a:pt x="333284" y="444039"/>
                </a:lnTo>
                <a:lnTo>
                  <a:pt x="375405" y="393186"/>
                </a:lnTo>
                <a:lnTo>
                  <a:pt x="386725" y="351695"/>
                </a:lnTo>
                <a:lnTo>
                  <a:pt x="394433" y="301722"/>
                </a:lnTo>
                <a:lnTo>
                  <a:pt x="397644" y="247350"/>
                </a:lnTo>
                <a:lnTo>
                  <a:pt x="395473" y="192663"/>
                </a:lnTo>
                <a:lnTo>
                  <a:pt x="387033" y="141744"/>
                </a:lnTo>
                <a:lnTo>
                  <a:pt x="372772" y="97812"/>
                </a:lnTo>
                <a:lnTo>
                  <a:pt x="352873" y="61578"/>
                </a:lnTo>
                <a:lnTo>
                  <a:pt x="326056" y="33361"/>
                </a:lnTo>
                <a:lnTo>
                  <a:pt x="291040" y="13479"/>
                </a:lnTo>
                <a:lnTo>
                  <a:pt x="246545" y="2253"/>
                </a:lnTo>
                <a:lnTo>
                  <a:pt x="191290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65" name="object 565" descr=""/>
          <p:cNvPicPr/>
          <p:nvPr/>
        </p:nvPicPr>
        <p:blipFill>
          <a:blip r:embed="rId77" cstate="print"/>
          <a:stretch>
            <a:fillRect/>
          </a:stretch>
        </p:blipFill>
        <p:spPr>
          <a:xfrm>
            <a:off x="14906394" y="2468788"/>
            <a:ext cx="112792" cy="166003"/>
          </a:xfrm>
          <a:prstGeom prst="rect">
            <a:avLst/>
          </a:prstGeom>
        </p:spPr>
      </p:pic>
      <p:grpSp>
        <p:nvGrpSpPr>
          <p:cNvPr id="566" name="object 566" descr=""/>
          <p:cNvGrpSpPr/>
          <p:nvPr/>
        </p:nvGrpSpPr>
        <p:grpSpPr>
          <a:xfrm>
            <a:off x="14923641" y="2430898"/>
            <a:ext cx="400685" cy="572135"/>
            <a:chOff x="14923641" y="2430898"/>
            <a:chExt cx="400685" cy="572135"/>
          </a:xfrm>
        </p:grpSpPr>
        <p:pic>
          <p:nvPicPr>
            <p:cNvPr id="567" name="object 567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5210969" y="2465712"/>
              <a:ext cx="112802" cy="169078"/>
            </a:xfrm>
            <a:prstGeom prst="rect">
              <a:avLst/>
            </a:prstGeom>
          </p:spPr>
        </p:pic>
        <p:sp>
          <p:nvSpPr>
            <p:cNvPr id="568" name="object 568" descr=""/>
            <p:cNvSpPr/>
            <p:nvPr/>
          </p:nvSpPr>
          <p:spPr>
            <a:xfrm>
              <a:off x="14923641" y="2430898"/>
              <a:ext cx="386715" cy="572135"/>
            </a:xfrm>
            <a:custGeom>
              <a:avLst/>
              <a:gdLst/>
              <a:ahLst/>
              <a:cxnLst/>
              <a:rect l="l" t="t" r="r" b="b"/>
              <a:pathLst>
                <a:path w="386715" h="572135">
                  <a:moveTo>
                    <a:pt x="268477" y="0"/>
                  </a:moveTo>
                  <a:lnTo>
                    <a:pt x="243145" y="24172"/>
                  </a:lnTo>
                  <a:lnTo>
                    <a:pt x="226024" y="36161"/>
                  </a:lnTo>
                  <a:lnTo>
                    <a:pt x="209306" y="39503"/>
                  </a:lnTo>
                  <a:lnTo>
                    <a:pt x="185181" y="37737"/>
                  </a:lnTo>
                  <a:lnTo>
                    <a:pt x="158963" y="30073"/>
                  </a:lnTo>
                  <a:lnTo>
                    <a:pt x="140834" y="17297"/>
                  </a:lnTo>
                  <a:lnTo>
                    <a:pt x="130311" y="5307"/>
                  </a:lnTo>
                  <a:lnTo>
                    <a:pt x="126911" y="0"/>
                  </a:lnTo>
                  <a:lnTo>
                    <a:pt x="101953" y="6960"/>
                  </a:lnTo>
                  <a:lnTo>
                    <a:pt x="63813" y="20627"/>
                  </a:lnTo>
                  <a:lnTo>
                    <a:pt x="18935" y="46344"/>
                  </a:lnTo>
                  <a:lnTo>
                    <a:pt x="24958" y="94653"/>
                  </a:lnTo>
                  <a:lnTo>
                    <a:pt x="27779" y="123717"/>
                  </a:lnTo>
                  <a:lnTo>
                    <a:pt x="28127" y="145201"/>
                  </a:lnTo>
                  <a:lnTo>
                    <a:pt x="26736" y="170769"/>
                  </a:lnTo>
                  <a:lnTo>
                    <a:pt x="28186" y="201311"/>
                  </a:lnTo>
                  <a:lnTo>
                    <a:pt x="33968" y="229513"/>
                  </a:lnTo>
                  <a:lnTo>
                    <a:pt x="40147" y="254735"/>
                  </a:lnTo>
                  <a:lnTo>
                    <a:pt x="42787" y="276337"/>
                  </a:lnTo>
                  <a:lnTo>
                    <a:pt x="38835" y="309164"/>
                  </a:lnTo>
                  <a:lnTo>
                    <a:pt x="29809" y="358911"/>
                  </a:lnTo>
                  <a:lnTo>
                    <a:pt x="18639" y="411213"/>
                  </a:lnTo>
                  <a:lnTo>
                    <a:pt x="8254" y="451703"/>
                  </a:lnTo>
                  <a:lnTo>
                    <a:pt x="2009" y="486292"/>
                  </a:lnTo>
                  <a:lnTo>
                    <a:pt x="0" y="523645"/>
                  </a:lnTo>
                  <a:lnTo>
                    <a:pt x="246" y="553546"/>
                  </a:lnTo>
                  <a:lnTo>
                    <a:pt x="768" y="565783"/>
                  </a:lnTo>
                  <a:lnTo>
                    <a:pt x="19658" y="523451"/>
                  </a:lnTo>
                  <a:lnTo>
                    <a:pt x="33190" y="499234"/>
                  </a:lnTo>
                  <a:lnTo>
                    <a:pt x="47874" y="484039"/>
                  </a:lnTo>
                  <a:lnTo>
                    <a:pt x="70221" y="468771"/>
                  </a:lnTo>
                  <a:lnTo>
                    <a:pt x="108292" y="458355"/>
                  </a:lnTo>
                  <a:lnTo>
                    <a:pt x="167191" y="455119"/>
                  </a:lnTo>
                  <a:lnTo>
                    <a:pt x="232005" y="457091"/>
                  </a:lnTo>
                  <a:lnTo>
                    <a:pt x="287823" y="462299"/>
                  </a:lnTo>
                  <a:lnTo>
                    <a:pt x="340715" y="489436"/>
                  </a:lnTo>
                  <a:lnTo>
                    <a:pt x="362530" y="524426"/>
                  </a:lnTo>
                  <a:lnTo>
                    <a:pt x="386599" y="572024"/>
                  </a:lnTo>
                  <a:lnTo>
                    <a:pt x="360160" y="441592"/>
                  </a:lnTo>
                  <a:lnTo>
                    <a:pt x="354140" y="413741"/>
                  </a:lnTo>
                  <a:lnTo>
                    <a:pt x="348108" y="387768"/>
                  </a:lnTo>
                  <a:lnTo>
                    <a:pt x="340749" y="352422"/>
                  </a:lnTo>
                  <a:lnTo>
                    <a:pt x="334502" y="311866"/>
                  </a:lnTo>
                  <a:lnTo>
                    <a:pt x="331415" y="271948"/>
                  </a:lnTo>
                  <a:lnTo>
                    <a:pt x="333533" y="238516"/>
                  </a:lnTo>
                  <a:lnTo>
                    <a:pt x="337080" y="211615"/>
                  </a:lnTo>
                  <a:lnTo>
                    <a:pt x="337913" y="186688"/>
                  </a:lnTo>
                  <a:lnTo>
                    <a:pt x="337504" y="162651"/>
                  </a:lnTo>
                  <a:lnTo>
                    <a:pt x="337323" y="138425"/>
                  </a:lnTo>
                  <a:lnTo>
                    <a:pt x="339796" y="108804"/>
                  </a:lnTo>
                  <a:lnTo>
                    <a:pt x="344687" y="75735"/>
                  </a:lnTo>
                  <a:lnTo>
                    <a:pt x="349471" y="48840"/>
                  </a:lnTo>
                  <a:lnTo>
                    <a:pt x="351626" y="37737"/>
                  </a:lnTo>
                  <a:lnTo>
                    <a:pt x="268477" y="0"/>
                  </a:lnTo>
                  <a:close/>
                </a:path>
              </a:pathLst>
            </a:custGeom>
            <a:solidFill>
              <a:srgbClr val="157446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69" name="object 569" descr=""/>
          <p:cNvPicPr/>
          <p:nvPr/>
        </p:nvPicPr>
        <p:blipFill>
          <a:blip r:embed="rId79" cstate="print"/>
          <a:stretch>
            <a:fillRect/>
          </a:stretch>
        </p:blipFill>
        <p:spPr>
          <a:xfrm>
            <a:off x="16569309" y="2477285"/>
            <a:ext cx="112792" cy="166003"/>
          </a:xfrm>
          <a:prstGeom prst="rect">
            <a:avLst/>
          </a:prstGeom>
        </p:spPr>
      </p:pic>
      <p:grpSp>
        <p:nvGrpSpPr>
          <p:cNvPr id="570" name="object 570" descr=""/>
          <p:cNvGrpSpPr/>
          <p:nvPr/>
        </p:nvGrpSpPr>
        <p:grpSpPr>
          <a:xfrm>
            <a:off x="16586128" y="2437630"/>
            <a:ext cx="400685" cy="901065"/>
            <a:chOff x="16586128" y="2437630"/>
            <a:chExt cx="400685" cy="901065"/>
          </a:xfrm>
        </p:grpSpPr>
        <p:pic>
          <p:nvPicPr>
            <p:cNvPr id="571" name="object 571" descr=""/>
            <p:cNvPicPr/>
            <p:nvPr/>
          </p:nvPicPr>
          <p:blipFill>
            <a:blip r:embed="rId78" cstate="print"/>
            <a:stretch>
              <a:fillRect/>
            </a:stretch>
          </p:blipFill>
          <p:spPr>
            <a:xfrm>
              <a:off x="16873885" y="2474209"/>
              <a:ext cx="112802" cy="169078"/>
            </a:xfrm>
            <a:prstGeom prst="rect">
              <a:avLst/>
            </a:prstGeom>
          </p:spPr>
        </p:pic>
        <p:sp>
          <p:nvSpPr>
            <p:cNvPr id="572" name="object 572" descr=""/>
            <p:cNvSpPr/>
            <p:nvPr/>
          </p:nvSpPr>
          <p:spPr>
            <a:xfrm>
              <a:off x="16586128" y="2437630"/>
              <a:ext cx="398145" cy="901065"/>
            </a:xfrm>
            <a:custGeom>
              <a:avLst/>
              <a:gdLst/>
              <a:ahLst/>
              <a:cxnLst/>
              <a:rect l="l" t="t" r="r" b="b"/>
              <a:pathLst>
                <a:path w="398144" h="901064">
                  <a:moveTo>
                    <a:pt x="258078" y="0"/>
                  </a:moveTo>
                  <a:lnTo>
                    <a:pt x="236166" y="14178"/>
                  </a:lnTo>
                  <a:lnTo>
                    <a:pt x="220803" y="21034"/>
                  </a:lnTo>
                  <a:lnTo>
                    <a:pt x="204735" y="22486"/>
                  </a:lnTo>
                  <a:lnTo>
                    <a:pt x="180709" y="20449"/>
                  </a:lnTo>
                  <a:lnTo>
                    <a:pt x="155257" y="15762"/>
                  </a:lnTo>
                  <a:lnTo>
                    <a:pt x="138812" y="9533"/>
                  </a:lnTo>
                  <a:lnTo>
                    <a:pt x="129973" y="4090"/>
                  </a:lnTo>
                  <a:lnTo>
                    <a:pt x="127339" y="1759"/>
                  </a:lnTo>
                  <a:lnTo>
                    <a:pt x="102381" y="8719"/>
                  </a:lnTo>
                  <a:lnTo>
                    <a:pt x="64241" y="22386"/>
                  </a:lnTo>
                  <a:lnTo>
                    <a:pt x="19352" y="48103"/>
                  </a:lnTo>
                  <a:lnTo>
                    <a:pt x="33478" y="166384"/>
                  </a:lnTo>
                  <a:lnTo>
                    <a:pt x="40673" y="229769"/>
                  </a:lnTo>
                  <a:lnTo>
                    <a:pt x="43173" y="259819"/>
                  </a:lnTo>
                  <a:lnTo>
                    <a:pt x="43216" y="278096"/>
                  </a:lnTo>
                  <a:lnTo>
                    <a:pt x="41352" y="308588"/>
                  </a:lnTo>
                  <a:lnTo>
                    <a:pt x="36923" y="353188"/>
                  </a:lnTo>
                  <a:lnTo>
                    <a:pt x="30349" y="400340"/>
                  </a:lnTo>
                  <a:lnTo>
                    <a:pt x="22054" y="438489"/>
                  </a:lnTo>
                  <a:lnTo>
                    <a:pt x="13719" y="475419"/>
                  </a:lnTo>
                  <a:lnTo>
                    <a:pt x="7113" y="517922"/>
                  </a:lnTo>
                  <a:lnTo>
                    <a:pt x="2763" y="552975"/>
                  </a:lnTo>
                  <a:lnTo>
                    <a:pt x="1196" y="567553"/>
                  </a:lnTo>
                  <a:lnTo>
                    <a:pt x="0" y="672952"/>
                  </a:lnTo>
                  <a:lnTo>
                    <a:pt x="381" y="732900"/>
                  </a:lnTo>
                  <a:lnTo>
                    <a:pt x="8683" y="805776"/>
                  </a:lnTo>
                  <a:lnTo>
                    <a:pt x="26453" y="842449"/>
                  </a:lnTo>
                  <a:lnTo>
                    <a:pt x="60377" y="868029"/>
                  </a:lnTo>
                  <a:lnTo>
                    <a:pt x="103474" y="885149"/>
                  </a:lnTo>
                  <a:lnTo>
                    <a:pt x="148762" y="896443"/>
                  </a:lnTo>
                  <a:lnTo>
                    <a:pt x="190527" y="900873"/>
                  </a:lnTo>
                  <a:lnTo>
                    <a:pt x="240267" y="899152"/>
                  </a:lnTo>
                  <a:lnTo>
                    <a:pt x="290384" y="890988"/>
                  </a:lnTo>
                  <a:lnTo>
                    <a:pt x="333278" y="876089"/>
                  </a:lnTo>
                  <a:lnTo>
                    <a:pt x="375399" y="825236"/>
                  </a:lnTo>
                  <a:lnTo>
                    <a:pt x="386719" y="783745"/>
                  </a:lnTo>
                  <a:lnTo>
                    <a:pt x="394427" y="733772"/>
                  </a:lnTo>
                  <a:lnTo>
                    <a:pt x="397638" y="679400"/>
                  </a:lnTo>
                  <a:lnTo>
                    <a:pt x="395467" y="624713"/>
                  </a:lnTo>
                  <a:lnTo>
                    <a:pt x="387027" y="573794"/>
                  </a:lnTo>
                  <a:lnTo>
                    <a:pt x="360580" y="443362"/>
                  </a:lnTo>
                  <a:lnTo>
                    <a:pt x="354562" y="415511"/>
                  </a:lnTo>
                  <a:lnTo>
                    <a:pt x="348536" y="389537"/>
                  </a:lnTo>
                  <a:lnTo>
                    <a:pt x="345013" y="317523"/>
                  </a:lnTo>
                  <a:lnTo>
                    <a:pt x="346675" y="199120"/>
                  </a:lnTo>
                  <a:lnTo>
                    <a:pt x="350147" y="88416"/>
                  </a:lnTo>
                  <a:lnTo>
                    <a:pt x="352054" y="39496"/>
                  </a:lnTo>
                  <a:lnTo>
                    <a:pt x="258078" y="0"/>
                  </a:lnTo>
                  <a:close/>
                </a:path>
              </a:pathLst>
            </a:custGeom>
            <a:solidFill>
              <a:srgbClr val="1574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3" name="object 573" descr=""/>
          <p:cNvSpPr/>
          <p:nvPr/>
        </p:nvSpPr>
        <p:spPr>
          <a:xfrm>
            <a:off x="15983877" y="2888458"/>
            <a:ext cx="414020" cy="468630"/>
          </a:xfrm>
          <a:custGeom>
            <a:avLst/>
            <a:gdLst/>
            <a:ahLst/>
            <a:cxnLst/>
            <a:rect l="l" t="t" r="r" b="b"/>
            <a:pathLst>
              <a:path w="414019" h="468629">
                <a:moveTo>
                  <a:pt x="190088" y="0"/>
                </a:moveTo>
                <a:lnTo>
                  <a:pt x="133618" y="7179"/>
                </a:lnTo>
                <a:lnTo>
                  <a:pt x="86576" y="22865"/>
                </a:lnTo>
                <a:lnTo>
                  <a:pt x="49327" y="45299"/>
                </a:lnTo>
                <a:lnTo>
                  <a:pt x="22237" y="72723"/>
                </a:lnTo>
                <a:lnTo>
                  <a:pt x="0" y="135503"/>
                </a:lnTo>
                <a:lnTo>
                  <a:pt x="366" y="213393"/>
                </a:lnTo>
                <a:lnTo>
                  <a:pt x="2930" y="264778"/>
                </a:lnTo>
                <a:lnTo>
                  <a:pt x="9890" y="312537"/>
                </a:lnTo>
                <a:lnTo>
                  <a:pt x="23444" y="379548"/>
                </a:lnTo>
                <a:lnTo>
                  <a:pt x="39600" y="415144"/>
                </a:lnTo>
                <a:lnTo>
                  <a:pt x="105064" y="453953"/>
                </a:lnTo>
                <a:lnTo>
                  <a:pt x="147566" y="464394"/>
                </a:lnTo>
                <a:lnTo>
                  <a:pt x="192565" y="468483"/>
                </a:lnTo>
                <a:lnTo>
                  <a:pt x="250018" y="465952"/>
                </a:lnTo>
                <a:lnTo>
                  <a:pt x="309341" y="456822"/>
                </a:lnTo>
                <a:lnTo>
                  <a:pt x="359951" y="441112"/>
                </a:lnTo>
                <a:lnTo>
                  <a:pt x="391265" y="418845"/>
                </a:lnTo>
                <a:lnTo>
                  <a:pt x="411192" y="348540"/>
                </a:lnTo>
                <a:lnTo>
                  <a:pt x="413855" y="298670"/>
                </a:lnTo>
                <a:lnTo>
                  <a:pt x="412021" y="244401"/>
                </a:lnTo>
                <a:lnTo>
                  <a:pt x="405969" y="189794"/>
                </a:lnTo>
                <a:lnTo>
                  <a:pt x="395977" y="138906"/>
                </a:lnTo>
                <a:lnTo>
                  <a:pt x="380964" y="95185"/>
                </a:lnTo>
                <a:lnTo>
                  <a:pt x="359184" y="59476"/>
                </a:lnTo>
                <a:lnTo>
                  <a:pt x="329923" y="31942"/>
                </a:lnTo>
                <a:lnTo>
                  <a:pt x="292463" y="12744"/>
                </a:lnTo>
                <a:lnTo>
                  <a:pt x="246090" y="2042"/>
                </a:lnTo>
                <a:lnTo>
                  <a:pt x="190088" y="0"/>
                </a:lnTo>
                <a:close/>
              </a:path>
            </a:pathLst>
          </a:custGeom>
          <a:solidFill>
            <a:srgbClr val="046A3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74" name="object 574" descr=""/>
          <p:cNvPicPr/>
          <p:nvPr/>
        </p:nvPicPr>
        <p:blipFill>
          <a:blip r:embed="rId80" cstate="print"/>
          <a:stretch>
            <a:fillRect/>
          </a:stretch>
        </p:blipFill>
        <p:spPr>
          <a:xfrm>
            <a:off x="15965861" y="2496066"/>
            <a:ext cx="112792" cy="166003"/>
          </a:xfrm>
          <a:prstGeom prst="rect">
            <a:avLst/>
          </a:prstGeom>
        </p:spPr>
      </p:pic>
      <p:grpSp>
        <p:nvGrpSpPr>
          <p:cNvPr id="575" name="object 575" descr=""/>
          <p:cNvGrpSpPr/>
          <p:nvPr/>
        </p:nvGrpSpPr>
        <p:grpSpPr>
          <a:xfrm>
            <a:off x="15983873" y="2458173"/>
            <a:ext cx="399415" cy="572135"/>
            <a:chOff x="15983873" y="2458173"/>
            <a:chExt cx="399415" cy="572135"/>
          </a:xfrm>
        </p:grpSpPr>
        <p:pic>
          <p:nvPicPr>
            <p:cNvPr id="576" name="object 576" descr=""/>
            <p:cNvPicPr/>
            <p:nvPr/>
          </p:nvPicPr>
          <p:blipFill>
            <a:blip r:embed="rId81" cstate="print"/>
            <a:stretch>
              <a:fillRect/>
            </a:stretch>
          </p:blipFill>
          <p:spPr>
            <a:xfrm>
              <a:off x="16270445" y="2492988"/>
              <a:ext cx="112792" cy="169078"/>
            </a:xfrm>
            <a:prstGeom prst="rect">
              <a:avLst/>
            </a:prstGeom>
          </p:spPr>
        </p:pic>
        <p:sp>
          <p:nvSpPr>
            <p:cNvPr id="577" name="object 577" descr=""/>
            <p:cNvSpPr/>
            <p:nvPr/>
          </p:nvSpPr>
          <p:spPr>
            <a:xfrm>
              <a:off x="15983873" y="2458173"/>
              <a:ext cx="396875" cy="572135"/>
            </a:xfrm>
            <a:custGeom>
              <a:avLst/>
              <a:gdLst/>
              <a:ahLst/>
              <a:cxnLst/>
              <a:rect l="l" t="t" r="r" b="b"/>
              <a:pathLst>
                <a:path w="396875" h="572135">
                  <a:moveTo>
                    <a:pt x="267709" y="0"/>
                  </a:moveTo>
                  <a:lnTo>
                    <a:pt x="242377" y="24172"/>
                  </a:lnTo>
                  <a:lnTo>
                    <a:pt x="225257" y="36161"/>
                  </a:lnTo>
                  <a:lnTo>
                    <a:pt x="208542" y="39503"/>
                  </a:lnTo>
                  <a:lnTo>
                    <a:pt x="184423" y="37737"/>
                  </a:lnTo>
                  <a:lnTo>
                    <a:pt x="158201" y="30073"/>
                  </a:lnTo>
                  <a:lnTo>
                    <a:pt x="140072" y="17297"/>
                  </a:lnTo>
                  <a:lnTo>
                    <a:pt x="129552" y="5307"/>
                  </a:lnTo>
                  <a:lnTo>
                    <a:pt x="126153" y="0"/>
                  </a:lnTo>
                  <a:lnTo>
                    <a:pt x="101195" y="6960"/>
                  </a:lnTo>
                  <a:lnTo>
                    <a:pt x="63055" y="20627"/>
                  </a:lnTo>
                  <a:lnTo>
                    <a:pt x="18166" y="46344"/>
                  </a:lnTo>
                  <a:lnTo>
                    <a:pt x="24190" y="94653"/>
                  </a:lnTo>
                  <a:lnTo>
                    <a:pt x="27010" y="123717"/>
                  </a:lnTo>
                  <a:lnTo>
                    <a:pt x="27359" y="145201"/>
                  </a:lnTo>
                  <a:lnTo>
                    <a:pt x="25967" y="170769"/>
                  </a:lnTo>
                  <a:lnTo>
                    <a:pt x="27423" y="201311"/>
                  </a:lnTo>
                  <a:lnTo>
                    <a:pt x="33204" y="229513"/>
                  </a:lnTo>
                  <a:lnTo>
                    <a:pt x="39380" y="254735"/>
                  </a:lnTo>
                  <a:lnTo>
                    <a:pt x="42019" y="276337"/>
                  </a:lnTo>
                  <a:lnTo>
                    <a:pt x="36967" y="351273"/>
                  </a:lnTo>
                  <a:lnTo>
                    <a:pt x="31247" y="398323"/>
                  </a:lnTo>
                  <a:lnTo>
                    <a:pt x="23339" y="436426"/>
                  </a:lnTo>
                  <a:lnTo>
                    <a:pt x="14617" y="473398"/>
                  </a:lnTo>
                  <a:lnTo>
                    <a:pt x="7158" y="516002"/>
                  </a:lnTo>
                  <a:lnTo>
                    <a:pt x="1954" y="551158"/>
                  </a:lnTo>
                  <a:lnTo>
                    <a:pt x="0" y="565783"/>
                  </a:lnTo>
                  <a:lnTo>
                    <a:pt x="6711" y="526976"/>
                  </a:lnTo>
                  <a:lnTo>
                    <a:pt x="14071" y="504699"/>
                  </a:lnTo>
                  <a:lnTo>
                    <a:pt x="49181" y="476111"/>
                  </a:lnTo>
                  <a:lnTo>
                    <a:pt x="89107" y="461816"/>
                  </a:lnTo>
                  <a:lnTo>
                    <a:pt x="141321" y="455174"/>
                  </a:lnTo>
                  <a:lnTo>
                    <a:pt x="198118" y="454368"/>
                  </a:lnTo>
                  <a:lnTo>
                    <a:pt x="251794" y="457579"/>
                  </a:lnTo>
                  <a:lnTo>
                    <a:pt x="294644" y="462989"/>
                  </a:lnTo>
                  <a:lnTo>
                    <a:pt x="341611" y="489447"/>
                  </a:lnTo>
                  <a:lnTo>
                    <a:pt x="367086" y="524436"/>
                  </a:lnTo>
                  <a:lnTo>
                    <a:pt x="387880" y="557412"/>
                  </a:lnTo>
                  <a:lnTo>
                    <a:pt x="396480" y="572034"/>
                  </a:lnTo>
                  <a:lnTo>
                    <a:pt x="382049" y="490458"/>
                  </a:lnTo>
                  <a:lnTo>
                    <a:pt x="373660" y="444406"/>
                  </a:lnTo>
                  <a:lnTo>
                    <a:pt x="368092" y="416905"/>
                  </a:lnTo>
                  <a:lnTo>
                    <a:pt x="362125" y="390982"/>
                  </a:lnTo>
                  <a:lnTo>
                    <a:pt x="341123" y="313473"/>
                  </a:lnTo>
                  <a:lnTo>
                    <a:pt x="332955" y="272450"/>
                  </a:lnTo>
                  <a:lnTo>
                    <a:pt x="332764" y="238516"/>
                  </a:lnTo>
                  <a:lnTo>
                    <a:pt x="336316" y="211617"/>
                  </a:lnTo>
                  <a:lnTo>
                    <a:pt x="337149" y="186691"/>
                  </a:lnTo>
                  <a:lnTo>
                    <a:pt x="336737" y="162656"/>
                  </a:lnTo>
                  <a:lnTo>
                    <a:pt x="336555" y="138425"/>
                  </a:lnTo>
                  <a:lnTo>
                    <a:pt x="339033" y="108804"/>
                  </a:lnTo>
                  <a:lnTo>
                    <a:pt x="343922" y="75735"/>
                  </a:lnTo>
                  <a:lnTo>
                    <a:pt x="348704" y="48840"/>
                  </a:lnTo>
                  <a:lnTo>
                    <a:pt x="350858" y="37737"/>
                  </a:lnTo>
                  <a:lnTo>
                    <a:pt x="267709" y="0"/>
                  </a:lnTo>
                  <a:close/>
                </a:path>
              </a:pathLst>
            </a:custGeom>
            <a:solidFill>
              <a:srgbClr val="15744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78" name="object 578" descr=""/>
          <p:cNvGrpSpPr/>
          <p:nvPr/>
        </p:nvGrpSpPr>
        <p:grpSpPr>
          <a:xfrm>
            <a:off x="12338746" y="3587629"/>
            <a:ext cx="553720" cy="1186180"/>
            <a:chOff x="12338746" y="3587629"/>
            <a:chExt cx="553720" cy="1186180"/>
          </a:xfrm>
        </p:grpSpPr>
        <p:sp>
          <p:nvSpPr>
            <p:cNvPr id="579" name="object 579" descr=""/>
            <p:cNvSpPr/>
            <p:nvPr/>
          </p:nvSpPr>
          <p:spPr>
            <a:xfrm>
              <a:off x="12338736" y="3587641"/>
              <a:ext cx="553720" cy="1118235"/>
            </a:xfrm>
            <a:custGeom>
              <a:avLst/>
              <a:gdLst/>
              <a:ahLst/>
              <a:cxnLst/>
              <a:rect l="l" t="t" r="r" b="b"/>
              <a:pathLst>
                <a:path w="553720" h="1118235">
                  <a:moveTo>
                    <a:pt x="411607" y="1077010"/>
                  </a:moveTo>
                  <a:lnTo>
                    <a:pt x="407136" y="913460"/>
                  </a:lnTo>
                  <a:lnTo>
                    <a:pt x="394512" y="552094"/>
                  </a:lnTo>
                  <a:lnTo>
                    <a:pt x="374891" y="186855"/>
                  </a:lnTo>
                  <a:lnTo>
                    <a:pt x="349427" y="11671"/>
                  </a:lnTo>
                  <a:lnTo>
                    <a:pt x="309194" y="1473"/>
                  </a:lnTo>
                  <a:lnTo>
                    <a:pt x="255371" y="0"/>
                  </a:lnTo>
                  <a:lnTo>
                    <a:pt x="204304" y="4356"/>
                  </a:lnTo>
                  <a:lnTo>
                    <a:pt x="172300" y="11671"/>
                  </a:lnTo>
                  <a:lnTo>
                    <a:pt x="157683" y="108788"/>
                  </a:lnTo>
                  <a:lnTo>
                    <a:pt x="157137" y="102400"/>
                  </a:lnTo>
                  <a:lnTo>
                    <a:pt x="142951" y="80302"/>
                  </a:lnTo>
                  <a:lnTo>
                    <a:pt x="121031" y="62585"/>
                  </a:lnTo>
                  <a:lnTo>
                    <a:pt x="99568" y="52806"/>
                  </a:lnTo>
                  <a:lnTo>
                    <a:pt x="81102" y="50088"/>
                  </a:lnTo>
                  <a:lnTo>
                    <a:pt x="68186" y="53505"/>
                  </a:lnTo>
                  <a:lnTo>
                    <a:pt x="43624" y="119545"/>
                  </a:lnTo>
                  <a:lnTo>
                    <a:pt x="33743" y="173443"/>
                  </a:lnTo>
                  <a:lnTo>
                    <a:pt x="25450" y="228155"/>
                  </a:lnTo>
                  <a:lnTo>
                    <a:pt x="11620" y="321881"/>
                  </a:lnTo>
                  <a:lnTo>
                    <a:pt x="5651" y="366191"/>
                  </a:lnTo>
                  <a:lnTo>
                    <a:pt x="0" y="411276"/>
                  </a:lnTo>
                  <a:lnTo>
                    <a:pt x="33045" y="439127"/>
                  </a:lnTo>
                  <a:lnTo>
                    <a:pt x="55079" y="451446"/>
                  </a:lnTo>
                  <a:lnTo>
                    <a:pt x="76009" y="451002"/>
                  </a:lnTo>
                  <a:lnTo>
                    <a:pt x="105752" y="440512"/>
                  </a:lnTo>
                  <a:lnTo>
                    <a:pt x="126555" y="322770"/>
                  </a:lnTo>
                  <a:lnTo>
                    <a:pt x="139725" y="245186"/>
                  </a:lnTo>
                  <a:lnTo>
                    <a:pt x="106222" y="541172"/>
                  </a:lnTo>
                  <a:lnTo>
                    <a:pt x="97955" y="912177"/>
                  </a:lnTo>
                  <a:lnTo>
                    <a:pt x="172300" y="1095476"/>
                  </a:lnTo>
                  <a:lnTo>
                    <a:pt x="275158" y="1113815"/>
                  </a:lnTo>
                  <a:lnTo>
                    <a:pt x="334378" y="1117993"/>
                  </a:lnTo>
                  <a:lnTo>
                    <a:pt x="372376" y="1106309"/>
                  </a:lnTo>
                  <a:lnTo>
                    <a:pt x="411607" y="1077010"/>
                  </a:lnTo>
                  <a:close/>
                </a:path>
                <a:path w="553720" h="1118235">
                  <a:moveTo>
                    <a:pt x="553656" y="410692"/>
                  </a:moveTo>
                  <a:lnTo>
                    <a:pt x="545109" y="366064"/>
                  </a:lnTo>
                  <a:lnTo>
                    <a:pt x="536295" y="322237"/>
                  </a:lnTo>
                  <a:lnTo>
                    <a:pt x="516445" y="229590"/>
                  </a:lnTo>
                  <a:lnTo>
                    <a:pt x="504647" y="175526"/>
                  </a:lnTo>
                  <a:lnTo>
                    <a:pt x="491312" y="122377"/>
                  </a:lnTo>
                  <a:lnTo>
                    <a:pt x="477075" y="79933"/>
                  </a:lnTo>
                  <a:lnTo>
                    <a:pt x="449440" y="55486"/>
                  </a:lnTo>
                  <a:lnTo>
                    <a:pt x="431190" y="59385"/>
                  </a:lnTo>
                  <a:lnTo>
                    <a:pt x="410400" y="70523"/>
                  </a:lnTo>
                  <a:lnTo>
                    <a:pt x="389661" y="89623"/>
                  </a:lnTo>
                  <a:lnTo>
                    <a:pt x="376936" y="112585"/>
                  </a:lnTo>
                  <a:lnTo>
                    <a:pt x="376339" y="139674"/>
                  </a:lnTo>
                  <a:lnTo>
                    <a:pt x="384759" y="178130"/>
                  </a:lnTo>
                  <a:lnTo>
                    <a:pt x="399072" y="235242"/>
                  </a:lnTo>
                  <a:lnTo>
                    <a:pt x="421665" y="330530"/>
                  </a:lnTo>
                  <a:lnTo>
                    <a:pt x="450011" y="446697"/>
                  </a:lnTo>
                  <a:lnTo>
                    <a:pt x="480364" y="455231"/>
                  </a:lnTo>
                  <a:lnTo>
                    <a:pt x="501281" y="454329"/>
                  </a:lnTo>
                  <a:lnTo>
                    <a:pt x="522465" y="440613"/>
                  </a:lnTo>
                  <a:lnTo>
                    <a:pt x="553656" y="410692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0" name="object 580" descr=""/>
            <p:cNvSpPr/>
            <p:nvPr/>
          </p:nvSpPr>
          <p:spPr>
            <a:xfrm>
              <a:off x="12356503" y="3599312"/>
              <a:ext cx="491490" cy="1174750"/>
            </a:xfrm>
            <a:custGeom>
              <a:avLst/>
              <a:gdLst/>
              <a:ahLst/>
              <a:cxnLst/>
              <a:rect l="l" t="t" r="r" b="b"/>
              <a:pathLst>
                <a:path w="491490" h="1174750">
                  <a:moveTo>
                    <a:pt x="187121" y="221653"/>
                  </a:moveTo>
                  <a:lnTo>
                    <a:pt x="186537" y="168275"/>
                  </a:lnTo>
                  <a:lnTo>
                    <a:pt x="182956" y="127406"/>
                  </a:lnTo>
                  <a:lnTo>
                    <a:pt x="173304" y="78232"/>
                  </a:lnTo>
                  <a:lnTo>
                    <a:pt x="154533" y="0"/>
                  </a:lnTo>
                  <a:lnTo>
                    <a:pt x="69862" y="33540"/>
                  </a:lnTo>
                  <a:lnTo>
                    <a:pt x="45377" y="85432"/>
                  </a:lnTo>
                  <a:lnTo>
                    <a:pt x="43192" y="131902"/>
                  </a:lnTo>
                  <a:lnTo>
                    <a:pt x="41135" y="189750"/>
                  </a:lnTo>
                  <a:lnTo>
                    <a:pt x="35064" y="393725"/>
                  </a:lnTo>
                  <a:lnTo>
                    <a:pt x="32829" y="459206"/>
                  </a:lnTo>
                  <a:lnTo>
                    <a:pt x="30759" y="505599"/>
                  </a:lnTo>
                  <a:lnTo>
                    <a:pt x="27825" y="560108"/>
                  </a:lnTo>
                  <a:lnTo>
                    <a:pt x="24244" y="620471"/>
                  </a:lnTo>
                  <a:lnTo>
                    <a:pt x="4737" y="930249"/>
                  </a:lnTo>
                  <a:lnTo>
                    <a:pt x="2120" y="977823"/>
                  </a:lnTo>
                  <a:lnTo>
                    <a:pt x="469" y="1015276"/>
                  </a:lnTo>
                  <a:lnTo>
                    <a:pt x="0" y="1040333"/>
                  </a:lnTo>
                  <a:lnTo>
                    <a:pt x="952" y="1050721"/>
                  </a:lnTo>
                  <a:lnTo>
                    <a:pt x="11036" y="1056703"/>
                  </a:lnTo>
                  <a:lnTo>
                    <a:pt x="26720" y="1063294"/>
                  </a:lnTo>
                  <a:lnTo>
                    <a:pt x="41897" y="1074039"/>
                  </a:lnTo>
                  <a:lnTo>
                    <a:pt x="50419" y="1092504"/>
                  </a:lnTo>
                  <a:lnTo>
                    <a:pt x="55778" y="1117320"/>
                  </a:lnTo>
                  <a:lnTo>
                    <a:pt x="67094" y="1140307"/>
                  </a:lnTo>
                  <a:lnTo>
                    <a:pt x="86779" y="1154734"/>
                  </a:lnTo>
                  <a:lnTo>
                    <a:pt x="117221" y="1153858"/>
                  </a:lnTo>
                  <a:lnTo>
                    <a:pt x="145529" y="1146098"/>
                  </a:lnTo>
                  <a:lnTo>
                    <a:pt x="160515" y="1145641"/>
                  </a:lnTo>
                  <a:lnTo>
                    <a:pt x="167195" y="1154391"/>
                  </a:lnTo>
                  <a:lnTo>
                    <a:pt x="170573" y="1174292"/>
                  </a:lnTo>
                  <a:lnTo>
                    <a:pt x="171627" y="1165085"/>
                  </a:lnTo>
                  <a:lnTo>
                    <a:pt x="173380" y="1139431"/>
                  </a:lnTo>
                  <a:lnTo>
                    <a:pt x="173736" y="1100328"/>
                  </a:lnTo>
                  <a:lnTo>
                    <a:pt x="170573" y="1050721"/>
                  </a:lnTo>
                  <a:lnTo>
                    <a:pt x="169532" y="1030554"/>
                  </a:lnTo>
                  <a:lnTo>
                    <a:pt x="169138" y="998118"/>
                  </a:lnTo>
                  <a:lnTo>
                    <a:pt x="169329" y="955154"/>
                  </a:lnTo>
                  <a:lnTo>
                    <a:pt x="170014" y="903363"/>
                  </a:lnTo>
                  <a:lnTo>
                    <a:pt x="171119" y="844486"/>
                  </a:lnTo>
                  <a:lnTo>
                    <a:pt x="174231" y="712343"/>
                  </a:lnTo>
                  <a:lnTo>
                    <a:pt x="185000" y="324954"/>
                  </a:lnTo>
                  <a:lnTo>
                    <a:pt x="186867" y="244792"/>
                  </a:lnTo>
                  <a:lnTo>
                    <a:pt x="187121" y="221653"/>
                  </a:lnTo>
                  <a:close/>
                </a:path>
                <a:path w="491490" h="1174750">
                  <a:moveTo>
                    <a:pt x="491185" y="832662"/>
                  </a:moveTo>
                  <a:lnTo>
                    <a:pt x="490588" y="769734"/>
                  </a:lnTo>
                  <a:lnTo>
                    <a:pt x="489292" y="703529"/>
                  </a:lnTo>
                  <a:lnTo>
                    <a:pt x="487235" y="635622"/>
                  </a:lnTo>
                  <a:lnTo>
                    <a:pt x="484314" y="567651"/>
                  </a:lnTo>
                  <a:lnTo>
                    <a:pt x="480428" y="501205"/>
                  </a:lnTo>
                  <a:lnTo>
                    <a:pt x="475513" y="437921"/>
                  </a:lnTo>
                  <a:lnTo>
                    <a:pt x="455891" y="212547"/>
                  </a:lnTo>
                  <a:lnTo>
                    <a:pt x="450761" y="155130"/>
                  </a:lnTo>
                  <a:lnTo>
                    <a:pt x="446239" y="108305"/>
                  </a:lnTo>
                  <a:lnTo>
                    <a:pt x="438797" y="50609"/>
                  </a:lnTo>
                  <a:lnTo>
                    <a:pt x="331660" y="0"/>
                  </a:lnTo>
                  <a:lnTo>
                    <a:pt x="312877" y="78232"/>
                  </a:lnTo>
                  <a:lnTo>
                    <a:pt x="303225" y="127406"/>
                  </a:lnTo>
                  <a:lnTo>
                    <a:pt x="299643" y="168275"/>
                  </a:lnTo>
                  <a:lnTo>
                    <a:pt x="299072" y="221653"/>
                  </a:lnTo>
                  <a:lnTo>
                    <a:pt x="299542" y="244779"/>
                  </a:lnTo>
                  <a:lnTo>
                    <a:pt x="300901" y="279768"/>
                  </a:lnTo>
                  <a:lnTo>
                    <a:pt x="305752" y="378421"/>
                  </a:lnTo>
                  <a:lnTo>
                    <a:pt x="323697" y="711962"/>
                  </a:lnTo>
                  <a:lnTo>
                    <a:pt x="330276" y="843991"/>
                  </a:lnTo>
                  <a:lnTo>
                    <a:pt x="332879" y="902830"/>
                  </a:lnTo>
                  <a:lnTo>
                    <a:pt x="334835" y="954570"/>
                  </a:lnTo>
                  <a:lnTo>
                    <a:pt x="336003" y="997508"/>
                  </a:lnTo>
                  <a:lnTo>
                    <a:pt x="336245" y="1029919"/>
                  </a:lnTo>
                  <a:lnTo>
                    <a:pt x="335419" y="1050086"/>
                  </a:lnTo>
                  <a:lnTo>
                    <a:pt x="332257" y="1099693"/>
                  </a:lnTo>
                  <a:lnTo>
                    <a:pt x="332613" y="1138796"/>
                  </a:lnTo>
                  <a:lnTo>
                    <a:pt x="334365" y="1164450"/>
                  </a:lnTo>
                  <a:lnTo>
                    <a:pt x="335419" y="1173657"/>
                  </a:lnTo>
                  <a:lnTo>
                    <a:pt x="338797" y="1153769"/>
                  </a:lnTo>
                  <a:lnTo>
                    <a:pt x="345478" y="1145006"/>
                  </a:lnTo>
                  <a:lnTo>
                    <a:pt x="360464" y="1145463"/>
                  </a:lnTo>
                  <a:lnTo>
                    <a:pt x="388759" y="1153223"/>
                  </a:lnTo>
                  <a:lnTo>
                    <a:pt x="419214" y="1154099"/>
                  </a:lnTo>
                  <a:lnTo>
                    <a:pt x="438899" y="1139672"/>
                  </a:lnTo>
                  <a:lnTo>
                    <a:pt x="450215" y="1116685"/>
                  </a:lnTo>
                  <a:lnTo>
                    <a:pt x="455574" y="1091857"/>
                  </a:lnTo>
                  <a:lnTo>
                    <a:pt x="461010" y="1073505"/>
                  </a:lnTo>
                  <a:lnTo>
                    <a:pt x="469366" y="1062977"/>
                  </a:lnTo>
                  <a:lnTo>
                    <a:pt x="478243" y="1056601"/>
                  </a:lnTo>
                  <a:lnTo>
                    <a:pt x="485228" y="1050721"/>
                  </a:lnTo>
                  <a:lnTo>
                    <a:pt x="489724" y="985532"/>
                  </a:lnTo>
                  <a:lnTo>
                    <a:pt x="490664" y="942162"/>
                  </a:lnTo>
                  <a:lnTo>
                    <a:pt x="491185" y="890676"/>
                  </a:lnTo>
                  <a:lnTo>
                    <a:pt x="491185" y="832662"/>
                  </a:lnTo>
                  <a:close/>
                </a:path>
              </a:pathLst>
            </a:custGeom>
            <a:solidFill>
              <a:srgbClr val="2C437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1" name="object 581" descr=""/>
          <p:cNvSpPr/>
          <p:nvPr/>
        </p:nvSpPr>
        <p:spPr>
          <a:xfrm>
            <a:off x="14162289" y="3637723"/>
            <a:ext cx="160020" cy="401955"/>
          </a:xfrm>
          <a:custGeom>
            <a:avLst/>
            <a:gdLst/>
            <a:ahLst/>
            <a:cxnLst/>
            <a:rect l="l" t="t" r="r" b="b"/>
            <a:pathLst>
              <a:path w="160019" h="401954">
                <a:moveTo>
                  <a:pt x="81096" y="0"/>
                </a:moveTo>
                <a:lnTo>
                  <a:pt x="43621" y="69453"/>
                </a:lnTo>
                <a:lnTo>
                  <a:pt x="33742" y="123360"/>
                </a:lnTo>
                <a:lnTo>
                  <a:pt x="25446" y="178062"/>
                </a:lnTo>
                <a:lnTo>
                  <a:pt x="11613" y="271798"/>
                </a:lnTo>
                <a:lnTo>
                  <a:pt x="5642" y="316102"/>
                </a:lnTo>
                <a:lnTo>
                  <a:pt x="0" y="361193"/>
                </a:lnTo>
                <a:lnTo>
                  <a:pt x="33045" y="389038"/>
                </a:lnTo>
                <a:lnTo>
                  <a:pt x="55075" y="401365"/>
                </a:lnTo>
                <a:lnTo>
                  <a:pt x="76004" y="400914"/>
                </a:lnTo>
                <a:lnTo>
                  <a:pt x="105745" y="390428"/>
                </a:lnTo>
                <a:lnTo>
                  <a:pt x="126549" y="272687"/>
                </a:lnTo>
                <a:lnTo>
                  <a:pt x="142948" y="176141"/>
                </a:lnTo>
                <a:lnTo>
                  <a:pt x="153550" y="118227"/>
                </a:lnTo>
                <a:lnTo>
                  <a:pt x="159471" y="79303"/>
                </a:lnTo>
                <a:lnTo>
                  <a:pt x="157131" y="52317"/>
                </a:lnTo>
                <a:lnTo>
                  <a:pt x="142948" y="30219"/>
                </a:lnTo>
                <a:lnTo>
                  <a:pt x="121027" y="12494"/>
                </a:lnTo>
                <a:lnTo>
                  <a:pt x="99559" y="2724"/>
                </a:lnTo>
                <a:lnTo>
                  <a:pt x="81096" y="0"/>
                </a:lnTo>
                <a:close/>
              </a:path>
            </a:pathLst>
          </a:custGeom>
          <a:solidFill>
            <a:srgbClr val="283E7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82" name="object 582" descr=""/>
          <p:cNvGrpSpPr/>
          <p:nvPr/>
        </p:nvGrpSpPr>
        <p:grpSpPr>
          <a:xfrm>
            <a:off x="14180050" y="3599303"/>
            <a:ext cx="535940" cy="1155065"/>
            <a:chOff x="14180050" y="3599303"/>
            <a:chExt cx="535940" cy="1155065"/>
          </a:xfrm>
        </p:grpSpPr>
        <p:sp>
          <p:nvSpPr>
            <p:cNvPr id="583" name="object 583" descr=""/>
            <p:cNvSpPr/>
            <p:nvPr/>
          </p:nvSpPr>
          <p:spPr>
            <a:xfrm>
              <a:off x="14538621" y="3643118"/>
              <a:ext cx="177800" cy="400050"/>
            </a:xfrm>
            <a:custGeom>
              <a:avLst/>
              <a:gdLst/>
              <a:ahLst/>
              <a:cxnLst/>
              <a:rect l="l" t="t" r="r" b="b"/>
              <a:pathLst>
                <a:path w="177800" h="400050">
                  <a:moveTo>
                    <a:pt x="73104" y="0"/>
                  </a:moveTo>
                  <a:lnTo>
                    <a:pt x="34059" y="15042"/>
                  </a:lnTo>
                  <a:lnTo>
                    <a:pt x="598" y="57105"/>
                  </a:lnTo>
                  <a:lnTo>
                    <a:pt x="0" y="84186"/>
                  </a:lnTo>
                  <a:lnTo>
                    <a:pt x="8417" y="122650"/>
                  </a:lnTo>
                  <a:lnTo>
                    <a:pt x="22732" y="179762"/>
                  </a:lnTo>
                  <a:lnTo>
                    <a:pt x="45316" y="275049"/>
                  </a:lnTo>
                  <a:lnTo>
                    <a:pt x="73673" y="391211"/>
                  </a:lnTo>
                  <a:lnTo>
                    <a:pt x="104029" y="399754"/>
                  </a:lnTo>
                  <a:lnTo>
                    <a:pt x="124943" y="398852"/>
                  </a:lnTo>
                  <a:lnTo>
                    <a:pt x="146133" y="385129"/>
                  </a:lnTo>
                  <a:lnTo>
                    <a:pt x="177313" y="355212"/>
                  </a:lnTo>
                  <a:lnTo>
                    <a:pt x="168773" y="310582"/>
                  </a:lnTo>
                  <a:lnTo>
                    <a:pt x="159957" y="266758"/>
                  </a:lnTo>
                  <a:lnTo>
                    <a:pt x="140113" y="174104"/>
                  </a:lnTo>
                  <a:lnTo>
                    <a:pt x="128309" y="120049"/>
                  </a:lnTo>
                  <a:lnTo>
                    <a:pt x="114975" y="66890"/>
                  </a:lnTo>
                  <a:lnTo>
                    <a:pt x="100733" y="24456"/>
                  </a:lnTo>
                  <a:lnTo>
                    <a:pt x="86206" y="2573"/>
                  </a:lnTo>
                  <a:lnTo>
                    <a:pt x="73104" y="0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4" name="object 584" descr=""/>
            <p:cNvSpPr/>
            <p:nvPr/>
          </p:nvSpPr>
          <p:spPr>
            <a:xfrm>
              <a:off x="14180050" y="3599303"/>
              <a:ext cx="491490" cy="1155065"/>
            </a:xfrm>
            <a:custGeom>
              <a:avLst/>
              <a:gdLst/>
              <a:ahLst/>
              <a:cxnLst/>
              <a:rect l="l" t="t" r="r" b="b"/>
              <a:pathLst>
                <a:path w="491490" h="1155064">
                  <a:moveTo>
                    <a:pt x="331658" y="0"/>
                  </a:moveTo>
                  <a:lnTo>
                    <a:pt x="312756" y="13830"/>
                  </a:lnTo>
                  <a:lnTo>
                    <a:pt x="297533" y="20800"/>
                  </a:lnTo>
                  <a:lnTo>
                    <a:pt x="277960" y="23035"/>
                  </a:lnTo>
                  <a:lnTo>
                    <a:pt x="246006" y="22658"/>
                  </a:lnTo>
                  <a:lnTo>
                    <a:pt x="201061" y="18858"/>
                  </a:lnTo>
                  <a:lnTo>
                    <a:pt x="174350" y="12232"/>
                  </a:lnTo>
                  <a:lnTo>
                    <a:pt x="161517" y="5940"/>
                  </a:lnTo>
                  <a:lnTo>
                    <a:pt x="158208" y="3141"/>
                  </a:lnTo>
                  <a:lnTo>
                    <a:pt x="69540" y="33869"/>
                  </a:lnTo>
                  <a:lnTo>
                    <a:pt x="45372" y="85431"/>
                  </a:lnTo>
                  <a:lnTo>
                    <a:pt x="43189" y="131898"/>
                  </a:lnTo>
                  <a:lnTo>
                    <a:pt x="41139" y="189754"/>
                  </a:lnTo>
                  <a:lnTo>
                    <a:pt x="35072" y="393732"/>
                  </a:lnTo>
                  <a:lnTo>
                    <a:pt x="32840" y="459221"/>
                  </a:lnTo>
                  <a:lnTo>
                    <a:pt x="30771" y="505602"/>
                  </a:lnTo>
                  <a:lnTo>
                    <a:pt x="27831" y="560115"/>
                  </a:lnTo>
                  <a:lnTo>
                    <a:pt x="20255" y="684418"/>
                  </a:lnTo>
                  <a:lnTo>
                    <a:pt x="8090" y="874842"/>
                  </a:lnTo>
                  <a:lnTo>
                    <a:pt x="4738" y="930251"/>
                  </a:lnTo>
                  <a:lnTo>
                    <a:pt x="2120" y="977826"/>
                  </a:lnTo>
                  <a:lnTo>
                    <a:pt x="464" y="1015285"/>
                  </a:lnTo>
                  <a:lnTo>
                    <a:pt x="0" y="1040347"/>
                  </a:lnTo>
                  <a:lnTo>
                    <a:pt x="956" y="1050732"/>
                  </a:lnTo>
                  <a:lnTo>
                    <a:pt x="11033" y="1056705"/>
                  </a:lnTo>
                  <a:lnTo>
                    <a:pt x="26721" y="1063292"/>
                  </a:lnTo>
                  <a:lnTo>
                    <a:pt x="41892" y="1074041"/>
                  </a:lnTo>
                  <a:lnTo>
                    <a:pt x="50421" y="1092500"/>
                  </a:lnTo>
                  <a:lnTo>
                    <a:pt x="55773" y="1117329"/>
                  </a:lnTo>
                  <a:lnTo>
                    <a:pt x="67095" y="1140319"/>
                  </a:lnTo>
                  <a:lnTo>
                    <a:pt x="86782" y="1154740"/>
                  </a:lnTo>
                  <a:lnTo>
                    <a:pt x="117225" y="1153860"/>
                  </a:lnTo>
                  <a:lnTo>
                    <a:pt x="159527" y="1146903"/>
                  </a:lnTo>
                  <a:lnTo>
                    <a:pt x="219838" y="1143299"/>
                  </a:lnTo>
                  <a:lnTo>
                    <a:pt x="286153" y="1143110"/>
                  </a:lnTo>
                  <a:lnTo>
                    <a:pt x="346464" y="1146397"/>
                  </a:lnTo>
                  <a:lnTo>
                    <a:pt x="388766" y="1153221"/>
                  </a:lnTo>
                  <a:lnTo>
                    <a:pt x="419209" y="1154101"/>
                  </a:lnTo>
                  <a:lnTo>
                    <a:pt x="438896" y="1139681"/>
                  </a:lnTo>
                  <a:lnTo>
                    <a:pt x="450218" y="1116690"/>
                  </a:lnTo>
                  <a:lnTo>
                    <a:pt x="455571" y="1091862"/>
                  </a:lnTo>
                  <a:lnTo>
                    <a:pt x="461005" y="1073502"/>
                  </a:lnTo>
                  <a:lnTo>
                    <a:pt x="469370" y="1062972"/>
                  </a:lnTo>
                  <a:lnTo>
                    <a:pt x="478251" y="1056605"/>
                  </a:lnTo>
                  <a:lnTo>
                    <a:pt x="485235" y="1050732"/>
                  </a:lnTo>
                  <a:lnTo>
                    <a:pt x="489730" y="985536"/>
                  </a:lnTo>
                  <a:lnTo>
                    <a:pt x="490669" y="942172"/>
                  </a:lnTo>
                  <a:lnTo>
                    <a:pt x="491182" y="890677"/>
                  </a:lnTo>
                  <a:lnTo>
                    <a:pt x="491182" y="832664"/>
                  </a:lnTo>
                  <a:lnTo>
                    <a:pt x="490582" y="769743"/>
                  </a:lnTo>
                  <a:lnTo>
                    <a:pt x="489294" y="703526"/>
                  </a:lnTo>
                  <a:lnTo>
                    <a:pt x="487231" y="635624"/>
                  </a:lnTo>
                  <a:lnTo>
                    <a:pt x="484306" y="567649"/>
                  </a:lnTo>
                  <a:lnTo>
                    <a:pt x="480430" y="501211"/>
                  </a:lnTo>
                  <a:lnTo>
                    <a:pt x="475518" y="437923"/>
                  </a:lnTo>
                  <a:lnTo>
                    <a:pt x="455894" y="212547"/>
                  </a:lnTo>
                  <a:lnTo>
                    <a:pt x="450759" y="155126"/>
                  </a:lnTo>
                  <a:lnTo>
                    <a:pt x="446235" y="108299"/>
                  </a:lnTo>
                  <a:lnTo>
                    <a:pt x="438796" y="50606"/>
                  </a:lnTo>
                  <a:lnTo>
                    <a:pt x="416326" y="33536"/>
                  </a:lnTo>
                  <a:lnTo>
                    <a:pt x="331658" y="0"/>
                  </a:lnTo>
                  <a:close/>
                </a:path>
              </a:pathLst>
            </a:custGeom>
            <a:solidFill>
              <a:srgbClr val="2C437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5" name="object 585" descr=""/>
          <p:cNvGrpSpPr/>
          <p:nvPr/>
        </p:nvGrpSpPr>
        <p:grpSpPr>
          <a:xfrm>
            <a:off x="13509128" y="3574114"/>
            <a:ext cx="553720" cy="1199515"/>
            <a:chOff x="13509128" y="3574114"/>
            <a:chExt cx="553720" cy="1199515"/>
          </a:xfrm>
        </p:grpSpPr>
        <p:sp>
          <p:nvSpPr>
            <p:cNvPr id="586" name="object 586" descr=""/>
            <p:cNvSpPr/>
            <p:nvPr/>
          </p:nvSpPr>
          <p:spPr>
            <a:xfrm>
              <a:off x="13509117" y="3574116"/>
              <a:ext cx="553720" cy="1123950"/>
            </a:xfrm>
            <a:custGeom>
              <a:avLst/>
              <a:gdLst/>
              <a:ahLst/>
              <a:cxnLst/>
              <a:rect l="l" t="t" r="r" b="b"/>
              <a:pathLst>
                <a:path w="553719" h="1123950">
                  <a:moveTo>
                    <a:pt x="159473" y="142913"/>
                  </a:moveTo>
                  <a:lnTo>
                    <a:pt x="142951" y="93827"/>
                  </a:lnTo>
                  <a:lnTo>
                    <a:pt x="99568" y="66332"/>
                  </a:lnTo>
                  <a:lnTo>
                    <a:pt x="81102" y="63614"/>
                  </a:lnTo>
                  <a:lnTo>
                    <a:pt x="68186" y="67030"/>
                  </a:lnTo>
                  <a:lnTo>
                    <a:pt x="43624" y="133070"/>
                  </a:lnTo>
                  <a:lnTo>
                    <a:pt x="33743" y="186969"/>
                  </a:lnTo>
                  <a:lnTo>
                    <a:pt x="25450" y="241681"/>
                  </a:lnTo>
                  <a:lnTo>
                    <a:pt x="11620" y="335407"/>
                  </a:lnTo>
                  <a:lnTo>
                    <a:pt x="5651" y="379717"/>
                  </a:lnTo>
                  <a:lnTo>
                    <a:pt x="0" y="424802"/>
                  </a:lnTo>
                  <a:lnTo>
                    <a:pt x="33045" y="452653"/>
                  </a:lnTo>
                  <a:lnTo>
                    <a:pt x="55079" y="464972"/>
                  </a:lnTo>
                  <a:lnTo>
                    <a:pt x="76009" y="464527"/>
                  </a:lnTo>
                  <a:lnTo>
                    <a:pt x="105752" y="454037"/>
                  </a:lnTo>
                  <a:lnTo>
                    <a:pt x="126555" y="336296"/>
                  </a:lnTo>
                  <a:lnTo>
                    <a:pt x="142951" y="239750"/>
                  </a:lnTo>
                  <a:lnTo>
                    <a:pt x="153555" y="181838"/>
                  </a:lnTo>
                  <a:lnTo>
                    <a:pt x="159473" y="142913"/>
                  </a:lnTo>
                  <a:close/>
                </a:path>
                <a:path w="553719" h="1123950">
                  <a:moveTo>
                    <a:pt x="553656" y="424218"/>
                  </a:moveTo>
                  <a:lnTo>
                    <a:pt x="545109" y="379590"/>
                  </a:lnTo>
                  <a:lnTo>
                    <a:pt x="536295" y="335762"/>
                  </a:lnTo>
                  <a:lnTo>
                    <a:pt x="516458" y="243116"/>
                  </a:lnTo>
                  <a:lnTo>
                    <a:pt x="504647" y="189052"/>
                  </a:lnTo>
                  <a:lnTo>
                    <a:pt x="491312" y="135902"/>
                  </a:lnTo>
                  <a:lnTo>
                    <a:pt x="477075" y="93459"/>
                  </a:lnTo>
                  <a:lnTo>
                    <a:pt x="449440" y="69011"/>
                  </a:lnTo>
                  <a:lnTo>
                    <a:pt x="431190" y="72910"/>
                  </a:lnTo>
                  <a:lnTo>
                    <a:pt x="410400" y="84048"/>
                  </a:lnTo>
                  <a:lnTo>
                    <a:pt x="389674" y="103149"/>
                  </a:lnTo>
                  <a:lnTo>
                    <a:pt x="376936" y="126111"/>
                  </a:lnTo>
                  <a:lnTo>
                    <a:pt x="376770" y="133134"/>
                  </a:lnTo>
                  <a:lnTo>
                    <a:pt x="349415" y="25196"/>
                  </a:lnTo>
                  <a:lnTo>
                    <a:pt x="309956" y="6007"/>
                  </a:lnTo>
                  <a:lnTo>
                    <a:pt x="278409" y="0"/>
                  </a:lnTo>
                  <a:lnTo>
                    <a:pt x="238239" y="7505"/>
                  </a:lnTo>
                  <a:lnTo>
                    <a:pt x="172872" y="28879"/>
                  </a:lnTo>
                  <a:lnTo>
                    <a:pt x="138303" y="1102563"/>
                  </a:lnTo>
                  <a:lnTo>
                    <a:pt x="156819" y="1106398"/>
                  </a:lnTo>
                  <a:lnTo>
                    <a:pt x="203174" y="1114539"/>
                  </a:lnTo>
                  <a:lnTo>
                    <a:pt x="263601" y="1121943"/>
                  </a:lnTo>
                  <a:lnTo>
                    <a:pt x="324332" y="1123581"/>
                  </a:lnTo>
                  <a:lnTo>
                    <a:pt x="368744" y="1120711"/>
                  </a:lnTo>
                  <a:lnTo>
                    <a:pt x="398132" y="1115326"/>
                  </a:lnTo>
                  <a:lnTo>
                    <a:pt x="425602" y="1103464"/>
                  </a:lnTo>
                  <a:lnTo>
                    <a:pt x="464286" y="1081138"/>
                  </a:lnTo>
                  <a:lnTo>
                    <a:pt x="455510" y="920953"/>
                  </a:lnTo>
                  <a:lnTo>
                    <a:pt x="431330" y="565988"/>
                  </a:lnTo>
                  <a:lnTo>
                    <a:pt x="399567" y="250863"/>
                  </a:lnTo>
                  <a:lnTo>
                    <a:pt x="421652" y="344055"/>
                  </a:lnTo>
                  <a:lnTo>
                    <a:pt x="450011" y="460222"/>
                  </a:lnTo>
                  <a:lnTo>
                    <a:pt x="480364" y="468757"/>
                  </a:lnTo>
                  <a:lnTo>
                    <a:pt x="501281" y="467855"/>
                  </a:lnTo>
                  <a:lnTo>
                    <a:pt x="522478" y="454139"/>
                  </a:lnTo>
                  <a:lnTo>
                    <a:pt x="553656" y="424218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7" name="object 587" descr=""/>
            <p:cNvSpPr/>
            <p:nvPr/>
          </p:nvSpPr>
          <p:spPr>
            <a:xfrm>
              <a:off x="13526884" y="3599313"/>
              <a:ext cx="522605" cy="1174750"/>
            </a:xfrm>
            <a:custGeom>
              <a:avLst/>
              <a:gdLst/>
              <a:ahLst/>
              <a:cxnLst/>
              <a:rect l="l" t="t" r="r" b="b"/>
              <a:pathLst>
                <a:path w="522605" h="1174750">
                  <a:moveTo>
                    <a:pt x="187121" y="221653"/>
                  </a:moveTo>
                  <a:lnTo>
                    <a:pt x="186550" y="168338"/>
                  </a:lnTo>
                  <a:lnTo>
                    <a:pt x="183032" y="127863"/>
                  </a:lnTo>
                  <a:lnTo>
                    <a:pt x="173545" y="79794"/>
                  </a:lnTo>
                  <a:lnTo>
                    <a:pt x="155105" y="3683"/>
                  </a:lnTo>
                  <a:lnTo>
                    <a:pt x="105587" y="21196"/>
                  </a:lnTo>
                  <a:lnTo>
                    <a:pt x="50431" y="41821"/>
                  </a:lnTo>
                  <a:lnTo>
                    <a:pt x="45377" y="85420"/>
                  </a:lnTo>
                  <a:lnTo>
                    <a:pt x="43192" y="131889"/>
                  </a:lnTo>
                  <a:lnTo>
                    <a:pt x="41148" y="189750"/>
                  </a:lnTo>
                  <a:lnTo>
                    <a:pt x="35077" y="393725"/>
                  </a:lnTo>
                  <a:lnTo>
                    <a:pt x="32829" y="459219"/>
                  </a:lnTo>
                  <a:lnTo>
                    <a:pt x="30772" y="505599"/>
                  </a:lnTo>
                  <a:lnTo>
                    <a:pt x="27825" y="560108"/>
                  </a:lnTo>
                  <a:lnTo>
                    <a:pt x="24257" y="620471"/>
                  </a:lnTo>
                  <a:lnTo>
                    <a:pt x="4749" y="930249"/>
                  </a:lnTo>
                  <a:lnTo>
                    <a:pt x="2120" y="977823"/>
                  </a:lnTo>
                  <a:lnTo>
                    <a:pt x="469" y="1015276"/>
                  </a:lnTo>
                  <a:lnTo>
                    <a:pt x="0" y="1040345"/>
                  </a:lnTo>
                  <a:lnTo>
                    <a:pt x="965" y="1050721"/>
                  </a:lnTo>
                  <a:lnTo>
                    <a:pt x="11036" y="1056703"/>
                  </a:lnTo>
                  <a:lnTo>
                    <a:pt x="26720" y="1063282"/>
                  </a:lnTo>
                  <a:lnTo>
                    <a:pt x="41897" y="1074039"/>
                  </a:lnTo>
                  <a:lnTo>
                    <a:pt x="50431" y="1092492"/>
                  </a:lnTo>
                  <a:lnTo>
                    <a:pt x="55778" y="1117320"/>
                  </a:lnTo>
                  <a:lnTo>
                    <a:pt x="67094" y="1140320"/>
                  </a:lnTo>
                  <a:lnTo>
                    <a:pt x="86779" y="1154734"/>
                  </a:lnTo>
                  <a:lnTo>
                    <a:pt x="117221" y="1153858"/>
                  </a:lnTo>
                  <a:lnTo>
                    <a:pt x="145516" y="1146098"/>
                  </a:lnTo>
                  <a:lnTo>
                    <a:pt x="160502" y="1145641"/>
                  </a:lnTo>
                  <a:lnTo>
                    <a:pt x="167195" y="1154404"/>
                  </a:lnTo>
                  <a:lnTo>
                    <a:pt x="170573" y="1174292"/>
                  </a:lnTo>
                  <a:lnTo>
                    <a:pt x="171627" y="1165085"/>
                  </a:lnTo>
                  <a:lnTo>
                    <a:pt x="173380" y="1139431"/>
                  </a:lnTo>
                  <a:lnTo>
                    <a:pt x="173723" y="1100328"/>
                  </a:lnTo>
                  <a:lnTo>
                    <a:pt x="170573" y="1050721"/>
                  </a:lnTo>
                  <a:lnTo>
                    <a:pt x="169519" y="1030554"/>
                  </a:lnTo>
                  <a:lnTo>
                    <a:pt x="169138" y="998131"/>
                  </a:lnTo>
                  <a:lnTo>
                    <a:pt x="169329" y="955154"/>
                  </a:lnTo>
                  <a:lnTo>
                    <a:pt x="170014" y="903363"/>
                  </a:lnTo>
                  <a:lnTo>
                    <a:pt x="171119" y="844486"/>
                  </a:lnTo>
                  <a:lnTo>
                    <a:pt x="174231" y="712343"/>
                  </a:lnTo>
                  <a:lnTo>
                    <a:pt x="185000" y="324954"/>
                  </a:lnTo>
                  <a:lnTo>
                    <a:pt x="186880" y="244792"/>
                  </a:lnTo>
                  <a:lnTo>
                    <a:pt x="187121" y="221653"/>
                  </a:lnTo>
                  <a:close/>
                </a:path>
                <a:path w="522605" h="1174750">
                  <a:moveTo>
                    <a:pt x="522312" y="1009027"/>
                  </a:moveTo>
                  <a:lnTo>
                    <a:pt x="520458" y="940523"/>
                  </a:lnTo>
                  <a:lnTo>
                    <a:pt x="518160" y="893813"/>
                  </a:lnTo>
                  <a:lnTo>
                    <a:pt x="514934" y="840282"/>
                  </a:lnTo>
                  <a:lnTo>
                    <a:pt x="510768" y="781024"/>
                  </a:lnTo>
                  <a:lnTo>
                    <a:pt x="505650" y="717169"/>
                  </a:lnTo>
                  <a:lnTo>
                    <a:pt x="499579" y="649820"/>
                  </a:lnTo>
                  <a:lnTo>
                    <a:pt x="492544" y="580085"/>
                  </a:lnTo>
                  <a:lnTo>
                    <a:pt x="484530" y="509092"/>
                  </a:lnTo>
                  <a:lnTo>
                    <a:pt x="475513" y="437921"/>
                  </a:lnTo>
                  <a:lnTo>
                    <a:pt x="465302" y="355320"/>
                  </a:lnTo>
                  <a:lnTo>
                    <a:pt x="457403" y="279996"/>
                  </a:lnTo>
                  <a:lnTo>
                    <a:pt x="451421" y="213042"/>
                  </a:lnTo>
                  <a:lnTo>
                    <a:pt x="446951" y="155549"/>
                  </a:lnTo>
                  <a:lnTo>
                    <a:pt x="440842" y="73266"/>
                  </a:lnTo>
                  <a:lnTo>
                    <a:pt x="438378" y="50647"/>
                  </a:lnTo>
                  <a:lnTo>
                    <a:pt x="435775" y="41833"/>
                  </a:lnTo>
                  <a:lnTo>
                    <a:pt x="416331" y="33540"/>
                  </a:lnTo>
                  <a:lnTo>
                    <a:pt x="331660" y="0"/>
                  </a:lnTo>
                  <a:lnTo>
                    <a:pt x="312889" y="78232"/>
                  </a:lnTo>
                  <a:lnTo>
                    <a:pt x="303237" y="127406"/>
                  </a:lnTo>
                  <a:lnTo>
                    <a:pt x="299656" y="168275"/>
                  </a:lnTo>
                  <a:lnTo>
                    <a:pt x="299072" y="221653"/>
                  </a:lnTo>
                  <a:lnTo>
                    <a:pt x="299542" y="244779"/>
                  </a:lnTo>
                  <a:lnTo>
                    <a:pt x="300901" y="279768"/>
                  </a:lnTo>
                  <a:lnTo>
                    <a:pt x="305752" y="378421"/>
                  </a:lnTo>
                  <a:lnTo>
                    <a:pt x="323710" y="711962"/>
                  </a:lnTo>
                  <a:lnTo>
                    <a:pt x="330288" y="843991"/>
                  </a:lnTo>
                  <a:lnTo>
                    <a:pt x="332892" y="902830"/>
                  </a:lnTo>
                  <a:lnTo>
                    <a:pt x="334848" y="954570"/>
                  </a:lnTo>
                  <a:lnTo>
                    <a:pt x="336003" y="997508"/>
                  </a:lnTo>
                  <a:lnTo>
                    <a:pt x="336257" y="1029919"/>
                  </a:lnTo>
                  <a:lnTo>
                    <a:pt x="335432" y="1050086"/>
                  </a:lnTo>
                  <a:lnTo>
                    <a:pt x="332270" y="1099693"/>
                  </a:lnTo>
                  <a:lnTo>
                    <a:pt x="332625" y="1138796"/>
                  </a:lnTo>
                  <a:lnTo>
                    <a:pt x="334378" y="1164450"/>
                  </a:lnTo>
                  <a:lnTo>
                    <a:pt x="335432" y="1173657"/>
                  </a:lnTo>
                  <a:lnTo>
                    <a:pt x="338810" y="1153769"/>
                  </a:lnTo>
                  <a:lnTo>
                    <a:pt x="345490" y="1145006"/>
                  </a:lnTo>
                  <a:lnTo>
                    <a:pt x="360476" y="1145463"/>
                  </a:lnTo>
                  <a:lnTo>
                    <a:pt x="388772" y="1153223"/>
                  </a:lnTo>
                  <a:lnTo>
                    <a:pt x="419214" y="1154099"/>
                  </a:lnTo>
                  <a:lnTo>
                    <a:pt x="438899" y="1139672"/>
                  </a:lnTo>
                  <a:lnTo>
                    <a:pt x="450215" y="1116685"/>
                  </a:lnTo>
                  <a:lnTo>
                    <a:pt x="455574" y="1091857"/>
                  </a:lnTo>
                  <a:lnTo>
                    <a:pt x="466534" y="1071333"/>
                  </a:lnTo>
                  <a:lnTo>
                    <a:pt x="487045" y="1056055"/>
                  </a:lnTo>
                  <a:lnTo>
                    <a:pt x="508088" y="1044917"/>
                  </a:lnTo>
                  <a:lnTo>
                    <a:pt x="520598" y="1036878"/>
                  </a:lnTo>
                  <a:lnTo>
                    <a:pt x="521893" y="1028585"/>
                  </a:lnTo>
                  <a:lnTo>
                    <a:pt x="522312" y="1009027"/>
                  </a:lnTo>
                  <a:close/>
                </a:path>
              </a:pathLst>
            </a:custGeom>
            <a:solidFill>
              <a:srgbClr val="2C437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8" name="object 588" descr=""/>
          <p:cNvGrpSpPr/>
          <p:nvPr/>
        </p:nvGrpSpPr>
        <p:grpSpPr>
          <a:xfrm>
            <a:off x="13004531" y="3602987"/>
            <a:ext cx="341630" cy="1131570"/>
            <a:chOff x="13004531" y="3602987"/>
            <a:chExt cx="341630" cy="1131570"/>
          </a:xfrm>
        </p:grpSpPr>
        <p:sp>
          <p:nvSpPr>
            <p:cNvPr id="589" name="object 589" descr=""/>
            <p:cNvSpPr/>
            <p:nvPr/>
          </p:nvSpPr>
          <p:spPr>
            <a:xfrm>
              <a:off x="13004531" y="3602987"/>
              <a:ext cx="341630" cy="1131570"/>
            </a:xfrm>
            <a:custGeom>
              <a:avLst/>
              <a:gdLst/>
              <a:ahLst/>
              <a:cxnLst/>
              <a:rect l="l" t="t" r="r" b="b"/>
              <a:pathLst>
                <a:path w="341630" h="1131570">
                  <a:moveTo>
                    <a:pt x="178727" y="0"/>
                  </a:moveTo>
                  <a:lnTo>
                    <a:pt x="122860" y="20768"/>
                  </a:lnTo>
                  <a:lnTo>
                    <a:pt x="68463" y="66879"/>
                  </a:lnTo>
                  <a:lnTo>
                    <a:pt x="44825" y="113504"/>
                  </a:lnTo>
                  <a:lnTo>
                    <a:pt x="21667" y="293828"/>
                  </a:lnTo>
                  <a:lnTo>
                    <a:pt x="8053" y="612787"/>
                  </a:lnTo>
                  <a:lnTo>
                    <a:pt x="1619" y="916794"/>
                  </a:lnTo>
                  <a:lnTo>
                    <a:pt x="0" y="1052261"/>
                  </a:lnTo>
                  <a:lnTo>
                    <a:pt x="17092" y="1055812"/>
                  </a:lnTo>
                  <a:lnTo>
                    <a:pt x="26831" y="1061076"/>
                  </a:lnTo>
                  <a:lnTo>
                    <a:pt x="32856" y="1071725"/>
                  </a:lnTo>
                  <a:lnTo>
                    <a:pt x="38805" y="1091432"/>
                  </a:lnTo>
                  <a:lnTo>
                    <a:pt x="58535" y="1113920"/>
                  </a:lnTo>
                  <a:lnTo>
                    <a:pt x="93465" y="1128345"/>
                  </a:lnTo>
                  <a:lnTo>
                    <a:pt x="128572" y="1131504"/>
                  </a:lnTo>
                  <a:lnTo>
                    <a:pt x="148833" y="1120196"/>
                  </a:lnTo>
                  <a:lnTo>
                    <a:pt x="161956" y="1104749"/>
                  </a:lnTo>
                  <a:lnTo>
                    <a:pt x="182682" y="1097621"/>
                  </a:lnTo>
                  <a:lnTo>
                    <a:pt x="206539" y="1098777"/>
                  </a:lnTo>
                  <a:lnTo>
                    <a:pt x="229050" y="1108186"/>
                  </a:lnTo>
                  <a:lnTo>
                    <a:pt x="258011" y="1108482"/>
                  </a:lnTo>
                  <a:lnTo>
                    <a:pt x="295275" y="1091555"/>
                  </a:lnTo>
                  <a:lnTo>
                    <a:pt x="327451" y="1071247"/>
                  </a:lnTo>
                  <a:lnTo>
                    <a:pt x="341151" y="1061402"/>
                  </a:lnTo>
                  <a:lnTo>
                    <a:pt x="334662" y="690913"/>
                  </a:lnTo>
                  <a:lnTo>
                    <a:pt x="333330" y="628060"/>
                  </a:lnTo>
                  <a:lnTo>
                    <a:pt x="332146" y="587573"/>
                  </a:lnTo>
                  <a:lnTo>
                    <a:pt x="327218" y="514970"/>
                  </a:lnTo>
                  <a:lnTo>
                    <a:pt x="322434" y="457328"/>
                  </a:lnTo>
                  <a:lnTo>
                    <a:pt x="316587" y="391369"/>
                  </a:lnTo>
                  <a:lnTo>
                    <a:pt x="310040" y="321528"/>
                  </a:lnTo>
                  <a:lnTo>
                    <a:pt x="303154" y="252236"/>
                  </a:lnTo>
                  <a:lnTo>
                    <a:pt x="296291" y="187928"/>
                  </a:lnTo>
                  <a:lnTo>
                    <a:pt x="289814" y="133036"/>
                  </a:lnTo>
                  <a:lnTo>
                    <a:pt x="284086" y="91993"/>
                  </a:lnTo>
                  <a:lnTo>
                    <a:pt x="265344" y="40838"/>
                  </a:lnTo>
                  <a:lnTo>
                    <a:pt x="214113" y="3615"/>
                  </a:lnTo>
                  <a:lnTo>
                    <a:pt x="178727" y="0"/>
                  </a:lnTo>
                  <a:close/>
                </a:path>
              </a:pathLst>
            </a:custGeom>
            <a:solidFill>
              <a:srgbClr val="2C43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0" name="object 590" descr=""/>
            <p:cNvSpPr/>
            <p:nvPr/>
          </p:nvSpPr>
          <p:spPr>
            <a:xfrm>
              <a:off x="13101980" y="3641225"/>
              <a:ext cx="143510" cy="422909"/>
            </a:xfrm>
            <a:custGeom>
              <a:avLst/>
              <a:gdLst/>
              <a:ahLst/>
              <a:cxnLst/>
              <a:rect l="l" t="t" r="r" b="b"/>
              <a:pathLst>
                <a:path w="143509" h="422910">
                  <a:moveTo>
                    <a:pt x="52980" y="0"/>
                  </a:moveTo>
                  <a:lnTo>
                    <a:pt x="24903" y="10293"/>
                  </a:lnTo>
                  <a:lnTo>
                    <a:pt x="7342" y="33042"/>
                  </a:lnTo>
                  <a:lnTo>
                    <a:pt x="481" y="66028"/>
                  </a:lnTo>
                  <a:lnTo>
                    <a:pt x="0" y="112057"/>
                  </a:lnTo>
                  <a:lnTo>
                    <a:pt x="1574" y="173932"/>
                  </a:lnTo>
                  <a:lnTo>
                    <a:pt x="2989" y="273089"/>
                  </a:lnTo>
                  <a:lnTo>
                    <a:pt x="3658" y="401318"/>
                  </a:lnTo>
                  <a:lnTo>
                    <a:pt x="31846" y="416477"/>
                  </a:lnTo>
                  <a:lnTo>
                    <a:pt x="54943" y="422424"/>
                  </a:lnTo>
                  <a:lnTo>
                    <a:pt x="85278" y="419965"/>
                  </a:lnTo>
                  <a:lnTo>
                    <a:pt x="135183" y="409904"/>
                  </a:lnTo>
                  <a:lnTo>
                    <a:pt x="139094" y="359547"/>
                  </a:lnTo>
                  <a:lnTo>
                    <a:pt x="141712" y="311458"/>
                  </a:lnTo>
                  <a:lnTo>
                    <a:pt x="142753" y="261301"/>
                  </a:lnTo>
                  <a:lnTo>
                    <a:pt x="142940" y="213510"/>
                  </a:lnTo>
                  <a:lnTo>
                    <a:pt x="142927" y="154250"/>
                  </a:lnTo>
                  <a:lnTo>
                    <a:pt x="141227" y="94777"/>
                  </a:lnTo>
                  <a:lnTo>
                    <a:pt x="136355" y="46348"/>
                  </a:lnTo>
                  <a:lnTo>
                    <a:pt x="110825" y="10970"/>
                  </a:lnTo>
                  <a:lnTo>
                    <a:pt x="83915" y="2228"/>
                  </a:lnTo>
                  <a:lnTo>
                    <a:pt x="52980" y="0"/>
                  </a:lnTo>
                  <a:close/>
                </a:path>
              </a:pathLst>
            </a:custGeom>
            <a:solidFill>
              <a:srgbClr val="283E7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1" name="object 591" descr=""/>
          <p:cNvSpPr/>
          <p:nvPr/>
        </p:nvSpPr>
        <p:spPr>
          <a:xfrm>
            <a:off x="7717935" y="3733627"/>
            <a:ext cx="294640" cy="330835"/>
          </a:xfrm>
          <a:custGeom>
            <a:avLst/>
            <a:gdLst/>
            <a:ahLst/>
            <a:cxnLst/>
            <a:rect l="l" t="t" r="r" b="b"/>
            <a:pathLst>
              <a:path w="294640" h="330835">
                <a:moveTo>
                  <a:pt x="214369" y="0"/>
                </a:moveTo>
                <a:lnTo>
                  <a:pt x="127598" y="13645"/>
                </a:lnTo>
                <a:lnTo>
                  <a:pt x="77888" y="18418"/>
                </a:lnTo>
                <a:lnTo>
                  <a:pt x="46533" y="14521"/>
                </a:lnTo>
                <a:lnTo>
                  <a:pt x="14826" y="2157"/>
                </a:lnTo>
                <a:lnTo>
                  <a:pt x="4589" y="61331"/>
                </a:lnTo>
                <a:lnTo>
                  <a:pt x="0" y="99350"/>
                </a:lnTo>
                <a:lnTo>
                  <a:pt x="0" y="132676"/>
                </a:lnTo>
                <a:lnTo>
                  <a:pt x="3528" y="177774"/>
                </a:lnTo>
                <a:lnTo>
                  <a:pt x="8229" y="227689"/>
                </a:lnTo>
                <a:lnTo>
                  <a:pt x="12878" y="265884"/>
                </a:lnTo>
                <a:lnTo>
                  <a:pt x="24647" y="315592"/>
                </a:lnTo>
                <a:lnTo>
                  <a:pt x="101933" y="330381"/>
                </a:lnTo>
                <a:lnTo>
                  <a:pt x="164335" y="328683"/>
                </a:lnTo>
                <a:lnTo>
                  <a:pt x="220029" y="322254"/>
                </a:lnTo>
                <a:lnTo>
                  <a:pt x="270764" y="285915"/>
                </a:lnTo>
                <a:lnTo>
                  <a:pt x="286621" y="243173"/>
                </a:lnTo>
                <a:lnTo>
                  <a:pt x="294378" y="193720"/>
                </a:lnTo>
                <a:lnTo>
                  <a:pt x="288734" y="147409"/>
                </a:lnTo>
                <a:lnTo>
                  <a:pt x="269172" y="101052"/>
                </a:lnTo>
                <a:lnTo>
                  <a:pt x="244492" y="52972"/>
                </a:lnTo>
                <a:lnTo>
                  <a:pt x="223341" y="15258"/>
                </a:lnTo>
                <a:lnTo>
                  <a:pt x="214369" y="0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2" name="object 592" descr=""/>
          <p:cNvSpPr/>
          <p:nvPr/>
        </p:nvSpPr>
        <p:spPr>
          <a:xfrm>
            <a:off x="7806542" y="4345152"/>
            <a:ext cx="179705" cy="420370"/>
          </a:xfrm>
          <a:custGeom>
            <a:avLst/>
            <a:gdLst/>
            <a:ahLst/>
            <a:cxnLst/>
            <a:rect l="l" t="t" r="r" b="b"/>
            <a:pathLst>
              <a:path w="179704" h="420370">
                <a:moveTo>
                  <a:pt x="75321" y="0"/>
                </a:moveTo>
                <a:lnTo>
                  <a:pt x="37266" y="1560"/>
                </a:lnTo>
                <a:lnTo>
                  <a:pt x="8496" y="20426"/>
                </a:lnTo>
                <a:lnTo>
                  <a:pt x="0" y="58696"/>
                </a:lnTo>
                <a:lnTo>
                  <a:pt x="23775" y="166668"/>
                </a:lnTo>
                <a:lnTo>
                  <a:pt x="37915" y="234534"/>
                </a:lnTo>
                <a:lnTo>
                  <a:pt x="49285" y="287994"/>
                </a:lnTo>
                <a:lnTo>
                  <a:pt x="76814" y="411492"/>
                </a:lnTo>
                <a:lnTo>
                  <a:pt x="99592" y="417847"/>
                </a:lnTo>
                <a:lnTo>
                  <a:pt x="115599" y="419965"/>
                </a:lnTo>
                <a:lnTo>
                  <a:pt x="132410" y="417847"/>
                </a:lnTo>
                <a:lnTo>
                  <a:pt x="157597" y="411492"/>
                </a:lnTo>
                <a:lnTo>
                  <a:pt x="171158" y="346682"/>
                </a:lnTo>
                <a:lnTo>
                  <a:pt x="177853" y="304910"/>
                </a:lnTo>
                <a:lnTo>
                  <a:pt x="179640" y="268025"/>
                </a:lnTo>
                <a:lnTo>
                  <a:pt x="178476" y="217875"/>
                </a:lnTo>
                <a:lnTo>
                  <a:pt x="172440" y="153445"/>
                </a:lnTo>
                <a:lnTo>
                  <a:pt x="161125" y="105108"/>
                </a:lnTo>
                <a:lnTo>
                  <a:pt x="147698" y="68787"/>
                </a:lnTo>
                <a:lnTo>
                  <a:pt x="111670" y="13647"/>
                </a:lnTo>
                <a:lnTo>
                  <a:pt x="75321" y="0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3" name="object 593" descr=""/>
          <p:cNvGrpSpPr/>
          <p:nvPr/>
        </p:nvGrpSpPr>
        <p:grpSpPr>
          <a:xfrm>
            <a:off x="7728229" y="3745126"/>
            <a:ext cx="107950" cy="44450"/>
            <a:chOff x="7728229" y="3745126"/>
            <a:chExt cx="107950" cy="44450"/>
          </a:xfrm>
        </p:grpSpPr>
        <p:sp>
          <p:nvSpPr>
            <p:cNvPr id="594" name="object 594" descr=""/>
            <p:cNvSpPr/>
            <p:nvPr/>
          </p:nvSpPr>
          <p:spPr>
            <a:xfrm>
              <a:off x="7728229" y="3745126"/>
              <a:ext cx="13335" cy="22225"/>
            </a:xfrm>
            <a:custGeom>
              <a:avLst/>
              <a:gdLst/>
              <a:ahLst/>
              <a:cxnLst/>
              <a:rect l="l" t="t" r="r" b="b"/>
              <a:pathLst>
                <a:path w="13334" h="22225">
                  <a:moveTo>
                    <a:pt x="3005" y="0"/>
                  </a:moveTo>
                  <a:lnTo>
                    <a:pt x="0" y="20250"/>
                  </a:lnTo>
                  <a:lnTo>
                    <a:pt x="9874" y="21716"/>
                  </a:lnTo>
                  <a:lnTo>
                    <a:pt x="12879" y="1465"/>
                  </a:lnTo>
                  <a:lnTo>
                    <a:pt x="7936" y="732"/>
                  </a:lnTo>
                  <a:lnTo>
                    <a:pt x="3005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5" name="object 595" descr=""/>
            <p:cNvSpPr/>
            <p:nvPr/>
          </p:nvSpPr>
          <p:spPr>
            <a:xfrm>
              <a:off x="7749862" y="3759694"/>
              <a:ext cx="86360" cy="30480"/>
            </a:xfrm>
            <a:custGeom>
              <a:avLst/>
              <a:gdLst/>
              <a:ahLst/>
              <a:cxnLst/>
              <a:rect l="l" t="t" r="r" b="b"/>
              <a:pathLst>
                <a:path w="86359" h="30479">
                  <a:moveTo>
                    <a:pt x="230" y="0"/>
                  </a:moveTo>
                  <a:lnTo>
                    <a:pt x="26916" y="29565"/>
                  </a:lnTo>
                  <a:lnTo>
                    <a:pt x="47727" y="29880"/>
                  </a:lnTo>
                  <a:lnTo>
                    <a:pt x="86039" y="29150"/>
                  </a:lnTo>
                  <a:lnTo>
                    <a:pt x="81934" y="7737"/>
                  </a:lnTo>
                  <a:lnTo>
                    <a:pt x="64207" y="10626"/>
                  </a:lnTo>
                  <a:lnTo>
                    <a:pt x="49787" y="10783"/>
                  </a:lnTo>
                  <a:lnTo>
                    <a:pt x="31015" y="7483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E1C4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6" name="object 596" descr=""/>
          <p:cNvSpPr/>
          <p:nvPr/>
        </p:nvSpPr>
        <p:spPr>
          <a:xfrm>
            <a:off x="7729850" y="3898157"/>
            <a:ext cx="246379" cy="583565"/>
          </a:xfrm>
          <a:custGeom>
            <a:avLst/>
            <a:gdLst/>
            <a:ahLst/>
            <a:cxnLst/>
            <a:rect l="l" t="t" r="r" b="b"/>
            <a:pathLst>
              <a:path w="246379" h="583564">
                <a:moveTo>
                  <a:pt x="112637" y="0"/>
                </a:moveTo>
                <a:lnTo>
                  <a:pt x="67869" y="8561"/>
                </a:lnTo>
                <a:lnTo>
                  <a:pt x="30805" y="27492"/>
                </a:lnTo>
                <a:lnTo>
                  <a:pt x="6498" y="56293"/>
                </a:lnTo>
                <a:lnTo>
                  <a:pt x="0" y="94469"/>
                </a:lnTo>
                <a:lnTo>
                  <a:pt x="27674" y="276484"/>
                </a:lnTo>
                <a:lnTo>
                  <a:pt x="31309" y="301571"/>
                </a:lnTo>
                <a:lnTo>
                  <a:pt x="33587" y="315832"/>
                </a:lnTo>
                <a:lnTo>
                  <a:pt x="35469" y="324579"/>
                </a:lnTo>
                <a:lnTo>
                  <a:pt x="37915" y="333121"/>
                </a:lnTo>
                <a:lnTo>
                  <a:pt x="49855" y="388937"/>
                </a:lnTo>
                <a:lnTo>
                  <a:pt x="61608" y="441843"/>
                </a:lnTo>
                <a:lnTo>
                  <a:pt x="72382" y="487489"/>
                </a:lnTo>
                <a:lnTo>
                  <a:pt x="105885" y="564825"/>
                </a:lnTo>
                <a:lnTo>
                  <a:pt x="140207" y="583020"/>
                </a:lnTo>
                <a:lnTo>
                  <a:pt x="175800" y="579657"/>
                </a:lnTo>
                <a:lnTo>
                  <a:pt x="204105" y="558289"/>
                </a:lnTo>
                <a:lnTo>
                  <a:pt x="216569" y="522466"/>
                </a:lnTo>
                <a:lnTo>
                  <a:pt x="217915" y="498834"/>
                </a:lnTo>
                <a:lnTo>
                  <a:pt x="224613" y="399231"/>
                </a:lnTo>
                <a:lnTo>
                  <a:pt x="229151" y="335994"/>
                </a:lnTo>
                <a:lnTo>
                  <a:pt x="233939" y="272289"/>
                </a:lnTo>
                <a:lnTo>
                  <a:pt x="238569" y="214483"/>
                </a:lnTo>
                <a:lnTo>
                  <a:pt x="242635" y="168944"/>
                </a:lnTo>
                <a:lnTo>
                  <a:pt x="245730" y="142038"/>
                </a:lnTo>
                <a:lnTo>
                  <a:pt x="246162" y="104652"/>
                </a:lnTo>
                <a:lnTo>
                  <a:pt x="234786" y="61640"/>
                </a:lnTo>
                <a:lnTo>
                  <a:pt x="207464" y="23893"/>
                </a:lnTo>
                <a:lnTo>
                  <a:pt x="160057" y="2304"/>
                </a:lnTo>
                <a:lnTo>
                  <a:pt x="112637" y="0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7" name="object 597" descr=""/>
          <p:cNvSpPr/>
          <p:nvPr/>
        </p:nvSpPr>
        <p:spPr>
          <a:xfrm>
            <a:off x="7203832" y="3689062"/>
            <a:ext cx="416559" cy="361950"/>
          </a:xfrm>
          <a:custGeom>
            <a:avLst/>
            <a:gdLst/>
            <a:ahLst/>
            <a:cxnLst/>
            <a:rect l="l" t="t" r="r" b="b"/>
            <a:pathLst>
              <a:path w="416559" h="361950">
                <a:moveTo>
                  <a:pt x="327220" y="0"/>
                </a:moveTo>
                <a:lnTo>
                  <a:pt x="246311" y="20161"/>
                </a:lnTo>
                <a:lnTo>
                  <a:pt x="193703" y="26881"/>
                </a:lnTo>
                <a:lnTo>
                  <a:pt x="146321" y="20161"/>
                </a:lnTo>
                <a:lnTo>
                  <a:pt x="81091" y="0"/>
                </a:lnTo>
                <a:lnTo>
                  <a:pt x="51047" y="48113"/>
                </a:lnTo>
                <a:lnTo>
                  <a:pt x="23474" y="105820"/>
                </a:lnTo>
                <a:lnTo>
                  <a:pt x="3892" y="193440"/>
                </a:lnTo>
                <a:lnTo>
                  <a:pt x="0" y="250293"/>
                </a:lnTo>
                <a:lnTo>
                  <a:pt x="897" y="302673"/>
                </a:lnTo>
                <a:lnTo>
                  <a:pt x="5942" y="340649"/>
                </a:lnTo>
                <a:lnTo>
                  <a:pt x="60260" y="357661"/>
                </a:lnTo>
                <a:lnTo>
                  <a:pt x="114123" y="361068"/>
                </a:lnTo>
                <a:lnTo>
                  <a:pt x="177403" y="361481"/>
                </a:lnTo>
                <a:lnTo>
                  <a:pt x="243806" y="359202"/>
                </a:lnTo>
                <a:lnTo>
                  <a:pt x="307043" y="354536"/>
                </a:lnTo>
                <a:lnTo>
                  <a:pt x="360821" y="347785"/>
                </a:lnTo>
                <a:lnTo>
                  <a:pt x="398851" y="339254"/>
                </a:lnTo>
                <a:lnTo>
                  <a:pt x="416533" y="305999"/>
                </a:lnTo>
                <a:lnTo>
                  <a:pt x="414014" y="266828"/>
                </a:lnTo>
                <a:lnTo>
                  <a:pt x="406968" y="216531"/>
                </a:lnTo>
                <a:lnTo>
                  <a:pt x="395081" y="159903"/>
                </a:lnTo>
                <a:lnTo>
                  <a:pt x="378037" y="101741"/>
                </a:lnTo>
                <a:lnTo>
                  <a:pt x="355522" y="46841"/>
                </a:lnTo>
                <a:lnTo>
                  <a:pt x="327220" y="0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8" name="object 598" descr=""/>
          <p:cNvSpPr/>
          <p:nvPr/>
        </p:nvSpPr>
        <p:spPr>
          <a:xfrm>
            <a:off x="7198512" y="3883538"/>
            <a:ext cx="420370" cy="882650"/>
          </a:xfrm>
          <a:custGeom>
            <a:avLst/>
            <a:gdLst/>
            <a:ahLst/>
            <a:cxnLst/>
            <a:rect l="l" t="t" r="r" b="b"/>
            <a:pathLst>
              <a:path w="420370" h="882650">
                <a:moveTo>
                  <a:pt x="214731" y="350786"/>
                </a:moveTo>
                <a:lnTo>
                  <a:pt x="214693" y="287172"/>
                </a:lnTo>
                <a:lnTo>
                  <a:pt x="213614" y="224815"/>
                </a:lnTo>
                <a:lnTo>
                  <a:pt x="211620" y="167386"/>
                </a:lnTo>
                <a:lnTo>
                  <a:pt x="208851" y="118516"/>
                </a:lnTo>
                <a:lnTo>
                  <a:pt x="201447" y="61112"/>
                </a:lnTo>
                <a:lnTo>
                  <a:pt x="158686" y="24422"/>
                </a:lnTo>
                <a:lnTo>
                  <a:pt x="122389" y="9080"/>
                </a:lnTo>
                <a:lnTo>
                  <a:pt x="83426" y="736"/>
                </a:lnTo>
                <a:lnTo>
                  <a:pt x="47256" y="3149"/>
                </a:lnTo>
                <a:lnTo>
                  <a:pt x="19342" y="20091"/>
                </a:lnTo>
                <a:lnTo>
                  <a:pt x="5105" y="55308"/>
                </a:lnTo>
                <a:lnTo>
                  <a:pt x="0" y="106819"/>
                </a:lnTo>
                <a:lnTo>
                  <a:pt x="266" y="145745"/>
                </a:lnTo>
                <a:lnTo>
                  <a:pt x="7670" y="191655"/>
                </a:lnTo>
                <a:lnTo>
                  <a:pt x="23977" y="264147"/>
                </a:lnTo>
                <a:lnTo>
                  <a:pt x="41808" y="336283"/>
                </a:lnTo>
                <a:lnTo>
                  <a:pt x="59690" y="402615"/>
                </a:lnTo>
                <a:lnTo>
                  <a:pt x="75514" y="459638"/>
                </a:lnTo>
                <a:lnTo>
                  <a:pt x="87134" y="503834"/>
                </a:lnTo>
                <a:lnTo>
                  <a:pt x="88747" y="512356"/>
                </a:lnTo>
                <a:lnTo>
                  <a:pt x="88290" y="528980"/>
                </a:lnTo>
                <a:lnTo>
                  <a:pt x="87541" y="570166"/>
                </a:lnTo>
                <a:lnTo>
                  <a:pt x="87579" y="620026"/>
                </a:lnTo>
                <a:lnTo>
                  <a:pt x="89408" y="664095"/>
                </a:lnTo>
                <a:lnTo>
                  <a:pt x="99618" y="716635"/>
                </a:lnTo>
                <a:lnTo>
                  <a:pt x="118084" y="784999"/>
                </a:lnTo>
                <a:lnTo>
                  <a:pt x="135775" y="844283"/>
                </a:lnTo>
                <a:lnTo>
                  <a:pt x="168275" y="876973"/>
                </a:lnTo>
                <a:lnTo>
                  <a:pt x="183743" y="879436"/>
                </a:lnTo>
                <a:lnTo>
                  <a:pt x="196634" y="876973"/>
                </a:lnTo>
                <a:lnTo>
                  <a:pt x="213474" y="869569"/>
                </a:lnTo>
                <a:lnTo>
                  <a:pt x="212534" y="686993"/>
                </a:lnTo>
                <a:lnTo>
                  <a:pt x="211734" y="587502"/>
                </a:lnTo>
                <a:lnTo>
                  <a:pt x="210642" y="536359"/>
                </a:lnTo>
                <a:lnTo>
                  <a:pt x="208826" y="498792"/>
                </a:lnTo>
                <a:lnTo>
                  <a:pt x="208622" y="497890"/>
                </a:lnTo>
                <a:lnTo>
                  <a:pt x="211201" y="467194"/>
                </a:lnTo>
                <a:lnTo>
                  <a:pt x="213614" y="412013"/>
                </a:lnTo>
                <a:lnTo>
                  <a:pt x="214731" y="350786"/>
                </a:lnTo>
                <a:close/>
              </a:path>
              <a:path w="420370" h="882650">
                <a:moveTo>
                  <a:pt x="419811" y="108915"/>
                </a:moveTo>
                <a:lnTo>
                  <a:pt x="417576" y="66027"/>
                </a:lnTo>
                <a:lnTo>
                  <a:pt x="399897" y="16281"/>
                </a:lnTo>
                <a:lnTo>
                  <a:pt x="334949" y="0"/>
                </a:lnTo>
                <a:lnTo>
                  <a:pt x="296430" y="10198"/>
                </a:lnTo>
                <a:lnTo>
                  <a:pt x="260921" y="27254"/>
                </a:lnTo>
                <a:lnTo>
                  <a:pt x="219951" y="65951"/>
                </a:lnTo>
                <a:lnTo>
                  <a:pt x="215303" y="123647"/>
                </a:lnTo>
                <a:lnTo>
                  <a:pt x="214871" y="172580"/>
                </a:lnTo>
                <a:lnTo>
                  <a:pt x="215620" y="230047"/>
                </a:lnTo>
                <a:lnTo>
                  <a:pt x="217525" y="292379"/>
                </a:lnTo>
                <a:lnTo>
                  <a:pt x="220522" y="355930"/>
                </a:lnTo>
                <a:lnTo>
                  <a:pt x="224561" y="417029"/>
                </a:lnTo>
                <a:lnTo>
                  <a:pt x="229603" y="472046"/>
                </a:lnTo>
                <a:lnTo>
                  <a:pt x="233260" y="499783"/>
                </a:lnTo>
                <a:lnTo>
                  <a:pt x="231635" y="509498"/>
                </a:lnTo>
                <a:lnTo>
                  <a:pt x="233222" y="597496"/>
                </a:lnTo>
                <a:lnTo>
                  <a:pt x="237718" y="695121"/>
                </a:lnTo>
                <a:lnTo>
                  <a:pt x="246570" y="874064"/>
                </a:lnTo>
                <a:lnTo>
                  <a:pt x="276745" y="882497"/>
                </a:lnTo>
                <a:lnTo>
                  <a:pt x="292087" y="879284"/>
                </a:lnTo>
                <a:lnTo>
                  <a:pt x="322986" y="845083"/>
                </a:lnTo>
                <a:lnTo>
                  <a:pt x="337820" y="785025"/>
                </a:lnTo>
                <a:lnTo>
                  <a:pt x="352983" y="715860"/>
                </a:lnTo>
                <a:lnTo>
                  <a:pt x="360680" y="662889"/>
                </a:lnTo>
                <a:lnTo>
                  <a:pt x="360400" y="618782"/>
                </a:lnTo>
                <a:lnTo>
                  <a:pt x="358051" y="568972"/>
                </a:lnTo>
                <a:lnTo>
                  <a:pt x="355333" y="527875"/>
                </a:lnTo>
                <a:lnTo>
                  <a:pt x="354076" y="511251"/>
                </a:lnTo>
                <a:lnTo>
                  <a:pt x="355282" y="502716"/>
                </a:lnTo>
                <a:lnTo>
                  <a:pt x="364782" y="458012"/>
                </a:lnTo>
                <a:lnTo>
                  <a:pt x="377863" y="400291"/>
                </a:lnTo>
                <a:lnTo>
                  <a:pt x="392557" y="333171"/>
                </a:lnTo>
                <a:lnTo>
                  <a:pt x="406920" y="260273"/>
                </a:lnTo>
                <a:lnTo>
                  <a:pt x="417817" y="175107"/>
                </a:lnTo>
                <a:lnTo>
                  <a:pt x="419811" y="108915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9" name="object 599" descr=""/>
          <p:cNvSpPr/>
          <p:nvPr/>
        </p:nvSpPr>
        <p:spPr>
          <a:xfrm>
            <a:off x="7399346" y="3716857"/>
            <a:ext cx="20320" cy="20955"/>
          </a:xfrm>
          <a:custGeom>
            <a:avLst/>
            <a:gdLst/>
            <a:ahLst/>
            <a:cxnLst/>
            <a:rect l="l" t="t" r="r" b="b"/>
            <a:pathLst>
              <a:path w="20320" h="20954">
                <a:moveTo>
                  <a:pt x="9887" y="0"/>
                </a:moveTo>
                <a:lnTo>
                  <a:pt x="2474" y="3198"/>
                </a:lnTo>
                <a:lnTo>
                  <a:pt x="0" y="10235"/>
                </a:lnTo>
                <a:lnTo>
                  <a:pt x="2468" y="17272"/>
                </a:lnTo>
                <a:lnTo>
                  <a:pt x="9887" y="20470"/>
                </a:lnTo>
                <a:lnTo>
                  <a:pt x="17299" y="17272"/>
                </a:lnTo>
                <a:lnTo>
                  <a:pt x="19774" y="10235"/>
                </a:lnTo>
                <a:lnTo>
                  <a:pt x="17305" y="3198"/>
                </a:lnTo>
                <a:lnTo>
                  <a:pt x="9887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0" name="object 600" descr=""/>
          <p:cNvSpPr/>
          <p:nvPr/>
        </p:nvSpPr>
        <p:spPr>
          <a:xfrm>
            <a:off x="7464245" y="3708140"/>
            <a:ext cx="90805" cy="40005"/>
          </a:xfrm>
          <a:custGeom>
            <a:avLst/>
            <a:gdLst/>
            <a:ahLst/>
            <a:cxnLst/>
            <a:rect l="l" t="t" r="r" b="b"/>
            <a:pathLst>
              <a:path w="90804" h="40004">
                <a:moveTo>
                  <a:pt x="79850" y="0"/>
                </a:moveTo>
                <a:lnTo>
                  <a:pt x="63996" y="8435"/>
                </a:lnTo>
                <a:lnTo>
                  <a:pt x="50393" y="13222"/>
                </a:lnTo>
                <a:lnTo>
                  <a:pt x="31556" y="16135"/>
                </a:lnTo>
                <a:lnTo>
                  <a:pt x="0" y="18952"/>
                </a:lnTo>
                <a:lnTo>
                  <a:pt x="3015" y="35894"/>
                </a:lnTo>
                <a:lnTo>
                  <a:pt x="15821" y="38721"/>
                </a:lnTo>
                <a:lnTo>
                  <a:pt x="24193" y="39996"/>
                </a:lnTo>
                <a:lnTo>
                  <a:pt x="34776" y="38362"/>
                </a:lnTo>
                <a:lnTo>
                  <a:pt x="54582" y="31965"/>
                </a:lnTo>
                <a:lnTo>
                  <a:pt x="90625" y="18952"/>
                </a:lnTo>
                <a:lnTo>
                  <a:pt x="79850" y="0"/>
                </a:lnTo>
                <a:close/>
              </a:path>
            </a:pathLst>
          </a:custGeom>
          <a:solidFill>
            <a:srgbClr val="E1C4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1" name="object 601" descr=""/>
          <p:cNvSpPr/>
          <p:nvPr/>
        </p:nvSpPr>
        <p:spPr>
          <a:xfrm>
            <a:off x="7263496" y="3708140"/>
            <a:ext cx="78740" cy="40005"/>
          </a:xfrm>
          <a:custGeom>
            <a:avLst/>
            <a:gdLst/>
            <a:ahLst/>
            <a:cxnLst/>
            <a:rect l="l" t="t" r="r" b="b"/>
            <a:pathLst>
              <a:path w="78740" h="40004">
                <a:moveTo>
                  <a:pt x="9329" y="0"/>
                </a:moveTo>
                <a:lnTo>
                  <a:pt x="0" y="18952"/>
                </a:lnTo>
                <a:lnTo>
                  <a:pt x="31172" y="31965"/>
                </a:lnTo>
                <a:lnTo>
                  <a:pt x="48303" y="38362"/>
                </a:lnTo>
                <a:lnTo>
                  <a:pt x="57457" y="39996"/>
                </a:lnTo>
                <a:lnTo>
                  <a:pt x="64699" y="38721"/>
                </a:lnTo>
                <a:lnTo>
                  <a:pt x="75777" y="35894"/>
                </a:lnTo>
                <a:lnTo>
                  <a:pt x="78385" y="18952"/>
                </a:lnTo>
                <a:lnTo>
                  <a:pt x="51090" y="16135"/>
                </a:lnTo>
                <a:lnTo>
                  <a:pt x="34798" y="13222"/>
                </a:lnTo>
                <a:lnTo>
                  <a:pt x="23036" y="8435"/>
                </a:lnTo>
                <a:lnTo>
                  <a:pt x="9329" y="0"/>
                </a:lnTo>
                <a:close/>
              </a:path>
            </a:pathLst>
          </a:custGeom>
          <a:solidFill>
            <a:srgbClr val="E1C4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2" name="object 602" descr=""/>
          <p:cNvSpPr/>
          <p:nvPr/>
        </p:nvSpPr>
        <p:spPr>
          <a:xfrm>
            <a:off x="8709867" y="3733629"/>
            <a:ext cx="401320" cy="348615"/>
          </a:xfrm>
          <a:custGeom>
            <a:avLst/>
            <a:gdLst/>
            <a:ahLst/>
            <a:cxnLst/>
            <a:rect l="l" t="t" r="r" b="b"/>
            <a:pathLst>
              <a:path w="401320" h="348614">
                <a:moveTo>
                  <a:pt x="315082" y="0"/>
                </a:moveTo>
                <a:lnTo>
                  <a:pt x="237178" y="19413"/>
                </a:lnTo>
                <a:lnTo>
                  <a:pt x="186523" y="25884"/>
                </a:lnTo>
                <a:lnTo>
                  <a:pt x="140897" y="19413"/>
                </a:lnTo>
                <a:lnTo>
                  <a:pt x="78084" y="0"/>
                </a:lnTo>
                <a:lnTo>
                  <a:pt x="49156" y="46323"/>
                </a:lnTo>
                <a:lnTo>
                  <a:pt x="22608" y="101890"/>
                </a:lnTo>
                <a:lnTo>
                  <a:pt x="3749" y="186266"/>
                </a:lnTo>
                <a:lnTo>
                  <a:pt x="0" y="241007"/>
                </a:lnTo>
                <a:lnTo>
                  <a:pt x="864" y="291441"/>
                </a:lnTo>
                <a:lnTo>
                  <a:pt x="21282" y="337934"/>
                </a:lnTo>
                <a:lnTo>
                  <a:pt x="109891" y="347671"/>
                </a:lnTo>
                <a:lnTo>
                  <a:pt x="170822" y="348068"/>
                </a:lnTo>
                <a:lnTo>
                  <a:pt x="234761" y="345874"/>
                </a:lnTo>
                <a:lnTo>
                  <a:pt x="295651" y="341382"/>
                </a:lnTo>
                <a:lnTo>
                  <a:pt x="347433" y="334884"/>
                </a:lnTo>
                <a:lnTo>
                  <a:pt x="399445" y="317037"/>
                </a:lnTo>
                <a:lnTo>
                  <a:pt x="401077" y="294651"/>
                </a:lnTo>
                <a:lnTo>
                  <a:pt x="398653" y="256932"/>
                </a:lnTo>
                <a:lnTo>
                  <a:pt x="391869" y="208500"/>
                </a:lnTo>
                <a:lnTo>
                  <a:pt x="380424" y="153971"/>
                </a:lnTo>
                <a:lnTo>
                  <a:pt x="364012" y="97966"/>
                </a:lnTo>
                <a:lnTo>
                  <a:pt x="342333" y="45102"/>
                </a:lnTo>
                <a:lnTo>
                  <a:pt x="315082" y="0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03" name="object 603" descr=""/>
          <p:cNvGrpSpPr/>
          <p:nvPr/>
        </p:nvGrpSpPr>
        <p:grpSpPr>
          <a:xfrm>
            <a:off x="8704752" y="3786285"/>
            <a:ext cx="404495" cy="984885"/>
            <a:chOff x="8704752" y="3786285"/>
            <a:chExt cx="404495" cy="984885"/>
          </a:xfrm>
        </p:grpSpPr>
        <p:sp>
          <p:nvSpPr>
            <p:cNvPr id="604" name="object 604" descr=""/>
            <p:cNvSpPr/>
            <p:nvPr/>
          </p:nvSpPr>
          <p:spPr>
            <a:xfrm>
              <a:off x="8704745" y="3919937"/>
              <a:ext cx="404495" cy="850900"/>
            </a:xfrm>
            <a:custGeom>
              <a:avLst/>
              <a:gdLst/>
              <a:ahLst/>
              <a:cxnLst/>
              <a:rect l="l" t="t" r="r" b="b"/>
              <a:pathLst>
                <a:path w="404495" h="850900">
                  <a:moveTo>
                    <a:pt x="206883" y="311569"/>
                  </a:moveTo>
                  <a:lnTo>
                    <a:pt x="206273" y="243738"/>
                  </a:lnTo>
                  <a:lnTo>
                    <a:pt x="204508" y="179819"/>
                  </a:lnTo>
                  <a:lnTo>
                    <a:pt x="201752" y="124637"/>
                  </a:lnTo>
                  <a:lnTo>
                    <a:pt x="198196" y="83019"/>
                  </a:lnTo>
                  <a:lnTo>
                    <a:pt x="176161" y="39331"/>
                  </a:lnTo>
                  <a:lnTo>
                    <a:pt x="141757" y="19011"/>
                  </a:lnTo>
                  <a:lnTo>
                    <a:pt x="99085" y="4610"/>
                  </a:lnTo>
                  <a:lnTo>
                    <a:pt x="56502" y="1841"/>
                  </a:lnTo>
                  <a:lnTo>
                    <a:pt x="22326" y="16459"/>
                  </a:lnTo>
                  <a:lnTo>
                    <a:pt x="4927" y="54216"/>
                  </a:lnTo>
                  <a:lnTo>
                    <a:pt x="0" y="103809"/>
                  </a:lnTo>
                  <a:lnTo>
                    <a:pt x="254" y="141287"/>
                  </a:lnTo>
                  <a:lnTo>
                    <a:pt x="7378" y="185508"/>
                  </a:lnTo>
                  <a:lnTo>
                    <a:pt x="23088" y="255308"/>
                  </a:lnTo>
                  <a:lnTo>
                    <a:pt x="40259" y="324764"/>
                  </a:lnTo>
                  <a:lnTo>
                    <a:pt x="57480" y="388632"/>
                  </a:lnTo>
                  <a:lnTo>
                    <a:pt x="72720" y="443547"/>
                  </a:lnTo>
                  <a:lnTo>
                    <a:pt x="83908" y="486105"/>
                  </a:lnTo>
                  <a:lnTo>
                    <a:pt x="85458" y="494258"/>
                  </a:lnTo>
                  <a:lnTo>
                    <a:pt x="85013" y="510311"/>
                  </a:lnTo>
                  <a:lnTo>
                    <a:pt x="84289" y="549973"/>
                  </a:lnTo>
                  <a:lnTo>
                    <a:pt x="84328" y="597979"/>
                  </a:lnTo>
                  <a:lnTo>
                    <a:pt x="86093" y="640410"/>
                  </a:lnTo>
                  <a:lnTo>
                    <a:pt x="95923" y="691007"/>
                  </a:lnTo>
                  <a:lnTo>
                    <a:pt x="113703" y="756831"/>
                  </a:lnTo>
                  <a:lnTo>
                    <a:pt x="130733" y="813917"/>
                  </a:lnTo>
                  <a:lnTo>
                    <a:pt x="162026" y="845388"/>
                  </a:lnTo>
                  <a:lnTo>
                    <a:pt x="176923" y="847763"/>
                  </a:lnTo>
                  <a:lnTo>
                    <a:pt x="189344" y="845388"/>
                  </a:lnTo>
                  <a:lnTo>
                    <a:pt x="205562" y="838263"/>
                  </a:lnTo>
                  <a:lnTo>
                    <a:pt x="204647" y="662457"/>
                  </a:lnTo>
                  <a:lnTo>
                    <a:pt x="203873" y="566661"/>
                  </a:lnTo>
                  <a:lnTo>
                    <a:pt x="202831" y="517410"/>
                  </a:lnTo>
                  <a:lnTo>
                    <a:pt x="201079" y="481241"/>
                  </a:lnTo>
                  <a:lnTo>
                    <a:pt x="200914" y="480504"/>
                  </a:lnTo>
                  <a:lnTo>
                    <a:pt x="204000" y="439699"/>
                  </a:lnTo>
                  <a:lnTo>
                    <a:pt x="206184" y="378498"/>
                  </a:lnTo>
                  <a:lnTo>
                    <a:pt x="206883" y="311569"/>
                  </a:lnTo>
                  <a:close/>
                </a:path>
                <a:path w="404495" h="850900">
                  <a:moveTo>
                    <a:pt x="404241" y="105829"/>
                  </a:moveTo>
                  <a:lnTo>
                    <a:pt x="402082" y="64541"/>
                  </a:lnTo>
                  <a:lnTo>
                    <a:pt x="400367" y="49847"/>
                  </a:lnTo>
                  <a:lnTo>
                    <a:pt x="381177" y="12966"/>
                  </a:lnTo>
                  <a:lnTo>
                    <a:pt x="346341" y="0"/>
                  </a:lnTo>
                  <a:lnTo>
                    <a:pt x="303936" y="4787"/>
                  </a:lnTo>
                  <a:lnTo>
                    <a:pt x="262001" y="21221"/>
                  </a:lnTo>
                  <a:lnTo>
                    <a:pt x="228600" y="43167"/>
                  </a:lnTo>
                  <a:lnTo>
                    <a:pt x="208686" y="87858"/>
                  </a:lnTo>
                  <a:lnTo>
                    <a:pt x="207124" y="129603"/>
                  </a:lnTo>
                  <a:lnTo>
                    <a:pt x="207010" y="184848"/>
                  </a:lnTo>
                  <a:lnTo>
                    <a:pt x="208305" y="248780"/>
                  </a:lnTo>
                  <a:lnTo>
                    <a:pt x="210934" y="316560"/>
                  </a:lnTo>
                  <a:lnTo>
                    <a:pt x="214833" y="383387"/>
                  </a:lnTo>
                  <a:lnTo>
                    <a:pt x="219925" y="444398"/>
                  </a:lnTo>
                  <a:lnTo>
                    <a:pt x="224612" y="482231"/>
                  </a:lnTo>
                  <a:lnTo>
                    <a:pt x="223050" y="491553"/>
                  </a:lnTo>
                  <a:lnTo>
                    <a:pt x="224574" y="576287"/>
                  </a:lnTo>
                  <a:lnTo>
                    <a:pt x="228904" y="670293"/>
                  </a:lnTo>
                  <a:lnTo>
                    <a:pt x="237426" y="842594"/>
                  </a:lnTo>
                  <a:lnTo>
                    <a:pt x="266471" y="850709"/>
                  </a:lnTo>
                  <a:lnTo>
                    <a:pt x="281241" y="847636"/>
                  </a:lnTo>
                  <a:lnTo>
                    <a:pt x="310997" y="814692"/>
                  </a:lnTo>
                  <a:lnTo>
                    <a:pt x="325285" y="756869"/>
                  </a:lnTo>
                  <a:lnTo>
                    <a:pt x="339890" y="690270"/>
                  </a:lnTo>
                  <a:lnTo>
                    <a:pt x="347294" y="639254"/>
                  </a:lnTo>
                  <a:lnTo>
                    <a:pt x="347040" y="596785"/>
                  </a:lnTo>
                  <a:lnTo>
                    <a:pt x="344766" y="548830"/>
                  </a:lnTo>
                  <a:lnTo>
                    <a:pt x="342150" y="509244"/>
                  </a:lnTo>
                  <a:lnTo>
                    <a:pt x="340944" y="493268"/>
                  </a:lnTo>
                  <a:lnTo>
                    <a:pt x="342112" y="485013"/>
                  </a:lnTo>
                  <a:lnTo>
                    <a:pt x="351256" y="441972"/>
                  </a:lnTo>
                  <a:lnTo>
                    <a:pt x="363842" y="386397"/>
                  </a:lnTo>
                  <a:lnTo>
                    <a:pt x="378002" y="321767"/>
                  </a:lnTo>
                  <a:lnTo>
                    <a:pt x="391820" y="251574"/>
                  </a:lnTo>
                  <a:lnTo>
                    <a:pt x="402323" y="169570"/>
                  </a:lnTo>
                  <a:lnTo>
                    <a:pt x="404241" y="105829"/>
                  </a:lnTo>
                  <a:close/>
                </a:path>
              </a:pathLst>
            </a:custGeom>
            <a:solidFill>
              <a:srgbClr val="EAD1C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5" name="object 605" descr=""/>
            <p:cNvPicPr/>
            <p:nvPr/>
          </p:nvPicPr>
          <p:blipFill>
            <a:blip r:embed="rId82" cstate="print"/>
            <a:stretch>
              <a:fillRect/>
            </a:stretch>
          </p:blipFill>
          <p:spPr>
            <a:xfrm>
              <a:off x="8947358" y="3786285"/>
              <a:ext cx="116101" cy="112980"/>
            </a:xfrm>
            <a:prstGeom prst="rect">
              <a:avLst/>
            </a:prstGeom>
          </p:spPr>
        </p:pic>
        <p:pic>
          <p:nvPicPr>
            <p:cNvPr id="606" name="object 606" descr=""/>
            <p:cNvPicPr/>
            <p:nvPr/>
          </p:nvPicPr>
          <p:blipFill>
            <a:blip r:embed="rId83" cstate="print"/>
            <a:stretch>
              <a:fillRect/>
            </a:stretch>
          </p:blipFill>
          <p:spPr>
            <a:xfrm>
              <a:off x="8749177" y="3786285"/>
              <a:ext cx="116101" cy="112980"/>
            </a:xfrm>
            <a:prstGeom prst="rect">
              <a:avLst/>
            </a:prstGeom>
          </p:spPr>
        </p:pic>
      </p:grpSp>
      <p:sp>
        <p:nvSpPr>
          <p:cNvPr id="607" name="object 607" descr=""/>
          <p:cNvSpPr/>
          <p:nvPr/>
        </p:nvSpPr>
        <p:spPr>
          <a:xfrm>
            <a:off x="8140463" y="3735047"/>
            <a:ext cx="397510" cy="345440"/>
          </a:xfrm>
          <a:custGeom>
            <a:avLst/>
            <a:gdLst/>
            <a:ahLst/>
            <a:cxnLst/>
            <a:rect l="l" t="t" r="r" b="b"/>
            <a:pathLst>
              <a:path w="397509" h="345439">
                <a:moveTo>
                  <a:pt x="305321" y="0"/>
                </a:moveTo>
                <a:lnTo>
                  <a:pt x="229241" y="19259"/>
                </a:lnTo>
                <a:lnTo>
                  <a:pt x="179607" y="25679"/>
                </a:lnTo>
                <a:lnTo>
                  <a:pt x="134572" y="19259"/>
                </a:lnTo>
                <a:lnTo>
                  <a:pt x="72292" y="0"/>
                </a:lnTo>
                <a:lnTo>
                  <a:pt x="46581" y="45958"/>
                </a:lnTo>
                <a:lnTo>
                  <a:pt x="22343" y="101087"/>
                </a:lnTo>
                <a:lnTo>
                  <a:pt x="3719" y="184791"/>
                </a:lnTo>
                <a:lnTo>
                  <a:pt x="0" y="239098"/>
                </a:lnTo>
                <a:lnTo>
                  <a:pt x="856" y="289135"/>
                </a:lnTo>
                <a:lnTo>
                  <a:pt x="21114" y="335261"/>
                </a:lnTo>
                <a:lnTo>
                  <a:pt x="109020" y="344921"/>
                </a:lnTo>
                <a:lnTo>
                  <a:pt x="169468" y="345315"/>
                </a:lnTo>
                <a:lnTo>
                  <a:pt x="232901" y="343138"/>
                </a:lnTo>
                <a:lnTo>
                  <a:pt x="293308" y="338680"/>
                </a:lnTo>
                <a:lnTo>
                  <a:pt x="344680" y="332232"/>
                </a:lnTo>
                <a:lnTo>
                  <a:pt x="396282" y="314524"/>
                </a:lnTo>
                <a:lnTo>
                  <a:pt x="397496" y="292315"/>
                </a:lnTo>
                <a:lnTo>
                  <a:pt x="394052" y="254895"/>
                </a:lnTo>
                <a:lnTo>
                  <a:pt x="385904" y="206846"/>
                </a:lnTo>
                <a:lnTo>
                  <a:pt x="373004" y="152750"/>
                </a:lnTo>
                <a:lnTo>
                  <a:pt x="355305" y="97189"/>
                </a:lnTo>
                <a:lnTo>
                  <a:pt x="332760" y="44745"/>
                </a:lnTo>
                <a:lnTo>
                  <a:pt x="305321" y="0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8" name="object 608" descr=""/>
          <p:cNvSpPr/>
          <p:nvPr/>
        </p:nvSpPr>
        <p:spPr>
          <a:xfrm>
            <a:off x="8220539" y="4347621"/>
            <a:ext cx="137160" cy="417195"/>
          </a:xfrm>
          <a:custGeom>
            <a:avLst/>
            <a:gdLst/>
            <a:ahLst/>
            <a:cxnLst/>
            <a:rect l="l" t="t" r="r" b="b"/>
            <a:pathLst>
              <a:path w="137159" h="417195">
                <a:moveTo>
                  <a:pt x="54385" y="0"/>
                </a:moveTo>
                <a:lnTo>
                  <a:pt x="31703" y="3940"/>
                </a:lnTo>
                <a:lnTo>
                  <a:pt x="13226" y="11783"/>
                </a:lnTo>
                <a:lnTo>
                  <a:pt x="1731" y="28773"/>
                </a:lnTo>
                <a:lnTo>
                  <a:pt x="0" y="60155"/>
                </a:lnTo>
                <a:lnTo>
                  <a:pt x="3843" y="95878"/>
                </a:lnTo>
                <a:lnTo>
                  <a:pt x="10371" y="144309"/>
                </a:lnTo>
                <a:lnTo>
                  <a:pt x="24304" y="238320"/>
                </a:lnTo>
                <a:lnTo>
                  <a:pt x="50364" y="410783"/>
                </a:lnTo>
                <a:lnTo>
                  <a:pt x="81282" y="416912"/>
                </a:lnTo>
                <a:lnTo>
                  <a:pt x="98847" y="415163"/>
                </a:lnTo>
                <a:lnTo>
                  <a:pt x="129422" y="383580"/>
                </a:lnTo>
                <a:lnTo>
                  <a:pt x="133512" y="321708"/>
                </a:lnTo>
                <a:lnTo>
                  <a:pt x="136988" y="251145"/>
                </a:lnTo>
                <a:lnTo>
                  <a:pt x="137116" y="198527"/>
                </a:lnTo>
                <a:lnTo>
                  <a:pt x="132342" y="156670"/>
                </a:lnTo>
                <a:lnTo>
                  <a:pt x="125009" y="109610"/>
                </a:lnTo>
                <a:lnTo>
                  <a:pt x="118221" y="70845"/>
                </a:lnTo>
                <a:lnTo>
                  <a:pt x="106973" y="27059"/>
                </a:lnTo>
                <a:lnTo>
                  <a:pt x="76256" y="420"/>
                </a:lnTo>
                <a:lnTo>
                  <a:pt x="54385" y="0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9" name="object 609" descr=""/>
          <p:cNvSpPr/>
          <p:nvPr/>
        </p:nvSpPr>
        <p:spPr>
          <a:xfrm>
            <a:off x="8135379" y="3918679"/>
            <a:ext cx="421005" cy="846455"/>
          </a:xfrm>
          <a:custGeom>
            <a:avLst/>
            <a:gdLst/>
            <a:ahLst/>
            <a:cxnLst/>
            <a:rect l="l" t="t" r="r" b="b"/>
            <a:pathLst>
              <a:path w="421004" h="846454">
                <a:moveTo>
                  <a:pt x="205244" y="310311"/>
                </a:moveTo>
                <a:lnTo>
                  <a:pt x="204635" y="243001"/>
                </a:lnTo>
                <a:lnTo>
                  <a:pt x="202882" y="179590"/>
                </a:lnTo>
                <a:lnTo>
                  <a:pt x="200164" y="124853"/>
                </a:lnTo>
                <a:lnTo>
                  <a:pt x="196621" y="83566"/>
                </a:lnTo>
                <a:lnTo>
                  <a:pt x="174777" y="40220"/>
                </a:lnTo>
                <a:lnTo>
                  <a:pt x="140639" y="20066"/>
                </a:lnTo>
                <a:lnTo>
                  <a:pt x="98298" y="5765"/>
                </a:lnTo>
                <a:lnTo>
                  <a:pt x="56045" y="3022"/>
                </a:lnTo>
                <a:lnTo>
                  <a:pt x="22148" y="17526"/>
                </a:lnTo>
                <a:lnTo>
                  <a:pt x="4876" y="54991"/>
                </a:lnTo>
                <a:lnTo>
                  <a:pt x="0" y="104190"/>
                </a:lnTo>
                <a:lnTo>
                  <a:pt x="254" y="141376"/>
                </a:lnTo>
                <a:lnTo>
                  <a:pt x="7327" y="185242"/>
                </a:lnTo>
                <a:lnTo>
                  <a:pt x="22910" y="254482"/>
                </a:lnTo>
                <a:lnTo>
                  <a:pt x="39941" y="323380"/>
                </a:lnTo>
                <a:lnTo>
                  <a:pt x="57023" y="386753"/>
                </a:lnTo>
                <a:lnTo>
                  <a:pt x="72136" y="441236"/>
                </a:lnTo>
                <a:lnTo>
                  <a:pt x="83248" y="483450"/>
                </a:lnTo>
                <a:lnTo>
                  <a:pt x="88315" y="510057"/>
                </a:lnTo>
                <a:lnTo>
                  <a:pt x="104000" y="549986"/>
                </a:lnTo>
                <a:lnTo>
                  <a:pt x="135153" y="569404"/>
                </a:lnTo>
                <a:lnTo>
                  <a:pt x="169062" y="562292"/>
                </a:lnTo>
                <a:lnTo>
                  <a:pt x="193014" y="522630"/>
                </a:lnTo>
                <a:lnTo>
                  <a:pt x="198602" y="487654"/>
                </a:lnTo>
                <a:lnTo>
                  <a:pt x="202387" y="437413"/>
                </a:lnTo>
                <a:lnTo>
                  <a:pt x="204546" y="376707"/>
                </a:lnTo>
                <a:lnTo>
                  <a:pt x="205244" y="310311"/>
                </a:lnTo>
                <a:close/>
              </a:path>
              <a:path w="421004" h="846454">
                <a:moveTo>
                  <a:pt x="420827" y="627964"/>
                </a:moveTo>
                <a:lnTo>
                  <a:pt x="415175" y="586206"/>
                </a:lnTo>
                <a:lnTo>
                  <a:pt x="406857" y="539318"/>
                </a:lnTo>
                <a:lnTo>
                  <a:pt x="400672" y="507885"/>
                </a:lnTo>
                <a:lnTo>
                  <a:pt x="401358" y="503110"/>
                </a:lnTo>
                <a:lnTo>
                  <a:pt x="400939" y="476034"/>
                </a:lnTo>
                <a:lnTo>
                  <a:pt x="403288" y="432435"/>
                </a:lnTo>
                <a:lnTo>
                  <a:pt x="407098" y="376021"/>
                </a:lnTo>
                <a:lnTo>
                  <a:pt x="411035" y="310515"/>
                </a:lnTo>
                <a:lnTo>
                  <a:pt x="413804" y="239598"/>
                </a:lnTo>
                <a:lnTo>
                  <a:pt x="411492" y="157607"/>
                </a:lnTo>
                <a:lnTo>
                  <a:pt x="403567" y="94843"/>
                </a:lnTo>
                <a:lnTo>
                  <a:pt x="395109" y="54698"/>
                </a:lnTo>
                <a:lnTo>
                  <a:pt x="391172" y="40563"/>
                </a:lnTo>
                <a:lnTo>
                  <a:pt x="366687" y="7366"/>
                </a:lnTo>
                <a:lnTo>
                  <a:pt x="330568" y="0"/>
                </a:lnTo>
                <a:lnTo>
                  <a:pt x="289737" y="11226"/>
                </a:lnTo>
                <a:lnTo>
                  <a:pt x="251155" y="33769"/>
                </a:lnTo>
                <a:lnTo>
                  <a:pt x="221792" y="60401"/>
                </a:lnTo>
                <a:lnTo>
                  <a:pt x="208584" y="83858"/>
                </a:lnTo>
                <a:lnTo>
                  <a:pt x="208788" y="107327"/>
                </a:lnTo>
                <a:lnTo>
                  <a:pt x="212712" y="148615"/>
                </a:lnTo>
                <a:lnTo>
                  <a:pt x="219722" y="202996"/>
                </a:lnTo>
                <a:lnTo>
                  <a:pt x="229171" y="265709"/>
                </a:lnTo>
                <a:lnTo>
                  <a:pt x="240449" y="332016"/>
                </a:lnTo>
                <a:lnTo>
                  <a:pt x="252895" y="397154"/>
                </a:lnTo>
                <a:lnTo>
                  <a:pt x="265887" y="456387"/>
                </a:lnTo>
                <a:lnTo>
                  <a:pt x="278790" y="504964"/>
                </a:lnTo>
                <a:lnTo>
                  <a:pt x="281686" y="512876"/>
                </a:lnTo>
                <a:lnTo>
                  <a:pt x="284429" y="533971"/>
                </a:lnTo>
                <a:lnTo>
                  <a:pt x="292087" y="581609"/>
                </a:lnTo>
                <a:lnTo>
                  <a:pt x="308292" y="673544"/>
                </a:lnTo>
                <a:lnTo>
                  <a:pt x="338543" y="841984"/>
                </a:lnTo>
                <a:lnTo>
                  <a:pt x="368173" y="846289"/>
                </a:lnTo>
                <a:lnTo>
                  <a:pt x="382308" y="841375"/>
                </a:lnTo>
                <a:lnTo>
                  <a:pt x="404202" y="830300"/>
                </a:lnTo>
                <a:lnTo>
                  <a:pt x="407403" y="805192"/>
                </a:lnTo>
                <a:lnTo>
                  <a:pt x="414108" y="746480"/>
                </a:lnTo>
                <a:lnTo>
                  <a:pt x="420027" y="679094"/>
                </a:lnTo>
                <a:lnTo>
                  <a:pt x="420827" y="627964"/>
                </a:lnTo>
                <a:close/>
              </a:path>
            </a:pathLst>
          </a:custGeom>
          <a:solidFill>
            <a:srgbClr val="EAD1C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0" name="object 610" descr=""/>
          <p:cNvGrpSpPr/>
          <p:nvPr/>
        </p:nvGrpSpPr>
        <p:grpSpPr>
          <a:xfrm>
            <a:off x="8193378" y="3753303"/>
            <a:ext cx="276860" cy="38735"/>
            <a:chOff x="8193378" y="3753303"/>
            <a:chExt cx="276860" cy="38735"/>
          </a:xfrm>
        </p:grpSpPr>
        <p:sp>
          <p:nvSpPr>
            <p:cNvPr id="611" name="object 611" descr=""/>
            <p:cNvSpPr/>
            <p:nvPr/>
          </p:nvSpPr>
          <p:spPr>
            <a:xfrm>
              <a:off x="8311732" y="3762102"/>
              <a:ext cx="19050" cy="19685"/>
            </a:xfrm>
            <a:custGeom>
              <a:avLst/>
              <a:gdLst/>
              <a:ahLst/>
              <a:cxnLst/>
              <a:rect l="l" t="t" r="r" b="b"/>
              <a:pathLst>
                <a:path w="19050" h="19685">
                  <a:moveTo>
                    <a:pt x="9447" y="0"/>
                  </a:moveTo>
                  <a:lnTo>
                    <a:pt x="2364" y="3056"/>
                  </a:lnTo>
                  <a:lnTo>
                    <a:pt x="0" y="9779"/>
                  </a:lnTo>
                  <a:lnTo>
                    <a:pt x="2358" y="16503"/>
                  </a:lnTo>
                  <a:lnTo>
                    <a:pt x="9447" y="19559"/>
                  </a:lnTo>
                  <a:lnTo>
                    <a:pt x="16529" y="16503"/>
                  </a:lnTo>
                  <a:lnTo>
                    <a:pt x="18894" y="9779"/>
                  </a:lnTo>
                  <a:lnTo>
                    <a:pt x="16535" y="3056"/>
                  </a:lnTo>
                  <a:lnTo>
                    <a:pt x="9447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2" name="object 612" descr=""/>
            <p:cNvSpPr/>
            <p:nvPr/>
          </p:nvSpPr>
          <p:spPr>
            <a:xfrm>
              <a:off x="8193367" y="3753313"/>
              <a:ext cx="276860" cy="38735"/>
            </a:xfrm>
            <a:custGeom>
              <a:avLst/>
              <a:gdLst/>
              <a:ahLst/>
              <a:cxnLst/>
              <a:rect l="l" t="t" r="r" b="b"/>
              <a:pathLst>
                <a:path w="276859" h="38735">
                  <a:moveTo>
                    <a:pt x="78968" y="18072"/>
                  </a:moveTo>
                  <a:lnTo>
                    <a:pt x="50888" y="15392"/>
                  </a:lnTo>
                  <a:lnTo>
                    <a:pt x="34290" y="12623"/>
                  </a:lnTo>
                  <a:lnTo>
                    <a:pt x="22682" y="8051"/>
                  </a:lnTo>
                  <a:lnTo>
                    <a:pt x="9525" y="0"/>
                  </a:lnTo>
                  <a:lnTo>
                    <a:pt x="0" y="18592"/>
                  </a:lnTo>
                  <a:lnTo>
                    <a:pt x="32143" y="30721"/>
                  </a:lnTo>
                  <a:lnTo>
                    <a:pt x="49720" y="36677"/>
                  </a:lnTo>
                  <a:lnTo>
                    <a:pt x="58915" y="38176"/>
                  </a:lnTo>
                  <a:lnTo>
                    <a:pt x="65900" y="36944"/>
                  </a:lnTo>
                  <a:lnTo>
                    <a:pt x="76479" y="34251"/>
                  </a:lnTo>
                  <a:lnTo>
                    <a:pt x="78968" y="18072"/>
                  </a:lnTo>
                  <a:close/>
                </a:path>
                <a:path w="276859" h="38735">
                  <a:moveTo>
                    <a:pt x="276783" y="20561"/>
                  </a:moveTo>
                  <a:lnTo>
                    <a:pt x="266052" y="1739"/>
                  </a:lnTo>
                  <a:lnTo>
                    <a:pt x="246672" y="9779"/>
                  </a:lnTo>
                  <a:lnTo>
                    <a:pt x="230339" y="14160"/>
                  </a:lnTo>
                  <a:lnTo>
                    <a:pt x="208191" y="16408"/>
                  </a:lnTo>
                  <a:lnTo>
                    <a:pt x="171335" y="18072"/>
                  </a:lnTo>
                  <a:lnTo>
                    <a:pt x="172161" y="20637"/>
                  </a:lnTo>
                  <a:lnTo>
                    <a:pt x="175145" y="26504"/>
                  </a:lnTo>
                  <a:lnTo>
                    <a:pt x="181076" y="32867"/>
                  </a:lnTo>
                  <a:lnTo>
                    <a:pt x="190728" y="36944"/>
                  </a:lnTo>
                  <a:lnTo>
                    <a:pt x="200914" y="38214"/>
                  </a:lnTo>
                  <a:lnTo>
                    <a:pt x="213271" y="36931"/>
                  </a:lnTo>
                  <a:lnTo>
                    <a:pt x="235877" y="31559"/>
                  </a:lnTo>
                  <a:lnTo>
                    <a:pt x="276783" y="20561"/>
                  </a:lnTo>
                  <a:close/>
                </a:path>
              </a:pathLst>
            </a:custGeom>
            <a:solidFill>
              <a:srgbClr val="E1C4B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3" name="object 613" descr=""/>
          <p:cNvSpPr/>
          <p:nvPr/>
        </p:nvSpPr>
        <p:spPr>
          <a:xfrm>
            <a:off x="9465828" y="3673706"/>
            <a:ext cx="157480" cy="401955"/>
          </a:xfrm>
          <a:custGeom>
            <a:avLst/>
            <a:gdLst/>
            <a:ahLst/>
            <a:cxnLst/>
            <a:rect l="l" t="t" r="r" b="b"/>
            <a:pathLst>
              <a:path w="157479" h="401954">
                <a:moveTo>
                  <a:pt x="87276" y="0"/>
                </a:moveTo>
                <a:lnTo>
                  <a:pt x="50497" y="34241"/>
                </a:lnTo>
                <a:lnTo>
                  <a:pt x="37682" y="96373"/>
                </a:lnTo>
                <a:lnTo>
                  <a:pt x="28931" y="156865"/>
                </a:lnTo>
                <a:lnTo>
                  <a:pt x="19156" y="228075"/>
                </a:lnTo>
                <a:lnTo>
                  <a:pt x="9988" y="297075"/>
                </a:lnTo>
                <a:lnTo>
                  <a:pt x="3059" y="350939"/>
                </a:lnTo>
                <a:lnTo>
                  <a:pt x="0" y="376740"/>
                </a:lnTo>
                <a:lnTo>
                  <a:pt x="11522" y="388408"/>
                </a:lnTo>
                <a:lnTo>
                  <a:pt x="39750" y="398115"/>
                </a:lnTo>
                <a:lnTo>
                  <a:pt x="72560" y="401515"/>
                </a:lnTo>
                <a:lnTo>
                  <a:pt x="97829" y="394258"/>
                </a:lnTo>
                <a:lnTo>
                  <a:pt x="114775" y="306161"/>
                </a:lnTo>
                <a:lnTo>
                  <a:pt x="124628" y="256717"/>
                </a:lnTo>
                <a:lnTo>
                  <a:pt x="131173" y="227853"/>
                </a:lnTo>
                <a:lnTo>
                  <a:pt x="138194" y="201500"/>
                </a:lnTo>
                <a:lnTo>
                  <a:pt x="147867" y="160865"/>
                </a:lnTo>
                <a:lnTo>
                  <a:pt x="156086" y="109929"/>
                </a:lnTo>
                <a:lnTo>
                  <a:pt x="157219" y="61777"/>
                </a:lnTo>
                <a:lnTo>
                  <a:pt x="145629" y="29495"/>
                </a:lnTo>
                <a:lnTo>
                  <a:pt x="124658" y="13299"/>
                </a:lnTo>
                <a:lnTo>
                  <a:pt x="103940" y="3868"/>
                </a:lnTo>
                <a:lnTo>
                  <a:pt x="87276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4" name="object 614" descr=""/>
          <p:cNvGrpSpPr/>
          <p:nvPr/>
        </p:nvGrpSpPr>
        <p:grpSpPr>
          <a:xfrm>
            <a:off x="9535555" y="3619537"/>
            <a:ext cx="523875" cy="513080"/>
            <a:chOff x="9535555" y="3619537"/>
            <a:chExt cx="523875" cy="513080"/>
          </a:xfrm>
        </p:grpSpPr>
        <p:sp>
          <p:nvSpPr>
            <p:cNvPr id="615" name="object 615" descr=""/>
            <p:cNvSpPr/>
            <p:nvPr/>
          </p:nvSpPr>
          <p:spPr>
            <a:xfrm>
              <a:off x="9895374" y="3675277"/>
              <a:ext cx="163830" cy="401320"/>
            </a:xfrm>
            <a:custGeom>
              <a:avLst/>
              <a:gdLst/>
              <a:ahLst/>
              <a:cxnLst/>
              <a:rect l="l" t="t" r="r" b="b"/>
              <a:pathLst>
                <a:path w="163829" h="401320">
                  <a:moveTo>
                    <a:pt x="70417" y="0"/>
                  </a:moveTo>
                  <a:lnTo>
                    <a:pt x="53723" y="3740"/>
                  </a:lnTo>
                  <a:lnTo>
                    <a:pt x="32931" y="13011"/>
                  </a:lnTo>
                  <a:lnTo>
                    <a:pt x="11838" y="29047"/>
                  </a:lnTo>
                  <a:lnTo>
                    <a:pt x="0" y="61242"/>
                  </a:lnTo>
                  <a:lnTo>
                    <a:pt x="765" y="109402"/>
                  </a:lnTo>
                  <a:lnTo>
                    <a:pt x="8599" y="160398"/>
                  </a:lnTo>
                  <a:lnTo>
                    <a:pt x="17964" y="201104"/>
                  </a:lnTo>
                  <a:lnTo>
                    <a:pt x="24785" y="227510"/>
                  </a:lnTo>
                  <a:lnTo>
                    <a:pt x="31112" y="256422"/>
                  </a:lnTo>
                  <a:lnTo>
                    <a:pt x="40593" y="305941"/>
                  </a:lnTo>
                  <a:lnTo>
                    <a:pt x="56873" y="394167"/>
                  </a:lnTo>
                  <a:lnTo>
                    <a:pt x="83477" y="400751"/>
                  </a:lnTo>
                  <a:lnTo>
                    <a:pt x="119383" y="395710"/>
                  </a:lnTo>
                  <a:lnTo>
                    <a:pt x="150757" y="384329"/>
                  </a:lnTo>
                  <a:lnTo>
                    <a:pt x="163760" y="371895"/>
                  </a:lnTo>
                  <a:lnTo>
                    <a:pt x="160236" y="346478"/>
                  </a:lnTo>
                  <a:lnTo>
                    <a:pt x="152062" y="293580"/>
                  </a:lnTo>
                  <a:lnTo>
                    <a:pt x="141267" y="225835"/>
                  </a:lnTo>
                  <a:lnTo>
                    <a:pt x="129883" y="155877"/>
                  </a:lnTo>
                  <a:lnTo>
                    <a:pt x="119936" y="96338"/>
                  </a:lnTo>
                  <a:lnTo>
                    <a:pt x="106930" y="34518"/>
                  </a:lnTo>
                  <a:lnTo>
                    <a:pt x="79218" y="556"/>
                  </a:lnTo>
                  <a:lnTo>
                    <a:pt x="70417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6" name="object 616" descr=""/>
            <p:cNvSpPr/>
            <p:nvPr/>
          </p:nvSpPr>
          <p:spPr>
            <a:xfrm>
              <a:off x="9535555" y="3619537"/>
              <a:ext cx="443230" cy="513080"/>
            </a:xfrm>
            <a:custGeom>
              <a:avLst/>
              <a:gdLst/>
              <a:ahLst/>
              <a:cxnLst/>
              <a:rect l="l" t="t" r="r" b="b"/>
              <a:pathLst>
                <a:path w="443229" h="513079">
                  <a:moveTo>
                    <a:pt x="321727" y="0"/>
                  </a:moveTo>
                  <a:lnTo>
                    <a:pt x="320508" y="34531"/>
                  </a:lnTo>
                  <a:lnTo>
                    <a:pt x="308154" y="108693"/>
                  </a:lnTo>
                  <a:lnTo>
                    <a:pt x="271616" y="178339"/>
                  </a:lnTo>
                  <a:lnTo>
                    <a:pt x="197846" y="199323"/>
                  </a:lnTo>
                  <a:lnTo>
                    <a:pt x="159778" y="189493"/>
                  </a:lnTo>
                  <a:lnTo>
                    <a:pt x="137223" y="166231"/>
                  </a:lnTo>
                  <a:lnTo>
                    <a:pt x="121302" y="111551"/>
                  </a:lnTo>
                  <a:lnTo>
                    <a:pt x="103137" y="7465"/>
                  </a:lnTo>
                  <a:lnTo>
                    <a:pt x="8742" y="54658"/>
                  </a:lnTo>
                  <a:lnTo>
                    <a:pt x="6499" y="71928"/>
                  </a:lnTo>
                  <a:lnTo>
                    <a:pt x="2314" y="115317"/>
                  </a:lnTo>
                  <a:lnTo>
                    <a:pt x="0" y="172191"/>
                  </a:lnTo>
                  <a:lnTo>
                    <a:pt x="3370" y="229919"/>
                  </a:lnTo>
                  <a:lnTo>
                    <a:pt x="13417" y="269186"/>
                  </a:lnTo>
                  <a:lnTo>
                    <a:pt x="27779" y="301345"/>
                  </a:lnTo>
                  <a:lnTo>
                    <a:pt x="40760" y="327416"/>
                  </a:lnTo>
                  <a:lnTo>
                    <a:pt x="46667" y="348418"/>
                  </a:lnTo>
                  <a:lnTo>
                    <a:pt x="47175" y="377114"/>
                  </a:lnTo>
                  <a:lnTo>
                    <a:pt x="47520" y="416936"/>
                  </a:lnTo>
                  <a:lnTo>
                    <a:pt x="47324" y="454891"/>
                  </a:lnTo>
                  <a:lnTo>
                    <a:pt x="46206" y="477985"/>
                  </a:lnTo>
                  <a:lnTo>
                    <a:pt x="61956" y="491598"/>
                  </a:lnTo>
                  <a:lnTo>
                    <a:pt x="102432" y="505332"/>
                  </a:lnTo>
                  <a:lnTo>
                    <a:pt x="152368" y="512529"/>
                  </a:lnTo>
                  <a:lnTo>
                    <a:pt x="196495" y="506529"/>
                  </a:lnTo>
                  <a:lnTo>
                    <a:pt x="230527" y="497209"/>
                  </a:lnTo>
                  <a:lnTo>
                    <a:pt x="260167" y="496127"/>
                  </a:lnTo>
                  <a:lnTo>
                    <a:pt x="285157" y="499115"/>
                  </a:lnTo>
                  <a:lnTo>
                    <a:pt x="305235" y="502005"/>
                  </a:lnTo>
                  <a:lnTo>
                    <a:pt x="328922" y="501258"/>
                  </a:lnTo>
                  <a:lnTo>
                    <a:pt x="358565" y="496398"/>
                  </a:lnTo>
                  <a:lnTo>
                    <a:pt x="384644" y="487855"/>
                  </a:lnTo>
                  <a:lnTo>
                    <a:pt x="397641" y="476058"/>
                  </a:lnTo>
                  <a:lnTo>
                    <a:pt x="397509" y="453300"/>
                  </a:lnTo>
                  <a:lnTo>
                    <a:pt x="394052" y="417050"/>
                  </a:lnTo>
                  <a:lnTo>
                    <a:pt x="392522" y="375506"/>
                  </a:lnTo>
                  <a:lnTo>
                    <a:pt x="398175" y="336869"/>
                  </a:lnTo>
                  <a:lnTo>
                    <a:pt x="417887" y="281550"/>
                  </a:lnTo>
                  <a:lnTo>
                    <a:pt x="426512" y="250168"/>
                  </a:lnTo>
                  <a:lnTo>
                    <a:pt x="430163" y="218276"/>
                  </a:lnTo>
                  <a:lnTo>
                    <a:pt x="430603" y="152342"/>
                  </a:lnTo>
                  <a:lnTo>
                    <a:pt x="432070" y="113815"/>
                  </a:lnTo>
                  <a:lnTo>
                    <a:pt x="435754" y="87803"/>
                  </a:lnTo>
                  <a:lnTo>
                    <a:pt x="442844" y="59411"/>
                  </a:lnTo>
                  <a:lnTo>
                    <a:pt x="438117" y="56161"/>
                  </a:lnTo>
                  <a:lnTo>
                    <a:pt x="425896" y="48256"/>
                  </a:lnTo>
                  <a:lnTo>
                    <a:pt x="409121" y="38468"/>
                  </a:lnTo>
                  <a:lnTo>
                    <a:pt x="390730" y="29569"/>
                  </a:lnTo>
                  <a:lnTo>
                    <a:pt x="375987" y="23453"/>
                  </a:lnTo>
                  <a:lnTo>
                    <a:pt x="321727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7" name="object 617" descr=""/>
            <p:cNvSpPr/>
            <p:nvPr/>
          </p:nvSpPr>
          <p:spPr>
            <a:xfrm>
              <a:off x="9627493" y="3628353"/>
              <a:ext cx="245745" cy="279400"/>
            </a:xfrm>
            <a:custGeom>
              <a:avLst/>
              <a:gdLst/>
              <a:ahLst/>
              <a:cxnLst/>
              <a:rect l="l" t="t" r="r" b="b"/>
              <a:pathLst>
                <a:path w="245745" h="279400">
                  <a:moveTo>
                    <a:pt x="14856" y="143915"/>
                  </a:moveTo>
                  <a:lnTo>
                    <a:pt x="37294" y="212331"/>
                  </a:lnTo>
                  <a:lnTo>
                    <a:pt x="60344" y="244287"/>
                  </a:lnTo>
                  <a:lnTo>
                    <a:pt x="122092" y="278775"/>
                  </a:lnTo>
                  <a:lnTo>
                    <a:pt x="156003" y="270059"/>
                  </a:lnTo>
                  <a:lnTo>
                    <a:pt x="179431" y="246075"/>
                  </a:lnTo>
                  <a:lnTo>
                    <a:pt x="122083" y="246075"/>
                  </a:lnTo>
                  <a:lnTo>
                    <a:pt x="88082" y="226569"/>
                  </a:lnTo>
                  <a:lnTo>
                    <a:pt x="39202" y="180657"/>
                  </a:lnTo>
                  <a:lnTo>
                    <a:pt x="14856" y="143915"/>
                  </a:lnTo>
                  <a:close/>
                </a:path>
                <a:path w="245745" h="279400">
                  <a:moveTo>
                    <a:pt x="239271" y="0"/>
                  </a:moveTo>
                  <a:lnTo>
                    <a:pt x="236325" y="53234"/>
                  </a:lnTo>
                  <a:lnTo>
                    <a:pt x="230873" y="92929"/>
                  </a:lnTo>
                  <a:lnTo>
                    <a:pt x="213056" y="158734"/>
                  </a:lnTo>
                  <a:lnTo>
                    <a:pt x="197160" y="194362"/>
                  </a:lnTo>
                  <a:lnTo>
                    <a:pt x="151628" y="243539"/>
                  </a:lnTo>
                  <a:lnTo>
                    <a:pt x="122083" y="246075"/>
                  </a:lnTo>
                  <a:lnTo>
                    <a:pt x="179431" y="246075"/>
                  </a:lnTo>
                  <a:lnTo>
                    <a:pt x="188749" y="236537"/>
                  </a:lnTo>
                  <a:lnTo>
                    <a:pt x="224819" y="179060"/>
                  </a:lnTo>
                  <a:lnTo>
                    <a:pt x="242105" y="135262"/>
                  </a:lnTo>
                  <a:lnTo>
                    <a:pt x="245343" y="82967"/>
                  </a:lnTo>
                  <a:lnTo>
                    <a:pt x="239271" y="0"/>
                  </a:lnTo>
                  <a:close/>
                </a:path>
                <a:path w="245745" h="279400">
                  <a:moveTo>
                    <a:pt x="10682" y="125626"/>
                  </a:moveTo>
                  <a:lnTo>
                    <a:pt x="13919" y="142502"/>
                  </a:lnTo>
                  <a:lnTo>
                    <a:pt x="14856" y="143915"/>
                  </a:lnTo>
                  <a:lnTo>
                    <a:pt x="10682" y="125626"/>
                  </a:lnTo>
                  <a:close/>
                </a:path>
                <a:path w="245745" h="279400">
                  <a:moveTo>
                    <a:pt x="4661" y="94241"/>
                  </a:moveTo>
                  <a:lnTo>
                    <a:pt x="5646" y="103559"/>
                  </a:lnTo>
                  <a:lnTo>
                    <a:pt x="10682" y="125626"/>
                  </a:lnTo>
                  <a:lnTo>
                    <a:pt x="4661" y="94241"/>
                  </a:lnTo>
                  <a:close/>
                </a:path>
                <a:path w="245745" h="279400">
                  <a:moveTo>
                    <a:pt x="4058" y="88537"/>
                  </a:moveTo>
                  <a:lnTo>
                    <a:pt x="4142" y="91536"/>
                  </a:lnTo>
                  <a:lnTo>
                    <a:pt x="4661" y="94241"/>
                  </a:lnTo>
                  <a:lnTo>
                    <a:pt x="4058" y="88537"/>
                  </a:lnTo>
                  <a:close/>
                </a:path>
                <a:path w="245745" h="279400">
                  <a:moveTo>
                    <a:pt x="1781" y="7193"/>
                  </a:moveTo>
                  <a:lnTo>
                    <a:pt x="461" y="17956"/>
                  </a:lnTo>
                  <a:lnTo>
                    <a:pt x="0" y="50133"/>
                  </a:lnTo>
                  <a:lnTo>
                    <a:pt x="4058" y="88537"/>
                  </a:lnTo>
                  <a:lnTo>
                    <a:pt x="1781" y="7193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8" name="object 618" descr=""/>
            <p:cNvPicPr/>
            <p:nvPr/>
          </p:nvPicPr>
          <p:blipFill>
            <a:blip r:embed="rId84" cstate="print"/>
            <a:stretch>
              <a:fillRect/>
            </a:stretch>
          </p:blipFill>
          <p:spPr>
            <a:xfrm>
              <a:off x="9651353" y="3814724"/>
              <a:ext cx="205187" cy="171575"/>
            </a:xfrm>
            <a:prstGeom prst="rect">
              <a:avLst/>
            </a:prstGeom>
          </p:spPr>
        </p:pic>
      </p:grpSp>
      <p:sp>
        <p:nvSpPr>
          <p:cNvPr id="619" name="object 619" descr=""/>
          <p:cNvSpPr/>
          <p:nvPr/>
        </p:nvSpPr>
        <p:spPr>
          <a:xfrm>
            <a:off x="11403172" y="3665795"/>
            <a:ext cx="157480" cy="401955"/>
          </a:xfrm>
          <a:custGeom>
            <a:avLst/>
            <a:gdLst/>
            <a:ahLst/>
            <a:cxnLst/>
            <a:rect l="l" t="t" r="r" b="b"/>
            <a:pathLst>
              <a:path w="157479" h="401954">
                <a:moveTo>
                  <a:pt x="87276" y="0"/>
                </a:moveTo>
                <a:lnTo>
                  <a:pt x="50497" y="34241"/>
                </a:lnTo>
                <a:lnTo>
                  <a:pt x="37682" y="96373"/>
                </a:lnTo>
                <a:lnTo>
                  <a:pt x="28931" y="156865"/>
                </a:lnTo>
                <a:lnTo>
                  <a:pt x="19156" y="228075"/>
                </a:lnTo>
                <a:lnTo>
                  <a:pt x="9988" y="297075"/>
                </a:lnTo>
                <a:lnTo>
                  <a:pt x="3059" y="350939"/>
                </a:lnTo>
                <a:lnTo>
                  <a:pt x="0" y="376740"/>
                </a:lnTo>
                <a:lnTo>
                  <a:pt x="11522" y="388408"/>
                </a:lnTo>
                <a:lnTo>
                  <a:pt x="39748" y="398115"/>
                </a:lnTo>
                <a:lnTo>
                  <a:pt x="72555" y="401515"/>
                </a:lnTo>
                <a:lnTo>
                  <a:pt x="97819" y="394258"/>
                </a:lnTo>
                <a:lnTo>
                  <a:pt x="114770" y="306161"/>
                </a:lnTo>
                <a:lnTo>
                  <a:pt x="124627" y="256717"/>
                </a:lnTo>
                <a:lnTo>
                  <a:pt x="131173" y="227853"/>
                </a:lnTo>
                <a:lnTo>
                  <a:pt x="138194" y="201500"/>
                </a:lnTo>
                <a:lnTo>
                  <a:pt x="147867" y="160865"/>
                </a:lnTo>
                <a:lnTo>
                  <a:pt x="156086" y="109929"/>
                </a:lnTo>
                <a:lnTo>
                  <a:pt x="157219" y="61777"/>
                </a:lnTo>
                <a:lnTo>
                  <a:pt x="145629" y="29495"/>
                </a:lnTo>
                <a:lnTo>
                  <a:pt x="124658" y="13299"/>
                </a:lnTo>
                <a:lnTo>
                  <a:pt x="103940" y="3868"/>
                </a:lnTo>
                <a:lnTo>
                  <a:pt x="87276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0" name="object 620" descr=""/>
          <p:cNvGrpSpPr/>
          <p:nvPr/>
        </p:nvGrpSpPr>
        <p:grpSpPr>
          <a:xfrm>
            <a:off x="11481637" y="3606097"/>
            <a:ext cx="514984" cy="514350"/>
            <a:chOff x="11481637" y="3606097"/>
            <a:chExt cx="514984" cy="514350"/>
          </a:xfrm>
        </p:grpSpPr>
        <p:sp>
          <p:nvSpPr>
            <p:cNvPr id="621" name="object 621" descr=""/>
            <p:cNvSpPr/>
            <p:nvPr/>
          </p:nvSpPr>
          <p:spPr>
            <a:xfrm>
              <a:off x="11832718" y="3667365"/>
              <a:ext cx="163830" cy="401320"/>
            </a:xfrm>
            <a:custGeom>
              <a:avLst/>
              <a:gdLst/>
              <a:ahLst/>
              <a:cxnLst/>
              <a:rect l="l" t="t" r="r" b="b"/>
              <a:pathLst>
                <a:path w="163829" h="401320">
                  <a:moveTo>
                    <a:pt x="70417" y="0"/>
                  </a:moveTo>
                  <a:lnTo>
                    <a:pt x="53723" y="3740"/>
                  </a:lnTo>
                  <a:lnTo>
                    <a:pt x="32931" y="13011"/>
                  </a:lnTo>
                  <a:lnTo>
                    <a:pt x="11838" y="29047"/>
                  </a:lnTo>
                  <a:lnTo>
                    <a:pt x="0" y="61242"/>
                  </a:lnTo>
                  <a:lnTo>
                    <a:pt x="765" y="109402"/>
                  </a:lnTo>
                  <a:lnTo>
                    <a:pt x="8599" y="160398"/>
                  </a:lnTo>
                  <a:lnTo>
                    <a:pt x="17964" y="201104"/>
                  </a:lnTo>
                  <a:lnTo>
                    <a:pt x="24785" y="227510"/>
                  </a:lnTo>
                  <a:lnTo>
                    <a:pt x="31112" y="256422"/>
                  </a:lnTo>
                  <a:lnTo>
                    <a:pt x="40593" y="305941"/>
                  </a:lnTo>
                  <a:lnTo>
                    <a:pt x="56873" y="394167"/>
                  </a:lnTo>
                  <a:lnTo>
                    <a:pt x="83477" y="400753"/>
                  </a:lnTo>
                  <a:lnTo>
                    <a:pt x="119383" y="395714"/>
                  </a:lnTo>
                  <a:lnTo>
                    <a:pt x="150757" y="384334"/>
                  </a:lnTo>
                  <a:lnTo>
                    <a:pt x="163760" y="371895"/>
                  </a:lnTo>
                  <a:lnTo>
                    <a:pt x="160236" y="346478"/>
                  </a:lnTo>
                  <a:lnTo>
                    <a:pt x="152062" y="293580"/>
                  </a:lnTo>
                  <a:lnTo>
                    <a:pt x="141267" y="225835"/>
                  </a:lnTo>
                  <a:lnTo>
                    <a:pt x="129883" y="155877"/>
                  </a:lnTo>
                  <a:lnTo>
                    <a:pt x="119936" y="96338"/>
                  </a:lnTo>
                  <a:lnTo>
                    <a:pt x="106930" y="34518"/>
                  </a:lnTo>
                  <a:lnTo>
                    <a:pt x="79218" y="556"/>
                  </a:lnTo>
                  <a:lnTo>
                    <a:pt x="70417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2" name="object 622" descr=""/>
            <p:cNvSpPr/>
            <p:nvPr/>
          </p:nvSpPr>
          <p:spPr>
            <a:xfrm>
              <a:off x="11481637" y="3606097"/>
              <a:ext cx="434340" cy="514350"/>
            </a:xfrm>
            <a:custGeom>
              <a:avLst/>
              <a:gdLst/>
              <a:ahLst/>
              <a:cxnLst/>
              <a:rect l="l" t="t" r="r" b="b"/>
              <a:pathLst>
                <a:path w="434340" h="514350">
                  <a:moveTo>
                    <a:pt x="120394" y="0"/>
                  </a:moveTo>
                  <a:lnTo>
                    <a:pt x="0" y="60186"/>
                  </a:lnTo>
                  <a:lnTo>
                    <a:pt x="1936" y="79849"/>
                  </a:lnTo>
                  <a:lnTo>
                    <a:pt x="6014" y="127462"/>
                  </a:lnTo>
                  <a:lnTo>
                    <a:pt x="9634" y="185958"/>
                  </a:lnTo>
                  <a:lnTo>
                    <a:pt x="10198" y="238275"/>
                  </a:lnTo>
                  <a:lnTo>
                    <a:pt x="13419" y="277312"/>
                  </a:lnTo>
                  <a:lnTo>
                    <a:pt x="22919" y="308476"/>
                  </a:lnTo>
                  <a:lnTo>
                    <a:pt x="32990" y="333457"/>
                  </a:lnTo>
                  <a:lnTo>
                    <a:pt x="37925" y="353947"/>
                  </a:lnTo>
                  <a:lnTo>
                    <a:pt x="38438" y="382642"/>
                  </a:lnTo>
                  <a:lnTo>
                    <a:pt x="38784" y="422464"/>
                  </a:lnTo>
                  <a:lnTo>
                    <a:pt x="38588" y="460420"/>
                  </a:lnTo>
                  <a:lnTo>
                    <a:pt x="37475" y="483514"/>
                  </a:lnTo>
                  <a:lnTo>
                    <a:pt x="52834" y="495862"/>
                  </a:lnTo>
                  <a:lnTo>
                    <a:pt x="92660" y="507488"/>
                  </a:lnTo>
                  <a:lnTo>
                    <a:pt x="142466" y="514263"/>
                  </a:lnTo>
                  <a:lnTo>
                    <a:pt x="187763" y="512057"/>
                  </a:lnTo>
                  <a:lnTo>
                    <a:pt x="222651" y="507215"/>
                  </a:lnTo>
                  <a:lnTo>
                    <a:pt x="249429" y="507632"/>
                  </a:lnTo>
                  <a:lnTo>
                    <a:pt x="288839" y="513062"/>
                  </a:lnTo>
                  <a:lnTo>
                    <a:pt x="313723" y="511452"/>
                  </a:lnTo>
                  <a:lnTo>
                    <a:pt x="346001" y="504691"/>
                  </a:lnTo>
                  <a:lnTo>
                    <a:pt x="374715" y="494247"/>
                  </a:lnTo>
                  <a:lnTo>
                    <a:pt x="388909" y="481587"/>
                  </a:lnTo>
                  <a:lnTo>
                    <a:pt x="389550" y="454969"/>
                  </a:lnTo>
                  <a:lnTo>
                    <a:pt x="387790" y="410228"/>
                  </a:lnTo>
                  <a:lnTo>
                    <a:pt x="387956" y="360194"/>
                  </a:lnTo>
                  <a:lnTo>
                    <a:pt x="394375" y="317697"/>
                  </a:lnTo>
                  <a:lnTo>
                    <a:pt x="410192" y="266116"/>
                  </a:lnTo>
                  <a:lnTo>
                    <a:pt x="419603" y="222594"/>
                  </a:lnTo>
                  <a:lnTo>
                    <a:pt x="426335" y="163433"/>
                  </a:lnTo>
                  <a:lnTo>
                    <a:pt x="434112" y="64940"/>
                  </a:lnTo>
                  <a:lnTo>
                    <a:pt x="429385" y="61691"/>
                  </a:lnTo>
                  <a:lnTo>
                    <a:pt x="417165" y="53788"/>
                  </a:lnTo>
                  <a:lnTo>
                    <a:pt x="400389" y="44001"/>
                  </a:lnTo>
                  <a:lnTo>
                    <a:pt x="381998" y="35098"/>
                  </a:lnTo>
                  <a:lnTo>
                    <a:pt x="367256" y="28982"/>
                  </a:lnTo>
                  <a:lnTo>
                    <a:pt x="312995" y="5528"/>
                  </a:lnTo>
                  <a:lnTo>
                    <a:pt x="262434" y="20428"/>
                  </a:lnTo>
                  <a:lnTo>
                    <a:pt x="217208" y="23622"/>
                  </a:lnTo>
                  <a:lnTo>
                    <a:pt x="178471" y="23694"/>
                  </a:lnTo>
                  <a:lnTo>
                    <a:pt x="155474" y="21258"/>
                  </a:lnTo>
                  <a:lnTo>
                    <a:pt x="139140" y="14098"/>
                  </a:lnTo>
                  <a:lnTo>
                    <a:pt x="120394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3" name="object 623" descr=""/>
          <p:cNvSpPr/>
          <p:nvPr/>
        </p:nvSpPr>
        <p:spPr>
          <a:xfrm>
            <a:off x="10683949" y="3660005"/>
            <a:ext cx="157480" cy="401955"/>
          </a:xfrm>
          <a:custGeom>
            <a:avLst/>
            <a:gdLst/>
            <a:ahLst/>
            <a:cxnLst/>
            <a:rect l="l" t="t" r="r" b="b"/>
            <a:pathLst>
              <a:path w="157479" h="401954">
                <a:moveTo>
                  <a:pt x="87276" y="0"/>
                </a:moveTo>
                <a:lnTo>
                  <a:pt x="50499" y="34241"/>
                </a:lnTo>
                <a:lnTo>
                  <a:pt x="37682" y="96373"/>
                </a:lnTo>
                <a:lnTo>
                  <a:pt x="28931" y="156865"/>
                </a:lnTo>
                <a:lnTo>
                  <a:pt x="19156" y="228075"/>
                </a:lnTo>
                <a:lnTo>
                  <a:pt x="9988" y="297075"/>
                </a:lnTo>
                <a:lnTo>
                  <a:pt x="3059" y="350939"/>
                </a:lnTo>
                <a:lnTo>
                  <a:pt x="0" y="376740"/>
                </a:lnTo>
                <a:lnTo>
                  <a:pt x="11522" y="388408"/>
                </a:lnTo>
                <a:lnTo>
                  <a:pt x="39750" y="398115"/>
                </a:lnTo>
                <a:lnTo>
                  <a:pt x="72560" y="401515"/>
                </a:lnTo>
                <a:lnTo>
                  <a:pt x="97829" y="394258"/>
                </a:lnTo>
                <a:lnTo>
                  <a:pt x="114775" y="306161"/>
                </a:lnTo>
                <a:lnTo>
                  <a:pt x="124628" y="256717"/>
                </a:lnTo>
                <a:lnTo>
                  <a:pt x="131173" y="227853"/>
                </a:lnTo>
                <a:lnTo>
                  <a:pt x="138194" y="201500"/>
                </a:lnTo>
                <a:lnTo>
                  <a:pt x="147873" y="160865"/>
                </a:lnTo>
                <a:lnTo>
                  <a:pt x="156096" y="109929"/>
                </a:lnTo>
                <a:lnTo>
                  <a:pt x="157229" y="61777"/>
                </a:lnTo>
                <a:lnTo>
                  <a:pt x="145639" y="29495"/>
                </a:lnTo>
                <a:lnTo>
                  <a:pt x="124663" y="13299"/>
                </a:lnTo>
                <a:lnTo>
                  <a:pt x="103941" y="3868"/>
                </a:lnTo>
                <a:lnTo>
                  <a:pt x="87276" y="0"/>
                </a:lnTo>
                <a:close/>
              </a:path>
            </a:pathLst>
          </a:custGeom>
          <a:solidFill>
            <a:srgbClr val="ACACA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24" name="object 624" descr=""/>
          <p:cNvGrpSpPr/>
          <p:nvPr/>
        </p:nvGrpSpPr>
        <p:grpSpPr>
          <a:xfrm>
            <a:off x="10762419" y="3605836"/>
            <a:ext cx="514984" cy="513080"/>
            <a:chOff x="10762419" y="3605836"/>
            <a:chExt cx="514984" cy="513080"/>
          </a:xfrm>
        </p:grpSpPr>
        <p:sp>
          <p:nvSpPr>
            <p:cNvPr id="625" name="object 625" descr=""/>
            <p:cNvSpPr/>
            <p:nvPr/>
          </p:nvSpPr>
          <p:spPr>
            <a:xfrm>
              <a:off x="11113496" y="3661575"/>
              <a:ext cx="163830" cy="401320"/>
            </a:xfrm>
            <a:custGeom>
              <a:avLst/>
              <a:gdLst/>
              <a:ahLst/>
              <a:cxnLst/>
              <a:rect l="l" t="t" r="r" b="b"/>
              <a:pathLst>
                <a:path w="163829" h="401320">
                  <a:moveTo>
                    <a:pt x="70413" y="0"/>
                  </a:moveTo>
                  <a:lnTo>
                    <a:pt x="53719" y="3740"/>
                  </a:lnTo>
                  <a:lnTo>
                    <a:pt x="32930" y="13011"/>
                  </a:lnTo>
                  <a:lnTo>
                    <a:pt x="11838" y="29047"/>
                  </a:lnTo>
                  <a:lnTo>
                    <a:pt x="0" y="61242"/>
                  </a:lnTo>
                  <a:lnTo>
                    <a:pt x="765" y="109402"/>
                  </a:lnTo>
                  <a:lnTo>
                    <a:pt x="8599" y="160398"/>
                  </a:lnTo>
                  <a:lnTo>
                    <a:pt x="17964" y="201104"/>
                  </a:lnTo>
                  <a:lnTo>
                    <a:pt x="24785" y="227510"/>
                  </a:lnTo>
                  <a:lnTo>
                    <a:pt x="31112" y="256422"/>
                  </a:lnTo>
                  <a:lnTo>
                    <a:pt x="40593" y="305941"/>
                  </a:lnTo>
                  <a:lnTo>
                    <a:pt x="56873" y="394167"/>
                  </a:lnTo>
                  <a:lnTo>
                    <a:pt x="83477" y="400753"/>
                  </a:lnTo>
                  <a:lnTo>
                    <a:pt x="119383" y="395714"/>
                  </a:lnTo>
                  <a:lnTo>
                    <a:pt x="150757" y="384334"/>
                  </a:lnTo>
                  <a:lnTo>
                    <a:pt x="163760" y="371895"/>
                  </a:lnTo>
                  <a:lnTo>
                    <a:pt x="160236" y="346478"/>
                  </a:lnTo>
                  <a:lnTo>
                    <a:pt x="152062" y="293580"/>
                  </a:lnTo>
                  <a:lnTo>
                    <a:pt x="141267" y="225835"/>
                  </a:lnTo>
                  <a:lnTo>
                    <a:pt x="129883" y="155877"/>
                  </a:lnTo>
                  <a:lnTo>
                    <a:pt x="119936" y="96338"/>
                  </a:lnTo>
                  <a:lnTo>
                    <a:pt x="106930" y="34518"/>
                  </a:lnTo>
                  <a:lnTo>
                    <a:pt x="79218" y="556"/>
                  </a:lnTo>
                  <a:lnTo>
                    <a:pt x="70413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6" name="object 626" descr=""/>
            <p:cNvSpPr/>
            <p:nvPr/>
          </p:nvSpPr>
          <p:spPr>
            <a:xfrm>
              <a:off x="10762419" y="3605836"/>
              <a:ext cx="434340" cy="513080"/>
            </a:xfrm>
            <a:custGeom>
              <a:avLst/>
              <a:gdLst/>
              <a:ahLst/>
              <a:cxnLst/>
              <a:rect l="l" t="t" r="r" b="b"/>
              <a:pathLst>
                <a:path w="434340" h="513079">
                  <a:moveTo>
                    <a:pt x="312985" y="0"/>
                  </a:moveTo>
                  <a:lnTo>
                    <a:pt x="308906" y="34521"/>
                  </a:lnTo>
                  <a:lnTo>
                    <a:pt x="290260" y="108661"/>
                  </a:lnTo>
                  <a:lnTo>
                    <a:pt x="247430" y="178286"/>
                  </a:lnTo>
                  <a:lnTo>
                    <a:pt x="170801" y="199260"/>
                  </a:lnTo>
                  <a:lnTo>
                    <a:pt x="133013" y="189431"/>
                  </a:lnTo>
                  <a:lnTo>
                    <a:pt x="112458" y="166176"/>
                  </a:lnTo>
                  <a:lnTo>
                    <a:pt x="101973" y="111515"/>
                  </a:lnTo>
                  <a:lnTo>
                    <a:pt x="94395" y="7465"/>
                  </a:lnTo>
                  <a:lnTo>
                    <a:pt x="0" y="54658"/>
                  </a:lnTo>
                  <a:lnTo>
                    <a:pt x="1935" y="74321"/>
                  </a:lnTo>
                  <a:lnTo>
                    <a:pt x="6010" y="121933"/>
                  </a:lnTo>
                  <a:lnTo>
                    <a:pt x="9629" y="180430"/>
                  </a:lnTo>
                  <a:lnTo>
                    <a:pt x="10198" y="232746"/>
                  </a:lnTo>
                  <a:lnTo>
                    <a:pt x="13417" y="271784"/>
                  </a:lnTo>
                  <a:lnTo>
                    <a:pt x="22915" y="302947"/>
                  </a:lnTo>
                  <a:lnTo>
                    <a:pt x="32986" y="327928"/>
                  </a:lnTo>
                  <a:lnTo>
                    <a:pt x="37925" y="348418"/>
                  </a:lnTo>
                  <a:lnTo>
                    <a:pt x="38433" y="377114"/>
                  </a:lnTo>
                  <a:lnTo>
                    <a:pt x="38778" y="416936"/>
                  </a:lnTo>
                  <a:lnTo>
                    <a:pt x="38582" y="454891"/>
                  </a:lnTo>
                  <a:lnTo>
                    <a:pt x="37464" y="477985"/>
                  </a:lnTo>
                  <a:lnTo>
                    <a:pt x="53214" y="491599"/>
                  </a:lnTo>
                  <a:lnTo>
                    <a:pt x="93690" y="505336"/>
                  </a:lnTo>
                  <a:lnTo>
                    <a:pt x="143626" y="512533"/>
                  </a:lnTo>
                  <a:lnTo>
                    <a:pt x="187753" y="506529"/>
                  </a:lnTo>
                  <a:lnTo>
                    <a:pt x="221784" y="497209"/>
                  </a:lnTo>
                  <a:lnTo>
                    <a:pt x="251425" y="496127"/>
                  </a:lnTo>
                  <a:lnTo>
                    <a:pt x="276415" y="499115"/>
                  </a:lnTo>
                  <a:lnTo>
                    <a:pt x="296493" y="502005"/>
                  </a:lnTo>
                  <a:lnTo>
                    <a:pt x="320180" y="501258"/>
                  </a:lnTo>
                  <a:lnTo>
                    <a:pt x="349823" y="496398"/>
                  </a:lnTo>
                  <a:lnTo>
                    <a:pt x="375902" y="487855"/>
                  </a:lnTo>
                  <a:lnTo>
                    <a:pt x="388899" y="476058"/>
                  </a:lnTo>
                  <a:lnTo>
                    <a:pt x="389733" y="451313"/>
                  </a:lnTo>
                  <a:lnTo>
                    <a:pt x="384907" y="364034"/>
                  </a:lnTo>
                  <a:lnTo>
                    <a:pt x="384710" y="322168"/>
                  </a:lnTo>
                  <a:lnTo>
                    <a:pt x="389252" y="246618"/>
                  </a:lnTo>
                  <a:lnTo>
                    <a:pt x="395910" y="194064"/>
                  </a:lnTo>
                  <a:lnTo>
                    <a:pt x="409317" y="139873"/>
                  </a:lnTo>
                  <a:lnTo>
                    <a:pt x="434101" y="59411"/>
                  </a:lnTo>
                  <a:lnTo>
                    <a:pt x="429375" y="56161"/>
                  </a:lnTo>
                  <a:lnTo>
                    <a:pt x="417154" y="48256"/>
                  </a:lnTo>
                  <a:lnTo>
                    <a:pt x="400379" y="38468"/>
                  </a:lnTo>
                  <a:lnTo>
                    <a:pt x="381988" y="29569"/>
                  </a:lnTo>
                  <a:lnTo>
                    <a:pt x="367245" y="23453"/>
                  </a:lnTo>
                  <a:lnTo>
                    <a:pt x="312985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7" name="object 627" descr=""/>
            <p:cNvSpPr/>
            <p:nvPr/>
          </p:nvSpPr>
          <p:spPr>
            <a:xfrm>
              <a:off x="10839170" y="3614652"/>
              <a:ext cx="245745" cy="278765"/>
            </a:xfrm>
            <a:custGeom>
              <a:avLst/>
              <a:gdLst/>
              <a:ahLst/>
              <a:cxnLst/>
              <a:rect l="l" t="t" r="r" b="b"/>
              <a:pathLst>
                <a:path w="245745" h="278764">
                  <a:moveTo>
                    <a:pt x="31498" y="184255"/>
                  </a:moveTo>
                  <a:lnTo>
                    <a:pt x="42382" y="212317"/>
                  </a:lnTo>
                  <a:lnTo>
                    <a:pt x="62041" y="244262"/>
                  </a:lnTo>
                  <a:lnTo>
                    <a:pt x="86696" y="268271"/>
                  </a:lnTo>
                  <a:lnTo>
                    <a:pt x="114971" y="278722"/>
                  </a:lnTo>
                  <a:lnTo>
                    <a:pt x="145491" y="269994"/>
                  </a:lnTo>
                  <a:lnTo>
                    <a:pt x="167947" y="246006"/>
                  </a:lnTo>
                  <a:lnTo>
                    <a:pt x="110215" y="246006"/>
                  </a:lnTo>
                  <a:lnTo>
                    <a:pt x="76213" y="226495"/>
                  </a:lnTo>
                  <a:lnTo>
                    <a:pt x="31498" y="184255"/>
                  </a:lnTo>
                  <a:close/>
                </a:path>
                <a:path w="245745" h="278764">
                  <a:moveTo>
                    <a:pt x="245716" y="0"/>
                  </a:moveTo>
                  <a:lnTo>
                    <a:pt x="242923" y="6117"/>
                  </a:lnTo>
                  <a:lnTo>
                    <a:pt x="236045" y="24051"/>
                  </a:lnTo>
                  <a:lnTo>
                    <a:pt x="227326" y="53176"/>
                  </a:lnTo>
                  <a:lnTo>
                    <a:pt x="219015" y="92866"/>
                  </a:lnTo>
                  <a:lnTo>
                    <a:pt x="212450" y="123021"/>
                  </a:lnTo>
                  <a:lnTo>
                    <a:pt x="185298" y="194294"/>
                  </a:lnTo>
                  <a:lnTo>
                    <a:pt x="139761" y="243471"/>
                  </a:lnTo>
                  <a:lnTo>
                    <a:pt x="110215" y="246006"/>
                  </a:lnTo>
                  <a:lnTo>
                    <a:pt x="167947" y="246006"/>
                  </a:lnTo>
                  <a:lnTo>
                    <a:pt x="176880" y="236464"/>
                  </a:lnTo>
                  <a:lnTo>
                    <a:pt x="213236" y="178994"/>
                  </a:lnTo>
                  <a:lnTo>
                    <a:pt x="232525" y="135206"/>
                  </a:lnTo>
                  <a:lnTo>
                    <a:pt x="241200" y="82931"/>
                  </a:lnTo>
                  <a:lnTo>
                    <a:pt x="245716" y="0"/>
                  </a:lnTo>
                  <a:close/>
                </a:path>
                <a:path w="245745" h="278764">
                  <a:moveTo>
                    <a:pt x="6859" y="21199"/>
                  </a:moveTo>
                  <a:lnTo>
                    <a:pt x="0" y="91499"/>
                  </a:lnTo>
                  <a:lnTo>
                    <a:pt x="4340" y="142445"/>
                  </a:lnTo>
                  <a:lnTo>
                    <a:pt x="27619" y="180591"/>
                  </a:lnTo>
                  <a:lnTo>
                    <a:pt x="31498" y="184255"/>
                  </a:lnTo>
                  <a:lnTo>
                    <a:pt x="29094" y="178057"/>
                  </a:lnTo>
                  <a:lnTo>
                    <a:pt x="12091" y="103554"/>
                  </a:lnTo>
                  <a:lnTo>
                    <a:pt x="6444" y="50131"/>
                  </a:lnTo>
                  <a:lnTo>
                    <a:pt x="6859" y="21199"/>
                  </a:lnTo>
                  <a:close/>
                </a:path>
                <a:path w="245745" h="278764">
                  <a:moveTo>
                    <a:pt x="8226" y="7193"/>
                  </a:moveTo>
                  <a:lnTo>
                    <a:pt x="6905" y="17955"/>
                  </a:lnTo>
                  <a:lnTo>
                    <a:pt x="6859" y="21199"/>
                  </a:lnTo>
                  <a:lnTo>
                    <a:pt x="8226" y="7193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8" name="object 628" descr=""/>
            <p:cNvPicPr/>
            <p:nvPr/>
          </p:nvPicPr>
          <p:blipFill>
            <a:blip r:embed="rId85" cstate="print"/>
            <a:stretch>
              <a:fillRect/>
            </a:stretch>
          </p:blipFill>
          <p:spPr>
            <a:xfrm>
              <a:off x="10869468" y="3800953"/>
              <a:ext cx="186884" cy="171575"/>
            </a:xfrm>
            <a:prstGeom prst="rect">
              <a:avLst/>
            </a:prstGeom>
          </p:spPr>
        </p:pic>
      </p:grpSp>
      <p:grpSp>
        <p:nvGrpSpPr>
          <p:cNvPr id="629" name="object 629" descr=""/>
          <p:cNvGrpSpPr/>
          <p:nvPr/>
        </p:nvGrpSpPr>
        <p:grpSpPr>
          <a:xfrm>
            <a:off x="10179973" y="3586454"/>
            <a:ext cx="368935" cy="509905"/>
            <a:chOff x="10179973" y="3586454"/>
            <a:chExt cx="368935" cy="509905"/>
          </a:xfrm>
        </p:grpSpPr>
        <p:sp>
          <p:nvSpPr>
            <p:cNvPr id="630" name="object 630" descr=""/>
            <p:cNvSpPr/>
            <p:nvPr/>
          </p:nvSpPr>
          <p:spPr>
            <a:xfrm>
              <a:off x="10179973" y="3586454"/>
              <a:ext cx="368935" cy="509905"/>
            </a:xfrm>
            <a:custGeom>
              <a:avLst/>
              <a:gdLst/>
              <a:ahLst/>
              <a:cxnLst/>
              <a:rect l="l" t="t" r="r" b="b"/>
              <a:pathLst>
                <a:path w="368934" h="509904">
                  <a:moveTo>
                    <a:pt x="273794" y="0"/>
                  </a:moveTo>
                  <a:lnTo>
                    <a:pt x="225689" y="10515"/>
                  </a:lnTo>
                  <a:lnTo>
                    <a:pt x="149769" y="54531"/>
                  </a:lnTo>
                  <a:lnTo>
                    <a:pt x="104093" y="89262"/>
                  </a:lnTo>
                  <a:lnTo>
                    <a:pt x="63562" y="123744"/>
                  </a:lnTo>
                  <a:lnTo>
                    <a:pt x="35894" y="151432"/>
                  </a:lnTo>
                  <a:lnTo>
                    <a:pt x="5790" y="217392"/>
                  </a:lnTo>
                  <a:lnTo>
                    <a:pt x="0" y="285575"/>
                  </a:lnTo>
                  <a:lnTo>
                    <a:pt x="2065" y="323770"/>
                  </a:lnTo>
                  <a:lnTo>
                    <a:pt x="5197" y="372708"/>
                  </a:lnTo>
                  <a:lnTo>
                    <a:pt x="7770" y="423515"/>
                  </a:lnTo>
                  <a:lnTo>
                    <a:pt x="8156" y="467318"/>
                  </a:lnTo>
                  <a:lnTo>
                    <a:pt x="16882" y="495114"/>
                  </a:lnTo>
                  <a:lnTo>
                    <a:pt x="40380" y="507357"/>
                  </a:lnTo>
                  <a:lnTo>
                    <a:pt x="70883" y="509335"/>
                  </a:lnTo>
                  <a:lnTo>
                    <a:pt x="100625" y="506332"/>
                  </a:lnTo>
                  <a:lnTo>
                    <a:pt x="144815" y="503476"/>
                  </a:lnTo>
                  <a:lnTo>
                    <a:pt x="209206" y="501478"/>
                  </a:lnTo>
                  <a:lnTo>
                    <a:pt x="271821" y="499021"/>
                  </a:lnTo>
                  <a:lnTo>
                    <a:pt x="310681" y="494793"/>
                  </a:lnTo>
                  <a:lnTo>
                    <a:pt x="338538" y="467877"/>
                  </a:lnTo>
                  <a:lnTo>
                    <a:pt x="345842" y="421068"/>
                  </a:lnTo>
                  <a:lnTo>
                    <a:pt x="348089" y="389622"/>
                  </a:lnTo>
                  <a:lnTo>
                    <a:pt x="361760" y="281885"/>
                  </a:lnTo>
                  <a:lnTo>
                    <a:pt x="367454" y="220088"/>
                  </a:lnTo>
                  <a:lnTo>
                    <a:pt x="368564" y="162667"/>
                  </a:lnTo>
                  <a:lnTo>
                    <a:pt x="360096" y="101059"/>
                  </a:lnTo>
                  <a:lnTo>
                    <a:pt x="344937" y="51350"/>
                  </a:lnTo>
                  <a:lnTo>
                    <a:pt x="330445" y="18146"/>
                  </a:lnTo>
                  <a:lnTo>
                    <a:pt x="323979" y="6054"/>
                  </a:lnTo>
                  <a:lnTo>
                    <a:pt x="294019" y="1165"/>
                  </a:lnTo>
                  <a:lnTo>
                    <a:pt x="273794" y="0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1" name="object 631" descr=""/>
            <p:cNvSpPr/>
            <p:nvPr/>
          </p:nvSpPr>
          <p:spPr>
            <a:xfrm>
              <a:off x="10333399" y="3621466"/>
              <a:ext cx="159385" cy="420370"/>
            </a:xfrm>
            <a:custGeom>
              <a:avLst/>
              <a:gdLst/>
              <a:ahLst/>
              <a:cxnLst/>
              <a:rect l="l" t="t" r="r" b="b"/>
              <a:pathLst>
                <a:path w="159384" h="420370">
                  <a:moveTo>
                    <a:pt x="82837" y="0"/>
                  </a:moveTo>
                  <a:lnTo>
                    <a:pt x="40952" y="11130"/>
                  </a:lnTo>
                  <a:lnTo>
                    <a:pt x="8467" y="59825"/>
                  </a:lnTo>
                  <a:lnTo>
                    <a:pt x="0" y="159842"/>
                  </a:lnTo>
                  <a:lnTo>
                    <a:pt x="3504" y="264146"/>
                  </a:lnTo>
                  <a:lnTo>
                    <a:pt x="8341" y="359977"/>
                  </a:lnTo>
                  <a:lnTo>
                    <a:pt x="10782" y="401995"/>
                  </a:lnTo>
                  <a:lnTo>
                    <a:pt x="56979" y="415673"/>
                  </a:lnTo>
                  <a:lnTo>
                    <a:pt x="85785" y="420284"/>
                  </a:lnTo>
                  <a:lnTo>
                    <a:pt x="109267" y="415873"/>
                  </a:lnTo>
                  <a:lnTo>
                    <a:pt x="139491" y="402487"/>
                  </a:lnTo>
                  <a:lnTo>
                    <a:pt x="153400" y="240430"/>
                  </a:lnTo>
                  <a:lnTo>
                    <a:pt x="159156" y="150381"/>
                  </a:lnTo>
                  <a:lnTo>
                    <a:pt x="157768" y="99914"/>
                  </a:lnTo>
                  <a:lnTo>
                    <a:pt x="150244" y="56603"/>
                  </a:lnTo>
                  <a:lnTo>
                    <a:pt x="132348" y="19441"/>
                  </a:lnTo>
                  <a:lnTo>
                    <a:pt x="106311" y="3401"/>
                  </a:lnTo>
                  <a:lnTo>
                    <a:pt x="82837" y="0"/>
                  </a:lnTo>
                  <a:close/>
                </a:path>
              </a:pathLst>
            </a:custGeom>
            <a:solidFill>
              <a:srgbClr val="ACACA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2" name="object 632" descr=""/>
            <p:cNvPicPr/>
            <p:nvPr/>
          </p:nvPicPr>
          <p:blipFill>
            <a:blip r:embed="rId86" cstate="print"/>
            <a:stretch>
              <a:fillRect/>
            </a:stretch>
          </p:blipFill>
          <p:spPr>
            <a:xfrm>
              <a:off x="10183140" y="3621274"/>
              <a:ext cx="181923" cy="226817"/>
            </a:xfrm>
            <a:prstGeom prst="rect">
              <a:avLst/>
            </a:prstGeom>
          </p:spPr>
        </p:pic>
      </p:grpSp>
      <p:grpSp>
        <p:nvGrpSpPr>
          <p:cNvPr id="633" name="object 633" descr=""/>
          <p:cNvGrpSpPr/>
          <p:nvPr/>
        </p:nvGrpSpPr>
        <p:grpSpPr>
          <a:xfrm>
            <a:off x="6557591" y="2550737"/>
            <a:ext cx="279400" cy="1028065"/>
            <a:chOff x="6557591" y="2550737"/>
            <a:chExt cx="279400" cy="1028065"/>
          </a:xfrm>
        </p:grpSpPr>
        <p:sp>
          <p:nvSpPr>
            <p:cNvPr id="634" name="object 634" descr=""/>
            <p:cNvSpPr/>
            <p:nvPr/>
          </p:nvSpPr>
          <p:spPr>
            <a:xfrm>
              <a:off x="6557591" y="2570182"/>
              <a:ext cx="279400" cy="304165"/>
            </a:xfrm>
            <a:custGeom>
              <a:avLst/>
              <a:gdLst/>
              <a:ahLst/>
              <a:cxnLst/>
              <a:rect l="l" t="t" r="r" b="b"/>
              <a:pathLst>
                <a:path w="279400" h="304164">
                  <a:moveTo>
                    <a:pt x="196164" y="0"/>
                  </a:moveTo>
                  <a:lnTo>
                    <a:pt x="179315" y="1154"/>
                  </a:lnTo>
                  <a:lnTo>
                    <a:pt x="149506" y="4617"/>
                  </a:lnTo>
                  <a:lnTo>
                    <a:pt x="105673" y="8088"/>
                  </a:lnTo>
                  <a:lnTo>
                    <a:pt x="59112" y="9710"/>
                  </a:lnTo>
                  <a:lnTo>
                    <a:pt x="22141" y="10176"/>
                  </a:lnTo>
                  <a:lnTo>
                    <a:pt x="7081" y="10177"/>
                  </a:lnTo>
                  <a:lnTo>
                    <a:pt x="2496" y="55606"/>
                  </a:lnTo>
                  <a:lnTo>
                    <a:pt x="328" y="85908"/>
                  </a:lnTo>
                  <a:lnTo>
                    <a:pt x="0" y="114725"/>
                  </a:lnTo>
                  <a:lnTo>
                    <a:pt x="934" y="155702"/>
                  </a:lnTo>
                  <a:lnTo>
                    <a:pt x="2906" y="202503"/>
                  </a:lnTo>
                  <a:lnTo>
                    <a:pt x="15088" y="269076"/>
                  </a:lnTo>
                  <a:lnTo>
                    <a:pt x="55454" y="300275"/>
                  </a:lnTo>
                  <a:lnTo>
                    <a:pt x="102373" y="303934"/>
                  </a:lnTo>
                  <a:lnTo>
                    <a:pt x="157065" y="301548"/>
                  </a:lnTo>
                  <a:lnTo>
                    <a:pt x="207472" y="293660"/>
                  </a:lnTo>
                  <a:lnTo>
                    <a:pt x="263957" y="250620"/>
                  </a:lnTo>
                  <a:lnTo>
                    <a:pt x="276566" y="205214"/>
                  </a:lnTo>
                  <a:lnTo>
                    <a:pt x="279384" y="155523"/>
                  </a:lnTo>
                  <a:lnTo>
                    <a:pt x="272434" y="112478"/>
                  </a:lnTo>
                  <a:lnTo>
                    <a:pt x="256948" y="75331"/>
                  </a:lnTo>
                  <a:lnTo>
                    <a:pt x="238242" y="40509"/>
                  </a:lnTo>
                  <a:lnTo>
                    <a:pt x="215870" y="4617"/>
                  </a:lnTo>
                  <a:lnTo>
                    <a:pt x="206275" y="1154"/>
                  </a:lnTo>
                  <a:lnTo>
                    <a:pt x="196164" y="0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5" name="object 635" descr=""/>
            <p:cNvSpPr/>
            <p:nvPr/>
          </p:nvSpPr>
          <p:spPr>
            <a:xfrm>
              <a:off x="6564676" y="2550737"/>
              <a:ext cx="208915" cy="43815"/>
            </a:xfrm>
            <a:custGeom>
              <a:avLst/>
              <a:gdLst/>
              <a:ahLst/>
              <a:cxnLst/>
              <a:rect l="l" t="t" r="r" b="b"/>
              <a:pathLst>
                <a:path w="208915" h="43814">
                  <a:moveTo>
                    <a:pt x="200573" y="0"/>
                  </a:moveTo>
                  <a:lnTo>
                    <a:pt x="199658" y="395"/>
                  </a:lnTo>
                  <a:lnTo>
                    <a:pt x="183531" y="2929"/>
                  </a:lnTo>
                  <a:lnTo>
                    <a:pt x="141203" y="6619"/>
                  </a:lnTo>
                  <a:lnTo>
                    <a:pt x="78667" y="8681"/>
                  </a:lnTo>
                  <a:lnTo>
                    <a:pt x="1916" y="6332"/>
                  </a:lnTo>
                  <a:lnTo>
                    <a:pt x="0" y="29620"/>
                  </a:lnTo>
                  <a:lnTo>
                    <a:pt x="32816" y="38872"/>
                  </a:lnTo>
                  <a:lnTo>
                    <a:pt x="55483" y="43130"/>
                  </a:lnTo>
                  <a:lnTo>
                    <a:pt x="78557" y="43449"/>
                  </a:lnTo>
                  <a:lnTo>
                    <a:pt x="112593" y="40886"/>
                  </a:lnTo>
                  <a:lnTo>
                    <a:pt x="151831" y="36205"/>
                  </a:lnTo>
                  <a:lnTo>
                    <a:pt x="182209" y="30652"/>
                  </a:lnTo>
                  <a:lnTo>
                    <a:pt x="201827" y="26013"/>
                  </a:lnTo>
                  <a:lnTo>
                    <a:pt x="208789" y="24070"/>
                  </a:lnTo>
                  <a:lnTo>
                    <a:pt x="204282" y="9617"/>
                  </a:lnTo>
                  <a:lnTo>
                    <a:pt x="201828" y="2334"/>
                  </a:lnTo>
                  <a:lnTo>
                    <a:pt x="200573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6" name="object 636" descr=""/>
            <p:cNvSpPr/>
            <p:nvPr/>
          </p:nvSpPr>
          <p:spPr>
            <a:xfrm>
              <a:off x="6564668" y="2730887"/>
              <a:ext cx="250190" cy="847725"/>
            </a:xfrm>
            <a:custGeom>
              <a:avLst/>
              <a:gdLst/>
              <a:ahLst/>
              <a:cxnLst/>
              <a:rect l="l" t="t" r="r" b="b"/>
              <a:pathLst>
                <a:path w="250190" h="847725">
                  <a:moveTo>
                    <a:pt x="249910" y="651916"/>
                  </a:moveTo>
                  <a:lnTo>
                    <a:pt x="245008" y="600875"/>
                  </a:lnTo>
                  <a:lnTo>
                    <a:pt x="236397" y="553707"/>
                  </a:lnTo>
                  <a:lnTo>
                    <a:pt x="218948" y="492975"/>
                  </a:lnTo>
                  <a:lnTo>
                    <a:pt x="213715" y="481761"/>
                  </a:lnTo>
                  <a:lnTo>
                    <a:pt x="214274" y="479082"/>
                  </a:lnTo>
                  <a:lnTo>
                    <a:pt x="214858" y="450049"/>
                  </a:lnTo>
                  <a:lnTo>
                    <a:pt x="216827" y="397383"/>
                  </a:lnTo>
                  <a:lnTo>
                    <a:pt x="222910" y="258559"/>
                  </a:lnTo>
                  <a:lnTo>
                    <a:pt x="230111" y="106883"/>
                  </a:lnTo>
                  <a:lnTo>
                    <a:pt x="229057" y="77127"/>
                  </a:lnTo>
                  <a:lnTo>
                    <a:pt x="220814" y="46824"/>
                  </a:lnTo>
                  <a:lnTo>
                    <a:pt x="201841" y="21158"/>
                  </a:lnTo>
                  <a:lnTo>
                    <a:pt x="168605" y="5359"/>
                  </a:lnTo>
                  <a:lnTo>
                    <a:pt x="128625" y="0"/>
                  </a:lnTo>
                  <a:lnTo>
                    <a:pt x="81800" y="1257"/>
                  </a:lnTo>
                  <a:lnTo>
                    <a:pt x="38125" y="13157"/>
                  </a:lnTo>
                  <a:lnTo>
                    <a:pt x="7531" y="39763"/>
                  </a:lnTo>
                  <a:lnTo>
                    <a:pt x="0" y="85128"/>
                  </a:lnTo>
                  <a:lnTo>
                    <a:pt x="4800" y="118706"/>
                  </a:lnTo>
                  <a:lnTo>
                    <a:pt x="10858" y="156400"/>
                  </a:lnTo>
                  <a:lnTo>
                    <a:pt x="27940" y="259270"/>
                  </a:lnTo>
                  <a:lnTo>
                    <a:pt x="37490" y="314426"/>
                  </a:lnTo>
                  <a:lnTo>
                    <a:pt x="48602" y="372745"/>
                  </a:lnTo>
                  <a:lnTo>
                    <a:pt x="60172" y="428015"/>
                  </a:lnTo>
                  <a:lnTo>
                    <a:pt x="71120" y="474052"/>
                  </a:lnTo>
                  <a:lnTo>
                    <a:pt x="78841" y="499681"/>
                  </a:lnTo>
                  <a:lnTo>
                    <a:pt x="78841" y="500481"/>
                  </a:lnTo>
                  <a:lnTo>
                    <a:pt x="95148" y="559193"/>
                  </a:lnTo>
                  <a:lnTo>
                    <a:pt x="104508" y="596252"/>
                  </a:lnTo>
                  <a:lnTo>
                    <a:pt x="114757" y="641057"/>
                  </a:lnTo>
                  <a:lnTo>
                    <a:pt x="125247" y="694829"/>
                  </a:lnTo>
                  <a:lnTo>
                    <a:pt x="142163" y="794156"/>
                  </a:lnTo>
                  <a:lnTo>
                    <a:pt x="146685" y="816406"/>
                  </a:lnTo>
                  <a:lnTo>
                    <a:pt x="150329" y="826160"/>
                  </a:lnTo>
                  <a:lnTo>
                    <a:pt x="157035" y="829818"/>
                  </a:lnTo>
                  <a:lnTo>
                    <a:pt x="157035" y="837120"/>
                  </a:lnTo>
                  <a:lnTo>
                    <a:pt x="167093" y="842454"/>
                  </a:lnTo>
                  <a:lnTo>
                    <a:pt x="189484" y="846480"/>
                  </a:lnTo>
                  <a:lnTo>
                    <a:pt x="212483" y="847648"/>
                  </a:lnTo>
                  <a:lnTo>
                    <a:pt x="224383" y="844423"/>
                  </a:lnTo>
                  <a:lnTo>
                    <a:pt x="226326" y="837984"/>
                  </a:lnTo>
                  <a:lnTo>
                    <a:pt x="228092" y="827608"/>
                  </a:lnTo>
                  <a:lnTo>
                    <a:pt x="230962" y="808888"/>
                  </a:lnTo>
                  <a:lnTo>
                    <a:pt x="236194" y="777455"/>
                  </a:lnTo>
                  <a:lnTo>
                    <a:pt x="243090" y="738047"/>
                  </a:lnTo>
                  <a:lnTo>
                    <a:pt x="248462" y="696925"/>
                  </a:lnTo>
                  <a:lnTo>
                    <a:pt x="249910" y="651916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7" name="object 637" descr=""/>
            <p:cNvPicPr/>
            <p:nvPr/>
          </p:nvPicPr>
          <p:blipFill>
            <a:blip r:embed="rId87" cstate="print"/>
            <a:stretch>
              <a:fillRect/>
            </a:stretch>
          </p:blipFill>
          <p:spPr>
            <a:xfrm>
              <a:off x="6611803" y="2609584"/>
              <a:ext cx="103211" cy="166602"/>
            </a:xfrm>
            <a:prstGeom prst="rect">
              <a:avLst/>
            </a:prstGeom>
          </p:spPr>
        </p:pic>
        <p:sp>
          <p:nvSpPr>
            <p:cNvPr id="638" name="object 638" descr=""/>
            <p:cNvSpPr/>
            <p:nvPr/>
          </p:nvSpPr>
          <p:spPr>
            <a:xfrm>
              <a:off x="6561937" y="2587681"/>
              <a:ext cx="8890" cy="151765"/>
            </a:xfrm>
            <a:custGeom>
              <a:avLst/>
              <a:gdLst/>
              <a:ahLst/>
              <a:cxnLst/>
              <a:rect l="l" t="t" r="r" b="b"/>
              <a:pathLst>
                <a:path w="8890" h="151764">
                  <a:moveTo>
                    <a:pt x="8394" y="147180"/>
                  </a:moveTo>
                  <a:lnTo>
                    <a:pt x="8204" y="136372"/>
                  </a:lnTo>
                  <a:lnTo>
                    <a:pt x="6502" y="131787"/>
                  </a:lnTo>
                  <a:lnTo>
                    <a:pt x="4203" y="131787"/>
                  </a:lnTo>
                  <a:lnTo>
                    <a:pt x="2057" y="131787"/>
                  </a:lnTo>
                  <a:lnTo>
                    <a:pt x="0" y="136385"/>
                  </a:lnTo>
                  <a:lnTo>
                    <a:pt x="203" y="147180"/>
                  </a:lnTo>
                  <a:lnTo>
                    <a:pt x="1892" y="151765"/>
                  </a:lnTo>
                  <a:lnTo>
                    <a:pt x="6350" y="151765"/>
                  </a:lnTo>
                  <a:lnTo>
                    <a:pt x="8394" y="147180"/>
                  </a:lnTo>
                  <a:close/>
                </a:path>
                <a:path w="8890" h="151764">
                  <a:moveTo>
                    <a:pt x="8394" y="81267"/>
                  </a:moveTo>
                  <a:lnTo>
                    <a:pt x="8204" y="70472"/>
                  </a:lnTo>
                  <a:lnTo>
                    <a:pt x="6502" y="65900"/>
                  </a:lnTo>
                  <a:lnTo>
                    <a:pt x="4203" y="65900"/>
                  </a:lnTo>
                  <a:lnTo>
                    <a:pt x="2057" y="65900"/>
                  </a:lnTo>
                  <a:lnTo>
                    <a:pt x="0" y="70497"/>
                  </a:lnTo>
                  <a:lnTo>
                    <a:pt x="203" y="81292"/>
                  </a:lnTo>
                  <a:lnTo>
                    <a:pt x="1892" y="85864"/>
                  </a:lnTo>
                  <a:lnTo>
                    <a:pt x="6350" y="85864"/>
                  </a:lnTo>
                  <a:lnTo>
                    <a:pt x="8394" y="81267"/>
                  </a:lnTo>
                  <a:close/>
                </a:path>
                <a:path w="8890" h="151764">
                  <a:moveTo>
                    <a:pt x="8394" y="15379"/>
                  </a:moveTo>
                  <a:lnTo>
                    <a:pt x="8204" y="4572"/>
                  </a:lnTo>
                  <a:lnTo>
                    <a:pt x="6502" y="0"/>
                  </a:lnTo>
                  <a:lnTo>
                    <a:pt x="4203" y="0"/>
                  </a:lnTo>
                  <a:lnTo>
                    <a:pt x="2057" y="0"/>
                  </a:lnTo>
                  <a:lnTo>
                    <a:pt x="0" y="4597"/>
                  </a:lnTo>
                  <a:lnTo>
                    <a:pt x="203" y="15392"/>
                  </a:lnTo>
                  <a:lnTo>
                    <a:pt x="1892" y="19964"/>
                  </a:lnTo>
                  <a:lnTo>
                    <a:pt x="6350" y="19964"/>
                  </a:lnTo>
                  <a:lnTo>
                    <a:pt x="8394" y="15379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39" name="object 639" descr=""/>
          <p:cNvGrpSpPr/>
          <p:nvPr/>
        </p:nvGrpSpPr>
        <p:grpSpPr>
          <a:xfrm>
            <a:off x="6004420" y="2552802"/>
            <a:ext cx="377825" cy="1027430"/>
            <a:chOff x="6004420" y="2552802"/>
            <a:chExt cx="377825" cy="1027430"/>
          </a:xfrm>
        </p:grpSpPr>
        <p:sp>
          <p:nvSpPr>
            <p:cNvPr id="640" name="object 640" descr=""/>
            <p:cNvSpPr/>
            <p:nvPr/>
          </p:nvSpPr>
          <p:spPr>
            <a:xfrm>
              <a:off x="6004699" y="2567495"/>
              <a:ext cx="375285" cy="305435"/>
            </a:xfrm>
            <a:custGeom>
              <a:avLst/>
              <a:gdLst/>
              <a:ahLst/>
              <a:cxnLst/>
              <a:rect l="l" t="t" r="r" b="b"/>
              <a:pathLst>
                <a:path w="375285" h="305435">
                  <a:moveTo>
                    <a:pt x="285338" y="0"/>
                  </a:moveTo>
                  <a:lnTo>
                    <a:pt x="258015" y="5457"/>
                  </a:lnTo>
                  <a:lnTo>
                    <a:pt x="217766" y="12644"/>
                  </a:lnTo>
                  <a:lnTo>
                    <a:pt x="160929" y="11775"/>
                  </a:lnTo>
                  <a:lnTo>
                    <a:pt x="108239" y="6467"/>
                  </a:lnTo>
                  <a:lnTo>
                    <a:pt x="78577" y="5409"/>
                  </a:lnTo>
                  <a:lnTo>
                    <a:pt x="37785" y="44028"/>
                  </a:lnTo>
                  <a:lnTo>
                    <a:pt x="16779" y="93972"/>
                  </a:lnTo>
                  <a:lnTo>
                    <a:pt x="5120" y="175133"/>
                  </a:lnTo>
                  <a:lnTo>
                    <a:pt x="1493" y="216969"/>
                  </a:lnTo>
                  <a:lnTo>
                    <a:pt x="0" y="253004"/>
                  </a:lnTo>
                  <a:lnTo>
                    <a:pt x="651" y="280583"/>
                  </a:lnTo>
                  <a:lnTo>
                    <a:pt x="14864" y="294793"/>
                  </a:lnTo>
                  <a:lnTo>
                    <a:pt x="50117" y="302449"/>
                  </a:lnTo>
                  <a:lnTo>
                    <a:pt x="99463" y="305020"/>
                  </a:lnTo>
                  <a:lnTo>
                    <a:pt x="155952" y="303972"/>
                  </a:lnTo>
                  <a:lnTo>
                    <a:pt x="212634" y="300771"/>
                  </a:lnTo>
                  <a:lnTo>
                    <a:pt x="276326" y="298725"/>
                  </a:lnTo>
                  <a:lnTo>
                    <a:pt x="327955" y="296228"/>
                  </a:lnTo>
                  <a:lnTo>
                    <a:pt x="362567" y="284514"/>
                  </a:lnTo>
                  <a:lnTo>
                    <a:pt x="375205" y="254815"/>
                  </a:lnTo>
                  <a:lnTo>
                    <a:pt x="369617" y="201756"/>
                  </a:lnTo>
                  <a:lnTo>
                    <a:pt x="355560" y="140287"/>
                  </a:lnTo>
                  <a:lnTo>
                    <a:pt x="337116" y="80471"/>
                  </a:lnTo>
                  <a:lnTo>
                    <a:pt x="318368" y="32373"/>
                  </a:lnTo>
                  <a:lnTo>
                    <a:pt x="303396" y="6058"/>
                  </a:lnTo>
                  <a:lnTo>
                    <a:pt x="285338" y="0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1" name="object 641" descr=""/>
            <p:cNvSpPr/>
            <p:nvPr/>
          </p:nvSpPr>
          <p:spPr>
            <a:xfrm>
              <a:off x="6067274" y="2552802"/>
              <a:ext cx="241300" cy="43180"/>
            </a:xfrm>
            <a:custGeom>
              <a:avLst/>
              <a:gdLst/>
              <a:ahLst/>
              <a:cxnLst/>
              <a:rect l="l" t="t" r="r" b="b"/>
              <a:pathLst>
                <a:path w="241300" h="43180">
                  <a:moveTo>
                    <a:pt x="232778" y="0"/>
                  </a:moveTo>
                  <a:lnTo>
                    <a:pt x="206853" y="8450"/>
                  </a:lnTo>
                  <a:lnTo>
                    <a:pt x="186252" y="12790"/>
                  </a:lnTo>
                  <a:lnTo>
                    <a:pt x="160210" y="14388"/>
                  </a:lnTo>
                  <a:lnTo>
                    <a:pt x="117964" y="14617"/>
                  </a:lnTo>
                  <a:lnTo>
                    <a:pt x="70773" y="12973"/>
                  </a:lnTo>
                  <a:lnTo>
                    <a:pt x="35649" y="9355"/>
                  </a:lnTo>
                  <a:lnTo>
                    <a:pt x="13736" y="5738"/>
                  </a:lnTo>
                  <a:lnTo>
                    <a:pt x="6177" y="4094"/>
                  </a:lnTo>
                  <a:lnTo>
                    <a:pt x="0" y="21905"/>
                  </a:lnTo>
                  <a:lnTo>
                    <a:pt x="30910" y="32564"/>
                  </a:lnTo>
                  <a:lnTo>
                    <a:pt x="52953" y="38272"/>
                  </a:lnTo>
                  <a:lnTo>
                    <a:pt x="76697" y="40966"/>
                  </a:lnTo>
                  <a:lnTo>
                    <a:pt x="112708" y="42585"/>
                  </a:lnTo>
                  <a:lnTo>
                    <a:pt x="158417" y="40141"/>
                  </a:lnTo>
                  <a:lnTo>
                    <a:pt x="199601" y="32529"/>
                  </a:lnTo>
                  <a:lnTo>
                    <a:pt x="229366" y="24486"/>
                  </a:lnTo>
                  <a:lnTo>
                    <a:pt x="240819" y="20753"/>
                  </a:lnTo>
                  <a:lnTo>
                    <a:pt x="232778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2" name="object 642" descr=""/>
            <p:cNvSpPr/>
            <p:nvPr/>
          </p:nvSpPr>
          <p:spPr>
            <a:xfrm>
              <a:off x="6004420" y="2733376"/>
              <a:ext cx="377825" cy="846455"/>
            </a:xfrm>
            <a:custGeom>
              <a:avLst/>
              <a:gdLst/>
              <a:ahLst/>
              <a:cxnLst/>
              <a:rect l="l" t="t" r="r" b="b"/>
              <a:pathLst>
                <a:path w="377825" h="846454">
                  <a:moveTo>
                    <a:pt x="377736" y="82105"/>
                  </a:moveTo>
                  <a:lnTo>
                    <a:pt x="363969" y="20281"/>
                  </a:lnTo>
                  <a:lnTo>
                    <a:pt x="309778" y="0"/>
                  </a:lnTo>
                  <a:lnTo>
                    <a:pt x="271970" y="2222"/>
                  </a:lnTo>
                  <a:lnTo>
                    <a:pt x="234365" y="14770"/>
                  </a:lnTo>
                  <a:lnTo>
                    <a:pt x="208635" y="41351"/>
                  </a:lnTo>
                  <a:lnTo>
                    <a:pt x="193827" y="73723"/>
                  </a:lnTo>
                  <a:lnTo>
                    <a:pt x="189103" y="102781"/>
                  </a:lnTo>
                  <a:lnTo>
                    <a:pt x="183222" y="73139"/>
                  </a:lnTo>
                  <a:lnTo>
                    <a:pt x="167271" y="41313"/>
                  </a:lnTo>
                  <a:lnTo>
                    <a:pt x="140627" y="15671"/>
                  </a:lnTo>
                  <a:lnTo>
                    <a:pt x="102603" y="4445"/>
                  </a:lnTo>
                  <a:lnTo>
                    <a:pt x="62484" y="5232"/>
                  </a:lnTo>
                  <a:lnTo>
                    <a:pt x="31356" y="9321"/>
                  </a:lnTo>
                  <a:lnTo>
                    <a:pt x="11214" y="15506"/>
                  </a:lnTo>
                  <a:lnTo>
                    <a:pt x="4064" y="22567"/>
                  </a:lnTo>
                  <a:lnTo>
                    <a:pt x="2387" y="50152"/>
                  </a:lnTo>
                  <a:lnTo>
                    <a:pt x="0" y="76898"/>
                  </a:lnTo>
                  <a:lnTo>
                    <a:pt x="850" y="115138"/>
                  </a:lnTo>
                  <a:lnTo>
                    <a:pt x="8902" y="177215"/>
                  </a:lnTo>
                  <a:lnTo>
                    <a:pt x="28105" y="275450"/>
                  </a:lnTo>
                  <a:lnTo>
                    <a:pt x="61887" y="432460"/>
                  </a:lnTo>
                  <a:lnTo>
                    <a:pt x="73101" y="480860"/>
                  </a:lnTo>
                  <a:lnTo>
                    <a:pt x="71983" y="518452"/>
                  </a:lnTo>
                  <a:lnTo>
                    <a:pt x="71056" y="563816"/>
                  </a:lnTo>
                  <a:lnTo>
                    <a:pt x="71145" y="609015"/>
                  </a:lnTo>
                  <a:lnTo>
                    <a:pt x="73101" y="646036"/>
                  </a:lnTo>
                  <a:lnTo>
                    <a:pt x="83261" y="688035"/>
                  </a:lnTo>
                  <a:lnTo>
                    <a:pt x="101498" y="741959"/>
                  </a:lnTo>
                  <a:lnTo>
                    <a:pt x="118948" y="790460"/>
                  </a:lnTo>
                  <a:lnTo>
                    <a:pt x="129324" y="825296"/>
                  </a:lnTo>
                  <a:lnTo>
                    <a:pt x="135089" y="834199"/>
                  </a:lnTo>
                  <a:lnTo>
                    <a:pt x="144018" y="845286"/>
                  </a:lnTo>
                  <a:lnTo>
                    <a:pt x="150787" y="846239"/>
                  </a:lnTo>
                  <a:lnTo>
                    <a:pt x="165265" y="844854"/>
                  </a:lnTo>
                  <a:lnTo>
                    <a:pt x="180403" y="839965"/>
                  </a:lnTo>
                  <a:lnTo>
                    <a:pt x="189128" y="830364"/>
                  </a:lnTo>
                  <a:lnTo>
                    <a:pt x="191312" y="810983"/>
                  </a:lnTo>
                  <a:lnTo>
                    <a:pt x="191998" y="779005"/>
                  </a:lnTo>
                  <a:lnTo>
                    <a:pt x="191909" y="686473"/>
                  </a:lnTo>
                  <a:lnTo>
                    <a:pt x="194221" y="570077"/>
                  </a:lnTo>
                  <a:lnTo>
                    <a:pt x="193649" y="516420"/>
                  </a:lnTo>
                  <a:lnTo>
                    <a:pt x="189712" y="481418"/>
                  </a:lnTo>
                  <a:lnTo>
                    <a:pt x="190754" y="458000"/>
                  </a:lnTo>
                  <a:lnTo>
                    <a:pt x="191630" y="407187"/>
                  </a:lnTo>
                  <a:lnTo>
                    <a:pt x="191909" y="347446"/>
                  </a:lnTo>
                  <a:lnTo>
                    <a:pt x="191731" y="284149"/>
                  </a:lnTo>
                  <a:lnTo>
                    <a:pt x="191274" y="229133"/>
                  </a:lnTo>
                  <a:lnTo>
                    <a:pt x="192798" y="284899"/>
                  </a:lnTo>
                  <a:lnTo>
                    <a:pt x="194868" y="348157"/>
                  </a:lnTo>
                  <a:lnTo>
                    <a:pt x="197269" y="407860"/>
                  </a:lnTo>
                  <a:lnTo>
                    <a:pt x="199936" y="458609"/>
                  </a:lnTo>
                  <a:lnTo>
                    <a:pt x="201790" y="481850"/>
                  </a:lnTo>
                  <a:lnTo>
                    <a:pt x="199110" y="517093"/>
                  </a:lnTo>
                  <a:lnTo>
                    <a:pt x="200431" y="570738"/>
                  </a:lnTo>
                  <a:lnTo>
                    <a:pt x="206857" y="686981"/>
                  </a:lnTo>
                  <a:lnTo>
                    <a:pt x="210058" y="779449"/>
                  </a:lnTo>
                  <a:lnTo>
                    <a:pt x="214731" y="830681"/>
                  </a:lnTo>
                  <a:lnTo>
                    <a:pt x="253606" y="845197"/>
                  </a:lnTo>
                  <a:lnTo>
                    <a:pt x="260350" y="844003"/>
                  </a:lnTo>
                  <a:lnTo>
                    <a:pt x="268871" y="832599"/>
                  </a:lnTo>
                  <a:lnTo>
                    <a:pt x="274320" y="823493"/>
                  </a:lnTo>
                  <a:lnTo>
                    <a:pt x="283464" y="788327"/>
                  </a:lnTo>
                  <a:lnTo>
                    <a:pt x="299173" y="739228"/>
                  </a:lnTo>
                  <a:lnTo>
                    <a:pt x="315493" y="684695"/>
                  </a:lnTo>
                  <a:lnTo>
                    <a:pt x="324154" y="642366"/>
                  </a:lnTo>
                  <a:lnTo>
                    <a:pt x="324802" y="605294"/>
                  </a:lnTo>
                  <a:lnTo>
                    <a:pt x="323303" y="560120"/>
                  </a:lnTo>
                  <a:lnTo>
                    <a:pt x="320763" y="514819"/>
                  </a:lnTo>
                  <a:lnTo>
                    <a:pt x="318312" y="477354"/>
                  </a:lnTo>
                  <a:lnTo>
                    <a:pt x="318211" y="476796"/>
                  </a:lnTo>
                  <a:lnTo>
                    <a:pt x="327609" y="428485"/>
                  </a:lnTo>
                  <a:lnTo>
                    <a:pt x="356031" y="270408"/>
                  </a:lnTo>
                  <a:lnTo>
                    <a:pt x="370255" y="185254"/>
                  </a:lnTo>
                  <a:lnTo>
                    <a:pt x="377151" y="124891"/>
                  </a:lnTo>
                  <a:lnTo>
                    <a:pt x="377736" y="82105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3" name="object 643" descr=""/>
            <p:cNvPicPr/>
            <p:nvPr/>
          </p:nvPicPr>
          <p:blipFill>
            <a:blip r:embed="rId88" cstate="print"/>
            <a:stretch>
              <a:fillRect/>
            </a:stretch>
          </p:blipFill>
          <p:spPr>
            <a:xfrm>
              <a:off x="6299629" y="2595541"/>
              <a:ext cx="74102" cy="172476"/>
            </a:xfrm>
            <a:prstGeom prst="rect">
              <a:avLst/>
            </a:prstGeom>
          </p:spPr>
        </p:pic>
        <p:pic>
          <p:nvPicPr>
            <p:cNvPr id="644" name="object 644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6007066" y="2593780"/>
              <a:ext cx="75526" cy="171221"/>
            </a:xfrm>
            <a:prstGeom prst="rect">
              <a:avLst/>
            </a:prstGeom>
          </p:spPr>
        </p:pic>
        <p:sp>
          <p:nvSpPr>
            <p:cNvPr id="645" name="object 645" descr=""/>
            <p:cNvSpPr/>
            <p:nvPr/>
          </p:nvSpPr>
          <p:spPr>
            <a:xfrm>
              <a:off x="6176607" y="2607811"/>
              <a:ext cx="19685" cy="143510"/>
            </a:xfrm>
            <a:custGeom>
              <a:avLst/>
              <a:gdLst/>
              <a:ahLst/>
              <a:cxnLst/>
              <a:rect l="l" t="t" r="r" b="b"/>
              <a:pathLst>
                <a:path w="19685" h="143510">
                  <a:moveTo>
                    <a:pt x="19291" y="138861"/>
                  </a:moveTo>
                  <a:lnTo>
                    <a:pt x="18846" y="128651"/>
                  </a:lnTo>
                  <a:lnTo>
                    <a:pt x="14922" y="124345"/>
                  </a:lnTo>
                  <a:lnTo>
                    <a:pt x="9652" y="124345"/>
                  </a:lnTo>
                  <a:lnTo>
                    <a:pt x="4711" y="124345"/>
                  </a:lnTo>
                  <a:lnTo>
                    <a:pt x="0" y="128676"/>
                  </a:lnTo>
                  <a:lnTo>
                    <a:pt x="457" y="138861"/>
                  </a:lnTo>
                  <a:lnTo>
                    <a:pt x="4368" y="143179"/>
                  </a:lnTo>
                  <a:lnTo>
                    <a:pt x="14579" y="143179"/>
                  </a:lnTo>
                  <a:lnTo>
                    <a:pt x="19291" y="138861"/>
                  </a:lnTo>
                  <a:close/>
                </a:path>
                <a:path w="19685" h="143510">
                  <a:moveTo>
                    <a:pt x="19291" y="76669"/>
                  </a:moveTo>
                  <a:lnTo>
                    <a:pt x="18846" y="66484"/>
                  </a:lnTo>
                  <a:lnTo>
                    <a:pt x="14922" y="62166"/>
                  </a:lnTo>
                  <a:lnTo>
                    <a:pt x="9652" y="62166"/>
                  </a:lnTo>
                  <a:lnTo>
                    <a:pt x="4711" y="62166"/>
                  </a:lnTo>
                  <a:lnTo>
                    <a:pt x="0" y="66509"/>
                  </a:lnTo>
                  <a:lnTo>
                    <a:pt x="457" y="76695"/>
                  </a:lnTo>
                  <a:lnTo>
                    <a:pt x="4368" y="81013"/>
                  </a:lnTo>
                  <a:lnTo>
                    <a:pt x="14579" y="81013"/>
                  </a:lnTo>
                  <a:lnTo>
                    <a:pt x="19291" y="76669"/>
                  </a:lnTo>
                  <a:close/>
                </a:path>
                <a:path w="19685" h="143510">
                  <a:moveTo>
                    <a:pt x="19291" y="14503"/>
                  </a:moveTo>
                  <a:lnTo>
                    <a:pt x="18846" y="4305"/>
                  </a:lnTo>
                  <a:lnTo>
                    <a:pt x="14922" y="0"/>
                  </a:lnTo>
                  <a:lnTo>
                    <a:pt x="9652" y="0"/>
                  </a:lnTo>
                  <a:lnTo>
                    <a:pt x="4711" y="0"/>
                  </a:lnTo>
                  <a:lnTo>
                    <a:pt x="0" y="4330"/>
                  </a:lnTo>
                  <a:lnTo>
                    <a:pt x="457" y="14516"/>
                  </a:lnTo>
                  <a:lnTo>
                    <a:pt x="4368" y="18834"/>
                  </a:lnTo>
                  <a:lnTo>
                    <a:pt x="14579" y="18834"/>
                  </a:lnTo>
                  <a:lnTo>
                    <a:pt x="19291" y="14503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46" name="object 646" descr=""/>
          <p:cNvGrpSpPr/>
          <p:nvPr/>
        </p:nvGrpSpPr>
        <p:grpSpPr>
          <a:xfrm>
            <a:off x="6535125" y="3742669"/>
            <a:ext cx="377825" cy="1027430"/>
            <a:chOff x="6535125" y="3742669"/>
            <a:chExt cx="377825" cy="1027430"/>
          </a:xfrm>
        </p:grpSpPr>
        <p:sp>
          <p:nvSpPr>
            <p:cNvPr id="647" name="object 647" descr=""/>
            <p:cNvSpPr/>
            <p:nvPr/>
          </p:nvSpPr>
          <p:spPr>
            <a:xfrm>
              <a:off x="6535400" y="3757362"/>
              <a:ext cx="375285" cy="305435"/>
            </a:xfrm>
            <a:custGeom>
              <a:avLst/>
              <a:gdLst/>
              <a:ahLst/>
              <a:cxnLst/>
              <a:rect l="l" t="t" r="r" b="b"/>
              <a:pathLst>
                <a:path w="375284" h="305435">
                  <a:moveTo>
                    <a:pt x="285338" y="0"/>
                  </a:moveTo>
                  <a:lnTo>
                    <a:pt x="258015" y="5457"/>
                  </a:lnTo>
                  <a:lnTo>
                    <a:pt x="217766" y="12644"/>
                  </a:lnTo>
                  <a:lnTo>
                    <a:pt x="160929" y="11775"/>
                  </a:lnTo>
                  <a:lnTo>
                    <a:pt x="108239" y="6467"/>
                  </a:lnTo>
                  <a:lnTo>
                    <a:pt x="78577" y="5409"/>
                  </a:lnTo>
                  <a:lnTo>
                    <a:pt x="37785" y="44028"/>
                  </a:lnTo>
                  <a:lnTo>
                    <a:pt x="16779" y="93972"/>
                  </a:lnTo>
                  <a:lnTo>
                    <a:pt x="5120" y="175133"/>
                  </a:lnTo>
                  <a:lnTo>
                    <a:pt x="1493" y="216969"/>
                  </a:lnTo>
                  <a:lnTo>
                    <a:pt x="0" y="253004"/>
                  </a:lnTo>
                  <a:lnTo>
                    <a:pt x="651" y="280583"/>
                  </a:lnTo>
                  <a:lnTo>
                    <a:pt x="14864" y="294793"/>
                  </a:lnTo>
                  <a:lnTo>
                    <a:pt x="50117" y="302449"/>
                  </a:lnTo>
                  <a:lnTo>
                    <a:pt x="99463" y="305020"/>
                  </a:lnTo>
                  <a:lnTo>
                    <a:pt x="155952" y="303972"/>
                  </a:lnTo>
                  <a:lnTo>
                    <a:pt x="212634" y="300771"/>
                  </a:lnTo>
                  <a:lnTo>
                    <a:pt x="276326" y="298725"/>
                  </a:lnTo>
                  <a:lnTo>
                    <a:pt x="327955" y="296228"/>
                  </a:lnTo>
                  <a:lnTo>
                    <a:pt x="362567" y="284514"/>
                  </a:lnTo>
                  <a:lnTo>
                    <a:pt x="375205" y="254815"/>
                  </a:lnTo>
                  <a:lnTo>
                    <a:pt x="369617" y="201752"/>
                  </a:lnTo>
                  <a:lnTo>
                    <a:pt x="355560" y="140282"/>
                  </a:lnTo>
                  <a:lnTo>
                    <a:pt x="337116" y="80468"/>
                  </a:lnTo>
                  <a:lnTo>
                    <a:pt x="318368" y="32372"/>
                  </a:lnTo>
                  <a:lnTo>
                    <a:pt x="303396" y="6058"/>
                  </a:lnTo>
                  <a:lnTo>
                    <a:pt x="285338" y="0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8" name="object 648" descr=""/>
            <p:cNvSpPr/>
            <p:nvPr/>
          </p:nvSpPr>
          <p:spPr>
            <a:xfrm>
              <a:off x="6597976" y="3742669"/>
              <a:ext cx="241300" cy="43180"/>
            </a:xfrm>
            <a:custGeom>
              <a:avLst/>
              <a:gdLst/>
              <a:ahLst/>
              <a:cxnLst/>
              <a:rect l="l" t="t" r="r" b="b"/>
              <a:pathLst>
                <a:path w="241300" h="43179">
                  <a:moveTo>
                    <a:pt x="232778" y="0"/>
                  </a:moveTo>
                  <a:lnTo>
                    <a:pt x="206853" y="8450"/>
                  </a:lnTo>
                  <a:lnTo>
                    <a:pt x="186252" y="12790"/>
                  </a:lnTo>
                  <a:lnTo>
                    <a:pt x="160210" y="14388"/>
                  </a:lnTo>
                  <a:lnTo>
                    <a:pt x="117964" y="14617"/>
                  </a:lnTo>
                  <a:lnTo>
                    <a:pt x="70773" y="12973"/>
                  </a:lnTo>
                  <a:lnTo>
                    <a:pt x="35649" y="9355"/>
                  </a:lnTo>
                  <a:lnTo>
                    <a:pt x="13736" y="5738"/>
                  </a:lnTo>
                  <a:lnTo>
                    <a:pt x="6177" y="4094"/>
                  </a:lnTo>
                  <a:lnTo>
                    <a:pt x="0" y="21905"/>
                  </a:lnTo>
                  <a:lnTo>
                    <a:pt x="30910" y="32564"/>
                  </a:lnTo>
                  <a:lnTo>
                    <a:pt x="52953" y="38272"/>
                  </a:lnTo>
                  <a:lnTo>
                    <a:pt x="76697" y="40966"/>
                  </a:lnTo>
                  <a:lnTo>
                    <a:pt x="112708" y="42585"/>
                  </a:lnTo>
                  <a:lnTo>
                    <a:pt x="158417" y="40141"/>
                  </a:lnTo>
                  <a:lnTo>
                    <a:pt x="199601" y="32529"/>
                  </a:lnTo>
                  <a:lnTo>
                    <a:pt x="229366" y="24486"/>
                  </a:lnTo>
                  <a:lnTo>
                    <a:pt x="240819" y="20753"/>
                  </a:lnTo>
                  <a:lnTo>
                    <a:pt x="232778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9" name="object 649" descr=""/>
            <p:cNvSpPr/>
            <p:nvPr/>
          </p:nvSpPr>
          <p:spPr>
            <a:xfrm>
              <a:off x="6535115" y="3923239"/>
              <a:ext cx="377825" cy="846455"/>
            </a:xfrm>
            <a:custGeom>
              <a:avLst/>
              <a:gdLst/>
              <a:ahLst/>
              <a:cxnLst/>
              <a:rect l="l" t="t" r="r" b="b"/>
              <a:pathLst>
                <a:path w="377825" h="846454">
                  <a:moveTo>
                    <a:pt x="377736" y="82105"/>
                  </a:moveTo>
                  <a:lnTo>
                    <a:pt x="363982" y="20281"/>
                  </a:lnTo>
                  <a:lnTo>
                    <a:pt x="309791" y="0"/>
                  </a:lnTo>
                  <a:lnTo>
                    <a:pt x="271970" y="2222"/>
                  </a:lnTo>
                  <a:lnTo>
                    <a:pt x="234365" y="14782"/>
                  </a:lnTo>
                  <a:lnTo>
                    <a:pt x="208648" y="41363"/>
                  </a:lnTo>
                  <a:lnTo>
                    <a:pt x="193840" y="73736"/>
                  </a:lnTo>
                  <a:lnTo>
                    <a:pt x="189115" y="102781"/>
                  </a:lnTo>
                  <a:lnTo>
                    <a:pt x="183222" y="73152"/>
                  </a:lnTo>
                  <a:lnTo>
                    <a:pt x="167284" y="41313"/>
                  </a:lnTo>
                  <a:lnTo>
                    <a:pt x="140639" y="15671"/>
                  </a:lnTo>
                  <a:lnTo>
                    <a:pt x="102603" y="4445"/>
                  </a:lnTo>
                  <a:lnTo>
                    <a:pt x="62484" y="5232"/>
                  </a:lnTo>
                  <a:lnTo>
                    <a:pt x="31356" y="9321"/>
                  </a:lnTo>
                  <a:lnTo>
                    <a:pt x="11226" y="15506"/>
                  </a:lnTo>
                  <a:lnTo>
                    <a:pt x="4064" y="22580"/>
                  </a:lnTo>
                  <a:lnTo>
                    <a:pt x="2387" y="50152"/>
                  </a:lnTo>
                  <a:lnTo>
                    <a:pt x="0" y="76911"/>
                  </a:lnTo>
                  <a:lnTo>
                    <a:pt x="863" y="115150"/>
                  </a:lnTo>
                  <a:lnTo>
                    <a:pt x="8902" y="177215"/>
                  </a:lnTo>
                  <a:lnTo>
                    <a:pt x="28105" y="275450"/>
                  </a:lnTo>
                  <a:lnTo>
                    <a:pt x="61899" y="432460"/>
                  </a:lnTo>
                  <a:lnTo>
                    <a:pt x="73113" y="480860"/>
                  </a:lnTo>
                  <a:lnTo>
                    <a:pt x="71996" y="518464"/>
                  </a:lnTo>
                  <a:lnTo>
                    <a:pt x="71069" y="563829"/>
                  </a:lnTo>
                  <a:lnTo>
                    <a:pt x="71158" y="609028"/>
                  </a:lnTo>
                  <a:lnTo>
                    <a:pt x="73113" y="646049"/>
                  </a:lnTo>
                  <a:lnTo>
                    <a:pt x="83273" y="688047"/>
                  </a:lnTo>
                  <a:lnTo>
                    <a:pt x="101511" y="741959"/>
                  </a:lnTo>
                  <a:lnTo>
                    <a:pt x="118948" y="790473"/>
                  </a:lnTo>
                  <a:lnTo>
                    <a:pt x="129324" y="825296"/>
                  </a:lnTo>
                  <a:lnTo>
                    <a:pt x="135089" y="834212"/>
                  </a:lnTo>
                  <a:lnTo>
                    <a:pt x="144018" y="845299"/>
                  </a:lnTo>
                  <a:lnTo>
                    <a:pt x="150799" y="846251"/>
                  </a:lnTo>
                  <a:lnTo>
                    <a:pt x="165277" y="844867"/>
                  </a:lnTo>
                  <a:lnTo>
                    <a:pt x="180416" y="839965"/>
                  </a:lnTo>
                  <a:lnTo>
                    <a:pt x="189141" y="830376"/>
                  </a:lnTo>
                  <a:lnTo>
                    <a:pt x="191325" y="810983"/>
                  </a:lnTo>
                  <a:lnTo>
                    <a:pt x="191998" y="779005"/>
                  </a:lnTo>
                  <a:lnTo>
                    <a:pt x="191909" y="686485"/>
                  </a:lnTo>
                  <a:lnTo>
                    <a:pt x="194233" y="570077"/>
                  </a:lnTo>
                  <a:lnTo>
                    <a:pt x="193649" y="516432"/>
                  </a:lnTo>
                  <a:lnTo>
                    <a:pt x="189725" y="481406"/>
                  </a:lnTo>
                  <a:lnTo>
                    <a:pt x="190754" y="458012"/>
                  </a:lnTo>
                  <a:lnTo>
                    <a:pt x="191630" y="407187"/>
                  </a:lnTo>
                  <a:lnTo>
                    <a:pt x="191909" y="347446"/>
                  </a:lnTo>
                  <a:lnTo>
                    <a:pt x="191731" y="284149"/>
                  </a:lnTo>
                  <a:lnTo>
                    <a:pt x="191287" y="229057"/>
                  </a:lnTo>
                  <a:lnTo>
                    <a:pt x="192811" y="284899"/>
                  </a:lnTo>
                  <a:lnTo>
                    <a:pt x="194881" y="348157"/>
                  </a:lnTo>
                  <a:lnTo>
                    <a:pt x="197269" y="407860"/>
                  </a:lnTo>
                  <a:lnTo>
                    <a:pt x="199948" y="458609"/>
                  </a:lnTo>
                  <a:lnTo>
                    <a:pt x="201790" y="481825"/>
                  </a:lnTo>
                  <a:lnTo>
                    <a:pt x="199110" y="517093"/>
                  </a:lnTo>
                  <a:lnTo>
                    <a:pt x="200431" y="570738"/>
                  </a:lnTo>
                  <a:lnTo>
                    <a:pt x="206870" y="686981"/>
                  </a:lnTo>
                  <a:lnTo>
                    <a:pt x="210058" y="779462"/>
                  </a:lnTo>
                  <a:lnTo>
                    <a:pt x="214731" y="830681"/>
                  </a:lnTo>
                  <a:lnTo>
                    <a:pt x="253619" y="845197"/>
                  </a:lnTo>
                  <a:lnTo>
                    <a:pt x="260350" y="844003"/>
                  </a:lnTo>
                  <a:lnTo>
                    <a:pt x="268884" y="832612"/>
                  </a:lnTo>
                  <a:lnTo>
                    <a:pt x="274320" y="823493"/>
                  </a:lnTo>
                  <a:lnTo>
                    <a:pt x="283464" y="788327"/>
                  </a:lnTo>
                  <a:lnTo>
                    <a:pt x="299186" y="739228"/>
                  </a:lnTo>
                  <a:lnTo>
                    <a:pt x="315506" y="684707"/>
                  </a:lnTo>
                  <a:lnTo>
                    <a:pt x="324167" y="642366"/>
                  </a:lnTo>
                  <a:lnTo>
                    <a:pt x="324815" y="605307"/>
                  </a:lnTo>
                  <a:lnTo>
                    <a:pt x="323303" y="560133"/>
                  </a:lnTo>
                  <a:lnTo>
                    <a:pt x="320763" y="514832"/>
                  </a:lnTo>
                  <a:lnTo>
                    <a:pt x="318325" y="477354"/>
                  </a:lnTo>
                  <a:lnTo>
                    <a:pt x="318223" y="476758"/>
                  </a:lnTo>
                  <a:lnTo>
                    <a:pt x="327609" y="428485"/>
                  </a:lnTo>
                  <a:lnTo>
                    <a:pt x="356031" y="270408"/>
                  </a:lnTo>
                  <a:lnTo>
                    <a:pt x="370255" y="185254"/>
                  </a:lnTo>
                  <a:lnTo>
                    <a:pt x="377151" y="124904"/>
                  </a:lnTo>
                  <a:lnTo>
                    <a:pt x="377736" y="82105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0" name="object 650" descr=""/>
            <p:cNvPicPr/>
            <p:nvPr/>
          </p:nvPicPr>
          <p:blipFill>
            <a:blip r:embed="rId90" cstate="print"/>
            <a:stretch>
              <a:fillRect/>
            </a:stretch>
          </p:blipFill>
          <p:spPr>
            <a:xfrm>
              <a:off x="6829039" y="3785408"/>
              <a:ext cx="75392" cy="181910"/>
            </a:xfrm>
            <a:prstGeom prst="rect">
              <a:avLst/>
            </a:prstGeom>
          </p:spPr>
        </p:pic>
        <p:pic>
          <p:nvPicPr>
            <p:cNvPr id="651" name="object 651" descr=""/>
            <p:cNvPicPr/>
            <p:nvPr/>
          </p:nvPicPr>
          <p:blipFill>
            <a:blip r:embed="rId91" cstate="print"/>
            <a:stretch>
              <a:fillRect/>
            </a:stretch>
          </p:blipFill>
          <p:spPr>
            <a:xfrm>
              <a:off x="6537768" y="3783647"/>
              <a:ext cx="75526" cy="170361"/>
            </a:xfrm>
            <a:prstGeom prst="rect">
              <a:avLst/>
            </a:prstGeom>
          </p:spPr>
        </p:pic>
      </p:grpSp>
      <p:grpSp>
        <p:nvGrpSpPr>
          <p:cNvPr id="652" name="object 652" descr=""/>
          <p:cNvGrpSpPr/>
          <p:nvPr/>
        </p:nvGrpSpPr>
        <p:grpSpPr>
          <a:xfrm>
            <a:off x="5977593" y="3742669"/>
            <a:ext cx="410209" cy="1028700"/>
            <a:chOff x="5977593" y="3742669"/>
            <a:chExt cx="410209" cy="1028700"/>
          </a:xfrm>
        </p:grpSpPr>
        <p:sp>
          <p:nvSpPr>
            <p:cNvPr id="653" name="object 653" descr=""/>
            <p:cNvSpPr/>
            <p:nvPr/>
          </p:nvSpPr>
          <p:spPr>
            <a:xfrm>
              <a:off x="5977873" y="3757362"/>
              <a:ext cx="375285" cy="305435"/>
            </a:xfrm>
            <a:custGeom>
              <a:avLst/>
              <a:gdLst/>
              <a:ahLst/>
              <a:cxnLst/>
              <a:rect l="l" t="t" r="r" b="b"/>
              <a:pathLst>
                <a:path w="375285" h="305435">
                  <a:moveTo>
                    <a:pt x="285338" y="0"/>
                  </a:moveTo>
                  <a:lnTo>
                    <a:pt x="258015" y="5457"/>
                  </a:lnTo>
                  <a:lnTo>
                    <a:pt x="217766" y="12644"/>
                  </a:lnTo>
                  <a:lnTo>
                    <a:pt x="160929" y="11775"/>
                  </a:lnTo>
                  <a:lnTo>
                    <a:pt x="108239" y="6467"/>
                  </a:lnTo>
                  <a:lnTo>
                    <a:pt x="78577" y="5409"/>
                  </a:lnTo>
                  <a:lnTo>
                    <a:pt x="37785" y="44028"/>
                  </a:lnTo>
                  <a:lnTo>
                    <a:pt x="16779" y="93972"/>
                  </a:lnTo>
                  <a:lnTo>
                    <a:pt x="5120" y="175133"/>
                  </a:lnTo>
                  <a:lnTo>
                    <a:pt x="1493" y="216969"/>
                  </a:lnTo>
                  <a:lnTo>
                    <a:pt x="0" y="253004"/>
                  </a:lnTo>
                  <a:lnTo>
                    <a:pt x="651" y="280583"/>
                  </a:lnTo>
                  <a:lnTo>
                    <a:pt x="14864" y="294793"/>
                  </a:lnTo>
                  <a:lnTo>
                    <a:pt x="50117" y="302449"/>
                  </a:lnTo>
                  <a:lnTo>
                    <a:pt x="99463" y="305020"/>
                  </a:lnTo>
                  <a:lnTo>
                    <a:pt x="155952" y="303972"/>
                  </a:lnTo>
                  <a:lnTo>
                    <a:pt x="212634" y="300771"/>
                  </a:lnTo>
                  <a:lnTo>
                    <a:pt x="276326" y="298725"/>
                  </a:lnTo>
                  <a:lnTo>
                    <a:pt x="327955" y="296228"/>
                  </a:lnTo>
                  <a:lnTo>
                    <a:pt x="362567" y="284514"/>
                  </a:lnTo>
                  <a:lnTo>
                    <a:pt x="375205" y="254815"/>
                  </a:lnTo>
                  <a:lnTo>
                    <a:pt x="369617" y="201752"/>
                  </a:lnTo>
                  <a:lnTo>
                    <a:pt x="355560" y="140282"/>
                  </a:lnTo>
                  <a:lnTo>
                    <a:pt x="337116" y="80468"/>
                  </a:lnTo>
                  <a:lnTo>
                    <a:pt x="318368" y="32372"/>
                  </a:lnTo>
                  <a:lnTo>
                    <a:pt x="303396" y="6058"/>
                  </a:lnTo>
                  <a:lnTo>
                    <a:pt x="285338" y="0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4" name="object 654" descr=""/>
            <p:cNvSpPr/>
            <p:nvPr/>
          </p:nvSpPr>
          <p:spPr>
            <a:xfrm>
              <a:off x="6040447" y="3742669"/>
              <a:ext cx="241300" cy="43180"/>
            </a:xfrm>
            <a:custGeom>
              <a:avLst/>
              <a:gdLst/>
              <a:ahLst/>
              <a:cxnLst/>
              <a:rect l="l" t="t" r="r" b="b"/>
              <a:pathLst>
                <a:path w="241300" h="43179">
                  <a:moveTo>
                    <a:pt x="232778" y="0"/>
                  </a:moveTo>
                  <a:lnTo>
                    <a:pt x="206853" y="8450"/>
                  </a:lnTo>
                  <a:lnTo>
                    <a:pt x="186252" y="12790"/>
                  </a:lnTo>
                  <a:lnTo>
                    <a:pt x="160210" y="14388"/>
                  </a:lnTo>
                  <a:lnTo>
                    <a:pt x="117964" y="14617"/>
                  </a:lnTo>
                  <a:lnTo>
                    <a:pt x="70773" y="12973"/>
                  </a:lnTo>
                  <a:lnTo>
                    <a:pt x="35649" y="9355"/>
                  </a:lnTo>
                  <a:lnTo>
                    <a:pt x="13736" y="5738"/>
                  </a:lnTo>
                  <a:lnTo>
                    <a:pt x="6177" y="4094"/>
                  </a:lnTo>
                  <a:lnTo>
                    <a:pt x="0" y="21905"/>
                  </a:lnTo>
                  <a:lnTo>
                    <a:pt x="30910" y="32564"/>
                  </a:lnTo>
                  <a:lnTo>
                    <a:pt x="52955" y="38272"/>
                  </a:lnTo>
                  <a:lnTo>
                    <a:pt x="76702" y="40966"/>
                  </a:lnTo>
                  <a:lnTo>
                    <a:pt x="112719" y="42585"/>
                  </a:lnTo>
                  <a:lnTo>
                    <a:pt x="158422" y="40141"/>
                  </a:lnTo>
                  <a:lnTo>
                    <a:pt x="199602" y="32529"/>
                  </a:lnTo>
                  <a:lnTo>
                    <a:pt x="229366" y="24486"/>
                  </a:lnTo>
                  <a:lnTo>
                    <a:pt x="240819" y="20753"/>
                  </a:lnTo>
                  <a:lnTo>
                    <a:pt x="232778" y="0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5" name="object 655" descr=""/>
            <p:cNvSpPr/>
            <p:nvPr/>
          </p:nvSpPr>
          <p:spPr>
            <a:xfrm>
              <a:off x="5977585" y="3922439"/>
              <a:ext cx="410209" cy="848994"/>
            </a:xfrm>
            <a:custGeom>
              <a:avLst/>
              <a:gdLst/>
              <a:ahLst/>
              <a:cxnLst/>
              <a:rect l="l" t="t" r="r" b="b"/>
              <a:pathLst>
                <a:path w="410210" h="848995">
                  <a:moveTo>
                    <a:pt x="222935" y="636943"/>
                  </a:moveTo>
                  <a:lnTo>
                    <a:pt x="211493" y="555498"/>
                  </a:lnTo>
                  <a:lnTo>
                    <a:pt x="203136" y="510895"/>
                  </a:lnTo>
                  <a:lnTo>
                    <a:pt x="190779" y="456844"/>
                  </a:lnTo>
                  <a:lnTo>
                    <a:pt x="191630" y="407987"/>
                  </a:lnTo>
                  <a:lnTo>
                    <a:pt x="191909" y="348246"/>
                  </a:lnTo>
                  <a:lnTo>
                    <a:pt x="191731" y="284949"/>
                  </a:lnTo>
                  <a:lnTo>
                    <a:pt x="191236" y="223469"/>
                  </a:lnTo>
                  <a:lnTo>
                    <a:pt x="190550" y="169189"/>
                  </a:lnTo>
                  <a:lnTo>
                    <a:pt x="189801" y="127482"/>
                  </a:lnTo>
                  <a:lnTo>
                    <a:pt x="183222" y="73952"/>
                  </a:lnTo>
                  <a:lnTo>
                    <a:pt x="140639" y="16471"/>
                  </a:lnTo>
                  <a:lnTo>
                    <a:pt x="102603" y="5245"/>
                  </a:lnTo>
                  <a:lnTo>
                    <a:pt x="62496" y="6032"/>
                  </a:lnTo>
                  <a:lnTo>
                    <a:pt x="31369" y="10121"/>
                  </a:lnTo>
                  <a:lnTo>
                    <a:pt x="11226" y="16306"/>
                  </a:lnTo>
                  <a:lnTo>
                    <a:pt x="4064" y="23380"/>
                  </a:lnTo>
                  <a:lnTo>
                    <a:pt x="2387" y="50952"/>
                  </a:lnTo>
                  <a:lnTo>
                    <a:pt x="0" y="77711"/>
                  </a:lnTo>
                  <a:lnTo>
                    <a:pt x="850" y="115951"/>
                  </a:lnTo>
                  <a:lnTo>
                    <a:pt x="8902" y="178015"/>
                  </a:lnTo>
                  <a:lnTo>
                    <a:pt x="28105" y="276250"/>
                  </a:lnTo>
                  <a:lnTo>
                    <a:pt x="61899" y="433260"/>
                  </a:lnTo>
                  <a:lnTo>
                    <a:pt x="73482" y="483196"/>
                  </a:lnTo>
                  <a:lnTo>
                    <a:pt x="81953" y="513232"/>
                  </a:lnTo>
                  <a:lnTo>
                    <a:pt x="82791" y="528828"/>
                  </a:lnTo>
                  <a:lnTo>
                    <a:pt x="91008" y="581837"/>
                  </a:lnTo>
                  <a:lnTo>
                    <a:pt x="112369" y="696290"/>
                  </a:lnTo>
                  <a:lnTo>
                    <a:pt x="127431" y="787577"/>
                  </a:lnTo>
                  <a:lnTo>
                    <a:pt x="133350" y="819010"/>
                  </a:lnTo>
                  <a:lnTo>
                    <a:pt x="138671" y="837780"/>
                  </a:lnTo>
                  <a:lnTo>
                    <a:pt x="148844" y="845820"/>
                  </a:lnTo>
                  <a:lnTo>
                    <a:pt x="164579" y="848169"/>
                  </a:lnTo>
                  <a:lnTo>
                    <a:pt x="179095" y="847166"/>
                  </a:lnTo>
                  <a:lnTo>
                    <a:pt x="185623" y="845121"/>
                  </a:lnTo>
                  <a:lnTo>
                    <a:pt x="192608" y="832713"/>
                  </a:lnTo>
                  <a:lnTo>
                    <a:pt x="196837" y="822985"/>
                  </a:lnTo>
                  <a:lnTo>
                    <a:pt x="201371" y="786917"/>
                  </a:lnTo>
                  <a:lnTo>
                    <a:pt x="210629" y="736219"/>
                  </a:lnTo>
                  <a:lnTo>
                    <a:pt x="219798" y="680034"/>
                  </a:lnTo>
                  <a:lnTo>
                    <a:pt x="222935" y="636943"/>
                  </a:lnTo>
                  <a:close/>
                </a:path>
                <a:path w="410210" h="848995">
                  <a:moveTo>
                    <a:pt x="409600" y="638822"/>
                  </a:moveTo>
                  <a:lnTo>
                    <a:pt x="400329" y="557110"/>
                  </a:lnTo>
                  <a:lnTo>
                    <a:pt x="393166" y="512292"/>
                  </a:lnTo>
                  <a:lnTo>
                    <a:pt x="384771" y="467347"/>
                  </a:lnTo>
                  <a:lnTo>
                    <a:pt x="385914" y="423456"/>
                  </a:lnTo>
                  <a:lnTo>
                    <a:pt x="387794" y="262864"/>
                  </a:lnTo>
                  <a:lnTo>
                    <a:pt x="387743" y="176530"/>
                  </a:lnTo>
                  <a:lnTo>
                    <a:pt x="384556" y="115862"/>
                  </a:lnTo>
                  <a:lnTo>
                    <a:pt x="378053" y="73558"/>
                  </a:lnTo>
                  <a:lnTo>
                    <a:pt x="354253" y="14859"/>
                  </a:lnTo>
                  <a:lnTo>
                    <a:pt x="324002" y="0"/>
                  </a:lnTo>
                  <a:lnTo>
                    <a:pt x="297459" y="3822"/>
                  </a:lnTo>
                  <a:lnTo>
                    <a:pt x="260527" y="12268"/>
                  </a:lnTo>
                  <a:lnTo>
                    <a:pt x="225513" y="30873"/>
                  </a:lnTo>
                  <a:lnTo>
                    <a:pt x="204546" y="61341"/>
                  </a:lnTo>
                  <a:lnTo>
                    <a:pt x="195300" y="95719"/>
                  </a:lnTo>
                  <a:lnTo>
                    <a:pt x="195465" y="126072"/>
                  </a:lnTo>
                  <a:lnTo>
                    <a:pt x="216547" y="244068"/>
                  </a:lnTo>
                  <a:lnTo>
                    <a:pt x="227863" y="304546"/>
                  </a:lnTo>
                  <a:lnTo>
                    <a:pt x="239864" y="366750"/>
                  </a:lnTo>
                  <a:lnTo>
                    <a:pt x="251675" y="425348"/>
                  </a:lnTo>
                  <a:lnTo>
                    <a:pt x="262407" y="475056"/>
                  </a:lnTo>
                  <a:lnTo>
                    <a:pt x="271983" y="512038"/>
                  </a:lnTo>
                  <a:lnTo>
                    <a:pt x="272389" y="527011"/>
                  </a:lnTo>
                  <a:lnTo>
                    <a:pt x="279184" y="580224"/>
                  </a:lnTo>
                  <a:lnTo>
                    <a:pt x="297484" y="695210"/>
                  </a:lnTo>
                  <a:lnTo>
                    <a:pt x="310121" y="786866"/>
                  </a:lnTo>
                  <a:lnTo>
                    <a:pt x="315188" y="818438"/>
                  </a:lnTo>
                  <a:lnTo>
                    <a:pt x="320001" y="837349"/>
                  </a:lnTo>
                  <a:lnTo>
                    <a:pt x="329971" y="845654"/>
                  </a:lnTo>
                  <a:lnTo>
                    <a:pt x="345630" y="848423"/>
                  </a:lnTo>
                  <a:lnTo>
                    <a:pt x="360172" y="847813"/>
                  </a:lnTo>
                  <a:lnTo>
                    <a:pt x="366750" y="845934"/>
                  </a:lnTo>
                  <a:lnTo>
                    <a:pt x="374078" y="833716"/>
                  </a:lnTo>
                  <a:lnTo>
                    <a:pt x="378548" y="824103"/>
                  </a:lnTo>
                  <a:lnTo>
                    <a:pt x="384048" y="788187"/>
                  </a:lnTo>
                  <a:lnTo>
                    <a:pt x="394652" y="737730"/>
                  </a:lnTo>
                  <a:lnTo>
                    <a:pt x="405307" y="681824"/>
                  </a:lnTo>
                  <a:lnTo>
                    <a:pt x="409600" y="638822"/>
                  </a:lnTo>
                  <a:close/>
                </a:path>
              </a:pathLst>
            </a:custGeom>
            <a:solidFill>
              <a:srgbClr val="10555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6" name="object 656" descr=""/>
            <p:cNvPicPr/>
            <p:nvPr/>
          </p:nvPicPr>
          <p:blipFill>
            <a:blip r:embed="rId92" cstate="print"/>
            <a:stretch>
              <a:fillRect/>
            </a:stretch>
          </p:blipFill>
          <p:spPr>
            <a:xfrm>
              <a:off x="6272792" y="3785408"/>
              <a:ext cx="74112" cy="172476"/>
            </a:xfrm>
            <a:prstGeom prst="rect">
              <a:avLst/>
            </a:prstGeom>
          </p:spPr>
        </p:pic>
        <p:pic>
          <p:nvPicPr>
            <p:cNvPr id="657" name="object 657" descr=""/>
            <p:cNvPicPr/>
            <p:nvPr/>
          </p:nvPicPr>
          <p:blipFill>
            <a:blip r:embed="rId89" cstate="print"/>
            <a:stretch>
              <a:fillRect/>
            </a:stretch>
          </p:blipFill>
          <p:spPr>
            <a:xfrm>
              <a:off x="5980239" y="3783647"/>
              <a:ext cx="75526" cy="171221"/>
            </a:xfrm>
            <a:prstGeom prst="rect">
              <a:avLst/>
            </a:prstGeom>
          </p:spPr>
        </p:pic>
        <p:sp>
          <p:nvSpPr>
            <p:cNvPr id="658" name="object 658" descr=""/>
            <p:cNvSpPr/>
            <p:nvPr/>
          </p:nvSpPr>
          <p:spPr>
            <a:xfrm>
              <a:off x="6134366" y="3800061"/>
              <a:ext cx="19685" cy="143510"/>
            </a:xfrm>
            <a:custGeom>
              <a:avLst/>
              <a:gdLst/>
              <a:ahLst/>
              <a:cxnLst/>
              <a:rect l="l" t="t" r="r" b="b"/>
              <a:pathLst>
                <a:path w="19685" h="143510">
                  <a:moveTo>
                    <a:pt x="19304" y="138849"/>
                  </a:moveTo>
                  <a:lnTo>
                    <a:pt x="18846" y="128663"/>
                  </a:lnTo>
                  <a:lnTo>
                    <a:pt x="14922" y="124345"/>
                  </a:lnTo>
                  <a:lnTo>
                    <a:pt x="9652" y="124345"/>
                  </a:lnTo>
                  <a:lnTo>
                    <a:pt x="4711" y="124345"/>
                  </a:lnTo>
                  <a:lnTo>
                    <a:pt x="0" y="128676"/>
                  </a:lnTo>
                  <a:lnTo>
                    <a:pt x="457" y="138861"/>
                  </a:lnTo>
                  <a:lnTo>
                    <a:pt x="4368" y="143179"/>
                  </a:lnTo>
                  <a:lnTo>
                    <a:pt x="14579" y="143179"/>
                  </a:lnTo>
                  <a:lnTo>
                    <a:pt x="19304" y="138849"/>
                  </a:lnTo>
                  <a:close/>
                </a:path>
                <a:path w="19685" h="143510">
                  <a:moveTo>
                    <a:pt x="19304" y="76669"/>
                  </a:moveTo>
                  <a:lnTo>
                    <a:pt x="18846" y="66484"/>
                  </a:lnTo>
                  <a:lnTo>
                    <a:pt x="14922" y="62166"/>
                  </a:lnTo>
                  <a:lnTo>
                    <a:pt x="9652" y="62166"/>
                  </a:lnTo>
                  <a:lnTo>
                    <a:pt x="4711" y="62166"/>
                  </a:lnTo>
                  <a:lnTo>
                    <a:pt x="0" y="66509"/>
                  </a:lnTo>
                  <a:lnTo>
                    <a:pt x="457" y="76695"/>
                  </a:lnTo>
                  <a:lnTo>
                    <a:pt x="4368" y="81013"/>
                  </a:lnTo>
                  <a:lnTo>
                    <a:pt x="14579" y="81013"/>
                  </a:lnTo>
                  <a:lnTo>
                    <a:pt x="19304" y="76669"/>
                  </a:lnTo>
                  <a:close/>
                </a:path>
                <a:path w="19685" h="143510">
                  <a:moveTo>
                    <a:pt x="19304" y="14503"/>
                  </a:moveTo>
                  <a:lnTo>
                    <a:pt x="18846" y="4305"/>
                  </a:lnTo>
                  <a:lnTo>
                    <a:pt x="14922" y="0"/>
                  </a:lnTo>
                  <a:lnTo>
                    <a:pt x="9652" y="0"/>
                  </a:lnTo>
                  <a:lnTo>
                    <a:pt x="4711" y="0"/>
                  </a:lnTo>
                  <a:lnTo>
                    <a:pt x="0" y="4330"/>
                  </a:lnTo>
                  <a:lnTo>
                    <a:pt x="457" y="14516"/>
                  </a:lnTo>
                  <a:lnTo>
                    <a:pt x="4368" y="18834"/>
                  </a:lnTo>
                  <a:lnTo>
                    <a:pt x="14579" y="18834"/>
                  </a:lnTo>
                  <a:lnTo>
                    <a:pt x="19304" y="14503"/>
                  </a:lnTo>
                  <a:close/>
                </a:path>
              </a:pathLst>
            </a:custGeom>
            <a:solidFill>
              <a:srgbClr val="064F5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9" name="object 659" descr=""/>
          <p:cNvGrpSpPr/>
          <p:nvPr/>
        </p:nvGrpSpPr>
        <p:grpSpPr>
          <a:xfrm>
            <a:off x="12968830" y="2586142"/>
            <a:ext cx="286385" cy="650875"/>
            <a:chOff x="12968830" y="2586142"/>
            <a:chExt cx="286385" cy="650875"/>
          </a:xfrm>
        </p:grpSpPr>
        <p:sp>
          <p:nvSpPr>
            <p:cNvPr id="660" name="object 660" descr=""/>
            <p:cNvSpPr/>
            <p:nvPr/>
          </p:nvSpPr>
          <p:spPr>
            <a:xfrm>
              <a:off x="12968830" y="2586142"/>
              <a:ext cx="286385" cy="454025"/>
            </a:xfrm>
            <a:custGeom>
              <a:avLst/>
              <a:gdLst/>
              <a:ahLst/>
              <a:cxnLst/>
              <a:rect l="l" t="t" r="r" b="b"/>
              <a:pathLst>
                <a:path w="286384" h="454025">
                  <a:moveTo>
                    <a:pt x="238596" y="0"/>
                  </a:moveTo>
                  <a:lnTo>
                    <a:pt x="183007" y="6552"/>
                  </a:lnTo>
                  <a:lnTo>
                    <a:pt x="114300" y="39115"/>
                  </a:lnTo>
                  <a:lnTo>
                    <a:pt x="69474" y="80154"/>
                  </a:lnTo>
                  <a:lnTo>
                    <a:pt x="23864" y="129189"/>
                  </a:lnTo>
                  <a:lnTo>
                    <a:pt x="6062" y="163917"/>
                  </a:lnTo>
                  <a:lnTo>
                    <a:pt x="0" y="206778"/>
                  </a:lnTo>
                  <a:lnTo>
                    <a:pt x="2959" y="236027"/>
                  </a:lnTo>
                  <a:lnTo>
                    <a:pt x="7832" y="278073"/>
                  </a:lnTo>
                  <a:lnTo>
                    <a:pt x="11031" y="324303"/>
                  </a:lnTo>
                  <a:lnTo>
                    <a:pt x="8973" y="366103"/>
                  </a:lnTo>
                  <a:lnTo>
                    <a:pt x="5806" y="393950"/>
                  </a:lnTo>
                  <a:lnTo>
                    <a:pt x="6972" y="409750"/>
                  </a:lnTo>
                  <a:lnTo>
                    <a:pt x="10797" y="422076"/>
                  </a:lnTo>
                  <a:lnTo>
                    <a:pt x="15612" y="439504"/>
                  </a:lnTo>
                  <a:lnTo>
                    <a:pt x="25974" y="452075"/>
                  </a:lnTo>
                  <a:lnTo>
                    <a:pt x="29560" y="453531"/>
                  </a:lnTo>
                  <a:lnTo>
                    <a:pt x="42345" y="451582"/>
                  </a:lnTo>
                  <a:lnTo>
                    <a:pt x="66553" y="446778"/>
                  </a:lnTo>
                  <a:lnTo>
                    <a:pt x="82845" y="440017"/>
                  </a:lnTo>
                  <a:lnTo>
                    <a:pt x="118790" y="428260"/>
                  </a:lnTo>
                  <a:lnTo>
                    <a:pt x="151648" y="425367"/>
                  </a:lnTo>
                  <a:lnTo>
                    <a:pt x="276286" y="425367"/>
                  </a:lnTo>
                  <a:lnTo>
                    <a:pt x="280990" y="420187"/>
                  </a:lnTo>
                  <a:lnTo>
                    <a:pt x="286242" y="412039"/>
                  </a:lnTo>
                  <a:lnTo>
                    <a:pt x="282807" y="386686"/>
                  </a:lnTo>
                  <a:lnTo>
                    <a:pt x="281223" y="369305"/>
                  </a:lnTo>
                  <a:lnTo>
                    <a:pt x="281093" y="351856"/>
                  </a:lnTo>
                  <a:lnTo>
                    <a:pt x="282083" y="324303"/>
                  </a:lnTo>
                  <a:lnTo>
                    <a:pt x="283829" y="266363"/>
                  </a:lnTo>
                  <a:lnTo>
                    <a:pt x="284030" y="204889"/>
                  </a:lnTo>
                  <a:lnTo>
                    <a:pt x="281987" y="145467"/>
                  </a:lnTo>
                  <a:lnTo>
                    <a:pt x="277061" y="91682"/>
                  </a:lnTo>
                  <a:lnTo>
                    <a:pt x="268614" y="47119"/>
                  </a:lnTo>
                  <a:lnTo>
                    <a:pt x="256006" y="15363"/>
                  </a:lnTo>
                  <a:lnTo>
                    <a:pt x="238596" y="0"/>
                  </a:lnTo>
                  <a:close/>
                </a:path>
                <a:path w="286384" h="454025">
                  <a:moveTo>
                    <a:pt x="276286" y="425367"/>
                  </a:moveTo>
                  <a:lnTo>
                    <a:pt x="151648" y="425367"/>
                  </a:lnTo>
                  <a:lnTo>
                    <a:pt x="182980" y="430780"/>
                  </a:lnTo>
                  <a:lnTo>
                    <a:pt x="214349" y="443944"/>
                  </a:lnTo>
                  <a:lnTo>
                    <a:pt x="243526" y="448447"/>
                  </a:lnTo>
                  <a:lnTo>
                    <a:pt x="266245" y="436426"/>
                  </a:lnTo>
                  <a:lnTo>
                    <a:pt x="276286" y="425367"/>
                  </a:lnTo>
                  <a:close/>
                </a:path>
              </a:pathLst>
            </a:custGeom>
            <a:solidFill>
              <a:srgbClr val="87C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1" name="object 661" descr=""/>
            <p:cNvSpPr/>
            <p:nvPr/>
          </p:nvSpPr>
          <p:spPr>
            <a:xfrm>
              <a:off x="12977699" y="2586145"/>
              <a:ext cx="273685" cy="650875"/>
            </a:xfrm>
            <a:custGeom>
              <a:avLst/>
              <a:gdLst/>
              <a:ahLst/>
              <a:cxnLst/>
              <a:rect l="l" t="t" r="r" b="b"/>
              <a:pathLst>
                <a:path w="273684" h="650875">
                  <a:moveTo>
                    <a:pt x="6705" y="439407"/>
                  </a:moveTo>
                  <a:lnTo>
                    <a:pt x="4749" y="385533"/>
                  </a:lnTo>
                  <a:lnTo>
                    <a:pt x="1612" y="335330"/>
                  </a:lnTo>
                  <a:lnTo>
                    <a:pt x="101" y="366102"/>
                  </a:lnTo>
                  <a:lnTo>
                    <a:pt x="0" y="366941"/>
                  </a:lnTo>
                  <a:lnTo>
                    <a:pt x="1168" y="385533"/>
                  </a:lnTo>
                  <a:lnTo>
                    <a:pt x="2590" y="424472"/>
                  </a:lnTo>
                  <a:lnTo>
                    <a:pt x="6705" y="439407"/>
                  </a:lnTo>
                  <a:close/>
                </a:path>
                <a:path w="273684" h="650875">
                  <a:moveTo>
                    <a:pt x="26327" y="440994"/>
                  </a:moveTo>
                  <a:lnTo>
                    <a:pt x="24307" y="385533"/>
                  </a:lnTo>
                  <a:lnTo>
                    <a:pt x="20396" y="322783"/>
                  </a:lnTo>
                  <a:lnTo>
                    <a:pt x="15138" y="256463"/>
                  </a:lnTo>
                  <a:lnTo>
                    <a:pt x="9118" y="190220"/>
                  </a:lnTo>
                  <a:lnTo>
                    <a:pt x="4991" y="148691"/>
                  </a:lnTo>
                  <a:lnTo>
                    <a:pt x="1981" y="154571"/>
                  </a:lnTo>
                  <a:lnTo>
                    <a:pt x="5549" y="190461"/>
                  </a:lnTo>
                  <a:lnTo>
                    <a:pt x="11557" y="256628"/>
                  </a:lnTo>
                  <a:lnTo>
                    <a:pt x="16814" y="322872"/>
                  </a:lnTo>
                  <a:lnTo>
                    <a:pt x="20726" y="385533"/>
                  </a:lnTo>
                  <a:lnTo>
                    <a:pt x="22745" y="441083"/>
                  </a:lnTo>
                  <a:lnTo>
                    <a:pt x="22618" y="454317"/>
                  </a:lnTo>
                  <a:lnTo>
                    <a:pt x="26187" y="455764"/>
                  </a:lnTo>
                  <a:lnTo>
                    <a:pt x="26327" y="440994"/>
                  </a:lnTo>
                  <a:close/>
                </a:path>
                <a:path w="273684" h="650875">
                  <a:moveTo>
                    <a:pt x="45885" y="440994"/>
                  </a:moveTo>
                  <a:lnTo>
                    <a:pt x="43865" y="385533"/>
                  </a:lnTo>
                  <a:lnTo>
                    <a:pt x="39954" y="322783"/>
                  </a:lnTo>
                  <a:lnTo>
                    <a:pt x="34696" y="256463"/>
                  </a:lnTo>
                  <a:lnTo>
                    <a:pt x="28676" y="190220"/>
                  </a:lnTo>
                  <a:lnTo>
                    <a:pt x="22466" y="127660"/>
                  </a:lnTo>
                  <a:lnTo>
                    <a:pt x="21780" y="121132"/>
                  </a:lnTo>
                  <a:lnTo>
                    <a:pt x="18580" y="124929"/>
                  </a:lnTo>
                  <a:lnTo>
                    <a:pt x="18897" y="127965"/>
                  </a:lnTo>
                  <a:lnTo>
                    <a:pt x="25107" y="190461"/>
                  </a:lnTo>
                  <a:lnTo>
                    <a:pt x="31127" y="256628"/>
                  </a:lnTo>
                  <a:lnTo>
                    <a:pt x="36372" y="322872"/>
                  </a:lnTo>
                  <a:lnTo>
                    <a:pt x="40284" y="385533"/>
                  </a:lnTo>
                  <a:lnTo>
                    <a:pt x="42316" y="440994"/>
                  </a:lnTo>
                  <a:lnTo>
                    <a:pt x="42202" y="452818"/>
                  </a:lnTo>
                  <a:lnTo>
                    <a:pt x="44411" y="452285"/>
                  </a:lnTo>
                  <a:lnTo>
                    <a:pt x="45783" y="451713"/>
                  </a:lnTo>
                  <a:lnTo>
                    <a:pt x="45885" y="440994"/>
                  </a:lnTo>
                  <a:close/>
                </a:path>
                <a:path w="273684" h="650875">
                  <a:moveTo>
                    <a:pt x="65443" y="440994"/>
                  </a:moveTo>
                  <a:lnTo>
                    <a:pt x="63423" y="385533"/>
                  </a:lnTo>
                  <a:lnTo>
                    <a:pt x="59512" y="322783"/>
                  </a:lnTo>
                  <a:lnTo>
                    <a:pt x="54254" y="256463"/>
                  </a:lnTo>
                  <a:lnTo>
                    <a:pt x="48234" y="190220"/>
                  </a:lnTo>
                  <a:lnTo>
                    <a:pt x="42024" y="127660"/>
                  </a:lnTo>
                  <a:lnTo>
                    <a:pt x="39166" y="100698"/>
                  </a:lnTo>
                  <a:lnTo>
                    <a:pt x="38227" y="101600"/>
                  </a:lnTo>
                  <a:lnTo>
                    <a:pt x="35941" y="104305"/>
                  </a:lnTo>
                  <a:lnTo>
                    <a:pt x="38455" y="127965"/>
                  </a:lnTo>
                  <a:lnTo>
                    <a:pt x="44665" y="190461"/>
                  </a:lnTo>
                  <a:lnTo>
                    <a:pt x="50673" y="256628"/>
                  </a:lnTo>
                  <a:lnTo>
                    <a:pt x="55930" y="322872"/>
                  </a:lnTo>
                  <a:lnTo>
                    <a:pt x="59842" y="385533"/>
                  </a:lnTo>
                  <a:lnTo>
                    <a:pt x="61861" y="440994"/>
                  </a:lnTo>
                  <a:lnTo>
                    <a:pt x="61823" y="445058"/>
                  </a:lnTo>
                  <a:lnTo>
                    <a:pt x="65417" y="443572"/>
                  </a:lnTo>
                  <a:lnTo>
                    <a:pt x="65443" y="440994"/>
                  </a:lnTo>
                  <a:close/>
                </a:path>
                <a:path w="273684" h="650875">
                  <a:moveTo>
                    <a:pt x="84836" y="436460"/>
                  </a:moveTo>
                  <a:lnTo>
                    <a:pt x="82981" y="385533"/>
                  </a:lnTo>
                  <a:lnTo>
                    <a:pt x="79057" y="322783"/>
                  </a:lnTo>
                  <a:lnTo>
                    <a:pt x="73812" y="256463"/>
                  </a:lnTo>
                  <a:lnTo>
                    <a:pt x="67792" y="190220"/>
                  </a:lnTo>
                  <a:lnTo>
                    <a:pt x="61582" y="127660"/>
                  </a:lnTo>
                  <a:lnTo>
                    <a:pt x="56921" y="83680"/>
                  </a:lnTo>
                  <a:lnTo>
                    <a:pt x="53657" y="86817"/>
                  </a:lnTo>
                  <a:lnTo>
                    <a:pt x="58013" y="127965"/>
                  </a:lnTo>
                  <a:lnTo>
                    <a:pt x="64223" y="190461"/>
                  </a:lnTo>
                  <a:lnTo>
                    <a:pt x="70231" y="256628"/>
                  </a:lnTo>
                  <a:lnTo>
                    <a:pt x="75488" y="322872"/>
                  </a:lnTo>
                  <a:lnTo>
                    <a:pt x="79400" y="385533"/>
                  </a:lnTo>
                  <a:lnTo>
                    <a:pt x="81305" y="437629"/>
                  </a:lnTo>
                  <a:lnTo>
                    <a:pt x="84836" y="436460"/>
                  </a:lnTo>
                  <a:close/>
                </a:path>
                <a:path w="273684" h="650875">
                  <a:moveTo>
                    <a:pt x="104165" y="430149"/>
                  </a:moveTo>
                  <a:lnTo>
                    <a:pt x="102539" y="385533"/>
                  </a:lnTo>
                  <a:lnTo>
                    <a:pt x="98628" y="322783"/>
                  </a:lnTo>
                  <a:lnTo>
                    <a:pt x="93370" y="256463"/>
                  </a:lnTo>
                  <a:lnTo>
                    <a:pt x="87350" y="190220"/>
                  </a:lnTo>
                  <a:lnTo>
                    <a:pt x="81140" y="127660"/>
                  </a:lnTo>
                  <a:lnTo>
                    <a:pt x="75285" y="72440"/>
                  </a:lnTo>
                  <a:lnTo>
                    <a:pt x="74714" y="67233"/>
                  </a:lnTo>
                  <a:lnTo>
                    <a:pt x="71437" y="70231"/>
                  </a:lnTo>
                  <a:lnTo>
                    <a:pt x="77571" y="127965"/>
                  </a:lnTo>
                  <a:lnTo>
                    <a:pt x="83781" y="190461"/>
                  </a:lnTo>
                  <a:lnTo>
                    <a:pt x="89789" y="256628"/>
                  </a:lnTo>
                  <a:lnTo>
                    <a:pt x="95046" y="322872"/>
                  </a:lnTo>
                  <a:lnTo>
                    <a:pt x="98958" y="385533"/>
                  </a:lnTo>
                  <a:lnTo>
                    <a:pt x="100622" y="431304"/>
                  </a:lnTo>
                  <a:lnTo>
                    <a:pt x="104165" y="430149"/>
                  </a:lnTo>
                  <a:close/>
                </a:path>
                <a:path w="273684" h="650875">
                  <a:moveTo>
                    <a:pt x="247523" y="16357"/>
                  </a:moveTo>
                  <a:lnTo>
                    <a:pt x="247129" y="15367"/>
                  </a:lnTo>
                  <a:lnTo>
                    <a:pt x="244322" y="12877"/>
                  </a:lnTo>
                  <a:lnTo>
                    <a:pt x="242506" y="28575"/>
                  </a:lnTo>
                  <a:lnTo>
                    <a:pt x="237604" y="72796"/>
                  </a:lnTo>
                  <a:lnTo>
                    <a:pt x="231762" y="127965"/>
                  </a:lnTo>
                  <a:lnTo>
                    <a:pt x="229311" y="152514"/>
                  </a:lnTo>
                  <a:lnTo>
                    <a:pt x="225348" y="104635"/>
                  </a:lnTo>
                  <a:lnTo>
                    <a:pt x="220345" y="83604"/>
                  </a:lnTo>
                  <a:lnTo>
                    <a:pt x="221538" y="72440"/>
                  </a:lnTo>
                  <a:lnTo>
                    <a:pt x="226466" y="28181"/>
                  </a:lnTo>
                  <a:lnTo>
                    <a:pt x="229704" y="0"/>
                  </a:lnTo>
                  <a:lnTo>
                    <a:pt x="226047" y="431"/>
                  </a:lnTo>
                  <a:lnTo>
                    <a:pt x="222808" y="28575"/>
                  </a:lnTo>
                  <a:lnTo>
                    <a:pt x="217893" y="72796"/>
                  </a:lnTo>
                  <a:lnTo>
                    <a:pt x="217855" y="73088"/>
                  </a:lnTo>
                  <a:lnTo>
                    <a:pt x="214439" y="58661"/>
                  </a:lnTo>
                  <a:lnTo>
                    <a:pt x="204343" y="49860"/>
                  </a:lnTo>
                  <a:lnTo>
                    <a:pt x="206756" y="28181"/>
                  </a:lnTo>
                  <a:lnTo>
                    <a:pt x="209740" y="2362"/>
                  </a:lnTo>
                  <a:lnTo>
                    <a:pt x="206082" y="2794"/>
                  </a:lnTo>
                  <a:lnTo>
                    <a:pt x="203111" y="28575"/>
                  </a:lnTo>
                  <a:lnTo>
                    <a:pt x="201053" y="47002"/>
                  </a:lnTo>
                  <a:lnTo>
                    <a:pt x="191731" y="38849"/>
                  </a:lnTo>
                  <a:lnTo>
                    <a:pt x="185915" y="38417"/>
                  </a:lnTo>
                  <a:lnTo>
                    <a:pt x="187058" y="28181"/>
                  </a:lnTo>
                  <a:lnTo>
                    <a:pt x="189763" y="4711"/>
                  </a:lnTo>
                  <a:lnTo>
                    <a:pt x="186105" y="5143"/>
                  </a:lnTo>
                  <a:lnTo>
                    <a:pt x="183413" y="28575"/>
                  </a:lnTo>
                  <a:lnTo>
                    <a:pt x="182346" y="38138"/>
                  </a:lnTo>
                  <a:lnTo>
                    <a:pt x="154711" y="36042"/>
                  </a:lnTo>
                  <a:lnTo>
                    <a:pt x="152400" y="36918"/>
                  </a:lnTo>
                  <a:lnTo>
                    <a:pt x="152450" y="31216"/>
                  </a:lnTo>
                  <a:lnTo>
                    <a:pt x="152565" y="12839"/>
                  </a:lnTo>
                  <a:lnTo>
                    <a:pt x="148971" y="13881"/>
                  </a:lnTo>
                  <a:lnTo>
                    <a:pt x="148869" y="31216"/>
                  </a:lnTo>
                  <a:lnTo>
                    <a:pt x="148805" y="38290"/>
                  </a:lnTo>
                  <a:lnTo>
                    <a:pt x="127190" y="46482"/>
                  </a:lnTo>
                  <a:lnTo>
                    <a:pt x="127190" y="46177"/>
                  </a:lnTo>
                  <a:lnTo>
                    <a:pt x="126301" y="24993"/>
                  </a:lnTo>
                  <a:lnTo>
                    <a:pt x="122796" y="27368"/>
                  </a:lnTo>
                  <a:lnTo>
                    <a:pt x="122986" y="31165"/>
                  </a:lnTo>
                  <a:lnTo>
                    <a:pt x="123571" y="47853"/>
                  </a:lnTo>
                  <a:lnTo>
                    <a:pt x="119291" y="49479"/>
                  </a:lnTo>
                  <a:lnTo>
                    <a:pt x="101422" y="78359"/>
                  </a:lnTo>
                  <a:lnTo>
                    <a:pt x="101244" y="81368"/>
                  </a:lnTo>
                  <a:lnTo>
                    <a:pt x="99225" y="44792"/>
                  </a:lnTo>
                  <a:lnTo>
                    <a:pt x="95821" y="47917"/>
                  </a:lnTo>
                  <a:lnTo>
                    <a:pt x="99453" y="113423"/>
                  </a:lnTo>
                  <a:lnTo>
                    <a:pt x="99301" y="116243"/>
                  </a:lnTo>
                  <a:lnTo>
                    <a:pt x="98856" y="166738"/>
                  </a:lnTo>
                  <a:lnTo>
                    <a:pt x="99898" y="222351"/>
                  </a:lnTo>
                  <a:lnTo>
                    <a:pt x="102184" y="275602"/>
                  </a:lnTo>
                  <a:lnTo>
                    <a:pt x="105537" y="318998"/>
                  </a:lnTo>
                  <a:lnTo>
                    <a:pt x="111518" y="359333"/>
                  </a:lnTo>
                  <a:lnTo>
                    <a:pt x="112014" y="360832"/>
                  </a:lnTo>
                  <a:lnTo>
                    <a:pt x="111620" y="403415"/>
                  </a:lnTo>
                  <a:lnTo>
                    <a:pt x="116840" y="446760"/>
                  </a:lnTo>
                  <a:lnTo>
                    <a:pt x="124739" y="498500"/>
                  </a:lnTo>
                  <a:lnTo>
                    <a:pt x="131381" y="543344"/>
                  </a:lnTo>
                  <a:lnTo>
                    <a:pt x="132803" y="565950"/>
                  </a:lnTo>
                  <a:lnTo>
                    <a:pt x="131432" y="574395"/>
                  </a:lnTo>
                  <a:lnTo>
                    <a:pt x="131851" y="585444"/>
                  </a:lnTo>
                  <a:lnTo>
                    <a:pt x="133426" y="596861"/>
                  </a:lnTo>
                  <a:lnTo>
                    <a:pt x="135509" y="606450"/>
                  </a:lnTo>
                  <a:lnTo>
                    <a:pt x="135915" y="615962"/>
                  </a:lnTo>
                  <a:lnTo>
                    <a:pt x="134696" y="627138"/>
                  </a:lnTo>
                  <a:lnTo>
                    <a:pt x="134620" y="637717"/>
                  </a:lnTo>
                  <a:lnTo>
                    <a:pt x="138417" y="645477"/>
                  </a:lnTo>
                  <a:lnTo>
                    <a:pt x="149771" y="649516"/>
                  </a:lnTo>
                  <a:lnTo>
                    <a:pt x="166471" y="650862"/>
                  </a:lnTo>
                  <a:lnTo>
                    <a:pt x="182448" y="650227"/>
                  </a:lnTo>
                  <a:lnTo>
                    <a:pt x="191630" y="648322"/>
                  </a:lnTo>
                  <a:lnTo>
                    <a:pt x="196532" y="646760"/>
                  </a:lnTo>
                  <a:lnTo>
                    <a:pt x="202272" y="645261"/>
                  </a:lnTo>
                  <a:lnTo>
                    <a:pt x="206768" y="641654"/>
                  </a:lnTo>
                  <a:lnTo>
                    <a:pt x="207911" y="633742"/>
                  </a:lnTo>
                  <a:lnTo>
                    <a:pt x="207200" y="624103"/>
                  </a:lnTo>
                  <a:lnTo>
                    <a:pt x="207543" y="616508"/>
                  </a:lnTo>
                  <a:lnTo>
                    <a:pt x="209054" y="610552"/>
                  </a:lnTo>
                  <a:lnTo>
                    <a:pt x="211810" y="605853"/>
                  </a:lnTo>
                  <a:lnTo>
                    <a:pt x="213575" y="593750"/>
                  </a:lnTo>
                  <a:lnTo>
                    <a:pt x="213677" y="568350"/>
                  </a:lnTo>
                  <a:lnTo>
                    <a:pt x="214528" y="533336"/>
                  </a:lnTo>
                  <a:lnTo>
                    <a:pt x="222719" y="448538"/>
                  </a:lnTo>
                  <a:lnTo>
                    <a:pt x="223558" y="406641"/>
                  </a:lnTo>
                  <a:lnTo>
                    <a:pt x="222758" y="372884"/>
                  </a:lnTo>
                  <a:lnTo>
                    <a:pt x="222008" y="353517"/>
                  </a:lnTo>
                  <a:lnTo>
                    <a:pt x="221462" y="351078"/>
                  </a:lnTo>
                  <a:lnTo>
                    <a:pt x="222224" y="343293"/>
                  </a:lnTo>
                  <a:lnTo>
                    <a:pt x="223723" y="308356"/>
                  </a:lnTo>
                  <a:lnTo>
                    <a:pt x="226834" y="262839"/>
                  </a:lnTo>
                  <a:lnTo>
                    <a:pt x="229501" y="210921"/>
                  </a:lnTo>
                  <a:lnTo>
                    <a:pt x="229577" y="186093"/>
                  </a:lnTo>
                  <a:lnTo>
                    <a:pt x="235394" y="127660"/>
                  </a:lnTo>
                  <a:lnTo>
                    <a:pt x="241236" y="72440"/>
                  </a:lnTo>
                  <a:lnTo>
                    <a:pt x="246164" y="28181"/>
                  </a:lnTo>
                  <a:lnTo>
                    <a:pt x="247523" y="16357"/>
                  </a:lnTo>
                  <a:close/>
                </a:path>
                <a:path w="273684" h="650875">
                  <a:moveTo>
                    <a:pt x="262267" y="60477"/>
                  </a:moveTo>
                  <a:lnTo>
                    <a:pt x="251460" y="127965"/>
                  </a:lnTo>
                  <a:lnTo>
                    <a:pt x="245249" y="190461"/>
                  </a:lnTo>
                  <a:lnTo>
                    <a:pt x="239242" y="256628"/>
                  </a:lnTo>
                  <a:lnTo>
                    <a:pt x="233997" y="322872"/>
                  </a:lnTo>
                  <a:lnTo>
                    <a:pt x="230085" y="385533"/>
                  </a:lnTo>
                  <a:lnTo>
                    <a:pt x="228066" y="440994"/>
                  </a:lnTo>
                  <a:lnTo>
                    <a:pt x="228130" y="447446"/>
                  </a:lnTo>
                  <a:lnTo>
                    <a:pt x="231711" y="447992"/>
                  </a:lnTo>
                  <a:lnTo>
                    <a:pt x="231635" y="440994"/>
                  </a:lnTo>
                  <a:lnTo>
                    <a:pt x="233667" y="385533"/>
                  </a:lnTo>
                  <a:lnTo>
                    <a:pt x="237591" y="322783"/>
                  </a:lnTo>
                  <a:lnTo>
                    <a:pt x="242849" y="256463"/>
                  </a:lnTo>
                  <a:lnTo>
                    <a:pt x="248869" y="190220"/>
                  </a:lnTo>
                  <a:lnTo>
                    <a:pt x="255092" y="127660"/>
                  </a:lnTo>
                  <a:lnTo>
                    <a:pt x="260934" y="72440"/>
                  </a:lnTo>
                  <a:lnTo>
                    <a:pt x="262267" y="60477"/>
                  </a:lnTo>
                  <a:close/>
                </a:path>
                <a:path w="273684" h="650875">
                  <a:moveTo>
                    <a:pt x="273062" y="144970"/>
                  </a:moveTo>
                  <a:lnTo>
                    <a:pt x="264947" y="190461"/>
                  </a:lnTo>
                  <a:lnTo>
                    <a:pt x="258940" y="256628"/>
                  </a:lnTo>
                  <a:lnTo>
                    <a:pt x="253695" y="322872"/>
                  </a:lnTo>
                  <a:lnTo>
                    <a:pt x="249783" y="385533"/>
                  </a:lnTo>
                  <a:lnTo>
                    <a:pt x="247815" y="439585"/>
                  </a:lnTo>
                  <a:lnTo>
                    <a:pt x="247764" y="441515"/>
                  </a:lnTo>
                  <a:lnTo>
                    <a:pt x="251396" y="439585"/>
                  </a:lnTo>
                  <a:lnTo>
                    <a:pt x="253365" y="385533"/>
                  </a:lnTo>
                  <a:lnTo>
                    <a:pt x="257289" y="322783"/>
                  </a:lnTo>
                  <a:lnTo>
                    <a:pt x="262547" y="256463"/>
                  </a:lnTo>
                  <a:lnTo>
                    <a:pt x="268566" y="190220"/>
                  </a:lnTo>
                  <a:lnTo>
                    <a:pt x="273062" y="144970"/>
                  </a:lnTo>
                  <a:close/>
                </a:path>
                <a:path w="273684" h="650875">
                  <a:moveTo>
                    <a:pt x="273380" y="380606"/>
                  </a:moveTo>
                  <a:lnTo>
                    <a:pt x="272351" y="369303"/>
                  </a:lnTo>
                  <a:lnTo>
                    <a:pt x="272224" y="351853"/>
                  </a:lnTo>
                  <a:lnTo>
                    <a:pt x="273075" y="328155"/>
                  </a:lnTo>
                  <a:lnTo>
                    <a:pt x="269481" y="385533"/>
                  </a:lnTo>
                  <a:lnTo>
                    <a:pt x="268058" y="424649"/>
                  </a:lnTo>
                  <a:lnTo>
                    <a:pt x="271792" y="420547"/>
                  </a:lnTo>
                  <a:lnTo>
                    <a:pt x="273075" y="385533"/>
                  </a:lnTo>
                  <a:lnTo>
                    <a:pt x="273380" y="380606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2" name="object 662" descr=""/>
          <p:cNvSpPr/>
          <p:nvPr/>
        </p:nvSpPr>
        <p:spPr>
          <a:xfrm>
            <a:off x="12283047" y="2651283"/>
            <a:ext cx="172720" cy="596265"/>
          </a:xfrm>
          <a:custGeom>
            <a:avLst/>
            <a:gdLst/>
            <a:ahLst/>
            <a:cxnLst/>
            <a:rect l="l" t="t" r="r" b="b"/>
            <a:pathLst>
              <a:path w="172720" h="596264">
                <a:moveTo>
                  <a:pt x="172237" y="80403"/>
                </a:moveTo>
                <a:lnTo>
                  <a:pt x="160337" y="44005"/>
                </a:lnTo>
                <a:lnTo>
                  <a:pt x="130136" y="14084"/>
                </a:lnTo>
                <a:lnTo>
                  <a:pt x="95910" y="0"/>
                </a:lnTo>
                <a:lnTo>
                  <a:pt x="71920" y="11137"/>
                </a:lnTo>
                <a:lnTo>
                  <a:pt x="64668" y="41033"/>
                </a:lnTo>
                <a:lnTo>
                  <a:pt x="56311" y="96774"/>
                </a:lnTo>
                <a:lnTo>
                  <a:pt x="47713" y="163957"/>
                </a:lnTo>
                <a:lnTo>
                  <a:pt x="39776" y="228193"/>
                </a:lnTo>
                <a:lnTo>
                  <a:pt x="33362" y="275120"/>
                </a:lnTo>
                <a:lnTo>
                  <a:pt x="32893" y="282587"/>
                </a:lnTo>
                <a:lnTo>
                  <a:pt x="31953" y="285254"/>
                </a:lnTo>
                <a:lnTo>
                  <a:pt x="28155" y="304253"/>
                </a:lnTo>
                <a:lnTo>
                  <a:pt x="22009" y="337451"/>
                </a:lnTo>
                <a:lnTo>
                  <a:pt x="16205" y="378955"/>
                </a:lnTo>
                <a:lnTo>
                  <a:pt x="10871" y="463981"/>
                </a:lnTo>
                <a:lnTo>
                  <a:pt x="6159" y="498690"/>
                </a:lnTo>
                <a:lnTo>
                  <a:pt x="2235" y="523786"/>
                </a:lnTo>
                <a:lnTo>
                  <a:pt x="2057" y="536003"/>
                </a:lnTo>
                <a:lnTo>
                  <a:pt x="4038" y="541096"/>
                </a:lnTo>
                <a:lnTo>
                  <a:pt x="4584" y="547217"/>
                </a:lnTo>
                <a:lnTo>
                  <a:pt x="3733" y="554774"/>
                </a:lnTo>
                <a:lnTo>
                  <a:pt x="1485" y="564159"/>
                </a:lnTo>
                <a:lnTo>
                  <a:pt x="0" y="574306"/>
                </a:lnTo>
                <a:lnTo>
                  <a:pt x="863" y="583298"/>
                </a:lnTo>
                <a:lnTo>
                  <a:pt x="3314" y="590410"/>
                </a:lnTo>
                <a:lnTo>
                  <a:pt x="6540" y="594868"/>
                </a:lnTo>
                <a:lnTo>
                  <a:pt x="16662" y="596061"/>
                </a:lnTo>
                <a:lnTo>
                  <a:pt x="35331" y="594499"/>
                </a:lnTo>
                <a:lnTo>
                  <a:pt x="73215" y="579704"/>
                </a:lnTo>
                <a:lnTo>
                  <a:pt x="75387" y="558012"/>
                </a:lnTo>
                <a:lnTo>
                  <a:pt x="77292" y="548690"/>
                </a:lnTo>
                <a:lnTo>
                  <a:pt x="80873" y="539546"/>
                </a:lnTo>
                <a:lnTo>
                  <a:pt x="84239" y="528523"/>
                </a:lnTo>
                <a:lnTo>
                  <a:pt x="86398" y="517690"/>
                </a:lnTo>
                <a:lnTo>
                  <a:pt x="86372" y="509143"/>
                </a:lnTo>
                <a:lnTo>
                  <a:pt x="91325" y="481482"/>
                </a:lnTo>
                <a:lnTo>
                  <a:pt x="104686" y="426021"/>
                </a:lnTo>
                <a:lnTo>
                  <a:pt x="119913" y="363855"/>
                </a:lnTo>
                <a:lnTo>
                  <a:pt x="130467" y="316052"/>
                </a:lnTo>
                <a:lnTo>
                  <a:pt x="130632" y="313893"/>
                </a:lnTo>
                <a:lnTo>
                  <a:pt x="133718" y="306539"/>
                </a:lnTo>
                <a:lnTo>
                  <a:pt x="144830" y="267309"/>
                </a:lnTo>
                <a:lnTo>
                  <a:pt x="155384" y="220383"/>
                </a:lnTo>
                <a:lnTo>
                  <a:pt x="163436" y="170268"/>
                </a:lnTo>
                <a:lnTo>
                  <a:pt x="169037" y="121945"/>
                </a:lnTo>
                <a:lnTo>
                  <a:pt x="172237" y="80403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3" name="object 663" descr=""/>
          <p:cNvGrpSpPr/>
          <p:nvPr/>
        </p:nvGrpSpPr>
        <p:grpSpPr>
          <a:xfrm>
            <a:off x="12354974" y="2586143"/>
            <a:ext cx="495934" cy="661670"/>
            <a:chOff x="12354974" y="2586143"/>
            <a:chExt cx="495934" cy="661670"/>
          </a:xfrm>
        </p:grpSpPr>
        <p:sp>
          <p:nvSpPr>
            <p:cNvPr id="664" name="object 664" descr=""/>
            <p:cNvSpPr/>
            <p:nvPr/>
          </p:nvSpPr>
          <p:spPr>
            <a:xfrm>
              <a:off x="12678334" y="2637935"/>
              <a:ext cx="172720" cy="609600"/>
            </a:xfrm>
            <a:custGeom>
              <a:avLst/>
              <a:gdLst/>
              <a:ahLst/>
              <a:cxnLst/>
              <a:rect l="l" t="t" r="r" b="b"/>
              <a:pathLst>
                <a:path w="172720" h="609600">
                  <a:moveTo>
                    <a:pt x="172237" y="587654"/>
                  </a:moveTo>
                  <a:lnTo>
                    <a:pt x="170751" y="577507"/>
                  </a:lnTo>
                  <a:lnTo>
                    <a:pt x="168503" y="568121"/>
                  </a:lnTo>
                  <a:lnTo>
                    <a:pt x="167652" y="560565"/>
                  </a:lnTo>
                  <a:lnTo>
                    <a:pt x="168198" y="554443"/>
                  </a:lnTo>
                  <a:lnTo>
                    <a:pt x="170167" y="549351"/>
                  </a:lnTo>
                  <a:lnTo>
                    <a:pt x="170002" y="537133"/>
                  </a:lnTo>
                  <a:lnTo>
                    <a:pt x="166077" y="512038"/>
                  </a:lnTo>
                  <a:lnTo>
                    <a:pt x="161366" y="477329"/>
                  </a:lnTo>
                  <a:lnTo>
                    <a:pt x="156032" y="392303"/>
                  </a:lnTo>
                  <a:lnTo>
                    <a:pt x="150215" y="350799"/>
                  </a:lnTo>
                  <a:lnTo>
                    <a:pt x="144081" y="317601"/>
                  </a:lnTo>
                  <a:lnTo>
                    <a:pt x="140271" y="298602"/>
                  </a:lnTo>
                  <a:lnTo>
                    <a:pt x="139331" y="295973"/>
                  </a:lnTo>
                  <a:lnTo>
                    <a:pt x="138874" y="288467"/>
                  </a:lnTo>
                  <a:lnTo>
                    <a:pt x="123583" y="195656"/>
                  </a:lnTo>
                  <a:lnTo>
                    <a:pt x="113131" y="135267"/>
                  </a:lnTo>
                  <a:lnTo>
                    <a:pt x="102527" y="77838"/>
                  </a:lnTo>
                  <a:lnTo>
                    <a:pt x="93078" y="32562"/>
                  </a:lnTo>
                  <a:lnTo>
                    <a:pt x="64325" y="0"/>
                  </a:lnTo>
                  <a:lnTo>
                    <a:pt x="34975" y="19519"/>
                  </a:lnTo>
                  <a:lnTo>
                    <a:pt x="9664" y="54889"/>
                  </a:lnTo>
                  <a:lnTo>
                    <a:pt x="0" y="93751"/>
                  </a:lnTo>
                  <a:lnTo>
                    <a:pt x="3200" y="135305"/>
                  </a:lnTo>
                  <a:lnTo>
                    <a:pt x="8801" y="183616"/>
                  </a:lnTo>
                  <a:lnTo>
                    <a:pt x="16840" y="233730"/>
                  </a:lnTo>
                  <a:lnTo>
                    <a:pt x="27393" y="280644"/>
                  </a:lnTo>
                  <a:lnTo>
                    <a:pt x="38506" y="319887"/>
                  </a:lnTo>
                  <a:lnTo>
                    <a:pt x="41592" y="327266"/>
                  </a:lnTo>
                  <a:lnTo>
                    <a:pt x="41770" y="329399"/>
                  </a:lnTo>
                  <a:lnTo>
                    <a:pt x="52324" y="377202"/>
                  </a:lnTo>
                  <a:lnTo>
                    <a:pt x="67551" y="439369"/>
                  </a:lnTo>
                  <a:lnTo>
                    <a:pt x="80911" y="494830"/>
                  </a:lnTo>
                  <a:lnTo>
                    <a:pt x="85864" y="522490"/>
                  </a:lnTo>
                  <a:lnTo>
                    <a:pt x="85839" y="531037"/>
                  </a:lnTo>
                  <a:lnTo>
                    <a:pt x="87998" y="541870"/>
                  </a:lnTo>
                  <a:lnTo>
                    <a:pt x="91363" y="552894"/>
                  </a:lnTo>
                  <a:lnTo>
                    <a:pt x="94932" y="562038"/>
                  </a:lnTo>
                  <a:lnTo>
                    <a:pt x="96837" y="571360"/>
                  </a:lnTo>
                  <a:lnTo>
                    <a:pt x="117208" y="604443"/>
                  </a:lnTo>
                  <a:lnTo>
                    <a:pt x="155562" y="609409"/>
                  </a:lnTo>
                  <a:lnTo>
                    <a:pt x="165696" y="608215"/>
                  </a:lnTo>
                  <a:lnTo>
                    <a:pt x="168922" y="603758"/>
                  </a:lnTo>
                  <a:lnTo>
                    <a:pt x="171361" y="596646"/>
                  </a:lnTo>
                  <a:lnTo>
                    <a:pt x="172237" y="587654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5" name="object 665" descr=""/>
            <p:cNvSpPr/>
            <p:nvPr/>
          </p:nvSpPr>
          <p:spPr>
            <a:xfrm>
              <a:off x="12354974" y="2586143"/>
              <a:ext cx="400685" cy="472440"/>
            </a:xfrm>
            <a:custGeom>
              <a:avLst/>
              <a:gdLst/>
              <a:ahLst/>
              <a:cxnLst/>
              <a:rect l="l" t="t" r="r" b="b"/>
              <a:pathLst>
                <a:path w="400684" h="472439">
                  <a:moveTo>
                    <a:pt x="373395" y="422849"/>
                  </a:moveTo>
                  <a:lnTo>
                    <a:pt x="181973" y="422849"/>
                  </a:lnTo>
                  <a:lnTo>
                    <a:pt x="239700" y="427243"/>
                  </a:lnTo>
                  <a:lnTo>
                    <a:pt x="295899" y="439947"/>
                  </a:lnTo>
                  <a:lnTo>
                    <a:pt x="338570" y="456425"/>
                  </a:lnTo>
                  <a:lnTo>
                    <a:pt x="363548" y="468092"/>
                  </a:lnTo>
                  <a:lnTo>
                    <a:pt x="377031" y="471829"/>
                  </a:lnTo>
                  <a:lnTo>
                    <a:pt x="382537" y="471353"/>
                  </a:lnTo>
                  <a:lnTo>
                    <a:pt x="383590" y="470371"/>
                  </a:lnTo>
                  <a:lnTo>
                    <a:pt x="373542" y="423620"/>
                  </a:lnTo>
                  <a:lnTo>
                    <a:pt x="373395" y="422849"/>
                  </a:lnTo>
                  <a:close/>
                </a:path>
                <a:path w="400684" h="472439">
                  <a:moveTo>
                    <a:pt x="114774" y="1927"/>
                  </a:moveTo>
                  <a:lnTo>
                    <a:pt x="75465" y="17702"/>
                  </a:lnTo>
                  <a:lnTo>
                    <a:pt x="39729" y="34627"/>
                  </a:lnTo>
                  <a:lnTo>
                    <a:pt x="5698" y="65464"/>
                  </a:lnTo>
                  <a:lnTo>
                    <a:pt x="0" y="76268"/>
                  </a:lnTo>
                  <a:lnTo>
                    <a:pt x="12992" y="140334"/>
                  </a:lnTo>
                  <a:lnTo>
                    <a:pt x="20259" y="175867"/>
                  </a:lnTo>
                  <a:lnTo>
                    <a:pt x="24439" y="195629"/>
                  </a:lnTo>
                  <a:lnTo>
                    <a:pt x="28177" y="212389"/>
                  </a:lnTo>
                  <a:lnTo>
                    <a:pt x="32774" y="236956"/>
                  </a:lnTo>
                  <a:lnTo>
                    <a:pt x="36584" y="269326"/>
                  </a:lnTo>
                  <a:lnTo>
                    <a:pt x="37826" y="306003"/>
                  </a:lnTo>
                  <a:lnTo>
                    <a:pt x="34716" y="343486"/>
                  </a:lnTo>
                  <a:lnTo>
                    <a:pt x="29279" y="377508"/>
                  </a:lnTo>
                  <a:lnTo>
                    <a:pt x="25441" y="406902"/>
                  </a:lnTo>
                  <a:lnTo>
                    <a:pt x="24265" y="432825"/>
                  </a:lnTo>
                  <a:lnTo>
                    <a:pt x="26804" y="456425"/>
                  </a:lnTo>
                  <a:lnTo>
                    <a:pt x="60686" y="454177"/>
                  </a:lnTo>
                  <a:lnTo>
                    <a:pt x="83219" y="450810"/>
                  </a:lnTo>
                  <a:lnTo>
                    <a:pt x="104525" y="443967"/>
                  </a:lnTo>
                  <a:lnTo>
                    <a:pt x="134718" y="431294"/>
                  </a:lnTo>
                  <a:lnTo>
                    <a:pt x="181973" y="422849"/>
                  </a:lnTo>
                  <a:lnTo>
                    <a:pt x="373395" y="422849"/>
                  </a:lnTo>
                  <a:lnTo>
                    <a:pt x="368115" y="395254"/>
                  </a:lnTo>
                  <a:lnTo>
                    <a:pt x="365439" y="373770"/>
                  </a:lnTo>
                  <a:lnTo>
                    <a:pt x="363643" y="347663"/>
                  </a:lnTo>
                  <a:lnTo>
                    <a:pt x="360770" y="310336"/>
                  </a:lnTo>
                  <a:lnTo>
                    <a:pt x="358808" y="266046"/>
                  </a:lnTo>
                  <a:lnTo>
                    <a:pt x="361805" y="219571"/>
                  </a:lnTo>
                  <a:lnTo>
                    <a:pt x="373810" y="175689"/>
                  </a:lnTo>
                  <a:lnTo>
                    <a:pt x="386654" y="136882"/>
                  </a:lnTo>
                  <a:lnTo>
                    <a:pt x="395126" y="96916"/>
                  </a:lnTo>
                  <a:lnTo>
                    <a:pt x="399818" y="65464"/>
                  </a:lnTo>
                  <a:lnTo>
                    <a:pt x="400218" y="61935"/>
                  </a:lnTo>
                  <a:lnTo>
                    <a:pt x="218525" y="61933"/>
                  </a:lnTo>
                  <a:lnTo>
                    <a:pt x="187207" y="55207"/>
                  </a:lnTo>
                  <a:lnTo>
                    <a:pt x="153220" y="34285"/>
                  </a:lnTo>
                  <a:lnTo>
                    <a:pt x="125947" y="12184"/>
                  </a:lnTo>
                  <a:lnTo>
                    <a:pt x="114774" y="1927"/>
                  </a:lnTo>
                  <a:close/>
                </a:path>
                <a:path w="400684" h="472439">
                  <a:moveTo>
                    <a:pt x="255011" y="49496"/>
                  </a:moveTo>
                  <a:lnTo>
                    <a:pt x="218540" y="61933"/>
                  </a:lnTo>
                  <a:lnTo>
                    <a:pt x="239878" y="57445"/>
                  </a:lnTo>
                  <a:lnTo>
                    <a:pt x="255011" y="49496"/>
                  </a:lnTo>
                  <a:close/>
                </a:path>
                <a:path w="400684" h="472439">
                  <a:moveTo>
                    <a:pt x="295493" y="0"/>
                  </a:moveTo>
                  <a:lnTo>
                    <a:pt x="271144" y="32284"/>
                  </a:lnTo>
                  <a:lnTo>
                    <a:pt x="263643" y="40286"/>
                  </a:lnTo>
                  <a:lnTo>
                    <a:pt x="383699" y="41584"/>
                  </a:lnTo>
                  <a:lnTo>
                    <a:pt x="366381" y="30231"/>
                  </a:lnTo>
                  <a:lnTo>
                    <a:pt x="343751" y="17087"/>
                  </a:lnTo>
                  <a:lnTo>
                    <a:pt x="323426" y="8668"/>
                  </a:lnTo>
                  <a:lnTo>
                    <a:pt x="295493" y="0"/>
                  </a:lnTo>
                  <a:close/>
                </a:path>
              </a:pathLst>
            </a:custGeom>
            <a:solidFill>
              <a:srgbClr val="87C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6" name="object 666" descr=""/>
            <p:cNvSpPr/>
            <p:nvPr/>
          </p:nvSpPr>
          <p:spPr>
            <a:xfrm>
              <a:off x="12372746" y="2586157"/>
              <a:ext cx="374015" cy="471805"/>
            </a:xfrm>
            <a:custGeom>
              <a:avLst/>
              <a:gdLst/>
              <a:ahLst/>
              <a:cxnLst/>
              <a:rect l="l" t="t" r="r" b="b"/>
              <a:pathLst>
                <a:path w="374015" h="471805">
                  <a:moveTo>
                    <a:pt x="35204" y="440982"/>
                  </a:moveTo>
                  <a:lnTo>
                    <a:pt x="33185" y="385521"/>
                  </a:lnTo>
                  <a:lnTo>
                    <a:pt x="29260" y="322770"/>
                  </a:lnTo>
                  <a:lnTo>
                    <a:pt x="24015" y="256451"/>
                  </a:lnTo>
                  <a:lnTo>
                    <a:pt x="17995" y="190207"/>
                  </a:lnTo>
                  <a:lnTo>
                    <a:pt x="11785" y="127647"/>
                  </a:lnTo>
                  <a:lnTo>
                    <a:pt x="5930" y="72428"/>
                  </a:lnTo>
                  <a:lnTo>
                    <a:pt x="3289" y="48641"/>
                  </a:lnTo>
                  <a:lnTo>
                    <a:pt x="0" y="51536"/>
                  </a:lnTo>
                  <a:lnTo>
                    <a:pt x="2362" y="72783"/>
                  </a:lnTo>
                  <a:lnTo>
                    <a:pt x="8216" y="127952"/>
                  </a:lnTo>
                  <a:lnTo>
                    <a:pt x="14427" y="190449"/>
                  </a:lnTo>
                  <a:lnTo>
                    <a:pt x="20434" y="256616"/>
                  </a:lnTo>
                  <a:lnTo>
                    <a:pt x="25692" y="322859"/>
                  </a:lnTo>
                  <a:lnTo>
                    <a:pt x="29603" y="385521"/>
                  </a:lnTo>
                  <a:lnTo>
                    <a:pt x="31635" y="441071"/>
                  </a:lnTo>
                  <a:lnTo>
                    <a:pt x="31496" y="454926"/>
                  </a:lnTo>
                  <a:lnTo>
                    <a:pt x="35077" y="454698"/>
                  </a:lnTo>
                  <a:lnTo>
                    <a:pt x="35204" y="440982"/>
                  </a:lnTo>
                  <a:close/>
                </a:path>
                <a:path w="374015" h="471805">
                  <a:moveTo>
                    <a:pt x="54762" y="440982"/>
                  </a:moveTo>
                  <a:lnTo>
                    <a:pt x="52743" y="385521"/>
                  </a:lnTo>
                  <a:lnTo>
                    <a:pt x="48818" y="322770"/>
                  </a:lnTo>
                  <a:lnTo>
                    <a:pt x="43573" y="256451"/>
                  </a:lnTo>
                  <a:lnTo>
                    <a:pt x="37553" y="190207"/>
                  </a:lnTo>
                  <a:lnTo>
                    <a:pt x="31343" y="127647"/>
                  </a:lnTo>
                  <a:lnTo>
                    <a:pt x="25488" y="72428"/>
                  </a:lnTo>
                  <a:lnTo>
                    <a:pt x="21336" y="35052"/>
                  </a:lnTo>
                  <a:lnTo>
                    <a:pt x="17995" y="37363"/>
                  </a:lnTo>
                  <a:lnTo>
                    <a:pt x="21932" y="72783"/>
                  </a:lnTo>
                  <a:lnTo>
                    <a:pt x="27774" y="127952"/>
                  </a:lnTo>
                  <a:lnTo>
                    <a:pt x="33985" y="190449"/>
                  </a:lnTo>
                  <a:lnTo>
                    <a:pt x="39992" y="256616"/>
                  </a:lnTo>
                  <a:lnTo>
                    <a:pt x="45250" y="322859"/>
                  </a:lnTo>
                  <a:lnTo>
                    <a:pt x="49161" y="385521"/>
                  </a:lnTo>
                  <a:lnTo>
                    <a:pt x="51193" y="440982"/>
                  </a:lnTo>
                  <a:lnTo>
                    <a:pt x="51066" y="452945"/>
                  </a:lnTo>
                  <a:lnTo>
                    <a:pt x="54648" y="452412"/>
                  </a:lnTo>
                  <a:lnTo>
                    <a:pt x="54762" y="440982"/>
                  </a:lnTo>
                  <a:close/>
                </a:path>
                <a:path w="374015" h="471805">
                  <a:moveTo>
                    <a:pt x="74320" y="440982"/>
                  </a:moveTo>
                  <a:lnTo>
                    <a:pt x="72301" y="385521"/>
                  </a:lnTo>
                  <a:lnTo>
                    <a:pt x="68376" y="322770"/>
                  </a:lnTo>
                  <a:lnTo>
                    <a:pt x="63131" y="256451"/>
                  </a:lnTo>
                  <a:lnTo>
                    <a:pt x="57111" y="190207"/>
                  </a:lnTo>
                  <a:lnTo>
                    <a:pt x="50901" y="127647"/>
                  </a:lnTo>
                  <a:lnTo>
                    <a:pt x="45046" y="72428"/>
                  </a:lnTo>
                  <a:lnTo>
                    <a:pt x="39814" y="25400"/>
                  </a:lnTo>
                  <a:lnTo>
                    <a:pt x="36372" y="26885"/>
                  </a:lnTo>
                  <a:lnTo>
                    <a:pt x="41478" y="72783"/>
                  </a:lnTo>
                  <a:lnTo>
                    <a:pt x="47332" y="127952"/>
                  </a:lnTo>
                  <a:lnTo>
                    <a:pt x="53543" y="190449"/>
                  </a:lnTo>
                  <a:lnTo>
                    <a:pt x="59550" y="256616"/>
                  </a:lnTo>
                  <a:lnTo>
                    <a:pt x="64808" y="322859"/>
                  </a:lnTo>
                  <a:lnTo>
                    <a:pt x="68719" y="385521"/>
                  </a:lnTo>
                  <a:lnTo>
                    <a:pt x="70751" y="440982"/>
                  </a:lnTo>
                  <a:lnTo>
                    <a:pt x="70662" y="449122"/>
                  </a:lnTo>
                  <a:lnTo>
                    <a:pt x="74256" y="447967"/>
                  </a:lnTo>
                  <a:lnTo>
                    <a:pt x="74320" y="440982"/>
                  </a:lnTo>
                  <a:close/>
                </a:path>
                <a:path w="374015" h="471805">
                  <a:moveTo>
                    <a:pt x="93878" y="440969"/>
                  </a:moveTo>
                  <a:lnTo>
                    <a:pt x="91859" y="385521"/>
                  </a:lnTo>
                  <a:lnTo>
                    <a:pt x="87934" y="322770"/>
                  </a:lnTo>
                  <a:lnTo>
                    <a:pt x="82689" y="256451"/>
                  </a:lnTo>
                  <a:lnTo>
                    <a:pt x="76669" y="190207"/>
                  </a:lnTo>
                  <a:lnTo>
                    <a:pt x="70459" y="127647"/>
                  </a:lnTo>
                  <a:lnTo>
                    <a:pt x="64604" y="72428"/>
                  </a:lnTo>
                  <a:lnTo>
                    <a:pt x="59690" y="28168"/>
                  </a:lnTo>
                  <a:lnTo>
                    <a:pt x="58445" y="17386"/>
                  </a:lnTo>
                  <a:lnTo>
                    <a:pt x="57683" y="17691"/>
                  </a:lnTo>
                  <a:lnTo>
                    <a:pt x="55003" y="18846"/>
                  </a:lnTo>
                  <a:lnTo>
                    <a:pt x="56134" y="28562"/>
                  </a:lnTo>
                  <a:lnTo>
                    <a:pt x="61048" y="72783"/>
                  </a:lnTo>
                  <a:lnTo>
                    <a:pt x="66890" y="127952"/>
                  </a:lnTo>
                  <a:lnTo>
                    <a:pt x="73101" y="190449"/>
                  </a:lnTo>
                  <a:lnTo>
                    <a:pt x="79121" y="256616"/>
                  </a:lnTo>
                  <a:lnTo>
                    <a:pt x="84366" y="322859"/>
                  </a:lnTo>
                  <a:lnTo>
                    <a:pt x="88277" y="385521"/>
                  </a:lnTo>
                  <a:lnTo>
                    <a:pt x="90309" y="440969"/>
                  </a:lnTo>
                  <a:lnTo>
                    <a:pt x="90297" y="442468"/>
                  </a:lnTo>
                  <a:lnTo>
                    <a:pt x="93878" y="440969"/>
                  </a:lnTo>
                  <a:close/>
                </a:path>
                <a:path w="374015" h="471805">
                  <a:moveTo>
                    <a:pt x="113144" y="432879"/>
                  </a:moveTo>
                  <a:lnTo>
                    <a:pt x="111417" y="385521"/>
                  </a:lnTo>
                  <a:lnTo>
                    <a:pt x="107492" y="322770"/>
                  </a:lnTo>
                  <a:lnTo>
                    <a:pt x="102247" y="256451"/>
                  </a:lnTo>
                  <a:lnTo>
                    <a:pt x="96227" y="190207"/>
                  </a:lnTo>
                  <a:lnTo>
                    <a:pt x="90017" y="127647"/>
                  </a:lnTo>
                  <a:lnTo>
                    <a:pt x="84162" y="72428"/>
                  </a:lnTo>
                  <a:lnTo>
                    <a:pt x="79248" y="28168"/>
                  </a:lnTo>
                  <a:lnTo>
                    <a:pt x="77139" y="9880"/>
                  </a:lnTo>
                  <a:lnTo>
                    <a:pt x="73685" y="11264"/>
                  </a:lnTo>
                  <a:lnTo>
                    <a:pt x="75692" y="28562"/>
                  </a:lnTo>
                  <a:lnTo>
                    <a:pt x="80594" y="72783"/>
                  </a:lnTo>
                  <a:lnTo>
                    <a:pt x="86448" y="127952"/>
                  </a:lnTo>
                  <a:lnTo>
                    <a:pt x="92659" y="190449"/>
                  </a:lnTo>
                  <a:lnTo>
                    <a:pt x="98666" y="256616"/>
                  </a:lnTo>
                  <a:lnTo>
                    <a:pt x="103924" y="322859"/>
                  </a:lnTo>
                  <a:lnTo>
                    <a:pt x="107835" y="385521"/>
                  </a:lnTo>
                  <a:lnTo>
                    <a:pt x="109626" y="434352"/>
                  </a:lnTo>
                  <a:lnTo>
                    <a:pt x="113144" y="432879"/>
                  </a:lnTo>
                  <a:close/>
                </a:path>
                <a:path w="374015" h="471805">
                  <a:moveTo>
                    <a:pt x="132537" y="428498"/>
                  </a:moveTo>
                  <a:lnTo>
                    <a:pt x="130975" y="385521"/>
                  </a:lnTo>
                  <a:lnTo>
                    <a:pt x="127050" y="322770"/>
                  </a:lnTo>
                  <a:lnTo>
                    <a:pt x="121805" y="256451"/>
                  </a:lnTo>
                  <a:lnTo>
                    <a:pt x="115785" y="190207"/>
                  </a:lnTo>
                  <a:lnTo>
                    <a:pt x="109575" y="127647"/>
                  </a:lnTo>
                  <a:lnTo>
                    <a:pt x="103720" y="72428"/>
                  </a:lnTo>
                  <a:lnTo>
                    <a:pt x="98806" y="28168"/>
                  </a:lnTo>
                  <a:lnTo>
                    <a:pt x="95834" y="2387"/>
                  </a:lnTo>
                  <a:lnTo>
                    <a:pt x="92379" y="3771"/>
                  </a:lnTo>
                  <a:lnTo>
                    <a:pt x="95250" y="28562"/>
                  </a:lnTo>
                  <a:lnTo>
                    <a:pt x="100164" y="72783"/>
                  </a:lnTo>
                  <a:lnTo>
                    <a:pt x="106006" y="127952"/>
                  </a:lnTo>
                  <a:lnTo>
                    <a:pt x="112217" y="190449"/>
                  </a:lnTo>
                  <a:lnTo>
                    <a:pt x="118237" y="256616"/>
                  </a:lnTo>
                  <a:lnTo>
                    <a:pt x="123482" y="322859"/>
                  </a:lnTo>
                  <a:lnTo>
                    <a:pt x="127393" y="385521"/>
                  </a:lnTo>
                  <a:lnTo>
                    <a:pt x="128993" y="429133"/>
                  </a:lnTo>
                  <a:lnTo>
                    <a:pt x="132537" y="428498"/>
                  </a:lnTo>
                  <a:close/>
                </a:path>
                <a:path w="374015" h="471805">
                  <a:moveTo>
                    <a:pt x="151968" y="425030"/>
                  </a:moveTo>
                  <a:lnTo>
                    <a:pt x="150533" y="385521"/>
                  </a:lnTo>
                  <a:lnTo>
                    <a:pt x="146608" y="322770"/>
                  </a:lnTo>
                  <a:lnTo>
                    <a:pt x="141363" y="256451"/>
                  </a:lnTo>
                  <a:lnTo>
                    <a:pt x="135343" y="190207"/>
                  </a:lnTo>
                  <a:lnTo>
                    <a:pt x="129133" y="127647"/>
                  </a:lnTo>
                  <a:lnTo>
                    <a:pt x="123278" y="72428"/>
                  </a:lnTo>
                  <a:lnTo>
                    <a:pt x="118364" y="28168"/>
                  </a:lnTo>
                  <a:lnTo>
                    <a:pt x="113398" y="16421"/>
                  </a:lnTo>
                  <a:lnTo>
                    <a:pt x="114808" y="28562"/>
                  </a:lnTo>
                  <a:lnTo>
                    <a:pt x="119722" y="72783"/>
                  </a:lnTo>
                  <a:lnTo>
                    <a:pt x="125564" y="127952"/>
                  </a:lnTo>
                  <a:lnTo>
                    <a:pt x="131775" y="190449"/>
                  </a:lnTo>
                  <a:lnTo>
                    <a:pt x="137782" y="256616"/>
                  </a:lnTo>
                  <a:lnTo>
                    <a:pt x="143040" y="322859"/>
                  </a:lnTo>
                  <a:lnTo>
                    <a:pt x="146951" y="385521"/>
                  </a:lnTo>
                  <a:lnTo>
                    <a:pt x="148412" y="425665"/>
                  </a:lnTo>
                  <a:lnTo>
                    <a:pt x="151968" y="425030"/>
                  </a:lnTo>
                  <a:close/>
                </a:path>
                <a:path w="374015" h="471805">
                  <a:moveTo>
                    <a:pt x="168249" y="423151"/>
                  </a:moveTo>
                  <a:lnTo>
                    <a:pt x="162280" y="316318"/>
                  </a:lnTo>
                  <a:lnTo>
                    <a:pt x="147027" y="41414"/>
                  </a:lnTo>
                  <a:lnTo>
                    <a:pt x="143319" y="39128"/>
                  </a:lnTo>
                  <a:lnTo>
                    <a:pt x="164642" y="422871"/>
                  </a:lnTo>
                  <a:lnTo>
                    <a:pt x="168249" y="423151"/>
                  </a:lnTo>
                  <a:close/>
                </a:path>
                <a:path w="374015" h="471805">
                  <a:moveTo>
                    <a:pt x="181521" y="399542"/>
                  </a:moveTo>
                  <a:lnTo>
                    <a:pt x="181267" y="349072"/>
                  </a:lnTo>
                  <a:lnTo>
                    <a:pt x="180708" y="294525"/>
                  </a:lnTo>
                  <a:lnTo>
                    <a:pt x="179870" y="236943"/>
                  </a:lnTo>
                  <a:lnTo>
                    <a:pt x="178752" y="177380"/>
                  </a:lnTo>
                  <a:lnTo>
                    <a:pt x="177038" y="105359"/>
                  </a:lnTo>
                  <a:lnTo>
                    <a:pt x="175526" y="56502"/>
                  </a:lnTo>
                  <a:lnTo>
                    <a:pt x="171856" y="55714"/>
                  </a:lnTo>
                  <a:lnTo>
                    <a:pt x="172402" y="71081"/>
                  </a:lnTo>
                  <a:lnTo>
                    <a:pt x="173837" y="121208"/>
                  </a:lnTo>
                  <a:lnTo>
                    <a:pt x="175196" y="178803"/>
                  </a:lnTo>
                  <a:lnTo>
                    <a:pt x="176377" y="241173"/>
                  </a:lnTo>
                  <a:lnTo>
                    <a:pt x="177292" y="305587"/>
                  </a:lnTo>
                  <a:lnTo>
                    <a:pt x="177850" y="369354"/>
                  </a:lnTo>
                  <a:lnTo>
                    <a:pt x="177939" y="423887"/>
                  </a:lnTo>
                  <a:lnTo>
                    <a:pt x="181483" y="424154"/>
                  </a:lnTo>
                  <a:lnTo>
                    <a:pt x="181521" y="399542"/>
                  </a:lnTo>
                  <a:close/>
                </a:path>
                <a:path w="374015" h="471805">
                  <a:moveTo>
                    <a:pt x="200202" y="61810"/>
                  </a:moveTo>
                  <a:lnTo>
                    <a:pt x="196621" y="61036"/>
                  </a:lnTo>
                  <a:lnTo>
                    <a:pt x="196532" y="73660"/>
                  </a:lnTo>
                  <a:lnTo>
                    <a:pt x="196024" y="126860"/>
                  </a:lnTo>
                  <a:lnTo>
                    <a:pt x="195313" y="187477"/>
                  </a:lnTo>
                  <a:lnTo>
                    <a:pt x="194373" y="252120"/>
                  </a:lnTo>
                  <a:lnTo>
                    <a:pt x="193154" y="317474"/>
                  </a:lnTo>
                  <a:lnTo>
                    <a:pt x="191655" y="380174"/>
                  </a:lnTo>
                  <a:lnTo>
                    <a:pt x="190220" y="424827"/>
                  </a:lnTo>
                  <a:lnTo>
                    <a:pt x="193802" y="425094"/>
                  </a:lnTo>
                  <a:lnTo>
                    <a:pt x="195237" y="380034"/>
                  </a:lnTo>
                  <a:lnTo>
                    <a:pt x="196748" y="317360"/>
                  </a:lnTo>
                  <a:lnTo>
                    <a:pt x="197954" y="252031"/>
                  </a:lnTo>
                  <a:lnTo>
                    <a:pt x="198894" y="187388"/>
                  </a:lnTo>
                  <a:lnTo>
                    <a:pt x="199605" y="126809"/>
                  </a:lnTo>
                  <a:lnTo>
                    <a:pt x="200113" y="73660"/>
                  </a:lnTo>
                  <a:lnTo>
                    <a:pt x="200202" y="61810"/>
                  </a:lnTo>
                  <a:close/>
                </a:path>
                <a:path w="374015" h="471805">
                  <a:moveTo>
                    <a:pt x="232397" y="52031"/>
                  </a:moveTo>
                  <a:lnTo>
                    <a:pt x="220649" y="127952"/>
                  </a:lnTo>
                  <a:lnTo>
                    <a:pt x="214439" y="190449"/>
                  </a:lnTo>
                  <a:lnTo>
                    <a:pt x="208432" y="256616"/>
                  </a:lnTo>
                  <a:lnTo>
                    <a:pt x="203187" y="322859"/>
                  </a:lnTo>
                  <a:lnTo>
                    <a:pt x="199275" y="385521"/>
                  </a:lnTo>
                  <a:lnTo>
                    <a:pt x="197827" y="425399"/>
                  </a:lnTo>
                  <a:lnTo>
                    <a:pt x="201396" y="425665"/>
                  </a:lnTo>
                  <a:lnTo>
                    <a:pt x="202857" y="385521"/>
                  </a:lnTo>
                  <a:lnTo>
                    <a:pt x="206781" y="322770"/>
                  </a:lnTo>
                  <a:lnTo>
                    <a:pt x="212039" y="256451"/>
                  </a:lnTo>
                  <a:lnTo>
                    <a:pt x="218059" y="190207"/>
                  </a:lnTo>
                  <a:lnTo>
                    <a:pt x="224282" y="127647"/>
                  </a:lnTo>
                  <a:lnTo>
                    <a:pt x="230136" y="72428"/>
                  </a:lnTo>
                  <a:lnTo>
                    <a:pt x="232397" y="52031"/>
                  </a:lnTo>
                  <a:close/>
                </a:path>
                <a:path w="374015" h="471805">
                  <a:moveTo>
                    <a:pt x="254457" y="30822"/>
                  </a:moveTo>
                  <a:lnTo>
                    <a:pt x="253365" y="32270"/>
                  </a:lnTo>
                  <a:lnTo>
                    <a:pt x="250329" y="35521"/>
                  </a:lnTo>
                  <a:lnTo>
                    <a:pt x="246189" y="72783"/>
                  </a:lnTo>
                  <a:lnTo>
                    <a:pt x="240347" y="127952"/>
                  </a:lnTo>
                  <a:lnTo>
                    <a:pt x="234137" y="190449"/>
                  </a:lnTo>
                  <a:lnTo>
                    <a:pt x="228130" y="256616"/>
                  </a:lnTo>
                  <a:lnTo>
                    <a:pt x="222885" y="322859"/>
                  </a:lnTo>
                  <a:lnTo>
                    <a:pt x="218973" y="385521"/>
                  </a:lnTo>
                  <a:lnTo>
                    <a:pt x="217474" y="426897"/>
                  </a:lnTo>
                  <a:lnTo>
                    <a:pt x="221030" y="427164"/>
                  </a:lnTo>
                  <a:lnTo>
                    <a:pt x="222554" y="385521"/>
                  </a:lnTo>
                  <a:lnTo>
                    <a:pt x="226479" y="322770"/>
                  </a:lnTo>
                  <a:lnTo>
                    <a:pt x="231736" y="256451"/>
                  </a:lnTo>
                  <a:lnTo>
                    <a:pt x="237756" y="190207"/>
                  </a:lnTo>
                  <a:lnTo>
                    <a:pt x="243979" y="127647"/>
                  </a:lnTo>
                  <a:lnTo>
                    <a:pt x="249834" y="72428"/>
                  </a:lnTo>
                  <a:lnTo>
                    <a:pt x="254457" y="30822"/>
                  </a:lnTo>
                  <a:close/>
                </a:path>
                <a:path w="374015" h="471805">
                  <a:moveTo>
                    <a:pt x="277698" y="0"/>
                  </a:moveTo>
                  <a:lnTo>
                    <a:pt x="265887" y="72783"/>
                  </a:lnTo>
                  <a:lnTo>
                    <a:pt x="260045" y="127952"/>
                  </a:lnTo>
                  <a:lnTo>
                    <a:pt x="253834" y="190449"/>
                  </a:lnTo>
                  <a:lnTo>
                    <a:pt x="247827" y="256616"/>
                  </a:lnTo>
                  <a:lnTo>
                    <a:pt x="242595" y="322859"/>
                  </a:lnTo>
                  <a:lnTo>
                    <a:pt x="238683" y="385521"/>
                  </a:lnTo>
                  <a:lnTo>
                    <a:pt x="237032" y="430657"/>
                  </a:lnTo>
                  <a:lnTo>
                    <a:pt x="240576" y="431457"/>
                  </a:lnTo>
                  <a:lnTo>
                    <a:pt x="242252" y="385521"/>
                  </a:lnTo>
                  <a:lnTo>
                    <a:pt x="246176" y="322770"/>
                  </a:lnTo>
                  <a:lnTo>
                    <a:pt x="251434" y="256451"/>
                  </a:lnTo>
                  <a:lnTo>
                    <a:pt x="257454" y="190207"/>
                  </a:lnTo>
                  <a:lnTo>
                    <a:pt x="263677" y="127647"/>
                  </a:lnTo>
                  <a:lnTo>
                    <a:pt x="269532" y="72428"/>
                  </a:lnTo>
                  <a:lnTo>
                    <a:pt x="274459" y="28168"/>
                  </a:lnTo>
                  <a:lnTo>
                    <a:pt x="277698" y="0"/>
                  </a:lnTo>
                  <a:close/>
                </a:path>
                <a:path w="374015" h="471805">
                  <a:moveTo>
                    <a:pt x="296722" y="5892"/>
                  </a:moveTo>
                  <a:lnTo>
                    <a:pt x="285597" y="72783"/>
                  </a:lnTo>
                  <a:lnTo>
                    <a:pt x="279755" y="127952"/>
                  </a:lnTo>
                  <a:lnTo>
                    <a:pt x="273545" y="190449"/>
                  </a:lnTo>
                  <a:lnTo>
                    <a:pt x="267538" y="256616"/>
                  </a:lnTo>
                  <a:lnTo>
                    <a:pt x="262293" y="322859"/>
                  </a:lnTo>
                  <a:lnTo>
                    <a:pt x="258381" y="385521"/>
                  </a:lnTo>
                  <a:lnTo>
                    <a:pt x="256578" y="435063"/>
                  </a:lnTo>
                  <a:lnTo>
                    <a:pt x="260121" y="435876"/>
                  </a:lnTo>
                  <a:lnTo>
                    <a:pt x="261962" y="385521"/>
                  </a:lnTo>
                  <a:lnTo>
                    <a:pt x="265887" y="322770"/>
                  </a:lnTo>
                  <a:lnTo>
                    <a:pt x="271145" y="256451"/>
                  </a:lnTo>
                  <a:lnTo>
                    <a:pt x="277164" y="190207"/>
                  </a:lnTo>
                  <a:lnTo>
                    <a:pt x="283375" y="127647"/>
                  </a:lnTo>
                  <a:lnTo>
                    <a:pt x="289229" y="72428"/>
                  </a:lnTo>
                  <a:lnTo>
                    <a:pt x="294157" y="28168"/>
                  </a:lnTo>
                  <a:lnTo>
                    <a:pt x="296722" y="5892"/>
                  </a:lnTo>
                  <a:close/>
                </a:path>
                <a:path w="374015" h="471805">
                  <a:moveTo>
                    <a:pt x="315633" y="12788"/>
                  </a:moveTo>
                  <a:lnTo>
                    <a:pt x="305295" y="72783"/>
                  </a:lnTo>
                  <a:lnTo>
                    <a:pt x="299453" y="127952"/>
                  </a:lnTo>
                  <a:lnTo>
                    <a:pt x="293243" y="190449"/>
                  </a:lnTo>
                  <a:lnTo>
                    <a:pt x="287235" y="256616"/>
                  </a:lnTo>
                  <a:lnTo>
                    <a:pt x="281990" y="322859"/>
                  </a:lnTo>
                  <a:lnTo>
                    <a:pt x="278079" y="385521"/>
                  </a:lnTo>
                  <a:lnTo>
                    <a:pt x="276110" y="439483"/>
                  </a:lnTo>
                  <a:lnTo>
                    <a:pt x="278117" y="439940"/>
                  </a:lnTo>
                  <a:lnTo>
                    <a:pt x="279654" y="440537"/>
                  </a:lnTo>
                  <a:lnTo>
                    <a:pt x="281660" y="385521"/>
                  </a:lnTo>
                  <a:lnTo>
                    <a:pt x="285584" y="322770"/>
                  </a:lnTo>
                  <a:lnTo>
                    <a:pt x="290842" y="256451"/>
                  </a:lnTo>
                  <a:lnTo>
                    <a:pt x="296862" y="190207"/>
                  </a:lnTo>
                  <a:lnTo>
                    <a:pt x="303085" y="127647"/>
                  </a:lnTo>
                  <a:lnTo>
                    <a:pt x="308927" y="72428"/>
                  </a:lnTo>
                  <a:lnTo>
                    <a:pt x="313855" y="28168"/>
                  </a:lnTo>
                  <a:lnTo>
                    <a:pt x="315633" y="12788"/>
                  </a:lnTo>
                  <a:close/>
                </a:path>
                <a:path w="374015" h="471805">
                  <a:moveTo>
                    <a:pt x="334276" y="21894"/>
                  </a:moveTo>
                  <a:lnTo>
                    <a:pt x="324993" y="72783"/>
                  </a:lnTo>
                  <a:lnTo>
                    <a:pt x="319151" y="127952"/>
                  </a:lnTo>
                  <a:lnTo>
                    <a:pt x="312940" y="190449"/>
                  </a:lnTo>
                  <a:lnTo>
                    <a:pt x="306933" y="256616"/>
                  </a:lnTo>
                  <a:lnTo>
                    <a:pt x="301688" y="322859"/>
                  </a:lnTo>
                  <a:lnTo>
                    <a:pt x="297776" y="385521"/>
                  </a:lnTo>
                  <a:lnTo>
                    <a:pt x="295757" y="440982"/>
                  </a:lnTo>
                  <a:lnTo>
                    <a:pt x="295821" y="446773"/>
                  </a:lnTo>
                  <a:lnTo>
                    <a:pt x="299402" y="448157"/>
                  </a:lnTo>
                  <a:lnTo>
                    <a:pt x="299339" y="440982"/>
                  </a:lnTo>
                  <a:lnTo>
                    <a:pt x="301358" y="385521"/>
                  </a:lnTo>
                  <a:lnTo>
                    <a:pt x="305282" y="322770"/>
                  </a:lnTo>
                  <a:lnTo>
                    <a:pt x="310540" y="256451"/>
                  </a:lnTo>
                  <a:lnTo>
                    <a:pt x="316560" y="190207"/>
                  </a:lnTo>
                  <a:lnTo>
                    <a:pt x="322783" y="127647"/>
                  </a:lnTo>
                  <a:lnTo>
                    <a:pt x="328637" y="72428"/>
                  </a:lnTo>
                  <a:lnTo>
                    <a:pt x="333552" y="28168"/>
                  </a:lnTo>
                  <a:lnTo>
                    <a:pt x="334276" y="21894"/>
                  </a:lnTo>
                  <a:close/>
                </a:path>
                <a:path w="374015" h="471805">
                  <a:moveTo>
                    <a:pt x="344754" y="333286"/>
                  </a:moveTo>
                  <a:lnTo>
                    <a:pt x="342988" y="310324"/>
                  </a:lnTo>
                  <a:lnTo>
                    <a:pt x="342950" y="309270"/>
                  </a:lnTo>
                  <a:lnTo>
                    <a:pt x="342734" y="311683"/>
                  </a:lnTo>
                  <a:lnTo>
                    <a:pt x="337908" y="378739"/>
                  </a:lnTo>
                  <a:lnTo>
                    <a:pt x="335280" y="438315"/>
                  </a:lnTo>
                  <a:lnTo>
                    <a:pt x="335445" y="463270"/>
                  </a:lnTo>
                  <a:lnTo>
                    <a:pt x="339026" y="464934"/>
                  </a:lnTo>
                  <a:lnTo>
                    <a:pt x="338848" y="438238"/>
                  </a:lnTo>
                  <a:lnTo>
                    <a:pt x="341490" y="378714"/>
                  </a:lnTo>
                  <a:lnTo>
                    <a:pt x="344754" y="333286"/>
                  </a:lnTo>
                  <a:close/>
                </a:path>
                <a:path w="374015" h="471805">
                  <a:moveTo>
                    <a:pt x="352729" y="32918"/>
                  </a:moveTo>
                  <a:lnTo>
                    <a:pt x="344690" y="72783"/>
                  </a:lnTo>
                  <a:lnTo>
                    <a:pt x="338848" y="127952"/>
                  </a:lnTo>
                  <a:lnTo>
                    <a:pt x="332638" y="190449"/>
                  </a:lnTo>
                  <a:lnTo>
                    <a:pt x="326631" y="256616"/>
                  </a:lnTo>
                  <a:lnTo>
                    <a:pt x="321398" y="322859"/>
                  </a:lnTo>
                  <a:lnTo>
                    <a:pt x="317474" y="385521"/>
                  </a:lnTo>
                  <a:lnTo>
                    <a:pt x="315455" y="441071"/>
                  </a:lnTo>
                  <a:lnTo>
                    <a:pt x="315595" y="454418"/>
                  </a:lnTo>
                  <a:lnTo>
                    <a:pt x="319176" y="455803"/>
                  </a:lnTo>
                  <a:lnTo>
                    <a:pt x="319036" y="440982"/>
                  </a:lnTo>
                  <a:lnTo>
                    <a:pt x="321056" y="385521"/>
                  </a:lnTo>
                  <a:lnTo>
                    <a:pt x="324980" y="322770"/>
                  </a:lnTo>
                  <a:lnTo>
                    <a:pt x="330238" y="256451"/>
                  </a:lnTo>
                  <a:lnTo>
                    <a:pt x="336257" y="190207"/>
                  </a:lnTo>
                  <a:lnTo>
                    <a:pt x="342480" y="127647"/>
                  </a:lnTo>
                  <a:lnTo>
                    <a:pt x="348335" y="72428"/>
                  </a:lnTo>
                  <a:lnTo>
                    <a:pt x="352729" y="32918"/>
                  </a:lnTo>
                  <a:close/>
                </a:path>
                <a:path w="374015" h="471805">
                  <a:moveTo>
                    <a:pt x="358787" y="471690"/>
                  </a:moveTo>
                  <a:lnTo>
                    <a:pt x="358559" y="438315"/>
                  </a:lnTo>
                  <a:lnTo>
                    <a:pt x="358622" y="436892"/>
                  </a:lnTo>
                  <a:lnTo>
                    <a:pt x="355765" y="423608"/>
                  </a:lnTo>
                  <a:lnTo>
                    <a:pt x="355650" y="423024"/>
                  </a:lnTo>
                  <a:lnTo>
                    <a:pt x="354977" y="438315"/>
                  </a:lnTo>
                  <a:lnTo>
                    <a:pt x="355193" y="470700"/>
                  </a:lnTo>
                  <a:lnTo>
                    <a:pt x="358787" y="471690"/>
                  </a:lnTo>
                  <a:close/>
                </a:path>
                <a:path w="374015" h="471805">
                  <a:moveTo>
                    <a:pt x="373964" y="46850"/>
                  </a:moveTo>
                  <a:lnTo>
                    <a:pt x="362521" y="113284"/>
                  </a:lnTo>
                  <a:lnTo>
                    <a:pt x="355828" y="174091"/>
                  </a:lnTo>
                  <a:lnTo>
                    <a:pt x="355460" y="177774"/>
                  </a:lnTo>
                  <a:lnTo>
                    <a:pt x="356031" y="175679"/>
                  </a:lnTo>
                  <a:lnTo>
                    <a:pt x="360870" y="161074"/>
                  </a:lnTo>
                  <a:lnTo>
                    <a:pt x="366166" y="112915"/>
                  </a:lnTo>
                  <a:lnTo>
                    <a:pt x="372122" y="61925"/>
                  </a:lnTo>
                  <a:lnTo>
                    <a:pt x="373964" y="46850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67" name="object 667" descr=""/>
          <p:cNvSpPr/>
          <p:nvPr/>
        </p:nvSpPr>
        <p:spPr>
          <a:xfrm>
            <a:off x="14052639" y="2651283"/>
            <a:ext cx="172720" cy="596265"/>
          </a:xfrm>
          <a:custGeom>
            <a:avLst/>
            <a:gdLst/>
            <a:ahLst/>
            <a:cxnLst/>
            <a:rect l="l" t="t" r="r" b="b"/>
            <a:pathLst>
              <a:path w="172719" h="596264">
                <a:moveTo>
                  <a:pt x="172250" y="80403"/>
                </a:moveTo>
                <a:lnTo>
                  <a:pt x="160350" y="44005"/>
                </a:lnTo>
                <a:lnTo>
                  <a:pt x="130149" y="14084"/>
                </a:lnTo>
                <a:lnTo>
                  <a:pt x="95910" y="0"/>
                </a:lnTo>
                <a:lnTo>
                  <a:pt x="71932" y="11137"/>
                </a:lnTo>
                <a:lnTo>
                  <a:pt x="64681" y="41033"/>
                </a:lnTo>
                <a:lnTo>
                  <a:pt x="56311" y="96774"/>
                </a:lnTo>
                <a:lnTo>
                  <a:pt x="47726" y="163957"/>
                </a:lnTo>
                <a:lnTo>
                  <a:pt x="39776" y="228193"/>
                </a:lnTo>
                <a:lnTo>
                  <a:pt x="33375" y="275120"/>
                </a:lnTo>
                <a:lnTo>
                  <a:pt x="32905" y="282587"/>
                </a:lnTo>
                <a:lnTo>
                  <a:pt x="31965" y="285254"/>
                </a:lnTo>
                <a:lnTo>
                  <a:pt x="28155" y="304253"/>
                </a:lnTo>
                <a:lnTo>
                  <a:pt x="22021" y="337451"/>
                </a:lnTo>
                <a:lnTo>
                  <a:pt x="16205" y="378955"/>
                </a:lnTo>
                <a:lnTo>
                  <a:pt x="10871" y="463981"/>
                </a:lnTo>
                <a:lnTo>
                  <a:pt x="6172" y="498690"/>
                </a:lnTo>
                <a:lnTo>
                  <a:pt x="2247" y="523786"/>
                </a:lnTo>
                <a:lnTo>
                  <a:pt x="2070" y="536003"/>
                </a:lnTo>
                <a:lnTo>
                  <a:pt x="4038" y="541096"/>
                </a:lnTo>
                <a:lnTo>
                  <a:pt x="4584" y="547217"/>
                </a:lnTo>
                <a:lnTo>
                  <a:pt x="3733" y="554774"/>
                </a:lnTo>
                <a:lnTo>
                  <a:pt x="1498" y="564159"/>
                </a:lnTo>
                <a:lnTo>
                  <a:pt x="0" y="574306"/>
                </a:lnTo>
                <a:lnTo>
                  <a:pt x="876" y="583298"/>
                </a:lnTo>
                <a:lnTo>
                  <a:pt x="3314" y="590410"/>
                </a:lnTo>
                <a:lnTo>
                  <a:pt x="6540" y="594868"/>
                </a:lnTo>
                <a:lnTo>
                  <a:pt x="16675" y="596061"/>
                </a:lnTo>
                <a:lnTo>
                  <a:pt x="35344" y="594499"/>
                </a:lnTo>
                <a:lnTo>
                  <a:pt x="73228" y="579704"/>
                </a:lnTo>
                <a:lnTo>
                  <a:pt x="75399" y="558012"/>
                </a:lnTo>
                <a:lnTo>
                  <a:pt x="77304" y="548690"/>
                </a:lnTo>
                <a:lnTo>
                  <a:pt x="80886" y="539546"/>
                </a:lnTo>
                <a:lnTo>
                  <a:pt x="84239" y="528523"/>
                </a:lnTo>
                <a:lnTo>
                  <a:pt x="86398" y="517690"/>
                </a:lnTo>
                <a:lnTo>
                  <a:pt x="86385" y="509143"/>
                </a:lnTo>
                <a:lnTo>
                  <a:pt x="91325" y="481482"/>
                </a:lnTo>
                <a:lnTo>
                  <a:pt x="104686" y="426021"/>
                </a:lnTo>
                <a:lnTo>
                  <a:pt x="119913" y="363855"/>
                </a:lnTo>
                <a:lnTo>
                  <a:pt x="130479" y="316052"/>
                </a:lnTo>
                <a:lnTo>
                  <a:pt x="130644" y="313893"/>
                </a:lnTo>
                <a:lnTo>
                  <a:pt x="133731" y="306539"/>
                </a:lnTo>
                <a:lnTo>
                  <a:pt x="144843" y="267309"/>
                </a:lnTo>
                <a:lnTo>
                  <a:pt x="155397" y="220383"/>
                </a:lnTo>
                <a:lnTo>
                  <a:pt x="163449" y="170268"/>
                </a:lnTo>
                <a:lnTo>
                  <a:pt x="169049" y="121945"/>
                </a:lnTo>
                <a:lnTo>
                  <a:pt x="172250" y="80403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68" name="object 668" descr=""/>
          <p:cNvGrpSpPr/>
          <p:nvPr/>
        </p:nvGrpSpPr>
        <p:grpSpPr>
          <a:xfrm>
            <a:off x="14124575" y="2586144"/>
            <a:ext cx="495934" cy="661670"/>
            <a:chOff x="14124575" y="2586144"/>
            <a:chExt cx="495934" cy="661670"/>
          </a:xfrm>
        </p:grpSpPr>
        <p:sp>
          <p:nvSpPr>
            <p:cNvPr id="669" name="object 669" descr=""/>
            <p:cNvSpPr/>
            <p:nvPr/>
          </p:nvSpPr>
          <p:spPr>
            <a:xfrm>
              <a:off x="14447927" y="2637935"/>
              <a:ext cx="172720" cy="609600"/>
            </a:xfrm>
            <a:custGeom>
              <a:avLst/>
              <a:gdLst/>
              <a:ahLst/>
              <a:cxnLst/>
              <a:rect l="l" t="t" r="r" b="b"/>
              <a:pathLst>
                <a:path w="172719" h="609600">
                  <a:moveTo>
                    <a:pt x="172237" y="587654"/>
                  </a:moveTo>
                  <a:lnTo>
                    <a:pt x="170751" y="577507"/>
                  </a:lnTo>
                  <a:lnTo>
                    <a:pt x="168516" y="568121"/>
                  </a:lnTo>
                  <a:lnTo>
                    <a:pt x="167665" y="560565"/>
                  </a:lnTo>
                  <a:lnTo>
                    <a:pt x="168211" y="554443"/>
                  </a:lnTo>
                  <a:lnTo>
                    <a:pt x="170192" y="549351"/>
                  </a:lnTo>
                  <a:lnTo>
                    <a:pt x="170002" y="537133"/>
                  </a:lnTo>
                  <a:lnTo>
                    <a:pt x="166077" y="512038"/>
                  </a:lnTo>
                  <a:lnTo>
                    <a:pt x="161378" y="477329"/>
                  </a:lnTo>
                  <a:lnTo>
                    <a:pt x="156032" y="392303"/>
                  </a:lnTo>
                  <a:lnTo>
                    <a:pt x="150228" y="350799"/>
                  </a:lnTo>
                  <a:lnTo>
                    <a:pt x="144081" y="317601"/>
                  </a:lnTo>
                  <a:lnTo>
                    <a:pt x="140284" y="298602"/>
                  </a:lnTo>
                  <a:lnTo>
                    <a:pt x="139331" y="295935"/>
                  </a:lnTo>
                  <a:lnTo>
                    <a:pt x="138874" y="288467"/>
                  </a:lnTo>
                  <a:lnTo>
                    <a:pt x="123596" y="195656"/>
                  </a:lnTo>
                  <a:lnTo>
                    <a:pt x="113144" y="135267"/>
                  </a:lnTo>
                  <a:lnTo>
                    <a:pt x="102539" y="77838"/>
                  </a:lnTo>
                  <a:lnTo>
                    <a:pt x="93091" y="32562"/>
                  </a:lnTo>
                  <a:lnTo>
                    <a:pt x="64325" y="0"/>
                  </a:lnTo>
                  <a:lnTo>
                    <a:pt x="34988" y="19519"/>
                  </a:lnTo>
                  <a:lnTo>
                    <a:pt x="9677" y="54889"/>
                  </a:lnTo>
                  <a:lnTo>
                    <a:pt x="0" y="93751"/>
                  </a:lnTo>
                  <a:lnTo>
                    <a:pt x="3200" y="135305"/>
                  </a:lnTo>
                  <a:lnTo>
                    <a:pt x="8801" y="183616"/>
                  </a:lnTo>
                  <a:lnTo>
                    <a:pt x="16852" y="233730"/>
                  </a:lnTo>
                  <a:lnTo>
                    <a:pt x="27406" y="280644"/>
                  </a:lnTo>
                  <a:lnTo>
                    <a:pt x="38519" y="319887"/>
                  </a:lnTo>
                  <a:lnTo>
                    <a:pt x="41592" y="327240"/>
                  </a:lnTo>
                  <a:lnTo>
                    <a:pt x="41770" y="329399"/>
                  </a:lnTo>
                  <a:lnTo>
                    <a:pt x="52324" y="377202"/>
                  </a:lnTo>
                  <a:lnTo>
                    <a:pt x="67551" y="439369"/>
                  </a:lnTo>
                  <a:lnTo>
                    <a:pt x="80911" y="494830"/>
                  </a:lnTo>
                  <a:lnTo>
                    <a:pt x="85864" y="522490"/>
                  </a:lnTo>
                  <a:lnTo>
                    <a:pt x="85839" y="531037"/>
                  </a:lnTo>
                  <a:lnTo>
                    <a:pt x="87998" y="541870"/>
                  </a:lnTo>
                  <a:lnTo>
                    <a:pt x="91363" y="552894"/>
                  </a:lnTo>
                  <a:lnTo>
                    <a:pt x="94945" y="562038"/>
                  </a:lnTo>
                  <a:lnTo>
                    <a:pt x="96850" y="571360"/>
                  </a:lnTo>
                  <a:lnTo>
                    <a:pt x="117208" y="604443"/>
                  </a:lnTo>
                  <a:lnTo>
                    <a:pt x="155575" y="609409"/>
                  </a:lnTo>
                  <a:lnTo>
                    <a:pt x="165709" y="608215"/>
                  </a:lnTo>
                  <a:lnTo>
                    <a:pt x="168935" y="603758"/>
                  </a:lnTo>
                  <a:lnTo>
                    <a:pt x="171373" y="596646"/>
                  </a:lnTo>
                  <a:lnTo>
                    <a:pt x="172237" y="587654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0" name="object 670" descr=""/>
            <p:cNvSpPr/>
            <p:nvPr/>
          </p:nvSpPr>
          <p:spPr>
            <a:xfrm>
              <a:off x="14124575" y="2586149"/>
              <a:ext cx="401320" cy="472440"/>
            </a:xfrm>
            <a:custGeom>
              <a:avLst/>
              <a:gdLst/>
              <a:ahLst/>
              <a:cxnLst/>
              <a:rect l="l" t="t" r="r" b="b"/>
              <a:pathLst>
                <a:path w="401319" h="472439">
                  <a:moveTo>
                    <a:pt x="373399" y="422843"/>
                  </a:moveTo>
                  <a:lnTo>
                    <a:pt x="181973" y="422843"/>
                  </a:lnTo>
                  <a:lnTo>
                    <a:pt x="239700" y="427237"/>
                  </a:lnTo>
                  <a:lnTo>
                    <a:pt x="295899" y="439941"/>
                  </a:lnTo>
                  <a:lnTo>
                    <a:pt x="338571" y="456419"/>
                  </a:lnTo>
                  <a:lnTo>
                    <a:pt x="363548" y="468086"/>
                  </a:lnTo>
                  <a:lnTo>
                    <a:pt x="377033" y="471823"/>
                  </a:lnTo>
                  <a:lnTo>
                    <a:pt x="382545" y="471347"/>
                  </a:lnTo>
                  <a:lnTo>
                    <a:pt x="383596" y="470367"/>
                  </a:lnTo>
                  <a:lnTo>
                    <a:pt x="373547" y="423614"/>
                  </a:lnTo>
                  <a:lnTo>
                    <a:pt x="373399" y="422843"/>
                  </a:lnTo>
                  <a:close/>
                </a:path>
                <a:path w="401319" h="472439">
                  <a:moveTo>
                    <a:pt x="114777" y="1920"/>
                  </a:moveTo>
                  <a:lnTo>
                    <a:pt x="75466" y="17696"/>
                  </a:lnTo>
                  <a:lnTo>
                    <a:pt x="39729" y="34621"/>
                  </a:lnTo>
                  <a:lnTo>
                    <a:pt x="5698" y="65459"/>
                  </a:lnTo>
                  <a:lnTo>
                    <a:pt x="0" y="76262"/>
                  </a:lnTo>
                  <a:lnTo>
                    <a:pt x="12993" y="140328"/>
                  </a:lnTo>
                  <a:lnTo>
                    <a:pt x="20260" y="175861"/>
                  </a:lnTo>
                  <a:lnTo>
                    <a:pt x="24439" y="195623"/>
                  </a:lnTo>
                  <a:lnTo>
                    <a:pt x="28177" y="212383"/>
                  </a:lnTo>
                  <a:lnTo>
                    <a:pt x="32771" y="236947"/>
                  </a:lnTo>
                  <a:lnTo>
                    <a:pt x="36584" y="269320"/>
                  </a:lnTo>
                  <a:lnTo>
                    <a:pt x="37827" y="305997"/>
                  </a:lnTo>
                  <a:lnTo>
                    <a:pt x="34716" y="343480"/>
                  </a:lnTo>
                  <a:lnTo>
                    <a:pt x="29276" y="377503"/>
                  </a:lnTo>
                  <a:lnTo>
                    <a:pt x="25441" y="406896"/>
                  </a:lnTo>
                  <a:lnTo>
                    <a:pt x="24265" y="432819"/>
                  </a:lnTo>
                  <a:lnTo>
                    <a:pt x="26804" y="456419"/>
                  </a:lnTo>
                  <a:lnTo>
                    <a:pt x="60687" y="454171"/>
                  </a:lnTo>
                  <a:lnTo>
                    <a:pt x="83219" y="450804"/>
                  </a:lnTo>
                  <a:lnTo>
                    <a:pt x="104525" y="443961"/>
                  </a:lnTo>
                  <a:lnTo>
                    <a:pt x="134718" y="431288"/>
                  </a:lnTo>
                  <a:lnTo>
                    <a:pt x="181973" y="422843"/>
                  </a:lnTo>
                  <a:lnTo>
                    <a:pt x="373399" y="422843"/>
                  </a:lnTo>
                  <a:lnTo>
                    <a:pt x="368117" y="395248"/>
                  </a:lnTo>
                  <a:lnTo>
                    <a:pt x="365439" y="373764"/>
                  </a:lnTo>
                  <a:lnTo>
                    <a:pt x="363643" y="347657"/>
                  </a:lnTo>
                  <a:lnTo>
                    <a:pt x="360770" y="310330"/>
                  </a:lnTo>
                  <a:lnTo>
                    <a:pt x="358808" y="266040"/>
                  </a:lnTo>
                  <a:lnTo>
                    <a:pt x="361805" y="219565"/>
                  </a:lnTo>
                  <a:lnTo>
                    <a:pt x="373810" y="175683"/>
                  </a:lnTo>
                  <a:lnTo>
                    <a:pt x="386654" y="136876"/>
                  </a:lnTo>
                  <a:lnTo>
                    <a:pt x="395126" y="96911"/>
                  </a:lnTo>
                  <a:lnTo>
                    <a:pt x="399818" y="65459"/>
                  </a:lnTo>
                  <a:lnTo>
                    <a:pt x="401223" y="53069"/>
                  </a:lnTo>
                  <a:lnTo>
                    <a:pt x="366381" y="30225"/>
                  </a:lnTo>
                  <a:lnTo>
                    <a:pt x="346762" y="18829"/>
                  </a:lnTo>
                  <a:lnTo>
                    <a:pt x="211836" y="18829"/>
                  </a:lnTo>
                  <a:lnTo>
                    <a:pt x="181341" y="16717"/>
                  </a:lnTo>
                  <a:lnTo>
                    <a:pt x="154483" y="11736"/>
                  </a:lnTo>
                  <a:lnTo>
                    <a:pt x="153116" y="11523"/>
                  </a:lnTo>
                  <a:lnTo>
                    <a:pt x="152332" y="11337"/>
                  </a:lnTo>
                  <a:lnTo>
                    <a:pt x="149678" y="10845"/>
                  </a:lnTo>
                  <a:lnTo>
                    <a:pt x="125919" y="5068"/>
                  </a:lnTo>
                  <a:lnTo>
                    <a:pt x="114777" y="1920"/>
                  </a:lnTo>
                  <a:close/>
                </a:path>
                <a:path w="401319" h="472439">
                  <a:moveTo>
                    <a:pt x="295470" y="0"/>
                  </a:moveTo>
                  <a:lnTo>
                    <a:pt x="346762" y="18829"/>
                  </a:lnTo>
                  <a:lnTo>
                    <a:pt x="343752" y="17081"/>
                  </a:lnTo>
                  <a:lnTo>
                    <a:pt x="323427" y="8662"/>
                  </a:lnTo>
                  <a:lnTo>
                    <a:pt x="295470" y="0"/>
                  </a:lnTo>
                  <a:close/>
                </a:path>
              </a:pathLst>
            </a:custGeom>
            <a:solidFill>
              <a:srgbClr val="87C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1" name="object 671" descr=""/>
            <p:cNvSpPr/>
            <p:nvPr/>
          </p:nvSpPr>
          <p:spPr>
            <a:xfrm>
              <a:off x="14142352" y="2586144"/>
              <a:ext cx="374015" cy="471805"/>
            </a:xfrm>
            <a:custGeom>
              <a:avLst/>
              <a:gdLst/>
              <a:ahLst/>
              <a:cxnLst/>
              <a:rect l="l" t="t" r="r" b="b"/>
              <a:pathLst>
                <a:path w="374015" h="471805">
                  <a:moveTo>
                    <a:pt x="35191" y="440994"/>
                  </a:moveTo>
                  <a:lnTo>
                    <a:pt x="33185" y="385533"/>
                  </a:lnTo>
                  <a:lnTo>
                    <a:pt x="29260" y="322783"/>
                  </a:lnTo>
                  <a:lnTo>
                    <a:pt x="24015" y="256463"/>
                  </a:lnTo>
                  <a:lnTo>
                    <a:pt x="17995" y="190220"/>
                  </a:lnTo>
                  <a:lnTo>
                    <a:pt x="11772" y="127660"/>
                  </a:lnTo>
                  <a:lnTo>
                    <a:pt x="5930" y="72440"/>
                  </a:lnTo>
                  <a:lnTo>
                    <a:pt x="3289" y="48653"/>
                  </a:lnTo>
                  <a:lnTo>
                    <a:pt x="0" y="51549"/>
                  </a:lnTo>
                  <a:lnTo>
                    <a:pt x="2362" y="72796"/>
                  </a:lnTo>
                  <a:lnTo>
                    <a:pt x="8204" y="127965"/>
                  </a:lnTo>
                  <a:lnTo>
                    <a:pt x="14414" y="190461"/>
                  </a:lnTo>
                  <a:lnTo>
                    <a:pt x="20434" y="256628"/>
                  </a:lnTo>
                  <a:lnTo>
                    <a:pt x="25679" y="322872"/>
                  </a:lnTo>
                  <a:lnTo>
                    <a:pt x="29591" y="385533"/>
                  </a:lnTo>
                  <a:lnTo>
                    <a:pt x="31610" y="441083"/>
                  </a:lnTo>
                  <a:lnTo>
                    <a:pt x="31483" y="454939"/>
                  </a:lnTo>
                  <a:lnTo>
                    <a:pt x="35064" y="454710"/>
                  </a:lnTo>
                  <a:lnTo>
                    <a:pt x="35191" y="440994"/>
                  </a:lnTo>
                  <a:close/>
                </a:path>
                <a:path w="374015" h="471805">
                  <a:moveTo>
                    <a:pt x="54749" y="440994"/>
                  </a:moveTo>
                  <a:lnTo>
                    <a:pt x="52743" y="385533"/>
                  </a:lnTo>
                  <a:lnTo>
                    <a:pt x="48818" y="322783"/>
                  </a:lnTo>
                  <a:lnTo>
                    <a:pt x="43573" y="256463"/>
                  </a:lnTo>
                  <a:lnTo>
                    <a:pt x="37553" y="190220"/>
                  </a:lnTo>
                  <a:lnTo>
                    <a:pt x="31330" y="127660"/>
                  </a:lnTo>
                  <a:lnTo>
                    <a:pt x="25488" y="72440"/>
                  </a:lnTo>
                  <a:lnTo>
                    <a:pt x="21336" y="35052"/>
                  </a:lnTo>
                  <a:lnTo>
                    <a:pt x="17983" y="37376"/>
                  </a:lnTo>
                  <a:lnTo>
                    <a:pt x="21920" y="72796"/>
                  </a:lnTo>
                  <a:lnTo>
                    <a:pt x="27762" y="127965"/>
                  </a:lnTo>
                  <a:lnTo>
                    <a:pt x="33985" y="190461"/>
                  </a:lnTo>
                  <a:lnTo>
                    <a:pt x="39992" y="256628"/>
                  </a:lnTo>
                  <a:lnTo>
                    <a:pt x="45237" y="322872"/>
                  </a:lnTo>
                  <a:lnTo>
                    <a:pt x="49161" y="385533"/>
                  </a:lnTo>
                  <a:lnTo>
                    <a:pt x="51181" y="440994"/>
                  </a:lnTo>
                  <a:lnTo>
                    <a:pt x="51066" y="452958"/>
                  </a:lnTo>
                  <a:lnTo>
                    <a:pt x="54648" y="452424"/>
                  </a:lnTo>
                  <a:lnTo>
                    <a:pt x="54749" y="440994"/>
                  </a:lnTo>
                  <a:close/>
                </a:path>
                <a:path w="374015" h="471805">
                  <a:moveTo>
                    <a:pt x="74320" y="440994"/>
                  </a:moveTo>
                  <a:lnTo>
                    <a:pt x="72301" y="385533"/>
                  </a:lnTo>
                  <a:lnTo>
                    <a:pt x="68376" y="322783"/>
                  </a:lnTo>
                  <a:lnTo>
                    <a:pt x="63119" y="256463"/>
                  </a:lnTo>
                  <a:lnTo>
                    <a:pt x="57111" y="190220"/>
                  </a:lnTo>
                  <a:lnTo>
                    <a:pt x="50888" y="127660"/>
                  </a:lnTo>
                  <a:lnTo>
                    <a:pt x="45046" y="72440"/>
                  </a:lnTo>
                  <a:lnTo>
                    <a:pt x="39801" y="25412"/>
                  </a:lnTo>
                  <a:lnTo>
                    <a:pt x="36372" y="26898"/>
                  </a:lnTo>
                  <a:lnTo>
                    <a:pt x="41478" y="72796"/>
                  </a:lnTo>
                  <a:lnTo>
                    <a:pt x="47320" y="127965"/>
                  </a:lnTo>
                  <a:lnTo>
                    <a:pt x="53543" y="190461"/>
                  </a:lnTo>
                  <a:lnTo>
                    <a:pt x="59550" y="256628"/>
                  </a:lnTo>
                  <a:lnTo>
                    <a:pt x="64795" y="322872"/>
                  </a:lnTo>
                  <a:lnTo>
                    <a:pt x="68719" y="385533"/>
                  </a:lnTo>
                  <a:lnTo>
                    <a:pt x="70739" y="440994"/>
                  </a:lnTo>
                  <a:lnTo>
                    <a:pt x="70650" y="449135"/>
                  </a:lnTo>
                  <a:lnTo>
                    <a:pt x="74244" y="447979"/>
                  </a:lnTo>
                  <a:lnTo>
                    <a:pt x="74320" y="440994"/>
                  </a:lnTo>
                  <a:close/>
                </a:path>
                <a:path w="374015" h="471805">
                  <a:moveTo>
                    <a:pt x="93865" y="440982"/>
                  </a:moveTo>
                  <a:lnTo>
                    <a:pt x="91859" y="385533"/>
                  </a:lnTo>
                  <a:lnTo>
                    <a:pt x="87934" y="322783"/>
                  </a:lnTo>
                  <a:lnTo>
                    <a:pt x="82689" y="256463"/>
                  </a:lnTo>
                  <a:lnTo>
                    <a:pt x="76669" y="190220"/>
                  </a:lnTo>
                  <a:lnTo>
                    <a:pt x="70446" y="127660"/>
                  </a:lnTo>
                  <a:lnTo>
                    <a:pt x="64604" y="72440"/>
                  </a:lnTo>
                  <a:lnTo>
                    <a:pt x="59690" y="28181"/>
                  </a:lnTo>
                  <a:lnTo>
                    <a:pt x="58445" y="17399"/>
                  </a:lnTo>
                  <a:lnTo>
                    <a:pt x="57658" y="17716"/>
                  </a:lnTo>
                  <a:lnTo>
                    <a:pt x="55003" y="18859"/>
                  </a:lnTo>
                  <a:lnTo>
                    <a:pt x="56121" y="28575"/>
                  </a:lnTo>
                  <a:lnTo>
                    <a:pt x="61036" y="72796"/>
                  </a:lnTo>
                  <a:lnTo>
                    <a:pt x="66878" y="127965"/>
                  </a:lnTo>
                  <a:lnTo>
                    <a:pt x="73088" y="190461"/>
                  </a:lnTo>
                  <a:lnTo>
                    <a:pt x="79108" y="256628"/>
                  </a:lnTo>
                  <a:lnTo>
                    <a:pt x="84353" y="322872"/>
                  </a:lnTo>
                  <a:lnTo>
                    <a:pt x="88265" y="385533"/>
                  </a:lnTo>
                  <a:lnTo>
                    <a:pt x="90297" y="440982"/>
                  </a:lnTo>
                  <a:lnTo>
                    <a:pt x="90271" y="442493"/>
                  </a:lnTo>
                  <a:lnTo>
                    <a:pt x="93865" y="440982"/>
                  </a:lnTo>
                  <a:close/>
                </a:path>
                <a:path w="374015" h="471805">
                  <a:moveTo>
                    <a:pt x="113131" y="432892"/>
                  </a:moveTo>
                  <a:lnTo>
                    <a:pt x="111417" y="385533"/>
                  </a:lnTo>
                  <a:lnTo>
                    <a:pt x="107492" y="322783"/>
                  </a:lnTo>
                  <a:lnTo>
                    <a:pt x="102247" y="256463"/>
                  </a:lnTo>
                  <a:lnTo>
                    <a:pt x="96227" y="190220"/>
                  </a:lnTo>
                  <a:lnTo>
                    <a:pt x="90017" y="127660"/>
                  </a:lnTo>
                  <a:lnTo>
                    <a:pt x="84162" y="72440"/>
                  </a:lnTo>
                  <a:lnTo>
                    <a:pt x="79248" y="28181"/>
                  </a:lnTo>
                  <a:lnTo>
                    <a:pt x="77139" y="9893"/>
                  </a:lnTo>
                  <a:lnTo>
                    <a:pt x="73685" y="11277"/>
                  </a:lnTo>
                  <a:lnTo>
                    <a:pt x="75679" y="28575"/>
                  </a:lnTo>
                  <a:lnTo>
                    <a:pt x="80594" y="72796"/>
                  </a:lnTo>
                  <a:lnTo>
                    <a:pt x="86436" y="127965"/>
                  </a:lnTo>
                  <a:lnTo>
                    <a:pt x="92659" y="190461"/>
                  </a:lnTo>
                  <a:lnTo>
                    <a:pt x="98666" y="256628"/>
                  </a:lnTo>
                  <a:lnTo>
                    <a:pt x="103911" y="322872"/>
                  </a:lnTo>
                  <a:lnTo>
                    <a:pt x="107835" y="385533"/>
                  </a:lnTo>
                  <a:lnTo>
                    <a:pt x="109613" y="434378"/>
                  </a:lnTo>
                  <a:lnTo>
                    <a:pt x="113131" y="432892"/>
                  </a:lnTo>
                  <a:close/>
                </a:path>
                <a:path w="374015" h="471805">
                  <a:moveTo>
                    <a:pt x="132537" y="428510"/>
                  </a:moveTo>
                  <a:lnTo>
                    <a:pt x="130975" y="385533"/>
                  </a:lnTo>
                  <a:lnTo>
                    <a:pt x="127050" y="322783"/>
                  </a:lnTo>
                  <a:lnTo>
                    <a:pt x="121805" y="256463"/>
                  </a:lnTo>
                  <a:lnTo>
                    <a:pt x="115785" y="190220"/>
                  </a:lnTo>
                  <a:lnTo>
                    <a:pt x="109575" y="127660"/>
                  </a:lnTo>
                  <a:lnTo>
                    <a:pt x="103720" y="72440"/>
                  </a:lnTo>
                  <a:lnTo>
                    <a:pt x="98806" y="28181"/>
                  </a:lnTo>
                  <a:lnTo>
                    <a:pt x="95834" y="2387"/>
                  </a:lnTo>
                  <a:lnTo>
                    <a:pt x="92379" y="3784"/>
                  </a:lnTo>
                  <a:lnTo>
                    <a:pt x="95237" y="28575"/>
                  </a:lnTo>
                  <a:lnTo>
                    <a:pt x="100152" y="72796"/>
                  </a:lnTo>
                  <a:lnTo>
                    <a:pt x="105994" y="127965"/>
                  </a:lnTo>
                  <a:lnTo>
                    <a:pt x="112217" y="190461"/>
                  </a:lnTo>
                  <a:lnTo>
                    <a:pt x="118224" y="256628"/>
                  </a:lnTo>
                  <a:lnTo>
                    <a:pt x="123469" y="322872"/>
                  </a:lnTo>
                  <a:lnTo>
                    <a:pt x="127393" y="385533"/>
                  </a:lnTo>
                  <a:lnTo>
                    <a:pt x="128981" y="429145"/>
                  </a:lnTo>
                  <a:lnTo>
                    <a:pt x="132537" y="428510"/>
                  </a:lnTo>
                  <a:close/>
                </a:path>
                <a:path w="374015" h="471805">
                  <a:moveTo>
                    <a:pt x="151968" y="425043"/>
                  </a:moveTo>
                  <a:lnTo>
                    <a:pt x="150533" y="385533"/>
                  </a:lnTo>
                  <a:lnTo>
                    <a:pt x="146608" y="322783"/>
                  </a:lnTo>
                  <a:lnTo>
                    <a:pt x="141363" y="256463"/>
                  </a:lnTo>
                  <a:lnTo>
                    <a:pt x="135343" y="190220"/>
                  </a:lnTo>
                  <a:lnTo>
                    <a:pt x="129133" y="127660"/>
                  </a:lnTo>
                  <a:lnTo>
                    <a:pt x="123278" y="72440"/>
                  </a:lnTo>
                  <a:lnTo>
                    <a:pt x="118364" y="28181"/>
                  </a:lnTo>
                  <a:lnTo>
                    <a:pt x="112191" y="6019"/>
                  </a:lnTo>
                  <a:lnTo>
                    <a:pt x="114795" y="28575"/>
                  </a:lnTo>
                  <a:lnTo>
                    <a:pt x="119710" y="72796"/>
                  </a:lnTo>
                  <a:lnTo>
                    <a:pt x="125552" y="127965"/>
                  </a:lnTo>
                  <a:lnTo>
                    <a:pt x="131775" y="190461"/>
                  </a:lnTo>
                  <a:lnTo>
                    <a:pt x="137782" y="256628"/>
                  </a:lnTo>
                  <a:lnTo>
                    <a:pt x="143027" y="322872"/>
                  </a:lnTo>
                  <a:lnTo>
                    <a:pt x="146951" y="385533"/>
                  </a:lnTo>
                  <a:lnTo>
                    <a:pt x="148412" y="425665"/>
                  </a:lnTo>
                  <a:lnTo>
                    <a:pt x="151968" y="425043"/>
                  </a:lnTo>
                  <a:close/>
                </a:path>
                <a:path w="374015" h="471805">
                  <a:moveTo>
                    <a:pt x="168236" y="423164"/>
                  </a:moveTo>
                  <a:lnTo>
                    <a:pt x="162280" y="316331"/>
                  </a:lnTo>
                  <a:lnTo>
                    <a:pt x="145478" y="13373"/>
                  </a:lnTo>
                  <a:lnTo>
                    <a:pt x="141859" y="12700"/>
                  </a:lnTo>
                  <a:lnTo>
                    <a:pt x="164642" y="422884"/>
                  </a:lnTo>
                  <a:lnTo>
                    <a:pt x="168236" y="423164"/>
                  </a:lnTo>
                  <a:close/>
                </a:path>
                <a:path w="374015" h="471805">
                  <a:moveTo>
                    <a:pt x="181508" y="399554"/>
                  </a:moveTo>
                  <a:lnTo>
                    <a:pt x="181254" y="349084"/>
                  </a:lnTo>
                  <a:lnTo>
                    <a:pt x="180708" y="294538"/>
                  </a:lnTo>
                  <a:lnTo>
                    <a:pt x="179870" y="236956"/>
                  </a:lnTo>
                  <a:lnTo>
                    <a:pt x="178752" y="177393"/>
                  </a:lnTo>
                  <a:lnTo>
                    <a:pt x="177025" y="105371"/>
                  </a:lnTo>
                  <a:lnTo>
                    <a:pt x="175171" y="46177"/>
                  </a:lnTo>
                  <a:lnTo>
                    <a:pt x="170281" y="17195"/>
                  </a:lnTo>
                  <a:lnTo>
                    <a:pt x="170967" y="31165"/>
                  </a:lnTo>
                  <a:lnTo>
                    <a:pt x="172389" y="71094"/>
                  </a:lnTo>
                  <a:lnTo>
                    <a:pt x="173837" y="121221"/>
                  </a:lnTo>
                  <a:lnTo>
                    <a:pt x="175183" y="178816"/>
                  </a:lnTo>
                  <a:lnTo>
                    <a:pt x="176377" y="241185"/>
                  </a:lnTo>
                  <a:lnTo>
                    <a:pt x="177292" y="305600"/>
                  </a:lnTo>
                  <a:lnTo>
                    <a:pt x="177838" y="369366"/>
                  </a:lnTo>
                  <a:lnTo>
                    <a:pt x="177939" y="423900"/>
                  </a:lnTo>
                  <a:lnTo>
                    <a:pt x="181483" y="424167"/>
                  </a:lnTo>
                  <a:lnTo>
                    <a:pt x="181508" y="399554"/>
                  </a:lnTo>
                  <a:close/>
                </a:path>
                <a:path w="374015" h="471805">
                  <a:moveTo>
                    <a:pt x="200507" y="18554"/>
                  </a:moveTo>
                  <a:lnTo>
                    <a:pt x="196926" y="18707"/>
                  </a:lnTo>
                  <a:lnTo>
                    <a:pt x="196850" y="31216"/>
                  </a:lnTo>
                  <a:lnTo>
                    <a:pt x="196519" y="73672"/>
                  </a:lnTo>
                  <a:lnTo>
                    <a:pt x="196024" y="126873"/>
                  </a:lnTo>
                  <a:lnTo>
                    <a:pt x="195313" y="187490"/>
                  </a:lnTo>
                  <a:lnTo>
                    <a:pt x="194360" y="252133"/>
                  </a:lnTo>
                  <a:lnTo>
                    <a:pt x="193154" y="317487"/>
                  </a:lnTo>
                  <a:lnTo>
                    <a:pt x="191643" y="380187"/>
                  </a:lnTo>
                  <a:lnTo>
                    <a:pt x="190220" y="424827"/>
                  </a:lnTo>
                  <a:lnTo>
                    <a:pt x="193789" y="425107"/>
                  </a:lnTo>
                  <a:lnTo>
                    <a:pt x="195237" y="380047"/>
                  </a:lnTo>
                  <a:lnTo>
                    <a:pt x="196735" y="317373"/>
                  </a:lnTo>
                  <a:lnTo>
                    <a:pt x="197942" y="252044"/>
                  </a:lnTo>
                  <a:lnTo>
                    <a:pt x="198894" y="187401"/>
                  </a:lnTo>
                  <a:lnTo>
                    <a:pt x="199605" y="126822"/>
                  </a:lnTo>
                  <a:lnTo>
                    <a:pt x="200101" y="73634"/>
                  </a:lnTo>
                  <a:lnTo>
                    <a:pt x="200431" y="31216"/>
                  </a:lnTo>
                  <a:lnTo>
                    <a:pt x="200507" y="18554"/>
                  </a:lnTo>
                  <a:close/>
                </a:path>
                <a:path w="374015" h="471805">
                  <a:moveTo>
                    <a:pt x="236537" y="15265"/>
                  </a:moveTo>
                  <a:lnTo>
                    <a:pt x="236169" y="15379"/>
                  </a:lnTo>
                  <a:lnTo>
                    <a:pt x="232867" y="15836"/>
                  </a:lnTo>
                  <a:lnTo>
                    <a:pt x="231394" y="28575"/>
                  </a:lnTo>
                  <a:lnTo>
                    <a:pt x="226491" y="72796"/>
                  </a:lnTo>
                  <a:lnTo>
                    <a:pt x="220637" y="127965"/>
                  </a:lnTo>
                  <a:lnTo>
                    <a:pt x="214439" y="190461"/>
                  </a:lnTo>
                  <a:lnTo>
                    <a:pt x="208432" y="256628"/>
                  </a:lnTo>
                  <a:lnTo>
                    <a:pt x="203187" y="322872"/>
                  </a:lnTo>
                  <a:lnTo>
                    <a:pt x="199263" y="385533"/>
                  </a:lnTo>
                  <a:lnTo>
                    <a:pt x="197815" y="425411"/>
                  </a:lnTo>
                  <a:lnTo>
                    <a:pt x="201383" y="425678"/>
                  </a:lnTo>
                  <a:lnTo>
                    <a:pt x="202844" y="385533"/>
                  </a:lnTo>
                  <a:lnTo>
                    <a:pt x="206768" y="322783"/>
                  </a:lnTo>
                  <a:lnTo>
                    <a:pt x="212026" y="256463"/>
                  </a:lnTo>
                  <a:lnTo>
                    <a:pt x="218046" y="190220"/>
                  </a:lnTo>
                  <a:lnTo>
                    <a:pt x="224269" y="127660"/>
                  </a:lnTo>
                  <a:lnTo>
                    <a:pt x="230124" y="72440"/>
                  </a:lnTo>
                  <a:lnTo>
                    <a:pt x="235038" y="28181"/>
                  </a:lnTo>
                  <a:lnTo>
                    <a:pt x="236537" y="15265"/>
                  </a:lnTo>
                  <a:close/>
                </a:path>
                <a:path w="374015" h="471805">
                  <a:moveTo>
                    <a:pt x="257022" y="8458"/>
                  </a:moveTo>
                  <a:lnTo>
                    <a:pt x="246176" y="72796"/>
                  </a:lnTo>
                  <a:lnTo>
                    <a:pt x="240334" y="127965"/>
                  </a:lnTo>
                  <a:lnTo>
                    <a:pt x="234137" y="190461"/>
                  </a:lnTo>
                  <a:lnTo>
                    <a:pt x="228130" y="256628"/>
                  </a:lnTo>
                  <a:lnTo>
                    <a:pt x="222885" y="322872"/>
                  </a:lnTo>
                  <a:lnTo>
                    <a:pt x="218973" y="385533"/>
                  </a:lnTo>
                  <a:lnTo>
                    <a:pt x="217462" y="426910"/>
                  </a:lnTo>
                  <a:lnTo>
                    <a:pt x="221030" y="427177"/>
                  </a:lnTo>
                  <a:lnTo>
                    <a:pt x="222542" y="385533"/>
                  </a:lnTo>
                  <a:lnTo>
                    <a:pt x="226479" y="322783"/>
                  </a:lnTo>
                  <a:lnTo>
                    <a:pt x="231724" y="256463"/>
                  </a:lnTo>
                  <a:lnTo>
                    <a:pt x="237756" y="190220"/>
                  </a:lnTo>
                  <a:lnTo>
                    <a:pt x="243967" y="127660"/>
                  </a:lnTo>
                  <a:lnTo>
                    <a:pt x="249821" y="72440"/>
                  </a:lnTo>
                  <a:lnTo>
                    <a:pt x="254749" y="28181"/>
                  </a:lnTo>
                  <a:lnTo>
                    <a:pt x="257022" y="8458"/>
                  </a:lnTo>
                  <a:close/>
                </a:path>
                <a:path w="374015" h="471805">
                  <a:moveTo>
                    <a:pt x="277698" y="0"/>
                  </a:moveTo>
                  <a:lnTo>
                    <a:pt x="265887" y="72796"/>
                  </a:lnTo>
                  <a:lnTo>
                    <a:pt x="260045" y="127965"/>
                  </a:lnTo>
                  <a:lnTo>
                    <a:pt x="253834" y="190461"/>
                  </a:lnTo>
                  <a:lnTo>
                    <a:pt x="247827" y="256628"/>
                  </a:lnTo>
                  <a:lnTo>
                    <a:pt x="242582" y="322872"/>
                  </a:lnTo>
                  <a:lnTo>
                    <a:pt x="238671" y="385533"/>
                  </a:lnTo>
                  <a:lnTo>
                    <a:pt x="237032" y="430669"/>
                  </a:lnTo>
                  <a:lnTo>
                    <a:pt x="240576" y="431469"/>
                  </a:lnTo>
                  <a:lnTo>
                    <a:pt x="242252" y="385533"/>
                  </a:lnTo>
                  <a:lnTo>
                    <a:pt x="246176" y="322783"/>
                  </a:lnTo>
                  <a:lnTo>
                    <a:pt x="251434" y="256463"/>
                  </a:lnTo>
                  <a:lnTo>
                    <a:pt x="257454" y="190220"/>
                  </a:lnTo>
                  <a:lnTo>
                    <a:pt x="263677" y="127660"/>
                  </a:lnTo>
                  <a:lnTo>
                    <a:pt x="269532" y="72440"/>
                  </a:lnTo>
                  <a:lnTo>
                    <a:pt x="274447" y="28181"/>
                  </a:lnTo>
                  <a:lnTo>
                    <a:pt x="277698" y="0"/>
                  </a:lnTo>
                  <a:close/>
                </a:path>
                <a:path w="374015" h="471805">
                  <a:moveTo>
                    <a:pt x="296722" y="5905"/>
                  </a:moveTo>
                  <a:lnTo>
                    <a:pt x="285584" y="72796"/>
                  </a:lnTo>
                  <a:lnTo>
                    <a:pt x="279742" y="127965"/>
                  </a:lnTo>
                  <a:lnTo>
                    <a:pt x="273532" y="190461"/>
                  </a:lnTo>
                  <a:lnTo>
                    <a:pt x="267525" y="256628"/>
                  </a:lnTo>
                  <a:lnTo>
                    <a:pt x="262293" y="322872"/>
                  </a:lnTo>
                  <a:lnTo>
                    <a:pt x="258368" y="385533"/>
                  </a:lnTo>
                  <a:lnTo>
                    <a:pt x="256565" y="435076"/>
                  </a:lnTo>
                  <a:lnTo>
                    <a:pt x="260108" y="435876"/>
                  </a:lnTo>
                  <a:lnTo>
                    <a:pt x="261950" y="385533"/>
                  </a:lnTo>
                  <a:lnTo>
                    <a:pt x="265874" y="322783"/>
                  </a:lnTo>
                  <a:lnTo>
                    <a:pt x="271132" y="256463"/>
                  </a:lnTo>
                  <a:lnTo>
                    <a:pt x="277152" y="190220"/>
                  </a:lnTo>
                  <a:lnTo>
                    <a:pt x="283375" y="127660"/>
                  </a:lnTo>
                  <a:lnTo>
                    <a:pt x="289229" y="72440"/>
                  </a:lnTo>
                  <a:lnTo>
                    <a:pt x="294157" y="28181"/>
                  </a:lnTo>
                  <a:lnTo>
                    <a:pt x="296722" y="5905"/>
                  </a:lnTo>
                  <a:close/>
                </a:path>
                <a:path w="374015" h="471805">
                  <a:moveTo>
                    <a:pt x="315620" y="12801"/>
                  </a:moveTo>
                  <a:lnTo>
                    <a:pt x="305282" y="72796"/>
                  </a:lnTo>
                  <a:lnTo>
                    <a:pt x="299440" y="127965"/>
                  </a:lnTo>
                  <a:lnTo>
                    <a:pt x="293230" y="190461"/>
                  </a:lnTo>
                  <a:lnTo>
                    <a:pt x="287223" y="256628"/>
                  </a:lnTo>
                  <a:lnTo>
                    <a:pt x="281990" y="322872"/>
                  </a:lnTo>
                  <a:lnTo>
                    <a:pt x="278066" y="385533"/>
                  </a:lnTo>
                  <a:lnTo>
                    <a:pt x="276110" y="439496"/>
                  </a:lnTo>
                  <a:lnTo>
                    <a:pt x="278117" y="439953"/>
                  </a:lnTo>
                  <a:lnTo>
                    <a:pt x="279641" y="440537"/>
                  </a:lnTo>
                  <a:lnTo>
                    <a:pt x="281647" y="385533"/>
                  </a:lnTo>
                  <a:lnTo>
                    <a:pt x="285572" y="322783"/>
                  </a:lnTo>
                  <a:lnTo>
                    <a:pt x="290830" y="256463"/>
                  </a:lnTo>
                  <a:lnTo>
                    <a:pt x="296849" y="190220"/>
                  </a:lnTo>
                  <a:lnTo>
                    <a:pt x="303072" y="127660"/>
                  </a:lnTo>
                  <a:lnTo>
                    <a:pt x="308927" y="72440"/>
                  </a:lnTo>
                  <a:lnTo>
                    <a:pt x="313855" y="28181"/>
                  </a:lnTo>
                  <a:lnTo>
                    <a:pt x="315620" y="12801"/>
                  </a:lnTo>
                  <a:close/>
                </a:path>
                <a:path w="374015" h="471805">
                  <a:moveTo>
                    <a:pt x="334276" y="21907"/>
                  </a:moveTo>
                  <a:lnTo>
                    <a:pt x="324980" y="72796"/>
                  </a:lnTo>
                  <a:lnTo>
                    <a:pt x="319138" y="127965"/>
                  </a:lnTo>
                  <a:lnTo>
                    <a:pt x="312940" y="190461"/>
                  </a:lnTo>
                  <a:lnTo>
                    <a:pt x="306933" y="256628"/>
                  </a:lnTo>
                  <a:lnTo>
                    <a:pt x="301688" y="322872"/>
                  </a:lnTo>
                  <a:lnTo>
                    <a:pt x="297776" y="385533"/>
                  </a:lnTo>
                  <a:lnTo>
                    <a:pt x="295757" y="440994"/>
                  </a:lnTo>
                  <a:lnTo>
                    <a:pt x="295808" y="446786"/>
                  </a:lnTo>
                  <a:lnTo>
                    <a:pt x="299402" y="448170"/>
                  </a:lnTo>
                  <a:lnTo>
                    <a:pt x="299326" y="440994"/>
                  </a:lnTo>
                  <a:lnTo>
                    <a:pt x="301345" y="385533"/>
                  </a:lnTo>
                  <a:lnTo>
                    <a:pt x="305269" y="322783"/>
                  </a:lnTo>
                  <a:lnTo>
                    <a:pt x="310527" y="256463"/>
                  </a:lnTo>
                  <a:lnTo>
                    <a:pt x="316560" y="190220"/>
                  </a:lnTo>
                  <a:lnTo>
                    <a:pt x="322770" y="127660"/>
                  </a:lnTo>
                  <a:lnTo>
                    <a:pt x="328625" y="72440"/>
                  </a:lnTo>
                  <a:lnTo>
                    <a:pt x="333552" y="28181"/>
                  </a:lnTo>
                  <a:lnTo>
                    <a:pt x="334276" y="21907"/>
                  </a:lnTo>
                  <a:close/>
                </a:path>
                <a:path w="374015" h="471805">
                  <a:moveTo>
                    <a:pt x="344754" y="333324"/>
                  </a:moveTo>
                  <a:lnTo>
                    <a:pt x="342988" y="310337"/>
                  </a:lnTo>
                  <a:lnTo>
                    <a:pt x="342938" y="309270"/>
                  </a:lnTo>
                  <a:lnTo>
                    <a:pt x="342722" y="311696"/>
                  </a:lnTo>
                  <a:lnTo>
                    <a:pt x="337896" y="378752"/>
                  </a:lnTo>
                  <a:lnTo>
                    <a:pt x="335267" y="438327"/>
                  </a:lnTo>
                  <a:lnTo>
                    <a:pt x="335445" y="463283"/>
                  </a:lnTo>
                  <a:lnTo>
                    <a:pt x="339039" y="464959"/>
                  </a:lnTo>
                  <a:lnTo>
                    <a:pt x="338848" y="438251"/>
                  </a:lnTo>
                  <a:lnTo>
                    <a:pt x="341490" y="378726"/>
                  </a:lnTo>
                  <a:lnTo>
                    <a:pt x="344754" y="333324"/>
                  </a:lnTo>
                  <a:close/>
                </a:path>
                <a:path w="374015" h="471805">
                  <a:moveTo>
                    <a:pt x="352717" y="32931"/>
                  </a:moveTo>
                  <a:lnTo>
                    <a:pt x="344690" y="72796"/>
                  </a:lnTo>
                  <a:lnTo>
                    <a:pt x="338848" y="127965"/>
                  </a:lnTo>
                  <a:lnTo>
                    <a:pt x="332638" y="190461"/>
                  </a:lnTo>
                  <a:lnTo>
                    <a:pt x="326631" y="256628"/>
                  </a:lnTo>
                  <a:lnTo>
                    <a:pt x="321386" y="322872"/>
                  </a:lnTo>
                  <a:lnTo>
                    <a:pt x="317474" y="385533"/>
                  </a:lnTo>
                  <a:lnTo>
                    <a:pt x="315455" y="441083"/>
                  </a:lnTo>
                  <a:lnTo>
                    <a:pt x="315582" y="454431"/>
                  </a:lnTo>
                  <a:lnTo>
                    <a:pt x="319176" y="455815"/>
                  </a:lnTo>
                  <a:lnTo>
                    <a:pt x="319036" y="440994"/>
                  </a:lnTo>
                  <a:lnTo>
                    <a:pt x="321056" y="385533"/>
                  </a:lnTo>
                  <a:lnTo>
                    <a:pt x="324980" y="322783"/>
                  </a:lnTo>
                  <a:lnTo>
                    <a:pt x="330238" y="256463"/>
                  </a:lnTo>
                  <a:lnTo>
                    <a:pt x="336257" y="190220"/>
                  </a:lnTo>
                  <a:lnTo>
                    <a:pt x="342480" y="127660"/>
                  </a:lnTo>
                  <a:lnTo>
                    <a:pt x="348335" y="72440"/>
                  </a:lnTo>
                  <a:lnTo>
                    <a:pt x="352717" y="32931"/>
                  </a:lnTo>
                  <a:close/>
                </a:path>
                <a:path w="374015" h="471805">
                  <a:moveTo>
                    <a:pt x="358787" y="471703"/>
                  </a:moveTo>
                  <a:lnTo>
                    <a:pt x="358559" y="438327"/>
                  </a:lnTo>
                  <a:lnTo>
                    <a:pt x="358609" y="436880"/>
                  </a:lnTo>
                  <a:lnTo>
                    <a:pt x="355765" y="423621"/>
                  </a:lnTo>
                  <a:lnTo>
                    <a:pt x="355650" y="423011"/>
                  </a:lnTo>
                  <a:lnTo>
                    <a:pt x="354965" y="438327"/>
                  </a:lnTo>
                  <a:lnTo>
                    <a:pt x="355193" y="470712"/>
                  </a:lnTo>
                  <a:lnTo>
                    <a:pt x="358787" y="471703"/>
                  </a:lnTo>
                  <a:close/>
                </a:path>
                <a:path w="374015" h="471805">
                  <a:moveTo>
                    <a:pt x="373951" y="46863"/>
                  </a:moveTo>
                  <a:lnTo>
                    <a:pt x="362508" y="113296"/>
                  </a:lnTo>
                  <a:lnTo>
                    <a:pt x="355828" y="174104"/>
                  </a:lnTo>
                  <a:lnTo>
                    <a:pt x="355447" y="177800"/>
                  </a:lnTo>
                  <a:lnTo>
                    <a:pt x="356031" y="175691"/>
                  </a:lnTo>
                  <a:lnTo>
                    <a:pt x="360857" y="161086"/>
                  </a:lnTo>
                  <a:lnTo>
                    <a:pt x="366166" y="112928"/>
                  </a:lnTo>
                  <a:lnTo>
                    <a:pt x="371970" y="63093"/>
                  </a:lnTo>
                  <a:lnTo>
                    <a:pt x="373951" y="46863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2" name="object 672" descr=""/>
          <p:cNvSpPr/>
          <p:nvPr/>
        </p:nvSpPr>
        <p:spPr>
          <a:xfrm>
            <a:off x="13359308" y="2651283"/>
            <a:ext cx="172720" cy="596265"/>
          </a:xfrm>
          <a:custGeom>
            <a:avLst/>
            <a:gdLst/>
            <a:ahLst/>
            <a:cxnLst/>
            <a:rect l="l" t="t" r="r" b="b"/>
            <a:pathLst>
              <a:path w="172719" h="596264">
                <a:moveTo>
                  <a:pt x="172237" y="80403"/>
                </a:moveTo>
                <a:lnTo>
                  <a:pt x="160337" y="44005"/>
                </a:lnTo>
                <a:lnTo>
                  <a:pt x="130136" y="14084"/>
                </a:lnTo>
                <a:lnTo>
                  <a:pt x="95910" y="0"/>
                </a:lnTo>
                <a:lnTo>
                  <a:pt x="71920" y="11137"/>
                </a:lnTo>
                <a:lnTo>
                  <a:pt x="64668" y="41033"/>
                </a:lnTo>
                <a:lnTo>
                  <a:pt x="56311" y="96774"/>
                </a:lnTo>
                <a:lnTo>
                  <a:pt x="47713" y="163957"/>
                </a:lnTo>
                <a:lnTo>
                  <a:pt x="39776" y="228193"/>
                </a:lnTo>
                <a:lnTo>
                  <a:pt x="33362" y="275120"/>
                </a:lnTo>
                <a:lnTo>
                  <a:pt x="32893" y="282587"/>
                </a:lnTo>
                <a:lnTo>
                  <a:pt x="31953" y="285254"/>
                </a:lnTo>
                <a:lnTo>
                  <a:pt x="28155" y="304253"/>
                </a:lnTo>
                <a:lnTo>
                  <a:pt x="22009" y="337451"/>
                </a:lnTo>
                <a:lnTo>
                  <a:pt x="16205" y="378955"/>
                </a:lnTo>
                <a:lnTo>
                  <a:pt x="10871" y="463981"/>
                </a:lnTo>
                <a:lnTo>
                  <a:pt x="6159" y="498690"/>
                </a:lnTo>
                <a:lnTo>
                  <a:pt x="2235" y="523786"/>
                </a:lnTo>
                <a:lnTo>
                  <a:pt x="2057" y="536003"/>
                </a:lnTo>
                <a:lnTo>
                  <a:pt x="4025" y="541096"/>
                </a:lnTo>
                <a:lnTo>
                  <a:pt x="4572" y="547217"/>
                </a:lnTo>
                <a:lnTo>
                  <a:pt x="3721" y="554774"/>
                </a:lnTo>
                <a:lnTo>
                  <a:pt x="1485" y="564159"/>
                </a:lnTo>
                <a:lnTo>
                  <a:pt x="0" y="574306"/>
                </a:lnTo>
                <a:lnTo>
                  <a:pt x="863" y="583298"/>
                </a:lnTo>
                <a:lnTo>
                  <a:pt x="3302" y="590410"/>
                </a:lnTo>
                <a:lnTo>
                  <a:pt x="6540" y="594868"/>
                </a:lnTo>
                <a:lnTo>
                  <a:pt x="16662" y="596061"/>
                </a:lnTo>
                <a:lnTo>
                  <a:pt x="35331" y="594499"/>
                </a:lnTo>
                <a:lnTo>
                  <a:pt x="73215" y="579704"/>
                </a:lnTo>
                <a:lnTo>
                  <a:pt x="75387" y="558012"/>
                </a:lnTo>
                <a:lnTo>
                  <a:pt x="77292" y="548690"/>
                </a:lnTo>
                <a:lnTo>
                  <a:pt x="80873" y="539546"/>
                </a:lnTo>
                <a:lnTo>
                  <a:pt x="84226" y="528523"/>
                </a:lnTo>
                <a:lnTo>
                  <a:pt x="86398" y="517690"/>
                </a:lnTo>
                <a:lnTo>
                  <a:pt x="86372" y="509143"/>
                </a:lnTo>
                <a:lnTo>
                  <a:pt x="91325" y="481482"/>
                </a:lnTo>
                <a:lnTo>
                  <a:pt x="104673" y="426021"/>
                </a:lnTo>
                <a:lnTo>
                  <a:pt x="119913" y="363855"/>
                </a:lnTo>
                <a:lnTo>
                  <a:pt x="130467" y="316052"/>
                </a:lnTo>
                <a:lnTo>
                  <a:pt x="130632" y="313893"/>
                </a:lnTo>
                <a:lnTo>
                  <a:pt x="133718" y="306539"/>
                </a:lnTo>
                <a:lnTo>
                  <a:pt x="144830" y="267309"/>
                </a:lnTo>
                <a:lnTo>
                  <a:pt x="155384" y="220383"/>
                </a:lnTo>
                <a:lnTo>
                  <a:pt x="163436" y="170268"/>
                </a:lnTo>
                <a:lnTo>
                  <a:pt x="169037" y="121945"/>
                </a:lnTo>
                <a:lnTo>
                  <a:pt x="172237" y="80403"/>
                </a:lnTo>
                <a:close/>
              </a:path>
            </a:pathLst>
          </a:custGeom>
          <a:solidFill>
            <a:srgbClr val="7FC2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3" name="object 673" descr=""/>
          <p:cNvGrpSpPr/>
          <p:nvPr/>
        </p:nvGrpSpPr>
        <p:grpSpPr>
          <a:xfrm>
            <a:off x="13431234" y="2586143"/>
            <a:ext cx="495934" cy="661670"/>
            <a:chOff x="13431234" y="2586143"/>
            <a:chExt cx="495934" cy="661670"/>
          </a:xfrm>
        </p:grpSpPr>
        <p:sp>
          <p:nvSpPr>
            <p:cNvPr id="674" name="object 674" descr=""/>
            <p:cNvSpPr/>
            <p:nvPr/>
          </p:nvSpPr>
          <p:spPr>
            <a:xfrm>
              <a:off x="13754595" y="2637935"/>
              <a:ext cx="172720" cy="609600"/>
            </a:xfrm>
            <a:custGeom>
              <a:avLst/>
              <a:gdLst/>
              <a:ahLst/>
              <a:cxnLst/>
              <a:rect l="l" t="t" r="r" b="b"/>
              <a:pathLst>
                <a:path w="172719" h="609600">
                  <a:moveTo>
                    <a:pt x="172237" y="587654"/>
                  </a:moveTo>
                  <a:lnTo>
                    <a:pt x="170738" y="577507"/>
                  </a:lnTo>
                  <a:lnTo>
                    <a:pt x="168503" y="568121"/>
                  </a:lnTo>
                  <a:lnTo>
                    <a:pt x="167652" y="560565"/>
                  </a:lnTo>
                  <a:lnTo>
                    <a:pt x="168198" y="554443"/>
                  </a:lnTo>
                  <a:lnTo>
                    <a:pt x="170180" y="549351"/>
                  </a:lnTo>
                  <a:lnTo>
                    <a:pt x="170002" y="537133"/>
                  </a:lnTo>
                  <a:lnTo>
                    <a:pt x="166077" y="512038"/>
                  </a:lnTo>
                  <a:lnTo>
                    <a:pt x="161366" y="477329"/>
                  </a:lnTo>
                  <a:lnTo>
                    <a:pt x="156032" y="392303"/>
                  </a:lnTo>
                  <a:lnTo>
                    <a:pt x="150215" y="350799"/>
                  </a:lnTo>
                  <a:lnTo>
                    <a:pt x="144081" y="317601"/>
                  </a:lnTo>
                  <a:lnTo>
                    <a:pt x="140271" y="298602"/>
                  </a:lnTo>
                  <a:lnTo>
                    <a:pt x="139331" y="295973"/>
                  </a:lnTo>
                  <a:lnTo>
                    <a:pt x="138874" y="288467"/>
                  </a:lnTo>
                  <a:lnTo>
                    <a:pt x="123596" y="195656"/>
                  </a:lnTo>
                  <a:lnTo>
                    <a:pt x="113131" y="135267"/>
                  </a:lnTo>
                  <a:lnTo>
                    <a:pt x="102527" y="77838"/>
                  </a:lnTo>
                  <a:lnTo>
                    <a:pt x="93078" y="32562"/>
                  </a:lnTo>
                  <a:lnTo>
                    <a:pt x="64325" y="0"/>
                  </a:lnTo>
                  <a:lnTo>
                    <a:pt x="34975" y="19519"/>
                  </a:lnTo>
                  <a:lnTo>
                    <a:pt x="9664" y="54889"/>
                  </a:lnTo>
                  <a:lnTo>
                    <a:pt x="0" y="93751"/>
                  </a:lnTo>
                  <a:lnTo>
                    <a:pt x="3200" y="135305"/>
                  </a:lnTo>
                  <a:lnTo>
                    <a:pt x="8801" y="183616"/>
                  </a:lnTo>
                  <a:lnTo>
                    <a:pt x="16840" y="233730"/>
                  </a:lnTo>
                  <a:lnTo>
                    <a:pt x="27393" y="280644"/>
                  </a:lnTo>
                  <a:lnTo>
                    <a:pt x="38506" y="319887"/>
                  </a:lnTo>
                  <a:lnTo>
                    <a:pt x="41592" y="327266"/>
                  </a:lnTo>
                  <a:lnTo>
                    <a:pt x="41770" y="329399"/>
                  </a:lnTo>
                  <a:lnTo>
                    <a:pt x="52324" y="377202"/>
                  </a:lnTo>
                  <a:lnTo>
                    <a:pt x="67551" y="439369"/>
                  </a:lnTo>
                  <a:lnTo>
                    <a:pt x="80911" y="494830"/>
                  </a:lnTo>
                  <a:lnTo>
                    <a:pt x="85852" y="522490"/>
                  </a:lnTo>
                  <a:lnTo>
                    <a:pt x="85839" y="531037"/>
                  </a:lnTo>
                  <a:lnTo>
                    <a:pt x="87998" y="541870"/>
                  </a:lnTo>
                  <a:lnTo>
                    <a:pt x="91351" y="552894"/>
                  </a:lnTo>
                  <a:lnTo>
                    <a:pt x="94932" y="562038"/>
                  </a:lnTo>
                  <a:lnTo>
                    <a:pt x="96837" y="571360"/>
                  </a:lnTo>
                  <a:lnTo>
                    <a:pt x="117195" y="604443"/>
                  </a:lnTo>
                  <a:lnTo>
                    <a:pt x="155562" y="609409"/>
                  </a:lnTo>
                  <a:lnTo>
                    <a:pt x="165696" y="608215"/>
                  </a:lnTo>
                  <a:lnTo>
                    <a:pt x="168922" y="603758"/>
                  </a:lnTo>
                  <a:lnTo>
                    <a:pt x="171361" y="596646"/>
                  </a:lnTo>
                  <a:lnTo>
                    <a:pt x="172237" y="587654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5" name="object 675" descr=""/>
            <p:cNvSpPr/>
            <p:nvPr/>
          </p:nvSpPr>
          <p:spPr>
            <a:xfrm>
              <a:off x="13431234" y="2586143"/>
              <a:ext cx="401320" cy="472440"/>
            </a:xfrm>
            <a:custGeom>
              <a:avLst/>
              <a:gdLst/>
              <a:ahLst/>
              <a:cxnLst/>
              <a:rect l="l" t="t" r="r" b="b"/>
              <a:pathLst>
                <a:path w="401319" h="472439">
                  <a:moveTo>
                    <a:pt x="373399" y="422848"/>
                  </a:moveTo>
                  <a:lnTo>
                    <a:pt x="181977" y="422848"/>
                  </a:lnTo>
                  <a:lnTo>
                    <a:pt x="239703" y="427242"/>
                  </a:lnTo>
                  <a:lnTo>
                    <a:pt x="295903" y="439947"/>
                  </a:lnTo>
                  <a:lnTo>
                    <a:pt x="338572" y="456425"/>
                  </a:lnTo>
                  <a:lnTo>
                    <a:pt x="363550" y="468091"/>
                  </a:lnTo>
                  <a:lnTo>
                    <a:pt x="377034" y="471829"/>
                  </a:lnTo>
                  <a:lnTo>
                    <a:pt x="382545" y="471353"/>
                  </a:lnTo>
                  <a:lnTo>
                    <a:pt x="383597" y="470372"/>
                  </a:lnTo>
                  <a:lnTo>
                    <a:pt x="373547" y="423620"/>
                  </a:lnTo>
                  <a:lnTo>
                    <a:pt x="373399" y="422848"/>
                  </a:lnTo>
                  <a:close/>
                </a:path>
                <a:path w="401319" h="472439">
                  <a:moveTo>
                    <a:pt x="114774" y="1927"/>
                  </a:moveTo>
                  <a:lnTo>
                    <a:pt x="75467" y="17702"/>
                  </a:lnTo>
                  <a:lnTo>
                    <a:pt x="39729" y="34626"/>
                  </a:lnTo>
                  <a:lnTo>
                    <a:pt x="5678" y="65507"/>
                  </a:lnTo>
                  <a:lnTo>
                    <a:pt x="0" y="76267"/>
                  </a:lnTo>
                  <a:lnTo>
                    <a:pt x="6652" y="136881"/>
                  </a:lnTo>
                  <a:lnTo>
                    <a:pt x="14141" y="194429"/>
                  </a:lnTo>
                  <a:lnTo>
                    <a:pt x="24319" y="243781"/>
                  </a:lnTo>
                  <a:lnTo>
                    <a:pt x="31432" y="273400"/>
                  </a:lnTo>
                  <a:lnTo>
                    <a:pt x="36186" y="307280"/>
                  </a:lnTo>
                  <a:lnTo>
                    <a:pt x="34718" y="343486"/>
                  </a:lnTo>
                  <a:lnTo>
                    <a:pt x="29277" y="377508"/>
                  </a:lnTo>
                  <a:lnTo>
                    <a:pt x="25441" y="406901"/>
                  </a:lnTo>
                  <a:lnTo>
                    <a:pt x="24265" y="432825"/>
                  </a:lnTo>
                  <a:lnTo>
                    <a:pt x="26804" y="456425"/>
                  </a:lnTo>
                  <a:lnTo>
                    <a:pt x="60688" y="454177"/>
                  </a:lnTo>
                  <a:lnTo>
                    <a:pt x="83221" y="450810"/>
                  </a:lnTo>
                  <a:lnTo>
                    <a:pt x="104529" y="443966"/>
                  </a:lnTo>
                  <a:lnTo>
                    <a:pt x="134728" y="431293"/>
                  </a:lnTo>
                  <a:lnTo>
                    <a:pt x="181977" y="422848"/>
                  </a:lnTo>
                  <a:lnTo>
                    <a:pt x="373399" y="422848"/>
                  </a:lnTo>
                  <a:lnTo>
                    <a:pt x="368117" y="395254"/>
                  </a:lnTo>
                  <a:lnTo>
                    <a:pt x="365439" y="373769"/>
                  </a:lnTo>
                  <a:lnTo>
                    <a:pt x="363643" y="347662"/>
                  </a:lnTo>
                  <a:lnTo>
                    <a:pt x="360770" y="310335"/>
                  </a:lnTo>
                  <a:lnTo>
                    <a:pt x="358809" y="266046"/>
                  </a:lnTo>
                  <a:lnTo>
                    <a:pt x="361810" y="219571"/>
                  </a:lnTo>
                  <a:lnTo>
                    <a:pt x="373817" y="175690"/>
                  </a:lnTo>
                  <a:lnTo>
                    <a:pt x="386656" y="136881"/>
                  </a:lnTo>
                  <a:lnTo>
                    <a:pt x="395129" y="96916"/>
                  </a:lnTo>
                  <a:lnTo>
                    <a:pt x="399824" y="65464"/>
                  </a:lnTo>
                  <a:lnTo>
                    <a:pt x="400225" y="61933"/>
                  </a:lnTo>
                  <a:lnTo>
                    <a:pt x="218527" y="61933"/>
                  </a:lnTo>
                  <a:lnTo>
                    <a:pt x="187207" y="55207"/>
                  </a:lnTo>
                  <a:lnTo>
                    <a:pt x="153220" y="34284"/>
                  </a:lnTo>
                  <a:lnTo>
                    <a:pt x="125947" y="12184"/>
                  </a:lnTo>
                  <a:lnTo>
                    <a:pt x="114774" y="1927"/>
                  </a:lnTo>
                  <a:close/>
                </a:path>
                <a:path w="401319" h="472439">
                  <a:moveTo>
                    <a:pt x="295497" y="0"/>
                  </a:moveTo>
                  <a:lnTo>
                    <a:pt x="271145" y="32283"/>
                  </a:lnTo>
                  <a:lnTo>
                    <a:pt x="255012" y="49496"/>
                  </a:lnTo>
                  <a:lnTo>
                    <a:pt x="239880" y="57444"/>
                  </a:lnTo>
                  <a:lnTo>
                    <a:pt x="218542" y="61933"/>
                  </a:lnTo>
                  <a:lnTo>
                    <a:pt x="400225" y="61933"/>
                  </a:lnTo>
                  <a:lnTo>
                    <a:pt x="401230" y="53076"/>
                  </a:lnTo>
                  <a:lnTo>
                    <a:pt x="366383" y="30230"/>
                  </a:lnTo>
                  <a:lnTo>
                    <a:pt x="343753" y="17086"/>
                  </a:lnTo>
                  <a:lnTo>
                    <a:pt x="323428" y="8668"/>
                  </a:lnTo>
                  <a:lnTo>
                    <a:pt x="295497" y="0"/>
                  </a:lnTo>
                  <a:close/>
                </a:path>
              </a:pathLst>
            </a:custGeom>
            <a:solidFill>
              <a:srgbClr val="87C64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6" name="object 676" descr=""/>
            <p:cNvSpPr/>
            <p:nvPr/>
          </p:nvSpPr>
          <p:spPr>
            <a:xfrm>
              <a:off x="13449007" y="2586170"/>
              <a:ext cx="374015" cy="471805"/>
            </a:xfrm>
            <a:custGeom>
              <a:avLst/>
              <a:gdLst/>
              <a:ahLst/>
              <a:cxnLst/>
              <a:rect l="l" t="t" r="r" b="b"/>
              <a:pathLst>
                <a:path w="374015" h="471805">
                  <a:moveTo>
                    <a:pt x="35204" y="440969"/>
                  </a:moveTo>
                  <a:lnTo>
                    <a:pt x="33185" y="385508"/>
                  </a:lnTo>
                  <a:lnTo>
                    <a:pt x="29260" y="322757"/>
                  </a:lnTo>
                  <a:lnTo>
                    <a:pt x="24015" y="256438"/>
                  </a:lnTo>
                  <a:lnTo>
                    <a:pt x="17995" y="190195"/>
                  </a:lnTo>
                  <a:lnTo>
                    <a:pt x="11785" y="127635"/>
                  </a:lnTo>
                  <a:lnTo>
                    <a:pt x="5930" y="72415"/>
                  </a:lnTo>
                  <a:lnTo>
                    <a:pt x="3289" y="48628"/>
                  </a:lnTo>
                  <a:lnTo>
                    <a:pt x="0" y="51523"/>
                  </a:lnTo>
                  <a:lnTo>
                    <a:pt x="2362" y="72771"/>
                  </a:lnTo>
                  <a:lnTo>
                    <a:pt x="8216" y="127939"/>
                  </a:lnTo>
                  <a:lnTo>
                    <a:pt x="14427" y="190436"/>
                  </a:lnTo>
                  <a:lnTo>
                    <a:pt x="20434" y="256603"/>
                  </a:lnTo>
                  <a:lnTo>
                    <a:pt x="25692" y="322846"/>
                  </a:lnTo>
                  <a:lnTo>
                    <a:pt x="29603" y="385508"/>
                  </a:lnTo>
                  <a:lnTo>
                    <a:pt x="31635" y="441058"/>
                  </a:lnTo>
                  <a:lnTo>
                    <a:pt x="31496" y="454914"/>
                  </a:lnTo>
                  <a:lnTo>
                    <a:pt x="35077" y="454685"/>
                  </a:lnTo>
                  <a:lnTo>
                    <a:pt x="35204" y="440969"/>
                  </a:lnTo>
                  <a:close/>
                </a:path>
                <a:path w="374015" h="471805">
                  <a:moveTo>
                    <a:pt x="54762" y="440969"/>
                  </a:moveTo>
                  <a:lnTo>
                    <a:pt x="52743" y="385508"/>
                  </a:lnTo>
                  <a:lnTo>
                    <a:pt x="48818" y="322757"/>
                  </a:lnTo>
                  <a:lnTo>
                    <a:pt x="43573" y="256438"/>
                  </a:lnTo>
                  <a:lnTo>
                    <a:pt x="37553" y="190195"/>
                  </a:lnTo>
                  <a:lnTo>
                    <a:pt x="31343" y="127635"/>
                  </a:lnTo>
                  <a:lnTo>
                    <a:pt x="25488" y="72415"/>
                  </a:lnTo>
                  <a:lnTo>
                    <a:pt x="21336" y="35026"/>
                  </a:lnTo>
                  <a:lnTo>
                    <a:pt x="17995" y="37350"/>
                  </a:lnTo>
                  <a:lnTo>
                    <a:pt x="21920" y="72771"/>
                  </a:lnTo>
                  <a:lnTo>
                    <a:pt x="27774" y="127939"/>
                  </a:lnTo>
                  <a:lnTo>
                    <a:pt x="33985" y="190436"/>
                  </a:lnTo>
                  <a:lnTo>
                    <a:pt x="39992" y="256603"/>
                  </a:lnTo>
                  <a:lnTo>
                    <a:pt x="45237" y="322846"/>
                  </a:lnTo>
                  <a:lnTo>
                    <a:pt x="49161" y="385508"/>
                  </a:lnTo>
                  <a:lnTo>
                    <a:pt x="51181" y="440969"/>
                  </a:lnTo>
                  <a:lnTo>
                    <a:pt x="51066" y="452945"/>
                  </a:lnTo>
                  <a:lnTo>
                    <a:pt x="54648" y="452399"/>
                  </a:lnTo>
                  <a:lnTo>
                    <a:pt x="54762" y="440969"/>
                  </a:lnTo>
                  <a:close/>
                </a:path>
                <a:path w="374015" h="471805">
                  <a:moveTo>
                    <a:pt x="74320" y="440969"/>
                  </a:moveTo>
                  <a:lnTo>
                    <a:pt x="72301" y="385508"/>
                  </a:lnTo>
                  <a:lnTo>
                    <a:pt x="68376" y="322757"/>
                  </a:lnTo>
                  <a:lnTo>
                    <a:pt x="63131" y="256438"/>
                  </a:lnTo>
                  <a:lnTo>
                    <a:pt x="57111" y="190195"/>
                  </a:lnTo>
                  <a:lnTo>
                    <a:pt x="50901" y="127635"/>
                  </a:lnTo>
                  <a:lnTo>
                    <a:pt x="45046" y="72415"/>
                  </a:lnTo>
                  <a:lnTo>
                    <a:pt x="39814" y="25387"/>
                  </a:lnTo>
                  <a:lnTo>
                    <a:pt x="36372" y="26873"/>
                  </a:lnTo>
                  <a:lnTo>
                    <a:pt x="41478" y="72771"/>
                  </a:lnTo>
                  <a:lnTo>
                    <a:pt x="47332" y="127939"/>
                  </a:lnTo>
                  <a:lnTo>
                    <a:pt x="53543" y="190436"/>
                  </a:lnTo>
                  <a:lnTo>
                    <a:pt x="59550" y="256603"/>
                  </a:lnTo>
                  <a:lnTo>
                    <a:pt x="64795" y="322846"/>
                  </a:lnTo>
                  <a:lnTo>
                    <a:pt x="68719" y="385508"/>
                  </a:lnTo>
                  <a:lnTo>
                    <a:pt x="70739" y="440969"/>
                  </a:lnTo>
                  <a:lnTo>
                    <a:pt x="70662" y="449110"/>
                  </a:lnTo>
                  <a:lnTo>
                    <a:pt x="74256" y="447954"/>
                  </a:lnTo>
                  <a:lnTo>
                    <a:pt x="74320" y="440969"/>
                  </a:lnTo>
                  <a:close/>
                </a:path>
                <a:path w="374015" h="471805">
                  <a:moveTo>
                    <a:pt x="93878" y="440956"/>
                  </a:moveTo>
                  <a:lnTo>
                    <a:pt x="91859" y="385508"/>
                  </a:lnTo>
                  <a:lnTo>
                    <a:pt x="87934" y="322757"/>
                  </a:lnTo>
                  <a:lnTo>
                    <a:pt x="82689" y="256438"/>
                  </a:lnTo>
                  <a:lnTo>
                    <a:pt x="76669" y="190195"/>
                  </a:lnTo>
                  <a:lnTo>
                    <a:pt x="70459" y="127635"/>
                  </a:lnTo>
                  <a:lnTo>
                    <a:pt x="64604" y="72415"/>
                  </a:lnTo>
                  <a:lnTo>
                    <a:pt x="59690" y="28155"/>
                  </a:lnTo>
                  <a:lnTo>
                    <a:pt x="58445" y="17373"/>
                  </a:lnTo>
                  <a:lnTo>
                    <a:pt x="57683" y="17678"/>
                  </a:lnTo>
                  <a:lnTo>
                    <a:pt x="55003" y="18834"/>
                  </a:lnTo>
                  <a:lnTo>
                    <a:pt x="56121" y="28549"/>
                  </a:lnTo>
                  <a:lnTo>
                    <a:pt x="61036" y="72771"/>
                  </a:lnTo>
                  <a:lnTo>
                    <a:pt x="66890" y="127939"/>
                  </a:lnTo>
                  <a:lnTo>
                    <a:pt x="73101" y="190436"/>
                  </a:lnTo>
                  <a:lnTo>
                    <a:pt x="79108" y="256603"/>
                  </a:lnTo>
                  <a:lnTo>
                    <a:pt x="84366" y="322846"/>
                  </a:lnTo>
                  <a:lnTo>
                    <a:pt x="88277" y="385508"/>
                  </a:lnTo>
                  <a:lnTo>
                    <a:pt x="90309" y="440956"/>
                  </a:lnTo>
                  <a:lnTo>
                    <a:pt x="90284" y="442455"/>
                  </a:lnTo>
                  <a:lnTo>
                    <a:pt x="93878" y="440956"/>
                  </a:lnTo>
                  <a:close/>
                </a:path>
                <a:path w="374015" h="471805">
                  <a:moveTo>
                    <a:pt x="113144" y="432866"/>
                  </a:moveTo>
                  <a:lnTo>
                    <a:pt x="111417" y="385508"/>
                  </a:lnTo>
                  <a:lnTo>
                    <a:pt x="107492" y="322757"/>
                  </a:lnTo>
                  <a:lnTo>
                    <a:pt x="102247" y="256438"/>
                  </a:lnTo>
                  <a:lnTo>
                    <a:pt x="96227" y="190195"/>
                  </a:lnTo>
                  <a:lnTo>
                    <a:pt x="90017" y="127635"/>
                  </a:lnTo>
                  <a:lnTo>
                    <a:pt x="84162" y="72415"/>
                  </a:lnTo>
                  <a:lnTo>
                    <a:pt x="79248" y="28155"/>
                  </a:lnTo>
                  <a:lnTo>
                    <a:pt x="77139" y="9867"/>
                  </a:lnTo>
                  <a:lnTo>
                    <a:pt x="73685" y="11252"/>
                  </a:lnTo>
                  <a:lnTo>
                    <a:pt x="75679" y="28549"/>
                  </a:lnTo>
                  <a:lnTo>
                    <a:pt x="80594" y="72771"/>
                  </a:lnTo>
                  <a:lnTo>
                    <a:pt x="86448" y="127939"/>
                  </a:lnTo>
                  <a:lnTo>
                    <a:pt x="92659" y="190436"/>
                  </a:lnTo>
                  <a:lnTo>
                    <a:pt x="98666" y="256603"/>
                  </a:lnTo>
                  <a:lnTo>
                    <a:pt x="103924" y="322846"/>
                  </a:lnTo>
                  <a:lnTo>
                    <a:pt x="107835" y="385508"/>
                  </a:lnTo>
                  <a:lnTo>
                    <a:pt x="109626" y="434352"/>
                  </a:lnTo>
                  <a:lnTo>
                    <a:pt x="113144" y="432866"/>
                  </a:lnTo>
                  <a:close/>
                </a:path>
                <a:path w="374015" h="471805">
                  <a:moveTo>
                    <a:pt x="132537" y="428485"/>
                  </a:moveTo>
                  <a:lnTo>
                    <a:pt x="130975" y="385508"/>
                  </a:lnTo>
                  <a:lnTo>
                    <a:pt x="127050" y="322757"/>
                  </a:lnTo>
                  <a:lnTo>
                    <a:pt x="121805" y="256438"/>
                  </a:lnTo>
                  <a:lnTo>
                    <a:pt x="115785" y="190195"/>
                  </a:lnTo>
                  <a:lnTo>
                    <a:pt x="109575" y="127635"/>
                  </a:lnTo>
                  <a:lnTo>
                    <a:pt x="103720" y="72415"/>
                  </a:lnTo>
                  <a:lnTo>
                    <a:pt x="98806" y="28155"/>
                  </a:lnTo>
                  <a:lnTo>
                    <a:pt x="95834" y="2374"/>
                  </a:lnTo>
                  <a:lnTo>
                    <a:pt x="92379" y="3746"/>
                  </a:lnTo>
                  <a:lnTo>
                    <a:pt x="95250" y="28549"/>
                  </a:lnTo>
                  <a:lnTo>
                    <a:pt x="100152" y="72771"/>
                  </a:lnTo>
                  <a:lnTo>
                    <a:pt x="106006" y="127939"/>
                  </a:lnTo>
                  <a:lnTo>
                    <a:pt x="112217" y="190436"/>
                  </a:lnTo>
                  <a:lnTo>
                    <a:pt x="118224" y="256603"/>
                  </a:lnTo>
                  <a:lnTo>
                    <a:pt x="123482" y="322846"/>
                  </a:lnTo>
                  <a:lnTo>
                    <a:pt x="127393" y="385508"/>
                  </a:lnTo>
                  <a:lnTo>
                    <a:pt x="128981" y="429120"/>
                  </a:lnTo>
                  <a:lnTo>
                    <a:pt x="132537" y="428485"/>
                  </a:lnTo>
                  <a:close/>
                </a:path>
                <a:path w="374015" h="471805">
                  <a:moveTo>
                    <a:pt x="151968" y="425018"/>
                  </a:moveTo>
                  <a:lnTo>
                    <a:pt x="150533" y="385508"/>
                  </a:lnTo>
                  <a:lnTo>
                    <a:pt x="146608" y="322757"/>
                  </a:lnTo>
                  <a:lnTo>
                    <a:pt x="141363" y="256438"/>
                  </a:lnTo>
                  <a:lnTo>
                    <a:pt x="135343" y="190195"/>
                  </a:lnTo>
                  <a:lnTo>
                    <a:pt x="129133" y="127635"/>
                  </a:lnTo>
                  <a:lnTo>
                    <a:pt x="123278" y="72415"/>
                  </a:lnTo>
                  <a:lnTo>
                    <a:pt x="118364" y="28155"/>
                  </a:lnTo>
                  <a:lnTo>
                    <a:pt x="113398" y="16408"/>
                  </a:lnTo>
                  <a:lnTo>
                    <a:pt x="114808" y="28549"/>
                  </a:lnTo>
                  <a:lnTo>
                    <a:pt x="119710" y="72771"/>
                  </a:lnTo>
                  <a:lnTo>
                    <a:pt x="125564" y="127939"/>
                  </a:lnTo>
                  <a:lnTo>
                    <a:pt x="131775" y="190436"/>
                  </a:lnTo>
                  <a:lnTo>
                    <a:pt x="137782" y="256603"/>
                  </a:lnTo>
                  <a:lnTo>
                    <a:pt x="143040" y="322846"/>
                  </a:lnTo>
                  <a:lnTo>
                    <a:pt x="146951" y="385508"/>
                  </a:lnTo>
                  <a:lnTo>
                    <a:pt x="148424" y="425653"/>
                  </a:lnTo>
                  <a:lnTo>
                    <a:pt x="151968" y="425018"/>
                  </a:lnTo>
                  <a:close/>
                </a:path>
                <a:path w="374015" h="471805">
                  <a:moveTo>
                    <a:pt x="168249" y="423138"/>
                  </a:moveTo>
                  <a:lnTo>
                    <a:pt x="162280" y="316306"/>
                  </a:lnTo>
                  <a:lnTo>
                    <a:pt x="147040" y="41402"/>
                  </a:lnTo>
                  <a:lnTo>
                    <a:pt x="143319" y="39116"/>
                  </a:lnTo>
                  <a:lnTo>
                    <a:pt x="164642" y="422859"/>
                  </a:lnTo>
                  <a:lnTo>
                    <a:pt x="168249" y="423138"/>
                  </a:lnTo>
                  <a:close/>
                </a:path>
                <a:path w="374015" h="471805">
                  <a:moveTo>
                    <a:pt x="181521" y="399529"/>
                  </a:moveTo>
                  <a:lnTo>
                    <a:pt x="181267" y="349059"/>
                  </a:lnTo>
                  <a:lnTo>
                    <a:pt x="180708" y="294513"/>
                  </a:lnTo>
                  <a:lnTo>
                    <a:pt x="179870" y="236931"/>
                  </a:lnTo>
                  <a:lnTo>
                    <a:pt x="178752" y="177368"/>
                  </a:lnTo>
                  <a:lnTo>
                    <a:pt x="177038" y="105346"/>
                  </a:lnTo>
                  <a:lnTo>
                    <a:pt x="175526" y="56489"/>
                  </a:lnTo>
                  <a:lnTo>
                    <a:pt x="171856" y="55702"/>
                  </a:lnTo>
                  <a:lnTo>
                    <a:pt x="172402" y="71069"/>
                  </a:lnTo>
                  <a:lnTo>
                    <a:pt x="173837" y="121196"/>
                  </a:lnTo>
                  <a:lnTo>
                    <a:pt x="175196" y="178790"/>
                  </a:lnTo>
                  <a:lnTo>
                    <a:pt x="176377" y="241160"/>
                  </a:lnTo>
                  <a:lnTo>
                    <a:pt x="177292" y="305574"/>
                  </a:lnTo>
                  <a:lnTo>
                    <a:pt x="177838" y="369341"/>
                  </a:lnTo>
                  <a:lnTo>
                    <a:pt x="177939" y="423875"/>
                  </a:lnTo>
                  <a:lnTo>
                    <a:pt x="181483" y="424141"/>
                  </a:lnTo>
                  <a:lnTo>
                    <a:pt x="181521" y="399529"/>
                  </a:lnTo>
                  <a:close/>
                </a:path>
                <a:path w="374015" h="471805">
                  <a:moveTo>
                    <a:pt x="200202" y="61798"/>
                  </a:moveTo>
                  <a:lnTo>
                    <a:pt x="196621" y="61023"/>
                  </a:lnTo>
                  <a:lnTo>
                    <a:pt x="196532" y="73647"/>
                  </a:lnTo>
                  <a:lnTo>
                    <a:pt x="196024" y="126847"/>
                  </a:lnTo>
                  <a:lnTo>
                    <a:pt x="195313" y="187464"/>
                  </a:lnTo>
                  <a:lnTo>
                    <a:pt x="194373" y="252107"/>
                  </a:lnTo>
                  <a:lnTo>
                    <a:pt x="193154" y="317461"/>
                  </a:lnTo>
                  <a:lnTo>
                    <a:pt x="191655" y="380161"/>
                  </a:lnTo>
                  <a:lnTo>
                    <a:pt x="190220" y="424802"/>
                  </a:lnTo>
                  <a:lnTo>
                    <a:pt x="193802" y="425081"/>
                  </a:lnTo>
                  <a:lnTo>
                    <a:pt x="195237" y="380022"/>
                  </a:lnTo>
                  <a:lnTo>
                    <a:pt x="196748" y="317347"/>
                  </a:lnTo>
                  <a:lnTo>
                    <a:pt x="197954" y="252018"/>
                  </a:lnTo>
                  <a:lnTo>
                    <a:pt x="198894" y="187375"/>
                  </a:lnTo>
                  <a:lnTo>
                    <a:pt x="199605" y="126796"/>
                  </a:lnTo>
                  <a:lnTo>
                    <a:pt x="200113" y="73647"/>
                  </a:lnTo>
                  <a:lnTo>
                    <a:pt x="200202" y="61798"/>
                  </a:lnTo>
                  <a:close/>
                </a:path>
                <a:path w="374015" h="471805">
                  <a:moveTo>
                    <a:pt x="232397" y="52006"/>
                  </a:moveTo>
                  <a:lnTo>
                    <a:pt x="220649" y="127939"/>
                  </a:lnTo>
                  <a:lnTo>
                    <a:pt x="214439" y="190436"/>
                  </a:lnTo>
                  <a:lnTo>
                    <a:pt x="208432" y="256603"/>
                  </a:lnTo>
                  <a:lnTo>
                    <a:pt x="203187" y="322846"/>
                  </a:lnTo>
                  <a:lnTo>
                    <a:pt x="199275" y="385508"/>
                  </a:lnTo>
                  <a:lnTo>
                    <a:pt x="197827" y="425386"/>
                  </a:lnTo>
                  <a:lnTo>
                    <a:pt x="201396" y="425653"/>
                  </a:lnTo>
                  <a:lnTo>
                    <a:pt x="202857" y="385508"/>
                  </a:lnTo>
                  <a:lnTo>
                    <a:pt x="206781" y="322757"/>
                  </a:lnTo>
                  <a:lnTo>
                    <a:pt x="212039" y="256438"/>
                  </a:lnTo>
                  <a:lnTo>
                    <a:pt x="218059" y="190195"/>
                  </a:lnTo>
                  <a:lnTo>
                    <a:pt x="224282" y="127635"/>
                  </a:lnTo>
                  <a:lnTo>
                    <a:pt x="230136" y="72415"/>
                  </a:lnTo>
                  <a:lnTo>
                    <a:pt x="232397" y="52006"/>
                  </a:lnTo>
                  <a:close/>
                </a:path>
                <a:path w="374015" h="471805">
                  <a:moveTo>
                    <a:pt x="254457" y="30810"/>
                  </a:moveTo>
                  <a:lnTo>
                    <a:pt x="253365" y="32258"/>
                  </a:lnTo>
                  <a:lnTo>
                    <a:pt x="250329" y="35496"/>
                  </a:lnTo>
                  <a:lnTo>
                    <a:pt x="246189" y="72771"/>
                  </a:lnTo>
                  <a:lnTo>
                    <a:pt x="240347" y="127939"/>
                  </a:lnTo>
                  <a:lnTo>
                    <a:pt x="234137" y="190436"/>
                  </a:lnTo>
                  <a:lnTo>
                    <a:pt x="228130" y="256603"/>
                  </a:lnTo>
                  <a:lnTo>
                    <a:pt x="222885" y="322846"/>
                  </a:lnTo>
                  <a:lnTo>
                    <a:pt x="218973" y="385508"/>
                  </a:lnTo>
                  <a:lnTo>
                    <a:pt x="217474" y="426885"/>
                  </a:lnTo>
                  <a:lnTo>
                    <a:pt x="221030" y="427151"/>
                  </a:lnTo>
                  <a:lnTo>
                    <a:pt x="222554" y="385508"/>
                  </a:lnTo>
                  <a:lnTo>
                    <a:pt x="226479" y="322757"/>
                  </a:lnTo>
                  <a:lnTo>
                    <a:pt x="231736" y="256438"/>
                  </a:lnTo>
                  <a:lnTo>
                    <a:pt x="237756" y="190195"/>
                  </a:lnTo>
                  <a:lnTo>
                    <a:pt x="243979" y="127635"/>
                  </a:lnTo>
                  <a:lnTo>
                    <a:pt x="249834" y="72415"/>
                  </a:lnTo>
                  <a:lnTo>
                    <a:pt x="254457" y="30810"/>
                  </a:lnTo>
                  <a:close/>
                </a:path>
                <a:path w="374015" h="471805">
                  <a:moveTo>
                    <a:pt x="277698" y="0"/>
                  </a:moveTo>
                  <a:lnTo>
                    <a:pt x="265899" y="72771"/>
                  </a:lnTo>
                  <a:lnTo>
                    <a:pt x="260057" y="127939"/>
                  </a:lnTo>
                  <a:lnTo>
                    <a:pt x="253847" y="190436"/>
                  </a:lnTo>
                  <a:lnTo>
                    <a:pt x="247840" y="256603"/>
                  </a:lnTo>
                  <a:lnTo>
                    <a:pt x="242595" y="322846"/>
                  </a:lnTo>
                  <a:lnTo>
                    <a:pt x="238683" y="385508"/>
                  </a:lnTo>
                  <a:lnTo>
                    <a:pt x="237032" y="430631"/>
                  </a:lnTo>
                  <a:lnTo>
                    <a:pt x="240588" y="431444"/>
                  </a:lnTo>
                  <a:lnTo>
                    <a:pt x="242265" y="385508"/>
                  </a:lnTo>
                  <a:lnTo>
                    <a:pt x="246189" y="322757"/>
                  </a:lnTo>
                  <a:lnTo>
                    <a:pt x="251434" y="256438"/>
                  </a:lnTo>
                  <a:lnTo>
                    <a:pt x="257454" y="190195"/>
                  </a:lnTo>
                  <a:lnTo>
                    <a:pt x="263677" y="127635"/>
                  </a:lnTo>
                  <a:lnTo>
                    <a:pt x="269532" y="72415"/>
                  </a:lnTo>
                  <a:lnTo>
                    <a:pt x="274459" y="28155"/>
                  </a:lnTo>
                  <a:lnTo>
                    <a:pt x="277698" y="0"/>
                  </a:lnTo>
                  <a:close/>
                </a:path>
                <a:path w="374015" h="471805">
                  <a:moveTo>
                    <a:pt x="296722" y="5880"/>
                  </a:moveTo>
                  <a:lnTo>
                    <a:pt x="285597" y="72771"/>
                  </a:lnTo>
                  <a:lnTo>
                    <a:pt x="279755" y="127939"/>
                  </a:lnTo>
                  <a:lnTo>
                    <a:pt x="273545" y="190436"/>
                  </a:lnTo>
                  <a:lnTo>
                    <a:pt x="267538" y="256603"/>
                  </a:lnTo>
                  <a:lnTo>
                    <a:pt x="262293" y="322846"/>
                  </a:lnTo>
                  <a:lnTo>
                    <a:pt x="258381" y="385508"/>
                  </a:lnTo>
                  <a:lnTo>
                    <a:pt x="256578" y="435051"/>
                  </a:lnTo>
                  <a:lnTo>
                    <a:pt x="260121" y="435864"/>
                  </a:lnTo>
                  <a:lnTo>
                    <a:pt x="261962" y="385508"/>
                  </a:lnTo>
                  <a:lnTo>
                    <a:pt x="265887" y="322757"/>
                  </a:lnTo>
                  <a:lnTo>
                    <a:pt x="271145" y="256438"/>
                  </a:lnTo>
                  <a:lnTo>
                    <a:pt x="277164" y="190195"/>
                  </a:lnTo>
                  <a:lnTo>
                    <a:pt x="283387" y="127635"/>
                  </a:lnTo>
                  <a:lnTo>
                    <a:pt x="289229" y="72415"/>
                  </a:lnTo>
                  <a:lnTo>
                    <a:pt x="294157" y="28155"/>
                  </a:lnTo>
                  <a:lnTo>
                    <a:pt x="296722" y="5880"/>
                  </a:lnTo>
                  <a:close/>
                </a:path>
                <a:path w="374015" h="471805">
                  <a:moveTo>
                    <a:pt x="315633" y="12776"/>
                  </a:moveTo>
                  <a:lnTo>
                    <a:pt x="305295" y="72771"/>
                  </a:lnTo>
                  <a:lnTo>
                    <a:pt x="299453" y="127939"/>
                  </a:lnTo>
                  <a:lnTo>
                    <a:pt x="293243" y="190436"/>
                  </a:lnTo>
                  <a:lnTo>
                    <a:pt x="287235" y="256603"/>
                  </a:lnTo>
                  <a:lnTo>
                    <a:pt x="281990" y="322846"/>
                  </a:lnTo>
                  <a:lnTo>
                    <a:pt x="278079" y="385508"/>
                  </a:lnTo>
                  <a:lnTo>
                    <a:pt x="276110" y="439470"/>
                  </a:lnTo>
                  <a:lnTo>
                    <a:pt x="278130" y="439928"/>
                  </a:lnTo>
                  <a:lnTo>
                    <a:pt x="279654" y="440512"/>
                  </a:lnTo>
                  <a:lnTo>
                    <a:pt x="281660" y="385508"/>
                  </a:lnTo>
                  <a:lnTo>
                    <a:pt x="285584" y="322757"/>
                  </a:lnTo>
                  <a:lnTo>
                    <a:pt x="290842" y="256438"/>
                  </a:lnTo>
                  <a:lnTo>
                    <a:pt x="296862" y="190195"/>
                  </a:lnTo>
                  <a:lnTo>
                    <a:pt x="303085" y="127635"/>
                  </a:lnTo>
                  <a:lnTo>
                    <a:pt x="308927" y="72415"/>
                  </a:lnTo>
                  <a:lnTo>
                    <a:pt x="313855" y="28155"/>
                  </a:lnTo>
                  <a:lnTo>
                    <a:pt x="315633" y="12776"/>
                  </a:lnTo>
                  <a:close/>
                </a:path>
                <a:path w="374015" h="471805">
                  <a:moveTo>
                    <a:pt x="334276" y="21882"/>
                  </a:moveTo>
                  <a:lnTo>
                    <a:pt x="324993" y="72771"/>
                  </a:lnTo>
                  <a:lnTo>
                    <a:pt x="319151" y="127939"/>
                  </a:lnTo>
                  <a:lnTo>
                    <a:pt x="312940" y="190436"/>
                  </a:lnTo>
                  <a:lnTo>
                    <a:pt x="306933" y="256603"/>
                  </a:lnTo>
                  <a:lnTo>
                    <a:pt x="301688" y="322846"/>
                  </a:lnTo>
                  <a:lnTo>
                    <a:pt x="297776" y="385508"/>
                  </a:lnTo>
                  <a:lnTo>
                    <a:pt x="295757" y="440969"/>
                  </a:lnTo>
                  <a:lnTo>
                    <a:pt x="295808" y="446760"/>
                  </a:lnTo>
                  <a:lnTo>
                    <a:pt x="299402" y="448144"/>
                  </a:lnTo>
                  <a:lnTo>
                    <a:pt x="299339" y="440969"/>
                  </a:lnTo>
                  <a:lnTo>
                    <a:pt x="301358" y="385508"/>
                  </a:lnTo>
                  <a:lnTo>
                    <a:pt x="305282" y="322757"/>
                  </a:lnTo>
                  <a:lnTo>
                    <a:pt x="310540" y="256438"/>
                  </a:lnTo>
                  <a:lnTo>
                    <a:pt x="316560" y="190195"/>
                  </a:lnTo>
                  <a:lnTo>
                    <a:pt x="322783" y="127635"/>
                  </a:lnTo>
                  <a:lnTo>
                    <a:pt x="328637" y="72415"/>
                  </a:lnTo>
                  <a:lnTo>
                    <a:pt x="333552" y="28155"/>
                  </a:lnTo>
                  <a:lnTo>
                    <a:pt x="334276" y="21882"/>
                  </a:lnTo>
                  <a:close/>
                </a:path>
                <a:path w="374015" h="471805">
                  <a:moveTo>
                    <a:pt x="344754" y="333298"/>
                  </a:moveTo>
                  <a:lnTo>
                    <a:pt x="342988" y="310311"/>
                  </a:lnTo>
                  <a:lnTo>
                    <a:pt x="342938" y="309257"/>
                  </a:lnTo>
                  <a:lnTo>
                    <a:pt x="342734" y="311670"/>
                  </a:lnTo>
                  <a:lnTo>
                    <a:pt x="337908" y="378726"/>
                  </a:lnTo>
                  <a:lnTo>
                    <a:pt x="335267" y="438302"/>
                  </a:lnTo>
                  <a:lnTo>
                    <a:pt x="335445" y="463245"/>
                  </a:lnTo>
                  <a:lnTo>
                    <a:pt x="339039" y="464934"/>
                  </a:lnTo>
                  <a:lnTo>
                    <a:pt x="338861" y="438226"/>
                  </a:lnTo>
                  <a:lnTo>
                    <a:pt x="341490" y="378701"/>
                  </a:lnTo>
                  <a:lnTo>
                    <a:pt x="344754" y="333298"/>
                  </a:lnTo>
                  <a:close/>
                </a:path>
                <a:path w="374015" h="471805">
                  <a:moveTo>
                    <a:pt x="352729" y="32905"/>
                  </a:moveTo>
                  <a:lnTo>
                    <a:pt x="344690" y="72771"/>
                  </a:lnTo>
                  <a:lnTo>
                    <a:pt x="338848" y="127939"/>
                  </a:lnTo>
                  <a:lnTo>
                    <a:pt x="332638" y="190436"/>
                  </a:lnTo>
                  <a:lnTo>
                    <a:pt x="326631" y="256603"/>
                  </a:lnTo>
                  <a:lnTo>
                    <a:pt x="321398" y="322846"/>
                  </a:lnTo>
                  <a:lnTo>
                    <a:pt x="317474" y="385508"/>
                  </a:lnTo>
                  <a:lnTo>
                    <a:pt x="315455" y="441058"/>
                  </a:lnTo>
                  <a:lnTo>
                    <a:pt x="315595" y="454406"/>
                  </a:lnTo>
                  <a:lnTo>
                    <a:pt x="319189" y="455790"/>
                  </a:lnTo>
                  <a:lnTo>
                    <a:pt x="319036" y="440969"/>
                  </a:lnTo>
                  <a:lnTo>
                    <a:pt x="321068" y="385508"/>
                  </a:lnTo>
                  <a:lnTo>
                    <a:pt x="324993" y="322757"/>
                  </a:lnTo>
                  <a:lnTo>
                    <a:pt x="330238" y="256438"/>
                  </a:lnTo>
                  <a:lnTo>
                    <a:pt x="336257" y="190195"/>
                  </a:lnTo>
                  <a:lnTo>
                    <a:pt x="342480" y="127635"/>
                  </a:lnTo>
                  <a:lnTo>
                    <a:pt x="348335" y="72415"/>
                  </a:lnTo>
                  <a:lnTo>
                    <a:pt x="352729" y="32905"/>
                  </a:lnTo>
                  <a:close/>
                </a:path>
                <a:path w="374015" h="471805">
                  <a:moveTo>
                    <a:pt x="358775" y="471678"/>
                  </a:moveTo>
                  <a:lnTo>
                    <a:pt x="358546" y="438302"/>
                  </a:lnTo>
                  <a:lnTo>
                    <a:pt x="358609" y="436829"/>
                  </a:lnTo>
                  <a:lnTo>
                    <a:pt x="355765" y="423595"/>
                  </a:lnTo>
                  <a:lnTo>
                    <a:pt x="355650" y="422986"/>
                  </a:lnTo>
                  <a:lnTo>
                    <a:pt x="354977" y="438302"/>
                  </a:lnTo>
                  <a:lnTo>
                    <a:pt x="355193" y="470687"/>
                  </a:lnTo>
                  <a:lnTo>
                    <a:pt x="358775" y="471678"/>
                  </a:lnTo>
                  <a:close/>
                </a:path>
                <a:path w="374015" h="471805">
                  <a:moveTo>
                    <a:pt x="373951" y="46824"/>
                  </a:moveTo>
                  <a:lnTo>
                    <a:pt x="362521" y="113271"/>
                  </a:lnTo>
                  <a:lnTo>
                    <a:pt x="355828" y="174078"/>
                  </a:lnTo>
                  <a:lnTo>
                    <a:pt x="355447" y="177825"/>
                  </a:lnTo>
                  <a:lnTo>
                    <a:pt x="356044" y="175666"/>
                  </a:lnTo>
                  <a:lnTo>
                    <a:pt x="360870" y="161086"/>
                  </a:lnTo>
                  <a:lnTo>
                    <a:pt x="366166" y="112903"/>
                  </a:lnTo>
                  <a:lnTo>
                    <a:pt x="372122" y="61912"/>
                  </a:lnTo>
                  <a:lnTo>
                    <a:pt x="373951" y="46824"/>
                  </a:lnTo>
                  <a:close/>
                </a:path>
              </a:pathLst>
            </a:custGeom>
            <a:solidFill>
              <a:srgbClr val="7FC2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7" name="object 677" descr=""/>
          <p:cNvSpPr/>
          <p:nvPr/>
        </p:nvSpPr>
        <p:spPr>
          <a:xfrm>
            <a:off x="11495125" y="2598418"/>
            <a:ext cx="113030" cy="424180"/>
          </a:xfrm>
          <a:custGeom>
            <a:avLst/>
            <a:gdLst/>
            <a:ahLst/>
            <a:cxnLst/>
            <a:rect l="l" t="t" r="r" b="b"/>
            <a:pathLst>
              <a:path w="113029" h="424180">
                <a:moveTo>
                  <a:pt x="78942" y="0"/>
                </a:moveTo>
                <a:lnTo>
                  <a:pt x="68641" y="10563"/>
                </a:lnTo>
                <a:lnTo>
                  <a:pt x="60142" y="30071"/>
                </a:lnTo>
                <a:lnTo>
                  <a:pt x="53763" y="50683"/>
                </a:lnTo>
                <a:lnTo>
                  <a:pt x="49823" y="64563"/>
                </a:lnTo>
                <a:lnTo>
                  <a:pt x="45841" y="72177"/>
                </a:lnTo>
                <a:lnTo>
                  <a:pt x="40563" y="79335"/>
                </a:lnTo>
                <a:lnTo>
                  <a:pt x="36142" y="86191"/>
                </a:lnTo>
                <a:lnTo>
                  <a:pt x="34734" y="92897"/>
                </a:lnTo>
                <a:lnTo>
                  <a:pt x="36077" y="99812"/>
                </a:lnTo>
                <a:lnTo>
                  <a:pt x="37135" y="107488"/>
                </a:lnTo>
                <a:lnTo>
                  <a:pt x="35856" y="116374"/>
                </a:lnTo>
                <a:lnTo>
                  <a:pt x="30190" y="126917"/>
                </a:lnTo>
                <a:lnTo>
                  <a:pt x="23069" y="142585"/>
                </a:lnTo>
                <a:lnTo>
                  <a:pt x="18092" y="163038"/>
                </a:lnTo>
                <a:lnTo>
                  <a:pt x="14233" y="183037"/>
                </a:lnTo>
                <a:lnTo>
                  <a:pt x="10463" y="197344"/>
                </a:lnTo>
                <a:lnTo>
                  <a:pt x="6226" y="208595"/>
                </a:lnTo>
                <a:lnTo>
                  <a:pt x="2377" y="221133"/>
                </a:lnTo>
                <a:lnTo>
                  <a:pt x="0" y="232302"/>
                </a:lnTo>
                <a:lnTo>
                  <a:pt x="180" y="239448"/>
                </a:lnTo>
                <a:lnTo>
                  <a:pt x="5761" y="243718"/>
                </a:lnTo>
                <a:lnTo>
                  <a:pt x="15128" y="248992"/>
                </a:lnTo>
                <a:lnTo>
                  <a:pt x="22680" y="256732"/>
                </a:lnTo>
                <a:lnTo>
                  <a:pt x="22819" y="268400"/>
                </a:lnTo>
                <a:lnTo>
                  <a:pt x="18995" y="280082"/>
                </a:lnTo>
                <a:lnTo>
                  <a:pt x="18906" y="288279"/>
                </a:lnTo>
                <a:lnTo>
                  <a:pt x="23300" y="295078"/>
                </a:lnTo>
                <a:lnTo>
                  <a:pt x="32923" y="302566"/>
                </a:lnTo>
                <a:lnTo>
                  <a:pt x="46519" y="319821"/>
                </a:lnTo>
                <a:lnTo>
                  <a:pt x="60041" y="350139"/>
                </a:lnTo>
                <a:lnTo>
                  <a:pt x="70051" y="386958"/>
                </a:lnTo>
                <a:lnTo>
                  <a:pt x="73110" y="423714"/>
                </a:lnTo>
                <a:lnTo>
                  <a:pt x="82289" y="382833"/>
                </a:lnTo>
                <a:lnTo>
                  <a:pt x="89053" y="356839"/>
                </a:lnTo>
                <a:lnTo>
                  <a:pt x="96739" y="334604"/>
                </a:lnTo>
                <a:lnTo>
                  <a:pt x="108680" y="304995"/>
                </a:lnTo>
                <a:lnTo>
                  <a:pt x="112572" y="236521"/>
                </a:lnTo>
                <a:lnTo>
                  <a:pt x="101401" y="133991"/>
                </a:lnTo>
                <a:lnTo>
                  <a:pt x="86435" y="40715"/>
                </a:lnTo>
                <a:lnTo>
                  <a:pt x="78942" y="0"/>
                </a:lnTo>
                <a:close/>
              </a:path>
            </a:pathLst>
          </a:custGeom>
          <a:solidFill>
            <a:srgbClr val="EEB8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8" name="object 678" descr=""/>
          <p:cNvGrpSpPr/>
          <p:nvPr/>
        </p:nvGrpSpPr>
        <p:grpSpPr>
          <a:xfrm>
            <a:off x="11559802" y="2544948"/>
            <a:ext cx="423545" cy="865505"/>
            <a:chOff x="11559802" y="2544948"/>
            <a:chExt cx="423545" cy="865505"/>
          </a:xfrm>
        </p:grpSpPr>
        <p:sp>
          <p:nvSpPr>
            <p:cNvPr id="679" name="object 679" descr=""/>
            <p:cNvSpPr/>
            <p:nvPr/>
          </p:nvSpPr>
          <p:spPr>
            <a:xfrm>
              <a:off x="11870551" y="2598418"/>
              <a:ext cx="113030" cy="417195"/>
            </a:xfrm>
            <a:custGeom>
              <a:avLst/>
              <a:gdLst/>
              <a:ahLst/>
              <a:cxnLst/>
              <a:rect l="l" t="t" r="r" b="b"/>
              <a:pathLst>
                <a:path w="113029" h="417194">
                  <a:moveTo>
                    <a:pt x="33629" y="0"/>
                  </a:moveTo>
                  <a:lnTo>
                    <a:pt x="26136" y="40715"/>
                  </a:lnTo>
                  <a:lnTo>
                    <a:pt x="11170" y="133991"/>
                  </a:lnTo>
                  <a:lnTo>
                    <a:pt x="0" y="236521"/>
                  </a:lnTo>
                  <a:lnTo>
                    <a:pt x="3892" y="304995"/>
                  </a:lnTo>
                  <a:lnTo>
                    <a:pt x="15875" y="334500"/>
                  </a:lnTo>
                  <a:lnTo>
                    <a:pt x="23853" y="356014"/>
                  </a:lnTo>
                  <a:lnTo>
                    <a:pt x="31414" y="380046"/>
                  </a:lnTo>
                  <a:lnTo>
                    <a:pt x="42142" y="417107"/>
                  </a:lnTo>
                  <a:lnTo>
                    <a:pt x="44782" y="381383"/>
                  </a:lnTo>
                  <a:lnTo>
                    <a:pt x="53871" y="346836"/>
                  </a:lnTo>
                  <a:lnTo>
                    <a:pt x="66472" y="318789"/>
                  </a:lnTo>
                  <a:lnTo>
                    <a:pt x="79649" y="302566"/>
                  </a:lnTo>
                  <a:lnTo>
                    <a:pt x="89270" y="295078"/>
                  </a:lnTo>
                  <a:lnTo>
                    <a:pt x="93661" y="288279"/>
                  </a:lnTo>
                  <a:lnTo>
                    <a:pt x="93572" y="280082"/>
                  </a:lnTo>
                  <a:lnTo>
                    <a:pt x="89753" y="268400"/>
                  </a:lnTo>
                  <a:lnTo>
                    <a:pt x="89892" y="256732"/>
                  </a:lnTo>
                  <a:lnTo>
                    <a:pt x="97444" y="248992"/>
                  </a:lnTo>
                  <a:lnTo>
                    <a:pt x="106810" y="243718"/>
                  </a:lnTo>
                  <a:lnTo>
                    <a:pt x="112391" y="239448"/>
                  </a:lnTo>
                  <a:lnTo>
                    <a:pt x="112572" y="232302"/>
                  </a:lnTo>
                  <a:lnTo>
                    <a:pt x="110195" y="221133"/>
                  </a:lnTo>
                  <a:lnTo>
                    <a:pt x="106345" y="208595"/>
                  </a:lnTo>
                  <a:lnTo>
                    <a:pt x="102109" y="197344"/>
                  </a:lnTo>
                  <a:lnTo>
                    <a:pt x="98339" y="183037"/>
                  </a:lnTo>
                  <a:lnTo>
                    <a:pt x="94479" y="163038"/>
                  </a:lnTo>
                  <a:lnTo>
                    <a:pt x="89503" y="142585"/>
                  </a:lnTo>
                  <a:lnTo>
                    <a:pt x="82382" y="126917"/>
                  </a:lnTo>
                  <a:lnTo>
                    <a:pt x="76714" y="116374"/>
                  </a:lnTo>
                  <a:lnTo>
                    <a:pt x="75433" y="107488"/>
                  </a:lnTo>
                  <a:lnTo>
                    <a:pt x="76490" y="99812"/>
                  </a:lnTo>
                  <a:lnTo>
                    <a:pt x="77837" y="92897"/>
                  </a:lnTo>
                  <a:lnTo>
                    <a:pt x="76425" y="86191"/>
                  </a:lnTo>
                  <a:lnTo>
                    <a:pt x="72005" y="79335"/>
                  </a:lnTo>
                  <a:lnTo>
                    <a:pt x="66729" y="72177"/>
                  </a:lnTo>
                  <a:lnTo>
                    <a:pt x="62749" y="64563"/>
                  </a:lnTo>
                  <a:lnTo>
                    <a:pt x="58808" y="50683"/>
                  </a:lnTo>
                  <a:lnTo>
                    <a:pt x="52430" y="30071"/>
                  </a:lnTo>
                  <a:lnTo>
                    <a:pt x="43931" y="10563"/>
                  </a:lnTo>
                  <a:lnTo>
                    <a:pt x="33629" y="0"/>
                  </a:lnTo>
                  <a:close/>
                </a:path>
              </a:pathLst>
            </a:custGeom>
            <a:solidFill>
              <a:srgbClr val="EEB8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0" name="object 680" descr=""/>
            <p:cNvSpPr/>
            <p:nvPr/>
          </p:nvSpPr>
          <p:spPr>
            <a:xfrm>
              <a:off x="11559802" y="2544948"/>
              <a:ext cx="382270" cy="865505"/>
            </a:xfrm>
            <a:custGeom>
              <a:avLst/>
              <a:gdLst/>
              <a:ahLst/>
              <a:cxnLst/>
              <a:rect l="l" t="t" r="r" b="b"/>
              <a:pathLst>
                <a:path w="382270" h="865504">
                  <a:moveTo>
                    <a:pt x="188643" y="0"/>
                  </a:moveTo>
                  <a:lnTo>
                    <a:pt x="119785" y="8774"/>
                  </a:lnTo>
                  <a:lnTo>
                    <a:pt x="66895" y="25970"/>
                  </a:lnTo>
                  <a:lnTo>
                    <a:pt x="31286" y="43546"/>
                  </a:lnTo>
                  <a:lnTo>
                    <a:pt x="9063" y="87967"/>
                  </a:lnTo>
                  <a:lnTo>
                    <a:pt x="13318" y="190360"/>
                  </a:lnTo>
                  <a:lnTo>
                    <a:pt x="16650" y="251846"/>
                  </a:lnTo>
                  <a:lnTo>
                    <a:pt x="20789" y="296608"/>
                  </a:lnTo>
                  <a:lnTo>
                    <a:pt x="23499" y="329002"/>
                  </a:lnTo>
                  <a:lnTo>
                    <a:pt x="22543" y="353381"/>
                  </a:lnTo>
                  <a:lnTo>
                    <a:pt x="17874" y="386169"/>
                  </a:lnTo>
                  <a:lnTo>
                    <a:pt x="11826" y="433341"/>
                  </a:lnTo>
                  <a:lnTo>
                    <a:pt x="5739" y="483581"/>
                  </a:lnTo>
                  <a:lnTo>
                    <a:pt x="952" y="525575"/>
                  </a:lnTo>
                  <a:lnTo>
                    <a:pt x="0" y="576272"/>
                  </a:lnTo>
                  <a:lnTo>
                    <a:pt x="2613" y="645583"/>
                  </a:lnTo>
                  <a:lnTo>
                    <a:pt x="6257" y="708481"/>
                  </a:lnTo>
                  <a:lnTo>
                    <a:pt x="8397" y="739935"/>
                  </a:lnTo>
                  <a:lnTo>
                    <a:pt x="8232" y="748408"/>
                  </a:lnTo>
                  <a:lnTo>
                    <a:pt x="8465" y="757010"/>
                  </a:lnTo>
                  <a:lnTo>
                    <a:pt x="9295" y="765444"/>
                  </a:lnTo>
                  <a:lnTo>
                    <a:pt x="11224" y="774520"/>
                  </a:lnTo>
                  <a:lnTo>
                    <a:pt x="13098" y="774667"/>
                  </a:lnTo>
                  <a:lnTo>
                    <a:pt x="14095" y="766263"/>
                  </a:lnTo>
                  <a:lnTo>
                    <a:pt x="14215" y="758785"/>
                  </a:lnTo>
                  <a:lnTo>
                    <a:pt x="13819" y="751170"/>
                  </a:lnTo>
                  <a:lnTo>
                    <a:pt x="13057" y="743610"/>
                  </a:lnTo>
                  <a:lnTo>
                    <a:pt x="17988" y="746657"/>
                  </a:lnTo>
                  <a:lnTo>
                    <a:pt x="17714" y="759598"/>
                  </a:lnTo>
                  <a:lnTo>
                    <a:pt x="18039" y="772848"/>
                  </a:lnTo>
                  <a:lnTo>
                    <a:pt x="19227" y="785857"/>
                  </a:lnTo>
                  <a:lnTo>
                    <a:pt x="21873" y="799389"/>
                  </a:lnTo>
                  <a:lnTo>
                    <a:pt x="23590" y="798959"/>
                  </a:lnTo>
                  <a:lnTo>
                    <a:pt x="24505" y="785991"/>
                  </a:lnTo>
                  <a:lnTo>
                    <a:pt x="24233" y="773619"/>
                  </a:lnTo>
                  <a:lnTo>
                    <a:pt x="23189" y="761080"/>
                  </a:lnTo>
                  <a:lnTo>
                    <a:pt x="21653" y="748783"/>
                  </a:lnTo>
                  <a:lnTo>
                    <a:pt x="25328" y="750793"/>
                  </a:lnTo>
                  <a:lnTo>
                    <a:pt x="25320" y="766385"/>
                  </a:lnTo>
                  <a:lnTo>
                    <a:pt x="25796" y="782151"/>
                  </a:lnTo>
                  <a:lnTo>
                    <a:pt x="26894" y="797827"/>
                  </a:lnTo>
                  <a:lnTo>
                    <a:pt x="28993" y="814760"/>
                  </a:lnTo>
                  <a:lnTo>
                    <a:pt x="31422" y="814268"/>
                  </a:lnTo>
                  <a:lnTo>
                    <a:pt x="31677" y="797843"/>
                  </a:lnTo>
                  <a:lnTo>
                    <a:pt x="31103" y="782643"/>
                  </a:lnTo>
                  <a:lnTo>
                    <a:pt x="29924" y="767408"/>
                  </a:lnTo>
                  <a:lnTo>
                    <a:pt x="28302" y="752364"/>
                  </a:lnTo>
                  <a:lnTo>
                    <a:pt x="33653" y="755045"/>
                  </a:lnTo>
                  <a:lnTo>
                    <a:pt x="33255" y="772726"/>
                  </a:lnTo>
                  <a:lnTo>
                    <a:pt x="33517" y="790787"/>
                  </a:lnTo>
                  <a:lnTo>
                    <a:pt x="34642" y="808745"/>
                  </a:lnTo>
                  <a:lnTo>
                    <a:pt x="37129" y="827880"/>
                  </a:lnTo>
                  <a:lnTo>
                    <a:pt x="39642" y="827294"/>
                  </a:lnTo>
                  <a:lnTo>
                    <a:pt x="40459" y="808738"/>
                  </a:lnTo>
                  <a:lnTo>
                    <a:pt x="40079" y="791282"/>
                  </a:lnTo>
                  <a:lnTo>
                    <a:pt x="38864" y="773774"/>
                  </a:lnTo>
                  <a:lnTo>
                    <a:pt x="37045" y="756636"/>
                  </a:lnTo>
                  <a:lnTo>
                    <a:pt x="41632" y="758720"/>
                  </a:lnTo>
                  <a:lnTo>
                    <a:pt x="41737" y="768199"/>
                  </a:lnTo>
                  <a:lnTo>
                    <a:pt x="43464" y="796645"/>
                  </a:lnTo>
                  <a:lnTo>
                    <a:pt x="44249" y="814676"/>
                  </a:lnTo>
                  <a:lnTo>
                    <a:pt x="45054" y="823650"/>
                  </a:lnTo>
                  <a:lnTo>
                    <a:pt x="46909" y="833461"/>
                  </a:lnTo>
                  <a:lnTo>
                    <a:pt x="48605" y="833576"/>
                  </a:lnTo>
                  <a:lnTo>
                    <a:pt x="49575" y="822837"/>
                  </a:lnTo>
                  <a:lnTo>
                    <a:pt x="49431" y="813108"/>
                  </a:lnTo>
                  <a:lnTo>
                    <a:pt x="46895" y="776904"/>
                  </a:lnTo>
                  <a:lnTo>
                    <a:pt x="46121" y="768525"/>
                  </a:lnTo>
                  <a:lnTo>
                    <a:pt x="45024" y="760196"/>
                  </a:lnTo>
                  <a:lnTo>
                    <a:pt x="50678" y="762542"/>
                  </a:lnTo>
                  <a:lnTo>
                    <a:pt x="51726" y="782374"/>
                  </a:lnTo>
                  <a:lnTo>
                    <a:pt x="53112" y="802679"/>
                  </a:lnTo>
                  <a:lnTo>
                    <a:pt x="55383" y="822816"/>
                  </a:lnTo>
                  <a:lnTo>
                    <a:pt x="59338" y="843136"/>
                  </a:lnTo>
                  <a:lnTo>
                    <a:pt x="60710" y="842843"/>
                  </a:lnTo>
                  <a:lnTo>
                    <a:pt x="61156" y="822694"/>
                  </a:lnTo>
                  <a:lnTo>
                    <a:pt x="59656" y="802801"/>
                  </a:lnTo>
                  <a:lnTo>
                    <a:pt x="56921" y="782906"/>
                  </a:lnTo>
                  <a:lnTo>
                    <a:pt x="53589" y="763673"/>
                  </a:lnTo>
                  <a:lnTo>
                    <a:pt x="63631" y="767379"/>
                  </a:lnTo>
                  <a:lnTo>
                    <a:pt x="63552" y="786787"/>
                  </a:lnTo>
                  <a:lnTo>
                    <a:pt x="64106" y="806717"/>
                  </a:lnTo>
                  <a:lnTo>
                    <a:pt x="65656" y="826536"/>
                  </a:lnTo>
                  <a:lnTo>
                    <a:pt x="68950" y="847523"/>
                  </a:lnTo>
                  <a:lnTo>
                    <a:pt x="71673" y="846916"/>
                  </a:lnTo>
                  <a:lnTo>
                    <a:pt x="72291" y="826314"/>
                  </a:lnTo>
                  <a:lnTo>
                    <a:pt x="71383" y="806902"/>
                  </a:lnTo>
                  <a:lnTo>
                    <a:pt x="69500" y="787473"/>
                  </a:lnTo>
                  <a:lnTo>
                    <a:pt x="67065" y="768573"/>
                  </a:lnTo>
                  <a:lnTo>
                    <a:pt x="77819" y="771986"/>
                  </a:lnTo>
                  <a:lnTo>
                    <a:pt x="77496" y="781174"/>
                  </a:lnTo>
                  <a:lnTo>
                    <a:pt x="77714" y="808771"/>
                  </a:lnTo>
                  <a:lnTo>
                    <a:pt x="77445" y="825380"/>
                  </a:lnTo>
                  <a:lnTo>
                    <a:pt x="77888" y="833726"/>
                  </a:lnTo>
                  <a:lnTo>
                    <a:pt x="79515" y="841691"/>
                  </a:lnTo>
                  <a:lnTo>
                    <a:pt x="80133" y="843639"/>
                  </a:lnTo>
                  <a:lnTo>
                    <a:pt x="82866" y="843209"/>
                  </a:lnTo>
                  <a:lnTo>
                    <a:pt x="83746" y="824455"/>
                  </a:lnTo>
                  <a:lnTo>
                    <a:pt x="83728" y="807256"/>
                  </a:lnTo>
                  <a:lnTo>
                    <a:pt x="82995" y="790009"/>
                  </a:lnTo>
                  <a:lnTo>
                    <a:pt x="81588" y="773096"/>
                  </a:lnTo>
                  <a:lnTo>
                    <a:pt x="90918" y="775630"/>
                  </a:lnTo>
                  <a:lnTo>
                    <a:pt x="90586" y="784150"/>
                  </a:lnTo>
                  <a:lnTo>
                    <a:pt x="90426" y="809765"/>
                  </a:lnTo>
                  <a:lnTo>
                    <a:pt x="89713" y="827252"/>
                  </a:lnTo>
                  <a:lnTo>
                    <a:pt x="89665" y="835990"/>
                  </a:lnTo>
                  <a:lnTo>
                    <a:pt x="90520" y="846026"/>
                  </a:lnTo>
                  <a:lnTo>
                    <a:pt x="92625" y="845869"/>
                  </a:lnTo>
                  <a:lnTo>
                    <a:pt x="95719" y="828626"/>
                  </a:lnTo>
                  <a:lnTo>
                    <a:pt x="96761" y="811227"/>
                  </a:lnTo>
                  <a:lnTo>
                    <a:pt x="96342" y="793532"/>
                  </a:lnTo>
                  <a:lnTo>
                    <a:pt x="94750" y="776594"/>
                  </a:lnTo>
                  <a:lnTo>
                    <a:pt x="102970" y="778499"/>
                  </a:lnTo>
                  <a:lnTo>
                    <a:pt x="101470" y="796153"/>
                  </a:lnTo>
                  <a:lnTo>
                    <a:pt x="101303" y="814506"/>
                  </a:lnTo>
                  <a:lnTo>
                    <a:pt x="102773" y="832604"/>
                  </a:lnTo>
                  <a:lnTo>
                    <a:pt x="106499" y="850591"/>
                  </a:lnTo>
                  <a:lnTo>
                    <a:pt x="108059" y="850319"/>
                  </a:lnTo>
                  <a:lnTo>
                    <a:pt x="108252" y="839690"/>
                  </a:lnTo>
                  <a:lnTo>
                    <a:pt x="107745" y="830114"/>
                  </a:lnTo>
                  <a:lnTo>
                    <a:pt x="106446" y="810991"/>
                  </a:lnTo>
                  <a:lnTo>
                    <a:pt x="105870" y="779149"/>
                  </a:lnTo>
                  <a:lnTo>
                    <a:pt x="113231" y="780625"/>
                  </a:lnTo>
                  <a:lnTo>
                    <a:pt x="112242" y="798878"/>
                  </a:lnTo>
                  <a:lnTo>
                    <a:pt x="111824" y="817746"/>
                  </a:lnTo>
                  <a:lnTo>
                    <a:pt x="112438" y="836489"/>
                  </a:lnTo>
                  <a:lnTo>
                    <a:pt x="114739" y="855555"/>
                  </a:lnTo>
                  <a:lnTo>
                    <a:pt x="116708" y="855544"/>
                  </a:lnTo>
                  <a:lnTo>
                    <a:pt x="118933" y="836686"/>
                  </a:lnTo>
                  <a:lnTo>
                    <a:pt x="119121" y="818009"/>
                  </a:lnTo>
                  <a:lnTo>
                    <a:pt x="117967" y="799210"/>
                  </a:lnTo>
                  <a:lnTo>
                    <a:pt x="115943" y="781159"/>
                  </a:lnTo>
                  <a:lnTo>
                    <a:pt x="124446" y="782635"/>
                  </a:lnTo>
                  <a:lnTo>
                    <a:pt x="124980" y="817619"/>
                  </a:lnTo>
                  <a:lnTo>
                    <a:pt x="124645" y="836237"/>
                  </a:lnTo>
                  <a:lnTo>
                    <a:pt x="124812" y="845532"/>
                  </a:lnTo>
                  <a:lnTo>
                    <a:pt x="125964" y="855837"/>
                  </a:lnTo>
                  <a:lnTo>
                    <a:pt x="127681" y="855754"/>
                  </a:lnTo>
                  <a:lnTo>
                    <a:pt x="130571" y="837624"/>
                  </a:lnTo>
                  <a:lnTo>
                    <a:pt x="131010" y="819456"/>
                  </a:lnTo>
                  <a:lnTo>
                    <a:pt x="129907" y="801037"/>
                  </a:lnTo>
                  <a:lnTo>
                    <a:pt x="127922" y="783169"/>
                  </a:lnTo>
                  <a:lnTo>
                    <a:pt x="133535" y="783986"/>
                  </a:lnTo>
                  <a:lnTo>
                    <a:pt x="133088" y="792413"/>
                  </a:lnTo>
                  <a:lnTo>
                    <a:pt x="133247" y="800897"/>
                  </a:lnTo>
                  <a:lnTo>
                    <a:pt x="134184" y="817807"/>
                  </a:lnTo>
                  <a:lnTo>
                    <a:pt x="134905" y="836998"/>
                  </a:lnTo>
                  <a:lnTo>
                    <a:pt x="135731" y="846556"/>
                  </a:lnTo>
                  <a:lnTo>
                    <a:pt x="137618" y="857031"/>
                  </a:lnTo>
                  <a:lnTo>
                    <a:pt x="139461" y="857146"/>
                  </a:lnTo>
                  <a:lnTo>
                    <a:pt x="140371" y="846473"/>
                  </a:lnTo>
                  <a:lnTo>
                    <a:pt x="140317" y="836919"/>
                  </a:lnTo>
                  <a:lnTo>
                    <a:pt x="139273" y="817807"/>
                  </a:lnTo>
                  <a:lnTo>
                    <a:pt x="138667" y="801081"/>
                  </a:lnTo>
                  <a:lnTo>
                    <a:pt x="138073" y="792712"/>
                  </a:lnTo>
                  <a:lnTo>
                    <a:pt x="136906" y="784457"/>
                  </a:lnTo>
                  <a:lnTo>
                    <a:pt x="140236" y="784866"/>
                  </a:lnTo>
                  <a:lnTo>
                    <a:pt x="142059" y="823597"/>
                  </a:lnTo>
                  <a:lnTo>
                    <a:pt x="143321" y="842978"/>
                  </a:lnTo>
                  <a:lnTo>
                    <a:pt x="145325" y="864015"/>
                  </a:lnTo>
                  <a:lnTo>
                    <a:pt x="147848" y="864026"/>
                  </a:lnTo>
                  <a:lnTo>
                    <a:pt x="149127" y="843219"/>
                  </a:lnTo>
                  <a:lnTo>
                    <a:pt x="148572" y="823734"/>
                  </a:lnTo>
                  <a:lnTo>
                    <a:pt x="146653" y="804240"/>
                  </a:lnTo>
                  <a:lnTo>
                    <a:pt x="143639" y="785295"/>
                  </a:lnTo>
                  <a:lnTo>
                    <a:pt x="156089" y="786562"/>
                  </a:lnTo>
                  <a:lnTo>
                    <a:pt x="156615" y="824473"/>
                  </a:lnTo>
                  <a:lnTo>
                    <a:pt x="157423" y="843527"/>
                  </a:lnTo>
                  <a:lnTo>
                    <a:pt x="159555" y="863408"/>
                  </a:lnTo>
                  <a:lnTo>
                    <a:pt x="161743" y="863355"/>
                  </a:lnTo>
                  <a:lnTo>
                    <a:pt x="164003" y="843754"/>
                  </a:lnTo>
                  <a:lnTo>
                    <a:pt x="163773" y="824491"/>
                  </a:lnTo>
                  <a:lnTo>
                    <a:pt x="161900" y="805195"/>
                  </a:lnTo>
                  <a:lnTo>
                    <a:pt x="158989" y="786771"/>
                  </a:lnTo>
                  <a:lnTo>
                    <a:pt x="170476" y="787546"/>
                  </a:lnTo>
                  <a:lnTo>
                    <a:pt x="169548" y="805393"/>
                  </a:lnTo>
                  <a:lnTo>
                    <a:pt x="169151" y="823883"/>
                  </a:lnTo>
                  <a:lnTo>
                    <a:pt x="170034" y="842125"/>
                  </a:lnTo>
                  <a:lnTo>
                    <a:pt x="173219" y="860298"/>
                  </a:lnTo>
                  <a:lnTo>
                    <a:pt x="174968" y="860382"/>
                  </a:lnTo>
                  <a:lnTo>
                    <a:pt x="177032" y="842000"/>
                  </a:lnTo>
                  <a:lnTo>
                    <a:pt x="176795" y="823783"/>
                  </a:lnTo>
                  <a:lnTo>
                    <a:pt x="175270" y="805405"/>
                  </a:lnTo>
                  <a:lnTo>
                    <a:pt x="173251" y="787693"/>
                  </a:lnTo>
                  <a:lnTo>
                    <a:pt x="180727" y="787986"/>
                  </a:lnTo>
                  <a:lnTo>
                    <a:pt x="180331" y="806271"/>
                  </a:lnTo>
                  <a:lnTo>
                    <a:pt x="180439" y="825215"/>
                  </a:lnTo>
                  <a:lnTo>
                    <a:pt x="181749" y="843963"/>
                  </a:lnTo>
                  <a:lnTo>
                    <a:pt x="185292" y="862968"/>
                  </a:lnTo>
                  <a:lnTo>
                    <a:pt x="186988" y="862528"/>
                  </a:lnTo>
                  <a:lnTo>
                    <a:pt x="188213" y="843474"/>
                  </a:lnTo>
                  <a:lnTo>
                    <a:pt x="187570" y="824900"/>
                  </a:lnTo>
                  <a:lnTo>
                    <a:pt x="185976" y="806245"/>
                  </a:lnTo>
                  <a:lnTo>
                    <a:pt x="184193" y="788122"/>
                  </a:lnTo>
                  <a:lnTo>
                    <a:pt x="193753" y="788258"/>
                  </a:lnTo>
                  <a:lnTo>
                    <a:pt x="193381" y="807247"/>
                  </a:lnTo>
                  <a:lnTo>
                    <a:pt x="193364" y="826540"/>
                  </a:lnTo>
                  <a:lnTo>
                    <a:pt x="194287" y="845652"/>
                  </a:lnTo>
                  <a:lnTo>
                    <a:pt x="196967" y="865293"/>
                  </a:lnTo>
                  <a:lnTo>
                    <a:pt x="198988" y="865334"/>
                  </a:lnTo>
                  <a:lnTo>
                    <a:pt x="200805" y="845616"/>
                  </a:lnTo>
                  <a:lnTo>
                    <a:pt x="200543" y="826436"/>
                  </a:lnTo>
                  <a:lnTo>
                    <a:pt x="199009" y="807133"/>
                  </a:lnTo>
                  <a:lnTo>
                    <a:pt x="196821" y="788279"/>
                  </a:lnTo>
                  <a:lnTo>
                    <a:pt x="208475" y="788038"/>
                  </a:lnTo>
                  <a:lnTo>
                    <a:pt x="208047" y="806371"/>
                  </a:lnTo>
                  <a:lnTo>
                    <a:pt x="208291" y="824993"/>
                  </a:lnTo>
                  <a:lnTo>
                    <a:pt x="209706" y="843335"/>
                  </a:lnTo>
                  <a:lnTo>
                    <a:pt x="213071" y="861984"/>
                  </a:lnTo>
                  <a:lnTo>
                    <a:pt x="214632" y="861617"/>
                  </a:lnTo>
                  <a:lnTo>
                    <a:pt x="215554" y="842782"/>
                  </a:lnTo>
                  <a:lnTo>
                    <a:pt x="214964" y="824489"/>
                  </a:lnTo>
                  <a:lnTo>
                    <a:pt x="213507" y="806064"/>
                  </a:lnTo>
                  <a:lnTo>
                    <a:pt x="211731" y="787881"/>
                  </a:lnTo>
                  <a:lnTo>
                    <a:pt x="221668" y="787284"/>
                  </a:lnTo>
                  <a:lnTo>
                    <a:pt x="221013" y="805635"/>
                  </a:lnTo>
                  <a:lnTo>
                    <a:pt x="221025" y="824228"/>
                  </a:lnTo>
                  <a:lnTo>
                    <a:pt x="222429" y="842520"/>
                  </a:lnTo>
                  <a:lnTo>
                    <a:pt x="226244" y="860999"/>
                  </a:lnTo>
                  <a:lnTo>
                    <a:pt x="227636" y="860717"/>
                  </a:lnTo>
                  <a:lnTo>
                    <a:pt x="228469" y="841801"/>
                  </a:lnTo>
                  <a:lnTo>
                    <a:pt x="227748" y="823565"/>
                  </a:lnTo>
                  <a:lnTo>
                    <a:pt x="225040" y="786991"/>
                  </a:lnTo>
                  <a:lnTo>
                    <a:pt x="233709" y="786143"/>
                  </a:lnTo>
                  <a:lnTo>
                    <a:pt x="233490" y="815786"/>
                  </a:lnTo>
                  <a:lnTo>
                    <a:pt x="232583" y="834321"/>
                  </a:lnTo>
                  <a:lnTo>
                    <a:pt x="232390" y="843606"/>
                  </a:lnTo>
                  <a:lnTo>
                    <a:pt x="233060" y="853973"/>
                  </a:lnTo>
                  <a:lnTo>
                    <a:pt x="234673" y="854340"/>
                  </a:lnTo>
                  <a:lnTo>
                    <a:pt x="235060" y="853094"/>
                  </a:lnTo>
                  <a:lnTo>
                    <a:pt x="238433" y="837151"/>
                  </a:lnTo>
                  <a:lnTo>
                    <a:pt x="239654" y="819969"/>
                  </a:lnTo>
                  <a:lnTo>
                    <a:pt x="239160" y="802497"/>
                  </a:lnTo>
                  <a:lnTo>
                    <a:pt x="237385" y="785682"/>
                  </a:lnTo>
                  <a:lnTo>
                    <a:pt x="246641" y="784415"/>
                  </a:lnTo>
                  <a:lnTo>
                    <a:pt x="246273" y="791943"/>
                  </a:lnTo>
                  <a:lnTo>
                    <a:pt x="246268" y="834749"/>
                  </a:lnTo>
                  <a:lnTo>
                    <a:pt x="246697" y="844825"/>
                  </a:lnTo>
                  <a:lnTo>
                    <a:pt x="248212" y="855890"/>
                  </a:lnTo>
                  <a:lnTo>
                    <a:pt x="250117" y="855932"/>
                  </a:lnTo>
                  <a:lnTo>
                    <a:pt x="251253" y="844790"/>
                  </a:lnTo>
                  <a:lnTo>
                    <a:pt x="251376" y="834718"/>
                  </a:lnTo>
                  <a:lnTo>
                    <a:pt x="250808" y="814572"/>
                  </a:lnTo>
                  <a:lnTo>
                    <a:pt x="250529" y="791527"/>
                  </a:lnTo>
                  <a:lnTo>
                    <a:pt x="250065" y="783871"/>
                  </a:lnTo>
                  <a:lnTo>
                    <a:pt x="258431" y="782395"/>
                  </a:lnTo>
                  <a:lnTo>
                    <a:pt x="257693" y="801166"/>
                  </a:lnTo>
                  <a:lnTo>
                    <a:pt x="257579" y="820397"/>
                  </a:lnTo>
                  <a:lnTo>
                    <a:pt x="258583" y="839431"/>
                  </a:lnTo>
                  <a:lnTo>
                    <a:pt x="261415" y="858685"/>
                  </a:lnTo>
                  <a:lnTo>
                    <a:pt x="263290" y="858759"/>
                  </a:lnTo>
                  <a:lnTo>
                    <a:pt x="264924" y="839133"/>
                  </a:lnTo>
                  <a:lnTo>
                    <a:pt x="264735" y="819922"/>
                  </a:lnTo>
                  <a:lnTo>
                    <a:pt x="263414" y="800602"/>
                  </a:lnTo>
                  <a:lnTo>
                    <a:pt x="261499" y="781798"/>
                  </a:lnTo>
                  <a:lnTo>
                    <a:pt x="271174" y="779714"/>
                  </a:lnTo>
                  <a:lnTo>
                    <a:pt x="270665" y="799364"/>
                  </a:lnTo>
                  <a:lnTo>
                    <a:pt x="270534" y="819341"/>
                  </a:lnTo>
                  <a:lnTo>
                    <a:pt x="271579" y="839075"/>
                  </a:lnTo>
                  <a:lnTo>
                    <a:pt x="274829" y="859000"/>
                  </a:lnTo>
                  <a:lnTo>
                    <a:pt x="276588" y="859104"/>
                  </a:lnTo>
                  <a:lnTo>
                    <a:pt x="278162" y="838644"/>
                  </a:lnTo>
                  <a:lnTo>
                    <a:pt x="277720" y="818722"/>
                  </a:lnTo>
                  <a:lnTo>
                    <a:pt x="274682" y="778908"/>
                  </a:lnTo>
                  <a:lnTo>
                    <a:pt x="282661" y="776876"/>
                  </a:lnTo>
                  <a:lnTo>
                    <a:pt x="281450" y="795644"/>
                  </a:lnTo>
                  <a:lnTo>
                    <a:pt x="280802" y="815040"/>
                  </a:lnTo>
                  <a:lnTo>
                    <a:pt x="281356" y="834314"/>
                  </a:lnTo>
                  <a:lnTo>
                    <a:pt x="283970" y="853795"/>
                  </a:lnTo>
                  <a:lnTo>
                    <a:pt x="285656" y="853764"/>
                  </a:lnTo>
                  <a:lnTo>
                    <a:pt x="288520" y="834222"/>
                  </a:lnTo>
                  <a:lnTo>
                    <a:pt x="288801" y="814668"/>
                  </a:lnTo>
                  <a:lnTo>
                    <a:pt x="287415" y="795017"/>
                  </a:lnTo>
                  <a:lnTo>
                    <a:pt x="285038" y="776227"/>
                  </a:lnTo>
                  <a:lnTo>
                    <a:pt x="293770" y="773683"/>
                  </a:lnTo>
                  <a:lnTo>
                    <a:pt x="294630" y="828342"/>
                  </a:lnTo>
                  <a:lnTo>
                    <a:pt x="299257" y="847482"/>
                  </a:lnTo>
                  <a:lnTo>
                    <a:pt x="300129" y="837310"/>
                  </a:lnTo>
                  <a:lnTo>
                    <a:pt x="300014" y="828236"/>
                  </a:lnTo>
                  <a:lnTo>
                    <a:pt x="298954" y="810111"/>
                  </a:lnTo>
                  <a:lnTo>
                    <a:pt x="297873" y="781987"/>
                  </a:lnTo>
                  <a:lnTo>
                    <a:pt x="297153" y="772646"/>
                  </a:lnTo>
                  <a:lnTo>
                    <a:pt x="305194" y="769955"/>
                  </a:lnTo>
                  <a:lnTo>
                    <a:pt x="304816" y="779123"/>
                  </a:lnTo>
                  <a:lnTo>
                    <a:pt x="305131" y="806718"/>
                  </a:lnTo>
                  <a:lnTo>
                    <a:pt x="304926" y="824338"/>
                  </a:lnTo>
                  <a:lnTo>
                    <a:pt x="305260" y="833129"/>
                  </a:lnTo>
                  <a:lnTo>
                    <a:pt x="306702" y="842885"/>
                  </a:lnTo>
                  <a:lnTo>
                    <a:pt x="308409" y="842853"/>
                  </a:lnTo>
                  <a:lnTo>
                    <a:pt x="310136" y="832450"/>
                  </a:lnTo>
                  <a:lnTo>
                    <a:pt x="310533" y="822909"/>
                  </a:lnTo>
                  <a:lnTo>
                    <a:pt x="309510" y="786377"/>
                  </a:lnTo>
                  <a:lnTo>
                    <a:pt x="308929" y="777664"/>
                  </a:lnTo>
                  <a:lnTo>
                    <a:pt x="307885" y="769013"/>
                  </a:lnTo>
                  <a:lnTo>
                    <a:pt x="318471" y="765002"/>
                  </a:lnTo>
                  <a:lnTo>
                    <a:pt x="317196" y="783054"/>
                  </a:lnTo>
                  <a:lnTo>
                    <a:pt x="316610" y="801834"/>
                  </a:lnTo>
                  <a:lnTo>
                    <a:pt x="317402" y="820394"/>
                  </a:lnTo>
                  <a:lnTo>
                    <a:pt x="320534" y="838874"/>
                  </a:lnTo>
                  <a:lnTo>
                    <a:pt x="322346" y="838969"/>
                  </a:lnTo>
                  <a:lnTo>
                    <a:pt x="323536" y="828870"/>
                  </a:lnTo>
                  <a:lnTo>
                    <a:pt x="323624" y="819836"/>
                  </a:lnTo>
                  <a:lnTo>
                    <a:pt x="321925" y="773319"/>
                  </a:lnTo>
                  <a:lnTo>
                    <a:pt x="321351" y="763851"/>
                  </a:lnTo>
                  <a:lnTo>
                    <a:pt x="328492" y="760825"/>
                  </a:lnTo>
                  <a:lnTo>
                    <a:pt x="327746" y="779497"/>
                  </a:lnTo>
                  <a:lnTo>
                    <a:pt x="327919" y="798732"/>
                  </a:lnTo>
                  <a:lnTo>
                    <a:pt x="329446" y="817632"/>
                  </a:lnTo>
                  <a:lnTo>
                    <a:pt x="333099" y="836592"/>
                  </a:lnTo>
                  <a:lnTo>
                    <a:pt x="334764" y="836152"/>
                  </a:lnTo>
                  <a:lnTo>
                    <a:pt x="335604" y="824680"/>
                  </a:lnTo>
                  <a:lnTo>
                    <a:pt x="335379" y="814202"/>
                  </a:lnTo>
                  <a:lnTo>
                    <a:pt x="334073" y="793337"/>
                  </a:lnTo>
                  <a:lnTo>
                    <a:pt x="333064" y="767585"/>
                  </a:lnTo>
                  <a:lnTo>
                    <a:pt x="332544" y="759013"/>
                  </a:lnTo>
                  <a:lnTo>
                    <a:pt x="337246" y="756814"/>
                  </a:lnTo>
                  <a:lnTo>
                    <a:pt x="336526" y="775145"/>
                  </a:lnTo>
                  <a:lnTo>
                    <a:pt x="336458" y="794125"/>
                  </a:lnTo>
                  <a:lnTo>
                    <a:pt x="337870" y="812762"/>
                  </a:lnTo>
                  <a:lnTo>
                    <a:pt x="341905" y="831063"/>
                  </a:lnTo>
                  <a:lnTo>
                    <a:pt x="343643" y="831273"/>
                  </a:lnTo>
                  <a:lnTo>
                    <a:pt x="344599" y="820853"/>
                  </a:lnTo>
                  <a:lnTo>
                    <a:pt x="344375" y="811551"/>
                  </a:lnTo>
                  <a:lnTo>
                    <a:pt x="342963" y="792970"/>
                  </a:lnTo>
                  <a:lnTo>
                    <a:pt x="340827" y="755076"/>
                  </a:lnTo>
                  <a:lnTo>
                    <a:pt x="348617" y="751097"/>
                  </a:lnTo>
                  <a:lnTo>
                    <a:pt x="349103" y="786956"/>
                  </a:lnTo>
                  <a:lnTo>
                    <a:pt x="350141" y="804743"/>
                  </a:lnTo>
                  <a:lnTo>
                    <a:pt x="353057" y="822833"/>
                  </a:lnTo>
                  <a:lnTo>
                    <a:pt x="354481" y="822823"/>
                  </a:lnTo>
                  <a:lnTo>
                    <a:pt x="357142" y="804361"/>
                  </a:lnTo>
                  <a:lnTo>
                    <a:pt x="356948" y="785905"/>
                  </a:lnTo>
                  <a:lnTo>
                    <a:pt x="355067" y="767233"/>
                  </a:lnTo>
                  <a:lnTo>
                    <a:pt x="352449" y="749034"/>
                  </a:lnTo>
                  <a:lnTo>
                    <a:pt x="359287" y="745150"/>
                  </a:lnTo>
                  <a:lnTo>
                    <a:pt x="358145" y="784227"/>
                  </a:lnTo>
                  <a:lnTo>
                    <a:pt x="358621" y="803777"/>
                  </a:lnTo>
                  <a:lnTo>
                    <a:pt x="361056" y="823744"/>
                  </a:lnTo>
                  <a:lnTo>
                    <a:pt x="362658" y="823713"/>
                  </a:lnTo>
                  <a:lnTo>
                    <a:pt x="365436" y="803236"/>
                  </a:lnTo>
                  <a:lnTo>
                    <a:pt x="365784" y="782980"/>
                  </a:lnTo>
                  <a:lnTo>
                    <a:pt x="364797" y="762596"/>
                  </a:lnTo>
                  <a:lnTo>
                    <a:pt x="363360" y="742710"/>
                  </a:lnTo>
                  <a:lnTo>
                    <a:pt x="369035" y="739118"/>
                  </a:lnTo>
                  <a:lnTo>
                    <a:pt x="368822" y="756141"/>
                  </a:lnTo>
                  <a:lnTo>
                    <a:pt x="368962" y="773149"/>
                  </a:lnTo>
                  <a:lnTo>
                    <a:pt x="368763" y="793630"/>
                  </a:lnTo>
                  <a:lnTo>
                    <a:pt x="369239" y="803853"/>
                  </a:lnTo>
                  <a:lnTo>
                    <a:pt x="371056" y="815064"/>
                  </a:lnTo>
                  <a:lnTo>
                    <a:pt x="372941" y="815095"/>
                  </a:lnTo>
                  <a:lnTo>
                    <a:pt x="374477" y="803820"/>
                  </a:lnTo>
                  <a:lnTo>
                    <a:pt x="374691" y="793598"/>
                  </a:lnTo>
                  <a:lnTo>
                    <a:pt x="373977" y="773149"/>
                  </a:lnTo>
                  <a:lnTo>
                    <a:pt x="373362" y="745708"/>
                  </a:lnTo>
                  <a:lnTo>
                    <a:pt x="372847" y="736574"/>
                  </a:lnTo>
                  <a:lnTo>
                    <a:pt x="374888" y="735150"/>
                  </a:lnTo>
                  <a:lnTo>
                    <a:pt x="376076" y="783397"/>
                  </a:lnTo>
                  <a:lnTo>
                    <a:pt x="376800" y="792655"/>
                  </a:lnTo>
                  <a:lnTo>
                    <a:pt x="378742" y="802980"/>
                  </a:lnTo>
                  <a:lnTo>
                    <a:pt x="380804" y="803095"/>
                  </a:lnTo>
                  <a:lnTo>
                    <a:pt x="381994" y="791828"/>
                  </a:lnTo>
                  <a:lnTo>
                    <a:pt x="381959" y="781794"/>
                  </a:lnTo>
                  <a:lnTo>
                    <a:pt x="380804" y="761735"/>
                  </a:lnTo>
                  <a:lnTo>
                    <a:pt x="379986" y="744551"/>
                  </a:lnTo>
                  <a:lnTo>
                    <a:pt x="379392" y="735972"/>
                  </a:lnTo>
                  <a:lnTo>
                    <a:pt x="378532" y="727422"/>
                  </a:lnTo>
                  <a:lnTo>
                    <a:pt x="375082" y="654184"/>
                  </a:lnTo>
                  <a:lnTo>
                    <a:pt x="372260" y="606506"/>
                  </a:lnTo>
                  <a:lnTo>
                    <a:pt x="369088" y="567689"/>
                  </a:lnTo>
                  <a:lnTo>
                    <a:pt x="363127" y="522312"/>
                  </a:lnTo>
                  <a:lnTo>
                    <a:pt x="354460" y="465123"/>
                  </a:lnTo>
                  <a:lnTo>
                    <a:pt x="339989" y="374972"/>
                  </a:lnTo>
                  <a:lnTo>
                    <a:pt x="337165" y="348919"/>
                  </a:lnTo>
                  <a:lnTo>
                    <a:pt x="335763" y="313096"/>
                  </a:lnTo>
                  <a:lnTo>
                    <a:pt x="335788" y="264757"/>
                  </a:lnTo>
                  <a:lnTo>
                    <a:pt x="337246" y="201156"/>
                  </a:lnTo>
                  <a:lnTo>
                    <a:pt x="340717" y="138497"/>
                  </a:lnTo>
                  <a:lnTo>
                    <a:pt x="344922" y="93906"/>
                  </a:lnTo>
                  <a:lnTo>
                    <a:pt x="347071" y="66017"/>
                  </a:lnTo>
                  <a:lnTo>
                    <a:pt x="344376" y="53464"/>
                  </a:lnTo>
                  <a:lnTo>
                    <a:pt x="303588" y="28708"/>
                  </a:lnTo>
                  <a:lnTo>
                    <a:pt x="255378" y="11901"/>
                  </a:lnTo>
                  <a:lnTo>
                    <a:pt x="212733" y="2509"/>
                  </a:lnTo>
                  <a:lnTo>
                    <a:pt x="188643" y="0"/>
                  </a:lnTo>
                  <a:close/>
                </a:path>
              </a:pathLst>
            </a:custGeom>
            <a:solidFill>
              <a:srgbClr val="F0C053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81" name="object 681" descr=""/>
          <p:cNvPicPr/>
          <p:nvPr/>
        </p:nvPicPr>
        <p:blipFill>
          <a:blip r:embed="rId93" cstate="print"/>
          <a:stretch>
            <a:fillRect/>
          </a:stretch>
        </p:blipFill>
        <p:spPr>
          <a:xfrm>
            <a:off x="9521127" y="2589489"/>
            <a:ext cx="487998" cy="908663"/>
          </a:xfrm>
          <a:prstGeom prst="rect">
            <a:avLst/>
          </a:prstGeom>
        </p:spPr>
      </p:pic>
      <p:pic>
        <p:nvPicPr>
          <p:cNvPr id="682" name="object 682" descr=""/>
          <p:cNvPicPr/>
          <p:nvPr/>
        </p:nvPicPr>
        <p:blipFill>
          <a:blip r:embed="rId94" cstate="print"/>
          <a:stretch>
            <a:fillRect/>
          </a:stretch>
        </p:blipFill>
        <p:spPr>
          <a:xfrm>
            <a:off x="10778230" y="2544977"/>
            <a:ext cx="487997" cy="908662"/>
          </a:xfrm>
          <a:prstGeom prst="rect">
            <a:avLst/>
          </a:prstGeom>
        </p:spPr>
      </p:pic>
      <p:pic>
        <p:nvPicPr>
          <p:cNvPr id="683" name="object 683" descr=""/>
          <p:cNvPicPr/>
          <p:nvPr/>
        </p:nvPicPr>
        <p:blipFill>
          <a:blip r:embed="rId95" cstate="print"/>
          <a:stretch>
            <a:fillRect/>
          </a:stretch>
        </p:blipFill>
        <p:spPr>
          <a:xfrm>
            <a:off x="10234546" y="2587082"/>
            <a:ext cx="310968" cy="863600"/>
          </a:xfrm>
          <a:prstGeom prst="rect">
            <a:avLst/>
          </a:prstGeom>
        </p:spPr>
      </p:pic>
      <p:grpSp>
        <p:nvGrpSpPr>
          <p:cNvPr id="684" name="object 684" descr=""/>
          <p:cNvGrpSpPr/>
          <p:nvPr/>
        </p:nvGrpSpPr>
        <p:grpSpPr>
          <a:xfrm>
            <a:off x="7792000" y="2581472"/>
            <a:ext cx="266065" cy="911225"/>
            <a:chOff x="7792000" y="2581472"/>
            <a:chExt cx="266065" cy="911225"/>
          </a:xfrm>
        </p:grpSpPr>
        <p:sp>
          <p:nvSpPr>
            <p:cNvPr id="685" name="object 685" descr=""/>
            <p:cNvSpPr/>
            <p:nvPr/>
          </p:nvSpPr>
          <p:spPr>
            <a:xfrm>
              <a:off x="7792000" y="2581472"/>
              <a:ext cx="266065" cy="911225"/>
            </a:xfrm>
            <a:custGeom>
              <a:avLst/>
              <a:gdLst/>
              <a:ahLst/>
              <a:cxnLst/>
              <a:rect l="l" t="t" r="r" b="b"/>
              <a:pathLst>
                <a:path w="266065" h="911225">
                  <a:moveTo>
                    <a:pt x="184605" y="0"/>
                  </a:moveTo>
                  <a:lnTo>
                    <a:pt x="148761" y="14801"/>
                  </a:lnTo>
                  <a:lnTo>
                    <a:pt x="100223" y="66740"/>
                  </a:lnTo>
                  <a:lnTo>
                    <a:pt x="70039" y="110896"/>
                  </a:lnTo>
                  <a:lnTo>
                    <a:pt x="41478" y="161770"/>
                  </a:lnTo>
                  <a:lnTo>
                    <a:pt x="18712" y="215307"/>
                  </a:lnTo>
                  <a:lnTo>
                    <a:pt x="5917" y="267453"/>
                  </a:lnTo>
                  <a:lnTo>
                    <a:pt x="87" y="328715"/>
                  </a:lnTo>
                  <a:lnTo>
                    <a:pt x="0" y="366240"/>
                  </a:lnTo>
                  <a:lnTo>
                    <a:pt x="2870" y="386057"/>
                  </a:lnTo>
                  <a:lnTo>
                    <a:pt x="5917" y="394192"/>
                  </a:lnTo>
                  <a:lnTo>
                    <a:pt x="12067" y="403338"/>
                  </a:lnTo>
                  <a:lnTo>
                    <a:pt x="20628" y="415633"/>
                  </a:lnTo>
                  <a:lnTo>
                    <a:pt x="28711" y="431659"/>
                  </a:lnTo>
                  <a:lnTo>
                    <a:pt x="33424" y="452002"/>
                  </a:lnTo>
                  <a:lnTo>
                    <a:pt x="34002" y="476651"/>
                  </a:lnTo>
                  <a:lnTo>
                    <a:pt x="33667" y="520180"/>
                  </a:lnTo>
                  <a:lnTo>
                    <a:pt x="32849" y="575867"/>
                  </a:lnTo>
                  <a:lnTo>
                    <a:pt x="31983" y="636992"/>
                  </a:lnTo>
                  <a:lnTo>
                    <a:pt x="31502" y="696834"/>
                  </a:lnTo>
                  <a:lnTo>
                    <a:pt x="31837" y="748671"/>
                  </a:lnTo>
                  <a:lnTo>
                    <a:pt x="33424" y="785783"/>
                  </a:lnTo>
                  <a:lnTo>
                    <a:pt x="37232" y="832538"/>
                  </a:lnTo>
                  <a:lnTo>
                    <a:pt x="40624" y="872760"/>
                  </a:lnTo>
                  <a:lnTo>
                    <a:pt x="43948" y="900828"/>
                  </a:lnTo>
                  <a:lnTo>
                    <a:pt x="47549" y="911119"/>
                  </a:lnTo>
                  <a:lnTo>
                    <a:pt x="67035" y="909386"/>
                  </a:lnTo>
                  <a:lnTo>
                    <a:pt x="108547" y="905075"/>
                  </a:lnTo>
                  <a:lnTo>
                    <a:pt x="158211" y="898129"/>
                  </a:lnTo>
                  <a:lnTo>
                    <a:pt x="202152" y="888491"/>
                  </a:lnTo>
                  <a:lnTo>
                    <a:pt x="249366" y="871987"/>
                  </a:lnTo>
                  <a:lnTo>
                    <a:pt x="262907" y="806959"/>
                  </a:lnTo>
                  <a:lnTo>
                    <a:pt x="263989" y="755909"/>
                  </a:lnTo>
                  <a:lnTo>
                    <a:pt x="264964" y="694617"/>
                  </a:lnTo>
                  <a:lnTo>
                    <a:pt x="265631" y="628107"/>
                  </a:lnTo>
                  <a:lnTo>
                    <a:pt x="265790" y="561406"/>
                  </a:lnTo>
                  <a:lnTo>
                    <a:pt x="265241" y="499538"/>
                  </a:lnTo>
                  <a:lnTo>
                    <a:pt x="263784" y="447528"/>
                  </a:lnTo>
                  <a:lnTo>
                    <a:pt x="261218" y="410401"/>
                  </a:lnTo>
                  <a:lnTo>
                    <a:pt x="258111" y="371764"/>
                  </a:lnTo>
                  <a:lnTo>
                    <a:pt x="255367" y="321546"/>
                  </a:lnTo>
                  <a:lnTo>
                    <a:pt x="252113" y="263759"/>
                  </a:lnTo>
                  <a:lnTo>
                    <a:pt x="249290" y="226429"/>
                  </a:lnTo>
                  <a:lnTo>
                    <a:pt x="135050" y="226429"/>
                  </a:lnTo>
                  <a:lnTo>
                    <a:pt x="113809" y="220700"/>
                  </a:lnTo>
                  <a:lnTo>
                    <a:pt x="98262" y="205404"/>
                  </a:lnTo>
                  <a:lnTo>
                    <a:pt x="89164" y="178619"/>
                  </a:lnTo>
                  <a:lnTo>
                    <a:pt x="86425" y="145797"/>
                  </a:lnTo>
                  <a:lnTo>
                    <a:pt x="89956" y="112389"/>
                  </a:lnTo>
                  <a:lnTo>
                    <a:pt x="97733" y="83506"/>
                  </a:lnTo>
                  <a:lnTo>
                    <a:pt x="108876" y="61442"/>
                  </a:lnTo>
                  <a:lnTo>
                    <a:pt x="125011" y="47449"/>
                  </a:lnTo>
                  <a:lnTo>
                    <a:pt x="147766" y="42779"/>
                  </a:lnTo>
                  <a:lnTo>
                    <a:pt x="218150" y="42779"/>
                  </a:lnTo>
                  <a:lnTo>
                    <a:pt x="216495" y="37126"/>
                  </a:lnTo>
                  <a:lnTo>
                    <a:pt x="197565" y="1649"/>
                  </a:lnTo>
                  <a:lnTo>
                    <a:pt x="184605" y="0"/>
                  </a:lnTo>
                  <a:close/>
                </a:path>
                <a:path w="266065" h="911225">
                  <a:moveTo>
                    <a:pt x="218150" y="42779"/>
                  </a:moveTo>
                  <a:lnTo>
                    <a:pt x="147766" y="42779"/>
                  </a:lnTo>
                  <a:lnTo>
                    <a:pt x="174409" y="56040"/>
                  </a:lnTo>
                  <a:lnTo>
                    <a:pt x="189635" y="88873"/>
                  </a:lnTo>
                  <a:lnTo>
                    <a:pt x="194772" y="132380"/>
                  </a:lnTo>
                  <a:lnTo>
                    <a:pt x="191147" y="177665"/>
                  </a:lnTo>
                  <a:lnTo>
                    <a:pt x="178334" y="210144"/>
                  </a:lnTo>
                  <a:lnTo>
                    <a:pt x="158097" y="224654"/>
                  </a:lnTo>
                  <a:lnTo>
                    <a:pt x="135050" y="226429"/>
                  </a:lnTo>
                  <a:lnTo>
                    <a:pt x="249290" y="226429"/>
                  </a:lnTo>
                  <a:lnTo>
                    <a:pt x="247474" y="202413"/>
                  </a:lnTo>
                  <a:lnTo>
                    <a:pt x="240574" y="141518"/>
                  </a:lnTo>
                  <a:lnTo>
                    <a:pt x="230539" y="85086"/>
                  </a:lnTo>
                  <a:lnTo>
                    <a:pt x="218150" y="42779"/>
                  </a:lnTo>
                  <a:close/>
                </a:path>
              </a:pathLst>
            </a:custGeom>
            <a:solidFill>
              <a:srgbClr val="D5AC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6" name="object 686" descr=""/>
            <p:cNvSpPr/>
            <p:nvPr/>
          </p:nvSpPr>
          <p:spPr>
            <a:xfrm>
              <a:off x="7796694" y="2619917"/>
              <a:ext cx="118745" cy="730250"/>
            </a:xfrm>
            <a:custGeom>
              <a:avLst/>
              <a:gdLst/>
              <a:ahLst/>
              <a:cxnLst/>
              <a:rect l="l" t="t" r="r" b="b"/>
              <a:pathLst>
                <a:path w="118745" h="730250">
                  <a:moveTo>
                    <a:pt x="104149" y="27526"/>
                  </a:moveTo>
                  <a:lnTo>
                    <a:pt x="70452" y="114949"/>
                  </a:lnTo>
                  <a:lnTo>
                    <a:pt x="51350" y="172989"/>
                  </a:lnTo>
                  <a:lnTo>
                    <a:pt x="34540" y="230460"/>
                  </a:lnTo>
                  <a:lnTo>
                    <a:pt x="22316" y="281101"/>
                  </a:lnTo>
                  <a:lnTo>
                    <a:pt x="10635" y="348099"/>
                  </a:lnTo>
                  <a:lnTo>
                    <a:pt x="3168" y="408329"/>
                  </a:lnTo>
                  <a:lnTo>
                    <a:pt x="0" y="453773"/>
                  </a:lnTo>
                  <a:lnTo>
                    <a:pt x="1217" y="476414"/>
                  </a:lnTo>
                  <a:lnTo>
                    <a:pt x="4579" y="498792"/>
                  </a:lnTo>
                  <a:lnTo>
                    <a:pt x="9059" y="545461"/>
                  </a:lnTo>
                  <a:lnTo>
                    <a:pt x="14507" y="606286"/>
                  </a:lnTo>
                  <a:lnTo>
                    <a:pt x="20774" y="671131"/>
                  </a:lnTo>
                  <a:lnTo>
                    <a:pt x="27709" y="729862"/>
                  </a:lnTo>
                  <a:lnTo>
                    <a:pt x="39725" y="630915"/>
                  </a:lnTo>
                  <a:lnTo>
                    <a:pt x="46056" y="570859"/>
                  </a:lnTo>
                  <a:lnTo>
                    <a:pt x="48794" y="525327"/>
                  </a:lnTo>
                  <a:lnTo>
                    <a:pt x="50033" y="469954"/>
                  </a:lnTo>
                  <a:lnTo>
                    <a:pt x="63842" y="217998"/>
                  </a:lnTo>
                  <a:lnTo>
                    <a:pt x="87067" y="76288"/>
                  </a:lnTo>
                  <a:lnTo>
                    <a:pt x="104149" y="27526"/>
                  </a:lnTo>
                  <a:close/>
                </a:path>
                <a:path w="118745" h="730250">
                  <a:moveTo>
                    <a:pt x="118596" y="0"/>
                  </a:moveTo>
                  <a:lnTo>
                    <a:pt x="108915" y="13922"/>
                  </a:lnTo>
                  <a:lnTo>
                    <a:pt x="104149" y="27526"/>
                  </a:lnTo>
                  <a:lnTo>
                    <a:pt x="106368" y="22195"/>
                  </a:lnTo>
                  <a:lnTo>
                    <a:pt x="118596" y="0"/>
                  </a:lnTo>
                  <a:close/>
                </a:path>
              </a:pathLst>
            </a:custGeom>
            <a:solidFill>
              <a:srgbClr val="DDB3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7" name="object 687" descr=""/>
            <p:cNvSpPr/>
            <p:nvPr/>
          </p:nvSpPr>
          <p:spPr>
            <a:xfrm>
              <a:off x="7797916" y="2593160"/>
              <a:ext cx="147955" cy="255904"/>
            </a:xfrm>
            <a:custGeom>
              <a:avLst/>
              <a:gdLst/>
              <a:ahLst/>
              <a:cxnLst/>
              <a:rect l="l" t="t" r="r" b="b"/>
              <a:pathLst>
                <a:path w="147954" h="255905">
                  <a:moveTo>
                    <a:pt x="147555" y="0"/>
                  </a:moveTo>
                  <a:lnTo>
                    <a:pt x="86363" y="39180"/>
                  </a:lnTo>
                  <a:lnTo>
                    <a:pt x="55114" y="74923"/>
                  </a:lnTo>
                  <a:lnTo>
                    <a:pt x="30260" y="116802"/>
                  </a:lnTo>
                  <a:lnTo>
                    <a:pt x="14827" y="151815"/>
                  </a:lnTo>
                  <a:lnTo>
                    <a:pt x="2534" y="208268"/>
                  </a:lnTo>
                  <a:lnTo>
                    <a:pt x="0" y="255761"/>
                  </a:lnTo>
                  <a:lnTo>
                    <a:pt x="3551" y="244343"/>
                  </a:lnTo>
                  <a:lnTo>
                    <a:pt x="12604" y="217985"/>
                  </a:lnTo>
                  <a:lnTo>
                    <a:pt x="37600" y="167816"/>
                  </a:lnTo>
                  <a:lnTo>
                    <a:pt x="72946" y="136613"/>
                  </a:lnTo>
                  <a:lnTo>
                    <a:pt x="78280" y="134048"/>
                  </a:lnTo>
                  <a:lnTo>
                    <a:pt x="81713" y="130028"/>
                  </a:lnTo>
                  <a:lnTo>
                    <a:pt x="87226" y="117356"/>
                  </a:lnTo>
                  <a:lnTo>
                    <a:pt x="94567" y="97158"/>
                  </a:lnTo>
                  <a:lnTo>
                    <a:pt x="111381" y="47397"/>
                  </a:lnTo>
                  <a:lnTo>
                    <a:pt x="118605" y="32324"/>
                  </a:lnTo>
                  <a:lnTo>
                    <a:pt x="129285" y="18730"/>
                  </a:lnTo>
                  <a:lnTo>
                    <a:pt x="147555" y="0"/>
                  </a:lnTo>
                  <a:close/>
                </a:path>
              </a:pathLst>
            </a:custGeom>
            <a:solidFill>
              <a:srgbClr val="DFBAB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88" name="object 688" descr=""/>
          <p:cNvGrpSpPr/>
          <p:nvPr/>
        </p:nvGrpSpPr>
        <p:grpSpPr>
          <a:xfrm>
            <a:off x="7229553" y="2586217"/>
            <a:ext cx="345440" cy="906144"/>
            <a:chOff x="7229553" y="2586217"/>
            <a:chExt cx="345440" cy="906144"/>
          </a:xfrm>
        </p:grpSpPr>
        <p:sp>
          <p:nvSpPr>
            <p:cNvPr id="689" name="object 689" descr=""/>
            <p:cNvSpPr/>
            <p:nvPr/>
          </p:nvSpPr>
          <p:spPr>
            <a:xfrm>
              <a:off x="7251206" y="2586217"/>
              <a:ext cx="308610" cy="906144"/>
            </a:xfrm>
            <a:custGeom>
              <a:avLst/>
              <a:gdLst/>
              <a:ahLst/>
              <a:cxnLst/>
              <a:rect l="l" t="t" r="r" b="b"/>
              <a:pathLst>
                <a:path w="308609" h="906145">
                  <a:moveTo>
                    <a:pt x="147910" y="0"/>
                  </a:moveTo>
                  <a:lnTo>
                    <a:pt x="95549" y="6188"/>
                  </a:lnTo>
                  <a:lnTo>
                    <a:pt x="70293" y="65866"/>
                  </a:lnTo>
                  <a:lnTo>
                    <a:pt x="61728" y="106771"/>
                  </a:lnTo>
                  <a:lnTo>
                    <a:pt x="53277" y="155825"/>
                  </a:lnTo>
                  <a:lnTo>
                    <a:pt x="45054" y="211612"/>
                  </a:lnTo>
                  <a:lnTo>
                    <a:pt x="37172" y="272718"/>
                  </a:lnTo>
                  <a:lnTo>
                    <a:pt x="29746" y="337726"/>
                  </a:lnTo>
                  <a:lnTo>
                    <a:pt x="22887" y="405223"/>
                  </a:lnTo>
                  <a:lnTo>
                    <a:pt x="16709" y="473793"/>
                  </a:lnTo>
                  <a:lnTo>
                    <a:pt x="11325" y="542022"/>
                  </a:lnTo>
                  <a:lnTo>
                    <a:pt x="6849" y="608494"/>
                  </a:lnTo>
                  <a:lnTo>
                    <a:pt x="3394" y="671794"/>
                  </a:lnTo>
                  <a:lnTo>
                    <a:pt x="1073" y="730508"/>
                  </a:lnTo>
                  <a:lnTo>
                    <a:pt x="0" y="783220"/>
                  </a:lnTo>
                  <a:lnTo>
                    <a:pt x="286" y="828515"/>
                  </a:lnTo>
                  <a:lnTo>
                    <a:pt x="2047" y="864979"/>
                  </a:lnTo>
                  <a:lnTo>
                    <a:pt x="5394" y="891196"/>
                  </a:lnTo>
                  <a:lnTo>
                    <a:pt x="10441" y="905752"/>
                  </a:lnTo>
                  <a:lnTo>
                    <a:pt x="17922" y="903908"/>
                  </a:lnTo>
                  <a:lnTo>
                    <a:pt x="33594" y="894204"/>
                  </a:lnTo>
                  <a:lnTo>
                    <a:pt x="56069" y="882562"/>
                  </a:lnTo>
                  <a:lnTo>
                    <a:pt x="83957" y="874905"/>
                  </a:lnTo>
                  <a:lnTo>
                    <a:pt x="127836" y="871463"/>
                  </a:lnTo>
                  <a:lnTo>
                    <a:pt x="188115" y="871979"/>
                  </a:lnTo>
                  <a:lnTo>
                    <a:pt x="248180" y="881671"/>
                  </a:lnTo>
                  <a:lnTo>
                    <a:pt x="291417" y="905752"/>
                  </a:lnTo>
                  <a:lnTo>
                    <a:pt x="303569" y="887083"/>
                  </a:lnTo>
                  <a:lnTo>
                    <a:pt x="308568" y="868226"/>
                  </a:lnTo>
                  <a:lnTo>
                    <a:pt x="307270" y="837811"/>
                  </a:lnTo>
                  <a:lnTo>
                    <a:pt x="300527" y="784468"/>
                  </a:lnTo>
                  <a:lnTo>
                    <a:pt x="280813" y="624280"/>
                  </a:lnTo>
                  <a:lnTo>
                    <a:pt x="249378" y="361033"/>
                  </a:lnTo>
                  <a:lnTo>
                    <a:pt x="207409" y="6188"/>
                  </a:lnTo>
                  <a:lnTo>
                    <a:pt x="171524" y="1547"/>
                  </a:lnTo>
                  <a:lnTo>
                    <a:pt x="147910" y="0"/>
                  </a:lnTo>
                  <a:close/>
                </a:path>
              </a:pathLst>
            </a:custGeom>
            <a:solidFill>
              <a:srgbClr val="C59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0" name="object 690" descr=""/>
            <p:cNvSpPr/>
            <p:nvPr/>
          </p:nvSpPr>
          <p:spPr>
            <a:xfrm>
              <a:off x="7229551" y="2592406"/>
              <a:ext cx="345440" cy="899794"/>
            </a:xfrm>
            <a:custGeom>
              <a:avLst/>
              <a:gdLst/>
              <a:ahLst/>
              <a:cxnLst/>
              <a:rect l="l" t="t" r="r" b="b"/>
              <a:pathLst>
                <a:path w="345440" h="899795">
                  <a:moveTo>
                    <a:pt x="170815" y="277329"/>
                  </a:moveTo>
                  <a:lnTo>
                    <a:pt x="162801" y="238340"/>
                  </a:lnTo>
                  <a:lnTo>
                    <a:pt x="142773" y="160540"/>
                  </a:lnTo>
                  <a:lnTo>
                    <a:pt x="122275" y="84277"/>
                  </a:lnTo>
                  <a:lnTo>
                    <a:pt x="112953" y="50165"/>
                  </a:lnTo>
                  <a:lnTo>
                    <a:pt x="112877" y="49885"/>
                  </a:lnTo>
                  <a:lnTo>
                    <a:pt x="112763" y="50165"/>
                  </a:lnTo>
                  <a:lnTo>
                    <a:pt x="117195" y="0"/>
                  </a:lnTo>
                  <a:lnTo>
                    <a:pt x="72821" y="15201"/>
                  </a:lnTo>
                  <a:lnTo>
                    <a:pt x="35382" y="31851"/>
                  </a:lnTo>
                  <a:lnTo>
                    <a:pt x="28346" y="133743"/>
                  </a:lnTo>
                  <a:lnTo>
                    <a:pt x="17932" y="352310"/>
                  </a:lnTo>
                  <a:lnTo>
                    <a:pt x="8496" y="569810"/>
                  </a:lnTo>
                  <a:lnTo>
                    <a:pt x="4381" y="668489"/>
                  </a:lnTo>
                  <a:lnTo>
                    <a:pt x="0" y="788149"/>
                  </a:lnTo>
                  <a:lnTo>
                    <a:pt x="10490" y="858304"/>
                  </a:lnTo>
                  <a:lnTo>
                    <a:pt x="24853" y="891311"/>
                  </a:lnTo>
                  <a:lnTo>
                    <a:pt x="32092" y="899566"/>
                  </a:lnTo>
                  <a:lnTo>
                    <a:pt x="27851" y="890092"/>
                  </a:lnTo>
                  <a:lnTo>
                    <a:pt x="25704" y="880478"/>
                  </a:lnTo>
                  <a:lnTo>
                    <a:pt x="24980" y="864946"/>
                  </a:lnTo>
                  <a:lnTo>
                    <a:pt x="25031" y="837679"/>
                  </a:lnTo>
                  <a:lnTo>
                    <a:pt x="28765" y="805116"/>
                  </a:lnTo>
                  <a:lnTo>
                    <a:pt x="38747" y="776287"/>
                  </a:lnTo>
                  <a:lnTo>
                    <a:pt x="53848" y="749274"/>
                  </a:lnTo>
                  <a:lnTo>
                    <a:pt x="72898" y="722122"/>
                  </a:lnTo>
                  <a:lnTo>
                    <a:pt x="91757" y="695020"/>
                  </a:lnTo>
                  <a:lnTo>
                    <a:pt x="106248" y="668172"/>
                  </a:lnTo>
                  <a:lnTo>
                    <a:pt x="115150" y="639826"/>
                  </a:lnTo>
                  <a:lnTo>
                    <a:pt x="117246" y="608190"/>
                  </a:lnTo>
                  <a:lnTo>
                    <a:pt x="116319" y="518198"/>
                  </a:lnTo>
                  <a:lnTo>
                    <a:pt x="121983" y="444601"/>
                  </a:lnTo>
                  <a:lnTo>
                    <a:pt x="132029" y="386105"/>
                  </a:lnTo>
                  <a:lnTo>
                    <a:pt x="144170" y="341414"/>
                  </a:lnTo>
                  <a:lnTo>
                    <a:pt x="156184" y="309245"/>
                  </a:lnTo>
                  <a:lnTo>
                    <a:pt x="165823" y="288315"/>
                  </a:lnTo>
                  <a:lnTo>
                    <a:pt x="170815" y="277329"/>
                  </a:lnTo>
                  <a:close/>
                </a:path>
                <a:path w="345440" h="899795">
                  <a:moveTo>
                    <a:pt x="311023" y="49885"/>
                  </a:moveTo>
                  <a:lnTo>
                    <a:pt x="272808" y="15201"/>
                  </a:lnTo>
                  <a:lnTo>
                    <a:pt x="229057" y="0"/>
                  </a:lnTo>
                  <a:lnTo>
                    <a:pt x="229209" y="3581"/>
                  </a:lnTo>
                  <a:lnTo>
                    <a:pt x="229717" y="13716"/>
                  </a:lnTo>
                  <a:lnTo>
                    <a:pt x="230746" y="29540"/>
                  </a:lnTo>
                  <a:lnTo>
                    <a:pt x="232371" y="49885"/>
                  </a:lnTo>
                  <a:lnTo>
                    <a:pt x="311023" y="49885"/>
                  </a:lnTo>
                  <a:close/>
                </a:path>
                <a:path w="345440" h="899795">
                  <a:moveTo>
                    <a:pt x="345160" y="788149"/>
                  </a:moveTo>
                  <a:lnTo>
                    <a:pt x="340753" y="668172"/>
                  </a:lnTo>
                  <a:lnTo>
                    <a:pt x="336664" y="569810"/>
                  </a:lnTo>
                  <a:lnTo>
                    <a:pt x="327215" y="352310"/>
                  </a:lnTo>
                  <a:lnTo>
                    <a:pt x="316801" y="133743"/>
                  </a:lnTo>
                  <a:lnTo>
                    <a:pt x="311035" y="50165"/>
                  </a:lnTo>
                  <a:lnTo>
                    <a:pt x="232397" y="50165"/>
                  </a:lnTo>
                  <a:lnTo>
                    <a:pt x="232194" y="50165"/>
                  </a:lnTo>
                  <a:lnTo>
                    <a:pt x="222618" y="81051"/>
                  </a:lnTo>
                  <a:lnTo>
                    <a:pt x="201764" y="151955"/>
                  </a:lnTo>
                  <a:lnTo>
                    <a:pt x="181952" y="228676"/>
                  </a:lnTo>
                  <a:lnTo>
                    <a:pt x="175425" y="277329"/>
                  </a:lnTo>
                  <a:lnTo>
                    <a:pt x="177393" y="288988"/>
                  </a:lnTo>
                  <a:lnTo>
                    <a:pt x="181711" y="304431"/>
                  </a:lnTo>
                  <a:lnTo>
                    <a:pt x="192239" y="329107"/>
                  </a:lnTo>
                  <a:lnTo>
                    <a:pt x="212813" y="368452"/>
                  </a:lnTo>
                  <a:lnTo>
                    <a:pt x="225577" y="410959"/>
                  </a:lnTo>
                  <a:lnTo>
                    <a:pt x="230949" y="468147"/>
                  </a:lnTo>
                  <a:lnTo>
                    <a:pt x="231457" y="528066"/>
                  </a:lnTo>
                  <a:lnTo>
                    <a:pt x="229603" y="578739"/>
                  </a:lnTo>
                  <a:lnTo>
                    <a:pt x="227901" y="608190"/>
                  </a:lnTo>
                  <a:lnTo>
                    <a:pt x="229958" y="639826"/>
                  </a:lnTo>
                  <a:lnTo>
                    <a:pt x="238861" y="668172"/>
                  </a:lnTo>
                  <a:lnTo>
                    <a:pt x="253390" y="695007"/>
                  </a:lnTo>
                  <a:lnTo>
                    <a:pt x="272262" y="722122"/>
                  </a:lnTo>
                  <a:lnTo>
                    <a:pt x="291312" y="749274"/>
                  </a:lnTo>
                  <a:lnTo>
                    <a:pt x="306400" y="776287"/>
                  </a:lnTo>
                  <a:lnTo>
                    <a:pt x="316395" y="805116"/>
                  </a:lnTo>
                  <a:lnTo>
                    <a:pt x="320128" y="837679"/>
                  </a:lnTo>
                  <a:lnTo>
                    <a:pt x="320167" y="864946"/>
                  </a:lnTo>
                  <a:lnTo>
                    <a:pt x="319455" y="880478"/>
                  </a:lnTo>
                  <a:lnTo>
                    <a:pt x="317309" y="890092"/>
                  </a:lnTo>
                  <a:lnTo>
                    <a:pt x="313067" y="899566"/>
                  </a:lnTo>
                  <a:lnTo>
                    <a:pt x="320306" y="891311"/>
                  </a:lnTo>
                  <a:lnTo>
                    <a:pt x="334670" y="858304"/>
                  </a:lnTo>
                  <a:lnTo>
                    <a:pt x="345160" y="788149"/>
                  </a:lnTo>
                  <a:close/>
                </a:path>
              </a:pathLst>
            </a:custGeom>
            <a:solidFill>
              <a:srgbClr val="D5AC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1" name="object 691" descr=""/>
            <p:cNvSpPr/>
            <p:nvPr/>
          </p:nvSpPr>
          <p:spPr>
            <a:xfrm>
              <a:off x="7241070" y="2624257"/>
              <a:ext cx="324485" cy="868044"/>
            </a:xfrm>
            <a:custGeom>
              <a:avLst/>
              <a:gdLst/>
              <a:ahLst/>
              <a:cxnLst/>
              <a:rect l="l" t="t" r="r" b="b"/>
              <a:pathLst>
                <a:path w="324484" h="868045">
                  <a:moveTo>
                    <a:pt x="80035" y="500075"/>
                  </a:moveTo>
                  <a:lnTo>
                    <a:pt x="76314" y="436994"/>
                  </a:lnTo>
                  <a:lnTo>
                    <a:pt x="68389" y="356552"/>
                  </a:lnTo>
                  <a:lnTo>
                    <a:pt x="64998" y="284213"/>
                  </a:lnTo>
                  <a:lnTo>
                    <a:pt x="65430" y="179019"/>
                  </a:lnTo>
                  <a:lnTo>
                    <a:pt x="69024" y="0"/>
                  </a:lnTo>
                  <a:lnTo>
                    <a:pt x="63995" y="17564"/>
                  </a:lnTo>
                  <a:lnTo>
                    <a:pt x="53289" y="96494"/>
                  </a:lnTo>
                  <a:lnTo>
                    <a:pt x="47764" y="152539"/>
                  </a:lnTo>
                  <a:lnTo>
                    <a:pt x="42240" y="216090"/>
                  </a:lnTo>
                  <a:lnTo>
                    <a:pt x="36779" y="284518"/>
                  </a:lnTo>
                  <a:lnTo>
                    <a:pt x="31457" y="355142"/>
                  </a:lnTo>
                  <a:lnTo>
                    <a:pt x="13157" y="606602"/>
                  </a:lnTo>
                  <a:lnTo>
                    <a:pt x="9702" y="648423"/>
                  </a:lnTo>
                  <a:lnTo>
                    <a:pt x="6858" y="676529"/>
                  </a:lnTo>
                  <a:lnTo>
                    <a:pt x="889" y="728941"/>
                  </a:lnTo>
                  <a:lnTo>
                    <a:pt x="0" y="765225"/>
                  </a:lnTo>
                  <a:lnTo>
                    <a:pt x="5207" y="802297"/>
                  </a:lnTo>
                  <a:lnTo>
                    <a:pt x="17487" y="857072"/>
                  </a:lnTo>
                  <a:lnTo>
                    <a:pt x="18249" y="843064"/>
                  </a:lnTo>
                  <a:lnTo>
                    <a:pt x="21513" y="808507"/>
                  </a:lnTo>
                  <a:lnTo>
                    <a:pt x="28765" y="764514"/>
                  </a:lnTo>
                  <a:lnTo>
                    <a:pt x="41516" y="722249"/>
                  </a:lnTo>
                  <a:lnTo>
                    <a:pt x="52463" y="692746"/>
                  </a:lnTo>
                  <a:lnTo>
                    <a:pt x="63106" y="655027"/>
                  </a:lnTo>
                  <a:lnTo>
                    <a:pt x="72123" y="609841"/>
                  </a:lnTo>
                  <a:lnTo>
                    <a:pt x="78206" y="557936"/>
                  </a:lnTo>
                  <a:lnTo>
                    <a:pt x="80035" y="500075"/>
                  </a:lnTo>
                  <a:close/>
                </a:path>
                <a:path w="324484" h="868045">
                  <a:moveTo>
                    <a:pt x="324142" y="766559"/>
                  </a:moveTo>
                  <a:lnTo>
                    <a:pt x="323900" y="729119"/>
                  </a:lnTo>
                  <a:lnTo>
                    <a:pt x="318020" y="676529"/>
                  </a:lnTo>
                  <a:lnTo>
                    <a:pt x="315175" y="648423"/>
                  </a:lnTo>
                  <a:lnTo>
                    <a:pt x="311721" y="606602"/>
                  </a:lnTo>
                  <a:lnTo>
                    <a:pt x="293420" y="355142"/>
                  </a:lnTo>
                  <a:lnTo>
                    <a:pt x="288099" y="284518"/>
                  </a:lnTo>
                  <a:lnTo>
                    <a:pt x="282638" y="216090"/>
                  </a:lnTo>
                  <a:lnTo>
                    <a:pt x="277114" y="152539"/>
                  </a:lnTo>
                  <a:lnTo>
                    <a:pt x="271589" y="96494"/>
                  </a:lnTo>
                  <a:lnTo>
                    <a:pt x="266166" y="50609"/>
                  </a:lnTo>
                  <a:lnTo>
                    <a:pt x="255854" y="0"/>
                  </a:lnTo>
                  <a:lnTo>
                    <a:pt x="259448" y="179019"/>
                  </a:lnTo>
                  <a:lnTo>
                    <a:pt x="259892" y="284213"/>
                  </a:lnTo>
                  <a:lnTo>
                    <a:pt x="256489" y="356552"/>
                  </a:lnTo>
                  <a:lnTo>
                    <a:pt x="248564" y="436994"/>
                  </a:lnTo>
                  <a:lnTo>
                    <a:pt x="244843" y="500075"/>
                  </a:lnTo>
                  <a:lnTo>
                    <a:pt x="246684" y="557936"/>
                  </a:lnTo>
                  <a:lnTo>
                    <a:pt x="252768" y="609841"/>
                  </a:lnTo>
                  <a:lnTo>
                    <a:pt x="261785" y="655027"/>
                  </a:lnTo>
                  <a:lnTo>
                    <a:pt x="272415" y="692746"/>
                  </a:lnTo>
                  <a:lnTo>
                    <a:pt x="283362" y="722249"/>
                  </a:lnTo>
                  <a:lnTo>
                    <a:pt x="295198" y="766178"/>
                  </a:lnTo>
                  <a:lnTo>
                    <a:pt x="300443" y="813828"/>
                  </a:lnTo>
                  <a:lnTo>
                    <a:pt x="301701" y="852055"/>
                  </a:lnTo>
                  <a:lnTo>
                    <a:pt x="301548" y="867714"/>
                  </a:lnTo>
                  <a:lnTo>
                    <a:pt x="317207" y="806780"/>
                  </a:lnTo>
                  <a:lnTo>
                    <a:pt x="324142" y="766559"/>
                  </a:lnTo>
                  <a:close/>
                </a:path>
              </a:pathLst>
            </a:custGeom>
            <a:solidFill>
              <a:srgbClr val="DDB3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2" name="object 692" descr=""/>
            <p:cNvSpPr/>
            <p:nvPr/>
          </p:nvSpPr>
          <p:spPr>
            <a:xfrm>
              <a:off x="7270356" y="2592418"/>
              <a:ext cx="257810" cy="277495"/>
            </a:xfrm>
            <a:custGeom>
              <a:avLst/>
              <a:gdLst/>
              <a:ahLst/>
              <a:cxnLst/>
              <a:rect l="l" t="t" r="r" b="b"/>
              <a:pathLst>
                <a:path w="257809" h="277494">
                  <a:moveTo>
                    <a:pt x="130022" y="277317"/>
                  </a:moveTo>
                  <a:lnTo>
                    <a:pt x="129298" y="230022"/>
                  </a:lnTo>
                  <a:lnTo>
                    <a:pt x="124752" y="175983"/>
                  </a:lnTo>
                  <a:lnTo>
                    <a:pt x="107911" y="99568"/>
                  </a:lnTo>
                  <a:lnTo>
                    <a:pt x="93802" y="52425"/>
                  </a:lnTo>
                  <a:lnTo>
                    <a:pt x="81597" y="15151"/>
                  </a:lnTo>
                  <a:lnTo>
                    <a:pt x="76390" y="0"/>
                  </a:lnTo>
                  <a:lnTo>
                    <a:pt x="55562" y="32473"/>
                  </a:lnTo>
                  <a:lnTo>
                    <a:pt x="28790" y="96850"/>
                  </a:lnTo>
                  <a:lnTo>
                    <a:pt x="6731" y="160020"/>
                  </a:lnTo>
                  <a:lnTo>
                    <a:pt x="0" y="188887"/>
                  </a:lnTo>
                  <a:lnTo>
                    <a:pt x="13309" y="185267"/>
                  </a:lnTo>
                  <a:lnTo>
                    <a:pt x="39154" y="180301"/>
                  </a:lnTo>
                  <a:lnTo>
                    <a:pt x="97409" y="210121"/>
                  </a:lnTo>
                  <a:lnTo>
                    <a:pt x="125501" y="263271"/>
                  </a:lnTo>
                  <a:lnTo>
                    <a:pt x="129349" y="274142"/>
                  </a:lnTo>
                  <a:lnTo>
                    <a:pt x="130022" y="277317"/>
                  </a:lnTo>
                  <a:close/>
                </a:path>
                <a:path w="257809" h="277494">
                  <a:moveTo>
                    <a:pt x="257200" y="179730"/>
                  </a:moveTo>
                  <a:lnTo>
                    <a:pt x="244462" y="113588"/>
                  </a:lnTo>
                  <a:lnTo>
                    <a:pt x="221805" y="55029"/>
                  </a:lnTo>
                  <a:lnTo>
                    <a:pt x="188252" y="0"/>
                  </a:lnTo>
                  <a:lnTo>
                    <a:pt x="183057" y="15151"/>
                  </a:lnTo>
                  <a:lnTo>
                    <a:pt x="170840" y="52425"/>
                  </a:lnTo>
                  <a:lnTo>
                    <a:pt x="156730" y="99568"/>
                  </a:lnTo>
                  <a:lnTo>
                    <a:pt x="145796" y="144310"/>
                  </a:lnTo>
                  <a:lnTo>
                    <a:pt x="136753" y="200406"/>
                  </a:lnTo>
                  <a:lnTo>
                    <a:pt x="134721" y="270522"/>
                  </a:lnTo>
                  <a:lnTo>
                    <a:pt x="137020" y="255625"/>
                  </a:lnTo>
                  <a:lnTo>
                    <a:pt x="146088" y="230238"/>
                  </a:lnTo>
                  <a:lnTo>
                    <a:pt x="165798" y="196684"/>
                  </a:lnTo>
                  <a:lnTo>
                    <a:pt x="191312" y="177152"/>
                  </a:lnTo>
                  <a:lnTo>
                    <a:pt x="219989" y="173418"/>
                  </a:lnTo>
                  <a:lnTo>
                    <a:pt x="244424" y="177088"/>
                  </a:lnTo>
                  <a:lnTo>
                    <a:pt x="257200" y="179730"/>
                  </a:lnTo>
                  <a:close/>
                </a:path>
              </a:pathLst>
            </a:custGeom>
            <a:solidFill>
              <a:srgbClr val="DFBAB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3" name="object 693" descr=""/>
          <p:cNvGrpSpPr/>
          <p:nvPr/>
        </p:nvGrpSpPr>
        <p:grpSpPr>
          <a:xfrm>
            <a:off x="8868136" y="2588951"/>
            <a:ext cx="353060" cy="920115"/>
            <a:chOff x="8868136" y="2588951"/>
            <a:chExt cx="353060" cy="920115"/>
          </a:xfrm>
        </p:grpSpPr>
        <p:sp>
          <p:nvSpPr>
            <p:cNvPr id="694" name="object 694" descr=""/>
            <p:cNvSpPr/>
            <p:nvPr/>
          </p:nvSpPr>
          <p:spPr>
            <a:xfrm>
              <a:off x="8868136" y="2588951"/>
              <a:ext cx="353060" cy="920115"/>
            </a:xfrm>
            <a:custGeom>
              <a:avLst/>
              <a:gdLst/>
              <a:ahLst/>
              <a:cxnLst/>
              <a:rect l="l" t="t" r="r" b="b"/>
              <a:pathLst>
                <a:path w="353059" h="920114">
                  <a:moveTo>
                    <a:pt x="173133" y="0"/>
                  </a:moveTo>
                  <a:lnTo>
                    <a:pt x="117193" y="3455"/>
                  </a:lnTo>
                  <a:lnTo>
                    <a:pt x="70112" y="18584"/>
                  </a:lnTo>
                  <a:lnTo>
                    <a:pt x="35384" y="35307"/>
                  </a:lnTo>
                  <a:lnTo>
                    <a:pt x="28353" y="137193"/>
                  </a:lnTo>
                  <a:lnTo>
                    <a:pt x="17938" y="355766"/>
                  </a:lnTo>
                  <a:lnTo>
                    <a:pt x="8495" y="573268"/>
                  </a:lnTo>
                  <a:lnTo>
                    <a:pt x="4380" y="671937"/>
                  </a:lnTo>
                  <a:lnTo>
                    <a:pt x="0" y="791599"/>
                  </a:lnTo>
                  <a:lnTo>
                    <a:pt x="10495" y="861749"/>
                  </a:lnTo>
                  <a:lnTo>
                    <a:pt x="32096" y="903019"/>
                  </a:lnTo>
                  <a:lnTo>
                    <a:pt x="94681" y="918811"/>
                  </a:lnTo>
                  <a:lnTo>
                    <a:pt x="126970" y="920116"/>
                  </a:lnTo>
                  <a:lnTo>
                    <a:pt x="178186" y="919029"/>
                  </a:lnTo>
                  <a:lnTo>
                    <a:pt x="246157" y="915247"/>
                  </a:lnTo>
                  <a:lnTo>
                    <a:pt x="287314" y="909885"/>
                  </a:lnTo>
                  <a:lnTo>
                    <a:pt x="340710" y="880832"/>
                  </a:lnTo>
                  <a:lnTo>
                    <a:pt x="352809" y="849365"/>
                  </a:lnTo>
                  <a:lnTo>
                    <a:pt x="351966" y="786955"/>
                  </a:lnTo>
                  <a:lnTo>
                    <a:pt x="340778" y="671937"/>
                  </a:lnTo>
                  <a:lnTo>
                    <a:pt x="325775" y="307101"/>
                  </a:lnTo>
                  <a:lnTo>
                    <a:pt x="317544" y="119174"/>
                  </a:lnTo>
                  <a:lnTo>
                    <a:pt x="313180" y="48471"/>
                  </a:lnTo>
                  <a:lnTo>
                    <a:pt x="275497" y="18584"/>
                  </a:lnTo>
                  <a:lnTo>
                    <a:pt x="229064" y="3455"/>
                  </a:lnTo>
                  <a:lnTo>
                    <a:pt x="203829" y="855"/>
                  </a:lnTo>
                  <a:lnTo>
                    <a:pt x="173133" y="0"/>
                  </a:lnTo>
                  <a:close/>
                </a:path>
              </a:pathLst>
            </a:custGeom>
            <a:solidFill>
              <a:srgbClr val="D5AC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5" name="object 695" descr=""/>
            <p:cNvSpPr/>
            <p:nvPr/>
          </p:nvSpPr>
          <p:spPr>
            <a:xfrm>
              <a:off x="8879650" y="2624257"/>
              <a:ext cx="324485" cy="868044"/>
            </a:xfrm>
            <a:custGeom>
              <a:avLst/>
              <a:gdLst/>
              <a:ahLst/>
              <a:cxnLst/>
              <a:rect l="l" t="t" r="r" b="b"/>
              <a:pathLst>
                <a:path w="324484" h="868045">
                  <a:moveTo>
                    <a:pt x="80035" y="500075"/>
                  </a:moveTo>
                  <a:lnTo>
                    <a:pt x="76314" y="436994"/>
                  </a:lnTo>
                  <a:lnTo>
                    <a:pt x="68389" y="356552"/>
                  </a:lnTo>
                  <a:lnTo>
                    <a:pt x="64998" y="284213"/>
                  </a:lnTo>
                  <a:lnTo>
                    <a:pt x="65430" y="179019"/>
                  </a:lnTo>
                  <a:lnTo>
                    <a:pt x="69024" y="0"/>
                  </a:lnTo>
                  <a:lnTo>
                    <a:pt x="63995" y="17564"/>
                  </a:lnTo>
                  <a:lnTo>
                    <a:pt x="53289" y="96494"/>
                  </a:lnTo>
                  <a:lnTo>
                    <a:pt x="47777" y="152539"/>
                  </a:lnTo>
                  <a:lnTo>
                    <a:pt x="42240" y="216090"/>
                  </a:lnTo>
                  <a:lnTo>
                    <a:pt x="36779" y="284518"/>
                  </a:lnTo>
                  <a:lnTo>
                    <a:pt x="31457" y="355142"/>
                  </a:lnTo>
                  <a:lnTo>
                    <a:pt x="13157" y="606602"/>
                  </a:lnTo>
                  <a:lnTo>
                    <a:pt x="9702" y="648423"/>
                  </a:lnTo>
                  <a:lnTo>
                    <a:pt x="6858" y="676529"/>
                  </a:lnTo>
                  <a:lnTo>
                    <a:pt x="889" y="728941"/>
                  </a:lnTo>
                  <a:lnTo>
                    <a:pt x="0" y="765225"/>
                  </a:lnTo>
                  <a:lnTo>
                    <a:pt x="5207" y="802297"/>
                  </a:lnTo>
                  <a:lnTo>
                    <a:pt x="17487" y="857072"/>
                  </a:lnTo>
                  <a:lnTo>
                    <a:pt x="18249" y="843064"/>
                  </a:lnTo>
                  <a:lnTo>
                    <a:pt x="21513" y="808507"/>
                  </a:lnTo>
                  <a:lnTo>
                    <a:pt x="28765" y="764514"/>
                  </a:lnTo>
                  <a:lnTo>
                    <a:pt x="41516" y="722249"/>
                  </a:lnTo>
                  <a:lnTo>
                    <a:pt x="52463" y="692746"/>
                  </a:lnTo>
                  <a:lnTo>
                    <a:pt x="63106" y="655027"/>
                  </a:lnTo>
                  <a:lnTo>
                    <a:pt x="72123" y="609841"/>
                  </a:lnTo>
                  <a:lnTo>
                    <a:pt x="78206" y="557936"/>
                  </a:lnTo>
                  <a:lnTo>
                    <a:pt x="80035" y="500075"/>
                  </a:lnTo>
                  <a:close/>
                </a:path>
                <a:path w="324484" h="868045">
                  <a:moveTo>
                    <a:pt x="324154" y="766559"/>
                  </a:moveTo>
                  <a:lnTo>
                    <a:pt x="323900" y="729119"/>
                  </a:lnTo>
                  <a:lnTo>
                    <a:pt x="318020" y="676529"/>
                  </a:lnTo>
                  <a:lnTo>
                    <a:pt x="315175" y="648423"/>
                  </a:lnTo>
                  <a:lnTo>
                    <a:pt x="311734" y="606602"/>
                  </a:lnTo>
                  <a:lnTo>
                    <a:pt x="293420" y="355142"/>
                  </a:lnTo>
                  <a:lnTo>
                    <a:pt x="288112" y="284518"/>
                  </a:lnTo>
                  <a:lnTo>
                    <a:pt x="282638" y="216090"/>
                  </a:lnTo>
                  <a:lnTo>
                    <a:pt x="277114" y="152539"/>
                  </a:lnTo>
                  <a:lnTo>
                    <a:pt x="271589" y="96494"/>
                  </a:lnTo>
                  <a:lnTo>
                    <a:pt x="266166" y="50609"/>
                  </a:lnTo>
                  <a:lnTo>
                    <a:pt x="255866" y="0"/>
                  </a:lnTo>
                  <a:lnTo>
                    <a:pt x="259448" y="179019"/>
                  </a:lnTo>
                  <a:lnTo>
                    <a:pt x="259892" y="284213"/>
                  </a:lnTo>
                  <a:lnTo>
                    <a:pt x="256489" y="356552"/>
                  </a:lnTo>
                  <a:lnTo>
                    <a:pt x="248577" y="436994"/>
                  </a:lnTo>
                  <a:lnTo>
                    <a:pt x="244843" y="500075"/>
                  </a:lnTo>
                  <a:lnTo>
                    <a:pt x="246684" y="557936"/>
                  </a:lnTo>
                  <a:lnTo>
                    <a:pt x="252768" y="609841"/>
                  </a:lnTo>
                  <a:lnTo>
                    <a:pt x="261785" y="655027"/>
                  </a:lnTo>
                  <a:lnTo>
                    <a:pt x="272415" y="692746"/>
                  </a:lnTo>
                  <a:lnTo>
                    <a:pt x="283362" y="722249"/>
                  </a:lnTo>
                  <a:lnTo>
                    <a:pt x="295198" y="766178"/>
                  </a:lnTo>
                  <a:lnTo>
                    <a:pt x="300456" y="813828"/>
                  </a:lnTo>
                  <a:lnTo>
                    <a:pt x="301701" y="852055"/>
                  </a:lnTo>
                  <a:lnTo>
                    <a:pt x="301548" y="867714"/>
                  </a:lnTo>
                  <a:lnTo>
                    <a:pt x="317207" y="806780"/>
                  </a:lnTo>
                  <a:lnTo>
                    <a:pt x="324154" y="766559"/>
                  </a:lnTo>
                  <a:close/>
                </a:path>
              </a:pathLst>
            </a:custGeom>
            <a:solidFill>
              <a:srgbClr val="DDB3A7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6" name="object 696" descr=""/>
          <p:cNvGrpSpPr/>
          <p:nvPr/>
        </p:nvGrpSpPr>
        <p:grpSpPr>
          <a:xfrm>
            <a:off x="8271866" y="2592403"/>
            <a:ext cx="365760" cy="899794"/>
            <a:chOff x="8271866" y="2592403"/>
            <a:chExt cx="365760" cy="899794"/>
          </a:xfrm>
        </p:grpSpPr>
        <p:sp>
          <p:nvSpPr>
            <p:cNvPr id="697" name="object 697" descr=""/>
            <p:cNvSpPr/>
            <p:nvPr/>
          </p:nvSpPr>
          <p:spPr>
            <a:xfrm>
              <a:off x="8290049" y="2592405"/>
              <a:ext cx="334010" cy="899794"/>
            </a:xfrm>
            <a:custGeom>
              <a:avLst/>
              <a:gdLst/>
              <a:ahLst/>
              <a:cxnLst/>
              <a:rect l="l" t="t" r="r" b="b"/>
              <a:pathLst>
                <a:path w="334009" h="899795">
                  <a:moveTo>
                    <a:pt x="210879" y="0"/>
                  </a:moveTo>
                  <a:lnTo>
                    <a:pt x="159660" y="455"/>
                  </a:lnTo>
                  <a:lnTo>
                    <a:pt x="103442" y="4041"/>
                  </a:lnTo>
                  <a:lnTo>
                    <a:pt x="64477" y="16727"/>
                  </a:lnTo>
                  <a:lnTo>
                    <a:pt x="49015" y="67913"/>
                  </a:lnTo>
                  <a:lnTo>
                    <a:pt x="41706" y="108401"/>
                  </a:lnTo>
                  <a:lnTo>
                    <a:pt x="34767" y="156952"/>
                  </a:lnTo>
                  <a:lnTo>
                    <a:pt x="28265" y="212166"/>
                  </a:lnTo>
                  <a:lnTo>
                    <a:pt x="22267" y="272645"/>
                  </a:lnTo>
                  <a:lnTo>
                    <a:pt x="16839" y="336988"/>
                  </a:lnTo>
                  <a:lnTo>
                    <a:pt x="12049" y="403796"/>
                  </a:lnTo>
                  <a:lnTo>
                    <a:pt x="7963" y="471670"/>
                  </a:lnTo>
                  <a:lnTo>
                    <a:pt x="4648" y="539211"/>
                  </a:lnTo>
                  <a:lnTo>
                    <a:pt x="2172" y="605017"/>
                  </a:lnTo>
                  <a:lnTo>
                    <a:pt x="600" y="667691"/>
                  </a:lnTo>
                  <a:lnTo>
                    <a:pt x="0" y="725832"/>
                  </a:lnTo>
                  <a:lnTo>
                    <a:pt x="438" y="778040"/>
                  </a:lnTo>
                  <a:lnTo>
                    <a:pt x="1981" y="822918"/>
                  </a:lnTo>
                  <a:lnTo>
                    <a:pt x="4697" y="859064"/>
                  </a:lnTo>
                  <a:lnTo>
                    <a:pt x="8651" y="885079"/>
                  </a:lnTo>
                  <a:lnTo>
                    <a:pt x="13911" y="899564"/>
                  </a:lnTo>
                  <a:lnTo>
                    <a:pt x="21391" y="897720"/>
                  </a:lnTo>
                  <a:lnTo>
                    <a:pt x="37064" y="888016"/>
                  </a:lnTo>
                  <a:lnTo>
                    <a:pt x="59539" y="876374"/>
                  </a:lnTo>
                  <a:lnTo>
                    <a:pt x="87427" y="868717"/>
                  </a:lnTo>
                  <a:lnTo>
                    <a:pt x="123423" y="864705"/>
                  </a:lnTo>
                  <a:lnTo>
                    <a:pt x="175831" y="861027"/>
                  </a:lnTo>
                  <a:lnTo>
                    <a:pt x="233618" y="861374"/>
                  </a:lnTo>
                  <a:lnTo>
                    <a:pt x="285752" y="869439"/>
                  </a:lnTo>
                  <a:lnTo>
                    <a:pt x="321200" y="888915"/>
                  </a:lnTo>
                  <a:lnTo>
                    <a:pt x="330222" y="876341"/>
                  </a:lnTo>
                  <a:lnTo>
                    <a:pt x="333615" y="860615"/>
                  </a:lnTo>
                  <a:lnTo>
                    <a:pt x="331724" y="831353"/>
                  </a:lnTo>
                  <a:lnTo>
                    <a:pt x="324896" y="778175"/>
                  </a:lnTo>
                  <a:lnTo>
                    <a:pt x="301917" y="618003"/>
                  </a:lnTo>
                  <a:lnTo>
                    <a:pt x="263298" y="354792"/>
                  </a:lnTo>
                  <a:lnTo>
                    <a:pt x="210879" y="0"/>
                  </a:lnTo>
                  <a:close/>
                </a:path>
              </a:pathLst>
            </a:custGeom>
            <a:solidFill>
              <a:srgbClr val="C59E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8" name="object 698" descr=""/>
            <p:cNvSpPr/>
            <p:nvPr/>
          </p:nvSpPr>
          <p:spPr>
            <a:xfrm>
              <a:off x="8271866" y="2592406"/>
              <a:ext cx="365760" cy="899794"/>
            </a:xfrm>
            <a:custGeom>
              <a:avLst/>
              <a:gdLst/>
              <a:ahLst/>
              <a:cxnLst/>
              <a:rect l="l" t="t" r="r" b="b"/>
              <a:pathLst>
                <a:path w="365759" h="899795">
                  <a:moveTo>
                    <a:pt x="132499" y="309473"/>
                  </a:moveTo>
                  <a:lnTo>
                    <a:pt x="132130" y="277329"/>
                  </a:lnTo>
                  <a:lnTo>
                    <a:pt x="125399" y="231787"/>
                  </a:lnTo>
                  <a:lnTo>
                    <a:pt x="90665" y="8826"/>
                  </a:lnTo>
                  <a:lnTo>
                    <a:pt x="61620" y="18923"/>
                  </a:lnTo>
                  <a:lnTo>
                    <a:pt x="28346" y="133743"/>
                  </a:lnTo>
                  <a:lnTo>
                    <a:pt x="17932" y="352310"/>
                  </a:lnTo>
                  <a:lnTo>
                    <a:pt x="8496" y="569810"/>
                  </a:lnTo>
                  <a:lnTo>
                    <a:pt x="4381" y="668489"/>
                  </a:lnTo>
                  <a:lnTo>
                    <a:pt x="0" y="788149"/>
                  </a:lnTo>
                  <a:lnTo>
                    <a:pt x="10490" y="858291"/>
                  </a:lnTo>
                  <a:lnTo>
                    <a:pt x="24853" y="891311"/>
                  </a:lnTo>
                  <a:lnTo>
                    <a:pt x="32092" y="899566"/>
                  </a:lnTo>
                  <a:lnTo>
                    <a:pt x="27851" y="890092"/>
                  </a:lnTo>
                  <a:lnTo>
                    <a:pt x="25704" y="880478"/>
                  </a:lnTo>
                  <a:lnTo>
                    <a:pt x="24980" y="864946"/>
                  </a:lnTo>
                  <a:lnTo>
                    <a:pt x="25044" y="837679"/>
                  </a:lnTo>
                  <a:lnTo>
                    <a:pt x="28765" y="805116"/>
                  </a:lnTo>
                  <a:lnTo>
                    <a:pt x="38760" y="776287"/>
                  </a:lnTo>
                  <a:lnTo>
                    <a:pt x="53848" y="749274"/>
                  </a:lnTo>
                  <a:lnTo>
                    <a:pt x="91744" y="695020"/>
                  </a:lnTo>
                  <a:lnTo>
                    <a:pt x="106248" y="668172"/>
                  </a:lnTo>
                  <a:lnTo>
                    <a:pt x="115150" y="639826"/>
                  </a:lnTo>
                  <a:lnTo>
                    <a:pt x="117246" y="608177"/>
                  </a:lnTo>
                  <a:lnTo>
                    <a:pt x="114706" y="521728"/>
                  </a:lnTo>
                  <a:lnTo>
                    <a:pt x="116103" y="456361"/>
                  </a:lnTo>
                  <a:lnTo>
                    <a:pt x="120015" y="407263"/>
                  </a:lnTo>
                  <a:lnTo>
                    <a:pt x="125006" y="369620"/>
                  </a:lnTo>
                  <a:lnTo>
                    <a:pt x="129641" y="338632"/>
                  </a:lnTo>
                  <a:lnTo>
                    <a:pt x="132499" y="309473"/>
                  </a:lnTo>
                  <a:close/>
                </a:path>
                <a:path w="365759" h="899795">
                  <a:moveTo>
                    <a:pt x="311632" y="49885"/>
                  </a:moveTo>
                  <a:lnTo>
                    <a:pt x="272796" y="15201"/>
                  </a:lnTo>
                  <a:lnTo>
                    <a:pt x="229057" y="0"/>
                  </a:lnTo>
                  <a:lnTo>
                    <a:pt x="229196" y="3581"/>
                  </a:lnTo>
                  <a:lnTo>
                    <a:pt x="229717" y="13716"/>
                  </a:lnTo>
                  <a:lnTo>
                    <a:pt x="230746" y="29540"/>
                  </a:lnTo>
                  <a:lnTo>
                    <a:pt x="232384" y="49885"/>
                  </a:lnTo>
                  <a:lnTo>
                    <a:pt x="311632" y="49885"/>
                  </a:lnTo>
                  <a:close/>
                </a:path>
                <a:path w="365759" h="899795">
                  <a:moveTo>
                    <a:pt x="365467" y="761530"/>
                  </a:moveTo>
                  <a:lnTo>
                    <a:pt x="359968" y="638911"/>
                  </a:lnTo>
                  <a:lnTo>
                    <a:pt x="352844" y="544868"/>
                  </a:lnTo>
                  <a:lnTo>
                    <a:pt x="336816" y="337527"/>
                  </a:lnTo>
                  <a:lnTo>
                    <a:pt x="319798" y="129120"/>
                  </a:lnTo>
                  <a:lnTo>
                    <a:pt x="311658" y="50165"/>
                  </a:lnTo>
                  <a:lnTo>
                    <a:pt x="232410" y="50165"/>
                  </a:lnTo>
                  <a:lnTo>
                    <a:pt x="232194" y="50165"/>
                  </a:lnTo>
                  <a:lnTo>
                    <a:pt x="222999" y="79806"/>
                  </a:lnTo>
                  <a:lnTo>
                    <a:pt x="202780" y="148628"/>
                  </a:lnTo>
                  <a:lnTo>
                    <a:pt x="183108" y="224942"/>
                  </a:lnTo>
                  <a:lnTo>
                    <a:pt x="175425" y="277329"/>
                  </a:lnTo>
                  <a:lnTo>
                    <a:pt x="177368" y="288734"/>
                  </a:lnTo>
                  <a:lnTo>
                    <a:pt x="182867" y="303606"/>
                  </a:lnTo>
                  <a:lnTo>
                    <a:pt x="194005" y="328117"/>
                  </a:lnTo>
                  <a:lnTo>
                    <a:pt x="212813" y="368452"/>
                  </a:lnTo>
                  <a:lnTo>
                    <a:pt x="224548" y="412623"/>
                  </a:lnTo>
                  <a:lnTo>
                    <a:pt x="229793" y="470039"/>
                  </a:lnTo>
                  <a:lnTo>
                    <a:pt x="230682" y="529323"/>
                  </a:lnTo>
                  <a:lnTo>
                    <a:pt x="229349" y="579158"/>
                  </a:lnTo>
                  <a:lnTo>
                    <a:pt x="227901" y="608190"/>
                  </a:lnTo>
                  <a:lnTo>
                    <a:pt x="229946" y="639826"/>
                  </a:lnTo>
                  <a:lnTo>
                    <a:pt x="253390" y="695007"/>
                  </a:lnTo>
                  <a:lnTo>
                    <a:pt x="289648" y="743775"/>
                  </a:lnTo>
                  <a:lnTo>
                    <a:pt x="302018" y="758939"/>
                  </a:lnTo>
                  <a:lnTo>
                    <a:pt x="311556" y="776503"/>
                  </a:lnTo>
                  <a:lnTo>
                    <a:pt x="327063" y="832192"/>
                  </a:lnTo>
                  <a:lnTo>
                    <a:pt x="339382" y="888923"/>
                  </a:lnTo>
                  <a:lnTo>
                    <a:pt x="345503" y="877709"/>
                  </a:lnTo>
                  <a:lnTo>
                    <a:pt x="357416" y="838187"/>
                  </a:lnTo>
                  <a:lnTo>
                    <a:pt x="365467" y="761530"/>
                  </a:lnTo>
                  <a:close/>
                </a:path>
              </a:pathLst>
            </a:custGeom>
            <a:solidFill>
              <a:srgbClr val="D5ACA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9" name="object 699" descr=""/>
            <p:cNvSpPr/>
            <p:nvPr/>
          </p:nvSpPr>
          <p:spPr>
            <a:xfrm>
              <a:off x="8283385" y="2624257"/>
              <a:ext cx="328930" cy="857250"/>
            </a:xfrm>
            <a:custGeom>
              <a:avLst/>
              <a:gdLst/>
              <a:ahLst/>
              <a:cxnLst/>
              <a:rect l="l" t="t" r="r" b="b"/>
              <a:pathLst>
                <a:path w="328929" h="857250">
                  <a:moveTo>
                    <a:pt x="80035" y="500075"/>
                  </a:moveTo>
                  <a:lnTo>
                    <a:pt x="76314" y="436994"/>
                  </a:lnTo>
                  <a:lnTo>
                    <a:pt x="68389" y="356552"/>
                  </a:lnTo>
                  <a:lnTo>
                    <a:pt x="64998" y="284213"/>
                  </a:lnTo>
                  <a:lnTo>
                    <a:pt x="65430" y="179019"/>
                  </a:lnTo>
                  <a:lnTo>
                    <a:pt x="69024" y="0"/>
                  </a:lnTo>
                  <a:lnTo>
                    <a:pt x="63995" y="17564"/>
                  </a:lnTo>
                  <a:lnTo>
                    <a:pt x="53289" y="96494"/>
                  </a:lnTo>
                  <a:lnTo>
                    <a:pt x="47764" y="152539"/>
                  </a:lnTo>
                  <a:lnTo>
                    <a:pt x="42240" y="216090"/>
                  </a:lnTo>
                  <a:lnTo>
                    <a:pt x="36779" y="284518"/>
                  </a:lnTo>
                  <a:lnTo>
                    <a:pt x="31457" y="355142"/>
                  </a:lnTo>
                  <a:lnTo>
                    <a:pt x="13157" y="606602"/>
                  </a:lnTo>
                  <a:lnTo>
                    <a:pt x="9702" y="648423"/>
                  </a:lnTo>
                  <a:lnTo>
                    <a:pt x="6858" y="676529"/>
                  </a:lnTo>
                  <a:lnTo>
                    <a:pt x="889" y="728941"/>
                  </a:lnTo>
                  <a:lnTo>
                    <a:pt x="0" y="765225"/>
                  </a:lnTo>
                  <a:lnTo>
                    <a:pt x="5207" y="802297"/>
                  </a:lnTo>
                  <a:lnTo>
                    <a:pt x="17487" y="857072"/>
                  </a:lnTo>
                  <a:lnTo>
                    <a:pt x="18237" y="843064"/>
                  </a:lnTo>
                  <a:lnTo>
                    <a:pt x="21501" y="808507"/>
                  </a:lnTo>
                  <a:lnTo>
                    <a:pt x="28765" y="764514"/>
                  </a:lnTo>
                  <a:lnTo>
                    <a:pt x="41516" y="722249"/>
                  </a:lnTo>
                  <a:lnTo>
                    <a:pt x="52463" y="692746"/>
                  </a:lnTo>
                  <a:lnTo>
                    <a:pt x="63106" y="655027"/>
                  </a:lnTo>
                  <a:lnTo>
                    <a:pt x="72123" y="609841"/>
                  </a:lnTo>
                  <a:lnTo>
                    <a:pt x="78206" y="557936"/>
                  </a:lnTo>
                  <a:lnTo>
                    <a:pt x="80035" y="500075"/>
                  </a:lnTo>
                  <a:close/>
                </a:path>
                <a:path w="328929" h="857250">
                  <a:moveTo>
                    <a:pt x="328307" y="802297"/>
                  </a:moveTo>
                  <a:lnTo>
                    <a:pt x="327431" y="765225"/>
                  </a:lnTo>
                  <a:lnTo>
                    <a:pt x="324319" y="728941"/>
                  </a:lnTo>
                  <a:lnTo>
                    <a:pt x="318020" y="676529"/>
                  </a:lnTo>
                  <a:lnTo>
                    <a:pt x="315175" y="648423"/>
                  </a:lnTo>
                  <a:lnTo>
                    <a:pt x="311721" y="606602"/>
                  </a:lnTo>
                  <a:lnTo>
                    <a:pt x="293420" y="355142"/>
                  </a:lnTo>
                  <a:lnTo>
                    <a:pt x="288099" y="284518"/>
                  </a:lnTo>
                  <a:lnTo>
                    <a:pt x="282638" y="216090"/>
                  </a:lnTo>
                  <a:lnTo>
                    <a:pt x="277114" y="152539"/>
                  </a:lnTo>
                  <a:lnTo>
                    <a:pt x="271589" y="96494"/>
                  </a:lnTo>
                  <a:lnTo>
                    <a:pt x="266153" y="50609"/>
                  </a:lnTo>
                  <a:lnTo>
                    <a:pt x="255854" y="0"/>
                  </a:lnTo>
                  <a:lnTo>
                    <a:pt x="259448" y="179019"/>
                  </a:lnTo>
                  <a:lnTo>
                    <a:pt x="259880" y="284213"/>
                  </a:lnTo>
                  <a:lnTo>
                    <a:pt x="256489" y="356552"/>
                  </a:lnTo>
                  <a:lnTo>
                    <a:pt x="248564" y="436994"/>
                  </a:lnTo>
                  <a:lnTo>
                    <a:pt x="244843" y="500075"/>
                  </a:lnTo>
                  <a:lnTo>
                    <a:pt x="246672" y="557936"/>
                  </a:lnTo>
                  <a:lnTo>
                    <a:pt x="252755" y="609841"/>
                  </a:lnTo>
                  <a:lnTo>
                    <a:pt x="261785" y="655027"/>
                  </a:lnTo>
                  <a:lnTo>
                    <a:pt x="272415" y="692746"/>
                  </a:lnTo>
                  <a:lnTo>
                    <a:pt x="299313" y="764514"/>
                  </a:lnTo>
                  <a:lnTo>
                    <a:pt x="313601" y="808507"/>
                  </a:lnTo>
                  <a:lnTo>
                    <a:pt x="323900" y="843064"/>
                  </a:lnTo>
                  <a:lnTo>
                    <a:pt x="327850" y="857072"/>
                  </a:lnTo>
                  <a:lnTo>
                    <a:pt x="328307" y="802297"/>
                  </a:lnTo>
                  <a:close/>
                </a:path>
              </a:pathLst>
            </a:custGeom>
            <a:solidFill>
              <a:srgbClr val="DDB3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0" name="object 700" descr=""/>
            <p:cNvSpPr/>
            <p:nvPr/>
          </p:nvSpPr>
          <p:spPr>
            <a:xfrm>
              <a:off x="8273974" y="2592418"/>
              <a:ext cx="295910" cy="277495"/>
            </a:xfrm>
            <a:custGeom>
              <a:avLst/>
              <a:gdLst/>
              <a:ahLst/>
              <a:cxnLst/>
              <a:rect l="l" t="t" r="r" b="b"/>
              <a:pathLst>
                <a:path w="295909" h="277494">
                  <a:moveTo>
                    <a:pt x="130022" y="277317"/>
                  </a:moveTo>
                  <a:lnTo>
                    <a:pt x="129298" y="230022"/>
                  </a:lnTo>
                  <a:lnTo>
                    <a:pt x="124764" y="175983"/>
                  </a:lnTo>
                  <a:lnTo>
                    <a:pt x="109829" y="100939"/>
                  </a:lnTo>
                  <a:lnTo>
                    <a:pt x="99885" y="56832"/>
                  </a:lnTo>
                  <a:lnTo>
                    <a:pt x="88557" y="8813"/>
                  </a:lnTo>
                  <a:lnTo>
                    <a:pt x="65836" y="39916"/>
                  </a:lnTo>
                  <a:lnTo>
                    <a:pt x="34886" y="101257"/>
                  </a:lnTo>
                  <a:lnTo>
                    <a:pt x="8636" y="161404"/>
                  </a:lnTo>
                  <a:lnTo>
                    <a:pt x="0" y="188899"/>
                  </a:lnTo>
                  <a:lnTo>
                    <a:pt x="13322" y="185267"/>
                  </a:lnTo>
                  <a:lnTo>
                    <a:pt x="39166" y="180301"/>
                  </a:lnTo>
                  <a:lnTo>
                    <a:pt x="97421" y="210121"/>
                  </a:lnTo>
                  <a:lnTo>
                    <a:pt x="125501" y="263271"/>
                  </a:lnTo>
                  <a:lnTo>
                    <a:pt x="129349" y="274154"/>
                  </a:lnTo>
                  <a:lnTo>
                    <a:pt x="130022" y="277317"/>
                  </a:lnTo>
                  <a:close/>
                </a:path>
                <a:path w="295909" h="277494">
                  <a:moveTo>
                    <a:pt x="295910" y="179730"/>
                  </a:moveTo>
                  <a:lnTo>
                    <a:pt x="283159" y="113588"/>
                  </a:lnTo>
                  <a:lnTo>
                    <a:pt x="260502" y="55029"/>
                  </a:lnTo>
                  <a:lnTo>
                    <a:pt x="226949" y="0"/>
                  </a:lnTo>
                  <a:lnTo>
                    <a:pt x="221742" y="15151"/>
                  </a:lnTo>
                  <a:lnTo>
                    <a:pt x="209537" y="52425"/>
                  </a:lnTo>
                  <a:lnTo>
                    <a:pt x="195414" y="99568"/>
                  </a:lnTo>
                  <a:lnTo>
                    <a:pt x="184492" y="144310"/>
                  </a:lnTo>
                  <a:lnTo>
                    <a:pt x="175450" y="200406"/>
                  </a:lnTo>
                  <a:lnTo>
                    <a:pt x="173418" y="270522"/>
                  </a:lnTo>
                  <a:lnTo>
                    <a:pt x="175704" y="255625"/>
                  </a:lnTo>
                  <a:lnTo>
                    <a:pt x="184785" y="230238"/>
                  </a:lnTo>
                  <a:lnTo>
                    <a:pt x="204495" y="196684"/>
                  </a:lnTo>
                  <a:lnTo>
                    <a:pt x="230009" y="177152"/>
                  </a:lnTo>
                  <a:lnTo>
                    <a:pt x="258686" y="173418"/>
                  </a:lnTo>
                  <a:lnTo>
                    <a:pt x="283133" y="177088"/>
                  </a:lnTo>
                  <a:lnTo>
                    <a:pt x="295910" y="179730"/>
                  </a:lnTo>
                  <a:close/>
                </a:path>
              </a:pathLst>
            </a:custGeom>
            <a:solidFill>
              <a:srgbClr val="DFBAB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01" name="object 701" descr=""/>
          <p:cNvGrpSpPr/>
          <p:nvPr/>
        </p:nvGrpSpPr>
        <p:grpSpPr>
          <a:xfrm>
            <a:off x="1457412" y="3269749"/>
            <a:ext cx="607695" cy="710565"/>
            <a:chOff x="1457412" y="3269749"/>
            <a:chExt cx="607695" cy="710565"/>
          </a:xfrm>
        </p:grpSpPr>
        <p:sp>
          <p:nvSpPr>
            <p:cNvPr id="702" name="object 702" descr=""/>
            <p:cNvSpPr/>
            <p:nvPr/>
          </p:nvSpPr>
          <p:spPr>
            <a:xfrm>
              <a:off x="1457412" y="3496597"/>
              <a:ext cx="607695" cy="483870"/>
            </a:xfrm>
            <a:custGeom>
              <a:avLst/>
              <a:gdLst/>
              <a:ahLst/>
              <a:cxnLst/>
              <a:rect l="l" t="t" r="r" b="b"/>
              <a:pathLst>
                <a:path w="607694" h="483870">
                  <a:moveTo>
                    <a:pt x="73548" y="0"/>
                  </a:moveTo>
                  <a:lnTo>
                    <a:pt x="39476" y="119401"/>
                  </a:lnTo>
                  <a:lnTo>
                    <a:pt x="21330" y="183837"/>
                  </a:lnTo>
                  <a:lnTo>
                    <a:pt x="8377" y="236495"/>
                  </a:lnTo>
                  <a:lnTo>
                    <a:pt x="1877" y="335615"/>
                  </a:lnTo>
                  <a:lnTo>
                    <a:pt x="153" y="403482"/>
                  </a:lnTo>
                  <a:lnTo>
                    <a:pt x="0" y="458384"/>
                  </a:lnTo>
                  <a:lnTo>
                    <a:pt x="1833" y="481440"/>
                  </a:lnTo>
                  <a:lnTo>
                    <a:pt x="14679" y="481813"/>
                  </a:lnTo>
                  <a:lnTo>
                    <a:pt x="97739" y="482618"/>
                  </a:lnTo>
                  <a:lnTo>
                    <a:pt x="304274" y="483537"/>
                  </a:lnTo>
                  <a:lnTo>
                    <a:pt x="448781" y="483616"/>
                  </a:lnTo>
                  <a:lnTo>
                    <a:pt x="510786" y="483408"/>
                  </a:lnTo>
                  <a:lnTo>
                    <a:pt x="560492" y="482995"/>
                  </a:lnTo>
                  <a:lnTo>
                    <a:pt x="593804" y="482349"/>
                  </a:lnTo>
                  <a:lnTo>
                    <a:pt x="606621" y="481440"/>
                  </a:lnTo>
                  <a:lnTo>
                    <a:pt x="607189" y="456236"/>
                  </a:lnTo>
                  <a:lnTo>
                    <a:pt x="604287" y="399098"/>
                  </a:lnTo>
                  <a:lnTo>
                    <a:pt x="599657" y="330178"/>
                  </a:lnTo>
                  <a:lnTo>
                    <a:pt x="595041" y="269629"/>
                  </a:lnTo>
                  <a:lnTo>
                    <a:pt x="583121" y="190336"/>
                  </a:lnTo>
                  <a:lnTo>
                    <a:pt x="566310" y="110970"/>
                  </a:lnTo>
                  <a:lnTo>
                    <a:pt x="542843" y="3277"/>
                  </a:lnTo>
                  <a:lnTo>
                    <a:pt x="73548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3" name="object 703" descr=""/>
            <p:cNvSpPr/>
            <p:nvPr/>
          </p:nvSpPr>
          <p:spPr>
            <a:xfrm>
              <a:off x="1465211" y="3484898"/>
              <a:ext cx="589915" cy="483234"/>
            </a:xfrm>
            <a:custGeom>
              <a:avLst/>
              <a:gdLst/>
              <a:ahLst/>
              <a:cxnLst/>
              <a:rect l="l" t="t" r="r" b="b"/>
              <a:pathLst>
                <a:path w="589914" h="483235">
                  <a:moveTo>
                    <a:pt x="542671" y="11798"/>
                  </a:moveTo>
                  <a:lnTo>
                    <a:pt x="470433" y="3479"/>
                  </a:lnTo>
                  <a:lnTo>
                    <a:pt x="408952" y="1346"/>
                  </a:lnTo>
                  <a:lnTo>
                    <a:pt x="330873" y="190"/>
                  </a:lnTo>
                  <a:lnTo>
                    <a:pt x="232041" y="0"/>
                  </a:lnTo>
                  <a:lnTo>
                    <a:pt x="156845" y="800"/>
                  </a:lnTo>
                  <a:lnTo>
                    <a:pt x="103378" y="2501"/>
                  </a:lnTo>
                  <a:lnTo>
                    <a:pt x="69735" y="4965"/>
                  </a:lnTo>
                  <a:lnTo>
                    <a:pt x="54000" y="8102"/>
                  </a:lnTo>
                  <a:lnTo>
                    <a:pt x="54305" y="11798"/>
                  </a:lnTo>
                  <a:lnTo>
                    <a:pt x="89065" y="35877"/>
                  </a:lnTo>
                  <a:lnTo>
                    <a:pt x="106921" y="48615"/>
                  </a:lnTo>
                  <a:lnTo>
                    <a:pt x="113499" y="54229"/>
                  </a:lnTo>
                  <a:lnTo>
                    <a:pt x="114439" y="56972"/>
                  </a:lnTo>
                  <a:lnTo>
                    <a:pt x="114439" y="85839"/>
                  </a:lnTo>
                  <a:lnTo>
                    <a:pt x="493356" y="85839"/>
                  </a:lnTo>
                  <a:lnTo>
                    <a:pt x="493356" y="59385"/>
                  </a:lnTo>
                  <a:lnTo>
                    <a:pt x="493750" y="42646"/>
                  </a:lnTo>
                  <a:lnTo>
                    <a:pt x="499021" y="32118"/>
                  </a:lnTo>
                  <a:lnTo>
                    <a:pt x="513791" y="23317"/>
                  </a:lnTo>
                  <a:lnTo>
                    <a:pt x="542671" y="11798"/>
                  </a:lnTo>
                  <a:close/>
                </a:path>
                <a:path w="589914" h="483235">
                  <a:moveTo>
                    <a:pt x="589851" y="391604"/>
                  </a:moveTo>
                  <a:lnTo>
                    <a:pt x="586105" y="326059"/>
                  </a:lnTo>
                  <a:lnTo>
                    <a:pt x="578434" y="270700"/>
                  </a:lnTo>
                  <a:lnTo>
                    <a:pt x="552678" y="242201"/>
                  </a:lnTo>
                  <a:lnTo>
                    <a:pt x="473036" y="237197"/>
                  </a:lnTo>
                  <a:lnTo>
                    <a:pt x="415899" y="234962"/>
                  </a:lnTo>
                  <a:lnTo>
                    <a:pt x="352069" y="233133"/>
                  </a:lnTo>
                  <a:lnTo>
                    <a:pt x="285165" y="231914"/>
                  </a:lnTo>
                  <a:lnTo>
                    <a:pt x="218833" y="231470"/>
                  </a:lnTo>
                  <a:lnTo>
                    <a:pt x="156692" y="231978"/>
                  </a:lnTo>
                  <a:lnTo>
                    <a:pt x="102374" y="233616"/>
                  </a:lnTo>
                  <a:lnTo>
                    <a:pt x="59499" y="236562"/>
                  </a:lnTo>
                  <a:lnTo>
                    <a:pt x="21348" y="260299"/>
                  </a:lnTo>
                  <a:lnTo>
                    <a:pt x="11379" y="304317"/>
                  </a:lnTo>
                  <a:lnTo>
                    <a:pt x="3657" y="360514"/>
                  </a:lnTo>
                  <a:lnTo>
                    <a:pt x="0" y="416344"/>
                  </a:lnTo>
                  <a:lnTo>
                    <a:pt x="2235" y="459282"/>
                  </a:lnTo>
                  <a:lnTo>
                    <a:pt x="70853" y="478320"/>
                  </a:lnTo>
                  <a:lnTo>
                    <a:pt x="191389" y="480745"/>
                  </a:lnTo>
                  <a:lnTo>
                    <a:pt x="263601" y="481876"/>
                  </a:lnTo>
                  <a:lnTo>
                    <a:pt x="337807" y="482714"/>
                  </a:lnTo>
                  <a:lnTo>
                    <a:pt x="409486" y="483095"/>
                  </a:lnTo>
                  <a:lnTo>
                    <a:pt x="474167" y="482866"/>
                  </a:lnTo>
                  <a:lnTo>
                    <a:pt x="527329" y="481850"/>
                  </a:lnTo>
                  <a:lnTo>
                    <a:pt x="581177" y="476783"/>
                  </a:lnTo>
                  <a:lnTo>
                    <a:pt x="589851" y="391604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4" name="object 704" descr=""/>
            <p:cNvSpPr/>
            <p:nvPr/>
          </p:nvSpPr>
          <p:spPr>
            <a:xfrm>
              <a:off x="1528577" y="3569699"/>
              <a:ext cx="462915" cy="83820"/>
            </a:xfrm>
            <a:custGeom>
              <a:avLst/>
              <a:gdLst/>
              <a:ahLst/>
              <a:cxnLst/>
              <a:rect l="l" t="t" r="r" b="b"/>
              <a:pathLst>
                <a:path w="462914" h="83820">
                  <a:moveTo>
                    <a:pt x="113318" y="0"/>
                  </a:moveTo>
                  <a:lnTo>
                    <a:pt x="67547" y="678"/>
                  </a:lnTo>
                  <a:lnTo>
                    <a:pt x="21946" y="4806"/>
                  </a:lnTo>
                  <a:lnTo>
                    <a:pt x="0" y="30307"/>
                  </a:lnTo>
                  <a:lnTo>
                    <a:pt x="4816" y="31512"/>
                  </a:lnTo>
                  <a:lnTo>
                    <a:pt x="15246" y="35121"/>
                  </a:lnTo>
                  <a:lnTo>
                    <a:pt x="34136" y="43240"/>
                  </a:lnTo>
                  <a:lnTo>
                    <a:pt x="53704" y="54519"/>
                  </a:lnTo>
                  <a:lnTo>
                    <a:pt x="66165" y="67605"/>
                  </a:lnTo>
                  <a:lnTo>
                    <a:pt x="86665" y="74428"/>
                  </a:lnTo>
                  <a:lnTo>
                    <a:pt x="133805" y="79368"/>
                  </a:lnTo>
                  <a:lnTo>
                    <a:pt x="196871" y="82323"/>
                  </a:lnTo>
                  <a:lnTo>
                    <a:pt x="265148" y="83192"/>
                  </a:lnTo>
                  <a:lnTo>
                    <a:pt x="327920" y="81876"/>
                  </a:lnTo>
                  <a:lnTo>
                    <a:pt x="374473" y="78274"/>
                  </a:lnTo>
                  <a:lnTo>
                    <a:pt x="394092" y="72285"/>
                  </a:lnTo>
                  <a:lnTo>
                    <a:pt x="405351" y="58566"/>
                  </a:lnTo>
                  <a:lnTo>
                    <a:pt x="424891" y="44579"/>
                  </a:lnTo>
                  <a:lnTo>
                    <a:pt x="444885" y="33200"/>
                  </a:lnTo>
                  <a:lnTo>
                    <a:pt x="457504" y="27302"/>
                  </a:lnTo>
                  <a:lnTo>
                    <a:pt x="461805" y="22213"/>
                  </a:lnTo>
                  <a:lnTo>
                    <a:pt x="462445" y="13873"/>
                  </a:lnTo>
                  <a:lnTo>
                    <a:pt x="459973" y="6084"/>
                  </a:lnTo>
                  <a:lnTo>
                    <a:pt x="454939" y="2643"/>
                  </a:lnTo>
                  <a:lnTo>
                    <a:pt x="410196" y="2413"/>
                  </a:lnTo>
                  <a:lnTo>
                    <a:pt x="216107" y="585"/>
                  </a:lnTo>
                  <a:lnTo>
                    <a:pt x="113318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5" name="object 705" descr=""/>
            <p:cNvSpPr/>
            <p:nvPr/>
          </p:nvSpPr>
          <p:spPr>
            <a:xfrm>
              <a:off x="1528577" y="3556058"/>
              <a:ext cx="462915" cy="83820"/>
            </a:xfrm>
            <a:custGeom>
              <a:avLst/>
              <a:gdLst/>
              <a:ahLst/>
              <a:cxnLst/>
              <a:rect l="l" t="t" r="r" b="b"/>
              <a:pathLst>
                <a:path w="462914" h="83820">
                  <a:moveTo>
                    <a:pt x="113318" y="0"/>
                  </a:moveTo>
                  <a:lnTo>
                    <a:pt x="67547" y="678"/>
                  </a:lnTo>
                  <a:lnTo>
                    <a:pt x="21946" y="4810"/>
                  </a:lnTo>
                  <a:lnTo>
                    <a:pt x="0" y="30307"/>
                  </a:lnTo>
                  <a:lnTo>
                    <a:pt x="4816" y="31512"/>
                  </a:lnTo>
                  <a:lnTo>
                    <a:pt x="15246" y="35121"/>
                  </a:lnTo>
                  <a:lnTo>
                    <a:pt x="34136" y="43240"/>
                  </a:lnTo>
                  <a:lnTo>
                    <a:pt x="53704" y="54519"/>
                  </a:lnTo>
                  <a:lnTo>
                    <a:pt x="66165" y="67605"/>
                  </a:lnTo>
                  <a:lnTo>
                    <a:pt x="86665" y="74428"/>
                  </a:lnTo>
                  <a:lnTo>
                    <a:pt x="133805" y="79368"/>
                  </a:lnTo>
                  <a:lnTo>
                    <a:pt x="196871" y="82323"/>
                  </a:lnTo>
                  <a:lnTo>
                    <a:pt x="265148" y="83192"/>
                  </a:lnTo>
                  <a:lnTo>
                    <a:pt x="327920" y="81876"/>
                  </a:lnTo>
                  <a:lnTo>
                    <a:pt x="374473" y="78274"/>
                  </a:lnTo>
                  <a:lnTo>
                    <a:pt x="394092" y="72285"/>
                  </a:lnTo>
                  <a:lnTo>
                    <a:pt x="405351" y="58566"/>
                  </a:lnTo>
                  <a:lnTo>
                    <a:pt x="424891" y="44579"/>
                  </a:lnTo>
                  <a:lnTo>
                    <a:pt x="444885" y="33200"/>
                  </a:lnTo>
                  <a:lnTo>
                    <a:pt x="457504" y="27302"/>
                  </a:lnTo>
                  <a:lnTo>
                    <a:pt x="461805" y="22213"/>
                  </a:lnTo>
                  <a:lnTo>
                    <a:pt x="462445" y="13873"/>
                  </a:lnTo>
                  <a:lnTo>
                    <a:pt x="459973" y="6084"/>
                  </a:lnTo>
                  <a:lnTo>
                    <a:pt x="454939" y="2643"/>
                  </a:lnTo>
                  <a:lnTo>
                    <a:pt x="410196" y="2413"/>
                  </a:lnTo>
                  <a:lnTo>
                    <a:pt x="216107" y="585"/>
                  </a:lnTo>
                  <a:lnTo>
                    <a:pt x="113318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6" name="object 706" descr=""/>
            <p:cNvSpPr/>
            <p:nvPr/>
          </p:nvSpPr>
          <p:spPr>
            <a:xfrm>
              <a:off x="1573449" y="3535819"/>
              <a:ext cx="390525" cy="22860"/>
            </a:xfrm>
            <a:custGeom>
              <a:avLst/>
              <a:gdLst/>
              <a:ahLst/>
              <a:cxnLst/>
              <a:rect l="l" t="t" r="r" b="b"/>
              <a:pathLst>
                <a:path w="390525" h="22860">
                  <a:moveTo>
                    <a:pt x="389956" y="0"/>
                  </a:moveTo>
                  <a:lnTo>
                    <a:pt x="0" y="0"/>
                  </a:lnTo>
                  <a:lnTo>
                    <a:pt x="0" y="22795"/>
                  </a:lnTo>
                  <a:lnTo>
                    <a:pt x="389956" y="22795"/>
                  </a:lnTo>
                  <a:lnTo>
                    <a:pt x="389956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7" name="object 707" descr=""/>
            <p:cNvSpPr/>
            <p:nvPr/>
          </p:nvSpPr>
          <p:spPr>
            <a:xfrm>
              <a:off x="1740759" y="3519006"/>
              <a:ext cx="55880" cy="120650"/>
            </a:xfrm>
            <a:custGeom>
              <a:avLst/>
              <a:gdLst/>
              <a:ahLst/>
              <a:cxnLst/>
              <a:rect l="l" t="t" r="r" b="b"/>
              <a:pathLst>
                <a:path w="55880" h="120650">
                  <a:moveTo>
                    <a:pt x="55328" y="0"/>
                  </a:moveTo>
                  <a:lnTo>
                    <a:pt x="27664" y="0"/>
                  </a:lnTo>
                  <a:lnTo>
                    <a:pt x="0" y="0"/>
                  </a:lnTo>
                  <a:lnTo>
                    <a:pt x="1112" y="41598"/>
                  </a:lnTo>
                  <a:lnTo>
                    <a:pt x="2146" y="70704"/>
                  </a:lnTo>
                  <a:lnTo>
                    <a:pt x="3183" y="85002"/>
                  </a:lnTo>
                  <a:lnTo>
                    <a:pt x="4284" y="86906"/>
                  </a:lnTo>
                  <a:lnTo>
                    <a:pt x="27664" y="120174"/>
                  </a:lnTo>
                  <a:lnTo>
                    <a:pt x="52145" y="85002"/>
                  </a:lnTo>
                  <a:lnTo>
                    <a:pt x="52907" y="82319"/>
                  </a:lnTo>
                  <a:lnTo>
                    <a:pt x="53493" y="72571"/>
                  </a:lnTo>
                  <a:lnTo>
                    <a:pt x="55328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8" name="object 708" descr=""/>
            <p:cNvSpPr/>
            <p:nvPr/>
          </p:nvSpPr>
          <p:spPr>
            <a:xfrm>
              <a:off x="1745265" y="3519006"/>
              <a:ext cx="47625" cy="103505"/>
            </a:xfrm>
            <a:custGeom>
              <a:avLst/>
              <a:gdLst/>
              <a:ahLst/>
              <a:cxnLst/>
              <a:rect l="l" t="t" r="r" b="b"/>
              <a:pathLst>
                <a:path w="47625" h="103504">
                  <a:moveTo>
                    <a:pt x="47307" y="0"/>
                  </a:moveTo>
                  <a:lnTo>
                    <a:pt x="23653" y="0"/>
                  </a:lnTo>
                  <a:lnTo>
                    <a:pt x="0" y="0"/>
                  </a:lnTo>
                  <a:lnTo>
                    <a:pt x="1837" y="60637"/>
                  </a:lnTo>
                  <a:lnTo>
                    <a:pt x="2722" y="72898"/>
                  </a:lnTo>
                  <a:lnTo>
                    <a:pt x="3662" y="74529"/>
                  </a:lnTo>
                  <a:lnTo>
                    <a:pt x="23653" y="103043"/>
                  </a:lnTo>
                  <a:lnTo>
                    <a:pt x="44585" y="72898"/>
                  </a:lnTo>
                  <a:lnTo>
                    <a:pt x="45240" y="70598"/>
                  </a:lnTo>
                  <a:lnTo>
                    <a:pt x="45742" y="62238"/>
                  </a:lnTo>
                  <a:lnTo>
                    <a:pt x="4730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9" name="object 709" descr=""/>
            <p:cNvSpPr/>
            <p:nvPr/>
          </p:nvSpPr>
          <p:spPr>
            <a:xfrm>
              <a:off x="1560813" y="3269749"/>
              <a:ext cx="400685" cy="220979"/>
            </a:xfrm>
            <a:custGeom>
              <a:avLst/>
              <a:gdLst/>
              <a:ahLst/>
              <a:cxnLst/>
              <a:rect l="l" t="t" r="r" b="b"/>
              <a:pathLst>
                <a:path w="400685" h="220979">
                  <a:moveTo>
                    <a:pt x="203554" y="0"/>
                  </a:moveTo>
                  <a:lnTo>
                    <a:pt x="157924" y="13539"/>
                  </a:lnTo>
                  <a:lnTo>
                    <a:pt x="121516" y="47991"/>
                  </a:lnTo>
                  <a:lnTo>
                    <a:pt x="93655" y="94168"/>
                  </a:lnTo>
                  <a:lnTo>
                    <a:pt x="73667" y="142881"/>
                  </a:lnTo>
                  <a:lnTo>
                    <a:pt x="60879" y="184943"/>
                  </a:lnTo>
                  <a:lnTo>
                    <a:pt x="54616" y="211166"/>
                  </a:lnTo>
                  <a:lnTo>
                    <a:pt x="2146" y="211166"/>
                  </a:lnTo>
                  <a:lnTo>
                    <a:pt x="0" y="213312"/>
                  </a:lnTo>
                  <a:lnTo>
                    <a:pt x="0" y="218632"/>
                  </a:lnTo>
                  <a:lnTo>
                    <a:pt x="2146" y="220789"/>
                  </a:lnTo>
                  <a:lnTo>
                    <a:pt x="62511" y="220789"/>
                  </a:lnTo>
                  <a:lnTo>
                    <a:pt x="63265" y="216893"/>
                  </a:lnTo>
                  <a:lnTo>
                    <a:pt x="73237" y="187674"/>
                  </a:lnTo>
                  <a:lnTo>
                    <a:pt x="101591" y="123437"/>
                  </a:lnTo>
                  <a:lnTo>
                    <a:pt x="145976" y="59311"/>
                  </a:lnTo>
                  <a:lnTo>
                    <a:pt x="204046" y="30428"/>
                  </a:lnTo>
                  <a:lnTo>
                    <a:pt x="250670" y="44344"/>
                  </a:lnTo>
                  <a:lnTo>
                    <a:pt x="286897" y="78614"/>
                  </a:lnTo>
                  <a:lnTo>
                    <a:pt x="313599" y="123115"/>
                  </a:lnTo>
                  <a:lnTo>
                    <a:pt x="331645" y="167727"/>
                  </a:lnTo>
                  <a:lnTo>
                    <a:pt x="345256" y="216799"/>
                  </a:lnTo>
                  <a:lnTo>
                    <a:pt x="345958" y="220789"/>
                  </a:lnTo>
                  <a:lnTo>
                    <a:pt x="398364" y="220789"/>
                  </a:lnTo>
                  <a:lnTo>
                    <a:pt x="400521" y="218632"/>
                  </a:lnTo>
                  <a:lnTo>
                    <a:pt x="400521" y="213312"/>
                  </a:lnTo>
                  <a:lnTo>
                    <a:pt x="398364" y="211166"/>
                  </a:lnTo>
                  <a:lnTo>
                    <a:pt x="353999" y="211166"/>
                  </a:lnTo>
                  <a:lnTo>
                    <a:pt x="348123" y="185017"/>
                  </a:lnTo>
                  <a:lnTo>
                    <a:pt x="335760" y="142970"/>
                  </a:lnTo>
                  <a:lnTo>
                    <a:pt x="316016" y="94235"/>
                  </a:lnTo>
                  <a:lnTo>
                    <a:pt x="287997" y="48022"/>
                  </a:lnTo>
                  <a:lnTo>
                    <a:pt x="250808" y="13540"/>
                  </a:lnTo>
                  <a:lnTo>
                    <a:pt x="203554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0" name="object 710" descr=""/>
            <p:cNvSpPr/>
            <p:nvPr/>
          </p:nvSpPr>
          <p:spPr>
            <a:xfrm>
              <a:off x="1575993" y="3475703"/>
              <a:ext cx="377825" cy="5715"/>
            </a:xfrm>
            <a:custGeom>
              <a:avLst/>
              <a:gdLst/>
              <a:ahLst/>
              <a:cxnLst/>
              <a:rect l="l" t="t" r="r" b="b"/>
              <a:pathLst>
                <a:path w="377825" h="5714">
                  <a:moveTo>
                    <a:pt x="32880" y="1181"/>
                  </a:moveTo>
                  <a:lnTo>
                    <a:pt x="31711" y="0"/>
                  </a:lnTo>
                  <a:lnTo>
                    <a:pt x="30276" y="0"/>
                  </a:lnTo>
                  <a:lnTo>
                    <a:pt x="1181" y="0"/>
                  </a:lnTo>
                  <a:lnTo>
                    <a:pt x="0" y="1181"/>
                  </a:lnTo>
                  <a:lnTo>
                    <a:pt x="0" y="4038"/>
                  </a:lnTo>
                  <a:lnTo>
                    <a:pt x="1181" y="5219"/>
                  </a:lnTo>
                  <a:lnTo>
                    <a:pt x="31711" y="5219"/>
                  </a:lnTo>
                  <a:lnTo>
                    <a:pt x="32880" y="4038"/>
                  </a:lnTo>
                  <a:lnTo>
                    <a:pt x="32880" y="1181"/>
                  </a:lnTo>
                  <a:close/>
                </a:path>
                <a:path w="377825" h="5714">
                  <a:moveTo>
                    <a:pt x="377317" y="1181"/>
                  </a:moveTo>
                  <a:lnTo>
                    <a:pt x="376135" y="0"/>
                  </a:lnTo>
                  <a:lnTo>
                    <a:pt x="374700" y="0"/>
                  </a:lnTo>
                  <a:lnTo>
                    <a:pt x="345605" y="0"/>
                  </a:lnTo>
                  <a:lnTo>
                    <a:pt x="344436" y="1181"/>
                  </a:lnTo>
                  <a:lnTo>
                    <a:pt x="344436" y="4038"/>
                  </a:lnTo>
                  <a:lnTo>
                    <a:pt x="345605" y="5219"/>
                  </a:lnTo>
                  <a:lnTo>
                    <a:pt x="376135" y="5219"/>
                  </a:lnTo>
                  <a:lnTo>
                    <a:pt x="377317" y="4038"/>
                  </a:lnTo>
                  <a:lnTo>
                    <a:pt x="377317" y="1181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11" name="object 711" descr=""/>
          <p:cNvGrpSpPr/>
          <p:nvPr/>
        </p:nvGrpSpPr>
        <p:grpSpPr>
          <a:xfrm>
            <a:off x="2396287" y="3269755"/>
            <a:ext cx="289560" cy="706755"/>
            <a:chOff x="2396287" y="3269755"/>
            <a:chExt cx="289560" cy="706755"/>
          </a:xfrm>
        </p:grpSpPr>
        <p:sp>
          <p:nvSpPr>
            <p:cNvPr id="712" name="object 712" descr=""/>
            <p:cNvSpPr/>
            <p:nvPr/>
          </p:nvSpPr>
          <p:spPr>
            <a:xfrm>
              <a:off x="2514550" y="3269755"/>
              <a:ext cx="33020" cy="220979"/>
            </a:xfrm>
            <a:custGeom>
              <a:avLst/>
              <a:gdLst/>
              <a:ahLst/>
              <a:cxnLst/>
              <a:rect l="l" t="t" r="r" b="b"/>
              <a:pathLst>
                <a:path w="33019" h="220979">
                  <a:moveTo>
                    <a:pt x="28428" y="0"/>
                  </a:moveTo>
                  <a:lnTo>
                    <a:pt x="22952" y="0"/>
                  </a:lnTo>
                  <a:lnTo>
                    <a:pt x="4439" y="0"/>
                  </a:lnTo>
                  <a:lnTo>
                    <a:pt x="0" y="4439"/>
                  </a:lnTo>
                  <a:lnTo>
                    <a:pt x="0" y="220789"/>
                  </a:lnTo>
                  <a:lnTo>
                    <a:pt x="32878" y="220789"/>
                  </a:lnTo>
                  <a:lnTo>
                    <a:pt x="32878" y="4439"/>
                  </a:lnTo>
                  <a:lnTo>
                    <a:pt x="28428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3" name="object 713" descr=""/>
            <p:cNvSpPr/>
            <p:nvPr/>
          </p:nvSpPr>
          <p:spPr>
            <a:xfrm>
              <a:off x="2514548" y="3475700"/>
              <a:ext cx="33020" cy="5715"/>
            </a:xfrm>
            <a:custGeom>
              <a:avLst/>
              <a:gdLst/>
              <a:ahLst/>
              <a:cxnLst/>
              <a:rect l="l" t="t" r="r" b="b"/>
              <a:pathLst>
                <a:path w="33019" h="5714">
                  <a:moveTo>
                    <a:pt x="31705" y="0"/>
                  </a:moveTo>
                  <a:lnTo>
                    <a:pt x="30271" y="0"/>
                  </a:lnTo>
                  <a:lnTo>
                    <a:pt x="1172" y="0"/>
                  </a:lnTo>
                  <a:lnTo>
                    <a:pt x="0" y="1172"/>
                  </a:lnTo>
                  <a:lnTo>
                    <a:pt x="0" y="4041"/>
                  </a:lnTo>
                  <a:lnTo>
                    <a:pt x="1172" y="5214"/>
                  </a:lnTo>
                  <a:lnTo>
                    <a:pt x="31705" y="5214"/>
                  </a:lnTo>
                  <a:lnTo>
                    <a:pt x="32878" y="4041"/>
                  </a:lnTo>
                  <a:lnTo>
                    <a:pt x="32878" y="1172"/>
                  </a:lnTo>
                  <a:lnTo>
                    <a:pt x="31705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4" name="object 714" descr=""/>
            <p:cNvSpPr/>
            <p:nvPr/>
          </p:nvSpPr>
          <p:spPr>
            <a:xfrm>
              <a:off x="2396287" y="3486987"/>
              <a:ext cx="289560" cy="487680"/>
            </a:xfrm>
            <a:custGeom>
              <a:avLst/>
              <a:gdLst/>
              <a:ahLst/>
              <a:cxnLst/>
              <a:rect l="l" t="t" r="r" b="b"/>
              <a:pathLst>
                <a:path w="289560" h="487679">
                  <a:moveTo>
                    <a:pt x="149008" y="0"/>
                  </a:moveTo>
                  <a:lnTo>
                    <a:pt x="105028" y="3551"/>
                  </a:lnTo>
                  <a:lnTo>
                    <a:pt x="66658" y="54306"/>
                  </a:lnTo>
                  <a:lnTo>
                    <a:pt x="44552" y="105376"/>
                  </a:lnTo>
                  <a:lnTo>
                    <a:pt x="24232" y="162259"/>
                  </a:lnTo>
                  <a:lnTo>
                    <a:pt x="8497" y="216466"/>
                  </a:lnTo>
                  <a:lnTo>
                    <a:pt x="0" y="292986"/>
                  </a:lnTo>
                  <a:lnTo>
                    <a:pt x="1632" y="380015"/>
                  </a:lnTo>
                  <a:lnTo>
                    <a:pt x="7173" y="451406"/>
                  </a:lnTo>
                  <a:lnTo>
                    <a:pt x="10402" y="481013"/>
                  </a:lnTo>
                  <a:lnTo>
                    <a:pt x="53528" y="486274"/>
                  </a:lnTo>
                  <a:lnTo>
                    <a:pt x="118286" y="487494"/>
                  </a:lnTo>
                  <a:lnTo>
                    <a:pt x="188586" y="486082"/>
                  </a:lnTo>
                  <a:lnTo>
                    <a:pt x="248338" y="483452"/>
                  </a:lnTo>
                  <a:lnTo>
                    <a:pt x="281452" y="481013"/>
                  </a:lnTo>
                  <a:lnTo>
                    <a:pt x="287508" y="363954"/>
                  </a:lnTo>
                  <a:lnTo>
                    <a:pt x="289539" y="298723"/>
                  </a:lnTo>
                  <a:lnTo>
                    <a:pt x="287555" y="261727"/>
                  </a:lnTo>
                  <a:lnTo>
                    <a:pt x="269425" y="200350"/>
                  </a:lnTo>
                  <a:lnTo>
                    <a:pt x="242965" y="145168"/>
                  </a:lnTo>
                  <a:lnTo>
                    <a:pt x="210855" y="81917"/>
                  </a:lnTo>
                  <a:lnTo>
                    <a:pt x="181765" y="28682"/>
                  </a:lnTo>
                  <a:lnTo>
                    <a:pt x="149008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5" name="object 715" descr=""/>
            <p:cNvSpPr/>
            <p:nvPr/>
          </p:nvSpPr>
          <p:spPr>
            <a:xfrm>
              <a:off x="2404858" y="3490538"/>
              <a:ext cx="273050" cy="481330"/>
            </a:xfrm>
            <a:custGeom>
              <a:avLst/>
              <a:gdLst/>
              <a:ahLst/>
              <a:cxnLst/>
              <a:rect l="l" t="t" r="r" b="b"/>
              <a:pathLst>
                <a:path w="273050" h="481329">
                  <a:moveTo>
                    <a:pt x="155795" y="0"/>
                  </a:moveTo>
                  <a:lnTo>
                    <a:pt x="135025" y="16462"/>
                  </a:lnTo>
                  <a:lnTo>
                    <a:pt x="121920" y="21949"/>
                  </a:lnTo>
                  <a:lnTo>
                    <a:pt x="110919" y="16462"/>
                  </a:lnTo>
                  <a:lnTo>
                    <a:pt x="96456" y="0"/>
                  </a:lnTo>
                  <a:lnTo>
                    <a:pt x="53678" y="119281"/>
                  </a:lnTo>
                  <a:lnTo>
                    <a:pt x="30898" y="185898"/>
                  </a:lnTo>
                  <a:lnTo>
                    <a:pt x="20448" y="224022"/>
                  </a:lnTo>
                  <a:lnTo>
                    <a:pt x="8367" y="313554"/>
                  </a:lnTo>
                  <a:lnTo>
                    <a:pt x="2830" y="385049"/>
                  </a:lnTo>
                  <a:lnTo>
                    <a:pt x="0" y="447842"/>
                  </a:lnTo>
                  <a:lnTo>
                    <a:pt x="1831" y="477461"/>
                  </a:lnTo>
                  <a:lnTo>
                    <a:pt x="32327" y="480258"/>
                  </a:lnTo>
                  <a:lnTo>
                    <a:pt x="99547" y="481169"/>
                  </a:lnTo>
                  <a:lnTo>
                    <a:pt x="178625" y="480682"/>
                  </a:lnTo>
                  <a:lnTo>
                    <a:pt x="244691" y="479284"/>
                  </a:lnTo>
                  <a:lnTo>
                    <a:pt x="272880" y="477461"/>
                  </a:lnTo>
                  <a:lnTo>
                    <a:pt x="271969" y="454667"/>
                  </a:lnTo>
                  <a:lnTo>
                    <a:pt x="268288" y="402143"/>
                  </a:lnTo>
                  <a:lnTo>
                    <a:pt x="263298" y="338058"/>
                  </a:lnTo>
                  <a:lnTo>
                    <a:pt x="258460" y="280583"/>
                  </a:lnTo>
                  <a:lnTo>
                    <a:pt x="238347" y="199136"/>
                  </a:lnTo>
                  <a:lnTo>
                    <a:pt x="204314" y="115038"/>
                  </a:lnTo>
                  <a:lnTo>
                    <a:pt x="170882" y="35392"/>
                  </a:lnTo>
                  <a:lnTo>
                    <a:pt x="155795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6" name="object 716" descr=""/>
            <p:cNvSpPr/>
            <p:nvPr/>
          </p:nvSpPr>
          <p:spPr>
            <a:xfrm>
              <a:off x="2501315" y="3490538"/>
              <a:ext cx="59690" cy="485775"/>
            </a:xfrm>
            <a:custGeom>
              <a:avLst/>
              <a:gdLst/>
              <a:ahLst/>
              <a:cxnLst/>
              <a:rect l="l" t="t" r="r" b="b"/>
              <a:pathLst>
                <a:path w="59689" h="485775">
                  <a:moveTo>
                    <a:pt x="0" y="0"/>
                  </a:moveTo>
                  <a:lnTo>
                    <a:pt x="19835" y="275707"/>
                  </a:lnTo>
                  <a:lnTo>
                    <a:pt x="30400" y="417733"/>
                  </a:lnTo>
                  <a:lnTo>
                    <a:pt x="35255" y="471186"/>
                  </a:lnTo>
                  <a:lnTo>
                    <a:pt x="41705" y="485566"/>
                  </a:lnTo>
                  <a:lnTo>
                    <a:pt x="54532" y="477461"/>
                  </a:lnTo>
                  <a:lnTo>
                    <a:pt x="59141" y="19546"/>
                  </a:lnTo>
                  <a:lnTo>
                    <a:pt x="29068" y="19546"/>
                  </a:lnTo>
                  <a:lnTo>
                    <a:pt x="17165" y="14659"/>
                  </a:lnTo>
                  <a:lnTo>
                    <a:pt x="0" y="0"/>
                  </a:lnTo>
                  <a:close/>
                </a:path>
                <a:path w="59689" h="485775">
                  <a:moveTo>
                    <a:pt x="59338" y="0"/>
                  </a:moveTo>
                  <a:lnTo>
                    <a:pt x="41271" y="14659"/>
                  </a:lnTo>
                  <a:lnTo>
                    <a:pt x="29068" y="19546"/>
                  </a:lnTo>
                  <a:lnTo>
                    <a:pt x="59141" y="19546"/>
                  </a:lnTo>
                  <a:lnTo>
                    <a:pt x="59338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7" name="object 717" descr=""/>
            <p:cNvPicPr/>
            <p:nvPr/>
          </p:nvPicPr>
          <p:blipFill>
            <a:blip r:embed="rId96" cstate="print"/>
            <a:stretch>
              <a:fillRect/>
            </a:stretch>
          </p:blipFill>
          <p:spPr>
            <a:xfrm>
              <a:off x="2412509" y="3484946"/>
              <a:ext cx="162583" cy="167962"/>
            </a:xfrm>
            <a:prstGeom prst="rect">
              <a:avLst/>
            </a:prstGeom>
          </p:spPr>
        </p:pic>
      </p:grpSp>
      <p:grpSp>
        <p:nvGrpSpPr>
          <p:cNvPr id="718" name="object 718" descr=""/>
          <p:cNvGrpSpPr/>
          <p:nvPr/>
        </p:nvGrpSpPr>
        <p:grpSpPr>
          <a:xfrm>
            <a:off x="3013885" y="3260316"/>
            <a:ext cx="608965" cy="710565"/>
            <a:chOff x="3013885" y="3260316"/>
            <a:chExt cx="608965" cy="710565"/>
          </a:xfrm>
        </p:grpSpPr>
        <p:sp>
          <p:nvSpPr>
            <p:cNvPr id="719" name="object 719" descr=""/>
            <p:cNvSpPr/>
            <p:nvPr/>
          </p:nvSpPr>
          <p:spPr>
            <a:xfrm>
              <a:off x="3015633" y="3490294"/>
              <a:ext cx="607695" cy="480695"/>
            </a:xfrm>
            <a:custGeom>
              <a:avLst/>
              <a:gdLst/>
              <a:ahLst/>
              <a:cxnLst/>
              <a:rect l="l" t="t" r="r" b="b"/>
              <a:pathLst>
                <a:path w="607695" h="480695">
                  <a:moveTo>
                    <a:pt x="59203" y="0"/>
                  </a:moveTo>
                  <a:lnTo>
                    <a:pt x="12782" y="212385"/>
                  </a:lnTo>
                  <a:lnTo>
                    <a:pt x="4757" y="270519"/>
                  </a:lnTo>
                  <a:lnTo>
                    <a:pt x="1877" y="332474"/>
                  </a:lnTo>
                  <a:lnTo>
                    <a:pt x="153" y="400341"/>
                  </a:lnTo>
                  <a:lnTo>
                    <a:pt x="0" y="455242"/>
                  </a:lnTo>
                  <a:lnTo>
                    <a:pt x="1833" y="478299"/>
                  </a:lnTo>
                  <a:lnTo>
                    <a:pt x="14679" y="478674"/>
                  </a:lnTo>
                  <a:lnTo>
                    <a:pt x="97740" y="479481"/>
                  </a:lnTo>
                  <a:lnTo>
                    <a:pt x="304278" y="480400"/>
                  </a:lnTo>
                  <a:lnTo>
                    <a:pt x="448786" y="480477"/>
                  </a:lnTo>
                  <a:lnTo>
                    <a:pt x="510790" y="480268"/>
                  </a:lnTo>
                  <a:lnTo>
                    <a:pt x="560496" y="479854"/>
                  </a:lnTo>
                  <a:lnTo>
                    <a:pt x="593806" y="479208"/>
                  </a:lnTo>
                  <a:lnTo>
                    <a:pt x="606621" y="478299"/>
                  </a:lnTo>
                  <a:lnTo>
                    <a:pt x="607194" y="453095"/>
                  </a:lnTo>
                  <a:lnTo>
                    <a:pt x="604295" y="395957"/>
                  </a:lnTo>
                  <a:lnTo>
                    <a:pt x="599667" y="327037"/>
                  </a:lnTo>
                  <a:lnTo>
                    <a:pt x="595052" y="266488"/>
                  </a:lnTo>
                  <a:lnTo>
                    <a:pt x="583127" y="187195"/>
                  </a:lnTo>
                  <a:lnTo>
                    <a:pt x="566317" y="107829"/>
                  </a:lnTo>
                  <a:lnTo>
                    <a:pt x="542853" y="136"/>
                  </a:lnTo>
                  <a:lnTo>
                    <a:pt x="59203" y="0"/>
                  </a:lnTo>
                  <a:close/>
                </a:path>
              </a:pathLst>
            </a:custGeom>
            <a:solidFill>
              <a:srgbClr val="A8A8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0" name="object 720" descr=""/>
            <p:cNvSpPr/>
            <p:nvPr/>
          </p:nvSpPr>
          <p:spPr>
            <a:xfrm>
              <a:off x="3013885" y="3490292"/>
              <a:ext cx="152400" cy="477520"/>
            </a:xfrm>
            <a:custGeom>
              <a:avLst/>
              <a:gdLst/>
              <a:ahLst/>
              <a:cxnLst/>
              <a:rect l="l" t="t" r="r" b="b"/>
              <a:pathLst>
                <a:path w="152400" h="477520">
                  <a:moveTo>
                    <a:pt x="60947" y="0"/>
                  </a:moveTo>
                  <a:lnTo>
                    <a:pt x="42183" y="91073"/>
                  </a:lnTo>
                  <a:lnTo>
                    <a:pt x="26685" y="163382"/>
                  </a:lnTo>
                  <a:lnTo>
                    <a:pt x="14184" y="216621"/>
                  </a:lnTo>
                  <a:lnTo>
                    <a:pt x="7606" y="260573"/>
                  </a:lnTo>
                  <a:lnTo>
                    <a:pt x="2849" y="325641"/>
                  </a:lnTo>
                  <a:lnTo>
                    <a:pt x="213" y="394398"/>
                  </a:lnTo>
                  <a:lnTo>
                    <a:pt x="0" y="449420"/>
                  </a:lnTo>
                  <a:lnTo>
                    <a:pt x="2509" y="473284"/>
                  </a:lnTo>
                  <a:lnTo>
                    <a:pt x="26782" y="475915"/>
                  </a:lnTo>
                  <a:lnTo>
                    <a:pt x="74453" y="477090"/>
                  </a:lnTo>
                  <a:lnTo>
                    <a:pt x="122687" y="476034"/>
                  </a:lnTo>
                  <a:lnTo>
                    <a:pt x="148651" y="471975"/>
                  </a:lnTo>
                  <a:lnTo>
                    <a:pt x="152129" y="442177"/>
                  </a:lnTo>
                  <a:lnTo>
                    <a:pt x="150308" y="380750"/>
                  </a:lnTo>
                  <a:lnTo>
                    <a:pt x="146457" y="312203"/>
                  </a:lnTo>
                  <a:lnTo>
                    <a:pt x="143845" y="261049"/>
                  </a:lnTo>
                  <a:lnTo>
                    <a:pt x="142897" y="231338"/>
                  </a:lnTo>
                  <a:lnTo>
                    <a:pt x="140781" y="194751"/>
                  </a:lnTo>
                  <a:lnTo>
                    <a:pt x="135874" y="127277"/>
                  </a:lnTo>
                  <a:lnTo>
                    <a:pt x="126557" y="4900"/>
                  </a:lnTo>
                  <a:lnTo>
                    <a:pt x="105115" y="10934"/>
                  </a:lnTo>
                  <a:lnTo>
                    <a:pt x="95731" y="13256"/>
                  </a:lnTo>
                  <a:lnTo>
                    <a:pt x="89097" y="14403"/>
                  </a:lnTo>
                  <a:lnTo>
                    <a:pt x="83263" y="13405"/>
                  </a:lnTo>
                  <a:lnTo>
                    <a:pt x="74966" y="9018"/>
                  </a:lnTo>
                  <a:lnTo>
                    <a:pt x="60947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1" name="object 721" descr=""/>
            <p:cNvSpPr/>
            <p:nvPr/>
          </p:nvSpPr>
          <p:spPr>
            <a:xfrm>
              <a:off x="3068179" y="3490292"/>
              <a:ext cx="73025" cy="477520"/>
            </a:xfrm>
            <a:custGeom>
              <a:avLst/>
              <a:gdLst/>
              <a:ahLst/>
              <a:cxnLst/>
              <a:rect l="l" t="t" r="r" b="b"/>
              <a:pathLst>
                <a:path w="73025" h="477520">
                  <a:moveTo>
                    <a:pt x="72817" y="20"/>
                  </a:moveTo>
                  <a:lnTo>
                    <a:pt x="52500" y="12948"/>
                  </a:lnTo>
                  <a:lnTo>
                    <a:pt x="38836" y="17256"/>
                  </a:lnTo>
                  <a:lnTo>
                    <a:pt x="25624" y="12940"/>
                  </a:lnTo>
                  <a:lnTo>
                    <a:pt x="6662" y="0"/>
                  </a:lnTo>
                  <a:lnTo>
                    <a:pt x="1892" y="35894"/>
                  </a:lnTo>
                  <a:lnTo>
                    <a:pt x="0" y="97537"/>
                  </a:lnTo>
                  <a:lnTo>
                    <a:pt x="710" y="229641"/>
                  </a:lnTo>
                  <a:lnTo>
                    <a:pt x="3751" y="476917"/>
                  </a:lnTo>
                  <a:lnTo>
                    <a:pt x="26486" y="425792"/>
                  </a:lnTo>
                  <a:lnTo>
                    <a:pt x="31189" y="373808"/>
                  </a:lnTo>
                  <a:lnTo>
                    <a:pt x="35545" y="311034"/>
                  </a:lnTo>
                  <a:lnTo>
                    <a:pt x="39823" y="243008"/>
                  </a:lnTo>
                  <a:lnTo>
                    <a:pt x="44402" y="174705"/>
                  </a:lnTo>
                  <a:lnTo>
                    <a:pt x="49366" y="126627"/>
                  </a:lnTo>
                  <a:lnTo>
                    <a:pt x="57806" y="75992"/>
                  </a:lnTo>
                  <a:lnTo>
                    <a:pt x="72817" y="2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2" name="object 722" descr=""/>
            <p:cNvSpPr/>
            <p:nvPr/>
          </p:nvSpPr>
          <p:spPr>
            <a:xfrm>
              <a:off x="3076829" y="3475615"/>
              <a:ext cx="536575" cy="490220"/>
            </a:xfrm>
            <a:custGeom>
              <a:avLst/>
              <a:gdLst/>
              <a:ahLst/>
              <a:cxnLst/>
              <a:rect l="l" t="t" r="r" b="b"/>
              <a:pathLst>
                <a:path w="536575" h="490220">
                  <a:moveTo>
                    <a:pt x="496290" y="11544"/>
                  </a:moveTo>
                  <a:lnTo>
                    <a:pt x="412737" y="1358"/>
                  </a:lnTo>
                  <a:lnTo>
                    <a:pt x="328053" y="25"/>
                  </a:lnTo>
                  <a:lnTo>
                    <a:pt x="241960" y="0"/>
                  </a:lnTo>
                  <a:lnTo>
                    <a:pt x="167182" y="1041"/>
                  </a:lnTo>
                  <a:lnTo>
                    <a:pt x="104775" y="2946"/>
                  </a:lnTo>
                  <a:lnTo>
                    <a:pt x="55803" y="5524"/>
                  </a:lnTo>
                  <a:lnTo>
                    <a:pt x="2362" y="11887"/>
                  </a:lnTo>
                  <a:lnTo>
                    <a:pt x="0" y="15290"/>
                  </a:lnTo>
                  <a:lnTo>
                    <a:pt x="59664" y="17284"/>
                  </a:lnTo>
                  <a:lnTo>
                    <a:pt x="92125" y="22288"/>
                  </a:lnTo>
                  <a:lnTo>
                    <a:pt x="108673" y="34163"/>
                  </a:lnTo>
                  <a:lnTo>
                    <a:pt x="120637" y="56819"/>
                  </a:lnTo>
                  <a:lnTo>
                    <a:pt x="121932" y="62712"/>
                  </a:lnTo>
                  <a:lnTo>
                    <a:pt x="124802" y="85686"/>
                  </a:lnTo>
                  <a:lnTo>
                    <a:pt x="483768" y="85686"/>
                  </a:lnTo>
                  <a:lnTo>
                    <a:pt x="483819" y="44792"/>
                  </a:lnTo>
                  <a:lnTo>
                    <a:pt x="485140" y="35013"/>
                  </a:lnTo>
                  <a:lnTo>
                    <a:pt x="488911" y="25425"/>
                  </a:lnTo>
                  <a:lnTo>
                    <a:pt x="496290" y="11544"/>
                  </a:lnTo>
                  <a:close/>
                </a:path>
                <a:path w="536575" h="490220">
                  <a:moveTo>
                    <a:pt x="536511" y="391439"/>
                  </a:moveTo>
                  <a:lnTo>
                    <a:pt x="533730" y="325894"/>
                  </a:lnTo>
                  <a:lnTo>
                    <a:pt x="528040" y="270535"/>
                  </a:lnTo>
                  <a:lnTo>
                    <a:pt x="500570" y="241046"/>
                  </a:lnTo>
                  <a:lnTo>
                    <a:pt x="457098" y="237451"/>
                  </a:lnTo>
                  <a:lnTo>
                    <a:pt x="397205" y="234162"/>
                  </a:lnTo>
                  <a:lnTo>
                    <a:pt x="328206" y="231686"/>
                  </a:lnTo>
                  <a:lnTo>
                    <a:pt x="257454" y="230492"/>
                  </a:lnTo>
                  <a:lnTo>
                    <a:pt x="192278" y="231101"/>
                  </a:lnTo>
                  <a:lnTo>
                    <a:pt x="140030" y="233984"/>
                  </a:lnTo>
                  <a:lnTo>
                    <a:pt x="108051" y="239649"/>
                  </a:lnTo>
                  <a:lnTo>
                    <a:pt x="103009" y="254165"/>
                  </a:lnTo>
                  <a:lnTo>
                    <a:pt x="103568" y="288721"/>
                  </a:lnTo>
                  <a:lnTo>
                    <a:pt x="106654" y="339712"/>
                  </a:lnTo>
                  <a:lnTo>
                    <a:pt x="109181" y="403542"/>
                  </a:lnTo>
                  <a:lnTo>
                    <a:pt x="108051" y="476618"/>
                  </a:lnTo>
                  <a:lnTo>
                    <a:pt x="159321" y="486829"/>
                  </a:lnTo>
                  <a:lnTo>
                    <a:pt x="213995" y="489165"/>
                  </a:lnTo>
                  <a:lnTo>
                    <a:pt x="279171" y="489915"/>
                  </a:lnTo>
                  <a:lnTo>
                    <a:pt x="348208" y="489280"/>
                  </a:lnTo>
                  <a:lnTo>
                    <a:pt x="414464" y="487438"/>
                  </a:lnTo>
                  <a:lnTo>
                    <a:pt x="471284" y="484581"/>
                  </a:lnTo>
                  <a:lnTo>
                    <a:pt x="512038" y="480910"/>
                  </a:lnTo>
                  <a:lnTo>
                    <a:pt x="535559" y="448056"/>
                  </a:lnTo>
                  <a:lnTo>
                    <a:pt x="536511" y="391439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3" name="object 723" descr=""/>
            <p:cNvSpPr/>
            <p:nvPr/>
          </p:nvSpPr>
          <p:spPr>
            <a:xfrm>
              <a:off x="3148519" y="3560257"/>
              <a:ext cx="443230" cy="90805"/>
            </a:xfrm>
            <a:custGeom>
              <a:avLst/>
              <a:gdLst/>
              <a:ahLst/>
              <a:cxnLst/>
              <a:rect l="l" t="t" r="r" b="b"/>
              <a:pathLst>
                <a:path w="443229" h="90804">
                  <a:moveTo>
                    <a:pt x="108594" y="0"/>
                  </a:moveTo>
                  <a:lnTo>
                    <a:pt x="64731" y="678"/>
                  </a:lnTo>
                  <a:lnTo>
                    <a:pt x="21030" y="4806"/>
                  </a:lnTo>
                  <a:lnTo>
                    <a:pt x="0" y="30307"/>
                  </a:lnTo>
                  <a:lnTo>
                    <a:pt x="4617" y="31512"/>
                  </a:lnTo>
                  <a:lnTo>
                    <a:pt x="19237" y="37162"/>
                  </a:lnTo>
                  <a:lnTo>
                    <a:pt x="47515" y="49773"/>
                  </a:lnTo>
                  <a:lnTo>
                    <a:pt x="76443" y="65540"/>
                  </a:lnTo>
                  <a:lnTo>
                    <a:pt x="93012" y="80662"/>
                  </a:lnTo>
                  <a:lnTo>
                    <a:pt x="112684" y="86817"/>
                  </a:lnTo>
                  <a:lnTo>
                    <a:pt x="157931" y="90024"/>
                  </a:lnTo>
                  <a:lnTo>
                    <a:pt x="218467" y="90608"/>
                  </a:lnTo>
                  <a:lnTo>
                    <a:pt x="284005" y="88894"/>
                  </a:lnTo>
                  <a:lnTo>
                    <a:pt x="344259" y="85206"/>
                  </a:lnTo>
                  <a:lnTo>
                    <a:pt x="388942" y="79868"/>
                  </a:lnTo>
                  <a:lnTo>
                    <a:pt x="407767" y="73207"/>
                  </a:lnTo>
                  <a:lnTo>
                    <a:pt x="413860" y="59339"/>
                  </a:lnTo>
                  <a:lnTo>
                    <a:pt x="422243" y="45036"/>
                  </a:lnTo>
                  <a:lnTo>
                    <a:pt x="431059" y="33343"/>
                  </a:lnTo>
                  <a:lnTo>
                    <a:pt x="438447" y="27302"/>
                  </a:lnTo>
                  <a:lnTo>
                    <a:pt x="442571" y="22213"/>
                  </a:lnTo>
                  <a:lnTo>
                    <a:pt x="443186" y="13873"/>
                  </a:lnTo>
                  <a:lnTo>
                    <a:pt x="440819" y="6084"/>
                  </a:lnTo>
                  <a:lnTo>
                    <a:pt x="435997" y="2643"/>
                  </a:lnTo>
                  <a:lnTo>
                    <a:pt x="393108" y="2413"/>
                  </a:lnTo>
                  <a:lnTo>
                    <a:pt x="207102" y="585"/>
                  </a:lnTo>
                  <a:lnTo>
                    <a:pt x="108594" y="0"/>
                  </a:lnTo>
                  <a:close/>
                </a:path>
              </a:pathLst>
            </a:custGeom>
            <a:solidFill>
              <a:srgbClr val="B4B4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4" name="object 724" descr=""/>
            <p:cNvSpPr/>
            <p:nvPr/>
          </p:nvSpPr>
          <p:spPr>
            <a:xfrm>
              <a:off x="3148519" y="3546615"/>
              <a:ext cx="443230" cy="90805"/>
            </a:xfrm>
            <a:custGeom>
              <a:avLst/>
              <a:gdLst/>
              <a:ahLst/>
              <a:cxnLst/>
              <a:rect l="l" t="t" r="r" b="b"/>
              <a:pathLst>
                <a:path w="443229" h="90804">
                  <a:moveTo>
                    <a:pt x="108594" y="0"/>
                  </a:moveTo>
                  <a:lnTo>
                    <a:pt x="64731" y="678"/>
                  </a:lnTo>
                  <a:lnTo>
                    <a:pt x="21030" y="4806"/>
                  </a:lnTo>
                  <a:lnTo>
                    <a:pt x="0" y="30307"/>
                  </a:lnTo>
                  <a:lnTo>
                    <a:pt x="4617" y="31512"/>
                  </a:lnTo>
                  <a:lnTo>
                    <a:pt x="19237" y="37162"/>
                  </a:lnTo>
                  <a:lnTo>
                    <a:pt x="47515" y="49773"/>
                  </a:lnTo>
                  <a:lnTo>
                    <a:pt x="76443" y="65540"/>
                  </a:lnTo>
                  <a:lnTo>
                    <a:pt x="93012" y="80662"/>
                  </a:lnTo>
                  <a:lnTo>
                    <a:pt x="112684" y="86817"/>
                  </a:lnTo>
                  <a:lnTo>
                    <a:pt x="157931" y="90024"/>
                  </a:lnTo>
                  <a:lnTo>
                    <a:pt x="218467" y="90608"/>
                  </a:lnTo>
                  <a:lnTo>
                    <a:pt x="284005" y="88894"/>
                  </a:lnTo>
                  <a:lnTo>
                    <a:pt x="344259" y="85206"/>
                  </a:lnTo>
                  <a:lnTo>
                    <a:pt x="388942" y="79868"/>
                  </a:lnTo>
                  <a:lnTo>
                    <a:pt x="407767" y="73207"/>
                  </a:lnTo>
                  <a:lnTo>
                    <a:pt x="413860" y="59339"/>
                  </a:lnTo>
                  <a:lnTo>
                    <a:pt x="422243" y="45036"/>
                  </a:lnTo>
                  <a:lnTo>
                    <a:pt x="431059" y="33343"/>
                  </a:lnTo>
                  <a:lnTo>
                    <a:pt x="438447" y="27302"/>
                  </a:lnTo>
                  <a:lnTo>
                    <a:pt x="442571" y="22213"/>
                  </a:lnTo>
                  <a:lnTo>
                    <a:pt x="443186" y="13873"/>
                  </a:lnTo>
                  <a:lnTo>
                    <a:pt x="440819" y="6084"/>
                  </a:lnTo>
                  <a:lnTo>
                    <a:pt x="435997" y="2643"/>
                  </a:lnTo>
                  <a:lnTo>
                    <a:pt x="393108" y="2413"/>
                  </a:lnTo>
                  <a:lnTo>
                    <a:pt x="207102" y="585"/>
                  </a:lnTo>
                  <a:lnTo>
                    <a:pt x="108594" y="0"/>
                  </a:lnTo>
                  <a:close/>
                </a:path>
              </a:pathLst>
            </a:custGeom>
            <a:solidFill>
              <a:srgbClr val="B5B5B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5" name="object 725" descr=""/>
            <p:cNvSpPr/>
            <p:nvPr/>
          </p:nvSpPr>
          <p:spPr>
            <a:xfrm>
              <a:off x="3191515" y="3526374"/>
              <a:ext cx="374015" cy="22860"/>
            </a:xfrm>
            <a:custGeom>
              <a:avLst/>
              <a:gdLst/>
              <a:ahLst/>
              <a:cxnLst/>
              <a:rect l="l" t="t" r="r" b="b"/>
              <a:pathLst>
                <a:path w="374014" h="22860">
                  <a:moveTo>
                    <a:pt x="373716" y="0"/>
                  </a:moveTo>
                  <a:lnTo>
                    <a:pt x="0" y="0"/>
                  </a:lnTo>
                  <a:lnTo>
                    <a:pt x="0" y="22795"/>
                  </a:lnTo>
                  <a:lnTo>
                    <a:pt x="373716" y="22795"/>
                  </a:lnTo>
                  <a:lnTo>
                    <a:pt x="373716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6" name="object 726" descr=""/>
            <p:cNvSpPr/>
            <p:nvPr/>
          </p:nvSpPr>
          <p:spPr>
            <a:xfrm>
              <a:off x="3387199" y="3509563"/>
              <a:ext cx="52069" cy="120650"/>
            </a:xfrm>
            <a:custGeom>
              <a:avLst/>
              <a:gdLst/>
              <a:ahLst/>
              <a:cxnLst/>
              <a:rect l="l" t="t" r="r" b="b"/>
              <a:pathLst>
                <a:path w="52070" h="120650">
                  <a:moveTo>
                    <a:pt x="51809" y="0"/>
                  </a:moveTo>
                  <a:lnTo>
                    <a:pt x="25904" y="0"/>
                  </a:lnTo>
                  <a:lnTo>
                    <a:pt x="0" y="0"/>
                  </a:lnTo>
                  <a:lnTo>
                    <a:pt x="1044" y="41598"/>
                  </a:lnTo>
                  <a:lnTo>
                    <a:pt x="2014" y="70704"/>
                  </a:lnTo>
                  <a:lnTo>
                    <a:pt x="2984" y="85002"/>
                  </a:lnTo>
                  <a:lnTo>
                    <a:pt x="4013" y="86906"/>
                  </a:lnTo>
                  <a:lnTo>
                    <a:pt x="25904" y="120174"/>
                  </a:lnTo>
                  <a:lnTo>
                    <a:pt x="48825" y="85002"/>
                  </a:lnTo>
                  <a:lnTo>
                    <a:pt x="49543" y="82319"/>
                  </a:lnTo>
                  <a:lnTo>
                    <a:pt x="50094" y="72571"/>
                  </a:lnTo>
                  <a:lnTo>
                    <a:pt x="5180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7" name="object 727" descr=""/>
            <p:cNvSpPr/>
            <p:nvPr/>
          </p:nvSpPr>
          <p:spPr>
            <a:xfrm>
              <a:off x="3391412" y="3509563"/>
              <a:ext cx="44450" cy="103505"/>
            </a:xfrm>
            <a:custGeom>
              <a:avLst/>
              <a:gdLst/>
              <a:ahLst/>
              <a:cxnLst/>
              <a:rect l="l" t="t" r="r" b="b"/>
              <a:pathLst>
                <a:path w="44450" h="103504">
                  <a:moveTo>
                    <a:pt x="44312" y="0"/>
                  </a:moveTo>
                  <a:lnTo>
                    <a:pt x="22156" y="0"/>
                  </a:lnTo>
                  <a:lnTo>
                    <a:pt x="0" y="0"/>
                  </a:lnTo>
                  <a:lnTo>
                    <a:pt x="1722" y="60637"/>
                  </a:lnTo>
                  <a:lnTo>
                    <a:pt x="2554" y="72898"/>
                  </a:lnTo>
                  <a:lnTo>
                    <a:pt x="3432" y="74529"/>
                  </a:lnTo>
                  <a:lnTo>
                    <a:pt x="22156" y="103043"/>
                  </a:lnTo>
                  <a:lnTo>
                    <a:pt x="41757" y="72898"/>
                  </a:lnTo>
                  <a:lnTo>
                    <a:pt x="42369" y="70598"/>
                  </a:lnTo>
                  <a:lnTo>
                    <a:pt x="42839" y="62238"/>
                  </a:lnTo>
                  <a:lnTo>
                    <a:pt x="44312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8" name="object 728" descr=""/>
            <p:cNvSpPr/>
            <p:nvPr/>
          </p:nvSpPr>
          <p:spPr>
            <a:xfrm>
              <a:off x="3481133" y="3466257"/>
              <a:ext cx="31115" cy="5715"/>
            </a:xfrm>
            <a:custGeom>
              <a:avLst/>
              <a:gdLst/>
              <a:ahLst/>
              <a:cxnLst/>
              <a:rect l="l" t="t" r="r" b="b"/>
              <a:pathLst>
                <a:path w="31114" h="5714">
                  <a:moveTo>
                    <a:pt x="29758" y="0"/>
                  </a:moveTo>
                  <a:lnTo>
                    <a:pt x="28365" y="0"/>
                  </a:lnTo>
                  <a:lnTo>
                    <a:pt x="1141" y="0"/>
                  </a:lnTo>
                  <a:lnTo>
                    <a:pt x="0" y="1141"/>
                  </a:lnTo>
                  <a:lnTo>
                    <a:pt x="0" y="4073"/>
                  </a:lnTo>
                  <a:lnTo>
                    <a:pt x="1141" y="5214"/>
                  </a:lnTo>
                  <a:lnTo>
                    <a:pt x="29758" y="5214"/>
                  </a:lnTo>
                  <a:lnTo>
                    <a:pt x="30889" y="4073"/>
                  </a:lnTo>
                  <a:lnTo>
                    <a:pt x="30889" y="1141"/>
                  </a:lnTo>
                  <a:lnTo>
                    <a:pt x="29758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9" name="object 729" descr=""/>
            <p:cNvSpPr/>
            <p:nvPr/>
          </p:nvSpPr>
          <p:spPr>
            <a:xfrm>
              <a:off x="3143293" y="3260316"/>
              <a:ext cx="376555" cy="220979"/>
            </a:xfrm>
            <a:custGeom>
              <a:avLst/>
              <a:gdLst/>
              <a:ahLst/>
              <a:cxnLst/>
              <a:rect l="l" t="t" r="r" b="b"/>
              <a:pathLst>
                <a:path w="376554" h="220979">
                  <a:moveTo>
                    <a:pt x="191229" y="0"/>
                  </a:moveTo>
                  <a:lnTo>
                    <a:pt x="148364" y="13535"/>
                  </a:lnTo>
                  <a:lnTo>
                    <a:pt x="114161" y="47984"/>
                  </a:lnTo>
                  <a:lnTo>
                    <a:pt x="87988" y="94159"/>
                  </a:lnTo>
                  <a:lnTo>
                    <a:pt x="69211" y="142871"/>
                  </a:lnTo>
                  <a:lnTo>
                    <a:pt x="57198" y="184933"/>
                  </a:lnTo>
                  <a:lnTo>
                    <a:pt x="51317" y="211155"/>
                  </a:lnTo>
                  <a:lnTo>
                    <a:pt x="2020" y="211155"/>
                  </a:lnTo>
                  <a:lnTo>
                    <a:pt x="0" y="213302"/>
                  </a:lnTo>
                  <a:lnTo>
                    <a:pt x="0" y="218621"/>
                  </a:lnTo>
                  <a:lnTo>
                    <a:pt x="2020" y="220778"/>
                  </a:lnTo>
                  <a:lnTo>
                    <a:pt x="72510" y="220778"/>
                  </a:lnTo>
                  <a:lnTo>
                    <a:pt x="73222" y="216883"/>
                  </a:lnTo>
                  <a:lnTo>
                    <a:pt x="80438" y="187664"/>
                  </a:lnTo>
                  <a:lnTo>
                    <a:pt x="102335" y="123426"/>
                  </a:lnTo>
                  <a:lnTo>
                    <a:pt x="139294" y="59301"/>
                  </a:lnTo>
                  <a:lnTo>
                    <a:pt x="191690" y="30417"/>
                  </a:lnTo>
                  <a:lnTo>
                    <a:pt x="235200" y="44208"/>
                  </a:lnTo>
                  <a:lnTo>
                    <a:pt x="268507" y="78163"/>
                  </a:lnTo>
                  <a:lnTo>
                    <a:pt x="292648" y="122256"/>
                  </a:lnTo>
                  <a:lnTo>
                    <a:pt x="308658" y="166460"/>
                  </a:lnTo>
                  <a:lnTo>
                    <a:pt x="320430" y="215092"/>
                  </a:lnTo>
                  <a:lnTo>
                    <a:pt x="321079" y="219082"/>
                  </a:lnTo>
                  <a:lnTo>
                    <a:pt x="374239" y="220778"/>
                  </a:lnTo>
                  <a:lnTo>
                    <a:pt x="376271" y="218621"/>
                  </a:lnTo>
                  <a:lnTo>
                    <a:pt x="376271" y="213302"/>
                  </a:lnTo>
                  <a:lnTo>
                    <a:pt x="374239" y="211155"/>
                  </a:lnTo>
                  <a:lnTo>
                    <a:pt x="347214" y="211208"/>
                  </a:lnTo>
                  <a:lnTo>
                    <a:pt x="340608" y="185055"/>
                  </a:lnTo>
                  <a:lnTo>
                    <a:pt x="326280" y="143001"/>
                  </a:lnTo>
                  <a:lnTo>
                    <a:pt x="304204" y="94256"/>
                  </a:lnTo>
                  <a:lnTo>
                    <a:pt x="274354" y="48033"/>
                  </a:lnTo>
                  <a:lnTo>
                    <a:pt x="236704" y="13543"/>
                  </a:lnTo>
                  <a:lnTo>
                    <a:pt x="191229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0" name="object 730" descr=""/>
            <p:cNvSpPr/>
            <p:nvPr/>
          </p:nvSpPr>
          <p:spPr>
            <a:xfrm>
              <a:off x="3170748" y="3466257"/>
              <a:ext cx="31115" cy="5715"/>
            </a:xfrm>
            <a:custGeom>
              <a:avLst/>
              <a:gdLst/>
              <a:ahLst/>
              <a:cxnLst/>
              <a:rect l="l" t="t" r="r" b="b"/>
              <a:pathLst>
                <a:path w="31114" h="5714">
                  <a:moveTo>
                    <a:pt x="29758" y="0"/>
                  </a:moveTo>
                  <a:lnTo>
                    <a:pt x="28365" y="0"/>
                  </a:lnTo>
                  <a:lnTo>
                    <a:pt x="1141" y="0"/>
                  </a:lnTo>
                  <a:lnTo>
                    <a:pt x="0" y="1141"/>
                  </a:lnTo>
                  <a:lnTo>
                    <a:pt x="0" y="4073"/>
                  </a:lnTo>
                  <a:lnTo>
                    <a:pt x="1141" y="5214"/>
                  </a:lnTo>
                  <a:lnTo>
                    <a:pt x="29758" y="5214"/>
                  </a:lnTo>
                  <a:lnTo>
                    <a:pt x="30889" y="4073"/>
                  </a:lnTo>
                  <a:lnTo>
                    <a:pt x="30889" y="1141"/>
                  </a:lnTo>
                  <a:lnTo>
                    <a:pt x="29758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1" name="object 731" descr=""/>
          <p:cNvGrpSpPr/>
          <p:nvPr/>
        </p:nvGrpSpPr>
        <p:grpSpPr>
          <a:xfrm>
            <a:off x="3963879" y="4150338"/>
            <a:ext cx="500380" cy="569595"/>
            <a:chOff x="3963879" y="4150338"/>
            <a:chExt cx="500380" cy="569595"/>
          </a:xfrm>
        </p:grpSpPr>
        <p:sp>
          <p:nvSpPr>
            <p:cNvPr id="732" name="object 732" descr=""/>
            <p:cNvSpPr/>
            <p:nvPr/>
          </p:nvSpPr>
          <p:spPr>
            <a:xfrm>
              <a:off x="4092650" y="4150338"/>
              <a:ext cx="255904" cy="132715"/>
            </a:xfrm>
            <a:custGeom>
              <a:avLst/>
              <a:gdLst/>
              <a:ahLst/>
              <a:cxnLst/>
              <a:rect l="l" t="t" r="r" b="b"/>
              <a:pathLst>
                <a:path w="255904" h="132714">
                  <a:moveTo>
                    <a:pt x="212553" y="45246"/>
                  </a:moveTo>
                  <a:lnTo>
                    <a:pt x="218777" y="66381"/>
                  </a:lnTo>
                  <a:lnTo>
                    <a:pt x="220223" y="132257"/>
                  </a:lnTo>
                  <a:lnTo>
                    <a:pt x="255290" y="131430"/>
                  </a:lnTo>
                  <a:lnTo>
                    <a:pt x="249158" y="109684"/>
                  </a:lnTo>
                  <a:lnTo>
                    <a:pt x="227917" y="62487"/>
                  </a:lnTo>
                  <a:lnTo>
                    <a:pt x="212553" y="45246"/>
                  </a:lnTo>
                  <a:close/>
                </a:path>
                <a:path w="255904" h="132714">
                  <a:moveTo>
                    <a:pt x="123032" y="0"/>
                  </a:moveTo>
                  <a:lnTo>
                    <a:pt x="62977" y="6900"/>
                  </a:lnTo>
                  <a:lnTo>
                    <a:pt x="30143" y="22891"/>
                  </a:lnTo>
                  <a:lnTo>
                    <a:pt x="12995" y="60294"/>
                  </a:lnTo>
                  <a:lnTo>
                    <a:pt x="0" y="131430"/>
                  </a:lnTo>
                  <a:lnTo>
                    <a:pt x="36292" y="131430"/>
                  </a:lnTo>
                  <a:lnTo>
                    <a:pt x="37547" y="112134"/>
                  </a:lnTo>
                  <a:lnTo>
                    <a:pt x="47251" y="70098"/>
                  </a:lnTo>
                  <a:lnTo>
                    <a:pt x="74312" y="29101"/>
                  </a:lnTo>
                  <a:lnTo>
                    <a:pt x="127640" y="12921"/>
                  </a:lnTo>
                  <a:lnTo>
                    <a:pt x="172153" y="12921"/>
                  </a:lnTo>
                  <a:lnTo>
                    <a:pt x="123032" y="0"/>
                  </a:lnTo>
                  <a:close/>
                </a:path>
                <a:path w="255904" h="132714">
                  <a:moveTo>
                    <a:pt x="194091" y="24528"/>
                  </a:moveTo>
                  <a:lnTo>
                    <a:pt x="212553" y="45246"/>
                  </a:lnTo>
                  <a:lnTo>
                    <a:pt x="208650" y="31992"/>
                  </a:lnTo>
                  <a:lnTo>
                    <a:pt x="194091" y="24528"/>
                  </a:lnTo>
                  <a:close/>
                </a:path>
                <a:path w="255904" h="132714">
                  <a:moveTo>
                    <a:pt x="172153" y="12921"/>
                  </a:moveTo>
                  <a:lnTo>
                    <a:pt x="127640" y="12921"/>
                  </a:lnTo>
                  <a:lnTo>
                    <a:pt x="181164" y="17901"/>
                  </a:lnTo>
                  <a:lnTo>
                    <a:pt x="194091" y="24528"/>
                  </a:lnTo>
                  <a:lnTo>
                    <a:pt x="187297" y="16904"/>
                  </a:lnTo>
                  <a:lnTo>
                    <a:pt x="172153" y="12921"/>
                  </a:lnTo>
                  <a:close/>
                </a:path>
              </a:pathLst>
            </a:custGeom>
            <a:solidFill>
              <a:srgbClr val="2E28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3" name="object 733" descr=""/>
            <p:cNvSpPr/>
            <p:nvPr/>
          </p:nvSpPr>
          <p:spPr>
            <a:xfrm>
              <a:off x="3963879" y="4281773"/>
              <a:ext cx="500380" cy="438150"/>
            </a:xfrm>
            <a:custGeom>
              <a:avLst/>
              <a:gdLst/>
              <a:ahLst/>
              <a:cxnLst/>
              <a:rect l="l" t="t" r="r" b="b"/>
              <a:pathLst>
                <a:path w="500379" h="438150">
                  <a:moveTo>
                    <a:pt x="456363" y="0"/>
                  </a:moveTo>
                  <a:lnTo>
                    <a:pt x="43956" y="0"/>
                  </a:lnTo>
                  <a:lnTo>
                    <a:pt x="26848" y="3453"/>
                  </a:lnTo>
                  <a:lnTo>
                    <a:pt x="12876" y="12872"/>
                  </a:lnTo>
                  <a:lnTo>
                    <a:pt x="3455" y="26844"/>
                  </a:lnTo>
                  <a:lnTo>
                    <a:pt x="0" y="43956"/>
                  </a:lnTo>
                  <a:lnTo>
                    <a:pt x="0" y="393631"/>
                  </a:lnTo>
                  <a:lnTo>
                    <a:pt x="3455" y="410739"/>
                  </a:lnTo>
                  <a:lnTo>
                    <a:pt x="12876" y="424712"/>
                  </a:lnTo>
                  <a:lnTo>
                    <a:pt x="26848" y="434133"/>
                  </a:lnTo>
                  <a:lnTo>
                    <a:pt x="43956" y="437588"/>
                  </a:lnTo>
                  <a:lnTo>
                    <a:pt x="456363" y="437588"/>
                  </a:lnTo>
                  <a:lnTo>
                    <a:pt x="473475" y="434133"/>
                  </a:lnTo>
                  <a:lnTo>
                    <a:pt x="487447" y="424712"/>
                  </a:lnTo>
                  <a:lnTo>
                    <a:pt x="496866" y="410739"/>
                  </a:lnTo>
                  <a:lnTo>
                    <a:pt x="500319" y="393631"/>
                  </a:lnTo>
                  <a:lnTo>
                    <a:pt x="500319" y="43956"/>
                  </a:lnTo>
                  <a:lnTo>
                    <a:pt x="496866" y="26844"/>
                  </a:lnTo>
                  <a:lnTo>
                    <a:pt x="487447" y="12872"/>
                  </a:lnTo>
                  <a:lnTo>
                    <a:pt x="473475" y="3453"/>
                  </a:lnTo>
                  <a:lnTo>
                    <a:pt x="456363" y="0"/>
                  </a:lnTo>
                  <a:close/>
                </a:path>
              </a:pathLst>
            </a:custGeom>
            <a:solidFill>
              <a:srgbClr val="E8E6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4" name="object 734" descr=""/>
            <p:cNvSpPr/>
            <p:nvPr/>
          </p:nvSpPr>
          <p:spPr>
            <a:xfrm>
              <a:off x="3975361" y="4299385"/>
              <a:ext cx="480695" cy="204470"/>
            </a:xfrm>
            <a:custGeom>
              <a:avLst/>
              <a:gdLst/>
              <a:ahLst/>
              <a:cxnLst/>
              <a:rect l="l" t="t" r="r" b="b"/>
              <a:pathLst>
                <a:path w="480695" h="204470">
                  <a:moveTo>
                    <a:pt x="451200" y="0"/>
                  </a:moveTo>
                  <a:lnTo>
                    <a:pt x="29433" y="0"/>
                  </a:lnTo>
                  <a:lnTo>
                    <a:pt x="17978" y="2313"/>
                  </a:lnTo>
                  <a:lnTo>
                    <a:pt x="8622" y="8622"/>
                  </a:lnTo>
                  <a:lnTo>
                    <a:pt x="2313" y="17978"/>
                  </a:lnTo>
                  <a:lnTo>
                    <a:pt x="0" y="29433"/>
                  </a:lnTo>
                  <a:lnTo>
                    <a:pt x="0" y="174832"/>
                  </a:lnTo>
                  <a:lnTo>
                    <a:pt x="2313" y="186287"/>
                  </a:lnTo>
                  <a:lnTo>
                    <a:pt x="8622" y="195643"/>
                  </a:lnTo>
                  <a:lnTo>
                    <a:pt x="17978" y="201952"/>
                  </a:lnTo>
                  <a:lnTo>
                    <a:pt x="29433" y="204266"/>
                  </a:lnTo>
                  <a:lnTo>
                    <a:pt x="451200" y="204266"/>
                  </a:lnTo>
                  <a:lnTo>
                    <a:pt x="462660" y="201952"/>
                  </a:lnTo>
                  <a:lnTo>
                    <a:pt x="472015" y="195643"/>
                  </a:lnTo>
                  <a:lnTo>
                    <a:pt x="478322" y="186287"/>
                  </a:lnTo>
                  <a:lnTo>
                    <a:pt x="480634" y="174832"/>
                  </a:lnTo>
                  <a:lnTo>
                    <a:pt x="480634" y="29433"/>
                  </a:lnTo>
                  <a:lnTo>
                    <a:pt x="478322" y="17978"/>
                  </a:lnTo>
                  <a:lnTo>
                    <a:pt x="472015" y="8622"/>
                  </a:lnTo>
                  <a:lnTo>
                    <a:pt x="462660" y="2313"/>
                  </a:lnTo>
                  <a:lnTo>
                    <a:pt x="451200" y="0"/>
                  </a:lnTo>
                  <a:close/>
                </a:path>
              </a:pathLst>
            </a:custGeom>
            <a:solidFill>
              <a:srgbClr val="D7D6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5" name="object 735" descr=""/>
            <p:cNvSpPr/>
            <p:nvPr/>
          </p:nvSpPr>
          <p:spPr>
            <a:xfrm>
              <a:off x="3975355" y="4281770"/>
              <a:ext cx="480695" cy="212725"/>
            </a:xfrm>
            <a:custGeom>
              <a:avLst/>
              <a:gdLst/>
              <a:ahLst/>
              <a:cxnLst/>
              <a:rect l="l" t="t" r="r" b="b"/>
              <a:pathLst>
                <a:path w="480695" h="212725">
                  <a:moveTo>
                    <a:pt x="450625" y="0"/>
                  </a:moveTo>
                  <a:lnTo>
                    <a:pt x="30030" y="0"/>
                  </a:lnTo>
                  <a:lnTo>
                    <a:pt x="18341" y="2359"/>
                  </a:lnTo>
                  <a:lnTo>
                    <a:pt x="8795" y="8794"/>
                  </a:lnTo>
                  <a:lnTo>
                    <a:pt x="2359" y="18336"/>
                  </a:lnTo>
                  <a:lnTo>
                    <a:pt x="0" y="30020"/>
                  </a:lnTo>
                  <a:lnTo>
                    <a:pt x="0" y="182423"/>
                  </a:lnTo>
                  <a:lnTo>
                    <a:pt x="2359" y="194107"/>
                  </a:lnTo>
                  <a:lnTo>
                    <a:pt x="8795" y="203649"/>
                  </a:lnTo>
                  <a:lnTo>
                    <a:pt x="18341" y="210084"/>
                  </a:lnTo>
                  <a:lnTo>
                    <a:pt x="30030" y="212443"/>
                  </a:lnTo>
                  <a:lnTo>
                    <a:pt x="450625" y="212443"/>
                  </a:lnTo>
                  <a:lnTo>
                    <a:pt x="462308" y="210084"/>
                  </a:lnTo>
                  <a:lnTo>
                    <a:pt x="471850" y="203649"/>
                  </a:lnTo>
                  <a:lnTo>
                    <a:pt x="478285" y="194107"/>
                  </a:lnTo>
                  <a:lnTo>
                    <a:pt x="480645" y="182423"/>
                  </a:lnTo>
                  <a:lnTo>
                    <a:pt x="480645" y="30020"/>
                  </a:lnTo>
                  <a:lnTo>
                    <a:pt x="478285" y="18336"/>
                  </a:lnTo>
                  <a:lnTo>
                    <a:pt x="471850" y="8794"/>
                  </a:lnTo>
                  <a:lnTo>
                    <a:pt x="462308" y="2359"/>
                  </a:lnTo>
                  <a:lnTo>
                    <a:pt x="450625" y="0"/>
                  </a:lnTo>
                  <a:close/>
                </a:path>
              </a:pathLst>
            </a:custGeom>
            <a:solidFill>
              <a:srgbClr val="F4F3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6" name="object 736" descr=""/>
            <p:cNvSpPr/>
            <p:nvPr/>
          </p:nvSpPr>
          <p:spPr>
            <a:xfrm>
              <a:off x="4197231" y="4339657"/>
              <a:ext cx="37465" cy="235585"/>
            </a:xfrm>
            <a:custGeom>
              <a:avLst/>
              <a:gdLst/>
              <a:ahLst/>
              <a:cxnLst/>
              <a:rect l="l" t="t" r="r" b="b"/>
              <a:pathLst>
                <a:path w="37464" h="235585">
                  <a:moveTo>
                    <a:pt x="18449" y="0"/>
                  </a:moveTo>
                  <a:lnTo>
                    <a:pt x="11268" y="1450"/>
                  </a:lnTo>
                  <a:lnTo>
                    <a:pt x="5404" y="5405"/>
                  </a:lnTo>
                  <a:lnTo>
                    <a:pt x="1450" y="11273"/>
                  </a:lnTo>
                  <a:lnTo>
                    <a:pt x="0" y="18460"/>
                  </a:lnTo>
                  <a:lnTo>
                    <a:pt x="0" y="235343"/>
                  </a:lnTo>
                  <a:lnTo>
                    <a:pt x="36899" y="235343"/>
                  </a:lnTo>
                  <a:lnTo>
                    <a:pt x="36899" y="18460"/>
                  </a:lnTo>
                  <a:lnTo>
                    <a:pt x="35449" y="11273"/>
                  </a:lnTo>
                  <a:lnTo>
                    <a:pt x="31495" y="5405"/>
                  </a:lnTo>
                  <a:lnTo>
                    <a:pt x="25630" y="1450"/>
                  </a:lnTo>
                  <a:lnTo>
                    <a:pt x="18449" y="0"/>
                  </a:lnTo>
                  <a:close/>
                </a:path>
              </a:pathLst>
            </a:custGeom>
            <a:solidFill>
              <a:srgbClr val="2E28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37" name="object 737" descr=""/>
          <p:cNvGrpSpPr/>
          <p:nvPr/>
        </p:nvGrpSpPr>
        <p:grpSpPr>
          <a:xfrm>
            <a:off x="5123350" y="4150338"/>
            <a:ext cx="562610" cy="569595"/>
            <a:chOff x="5123350" y="4150338"/>
            <a:chExt cx="562610" cy="569595"/>
          </a:xfrm>
        </p:grpSpPr>
        <p:pic>
          <p:nvPicPr>
            <p:cNvPr id="738" name="object 738" descr=""/>
            <p:cNvPicPr/>
            <p:nvPr/>
          </p:nvPicPr>
          <p:blipFill>
            <a:blip r:embed="rId97" cstate="print"/>
            <a:stretch>
              <a:fillRect/>
            </a:stretch>
          </p:blipFill>
          <p:spPr>
            <a:xfrm>
              <a:off x="5286567" y="4150338"/>
              <a:ext cx="247625" cy="132257"/>
            </a:xfrm>
            <a:prstGeom prst="rect">
              <a:avLst/>
            </a:prstGeom>
          </p:spPr>
        </p:pic>
        <p:sp>
          <p:nvSpPr>
            <p:cNvPr id="739" name="object 739" descr=""/>
            <p:cNvSpPr/>
            <p:nvPr/>
          </p:nvSpPr>
          <p:spPr>
            <a:xfrm>
              <a:off x="5185380" y="4281773"/>
              <a:ext cx="500380" cy="438150"/>
            </a:xfrm>
            <a:custGeom>
              <a:avLst/>
              <a:gdLst/>
              <a:ahLst/>
              <a:cxnLst/>
              <a:rect l="l" t="t" r="r" b="b"/>
              <a:pathLst>
                <a:path w="500379" h="438150">
                  <a:moveTo>
                    <a:pt x="456363" y="0"/>
                  </a:moveTo>
                  <a:lnTo>
                    <a:pt x="43956" y="0"/>
                  </a:lnTo>
                  <a:lnTo>
                    <a:pt x="26848" y="3453"/>
                  </a:lnTo>
                  <a:lnTo>
                    <a:pt x="12876" y="12872"/>
                  </a:lnTo>
                  <a:lnTo>
                    <a:pt x="3455" y="26844"/>
                  </a:lnTo>
                  <a:lnTo>
                    <a:pt x="0" y="43956"/>
                  </a:lnTo>
                  <a:lnTo>
                    <a:pt x="0" y="393631"/>
                  </a:lnTo>
                  <a:lnTo>
                    <a:pt x="3455" y="410739"/>
                  </a:lnTo>
                  <a:lnTo>
                    <a:pt x="12876" y="424712"/>
                  </a:lnTo>
                  <a:lnTo>
                    <a:pt x="26848" y="434133"/>
                  </a:lnTo>
                  <a:lnTo>
                    <a:pt x="43956" y="437588"/>
                  </a:lnTo>
                  <a:lnTo>
                    <a:pt x="456363" y="437588"/>
                  </a:lnTo>
                  <a:lnTo>
                    <a:pt x="473475" y="434133"/>
                  </a:lnTo>
                  <a:lnTo>
                    <a:pt x="487447" y="424712"/>
                  </a:lnTo>
                  <a:lnTo>
                    <a:pt x="496866" y="410739"/>
                  </a:lnTo>
                  <a:lnTo>
                    <a:pt x="500319" y="393631"/>
                  </a:lnTo>
                  <a:lnTo>
                    <a:pt x="500319" y="43956"/>
                  </a:lnTo>
                  <a:lnTo>
                    <a:pt x="496866" y="26844"/>
                  </a:lnTo>
                  <a:lnTo>
                    <a:pt x="487447" y="12872"/>
                  </a:lnTo>
                  <a:lnTo>
                    <a:pt x="473475" y="3453"/>
                  </a:lnTo>
                  <a:lnTo>
                    <a:pt x="456363" y="0"/>
                  </a:lnTo>
                  <a:close/>
                </a:path>
              </a:pathLst>
            </a:custGeom>
            <a:solidFill>
              <a:srgbClr val="E8E6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0" name="object 740" descr=""/>
            <p:cNvSpPr/>
            <p:nvPr/>
          </p:nvSpPr>
          <p:spPr>
            <a:xfrm>
              <a:off x="5123350" y="4281773"/>
              <a:ext cx="153035" cy="438150"/>
            </a:xfrm>
            <a:custGeom>
              <a:avLst/>
              <a:gdLst/>
              <a:ahLst/>
              <a:cxnLst/>
              <a:rect l="l" t="t" r="r" b="b"/>
              <a:pathLst>
                <a:path w="153035" h="438150">
                  <a:moveTo>
                    <a:pt x="128278" y="0"/>
                  </a:moveTo>
                  <a:lnTo>
                    <a:pt x="24271" y="0"/>
                  </a:lnTo>
                  <a:lnTo>
                    <a:pt x="14824" y="1907"/>
                  </a:lnTo>
                  <a:lnTo>
                    <a:pt x="7109" y="7109"/>
                  </a:lnTo>
                  <a:lnTo>
                    <a:pt x="1907" y="14824"/>
                  </a:lnTo>
                  <a:lnTo>
                    <a:pt x="0" y="24271"/>
                  </a:lnTo>
                  <a:lnTo>
                    <a:pt x="0" y="413317"/>
                  </a:lnTo>
                  <a:lnTo>
                    <a:pt x="1907" y="422763"/>
                  </a:lnTo>
                  <a:lnTo>
                    <a:pt x="7109" y="430479"/>
                  </a:lnTo>
                  <a:lnTo>
                    <a:pt x="14824" y="435681"/>
                  </a:lnTo>
                  <a:lnTo>
                    <a:pt x="24271" y="437588"/>
                  </a:lnTo>
                  <a:lnTo>
                    <a:pt x="128278" y="437588"/>
                  </a:lnTo>
                  <a:lnTo>
                    <a:pt x="137725" y="435681"/>
                  </a:lnTo>
                  <a:lnTo>
                    <a:pt x="145440" y="430479"/>
                  </a:lnTo>
                  <a:lnTo>
                    <a:pt x="150642" y="422763"/>
                  </a:lnTo>
                  <a:lnTo>
                    <a:pt x="152550" y="413317"/>
                  </a:lnTo>
                  <a:lnTo>
                    <a:pt x="152550" y="24271"/>
                  </a:lnTo>
                  <a:lnTo>
                    <a:pt x="150642" y="14824"/>
                  </a:lnTo>
                  <a:lnTo>
                    <a:pt x="145440" y="7109"/>
                  </a:lnTo>
                  <a:lnTo>
                    <a:pt x="137725" y="1907"/>
                  </a:lnTo>
                  <a:lnTo>
                    <a:pt x="128278" y="0"/>
                  </a:lnTo>
                  <a:close/>
                </a:path>
              </a:pathLst>
            </a:custGeom>
            <a:solidFill>
              <a:srgbClr val="D5D3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1" name="object 741" descr=""/>
            <p:cNvSpPr/>
            <p:nvPr/>
          </p:nvSpPr>
          <p:spPr>
            <a:xfrm>
              <a:off x="5282945" y="4299385"/>
              <a:ext cx="394970" cy="204470"/>
            </a:xfrm>
            <a:custGeom>
              <a:avLst/>
              <a:gdLst/>
              <a:ahLst/>
              <a:cxnLst/>
              <a:rect l="l" t="t" r="r" b="b"/>
              <a:pathLst>
                <a:path w="394970" h="204470">
                  <a:moveTo>
                    <a:pt x="367884" y="0"/>
                  </a:moveTo>
                  <a:lnTo>
                    <a:pt x="26669" y="0"/>
                  </a:lnTo>
                  <a:lnTo>
                    <a:pt x="16286" y="2095"/>
                  </a:lnTo>
                  <a:lnTo>
                    <a:pt x="7809" y="7809"/>
                  </a:lnTo>
                  <a:lnTo>
                    <a:pt x="2095" y="16286"/>
                  </a:lnTo>
                  <a:lnTo>
                    <a:pt x="0" y="26669"/>
                  </a:lnTo>
                  <a:lnTo>
                    <a:pt x="0" y="177596"/>
                  </a:lnTo>
                  <a:lnTo>
                    <a:pt x="2095" y="187979"/>
                  </a:lnTo>
                  <a:lnTo>
                    <a:pt x="7809" y="196456"/>
                  </a:lnTo>
                  <a:lnTo>
                    <a:pt x="16286" y="202170"/>
                  </a:lnTo>
                  <a:lnTo>
                    <a:pt x="26669" y="204266"/>
                  </a:lnTo>
                  <a:lnTo>
                    <a:pt x="367884" y="204266"/>
                  </a:lnTo>
                  <a:lnTo>
                    <a:pt x="378266" y="202169"/>
                  </a:lnTo>
                  <a:lnTo>
                    <a:pt x="386743" y="196452"/>
                  </a:lnTo>
                  <a:lnTo>
                    <a:pt x="392458" y="187974"/>
                  </a:lnTo>
                  <a:lnTo>
                    <a:pt x="394553" y="177596"/>
                  </a:lnTo>
                  <a:lnTo>
                    <a:pt x="394553" y="26669"/>
                  </a:lnTo>
                  <a:lnTo>
                    <a:pt x="392458" y="16286"/>
                  </a:lnTo>
                  <a:lnTo>
                    <a:pt x="386743" y="7809"/>
                  </a:lnTo>
                  <a:lnTo>
                    <a:pt x="378266" y="2095"/>
                  </a:lnTo>
                  <a:lnTo>
                    <a:pt x="367884" y="0"/>
                  </a:lnTo>
                  <a:close/>
                </a:path>
              </a:pathLst>
            </a:custGeom>
            <a:solidFill>
              <a:srgbClr val="D7D6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2" name="object 742" descr=""/>
            <p:cNvSpPr/>
            <p:nvPr/>
          </p:nvSpPr>
          <p:spPr>
            <a:xfrm>
              <a:off x="5282940" y="4281770"/>
              <a:ext cx="394970" cy="212725"/>
            </a:xfrm>
            <a:custGeom>
              <a:avLst/>
              <a:gdLst/>
              <a:ahLst/>
              <a:cxnLst/>
              <a:rect l="l" t="t" r="r" b="b"/>
              <a:pathLst>
                <a:path w="394970" h="212725">
                  <a:moveTo>
                    <a:pt x="367360" y="0"/>
                  </a:moveTo>
                  <a:lnTo>
                    <a:pt x="27203" y="0"/>
                  </a:lnTo>
                  <a:lnTo>
                    <a:pt x="16613" y="2137"/>
                  </a:lnTo>
                  <a:lnTo>
                    <a:pt x="7967" y="7967"/>
                  </a:lnTo>
                  <a:lnTo>
                    <a:pt x="2137" y="16613"/>
                  </a:lnTo>
                  <a:lnTo>
                    <a:pt x="0" y="27203"/>
                  </a:lnTo>
                  <a:lnTo>
                    <a:pt x="0" y="185240"/>
                  </a:lnTo>
                  <a:lnTo>
                    <a:pt x="2137" y="195829"/>
                  </a:lnTo>
                  <a:lnTo>
                    <a:pt x="7967" y="204476"/>
                  </a:lnTo>
                  <a:lnTo>
                    <a:pt x="16613" y="210306"/>
                  </a:lnTo>
                  <a:lnTo>
                    <a:pt x="27203" y="212443"/>
                  </a:lnTo>
                  <a:lnTo>
                    <a:pt x="367360" y="212443"/>
                  </a:lnTo>
                  <a:lnTo>
                    <a:pt x="377950" y="210306"/>
                  </a:lnTo>
                  <a:lnTo>
                    <a:pt x="386596" y="204476"/>
                  </a:lnTo>
                  <a:lnTo>
                    <a:pt x="392426" y="195829"/>
                  </a:lnTo>
                  <a:lnTo>
                    <a:pt x="394563" y="185240"/>
                  </a:lnTo>
                  <a:lnTo>
                    <a:pt x="394563" y="27203"/>
                  </a:lnTo>
                  <a:lnTo>
                    <a:pt x="392426" y="16613"/>
                  </a:lnTo>
                  <a:lnTo>
                    <a:pt x="386596" y="7967"/>
                  </a:lnTo>
                  <a:lnTo>
                    <a:pt x="377950" y="2137"/>
                  </a:lnTo>
                  <a:lnTo>
                    <a:pt x="367360" y="0"/>
                  </a:lnTo>
                  <a:close/>
                </a:path>
              </a:pathLst>
            </a:custGeom>
            <a:solidFill>
              <a:srgbClr val="F4F3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3" name="object 743" descr=""/>
            <p:cNvSpPr/>
            <p:nvPr/>
          </p:nvSpPr>
          <p:spPr>
            <a:xfrm>
              <a:off x="5493730" y="4339657"/>
              <a:ext cx="31750" cy="235585"/>
            </a:xfrm>
            <a:custGeom>
              <a:avLst/>
              <a:gdLst/>
              <a:ahLst/>
              <a:cxnLst/>
              <a:rect l="l" t="t" r="r" b="b"/>
              <a:pathLst>
                <a:path w="31750" h="235585">
                  <a:moveTo>
                    <a:pt x="24397" y="0"/>
                  </a:moveTo>
                  <a:lnTo>
                    <a:pt x="15716" y="0"/>
                  </a:lnTo>
                  <a:lnTo>
                    <a:pt x="7036" y="0"/>
                  </a:lnTo>
                  <a:lnTo>
                    <a:pt x="0" y="7036"/>
                  </a:lnTo>
                  <a:lnTo>
                    <a:pt x="0" y="235343"/>
                  </a:lnTo>
                  <a:lnTo>
                    <a:pt x="31433" y="235343"/>
                  </a:lnTo>
                  <a:lnTo>
                    <a:pt x="31433" y="7036"/>
                  </a:lnTo>
                  <a:lnTo>
                    <a:pt x="24397" y="0"/>
                  </a:lnTo>
                  <a:close/>
                </a:path>
              </a:pathLst>
            </a:custGeom>
            <a:solidFill>
              <a:srgbClr val="2E282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44" name="object 744" descr=""/>
          <p:cNvGrpSpPr/>
          <p:nvPr/>
        </p:nvGrpSpPr>
        <p:grpSpPr>
          <a:xfrm>
            <a:off x="4692978" y="4149960"/>
            <a:ext cx="201930" cy="569595"/>
            <a:chOff x="4692978" y="4149960"/>
            <a:chExt cx="201930" cy="569595"/>
          </a:xfrm>
        </p:grpSpPr>
        <p:sp>
          <p:nvSpPr>
            <p:cNvPr id="745" name="object 745" descr=""/>
            <p:cNvSpPr/>
            <p:nvPr/>
          </p:nvSpPr>
          <p:spPr>
            <a:xfrm>
              <a:off x="4698616" y="4281773"/>
              <a:ext cx="196215" cy="438150"/>
            </a:xfrm>
            <a:custGeom>
              <a:avLst/>
              <a:gdLst/>
              <a:ahLst/>
              <a:cxnLst/>
              <a:rect l="l" t="t" r="r" b="b"/>
              <a:pathLst>
                <a:path w="196214" h="438150">
                  <a:moveTo>
                    <a:pt x="168445" y="0"/>
                  </a:moveTo>
                  <a:lnTo>
                    <a:pt x="27507" y="0"/>
                  </a:lnTo>
                  <a:lnTo>
                    <a:pt x="16799" y="2161"/>
                  </a:lnTo>
                  <a:lnTo>
                    <a:pt x="8056" y="8056"/>
                  </a:lnTo>
                  <a:lnTo>
                    <a:pt x="2161" y="16799"/>
                  </a:lnTo>
                  <a:lnTo>
                    <a:pt x="0" y="27507"/>
                  </a:lnTo>
                  <a:lnTo>
                    <a:pt x="0" y="410071"/>
                  </a:lnTo>
                  <a:lnTo>
                    <a:pt x="2161" y="420784"/>
                  </a:lnTo>
                  <a:lnTo>
                    <a:pt x="8056" y="429531"/>
                  </a:lnTo>
                  <a:lnTo>
                    <a:pt x="16799" y="435427"/>
                  </a:lnTo>
                  <a:lnTo>
                    <a:pt x="27507" y="437588"/>
                  </a:lnTo>
                  <a:lnTo>
                    <a:pt x="168445" y="437588"/>
                  </a:lnTo>
                  <a:lnTo>
                    <a:pt x="179154" y="435427"/>
                  </a:lnTo>
                  <a:lnTo>
                    <a:pt x="187901" y="429531"/>
                  </a:lnTo>
                  <a:lnTo>
                    <a:pt x="193799" y="420784"/>
                  </a:lnTo>
                  <a:lnTo>
                    <a:pt x="195962" y="410071"/>
                  </a:lnTo>
                  <a:lnTo>
                    <a:pt x="195962" y="27507"/>
                  </a:lnTo>
                  <a:lnTo>
                    <a:pt x="193799" y="16799"/>
                  </a:lnTo>
                  <a:lnTo>
                    <a:pt x="187901" y="8056"/>
                  </a:lnTo>
                  <a:lnTo>
                    <a:pt x="179154" y="2161"/>
                  </a:lnTo>
                  <a:lnTo>
                    <a:pt x="168445" y="0"/>
                  </a:lnTo>
                  <a:close/>
                </a:path>
              </a:pathLst>
            </a:custGeom>
            <a:solidFill>
              <a:srgbClr val="F4F3F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6" name="object 746" descr=""/>
            <p:cNvPicPr/>
            <p:nvPr/>
          </p:nvPicPr>
          <p:blipFill>
            <a:blip r:embed="rId98" cstate="print"/>
            <a:stretch>
              <a:fillRect/>
            </a:stretch>
          </p:blipFill>
          <p:spPr>
            <a:xfrm>
              <a:off x="4692978" y="4281773"/>
              <a:ext cx="184832" cy="293227"/>
            </a:xfrm>
            <a:prstGeom prst="rect">
              <a:avLst/>
            </a:prstGeom>
          </p:spPr>
        </p:pic>
        <p:sp>
          <p:nvSpPr>
            <p:cNvPr id="747" name="object 747" descr=""/>
            <p:cNvSpPr/>
            <p:nvPr/>
          </p:nvSpPr>
          <p:spPr>
            <a:xfrm>
              <a:off x="4725766" y="4281773"/>
              <a:ext cx="152400" cy="438150"/>
            </a:xfrm>
            <a:custGeom>
              <a:avLst/>
              <a:gdLst/>
              <a:ahLst/>
              <a:cxnLst/>
              <a:rect l="l" t="t" r="r" b="b"/>
              <a:pathLst>
                <a:path w="152400" h="438150">
                  <a:moveTo>
                    <a:pt x="127807" y="0"/>
                  </a:moveTo>
                  <a:lnTo>
                    <a:pt x="24229" y="0"/>
                  </a:lnTo>
                  <a:lnTo>
                    <a:pt x="14798" y="1904"/>
                  </a:lnTo>
                  <a:lnTo>
                    <a:pt x="7096" y="7096"/>
                  </a:lnTo>
                  <a:lnTo>
                    <a:pt x="1904" y="14798"/>
                  </a:lnTo>
                  <a:lnTo>
                    <a:pt x="0" y="24229"/>
                  </a:lnTo>
                  <a:lnTo>
                    <a:pt x="0" y="413359"/>
                  </a:lnTo>
                  <a:lnTo>
                    <a:pt x="1904" y="422790"/>
                  </a:lnTo>
                  <a:lnTo>
                    <a:pt x="7096" y="430492"/>
                  </a:lnTo>
                  <a:lnTo>
                    <a:pt x="14798" y="435684"/>
                  </a:lnTo>
                  <a:lnTo>
                    <a:pt x="24229" y="437588"/>
                  </a:lnTo>
                  <a:lnTo>
                    <a:pt x="127807" y="437588"/>
                  </a:lnTo>
                  <a:lnTo>
                    <a:pt x="137240" y="435684"/>
                  </a:lnTo>
                  <a:lnTo>
                    <a:pt x="144945" y="430492"/>
                  </a:lnTo>
                  <a:lnTo>
                    <a:pt x="150142" y="422790"/>
                  </a:lnTo>
                  <a:lnTo>
                    <a:pt x="152047" y="413359"/>
                  </a:lnTo>
                  <a:lnTo>
                    <a:pt x="152047" y="24229"/>
                  </a:lnTo>
                  <a:lnTo>
                    <a:pt x="150142" y="14798"/>
                  </a:lnTo>
                  <a:lnTo>
                    <a:pt x="144945" y="7096"/>
                  </a:lnTo>
                  <a:lnTo>
                    <a:pt x="137240" y="1904"/>
                  </a:lnTo>
                  <a:lnTo>
                    <a:pt x="127807" y="0"/>
                  </a:lnTo>
                  <a:close/>
                </a:path>
              </a:pathLst>
            </a:custGeom>
            <a:solidFill>
              <a:srgbClr val="E8E6E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8" name="object 748" descr=""/>
            <p:cNvSpPr/>
            <p:nvPr/>
          </p:nvSpPr>
          <p:spPr>
            <a:xfrm>
              <a:off x="4782646" y="4149960"/>
              <a:ext cx="27940" cy="132080"/>
            </a:xfrm>
            <a:custGeom>
              <a:avLst/>
              <a:gdLst/>
              <a:ahLst/>
              <a:cxnLst/>
              <a:rect l="l" t="t" r="r" b="b"/>
              <a:pathLst>
                <a:path w="27939" h="132079">
                  <a:moveTo>
                    <a:pt x="22271" y="0"/>
                  </a:moveTo>
                  <a:lnTo>
                    <a:pt x="15329" y="0"/>
                  </a:lnTo>
                  <a:lnTo>
                    <a:pt x="5622" y="0"/>
                  </a:lnTo>
                  <a:lnTo>
                    <a:pt x="0" y="5622"/>
                  </a:lnTo>
                  <a:lnTo>
                    <a:pt x="0" y="131807"/>
                  </a:lnTo>
                  <a:lnTo>
                    <a:pt x="27894" y="131807"/>
                  </a:lnTo>
                  <a:lnTo>
                    <a:pt x="27894" y="5622"/>
                  </a:lnTo>
                  <a:lnTo>
                    <a:pt x="22271" y="0"/>
                  </a:lnTo>
                  <a:close/>
                </a:path>
              </a:pathLst>
            </a:custGeom>
            <a:solidFill>
              <a:srgbClr val="2E282C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49" name="object 749" descr=""/>
          <p:cNvPicPr/>
          <p:nvPr/>
        </p:nvPicPr>
        <p:blipFill>
          <a:blip r:embed="rId99" cstate="print"/>
          <a:stretch>
            <a:fillRect/>
          </a:stretch>
        </p:blipFill>
        <p:spPr>
          <a:xfrm>
            <a:off x="3991877" y="1861095"/>
            <a:ext cx="1771038" cy="1832465"/>
          </a:xfrm>
          <a:prstGeom prst="rect">
            <a:avLst/>
          </a:prstGeom>
        </p:spPr>
      </p:pic>
      <p:grpSp>
        <p:nvGrpSpPr>
          <p:cNvPr id="750" name="object 750" descr=""/>
          <p:cNvGrpSpPr/>
          <p:nvPr/>
        </p:nvGrpSpPr>
        <p:grpSpPr>
          <a:xfrm>
            <a:off x="18921843" y="2491849"/>
            <a:ext cx="241935" cy="1207135"/>
            <a:chOff x="18921843" y="2491849"/>
            <a:chExt cx="241935" cy="1207135"/>
          </a:xfrm>
        </p:grpSpPr>
        <p:sp>
          <p:nvSpPr>
            <p:cNvPr id="751" name="object 751" descr=""/>
            <p:cNvSpPr/>
            <p:nvPr/>
          </p:nvSpPr>
          <p:spPr>
            <a:xfrm>
              <a:off x="18964125" y="2982995"/>
              <a:ext cx="144145" cy="492759"/>
            </a:xfrm>
            <a:custGeom>
              <a:avLst/>
              <a:gdLst/>
              <a:ahLst/>
              <a:cxnLst/>
              <a:rect l="l" t="t" r="r" b="b"/>
              <a:pathLst>
                <a:path w="144144" h="492760">
                  <a:moveTo>
                    <a:pt x="87439" y="0"/>
                  </a:moveTo>
                  <a:lnTo>
                    <a:pt x="20265" y="30496"/>
                  </a:lnTo>
                  <a:lnTo>
                    <a:pt x="3008" y="71001"/>
                  </a:lnTo>
                  <a:lnTo>
                    <a:pt x="0" y="110122"/>
                  </a:lnTo>
                  <a:lnTo>
                    <a:pt x="1184" y="142646"/>
                  </a:lnTo>
                  <a:lnTo>
                    <a:pt x="5371" y="189376"/>
                  </a:lnTo>
                  <a:lnTo>
                    <a:pt x="13466" y="254487"/>
                  </a:lnTo>
                  <a:lnTo>
                    <a:pt x="26377" y="342152"/>
                  </a:lnTo>
                  <a:lnTo>
                    <a:pt x="45010" y="456546"/>
                  </a:lnTo>
                  <a:lnTo>
                    <a:pt x="81175" y="492411"/>
                  </a:lnTo>
                  <a:lnTo>
                    <a:pt x="101934" y="485821"/>
                  </a:lnTo>
                  <a:lnTo>
                    <a:pt x="118112" y="443455"/>
                  </a:lnTo>
                  <a:lnTo>
                    <a:pt x="124213" y="403259"/>
                  </a:lnTo>
                  <a:lnTo>
                    <a:pt x="130229" y="355975"/>
                  </a:lnTo>
                  <a:lnTo>
                    <a:pt x="135684" y="303777"/>
                  </a:lnTo>
                  <a:lnTo>
                    <a:pt x="140102" y="248839"/>
                  </a:lnTo>
                  <a:lnTo>
                    <a:pt x="143008" y="193337"/>
                  </a:lnTo>
                  <a:lnTo>
                    <a:pt x="143926" y="139445"/>
                  </a:lnTo>
                  <a:lnTo>
                    <a:pt x="142381" y="89336"/>
                  </a:lnTo>
                  <a:lnTo>
                    <a:pt x="137897" y="45186"/>
                  </a:lnTo>
                  <a:lnTo>
                    <a:pt x="119754" y="9518"/>
                  </a:lnTo>
                  <a:lnTo>
                    <a:pt x="87439" y="0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2" name="object 752" descr=""/>
            <p:cNvPicPr/>
            <p:nvPr/>
          </p:nvPicPr>
          <p:blipFill>
            <a:blip r:embed="rId100" cstate="print"/>
            <a:stretch>
              <a:fillRect/>
            </a:stretch>
          </p:blipFill>
          <p:spPr>
            <a:xfrm>
              <a:off x="18966481" y="3416204"/>
              <a:ext cx="139364" cy="282636"/>
            </a:xfrm>
            <a:prstGeom prst="rect">
              <a:avLst/>
            </a:prstGeom>
          </p:spPr>
        </p:pic>
        <p:sp>
          <p:nvSpPr>
            <p:cNvPr id="753" name="object 753" descr=""/>
            <p:cNvSpPr/>
            <p:nvPr/>
          </p:nvSpPr>
          <p:spPr>
            <a:xfrm>
              <a:off x="18921843" y="2491849"/>
              <a:ext cx="241935" cy="602615"/>
            </a:xfrm>
            <a:custGeom>
              <a:avLst/>
              <a:gdLst/>
              <a:ahLst/>
              <a:cxnLst/>
              <a:rect l="l" t="t" r="r" b="b"/>
              <a:pathLst>
                <a:path w="241934" h="602614">
                  <a:moveTo>
                    <a:pt x="122220" y="0"/>
                  </a:moveTo>
                  <a:lnTo>
                    <a:pt x="79190" y="3762"/>
                  </a:lnTo>
                  <a:lnTo>
                    <a:pt x="28859" y="60832"/>
                  </a:lnTo>
                  <a:lnTo>
                    <a:pt x="17082" y="127975"/>
                  </a:lnTo>
                  <a:lnTo>
                    <a:pt x="9170" y="203927"/>
                  </a:lnTo>
                  <a:lnTo>
                    <a:pt x="3086" y="264717"/>
                  </a:lnTo>
                  <a:lnTo>
                    <a:pt x="0" y="310181"/>
                  </a:lnTo>
                  <a:lnTo>
                    <a:pt x="1082" y="340157"/>
                  </a:lnTo>
                  <a:lnTo>
                    <a:pt x="6577" y="359514"/>
                  </a:lnTo>
                  <a:lnTo>
                    <a:pt x="13142" y="375512"/>
                  </a:lnTo>
                  <a:lnTo>
                    <a:pt x="16593" y="391572"/>
                  </a:lnTo>
                  <a:lnTo>
                    <a:pt x="12747" y="411118"/>
                  </a:lnTo>
                  <a:lnTo>
                    <a:pt x="6447" y="435051"/>
                  </a:lnTo>
                  <a:lnTo>
                    <a:pt x="4846" y="459873"/>
                  </a:lnTo>
                  <a:lnTo>
                    <a:pt x="7195" y="482430"/>
                  </a:lnTo>
                  <a:lnTo>
                    <a:pt x="12747" y="499565"/>
                  </a:lnTo>
                  <a:lnTo>
                    <a:pt x="17992" y="514969"/>
                  </a:lnTo>
                  <a:lnTo>
                    <a:pt x="20559" y="531472"/>
                  </a:lnTo>
                  <a:lnTo>
                    <a:pt x="21400" y="544630"/>
                  </a:lnTo>
                  <a:lnTo>
                    <a:pt x="21469" y="550004"/>
                  </a:lnTo>
                  <a:lnTo>
                    <a:pt x="40991" y="572014"/>
                  </a:lnTo>
                  <a:lnTo>
                    <a:pt x="56943" y="583357"/>
                  </a:lnTo>
                  <a:lnTo>
                    <a:pt x="77825" y="587639"/>
                  </a:lnTo>
                  <a:lnTo>
                    <a:pt x="112136" y="588463"/>
                  </a:lnTo>
                  <a:lnTo>
                    <a:pt x="152580" y="590820"/>
                  </a:lnTo>
                  <a:lnTo>
                    <a:pt x="184529" y="595606"/>
                  </a:lnTo>
                  <a:lnTo>
                    <a:pt x="205511" y="600315"/>
                  </a:lnTo>
                  <a:lnTo>
                    <a:pt x="213055" y="602442"/>
                  </a:lnTo>
                  <a:lnTo>
                    <a:pt x="229738" y="575975"/>
                  </a:lnTo>
                  <a:lnTo>
                    <a:pt x="238029" y="557785"/>
                  </a:lnTo>
                  <a:lnTo>
                    <a:pt x="240385" y="539439"/>
                  </a:lnTo>
                  <a:lnTo>
                    <a:pt x="239263" y="512507"/>
                  </a:lnTo>
                  <a:lnTo>
                    <a:pt x="238961" y="480987"/>
                  </a:lnTo>
                  <a:lnTo>
                    <a:pt x="240500" y="453174"/>
                  </a:lnTo>
                  <a:lnTo>
                    <a:pt x="241420" y="427081"/>
                  </a:lnTo>
                  <a:lnTo>
                    <a:pt x="237754" y="380766"/>
                  </a:lnTo>
                  <a:lnTo>
                    <a:pt x="236268" y="345376"/>
                  </a:lnTo>
                  <a:lnTo>
                    <a:pt x="233947" y="298661"/>
                  </a:lnTo>
                  <a:lnTo>
                    <a:pt x="229932" y="244735"/>
                  </a:lnTo>
                  <a:lnTo>
                    <a:pt x="223365" y="187708"/>
                  </a:lnTo>
                  <a:lnTo>
                    <a:pt x="213388" y="131694"/>
                  </a:lnTo>
                  <a:lnTo>
                    <a:pt x="199143" y="80804"/>
                  </a:lnTo>
                  <a:lnTo>
                    <a:pt x="179772" y="39150"/>
                  </a:lnTo>
                  <a:lnTo>
                    <a:pt x="154417" y="10845"/>
                  </a:lnTo>
                  <a:lnTo>
                    <a:pt x="122220" y="0"/>
                  </a:lnTo>
                  <a:close/>
                </a:path>
              </a:pathLst>
            </a:custGeom>
            <a:solidFill>
              <a:srgbClr val="F0C05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4" name="object 754" descr=""/>
          <p:cNvGrpSpPr/>
          <p:nvPr/>
        </p:nvGrpSpPr>
        <p:grpSpPr>
          <a:xfrm>
            <a:off x="18770291" y="3963429"/>
            <a:ext cx="391795" cy="1150620"/>
            <a:chOff x="18770291" y="3963429"/>
            <a:chExt cx="391795" cy="1150620"/>
          </a:xfrm>
        </p:grpSpPr>
        <p:sp>
          <p:nvSpPr>
            <p:cNvPr id="755" name="object 755" descr=""/>
            <p:cNvSpPr/>
            <p:nvPr/>
          </p:nvSpPr>
          <p:spPr>
            <a:xfrm>
              <a:off x="18872649" y="4452518"/>
              <a:ext cx="243204" cy="460375"/>
            </a:xfrm>
            <a:custGeom>
              <a:avLst/>
              <a:gdLst/>
              <a:ahLst/>
              <a:cxnLst/>
              <a:rect l="l" t="t" r="r" b="b"/>
              <a:pathLst>
                <a:path w="243205" h="460375">
                  <a:moveTo>
                    <a:pt x="175825" y="0"/>
                  </a:moveTo>
                  <a:lnTo>
                    <a:pt x="115933" y="25777"/>
                  </a:lnTo>
                  <a:lnTo>
                    <a:pt x="90351" y="73711"/>
                  </a:lnTo>
                  <a:lnTo>
                    <a:pt x="65125" y="149034"/>
                  </a:lnTo>
                  <a:lnTo>
                    <a:pt x="47806" y="212321"/>
                  </a:lnTo>
                  <a:lnTo>
                    <a:pt x="26348" y="298297"/>
                  </a:lnTo>
                  <a:lnTo>
                    <a:pt x="0" y="411168"/>
                  </a:lnTo>
                  <a:lnTo>
                    <a:pt x="2061" y="443357"/>
                  </a:lnTo>
                  <a:lnTo>
                    <a:pt x="19774" y="458096"/>
                  </a:lnTo>
                  <a:lnTo>
                    <a:pt x="41476" y="459913"/>
                  </a:lnTo>
                  <a:lnTo>
                    <a:pt x="55506" y="453335"/>
                  </a:lnTo>
                  <a:lnTo>
                    <a:pt x="93525" y="392067"/>
                  </a:lnTo>
                  <a:lnTo>
                    <a:pt x="117100" y="350639"/>
                  </a:lnTo>
                  <a:lnTo>
                    <a:pt x="142028" y="304453"/>
                  </a:lnTo>
                  <a:lnTo>
                    <a:pt x="167042" y="255341"/>
                  </a:lnTo>
                  <a:lnTo>
                    <a:pt x="190872" y="205130"/>
                  </a:lnTo>
                  <a:lnTo>
                    <a:pt x="212253" y="155651"/>
                  </a:lnTo>
                  <a:lnTo>
                    <a:pt x="229914" y="108733"/>
                  </a:lnTo>
                  <a:lnTo>
                    <a:pt x="242589" y="66205"/>
                  </a:lnTo>
                  <a:lnTo>
                    <a:pt x="239399" y="26318"/>
                  </a:lnTo>
                  <a:lnTo>
                    <a:pt x="213148" y="5208"/>
                  </a:lnTo>
                  <a:lnTo>
                    <a:pt x="175825" y="0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6" name="object 756" descr=""/>
            <p:cNvPicPr/>
            <p:nvPr/>
          </p:nvPicPr>
          <p:blipFill>
            <a:blip r:embed="rId101" cstate="print"/>
            <a:stretch>
              <a:fillRect/>
            </a:stretch>
          </p:blipFill>
          <p:spPr>
            <a:xfrm>
              <a:off x="18770291" y="4852912"/>
              <a:ext cx="168742" cy="261125"/>
            </a:xfrm>
            <a:prstGeom prst="rect">
              <a:avLst/>
            </a:prstGeom>
          </p:spPr>
        </p:pic>
        <p:sp>
          <p:nvSpPr>
            <p:cNvPr id="757" name="object 757" descr=""/>
            <p:cNvSpPr/>
            <p:nvPr/>
          </p:nvSpPr>
          <p:spPr>
            <a:xfrm>
              <a:off x="18920655" y="3963429"/>
              <a:ext cx="241935" cy="602615"/>
            </a:xfrm>
            <a:custGeom>
              <a:avLst/>
              <a:gdLst/>
              <a:ahLst/>
              <a:cxnLst/>
              <a:rect l="l" t="t" r="r" b="b"/>
              <a:pathLst>
                <a:path w="241934" h="602614">
                  <a:moveTo>
                    <a:pt x="122220" y="0"/>
                  </a:moveTo>
                  <a:lnTo>
                    <a:pt x="79190" y="3762"/>
                  </a:lnTo>
                  <a:lnTo>
                    <a:pt x="28859" y="60832"/>
                  </a:lnTo>
                  <a:lnTo>
                    <a:pt x="17082" y="127975"/>
                  </a:lnTo>
                  <a:lnTo>
                    <a:pt x="9170" y="203927"/>
                  </a:lnTo>
                  <a:lnTo>
                    <a:pt x="3086" y="264717"/>
                  </a:lnTo>
                  <a:lnTo>
                    <a:pt x="0" y="310181"/>
                  </a:lnTo>
                  <a:lnTo>
                    <a:pt x="1082" y="340157"/>
                  </a:lnTo>
                  <a:lnTo>
                    <a:pt x="6577" y="359514"/>
                  </a:lnTo>
                  <a:lnTo>
                    <a:pt x="13142" y="375512"/>
                  </a:lnTo>
                  <a:lnTo>
                    <a:pt x="16593" y="391572"/>
                  </a:lnTo>
                  <a:lnTo>
                    <a:pt x="12747" y="411118"/>
                  </a:lnTo>
                  <a:lnTo>
                    <a:pt x="6447" y="435051"/>
                  </a:lnTo>
                  <a:lnTo>
                    <a:pt x="4846" y="459873"/>
                  </a:lnTo>
                  <a:lnTo>
                    <a:pt x="7195" y="482430"/>
                  </a:lnTo>
                  <a:lnTo>
                    <a:pt x="12747" y="499565"/>
                  </a:lnTo>
                  <a:lnTo>
                    <a:pt x="17992" y="514969"/>
                  </a:lnTo>
                  <a:lnTo>
                    <a:pt x="20559" y="531472"/>
                  </a:lnTo>
                  <a:lnTo>
                    <a:pt x="21400" y="544630"/>
                  </a:lnTo>
                  <a:lnTo>
                    <a:pt x="21469" y="550004"/>
                  </a:lnTo>
                  <a:lnTo>
                    <a:pt x="40991" y="572014"/>
                  </a:lnTo>
                  <a:lnTo>
                    <a:pt x="56943" y="583357"/>
                  </a:lnTo>
                  <a:lnTo>
                    <a:pt x="77825" y="587639"/>
                  </a:lnTo>
                  <a:lnTo>
                    <a:pt x="112136" y="588463"/>
                  </a:lnTo>
                  <a:lnTo>
                    <a:pt x="152580" y="590820"/>
                  </a:lnTo>
                  <a:lnTo>
                    <a:pt x="184529" y="595606"/>
                  </a:lnTo>
                  <a:lnTo>
                    <a:pt x="205511" y="600315"/>
                  </a:lnTo>
                  <a:lnTo>
                    <a:pt x="213055" y="602442"/>
                  </a:lnTo>
                  <a:lnTo>
                    <a:pt x="229738" y="575975"/>
                  </a:lnTo>
                  <a:lnTo>
                    <a:pt x="238029" y="557785"/>
                  </a:lnTo>
                  <a:lnTo>
                    <a:pt x="240385" y="539439"/>
                  </a:lnTo>
                  <a:lnTo>
                    <a:pt x="239263" y="512507"/>
                  </a:lnTo>
                  <a:lnTo>
                    <a:pt x="238961" y="480987"/>
                  </a:lnTo>
                  <a:lnTo>
                    <a:pt x="240500" y="453173"/>
                  </a:lnTo>
                  <a:lnTo>
                    <a:pt x="241420" y="427076"/>
                  </a:lnTo>
                  <a:lnTo>
                    <a:pt x="237754" y="380758"/>
                  </a:lnTo>
                  <a:lnTo>
                    <a:pt x="236268" y="345370"/>
                  </a:lnTo>
                  <a:lnTo>
                    <a:pt x="233947" y="298658"/>
                  </a:lnTo>
                  <a:lnTo>
                    <a:pt x="229932" y="244732"/>
                  </a:lnTo>
                  <a:lnTo>
                    <a:pt x="223365" y="187707"/>
                  </a:lnTo>
                  <a:lnTo>
                    <a:pt x="213388" y="131694"/>
                  </a:lnTo>
                  <a:lnTo>
                    <a:pt x="199143" y="80804"/>
                  </a:lnTo>
                  <a:lnTo>
                    <a:pt x="179772" y="39150"/>
                  </a:lnTo>
                  <a:lnTo>
                    <a:pt x="154417" y="10845"/>
                  </a:lnTo>
                  <a:lnTo>
                    <a:pt x="122220" y="0"/>
                  </a:lnTo>
                  <a:close/>
                </a:path>
              </a:pathLst>
            </a:custGeom>
            <a:solidFill>
              <a:srgbClr val="F0C05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8" name="object 758" descr=""/>
          <p:cNvGrpSpPr/>
          <p:nvPr/>
        </p:nvGrpSpPr>
        <p:grpSpPr>
          <a:xfrm>
            <a:off x="18415536" y="5305446"/>
            <a:ext cx="643255" cy="934085"/>
            <a:chOff x="18415536" y="5305446"/>
            <a:chExt cx="643255" cy="934085"/>
          </a:xfrm>
        </p:grpSpPr>
        <p:sp>
          <p:nvSpPr>
            <p:cNvPr id="759" name="object 759" descr=""/>
            <p:cNvSpPr/>
            <p:nvPr/>
          </p:nvSpPr>
          <p:spPr>
            <a:xfrm>
              <a:off x="18602852" y="5777875"/>
              <a:ext cx="424815" cy="330835"/>
            </a:xfrm>
            <a:custGeom>
              <a:avLst/>
              <a:gdLst/>
              <a:ahLst/>
              <a:cxnLst/>
              <a:rect l="l" t="t" r="r" b="b"/>
              <a:pathLst>
                <a:path w="424815" h="330835">
                  <a:moveTo>
                    <a:pt x="349967" y="0"/>
                  </a:moveTo>
                  <a:lnTo>
                    <a:pt x="306904" y="9165"/>
                  </a:lnTo>
                  <a:lnTo>
                    <a:pt x="273162" y="29188"/>
                  </a:lnTo>
                  <a:lnTo>
                    <a:pt x="211400" y="79141"/>
                  </a:lnTo>
                  <a:lnTo>
                    <a:pt x="162776" y="123193"/>
                  </a:lnTo>
                  <a:lnTo>
                    <a:pt x="98464" y="184151"/>
                  </a:lnTo>
                  <a:lnTo>
                    <a:pt x="15569" y="265155"/>
                  </a:lnTo>
                  <a:lnTo>
                    <a:pt x="0" y="293409"/>
                  </a:lnTo>
                  <a:lnTo>
                    <a:pt x="7009" y="315360"/>
                  </a:lnTo>
                  <a:lnTo>
                    <a:pt x="24331" y="328560"/>
                  </a:lnTo>
                  <a:lnTo>
                    <a:pt x="39694" y="330556"/>
                  </a:lnTo>
                  <a:lnTo>
                    <a:pt x="68293" y="317449"/>
                  </a:lnTo>
                  <a:lnTo>
                    <a:pt x="104694" y="299336"/>
                  </a:lnTo>
                  <a:lnTo>
                    <a:pt x="146846" y="277078"/>
                  </a:lnTo>
                  <a:lnTo>
                    <a:pt x="192695" y="251536"/>
                  </a:lnTo>
                  <a:lnTo>
                    <a:pt x="240189" y="223571"/>
                  </a:lnTo>
                  <a:lnTo>
                    <a:pt x="287276" y="194044"/>
                  </a:lnTo>
                  <a:lnTo>
                    <a:pt x="331903" y="163816"/>
                  </a:lnTo>
                  <a:lnTo>
                    <a:pt x="372018" y="133747"/>
                  </a:lnTo>
                  <a:lnTo>
                    <a:pt x="405568" y="104699"/>
                  </a:lnTo>
                  <a:lnTo>
                    <a:pt x="424323" y="69348"/>
                  </a:lnTo>
                  <a:lnTo>
                    <a:pt x="413536" y="37433"/>
                  </a:lnTo>
                  <a:lnTo>
                    <a:pt x="384864" y="12976"/>
                  </a:lnTo>
                  <a:lnTo>
                    <a:pt x="349967" y="0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0" name="object 760" descr=""/>
            <p:cNvPicPr/>
            <p:nvPr/>
          </p:nvPicPr>
          <p:blipFill>
            <a:blip r:embed="rId102" cstate="print"/>
            <a:stretch>
              <a:fillRect/>
            </a:stretch>
          </p:blipFill>
          <p:spPr>
            <a:xfrm>
              <a:off x="18415536" y="6042581"/>
              <a:ext cx="250327" cy="196352"/>
            </a:xfrm>
            <a:prstGeom prst="rect">
              <a:avLst/>
            </a:prstGeom>
          </p:spPr>
        </p:pic>
        <p:sp>
          <p:nvSpPr>
            <p:cNvPr id="761" name="object 761" descr=""/>
            <p:cNvSpPr/>
            <p:nvPr/>
          </p:nvSpPr>
          <p:spPr>
            <a:xfrm>
              <a:off x="18816808" y="5305446"/>
              <a:ext cx="241935" cy="602615"/>
            </a:xfrm>
            <a:custGeom>
              <a:avLst/>
              <a:gdLst/>
              <a:ahLst/>
              <a:cxnLst/>
              <a:rect l="l" t="t" r="r" b="b"/>
              <a:pathLst>
                <a:path w="241934" h="602614">
                  <a:moveTo>
                    <a:pt x="122220" y="0"/>
                  </a:moveTo>
                  <a:lnTo>
                    <a:pt x="79190" y="3762"/>
                  </a:lnTo>
                  <a:lnTo>
                    <a:pt x="28859" y="60832"/>
                  </a:lnTo>
                  <a:lnTo>
                    <a:pt x="17082" y="127975"/>
                  </a:lnTo>
                  <a:lnTo>
                    <a:pt x="9170" y="203927"/>
                  </a:lnTo>
                  <a:lnTo>
                    <a:pt x="3086" y="264717"/>
                  </a:lnTo>
                  <a:lnTo>
                    <a:pt x="0" y="310181"/>
                  </a:lnTo>
                  <a:lnTo>
                    <a:pt x="1082" y="340157"/>
                  </a:lnTo>
                  <a:lnTo>
                    <a:pt x="6577" y="359514"/>
                  </a:lnTo>
                  <a:lnTo>
                    <a:pt x="13142" y="375512"/>
                  </a:lnTo>
                  <a:lnTo>
                    <a:pt x="16593" y="391572"/>
                  </a:lnTo>
                  <a:lnTo>
                    <a:pt x="12747" y="411118"/>
                  </a:lnTo>
                  <a:lnTo>
                    <a:pt x="6447" y="435051"/>
                  </a:lnTo>
                  <a:lnTo>
                    <a:pt x="4846" y="459873"/>
                  </a:lnTo>
                  <a:lnTo>
                    <a:pt x="7195" y="482430"/>
                  </a:lnTo>
                  <a:lnTo>
                    <a:pt x="12747" y="499565"/>
                  </a:lnTo>
                  <a:lnTo>
                    <a:pt x="17992" y="514969"/>
                  </a:lnTo>
                  <a:lnTo>
                    <a:pt x="20559" y="531472"/>
                  </a:lnTo>
                  <a:lnTo>
                    <a:pt x="21400" y="544630"/>
                  </a:lnTo>
                  <a:lnTo>
                    <a:pt x="21469" y="550004"/>
                  </a:lnTo>
                  <a:lnTo>
                    <a:pt x="40991" y="572014"/>
                  </a:lnTo>
                  <a:lnTo>
                    <a:pt x="56943" y="583357"/>
                  </a:lnTo>
                  <a:lnTo>
                    <a:pt x="77825" y="587639"/>
                  </a:lnTo>
                  <a:lnTo>
                    <a:pt x="112136" y="588463"/>
                  </a:lnTo>
                  <a:lnTo>
                    <a:pt x="152580" y="590820"/>
                  </a:lnTo>
                  <a:lnTo>
                    <a:pt x="184529" y="595606"/>
                  </a:lnTo>
                  <a:lnTo>
                    <a:pt x="205511" y="600315"/>
                  </a:lnTo>
                  <a:lnTo>
                    <a:pt x="213055" y="602442"/>
                  </a:lnTo>
                  <a:lnTo>
                    <a:pt x="229738" y="575975"/>
                  </a:lnTo>
                  <a:lnTo>
                    <a:pt x="238029" y="557785"/>
                  </a:lnTo>
                  <a:lnTo>
                    <a:pt x="240385" y="539439"/>
                  </a:lnTo>
                  <a:lnTo>
                    <a:pt x="239263" y="512507"/>
                  </a:lnTo>
                  <a:lnTo>
                    <a:pt x="238961" y="480987"/>
                  </a:lnTo>
                  <a:lnTo>
                    <a:pt x="240500" y="453173"/>
                  </a:lnTo>
                  <a:lnTo>
                    <a:pt x="241420" y="427076"/>
                  </a:lnTo>
                  <a:lnTo>
                    <a:pt x="237754" y="380758"/>
                  </a:lnTo>
                  <a:lnTo>
                    <a:pt x="236268" y="345370"/>
                  </a:lnTo>
                  <a:lnTo>
                    <a:pt x="233947" y="298658"/>
                  </a:lnTo>
                  <a:lnTo>
                    <a:pt x="229932" y="244732"/>
                  </a:lnTo>
                  <a:lnTo>
                    <a:pt x="223365" y="187707"/>
                  </a:lnTo>
                  <a:lnTo>
                    <a:pt x="213388" y="131694"/>
                  </a:lnTo>
                  <a:lnTo>
                    <a:pt x="199143" y="80804"/>
                  </a:lnTo>
                  <a:lnTo>
                    <a:pt x="179772" y="39150"/>
                  </a:lnTo>
                  <a:lnTo>
                    <a:pt x="154417" y="10845"/>
                  </a:lnTo>
                  <a:lnTo>
                    <a:pt x="122220" y="0"/>
                  </a:lnTo>
                  <a:close/>
                </a:path>
              </a:pathLst>
            </a:custGeom>
            <a:solidFill>
              <a:srgbClr val="F0C05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2" name="object 762" descr=""/>
          <p:cNvGrpSpPr/>
          <p:nvPr/>
        </p:nvGrpSpPr>
        <p:grpSpPr>
          <a:xfrm>
            <a:off x="18304628" y="6298326"/>
            <a:ext cx="754380" cy="639445"/>
            <a:chOff x="18304628" y="6298326"/>
            <a:chExt cx="754380" cy="639445"/>
          </a:xfrm>
        </p:grpSpPr>
        <p:sp>
          <p:nvSpPr>
            <p:cNvPr id="763" name="object 763" descr=""/>
            <p:cNvSpPr/>
            <p:nvPr/>
          </p:nvSpPr>
          <p:spPr>
            <a:xfrm>
              <a:off x="18528194" y="6789460"/>
              <a:ext cx="492759" cy="144780"/>
            </a:xfrm>
            <a:custGeom>
              <a:avLst/>
              <a:gdLst/>
              <a:ahLst/>
              <a:cxnLst/>
              <a:rect l="l" t="t" r="r" b="b"/>
              <a:pathLst>
                <a:path w="492759" h="144779">
                  <a:moveTo>
                    <a:pt x="381268" y="0"/>
                  </a:moveTo>
                  <a:lnTo>
                    <a:pt x="302087" y="6336"/>
                  </a:lnTo>
                  <a:lnTo>
                    <a:pt x="237081" y="15224"/>
                  </a:lnTo>
                  <a:lnTo>
                    <a:pt x="149579" y="29202"/>
                  </a:lnTo>
                  <a:lnTo>
                    <a:pt x="35421" y="49227"/>
                  </a:lnTo>
                  <a:lnTo>
                    <a:pt x="0" y="85822"/>
                  </a:lnTo>
                  <a:lnTo>
                    <a:pt x="6839" y="106500"/>
                  </a:lnTo>
                  <a:lnTo>
                    <a:pt x="49396" y="122162"/>
                  </a:lnTo>
                  <a:lnTo>
                    <a:pt x="89663" y="127774"/>
                  </a:lnTo>
                  <a:lnTo>
                    <a:pt x="137017" y="133214"/>
                  </a:lnTo>
                  <a:lnTo>
                    <a:pt x="189278" y="138033"/>
                  </a:lnTo>
                  <a:lnTo>
                    <a:pt x="244266" y="141782"/>
                  </a:lnTo>
                  <a:lnTo>
                    <a:pt x="299800" y="144012"/>
                  </a:lnTo>
                  <a:lnTo>
                    <a:pt x="353701" y="144274"/>
                  </a:lnTo>
                  <a:lnTo>
                    <a:pt x="403787" y="142119"/>
                  </a:lnTo>
                  <a:lnTo>
                    <a:pt x="447880" y="137098"/>
                  </a:lnTo>
                  <a:lnTo>
                    <a:pt x="483322" y="118522"/>
                  </a:lnTo>
                  <a:lnTo>
                    <a:pt x="492445" y="86093"/>
                  </a:lnTo>
                  <a:lnTo>
                    <a:pt x="482599" y="49717"/>
                  </a:lnTo>
                  <a:lnTo>
                    <a:pt x="435399" y="4736"/>
                  </a:lnTo>
                  <a:lnTo>
                    <a:pt x="381268" y="0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4" name="object 764" descr=""/>
            <p:cNvPicPr/>
            <p:nvPr/>
          </p:nvPicPr>
          <p:blipFill>
            <a:blip r:embed="rId103" cstate="print"/>
            <a:stretch>
              <a:fillRect/>
            </a:stretch>
          </p:blipFill>
          <p:spPr>
            <a:xfrm>
              <a:off x="18304628" y="6798044"/>
              <a:ext cx="282860" cy="139367"/>
            </a:xfrm>
            <a:prstGeom prst="rect">
              <a:avLst/>
            </a:prstGeom>
          </p:spPr>
        </p:pic>
        <p:sp>
          <p:nvSpPr>
            <p:cNvPr id="765" name="object 765" descr=""/>
            <p:cNvSpPr/>
            <p:nvPr/>
          </p:nvSpPr>
          <p:spPr>
            <a:xfrm>
              <a:off x="18817433" y="6298326"/>
              <a:ext cx="241935" cy="602615"/>
            </a:xfrm>
            <a:custGeom>
              <a:avLst/>
              <a:gdLst/>
              <a:ahLst/>
              <a:cxnLst/>
              <a:rect l="l" t="t" r="r" b="b"/>
              <a:pathLst>
                <a:path w="241934" h="602615">
                  <a:moveTo>
                    <a:pt x="122215" y="0"/>
                  </a:moveTo>
                  <a:lnTo>
                    <a:pt x="79186" y="3762"/>
                  </a:lnTo>
                  <a:lnTo>
                    <a:pt x="28855" y="60832"/>
                  </a:lnTo>
                  <a:lnTo>
                    <a:pt x="17077" y="127975"/>
                  </a:lnTo>
                  <a:lnTo>
                    <a:pt x="9166" y="203927"/>
                  </a:lnTo>
                  <a:lnTo>
                    <a:pt x="3083" y="264717"/>
                  </a:lnTo>
                  <a:lnTo>
                    <a:pt x="0" y="310181"/>
                  </a:lnTo>
                  <a:lnTo>
                    <a:pt x="1088" y="340157"/>
                  </a:lnTo>
                  <a:lnTo>
                    <a:pt x="6577" y="359514"/>
                  </a:lnTo>
                  <a:lnTo>
                    <a:pt x="13139" y="375512"/>
                  </a:lnTo>
                  <a:lnTo>
                    <a:pt x="16589" y="391572"/>
                  </a:lnTo>
                  <a:lnTo>
                    <a:pt x="12742" y="411118"/>
                  </a:lnTo>
                  <a:lnTo>
                    <a:pt x="6443" y="435051"/>
                  </a:lnTo>
                  <a:lnTo>
                    <a:pt x="4842" y="459873"/>
                  </a:lnTo>
                  <a:lnTo>
                    <a:pt x="7191" y="482430"/>
                  </a:lnTo>
                  <a:lnTo>
                    <a:pt x="12742" y="499565"/>
                  </a:lnTo>
                  <a:lnTo>
                    <a:pt x="17988" y="514969"/>
                  </a:lnTo>
                  <a:lnTo>
                    <a:pt x="20555" y="531472"/>
                  </a:lnTo>
                  <a:lnTo>
                    <a:pt x="21396" y="544630"/>
                  </a:lnTo>
                  <a:lnTo>
                    <a:pt x="21464" y="550004"/>
                  </a:lnTo>
                  <a:lnTo>
                    <a:pt x="40987" y="572014"/>
                  </a:lnTo>
                  <a:lnTo>
                    <a:pt x="56939" y="583357"/>
                  </a:lnTo>
                  <a:lnTo>
                    <a:pt x="77820" y="587639"/>
                  </a:lnTo>
                  <a:lnTo>
                    <a:pt x="112132" y="588463"/>
                  </a:lnTo>
                  <a:lnTo>
                    <a:pt x="152576" y="590820"/>
                  </a:lnTo>
                  <a:lnTo>
                    <a:pt x="184525" y="595606"/>
                  </a:lnTo>
                  <a:lnTo>
                    <a:pt x="205507" y="600315"/>
                  </a:lnTo>
                  <a:lnTo>
                    <a:pt x="213050" y="602442"/>
                  </a:lnTo>
                  <a:lnTo>
                    <a:pt x="229734" y="575975"/>
                  </a:lnTo>
                  <a:lnTo>
                    <a:pt x="238025" y="557785"/>
                  </a:lnTo>
                  <a:lnTo>
                    <a:pt x="240381" y="539439"/>
                  </a:lnTo>
                  <a:lnTo>
                    <a:pt x="239259" y="512507"/>
                  </a:lnTo>
                  <a:lnTo>
                    <a:pt x="238957" y="480987"/>
                  </a:lnTo>
                  <a:lnTo>
                    <a:pt x="240496" y="453174"/>
                  </a:lnTo>
                  <a:lnTo>
                    <a:pt x="241416" y="427081"/>
                  </a:lnTo>
                  <a:lnTo>
                    <a:pt x="237750" y="380766"/>
                  </a:lnTo>
                  <a:lnTo>
                    <a:pt x="236264" y="345376"/>
                  </a:lnTo>
                  <a:lnTo>
                    <a:pt x="233942" y="298661"/>
                  </a:lnTo>
                  <a:lnTo>
                    <a:pt x="229927" y="244735"/>
                  </a:lnTo>
                  <a:lnTo>
                    <a:pt x="223360" y="187708"/>
                  </a:lnTo>
                  <a:lnTo>
                    <a:pt x="213383" y="131694"/>
                  </a:lnTo>
                  <a:lnTo>
                    <a:pt x="199139" y="80804"/>
                  </a:lnTo>
                  <a:lnTo>
                    <a:pt x="179768" y="39150"/>
                  </a:lnTo>
                  <a:lnTo>
                    <a:pt x="154413" y="10845"/>
                  </a:lnTo>
                  <a:lnTo>
                    <a:pt x="122215" y="0"/>
                  </a:lnTo>
                  <a:close/>
                </a:path>
              </a:pathLst>
            </a:custGeom>
            <a:solidFill>
              <a:srgbClr val="F0C05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66" name="object 766" descr=""/>
          <p:cNvGrpSpPr/>
          <p:nvPr/>
        </p:nvGrpSpPr>
        <p:grpSpPr>
          <a:xfrm>
            <a:off x="18404552" y="7295324"/>
            <a:ext cx="659130" cy="655955"/>
            <a:chOff x="18404552" y="7295324"/>
            <a:chExt cx="659130" cy="655955"/>
          </a:xfrm>
        </p:grpSpPr>
        <p:sp>
          <p:nvSpPr>
            <p:cNvPr id="767" name="object 767" descr=""/>
            <p:cNvSpPr/>
            <p:nvPr/>
          </p:nvSpPr>
          <p:spPr>
            <a:xfrm>
              <a:off x="18590790" y="7656926"/>
              <a:ext cx="436880" cy="294005"/>
            </a:xfrm>
            <a:custGeom>
              <a:avLst/>
              <a:gdLst/>
              <a:ahLst/>
              <a:cxnLst/>
              <a:rect l="l" t="t" r="r" b="b"/>
              <a:pathLst>
                <a:path w="436880" h="294004">
                  <a:moveTo>
                    <a:pt x="21952" y="0"/>
                  </a:moveTo>
                  <a:lnTo>
                    <a:pt x="4860" y="15457"/>
                  </a:lnTo>
                  <a:lnTo>
                    <a:pt x="0" y="36688"/>
                  </a:lnTo>
                  <a:lnTo>
                    <a:pt x="4533" y="51503"/>
                  </a:lnTo>
                  <a:lnTo>
                    <a:pt x="59826" y="97782"/>
                  </a:lnTo>
                  <a:lnTo>
                    <a:pt x="97516" y="126964"/>
                  </a:lnTo>
                  <a:lnTo>
                    <a:pt x="139724" y="158156"/>
                  </a:lnTo>
                  <a:lnTo>
                    <a:pt x="184819" y="189845"/>
                  </a:lnTo>
                  <a:lnTo>
                    <a:pt x="231167" y="220518"/>
                  </a:lnTo>
                  <a:lnTo>
                    <a:pt x="277137" y="248661"/>
                  </a:lnTo>
                  <a:lnTo>
                    <a:pt x="321096" y="272762"/>
                  </a:lnTo>
                  <a:lnTo>
                    <a:pt x="361412" y="291308"/>
                  </a:lnTo>
                  <a:lnTo>
                    <a:pt x="401355" y="293779"/>
                  </a:lnTo>
                  <a:lnTo>
                    <a:pt x="425957" y="270766"/>
                  </a:lnTo>
                  <a:lnTo>
                    <a:pt x="436376" y="234549"/>
                  </a:lnTo>
                  <a:lnTo>
                    <a:pt x="433770" y="197405"/>
                  </a:lnTo>
                  <a:lnTo>
                    <a:pt x="407627" y="161978"/>
                  </a:lnTo>
                  <a:lnTo>
                    <a:pt x="375448" y="139530"/>
                  </a:lnTo>
                  <a:lnTo>
                    <a:pt x="304437" y="103938"/>
                  </a:lnTo>
                  <a:lnTo>
                    <a:pt x="244226" y="77869"/>
                  </a:lnTo>
                  <a:lnTo>
                    <a:pt x="162137" y="44502"/>
                  </a:lnTo>
                  <a:lnTo>
                    <a:pt x="54113" y="2500"/>
                  </a:lnTo>
                  <a:lnTo>
                    <a:pt x="21952" y="0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68" name="object 768" descr=""/>
            <p:cNvPicPr/>
            <p:nvPr/>
          </p:nvPicPr>
          <p:blipFill>
            <a:blip r:embed="rId104" cstate="print"/>
            <a:stretch>
              <a:fillRect/>
            </a:stretch>
          </p:blipFill>
          <p:spPr>
            <a:xfrm>
              <a:off x="18404552" y="7534984"/>
              <a:ext cx="246621" cy="186308"/>
            </a:xfrm>
            <a:prstGeom prst="rect">
              <a:avLst/>
            </a:prstGeom>
          </p:spPr>
        </p:pic>
        <p:sp>
          <p:nvSpPr>
            <p:cNvPr id="769" name="object 769" descr=""/>
            <p:cNvSpPr/>
            <p:nvPr/>
          </p:nvSpPr>
          <p:spPr>
            <a:xfrm>
              <a:off x="18821988" y="7295324"/>
              <a:ext cx="241935" cy="602615"/>
            </a:xfrm>
            <a:custGeom>
              <a:avLst/>
              <a:gdLst/>
              <a:ahLst/>
              <a:cxnLst/>
              <a:rect l="l" t="t" r="r" b="b"/>
              <a:pathLst>
                <a:path w="241934" h="602615">
                  <a:moveTo>
                    <a:pt x="122215" y="0"/>
                  </a:moveTo>
                  <a:lnTo>
                    <a:pt x="79186" y="3762"/>
                  </a:lnTo>
                  <a:lnTo>
                    <a:pt x="28855" y="60832"/>
                  </a:lnTo>
                  <a:lnTo>
                    <a:pt x="17077" y="127975"/>
                  </a:lnTo>
                  <a:lnTo>
                    <a:pt x="9166" y="203927"/>
                  </a:lnTo>
                  <a:lnTo>
                    <a:pt x="3083" y="264717"/>
                  </a:lnTo>
                  <a:lnTo>
                    <a:pt x="0" y="310181"/>
                  </a:lnTo>
                  <a:lnTo>
                    <a:pt x="1088" y="340157"/>
                  </a:lnTo>
                  <a:lnTo>
                    <a:pt x="6577" y="359514"/>
                  </a:lnTo>
                  <a:lnTo>
                    <a:pt x="13139" y="375512"/>
                  </a:lnTo>
                  <a:lnTo>
                    <a:pt x="16589" y="391572"/>
                  </a:lnTo>
                  <a:lnTo>
                    <a:pt x="12742" y="411118"/>
                  </a:lnTo>
                  <a:lnTo>
                    <a:pt x="6447" y="435051"/>
                  </a:lnTo>
                  <a:lnTo>
                    <a:pt x="4846" y="459873"/>
                  </a:lnTo>
                  <a:lnTo>
                    <a:pt x="7193" y="482430"/>
                  </a:lnTo>
                  <a:lnTo>
                    <a:pt x="12742" y="499565"/>
                  </a:lnTo>
                  <a:lnTo>
                    <a:pt x="17988" y="514969"/>
                  </a:lnTo>
                  <a:lnTo>
                    <a:pt x="20555" y="531472"/>
                  </a:lnTo>
                  <a:lnTo>
                    <a:pt x="21396" y="544630"/>
                  </a:lnTo>
                  <a:lnTo>
                    <a:pt x="21464" y="550004"/>
                  </a:lnTo>
                  <a:lnTo>
                    <a:pt x="40987" y="572014"/>
                  </a:lnTo>
                  <a:lnTo>
                    <a:pt x="56939" y="583357"/>
                  </a:lnTo>
                  <a:lnTo>
                    <a:pt x="77820" y="587639"/>
                  </a:lnTo>
                  <a:lnTo>
                    <a:pt x="112132" y="588463"/>
                  </a:lnTo>
                  <a:lnTo>
                    <a:pt x="152576" y="590820"/>
                  </a:lnTo>
                  <a:lnTo>
                    <a:pt x="184525" y="595606"/>
                  </a:lnTo>
                  <a:lnTo>
                    <a:pt x="205507" y="600315"/>
                  </a:lnTo>
                  <a:lnTo>
                    <a:pt x="213050" y="602442"/>
                  </a:lnTo>
                  <a:lnTo>
                    <a:pt x="229734" y="575975"/>
                  </a:lnTo>
                  <a:lnTo>
                    <a:pt x="238025" y="557785"/>
                  </a:lnTo>
                  <a:lnTo>
                    <a:pt x="240381" y="539439"/>
                  </a:lnTo>
                  <a:lnTo>
                    <a:pt x="239259" y="512507"/>
                  </a:lnTo>
                  <a:lnTo>
                    <a:pt x="238957" y="480987"/>
                  </a:lnTo>
                  <a:lnTo>
                    <a:pt x="240496" y="453174"/>
                  </a:lnTo>
                  <a:lnTo>
                    <a:pt x="241416" y="427081"/>
                  </a:lnTo>
                  <a:lnTo>
                    <a:pt x="237750" y="380766"/>
                  </a:lnTo>
                  <a:lnTo>
                    <a:pt x="236264" y="345376"/>
                  </a:lnTo>
                  <a:lnTo>
                    <a:pt x="233942" y="298661"/>
                  </a:lnTo>
                  <a:lnTo>
                    <a:pt x="229927" y="244735"/>
                  </a:lnTo>
                  <a:lnTo>
                    <a:pt x="223360" y="187708"/>
                  </a:lnTo>
                  <a:lnTo>
                    <a:pt x="213383" y="131694"/>
                  </a:lnTo>
                  <a:lnTo>
                    <a:pt x="199139" y="80804"/>
                  </a:lnTo>
                  <a:lnTo>
                    <a:pt x="179768" y="39150"/>
                  </a:lnTo>
                  <a:lnTo>
                    <a:pt x="154413" y="10845"/>
                  </a:lnTo>
                  <a:lnTo>
                    <a:pt x="122215" y="0"/>
                  </a:lnTo>
                  <a:close/>
                </a:path>
              </a:pathLst>
            </a:custGeom>
            <a:solidFill>
              <a:srgbClr val="F0C053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70" name="object 770" descr=""/>
          <p:cNvGrpSpPr/>
          <p:nvPr/>
        </p:nvGrpSpPr>
        <p:grpSpPr>
          <a:xfrm>
            <a:off x="18550881" y="8313884"/>
            <a:ext cx="457200" cy="686435"/>
            <a:chOff x="18550881" y="8313884"/>
            <a:chExt cx="457200" cy="686435"/>
          </a:xfrm>
        </p:grpSpPr>
        <p:sp>
          <p:nvSpPr>
            <p:cNvPr id="771" name="object 771" descr=""/>
            <p:cNvSpPr/>
            <p:nvPr/>
          </p:nvSpPr>
          <p:spPr>
            <a:xfrm>
              <a:off x="18666503" y="8557349"/>
              <a:ext cx="302260" cy="443230"/>
            </a:xfrm>
            <a:custGeom>
              <a:avLst/>
              <a:gdLst/>
              <a:ahLst/>
              <a:cxnLst/>
              <a:rect l="l" t="t" r="r" b="b"/>
              <a:pathLst>
                <a:path w="302259" h="443229">
                  <a:moveTo>
                    <a:pt x="40547" y="0"/>
                  </a:moveTo>
                  <a:lnTo>
                    <a:pt x="18055" y="5021"/>
                  </a:lnTo>
                  <a:lnTo>
                    <a:pt x="3360" y="21094"/>
                  </a:lnTo>
                  <a:lnTo>
                    <a:pt x="0" y="36218"/>
                  </a:lnTo>
                  <a:lnTo>
                    <a:pt x="10501" y="65871"/>
                  </a:lnTo>
                  <a:lnTo>
                    <a:pt x="25290" y="103744"/>
                  </a:lnTo>
                  <a:lnTo>
                    <a:pt x="43694" y="147715"/>
                  </a:lnTo>
                  <a:lnTo>
                    <a:pt x="65038" y="195663"/>
                  </a:lnTo>
                  <a:lnTo>
                    <a:pt x="88648" y="245466"/>
                  </a:lnTo>
                  <a:lnTo>
                    <a:pt x="113850" y="295002"/>
                  </a:lnTo>
                  <a:lnTo>
                    <a:pt x="139969" y="342152"/>
                  </a:lnTo>
                  <a:lnTo>
                    <a:pt x="166333" y="384792"/>
                  </a:lnTo>
                  <a:lnTo>
                    <a:pt x="192266" y="420803"/>
                  </a:lnTo>
                  <a:lnTo>
                    <a:pt x="225799" y="442640"/>
                  </a:lnTo>
                  <a:lnTo>
                    <a:pt x="258549" y="434747"/>
                  </a:lnTo>
                  <a:lnTo>
                    <a:pt x="285470" y="408376"/>
                  </a:lnTo>
                  <a:lnTo>
                    <a:pt x="301514" y="374777"/>
                  </a:lnTo>
                  <a:lnTo>
                    <a:pt x="301634" y="345203"/>
                  </a:lnTo>
                  <a:lnTo>
                    <a:pt x="296233" y="331066"/>
                  </a:lnTo>
                  <a:lnTo>
                    <a:pt x="279303" y="295672"/>
                  </a:lnTo>
                  <a:lnTo>
                    <a:pt x="235070" y="229695"/>
                  </a:lnTo>
                  <a:lnTo>
                    <a:pt x="195539" y="177330"/>
                  </a:lnTo>
                  <a:lnTo>
                    <a:pt x="140571" y="107829"/>
                  </a:lnTo>
                  <a:lnTo>
                    <a:pt x="67296" y="18030"/>
                  </a:lnTo>
                  <a:lnTo>
                    <a:pt x="40547" y="0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2" name="object 772" descr=""/>
            <p:cNvPicPr/>
            <p:nvPr/>
          </p:nvPicPr>
          <p:blipFill>
            <a:blip r:embed="rId105" cstate="print"/>
            <a:stretch>
              <a:fillRect/>
            </a:stretch>
          </p:blipFill>
          <p:spPr>
            <a:xfrm>
              <a:off x="18550881" y="8359729"/>
              <a:ext cx="183774" cy="259376"/>
            </a:xfrm>
            <a:prstGeom prst="rect">
              <a:avLst/>
            </a:prstGeom>
          </p:spPr>
        </p:pic>
        <p:sp>
          <p:nvSpPr>
            <p:cNvPr id="773" name="object 773" descr=""/>
            <p:cNvSpPr/>
            <p:nvPr/>
          </p:nvSpPr>
          <p:spPr>
            <a:xfrm>
              <a:off x="18766459" y="8313884"/>
              <a:ext cx="241935" cy="602615"/>
            </a:xfrm>
            <a:custGeom>
              <a:avLst/>
              <a:gdLst/>
              <a:ahLst/>
              <a:cxnLst/>
              <a:rect l="l" t="t" r="r" b="b"/>
              <a:pathLst>
                <a:path w="241934" h="602615">
                  <a:moveTo>
                    <a:pt x="122220" y="0"/>
                  </a:moveTo>
                  <a:lnTo>
                    <a:pt x="79190" y="3762"/>
                  </a:lnTo>
                  <a:lnTo>
                    <a:pt x="28859" y="60832"/>
                  </a:lnTo>
                  <a:lnTo>
                    <a:pt x="17082" y="127975"/>
                  </a:lnTo>
                  <a:lnTo>
                    <a:pt x="9170" y="203927"/>
                  </a:lnTo>
                  <a:lnTo>
                    <a:pt x="3086" y="264717"/>
                  </a:lnTo>
                  <a:lnTo>
                    <a:pt x="0" y="310181"/>
                  </a:lnTo>
                  <a:lnTo>
                    <a:pt x="1082" y="340157"/>
                  </a:lnTo>
                  <a:lnTo>
                    <a:pt x="6577" y="359514"/>
                  </a:lnTo>
                  <a:lnTo>
                    <a:pt x="13142" y="375512"/>
                  </a:lnTo>
                  <a:lnTo>
                    <a:pt x="16593" y="391572"/>
                  </a:lnTo>
                  <a:lnTo>
                    <a:pt x="12747" y="411118"/>
                  </a:lnTo>
                  <a:lnTo>
                    <a:pt x="6447" y="435051"/>
                  </a:lnTo>
                  <a:lnTo>
                    <a:pt x="4846" y="459873"/>
                  </a:lnTo>
                  <a:lnTo>
                    <a:pt x="7195" y="482430"/>
                  </a:lnTo>
                  <a:lnTo>
                    <a:pt x="12747" y="499565"/>
                  </a:lnTo>
                  <a:lnTo>
                    <a:pt x="17992" y="514969"/>
                  </a:lnTo>
                  <a:lnTo>
                    <a:pt x="20559" y="531472"/>
                  </a:lnTo>
                  <a:lnTo>
                    <a:pt x="21400" y="544630"/>
                  </a:lnTo>
                  <a:lnTo>
                    <a:pt x="21469" y="550004"/>
                  </a:lnTo>
                  <a:lnTo>
                    <a:pt x="40991" y="572014"/>
                  </a:lnTo>
                  <a:lnTo>
                    <a:pt x="56943" y="583357"/>
                  </a:lnTo>
                  <a:lnTo>
                    <a:pt x="77825" y="587639"/>
                  </a:lnTo>
                  <a:lnTo>
                    <a:pt x="112136" y="588463"/>
                  </a:lnTo>
                  <a:lnTo>
                    <a:pt x="152580" y="590820"/>
                  </a:lnTo>
                  <a:lnTo>
                    <a:pt x="184529" y="595606"/>
                  </a:lnTo>
                  <a:lnTo>
                    <a:pt x="205511" y="600315"/>
                  </a:lnTo>
                  <a:lnTo>
                    <a:pt x="213055" y="602442"/>
                  </a:lnTo>
                  <a:lnTo>
                    <a:pt x="229738" y="575975"/>
                  </a:lnTo>
                  <a:lnTo>
                    <a:pt x="238029" y="557785"/>
                  </a:lnTo>
                  <a:lnTo>
                    <a:pt x="240385" y="539439"/>
                  </a:lnTo>
                  <a:lnTo>
                    <a:pt x="239263" y="512507"/>
                  </a:lnTo>
                  <a:lnTo>
                    <a:pt x="238961" y="480987"/>
                  </a:lnTo>
                  <a:lnTo>
                    <a:pt x="240500" y="453174"/>
                  </a:lnTo>
                  <a:lnTo>
                    <a:pt x="241420" y="427081"/>
                  </a:lnTo>
                  <a:lnTo>
                    <a:pt x="237754" y="380766"/>
                  </a:lnTo>
                  <a:lnTo>
                    <a:pt x="236268" y="345376"/>
                  </a:lnTo>
                  <a:lnTo>
                    <a:pt x="233947" y="298661"/>
                  </a:lnTo>
                  <a:lnTo>
                    <a:pt x="229932" y="244735"/>
                  </a:lnTo>
                  <a:lnTo>
                    <a:pt x="223365" y="187708"/>
                  </a:lnTo>
                  <a:lnTo>
                    <a:pt x="213388" y="131694"/>
                  </a:lnTo>
                  <a:lnTo>
                    <a:pt x="199143" y="80804"/>
                  </a:lnTo>
                  <a:lnTo>
                    <a:pt x="179772" y="39150"/>
                  </a:lnTo>
                  <a:lnTo>
                    <a:pt x="154417" y="10845"/>
                  </a:lnTo>
                  <a:lnTo>
                    <a:pt x="122220" y="0"/>
                  </a:lnTo>
                  <a:close/>
                </a:path>
              </a:pathLst>
            </a:custGeom>
            <a:solidFill>
              <a:srgbClr val="F0C05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4" name="object 774" descr=""/>
          <p:cNvSpPr/>
          <p:nvPr/>
        </p:nvSpPr>
        <p:spPr>
          <a:xfrm>
            <a:off x="17356979" y="3872730"/>
            <a:ext cx="278130" cy="214629"/>
          </a:xfrm>
          <a:custGeom>
            <a:avLst/>
            <a:gdLst/>
            <a:ahLst/>
            <a:cxnLst/>
            <a:rect l="l" t="t" r="r" b="b"/>
            <a:pathLst>
              <a:path w="278130" h="214629">
                <a:moveTo>
                  <a:pt x="230750" y="0"/>
                </a:moveTo>
                <a:lnTo>
                  <a:pt x="216640" y="6469"/>
                </a:lnTo>
                <a:lnTo>
                  <a:pt x="193516" y="27296"/>
                </a:lnTo>
                <a:lnTo>
                  <a:pt x="136720" y="101649"/>
                </a:lnTo>
                <a:lnTo>
                  <a:pt x="103575" y="140798"/>
                </a:lnTo>
                <a:lnTo>
                  <a:pt x="81288" y="157671"/>
                </a:lnTo>
                <a:lnTo>
                  <a:pt x="57069" y="165197"/>
                </a:lnTo>
                <a:lnTo>
                  <a:pt x="33613" y="172056"/>
                </a:lnTo>
                <a:lnTo>
                  <a:pt x="11584" y="181389"/>
                </a:lnTo>
                <a:lnTo>
                  <a:pt x="0" y="191789"/>
                </a:lnTo>
                <a:lnTo>
                  <a:pt x="7877" y="201845"/>
                </a:lnTo>
                <a:lnTo>
                  <a:pt x="35289" y="209716"/>
                </a:lnTo>
                <a:lnTo>
                  <a:pt x="71119" y="214002"/>
                </a:lnTo>
                <a:lnTo>
                  <a:pt x="107581" y="213961"/>
                </a:lnTo>
                <a:lnTo>
                  <a:pt x="136889" y="208850"/>
                </a:lnTo>
                <a:lnTo>
                  <a:pt x="157851" y="195267"/>
                </a:lnTo>
                <a:lnTo>
                  <a:pt x="178690" y="175175"/>
                </a:lnTo>
                <a:lnTo>
                  <a:pt x="205743" y="155905"/>
                </a:lnTo>
                <a:lnTo>
                  <a:pt x="245346" y="144790"/>
                </a:lnTo>
                <a:lnTo>
                  <a:pt x="263000" y="141232"/>
                </a:lnTo>
                <a:lnTo>
                  <a:pt x="273420" y="134649"/>
                </a:lnTo>
                <a:lnTo>
                  <a:pt x="277795" y="124955"/>
                </a:lnTo>
                <a:lnTo>
                  <a:pt x="277314" y="112068"/>
                </a:lnTo>
                <a:lnTo>
                  <a:pt x="271695" y="87250"/>
                </a:lnTo>
                <a:lnTo>
                  <a:pt x="264254" y="61033"/>
                </a:lnTo>
                <a:lnTo>
                  <a:pt x="254980" y="31830"/>
                </a:lnTo>
                <a:lnTo>
                  <a:pt x="241609" y="8311"/>
                </a:lnTo>
                <a:lnTo>
                  <a:pt x="230750" y="0"/>
                </a:lnTo>
                <a:close/>
              </a:path>
            </a:pathLst>
          </a:custGeom>
          <a:solidFill>
            <a:srgbClr val="FAC8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5" name="object 775" descr=""/>
          <p:cNvGrpSpPr/>
          <p:nvPr/>
        </p:nvGrpSpPr>
        <p:grpSpPr>
          <a:xfrm>
            <a:off x="17294206" y="2445044"/>
            <a:ext cx="400685" cy="1684020"/>
            <a:chOff x="17294206" y="2445044"/>
            <a:chExt cx="400685" cy="1684020"/>
          </a:xfrm>
        </p:grpSpPr>
        <p:sp>
          <p:nvSpPr>
            <p:cNvPr id="776" name="object 776" descr=""/>
            <p:cNvSpPr/>
            <p:nvPr/>
          </p:nvSpPr>
          <p:spPr>
            <a:xfrm>
              <a:off x="17325061" y="2646533"/>
              <a:ext cx="323850" cy="1289685"/>
            </a:xfrm>
            <a:custGeom>
              <a:avLst/>
              <a:gdLst/>
              <a:ahLst/>
              <a:cxnLst/>
              <a:rect l="l" t="t" r="r" b="b"/>
              <a:pathLst>
                <a:path w="323850" h="1289685">
                  <a:moveTo>
                    <a:pt x="323786" y="970330"/>
                  </a:moveTo>
                  <a:lnTo>
                    <a:pt x="315226" y="888225"/>
                  </a:lnTo>
                  <a:lnTo>
                    <a:pt x="307086" y="846493"/>
                  </a:lnTo>
                  <a:lnTo>
                    <a:pt x="295668" y="803567"/>
                  </a:lnTo>
                  <a:lnTo>
                    <a:pt x="281089" y="764908"/>
                  </a:lnTo>
                  <a:lnTo>
                    <a:pt x="267284" y="742188"/>
                  </a:lnTo>
                  <a:lnTo>
                    <a:pt x="269443" y="709599"/>
                  </a:lnTo>
                  <a:lnTo>
                    <a:pt x="272415" y="654418"/>
                  </a:lnTo>
                  <a:lnTo>
                    <a:pt x="287934" y="337578"/>
                  </a:lnTo>
                  <a:lnTo>
                    <a:pt x="290410" y="280720"/>
                  </a:lnTo>
                  <a:lnTo>
                    <a:pt x="292493" y="226987"/>
                  </a:lnTo>
                  <a:lnTo>
                    <a:pt x="294055" y="178092"/>
                  </a:lnTo>
                  <a:lnTo>
                    <a:pt x="294970" y="135724"/>
                  </a:lnTo>
                  <a:lnTo>
                    <a:pt x="289407" y="106781"/>
                  </a:lnTo>
                  <a:lnTo>
                    <a:pt x="248704" y="54610"/>
                  </a:lnTo>
                  <a:lnTo>
                    <a:pt x="182791" y="16471"/>
                  </a:lnTo>
                  <a:lnTo>
                    <a:pt x="145719" y="5041"/>
                  </a:lnTo>
                  <a:lnTo>
                    <a:pt x="108737" y="0"/>
                  </a:lnTo>
                  <a:lnTo>
                    <a:pt x="74002" y="2286"/>
                  </a:lnTo>
                  <a:lnTo>
                    <a:pt x="43611" y="12877"/>
                  </a:lnTo>
                  <a:lnTo>
                    <a:pt x="19735" y="32702"/>
                  </a:lnTo>
                  <a:lnTo>
                    <a:pt x="4483" y="62738"/>
                  </a:lnTo>
                  <a:lnTo>
                    <a:pt x="0" y="103936"/>
                  </a:lnTo>
                  <a:lnTo>
                    <a:pt x="736" y="118859"/>
                  </a:lnTo>
                  <a:lnTo>
                    <a:pt x="6007" y="189064"/>
                  </a:lnTo>
                  <a:lnTo>
                    <a:pt x="11252" y="242735"/>
                  </a:lnTo>
                  <a:lnTo>
                    <a:pt x="18707" y="307746"/>
                  </a:lnTo>
                  <a:lnTo>
                    <a:pt x="28689" y="383260"/>
                  </a:lnTo>
                  <a:lnTo>
                    <a:pt x="41579" y="468515"/>
                  </a:lnTo>
                  <a:lnTo>
                    <a:pt x="57213" y="556158"/>
                  </a:lnTo>
                  <a:lnTo>
                    <a:pt x="72936" y="629183"/>
                  </a:lnTo>
                  <a:lnTo>
                    <a:pt x="87922" y="687882"/>
                  </a:lnTo>
                  <a:lnTo>
                    <a:pt x="101307" y="732523"/>
                  </a:lnTo>
                  <a:lnTo>
                    <a:pt x="119811" y="780834"/>
                  </a:lnTo>
                  <a:lnTo>
                    <a:pt x="124066" y="785329"/>
                  </a:lnTo>
                  <a:lnTo>
                    <a:pt x="188696" y="1109751"/>
                  </a:lnTo>
                  <a:lnTo>
                    <a:pt x="213004" y="1229182"/>
                  </a:lnTo>
                  <a:lnTo>
                    <a:pt x="220941" y="1266507"/>
                  </a:lnTo>
                  <a:lnTo>
                    <a:pt x="256895" y="1289685"/>
                  </a:lnTo>
                  <a:lnTo>
                    <a:pt x="277126" y="1285925"/>
                  </a:lnTo>
                  <a:lnTo>
                    <a:pt x="286880" y="1273619"/>
                  </a:lnTo>
                  <a:lnTo>
                    <a:pt x="293141" y="1200048"/>
                  </a:lnTo>
                  <a:lnTo>
                    <a:pt x="300189" y="1142530"/>
                  </a:lnTo>
                  <a:lnTo>
                    <a:pt x="307365" y="1097508"/>
                  </a:lnTo>
                  <a:lnTo>
                    <a:pt x="313982" y="1061364"/>
                  </a:lnTo>
                  <a:lnTo>
                    <a:pt x="319379" y="1030516"/>
                  </a:lnTo>
                  <a:lnTo>
                    <a:pt x="322872" y="1001369"/>
                  </a:lnTo>
                  <a:lnTo>
                    <a:pt x="323786" y="970330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7" name="object 777" descr=""/>
            <p:cNvSpPr/>
            <p:nvPr/>
          </p:nvSpPr>
          <p:spPr>
            <a:xfrm>
              <a:off x="17294200" y="2445048"/>
              <a:ext cx="400685" cy="1402080"/>
            </a:xfrm>
            <a:custGeom>
              <a:avLst/>
              <a:gdLst/>
              <a:ahLst/>
              <a:cxnLst/>
              <a:rect l="l" t="t" r="r" b="b"/>
              <a:pathLst>
                <a:path w="400684" h="1402079">
                  <a:moveTo>
                    <a:pt x="75996" y="608812"/>
                  </a:moveTo>
                  <a:lnTo>
                    <a:pt x="65811" y="608418"/>
                  </a:lnTo>
                  <a:lnTo>
                    <a:pt x="64935" y="606958"/>
                  </a:lnTo>
                  <a:lnTo>
                    <a:pt x="54825" y="606044"/>
                  </a:lnTo>
                  <a:lnTo>
                    <a:pt x="55448" y="609942"/>
                  </a:lnTo>
                  <a:lnTo>
                    <a:pt x="64325" y="609523"/>
                  </a:lnTo>
                  <a:lnTo>
                    <a:pt x="63919" y="610006"/>
                  </a:lnTo>
                  <a:lnTo>
                    <a:pt x="73774" y="609142"/>
                  </a:lnTo>
                  <a:lnTo>
                    <a:pt x="75996" y="608812"/>
                  </a:lnTo>
                  <a:close/>
                </a:path>
                <a:path w="400684" h="1402079">
                  <a:moveTo>
                    <a:pt x="400265" y="249948"/>
                  </a:moveTo>
                  <a:lnTo>
                    <a:pt x="392442" y="200367"/>
                  </a:lnTo>
                  <a:lnTo>
                    <a:pt x="365861" y="137363"/>
                  </a:lnTo>
                  <a:lnTo>
                    <a:pt x="332308" y="72009"/>
                  </a:lnTo>
                  <a:lnTo>
                    <a:pt x="303568" y="20739"/>
                  </a:lnTo>
                  <a:lnTo>
                    <a:pt x="291376" y="0"/>
                  </a:lnTo>
                  <a:lnTo>
                    <a:pt x="173431" y="18554"/>
                  </a:lnTo>
                  <a:lnTo>
                    <a:pt x="105867" y="25031"/>
                  </a:lnTo>
                  <a:lnTo>
                    <a:pt x="63246" y="19735"/>
                  </a:lnTo>
                  <a:lnTo>
                    <a:pt x="20142" y="2933"/>
                  </a:lnTo>
                  <a:lnTo>
                    <a:pt x="6235" y="83362"/>
                  </a:lnTo>
                  <a:lnTo>
                    <a:pt x="0" y="135051"/>
                  </a:lnTo>
                  <a:lnTo>
                    <a:pt x="0" y="180352"/>
                  </a:lnTo>
                  <a:lnTo>
                    <a:pt x="4800" y="241655"/>
                  </a:lnTo>
                  <a:lnTo>
                    <a:pt x="11176" y="309486"/>
                  </a:lnTo>
                  <a:lnTo>
                    <a:pt x="16243" y="351243"/>
                  </a:lnTo>
                  <a:lnTo>
                    <a:pt x="16179" y="352031"/>
                  </a:lnTo>
                  <a:lnTo>
                    <a:pt x="17018" y="357568"/>
                  </a:lnTo>
                  <a:lnTo>
                    <a:pt x="17487" y="361403"/>
                  </a:lnTo>
                  <a:lnTo>
                    <a:pt x="18161" y="365086"/>
                  </a:lnTo>
                  <a:lnTo>
                    <a:pt x="53809" y="599440"/>
                  </a:lnTo>
                  <a:lnTo>
                    <a:pt x="62179" y="598690"/>
                  </a:lnTo>
                  <a:lnTo>
                    <a:pt x="61417" y="599605"/>
                  </a:lnTo>
                  <a:lnTo>
                    <a:pt x="69964" y="599948"/>
                  </a:lnTo>
                  <a:lnTo>
                    <a:pt x="69316" y="599236"/>
                  </a:lnTo>
                  <a:lnTo>
                    <a:pt x="69494" y="597865"/>
                  </a:lnTo>
                  <a:lnTo>
                    <a:pt x="80289" y="596163"/>
                  </a:lnTo>
                  <a:lnTo>
                    <a:pt x="89738" y="595172"/>
                  </a:lnTo>
                  <a:lnTo>
                    <a:pt x="99237" y="594652"/>
                  </a:lnTo>
                  <a:lnTo>
                    <a:pt x="109499" y="594614"/>
                  </a:lnTo>
                  <a:lnTo>
                    <a:pt x="109575" y="595706"/>
                  </a:lnTo>
                  <a:lnTo>
                    <a:pt x="99758" y="596163"/>
                  </a:lnTo>
                  <a:lnTo>
                    <a:pt x="90728" y="597039"/>
                  </a:lnTo>
                  <a:lnTo>
                    <a:pt x="81749" y="598335"/>
                  </a:lnTo>
                  <a:lnTo>
                    <a:pt x="72821" y="600062"/>
                  </a:lnTo>
                  <a:lnTo>
                    <a:pt x="82867" y="600722"/>
                  </a:lnTo>
                  <a:lnTo>
                    <a:pt x="114884" y="603935"/>
                  </a:lnTo>
                  <a:lnTo>
                    <a:pt x="115684" y="605866"/>
                  </a:lnTo>
                  <a:lnTo>
                    <a:pt x="115328" y="607695"/>
                  </a:lnTo>
                  <a:lnTo>
                    <a:pt x="117030" y="608698"/>
                  </a:lnTo>
                  <a:lnTo>
                    <a:pt x="118529" y="609981"/>
                  </a:lnTo>
                  <a:lnTo>
                    <a:pt x="120396" y="612711"/>
                  </a:lnTo>
                  <a:lnTo>
                    <a:pt x="119189" y="614133"/>
                  </a:lnTo>
                  <a:lnTo>
                    <a:pt x="118071" y="613511"/>
                  </a:lnTo>
                  <a:lnTo>
                    <a:pt x="111658" y="611416"/>
                  </a:lnTo>
                  <a:lnTo>
                    <a:pt x="104101" y="611111"/>
                  </a:lnTo>
                  <a:lnTo>
                    <a:pt x="95999" y="611949"/>
                  </a:lnTo>
                  <a:lnTo>
                    <a:pt x="87985" y="613295"/>
                  </a:lnTo>
                  <a:lnTo>
                    <a:pt x="97155" y="613994"/>
                  </a:lnTo>
                  <a:lnTo>
                    <a:pt x="106184" y="615327"/>
                  </a:lnTo>
                  <a:lnTo>
                    <a:pt x="115036" y="617347"/>
                  </a:lnTo>
                  <a:lnTo>
                    <a:pt x="125831" y="620877"/>
                  </a:lnTo>
                  <a:lnTo>
                    <a:pt x="124917" y="624281"/>
                  </a:lnTo>
                  <a:lnTo>
                    <a:pt x="89763" y="624446"/>
                  </a:lnTo>
                  <a:lnTo>
                    <a:pt x="74752" y="624928"/>
                  </a:lnTo>
                  <a:lnTo>
                    <a:pt x="58153" y="626503"/>
                  </a:lnTo>
                  <a:lnTo>
                    <a:pt x="59410" y="633730"/>
                  </a:lnTo>
                  <a:lnTo>
                    <a:pt x="73571" y="632853"/>
                  </a:lnTo>
                  <a:lnTo>
                    <a:pt x="85928" y="632879"/>
                  </a:lnTo>
                  <a:lnTo>
                    <a:pt x="113665" y="634187"/>
                  </a:lnTo>
                  <a:lnTo>
                    <a:pt x="113995" y="638060"/>
                  </a:lnTo>
                  <a:lnTo>
                    <a:pt x="99301" y="639064"/>
                  </a:lnTo>
                  <a:lnTo>
                    <a:pt x="78892" y="640118"/>
                  </a:lnTo>
                  <a:lnTo>
                    <a:pt x="60858" y="641705"/>
                  </a:lnTo>
                  <a:lnTo>
                    <a:pt x="63207" y="654126"/>
                  </a:lnTo>
                  <a:lnTo>
                    <a:pt x="66865" y="654050"/>
                  </a:lnTo>
                  <a:lnTo>
                    <a:pt x="61201" y="655002"/>
                  </a:lnTo>
                  <a:lnTo>
                    <a:pt x="93433" y="653745"/>
                  </a:lnTo>
                  <a:lnTo>
                    <a:pt x="107746" y="653834"/>
                  </a:lnTo>
                  <a:lnTo>
                    <a:pt x="121869" y="655256"/>
                  </a:lnTo>
                  <a:lnTo>
                    <a:pt x="124358" y="655675"/>
                  </a:lnTo>
                  <a:lnTo>
                    <a:pt x="124726" y="659777"/>
                  </a:lnTo>
                  <a:lnTo>
                    <a:pt x="116535" y="661543"/>
                  </a:lnTo>
                  <a:lnTo>
                    <a:pt x="112458" y="662508"/>
                  </a:lnTo>
                  <a:lnTo>
                    <a:pt x="123405" y="663752"/>
                  </a:lnTo>
                  <a:lnTo>
                    <a:pt x="121170" y="674763"/>
                  </a:lnTo>
                  <a:lnTo>
                    <a:pt x="114439" y="675779"/>
                  </a:lnTo>
                  <a:lnTo>
                    <a:pt x="102146" y="677113"/>
                  </a:lnTo>
                  <a:lnTo>
                    <a:pt x="91325" y="677341"/>
                  </a:lnTo>
                  <a:lnTo>
                    <a:pt x="67716" y="676414"/>
                  </a:lnTo>
                  <a:lnTo>
                    <a:pt x="80695" y="737247"/>
                  </a:lnTo>
                  <a:lnTo>
                    <a:pt x="93637" y="796290"/>
                  </a:lnTo>
                  <a:lnTo>
                    <a:pt x="106006" y="850531"/>
                  </a:lnTo>
                  <a:lnTo>
                    <a:pt x="117246" y="896950"/>
                  </a:lnTo>
                  <a:lnTo>
                    <a:pt x="120611" y="909472"/>
                  </a:lnTo>
                  <a:lnTo>
                    <a:pt x="120434" y="910996"/>
                  </a:lnTo>
                  <a:lnTo>
                    <a:pt x="152742" y="1057757"/>
                  </a:lnTo>
                  <a:lnTo>
                    <a:pt x="161582" y="1099489"/>
                  </a:lnTo>
                  <a:lnTo>
                    <a:pt x="171970" y="1149997"/>
                  </a:lnTo>
                  <a:lnTo>
                    <a:pt x="187426" y="1222667"/>
                  </a:lnTo>
                  <a:lnTo>
                    <a:pt x="204812" y="1301445"/>
                  </a:lnTo>
                  <a:lnTo>
                    <a:pt x="224853" y="1390523"/>
                  </a:lnTo>
                  <a:lnTo>
                    <a:pt x="255803" y="1399159"/>
                  </a:lnTo>
                  <a:lnTo>
                    <a:pt x="277558" y="1402041"/>
                  </a:lnTo>
                  <a:lnTo>
                    <a:pt x="300405" y="1399159"/>
                  </a:lnTo>
                  <a:lnTo>
                    <a:pt x="334632" y="1390523"/>
                  </a:lnTo>
                  <a:lnTo>
                    <a:pt x="353072" y="1302435"/>
                  </a:lnTo>
                  <a:lnTo>
                    <a:pt x="362178" y="1245654"/>
                  </a:lnTo>
                  <a:lnTo>
                    <a:pt x="364604" y="1195514"/>
                  </a:lnTo>
                  <a:lnTo>
                    <a:pt x="363016" y="1127353"/>
                  </a:lnTo>
                  <a:lnTo>
                    <a:pt x="357162" y="1055357"/>
                  </a:lnTo>
                  <a:lnTo>
                    <a:pt x="346176" y="998080"/>
                  </a:lnTo>
                  <a:lnTo>
                    <a:pt x="332244" y="952677"/>
                  </a:lnTo>
                  <a:lnTo>
                    <a:pt x="317576" y="916305"/>
                  </a:lnTo>
                  <a:lnTo>
                    <a:pt x="312254" y="904163"/>
                  </a:lnTo>
                  <a:lnTo>
                    <a:pt x="318185" y="813955"/>
                  </a:lnTo>
                  <a:lnTo>
                    <a:pt x="327660" y="680326"/>
                  </a:lnTo>
                  <a:lnTo>
                    <a:pt x="332867" y="610692"/>
                  </a:lnTo>
                  <a:lnTo>
                    <a:pt x="338010" y="545084"/>
                  </a:lnTo>
                  <a:lnTo>
                    <a:pt x="342798" y="487921"/>
                  </a:lnTo>
                  <a:lnTo>
                    <a:pt x="346951" y="443649"/>
                  </a:lnTo>
                  <a:lnTo>
                    <a:pt x="350202" y="416687"/>
                  </a:lnTo>
                  <a:lnTo>
                    <a:pt x="350329" y="414324"/>
                  </a:lnTo>
                  <a:lnTo>
                    <a:pt x="363029" y="397979"/>
                  </a:lnTo>
                  <a:lnTo>
                    <a:pt x="381876" y="355612"/>
                  </a:lnTo>
                  <a:lnTo>
                    <a:pt x="395516" y="303987"/>
                  </a:lnTo>
                  <a:lnTo>
                    <a:pt x="400265" y="249948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8" name="object 778" descr=""/>
            <p:cNvSpPr/>
            <p:nvPr/>
          </p:nvSpPr>
          <p:spPr>
            <a:xfrm>
              <a:off x="17311771" y="2461670"/>
              <a:ext cx="10795" cy="27940"/>
            </a:xfrm>
            <a:custGeom>
              <a:avLst/>
              <a:gdLst/>
              <a:ahLst/>
              <a:cxnLst/>
              <a:rect l="l" t="t" r="r" b="b"/>
              <a:pathLst>
                <a:path w="10794" h="27939">
                  <a:moveTo>
                    <a:pt x="7210" y="0"/>
                  </a:moveTo>
                  <a:lnTo>
                    <a:pt x="2803" y="3741"/>
                  </a:lnTo>
                  <a:lnTo>
                    <a:pt x="144" y="13017"/>
                  </a:lnTo>
                  <a:lnTo>
                    <a:pt x="0" y="22667"/>
                  </a:lnTo>
                  <a:lnTo>
                    <a:pt x="3137" y="27527"/>
                  </a:lnTo>
                  <a:lnTo>
                    <a:pt x="7544" y="23786"/>
                  </a:lnTo>
                  <a:lnTo>
                    <a:pt x="10204" y="14510"/>
                  </a:lnTo>
                  <a:lnTo>
                    <a:pt x="10348" y="4860"/>
                  </a:lnTo>
                  <a:lnTo>
                    <a:pt x="7210" y="0"/>
                  </a:lnTo>
                  <a:close/>
                </a:path>
              </a:pathLst>
            </a:custGeom>
            <a:solidFill>
              <a:srgbClr val="C1B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9" name="object 779" descr=""/>
            <p:cNvSpPr/>
            <p:nvPr/>
          </p:nvSpPr>
          <p:spPr>
            <a:xfrm>
              <a:off x="17337598" y="2480478"/>
              <a:ext cx="117475" cy="40640"/>
            </a:xfrm>
            <a:custGeom>
              <a:avLst/>
              <a:gdLst/>
              <a:ahLst/>
              <a:cxnLst/>
              <a:rect l="l" t="t" r="r" b="b"/>
              <a:pathLst>
                <a:path w="117475" h="40639">
                  <a:moveTo>
                    <a:pt x="313" y="0"/>
                  </a:moveTo>
                  <a:lnTo>
                    <a:pt x="22250" y="37663"/>
                  </a:lnTo>
                  <a:lnTo>
                    <a:pt x="64874" y="40615"/>
                  </a:lnTo>
                  <a:lnTo>
                    <a:pt x="116948" y="39621"/>
                  </a:lnTo>
                  <a:lnTo>
                    <a:pt x="111367" y="10512"/>
                  </a:lnTo>
                  <a:lnTo>
                    <a:pt x="87274" y="14441"/>
                  </a:lnTo>
                  <a:lnTo>
                    <a:pt x="67674" y="14656"/>
                  </a:lnTo>
                  <a:lnTo>
                    <a:pt x="42158" y="10171"/>
                  </a:lnTo>
                  <a:lnTo>
                    <a:pt x="313" y="0"/>
                  </a:lnTo>
                  <a:close/>
                </a:path>
              </a:pathLst>
            </a:custGeom>
            <a:solidFill>
              <a:srgbClr val="2E45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0" name="object 780" descr=""/>
            <p:cNvPicPr/>
            <p:nvPr/>
          </p:nvPicPr>
          <p:blipFill>
            <a:blip r:embed="rId106" cstate="print"/>
            <a:stretch>
              <a:fillRect/>
            </a:stretch>
          </p:blipFill>
          <p:spPr>
            <a:xfrm>
              <a:off x="17381919" y="3975170"/>
              <a:ext cx="170507" cy="120320"/>
            </a:xfrm>
            <a:prstGeom prst="rect">
              <a:avLst/>
            </a:prstGeom>
          </p:spPr>
        </p:pic>
        <p:sp>
          <p:nvSpPr>
            <p:cNvPr id="781" name="object 781" descr=""/>
            <p:cNvSpPr/>
            <p:nvPr/>
          </p:nvSpPr>
          <p:spPr>
            <a:xfrm>
              <a:off x="17350400" y="3988935"/>
              <a:ext cx="287020" cy="139700"/>
            </a:xfrm>
            <a:custGeom>
              <a:avLst/>
              <a:gdLst/>
              <a:ahLst/>
              <a:cxnLst/>
              <a:rect l="l" t="t" r="r" b="b"/>
              <a:pathLst>
                <a:path w="287019" h="139700">
                  <a:moveTo>
                    <a:pt x="286128" y="0"/>
                  </a:moveTo>
                  <a:lnTo>
                    <a:pt x="244213" y="4990"/>
                  </a:lnTo>
                  <a:lnTo>
                    <a:pt x="200468" y="39322"/>
                  </a:lnTo>
                  <a:lnTo>
                    <a:pt x="181826" y="63207"/>
                  </a:lnTo>
                  <a:lnTo>
                    <a:pt x="161674" y="85152"/>
                  </a:lnTo>
                  <a:lnTo>
                    <a:pt x="143064" y="95002"/>
                  </a:lnTo>
                  <a:lnTo>
                    <a:pt x="69781" y="94726"/>
                  </a:lnTo>
                  <a:lnTo>
                    <a:pt x="28353" y="91126"/>
                  </a:lnTo>
                  <a:lnTo>
                    <a:pt x="9962" y="86952"/>
                  </a:lnTo>
                  <a:lnTo>
                    <a:pt x="5791" y="84950"/>
                  </a:lnTo>
                  <a:lnTo>
                    <a:pt x="2071" y="91090"/>
                  </a:lnTo>
                  <a:lnTo>
                    <a:pt x="300" y="97277"/>
                  </a:lnTo>
                  <a:lnTo>
                    <a:pt x="0" y="107237"/>
                  </a:lnTo>
                  <a:lnTo>
                    <a:pt x="691" y="124697"/>
                  </a:lnTo>
                  <a:lnTo>
                    <a:pt x="60197" y="138927"/>
                  </a:lnTo>
                  <a:lnTo>
                    <a:pt x="89333" y="139507"/>
                  </a:lnTo>
                  <a:lnTo>
                    <a:pt x="120099" y="138671"/>
                  </a:lnTo>
                  <a:lnTo>
                    <a:pt x="169053" y="131064"/>
                  </a:lnTo>
                  <a:lnTo>
                    <a:pt x="198540" y="97994"/>
                  </a:lnTo>
                  <a:lnTo>
                    <a:pt x="212109" y="71128"/>
                  </a:lnTo>
                  <a:lnTo>
                    <a:pt x="205910" y="130174"/>
                  </a:lnTo>
                  <a:lnTo>
                    <a:pt x="286787" y="130257"/>
                  </a:lnTo>
                  <a:lnTo>
                    <a:pt x="286128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2" name="object 782" descr=""/>
            <p:cNvSpPr/>
            <p:nvPr/>
          </p:nvSpPr>
          <p:spPr>
            <a:xfrm>
              <a:off x="17447281" y="3975163"/>
              <a:ext cx="41910" cy="40005"/>
            </a:xfrm>
            <a:custGeom>
              <a:avLst/>
              <a:gdLst/>
              <a:ahLst/>
              <a:cxnLst/>
              <a:rect l="l" t="t" r="r" b="b"/>
              <a:pathLst>
                <a:path w="41909" h="40004">
                  <a:moveTo>
                    <a:pt x="31967" y="0"/>
                  </a:moveTo>
                  <a:lnTo>
                    <a:pt x="0" y="39611"/>
                  </a:lnTo>
                  <a:lnTo>
                    <a:pt x="41475" y="4659"/>
                  </a:lnTo>
                  <a:lnTo>
                    <a:pt x="31967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3" name="object 783" descr=""/>
          <p:cNvSpPr/>
          <p:nvPr/>
        </p:nvSpPr>
        <p:spPr>
          <a:xfrm>
            <a:off x="18201803" y="3566709"/>
            <a:ext cx="228600" cy="274320"/>
          </a:xfrm>
          <a:custGeom>
            <a:avLst/>
            <a:gdLst/>
            <a:ahLst/>
            <a:cxnLst/>
            <a:rect l="l" t="t" r="r" b="b"/>
            <a:pathLst>
              <a:path w="228600" h="274320">
                <a:moveTo>
                  <a:pt x="135157" y="0"/>
                </a:moveTo>
                <a:lnTo>
                  <a:pt x="124795" y="11558"/>
                </a:lnTo>
                <a:lnTo>
                  <a:pt x="111894" y="39877"/>
                </a:lnTo>
                <a:lnTo>
                  <a:pt x="89448" y="130709"/>
                </a:lnTo>
                <a:lnTo>
                  <a:pt x="74657" y="179828"/>
                </a:lnTo>
                <a:lnTo>
                  <a:pt x="60947" y="204189"/>
                </a:lnTo>
                <a:lnTo>
                  <a:pt x="41740" y="220751"/>
                </a:lnTo>
                <a:lnTo>
                  <a:pt x="22957" y="236391"/>
                </a:lnTo>
                <a:lnTo>
                  <a:pt x="6475" y="253730"/>
                </a:lnTo>
                <a:lnTo>
                  <a:pt x="0" y="267883"/>
                </a:lnTo>
                <a:lnTo>
                  <a:pt x="11238" y="273964"/>
                </a:lnTo>
                <a:lnTo>
                  <a:pt x="39511" y="270251"/>
                </a:lnTo>
                <a:lnTo>
                  <a:pt x="107499" y="245324"/>
                </a:lnTo>
                <a:lnTo>
                  <a:pt x="146155" y="208146"/>
                </a:lnTo>
                <a:lnTo>
                  <a:pt x="157256" y="181409"/>
                </a:lnTo>
                <a:lnTo>
                  <a:pt x="174382" y="152948"/>
                </a:lnTo>
                <a:lnTo>
                  <a:pt x="206269" y="126963"/>
                </a:lnTo>
                <a:lnTo>
                  <a:pt x="221041" y="116662"/>
                </a:lnTo>
                <a:lnTo>
                  <a:pt x="227975" y="106470"/>
                </a:lnTo>
                <a:lnTo>
                  <a:pt x="207497" y="63692"/>
                </a:lnTo>
                <a:lnTo>
                  <a:pt x="170081" y="19532"/>
                </a:lnTo>
                <a:lnTo>
                  <a:pt x="148434" y="3293"/>
                </a:lnTo>
                <a:lnTo>
                  <a:pt x="135157" y="0"/>
                </a:lnTo>
                <a:close/>
              </a:path>
            </a:pathLst>
          </a:custGeom>
          <a:solidFill>
            <a:srgbClr val="FAC8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84" name="object 784" descr=""/>
          <p:cNvGrpSpPr/>
          <p:nvPr/>
        </p:nvGrpSpPr>
        <p:grpSpPr>
          <a:xfrm>
            <a:off x="17854584" y="2424400"/>
            <a:ext cx="523875" cy="1209675"/>
            <a:chOff x="17854584" y="2424400"/>
            <a:chExt cx="523875" cy="1209675"/>
          </a:xfrm>
        </p:grpSpPr>
        <p:sp>
          <p:nvSpPr>
            <p:cNvPr id="785" name="object 785" descr=""/>
            <p:cNvSpPr/>
            <p:nvPr/>
          </p:nvSpPr>
          <p:spPr>
            <a:xfrm>
              <a:off x="17874451" y="2445822"/>
              <a:ext cx="504190" cy="1188085"/>
            </a:xfrm>
            <a:custGeom>
              <a:avLst/>
              <a:gdLst/>
              <a:ahLst/>
              <a:cxnLst/>
              <a:rect l="l" t="t" r="r" b="b"/>
              <a:pathLst>
                <a:path w="504190" h="1188085">
                  <a:moveTo>
                    <a:pt x="503618" y="1154722"/>
                  </a:moveTo>
                  <a:lnTo>
                    <a:pt x="480034" y="1084745"/>
                  </a:lnTo>
                  <a:lnTo>
                    <a:pt x="463575" y="1029195"/>
                  </a:lnTo>
                  <a:lnTo>
                    <a:pt x="452208" y="985050"/>
                  </a:lnTo>
                  <a:lnTo>
                    <a:pt x="443865" y="949261"/>
                  </a:lnTo>
                  <a:lnTo>
                    <a:pt x="436511" y="918819"/>
                  </a:lnTo>
                  <a:lnTo>
                    <a:pt x="416560" y="861860"/>
                  </a:lnTo>
                  <a:lnTo>
                    <a:pt x="375970" y="789965"/>
                  </a:lnTo>
                  <a:lnTo>
                    <a:pt x="351878" y="754951"/>
                  </a:lnTo>
                  <a:lnTo>
                    <a:pt x="324294" y="720140"/>
                  </a:lnTo>
                  <a:lnTo>
                    <a:pt x="295503" y="690486"/>
                  </a:lnTo>
                  <a:lnTo>
                    <a:pt x="264033" y="669988"/>
                  </a:lnTo>
                  <a:lnTo>
                    <a:pt x="264261" y="666673"/>
                  </a:lnTo>
                  <a:lnTo>
                    <a:pt x="267233" y="611492"/>
                  </a:lnTo>
                  <a:lnTo>
                    <a:pt x="282740" y="294652"/>
                  </a:lnTo>
                  <a:lnTo>
                    <a:pt x="285216" y="237794"/>
                  </a:lnTo>
                  <a:lnTo>
                    <a:pt x="287299" y="184061"/>
                  </a:lnTo>
                  <a:lnTo>
                    <a:pt x="288861" y="135166"/>
                  </a:lnTo>
                  <a:lnTo>
                    <a:pt x="289788" y="92798"/>
                  </a:lnTo>
                  <a:lnTo>
                    <a:pt x="284327" y="65341"/>
                  </a:lnTo>
                  <a:lnTo>
                    <a:pt x="244322" y="23533"/>
                  </a:lnTo>
                  <a:lnTo>
                    <a:pt x="179552" y="2032"/>
                  </a:lnTo>
                  <a:lnTo>
                    <a:pt x="143116" y="0"/>
                  </a:lnTo>
                  <a:lnTo>
                    <a:pt x="106781" y="4330"/>
                  </a:lnTo>
                  <a:lnTo>
                    <a:pt x="42799" y="33858"/>
                  </a:lnTo>
                  <a:lnTo>
                    <a:pt x="4381" y="94068"/>
                  </a:lnTo>
                  <a:lnTo>
                    <a:pt x="0" y="136766"/>
                  </a:lnTo>
                  <a:lnTo>
                    <a:pt x="571" y="149910"/>
                  </a:lnTo>
                  <a:lnTo>
                    <a:pt x="5791" y="209384"/>
                  </a:lnTo>
                  <a:lnTo>
                    <a:pt x="12103" y="261581"/>
                  </a:lnTo>
                  <a:lnTo>
                    <a:pt x="22034" y="332676"/>
                  </a:lnTo>
                  <a:lnTo>
                    <a:pt x="36385" y="425602"/>
                  </a:lnTo>
                  <a:lnTo>
                    <a:pt x="52019" y="513245"/>
                  </a:lnTo>
                  <a:lnTo>
                    <a:pt x="67754" y="586270"/>
                  </a:lnTo>
                  <a:lnTo>
                    <a:pt x="82740" y="644956"/>
                  </a:lnTo>
                  <a:lnTo>
                    <a:pt x="96113" y="689597"/>
                  </a:lnTo>
                  <a:lnTo>
                    <a:pt x="114617" y="737908"/>
                  </a:lnTo>
                  <a:lnTo>
                    <a:pt x="144741" y="769620"/>
                  </a:lnTo>
                  <a:lnTo>
                    <a:pt x="159829" y="772083"/>
                  </a:lnTo>
                  <a:lnTo>
                    <a:pt x="348246" y="1043571"/>
                  </a:lnTo>
                  <a:lnTo>
                    <a:pt x="418147" y="1143431"/>
                  </a:lnTo>
                  <a:lnTo>
                    <a:pt x="440309" y="1174483"/>
                  </a:lnTo>
                  <a:lnTo>
                    <a:pt x="449884" y="1187043"/>
                  </a:lnTo>
                  <a:lnTo>
                    <a:pt x="462572" y="1187665"/>
                  </a:lnTo>
                  <a:lnTo>
                    <a:pt x="482523" y="1181404"/>
                  </a:lnTo>
                  <a:lnTo>
                    <a:pt x="499592" y="1169898"/>
                  </a:lnTo>
                  <a:lnTo>
                    <a:pt x="503618" y="1154722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6" name="object 786" descr=""/>
            <p:cNvSpPr/>
            <p:nvPr/>
          </p:nvSpPr>
          <p:spPr>
            <a:xfrm>
              <a:off x="17854575" y="2424410"/>
              <a:ext cx="505459" cy="1136015"/>
            </a:xfrm>
            <a:custGeom>
              <a:avLst/>
              <a:gdLst/>
              <a:ahLst/>
              <a:cxnLst/>
              <a:rect l="l" t="t" r="r" b="b"/>
              <a:pathLst>
                <a:path w="505459" h="1136014">
                  <a:moveTo>
                    <a:pt x="59817" y="385826"/>
                  </a:moveTo>
                  <a:lnTo>
                    <a:pt x="49644" y="385419"/>
                  </a:lnTo>
                  <a:lnTo>
                    <a:pt x="48755" y="383971"/>
                  </a:lnTo>
                  <a:lnTo>
                    <a:pt x="38658" y="383044"/>
                  </a:lnTo>
                  <a:lnTo>
                    <a:pt x="39268" y="386956"/>
                  </a:lnTo>
                  <a:lnTo>
                    <a:pt x="48145" y="386524"/>
                  </a:lnTo>
                  <a:lnTo>
                    <a:pt x="47739" y="387007"/>
                  </a:lnTo>
                  <a:lnTo>
                    <a:pt x="57594" y="386143"/>
                  </a:lnTo>
                  <a:lnTo>
                    <a:pt x="59817" y="385826"/>
                  </a:lnTo>
                  <a:close/>
                </a:path>
                <a:path w="505459" h="1136014">
                  <a:moveTo>
                    <a:pt x="505282" y="1091819"/>
                  </a:moveTo>
                  <a:lnTo>
                    <a:pt x="487057" y="1003681"/>
                  </a:lnTo>
                  <a:lnTo>
                    <a:pt x="472770" y="947991"/>
                  </a:lnTo>
                  <a:lnTo>
                    <a:pt x="455015" y="901039"/>
                  </a:lnTo>
                  <a:lnTo>
                    <a:pt x="426377" y="839165"/>
                  </a:lnTo>
                  <a:lnTo>
                    <a:pt x="392315" y="775474"/>
                  </a:lnTo>
                  <a:lnTo>
                    <a:pt x="359397" y="727329"/>
                  </a:lnTo>
                  <a:lnTo>
                    <a:pt x="328523" y="691235"/>
                  </a:lnTo>
                  <a:lnTo>
                    <a:pt x="300570" y="663727"/>
                  </a:lnTo>
                  <a:lnTo>
                    <a:pt x="297421" y="660806"/>
                  </a:lnTo>
                  <a:lnTo>
                    <a:pt x="302006" y="590956"/>
                  </a:lnTo>
                  <a:lnTo>
                    <a:pt x="311480" y="457339"/>
                  </a:lnTo>
                  <a:lnTo>
                    <a:pt x="316687" y="387692"/>
                  </a:lnTo>
                  <a:lnTo>
                    <a:pt x="321830" y="322084"/>
                  </a:lnTo>
                  <a:lnTo>
                    <a:pt x="326618" y="264934"/>
                  </a:lnTo>
                  <a:lnTo>
                    <a:pt x="330784" y="220662"/>
                  </a:lnTo>
                  <a:lnTo>
                    <a:pt x="334022" y="193700"/>
                  </a:lnTo>
                  <a:lnTo>
                    <a:pt x="335915" y="161404"/>
                  </a:lnTo>
                  <a:lnTo>
                    <a:pt x="331508" y="123520"/>
                  </a:lnTo>
                  <a:lnTo>
                    <a:pt x="319138" y="84429"/>
                  </a:lnTo>
                  <a:lnTo>
                    <a:pt x="297141" y="48514"/>
                  </a:lnTo>
                  <a:lnTo>
                    <a:pt x="263829" y="20167"/>
                  </a:lnTo>
                  <a:lnTo>
                    <a:pt x="217563" y="3771"/>
                  </a:lnTo>
                  <a:lnTo>
                    <a:pt x="171462" y="0"/>
                  </a:lnTo>
                  <a:lnTo>
                    <a:pt x="126187" y="3860"/>
                  </a:lnTo>
                  <a:lnTo>
                    <a:pt x="84264" y="15100"/>
                  </a:lnTo>
                  <a:lnTo>
                    <a:pt x="48183" y="33489"/>
                  </a:lnTo>
                  <a:lnTo>
                    <a:pt x="3543" y="90716"/>
                  </a:lnTo>
                  <a:lnTo>
                    <a:pt x="0" y="129044"/>
                  </a:lnTo>
                  <a:lnTo>
                    <a:pt x="37630" y="376440"/>
                  </a:lnTo>
                  <a:lnTo>
                    <a:pt x="45999" y="375691"/>
                  </a:lnTo>
                  <a:lnTo>
                    <a:pt x="45237" y="376605"/>
                  </a:lnTo>
                  <a:lnTo>
                    <a:pt x="53797" y="376961"/>
                  </a:lnTo>
                  <a:lnTo>
                    <a:pt x="53149" y="376237"/>
                  </a:lnTo>
                  <a:lnTo>
                    <a:pt x="53327" y="374865"/>
                  </a:lnTo>
                  <a:lnTo>
                    <a:pt x="64109" y="373164"/>
                  </a:lnTo>
                  <a:lnTo>
                    <a:pt x="73571" y="372173"/>
                  </a:lnTo>
                  <a:lnTo>
                    <a:pt x="83058" y="371652"/>
                  </a:lnTo>
                  <a:lnTo>
                    <a:pt x="93319" y="371614"/>
                  </a:lnTo>
                  <a:lnTo>
                    <a:pt x="93395" y="372706"/>
                  </a:lnTo>
                  <a:lnTo>
                    <a:pt x="83578" y="373164"/>
                  </a:lnTo>
                  <a:lnTo>
                    <a:pt x="74549" y="374040"/>
                  </a:lnTo>
                  <a:lnTo>
                    <a:pt x="65570" y="375335"/>
                  </a:lnTo>
                  <a:lnTo>
                    <a:pt x="56642" y="377063"/>
                  </a:lnTo>
                  <a:lnTo>
                    <a:pt x="66687" y="377723"/>
                  </a:lnTo>
                  <a:lnTo>
                    <a:pt x="98717" y="380949"/>
                  </a:lnTo>
                  <a:lnTo>
                    <a:pt x="99504" y="382879"/>
                  </a:lnTo>
                  <a:lnTo>
                    <a:pt x="99148" y="384708"/>
                  </a:lnTo>
                  <a:lnTo>
                    <a:pt x="100863" y="385699"/>
                  </a:lnTo>
                  <a:lnTo>
                    <a:pt x="102362" y="386981"/>
                  </a:lnTo>
                  <a:lnTo>
                    <a:pt x="104216" y="389712"/>
                  </a:lnTo>
                  <a:lnTo>
                    <a:pt x="103009" y="391147"/>
                  </a:lnTo>
                  <a:lnTo>
                    <a:pt x="101892" y="390512"/>
                  </a:lnTo>
                  <a:lnTo>
                    <a:pt x="95491" y="388429"/>
                  </a:lnTo>
                  <a:lnTo>
                    <a:pt x="87922" y="388112"/>
                  </a:lnTo>
                  <a:lnTo>
                    <a:pt x="79819" y="388950"/>
                  </a:lnTo>
                  <a:lnTo>
                    <a:pt x="71818" y="390296"/>
                  </a:lnTo>
                  <a:lnTo>
                    <a:pt x="80975" y="390994"/>
                  </a:lnTo>
                  <a:lnTo>
                    <a:pt x="90004" y="392341"/>
                  </a:lnTo>
                  <a:lnTo>
                    <a:pt x="98869" y="394347"/>
                  </a:lnTo>
                  <a:lnTo>
                    <a:pt x="109651" y="397891"/>
                  </a:lnTo>
                  <a:lnTo>
                    <a:pt x="108737" y="401294"/>
                  </a:lnTo>
                  <a:lnTo>
                    <a:pt x="73583" y="401459"/>
                  </a:lnTo>
                  <a:lnTo>
                    <a:pt x="58572" y="401929"/>
                  </a:lnTo>
                  <a:lnTo>
                    <a:pt x="41986" y="403504"/>
                  </a:lnTo>
                  <a:lnTo>
                    <a:pt x="43230" y="410730"/>
                  </a:lnTo>
                  <a:lnTo>
                    <a:pt x="57391" y="409854"/>
                  </a:lnTo>
                  <a:lnTo>
                    <a:pt x="69748" y="409879"/>
                  </a:lnTo>
                  <a:lnTo>
                    <a:pt x="97485" y="411200"/>
                  </a:lnTo>
                  <a:lnTo>
                    <a:pt x="97815" y="415061"/>
                  </a:lnTo>
                  <a:lnTo>
                    <a:pt x="83121" y="416064"/>
                  </a:lnTo>
                  <a:lnTo>
                    <a:pt x="62712" y="417131"/>
                  </a:lnTo>
                  <a:lnTo>
                    <a:pt x="44665" y="418719"/>
                  </a:lnTo>
                  <a:lnTo>
                    <a:pt x="47028" y="431126"/>
                  </a:lnTo>
                  <a:lnTo>
                    <a:pt x="50685" y="431063"/>
                  </a:lnTo>
                  <a:lnTo>
                    <a:pt x="45034" y="432015"/>
                  </a:lnTo>
                  <a:lnTo>
                    <a:pt x="77254" y="430745"/>
                  </a:lnTo>
                  <a:lnTo>
                    <a:pt x="91567" y="430834"/>
                  </a:lnTo>
                  <a:lnTo>
                    <a:pt x="105689" y="432257"/>
                  </a:lnTo>
                  <a:lnTo>
                    <a:pt x="108178" y="432676"/>
                  </a:lnTo>
                  <a:lnTo>
                    <a:pt x="108546" y="436791"/>
                  </a:lnTo>
                  <a:lnTo>
                    <a:pt x="100355" y="438543"/>
                  </a:lnTo>
                  <a:lnTo>
                    <a:pt x="96278" y="439508"/>
                  </a:lnTo>
                  <a:lnTo>
                    <a:pt x="107226" y="440753"/>
                  </a:lnTo>
                  <a:lnTo>
                    <a:pt x="104990" y="451764"/>
                  </a:lnTo>
                  <a:lnTo>
                    <a:pt x="98259" y="452780"/>
                  </a:lnTo>
                  <a:lnTo>
                    <a:pt x="85966" y="454113"/>
                  </a:lnTo>
                  <a:lnTo>
                    <a:pt x="75145" y="454342"/>
                  </a:lnTo>
                  <a:lnTo>
                    <a:pt x="51536" y="453428"/>
                  </a:lnTo>
                  <a:lnTo>
                    <a:pt x="64516" y="514248"/>
                  </a:lnTo>
                  <a:lnTo>
                    <a:pt x="77457" y="573290"/>
                  </a:lnTo>
                  <a:lnTo>
                    <a:pt x="89827" y="627545"/>
                  </a:lnTo>
                  <a:lnTo>
                    <a:pt x="101066" y="673950"/>
                  </a:lnTo>
                  <a:lnTo>
                    <a:pt x="106946" y="695820"/>
                  </a:lnTo>
                  <a:lnTo>
                    <a:pt x="106108" y="698881"/>
                  </a:lnTo>
                  <a:lnTo>
                    <a:pt x="117652" y="737450"/>
                  </a:lnTo>
                  <a:lnTo>
                    <a:pt x="205803" y="859155"/>
                  </a:lnTo>
                  <a:lnTo>
                    <a:pt x="230543" y="893914"/>
                  </a:lnTo>
                  <a:lnTo>
                    <a:pt x="260210" y="936091"/>
                  </a:lnTo>
                  <a:lnTo>
                    <a:pt x="303352" y="996569"/>
                  </a:lnTo>
                  <a:lnTo>
                    <a:pt x="350685" y="1061897"/>
                  </a:lnTo>
                  <a:lnTo>
                    <a:pt x="404583" y="1135595"/>
                  </a:lnTo>
                  <a:lnTo>
                    <a:pt x="436410" y="1131176"/>
                  </a:lnTo>
                  <a:lnTo>
                    <a:pt x="457517" y="1125143"/>
                  </a:lnTo>
                  <a:lnTo>
                    <a:pt x="477316" y="1113396"/>
                  </a:lnTo>
                  <a:lnTo>
                    <a:pt x="505282" y="1091819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87" name="object 787" descr=""/>
          <p:cNvGrpSpPr/>
          <p:nvPr/>
        </p:nvGrpSpPr>
        <p:grpSpPr>
          <a:xfrm>
            <a:off x="18203851" y="3653822"/>
            <a:ext cx="276860" cy="229870"/>
            <a:chOff x="18203851" y="3653822"/>
            <a:chExt cx="276860" cy="229870"/>
          </a:xfrm>
        </p:grpSpPr>
        <p:pic>
          <p:nvPicPr>
            <p:cNvPr id="788" name="object 788" descr=""/>
            <p:cNvPicPr/>
            <p:nvPr/>
          </p:nvPicPr>
          <p:blipFill>
            <a:blip r:embed="rId107" cstate="print"/>
            <a:stretch>
              <a:fillRect/>
            </a:stretch>
          </p:blipFill>
          <p:spPr>
            <a:xfrm>
              <a:off x="18216439" y="3703900"/>
              <a:ext cx="151681" cy="131765"/>
            </a:xfrm>
            <a:prstGeom prst="rect">
              <a:avLst/>
            </a:prstGeom>
          </p:spPr>
        </p:pic>
        <p:sp>
          <p:nvSpPr>
            <p:cNvPr id="789" name="object 789" descr=""/>
            <p:cNvSpPr/>
            <p:nvPr/>
          </p:nvSpPr>
          <p:spPr>
            <a:xfrm>
              <a:off x="18203851" y="3653822"/>
              <a:ext cx="276860" cy="229870"/>
            </a:xfrm>
            <a:custGeom>
              <a:avLst/>
              <a:gdLst/>
              <a:ahLst/>
              <a:cxnLst/>
              <a:rect l="l" t="t" r="r" b="b"/>
              <a:pathLst>
                <a:path w="276859" h="229870">
                  <a:moveTo>
                    <a:pt x="224190" y="0"/>
                  </a:moveTo>
                  <a:lnTo>
                    <a:pt x="187737" y="21286"/>
                  </a:lnTo>
                  <a:lnTo>
                    <a:pt x="161311" y="70211"/>
                  </a:lnTo>
                  <a:lnTo>
                    <a:pt x="153737" y="99548"/>
                  </a:lnTo>
                  <a:lnTo>
                    <a:pt x="144003" y="127708"/>
                  </a:lnTo>
                  <a:lnTo>
                    <a:pt x="130863" y="144163"/>
                  </a:lnTo>
                  <a:lnTo>
                    <a:pt x="63543" y="173126"/>
                  </a:lnTo>
                  <a:lnTo>
                    <a:pt x="24114" y="186341"/>
                  </a:lnTo>
                  <a:lnTo>
                    <a:pt x="5584" y="189843"/>
                  </a:lnTo>
                  <a:lnTo>
                    <a:pt x="962" y="189669"/>
                  </a:lnTo>
                  <a:lnTo>
                    <a:pt x="0" y="196785"/>
                  </a:lnTo>
                  <a:lnTo>
                    <a:pt x="843" y="203165"/>
                  </a:lnTo>
                  <a:lnTo>
                    <a:pt x="4538" y="212417"/>
                  </a:lnTo>
                  <a:lnTo>
                    <a:pt x="12134" y="228150"/>
                  </a:lnTo>
                  <a:lnTo>
                    <a:pt x="17329" y="229292"/>
                  </a:lnTo>
                  <a:lnTo>
                    <a:pt x="30136" y="228532"/>
                  </a:lnTo>
                  <a:lnTo>
                    <a:pt x="72373" y="217480"/>
                  </a:lnTo>
                  <a:lnTo>
                    <a:pt x="127213" y="193367"/>
                  </a:lnTo>
                  <a:lnTo>
                    <a:pt x="169072" y="166874"/>
                  </a:lnTo>
                  <a:lnTo>
                    <a:pt x="182930" y="124788"/>
                  </a:lnTo>
                  <a:lnTo>
                    <a:pt x="184663" y="94740"/>
                  </a:lnTo>
                  <a:lnTo>
                    <a:pt x="202526" y="151356"/>
                  </a:lnTo>
                  <a:lnTo>
                    <a:pt x="276733" y="119200"/>
                  </a:lnTo>
                  <a:lnTo>
                    <a:pt x="22419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0" name="object 790" descr=""/>
            <p:cNvSpPr/>
            <p:nvPr/>
          </p:nvSpPr>
          <p:spPr>
            <a:xfrm>
              <a:off x="18264785" y="3703897"/>
              <a:ext cx="24130" cy="49530"/>
            </a:xfrm>
            <a:custGeom>
              <a:avLst/>
              <a:gdLst/>
              <a:ahLst/>
              <a:cxnLst/>
              <a:rect l="l" t="t" r="r" b="b"/>
              <a:pathLst>
                <a:path w="24130" h="49529">
                  <a:moveTo>
                    <a:pt x="13528" y="0"/>
                  </a:moveTo>
                  <a:lnTo>
                    <a:pt x="0" y="49066"/>
                  </a:lnTo>
                  <a:lnTo>
                    <a:pt x="24103" y="481"/>
                  </a:lnTo>
                  <a:lnTo>
                    <a:pt x="13528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1" name="object 791" descr=""/>
          <p:cNvSpPr/>
          <p:nvPr/>
        </p:nvSpPr>
        <p:spPr>
          <a:xfrm>
            <a:off x="17787241" y="5281048"/>
            <a:ext cx="134620" cy="303530"/>
          </a:xfrm>
          <a:custGeom>
            <a:avLst/>
            <a:gdLst/>
            <a:ahLst/>
            <a:cxnLst/>
            <a:rect l="l" t="t" r="r" b="b"/>
            <a:pathLst>
              <a:path w="134619" h="303529">
                <a:moveTo>
                  <a:pt x="17555" y="0"/>
                </a:moveTo>
                <a:lnTo>
                  <a:pt x="4190" y="2908"/>
                </a:lnTo>
                <a:lnTo>
                  <a:pt x="0" y="17853"/>
                </a:lnTo>
                <a:lnTo>
                  <a:pt x="932" y="48955"/>
                </a:lnTo>
                <a:lnTo>
                  <a:pt x="20910" y="140358"/>
                </a:lnTo>
                <a:lnTo>
                  <a:pt x="29335" y="190957"/>
                </a:lnTo>
                <a:lnTo>
                  <a:pt x="27793" y="218870"/>
                </a:lnTo>
                <a:lnTo>
                  <a:pt x="17874" y="242216"/>
                </a:lnTo>
                <a:lnTo>
                  <a:pt x="7933" y="264542"/>
                </a:lnTo>
                <a:lnTo>
                  <a:pt x="805" y="287378"/>
                </a:lnTo>
                <a:lnTo>
                  <a:pt x="1246" y="302936"/>
                </a:lnTo>
                <a:lnTo>
                  <a:pt x="14010" y="303429"/>
                </a:lnTo>
                <a:lnTo>
                  <a:pt x="37744" y="287611"/>
                </a:lnTo>
                <a:lnTo>
                  <a:pt x="64186" y="263055"/>
                </a:lnTo>
                <a:lnTo>
                  <a:pt x="87735" y="235221"/>
                </a:lnTo>
                <a:lnTo>
                  <a:pt x="102793" y="209568"/>
                </a:lnTo>
                <a:lnTo>
                  <a:pt x="105986" y="184791"/>
                </a:lnTo>
                <a:lnTo>
                  <a:pt x="104137" y="155900"/>
                </a:lnTo>
                <a:lnTo>
                  <a:pt x="106935" y="122802"/>
                </a:lnTo>
                <a:lnTo>
                  <a:pt x="124070" y="85404"/>
                </a:lnTo>
                <a:lnTo>
                  <a:pt x="132774" y="69633"/>
                </a:lnTo>
                <a:lnTo>
                  <a:pt x="134494" y="57428"/>
                </a:lnTo>
                <a:lnTo>
                  <a:pt x="97225" y="28103"/>
                </a:lnTo>
                <a:lnTo>
                  <a:pt x="44146" y="5008"/>
                </a:lnTo>
                <a:lnTo>
                  <a:pt x="17555" y="0"/>
                </a:lnTo>
                <a:close/>
              </a:path>
            </a:pathLst>
          </a:custGeom>
          <a:solidFill>
            <a:srgbClr val="FAC8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92" name="object 792" descr=""/>
          <p:cNvGrpSpPr/>
          <p:nvPr/>
        </p:nvGrpSpPr>
        <p:grpSpPr>
          <a:xfrm>
            <a:off x="17130695" y="4291424"/>
            <a:ext cx="716280" cy="1057910"/>
            <a:chOff x="17130695" y="4291424"/>
            <a:chExt cx="716280" cy="1057910"/>
          </a:xfrm>
        </p:grpSpPr>
        <p:sp>
          <p:nvSpPr>
            <p:cNvPr id="793" name="object 793" descr=""/>
            <p:cNvSpPr/>
            <p:nvPr/>
          </p:nvSpPr>
          <p:spPr>
            <a:xfrm>
              <a:off x="17150563" y="4312849"/>
              <a:ext cx="695960" cy="1036319"/>
            </a:xfrm>
            <a:custGeom>
              <a:avLst/>
              <a:gdLst/>
              <a:ahLst/>
              <a:cxnLst/>
              <a:rect l="l" t="t" r="r" b="b"/>
              <a:pathLst>
                <a:path w="695959" h="1036320">
                  <a:moveTo>
                    <a:pt x="695782" y="998689"/>
                  </a:moveTo>
                  <a:lnTo>
                    <a:pt x="692696" y="983297"/>
                  </a:lnTo>
                  <a:lnTo>
                    <a:pt x="640626" y="930935"/>
                  </a:lnTo>
                  <a:lnTo>
                    <a:pt x="601319" y="888365"/>
                  </a:lnTo>
                  <a:lnTo>
                    <a:pt x="571614" y="853782"/>
                  </a:lnTo>
                  <a:lnTo>
                    <a:pt x="548335" y="825360"/>
                  </a:lnTo>
                  <a:lnTo>
                    <a:pt x="528294" y="801293"/>
                  </a:lnTo>
                  <a:lnTo>
                    <a:pt x="485241" y="759002"/>
                  </a:lnTo>
                  <a:lnTo>
                    <a:pt x="417068" y="712431"/>
                  </a:lnTo>
                  <a:lnTo>
                    <a:pt x="379984" y="691654"/>
                  </a:lnTo>
                  <a:lnTo>
                    <a:pt x="339852" y="672617"/>
                  </a:lnTo>
                  <a:lnTo>
                    <a:pt x="300939" y="658723"/>
                  </a:lnTo>
                  <a:lnTo>
                    <a:pt x="267474" y="653415"/>
                  </a:lnTo>
                  <a:lnTo>
                    <a:pt x="264922" y="653948"/>
                  </a:lnTo>
                  <a:lnTo>
                    <a:pt x="267220" y="611492"/>
                  </a:lnTo>
                  <a:lnTo>
                    <a:pt x="282740" y="294652"/>
                  </a:lnTo>
                  <a:lnTo>
                    <a:pt x="285216" y="237794"/>
                  </a:lnTo>
                  <a:lnTo>
                    <a:pt x="287299" y="184061"/>
                  </a:lnTo>
                  <a:lnTo>
                    <a:pt x="288861" y="135166"/>
                  </a:lnTo>
                  <a:lnTo>
                    <a:pt x="289775" y="92798"/>
                  </a:lnTo>
                  <a:lnTo>
                    <a:pt x="284314" y="65341"/>
                  </a:lnTo>
                  <a:lnTo>
                    <a:pt x="244322" y="23520"/>
                  </a:lnTo>
                  <a:lnTo>
                    <a:pt x="179552" y="2032"/>
                  </a:lnTo>
                  <a:lnTo>
                    <a:pt x="143116" y="0"/>
                  </a:lnTo>
                  <a:lnTo>
                    <a:pt x="106781" y="4330"/>
                  </a:lnTo>
                  <a:lnTo>
                    <a:pt x="42799" y="33858"/>
                  </a:lnTo>
                  <a:lnTo>
                    <a:pt x="4381" y="94068"/>
                  </a:lnTo>
                  <a:lnTo>
                    <a:pt x="0" y="136753"/>
                  </a:lnTo>
                  <a:lnTo>
                    <a:pt x="571" y="149910"/>
                  </a:lnTo>
                  <a:lnTo>
                    <a:pt x="5778" y="209384"/>
                  </a:lnTo>
                  <a:lnTo>
                    <a:pt x="12103" y="261581"/>
                  </a:lnTo>
                  <a:lnTo>
                    <a:pt x="22021" y="332676"/>
                  </a:lnTo>
                  <a:lnTo>
                    <a:pt x="36385" y="425602"/>
                  </a:lnTo>
                  <a:lnTo>
                    <a:pt x="52006" y="513245"/>
                  </a:lnTo>
                  <a:lnTo>
                    <a:pt x="67741" y="586270"/>
                  </a:lnTo>
                  <a:lnTo>
                    <a:pt x="82727" y="644956"/>
                  </a:lnTo>
                  <a:lnTo>
                    <a:pt x="96113" y="689597"/>
                  </a:lnTo>
                  <a:lnTo>
                    <a:pt x="114617" y="737908"/>
                  </a:lnTo>
                  <a:lnTo>
                    <a:pt x="144729" y="769620"/>
                  </a:lnTo>
                  <a:lnTo>
                    <a:pt x="180949" y="775512"/>
                  </a:lnTo>
                  <a:lnTo>
                    <a:pt x="190500" y="772502"/>
                  </a:lnTo>
                  <a:lnTo>
                    <a:pt x="204292" y="785761"/>
                  </a:lnTo>
                  <a:lnTo>
                    <a:pt x="504202" y="952207"/>
                  </a:lnTo>
                  <a:lnTo>
                    <a:pt x="611035" y="1010920"/>
                  </a:lnTo>
                  <a:lnTo>
                    <a:pt x="644626" y="1028992"/>
                  </a:lnTo>
                  <a:lnTo>
                    <a:pt x="658761" y="1036040"/>
                  </a:lnTo>
                  <a:lnTo>
                    <a:pt x="670420" y="1030986"/>
                  </a:lnTo>
                  <a:lnTo>
                    <a:pt x="685558" y="1016558"/>
                  </a:lnTo>
                  <a:lnTo>
                    <a:pt x="695782" y="998689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4" name="object 794" descr=""/>
            <p:cNvSpPr/>
            <p:nvPr/>
          </p:nvSpPr>
          <p:spPr>
            <a:xfrm>
              <a:off x="17130688" y="4291424"/>
              <a:ext cx="659130" cy="1021080"/>
            </a:xfrm>
            <a:custGeom>
              <a:avLst/>
              <a:gdLst/>
              <a:ahLst/>
              <a:cxnLst/>
              <a:rect l="l" t="t" r="r" b="b"/>
              <a:pathLst>
                <a:path w="659130" h="1021079">
                  <a:moveTo>
                    <a:pt x="59817" y="385826"/>
                  </a:moveTo>
                  <a:lnTo>
                    <a:pt x="49631" y="385432"/>
                  </a:lnTo>
                  <a:lnTo>
                    <a:pt x="48755" y="383971"/>
                  </a:lnTo>
                  <a:lnTo>
                    <a:pt x="38646" y="383057"/>
                  </a:lnTo>
                  <a:lnTo>
                    <a:pt x="39268" y="386956"/>
                  </a:lnTo>
                  <a:lnTo>
                    <a:pt x="48158" y="386537"/>
                  </a:lnTo>
                  <a:lnTo>
                    <a:pt x="47739" y="387019"/>
                  </a:lnTo>
                  <a:lnTo>
                    <a:pt x="57594" y="386156"/>
                  </a:lnTo>
                  <a:lnTo>
                    <a:pt x="59817" y="385826"/>
                  </a:lnTo>
                  <a:close/>
                </a:path>
                <a:path w="659130" h="1021079">
                  <a:moveTo>
                    <a:pt x="658990" y="937133"/>
                  </a:moveTo>
                  <a:lnTo>
                    <a:pt x="603707" y="866101"/>
                  </a:lnTo>
                  <a:lnTo>
                    <a:pt x="566293" y="822439"/>
                  </a:lnTo>
                  <a:lnTo>
                    <a:pt x="529615" y="788162"/>
                  </a:lnTo>
                  <a:lnTo>
                    <a:pt x="476605" y="745299"/>
                  </a:lnTo>
                  <a:lnTo>
                    <a:pt x="417918" y="703199"/>
                  </a:lnTo>
                  <a:lnTo>
                    <a:pt x="367118" y="674547"/>
                  </a:lnTo>
                  <a:lnTo>
                    <a:pt x="323481" y="655802"/>
                  </a:lnTo>
                  <a:lnTo>
                    <a:pt x="298297" y="647471"/>
                  </a:lnTo>
                  <a:lnTo>
                    <a:pt x="302006" y="590969"/>
                  </a:lnTo>
                  <a:lnTo>
                    <a:pt x="311480" y="457339"/>
                  </a:lnTo>
                  <a:lnTo>
                    <a:pt x="316687" y="387705"/>
                  </a:lnTo>
                  <a:lnTo>
                    <a:pt x="321818" y="322097"/>
                  </a:lnTo>
                  <a:lnTo>
                    <a:pt x="326618" y="264934"/>
                  </a:lnTo>
                  <a:lnTo>
                    <a:pt x="330771" y="220662"/>
                  </a:lnTo>
                  <a:lnTo>
                    <a:pt x="334022" y="193713"/>
                  </a:lnTo>
                  <a:lnTo>
                    <a:pt x="335915" y="161417"/>
                  </a:lnTo>
                  <a:lnTo>
                    <a:pt x="331508" y="123532"/>
                  </a:lnTo>
                  <a:lnTo>
                    <a:pt x="319138" y="84442"/>
                  </a:lnTo>
                  <a:lnTo>
                    <a:pt x="297141" y="48526"/>
                  </a:lnTo>
                  <a:lnTo>
                    <a:pt x="263829" y="20180"/>
                  </a:lnTo>
                  <a:lnTo>
                    <a:pt x="217563" y="3784"/>
                  </a:lnTo>
                  <a:lnTo>
                    <a:pt x="171462" y="0"/>
                  </a:lnTo>
                  <a:lnTo>
                    <a:pt x="126187" y="3860"/>
                  </a:lnTo>
                  <a:lnTo>
                    <a:pt x="84264" y="15113"/>
                  </a:lnTo>
                  <a:lnTo>
                    <a:pt x="48171" y="33502"/>
                  </a:lnTo>
                  <a:lnTo>
                    <a:pt x="3543" y="90716"/>
                  </a:lnTo>
                  <a:lnTo>
                    <a:pt x="0" y="129044"/>
                  </a:lnTo>
                  <a:lnTo>
                    <a:pt x="37630" y="376453"/>
                  </a:lnTo>
                  <a:lnTo>
                    <a:pt x="45999" y="375704"/>
                  </a:lnTo>
                  <a:lnTo>
                    <a:pt x="45224" y="376618"/>
                  </a:lnTo>
                  <a:lnTo>
                    <a:pt x="53784" y="376961"/>
                  </a:lnTo>
                  <a:lnTo>
                    <a:pt x="53136" y="376250"/>
                  </a:lnTo>
                  <a:lnTo>
                    <a:pt x="53314" y="374878"/>
                  </a:lnTo>
                  <a:lnTo>
                    <a:pt x="64109" y="373176"/>
                  </a:lnTo>
                  <a:lnTo>
                    <a:pt x="73558" y="372186"/>
                  </a:lnTo>
                  <a:lnTo>
                    <a:pt x="83058" y="371665"/>
                  </a:lnTo>
                  <a:lnTo>
                    <a:pt x="93319" y="371627"/>
                  </a:lnTo>
                  <a:lnTo>
                    <a:pt x="93395" y="372719"/>
                  </a:lnTo>
                  <a:lnTo>
                    <a:pt x="83578" y="373176"/>
                  </a:lnTo>
                  <a:lnTo>
                    <a:pt x="74549" y="374053"/>
                  </a:lnTo>
                  <a:lnTo>
                    <a:pt x="65570" y="375348"/>
                  </a:lnTo>
                  <a:lnTo>
                    <a:pt x="56642" y="377075"/>
                  </a:lnTo>
                  <a:lnTo>
                    <a:pt x="66687" y="377736"/>
                  </a:lnTo>
                  <a:lnTo>
                    <a:pt x="98717" y="380949"/>
                  </a:lnTo>
                  <a:lnTo>
                    <a:pt x="99504" y="382879"/>
                  </a:lnTo>
                  <a:lnTo>
                    <a:pt x="99148" y="384708"/>
                  </a:lnTo>
                  <a:lnTo>
                    <a:pt x="100863" y="385711"/>
                  </a:lnTo>
                  <a:lnTo>
                    <a:pt x="102349" y="386994"/>
                  </a:lnTo>
                  <a:lnTo>
                    <a:pt x="104216" y="389724"/>
                  </a:lnTo>
                  <a:lnTo>
                    <a:pt x="103009" y="391160"/>
                  </a:lnTo>
                  <a:lnTo>
                    <a:pt x="101892" y="390525"/>
                  </a:lnTo>
                  <a:lnTo>
                    <a:pt x="95478" y="388429"/>
                  </a:lnTo>
                  <a:lnTo>
                    <a:pt x="87922" y="388124"/>
                  </a:lnTo>
                  <a:lnTo>
                    <a:pt x="79819" y="388962"/>
                  </a:lnTo>
                  <a:lnTo>
                    <a:pt x="71805" y="390309"/>
                  </a:lnTo>
                  <a:lnTo>
                    <a:pt x="80975" y="391007"/>
                  </a:lnTo>
                  <a:lnTo>
                    <a:pt x="90004" y="392341"/>
                  </a:lnTo>
                  <a:lnTo>
                    <a:pt x="98869" y="394360"/>
                  </a:lnTo>
                  <a:lnTo>
                    <a:pt x="109651" y="397891"/>
                  </a:lnTo>
                  <a:lnTo>
                    <a:pt x="108737" y="401294"/>
                  </a:lnTo>
                  <a:lnTo>
                    <a:pt x="73583" y="401459"/>
                  </a:lnTo>
                  <a:lnTo>
                    <a:pt x="58572" y="401942"/>
                  </a:lnTo>
                  <a:lnTo>
                    <a:pt x="41973" y="403517"/>
                  </a:lnTo>
                  <a:lnTo>
                    <a:pt x="43230" y="410743"/>
                  </a:lnTo>
                  <a:lnTo>
                    <a:pt x="57391" y="409867"/>
                  </a:lnTo>
                  <a:lnTo>
                    <a:pt x="69748" y="409892"/>
                  </a:lnTo>
                  <a:lnTo>
                    <a:pt x="97485" y="411200"/>
                  </a:lnTo>
                  <a:lnTo>
                    <a:pt x="97815" y="415074"/>
                  </a:lnTo>
                  <a:lnTo>
                    <a:pt x="83121" y="416077"/>
                  </a:lnTo>
                  <a:lnTo>
                    <a:pt x="62712" y="417131"/>
                  </a:lnTo>
                  <a:lnTo>
                    <a:pt x="44665" y="418719"/>
                  </a:lnTo>
                  <a:lnTo>
                    <a:pt x="47015" y="431139"/>
                  </a:lnTo>
                  <a:lnTo>
                    <a:pt x="50673" y="431063"/>
                  </a:lnTo>
                  <a:lnTo>
                    <a:pt x="45021" y="432015"/>
                  </a:lnTo>
                  <a:lnTo>
                    <a:pt x="77254" y="430758"/>
                  </a:lnTo>
                  <a:lnTo>
                    <a:pt x="91567" y="430847"/>
                  </a:lnTo>
                  <a:lnTo>
                    <a:pt x="105689" y="432269"/>
                  </a:lnTo>
                  <a:lnTo>
                    <a:pt x="108178" y="432689"/>
                  </a:lnTo>
                  <a:lnTo>
                    <a:pt x="108546" y="436791"/>
                  </a:lnTo>
                  <a:lnTo>
                    <a:pt x="100355" y="438556"/>
                  </a:lnTo>
                  <a:lnTo>
                    <a:pt x="96278" y="439521"/>
                  </a:lnTo>
                  <a:lnTo>
                    <a:pt x="107226" y="440753"/>
                  </a:lnTo>
                  <a:lnTo>
                    <a:pt x="104990" y="451777"/>
                  </a:lnTo>
                  <a:lnTo>
                    <a:pt x="98259" y="452793"/>
                  </a:lnTo>
                  <a:lnTo>
                    <a:pt x="85966" y="454126"/>
                  </a:lnTo>
                  <a:lnTo>
                    <a:pt x="75145" y="454355"/>
                  </a:lnTo>
                  <a:lnTo>
                    <a:pt x="51536" y="453440"/>
                  </a:lnTo>
                  <a:lnTo>
                    <a:pt x="64516" y="514261"/>
                  </a:lnTo>
                  <a:lnTo>
                    <a:pt x="77457" y="573303"/>
                  </a:lnTo>
                  <a:lnTo>
                    <a:pt x="89827" y="627545"/>
                  </a:lnTo>
                  <a:lnTo>
                    <a:pt x="101066" y="673963"/>
                  </a:lnTo>
                  <a:lnTo>
                    <a:pt x="121996" y="733234"/>
                  </a:lnTo>
                  <a:lnTo>
                    <a:pt x="127304" y="760895"/>
                  </a:lnTo>
                  <a:lnTo>
                    <a:pt x="154698" y="790397"/>
                  </a:lnTo>
                  <a:lnTo>
                    <a:pt x="287540" y="860666"/>
                  </a:lnTo>
                  <a:lnTo>
                    <a:pt x="325081" y="880910"/>
                  </a:lnTo>
                  <a:lnTo>
                    <a:pt x="370332" y="905649"/>
                  </a:lnTo>
                  <a:lnTo>
                    <a:pt x="435749" y="940866"/>
                  </a:lnTo>
                  <a:lnTo>
                    <a:pt x="507072" y="978560"/>
                  </a:lnTo>
                  <a:lnTo>
                    <a:pt x="587971" y="1020876"/>
                  </a:lnTo>
                  <a:lnTo>
                    <a:pt x="614578" y="1002855"/>
                  </a:lnTo>
                  <a:lnTo>
                    <a:pt x="630847" y="988123"/>
                  </a:lnTo>
                  <a:lnTo>
                    <a:pt x="643432" y="968832"/>
                  </a:lnTo>
                  <a:lnTo>
                    <a:pt x="658990" y="937133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5" name="object 795" descr=""/>
          <p:cNvGrpSpPr/>
          <p:nvPr/>
        </p:nvGrpSpPr>
        <p:grpSpPr>
          <a:xfrm>
            <a:off x="17788859" y="5321876"/>
            <a:ext cx="222885" cy="298450"/>
            <a:chOff x="17788859" y="5321876"/>
            <a:chExt cx="222885" cy="298450"/>
          </a:xfrm>
        </p:grpSpPr>
        <p:pic>
          <p:nvPicPr>
            <p:cNvPr id="796" name="object 796" descr=""/>
            <p:cNvPicPr/>
            <p:nvPr/>
          </p:nvPicPr>
          <p:blipFill>
            <a:blip r:embed="rId108" cstate="print"/>
            <a:stretch>
              <a:fillRect/>
            </a:stretch>
          </p:blipFill>
          <p:spPr>
            <a:xfrm>
              <a:off x="17788859" y="5408410"/>
              <a:ext cx="108005" cy="149357"/>
            </a:xfrm>
            <a:prstGeom prst="rect">
              <a:avLst/>
            </a:prstGeom>
          </p:spPr>
        </p:pic>
        <p:sp>
          <p:nvSpPr>
            <p:cNvPr id="797" name="object 797" descr=""/>
            <p:cNvSpPr/>
            <p:nvPr/>
          </p:nvSpPr>
          <p:spPr>
            <a:xfrm>
              <a:off x="17795122" y="5321876"/>
              <a:ext cx="216535" cy="298450"/>
            </a:xfrm>
            <a:custGeom>
              <a:avLst/>
              <a:gdLst/>
              <a:ahLst/>
              <a:cxnLst/>
              <a:rect l="l" t="t" r="r" b="b"/>
              <a:pathLst>
                <a:path w="216534" h="298450">
                  <a:moveTo>
                    <a:pt x="116509" y="0"/>
                  </a:moveTo>
                  <a:lnTo>
                    <a:pt x="101237" y="20940"/>
                  </a:lnTo>
                  <a:lnTo>
                    <a:pt x="93202" y="35201"/>
                  </a:lnTo>
                  <a:lnTo>
                    <a:pt x="89756" y="49335"/>
                  </a:lnTo>
                  <a:lnTo>
                    <a:pt x="88248" y="69893"/>
                  </a:lnTo>
                  <a:lnTo>
                    <a:pt x="91099" y="90768"/>
                  </a:lnTo>
                  <a:lnTo>
                    <a:pt x="97264" y="120436"/>
                  </a:lnTo>
                  <a:lnTo>
                    <a:pt x="100970" y="150001"/>
                  </a:lnTo>
                  <a:lnTo>
                    <a:pt x="48838" y="226284"/>
                  </a:lnTo>
                  <a:lnTo>
                    <a:pt x="19300" y="255553"/>
                  </a:lnTo>
                  <a:lnTo>
                    <a:pt x="0" y="268766"/>
                  </a:lnTo>
                  <a:lnTo>
                    <a:pt x="2277" y="275572"/>
                  </a:lnTo>
                  <a:lnTo>
                    <a:pt x="5850" y="280923"/>
                  </a:lnTo>
                  <a:lnTo>
                    <a:pt x="13252" y="287593"/>
                  </a:lnTo>
                  <a:lnTo>
                    <a:pt x="27014" y="298357"/>
                  </a:lnTo>
                  <a:lnTo>
                    <a:pt x="32184" y="297088"/>
                  </a:lnTo>
                  <a:lnTo>
                    <a:pt x="76353" y="262180"/>
                  </a:lnTo>
                  <a:lnTo>
                    <a:pt x="114902" y="216325"/>
                  </a:lnTo>
                  <a:lnTo>
                    <a:pt x="140760" y="174067"/>
                  </a:lnTo>
                  <a:lnTo>
                    <a:pt x="141094" y="153789"/>
                  </a:lnTo>
                  <a:lnTo>
                    <a:pt x="134603" y="130187"/>
                  </a:lnTo>
                  <a:lnTo>
                    <a:pt x="126721" y="110625"/>
                  </a:lnTo>
                  <a:lnTo>
                    <a:pt x="122886" y="102468"/>
                  </a:lnTo>
                  <a:lnTo>
                    <a:pt x="163921" y="145367"/>
                  </a:lnTo>
                  <a:lnTo>
                    <a:pt x="216286" y="83735"/>
                  </a:lnTo>
                  <a:lnTo>
                    <a:pt x="116509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8" name="object 798" descr=""/>
            <p:cNvSpPr/>
            <p:nvPr/>
          </p:nvSpPr>
          <p:spPr>
            <a:xfrm>
              <a:off x="17799413" y="5428700"/>
              <a:ext cx="10160" cy="54610"/>
            </a:xfrm>
            <a:custGeom>
              <a:avLst/>
              <a:gdLst/>
              <a:ahLst/>
              <a:cxnLst/>
              <a:rect l="l" t="t" r="r" b="b"/>
              <a:pathLst>
                <a:path w="10159" h="54610">
                  <a:moveTo>
                    <a:pt x="9696" y="0"/>
                  </a:moveTo>
                  <a:lnTo>
                    <a:pt x="0" y="4240"/>
                  </a:lnTo>
                  <a:lnTo>
                    <a:pt x="9528" y="54228"/>
                  </a:lnTo>
                  <a:lnTo>
                    <a:pt x="9696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9" name="object 799" descr=""/>
          <p:cNvSpPr/>
          <p:nvPr/>
        </p:nvSpPr>
        <p:spPr>
          <a:xfrm>
            <a:off x="17378517" y="5750764"/>
            <a:ext cx="194945" cy="285750"/>
          </a:xfrm>
          <a:custGeom>
            <a:avLst/>
            <a:gdLst/>
            <a:ahLst/>
            <a:cxnLst/>
            <a:rect l="l" t="t" r="r" b="b"/>
            <a:pathLst>
              <a:path w="194944" h="285750">
                <a:moveTo>
                  <a:pt x="117483" y="0"/>
                </a:moveTo>
                <a:lnTo>
                  <a:pt x="65123" y="5790"/>
                </a:lnTo>
                <a:lnTo>
                  <a:pt x="9750" y="20842"/>
                </a:lnTo>
                <a:lnTo>
                  <a:pt x="0" y="30433"/>
                </a:lnTo>
                <a:lnTo>
                  <a:pt x="4432" y="45310"/>
                </a:lnTo>
                <a:lnTo>
                  <a:pt x="21821" y="71118"/>
                </a:lnTo>
                <a:lnTo>
                  <a:pt x="87497" y="137753"/>
                </a:lnTo>
                <a:lnTo>
                  <a:pt x="121625" y="176048"/>
                </a:lnTo>
                <a:lnTo>
                  <a:pt x="135220" y="200476"/>
                </a:lnTo>
                <a:lnTo>
                  <a:pt x="139294" y="225511"/>
                </a:lnTo>
                <a:lnTo>
                  <a:pt x="142800" y="249694"/>
                </a:lnTo>
                <a:lnTo>
                  <a:pt x="148957" y="272809"/>
                </a:lnTo>
                <a:lnTo>
                  <a:pt x="157633" y="285733"/>
                </a:lnTo>
                <a:lnTo>
                  <a:pt x="168696" y="279342"/>
                </a:lnTo>
                <a:lnTo>
                  <a:pt x="180321" y="253298"/>
                </a:lnTo>
                <a:lnTo>
                  <a:pt x="189574" y="218420"/>
                </a:lnTo>
                <a:lnTo>
                  <a:pt x="194631" y="182312"/>
                </a:lnTo>
                <a:lnTo>
                  <a:pt x="193669" y="152581"/>
                </a:lnTo>
                <a:lnTo>
                  <a:pt x="183157" y="129922"/>
                </a:lnTo>
                <a:lnTo>
                  <a:pt x="166178" y="106475"/>
                </a:lnTo>
                <a:lnTo>
                  <a:pt x="150879" y="76994"/>
                </a:lnTo>
                <a:lnTo>
                  <a:pt x="145409" y="36229"/>
                </a:lnTo>
                <a:lnTo>
                  <a:pt x="144352" y="18245"/>
                </a:lnTo>
                <a:lnTo>
                  <a:pt x="139291" y="7006"/>
                </a:lnTo>
                <a:lnTo>
                  <a:pt x="130307" y="1321"/>
                </a:lnTo>
                <a:lnTo>
                  <a:pt x="117483" y="0"/>
                </a:lnTo>
                <a:close/>
              </a:path>
            </a:pathLst>
          </a:custGeom>
          <a:solidFill>
            <a:srgbClr val="FAC8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0" name="object 800" descr=""/>
          <p:cNvGrpSpPr/>
          <p:nvPr/>
        </p:nvGrpSpPr>
        <p:grpSpPr>
          <a:xfrm>
            <a:off x="16648532" y="5068832"/>
            <a:ext cx="981075" cy="980440"/>
            <a:chOff x="16648532" y="5068832"/>
            <a:chExt cx="981075" cy="980440"/>
          </a:xfrm>
        </p:grpSpPr>
        <p:sp>
          <p:nvSpPr>
            <p:cNvPr id="801" name="object 801" descr=""/>
            <p:cNvSpPr/>
            <p:nvPr/>
          </p:nvSpPr>
          <p:spPr>
            <a:xfrm>
              <a:off x="16668395" y="5090254"/>
              <a:ext cx="772795" cy="775970"/>
            </a:xfrm>
            <a:custGeom>
              <a:avLst/>
              <a:gdLst/>
              <a:ahLst/>
              <a:cxnLst/>
              <a:rect l="l" t="t" r="r" b="b"/>
              <a:pathLst>
                <a:path w="772794" h="775970">
                  <a:moveTo>
                    <a:pt x="772172" y="705535"/>
                  </a:moveTo>
                  <a:lnTo>
                    <a:pt x="771283" y="684974"/>
                  </a:lnTo>
                  <a:lnTo>
                    <a:pt x="760450" y="673595"/>
                  </a:lnTo>
                  <a:lnTo>
                    <a:pt x="688467" y="657110"/>
                  </a:lnTo>
                  <a:lnTo>
                    <a:pt x="632523" y="642086"/>
                  </a:lnTo>
                  <a:lnTo>
                    <a:pt x="588937" y="628688"/>
                  </a:lnTo>
                  <a:lnTo>
                    <a:pt x="554075" y="617080"/>
                  </a:lnTo>
                  <a:lnTo>
                    <a:pt x="524281" y="607415"/>
                  </a:lnTo>
                  <a:lnTo>
                    <a:pt x="495909" y="599884"/>
                  </a:lnTo>
                  <a:lnTo>
                    <a:pt x="465315" y="594626"/>
                  </a:lnTo>
                  <a:lnTo>
                    <a:pt x="428828" y="591820"/>
                  </a:lnTo>
                  <a:lnTo>
                    <a:pt x="382803" y="591629"/>
                  </a:lnTo>
                  <a:lnTo>
                    <a:pt x="340360" y="593852"/>
                  </a:lnTo>
                  <a:lnTo>
                    <a:pt x="296252" y="599160"/>
                  </a:lnTo>
                  <a:lnTo>
                    <a:pt x="267512" y="605599"/>
                  </a:lnTo>
                  <a:lnTo>
                    <a:pt x="282740" y="294652"/>
                  </a:lnTo>
                  <a:lnTo>
                    <a:pt x="285216" y="237794"/>
                  </a:lnTo>
                  <a:lnTo>
                    <a:pt x="287299" y="184061"/>
                  </a:lnTo>
                  <a:lnTo>
                    <a:pt x="288861" y="135166"/>
                  </a:lnTo>
                  <a:lnTo>
                    <a:pt x="289788" y="92811"/>
                  </a:lnTo>
                  <a:lnTo>
                    <a:pt x="284327" y="65354"/>
                  </a:lnTo>
                  <a:lnTo>
                    <a:pt x="244322" y="23533"/>
                  </a:lnTo>
                  <a:lnTo>
                    <a:pt x="179552" y="2044"/>
                  </a:lnTo>
                  <a:lnTo>
                    <a:pt x="143129" y="0"/>
                  </a:lnTo>
                  <a:lnTo>
                    <a:pt x="106781" y="4330"/>
                  </a:lnTo>
                  <a:lnTo>
                    <a:pt x="42799" y="33858"/>
                  </a:lnTo>
                  <a:lnTo>
                    <a:pt x="4381" y="94068"/>
                  </a:lnTo>
                  <a:lnTo>
                    <a:pt x="0" y="136766"/>
                  </a:lnTo>
                  <a:lnTo>
                    <a:pt x="571" y="149923"/>
                  </a:lnTo>
                  <a:lnTo>
                    <a:pt x="5791" y="209384"/>
                  </a:lnTo>
                  <a:lnTo>
                    <a:pt x="12115" y="261581"/>
                  </a:lnTo>
                  <a:lnTo>
                    <a:pt x="22034" y="332663"/>
                  </a:lnTo>
                  <a:lnTo>
                    <a:pt x="36385" y="425589"/>
                  </a:lnTo>
                  <a:lnTo>
                    <a:pt x="52019" y="513245"/>
                  </a:lnTo>
                  <a:lnTo>
                    <a:pt x="67754" y="586270"/>
                  </a:lnTo>
                  <a:lnTo>
                    <a:pt x="82740" y="644956"/>
                  </a:lnTo>
                  <a:lnTo>
                    <a:pt x="96113" y="689597"/>
                  </a:lnTo>
                  <a:lnTo>
                    <a:pt x="114617" y="737908"/>
                  </a:lnTo>
                  <a:lnTo>
                    <a:pt x="144741" y="769620"/>
                  </a:lnTo>
                  <a:lnTo>
                    <a:pt x="180962" y="775512"/>
                  </a:lnTo>
                  <a:lnTo>
                    <a:pt x="216611" y="764260"/>
                  </a:lnTo>
                  <a:lnTo>
                    <a:pt x="219138" y="762508"/>
                  </a:lnTo>
                  <a:lnTo>
                    <a:pt x="241998" y="767194"/>
                  </a:lnTo>
                  <a:lnTo>
                    <a:pt x="584466" y="747890"/>
                  </a:lnTo>
                  <a:lnTo>
                    <a:pt x="706132" y="740537"/>
                  </a:lnTo>
                  <a:lnTo>
                    <a:pt x="744194" y="737895"/>
                  </a:lnTo>
                  <a:lnTo>
                    <a:pt x="767067" y="725805"/>
                  </a:lnTo>
                  <a:lnTo>
                    <a:pt x="772172" y="705535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2" name="object 802" descr=""/>
            <p:cNvSpPr/>
            <p:nvPr/>
          </p:nvSpPr>
          <p:spPr>
            <a:xfrm>
              <a:off x="16648533" y="5068842"/>
              <a:ext cx="702945" cy="811530"/>
            </a:xfrm>
            <a:custGeom>
              <a:avLst/>
              <a:gdLst/>
              <a:ahLst/>
              <a:cxnLst/>
              <a:rect l="l" t="t" r="r" b="b"/>
              <a:pathLst>
                <a:path w="702944" h="811529">
                  <a:moveTo>
                    <a:pt x="59804" y="385826"/>
                  </a:moveTo>
                  <a:lnTo>
                    <a:pt x="49631" y="385419"/>
                  </a:lnTo>
                  <a:lnTo>
                    <a:pt x="48742" y="383971"/>
                  </a:lnTo>
                  <a:lnTo>
                    <a:pt x="38646" y="383044"/>
                  </a:lnTo>
                  <a:lnTo>
                    <a:pt x="39255" y="386956"/>
                  </a:lnTo>
                  <a:lnTo>
                    <a:pt x="48145" y="386524"/>
                  </a:lnTo>
                  <a:lnTo>
                    <a:pt x="47726" y="387007"/>
                  </a:lnTo>
                  <a:lnTo>
                    <a:pt x="57581" y="386143"/>
                  </a:lnTo>
                  <a:lnTo>
                    <a:pt x="59804" y="385826"/>
                  </a:lnTo>
                  <a:close/>
                </a:path>
                <a:path w="702944" h="811529">
                  <a:moveTo>
                    <a:pt x="702691" y="701548"/>
                  </a:moveTo>
                  <a:lnTo>
                    <a:pt x="614273" y="635876"/>
                  </a:lnTo>
                  <a:lnTo>
                    <a:pt x="559333" y="618921"/>
                  </a:lnTo>
                  <a:lnTo>
                    <a:pt x="510032" y="609511"/>
                  </a:lnTo>
                  <a:lnTo>
                    <a:pt x="442315" y="601548"/>
                  </a:lnTo>
                  <a:lnTo>
                    <a:pt x="370217" y="597268"/>
                  </a:lnTo>
                  <a:lnTo>
                    <a:pt x="311962" y="600151"/>
                  </a:lnTo>
                  <a:lnTo>
                    <a:pt x="301269" y="601853"/>
                  </a:lnTo>
                  <a:lnTo>
                    <a:pt x="301993" y="590956"/>
                  </a:lnTo>
                  <a:lnTo>
                    <a:pt x="311467" y="457339"/>
                  </a:lnTo>
                  <a:lnTo>
                    <a:pt x="316674" y="387692"/>
                  </a:lnTo>
                  <a:lnTo>
                    <a:pt x="321818" y="322084"/>
                  </a:lnTo>
                  <a:lnTo>
                    <a:pt x="326605" y="264934"/>
                  </a:lnTo>
                  <a:lnTo>
                    <a:pt x="330771" y="220662"/>
                  </a:lnTo>
                  <a:lnTo>
                    <a:pt x="334010" y="193700"/>
                  </a:lnTo>
                  <a:lnTo>
                    <a:pt x="335902" y="161404"/>
                  </a:lnTo>
                  <a:lnTo>
                    <a:pt x="331508" y="123520"/>
                  </a:lnTo>
                  <a:lnTo>
                    <a:pt x="319138" y="84429"/>
                  </a:lnTo>
                  <a:lnTo>
                    <a:pt x="297129" y="48514"/>
                  </a:lnTo>
                  <a:lnTo>
                    <a:pt x="263829" y="20167"/>
                  </a:lnTo>
                  <a:lnTo>
                    <a:pt x="217563" y="3771"/>
                  </a:lnTo>
                  <a:lnTo>
                    <a:pt x="171450" y="0"/>
                  </a:lnTo>
                  <a:lnTo>
                    <a:pt x="126187" y="3860"/>
                  </a:lnTo>
                  <a:lnTo>
                    <a:pt x="84251" y="15100"/>
                  </a:lnTo>
                  <a:lnTo>
                    <a:pt x="48171" y="33489"/>
                  </a:lnTo>
                  <a:lnTo>
                    <a:pt x="3530" y="90716"/>
                  </a:lnTo>
                  <a:lnTo>
                    <a:pt x="0" y="129044"/>
                  </a:lnTo>
                  <a:lnTo>
                    <a:pt x="37630" y="376453"/>
                  </a:lnTo>
                  <a:lnTo>
                    <a:pt x="45986" y="375691"/>
                  </a:lnTo>
                  <a:lnTo>
                    <a:pt x="45212" y="376605"/>
                  </a:lnTo>
                  <a:lnTo>
                    <a:pt x="53784" y="376961"/>
                  </a:lnTo>
                  <a:lnTo>
                    <a:pt x="53136" y="376237"/>
                  </a:lnTo>
                  <a:lnTo>
                    <a:pt x="53314" y="374865"/>
                  </a:lnTo>
                  <a:lnTo>
                    <a:pt x="64096" y="373164"/>
                  </a:lnTo>
                  <a:lnTo>
                    <a:pt x="73558" y="372173"/>
                  </a:lnTo>
                  <a:lnTo>
                    <a:pt x="83058" y="371652"/>
                  </a:lnTo>
                  <a:lnTo>
                    <a:pt x="93306" y="371614"/>
                  </a:lnTo>
                  <a:lnTo>
                    <a:pt x="93383" y="372706"/>
                  </a:lnTo>
                  <a:lnTo>
                    <a:pt x="83566" y="373164"/>
                  </a:lnTo>
                  <a:lnTo>
                    <a:pt x="74536" y="374040"/>
                  </a:lnTo>
                  <a:lnTo>
                    <a:pt x="65557" y="375335"/>
                  </a:lnTo>
                  <a:lnTo>
                    <a:pt x="56629" y="377063"/>
                  </a:lnTo>
                  <a:lnTo>
                    <a:pt x="66687" y="377723"/>
                  </a:lnTo>
                  <a:lnTo>
                    <a:pt x="98704" y="380949"/>
                  </a:lnTo>
                  <a:lnTo>
                    <a:pt x="99504" y="382879"/>
                  </a:lnTo>
                  <a:lnTo>
                    <a:pt x="99148" y="384708"/>
                  </a:lnTo>
                  <a:lnTo>
                    <a:pt x="100850" y="385699"/>
                  </a:lnTo>
                  <a:lnTo>
                    <a:pt x="102349" y="386981"/>
                  </a:lnTo>
                  <a:lnTo>
                    <a:pt x="104216" y="389712"/>
                  </a:lnTo>
                  <a:lnTo>
                    <a:pt x="102997" y="391147"/>
                  </a:lnTo>
                  <a:lnTo>
                    <a:pt x="101892" y="390512"/>
                  </a:lnTo>
                  <a:lnTo>
                    <a:pt x="95478" y="388429"/>
                  </a:lnTo>
                  <a:lnTo>
                    <a:pt x="87909" y="388112"/>
                  </a:lnTo>
                  <a:lnTo>
                    <a:pt x="79806" y="388950"/>
                  </a:lnTo>
                  <a:lnTo>
                    <a:pt x="71805" y="390296"/>
                  </a:lnTo>
                  <a:lnTo>
                    <a:pt x="80962" y="390994"/>
                  </a:lnTo>
                  <a:lnTo>
                    <a:pt x="89992" y="392328"/>
                  </a:lnTo>
                  <a:lnTo>
                    <a:pt x="98856" y="394347"/>
                  </a:lnTo>
                  <a:lnTo>
                    <a:pt x="109639" y="397891"/>
                  </a:lnTo>
                  <a:lnTo>
                    <a:pt x="108724" y="401294"/>
                  </a:lnTo>
                  <a:lnTo>
                    <a:pt x="73571" y="401459"/>
                  </a:lnTo>
                  <a:lnTo>
                    <a:pt x="58559" y="401929"/>
                  </a:lnTo>
                  <a:lnTo>
                    <a:pt x="41973" y="403504"/>
                  </a:lnTo>
                  <a:lnTo>
                    <a:pt x="43218" y="410730"/>
                  </a:lnTo>
                  <a:lnTo>
                    <a:pt x="57378" y="409854"/>
                  </a:lnTo>
                  <a:lnTo>
                    <a:pt x="69735" y="409879"/>
                  </a:lnTo>
                  <a:lnTo>
                    <a:pt x="97472" y="411200"/>
                  </a:lnTo>
                  <a:lnTo>
                    <a:pt x="97802" y="415061"/>
                  </a:lnTo>
                  <a:lnTo>
                    <a:pt x="83121" y="416064"/>
                  </a:lnTo>
                  <a:lnTo>
                    <a:pt x="62712" y="417131"/>
                  </a:lnTo>
                  <a:lnTo>
                    <a:pt x="44665" y="418719"/>
                  </a:lnTo>
                  <a:lnTo>
                    <a:pt x="47002" y="431126"/>
                  </a:lnTo>
                  <a:lnTo>
                    <a:pt x="50673" y="431063"/>
                  </a:lnTo>
                  <a:lnTo>
                    <a:pt x="45021" y="432015"/>
                  </a:lnTo>
                  <a:lnTo>
                    <a:pt x="77241" y="430745"/>
                  </a:lnTo>
                  <a:lnTo>
                    <a:pt x="91554" y="430834"/>
                  </a:lnTo>
                  <a:lnTo>
                    <a:pt x="105676" y="432257"/>
                  </a:lnTo>
                  <a:lnTo>
                    <a:pt x="108165" y="432676"/>
                  </a:lnTo>
                  <a:lnTo>
                    <a:pt x="108534" y="436791"/>
                  </a:lnTo>
                  <a:lnTo>
                    <a:pt x="100342" y="438543"/>
                  </a:lnTo>
                  <a:lnTo>
                    <a:pt x="96278" y="439508"/>
                  </a:lnTo>
                  <a:lnTo>
                    <a:pt x="107213" y="440753"/>
                  </a:lnTo>
                  <a:lnTo>
                    <a:pt x="104990" y="451764"/>
                  </a:lnTo>
                  <a:lnTo>
                    <a:pt x="98247" y="452780"/>
                  </a:lnTo>
                  <a:lnTo>
                    <a:pt x="85953" y="454113"/>
                  </a:lnTo>
                  <a:lnTo>
                    <a:pt x="75133" y="454342"/>
                  </a:lnTo>
                  <a:lnTo>
                    <a:pt x="51536" y="453428"/>
                  </a:lnTo>
                  <a:lnTo>
                    <a:pt x="64503" y="514248"/>
                  </a:lnTo>
                  <a:lnTo>
                    <a:pt x="77457" y="573290"/>
                  </a:lnTo>
                  <a:lnTo>
                    <a:pt x="89827" y="627545"/>
                  </a:lnTo>
                  <a:lnTo>
                    <a:pt x="101066" y="673950"/>
                  </a:lnTo>
                  <a:lnTo>
                    <a:pt x="124193" y="737857"/>
                  </a:lnTo>
                  <a:lnTo>
                    <a:pt x="123647" y="743343"/>
                  </a:lnTo>
                  <a:lnTo>
                    <a:pt x="132334" y="776693"/>
                  </a:lnTo>
                  <a:lnTo>
                    <a:pt x="155244" y="801154"/>
                  </a:lnTo>
                  <a:lnTo>
                    <a:pt x="194157" y="811491"/>
                  </a:lnTo>
                  <a:lnTo>
                    <a:pt x="343992" y="800023"/>
                  </a:lnTo>
                  <a:lnTo>
                    <a:pt x="386549" y="797102"/>
                  </a:lnTo>
                  <a:lnTo>
                    <a:pt x="438023" y="793877"/>
                  </a:lnTo>
                  <a:lnTo>
                    <a:pt x="512127" y="788746"/>
                  </a:lnTo>
                  <a:lnTo>
                    <a:pt x="592569" y="782548"/>
                  </a:lnTo>
                  <a:lnTo>
                    <a:pt x="683577" y="775169"/>
                  </a:lnTo>
                  <a:lnTo>
                    <a:pt x="702348" y="724573"/>
                  </a:lnTo>
                  <a:lnTo>
                    <a:pt x="702691" y="701548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03" name="object 803" descr=""/>
            <p:cNvPicPr/>
            <p:nvPr/>
          </p:nvPicPr>
          <p:blipFill>
            <a:blip r:embed="rId109" cstate="print"/>
            <a:stretch>
              <a:fillRect/>
            </a:stretch>
          </p:blipFill>
          <p:spPr>
            <a:xfrm>
              <a:off x="17464775" y="5838438"/>
              <a:ext cx="116477" cy="170476"/>
            </a:xfrm>
            <a:prstGeom prst="rect">
              <a:avLst/>
            </a:prstGeom>
          </p:spPr>
        </p:pic>
        <p:sp>
          <p:nvSpPr>
            <p:cNvPr id="804" name="object 804" descr=""/>
            <p:cNvSpPr/>
            <p:nvPr/>
          </p:nvSpPr>
          <p:spPr>
            <a:xfrm>
              <a:off x="17498665" y="5749122"/>
              <a:ext cx="130810" cy="300355"/>
            </a:xfrm>
            <a:custGeom>
              <a:avLst/>
              <a:gdLst/>
              <a:ahLst/>
              <a:cxnLst/>
              <a:rect l="l" t="t" r="r" b="b"/>
              <a:pathLst>
                <a:path w="130809" h="300354">
                  <a:moveTo>
                    <a:pt x="1740" y="0"/>
                  </a:moveTo>
                  <a:lnTo>
                    <a:pt x="0" y="25861"/>
                  </a:lnTo>
                  <a:lnTo>
                    <a:pt x="816" y="42209"/>
                  </a:lnTo>
                  <a:lnTo>
                    <a:pt x="5444" y="55999"/>
                  </a:lnTo>
                  <a:lnTo>
                    <a:pt x="15142" y="74186"/>
                  </a:lnTo>
                  <a:lnTo>
                    <a:pt x="28695" y="90320"/>
                  </a:lnTo>
                  <a:lnTo>
                    <a:pt x="49741" y="112120"/>
                  </a:lnTo>
                  <a:lnTo>
                    <a:pt x="68655" y="135144"/>
                  </a:lnTo>
                  <a:lnTo>
                    <a:pt x="65282" y="227473"/>
                  </a:lnTo>
                  <a:lnTo>
                    <a:pt x="55921" y="267991"/>
                  </a:lnTo>
                  <a:lnTo>
                    <a:pt x="46649" y="289467"/>
                  </a:lnTo>
                  <a:lnTo>
                    <a:pt x="52206" y="294009"/>
                  </a:lnTo>
                  <a:lnTo>
                    <a:pt x="58083" y="296628"/>
                  </a:lnTo>
                  <a:lnTo>
                    <a:pt x="67903" y="298318"/>
                  </a:lnTo>
                  <a:lnTo>
                    <a:pt x="85287" y="300074"/>
                  </a:lnTo>
                  <a:lnTo>
                    <a:pt x="88980" y="296240"/>
                  </a:lnTo>
                  <a:lnTo>
                    <a:pt x="107705" y="243144"/>
                  </a:lnTo>
                  <a:lnTo>
                    <a:pt x="115828" y="183796"/>
                  </a:lnTo>
                  <a:lnTo>
                    <a:pt x="117099" y="155669"/>
                  </a:lnTo>
                  <a:lnTo>
                    <a:pt x="115139" y="134257"/>
                  </a:lnTo>
                  <a:lnTo>
                    <a:pt x="104602" y="116930"/>
                  </a:lnTo>
                  <a:lnTo>
                    <a:pt x="86516" y="100434"/>
                  </a:lnTo>
                  <a:lnTo>
                    <a:pt x="69409" y="88095"/>
                  </a:lnTo>
                  <a:lnTo>
                    <a:pt x="61811" y="83243"/>
                  </a:lnTo>
                  <a:lnTo>
                    <a:pt x="119411" y="97630"/>
                  </a:lnTo>
                  <a:lnTo>
                    <a:pt x="130804" y="17570"/>
                  </a:lnTo>
                  <a:lnTo>
                    <a:pt x="1740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5" name="object 805" descr=""/>
            <p:cNvSpPr/>
            <p:nvPr/>
          </p:nvSpPr>
          <p:spPr>
            <a:xfrm>
              <a:off x="17464779" y="5894173"/>
              <a:ext cx="34925" cy="46355"/>
            </a:xfrm>
            <a:custGeom>
              <a:avLst/>
              <a:gdLst/>
              <a:ahLst/>
              <a:cxnLst/>
              <a:rect l="l" t="t" r="r" b="b"/>
              <a:pathLst>
                <a:path w="34925" h="46354">
                  <a:moveTo>
                    <a:pt x="5936" y="0"/>
                  </a:moveTo>
                  <a:lnTo>
                    <a:pt x="0" y="8764"/>
                  </a:lnTo>
                  <a:lnTo>
                    <a:pt x="34742" y="45946"/>
                  </a:lnTo>
                  <a:lnTo>
                    <a:pt x="5936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6" name="object 806" descr=""/>
          <p:cNvSpPr/>
          <p:nvPr/>
        </p:nvSpPr>
        <p:spPr>
          <a:xfrm>
            <a:off x="18234601" y="4476089"/>
            <a:ext cx="292735" cy="193040"/>
          </a:xfrm>
          <a:custGeom>
            <a:avLst/>
            <a:gdLst/>
            <a:ahLst/>
            <a:cxnLst/>
            <a:rect l="l" t="t" r="r" b="b"/>
            <a:pathLst>
              <a:path w="292734" h="193039">
                <a:moveTo>
                  <a:pt x="86749" y="0"/>
                </a:moveTo>
                <a:lnTo>
                  <a:pt x="48686" y="28278"/>
                </a:lnTo>
                <a:lnTo>
                  <a:pt x="12494" y="73459"/>
                </a:lnTo>
                <a:lnTo>
                  <a:pt x="0" y="111469"/>
                </a:lnTo>
                <a:lnTo>
                  <a:pt x="13327" y="119427"/>
                </a:lnTo>
                <a:lnTo>
                  <a:pt x="43592" y="126672"/>
                </a:lnTo>
                <a:lnTo>
                  <a:pt x="137039" y="131325"/>
                </a:lnTo>
                <a:lnTo>
                  <a:pt x="188079" y="136444"/>
                </a:lnTo>
                <a:lnTo>
                  <a:pt x="214615" y="145243"/>
                </a:lnTo>
                <a:lnTo>
                  <a:pt x="234550" y="160933"/>
                </a:lnTo>
                <a:lnTo>
                  <a:pt x="253489" y="176373"/>
                </a:lnTo>
                <a:lnTo>
                  <a:pt x="273660" y="189232"/>
                </a:lnTo>
                <a:lnTo>
                  <a:pt x="288791" y="192881"/>
                </a:lnTo>
                <a:lnTo>
                  <a:pt x="292611" y="180692"/>
                </a:lnTo>
                <a:lnTo>
                  <a:pt x="283562" y="153650"/>
                </a:lnTo>
                <a:lnTo>
                  <a:pt x="246090" y="91685"/>
                </a:lnTo>
                <a:lnTo>
                  <a:pt x="202200" y="60856"/>
                </a:lnTo>
                <a:lnTo>
                  <a:pt x="173833" y="55074"/>
                </a:lnTo>
                <a:lnTo>
                  <a:pt x="142622" y="43709"/>
                </a:lnTo>
                <a:lnTo>
                  <a:pt x="111014" y="17388"/>
                </a:lnTo>
                <a:lnTo>
                  <a:pt x="98078" y="4856"/>
                </a:lnTo>
                <a:lnTo>
                  <a:pt x="86749" y="0"/>
                </a:lnTo>
                <a:close/>
              </a:path>
            </a:pathLst>
          </a:custGeom>
          <a:solidFill>
            <a:srgbClr val="FAC8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7" name="object 807" descr=""/>
          <p:cNvGrpSpPr/>
          <p:nvPr/>
        </p:nvGrpSpPr>
        <p:grpSpPr>
          <a:xfrm>
            <a:off x="17656348" y="4228618"/>
            <a:ext cx="645795" cy="813435"/>
            <a:chOff x="17656348" y="4228618"/>
            <a:chExt cx="645795" cy="813435"/>
          </a:xfrm>
        </p:grpSpPr>
        <p:sp>
          <p:nvSpPr>
            <p:cNvPr id="808" name="object 808" descr=""/>
            <p:cNvSpPr/>
            <p:nvPr/>
          </p:nvSpPr>
          <p:spPr>
            <a:xfrm>
              <a:off x="17676215" y="4250035"/>
              <a:ext cx="626110" cy="775970"/>
            </a:xfrm>
            <a:custGeom>
              <a:avLst/>
              <a:gdLst/>
              <a:ahLst/>
              <a:cxnLst/>
              <a:rect l="l" t="t" r="r" b="b"/>
              <a:pathLst>
                <a:path w="626109" h="775970">
                  <a:moveTo>
                    <a:pt x="625729" y="337248"/>
                  </a:moveTo>
                  <a:lnTo>
                    <a:pt x="623900" y="324688"/>
                  </a:lnTo>
                  <a:lnTo>
                    <a:pt x="613956" y="306298"/>
                  </a:lnTo>
                  <a:lnTo>
                    <a:pt x="599389" y="291757"/>
                  </a:lnTo>
                  <a:lnTo>
                    <a:pt x="583717" y="290703"/>
                  </a:lnTo>
                  <a:lnTo>
                    <a:pt x="519557" y="327240"/>
                  </a:lnTo>
                  <a:lnTo>
                    <a:pt x="468172" y="354025"/>
                  </a:lnTo>
                  <a:lnTo>
                    <a:pt x="427012" y="373634"/>
                  </a:lnTo>
                  <a:lnTo>
                    <a:pt x="393484" y="388658"/>
                  </a:lnTo>
                  <a:lnTo>
                    <a:pt x="365010" y="401701"/>
                  </a:lnTo>
                  <a:lnTo>
                    <a:pt x="339013" y="415340"/>
                  </a:lnTo>
                  <a:lnTo>
                    <a:pt x="312928" y="432181"/>
                  </a:lnTo>
                  <a:lnTo>
                    <a:pt x="284149" y="454787"/>
                  </a:lnTo>
                  <a:lnTo>
                    <a:pt x="274459" y="463613"/>
                  </a:lnTo>
                  <a:lnTo>
                    <a:pt x="282740" y="294665"/>
                  </a:lnTo>
                  <a:lnTo>
                    <a:pt x="285216" y="237807"/>
                  </a:lnTo>
                  <a:lnTo>
                    <a:pt x="287286" y="184073"/>
                  </a:lnTo>
                  <a:lnTo>
                    <a:pt x="288861" y="135166"/>
                  </a:lnTo>
                  <a:lnTo>
                    <a:pt x="289775" y="92811"/>
                  </a:lnTo>
                  <a:lnTo>
                    <a:pt x="284314" y="65354"/>
                  </a:lnTo>
                  <a:lnTo>
                    <a:pt x="244322" y="23533"/>
                  </a:lnTo>
                  <a:lnTo>
                    <a:pt x="179552" y="2044"/>
                  </a:lnTo>
                  <a:lnTo>
                    <a:pt x="143116" y="0"/>
                  </a:lnTo>
                  <a:lnTo>
                    <a:pt x="106781" y="4343"/>
                  </a:lnTo>
                  <a:lnTo>
                    <a:pt x="42799" y="33870"/>
                  </a:lnTo>
                  <a:lnTo>
                    <a:pt x="4381" y="94081"/>
                  </a:lnTo>
                  <a:lnTo>
                    <a:pt x="0" y="136766"/>
                  </a:lnTo>
                  <a:lnTo>
                    <a:pt x="571" y="149923"/>
                  </a:lnTo>
                  <a:lnTo>
                    <a:pt x="5778" y="209397"/>
                  </a:lnTo>
                  <a:lnTo>
                    <a:pt x="12103" y="261581"/>
                  </a:lnTo>
                  <a:lnTo>
                    <a:pt x="22021" y="332676"/>
                  </a:lnTo>
                  <a:lnTo>
                    <a:pt x="36385" y="425589"/>
                  </a:lnTo>
                  <a:lnTo>
                    <a:pt x="52006" y="513245"/>
                  </a:lnTo>
                  <a:lnTo>
                    <a:pt x="67741" y="586270"/>
                  </a:lnTo>
                  <a:lnTo>
                    <a:pt x="82727" y="644956"/>
                  </a:lnTo>
                  <a:lnTo>
                    <a:pt x="96113" y="689597"/>
                  </a:lnTo>
                  <a:lnTo>
                    <a:pt x="114617" y="737908"/>
                  </a:lnTo>
                  <a:lnTo>
                    <a:pt x="144729" y="769620"/>
                  </a:lnTo>
                  <a:lnTo>
                    <a:pt x="180962" y="775525"/>
                  </a:lnTo>
                  <a:lnTo>
                    <a:pt x="216611" y="764273"/>
                  </a:lnTo>
                  <a:lnTo>
                    <a:pt x="244995" y="744524"/>
                  </a:lnTo>
                  <a:lnTo>
                    <a:pt x="259461" y="724941"/>
                  </a:lnTo>
                  <a:lnTo>
                    <a:pt x="260858" y="712914"/>
                  </a:lnTo>
                  <a:lnTo>
                    <a:pt x="265176" y="710323"/>
                  </a:lnTo>
                  <a:lnTo>
                    <a:pt x="504355" y="464464"/>
                  </a:lnTo>
                  <a:lnTo>
                    <a:pt x="588987" y="376745"/>
                  </a:lnTo>
                  <a:lnTo>
                    <a:pt x="615238" y="349059"/>
                  </a:lnTo>
                  <a:lnTo>
                    <a:pt x="625729" y="337248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9" name="object 809" descr=""/>
            <p:cNvSpPr/>
            <p:nvPr/>
          </p:nvSpPr>
          <p:spPr>
            <a:xfrm>
              <a:off x="17656340" y="4228623"/>
              <a:ext cx="586740" cy="813435"/>
            </a:xfrm>
            <a:custGeom>
              <a:avLst/>
              <a:gdLst/>
              <a:ahLst/>
              <a:cxnLst/>
              <a:rect l="l" t="t" r="r" b="b"/>
              <a:pathLst>
                <a:path w="586740" h="813435">
                  <a:moveTo>
                    <a:pt x="59817" y="385826"/>
                  </a:moveTo>
                  <a:lnTo>
                    <a:pt x="49631" y="385432"/>
                  </a:lnTo>
                  <a:lnTo>
                    <a:pt x="48755" y="383971"/>
                  </a:lnTo>
                  <a:lnTo>
                    <a:pt x="38646" y="383057"/>
                  </a:lnTo>
                  <a:lnTo>
                    <a:pt x="39268" y="386956"/>
                  </a:lnTo>
                  <a:lnTo>
                    <a:pt x="48158" y="386524"/>
                  </a:lnTo>
                  <a:lnTo>
                    <a:pt x="47739" y="387007"/>
                  </a:lnTo>
                  <a:lnTo>
                    <a:pt x="57594" y="386156"/>
                  </a:lnTo>
                  <a:lnTo>
                    <a:pt x="59817" y="385826"/>
                  </a:lnTo>
                  <a:close/>
                </a:path>
                <a:path w="586740" h="813435">
                  <a:moveTo>
                    <a:pt x="586562" y="436587"/>
                  </a:moveTo>
                  <a:lnTo>
                    <a:pt x="576135" y="406184"/>
                  </a:lnTo>
                  <a:lnTo>
                    <a:pt x="566166" y="386638"/>
                  </a:lnTo>
                  <a:lnTo>
                    <a:pt x="550849" y="369443"/>
                  </a:lnTo>
                  <a:lnTo>
                    <a:pt x="524332" y="346125"/>
                  </a:lnTo>
                  <a:lnTo>
                    <a:pt x="441299" y="380860"/>
                  </a:lnTo>
                  <a:lnTo>
                    <a:pt x="389369" y="405549"/>
                  </a:lnTo>
                  <a:lnTo>
                    <a:pt x="346684" y="431952"/>
                  </a:lnTo>
                  <a:lnTo>
                    <a:pt x="311467" y="457403"/>
                  </a:lnTo>
                  <a:lnTo>
                    <a:pt x="316687" y="387705"/>
                  </a:lnTo>
                  <a:lnTo>
                    <a:pt x="321818" y="322097"/>
                  </a:lnTo>
                  <a:lnTo>
                    <a:pt x="326618" y="264934"/>
                  </a:lnTo>
                  <a:lnTo>
                    <a:pt x="330771" y="220662"/>
                  </a:lnTo>
                  <a:lnTo>
                    <a:pt x="334022" y="193713"/>
                  </a:lnTo>
                  <a:lnTo>
                    <a:pt x="335915" y="161417"/>
                  </a:lnTo>
                  <a:lnTo>
                    <a:pt x="331508" y="123532"/>
                  </a:lnTo>
                  <a:lnTo>
                    <a:pt x="319138" y="84429"/>
                  </a:lnTo>
                  <a:lnTo>
                    <a:pt x="297141" y="48526"/>
                  </a:lnTo>
                  <a:lnTo>
                    <a:pt x="263829" y="20180"/>
                  </a:lnTo>
                  <a:lnTo>
                    <a:pt x="217563" y="3784"/>
                  </a:lnTo>
                  <a:lnTo>
                    <a:pt x="171462" y="0"/>
                  </a:lnTo>
                  <a:lnTo>
                    <a:pt x="126187" y="3860"/>
                  </a:lnTo>
                  <a:lnTo>
                    <a:pt x="84264" y="15113"/>
                  </a:lnTo>
                  <a:lnTo>
                    <a:pt x="48171" y="33502"/>
                  </a:lnTo>
                  <a:lnTo>
                    <a:pt x="3543" y="90716"/>
                  </a:lnTo>
                  <a:lnTo>
                    <a:pt x="0" y="129044"/>
                  </a:lnTo>
                  <a:lnTo>
                    <a:pt x="37630" y="376453"/>
                  </a:lnTo>
                  <a:lnTo>
                    <a:pt x="45999" y="375691"/>
                  </a:lnTo>
                  <a:lnTo>
                    <a:pt x="45224" y="376618"/>
                  </a:lnTo>
                  <a:lnTo>
                    <a:pt x="53797" y="376961"/>
                  </a:lnTo>
                  <a:lnTo>
                    <a:pt x="53136" y="376250"/>
                  </a:lnTo>
                  <a:lnTo>
                    <a:pt x="53314" y="374878"/>
                  </a:lnTo>
                  <a:lnTo>
                    <a:pt x="64109" y="373176"/>
                  </a:lnTo>
                  <a:lnTo>
                    <a:pt x="73571" y="372186"/>
                  </a:lnTo>
                  <a:lnTo>
                    <a:pt x="83058" y="371665"/>
                  </a:lnTo>
                  <a:lnTo>
                    <a:pt x="93319" y="371614"/>
                  </a:lnTo>
                  <a:lnTo>
                    <a:pt x="93395" y="372706"/>
                  </a:lnTo>
                  <a:lnTo>
                    <a:pt x="83578" y="373176"/>
                  </a:lnTo>
                  <a:lnTo>
                    <a:pt x="74549" y="374040"/>
                  </a:lnTo>
                  <a:lnTo>
                    <a:pt x="65570" y="375335"/>
                  </a:lnTo>
                  <a:lnTo>
                    <a:pt x="56642" y="377063"/>
                  </a:lnTo>
                  <a:lnTo>
                    <a:pt x="66687" y="377723"/>
                  </a:lnTo>
                  <a:lnTo>
                    <a:pt x="98717" y="380949"/>
                  </a:lnTo>
                  <a:lnTo>
                    <a:pt x="99504" y="382879"/>
                  </a:lnTo>
                  <a:lnTo>
                    <a:pt x="99148" y="384708"/>
                  </a:lnTo>
                  <a:lnTo>
                    <a:pt x="100863" y="385699"/>
                  </a:lnTo>
                  <a:lnTo>
                    <a:pt x="102362" y="386994"/>
                  </a:lnTo>
                  <a:lnTo>
                    <a:pt x="104216" y="389712"/>
                  </a:lnTo>
                  <a:lnTo>
                    <a:pt x="103009" y="391147"/>
                  </a:lnTo>
                  <a:lnTo>
                    <a:pt x="101892" y="390525"/>
                  </a:lnTo>
                  <a:lnTo>
                    <a:pt x="95491" y="388429"/>
                  </a:lnTo>
                  <a:lnTo>
                    <a:pt x="87922" y="388124"/>
                  </a:lnTo>
                  <a:lnTo>
                    <a:pt x="79819" y="388962"/>
                  </a:lnTo>
                  <a:lnTo>
                    <a:pt x="71818" y="390296"/>
                  </a:lnTo>
                  <a:lnTo>
                    <a:pt x="80975" y="391007"/>
                  </a:lnTo>
                  <a:lnTo>
                    <a:pt x="90004" y="392341"/>
                  </a:lnTo>
                  <a:lnTo>
                    <a:pt x="98869" y="394347"/>
                  </a:lnTo>
                  <a:lnTo>
                    <a:pt x="109651" y="397891"/>
                  </a:lnTo>
                  <a:lnTo>
                    <a:pt x="108737" y="401294"/>
                  </a:lnTo>
                  <a:lnTo>
                    <a:pt x="73583" y="401459"/>
                  </a:lnTo>
                  <a:lnTo>
                    <a:pt x="58572" y="401942"/>
                  </a:lnTo>
                  <a:lnTo>
                    <a:pt x="41986" y="403517"/>
                  </a:lnTo>
                  <a:lnTo>
                    <a:pt x="43230" y="410743"/>
                  </a:lnTo>
                  <a:lnTo>
                    <a:pt x="57391" y="409867"/>
                  </a:lnTo>
                  <a:lnTo>
                    <a:pt x="69748" y="409879"/>
                  </a:lnTo>
                  <a:lnTo>
                    <a:pt x="97485" y="411200"/>
                  </a:lnTo>
                  <a:lnTo>
                    <a:pt x="97815" y="415061"/>
                  </a:lnTo>
                  <a:lnTo>
                    <a:pt x="83121" y="416077"/>
                  </a:lnTo>
                  <a:lnTo>
                    <a:pt x="62712" y="417131"/>
                  </a:lnTo>
                  <a:lnTo>
                    <a:pt x="44665" y="418706"/>
                  </a:lnTo>
                  <a:lnTo>
                    <a:pt x="47028" y="431139"/>
                  </a:lnTo>
                  <a:lnTo>
                    <a:pt x="50685" y="431063"/>
                  </a:lnTo>
                  <a:lnTo>
                    <a:pt x="45021" y="432015"/>
                  </a:lnTo>
                  <a:lnTo>
                    <a:pt x="77254" y="430745"/>
                  </a:lnTo>
                  <a:lnTo>
                    <a:pt x="91567" y="430834"/>
                  </a:lnTo>
                  <a:lnTo>
                    <a:pt x="105689" y="432269"/>
                  </a:lnTo>
                  <a:lnTo>
                    <a:pt x="108178" y="432689"/>
                  </a:lnTo>
                  <a:lnTo>
                    <a:pt x="108546" y="436791"/>
                  </a:lnTo>
                  <a:lnTo>
                    <a:pt x="100355" y="438556"/>
                  </a:lnTo>
                  <a:lnTo>
                    <a:pt x="96278" y="439508"/>
                  </a:lnTo>
                  <a:lnTo>
                    <a:pt x="107226" y="440753"/>
                  </a:lnTo>
                  <a:lnTo>
                    <a:pt x="104990" y="451777"/>
                  </a:lnTo>
                  <a:lnTo>
                    <a:pt x="98259" y="452793"/>
                  </a:lnTo>
                  <a:lnTo>
                    <a:pt x="85966" y="454113"/>
                  </a:lnTo>
                  <a:lnTo>
                    <a:pt x="75145" y="454342"/>
                  </a:lnTo>
                  <a:lnTo>
                    <a:pt x="51536" y="453428"/>
                  </a:lnTo>
                  <a:lnTo>
                    <a:pt x="64516" y="514248"/>
                  </a:lnTo>
                  <a:lnTo>
                    <a:pt x="77457" y="573303"/>
                  </a:lnTo>
                  <a:lnTo>
                    <a:pt x="89827" y="627545"/>
                  </a:lnTo>
                  <a:lnTo>
                    <a:pt x="101066" y="673963"/>
                  </a:lnTo>
                  <a:lnTo>
                    <a:pt x="116738" y="722274"/>
                  </a:lnTo>
                  <a:lnTo>
                    <a:pt x="116992" y="726287"/>
                  </a:lnTo>
                  <a:lnTo>
                    <a:pt x="130352" y="762088"/>
                  </a:lnTo>
                  <a:lnTo>
                    <a:pt x="152628" y="791883"/>
                  </a:lnTo>
                  <a:lnTo>
                    <a:pt x="181597" y="810577"/>
                  </a:lnTo>
                  <a:lnTo>
                    <a:pt x="215011" y="813092"/>
                  </a:lnTo>
                  <a:lnTo>
                    <a:pt x="250659" y="794385"/>
                  </a:lnTo>
                  <a:lnTo>
                    <a:pt x="353263" y="684580"/>
                  </a:lnTo>
                  <a:lnTo>
                    <a:pt x="382638" y="653656"/>
                  </a:lnTo>
                  <a:lnTo>
                    <a:pt x="418363" y="616470"/>
                  </a:lnTo>
                  <a:lnTo>
                    <a:pt x="469468" y="562546"/>
                  </a:lnTo>
                  <a:lnTo>
                    <a:pt x="524535" y="503580"/>
                  </a:lnTo>
                  <a:lnTo>
                    <a:pt x="586562" y="436587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10" name="object 810" descr=""/>
          <p:cNvGrpSpPr/>
          <p:nvPr/>
        </p:nvGrpSpPr>
        <p:grpSpPr>
          <a:xfrm>
            <a:off x="18302684" y="4407126"/>
            <a:ext cx="264795" cy="257810"/>
            <a:chOff x="18302684" y="4407126"/>
            <a:chExt cx="264795" cy="257810"/>
          </a:xfrm>
        </p:grpSpPr>
        <p:pic>
          <p:nvPicPr>
            <p:cNvPr id="811" name="object 811" descr=""/>
            <p:cNvPicPr/>
            <p:nvPr/>
          </p:nvPicPr>
          <p:blipFill>
            <a:blip r:embed="rId110" cstate="print"/>
            <a:stretch>
              <a:fillRect/>
            </a:stretch>
          </p:blipFill>
          <p:spPr>
            <a:xfrm>
              <a:off x="18375370" y="4526325"/>
              <a:ext cx="137306" cy="133807"/>
            </a:xfrm>
            <a:prstGeom prst="rect">
              <a:avLst/>
            </a:prstGeom>
          </p:spPr>
        </p:pic>
        <p:sp>
          <p:nvSpPr>
            <p:cNvPr id="812" name="object 812" descr=""/>
            <p:cNvSpPr/>
            <p:nvPr/>
          </p:nvSpPr>
          <p:spPr>
            <a:xfrm>
              <a:off x="18302684" y="4407126"/>
              <a:ext cx="264795" cy="257810"/>
            </a:xfrm>
            <a:custGeom>
              <a:avLst/>
              <a:gdLst/>
              <a:ahLst/>
              <a:cxnLst/>
              <a:rect l="l" t="t" r="r" b="b"/>
              <a:pathLst>
                <a:path w="264794" h="257810">
                  <a:moveTo>
                    <a:pt x="106939" y="0"/>
                  </a:moveTo>
                  <a:lnTo>
                    <a:pt x="0" y="74364"/>
                  </a:lnTo>
                  <a:lnTo>
                    <a:pt x="16210" y="94583"/>
                  </a:lnTo>
                  <a:lnTo>
                    <a:pt x="27869" y="106070"/>
                  </a:lnTo>
                  <a:lnTo>
                    <a:pt x="40606" y="113096"/>
                  </a:lnTo>
                  <a:lnTo>
                    <a:pt x="60050" y="119933"/>
                  </a:lnTo>
                  <a:lnTo>
                    <a:pt x="80941" y="122652"/>
                  </a:lnTo>
                  <a:lnTo>
                    <a:pt x="111187" y="124473"/>
                  </a:lnTo>
                  <a:lnTo>
                    <a:pt x="140691" y="128637"/>
                  </a:lnTo>
                  <a:lnTo>
                    <a:pt x="200663" y="198920"/>
                  </a:lnTo>
                  <a:lnTo>
                    <a:pt x="221176" y="235094"/>
                  </a:lnTo>
                  <a:lnTo>
                    <a:pt x="228872" y="257185"/>
                  </a:lnTo>
                  <a:lnTo>
                    <a:pt x="236037" y="256769"/>
                  </a:lnTo>
                  <a:lnTo>
                    <a:pt x="242137" y="254722"/>
                  </a:lnTo>
                  <a:lnTo>
                    <a:pt x="250513" y="249325"/>
                  </a:lnTo>
                  <a:lnTo>
                    <a:pt x="264505" y="238861"/>
                  </a:lnTo>
                  <a:lnTo>
                    <a:pt x="264633" y="233543"/>
                  </a:lnTo>
                  <a:lnTo>
                    <a:pt x="261437" y="221116"/>
                  </a:lnTo>
                  <a:lnTo>
                    <a:pt x="242505" y="181774"/>
                  </a:lnTo>
                  <a:lnTo>
                    <a:pt x="208347" y="132561"/>
                  </a:lnTo>
                  <a:lnTo>
                    <a:pt x="174329" y="96541"/>
                  </a:lnTo>
                  <a:lnTo>
                    <a:pt x="154855" y="90909"/>
                  </a:lnTo>
                  <a:lnTo>
                    <a:pt x="130376" y="90994"/>
                  </a:lnTo>
                  <a:lnTo>
                    <a:pt x="109430" y="93478"/>
                  </a:lnTo>
                  <a:lnTo>
                    <a:pt x="100551" y="95044"/>
                  </a:lnTo>
                  <a:lnTo>
                    <a:pt x="152707" y="66678"/>
                  </a:lnTo>
                  <a:lnTo>
                    <a:pt x="106939" y="0"/>
                  </a:lnTo>
                  <a:close/>
                </a:path>
              </a:pathLst>
            </a:custGeom>
            <a:solidFill>
              <a:srgbClr val="490F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3" name="object 813" descr=""/>
            <p:cNvSpPr/>
            <p:nvPr/>
          </p:nvSpPr>
          <p:spPr>
            <a:xfrm>
              <a:off x="18378928" y="4608404"/>
              <a:ext cx="52705" cy="14604"/>
            </a:xfrm>
            <a:custGeom>
              <a:avLst/>
              <a:gdLst/>
              <a:ahLst/>
              <a:cxnLst/>
              <a:rect l="l" t="t" r="r" b="b"/>
              <a:pathLst>
                <a:path w="52705" h="14604">
                  <a:moveTo>
                    <a:pt x="0" y="0"/>
                  </a:moveTo>
                  <a:lnTo>
                    <a:pt x="1549" y="10470"/>
                  </a:lnTo>
                  <a:lnTo>
                    <a:pt x="52302" y="143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C6C6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4" name="object 814" descr=""/>
          <p:cNvSpPr/>
          <p:nvPr/>
        </p:nvSpPr>
        <p:spPr>
          <a:xfrm>
            <a:off x="16768849" y="7158559"/>
            <a:ext cx="121920" cy="258445"/>
          </a:xfrm>
          <a:custGeom>
            <a:avLst/>
            <a:gdLst/>
            <a:ahLst/>
            <a:cxnLst/>
            <a:rect l="l" t="t" r="r" b="b"/>
            <a:pathLst>
              <a:path w="121919" h="258445">
                <a:moveTo>
                  <a:pt x="83888" y="0"/>
                </a:moveTo>
                <a:lnTo>
                  <a:pt x="60554" y="4862"/>
                </a:lnTo>
                <a:lnTo>
                  <a:pt x="49281" y="25716"/>
                </a:lnTo>
                <a:lnTo>
                  <a:pt x="39239" y="80986"/>
                </a:lnTo>
                <a:lnTo>
                  <a:pt x="32009" y="113893"/>
                </a:lnTo>
                <a:lnTo>
                  <a:pt x="24096" y="137472"/>
                </a:lnTo>
                <a:lnTo>
                  <a:pt x="12004" y="164759"/>
                </a:lnTo>
                <a:lnTo>
                  <a:pt x="3067" y="188248"/>
                </a:lnTo>
                <a:lnTo>
                  <a:pt x="0" y="207175"/>
                </a:lnTo>
                <a:lnTo>
                  <a:pt x="3034" y="221412"/>
                </a:lnTo>
                <a:lnTo>
                  <a:pt x="12402" y="230830"/>
                </a:lnTo>
                <a:lnTo>
                  <a:pt x="42777" y="245378"/>
                </a:lnTo>
                <a:lnTo>
                  <a:pt x="69113" y="254151"/>
                </a:lnTo>
                <a:lnTo>
                  <a:pt x="90140" y="257856"/>
                </a:lnTo>
                <a:lnTo>
                  <a:pt x="104588" y="257196"/>
                </a:lnTo>
                <a:lnTo>
                  <a:pt x="117151" y="247721"/>
                </a:lnTo>
                <a:lnTo>
                  <a:pt x="121443" y="231125"/>
                </a:lnTo>
                <a:lnTo>
                  <a:pt x="121012" y="212119"/>
                </a:lnTo>
                <a:lnTo>
                  <a:pt x="119404" y="195418"/>
                </a:lnTo>
                <a:lnTo>
                  <a:pt x="118496" y="173649"/>
                </a:lnTo>
                <a:lnTo>
                  <a:pt x="118675" y="156092"/>
                </a:lnTo>
                <a:lnTo>
                  <a:pt x="119017" y="141829"/>
                </a:lnTo>
                <a:lnTo>
                  <a:pt x="118598" y="129943"/>
                </a:lnTo>
                <a:lnTo>
                  <a:pt x="116117" y="91901"/>
                </a:lnTo>
                <a:lnTo>
                  <a:pt x="116046" y="61313"/>
                </a:lnTo>
                <a:lnTo>
                  <a:pt x="117593" y="28972"/>
                </a:lnTo>
                <a:lnTo>
                  <a:pt x="106997" y="8809"/>
                </a:lnTo>
                <a:lnTo>
                  <a:pt x="83888" y="0"/>
                </a:lnTo>
                <a:close/>
              </a:path>
            </a:pathLst>
          </a:custGeom>
          <a:solidFill>
            <a:srgbClr val="FAC8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5" name="object 815" descr=""/>
          <p:cNvSpPr/>
          <p:nvPr/>
        </p:nvSpPr>
        <p:spPr>
          <a:xfrm>
            <a:off x="16940972" y="7157106"/>
            <a:ext cx="121920" cy="257810"/>
          </a:xfrm>
          <a:custGeom>
            <a:avLst/>
            <a:gdLst/>
            <a:ahLst/>
            <a:cxnLst/>
            <a:rect l="l" t="t" r="r" b="b"/>
            <a:pathLst>
              <a:path w="121919" h="257809">
                <a:moveTo>
                  <a:pt x="40507" y="0"/>
                </a:moveTo>
                <a:lnTo>
                  <a:pt x="17290" y="8513"/>
                </a:lnTo>
                <a:lnTo>
                  <a:pt x="6442" y="28533"/>
                </a:lnTo>
                <a:lnTo>
                  <a:pt x="7576" y="60892"/>
                </a:lnTo>
                <a:lnTo>
                  <a:pt x="7115" y="91479"/>
                </a:lnTo>
                <a:lnTo>
                  <a:pt x="4149" y="129493"/>
                </a:lnTo>
                <a:lnTo>
                  <a:pt x="3575" y="141366"/>
                </a:lnTo>
                <a:lnTo>
                  <a:pt x="3730" y="155631"/>
                </a:lnTo>
                <a:lnTo>
                  <a:pt x="3680" y="173190"/>
                </a:lnTo>
                <a:lnTo>
                  <a:pt x="2494" y="194946"/>
                </a:lnTo>
                <a:lnTo>
                  <a:pt x="673" y="211629"/>
                </a:lnTo>
                <a:lnTo>
                  <a:pt x="0" y="230625"/>
                </a:lnTo>
                <a:lnTo>
                  <a:pt x="4082" y="247271"/>
                </a:lnTo>
                <a:lnTo>
                  <a:pt x="16525" y="256903"/>
                </a:lnTo>
                <a:lnTo>
                  <a:pt x="30965" y="257751"/>
                </a:lnTo>
                <a:lnTo>
                  <a:pt x="52037" y="254318"/>
                </a:lnTo>
                <a:lnTo>
                  <a:pt x="78481" y="245884"/>
                </a:lnTo>
                <a:lnTo>
                  <a:pt x="109035" y="231731"/>
                </a:lnTo>
                <a:lnTo>
                  <a:pt x="118527" y="222429"/>
                </a:lnTo>
                <a:lnTo>
                  <a:pt x="121744" y="208229"/>
                </a:lnTo>
                <a:lnTo>
                  <a:pt x="118919" y="189262"/>
                </a:lnTo>
                <a:lnTo>
                  <a:pt x="110281" y="165659"/>
                </a:lnTo>
                <a:lnTo>
                  <a:pt x="98536" y="138218"/>
                </a:lnTo>
                <a:lnTo>
                  <a:pt x="90923" y="114539"/>
                </a:lnTo>
                <a:lnTo>
                  <a:pt x="84116" y="81545"/>
                </a:lnTo>
                <a:lnTo>
                  <a:pt x="74785" y="26156"/>
                </a:lnTo>
                <a:lnTo>
                  <a:pt x="63778" y="5159"/>
                </a:lnTo>
                <a:lnTo>
                  <a:pt x="40507" y="0"/>
                </a:lnTo>
                <a:close/>
              </a:path>
            </a:pathLst>
          </a:custGeom>
          <a:solidFill>
            <a:srgbClr val="FAC8B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16" name="object 816" descr=""/>
          <p:cNvGrpSpPr/>
          <p:nvPr/>
        </p:nvGrpSpPr>
        <p:grpSpPr>
          <a:xfrm>
            <a:off x="16585378" y="6202086"/>
            <a:ext cx="606425" cy="1254760"/>
            <a:chOff x="16585378" y="6202086"/>
            <a:chExt cx="606425" cy="1254760"/>
          </a:xfrm>
        </p:grpSpPr>
        <p:sp>
          <p:nvSpPr>
            <p:cNvPr id="817" name="object 817" descr=""/>
            <p:cNvSpPr/>
            <p:nvPr/>
          </p:nvSpPr>
          <p:spPr>
            <a:xfrm>
              <a:off x="16708235" y="6517747"/>
              <a:ext cx="394970" cy="685800"/>
            </a:xfrm>
            <a:custGeom>
              <a:avLst/>
              <a:gdLst/>
              <a:ahLst/>
              <a:cxnLst/>
              <a:rect l="l" t="t" r="r" b="b"/>
              <a:pathLst>
                <a:path w="394969" h="685800">
                  <a:moveTo>
                    <a:pt x="178689" y="655243"/>
                  </a:moveTo>
                  <a:lnTo>
                    <a:pt x="178346" y="620280"/>
                  </a:lnTo>
                  <a:lnTo>
                    <a:pt x="177368" y="569226"/>
                  </a:lnTo>
                  <a:lnTo>
                    <a:pt x="175895" y="506488"/>
                  </a:lnTo>
                  <a:lnTo>
                    <a:pt x="168503" y="225729"/>
                  </a:lnTo>
                  <a:lnTo>
                    <a:pt x="166243" y="128600"/>
                  </a:lnTo>
                  <a:lnTo>
                    <a:pt x="160578" y="61620"/>
                  </a:lnTo>
                  <a:lnTo>
                    <a:pt x="120916" y="8204"/>
                  </a:lnTo>
                  <a:lnTo>
                    <a:pt x="93243" y="0"/>
                  </a:lnTo>
                  <a:lnTo>
                    <a:pt x="64668" y="4584"/>
                  </a:lnTo>
                  <a:lnTo>
                    <a:pt x="17868" y="53479"/>
                  </a:lnTo>
                  <a:lnTo>
                    <a:pt x="6134" y="98488"/>
                  </a:lnTo>
                  <a:lnTo>
                    <a:pt x="1981" y="140906"/>
                  </a:lnTo>
                  <a:lnTo>
                    <a:pt x="0" y="181203"/>
                  </a:lnTo>
                  <a:lnTo>
                    <a:pt x="266" y="220281"/>
                  </a:lnTo>
                  <a:lnTo>
                    <a:pt x="2806" y="259067"/>
                  </a:lnTo>
                  <a:lnTo>
                    <a:pt x="7670" y="298513"/>
                  </a:lnTo>
                  <a:lnTo>
                    <a:pt x="14922" y="339521"/>
                  </a:lnTo>
                  <a:lnTo>
                    <a:pt x="24599" y="383019"/>
                  </a:lnTo>
                  <a:lnTo>
                    <a:pt x="36766" y="429945"/>
                  </a:lnTo>
                  <a:lnTo>
                    <a:pt x="51447" y="481215"/>
                  </a:lnTo>
                  <a:lnTo>
                    <a:pt x="68719" y="537768"/>
                  </a:lnTo>
                  <a:lnTo>
                    <a:pt x="88607" y="600519"/>
                  </a:lnTo>
                  <a:lnTo>
                    <a:pt x="111175" y="670407"/>
                  </a:lnTo>
                  <a:lnTo>
                    <a:pt x="146431" y="683463"/>
                  </a:lnTo>
                  <a:lnTo>
                    <a:pt x="167398" y="677849"/>
                  </a:lnTo>
                  <a:lnTo>
                    <a:pt x="178193" y="669785"/>
                  </a:lnTo>
                  <a:lnTo>
                    <a:pt x="178689" y="655243"/>
                  </a:lnTo>
                  <a:close/>
                </a:path>
                <a:path w="394969" h="685800">
                  <a:moveTo>
                    <a:pt x="394347" y="214655"/>
                  </a:moveTo>
                  <a:lnTo>
                    <a:pt x="392569" y="175628"/>
                  </a:lnTo>
                  <a:lnTo>
                    <a:pt x="388505" y="135509"/>
                  </a:lnTo>
                  <a:lnTo>
                    <a:pt x="382155" y="93383"/>
                  </a:lnTo>
                  <a:lnTo>
                    <a:pt x="368096" y="49123"/>
                  </a:lnTo>
                  <a:lnTo>
                    <a:pt x="318808" y="2971"/>
                  </a:lnTo>
                  <a:lnTo>
                    <a:pt x="290042" y="25"/>
                  </a:lnTo>
                  <a:lnTo>
                    <a:pt x="262826" y="9804"/>
                  </a:lnTo>
                  <a:lnTo>
                    <a:pt x="240411" y="31762"/>
                  </a:lnTo>
                  <a:lnTo>
                    <a:pt x="226009" y="65392"/>
                  </a:lnTo>
                  <a:lnTo>
                    <a:pt x="222859" y="110147"/>
                  </a:lnTo>
                  <a:lnTo>
                    <a:pt x="223850" y="132600"/>
                  </a:lnTo>
                  <a:lnTo>
                    <a:pt x="226644" y="229704"/>
                  </a:lnTo>
                  <a:lnTo>
                    <a:pt x="233857" y="510463"/>
                  </a:lnTo>
                  <a:lnTo>
                    <a:pt x="235661" y="573201"/>
                  </a:lnTo>
                  <a:lnTo>
                    <a:pt x="237324" y="624230"/>
                  </a:lnTo>
                  <a:lnTo>
                    <a:pt x="240055" y="673658"/>
                  </a:lnTo>
                  <a:lnTo>
                    <a:pt x="272491" y="685507"/>
                  </a:lnTo>
                  <a:lnTo>
                    <a:pt x="294246" y="683183"/>
                  </a:lnTo>
                  <a:lnTo>
                    <a:pt x="325920" y="599376"/>
                  </a:lnTo>
                  <a:lnTo>
                    <a:pt x="342519" y="535584"/>
                  </a:lnTo>
                  <a:lnTo>
                    <a:pt x="356806" y="478142"/>
                  </a:lnTo>
                  <a:lnTo>
                    <a:pt x="368808" y="426097"/>
                  </a:lnTo>
                  <a:lnTo>
                    <a:pt x="378510" y="378548"/>
                  </a:lnTo>
                  <a:lnTo>
                    <a:pt x="385914" y="334556"/>
                  </a:lnTo>
                  <a:lnTo>
                    <a:pt x="391020" y="293204"/>
                  </a:lnTo>
                  <a:lnTo>
                    <a:pt x="393827" y="253542"/>
                  </a:lnTo>
                  <a:lnTo>
                    <a:pt x="394347" y="214655"/>
                  </a:lnTo>
                  <a:close/>
                </a:path>
              </a:pathLst>
            </a:custGeom>
            <a:solidFill>
              <a:srgbClr val="FAC8B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8" name="object 818" descr=""/>
            <p:cNvSpPr/>
            <p:nvPr/>
          </p:nvSpPr>
          <p:spPr>
            <a:xfrm>
              <a:off x="16585378" y="6202086"/>
              <a:ext cx="606425" cy="542290"/>
            </a:xfrm>
            <a:custGeom>
              <a:avLst/>
              <a:gdLst/>
              <a:ahLst/>
              <a:cxnLst/>
              <a:rect l="l" t="t" r="r" b="b"/>
              <a:pathLst>
                <a:path w="606425" h="542290">
                  <a:moveTo>
                    <a:pt x="491523" y="0"/>
                  </a:moveTo>
                  <a:lnTo>
                    <a:pt x="367296" y="30957"/>
                  </a:lnTo>
                  <a:lnTo>
                    <a:pt x="286522" y="41276"/>
                  </a:lnTo>
                  <a:lnTo>
                    <a:pt x="213772" y="30957"/>
                  </a:lnTo>
                  <a:lnTo>
                    <a:pt x="113618" y="0"/>
                  </a:lnTo>
                  <a:lnTo>
                    <a:pt x="67492" y="73868"/>
                  </a:lnTo>
                  <a:lnTo>
                    <a:pt x="41261" y="121209"/>
                  </a:lnTo>
                  <a:lnTo>
                    <a:pt x="25158" y="162470"/>
                  </a:lnTo>
                  <a:lnTo>
                    <a:pt x="9412" y="218098"/>
                  </a:lnTo>
                  <a:lnTo>
                    <a:pt x="0" y="274527"/>
                  </a:lnTo>
                  <a:lnTo>
                    <a:pt x="611" y="330247"/>
                  </a:lnTo>
                  <a:lnTo>
                    <a:pt x="9342" y="382023"/>
                  </a:lnTo>
                  <a:lnTo>
                    <a:pt x="24285" y="426623"/>
                  </a:lnTo>
                  <a:lnTo>
                    <a:pt x="43536" y="460813"/>
                  </a:lnTo>
                  <a:lnTo>
                    <a:pt x="70706" y="487782"/>
                  </a:lnTo>
                  <a:lnTo>
                    <a:pt x="106455" y="508980"/>
                  </a:lnTo>
                  <a:lnTo>
                    <a:pt x="149020" y="524699"/>
                  </a:lnTo>
                  <a:lnTo>
                    <a:pt x="196640" y="535232"/>
                  </a:lnTo>
                  <a:lnTo>
                    <a:pt x="247552" y="540872"/>
                  </a:lnTo>
                  <a:lnTo>
                    <a:pt x="299993" y="541911"/>
                  </a:lnTo>
                  <a:lnTo>
                    <a:pt x="352201" y="538641"/>
                  </a:lnTo>
                  <a:lnTo>
                    <a:pt x="402413" y="531355"/>
                  </a:lnTo>
                  <a:lnTo>
                    <a:pt x="448867" y="520346"/>
                  </a:lnTo>
                  <a:lnTo>
                    <a:pt x="489800" y="505906"/>
                  </a:lnTo>
                  <a:lnTo>
                    <a:pt x="548055" y="467901"/>
                  </a:lnTo>
                  <a:lnTo>
                    <a:pt x="573202" y="433627"/>
                  </a:lnTo>
                  <a:lnTo>
                    <a:pt x="591003" y="395841"/>
                  </a:lnTo>
                  <a:lnTo>
                    <a:pt x="601888" y="355164"/>
                  </a:lnTo>
                  <a:lnTo>
                    <a:pt x="606287" y="312215"/>
                  </a:lnTo>
                  <a:lnTo>
                    <a:pt x="604628" y="267613"/>
                  </a:lnTo>
                  <a:lnTo>
                    <a:pt x="597342" y="221978"/>
                  </a:lnTo>
                  <a:lnTo>
                    <a:pt x="584858" y="175931"/>
                  </a:lnTo>
                  <a:lnTo>
                    <a:pt x="567604" y="130089"/>
                  </a:lnTo>
                  <a:lnTo>
                    <a:pt x="546011" y="85074"/>
                  </a:lnTo>
                  <a:lnTo>
                    <a:pt x="520507" y="41504"/>
                  </a:lnTo>
                  <a:lnTo>
                    <a:pt x="491523" y="0"/>
                  </a:lnTo>
                  <a:close/>
                </a:path>
              </a:pathLst>
            </a:custGeom>
            <a:solidFill>
              <a:srgbClr val="233A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9" name="object 819" descr=""/>
            <p:cNvSpPr/>
            <p:nvPr/>
          </p:nvSpPr>
          <p:spPr>
            <a:xfrm>
              <a:off x="16698481" y="6460978"/>
              <a:ext cx="419734" cy="671195"/>
            </a:xfrm>
            <a:custGeom>
              <a:avLst/>
              <a:gdLst/>
              <a:ahLst/>
              <a:cxnLst/>
              <a:rect l="l" t="t" r="r" b="b"/>
              <a:pathLst>
                <a:path w="419734" h="671195">
                  <a:moveTo>
                    <a:pt x="193573" y="651294"/>
                  </a:moveTo>
                  <a:lnTo>
                    <a:pt x="192112" y="370954"/>
                  </a:lnTo>
                  <a:lnTo>
                    <a:pt x="190881" y="218211"/>
                  </a:lnTo>
                  <a:lnTo>
                    <a:pt x="189204" y="139674"/>
                  </a:lnTo>
                  <a:lnTo>
                    <a:pt x="186436" y="82003"/>
                  </a:lnTo>
                  <a:lnTo>
                    <a:pt x="175882" y="32600"/>
                  </a:lnTo>
                  <a:lnTo>
                    <a:pt x="122123" y="622"/>
                  </a:lnTo>
                  <a:lnTo>
                    <a:pt x="85128" y="0"/>
                  </a:lnTo>
                  <a:lnTo>
                    <a:pt x="50507" y="6096"/>
                  </a:lnTo>
                  <a:lnTo>
                    <a:pt x="8343" y="56032"/>
                  </a:lnTo>
                  <a:lnTo>
                    <a:pt x="2120" y="100609"/>
                  </a:lnTo>
                  <a:lnTo>
                    <a:pt x="622" y="163449"/>
                  </a:lnTo>
                  <a:lnTo>
                    <a:pt x="0" y="221856"/>
                  </a:lnTo>
                  <a:lnTo>
                    <a:pt x="558" y="283083"/>
                  </a:lnTo>
                  <a:lnTo>
                    <a:pt x="3086" y="335788"/>
                  </a:lnTo>
                  <a:lnTo>
                    <a:pt x="18757" y="416483"/>
                  </a:lnTo>
                  <a:lnTo>
                    <a:pt x="47104" y="521449"/>
                  </a:lnTo>
                  <a:lnTo>
                    <a:pt x="74256" y="612457"/>
                  </a:lnTo>
                  <a:lnTo>
                    <a:pt x="86385" y="651294"/>
                  </a:lnTo>
                  <a:lnTo>
                    <a:pt x="124155" y="662647"/>
                  </a:lnTo>
                  <a:lnTo>
                    <a:pt x="147916" y="666432"/>
                  </a:lnTo>
                  <a:lnTo>
                    <a:pt x="167703" y="662647"/>
                  </a:lnTo>
                  <a:lnTo>
                    <a:pt x="193573" y="651294"/>
                  </a:lnTo>
                  <a:close/>
                </a:path>
                <a:path w="419734" h="671195">
                  <a:moveTo>
                    <a:pt x="419569" y="281178"/>
                  </a:moveTo>
                  <a:lnTo>
                    <a:pt x="417195" y="219989"/>
                  </a:lnTo>
                  <a:lnTo>
                    <a:pt x="413791" y="161683"/>
                  </a:lnTo>
                  <a:lnTo>
                    <a:pt x="409282" y="98983"/>
                  </a:lnTo>
                  <a:lnTo>
                    <a:pt x="400939" y="54749"/>
                  </a:lnTo>
                  <a:lnTo>
                    <a:pt x="356438" y="6883"/>
                  </a:lnTo>
                  <a:lnTo>
                    <a:pt x="321564" y="2451"/>
                  </a:lnTo>
                  <a:lnTo>
                    <a:pt x="284200" y="6273"/>
                  </a:lnTo>
                  <a:lnTo>
                    <a:pt x="252336" y="18808"/>
                  </a:lnTo>
                  <a:lnTo>
                    <a:pt x="230060" y="47155"/>
                  </a:lnTo>
                  <a:lnTo>
                    <a:pt x="221437" y="98450"/>
                  </a:lnTo>
                  <a:lnTo>
                    <a:pt x="221475" y="156057"/>
                  </a:lnTo>
                  <a:lnTo>
                    <a:pt x="223862" y="233565"/>
                  </a:lnTo>
                  <a:lnTo>
                    <a:pt x="230784" y="383451"/>
                  </a:lnTo>
                  <a:lnTo>
                    <a:pt x="244360" y="658190"/>
                  </a:lnTo>
                  <a:lnTo>
                    <a:pt x="290703" y="671131"/>
                  </a:lnTo>
                  <a:lnTo>
                    <a:pt x="314248" y="666216"/>
                  </a:lnTo>
                  <a:lnTo>
                    <a:pt x="351421" y="653072"/>
                  </a:lnTo>
                  <a:lnTo>
                    <a:pt x="361683" y="613702"/>
                  </a:lnTo>
                  <a:lnTo>
                    <a:pt x="384467" y="521500"/>
                  </a:lnTo>
                  <a:lnTo>
                    <a:pt x="407758" y="415290"/>
                  </a:lnTo>
                  <a:lnTo>
                    <a:pt x="419557" y="333946"/>
                  </a:lnTo>
                  <a:lnTo>
                    <a:pt x="419569" y="281178"/>
                  </a:lnTo>
                  <a:close/>
                </a:path>
              </a:pathLst>
            </a:custGeom>
            <a:solidFill>
              <a:srgbClr val="2E45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0" name="object 820" descr=""/>
            <p:cNvSpPr/>
            <p:nvPr/>
          </p:nvSpPr>
          <p:spPr>
            <a:xfrm>
              <a:off x="16874674" y="6244760"/>
              <a:ext cx="30480" cy="31750"/>
            </a:xfrm>
            <a:custGeom>
              <a:avLst/>
              <a:gdLst/>
              <a:ahLst/>
              <a:cxnLst/>
              <a:rect l="l" t="t" r="r" b="b"/>
              <a:pathLst>
                <a:path w="30480" h="31750">
                  <a:moveTo>
                    <a:pt x="15184" y="0"/>
                  </a:moveTo>
                  <a:lnTo>
                    <a:pt x="3800" y="4911"/>
                  </a:lnTo>
                  <a:lnTo>
                    <a:pt x="0" y="15716"/>
                  </a:lnTo>
                  <a:lnTo>
                    <a:pt x="3791" y="26522"/>
                  </a:lnTo>
                  <a:lnTo>
                    <a:pt x="15184" y="31433"/>
                  </a:lnTo>
                  <a:lnTo>
                    <a:pt x="26563" y="26522"/>
                  </a:lnTo>
                  <a:lnTo>
                    <a:pt x="30364" y="15716"/>
                  </a:lnTo>
                  <a:lnTo>
                    <a:pt x="26575" y="4911"/>
                  </a:lnTo>
                  <a:lnTo>
                    <a:pt x="15184" y="0"/>
                  </a:lnTo>
                  <a:close/>
                </a:path>
              </a:pathLst>
            </a:custGeom>
            <a:solidFill>
              <a:srgbClr val="C1B3A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1" name="object 821" descr=""/>
            <p:cNvSpPr/>
            <p:nvPr/>
          </p:nvSpPr>
          <p:spPr>
            <a:xfrm>
              <a:off x="16666096" y="6231388"/>
              <a:ext cx="447675" cy="61594"/>
            </a:xfrm>
            <a:custGeom>
              <a:avLst/>
              <a:gdLst/>
              <a:ahLst/>
              <a:cxnLst/>
              <a:rect l="l" t="t" r="r" b="b"/>
              <a:pathLst>
                <a:path w="447675" h="61595">
                  <a:moveTo>
                    <a:pt x="120345" y="29095"/>
                  </a:moveTo>
                  <a:lnTo>
                    <a:pt x="78447" y="24765"/>
                  </a:lnTo>
                  <a:lnTo>
                    <a:pt x="53428" y="20294"/>
                  </a:lnTo>
                  <a:lnTo>
                    <a:pt x="35369" y="12954"/>
                  </a:lnTo>
                  <a:lnTo>
                    <a:pt x="14325" y="0"/>
                  </a:lnTo>
                  <a:lnTo>
                    <a:pt x="0" y="29095"/>
                  </a:lnTo>
                  <a:lnTo>
                    <a:pt x="47866" y="49072"/>
                  </a:lnTo>
                  <a:lnTo>
                    <a:pt x="74168" y="58902"/>
                  </a:lnTo>
                  <a:lnTo>
                    <a:pt x="88214" y="61404"/>
                  </a:lnTo>
                  <a:lnTo>
                    <a:pt x="99339" y="59436"/>
                  </a:lnTo>
                  <a:lnTo>
                    <a:pt x="109791" y="52870"/>
                  </a:lnTo>
                  <a:lnTo>
                    <a:pt x="116217" y="42646"/>
                  </a:lnTo>
                  <a:lnTo>
                    <a:pt x="119456" y="33223"/>
                  </a:lnTo>
                  <a:lnTo>
                    <a:pt x="120345" y="29095"/>
                  </a:lnTo>
                  <a:close/>
                </a:path>
                <a:path w="447675" h="61595">
                  <a:moveTo>
                    <a:pt x="447370" y="29095"/>
                  </a:moveTo>
                  <a:lnTo>
                    <a:pt x="430822" y="0"/>
                  </a:lnTo>
                  <a:lnTo>
                    <a:pt x="406476" y="12954"/>
                  </a:lnTo>
                  <a:lnTo>
                    <a:pt x="385584" y="20294"/>
                  </a:lnTo>
                  <a:lnTo>
                    <a:pt x="356666" y="24765"/>
                  </a:lnTo>
                  <a:lnTo>
                    <a:pt x="308216" y="29095"/>
                  </a:lnTo>
                  <a:lnTo>
                    <a:pt x="309245" y="33223"/>
                  </a:lnTo>
                  <a:lnTo>
                    <a:pt x="312991" y="42646"/>
                  </a:lnTo>
                  <a:lnTo>
                    <a:pt x="320421" y="52870"/>
                  </a:lnTo>
                  <a:lnTo>
                    <a:pt x="332511" y="59436"/>
                  </a:lnTo>
                  <a:lnTo>
                    <a:pt x="345363" y="61404"/>
                  </a:lnTo>
                  <a:lnTo>
                    <a:pt x="361619" y="58902"/>
                  </a:lnTo>
                  <a:lnTo>
                    <a:pt x="392023" y="49072"/>
                  </a:lnTo>
                  <a:lnTo>
                    <a:pt x="447370" y="29095"/>
                  </a:lnTo>
                  <a:close/>
                </a:path>
              </a:pathLst>
            </a:custGeom>
            <a:solidFill>
              <a:srgbClr val="2E458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2" name="object 822" descr=""/>
            <p:cNvPicPr/>
            <p:nvPr/>
          </p:nvPicPr>
          <p:blipFill>
            <a:blip r:embed="rId111" cstate="print"/>
            <a:stretch>
              <a:fillRect/>
            </a:stretch>
          </p:blipFill>
          <p:spPr>
            <a:xfrm>
              <a:off x="16936143" y="7217709"/>
              <a:ext cx="131016" cy="238539"/>
            </a:xfrm>
            <a:prstGeom prst="rect">
              <a:avLst/>
            </a:prstGeom>
          </p:spPr>
        </p:pic>
        <p:pic>
          <p:nvPicPr>
            <p:cNvPr id="823" name="object 823" descr=""/>
            <p:cNvPicPr/>
            <p:nvPr/>
          </p:nvPicPr>
          <p:blipFill>
            <a:blip r:embed="rId112" cstate="print"/>
            <a:stretch>
              <a:fillRect/>
            </a:stretch>
          </p:blipFill>
          <p:spPr>
            <a:xfrm>
              <a:off x="16763466" y="7217709"/>
              <a:ext cx="131016" cy="238539"/>
            </a:xfrm>
            <a:prstGeom prst="rect">
              <a:avLst/>
            </a:prstGeom>
          </p:spPr>
        </p:pic>
      </p:grpSp>
      <p:sp>
        <p:nvSpPr>
          <p:cNvPr id="824" name="object 824" descr=""/>
          <p:cNvSpPr txBox="1"/>
          <p:nvPr/>
        </p:nvSpPr>
        <p:spPr>
          <a:xfrm>
            <a:off x="732793" y="781072"/>
            <a:ext cx="2736215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Extras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for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adaptation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Clothes</a:t>
            </a:r>
            <a:r>
              <a:rPr dirty="0" sz="1950" spc="35" b="0">
                <a:latin typeface="Open Sans Light"/>
                <a:cs typeface="Open Sans Light"/>
              </a:rPr>
              <a:t> </a:t>
            </a:r>
            <a:r>
              <a:rPr dirty="0" sz="1950" b="0">
                <a:latin typeface="Open Sans Light"/>
                <a:cs typeface="Open Sans Light"/>
              </a:rPr>
              <a:t>and</a:t>
            </a:r>
            <a:r>
              <a:rPr dirty="0" sz="1950" spc="40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accessories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825" name="object 825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13371" y="4295683"/>
            <a:ext cx="2013524" cy="274420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8036" y="4369919"/>
            <a:ext cx="2144507" cy="267242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0346" y="4354805"/>
            <a:ext cx="1481624" cy="268567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53951" y="4275023"/>
            <a:ext cx="2001419" cy="276483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54893" y="8832278"/>
            <a:ext cx="322022" cy="78301"/>
          </a:xfrm>
          <a:prstGeom prst="rect">
            <a:avLst/>
          </a:prstGeom>
        </p:spPr>
      </p:pic>
      <p:sp>
        <p:nvSpPr>
          <p:cNvPr id="7" name="object 7" descr=""/>
          <p:cNvSpPr/>
          <p:nvPr/>
        </p:nvSpPr>
        <p:spPr>
          <a:xfrm>
            <a:off x="13185430" y="9657037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13020" y="0"/>
                </a:moveTo>
                <a:lnTo>
                  <a:pt x="3258" y="4381"/>
                </a:lnTo>
                <a:lnTo>
                  <a:pt x="0" y="14020"/>
                </a:lnTo>
                <a:lnTo>
                  <a:pt x="3252" y="23659"/>
                </a:lnTo>
                <a:lnTo>
                  <a:pt x="13020" y="28041"/>
                </a:lnTo>
                <a:lnTo>
                  <a:pt x="22783" y="23659"/>
                </a:lnTo>
                <a:lnTo>
                  <a:pt x="26041" y="14020"/>
                </a:lnTo>
                <a:lnTo>
                  <a:pt x="22788" y="4381"/>
                </a:lnTo>
                <a:lnTo>
                  <a:pt x="13020" y="0"/>
                </a:lnTo>
                <a:close/>
              </a:path>
            </a:pathLst>
          </a:custGeom>
          <a:solidFill>
            <a:srgbClr val="D3D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3172409" y="9991838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13020" y="0"/>
                </a:moveTo>
                <a:lnTo>
                  <a:pt x="3258" y="4381"/>
                </a:lnTo>
                <a:lnTo>
                  <a:pt x="0" y="14020"/>
                </a:lnTo>
                <a:lnTo>
                  <a:pt x="3252" y="23659"/>
                </a:lnTo>
                <a:lnTo>
                  <a:pt x="13020" y="28041"/>
                </a:lnTo>
                <a:lnTo>
                  <a:pt x="22783" y="23659"/>
                </a:lnTo>
                <a:lnTo>
                  <a:pt x="26041" y="14020"/>
                </a:lnTo>
                <a:lnTo>
                  <a:pt x="22788" y="4381"/>
                </a:lnTo>
                <a:lnTo>
                  <a:pt x="13020" y="0"/>
                </a:lnTo>
                <a:close/>
              </a:path>
            </a:pathLst>
          </a:custGeom>
          <a:solidFill>
            <a:srgbClr val="D3D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043926" y="9657037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13020" y="0"/>
                </a:moveTo>
                <a:lnTo>
                  <a:pt x="3252" y="4381"/>
                </a:lnTo>
                <a:lnTo>
                  <a:pt x="0" y="14020"/>
                </a:lnTo>
                <a:lnTo>
                  <a:pt x="3258" y="23659"/>
                </a:lnTo>
                <a:lnTo>
                  <a:pt x="13020" y="28041"/>
                </a:lnTo>
                <a:lnTo>
                  <a:pt x="22788" y="23659"/>
                </a:lnTo>
                <a:lnTo>
                  <a:pt x="26041" y="14020"/>
                </a:lnTo>
                <a:lnTo>
                  <a:pt x="22783" y="4381"/>
                </a:lnTo>
                <a:lnTo>
                  <a:pt x="13020" y="0"/>
                </a:lnTo>
                <a:close/>
              </a:path>
            </a:pathLst>
          </a:custGeom>
          <a:solidFill>
            <a:srgbClr val="D3D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056950" y="9991838"/>
            <a:ext cx="26034" cy="28575"/>
          </a:xfrm>
          <a:custGeom>
            <a:avLst/>
            <a:gdLst/>
            <a:ahLst/>
            <a:cxnLst/>
            <a:rect l="l" t="t" r="r" b="b"/>
            <a:pathLst>
              <a:path w="26034" h="28575">
                <a:moveTo>
                  <a:pt x="13016" y="0"/>
                </a:moveTo>
                <a:lnTo>
                  <a:pt x="3249" y="4381"/>
                </a:lnTo>
                <a:lnTo>
                  <a:pt x="0" y="14020"/>
                </a:lnTo>
                <a:lnTo>
                  <a:pt x="3258" y="23659"/>
                </a:lnTo>
                <a:lnTo>
                  <a:pt x="13016" y="28041"/>
                </a:lnTo>
                <a:lnTo>
                  <a:pt x="22789" y="23659"/>
                </a:lnTo>
                <a:lnTo>
                  <a:pt x="26041" y="14020"/>
                </a:lnTo>
                <a:lnTo>
                  <a:pt x="22780" y="4381"/>
                </a:lnTo>
                <a:lnTo>
                  <a:pt x="13016" y="0"/>
                </a:lnTo>
                <a:close/>
              </a:path>
            </a:pathLst>
          </a:custGeom>
          <a:solidFill>
            <a:srgbClr val="D3D0C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12907733" y="7880794"/>
            <a:ext cx="421005" cy="2470150"/>
            <a:chOff x="12907733" y="7880794"/>
            <a:chExt cx="421005" cy="2470150"/>
          </a:xfrm>
        </p:grpSpPr>
        <p:sp>
          <p:nvSpPr>
            <p:cNvPr id="12" name="object 12" descr=""/>
            <p:cNvSpPr/>
            <p:nvPr/>
          </p:nvSpPr>
          <p:spPr>
            <a:xfrm>
              <a:off x="13079565" y="9159500"/>
              <a:ext cx="107314" cy="1075055"/>
            </a:xfrm>
            <a:custGeom>
              <a:avLst/>
              <a:gdLst/>
              <a:ahLst/>
              <a:cxnLst/>
              <a:rect l="l" t="t" r="r" b="b"/>
              <a:pathLst>
                <a:path w="107315" h="1075054">
                  <a:moveTo>
                    <a:pt x="106718" y="499579"/>
                  </a:moveTo>
                  <a:lnTo>
                    <a:pt x="98666" y="491998"/>
                  </a:lnTo>
                  <a:lnTo>
                    <a:pt x="91020" y="492302"/>
                  </a:lnTo>
                  <a:lnTo>
                    <a:pt x="72021" y="492874"/>
                  </a:lnTo>
                  <a:lnTo>
                    <a:pt x="68338" y="492925"/>
                  </a:lnTo>
                  <a:lnTo>
                    <a:pt x="68338" y="0"/>
                  </a:lnTo>
                  <a:lnTo>
                    <a:pt x="27901" y="0"/>
                  </a:lnTo>
                  <a:lnTo>
                    <a:pt x="27901" y="492734"/>
                  </a:lnTo>
                  <a:lnTo>
                    <a:pt x="15011" y="492353"/>
                  </a:lnTo>
                  <a:lnTo>
                    <a:pt x="3911" y="496303"/>
                  </a:lnTo>
                  <a:lnTo>
                    <a:pt x="0" y="505802"/>
                  </a:lnTo>
                  <a:lnTo>
                    <a:pt x="3416" y="515581"/>
                  </a:lnTo>
                  <a:lnTo>
                    <a:pt x="14287" y="520395"/>
                  </a:lnTo>
                  <a:lnTo>
                    <a:pt x="27901" y="520788"/>
                  </a:lnTo>
                  <a:lnTo>
                    <a:pt x="27901" y="1074508"/>
                  </a:lnTo>
                  <a:lnTo>
                    <a:pt x="68338" y="1074508"/>
                  </a:lnTo>
                  <a:lnTo>
                    <a:pt x="68338" y="520839"/>
                  </a:lnTo>
                  <a:lnTo>
                    <a:pt x="81838" y="520509"/>
                  </a:lnTo>
                  <a:lnTo>
                    <a:pt x="84797" y="522312"/>
                  </a:lnTo>
                  <a:lnTo>
                    <a:pt x="88671" y="522846"/>
                  </a:lnTo>
                  <a:lnTo>
                    <a:pt x="101092" y="518464"/>
                  </a:lnTo>
                  <a:lnTo>
                    <a:pt x="104863" y="514502"/>
                  </a:lnTo>
                  <a:lnTo>
                    <a:pt x="106718" y="499579"/>
                  </a:lnTo>
                  <a:close/>
                </a:path>
              </a:pathLst>
            </a:custGeom>
            <a:solidFill>
              <a:srgbClr val="D3D0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2960883" y="7973269"/>
              <a:ext cx="311785" cy="2073910"/>
            </a:xfrm>
            <a:custGeom>
              <a:avLst/>
              <a:gdLst/>
              <a:ahLst/>
              <a:cxnLst/>
              <a:rect l="l" t="t" r="r" b="b"/>
              <a:pathLst>
                <a:path w="311784" h="2073909">
                  <a:moveTo>
                    <a:pt x="152768" y="2072779"/>
                  </a:moveTo>
                  <a:lnTo>
                    <a:pt x="150114" y="1966341"/>
                  </a:lnTo>
                  <a:lnTo>
                    <a:pt x="148031" y="1903793"/>
                  </a:lnTo>
                  <a:lnTo>
                    <a:pt x="145262" y="1836166"/>
                  </a:lnTo>
                  <a:lnTo>
                    <a:pt x="141770" y="1768513"/>
                  </a:lnTo>
                  <a:lnTo>
                    <a:pt x="137490" y="1705889"/>
                  </a:lnTo>
                  <a:lnTo>
                    <a:pt x="132372" y="1653387"/>
                  </a:lnTo>
                  <a:lnTo>
                    <a:pt x="119456" y="1583410"/>
                  </a:lnTo>
                  <a:lnTo>
                    <a:pt x="111480" y="1541272"/>
                  </a:lnTo>
                  <a:lnTo>
                    <a:pt x="102819" y="1491640"/>
                  </a:lnTo>
                  <a:lnTo>
                    <a:pt x="93827" y="1436522"/>
                  </a:lnTo>
                  <a:lnTo>
                    <a:pt x="84899" y="1377950"/>
                  </a:lnTo>
                  <a:lnTo>
                    <a:pt x="76403" y="1317942"/>
                  </a:lnTo>
                  <a:lnTo>
                    <a:pt x="68707" y="1258493"/>
                  </a:lnTo>
                  <a:lnTo>
                    <a:pt x="62191" y="1201623"/>
                  </a:lnTo>
                  <a:lnTo>
                    <a:pt x="57213" y="1149362"/>
                  </a:lnTo>
                  <a:lnTo>
                    <a:pt x="54216" y="1093038"/>
                  </a:lnTo>
                  <a:lnTo>
                    <a:pt x="52844" y="1052741"/>
                  </a:lnTo>
                  <a:lnTo>
                    <a:pt x="51549" y="1005573"/>
                  </a:lnTo>
                  <a:lnTo>
                    <a:pt x="50342" y="952411"/>
                  </a:lnTo>
                  <a:lnTo>
                    <a:pt x="48145" y="831748"/>
                  </a:lnTo>
                  <a:lnTo>
                    <a:pt x="45415" y="628421"/>
                  </a:lnTo>
                  <a:lnTo>
                    <a:pt x="42760" y="353479"/>
                  </a:lnTo>
                  <a:lnTo>
                    <a:pt x="40436" y="0"/>
                  </a:lnTo>
                  <a:lnTo>
                    <a:pt x="0" y="203"/>
                  </a:lnTo>
                  <a:lnTo>
                    <a:pt x="4292" y="570725"/>
                  </a:lnTo>
                  <a:lnTo>
                    <a:pt x="6807" y="775271"/>
                  </a:lnTo>
                  <a:lnTo>
                    <a:pt x="8851" y="901141"/>
                  </a:lnTo>
                  <a:lnTo>
                    <a:pt x="11214" y="1010615"/>
                  </a:lnTo>
                  <a:lnTo>
                    <a:pt x="12522" y="1057059"/>
                  </a:lnTo>
                  <a:lnTo>
                    <a:pt x="13906" y="1096835"/>
                  </a:lnTo>
                  <a:lnTo>
                    <a:pt x="16929" y="1152969"/>
                  </a:lnTo>
                  <a:lnTo>
                    <a:pt x="21971" y="1205877"/>
                  </a:lnTo>
                  <a:lnTo>
                    <a:pt x="28575" y="1263459"/>
                  </a:lnTo>
                  <a:lnTo>
                    <a:pt x="36372" y="1323670"/>
                  </a:lnTo>
                  <a:lnTo>
                    <a:pt x="44983" y="1384477"/>
                  </a:lnTo>
                  <a:lnTo>
                    <a:pt x="54038" y="1443824"/>
                  </a:lnTo>
                  <a:lnTo>
                    <a:pt x="63144" y="1499679"/>
                  </a:lnTo>
                  <a:lnTo>
                    <a:pt x="71932" y="1549996"/>
                  </a:lnTo>
                  <a:lnTo>
                    <a:pt x="80035" y="1592732"/>
                  </a:lnTo>
                  <a:lnTo>
                    <a:pt x="87045" y="1625828"/>
                  </a:lnTo>
                  <a:lnTo>
                    <a:pt x="92748" y="1662087"/>
                  </a:lnTo>
                  <a:lnTo>
                    <a:pt x="97637" y="1714106"/>
                  </a:lnTo>
                  <a:lnTo>
                    <a:pt x="101752" y="1776564"/>
                  </a:lnTo>
                  <a:lnTo>
                    <a:pt x="105130" y="1844179"/>
                  </a:lnTo>
                  <a:lnTo>
                    <a:pt x="107810" y="1911629"/>
                  </a:lnTo>
                  <a:lnTo>
                    <a:pt x="109829" y="1973592"/>
                  </a:lnTo>
                  <a:lnTo>
                    <a:pt x="111239" y="2024786"/>
                  </a:lnTo>
                  <a:lnTo>
                    <a:pt x="112331" y="2073579"/>
                  </a:lnTo>
                  <a:lnTo>
                    <a:pt x="152768" y="2072779"/>
                  </a:lnTo>
                  <a:close/>
                </a:path>
                <a:path w="311784" h="2073909">
                  <a:moveTo>
                    <a:pt x="311302" y="203"/>
                  </a:moveTo>
                  <a:lnTo>
                    <a:pt x="270865" y="0"/>
                  </a:lnTo>
                  <a:lnTo>
                    <a:pt x="266661" y="558304"/>
                  </a:lnTo>
                  <a:lnTo>
                    <a:pt x="264147" y="766051"/>
                  </a:lnTo>
                  <a:lnTo>
                    <a:pt x="262102" y="894168"/>
                  </a:lnTo>
                  <a:lnTo>
                    <a:pt x="259753" y="1005573"/>
                  </a:lnTo>
                  <a:lnTo>
                    <a:pt x="258457" y="1052741"/>
                  </a:lnTo>
                  <a:lnTo>
                    <a:pt x="257086" y="1093038"/>
                  </a:lnTo>
                  <a:lnTo>
                    <a:pt x="254088" y="1149362"/>
                  </a:lnTo>
                  <a:lnTo>
                    <a:pt x="238874" y="1336941"/>
                  </a:lnTo>
                  <a:lnTo>
                    <a:pt x="233895" y="1394536"/>
                  </a:lnTo>
                  <a:lnTo>
                    <a:pt x="228688" y="1450251"/>
                  </a:lnTo>
                  <a:lnTo>
                    <a:pt x="223291" y="1502359"/>
                  </a:lnTo>
                  <a:lnTo>
                    <a:pt x="217728" y="1549095"/>
                  </a:lnTo>
                  <a:lnTo>
                    <a:pt x="211988" y="1588744"/>
                  </a:lnTo>
                  <a:lnTo>
                    <a:pt x="206121" y="1619542"/>
                  </a:lnTo>
                  <a:lnTo>
                    <a:pt x="200152" y="1656791"/>
                  </a:lnTo>
                  <a:lnTo>
                    <a:pt x="195135" y="1709000"/>
                  </a:lnTo>
                  <a:lnTo>
                    <a:pt x="191008" y="1771167"/>
                  </a:lnTo>
                  <a:lnTo>
                    <a:pt x="187680" y="1838299"/>
                  </a:lnTo>
                  <a:lnTo>
                    <a:pt x="185102" y="1905368"/>
                  </a:lnTo>
                  <a:lnTo>
                    <a:pt x="183197" y="1967369"/>
                  </a:lnTo>
                  <a:lnTo>
                    <a:pt x="181902" y="2019287"/>
                  </a:lnTo>
                  <a:lnTo>
                    <a:pt x="180860" y="2072843"/>
                  </a:lnTo>
                  <a:lnTo>
                    <a:pt x="221284" y="2073516"/>
                  </a:lnTo>
                  <a:lnTo>
                    <a:pt x="223494" y="1974469"/>
                  </a:lnTo>
                  <a:lnTo>
                    <a:pt x="225336" y="1913064"/>
                  </a:lnTo>
                  <a:lnTo>
                    <a:pt x="227825" y="1846199"/>
                  </a:lnTo>
                  <a:lnTo>
                    <a:pt x="231025" y="1779155"/>
                  </a:lnTo>
                  <a:lnTo>
                    <a:pt x="234988" y="1717154"/>
                  </a:lnTo>
                  <a:lnTo>
                    <a:pt x="239776" y="1665465"/>
                  </a:lnTo>
                  <a:lnTo>
                    <a:pt x="251561" y="1597431"/>
                  </a:lnTo>
                  <a:lnTo>
                    <a:pt x="257479" y="1556791"/>
                  </a:lnTo>
                  <a:lnTo>
                    <a:pt x="263207" y="1509166"/>
                  </a:lnTo>
                  <a:lnTo>
                    <a:pt x="268732" y="1456258"/>
                  </a:lnTo>
                  <a:lnTo>
                    <a:pt x="274015" y="1399819"/>
                  </a:lnTo>
                  <a:lnTo>
                    <a:pt x="279069" y="1341577"/>
                  </a:lnTo>
                  <a:lnTo>
                    <a:pt x="294373" y="1152969"/>
                  </a:lnTo>
                  <a:lnTo>
                    <a:pt x="297395" y="1096835"/>
                  </a:lnTo>
                  <a:lnTo>
                    <a:pt x="298792" y="1057059"/>
                  </a:lnTo>
                  <a:lnTo>
                    <a:pt x="300088" y="1010615"/>
                  </a:lnTo>
                  <a:lnTo>
                    <a:pt x="301307" y="958354"/>
                  </a:lnTo>
                  <a:lnTo>
                    <a:pt x="303517" y="839825"/>
                  </a:lnTo>
                  <a:lnTo>
                    <a:pt x="306247" y="639864"/>
                  </a:lnTo>
                  <a:lnTo>
                    <a:pt x="308914" y="367817"/>
                  </a:lnTo>
                  <a:lnTo>
                    <a:pt x="311302" y="203"/>
                  </a:lnTo>
                  <a:close/>
                </a:path>
              </a:pathLst>
            </a:custGeom>
            <a:solidFill>
              <a:srgbClr val="DDD9D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085826" y="10226109"/>
              <a:ext cx="82178" cy="12467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12907733" y="7880794"/>
              <a:ext cx="421005" cy="127635"/>
            </a:xfrm>
            <a:custGeom>
              <a:avLst/>
              <a:gdLst/>
              <a:ahLst/>
              <a:cxnLst/>
              <a:rect l="l" t="t" r="r" b="b"/>
              <a:pathLst>
                <a:path w="421005" h="127634">
                  <a:moveTo>
                    <a:pt x="393984" y="0"/>
                  </a:moveTo>
                  <a:lnTo>
                    <a:pt x="366460" y="5405"/>
                  </a:lnTo>
                  <a:lnTo>
                    <a:pt x="345943" y="16793"/>
                  </a:lnTo>
                  <a:lnTo>
                    <a:pt x="317936" y="29128"/>
                  </a:lnTo>
                  <a:lnTo>
                    <a:pt x="282212" y="39718"/>
                  </a:lnTo>
                  <a:lnTo>
                    <a:pt x="238547" y="45870"/>
                  </a:lnTo>
                  <a:lnTo>
                    <a:pt x="186715" y="44892"/>
                  </a:lnTo>
                  <a:lnTo>
                    <a:pt x="126492" y="34092"/>
                  </a:lnTo>
                  <a:lnTo>
                    <a:pt x="57653" y="10777"/>
                  </a:lnTo>
                  <a:lnTo>
                    <a:pt x="30715" y="4639"/>
                  </a:lnTo>
                  <a:lnTo>
                    <a:pt x="10620" y="9896"/>
                  </a:lnTo>
                  <a:lnTo>
                    <a:pt x="0" y="25235"/>
                  </a:lnTo>
                  <a:lnTo>
                    <a:pt x="1487" y="49341"/>
                  </a:lnTo>
                  <a:lnTo>
                    <a:pt x="10901" y="65753"/>
                  </a:lnTo>
                  <a:lnTo>
                    <a:pt x="23710" y="77885"/>
                  </a:lnTo>
                  <a:lnTo>
                    <a:pt x="36359" y="95318"/>
                  </a:lnTo>
                  <a:lnTo>
                    <a:pt x="45297" y="127632"/>
                  </a:lnTo>
                  <a:lnTo>
                    <a:pt x="375538" y="127632"/>
                  </a:lnTo>
                  <a:lnTo>
                    <a:pt x="376701" y="106346"/>
                  </a:lnTo>
                  <a:lnTo>
                    <a:pt x="380486" y="92336"/>
                  </a:lnTo>
                  <a:lnTo>
                    <a:pt x="389948" y="79381"/>
                  </a:lnTo>
                  <a:lnTo>
                    <a:pt x="408144" y="61257"/>
                  </a:lnTo>
                  <a:lnTo>
                    <a:pt x="420430" y="36424"/>
                  </a:lnTo>
                  <a:lnTo>
                    <a:pt x="413842" y="13172"/>
                  </a:lnTo>
                  <a:lnTo>
                    <a:pt x="393984" y="0"/>
                  </a:lnTo>
                  <a:close/>
                </a:path>
              </a:pathLst>
            </a:custGeom>
            <a:solidFill>
              <a:srgbClr val="2F2D2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" name="object 1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649898" y="8838021"/>
            <a:ext cx="192795" cy="77997"/>
          </a:xfrm>
          <a:prstGeom prst="rect">
            <a:avLst/>
          </a:prstGeom>
        </p:spPr>
      </p:pic>
      <p:sp>
        <p:nvSpPr>
          <p:cNvPr id="17" name="object 17" descr=""/>
          <p:cNvSpPr/>
          <p:nvPr/>
        </p:nvSpPr>
        <p:spPr>
          <a:xfrm>
            <a:off x="13711680" y="9659663"/>
            <a:ext cx="18415" cy="27940"/>
          </a:xfrm>
          <a:custGeom>
            <a:avLst/>
            <a:gdLst/>
            <a:ahLst/>
            <a:cxnLst/>
            <a:rect l="l" t="t" r="r" b="b"/>
            <a:pathLst>
              <a:path w="18415" h="27940">
                <a:moveTo>
                  <a:pt x="9035" y="0"/>
                </a:moveTo>
                <a:lnTo>
                  <a:pt x="2257" y="4365"/>
                </a:lnTo>
                <a:lnTo>
                  <a:pt x="0" y="13968"/>
                </a:lnTo>
                <a:lnTo>
                  <a:pt x="2260" y="23571"/>
                </a:lnTo>
                <a:lnTo>
                  <a:pt x="9035" y="27936"/>
                </a:lnTo>
                <a:lnTo>
                  <a:pt x="15812" y="23571"/>
                </a:lnTo>
                <a:lnTo>
                  <a:pt x="18070" y="13968"/>
                </a:lnTo>
                <a:lnTo>
                  <a:pt x="15809" y="4365"/>
                </a:lnTo>
                <a:lnTo>
                  <a:pt x="9035" y="0"/>
                </a:lnTo>
                <a:close/>
              </a:path>
            </a:pathLst>
          </a:custGeom>
          <a:solidFill>
            <a:srgbClr val="D3D0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3720715" y="9993198"/>
            <a:ext cx="18415" cy="27940"/>
          </a:xfrm>
          <a:custGeom>
            <a:avLst/>
            <a:gdLst/>
            <a:ahLst/>
            <a:cxnLst/>
            <a:rect l="l" t="t" r="r" b="b"/>
            <a:pathLst>
              <a:path w="18415" h="27940">
                <a:moveTo>
                  <a:pt x="9035" y="0"/>
                </a:moveTo>
                <a:lnTo>
                  <a:pt x="2257" y="4365"/>
                </a:lnTo>
                <a:lnTo>
                  <a:pt x="0" y="13968"/>
                </a:lnTo>
                <a:lnTo>
                  <a:pt x="2260" y="23571"/>
                </a:lnTo>
                <a:lnTo>
                  <a:pt x="9035" y="27936"/>
                </a:lnTo>
                <a:lnTo>
                  <a:pt x="15812" y="23571"/>
                </a:lnTo>
                <a:lnTo>
                  <a:pt x="18070" y="13968"/>
                </a:lnTo>
                <a:lnTo>
                  <a:pt x="15809" y="4365"/>
                </a:lnTo>
                <a:lnTo>
                  <a:pt x="9035" y="0"/>
                </a:lnTo>
                <a:close/>
              </a:path>
            </a:pathLst>
          </a:custGeom>
          <a:solidFill>
            <a:srgbClr val="D3D0C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3617171" y="7891698"/>
            <a:ext cx="288925" cy="2459355"/>
            <a:chOff x="13617171" y="7891698"/>
            <a:chExt cx="288925" cy="2459355"/>
          </a:xfrm>
        </p:grpSpPr>
        <p:sp>
          <p:nvSpPr>
            <p:cNvPr id="20" name="object 20" descr=""/>
            <p:cNvSpPr/>
            <p:nvPr/>
          </p:nvSpPr>
          <p:spPr>
            <a:xfrm>
              <a:off x="13736409" y="9163996"/>
              <a:ext cx="74295" cy="1070610"/>
            </a:xfrm>
            <a:custGeom>
              <a:avLst/>
              <a:gdLst/>
              <a:ahLst/>
              <a:cxnLst/>
              <a:rect l="l" t="t" r="r" b="b"/>
              <a:pathLst>
                <a:path w="74294" h="1070609">
                  <a:moveTo>
                    <a:pt x="74053" y="497700"/>
                  </a:moveTo>
                  <a:lnTo>
                    <a:pt x="68465" y="490143"/>
                  </a:lnTo>
                  <a:lnTo>
                    <a:pt x="63157" y="490448"/>
                  </a:lnTo>
                  <a:lnTo>
                    <a:pt x="54343" y="490842"/>
                  </a:lnTo>
                  <a:lnTo>
                    <a:pt x="54343" y="0"/>
                  </a:lnTo>
                  <a:lnTo>
                    <a:pt x="12433" y="0"/>
                  </a:lnTo>
                  <a:lnTo>
                    <a:pt x="12433" y="490588"/>
                  </a:lnTo>
                  <a:lnTo>
                    <a:pt x="10414" y="490499"/>
                  </a:lnTo>
                  <a:lnTo>
                    <a:pt x="2717" y="494436"/>
                  </a:lnTo>
                  <a:lnTo>
                    <a:pt x="0" y="503897"/>
                  </a:lnTo>
                  <a:lnTo>
                    <a:pt x="2362" y="513651"/>
                  </a:lnTo>
                  <a:lnTo>
                    <a:pt x="9918" y="518439"/>
                  </a:lnTo>
                  <a:lnTo>
                    <a:pt x="12433" y="518553"/>
                  </a:lnTo>
                  <a:lnTo>
                    <a:pt x="12433" y="1070457"/>
                  </a:lnTo>
                  <a:lnTo>
                    <a:pt x="54343" y="1070457"/>
                  </a:lnTo>
                  <a:lnTo>
                    <a:pt x="54343" y="518642"/>
                  </a:lnTo>
                  <a:lnTo>
                    <a:pt x="56794" y="518553"/>
                  </a:lnTo>
                  <a:lnTo>
                    <a:pt x="58839" y="520344"/>
                  </a:lnTo>
                  <a:lnTo>
                    <a:pt x="61531" y="520877"/>
                  </a:lnTo>
                  <a:lnTo>
                    <a:pt x="70154" y="516509"/>
                  </a:lnTo>
                  <a:lnTo>
                    <a:pt x="72758" y="512559"/>
                  </a:lnTo>
                  <a:lnTo>
                    <a:pt x="74053" y="497700"/>
                  </a:lnTo>
                  <a:close/>
                </a:path>
              </a:pathLst>
            </a:custGeom>
            <a:solidFill>
              <a:srgbClr val="D3D0C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3647128" y="7982299"/>
              <a:ext cx="229870" cy="2065655"/>
            </a:xfrm>
            <a:custGeom>
              <a:avLst/>
              <a:gdLst/>
              <a:ahLst/>
              <a:cxnLst/>
              <a:rect l="l" t="t" r="r" b="b"/>
              <a:pathLst>
                <a:path w="229869" h="2065654">
                  <a:moveTo>
                    <a:pt x="119862" y="2065032"/>
                  </a:moveTo>
                  <a:lnTo>
                    <a:pt x="118021" y="1959229"/>
                  </a:lnTo>
                  <a:lnTo>
                    <a:pt x="116586" y="1897075"/>
                  </a:lnTo>
                  <a:lnTo>
                    <a:pt x="114681" y="1829879"/>
                  </a:lnTo>
                  <a:lnTo>
                    <a:pt x="112268" y="1762683"/>
                  </a:lnTo>
                  <a:lnTo>
                    <a:pt x="109321" y="1700517"/>
                  </a:lnTo>
                  <a:lnTo>
                    <a:pt x="105791" y="1648434"/>
                  </a:lnTo>
                  <a:lnTo>
                    <a:pt x="96850" y="1578876"/>
                  </a:lnTo>
                  <a:lnTo>
                    <a:pt x="91313" y="1536801"/>
                  </a:lnTo>
                  <a:lnTo>
                    <a:pt x="85280" y="1487258"/>
                  </a:lnTo>
                  <a:lnTo>
                    <a:pt x="79032" y="1432242"/>
                  </a:lnTo>
                  <a:lnTo>
                    <a:pt x="72821" y="1373771"/>
                  </a:lnTo>
                  <a:lnTo>
                    <a:pt x="66916" y="1313853"/>
                  </a:lnTo>
                  <a:lnTo>
                    <a:pt x="61556" y="1254506"/>
                  </a:lnTo>
                  <a:lnTo>
                    <a:pt x="57023" y="1197749"/>
                  </a:lnTo>
                  <a:lnTo>
                    <a:pt x="53568" y="1145578"/>
                  </a:lnTo>
                  <a:lnTo>
                    <a:pt x="51485" y="1089380"/>
                  </a:lnTo>
                  <a:lnTo>
                    <a:pt x="50533" y="1049210"/>
                  </a:lnTo>
                  <a:lnTo>
                    <a:pt x="48793" y="949185"/>
                  </a:lnTo>
                  <a:lnTo>
                    <a:pt x="46583" y="763435"/>
                  </a:lnTo>
                  <a:lnTo>
                    <a:pt x="44348" y="486803"/>
                  </a:lnTo>
                  <a:lnTo>
                    <a:pt x="41922" y="0"/>
                  </a:lnTo>
                  <a:lnTo>
                    <a:pt x="0" y="127"/>
                  </a:lnTo>
                  <a:lnTo>
                    <a:pt x="4076" y="705319"/>
                  </a:lnTo>
                  <a:lnTo>
                    <a:pt x="6134" y="897305"/>
                  </a:lnTo>
                  <a:lnTo>
                    <a:pt x="7772" y="1006297"/>
                  </a:lnTo>
                  <a:lnTo>
                    <a:pt x="9626" y="1092123"/>
                  </a:lnTo>
                  <a:lnTo>
                    <a:pt x="11734" y="1147965"/>
                  </a:lnTo>
                  <a:lnTo>
                    <a:pt x="15214" y="1200581"/>
                  </a:lnTo>
                  <a:lnTo>
                    <a:pt x="19786" y="1257846"/>
                  </a:lnTo>
                  <a:lnTo>
                    <a:pt x="25196" y="1317713"/>
                  </a:lnTo>
                  <a:lnTo>
                    <a:pt x="31153" y="1378165"/>
                  </a:lnTo>
                  <a:lnTo>
                    <a:pt x="37426" y="1437170"/>
                  </a:lnTo>
                  <a:lnTo>
                    <a:pt x="43738" y="1492694"/>
                  </a:lnTo>
                  <a:lnTo>
                    <a:pt x="49822" y="1542707"/>
                  </a:lnTo>
                  <a:lnTo>
                    <a:pt x="55422" y="1585188"/>
                  </a:lnTo>
                  <a:lnTo>
                    <a:pt x="60286" y="1618081"/>
                  </a:lnTo>
                  <a:lnTo>
                    <a:pt x="64274" y="1654429"/>
                  </a:lnTo>
                  <a:lnTo>
                    <a:pt x="67691" y="1706486"/>
                  </a:lnTo>
                  <a:lnTo>
                    <a:pt x="70573" y="1768932"/>
                  </a:lnTo>
                  <a:lnTo>
                    <a:pt x="72923" y="1836483"/>
                  </a:lnTo>
                  <a:lnTo>
                    <a:pt x="74803" y="1903857"/>
                  </a:lnTo>
                  <a:lnTo>
                    <a:pt x="76212" y="1965744"/>
                  </a:lnTo>
                  <a:lnTo>
                    <a:pt x="77952" y="2065566"/>
                  </a:lnTo>
                  <a:lnTo>
                    <a:pt x="119862" y="2065032"/>
                  </a:lnTo>
                  <a:close/>
                </a:path>
                <a:path w="229869" h="2065654">
                  <a:moveTo>
                    <a:pt x="229870" y="127"/>
                  </a:moveTo>
                  <a:lnTo>
                    <a:pt x="187960" y="0"/>
                  </a:lnTo>
                  <a:lnTo>
                    <a:pt x="183921" y="695579"/>
                  </a:lnTo>
                  <a:lnTo>
                    <a:pt x="181876" y="891133"/>
                  </a:lnTo>
                  <a:lnTo>
                    <a:pt x="180238" y="1002182"/>
                  </a:lnTo>
                  <a:lnTo>
                    <a:pt x="178384" y="1089380"/>
                  </a:lnTo>
                  <a:lnTo>
                    <a:pt x="176301" y="1145578"/>
                  </a:lnTo>
                  <a:lnTo>
                    <a:pt x="169037" y="1275092"/>
                  </a:lnTo>
                  <a:lnTo>
                    <a:pt x="162255" y="1390154"/>
                  </a:lnTo>
                  <a:lnTo>
                    <a:pt x="158648" y="1445755"/>
                  </a:lnTo>
                  <a:lnTo>
                    <a:pt x="154889" y="1497774"/>
                  </a:lnTo>
                  <a:lnTo>
                    <a:pt x="151003" y="1544459"/>
                  </a:lnTo>
                  <a:lnTo>
                    <a:pt x="147002" y="1584096"/>
                  </a:lnTo>
                  <a:lnTo>
                    <a:pt x="142900" y="1614944"/>
                  </a:lnTo>
                  <a:lnTo>
                    <a:pt x="138798" y="1651812"/>
                  </a:lnTo>
                  <a:lnTo>
                    <a:pt x="135343" y="1703590"/>
                  </a:lnTo>
                  <a:lnTo>
                    <a:pt x="132499" y="1765312"/>
                  </a:lnTo>
                  <a:lnTo>
                    <a:pt x="130213" y="1831987"/>
                  </a:lnTo>
                  <a:lnTo>
                    <a:pt x="128435" y="1898624"/>
                  </a:lnTo>
                  <a:lnTo>
                    <a:pt x="127114" y="1960232"/>
                  </a:lnTo>
                  <a:lnTo>
                    <a:pt x="125488" y="2065070"/>
                  </a:lnTo>
                  <a:lnTo>
                    <a:pt x="167411" y="2065528"/>
                  </a:lnTo>
                  <a:lnTo>
                    <a:pt x="168071" y="2017268"/>
                  </a:lnTo>
                  <a:lnTo>
                    <a:pt x="170230" y="1905292"/>
                  </a:lnTo>
                  <a:lnTo>
                    <a:pt x="171970" y="1838502"/>
                  </a:lnTo>
                  <a:lnTo>
                    <a:pt x="174218" y="1771497"/>
                  </a:lnTo>
                  <a:lnTo>
                    <a:pt x="176987" y="1709521"/>
                  </a:lnTo>
                  <a:lnTo>
                    <a:pt x="180327" y="1657794"/>
                  </a:lnTo>
                  <a:lnTo>
                    <a:pt x="188518" y="1589963"/>
                  </a:lnTo>
                  <a:lnTo>
                    <a:pt x="192608" y="1549654"/>
                  </a:lnTo>
                  <a:lnTo>
                    <a:pt x="196557" y="1502359"/>
                  </a:lnTo>
                  <a:lnTo>
                    <a:pt x="200367" y="1449793"/>
                  </a:lnTo>
                  <a:lnTo>
                    <a:pt x="204038" y="1393698"/>
                  </a:lnTo>
                  <a:lnTo>
                    <a:pt x="207530" y="1335798"/>
                  </a:lnTo>
                  <a:lnTo>
                    <a:pt x="218135" y="1147978"/>
                  </a:lnTo>
                  <a:lnTo>
                    <a:pt x="220243" y="1092123"/>
                  </a:lnTo>
                  <a:lnTo>
                    <a:pt x="221195" y="1052537"/>
                  </a:lnTo>
                  <a:lnTo>
                    <a:pt x="222948" y="954278"/>
                  </a:lnTo>
                  <a:lnTo>
                    <a:pt x="225158" y="771982"/>
                  </a:lnTo>
                  <a:lnTo>
                    <a:pt x="227380" y="499618"/>
                  </a:lnTo>
                  <a:lnTo>
                    <a:pt x="229870" y="127"/>
                  </a:lnTo>
                  <a:close/>
                </a:path>
              </a:pathLst>
            </a:custGeom>
            <a:solidFill>
              <a:srgbClr val="DDD9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3800836" y="9659664"/>
              <a:ext cx="33020" cy="361950"/>
            </a:xfrm>
            <a:custGeom>
              <a:avLst/>
              <a:gdLst/>
              <a:ahLst/>
              <a:cxnLst/>
              <a:rect l="l" t="t" r="r" b="b"/>
              <a:pathLst>
                <a:path w="33019" h="361950">
                  <a:moveTo>
                    <a:pt x="23977" y="347510"/>
                  </a:moveTo>
                  <a:lnTo>
                    <a:pt x="20980" y="337908"/>
                  </a:lnTo>
                  <a:lnTo>
                    <a:pt x="11988" y="333540"/>
                  </a:lnTo>
                  <a:lnTo>
                    <a:pt x="2997" y="337908"/>
                  </a:lnTo>
                  <a:lnTo>
                    <a:pt x="0" y="347510"/>
                  </a:lnTo>
                  <a:lnTo>
                    <a:pt x="2984" y="357111"/>
                  </a:lnTo>
                  <a:lnTo>
                    <a:pt x="11988" y="361480"/>
                  </a:lnTo>
                  <a:lnTo>
                    <a:pt x="20967" y="357111"/>
                  </a:lnTo>
                  <a:lnTo>
                    <a:pt x="23977" y="347510"/>
                  </a:lnTo>
                  <a:close/>
                </a:path>
                <a:path w="33019" h="361950">
                  <a:moveTo>
                    <a:pt x="32867" y="13970"/>
                  </a:moveTo>
                  <a:lnTo>
                    <a:pt x="29883" y="4368"/>
                  </a:lnTo>
                  <a:lnTo>
                    <a:pt x="20942" y="0"/>
                  </a:lnTo>
                  <a:lnTo>
                    <a:pt x="12014" y="4368"/>
                  </a:lnTo>
                  <a:lnTo>
                    <a:pt x="9029" y="13970"/>
                  </a:lnTo>
                  <a:lnTo>
                    <a:pt x="12014" y="23571"/>
                  </a:lnTo>
                  <a:lnTo>
                    <a:pt x="20942" y="27940"/>
                  </a:lnTo>
                  <a:lnTo>
                    <a:pt x="29883" y="23571"/>
                  </a:lnTo>
                  <a:lnTo>
                    <a:pt x="32867" y="13970"/>
                  </a:lnTo>
                  <a:close/>
                </a:path>
              </a:pathLst>
            </a:custGeom>
            <a:solidFill>
              <a:srgbClr val="D3D0C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38036" y="10226584"/>
              <a:ext cx="68680" cy="124204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3617171" y="7891698"/>
              <a:ext cx="288925" cy="125730"/>
            </a:xfrm>
            <a:custGeom>
              <a:avLst/>
              <a:gdLst/>
              <a:ahLst/>
              <a:cxnLst/>
              <a:rect l="l" t="t" r="r" b="b"/>
              <a:pathLst>
                <a:path w="288925" h="125729">
                  <a:moveTo>
                    <a:pt x="254041" y="0"/>
                  </a:moveTo>
                  <a:lnTo>
                    <a:pt x="225524" y="8007"/>
                  </a:lnTo>
                  <a:lnTo>
                    <a:pt x="206417" y="22952"/>
                  </a:lnTo>
                  <a:lnTo>
                    <a:pt x="181773" y="37842"/>
                  </a:lnTo>
                  <a:lnTo>
                    <a:pt x="148130" y="45376"/>
                  </a:lnTo>
                  <a:lnTo>
                    <a:pt x="102029" y="38251"/>
                  </a:lnTo>
                  <a:lnTo>
                    <a:pt x="40011" y="9169"/>
                  </a:lnTo>
                  <a:lnTo>
                    <a:pt x="21313" y="3055"/>
                  </a:lnTo>
                  <a:lnTo>
                    <a:pt x="7367" y="8293"/>
                  </a:lnTo>
                  <a:lnTo>
                    <a:pt x="0" y="23574"/>
                  </a:lnTo>
                  <a:lnTo>
                    <a:pt x="1038" y="47587"/>
                  </a:lnTo>
                  <a:lnTo>
                    <a:pt x="7358" y="63939"/>
                  </a:lnTo>
                  <a:lnTo>
                    <a:pt x="15781" y="76027"/>
                  </a:lnTo>
                  <a:lnTo>
                    <a:pt x="24094" y="93394"/>
                  </a:lnTo>
                  <a:lnTo>
                    <a:pt x="30084" y="125584"/>
                  </a:lnTo>
                  <a:lnTo>
                    <a:pt x="259837" y="125584"/>
                  </a:lnTo>
                  <a:lnTo>
                    <a:pt x="261080" y="104378"/>
                  </a:lnTo>
                  <a:lnTo>
                    <a:pt x="263931" y="90422"/>
                  </a:lnTo>
                  <a:lnTo>
                    <a:pt x="270583" y="77516"/>
                  </a:lnTo>
                  <a:lnTo>
                    <a:pt x="283229" y="59461"/>
                  </a:lnTo>
                  <a:lnTo>
                    <a:pt x="288896" y="34720"/>
                  </a:lnTo>
                  <a:lnTo>
                    <a:pt x="277166" y="11902"/>
                  </a:lnTo>
                  <a:lnTo>
                    <a:pt x="254041" y="0"/>
                  </a:lnTo>
                  <a:close/>
                </a:path>
              </a:pathLst>
            </a:custGeom>
            <a:solidFill>
              <a:srgbClr val="2F2D2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3851360" y="8864506"/>
              <a:ext cx="26034" cy="27940"/>
            </a:xfrm>
            <a:custGeom>
              <a:avLst/>
              <a:gdLst/>
              <a:ahLst/>
              <a:cxnLst/>
              <a:rect l="l" t="t" r="r" b="b"/>
              <a:pathLst>
                <a:path w="26034" h="27940">
                  <a:moveTo>
                    <a:pt x="12781" y="0"/>
                  </a:moveTo>
                  <a:lnTo>
                    <a:pt x="3199" y="4365"/>
                  </a:lnTo>
                  <a:lnTo>
                    <a:pt x="0" y="13968"/>
                  </a:lnTo>
                  <a:lnTo>
                    <a:pt x="3190" y="23571"/>
                  </a:lnTo>
                  <a:lnTo>
                    <a:pt x="12781" y="27936"/>
                  </a:lnTo>
                  <a:lnTo>
                    <a:pt x="22362" y="23571"/>
                  </a:lnTo>
                  <a:lnTo>
                    <a:pt x="25562" y="13968"/>
                  </a:lnTo>
                  <a:lnTo>
                    <a:pt x="22371" y="4365"/>
                  </a:lnTo>
                  <a:lnTo>
                    <a:pt x="12781" y="0"/>
                  </a:lnTo>
                  <a:close/>
                </a:path>
              </a:pathLst>
            </a:custGeom>
            <a:solidFill>
              <a:srgbClr val="D3D0C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15374356" y="7930790"/>
            <a:ext cx="415290" cy="2428240"/>
            <a:chOff x="15374356" y="7930790"/>
            <a:chExt cx="415290" cy="2428240"/>
          </a:xfrm>
        </p:grpSpPr>
        <p:pic>
          <p:nvPicPr>
            <p:cNvPr id="27" name="object 2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596336" y="10240041"/>
              <a:ext cx="86249" cy="118402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5617844" y="8692039"/>
              <a:ext cx="46990" cy="1571625"/>
            </a:xfrm>
            <a:custGeom>
              <a:avLst/>
              <a:gdLst/>
              <a:ahLst/>
              <a:cxnLst/>
              <a:rect l="l" t="t" r="r" b="b"/>
              <a:pathLst>
                <a:path w="46990" h="1571625">
                  <a:moveTo>
                    <a:pt x="23193" y="0"/>
                  </a:moveTo>
                  <a:lnTo>
                    <a:pt x="14166" y="1823"/>
                  </a:lnTo>
                  <a:lnTo>
                    <a:pt x="6794" y="6794"/>
                  </a:lnTo>
                  <a:lnTo>
                    <a:pt x="1823" y="14166"/>
                  </a:lnTo>
                  <a:lnTo>
                    <a:pt x="0" y="23193"/>
                  </a:lnTo>
                  <a:lnTo>
                    <a:pt x="0" y="1548099"/>
                  </a:lnTo>
                  <a:lnTo>
                    <a:pt x="1823" y="1557125"/>
                  </a:lnTo>
                  <a:lnTo>
                    <a:pt x="6794" y="1564498"/>
                  </a:lnTo>
                  <a:lnTo>
                    <a:pt x="14166" y="1569469"/>
                  </a:lnTo>
                  <a:lnTo>
                    <a:pt x="23193" y="1571292"/>
                  </a:lnTo>
                  <a:lnTo>
                    <a:pt x="32219" y="1569469"/>
                  </a:lnTo>
                  <a:lnTo>
                    <a:pt x="39591" y="1564498"/>
                  </a:lnTo>
                  <a:lnTo>
                    <a:pt x="44562" y="1557125"/>
                  </a:lnTo>
                  <a:lnTo>
                    <a:pt x="46386" y="1548099"/>
                  </a:lnTo>
                  <a:lnTo>
                    <a:pt x="46386" y="23193"/>
                  </a:lnTo>
                  <a:lnTo>
                    <a:pt x="44562" y="14166"/>
                  </a:lnTo>
                  <a:lnTo>
                    <a:pt x="39591" y="6794"/>
                  </a:lnTo>
                  <a:lnTo>
                    <a:pt x="32219" y="1823"/>
                  </a:lnTo>
                  <a:lnTo>
                    <a:pt x="23193" y="0"/>
                  </a:lnTo>
                  <a:close/>
                </a:path>
              </a:pathLst>
            </a:custGeom>
            <a:solidFill>
              <a:srgbClr val="E4E1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5376838" y="7930790"/>
              <a:ext cx="412750" cy="815340"/>
            </a:xfrm>
            <a:custGeom>
              <a:avLst/>
              <a:gdLst/>
              <a:ahLst/>
              <a:cxnLst/>
              <a:rect l="l" t="t" r="r" b="b"/>
              <a:pathLst>
                <a:path w="412750" h="815340">
                  <a:moveTo>
                    <a:pt x="363133" y="0"/>
                  </a:moveTo>
                  <a:lnTo>
                    <a:pt x="349752" y="11975"/>
                  </a:lnTo>
                  <a:lnTo>
                    <a:pt x="336182" y="39158"/>
                  </a:lnTo>
                  <a:lnTo>
                    <a:pt x="313468" y="58450"/>
                  </a:lnTo>
                  <a:lnTo>
                    <a:pt x="279478" y="54371"/>
                  </a:lnTo>
                  <a:lnTo>
                    <a:pt x="239781" y="38329"/>
                  </a:lnTo>
                  <a:lnTo>
                    <a:pt x="199945" y="21734"/>
                  </a:lnTo>
                  <a:lnTo>
                    <a:pt x="170776" y="16902"/>
                  </a:lnTo>
                  <a:lnTo>
                    <a:pt x="155739" y="26628"/>
                  </a:lnTo>
                  <a:lnTo>
                    <a:pt x="149397" y="48046"/>
                  </a:lnTo>
                  <a:lnTo>
                    <a:pt x="146314" y="78288"/>
                  </a:lnTo>
                  <a:lnTo>
                    <a:pt x="145795" y="107027"/>
                  </a:lnTo>
                  <a:lnTo>
                    <a:pt x="154108" y="128839"/>
                  </a:lnTo>
                  <a:lnTo>
                    <a:pt x="176280" y="148203"/>
                  </a:lnTo>
                  <a:lnTo>
                    <a:pt x="217338" y="169604"/>
                  </a:lnTo>
                  <a:lnTo>
                    <a:pt x="256855" y="190619"/>
                  </a:lnTo>
                  <a:lnTo>
                    <a:pt x="274768" y="213810"/>
                  </a:lnTo>
                  <a:lnTo>
                    <a:pt x="276649" y="251132"/>
                  </a:lnTo>
                  <a:lnTo>
                    <a:pt x="268069" y="314542"/>
                  </a:lnTo>
                  <a:lnTo>
                    <a:pt x="258767" y="371873"/>
                  </a:lnTo>
                  <a:lnTo>
                    <a:pt x="247291" y="432584"/>
                  </a:lnTo>
                  <a:lnTo>
                    <a:pt x="234366" y="490639"/>
                  </a:lnTo>
                  <a:lnTo>
                    <a:pt x="220717" y="539998"/>
                  </a:lnTo>
                  <a:lnTo>
                    <a:pt x="194145" y="588471"/>
                  </a:lnTo>
                  <a:lnTo>
                    <a:pt x="159179" y="586577"/>
                  </a:lnTo>
                  <a:lnTo>
                    <a:pt x="105191" y="579473"/>
                  </a:lnTo>
                  <a:lnTo>
                    <a:pt x="23846" y="567215"/>
                  </a:lnTo>
                  <a:lnTo>
                    <a:pt x="10976" y="576248"/>
                  </a:lnTo>
                  <a:lnTo>
                    <a:pt x="52" y="599280"/>
                  </a:lnTo>
                  <a:lnTo>
                    <a:pt x="0" y="626933"/>
                  </a:lnTo>
                  <a:lnTo>
                    <a:pt x="19742" y="649830"/>
                  </a:lnTo>
                  <a:lnTo>
                    <a:pt x="65650" y="664200"/>
                  </a:lnTo>
                  <a:lnTo>
                    <a:pt x="125783" y="673861"/>
                  </a:lnTo>
                  <a:lnTo>
                    <a:pt x="181569" y="680805"/>
                  </a:lnTo>
                  <a:lnTo>
                    <a:pt x="214437" y="687023"/>
                  </a:lnTo>
                  <a:lnTo>
                    <a:pt x="225603" y="708698"/>
                  </a:lnTo>
                  <a:lnTo>
                    <a:pt x="230926" y="748443"/>
                  </a:lnTo>
                  <a:lnTo>
                    <a:pt x="233803" y="787917"/>
                  </a:lnTo>
                  <a:lnTo>
                    <a:pt x="237630" y="808779"/>
                  </a:lnTo>
                  <a:lnTo>
                    <a:pt x="249269" y="813262"/>
                  </a:lnTo>
                  <a:lnTo>
                    <a:pt x="268789" y="815301"/>
                  </a:lnTo>
                  <a:lnTo>
                    <a:pt x="289396" y="814078"/>
                  </a:lnTo>
                  <a:lnTo>
                    <a:pt x="304298" y="808779"/>
                  </a:lnTo>
                  <a:lnTo>
                    <a:pt x="310572" y="781534"/>
                  </a:lnTo>
                  <a:lnTo>
                    <a:pt x="312089" y="726706"/>
                  </a:lnTo>
                  <a:lnTo>
                    <a:pt x="312247" y="661825"/>
                  </a:lnTo>
                  <a:lnTo>
                    <a:pt x="314445" y="604418"/>
                  </a:lnTo>
                  <a:lnTo>
                    <a:pt x="322236" y="524948"/>
                  </a:lnTo>
                  <a:lnTo>
                    <a:pt x="328305" y="468390"/>
                  </a:lnTo>
                  <a:lnTo>
                    <a:pt x="335461" y="406754"/>
                  </a:lnTo>
                  <a:lnTo>
                    <a:pt x="343432" y="344643"/>
                  </a:lnTo>
                  <a:lnTo>
                    <a:pt x="351947" y="286660"/>
                  </a:lnTo>
                  <a:lnTo>
                    <a:pt x="360734" y="237407"/>
                  </a:lnTo>
                  <a:lnTo>
                    <a:pt x="387748" y="144138"/>
                  </a:lnTo>
                  <a:lnTo>
                    <a:pt x="403935" y="89010"/>
                  </a:lnTo>
                  <a:lnTo>
                    <a:pt x="412531" y="45183"/>
                  </a:lnTo>
                  <a:lnTo>
                    <a:pt x="407981" y="21734"/>
                  </a:lnTo>
                  <a:lnTo>
                    <a:pt x="380988" y="3247"/>
                  </a:lnTo>
                  <a:lnTo>
                    <a:pt x="363133" y="0"/>
                  </a:lnTo>
                  <a:close/>
                </a:path>
              </a:pathLst>
            </a:custGeom>
            <a:solidFill>
              <a:srgbClr val="2524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709465" y="7930790"/>
              <a:ext cx="79904" cy="201488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5374354" y="8498007"/>
              <a:ext cx="278130" cy="1513840"/>
            </a:xfrm>
            <a:custGeom>
              <a:avLst/>
              <a:gdLst/>
              <a:ahLst/>
              <a:cxnLst/>
              <a:rect l="l" t="t" r="r" b="b"/>
              <a:pathLst>
                <a:path w="278130" h="1513840">
                  <a:moveTo>
                    <a:pt x="52654" y="41313"/>
                  </a:moveTo>
                  <a:lnTo>
                    <a:pt x="50584" y="25234"/>
                  </a:lnTo>
                  <a:lnTo>
                    <a:pt x="44945" y="12103"/>
                  </a:lnTo>
                  <a:lnTo>
                    <a:pt x="36576" y="3251"/>
                  </a:lnTo>
                  <a:lnTo>
                    <a:pt x="26327" y="0"/>
                  </a:lnTo>
                  <a:lnTo>
                    <a:pt x="16078" y="3251"/>
                  </a:lnTo>
                  <a:lnTo>
                    <a:pt x="7708" y="12103"/>
                  </a:lnTo>
                  <a:lnTo>
                    <a:pt x="2070" y="25234"/>
                  </a:lnTo>
                  <a:lnTo>
                    <a:pt x="0" y="41313"/>
                  </a:lnTo>
                  <a:lnTo>
                    <a:pt x="2070" y="57391"/>
                  </a:lnTo>
                  <a:lnTo>
                    <a:pt x="7708" y="70523"/>
                  </a:lnTo>
                  <a:lnTo>
                    <a:pt x="16078" y="79375"/>
                  </a:lnTo>
                  <a:lnTo>
                    <a:pt x="26327" y="82613"/>
                  </a:lnTo>
                  <a:lnTo>
                    <a:pt x="36576" y="79375"/>
                  </a:lnTo>
                  <a:lnTo>
                    <a:pt x="44945" y="70523"/>
                  </a:lnTo>
                  <a:lnTo>
                    <a:pt x="50584" y="57391"/>
                  </a:lnTo>
                  <a:lnTo>
                    <a:pt x="52654" y="41313"/>
                  </a:lnTo>
                  <a:close/>
                </a:path>
                <a:path w="278130" h="1513840">
                  <a:moveTo>
                    <a:pt x="277787" y="1470139"/>
                  </a:moveTo>
                  <a:lnTo>
                    <a:pt x="273723" y="1470736"/>
                  </a:lnTo>
                  <a:lnTo>
                    <a:pt x="264083" y="1469415"/>
                  </a:lnTo>
                  <a:lnTo>
                    <a:pt x="252717" y="1464843"/>
                  </a:lnTo>
                  <a:lnTo>
                    <a:pt x="243484" y="1455648"/>
                  </a:lnTo>
                  <a:lnTo>
                    <a:pt x="240499" y="1466405"/>
                  </a:lnTo>
                  <a:lnTo>
                    <a:pt x="239496" y="1474609"/>
                  </a:lnTo>
                  <a:lnTo>
                    <a:pt x="240499" y="1484464"/>
                  </a:lnTo>
                  <a:lnTo>
                    <a:pt x="243484" y="1500098"/>
                  </a:lnTo>
                  <a:lnTo>
                    <a:pt x="250278" y="1508442"/>
                  </a:lnTo>
                  <a:lnTo>
                    <a:pt x="256108" y="1512481"/>
                  </a:lnTo>
                  <a:lnTo>
                    <a:pt x="264210" y="1513344"/>
                  </a:lnTo>
                  <a:lnTo>
                    <a:pt x="277787" y="1512176"/>
                  </a:lnTo>
                  <a:lnTo>
                    <a:pt x="277787" y="1470139"/>
                  </a:lnTo>
                  <a:close/>
                </a:path>
                <a:path w="278130" h="1513840">
                  <a:moveTo>
                    <a:pt x="277787" y="921321"/>
                  </a:moveTo>
                  <a:lnTo>
                    <a:pt x="273723" y="921905"/>
                  </a:lnTo>
                  <a:lnTo>
                    <a:pt x="264083" y="920584"/>
                  </a:lnTo>
                  <a:lnTo>
                    <a:pt x="252717" y="916012"/>
                  </a:lnTo>
                  <a:lnTo>
                    <a:pt x="243484" y="906830"/>
                  </a:lnTo>
                  <a:lnTo>
                    <a:pt x="240499" y="917575"/>
                  </a:lnTo>
                  <a:lnTo>
                    <a:pt x="239496" y="925791"/>
                  </a:lnTo>
                  <a:lnTo>
                    <a:pt x="240499" y="935634"/>
                  </a:lnTo>
                  <a:lnTo>
                    <a:pt x="243484" y="951280"/>
                  </a:lnTo>
                  <a:lnTo>
                    <a:pt x="250278" y="959612"/>
                  </a:lnTo>
                  <a:lnTo>
                    <a:pt x="256108" y="963650"/>
                  </a:lnTo>
                  <a:lnTo>
                    <a:pt x="264210" y="964514"/>
                  </a:lnTo>
                  <a:lnTo>
                    <a:pt x="277787" y="963345"/>
                  </a:lnTo>
                  <a:lnTo>
                    <a:pt x="277787" y="921321"/>
                  </a:lnTo>
                  <a:close/>
                </a:path>
              </a:pathLst>
            </a:custGeom>
            <a:solidFill>
              <a:srgbClr val="4F4B4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14841083" y="7947689"/>
            <a:ext cx="379730" cy="2411095"/>
            <a:chOff x="14841083" y="7947689"/>
            <a:chExt cx="379730" cy="2411095"/>
          </a:xfrm>
        </p:grpSpPr>
        <p:pic>
          <p:nvPicPr>
            <p:cNvPr id="33" name="object 3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054866" y="10240041"/>
              <a:ext cx="86249" cy="118402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5076374" y="8692040"/>
              <a:ext cx="46990" cy="1571625"/>
            </a:xfrm>
            <a:custGeom>
              <a:avLst/>
              <a:gdLst/>
              <a:ahLst/>
              <a:cxnLst/>
              <a:rect l="l" t="t" r="r" b="b"/>
              <a:pathLst>
                <a:path w="46990" h="1571625">
                  <a:moveTo>
                    <a:pt x="23193" y="0"/>
                  </a:moveTo>
                  <a:lnTo>
                    <a:pt x="14166" y="1823"/>
                  </a:lnTo>
                  <a:lnTo>
                    <a:pt x="6794" y="6794"/>
                  </a:lnTo>
                  <a:lnTo>
                    <a:pt x="1823" y="14166"/>
                  </a:lnTo>
                  <a:lnTo>
                    <a:pt x="0" y="23193"/>
                  </a:lnTo>
                  <a:lnTo>
                    <a:pt x="0" y="1548099"/>
                  </a:lnTo>
                  <a:lnTo>
                    <a:pt x="1823" y="1557125"/>
                  </a:lnTo>
                  <a:lnTo>
                    <a:pt x="6794" y="1564498"/>
                  </a:lnTo>
                  <a:lnTo>
                    <a:pt x="14166" y="1569469"/>
                  </a:lnTo>
                  <a:lnTo>
                    <a:pt x="23193" y="1571292"/>
                  </a:lnTo>
                  <a:lnTo>
                    <a:pt x="32219" y="1569469"/>
                  </a:lnTo>
                  <a:lnTo>
                    <a:pt x="39591" y="1564498"/>
                  </a:lnTo>
                  <a:lnTo>
                    <a:pt x="44562" y="1557125"/>
                  </a:lnTo>
                  <a:lnTo>
                    <a:pt x="46386" y="1548099"/>
                  </a:lnTo>
                  <a:lnTo>
                    <a:pt x="46386" y="23193"/>
                  </a:lnTo>
                  <a:lnTo>
                    <a:pt x="44562" y="14166"/>
                  </a:lnTo>
                  <a:lnTo>
                    <a:pt x="39591" y="6794"/>
                  </a:lnTo>
                  <a:lnTo>
                    <a:pt x="32219" y="1823"/>
                  </a:lnTo>
                  <a:lnTo>
                    <a:pt x="23193" y="0"/>
                  </a:lnTo>
                  <a:close/>
                </a:path>
              </a:pathLst>
            </a:custGeom>
            <a:solidFill>
              <a:srgbClr val="E4E1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4841083" y="7947689"/>
              <a:ext cx="379730" cy="798830"/>
            </a:xfrm>
            <a:custGeom>
              <a:avLst/>
              <a:gdLst/>
              <a:ahLst/>
              <a:cxnLst/>
              <a:rect l="l" t="t" r="r" b="b"/>
              <a:pathLst>
                <a:path w="379730" h="798829">
                  <a:moveTo>
                    <a:pt x="165061" y="0"/>
                  </a:moveTo>
                  <a:lnTo>
                    <a:pt x="150025" y="9729"/>
                  </a:lnTo>
                  <a:lnTo>
                    <a:pt x="143684" y="31151"/>
                  </a:lnTo>
                  <a:lnTo>
                    <a:pt x="140605" y="61394"/>
                  </a:lnTo>
                  <a:lnTo>
                    <a:pt x="140080" y="90132"/>
                  </a:lnTo>
                  <a:lnTo>
                    <a:pt x="148390" y="111940"/>
                  </a:lnTo>
                  <a:lnTo>
                    <a:pt x="170561" y="131301"/>
                  </a:lnTo>
                  <a:lnTo>
                    <a:pt x="211619" y="152700"/>
                  </a:lnTo>
                  <a:lnTo>
                    <a:pt x="251137" y="173720"/>
                  </a:lnTo>
                  <a:lnTo>
                    <a:pt x="269053" y="196910"/>
                  </a:lnTo>
                  <a:lnTo>
                    <a:pt x="270934" y="234229"/>
                  </a:lnTo>
                  <a:lnTo>
                    <a:pt x="262350" y="297638"/>
                  </a:lnTo>
                  <a:lnTo>
                    <a:pt x="253049" y="354969"/>
                  </a:lnTo>
                  <a:lnTo>
                    <a:pt x="241575" y="415683"/>
                  </a:lnTo>
                  <a:lnTo>
                    <a:pt x="228652" y="473739"/>
                  </a:lnTo>
                  <a:lnTo>
                    <a:pt x="215005" y="523098"/>
                  </a:lnTo>
                  <a:lnTo>
                    <a:pt x="188436" y="571567"/>
                  </a:lnTo>
                  <a:lnTo>
                    <a:pt x="152311" y="569674"/>
                  </a:lnTo>
                  <a:lnTo>
                    <a:pt x="95782" y="562573"/>
                  </a:lnTo>
                  <a:lnTo>
                    <a:pt x="10745" y="550311"/>
                  </a:lnTo>
                  <a:lnTo>
                    <a:pt x="2700" y="562135"/>
                  </a:lnTo>
                  <a:lnTo>
                    <a:pt x="0" y="589809"/>
                  </a:lnTo>
                  <a:lnTo>
                    <a:pt x="2187" y="618388"/>
                  </a:lnTo>
                  <a:lnTo>
                    <a:pt x="8808" y="632926"/>
                  </a:lnTo>
                  <a:lnTo>
                    <a:pt x="57145" y="643347"/>
                  </a:lnTo>
                  <a:lnTo>
                    <a:pt x="175577" y="662589"/>
                  </a:lnTo>
                  <a:lnTo>
                    <a:pt x="208718" y="670129"/>
                  </a:lnTo>
                  <a:lnTo>
                    <a:pt x="219884" y="691800"/>
                  </a:lnTo>
                  <a:lnTo>
                    <a:pt x="225207" y="731544"/>
                  </a:lnTo>
                  <a:lnTo>
                    <a:pt x="228084" y="771017"/>
                  </a:lnTo>
                  <a:lnTo>
                    <a:pt x="231911" y="791874"/>
                  </a:lnTo>
                  <a:lnTo>
                    <a:pt x="243552" y="796358"/>
                  </a:lnTo>
                  <a:lnTo>
                    <a:pt x="263074" y="798396"/>
                  </a:lnTo>
                  <a:lnTo>
                    <a:pt x="283682" y="797174"/>
                  </a:lnTo>
                  <a:lnTo>
                    <a:pt x="298579" y="791874"/>
                  </a:lnTo>
                  <a:lnTo>
                    <a:pt x="304855" y="764630"/>
                  </a:lnTo>
                  <a:lnTo>
                    <a:pt x="306374" y="709802"/>
                  </a:lnTo>
                  <a:lnTo>
                    <a:pt x="306532" y="644921"/>
                  </a:lnTo>
                  <a:lnTo>
                    <a:pt x="308726" y="587514"/>
                  </a:lnTo>
                  <a:lnTo>
                    <a:pt x="316519" y="508050"/>
                  </a:lnTo>
                  <a:lnTo>
                    <a:pt x="322589" y="451494"/>
                  </a:lnTo>
                  <a:lnTo>
                    <a:pt x="329746" y="389859"/>
                  </a:lnTo>
                  <a:lnTo>
                    <a:pt x="337718" y="327749"/>
                  </a:lnTo>
                  <a:lnTo>
                    <a:pt x="346232" y="269766"/>
                  </a:lnTo>
                  <a:lnTo>
                    <a:pt x="355018" y="220513"/>
                  </a:lnTo>
                  <a:lnTo>
                    <a:pt x="376074" y="140454"/>
                  </a:lnTo>
                  <a:lnTo>
                    <a:pt x="379159" y="114399"/>
                  </a:lnTo>
                  <a:lnTo>
                    <a:pt x="326104" y="63962"/>
                  </a:lnTo>
                  <a:lnTo>
                    <a:pt x="281653" y="40604"/>
                  </a:lnTo>
                  <a:lnTo>
                    <a:pt x="235970" y="20506"/>
                  </a:lnTo>
                  <a:lnTo>
                    <a:pt x="194227" y="4830"/>
                  </a:lnTo>
                  <a:lnTo>
                    <a:pt x="165061" y="0"/>
                  </a:lnTo>
                  <a:close/>
                </a:path>
              </a:pathLst>
            </a:custGeom>
            <a:solidFill>
              <a:srgbClr val="25242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841373" y="8498007"/>
              <a:ext cx="289560" cy="1513840"/>
            </a:xfrm>
            <a:custGeom>
              <a:avLst/>
              <a:gdLst/>
              <a:ahLst/>
              <a:cxnLst/>
              <a:rect l="l" t="t" r="r" b="b"/>
              <a:pathLst>
                <a:path w="289559" h="1513840">
                  <a:moveTo>
                    <a:pt x="17005" y="41313"/>
                  </a:moveTo>
                  <a:lnTo>
                    <a:pt x="16344" y="25234"/>
                  </a:lnTo>
                  <a:lnTo>
                    <a:pt x="14516" y="12103"/>
                  </a:lnTo>
                  <a:lnTo>
                    <a:pt x="11811" y="3251"/>
                  </a:lnTo>
                  <a:lnTo>
                    <a:pt x="8509" y="0"/>
                  </a:lnTo>
                  <a:lnTo>
                    <a:pt x="5207" y="3251"/>
                  </a:lnTo>
                  <a:lnTo>
                    <a:pt x="2501" y="12103"/>
                  </a:lnTo>
                  <a:lnTo>
                    <a:pt x="673" y="25234"/>
                  </a:lnTo>
                  <a:lnTo>
                    <a:pt x="0" y="41313"/>
                  </a:lnTo>
                  <a:lnTo>
                    <a:pt x="673" y="57391"/>
                  </a:lnTo>
                  <a:lnTo>
                    <a:pt x="2501" y="70523"/>
                  </a:lnTo>
                  <a:lnTo>
                    <a:pt x="5207" y="79375"/>
                  </a:lnTo>
                  <a:lnTo>
                    <a:pt x="8509" y="82613"/>
                  </a:lnTo>
                  <a:lnTo>
                    <a:pt x="11811" y="79375"/>
                  </a:lnTo>
                  <a:lnTo>
                    <a:pt x="14516" y="70523"/>
                  </a:lnTo>
                  <a:lnTo>
                    <a:pt x="16344" y="57391"/>
                  </a:lnTo>
                  <a:lnTo>
                    <a:pt x="17005" y="41313"/>
                  </a:lnTo>
                  <a:close/>
                </a:path>
                <a:path w="289559" h="1513840">
                  <a:moveTo>
                    <a:pt x="289255" y="1474609"/>
                  </a:moveTo>
                  <a:lnTo>
                    <a:pt x="288264" y="1466405"/>
                  </a:lnTo>
                  <a:lnTo>
                    <a:pt x="285267" y="1455648"/>
                  </a:lnTo>
                  <a:lnTo>
                    <a:pt x="276047" y="1464843"/>
                  </a:lnTo>
                  <a:lnTo>
                    <a:pt x="264680" y="1469415"/>
                  </a:lnTo>
                  <a:lnTo>
                    <a:pt x="255041" y="1470736"/>
                  </a:lnTo>
                  <a:lnTo>
                    <a:pt x="250964" y="1470139"/>
                  </a:lnTo>
                  <a:lnTo>
                    <a:pt x="250964" y="1512176"/>
                  </a:lnTo>
                  <a:lnTo>
                    <a:pt x="264553" y="1513344"/>
                  </a:lnTo>
                  <a:lnTo>
                    <a:pt x="272656" y="1512481"/>
                  </a:lnTo>
                  <a:lnTo>
                    <a:pt x="278485" y="1508442"/>
                  </a:lnTo>
                  <a:lnTo>
                    <a:pt x="285267" y="1500098"/>
                  </a:lnTo>
                  <a:lnTo>
                    <a:pt x="288264" y="1484464"/>
                  </a:lnTo>
                  <a:lnTo>
                    <a:pt x="289255" y="1474609"/>
                  </a:lnTo>
                  <a:close/>
                </a:path>
                <a:path w="289559" h="1513840">
                  <a:moveTo>
                    <a:pt x="289255" y="925791"/>
                  </a:moveTo>
                  <a:lnTo>
                    <a:pt x="288264" y="917575"/>
                  </a:lnTo>
                  <a:lnTo>
                    <a:pt x="285267" y="906830"/>
                  </a:lnTo>
                  <a:lnTo>
                    <a:pt x="276047" y="916012"/>
                  </a:lnTo>
                  <a:lnTo>
                    <a:pt x="264680" y="920584"/>
                  </a:lnTo>
                  <a:lnTo>
                    <a:pt x="255041" y="921905"/>
                  </a:lnTo>
                  <a:lnTo>
                    <a:pt x="250964" y="921321"/>
                  </a:lnTo>
                  <a:lnTo>
                    <a:pt x="250964" y="963345"/>
                  </a:lnTo>
                  <a:lnTo>
                    <a:pt x="264553" y="964514"/>
                  </a:lnTo>
                  <a:lnTo>
                    <a:pt x="272656" y="963650"/>
                  </a:lnTo>
                  <a:lnTo>
                    <a:pt x="278485" y="959612"/>
                  </a:lnTo>
                  <a:lnTo>
                    <a:pt x="285267" y="951280"/>
                  </a:lnTo>
                  <a:lnTo>
                    <a:pt x="288264" y="935634"/>
                  </a:lnTo>
                  <a:lnTo>
                    <a:pt x="289255" y="925791"/>
                  </a:lnTo>
                  <a:close/>
                </a:path>
              </a:pathLst>
            </a:custGeom>
            <a:solidFill>
              <a:srgbClr val="4F4B4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14409390" y="7908233"/>
            <a:ext cx="181610" cy="2443480"/>
            <a:chOff x="14409390" y="7908233"/>
            <a:chExt cx="181610" cy="2443480"/>
          </a:xfrm>
        </p:grpSpPr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458579" y="10231110"/>
              <a:ext cx="87468" cy="12006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14480392" y="8661281"/>
              <a:ext cx="47625" cy="1593850"/>
            </a:xfrm>
            <a:custGeom>
              <a:avLst/>
              <a:gdLst/>
              <a:ahLst/>
              <a:cxnLst/>
              <a:rect l="l" t="t" r="r" b="b"/>
              <a:pathLst>
                <a:path w="47625" h="1593850">
                  <a:moveTo>
                    <a:pt x="23517" y="0"/>
                  </a:moveTo>
                  <a:lnTo>
                    <a:pt x="14365" y="1848"/>
                  </a:lnTo>
                  <a:lnTo>
                    <a:pt x="6889" y="6889"/>
                  </a:lnTo>
                  <a:lnTo>
                    <a:pt x="1848" y="14365"/>
                  </a:lnTo>
                  <a:lnTo>
                    <a:pt x="0" y="23517"/>
                  </a:lnTo>
                  <a:lnTo>
                    <a:pt x="0" y="1569931"/>
                  </a:lnTo>
                  <a:lnTo>
                    <a:pt x="1848" y="1579083"/>
                  </a:lnTo>
                  <a:lnTo>
                    <a:pt x="6889" y="1586559"/>
                  </a:lnTo>
                  <a:lnTo>
                    <a:pt x="14365" y="1591600"/>
                  </a:lnTo>
                  <a:lnTo>
                    <a:pt x="23517" y="1593448"/>
                  </a:lnTo>
                  <a:lnTo>
                    <a:pt x="32669" y="1591600"/>
                  </a:lnTo>
                  <a:lnTo>
                    <a:pt x="40145" y="1586559"/>
                  </a:lnTo>
                  <a:lnTo>
                    <a:pt x="45186" y="1579083"/>
                  </a:lnTo>
                  <a:lnTo>
                    <a:pt x="47035" y="1569931"/>
                  </a:lnTo>
                  <a:lnTo>
                    <a:pt x="47035" y="23517"/>
                  </a:lnTo>
                  <a:lnTo>
                    <a:pt x="45186" y="14365"/>
                  </a:lnTo>
                  <a:lnTo>
                    <a:pt x="40145" y="6889"/>
                  </a:lnTo>
                  <a:lnTo>
                    <a:pt x="32669" y="1848"/>
                  </a:lnTo>
                  <a:lnTo>
                    <a:pt x="23517" y="0"/>
                  </a:lnTo>
                  <a:close/>
                </a:path>
              </a:pathLst>
            </a:custGeom>
            <a:solidFill>
              <a:srgbClr val="E4E1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4409390" y="7908233"/>
              <a:ext cx="181610" cy="808990"/>
            </a:xfrm>
            <a:custGeom>
              <a:avLst/>
              <a:gdLst/>
              <a:ahLst/>
              <a:cxnLst/>
              <a:rect l="l" t="t" r="r" b="b"/>
              <a:pathLst>
                <a:path w="181609" h="808990">
                  <a:moveTo>
                    <a:pt x="24382" y="7214"/>
                  </a:moveTo>
                  <a:lnTo>
                    <a:pt x="7212" y="8046"/>
                  </a:lnTo>
                  <a:lnTo>
                    <a:pt x="308" y="28736"/>
                  </a:lnTo>
                  <a:lnTo>
                    <a:pt x="0" y="61399"/>
                  </a:lnTo>
                  <a:lnTo>
                    <a:pt x="2613" y="98154"/>
                  </a:lnTo>
                  <a:lnTo>
                    <a:pt x="5499" y="126685"/>
                  </a:lnTo>
                  <a:lnTo>
                    <a:pt x="11757" y="146585"/>
                  </a:lnTo>
                  <a:lnTo>
                    <a:pt x="25840" y="161889"/>
                  </a:lnTo>
                  <a:lnTo>
                    <a:pt x="52203" y="176633"/>
                  </a:lnTo>
                  <a:lnTo>
                    <a:pt x="53992" y="189521"/>
                  </a:lnTo>
                  <a:lnTo>
                    <a:pt x="57055" y="274679"/>
                  </a:lnTo>
                  <a:lnTo>
                    <a:pt x="58394" y="338499"/>
                  </a:lnTo>
                  <a:lnTo>
                    <a:pt x="59647" y="410847"/>
                  </a:lnTo>
                  <a:lnTo>
                    <a:pt x="62023" y="564233"/>
                  </a:lnTo>
                  <a:lnTo>
                    <a:pt x="63209" y="636821"/>
                  </a:lnTo>
                  <a:lnTo>
                    <a:pt x="64438" y="701041"/>
                  </a:lnTo>
                  <a:lnTo>
                    <a:pt x="65740" y="752667"/>
                  </a:lnTo>
                  <a:lnTo>
                    <a:pt x="68695" y="801242"/>
                  </a:lnTo>
                  <a:lnTo>
                    <a:pt x="75197" y="808593"/>
                  </a:lnTo>
                  <a:lnTo>
                    <a:pt x="92537" y="807640"/>
                  </a:lnTo>
                  <a:lnTo>
                    <a:pt x="93239" y="807033"/>
                  </a:lnTo>
                  <a:lnTo>
                    <a:pt x="93825" y="805944"/>
                  </a:lnTo>
                  <a:lnTo>
                    <a:pt x="94338" y="804478"/>
                  </a:lnTo>
                  <a:lnTo>
                    <a:pt x="117370" y="804478"/>
                  </a:lnTo>
                  <a:lnTo>
                    <a:pt x="122748" y="759112"/>
                  </a:lnTo>
                  <a:lnTo>
                    <a:pt x="123733" y="713983"/>
                  </a:lnTo>
                  <a:lnTo>
                    <a:pt x="124619" y="657247"/>
                  </a:lnTo>
                  <a:lnTo>
                    <a:pt x="125467" y="592229"/>
                  </a:lnTo>
                  <a:lnTo>
                    <a:pt x="126338" y="522256"/>
                  </a:lnTo>
                  <a:lnTo>
                    <a:pt x="127294" y="450654"/>
                  </a:lnTo>
                  <a:lnTo>
                    <a:pt x="128397" y="380749"/>
                  </a:lnTo>
                  <a:lnTo>
                    <a:pt x="129708" y="315868"/>
                  </a:lnTo>
                  <a:lnTo>
                    <a:pt x="131289" y="259337"/>
                  </a:lnTo>
                  <a:lnTo>
                    <a:pt x="133201" y="214482"/>
                  </a:lnTo>
                  <a:lnTo>
                    <a:pt x="138263" y="173104"/>
                  </a:lnTo>
                  <a:lnTo>
                    <a:pt x="160275" y="160419"/>
                  </a:lnTo>
                  <a:lnTo>
                    <a:pt x="174320" y="143305"/>
                  </a:lnTo>
                  <a:lnTo>
                    <a:pt x="181077" y="120382"/>
                  </a:lnTo>
                  <a:lnTo>
                    <a:pt x="181225" y="90269"/>
                  </a:lnTo>
                  <a:lnTo>
                    <a:pt x="178342" y="54903"/>
                  </a:lnTo>
                  <a:lnTo>
                    <a:pt x="175660" y="35496"/>
                  </a:lnTo>
                  <a:lnTo>
                    <a:pt x="82914" y="35496"/>
                  </a:lnTo>
                  <a:lnTo>
                    <a:pt x="65161" y="33225"/>
                  </a:lnTo>
                  <a:lnTo>
                    <a:pt x="51441" y="25976"/>
                  </a:lnTo>
                  <a:lnTo>
                    <a:pt x="38826" y="16417"/>
                  </a:lnTo>
                  <a:lnTo>
                    <a:pt x="24382" y="7214"/>
                  </a:lnTo>
                  <a:close/>
                </a:path>
                <a:path w="181609" h="808990">
                  <a:moveTo>
                    <a:pt x="117370" y="804478"/>
                  </a:moveTo>
                  <a:lnTo>
                    <a:pt x="94338" y="804478"/>
                  </a:lnTo>
                  <a:lnTo>
                    <a:pt x="95008" y="805944"/>
                  </a:lnTo>
                  <a:lnTo>
                    <a:pt x="95689" y="807033"/>
                  </a:lnTo>
                  <a:lnTo>
                    <a:pt x="96390" y="807640"/>
                  </a:lnTo>
                  <a:lnTo>
                    <a:pt x="113730" y="808593"/>
                  </a:lnTo>
                  <a:lnTo>
                    <a:pt x="117370" y="804478"/>
                  </a:lnTo>
                  <a:close/>
                </a:path>
                <a:path w="181609" h="808990">
                  <a:moveTo>
                    <a:pt x="150200" y="0"/>
                  </a:moveTo>
                  <a:lnTo>
                    <a:pt x="133236" y="11682"/>
                  </a:lnTo>
                  <a:lnTo>
                    <a:pt x="119506" y="22738"/>
                  </a:lnTo>
                  <a:lnTo>
                    <a:pt x="104302" y="31300"/>
                  </a:lnTo>
                  <a:lnTo>
                    <a:pt x="82914" y="35496"/>
                  </a:lnTo>
                  <a:lnTo>
                    <a:pt x="175660" y="35496"/>
                  </a:lnTo>
                  <a:lnTo>
                    <a:pt x="173880" y="22615"/>
                  </a:lnTo>
                  <a:lnTo>
                    <a:pt x="165335" y="1587"/>
                  </a:lnTo>
                  <a:lnTo>
                    <a:pt x="150200" y="0"/>
                  </a:lnTo>
                  <a:close/>
                </a:path>
              </a:pathLst>
            </a:custGeom>
            <a:solidFill>
              <a:srgbClr val="25242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459099" y="8457423"/>
              <a:ext cx="89620" cy="97944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14496581" y="9384112"/>
              <a:ext cx="39370" cy="615315"/>
            </a:xfrm>
            <a:custGeom>
              <a:avLst/>
              <a:gdLst/>
              <a:ahLst/>
              <a:cxnLst/>
              <a:rect l="l" t="t" r="r" b="b"/>
              <a:pathLst>
                <a:path w="39369" h="615315">
                  <a:moveTo>
                    <a:pt x="38823" y="575805"/>
                  </a:moveTo>
                  <a:lnTo>
                    <a:pt x="37820" y="567474"/>
                  </a:lnTo>
                  <a:lnTo>
                    <a:pt x="34785" y="556577"/>
                  </a:lnTo>
                  <a:lnTo>
                    <a:pt x="25425" y="565899"/>
                  </a:lnTo>
                  <a:lnTo>
                    <a:pt x="13906" y="570534"/>
                  </a:lnTo>
                  <a:lnTo>
                    <a:pt x="4127" y="571868"/>
                  </a:lnTo>
                  <a:lnTo>
                    <a:pt x="0" y="571271"/>
                  </a:lnTo>
                  <a:lnTo>
                    <a:pt x="0" y="613905"/>
                  </a:lnTo>
                  <a:lnTo>
                    <a:pt x="13766" y="615086"/>
                  </a:lnTo>
                  <a:lnTo>
                    <a:pt x="21983" y="614210"/>
                  </a:lnTo>
                  <a:lnTo>
                    <a:pt x="27901" y="610108"/>
                  </a:lnTo>
                  <a:lnTo>
                    <a:pt x="34785" y="601649"/>
                  </a:lnTo>
                  <a:lnTo>
                    <a:pt x="37820" y="585787"/>
                  </a:lnTo>
                  <a:lnTo>
                    <a:pt x="38823" y="575805"/>
                  </a:lnTo>
                  <a:close/>
                </a:path>
                <a:path w="39369" h="615315">
                  <a:moveTo>
                    <a:pt x="38823" y="19240"/>
                  </a:moveTo>
                  <a:lnTo>
                    <a:pt x="37820" y="10909"/>
                  </a:lnTo>
                  <a:lnTo>
                    <a:pt x="34785" y="0"/>
                  </a:lnTo>
                  <a:lnTo>
                    <a:pt x="25425" y="9334"/>
                  </a:lnTo>
                  <a:lnTo>
                    <a:pt x="13906" y="13970"/>
                  </a:lnTo>
                  <a:lnTo>
                    <a:pt x="4127" y="15303"/>
                  </a:lnTo>
                  <a:lnTo>
                    <a:pt x="0" y="14706"/>
                  </a:lnTo>
                  <a:lnTo>
                    <a:pt x="0" y="57327"/>
                  </a:lnTo>
                  <a:lnTo>
                    <a:pt x="13766" y="58521"/>
                  </a:lnTo>
                  <a:lnTo>
                    <a:pt x="21983" y="57645"/>
                  </a:lnTo>
                  <a:lnTo>
                    <a:pt x="27901" y="53543"/>
                  </a:lnTo>
                  <a:lnTo>
                    <a:pt x="34785" y="45085"/>
                  </a:lnTo>
                  <a:lnTo>
                    <a:pt x="37820" y="29222"/>
                  </a:lnTo>
                  <a:lnTo>
                    <a:pt x="38823" y="19240"/>
                  </a:lnTo>
                  <a:close/>
                </a:path>
              </a:pathLst>
            </a:custGeom>
            <a:solidFill>
              <a:srgbClr val="4F4B4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/>
          <p:nvPr/>
        </p:nvSpPr>
        <p:spPr>
          <a:xfrm>
            <a:off x="15123258" y="6457684"/>
            <a:ext cx="630555" cy="395605"/>
          </a:xfrm>
          <a:custGeom>
            <a:avLst/>
            <a:gdLst/>
            <a:ahLst/>
            <a:cxnLst/>
            <a:rect l="l" t="t" r="r" b="b"/>
            <a:pathLst>
              <a:path w="630555" h="395604">
                <a:moveTo>
                  <a:pt x="531554" y="0"/>
                </a:moveTo>
                <a:lnTo>
                  <a:pt x="95054" y="0"/>
                </a:lnTo>
                <a:lnTo>
                  <a:pt x="70917" y="4526"/>
                </a:lnTo>
                <a:lnTo>
                  <a:pt x="50795" y="17029"/>
                </a:lnTo>
                <a:lnTo>
                  <a:pt x="36463" y="35891"/>
                </a:lnTo>
                <a:lnTo>
                  <a:pt x="29695" y="59495"/>
                </a:lnTo>
                <a:lnTo>
                  <a:pt x="0" y="374993"/>
                </a:lnTo>
                <a:lnTo>
                  <a:pt x="783" y="382370"/>
                </a:lnTo>
                <a:lnTo>
                  <a:pt x="4214" y="388657"/>
                </a:lnTo>
                <a:lnTo>
                  <a:pt x="9750" y="393197"/>
                </a:lnTo>
                <a:lnTo>
                  <a:pt x="16847" y="395338"/>
                </a:lnTo>
                <a:lnTo>
                  <a:pt x="24217" y="394552"/>
                </a:lnTo>
                <a:lnTo>
                  <a:pt x="30508" y="391124"/>
                </a:lnTo>
                <a:lnTo>
                  <a:pt x="35057" y="385591"/>
                </a:lnTo>
                <a:lnTo>
                  <a:pt x="37203" y="378491"/>
                </a:lnTo>
                <a:lnTo>
                  <a:pt x="66898" y="62992"/>
                </a:lnTo>
                <a:lnTo>
                  <a:pt x="69812" y="52825"/>
                </a:lnTo>
                <a:lnTo>
                  <a:pt x="75985" y="44698"/>
                </a:lnTo>
                <a:lnTo>
                  <a:pt x="84654" y="39311"/>
                </a:lnTo>
                <a:lnTo>
                  <a:pt x="95054" y="37360"/>
                </a:lnTo>
                <a:lnTo>
                  <a:pt x="531554" y="37360"/>
                </a:lnTo>
                <a:lnTo>
                  <a:pt x="594065" y="388302"/>
                </a:lnTo>
                <a:lnTo>
                  <a:pt x="602170" y="395422"/>
                </a:lnTo>
                <a:lnTo>
                  <a:pt x="611604" y="395422"/>
                </a:lnTo>
                <a:lnTo>
                  <a:pt x="613583" y="395317"/>
                </a:lnTo>
                <a:lnTo>
                  <a:pt x="620662" y="393097"/>
                </a:lnTo>
                <a:lnTo>
                  <a:pt x="626148" y="388494"/>
                </a:lnTo>
                <a:lnTo>
                  <a:pt x="629506" y="382170"/>
                </a:lnTo>
                <a:lnTo>
                  <a:pt x="630200" y="374784"/>
                </a:lnTo>
                <a:lnTo>
                  <a:pt x="596840" y="58752"/>
                </a:lnTo>
                <a:lnTo>
                  <a:pt x="589883" y="35440"/>
                </a:lnTo>
                <a:lnTo>
                  <a:pt x="575502" y="16814"/>
                </a:lnTo>
                <a:lnTo>
                  <a:pt x="555468" y="4469"/>
                </a:lnTo>
                <a:lnTo>
                  <a:pt x="531554" y="0"/>
                </a:lnTo>
                <a:close/>
              </a:path>
            </a:pathLst>
          </a:custGeom>
          <a:solidFill>
            <a:srgbClr val="CAC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15117703" y="6082893"/>
            <a:ext cx="134620" cy="37465"/>
          </a:xfrm>
          <a:custGeom>
            <a:avLst/>
            <a:gdLst/>
            <a:ahLst/>
            <a:cxnLst/>
            <a:rect l="l" t="t" r="r" b="b"/>
            <a:pathLst>
              <a:path w="134619" h="37464">
                <a:moveTo>
                  <a:pt x="115902" y="0"/>
                </a:moveTo>
                <a:lnTo>
                  <a:pt x="18680" y="0"/>
                </a:lnTo>
                <a:lnTo>
                  <a:pt x="11410" y="1468"/>
                </a:lnTo>
                <a:lnTo>
                  <a:pt x="5472" y="5472"/>
                </a:lnTo>
                <a:lnTo>
                  <a:pt x="1468" y="11410"/>
                </a:lnTo>
                <a:lnTo>
                  <a:pt x="0" y="18680"/>
                </a:lnTo>
                <a:lnTo>
                  <a:pt x="1468" y="25949"/>
                </a:lnTo>
                <a:lnTo>
                  <a:pt x="5472" y="31887"/>
                </a:lnTo>
                <a:lnTo>
                  <a:pt x="11410" y="35891"/>
                </a:lnTo>
                <a:lnTo>
                  <a:pt x="18680" y="37360"/>
                </a:lnTo>
                <a:lnTo>
                  <a:pt x="115902" y="37360"/>
                </a:lnTo>
                <a:lnTo>
                  <a:pt x="123172" y="35891"/>
                </a:lnTo>
                <a:lnTo>
                  <a:pt x="129109" y="31887"/>
                </a:lnTo>
                <a:lnTo>
                  <a:pt x="133113" y="25949"/>
                </a:lnTo>
                <a:lnTo>
                  <a:pt x="134582" y="18680"/>
                </a:lnTo>
                <a:lnTo>
                  <a:pt x="133113" y="11410"/>
                </a:lnTo>
                <a:lnTo>
                  <a:pt x="129109" y="5472"/>
                </a:lnTo>
                <a:lnTo>
                  <a:pt x="123172" y="1468"/>
                </a:lnTo>
                <a:lnTo>
                  <a:pt x="115902" y="0"/>
                </a:lnTo>
                <a:close/>
              </a:path>
            </a:pathLst>
          </a:custGeom>
          <a:solidFill>
            <a:srgbClr val="CACE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5" name="object 45" descr=""/>
          <p:cNvGrpSpPr/>
          <p:nvPr/>
        </p:nvGrpSpPr>
        <p:grpSpPr>
          <a:xfrm>
            <a:off x="14960724" y="5985984"/>
            <a:ext cx="931544" cy="1501140"/>
            <a:chOff x="14960724" y="5985984"/>
            <a:chExt cx="931544" cy="1501140"/>
          </a:xfrm>
        </p:grpSpPr>
        <p:sp>
          <p:nvSpPr>
            <p:cNvPr id="46" name="object 46" descr=""/>
            <p:cNvSpPr/>
            <p:nvPr/>
          </p:nvSpPr>
          <p:spPr>
            <a:xfrm>
              <a:off x="15068380" y="6354940"/>
              <a:ext cx="82550" cy="37465"/>
            </a:xfrm>
            <a:custGeom>
              <a:avLst/>
              <a:gdLst/>
              <a:ahLst/>
              <a:cxnLst/>
              <a:rect l="l" t="t" r="r" b="b"/>
              <a:pathLst>
                <a:path w="82550" h="37464">
                  <a:moveTo>
                    <a:pt x="63265" y="0"/>
                  </a:moveTo>
                  <a:lnTo>
                    <a:pt x="18680" y="0"/>
                  </a:lnTo>
                  <a:lnTo>
                    <a:pt x="11410" y="1468"/>
                  </a:lnTo>
                  <a:lnTo>
                    <a:pt x="5472" y="5472"/>
                  </a:lnTo>
                  <a:lnTo>
                    <a:pt x="1468" y="11410"/>
                  </a:lnTo>
                  <a:lnTo>
                    <a:pt x="0" y="18680"/>
                  </a:lnTo>
                  <a:lnTo>
                    <a:pt x="1468" y="25949"/>
                  </a:lnTo>
                  <a:lnTo>
                    <a:pt x="5472" y="31887"/>
                  </a:lnTo>
                  <a:lnTo>
                    <a:pt x="11410" y="35891"/>
                  </a:lnTo>
                  <a:lnTo>
                    <a:pt x="18680" y="37360"/>
                  </a:lnTo>
                  <a:lnTo>
                    <a:pt x="63265" y="37360"/>
                  </a:lnTo>
                  <a:lnTo>
                    <a:pt x="70534" y="35891"/>
                  </a:lnTo>
                  <a:lnTo>
                    <a:pt x="76472" y="31887"/>
                  </a:lnTo>
                  <a:lnTo>
                    <a:pt x="80476" y="25949"/>
                  </a:lnTo>
                  <a:lnTo>
                    <a:pt x="81945" y="18680"/>
                  </a:lnTo>
                  <a:lnTo>
                    <a:pt x="80476" y="11410"/>
                  </a:lnTo>
                  <a:lnTo>
                    <a:pt x="76472" y="5472"/>
                  </a:lnTo>
                  <a:lnTo>
                    <a:pt x="70534" y="1468"/>
                  </a:lnTo>
                  <a:lnTo>
                    <a:pt x="63265" y="0"/>
                  </a:lnTo>
                  <a:close/>
                </a:path>
              </a:pathLst>
            </a:custGeom>
            <a:solidFill>
              <a:srgbClr val="CAC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15031662" y="6004659"/>
              <a:ext cx="802640" cy="1349375"/>
            </a:xfrm>
            <a:custGeom>
              <a:avLst/>
              <a:gdLst/>
              <a:ahLst/>
              <a:cxnLst/>
              <a:rect l="l" t="t" r="r" b="b"/>
              <a:pathLst>
                <a:path w="802640" h="1349375">
                  <a:moveTo>
                    <a:pt x="573574" y="0"/>
                  </a:moveTo>
                  <a:lnTo>
                    <a:pt x="242872" y="0"/>
                  </a:lnTo>
                  <a:lnTo>
                    <a:pt x="197132" y="10752"/>
                  </a:lnTo>
                  <a:lnTo>
                    <a:pt x="158542" y="40451"/>
                  </a:lnTo>
                  <a:lnTo>
                    <a:pt x="130534" y="85255"/>
                  </a:lnTo>
                  <a:lnTo>
                    <a:pt x="116540" y="141325"/>
                  </a:lnTo>
                  <a:lnTo>
                    <a:pt x="0" y="1344932"/>
                  </a:lnTo>
                  <a:lnTo>
                    <a:pt x="41831" y="1348985"/>
                  </a:lnTo>
                  <a:lnTo>
                    <a:pt x="158372" y="145377"/>
                  </a:lnTo>
                  <a:lnTo>
                    <a:pt x="168010" y="104379"/>
                  </a:lnTo>
                  <a:lnTo>
                    <a:pt x="186835" y="71618"/>
                  </a:lnTo>
                  <a:lnTo>
                    <a:pt x="212554" y="49902"/>
                  </a:lnTo>
                  <a:lnTo>
                    <a:pt x="242872" y="42040"/>
                  </a:lnTo>
                  <a:lnTo>
                    <a:pt x="573574" y="42040"/>
                  </a:lnTo>
                  <a:lnTo>
                    <a:pt x="630167" y="72143"/>
                  </a:lnTo>
                  <a:lnTo>
                    <a:pt x="648915" y="105487"/>
                  </a:lnTo>
                  <a:lnTo>
                    <a:pt x="658231" y="147220"/>
                  </a:lnTo>
                  <a:lnTo>
                    <a:pt x="760720" y="1348744"/>
                  </a:lnTo>
                  <a:lnTo>
                    <a:pt x="802603" y="1345173"/>
                  </a:lnTo>
                  <a:lnTo>
                    <a:pt x="700114" y="143650"/>
                  </a:lnTo>
                  <a:lnTo>
                    <a:pt x="690527" y="97263"/>
                  </a:lnTo>
                  <a:lnTo>
                    <a:pt x="671318" y="57707"/>
                  </a:lnTo>
                  <a:lnTo>
                    <a:pt x="644249" y="26979"/>
                  </a:lnTo>
                  <a:lnTo>
                    <a:pt x="611081" y="7077"/>
                  </a:lnTo>
                  <a:lnTo>
                    <a:pt x="573574" y="0"/>
                  </a:lnTo>
                  <a:close/>
                </a:path>
              </a:pathLst>
            </a:custGeom>
            <a:solidFill>
              <a:srgbClr val="D4D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960724" y="7339790"/>
              <a:ext cx="156889" cy="146927"/>
            </a:xfrm>
            <a:prstGeom prst="rect">
              <a:avLst/>
            </a:prstGeom>
          </p:spPr>
        </p:pic>
        <p:pic>
          <p:nvPicPr>
            <p:cNvPr id="49" name="object 49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734885" y="7339790"/>
              <a:ext cx="156888" cy="146927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15056853" y="5985985"/>
              <a:ext cx="759460" cy="1141095"/>
            </a:xfrm>
            <a:custGeom>
              <a:avLst/>
              <a:gdLst/>
              <a:ahLst/>
              <a:cxnLst/>
              <a:rect l="l" t="t" r="r" b="b"/>
              <a:pathLst>
                <a:path w="759459" h="1141095">
                  <a:moveTo>
                    <a:pt x="50634" y="1086777"/>
                  </a:moveTo>
                  <a:lnTo>
                    <a:pt x="3352" y="1082141"/>
                  </a:lnTo>
                  <a:lnTo>
                    <a:pt x="0" y="1132560"/>
                  </a:lnTo>
                  <a:lnTo>
                    <a:pt x="45999" y="1138516"/>
                  </a:lnTo>
                  <a:lnTo>
                    <a:pt x="50634" y="1086777"/>
                  </a:lnTo>
                  <a:close/>
                </a:path>
                <a:path w="759459" h="1141095">
                  <a:moveTo>
                    <a:pt x="79527" y="788771"/>
                  </a:moveTo>
                  <a:lnTo>
                    <a:pt x="32219" y="782281"/>
                  </a:lnTo>
                  <a:lnTo>
                    <a:pt x="30200" y="807173"/>
                  </a:lnTo>
                  <a:lnTo>
                    <a:pt x="76441" y="813917"/>
                  </a:lnTo>
                  <a:lnTo>
                    <a:pt x="79527" y="788771"/>
                  </a:lnTo>
                  <a:close/>
                </a:path>
                <a:path w="759459" h="1141095">
                  <a:moveTo>
                    <a:pt x="111518" y="458863"/>
                  </a:moveTo>
                  <a:lnTo>
                    <a:pt x="63728" y="453021"/>
                  </a:lnTo>
                  <a:lnTo>
                    <a:pt x="62128" y="477913"/>
                  </a:lnTo>
                  <a:lnTo>
                    <a:pt x="109423" y="484035"/>
                  </a:lnTo>
                  <a:lnTo>
                    <a:pt x="111518" y="458863"/>
                  </a:lnTo>
                  <a:close/>
                </a:path>
                <a:path w="759459" h="1141095">
                  <a:moveTo>
                    <a:pt x="528523" y="7988"/>
                  </a:moveTo>
                  <a:lnTo>
                    <a:pt x="520534" y="0"/>
                  </a:lnTo>
                  <a:lnTo>
                    <a:pt x="510667" y="0"/>
                  </a:lnTo>
                  <a:lnTo>
                    <a:pt x="253961" y="0"/>
                  </a:lnTo>
                  <a:lnTo>
                    <a:pt x="245973" y="7988"/>
                  </a:lnTo>
                  <a:lnTo>
                    <a:pt x="245973" y="74917"/>
                  </a:lnTo>
                  <a:lnTo>
                    <a:pt x="253961" y="82905"/>
                  </a:lnTo>
                  <a:lnTo>
                    <a:pt x="520534" y="82905"/>
                  </a:lnTo>
                  <a:lnTo>
                    <a:pt x="528523" y="74917"/>
                  </a:lnTo>
                  <a:lnTo>
                    <a:pt x="528523" y="7988"/>
                  </a:lnTo>
                  <a:close/>
                </a:path>
                <a:path w="759459" h="1141095">
                  <a:moveTo>
                    <a:pt x="703808" y="480187"/>
                  </a:moveTo>
                  <a:lnTo>
                    <a:pt x="702475" y="455282"/>
                  </a:lnTo>
                  <a:lnTo>
                    <a:pt x="654621" y="460603"/>
                  </a:lnTo>
                  <a:lnTo>
                    <a:pt x="656450" y="485800"/>
                  </a:lnTo>
                  <a:lnTo>
                    <a:pt x="703808" y="480187"/>
                  </a:lnTo>
                  <a:close/>
                </a:path>
                <a:path w="759459" h="1141095">
                  <a:moveTo>
                    <a:pt x="732180" y="809764"/>
                  </a:moveTo>
                  <a:lnTo>
                    <a:pt x="730440" y="784860"/>
                  </a:lnTo>
                  <a:lnTo>
                    <a:pt x="683056" y="790841"/>
                  </a:lnTo>
                  <a:lnTo>
                    <a:pt x="685888" y="816013"/>
                  </a:lnTo>
                  <a:lnTo>
                    <a:pt x="732180" y="809764"/>
                  </a:lnTo>
                  <a:close/>
                </a:path>
                <a:path w="759459" h="1141095">
                  <a:moveTo>
                    <a:pt x="758875" y="1135456"/>
                  </a:moveTo>
                  <a:lnTo>
                    <a:pt x="756069" y="1085011"/>
                  </a:lnTo>
                  <a:lnTo>
                    <a:pt x="708723" y="1089139"/>
                  </a:lnTo>
                  <a:lnTo>
                    <a:pt x="712812" y="1140917"/>
                  </a:lnTo>
                  <a:lnTo>
                    <a:pt x="758875" y="1135456"/>
                  </a:lnTo>
                  <a:close/>
                </a:path>
              </a:pathLst>
            </a:custGeom>
            <a:solidFill>
              <a:srgbClr val="43465E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1" name="object 51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412302" y="7349491"/>
            <a:ext cx="81170" cy="140791"/>
          </a:xfrm>
          <a:prstGeom prst="rect">
            <a:avLst/>
          </a:prstGeom>
        </p:spPr>
      </p:pic>
      <p:pic>
        <p:nvPicPr>
          <p:cNvPr id="52" name="object 52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7391115" y="5995785"/>
            <a:ext cx="69086" cy="82646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6466735" y="5992706"/>
            <a:ext cx="68783" cy="82803"/>
          </a:xfrm>
          <a:prstGeom prst="rect">
            <a:avLst/>
          </a:prstGeom>
        </p:spPr>
      </p:pic>
      <p:sp>
        <p:nvSpPr>
          <p:cNvPr id="54" name="object 54" descr=""/>
          <p:cNvSpPr/>
          <p:nvPr/>
        </p:nvSpPr>
        <p:spPr>
          <a:xfrm>
            <a:off x="17404570" y="6018214"/>
            <a:ext cx="115570" cy="1358265"/>
          </a:xfrm>
          <a:custGeom>
            <a:avLst/>
            <a:gdLst/>
            <a:ahLst/>
            <a:cxnLst/>
            <a:rect l="l" t="t" r="r" b="b"/>
            <a:pathLst>
              <a:path w="115569" h="1358265">
                <a:moveTo>
                  <a:pt x="19810" y="0"/>
                </a:moveTo>
                <a:lnTo>
                  <a:pt x="11739" y="2105"/>
                </a:lnTo>
                <a:lnTo>
                  <a:pt x="5323" y="6974"/>
                </a:lnTo>
                <a:lnTo>
                  <a:pt x="1197" y="13895"/>
                </a:lnTo>
                <a:lnTo>
                  <a:pt x="0" y="22156"/>
                </a:lnTo>
                <a:lnTo>
                  <a:pt x="73453" y="1338294"/>
                </a:lnTo>
                <a:lnTo>
                  <a:pt x="75432" y="1346112"/>
                </a:lnTo>
                <a:lnTo>
                  <a:pt x="80015" y="1352409"/>
                </a:lnTo>
                <a:lnTo>
                  <a:pt x="86558" y="1356608"/>
                </a:lnTo>
                <a:lnTo>
                  <a:pt x="94415" y="1358136"/>
                </a:lnTo>
                <a:lnTo>
                  <a:pt x="103676" y="1355999"/>
                </a:lnTo>
                <a:lnTo>
                  <a:pt x="110096" y="1351130"/>
                </a:lnTo>
                <a:lnTo>
                  <a:pt x="114222" y="1344209"/>
                </a:lnTo>
                <a:lnTo>
                  <a:pt x="115420" y="1335948"/>
                </a:lnTo>
                <a:lnTo>
                  <a:pt x="41967" y="19810"/>
                </a:lnTo>
                <a:lnTo>
                  <a:pt x="39849" y="11732"/>
                </a:lnTo>
                <a:lnTo>
                  <a:pt x="34960" y="5303"/>
                </a:lnTo>
                <a:lnTo>
                  <a:pt x="28036" y="1175"/>
                </a:lnTo>
                <a:lnTo>
                  <a:pt x="19810" y="0"/>
                </a:lnTo>
                <a:close/>
              </a:path>
            </a:pathLst>
          </a:custGeom>
          <a:solidFill>
            <a:srgbClr val="D4D7E8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5" name="object 55" descr=""/>
          <p:cNvGrpSpPr/>
          <p:nvPr/>
        </p:nvGrpSpPr>
        <p:grpSpPr>
          <a:xfrm>
            <a:off x="16418659" y="6019634"/>
            <a:ext cx="102235" cy="1400810"/>
            <a:chOff x="16418659" y="6019634"/>
            <a:chExt cx="102235" cy="1400810"/>
          </a:xfrm>
        </p:grpSpPr>
        <p:sp>
          <p:nvSpPr>
            <p:cNvPr id="56" name="object 56" descr=""/>
            <p:cNvSpPr/>
            <p:nvPr/>
          </p:nvSpPr>
          <p:spPr>
            <a:xfrm>
              <a:off x="16433751" y="6019634"/>
              <a:ext cx="86995" cy="1356360"/>
            </a:xfrm>
            <a:custGeom>
              <a:avLst/>
              <a:gdLst/>
              <a:ahLst/>
              <a:cxnLst/>
              <a:rect l="l" t="t" r="r" b="b"/>
              <a:pathLst>
                <a:path w="86994" h="1356359">
                  <a:moveTo>
                    <a:pt x="66594" y="0"/>
                  </a:moveTo>
                  <a:lnTo>
                    <a:pt x="0" y="1334514"/>
                  </a:lnTo>
                  <a:lnTo>
                    <a:pt x="1369" y="1342747"/>
                  </a:lnTo>
                  <a:lnTo>
                    <a:pt x="5641" y="1349579"/>
                  </a:lnTo>
                  <a:lnTo>
                    <a:pt x="12162" y="1354310"/>
                  </a:lnTo>
                  <a:lnTo>
                    <a:pt x="20282" y="1356241"/>
                  </a:lnTo>
                  <a:lnTo>
                    <a:pt x="21015" y="1356251"/>
                  </a:lnTo>
                  <a:lnTo>
                    <a:pt x="28998" y="1354677"/>
                  </a:lnTo>
                  <a:lnTo>
                    <a:pt x="35595" y="1350360"/>
                  </a:lnTo>
                  <a:lnTo>
                    <a:pt x="40151" y="1343914"/>
                  </a:lnTo>
                  <a:lnTo>
                    <a:pt x="42009" y="1335948"/>
                  </a:lnTo>
                  <a:lnTo>
                    <a:pt x="86876" y="21716"/>
                  </a:lnTo>
                  <a:lnTo>
                    <a:pt x="85507" y="13489"/>
                  </a:lnTo>
                  <a:lnTo>
                    <a:pt x="81235" y="6660"/>
                  </a:lnTo>
                  <a:lnTo>
                    <a:pt x="74714" y="1931"/>
                  </a:lnTo>
                  <a:lnTo>
                    <a:pt x="66594" y="0"/>
                  </a:lnTo>
                  <a:close/>
                </a:path>
              </a:pathLst>
            </a:custGeom>
            <a:solidFill>
              <a:srgbClr val="D4D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6418659" y="7344477"/>
              <a:ext cx="67103" cy="75453"/>
            </a:xfrm>
            <a:prstGeom prst="rect">
              <a:avLst/>
            </a:prstGeom>
          </p:spPr>
        </p:pic>
      </p:grpSp>
      <p:pic>
        <p:nvPicPr>
          <p:cNvPr id="58" name="object 58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7465715" y="7345784"/>
            <a:ext cx="79662" cy="145046"/>
          </a:xfrm>
          <a:prstGeom prst="rect">
            <a:avLst/>
          </a:prstGeom>
        </p:spPr>
      </p:pic>
      <p:sp>
        <p:nvSpPr>
          <p:cNvPr id="59" name="object 59" descr=""/>
          <p:cNvSpPr/>
          <p:nvPr/>
        </p:nvSpPr>
        <p:spPr>
          <a:xfrm>
            <a:off x="16440900" y="7071577"/>
            <a:ext cx="50800" cy="52705"/>
          </a:xfrm>
          <a:custGeom>
            <a:avLst/>
            <a:gdLst/>
            <a:ahLst/>
            <a:cxnLst/>
            <a:rect l="l" t="t" r="r" b="b"/>
            <a:pathLst>
              <a:path w="50800" h="52704">
                <a:moveTo>
                  <a:pt x="0" y="0"/>
                </a:moveTo>
                <a:lnTo>
                  <a:pt x="450" y="50542"/>
                </a:lnTo>
                <a:lnTo>
                  <a:pt x="49705" y="52595"/>
                </a:lnTo>
                <a:lnTo>
                  <a:pt x="50522" y="628"/>
                </a:lnTo>
                <a:lnTo>
                  <a:pt x="0" y="0"/>
                </a:lnTo>
                <a:close/>
              </a:path>
            </a:pathLst>
          </a:custGeom>
          <a:solidFill>
            <a:srgbClr val="4346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16447571" y="6770229"/>
            <a:ext cx="51435" cy="27940"/>
          </a:xfrm>
          <a:custGeom>
            <a:avLst/>
            <a:gdLst/>
            <a:ahLst/>
            <a:cxnLst/>
            <a:rect l="l" t="t" r="r" b="b"/>
            <a:pathLst>
              <a:path w="51434" h="27940">
                <a:moveTo>
                  <a:pt x="157" y="0"/>
                </a:moveTo>
                <a:lnTo>
                  <a:pt x="0" y="24983"/>
                </a:lnTo>
                <a:lnTo>
                  <a:pt x="49569" y="27800"/>
                </a:lnTo>
                <a:lnTo>
                  <a:pt x="50857" y="2481"/>
                </a:lnTo>
                <a:lnTo>
                  <a:pt x="157" y="0"/>
                </a:lnTo>
                <a:close/>
              </a:path>
            </a:pathLst>
          </a:custGeom>
          <a:solidFill>
            <a:srgbClr val="4346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6461235" y="6438855"/>
            <a:ext cx="51435" cy="27305"/>
          </a:xfrm>
          <a:custGeom>
            <a:avLst/>
            <a:gdLst/>
            <a:ahLst/>
            <a:cxnLst/>
            <a:rect l="l" t="t" r="r" b="b"/>
            <a:pathLst>
              <a:path w="51434" h="27304">
                <a:moveTo>
                  <a:pt x="0" y="0"/>
                </a:moveTo>
                <a:lnTo>
                  <a:pt x="282" y="24941"/>
                </a:lnTo>
                <a:lnTo>
                  <a:pt x="50930" y="27067"/>
                </a:lnTo>
                <a:lnTo>
                  <a:pt x="51160" y="1780"/>
                </a:lnTo>
                <a:lnTo>
                  <a:pt x="0" y="0"/>
                </a:lnTo>
                <a:close/>
              </a:path>
            </a:pathLst>
          </a:custGeom>
          <a:solidFill>
            <a:srgbClr val="4346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17456084" y="7075029"/>
            <a:ext cx="57785" cy="53340"/>
          </a:xfrm>
          <a:custGeom>
            <a:avLst/>
            <a:gdLst/>
            <a:ahLst/>
            <a:cxnLst/>
            <a:rect l="l" t="t" r="r" b="b"/>
            <a:pathLst>
              <a:path w="57784" h="53340">
                <a:moveTo>
                  <a:pt x="56438" y="0"/>
                </a:moveTo>
                <a:lnTo>
                  <a:pt x="0" y="1308"/>
                </a:lnTo>
                <a:lnTo>
                  <a:pt x="2261" y="53275"/>
                </a:lnTo>
                <a:lnTo>
                  <a:pt x="57254" y="50553"/>
                </a:lnTo>
                <a:lnTo>
                  <a:pt x="56438" y="0"/>
                </a:lnTo>
                <a:close/>
              </a:path>
            </a:pathLst>
          </a:custGeom>
          <a:solidFill>
            <a:srgbClr val="4346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7440451" y="6773732"/>
            <a:ext cx="57785" cy="28575"/>
          </a:xfrm>
          <a:custGeom>
            <a:avLst/>
            <a:gdLst/>
            <a:ahLst/>
            <a:cxnLst/>
            <a:rect l="l" t="t" r="r" b="b"/>
            <a:pathLst>
              <a:path w="57784" h="28575">
                <a:moveTo>
                  <a:pt x="56595" y="0"/>
                </a:moveTo>
                <a:lnTo>
                  <a:pt x="0" y="3162"/>
                </a:lnTo>
                <a:lnTo>
                  <a:pt x="2104" y="28470"/>
                </a:lnTo>
                <a:lnTo>
                  <a:pt x="57422" y="24983"/>
                </a:lnTo>
                <a:lnTo>
                  <a:pt x="56595" y="0"/>
                </a:lnTo>
                <a:close/>
              </a:path>
            </a:pathLst>
          </a:custGeom>
          <a:solidFill>
            <a:srgbClr val="4346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7423144" y="6442905"/>
            <a:ext cx="57785" cy="27940"/>
          </a:xfrm>
          <a:custGeom>
            <a:avLst/>
            <a:gdLst/>
            <a:ahLst/>
            <a:cxnLst/>
            <a:rect l="l" t="t" r="r" b="b"/>
            <a:pathLst>
              <a:path w="57784" h="27939">
                <a:moveTo>
                  <a:pt x="57129" y="0"/>
                </a:moveTo>
                <a:lnTo>
                  <a:pt x="0" y="2471"/>
                </a:lnTo>
                <a:lnTo>
                  <a:pt x="921" y="27747"/>
                </a:lnTo>
                <a:lnTo>
                  <a:pt x="57464" y="24952"/>
                </a:lnTo>
                <a:lnTo>
                  <a:pt x="57129" y="0"/>
                </a:lnTo>
                <a:close/>
              </a:path>
            </a:pathLst>
          </a:custGeom>
          <a:solidFill>
            <a:srgbClr val="4346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16483810" y="6344998"/>
            <a:ext cx="974090" cy="48260"/>
          </a:xfrm>
          <a:custGeom>
            <a:avLst/>
            <a:gdLst/>
            <a:ahLst/>
            <a:cxnLst/>
            <a:rect l="l" t="t" r="r" b="b"/>
            <a:pathLst>
              <a:path w="974090" h="48260">
                <a:moveTo>
                  <a:pt x="14046" y="0"/>
                </a:moveTo>
                <a:lnTo>
                  <a:pt x="7219" y="5172"/>
                </a:lnTo>
                <a:lnTo>
                  <a:pt x="2313" y="10733"/>
                </a:lnTo>
                <a:lnTo>
                  <a:pt x="0" y="17509"/>
                </a:lnTo>
                <a:lnTo>
                  <a:pt x="396" y="24659"/>
                </a:lnTo>
                <a:lnTo>
                  <a:pt x="50654" y="46171"/>
                </a:lnTo>
                <a:lnTo>
                  <a:pt x="101153" y="48082"/>
                </a:lnTo>
                <a:lnTo>
                  <a:pt x="872753" y="48082"/>
                </a:lnTo>
                <a:lnTo>
                  <a:pt x="922517" y="46221"/>
                </a:lnTo>
                <a:lnTo>
                  <a:pt x="964582" y="36579"/>
                </a:lnTo>
                <a:lnTo>
                  <a:pt x="973932" y="18681"/>
                </a:lnTo>
                <a:lnTo>
                  <a:pt x="972005" y="11785"/>
                </a:lnTo>
                <a:lnTo>
                  <a:pt x="944248" y="5109"/>
                </a:lnTo>
                <a:lnTo>
                  <a:pt x="936312" y="6817"/>
                </a:lnTo>
                <a:lnTo>
                  <a:pt x="921729" y="8654"/>
                </a:lnTo>
                <a:lnTo>
                  <a:pt x="900532" y="10122"/>
                </a:lnTo>
                <a:lnTo>
                  <a:pt x="872753" y="10722"/>
                </a:lnTo>
                <a:lnTo>
                  <a:pt x="101153" y="10722"/>
                </a:lnTo>
                <a:lnTo>
                  <a:pt x="52400" y="8679"/>
                </a:lnTo>
                <a:lnTo>
                  <a:pt x="23271" y="230"/>
                </a:lnTo>
                <a:lnTo>
                  <a:pt x="14046" y="0"/>
                </a:lnTo>
                <a:close/>
              </a:path>
            </a:pathLst>
          </a:custGeom>
          <a:solidFill>
            <a:srgbClr val="CACE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16494779" y="6064816"/>
            <a:ext cx="952500" cy="48260"/>
          </a:xfrm>
          <a:custGeom>
            <a:avLst/>
            <a:gdLst/>
            <a:ahLst/>
            <a:cxnLst/>
            <a:rect l="l" t="t" r="r" b="b"/>
            <a:pathLst>
              <a:path w="952500" h="48260">
                <a:moveTo>
                  <a:pt x="14216" y="0"/>
                </a:moveTo>
                <a:lnTo>
                  <a:pt x="7358" y="5078"/>
                </a:lnTo>
                <a:lnTo>
                  <a:pt x="2388" y="10582"/>
                </a:lnTo>
                <a:lnTo>
                  <a:pt x="0" y="17331"/>
                </a:lnTo>
                <a:lnTo>
                  <a:pt x="317" y="24485"/>
                </a:lnTo>
                <a:lnTo>
                  <a:pt x="49656" y="46182"/>
                </a:lnTo>
                <a:lnTo>
                  <a:pt x="99198" y="48113"/>
                </a:lnTo>
                <a:lnTo>
                  <a:pt x="852777" y="48113"/>
                </a:lnTo>
                <a:lnTo>
                  <a:pt x="901593" y="46232"/>
                </a:lnTo>
                <a:lnTo>
                  <a:pt x="942897" y="36482"/>
                </a:lnTo>
                <a:lnTo>
                  <a:pt x="952006" y="18487"/>
                </a:lnTo>
                <a:lnTo>
                  <a:pt x="949996" y="11614"/>
                </a:lnTo>
                <a:lnTo>
                  <a:pt x="922252" y="5224"/>
                </a:lnTo>
                <a:lnTo>
                  <a:pt x="914477" y="6906"/>
                </a:lnTo>
                <a:lnTo>
                  <a:pt x="900276" y="8715"/>
                </a:lnTo>
                <a:lnTo>
                  <a:pt x="879694" y="10162"/>
                </a:lnTo>
                <a:lnTo>
                  <a:pt x="852777" y="10753"/>
                </a:lnTo>
                <a:lnTo>
                  <a:pt x="99198" y="10753"/>
                </a:lnTo>
                <a:lnTo>
                  <a:pt x="51910" y="8735"/>
                </a:lnTo>
                <a:lnTo>
                  <a:pt x="23399" y="314"/>
                </a:lnTo>
                <a:lnTo>
                  <a:pt x="14216" y="0"/>
                </a:lnTo>
                <a:close/>
              </a:path>
            </a:pathLst>
          </a:custGeom>
          <a:solidFill>
            <a:srgbClr val="CACE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7" name="object 67" descr=""/>
          <p:cNvGrpSpPr/>
          <p:nvPr/>
        </p:nvGrpSpPr>
        <p:grpSpPr>
          <a:xfrm>
            <a:off x="12895229" y="5985984"/>
            <a:ext cx="1545590" cy="1501140"/>
            <a:chOff x="12895229" y="5985984"/>
            <a:chExt cx="1545590" cy="1501140"/>
          </a:xfrm>
        </p:grpSpPr>
        <p:sp>
          <p:nvSpPr>
            <p:cNvPr id="68" name="object 68" descr=""/>
            <p:cNvSpPr/>
            <p:nvPr/>
          </p:nvSpPr>
          <p:spPr>
            <a:xfrm>
              <a:off x="12968478" y="6007004"/>
              <a:ext cx="798195" cy="1363345"/>
            </a:xfrm>
            <a:custGeom>
              <a:avLst/>
              <a:gdLst/>
              <a:ahLst/>
              <a:cxnLst/>
              <a:rect l="l" t="t" r="r" b="b"/>
              <a:pathLst>
                <a:path w="798194" h="1363345">
                  <a:moveTo>
                    <a:pt x="797966" y="1343025"/>
                  </a:moveTo>
                  <a:lnTo>
                    <a:pt x="695464" y="141503"/>
                  </a:lnTo>
                  <a:lnTo>
                    <a:pt x="682142" y="85356"/>
                  </a:lnTo>
                  <a:lnTo>
                    <a:pt x="654748" y="40500"/>
                  </a:lnTo>
                  <a:lnTo>
                    <a:pt x="616661" y="10769"/>
                  </a:lnTo>
                  <a:lnTo>
                    <a:pt x="571246" y="0"/>
                  </a:lnTo>
                  <a:lnTo>
                    <a:pt x="240550" y="0"/>
                  </a:lnTo>
                  <a:lnTo>
                    <a:pt x="195668" y="10591"/>
                  </a:lnTo>
                  <a:lnTo>
                    <a:pt x="157797" y="39839"/>
                  </a:lnTo>
                  <a:lnTo>
                    <a:pt x="130302" y="83972"/>
                  </a:lnTo>
                  <a:lnTo>
                    <a:pt x="116535" y="139217"/>
                  </a:lnTo>
                  <a:lnTo>
                    <a:pt x="0" y="1342821"/>
                  </a:lnTo>
                  <a:lnTo>
                    <a:pt x="762" y="1350200"/>
                  </a:lnTo>
                  <a:lnTo>
                    <a:pt x="4178" y="1356499"/>
                  </a:lnTo>
                  <a:lnTo>
                    <a:pt x="9702" y="1361059"/>
                  </a:lnTo>
                  <a:lnTo>
                    <a:pt x="16789" y="1363218"/>
                  </a:lnTo>
                  <a:lnTo>
                    <a:pt x="18618" y="1363306"/>
                  </a:lnTo>
                  <a:lnTo>
                    <a:pt x="28130" y="1363306"/>
                  </a:lnTo>
                  <a:lnTo>
                    <a:pt x="36245" y="1356080"/>
                  </a:lnTo>
                  <a:lnTo>
                    <a:pt x="153733" y="142811"/>
                  </a:lnTo>
                  <a:lnTo>
                    <a:pt x="163614" y="100977"/>
                  </a:lnTo>
                  <a:lnTo>
                    <a:pt x="182943" y="67551"/>
                  </a:lnTo>
                  <a:lnTo>
                    <a:pt x="209372" y="45389"/>
                  </a:lnTo>
                  <a:lnTo>
                    <a:pt x="240550" y="37363"/>
                  </a:lnTo>
                  <a:lnTo>
                    <a:pt x="571246" y="37363"/>
                  </a:lnTo>
                  <a:lnTo>
                    <a:pt x="629424" y="68072"/>
                  </a:lnTo>
                  <a:lnTo>
                    <a:pt x="648690" y="102095"/>
                  </a:lnTo>
                  <a:lnTo>
                    <a:pt x="658241" y="144678"/>
                  </a:lnTo>
                  <a:lnTo>
                    <a:pt x="702995" y="669442"/>
                  </a:lnTo>
                  <a:lnTo>
                    <a:pt x="686117" y="509435"/>
                  </a:lnTo>
                  <a:lnTo>
                    <a:pt x="679157" y="486130"/>
                  </a:lnTo>
                  <a:lnTo>
                    <a:pt x="664781" y="467499"/>
                  </a:lnTo>
                  <a:lnTo>
                    <a:pt x="644753" y="455155"/>
                  </a:lnTo>
                  <a:lnTo>
                    <a:pt x="620839" y="450684"/>
                  </a:lnTo>
                  <a:lnTo>
                    <a:pt x="184327" y="450684"/>
                  </a:lnTo>
                  <a:lnTo>
                    <a:pt x="140081" y="467715"/>
                  </a:lnTo>
                  <a:lnTo>
                    <a:pt x="118973" y="510184"/>
                  </a:lnTo>
                  <a:lnTo>
                    <a:pt x="89281" y="825677"/>
                  </a:lnTo>
                  <a:lnTo>
                    <a:pt x="90068" y="833056"/>
                  </a:lnTo>
                  <a:lnTo>
                    <a:pt x="93497" y="839343"/>
                  </a:lnTo>
                  <a:lnTo>
                    <a:pt x="99034" y="843889"/>
                  </a:lnTo>
                  <a:lnTo>
                    <a:pt x="106121" y="846023"/>
                  </a:lnTo>
                  <a:lnTo>
                    <a:pt x="113499" y="845223"/>
                  </a:lnTo>
                  <a:lnTo>
                    <a:pt x="119786" y="841794"/>
                  </a:lnTo>
                  <a:lnTo>
                    <a:pt x="124333" y="836269"/>
                  </a:lnTo>
                  <a:lnTo>
                    <a:pt x="126479" y="829183"/>
                  </a:lnTo>
                  <a:lnTo>
                    <a:pt x="156171" y="513676"/>
                  </a:lnTo>
                  <a:lnTo>
                    <a:pt x="159092" y="503516"/>
                  </a:lnTo>
                  <a:lnTo>
                    <a:pt x="165265" y="495388"/>
                  </a:lnTo>
                  <a:lnTo>
                    <a:pt x="173939" y="489991"/>
                  </a:lnTo>
                  <a:lnTo>
                    <a:pt x="184327" y="488048"/>
                  </a:lnTo>
                  <a:lnTo>
                    <a:pt x="620839" y="488048"/>
                  </a:lnTo>
                  <a:lnTo>
                    <a:pt x="683348" y="838987"/>
                  </a:lnTo>
                  <a:lnTo>
                    <a:pt x="691451" y="846112"/>
                  </a:lnTo>
                  <a:lnTo>
                    <a:pt x="700887" y="846112"/>
                  </a:lnTo>
                  <a:lnTo>
                    <a:pt x="702868" y="845997"/>
                  </a:lnTo>
                  <a:lnTo>
                    <a:pt x="709942" y="843788"/>
                  </a:lnTo>
                  <a:lnTo>
                    <a:pt x="715429" y="839177"/>
                  </a:lnTo>
                  <a:lnTo>
                    <a:pt x="717194" y="835837"/>
                  </a:lnTo>
                  <a:lnTo>
                    <a:pt x="760742" y="1346200"/>
                  </a:lnTo>
                  <a:lnTo>
                    <a:pt x="762825" y="1353324"/>
                  </a:lnTo>
                  <a:lnTo>
                    <a:pt x="767321" y="1358912"/>
                  </a:lnTo>
                  <a:lnTo>
                    <a:pt x="773582" y="1362392"/>
                  </a:lnTo>
                  <a:lnTo>
                    <a:pt x="780935" y="1363230"/>
                  </a:lnTo>
                  <a:lnTo>
                    <a:pt x="788060" y="1361147"/>
                  </a:lnTo>
                  <a:lnTo>
                    <a:pt x="793635" y="1356664"/>
                  </a:lnTo>
                  <a:lnTo>
                    <a:pt x="797115" y="1350403"/>
                  </a:lnTo>
                  <a:lnTo>
                    <a:pt x="797966" y="1343025"/>
                  </a:lnTo>
                  <a:close/>
                </a:path>
              </a:pathLst>
            </a:custGeom>
            <a:solidFill>
              <a:srgbClr val="CACE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895229" y="7339790"/>
              <a:ext cx="156887" cy="146927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669390" y="7339790"/>
              <a:ext cx="156887" cy="146927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12987071" y="5985985"/>
              <a:ext cx="533400" cy="1138555"/>
            </a:xfrm>
            <a:custGeom>
              <a:avLst/>
              <a:gdLst/>
              <a:ahLst/>
              <a:cxnLst/>
              <a:rect l="l" t="t" r="r" b="b"/>
              <a:pathLst>
                <a:path w="533400" h="1138554">
                  <a:moveTo>
                    <a:pt x="50634" y="1086777"/>
                  </a:moveTo>
                  <a:lnTo>
                    <a:pt x="3352" y="1082141"/>
                  </a:lnTo>
                  <a:lnTo>
                    <a:pt x="0" y="1132560"/>
                  </a:lnTo>
                  <a:lnTo>
                    <a:pt x="45999" y="1138516"/>
                  </a:lnTo>
                  <a:lnTo>
                    <a:pt x="50634" y="1086777"/>
                  </a:lnTo>
                  <a:close/>
                </a:path>
                <a:path w="533400" h="1138554">
                  <a:moveTo>
                    <a:pt x="79527" y="788771"/>
                  </a:moveTo>
                  <a:lnTo>
                    <a:pt x="32207" y="782281"/>
                  </a:lnTo>
                  <a:lnTo>
                    <a:pt x="30200" y="807173"/>
                  </a:lnTo>
                  <a:lnTo>
                    <a:pt x="76428" y="813917"/>
                  </a:lnTo>
                  <a:lnTo>
                    <a:pt x="79527" y="788771"/>
                  </a:lnTo>
                  <a:close/>
                </a:path>
                <a:path w="533400" h="1138554">
                  <a:moveTo>
                    <a:pt x="111518" y="458863"/>
                  </a:moveTo>
                  <a:lnTo>
                    <a:pt x="63715" y="453021"/>
                  </a:lnTo>
                  <a:lnTo>
                    <a:pt x="62128" y="477913"/>
                  </a:lnTo>
                  <a:lnTo>
                    <a:pt x="109410" y="484035"/>
                  </a:lnTo>
                  <a:lnTo>
                    <a:pt x="111518" y="458863"/>
                  </a:lnTo>
                  <a:close/>
                </a:path>
                <a:path w="533400" h="1138554">
                  <a:moveTo>
                    <a:pt x="532803" y="7988"/>
                  </a:moveTo>
                  <a:lnTo>
                    <a:pt x="524814" y="0"/>
                  </a:lnTo>
                  <a:lnTo>
                    <a:pt x="514946" y="0"/>
                  </a:lnTo>
                  <a:lnTo>
                    <a:pt x="258241" y="0"/>
                  </a:lnTo>
                  <a:lnTo>
                    <a:pt x="250253" y="7988"/>
                  </a:lnTo>
                  <a:lnTo>
                    <a:pt x="250253" y="74917"/>
                  </a:lnTo>
                  <a:lnTo>
                    <a:pt x="258241" y="82905"/>
                  </a:lnTo>
                  <a:lnTo>
                    <a:pt x="524814" y="82905"/>
                  </a:lnTo>
                  <a:lnTo>
                    <a:pt x="532803" y="74917"/>
                  </a:lnTo>
                  <a:lnTo>
                    <a:pt x="532803" y="7988"/>
                  </a:lnTo>
                  <a:close/>
                </a:path>
              </a:pathLst>
            </a:custGeom>
            <a:solidFill>
              <a:srgbClr val="4346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3079908" y="6082899"/>
              <a:ext cx="1222375" cy="770255"/>
            </a:xfrm>
            <a:custGeom>
              <a:avLst/>
              <a:gdLst/>
              <a:ahLst/>
              <a:cxnLst/>
              <a:rect l="l" t="t" r="r" b="b"/>
              <a:pathLst>
                <a:path w="1222375" h="770254">
                  <a:moveTo>
                    <a:pt x="708837" y="18681"/>
                  </a:moveTo>
                  <a:lnTo>
                    <a:pt x="707364" y="11404"/>
                  </a:lnTo>
                  <a:lnTo>
                    <a:pt x="703364" y="5473"/>
                  </a:lnTo>
                  <a:lnTo>
                    <a:pt x="697420" y="1473"/>
                  </a:lnTo>
                  <a:lnTo>
                    <a:pt x="690156" y="0"/>
                  </a:lnTo>
                  <a:lnTo>
                    <a:pt x="18681" y="0"/>
                  </a:lnTo>
                  <a:lnTo>
                    <a:pt x="11404" y="1473"/>
                  </a:lnTo>
                  <a:lnTo>
                    <a:pt x="5473" y="5473"/>
                  </a:lnTo>
                  <a:lnTo>
                    <a:pt x="1473" y="11404"/>
                  </a:lnTo>
                  <a:lnTo>
                    <a:pt x="0" y="18681"/>
                  </a:lnTo>
                  <a:lnTo>
                    <a:pt x="1473" y="25946"/>
                  </a:lnTo>
                  <a:lnTo>
                    <a:pt x="5473" y="31889"/>
                  </a:lnTo>
                  <a:lnTo>
                    <a:pt x="11404" y="35890"/>
                  </a:lnTo>
                  <a:lnTo>
                    <a:pt x="18681" y="37363"/>
                  </a:lnTo>
                  <a:lnTo>
                    <a:pt x="690156" y="37363"/>
                  </a:lnTo>
                  <a:lnTo>
                    <a:pt x="697420" y="35890"/>
                  </a:lnTo>
                  <a:lnTo>
                    <a:pt x="703364" y="31889"/>
                  </a:lnTo>
                  <a:lnTo>
                    <a:pt x="707364" y="25946"/>
                  </a:lnTo>
                  <a:lnTo>
                    <a:pt x="708837" y="18681"/>
                  </a:lnTo>
                  <a:close/>
                </a:path>
                <a:path w="1222375" h="770254">
                  <a:moveTo>
                    <a:pt x="1222209" y="749579"/>
                  </a:moveTo>
                  <a:lnTo>
                    <a:pt x="1188834" y="433539"/>
                  </a:lnTo>
                  <a:lnTo>
                    <a:pt x="1167498" y="391604"/>
                  </a:lnTo>
                  <a:lnTo>
                    <a:pt x="1123556" y="374789"/>
                  </a:lnTo>
                  <a:lnTo>
                    <a:pt x="687057" y="374789"/>
                  </a:lnTo>
                  <a:lnTo>
                    <a:pt x="642797" y="391820"/>
                  </a:lnTo>
                  <a:lnTo>
                    <a:pt x="621690" y="434289"/>
                  </a:lnTo>
                  <a:lnTo>
                    <a:pt x="591997" y="749782"/>
                  </a:lnTo>
                  <a:lnTo>
                    <a:pt x="592785" y="757161"/>
                  </a:lnTo>
                  <a:lnTo>
                    <a:pt x="596214" y="763447"/>
                  </a:lnTo>
                  <a:lnTo>
                    <a:pt x="601751" y="767994"/>
                  </a:lnTo>
                  <a:lnTo>
                    <a:pt x="608838" y="770128"/>
                  </a:lnTo>
                  <a:lnTo>
                    <a:pt x="616216" y="769327"/>
                  </a:lnTo>
                  <a:lnTo>
                    <a:pt x="622515" y="765898"/>
                  </a:lnTo>
                  <a:lnTo>
                    <a:pt x="627062" y="760374"/>
                  </a:lnTo>
                  <a:lnTo>
                    <a:pt x="629196" y="753287"/>
                  </a:lnTo>
                  <a:lnTo>
                    <a:pt x="658888" y="437781"/>
                  </a:lnTo>
                  <a:lnTo>
                    <a:pt x="661809" y="427621"/>
                  </a:lnTo>
                  <a:lnTo>
                    <a:pt x="667981" y="419493"/>
                  </a:lnTo>
                  <a:lnTo>
                    <a:pt x="676656" y="414096"/>
                  </a:lnTo>
                  <a:lnTo>
                    <a:pt x="687057" y="412153"/>
                  </a:lnTo>
                  <a:lnTo>
                    <a:pt x="1123556" y="412153"/>
                  </a:lnTo>
                  <a:lnTo>
                    <a:pt x="1186065" y="763092"/>
                  </a:lnTo>
                  <a:lnTo>
                    <a:pt x="1194168" y="770216"/>
                  </a:lnTo>
                  <a:lnTo>
                    <a:pt x="1203604" y="770216"/>
                  </a:lnTo>
                  <a:lnTo>
                    <a:pt x="1205585" y="770102"/>
                  </a:lnTo>
                  <a:lnTo>
                    <a:pt x="1212659" y="767892"/>
                  </a:lnTo>
                  <a:lnTo>
                    <a:pt x="1218145" y="763282"/>
                  </a:lnTo>
                  <a:lnTo>
                    <a:pt x="1221511" y="756958"/>
                  </a:lnTo>
                  <a:lnTo>
                    <a:pt x="1222209" y="749579"/>
                  </a:lnTo>
                  <a:close/>
                </a:path>
              </a:pathLst>
            </a:custGeom>
            <a:solidFill>
              <a:srgbClr val="CAC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3580311" y="6004659"/>
              <a:ext cx="802640" cy="1349375"/>
            </a:xfrm>
            <a:custGeom>
              <a:avLst/>
              <a:gdLst/>
              <a:ahLst/>
              <a:cxnLst/>
              <a:rect l="l" t="t" r="r" b="b"/>
              <a:pathLst>
                <a:path w="802640" h="1349375">
                  <a:moveTo>
                    <a:pt x="573574" y="0"/>
                  </a:moveTo>
                  <a:lnTo>
                    <a:pt x="242872" y="0"/>
                  </a:lnTo>
                  <a:lnTo>
                    <a:pt x="197137" y="10752"/>
                  </a:lnTo>
                  <a:lnTo>
                    <a:pt x="158550" y="40451"/>
                  </a:lnTo>
                  <a:lnTo>
                    <a:pt x="130540" y="85255"/>
                  </a:lnTo>
                  <a:lnTo>
                    <a:pt x="116540" y="141325"/>
                  </a:lnTo>
                  <a:lnTo>
                    <a:pt x="0" y="1344932"/>
                  </a:lnTo>
                  <a:lnTo>
                    <a:pt x="41831" y="1348985"/>
                  </a:lnTo>
                  <a:lnTo>
                    <a:pt x="158372" y="145377"/>
                  </a:lnTo>
                  <a:lnTo>
                    <a:pt x="168010" y="104379"/>
                  </a:lnTo>
                  <a:lnTo>
                    <a:pt x="186835" y="71618"/>
                  </a:lnTo>
                  <a:lnTo>
                    <a:pt x="212554" y="49902"/>
                  </a:lnTo>
                  <a:lnTo>
                    <a:pt x="242872" y="42040"/>
                  </a:lnTo>
                  <a:lnTo>
                    <a:pt x="573574" y="42040"/>
                  </a:lnTo>
                  <a:lnTo>
                    <a:pt x="630167" y="72143"/>
                  </a:lnTo>
                  <a:lnTo>
                    <a:pt x="648915" y="105487"/>
                  </a:lnTo>
                  <a:lnTo>
                    <a:pt x="658231" y="147220"/>
                  </a:lnTo>
                  <a:lnTo>
                    <a:pt x="760730" y="1348744"/>
                  </a:lnTo>
                  <a:lnTo>
                    <a:pt x="802614" y="1345173"/>
                  </a:lnTo>
                  <a:lnTo>
                    <a:pt x="700114" y="143650"/>
                  </a:lnTo>
                  <a:lnTo>
                    <a:pt x="690527" y="97263"/>
                  </a:lnTo>
                  <a:lnTo>
                    <a:pt x="671318" y="57707"/>
                  </a:lnTo>
                  <a:lnTo>
                    <a:pt x="644249" y="26979"/>
                  </a:lnTo>
                  <a:lnTo>
                    <a:pt x="611081" y="7077"/>
                  </a:lnTo>
                  <a:lnTo>
                    <a:pt x="573574" y="0"/>
                  </a:lnTo>
                  <a:close/>
                </a:path>
              </a:pathLst>
            </a:custGeom>
            <a:solidFill>
              <a:srgbClr val="D4D7E8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509375" y="7339790"/>
              <a:ext cx="156888" cy="146927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283536" y="7339790"/>
              <a:ext cx="156889" cy="146927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3851472" y="5985984"/>
              <a:ext cx="282575" cy="83185"/>
            </a:xfrm>
            <a:custGeom>
              <a:avLst/>
              <a:gdLst/>
              <a:ahLst/>
              <a:cxnLst/>
              <a:rect l="l" t="t" r="r" b="b"/>
              <a:pathLst>
                <a:path w="282575" h="83185">
                  <a:moveTo>
                    <a:pt x="274567" y="0"/>
                  </a:moveTo>
                  <a:lnTo>
                    <a:pt x="264703" y="0"/>
                  </a:lnTo>
                  <a:lnTo>
                    <a:pt x="7999" y="0"/>
                  </a:lnTo>
                  <a:lnTo>
                    <a:pt x="0" y="7989"/>
                  </a:lnTo>
                  <a:lnTo>
                    <a:pt x="0" y="74908"/>
                  </a:lnTo>
                  <a:lnTo>
                    <a:pt x="7999" y="82897"/>
                  </a:lnTo>
                  <a:lnTo>
                    <a:pt x="274567" y="82897"/>
                  </a:lnTo>
                  <a:lnTo>
                    <a:pt x="282556" y="74908"/>
                  </a:lnTo>
                  <a:lnTo>
                    <a:pt x="282556" y="7989"/>
                  </a:lnTo>
                  <a:lnTo>
                    <a:pt x="274567" y="0"/>
                  </a:lnTo>
                  <a:close/>
                </a:path>
              </a:pathLst>
            </a:custGeom>
            <a:solidFill>
              <a:srgbClr val="43465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3063091" y="6354940"/>
              <a:ext cx="636270" cy="37465"/>
            </a:xfrm>
            <a:custGeom>
              <a:avLst/>
              <a:gdLst/>
              <a:ahLst/>
              <a:cxnLst/>
              <a:rect l="l" t="t" r="r" b="b"/>
              <a:pathLst>
                <a:path w="636269" h="37464">
                  <a:moveTo>
                    <a:pt x="617206" y="0"/>
                  </a:moveTo>
                  <a:lnTo>
                    <a:pt x="18680" y="0"/>
                  </a:lnTo>
                  <a:lnTo>
                    <a:pt x="11410" y="1468"/>
                  </a:lnTo>
                  <a:lnTo>
                    <a:pt x="5472" y="5472"/>
                  </a:lnTo>
                  <a:lnTo>
                    <a:pt x="1468" y="11410"/>
                  </a:lnTo>
                  <a:lnTo>
                    <a:pt x="0" y="18680"/>
                  </a:lnTo>
                  <a:lnTo>
                    <a:pt x="1468" y="25949"/>
                  </a:lnTo>
                  <a:lnTo>
                    <a:pt x="5472" y="31887"/>
                  </a:lnTo>
                  <a:lnTo>
                    <a:pt x="11410" y="35891"/>
                  </a:lnTo>
                  <a:lnTo>
                    <a:pt x="18680" y="37360"/>
                  </a:lnTo>
                  <a:lnTo>
                    <a:pt x="617206" y="37360"/>
                  </a:lnTo>
                  <a:lnTo>
                    <a:pt x="624476" y="35891"/>
                  </a:lnTo>
                  <a:lnTo>
                    <a:pt x="630414" y="31887"/>
                  </a:lnTo>
                  <a:lnTo>
                    <a:pt x="634418" y="25949"/>
                  </a:lnTo>
                  <a:lnTo>
                    <a:pt x="635886" y="18680"/>
                  </a:lnTo>
                  <a:lnTo>
                    <a:pt x="634418" y="11410"/>
                  </a:lnTo>
                  <a:lnTo>
                    <a:pt x="630414" y="5472"/>
                  </a:lnTo>
                  <a:lnTo>
                    <a:pt x="624476" y="1468"/>
                  </a:lnTo>
                  <a:lnTo>
                    <a:pt x="617206" y="0"/>
                  </a:lnTo>
                  <a:close/>
                </a:path>
              </a:pathLst>
            </a:custGeom>
            <a:solidFill>
              <a:srgbClr val="CACED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13601230" y="6438969"/>
              <a:ext cx="764540" cy="685800"/>
            </a:xfrm>
            <a:custGeom>
              <a:avLst/>
              <a:gdLst/>
              <a:ahLst/>
              <a:cxnLst/>
              <a:rect l="l" t="t" r="r" b="b"/>
              <a:pathLst>
                <a:path w="764540" h="685800">
                  <a:moveTo>
                    <a:pt x="50622" y="633793"/>
                  </a:moveTo>
                  <a:lnTo>
                    <a:pt x="3340" y="629158"/>
                  </a:lnTo>
                  <a:lnTo>
                    <a:pt x="0" y="679577"/>
                  </a:lnTo>
                  <a:lnTo>
                    <a:pt x="45986" y="685533"/>
                  </a:lnTo>
                  <a:lnTo>
                    <a:pt x="50622" y="633793"/>
                  </a:lnTo>
                  <a:close/>
                </a:path>
                <a:path w="764540" h="685800">
                  <a:moveTo>
                    <a:pt x="79502" y="335788"/>
                  </a:moveTo>
                  <a:lnTo>
                    <a:pt x="32194" y="329298"/>
                  </a:lnTo>
                  <a:lnTo>
                    <a:pt x="30187" y="354190"/>
                  </a:lnTo>
                  <a:lnTo>
                    <a:pt x="76415" y="360934"/>
                  </a:lnTo>
                  <a:lnTo>
                    <a:pt x="79502" y="335788"/>
                  </a:lnTo>
                  <a:close/>
                </a:path>
                <a:path w="764540" h="685800">
                  <a:moveTo>
                    <a:pt x="111506" y="5880"/>
                  </a:moveTo>
                  <a:lnTo>
                    <a:pt x="63703" y="38"/>
                  </a:lnTo>
                  <a:lnTo>
                    <a:pt x="62115" y="24930"/>
                  </a:lnTo>
                  <a:lnTo>
                    <a:pt x="109397" y="31051"/>
                  </a:lnTo>
                  <a:lnTo>
                    <a:pt x="111506" y="5880"/>
                  </a:lnTo>
                  <a:close/>
                </a:path>
                <a:path w="764540" h="685800">
                  <a:moveTo>
                    <a:pt x="706526" y="24892"/>
                  </a:moveTo>
                  <a:lnTo>
                    <a:pt x="705091" y="0"/>
                  </a:lnTo>
                  <a:lnTo>
                    <a:pt x="657263" y="5524"/>
                  </a:lnTo>
                  <a:lnTo>
                    <a:pt x="659180" y="30721"/>
                  </a:lnTo>
                  <a:lnTo>
                    <a:pt x="706526" y="24892"/>
                  </a:lnTo>
                  <a:close/>
                </a:path>
                <a:path w="764540" h="685800">
                  <a:moveTo>
                    <a:pt x="736295" y="354355"/>
                  </a:moveTo>
                  <a:lnTo>
                    <a:pt x="734441" y="329450"/>
                  </a:lnTo>
                  <a:lnTo>
                    <a:pt x="687082" y="335635"/>
                  </a:lnTo>
                  <a:lnTo>
                    <a:pt x="690003" y="360794"/>
                  </a:lnTo>
                  <a:lnTo>
                    <a:pt x="736295" y="354355"/>
                  </a:lnTo>
                  <a:close/>
                </a:path>
                <a:path w="764540" h="685800">
                  <a:moveTo>
                    <a:pt x="764349" y="679932"/>
                  </a:moveTo>
                  <a:lnTo>
                    <a:pt x="761326" y="629488"/>
                  </a:lnTo>
                  <a:lnTo>
                    <a:pt x="714006" y="633818"/>
                  </a:lnTo>
                  <a:lnTo>
                    <a:pt x="718312" y="685584"/>
                  </a:lnTo>
                  <a:lnTo>
                    <a:pt x="764349" y="679932"/>
                  </a:lnTo>
                  <a:close/>
                </a:path>
              </a:pathLst>
            </a:custGeom>
            <a:solidFill>
              <a:srgbClr val="43465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 descr=""/>
          <p:cNvGrpSpPr/>
          <p:nvPr/>
        </p:nvGrpSpPr>
        <p:grpSpPr>
          <a:xfrm>
            <a:off x="16233756" y="8234536"/>
            <a:ext cx="167005" cy="2118995"/>
            <a:chOff x="16233756" y="8234536"/>
            <a:chExt cx="167005" cy="2118995"/>
          </a:xfrm>
        </p:grpSpPr>
        <p:sp>
          <p:nvSpPr>
            <p:cNvPr id="80" name="object 80" descr=""/>
            <p:cNvSpPr/>
            <p:nvPr/>
          </p:nvSpPr>
          <p:spPr>
            <a:xfrm>
              <a:off x="16235923" y="8366603"/>
              <a:ext cx="26670" cy="1798955"/>
            </a:xfrm>
            <a:custGeom>
              <a:avLst/>
              <a:gdLst/>
              <a:ahLst/>
              <a:cxnLst/>
              <a:rect l="l" t="t" r="r" b="b"/>
              <a:pathLst>
                <a:path w="26669" h="1798954">
                  <a:moveTo>
                    <a:pt x="26376" y="0"/>
                  </a:moveTo>
                  <a:lnTo>
                    <a:pt x="0" y="0"/>
                  </a:lnTo>
                  <a:lnTo>
                    <a:pt x="0" y="1798919"/>
                  </a:lnTo>
                  <a:lnTo>
                    <a:pt x="26376" y="1798919"/>
                  </a:lnTo>
                  <a:lnTo>
                    <a:pt x="26376" y="0"/>
                  </a:lnTo>
                  <a:close/>
                </a:path>
              </a:pathLst>
            </a:custGeom>
            <a:solidFill>
              <a:srgbClr val="E4E1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6235921" y="8715914"/>
              <a:ext cx="26670" cy="1562735"/>
            </a:xfrm>
            <a:custGeom>
              <a:avLst/>
              <a:gdLst/>
              <a:ahLst/>
              <a:cxnLst/>
              <a:rect l="l" t="t" r="r" b="b"/>
              <a:pathLst>
                <a:path w="26669" h="1562734">
                  <a:moveTo>
                    <a:pt x="26377" y="973023"/>
                  </a:moveTo>
                  <a:lnTo>
                    <a:pt x="0" y="973023"/>
                  </a:lnTo>
                  <a:lnTo>
                    <a:pt x="0" y="1562188"/>
                  </a:lnTo>
                  <a:lnTo>
                    <a:pt x="26377" y="1562188"/>
                  </a:lnTo>
                  <a:lnTo>
                    <a:pt x="26377" y="973023"/>
                  </a:lnTo>
                  <a:close/>
                </a:path>
                <a:path w="26669" h="1562734">
                  <a:moveTo>
                    <a:pt x="26377" y="0"/>
                  </a:moveTo>
                  <a:lnTo>
                    <a:pt x="0" y="0"/>
                  </a:lnTo>
                  <a:lnTo>
                    <a:pt x="0" y="533996"/>
                  </a:lnTo>
                  <a:lnTo>
                    <a:pt x="26377" y="533996"/>
                  </a:lnTo>
                  <a:lnTo>
                    <a:pt x="26377" y="0"/>
                  </a:lnTo>
                  <a:close/>
                </a:path>
              </a:pathLst>
            </a:custGeom>
            <a:solidFill>
              <a:srgbClr val="D646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16233756" y="10202662"/>
              <a:ext cx="30480" cy="75565"/>
            </a:xfrm>
            <a:custGeom>
              <a:avLst/>
              <a:gdLst/>
              <a:ahLst/>
              <a:cxnLst/>
              <a:rect l="l" t="t" r="r" b="b"/>
              <a:pathLst>
                <a:path w="30480" h="75565">
                  <a:moveTo>
                    <a:pt x="30281" y="0"/>
                  </a:moveTo>
                  <a:lnTo>
                    <a:pt x="0" y="0"/>
                  </a:lnTo>
                  <a:lnTo>
                    <a:pt x="0" y="75432"/>
                  </a:lnTo>
                  <a:lnTo>
                    <a:pt x="30281" y="75432"/>
                  </a:lnTo>
                  <a:lnTo>
                    <a:pt x="30281" y="0"/>
                  </a:lnTo>
                  <a:close/>
                </a:path>
              </a:pathLst>
            </a:custGeom>
            <a:solidFill>
              <a:srgbClr val="E4E1E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 descr=""/>
            <p:cNvSpPr/>
            <p:nvPr/>
          </p:nvSpPr>
          <p:spPr>
            <a:xfrm>
              <a:off x="16233749" y="8234546"/>
              <a:ext cx="167005" cy="2118995"/>
            </a:xfrm>
            <a:custGeom>
              <a:avLst/>
              <a:gdLst/>
              <a:ahLst/>
              <a:cxnLst/>
              <a:rect l="l" t="t" r="r" b="b"/>
              <a:pathLst>
                <a:path w="167005" h="2118995">
                  <a:moveTo>
                    <a:pt x="30289" y="2043557"/>
                  </a:moveTo>
                  <a:lnTo>
                    <a:pt x="0" y="2043557"/>
                  </a:lnTo>
                  <a:lnTo>
                    <a:pt x="0" y="2118982"/>
                  </a:lnTo>
                  <a:lnTo>
                    <a:pt x="30289" y="2118982"/>
                  </a:lnTo>
                  <a:lnTo>
                    <a:pt x="30289" y="2043557"/>
                  </a:lnTo>
                  <a:close/>
                </a:path>
                <a:path w="167005" h="2118995">
                  <a:moveTo>
                    <a:pt x="166598" y="147396"/>
                  </a:moveTo>
                  <a:lnTo>
                    <a:pt x="164299" y="114058"/>
                  </a:lnTo>
                  <a:lnTo>
                    <a:pt x="159918" y="98158"/>
                  </a:lnTo>
                  <a:lnTo>
                    <a:pt x="159918" y="145656"/>
                  </a:lnTo>
                  <a:lnTo>
                    <a:pt x="153758" y="164820"/>
                  </a:lnTo>
                  <a:lnTo>
                    <a:pt x="106680" y="139128"/>
                  </a:lnTo>
                  <a:lnTo>
                    <a:pt x="73723" y="93814"/>
                  </a:lnTo>
                  <a:lnTo>
                    <a:pt x="64820" y="82689"/>
                  </a:lnTo>
                  <a:lnTo>
                    <a:pt x="61061" y="79413"/>
                  </a:lnTo>
                  <a:lnTo>
                    <a:pt x="56222" y="75196"/>
                  </a:lnTo>
                  <a:lnTo>
                    <a:pt x="47586" y="72453"/>
                  </a:lnTo>
                  <a:lnTo>
                    <a:pt x="46799" y="72453"/>
                  </a:lnTo>
                  <a:lnTo>
                    <a:pt x="17348" y="120065"/>
                  </a:lnTo>
                  <a:lnTo>
                    <a:pt x="18110" y="102133"/>
                  </a:lnTo>
                  <a:lnTo>
                    <a:pt x="26200" y="59905"/>
                  </a:lnTo>
                  <a:lnTo>
                    <a:pt x="52400" y="18808"/>
                  </a:lnTo>
                  <a:lnTo>
                    <a:pt x="74891" y="7366"/>
                  </a:lnTo>
                  <a:lnTo>
                    <a:pt x="93281" y="7912"/>
                  </a:lnTo>
                  <a:lnTo>
                    <a:pt x="131762" y="45072"/>
                  </a:lnTo>
                  <a:lnTo>
                    <a:pt x="157518" y="115049"/>
                  </a:lnTo>
                  <a:lnTo>
                    <a:pt x="159918" y="145656"/>
                  </a:lnTo>
                  <a:lnTo>
                    <a:pt x="159918" y="98158"/>
                  </a:lnTo>
                  <a:lnTo>
                    <a:pt x="153949" y="76479"/>
                  </a:lnTo>
                  <a:lnTo>
                    <a:pt x="137655" y="41579"/>
                  </a:lnTo>
                  <a:lnTo>
                    <a:pt x="122631" y="20675"/>
                  </a:lnTo>
                  <a:lnTo>
                    <a:pt x="107327" y="7366"/>
                  </a:lnTo>
                  <a:lnTo>
                    <a:pt x="106603" y="6731"/>
                  </a:lnTo>
                  <a:lnTo>
                    <a:pt x="89966" y="0"/>
                  </a:lnTo>
                  <a:lnTo>
                    <a:pt x="73101" y="749"/>
                  </a:lnTo>
                  <a:lnTo>
                    <a:pt x="32867" y="30162"/>
                  </a:lnTo>
                  <a:lnTo>
                    <a:pt x="14947" y="75933"/>
                  </a:lnTo>
                  <a:lnTo>
                    <a:pt x="10617" y="118262"/>
                  </a:lnTo>
                  <a:lnTo>
                    <a:pt x="10858" y="126911"/>
                  </a:lnTo>
                  <a:lnTo>
                    <a:pt x="215" y="126911"/>
                  </a:lnTo>
                  <a:lnTo>
                    <a:pt x="215" y="351459"/>
                  </a:lnTo>
                  <a:lnTo>
                    <a:pt x="30505" y="351459"/>
                  </a:lnTo>
                  <a:lnTo>
                    <a:pt x="30505" y="126911"/>
                  </a:lnTo>
                  <a:lnTo>
                    <a:pt x="22783" y="126911"/>
                  </a:lnTo>
                  <a:lnTo>
                    <a:pt x="24650" y="120065"/>
                  </a:lnTo>
                  <a:lnTo>
                    <a:pt x="25857" y="115608"/>
                  </a:lnTo>
                  <a:lnTo>
                    <a:pt x="32893" y="96342"/>
                  </a:lnTo>
                  <a:lnTo>
                    <a:pt x="39751" y="84264"/>
                  </a:lnTo>
                  <a:lnTo>
                    <a:pt x="46431" y="79413"/>
                  </a:lnTo>
                  <a:lnTo>
                    <a:pt x="53187" y="81330"/>
                  </a:lnTo>
                  <a:lnTo>
                    <a:pt x="60756" y="88353"/>
                  </a:lnTo>
                  <a:lnTo>
                    <a:pt x="68948" y="98894"/>
                  </a:lnTo>
                  <a:lnTo>
                    <a:pt x="88976" y="127609"/>
                  </a:lnTo>
                  <a:lnTo>
                    <a:pt x="101841" y="144018"/>
                  </a:lnTo>
                  <a:lnTo>
                    <a:pt x="116433" y="158902"/>
                  </a:lnTo>
                  <a:lnTo>
                    <a:pt x="132956" y="170510"/>
                  </a:lnTo>
                  <a:lnTo>
                    <a:pt x="138480" y="173469"/>
                  </a:lnTo>
                  <a:lnTo>
                    <a:pt x="143078" y="174599"/>
                  </a:lnTo>
                  <a:lnTo>
                    <a:pt x="152374" y="174599"/>
                  </a:lnTo>
                  <a:lnTo>
                    <a:pt x="156197" y="172212"/>
                  </a:lnTo>
                  <a:lnTo>
                    <a:pt x="157543" y="170789"/>
                  </a:lnTo>
                  <a:lnTo>
                    <a:pt x="158711" y="169570"/>
                  </a:lnTo>
                  <a:lnTo>
                    <a:pt x="166598" y="147396"/>
                  </a:lnTo>
                  <a:close/>
                </a:path>
              </a:pathLst>
            </a:custGeom>
            <a:solidFill>
              <a:srgbClr val="2F2D2E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4" name="object 84" descr=""/>
          <p:cNvGrpSpPr/>
          <p:nvPr/>
        </p:nvGrpSpPr>
        <p:grpSpPr>
          <a:xfrm>
            <a:off x="14199455" y="3570047"/>
            <a:ext cx="456565" cy="640080"/>
            <a:chOff x="14199455" y="3570047"/>
            <a:chExt cx="456565" cy="640080"/>
          </a:xfrm>
        </p:grpSpPr>
        <p:sp>
          <p:nvSpPr>
            <p:cNvPr id="85" name="object 85" descr=""/>
            <p:cNvSpPr/>
            <p:nvPr/>
          </p:nvSpPr>
          <p:spPr>
            <a:xfrm>
              <a:off x="14199455" y="3570047"/>
              <a:ext cx="456565" cy="640080"/>
            </a:xfrm>
            <a:custGeom>
              <a:avLst/>
              <a:gdLst/>
              <a:ahLst/>
              <a:cxnLst/>
              <a:rect l="l" t="t" r="r" b="b"/>
              <a:pathLst>
                <a:path w="456565" h="640079">
                  <a:moveTo>
                    <a:pt x="326184" y="0"/>
                  </a:moveTo>
                  <a:lnTo>
                    <a:pt x="213359" y="23990"/>
                  </a:lnTo>
                  <a:lnTo>
                    <a:pt x="126213" y="41483"/>
                  </a:lnTo>
                  <a:lnTo>
                    <a:pt x="66475" y="51537"/>
                  </a:lnTo>
                  <a:lnTo>
                    <a:pt x="34375" y="54203"/>
                  </a:lnTo>
                  <a:lnTo>
                    <a:pt x="26269" y="53403"/>
                  </a:lnTo>
                  <a:lnTo>
                    <a:pt x="17314" y="51129"/>
                  </a:lnTo>
                  <a:lnTo>
                    <a:pt x="8338" y="139327"/>
                  </a:lnTo>
                  <a:lnTo>
                    <a:pt x="3932" y="187795"/>
                  </a:lnTo>
                  <a:lnTo>
                    <a:pt x="717" y="241003"/>
                  </a:lnTo>
                  <a:lnTo>
                    <a:pt x="0" y="292531"/>
                  </a:lnTo>
                  <a:lnTo>
                    <a:pt x="1240" y="343419"/>
                  </a:lnTo>
                  <a:lnTo>
                    <a:pt x="3900" y="394706"/>
                  </a:lnTo>
                  <a:lnTo>
                    <a:pt x="7440" y="447431"/>
                  </a:lnTo>
                  <a:lnTo>
                    <a:pt x="12234" y="485685"/>
                  </a:lnTo>
                  <a:lnTo>
                    <a:pt x="22158" y="523235"/>
                  </a:lnTo>
                  <a:lnTo>
                    <a:pt x="38572" y="558341"/>
                  </a:lnTo>
                  <a:lnTo>
                    <a:pt x="62836" y="589266"/>
                  </a:lnTo>
                  <a:lnTo>
                    <a:pt x="96313" y="614272"/>
                  </a:lnTo>
                  <a:lnTo>
                    <a:pt x="140362" y="631620"/>
                  </a:lnTo>
                  <a:lnTo>
                    <a:pt x="196345" y="639572"/>
                  </a:lnTo>
                  <a:lnTo>
                    <a:pt x="255561" y="635718"/>
                  </a:lnTo>
                  <a:lnTo>
                    <a:pt x="308000" y="620669"/>
                  </a:lnTo>
                  <a:lnTo>
                    <a:pt x="353073" y="597229"/>
                  </a:lnTo>
                  <a:lnTo>
                    <a:pt x="390190" y="568201"/>
                  </a:lnTo>
                  <a:lnTo>
                    <a:pt x="418763" y="536391"/>
                  </a:lnTo>
                  <a:lnTo>
                    <a:pt x="447919" y="475639"/>
                  </a:lnTo>
                  <a:lnTo>
                    <a:pt x="454294" y="426207"/>
                  </a:lnTo>
                  <a:lnTo>
                    <a:pt x="455941" y="373313"/>
                  </a:lnTo>
                  <a:lnTo>
                    <a:pt x="451095" y="320356"/>
                  </a:lnTo>
                  <a:lnTo>
                    <a:pt x="437992" y="270735"/>
                  </a:lnTo>
                  <a:lnTo>
                    <a:pt x="418234" y="219173"/>
                  </a:lnTo>
                  <a:lnTo>
                    <a:pt x="400001" y="173785"/>
                  </a:lnTo>
                  <a:lnTo>
                    <a:pt x="372812" y="109187"/>
                  </a:lnTo>
                  <a:lnTo>
                    <a:pt x="326184" y="0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4216771" y="3635451"/>
              <a:ext cx="155235" cy="201132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488382" y="3661248"/>
              <a:ext cx="165101" cy="247531"/>
            </a:xfrm>
            <a:prstGeom prst="rect">
              <a:avLst/>
            </a:prstGeom>
          </p:spPr>
        </p:pic>
      </p:grpSp>
      <p:grpSp>
        <p:nvGrpSpPr>
          <p:cNvPr id="88" name="object 88" descr=""/>
          <p:cNvGrpSpPr/>
          <p:nvPr/>
        </p:nvGrpSpPr>
        <p:grpSpPr>
          <a:xfrm>
            <a:off x="14215958" y="3922745"/>
            <a:ext cx="382905" cy="1597025"/>
            <a:chOff x="14215958" y="3922745"/>
            <a:chExt cx="382905" cy="1597025"/>
          </a:xfrm>
        </p:grpSpPr>
        <p:sp>
          <p:nvSpPr>
            <p:cNvPr id="89" name="object 89" descr=""/>
            <p:cNvSpPr/>
            <p:nvPr/>
          </p:nvSpPr>
          <p:spPr>
            <a:xfrm>
              <a:off x="14358715" y="4799112"/>
              <a:ext cx="240665" cy="702310"/>
            </a:xfrm>
            <a:custGeom>
              <a:avLst/>
              <a:gdLst/>
              <a:ahLst/>
              <a:cxnLst/>
              <a:rect l="l" t="t" r="r" b="b"/>
              <a:pathLst>
                <a:path w="240665" h="702310">
                  <a:moveTo>
                    <a:pt x="102939" y="0"/>
                  </a:moveTo>
                  <a:lnTo>
                    <a:pt x="65521" y="8190"/>
                  </a:lnTo>
                  <a:lnTo>
                    <a:pt x="29048" y="28131"/>
                  </a:lnTo>
                  <a:lnTo>
                    <a:pt x="3786" y="61126"/>
                  </a:lnTo>
                  <a:lnTo>
                    <a:pt x="0" y="108478"/>
                  </a:lnTo>
                  <a:lnTo>
                    <a:pt x="4442" y="135043"/>
                  </a:lnTo>
                  <a:lnTo>
                    <a:pt x="10586" y="176023"/>
                  </a:lnTo>
                  <a:lnTo>
                    <a:pt x="18044" y="228315"/>
                  </a:lnTo>
                  <a:lnTo>
                    <a:pt x="26425" y="288811"/>
                  </a:lnTo>
                  <a:lnTo>
                    <a:pt x="44393" y="421995"/>
                  </a:lnTo>
                  <a:lnTo>
                    <a:pt x="68516" y="605666"/>
                  </a:lnTo>
                  <a:lnTo>
                    <a:pt x="79882" y="695476"/>
                  </a:lnTo>
                  <a:lnTo>
                    <a:pt x="82484" y="700140"/>
                  </a:lnTo>
                  <a:lnTo>
                    <a:pt x="90578" y="701883"/>
                  </a:lnTo>
                  <a:lnTo>
                    <a:pt x="106548" y="702092"/>
                  </a:lnTo>
                  <a:lnTo>
                    <a:pt x="132781" y="702156"/>
                  </a:lnTo>
                  <a:lnTo>
                    <a:pt x="162060" y="701671"/>
                  </a:lnTo>
                  <a:lnTo>
                    <a:pt x="205930" y="691821"/>
                  </a:lnTo>
                  <a:lnTo>
                    <a:pt x="215404" y="642495"/>
                  </a:lnTo>
                  <a:lnTo>
                    <a:pt x="221717" y="592768"/>
                  </a:lnTo>
                  <a:lnTo>
                    <a:pt x="228087" y="533423"/>
                  </a:lnTo>
                  <a:lnTo>
                    <a:pt x="233765" y="469781"/>
                  </a:lnTo>
                  <a:lnTo>
                    <a:pt x="238007" y="407160"/>
                  </a:lnTo>
                  <a:lnTo>
                    <a:pt x="240065" y="350879"/>
                  </a:lnTo>
                  <a:lnTo>
                    <a:pt x="238582" y="288733"/>
                  </a:lnTo>
                  <a:lnTo>
                    <a:pt x="233578" y="225633"/>
                  </a:lnTo>
                  <a:lnTo>
                    <a:pt x="226718" y="166907"/>
                  </a:lnTo>
                  <a:lnTo>
                    <a:pt x="219667" y="117881"/>
                  </a:lnTo>
                  <a:lnTo>
                    <a:pt x="211658" y="70238"/>
                  </a:lnTo>
                  <a:lnTo>
                    <a:pt x="170747" y="13106"/>
                  </a:lnTo>
                  <a:lnTo>
                    <a:pt x="137895" y="1686"/>
                  </a:lnTo>
                  <a:lnTo>
                    <a:pt x="102939" y="0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14436784" y="5472727"/>
              <a:ext cx="133985" cy="46990"/>
            </a:xfrm>
            <a:custGeom>
              <a:avLst/>
              <a:gdLst/>
              <a:ahLst/>
              <a:cxnLst/>
              <a:rect l="l" t="t" r="r" b="b"/>
              <a:pathLst>
                <a:path w="133984" h="46989">
                  <a:moveTo>
                    <a:pt x="132875" y="0"/>
                  </a:moveTo>
                  <a:lnTo>
                    <a:pt x="88468" y="11790"/>
                  </a:lnTo>
                  <a:lnTo>
                    <a:pt x="39818" y="15777"/>
                  </a:lnTo>
                  <a:lnTo>
                    <a:pt x="13277" y="12195"/>
                  </a:lnTo>
                  <a:lnTo>
                    <a:pt x="2214" y="6239"/>
                  </a:lnTo>
                  <a:lnTo>
                    <a:pt x="0" y="3099"/>
                  </a:lnTo>
                  <a:lnTo>
                    <a:pt x="0" y="28575"/>
                  </a:lnTo>
                  <a:lnTo>
                    <a:pt x="5999" y="35343"/>
                  </a:lnTo>
                  <a:lnTo>
                    <a:pt x="19645" y="41087"/>
                  </a:lnTo>
                  <a:lnTo>
                    <a:pt x="34411" y="45072"/>
                  </a:lnTo>
                  <a:lnTo>
                    <a:pt x="43768" y="46564"/>
                  </a:lnTo>
                  <a:lnTo>
                    <a:pt x="59239" y="44889"/>
                  </a:lnTo>
                  <a:lnTo>
                    <a:pt x="116151" y="34796"/>
                  </a:lnTo>
                  <a:lnTo>
                    <a:pt x="133676" y="11256"/>
                  </a:lnTo>
                  <a:lnTo>
                    <a:pt x="133236" y="3328"/>
                  </a:lnTo>
                  <a:lnTo>
                    <a:pt x="132875" y="0"/>
                  </a:lnTo>
                  <a:close/>
                </a:path>
              </a:pathLst>
            </a:custGeom>
            <a:solidFill>
              <a:srgbClr val="483A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14215958" y="3922745"/>
              <a:ext cx="374650" cy="1048385"/>
            </a:xfrm>
            <a:custGeom>
              <a:avLst/>
              <a:gdLst/>
              <a:ahLst/>
              <a:cxnLst/>
              <a:rect l="l" t="t" r="r" b="b"/>
              <a:pathLst>
                <a:path w="374650" h="1048385">
                  <a:moveTo>
                    <a:pt x="163136" y="0"/>
                  </a:moveTo>
                  <a:lnTo>
                    <a:pt x="98034" y="4617"/>
                  </a:lnTo>
                  <a:lnTo>
                    <a:pt x="51262" y="16158"/>
                  </a:lnTo>
                  <a:lnTo>
                    <a:pt x="4336" y="73966"/>
                  </a:lnTo>
                  <a:lnTo>
                    <a:pt x="0" y="127210"/>
                  </a:lnTo>
                  <a:lnTo>
                    <a:pt x="1423" y="152294"/>
                  </a:lnTo>
                  <a:lnTo>
                    <a:pt x="10179" y="236529"/>
                  </a:lnTo>
                  <a:lnTo>
                    <a:pt x="16913" y="291365"/>
                  </a:lnTo>
                  <a:lnTo>
                    <a:pt x="24817" y="351802"/>
                  </a:lnTo>
                  <a:lnTo>
                    <a:pt x="33590" y="415682"/>
                  </a:lnTo>
                  <a:lnTo>
                    <a:pt x="42933" y="480847"/>
                  </a:lnTo>
                  <a:lnTo>
                    <a:pt x="52546" y="545139"/>
                  </a:lnTo>
                  <a:lnTo>
                    <a:pt x="62129" y="606400"/>
                  </a:lnTo>
                  <a:lnTo>
                    <a:pt x="71381" y="662472"/>
                  </a:lnTo>
                  <a:lnTo>
                    <a:pt x="80002" y="711197"/>
                  </a:lnTo>
                  <a:lnTo>
                    <a:pt x="87693" y="750416"/>
                  </a:lnTo>
                  <a:lnTo>
                    <a:pt x="95059" y="787332"/>
                  </a:lnTo>
                  <a:lnTo>
                    <a:pt x="101986" y="824718"/>
                  </a:lnTo>
                  <a:lnTo>
                    <a:pt x="154895" y="824731"/>
                  </a:lnTo>
                  <a:lnTo>
                    <a:pt x="197382" y="829711"/>
                  </a:lnTo>
                  <a:lnTo>
                    <a:pt x="230862" y="850173"/>
                  </a:lnTo>
                  <a:lnTo>
                    <a:pt x="182309" y="869218"/>
                  </a:lnTo>
                  <a:lnTo>
                    <a:pt x="153978" y="879712"/>
                  </a:lnTo>
                  <a:lnTo>
                    <a:pt x="134935" y="885387"/>
                  </a:lnTo>
                  <a:lnTo>
                    <a:pt x="114247" y="889972"/>
                  </a:lnTo>
                  <a:lnTo>
                    <a:pt x="128294" y="950805"/>
                  </a:lnTo>
                  <a:lnTo>
                    <a:pt x="145780" y="1000698"/>
                  </a:lnTo>
                  <a:lnTo>
                    <a:pt x="168646" y="1034706"/>
                  </a:lnTo>
                  <a:lnTo>
                    <a:pt x="198831" y="1047884"/>
                  </a:lnTo>
                  <a:lnTo>
                    <a:pt x="263011" y="1043889"/>
                  </a:lnTo>
                  <a:lnTo>
                    <a:pt x="311607" y="1027454"/>
                  </a:lnTo>
                  <a:lnTo>
                    <a:pt x="342649" y="998852"/>
                  </a:lnTo>
                  <a:lnTo>
                    <a:pt x="354167" y="958358"/>
                  </a:lnTo>
                  <a:lnTo>
                    <a:pt x="355412" y="871002"/>
                  </a:lnTo>
                  <a:lnTo>
                    <a:pt x="357926" y="653863"/>
                  </a:lnTo>
                  <a:lnTo>
                    <a:pt x="360397" y="490477"/>
                  </a:lnTo>
                  <a:lnTo>
                    <a:pt x="362031" y="439329"/>
                  </a:lnTo>
                  <a:lnTo>
                    <a:pt x="364781" y="389697"/>
                  </a:lnTo>
                  <a:lnTo>
                    <a:pt x="371075" y="296025"/>
                  </a:lnTo>
                  <a:lnTo>
                    <a:pt x="373343" y="252505"/>
                  </a:lnTo>
                  <a:lnTo>
                    <a:pt x="374175" y="211544"/>
                  </a:lnTo>
                  <a:lnTo>
                    <a:pt x="372933" y="173403"/>
                  </a:lnTo>
                  <a:lnTo>
                    <a:pt x="361673" y="106620"/>
                  </a:lnTo>
                  <a:lnTo>
                    <a:pt x="334459" y="54242"/>
                  </a:lnTo>
                  <a:lnTo>
                    <a:pt x="286189" y="18353"/>
                  </a:lnTo>
                  <a:lnTo>
                    <a:pt x="211757" y="1039"/>
                  </a:lnTo>
                  <a:lnTo>
                    <a:pt x="163136" y="0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/>
          <p:nvPr/>
        </p:nvSpPr>
        <p:spPr>
          <a:xfrm>
            <a:off x="13233989" y="3606415"/>
            <a:ext cx="683895" cy="541020"/>
          </a:xfrm>
          <a:custGeom>
            <a:avLst/>
            <a:gdLst/>
            <a:ahLst/>
            <a:cxnLst/>
            <a:rect l="l" t="t" r="r" b="b"/>
            <a:pathLst>
              <a:path w="683894" h="541020">
                <a:moveTo>
                  <a:pt x="553543" y="0"/>
                </a:moveTo>
                <a:lnTo>
                  <a:pt x="478480" y="24050"/>
                </a:lnTo>
                <a:lnTo>
                  <a:pt x="414333" y="41589"/>
                </a:lnTo>
                <a:lnTo>
                  <a:pt x="358826" y="51673"/>
                </a:lnTo>
                <a:lnTo>
                  <a:pt x="329620" y="53058"/>
                </a:lnTo>
                <a:lnTo>
                  <a:pt x="295157" y="49125"/>
                </a:lnTo>
                <a:lnTo>
                  <a:pt x="233182" y="35919"/>
                </a:lnTo>
                <a:lnTo>
                  <a:pt x="121441" y="9486"/>
                </a:lnTo>
                <a:lnTo>
                  <a:pt x="73702" y="116007"/>
                </a:lnTo>
                <a:lnTo>
                  <a:pt x="50836" y="166256"/>
                </a:lnTo>
                <a:lnTo>
                  <a:pt x="34774" y="203819"/>
                </a:lnTo>
                <a:lnTo>
                  <a:pt x="20814" y="245353"/>
                </a:lnTo>
                <a:lnTo>
                  <a:pt x="9801" y="294024"/>
                </a:lnTo>
                <a:lnTo>
                  <a:pt x="2581" y="352998"/>
                </a:lnTo>
                <a:lnTo>
                  <a:pt x="0" y="425442"/>
                </a:lnTo>
                <a:lnTo>
                  <a:pt x="4529" y="459444"/>
                </a:lnTo>
                <a:lnTo>
                  <a:pt x="43206" y="505187"/>
                </a:lnTo>
                <a:lnTo>
                  <a:pt x="79014" y="519089"/>
                </a:lnTo>
                <a:lnTo>
                  <a:pt x="126909" y="528449"/>
                </a:lnTo>
                <a:lnTo>
                  <a:pt x="187723" y="534349"/>
                </a:lnTo>
                <a:lnTo>
                  <a:pt x="262285" y="537868"/>
                </a:lnTo>
                <a:lnTo>
                  <a:pt x="326228" y="539620"/>
                </a:lnTo>
                <a:lnTo>
                  <a:pt x="389780" y="540402"/>
                </a:lnTo>
                <a:lnTo>
                  <a:pt x="451184" y="539766"/>
                </a:lnTo>
                <a:lnTo>
                  <a:pt x="508686" y="537263"/>
                </a:lnTo>
                <a:lnTo>
                  <a:pt x="560531" y="532445"/>
                </a:lnTo>
                <a:lnTo>
                  <a:pt x="604964" y="524864"/>
                </a:lnTo>
                <a:lnTo>
                  <a:pt x="664574" y="499616"/>
                </a:lnTo>
                <a:lnTo>
                  <a:pt x="683298" y="429901"/>
                </a:lnTo>
                <a:lnTo>
                  <a:pt x="683835" y="373160"/>
                </a:lnTo>
                <a:lnTo>
                  <a:pt x="678918" y="315717"/>
                </a:lnTo>
                <a:lnTo>
                  <a:pt x="669613" y="262463"/>
                </a:lnTo>
                <a:lnTo>
                  <a:pt x="659441" y="221220"/>
                </a:lnTo>
                <a:lnTo>
                  <a:pt x="643960" y="180133"/>
                </a:lnTo>
                <a:lnTo>
                  <a:pt x="612288" y="114595"/>
                </a:lnTo>
                <a:lnTo>
                  <a:pt x="553543" y="0"/>
                </a:lnTo>
                <a:close/>
              </a:path>
            </a:pathLst>
          </a:custGeom>
          <a:solidFill>
            <a:srgbClr val="362C4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3" name="object 93" descr=""/>
          <p:cNvGrpSpPr/>
          <p:nvPr/>
        </p:nvGrpSpPr>
        <p:grpSpPr>
          <a:xfrm>
            <a:off x="13228212" y="3648966"/>
            <a:ext cx="685165" cy="1879600"/>
            <a:chOff x="13228212" y="3648966"/>
            <a:chExt cx="685165" cy="1879600"/>
          </a:xfrm>
        </p:grpSpPr>
        <p:sp>
          <p:nvSpPr>
            <p:cNvPr id="94" name="object 94" descr=""/>
            <p:cNvSpPr/>
            <p:nvPr/>
          </p:nvSpPr>
          <p:spPr>
            <a:xfrm>
              <a:off x="13228206" y="3882777"/>
              <a:ext cx="685165" cy="1630680"/>
            </a:xfrm>
            <a:custGeom>
              <a:avLst/>
              <a:gdLst/>
              <a:ahLst/>
              <a:cxnLst/>
              <a:rect l="l" t="t" r="r" b="b"/>
              <a:pathLst>
                <a:path w="685165" h="1630679">
                  <a:moveTo>
                    <a:pt x="365671" y="1606943"/>
                  </a:moveTo>
                  <a:lnTo>
                    <a:pt x="359016" y="1458264"/>
                  </a:lnTo>
                  <a:lnTo>
                    <a:pt x="350837" y="1256322"/>
                  </a:lnTo>
                  <a:lnTo>
                    <a:pt x="346240" y="1126667"/>
                  </a:lnTo>
                  <a:lnTo>
                    <a:pt x="344678" y="1072934"/>
                  </a:lnTo>
                  <a:lnTo>
                    <a:pt x="343814" y="1030859"/>
                  </a:lnTo>
                  <a:lnTo>
                    <a:pt x="343814" y="1003655"/>
                  </a:lnTo>
                  <a:lnTo>
                    <a:pt x="342938" y="999858"/>
                  </a:lnTo>
                  <a:lnTo>
                    <a:pt x="346748" y="966914"/>
                  </a:lnTo>
                  <a:lnTo>
                    <a:pt x="348729" y="916152"/>
                  </a:lnTo>
                  <a:lnTo>
                    <a:pt x="348869" y="912812"/>
                  </a:lnTo>
                  <a:lnTo>
                    <a:pt x="348983" y="899731"/>
                  </a:lnTo>
                  <a:lnTo>
                    <a:pt x="349084" y="857211"/>
                  </a:lnTo>
                  <a:lnTo>
                    <a:pt x="349097" y="850988"/>
                  </a:lnTo>
                  <a:lnTo>
                    <a:pt x="348780" y="796937"/>
                  </a:lnTo>
                  <a:lnTo>
                    <a:pt x="348526" y="704532"/>
                  </a:lnTo>
                  <a:lnTo>
                    <a:pt x="348335" y="651116"/>
                  </a:lnTo>
                  <a:lnTo>
                    <a:pt x="348107" y="593407"/>
                  </a:lnTo>
                  <a:lnTo>
                    <a:pt x="347840" y="533298"/>
                  </a:lnTo>
                  <a:lnTo>
                    <a:pt x="347459" y="460641"/>
                  </a:lnTo>
                  <a:lnTo>
                    <a:pt x="347192" y="413385"/>
                  </a:lnTo>
                  <a:lnTo>
                    <a:pt x="346824" y="357327"/>
                  </a:lnTo>
                  <a:lnTo>
                    <a:pt x="346417" y="302514"/>
                  </a:lnTo>
                  <a:lnTo>
                    <a:pt x="346049" y="262394"/>
                  </a:lnTo>
                  <a:lnTo>
                    <a:pt x="345236" y="202907"/>
                  </a:lnTo>
                  <a:lnTo>
                    <a:pt x="338467" y="163080"/>
                  </a:lnTo>
                  <a:lnTo>
                    <a:pt x="325653" y="131419"/>
                  </a:lnTo>
                  <a:lnTo>
                    <a:pt x="325653" y="873556"/>
                  </a:lnTo>
                  <a:lnTo>
                    <a:pt x="320548" y="879754"/>
                  </a:lnTo>
                  <a:lnTo>
                    <a:pt x="273824" y="909523"/>
                  </a:lnTo>
                  <a:lnTo>
                    <a:pt x="200558" y="916152"/>
                  </a:lnTo>
                  <a:lnTo>
                    <a:pt x="176415" y="912812"/>
                  </a:lnTo>
                  <a:lnTo>
                    <a:pt x="162128" y="903973"/>
                  </a:lnTo>
                  <a:lnTo>
                    <a:pt x="148691" y="891794"/>
                  </a:lnTo>
                  <a:lnTo>
                    <a:pt x="138696" y="881011"/>
                  </a:lnTo>
                  <a:lnTo>
                    <a:pt x="134785" y="876363"/>
                  </a:lnTo>
                  <a:lnTo>
                    <a:pt x="156400" y="866076"/>
                  </a:lnTo>
                  <a:lnTo>
                    <a:pt x="173761" y="860653"/>
                  </a:lnTo>
                  <a:lnTo>
                    <a:pt x="196011" y="858291"/>
                  </a:lnTo>
                  <a:lnTo>
                    <a:pt x="232321" y="857211"/>
                  </a:lnTo>
                  <a:lnTo>
                    <a:pt x="272986" y="859167"/>
                  </a:lnTo>
                  <a:lnTo>
                    <a:pt x="302171" y="864857"/>
                  </a:lnTo>
                  <a:lnTo>
                    <a:pt x="319760" y="870813"/>
                  </a:lnTo>
                  <a:lnTo>
                    <a:pt x="325653" y="873556"/>
                  </a:lnTo>
                  <a:lnTo>
                    <a:pt x="325653" y="131419"/>
                  </a:lnTo>
                  <a:lnTo>
                    <a:pt x="294754" y="77927"/>
                  </a:lnTo>
                  <a:lnTo>
                    <a:pt x="261505" y="41287"/>
                  </a:lnTo>
                  <a:lnTo>
                    <a:pt x="223126" y="14376"/>
                  </a:lnTo>
                  <a:lnTo>
                    <a:pt x="181432" y="1536"/>
                  </a:lnTo>
                  <a:lnTo>
                    <a:pt x="131051" y="1638"/>
                  </a:lnTo>
                  <a:lnTo>
                    <a:pt x="84759" y="12814"/>
                  </a:lnTo>
                  <a:lnTo>
                    <a:pt x="46088" y="35648"/>
                  </a:lnTo>
                  <a:lnTo>
                    <a:pt x="18580" y="70739"/>
                  </a:lnTo>
                  <a:lnTo>
                    <a:pt x="5778" y="118694"/>
                  </a:lnTo>
                  <a:lnTo>
                    <a:pt x="0" y="163588"/>
                  </a:lnTo>
                  <a:lnTo>
                    <a:pt x="1930" y="214185"/>
                  </a:lnTo>
                  <a:lnTo>
                    <a:pt x="15024" y="302514"/>
                  </a:lnTo>
                  <a:lnTo>
                    <a:pt x="42760" y="460641"/>
                  </a:lnTo>
                  <a:lnTo>
                    <a:pt x="55626" y="533793"/>
                  </a:lnTo>
                  <a:lnTo>
                    <a:pt x="67843" y="604647"/>
                  </a:lnTo>
                  <a:lnTo>
                    <a:pt x="79362" y="672566"/>
                  </a:lnTo>
                  <a:lnTo>
                    <a:pt x="90119" y="736879"/>
                  </a:lnTo>
                  <a:lnTo>
                    <a:pt x="100037" y="796937"/>
                  </a:lnTo>
                  <a:lnTo>
                    <a:pt x="109067" y="852106"/>
                  </a:lnTo>
                  <a:lnTo>
                    <a:pt x="124206" y="945095"/>
                  </a:lnTo>
                  <a:lnTo>
                    <a:pt x="130200" y="981633"/>
                  </a:lnTo>
                  <a:lnTo>
                    <a:pt x="135051" y="1010640"/>
                  </a:lnTo>
                  <a:lnTo>
                    <a:pt x="138709" y="1031494"/>
                  </a:lnTo>
                  <a:lnTo>
                    <a:pt x="143535" y="1121638"/>
                  </a:lnTo>
                  <a:lnTo>
                    <a:pt x="148386" y="1183716"/>
                  </a:lnTo>
                  <a:lnTo>
                    <a:pt x="155244" y="1249184"/>
                  </a:lnTo>
                  <a:lnTo>
                    <a:pt x="164376" y="1311833"/>
                  </a:lnTo>
                  <a:lnTo>
                    <a:pt x="176720" y="1375676"/>
                  </a:lnTo>
                  <a:lnTo>
                    <a:pt x="191744" y="1444155"/>
                  </a:lnTo>
                  <a:lnTo>
                    <a:pt x="207581" y="1510207"/>
                  </a:lnTo>
                  <a:lnTo>
                    <a:pt x="222338" y="1566811"/>
                  </a:lnTo>
                  <a:lnTo>
                    <a:pt x="234124" y="1606931"/>
                  </a:lnTo>
                  <a:lnTo>
                    <a:pt x="264337" y="1627581"/>
                  </a:lnTo>
                  <a:lnTo>
                    <a:pt x="285788" y="1626260"/>
                  </a:lnTo>
                  <a:lnTo>
                    <a:pt x="314680" y="1622044"/>
                  </a:lnTo>
                  <a:lnTo>
                    <a:pt x="340487" y="1617776"/>
                  </a:lnTo>
                  <a:lnTo>
                    <a:pt x="356158" y="1615008"/>
                  </a:lnTo>
                  <a:lnTo>
                    <a:pt x="363855" y="1611985"/>
                  </a:lnTo>
                  <a:lnTo>
                    <a:pt x="365671" y="1606943"/>
                  </a:lnTo>
                  <a:close/>
                </a:path>
                <a:path w="685165" h="1630679">
                  <a:moveTo>
                    <a:pt x="684949" y="180225"/>
                  </a:moveTo>
                  <a:lnTo>
                    <a:pt x="682193" y="126669"/>
                  </a:lnTo>
                  <a:lnTo>
                    <a:pt x="665073" y="64287"/>
                  </a:lnTo>
                  <a:lnTo>
                    <a:pt x="636993" y="30340"/>
                  </a:lnTo>
                  <a:lnTo>
                    <a:pt x="598563" y="9131"/>
                  </a:lnTo>
                  <a:lnTo>
                    <a:pt x="592264" y="7874"/>
                  </a:lnTo>
                  <a:lnTo>
                    <a:pt x="592264" y="873760"/>
                  </a:lnTo>
                  <a:lnTo>
                    <a:pt x="579412" y="891273"/>
                  </a:lnTo>
                  <a:lnTo>
                    <a:pt x="528510" y="916711"/>
                  </a:lnTo>
                  <a:lnTo>
                    <a:pt x="491921" y="917371"/>
                  </a:lnTo>
                  <a:lnTo>
                    <a:pt x="455015" y="913663"/>
                  </a:lnTo>
                  <a:lnTo>
                    <a:pt x="417271" y="894892"/>
                  </a:lnTo>
                  <a:lnTo>
                    <a:pt x="401485" y="880262"/>
                  </a:lnTo>
                  <a:lnTo>
                    <a:pt x="420141" y="869099"/>
                  </a:lnTo>
                  <a:lnTo>
                    <a:pt x="435991" y="863206"/>
                  </a:lnTo>
                  <a:lnTo>
                    <a:pt x="457695" y="860615"/>
                  </a:lnTo>
                  <a:lnTo>
                    <a:pt x="493915" y="859370"/>
                  </a:lnTo>
                  <a:lnTo>
                    <a:pt x="535355" y="860945"/>
                  </a:lnTo>
                  <a:lnTo>
                    <a:pt x="566267" y="865962"/>
                  </a:lnTo>
                  <a:lnTo>
                    <a:pt x="585597" y="871283"/>
                  </a:lnTo>
                  <a:lnTo>
                    <a:pt x="592264" y="873760"/>
                  </a:lnTo>
                  <a:lnTo>
                    <a:pt x="592264" y="7874"/>
                  </a:lnTo>
                  <a:lnTo>
                    <a:pt x="552869" y="0"/>
                  </a:lnTo>
                  <a:lnTo>
                    <a:pt x="502996" y="2247"/>
                  </a:lnTo>
                  <a:lnTo>
                    <a:pt x="462000" y="17106"/>
                  </a:lnTo>
                  <a:lnTo>
                    <a:pt x="424967" y="45859"/>
                  </a:lnTo>
                  <a:lnTo>
                    <a:pt x="393547" y="84074"/>
                  </a:lnTo>
                  <a:lnTo>
                    <a:pt x="369366" y="127355"/>
                  </a:lnTo>
                  <a:lnTo>
                    <a:pt x="354050" y="171259"/>
                  </a:lnTo>
                  <a:lnTo>
                    <a:pt x="349224" y="211378"/>
                  </a:lnTo>
                  <a:lnTo>
                    <a:pt x="349999" y="235737"/>
                  </a:lnTo>
                  <a:lnTo>
                    <a:pt x="353060" y="314769"/>
                  </a:lnTo>
                  <a:lnTo>
                    <a:pt x="355155" y="365683"/>
                  </a:lnTo>
                  <a:lnTo>
                    <a:pt x="357530" y="421690"/>
                  </a:lnTo>
                  <a:lnTo>
                    <a:pt x="360095" y="480923"/>
                  </a:lnTo>
                  <a:lnTo>
                    <a:pt x="362737" y="541502"/>
                  </a:lnTo>
                  <a:lnTo>
                    <a:pt x="365404" y="601548"/>
                  </a:lnTo>
                  <a:lnTo>
                    <a:pt x="367982" y="659193"/>
                  </a:lnTo>
                  <a:lnTo>
                    <a:pt x="370408" y="712558"/>
                  </a:lnTo>
                  <a:lnTo>
                    <a:pt x="372579" y="759764"/>
                  </a:lnTo>
                  <a:lnTo>
                    <a:pt x="374408" y="798944"/>
                  </a:lnTo>
                  <a:lnTo>
                    <a:pt x="376974" y="858862"/>
                  </a:lnTo>
                  <a:lnTo>
                    <a:pt x="380022" y="918311"/>
                  </a:lnTo>
                  <a:lnTo>
                    <a:pt x="384962" y="974534"/>
                  </a:lnTo>
                  <a:lnTo>
                    <a:pt x="390359" y="1007287"/>
                  </a:lnTo>
                  <a:lnTo>
                    <a:pt x="389699" y="1011097"/>
                  </a:lnTo>
                  <a:lnTo>
                    <a:pt x="392214" y="1080325"/>
                  </a:lnTo>
                  <a:lnTo>
                    <a:pt x="393268" y="1134071"/>
                  </a:lnTo>
                  <a:lnTo>
                    <a:pt x="395008" y="1263802"/>
                  </a:lnTo>
                  <a:lnTo>
                    <a:pt x="396671" y="1465897"/>
                  </a:lnTo>
                  <a:lnTo>
                    <a:pt x="397294" y="1614728"/>
                  </a:lnTo>
                  <a:lnTo>
                    <a:pt x="399351" y="1619669"/>
                  </a:lnTo>
                  <a:lnTo>
                    <a:pt x="448957" y="1627314"/>
                  </a:lnTo>
                  <a:lnTo>
                    <a:pt x="499503" y="1630387"/>
                  </a:lnTo>
                  <a:lnTo>
                    <a:pt x="514121" y="1628597"/>
                  </a:lnTo>
                  <a:lnTo>
                    <a:pt x="538492" y="1567662"/>
                  </a:lnTo>
                  <a:lnTo>
                    <a:pt x="550468" y="1510398"/>
                  </a:lnTo>
                  <a:lnTo>
                    <a:pt x="563054" y="1443647"/>
                  </a:lnTo>
                  <a:lnTo>
                    <a:pt x="574725" y="1374521"/>
                  </a:lnTo>
                  <a:lnTo>
                    <a:pt x="583946" y="1310157"/>
                  </a:lnTo>
                  <a:lnTo>
                    <a:pt x="590016" y="1247127"/>
                  </a:lnTo>
                  <a:lnTo>
                    <a:pt x="593674" y="1181404"/>
                  </a:lnTo>
                  <a:lnTo>
                    <a:pt x="595490" y="1119162"/>
                  </a:lnTo>
                  <a:lnTo>
                    <a:pt x="596049" y="1066558"/>
                  </a:lnTo>
                  <a:lnTo>
                    <a:pt x="595909" y="1029792"/>
                  </a:lnTo>
                  <a:lnTo>
                    <a:pt x="595884" y="1028966"/>
                  </a:lnTo>
                  <a:lnTo>
                    <a:pt x="601980" y="978674"/>
                  </a:lnTo>
                  <a:lnTo>
                    <a:pt x="608965" y="917371"/>
                  </a:lnTo>
                  <a:lnTo>
                    <a:pt x="615518" y="859370"/>
                  </a:lnTo>
                  <a:lnTo>
                    <a:pt x="623100" y="792734"/>
                  </a:lnTo>
                  <a:lnTo>
                    <a:pt x="630085" y="732256"/>
                  </a:lnTo>
                  <a:lnTo>
                    <a:pt x="637679" y="667499"/>
                  </a:lnTo>
                  <a:lnTo>
                    <a:pt x="645871" y="599097"/>
                  </a:lnTo>
                  <a:lnTo>
                    <a:pt x="654621" y="527735"/>
                  </a:lnTo>
                  <a:lnTo>
                    <a:pt x="663905" y="454037"/>
                  </a:lnTo>
                  <a:lnTo>
                    <a:pt x="681139" y="285089"/>
                  </a:lnTo>
                  <a:lnTo>
                    <a:pt x="684949" y="180225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13553636" y="3655463"/>
              <a:ext cx="41910" cy="493395"/>
            </a:xfrm>
            <a:custGeom>
              <a:avLst/>
              <a:gdLst/>
              <a:ahLst/>
              <a:cxnLst/>
              <a:rect l="l" t="t" r="r" b="b"/>
              <a:pathLst>
                <a:path w="41909" h="493395">
                  <a:moveTo>
                    <a:pt x="1947" y="0"/>
                  </a:moveTo>
                  <a:lnTo>
                    <a:pt x="486" y="151787"/>
                  </a:lnTo>
                  <a:lnTo>
                    <a:pt x="0" y="236426"/>
                  </a:lnTo>
                  <a:lnTo>
                    <a:pt x="486" y="284553"/>
                  </a:lnTo>
                  <a:lnTo>
                    <a:pt x="1947" y="326806"/>
                  </a:lnTo>
                  <a:lnTo>
                    <a:pt x="5966" y="380625"/>
                  </a:lnTo>
                  <a:lnTo>
                    <a:pt x="12277" y="434637"/>
                  </a:lnTo>
                  <a:lnTo>
                    <a:pt x="18100" y="476266"/>
                  </a:lnTo>
                  <a:lnTo>
                    <a:pt x="20659" y="492937"/>
                  </a:lnTo>
                  <a:lnTo>
                    <a:pt x="27465" y="492937"/>
                  </a:lnTo>
                  <a:lnTo>
                    <a:pt x="32653" y="378151"/>
                  </a:lnTo>
                  <a:lnTo>
                    <a:pt x="35714" y="314215"/>
                  </a:lnTo>
                  <a:lnTo>
                    <a:pt x="37847" y="278025"/>
                  </a:lnTo>
                  <a:lnTo>
                    <a:pt x="40250" y="246474"/>
                  </a:lnTo>
                  <a:lnTo>
                    <a:pt x="41729" y="187593"/>
                  </a:lnTo>
                  <a:lnTo>
                    <a:pt x="41175" y="106080"/>
                  </a:lnTo>
                  <a:lnTo>
                    <a:pt x="39889" y="33802"/>
                  </a:lnTo>
                  <a:lnTo>
                    <a:pt x="39171" y="2628"/>
                  </a:lnTo>
                  <a:lnTo>
                    <a:pt x="1947" y="0"/>
                  </a:lnTo>
                  <a:close/>
                </a:path>
              </a:pathLst>
            </a:custGeom>
            <a:solidFill>
              <a:srgbClr val="3125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13554052" y="367418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7968" y="0"/>
                  </a:moveTo>
                  <a:lnTo>
                    <a:pt x="10977" y="1420"/>
                  </a:lnTo>
                  <a:lnTo>
                    <a:pt x="5265" y="5295"/>
                  </a:lnTo>
                  <a:lnTo>
                    <a:pt x="1413" y="11043"/>
                  </a:lnTo>
                  <a:lnTo>
                    <a:pt x="0" y="18083"/>
                  </a:lnTo>
                  <a:lnTo>
                    <a:pt x="1413" y="25122"/>
                  </a:lnTo>
                  <a:lnTo>
                    <a:pt x="5265" y="30870"/>
                  </a:lnTo>
                  <a:lnTo>
                    <a:pt x="10977" y="34745"/>
                  </a:lnTo>
                  <a:lnTo>
                    <a:pt x="17968" y="36166"/>
                  </a:lnTo>
                  <a:lnTo>
                    <a:pt x="24963" y="34745"/>
                  </a:lnTo>
                  <a:lnTo>
                    <a:pt x="30674" y="30870"/>
                  </a:lnTo>
                  <a:lnTo>
                    <a:pt x="34524" y="25122"/>
                  </a:lnTo>
                  <a:lnTo>
                    <a:pt x="35936" y="18083"/>
                  </a:lnTo>
                  <a:lnTo>
                    <a:pt x="34524" y="11043"/>
                  </a:lnTo>
                  <a:lnTo>
                    <a:pt x="30674" y="5295"/>
                  </a:lnTo>
                  <a:lnTo>
                    <a:pt x="24963" y="1420"/>
                  </a:lnTo>
                  <a:lnTo>
                    <a:pt x="17968" y="0"/>
                  </a:lnTo>
                  <a:close/>
                </a:path>
              </a:pathLst>
            </a:custGeom>
            <a:solidFill>
              <a:srgbClr val="FFEB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3724081" y="3648966"/>
              <a:ext cx="151356" cy="154194"/>
            </a:xfrm>
            <a:prstGeom prst="rect">
              <a:avLst/>
            </a:prstGeom>
          </p:spPr>
        </p:pic>
        <p:pic>
          <p:nvPicPr>
            <p:cNvPr id="98" name="object 98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289940" y="3648966"/>
              <a:ext cx="151356" cy="154194"/>
            </a:xfrm>
            <a:prstGeom prst="rect">
              <a:avLst/>
            </a:prstGeom>
          </p:spPr>
        </p:pic>
        <p:sp>
          <p:nvSpPr>
            <p:cNvPr id="99" name="object 99" descr=""/>
            <p:cNvSpPr/>
            <p:nvPr/>
          </p:nvSpPr>
          <p:spPr>
            <a:xfrm>
              <a:off x="13461048" y="5473883"/>
              <a:ext cx="297180" cy="54610"/>
            </a:xfrm>
            <a:custGeom>
              <a:avLst/>
              <a:gdLst/>
              <a:ahLst/>
              <a:cxnLst/>
              <a:rect l="l" t="t" r="r" b="b"/>
              <a:pathLst>
                <a:path w="297180" h="54610">
                  <a:moveTo>
                    <a:pt x="133235" y="6832"/>
                  </a:moveTo>
                  <a:lnTo>
                    <a:pt x="132943" y="4572"/>
                  </a:lnTo>
                  <a:lnTo>
                    <a:pt x="132181" y="0"/>
                  </a:lnTo>
                  <a:lnTo>
                    <a:pt x="133235" y="6832"/>
                  </a:lnTo>
                  <a:close/>
                </a:path>
                <a:path w="297180" h="54610">
                  <a:moveTo>
                    <a:pt x="134721" y="27419"/>
                  </a:moveTo>
                  <a:lnTo>
                    <a:pt x="134594" y="23850"/>
                  </a:lnTo>
                  <a:lnTo>
                    <a:pt x="134289" y="15519"/>
                  </a:lnTo>
                  <a:lnTo>
                    <a:pt x="134239" y="14871"/>
                  </a:lnTo>
                  <a:lnTo>
                    <a:pt x="133311" y="7531"/>
                  </a:lnTo>
                  <a:lnTo>
                    <a:pt x="129374" y="12065"/>
                  </a:lnTo>
                  <a:lnTo>
                    <a:pt x="116395" y="15519"/>
                  </a:lnTo>
                  <a:lnTo>
                    <a:pt x="90500" y="19723"/>
                  </a:lnTo>
                  <a:lnTo>
                    <a:pt x="41643" y="23850"/>
                  </a:lnTo>
                  <a:lnTo>
                    <a:pt x="14389" y="20548"/>
                  </a:lnTo>
                  <a:lnTo>
                    <a:pt x="2565" y="14871"/>
                  </a:lnTo>
                  <a:lnTo>
                    <a:pt x="0" y="11849"/>
                  </a:lnTo>
                  <a:lnTo>
                    <a:pt x="2298" y="27139"/>
                  </a:lnTo>
                  <a:lnTo>
                    <a:pt x="2298" y="36550"/>
                  </a:lnTo>
                  <a:lnTo>
                    <a:pt x="8280" y="43357"/>
                  </a:lnTo>
                  <a:lnTo>
                    <a:pt x="21882" y="49110"/>
                  </a:lnTo>
                  <a:lnTo>
                    <a:pt x="36601" y="53111"/>
                  </a:lnTo>
                  <a:lnTo>
                    <a:pt x="45935" y="54610"/>
                  </a:lnTo>
                  <a:lnTo>
                    <a:pt x="61353" y="52933"/>
                  </a:lnTo>
                  <a:lnTo>
                    <a:pt x="89839" y="48628"/>
                  </a:lnTo>
                  <a:lnTo>
                    <a:pt x="118097" y="42799"/>
                  </a:lnTo>
                  <a:lnTo>
                    <a:pt x="132829" y="36550"/>
                  </a:lnTo>
                  <a:lnTo>
                    <a:pt x="134721" y="27419"/>
                  </a:lnTo>
                  <a:close/>
                </a:path>
                <a:path w="297180" h="54610">
                  <a:moveTo>
                    <a:pt x="297167" y="12204"/>
                  </a:moveTo>
                  <a:lnTo>
                    <a:pt x="294665" y="15163"/>
                  </a:lnTo>
                  <a:lnTo>
                    <a:pt x="282968" y="20726"/>
                  </a:lnTo>
                  <a:lnTo>
                    <a:pt x="255841" y="23914"/>
                  </a:lnTo>
                  <a:lnTo>
                    <a:pt x="207035" y="19723"/>
                  </a:lnTo>
                  <a:lnTo>
                    <a:pt x="181127" y="15532"/>
                  </a:lnTo>
                  <a:lnTo>
                    <a:pt x="168046" y="12179"/>
                  </a:lnTo>
                  <a:lnTo>
                    <a:pt x="163817" y="7899"/>
                  </a:lnTo>
                  <a:lnTo>
                    <a:pt x="164426" y="939"/>
                  </a:lnTo>
                  <a:lnTo>
                    <a:pt x="163804" y="5359"/>
                  </a:lnTo>
                  <a:lnTo>
                    <a:pt x="162852" y="15163"/>
                  </a:lnTo>
                  <a:lnTo>
                    <a:pt x="162763" y="19723"/>
                  </a:lnTo>
                  <a:lnTo>
                    <a:pt x="162674" y="27571"/>
                  </a:lnTo>
                  <a:lnTo>
                    <a:pt x="164706" y="36563"/>
                  </a:lnTo>
                  <a:lnTo>
                    <a:pt x="179438" y="42799"/>
                  </a:lnTo>
                  <a:lnTo>
                    <a:pt x="207695" y="48628"/>
                  </a:lnTo>
                  <a:lnTo>
                    <a:pt x="236181" y="52933"/>
                  </a:lnTo>
                  <a:lnTo>
                    <a:pt x="251599" y="54610"/>
                  </a:lnTo>
                  <a:lnTo>
                    <a:pt x="260934" y="53111"/>
                  </a:lnTo>
                  <a:lnTo>
                    <a:pt x="275653" y="49110"/>
                  </a:lnTo>
                  <a:lnTo>
                    <a:pt x="289255" y="43345"/>
                  </a:lnTo>
                  <a:lnTo>
                    <a:pt x="295236" y="36563"/>
                  </a:lnTo>
                  <a:lnTo>
                    <a:pt x="295236" y="27139"/>
                  </a:lnTo>
                  <a:lnTo>
                    <a:pt x="295656" y="23914"/>
                  </a:lnTo>
                  <a:lnTo>
                    <a:pt x="297167" y="12204"/>
                  </a:lnTo>
                  <a:close/>
                </a:path>
              </a:pathLst>
            </a:custGeom>
            <a:solidFill>
              <a:srgbClr val="483A5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 descr=""/>
          <p:cNvGrpSpPr/>
          <p:nvPr/>
        </p:nvGrpSpPr>
        <p:grpSpPr>
          <a:xfrm>
            <a:off x="15828281" y="3570044"/>
            <a:ext cx="690880" cy="1929130"/>
            <a:chOff x="15828281" y="3570044"/>
            <a:chExt cx="690880" cy="1929130"/>
          </a:xfrm>
        </p:grpSpPr>
        <p:sp>
          <p:nvSpPr>
            <p:cNvPr id="101" name="object 101" descr=""/>
            <p:cNvSpPr/>
            <p:nvPr/>
          </p:nvSpPr>
          <p:spPr>
            <a:xfrm>
              <a:off x="15828277" y="3570052"/>
              <a:ext cx="690880" cy="1412240"/>
            </a:xfrm>
            <a:custGeom>
              <a:avLst/>
              <a:gdLst/>
              <a:ahLst/>
              <a:cxnLst/>
              <a:rect l="l" t="t" r="r" b="b"/>
              <a:pathLst>
                <a:path w="690880" h="1412239">
                  <a:moveTo>
                    <a:pt x="690651" y="457390"/>
                  </a:moveTo>
                  <a:lnTo>
                    <a:pt x="690029" y="401789"/>
                  </a:lnTo>
                  <a:lnTo>
                    <a:pt x="688543" y="386016"/>
                  </a:lnTo>
                  <a:lnTo>
                    <a:pt x="687641" y="383120"/>
                  </a:lnTo>
                  <a:lnTo>
                    <a:pt x="685241" y="356527"/>
                  </a:lnTo>
                  <a:lnTo>
                    <a:pt x="677913" y="308508"/>
                  </a:lnTo>
                  <a:lnTo>
                    <a:pt x="669074" y="264896"/>
                  </a:lnTo>
                  <a:lnTo>
                    <a:pt x="658901" y="222935"/>
                  </a:lnTo>
                  <a:lnTo>
                    <a:pt x="644753" y="181356"/>
                  </a:lnTo>
                  <a:lnTo>
                    <a:pt x="616953" y="115328"/>
                  </a:lnTo>
                  <a:lnTo>
                    <a:pt x="565835" y="0"/>
                  </a:lnTo>
                  <a:lnTo>
                    <a:pt x="543102" y="6845"/>
                  </a:lnTo>
                  <a:lnTo>
                    <a:pt x="488518" y="22288"/>
                  </a:lnTo>
                  <a:lnTo>
                    <a:pt x="422516" y="38633"/>
                  </a:lnTo>
                  <a:lnTo>
                    <a:pt x="365518" y="48209"/>
                  </a:lnTo>
                  <a:lnTo>
                    <a:pt x="335737" y="49606"/>
                  </a:lnTo>
                  <a:lnTo>
                    <a:pt x="301371" y="45542"/>
                  </a:lnTo>
                  <a:lnTo>
                    <a:pt x="240449" y="31953"/>
                  </a:lnTo>
                  <a:lnTo>
                    <a:pt x="130949" y="4749"/>
                  </a:lnTo>
                  <a:lnTo>
                    <a:pt x="55232" y="167652"/>
                  </a:lnTo>
                  <a:lnTo>
                    <a:pt x="38620" y="209931"/>
                  </a:lnTo>
                  <a:lnTo>
                    <a:pt x="23977" y="260146"/>
                  </a:lnTo>
                  <a:lnTo>
                    <a:pt x="12369" y="315315"/>
                  </a:lnTo>
                  <a:lnTo>
                    <a:pt x="4851" y="372427"/>
                  </a:lnTo>
                  <a:lnTo>
                    <a:pt x="3962" y="393700"/>
                  </a:lnTo>
                  <a:lnTo>
                    <a:pt x="2717" y="398513"/>
                  </a:lnTo>
                  <a:lnTo>
                    <a:pt x="0" y="443153"/>
                  </a:lnTo>
                  <a:lnTo>
                    <a:pt x="3619" y="494106"/>
                  </a:lnTo>
                  <a:lnTo>
                    <a:pt x="17640" y="583819"/>
                  </a:lnTo>
                  <a:lnTo>
                    <a:pt x="58242" y="813117"/>
                  </a:lnTo>
                  <a:lnTo>
                    <a:pt x="69735" y="879563"/>
                  </a:lnTo>
                  <a:lnTo>
                    <a:pt x="90792" y="1004709"/>
                  </a:lnTo>
                  <a:lnTo>
                    <a:pt x="139966" y="1307172"/>
                  </a:lnTo>
                  <a:lnTo>
                    <a:pt x="143332" y="1326299"/>
                  </a:lnTo>
                  <a:lnTo>
                    <a:pt x="162445" y="1367358"/>
                  </a:lnTo>
                  <a:lnTo>
                    <a:pt x="198907" y="1395920"/>
                  </a:lnTo>
                  <a:lnTo>
                    <a:pt x="247015" y="1408988"/>
                  </a:lnTo>
                  <a:lnTo>
                    <a:pt x="301091" y="1403591"/>
                  </a:lnTo>
                  <a:lnTo>
                    <a:pt x="326948" y="1386624"/>
                  </a:lnTo>
                  <a:lnTo>
                    <a:pt x="342900" y="1355394"/>
                  </a:lnTo>
                  <a:lnTo>
                    <a:pt x="351091" y="1312672"/>
                  </a:lnTo>
                  <a:lnTo>
                    <a:pt x="353695" y="1261224"/>
                  </a:lnTo>
                  <a:lnTo>
                    <a:pt x="352856" y="1203820"/>
                  </a:lnTo>
                  <a:lnTo>
                    <a:pt x="350735" y="1143203"/>
                  </a:lnTo>
                  <a:lnTo>
                    <a:pt x="349491" y="1082167"/>
                  </a:lnTo>
                  <a:lnTo>
                    <a:pt x="347916" y="697738"/>
                  </a:lnTo>
                  <a:lnTo>
                    <a:pt x="346748" y="545630"/>
                  </a:lnTo>
                  <a:lnTo>
                    <a:pt x="355587" y="545846"/>
                  </a:lnTo>
                  <a:lnTo>
                    <a:pt x="355866" y="552970"/>
                  </a:lnTo>
                  <a:lnTo>
                    <a:pt x="371297" y="889596"/>
                  </a:lnTo>
                  <a:lnTo>
                    <a:pt x="381127" y="1090498"/>
                  </a:lnTo>
                  <a:lnTo>
                    <a:pt x="383057" y="1151534"/>
                  </a:lnTo>
                  <a:lnTo>
                    <a:pt x="384098" y="1212164"/>
                  </a:lnTo>
                  <a:lnTo>
                    <a:pt x="386245" y="1269542"/>
                  </a:lnTo>
                  <a:lnTo>
                    <a:pt x="391515" y="1320787"/>
                  </a:lnTo>
                  <a:lnTo>
                    <a:pt x="401929" y="1363027"/>
                  </a:lnTo>
                  <a:lnTo>
                    <a:pt x="446176" y="1409001"/>
                  </a:lnTo>
                  <a:lnTo>
                    <a:pt x="499414" y="1411732"/>
                  </a:lnTo>
                  <a:lnTo>
                    <a:pt x="544436" y="1396517"/>
                  </a:lnTo>
                  <a:lnTo>
                    <a:pt x="577024" y="1366443"/>
                  </a:lnTo>
                  <a:lnTo>
                    <a:pt x="592912" y="1324597"/>
                  </a:lnTo>
                  <a:lnTo>
                    <a:pt x="666496" y="737793"/>
                  </a:lnTo>
                  <a:lnTo>
                    <a:pt x="684707" y="565251"/>
                  </a:lnTo>
                  <a:lnTo>
                    <a:pt x="690651" y="457390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15875292" y="3615581"/>
              <a:ext cx="605155" cy="502284"/>
            </a:xfrm>
            <a:custGeom>
              <a:avLst/>
              <a:gdLst/>
              <a:ahLst/>
              <a:cxnLst/>
              <a:rect l="l" t="t" r="r" b="b"/>
              <a:pathLst>
                <a:path w="605155" h="502285">
                  <a:moveTo>
                    <a:pt x="247929" y="108699"/>
                  </a:moveTo>
                  <a:lnTo>
                    <a:pt x="159346" y="100431"/>
                  </a:lnTo>
                  <a:lnTo>
                    <a:pt x="108470" y="93294"/>
                  </a:lnTo>
                  <a:lnTo>
                    <a:pt x="76060" y="83350"/>
                  </a:lnTo>
                  <a:lnTo>
                    <a:pt x="42887" y="66636"/>
                  </a:lnTo>
                  <a:lnTo>
                    <a:pt x="17195" y="173482"/>
                  </a:lnTo>
                  <a:lnTo>
                    <a:pt x="4229" y="229806"/>
                  </a:lnTo>
                  <a:lnTo>
                    <a:pt x="0" y="254254"/>
                  </a:lnTo>
                  <a:lnTo>
                    <a:pt x="546" y="265455"/>
                  </a:lnTo>
                  <a:lnTo>
                    <a:pt x="15608" y="300926"/>
                  </a:lnTo>
                  <a:lnTo>
                    <a:pt x="44259" y="344411"/>
                  </a:lnTo>
                  <a:lnTo>
                    <a:pt x="73533" y="380771"/>
                  </a:lnTo>
                  <a:lnTo>
                    <a:pt x="90449" y="394830"/>
                  </a:lnTo>
                  <a:lnTo>
                    <a:pt x="112547" y="382612"/>
                  </a:lnTo>
                  <a:lnTo>
                    <a:pt x="153111" y="357733"/>
                  </a:lnTo>
                  <a:lnTo>
                    <a:pt x="192786" y="331419"/>
                  </a:lnTo>
                  <a:lnTo>
                    <a:pt x="219405" y="278295"/>
                  </a:lnTo>
                  <a:lnTo>
                    <a:pt x="231495" y="207886"/>
                  </a:lnTo>
                  <a:lnTo>
                    <a:pt x="247929" y="108699"/>
                  </a:lnTo>
                  <a:close/>
                </a:path>
                <a:path w="605155" h="502285">
                  <a:moveTo>
                    <a:pt x="321119" y="190969"/>
                  </a:moveTo>
                  <a:lnTo>
                    <a:pt x="320548" y="107988"/>
                  </a:lnTo>
                  <a:lnTo>
                    <a:pt x="319227" y="34404"/>
                  </a:lnTo>
                  <a:lnTo>
                    <a:pt x="318490" y="2667"/>
                  </a:lnTo>
                  <a:lnTo>
                    <a:pt x="280365" y="0"/>
                  </a:lnTo>
                  <a:lnTo>
                    <a:pt x="278866" y="154520"/>
                  </a:lnTo>
                  <a:lnTo>
                    <a:pt x="278371" y="240677"/>
                  </a:lnTo>
                  <a:lnTo>
                    <a:pt x="278866" y="289674"/>
                  </a:lnTo>
                  <a:lnTo>
                    <a:pt x="280365" y="332689"/>
                  </a:lnTo>
                  <a:lnTo>
                    <a:pt x="284480" y="387464"/>
                  </a:lnTo>
                  <a:lnTo>
                    <a:pt x="290944" y="442455"/>
                  </a:lnTo>
                  <a:lnTo>
                    <a:pt x="296913" y="484822"/>
                  </a:lnTo>
                  <a:lnTo>
                    <a:pt x="308622" y="501954"/>
                  </a:lnTo>
                  <a:lnTo>
                    <a:pt x="312712" y="385013"/>
                  </a:lnTo>
                  <a:lnTo>
                    <a:pt x="315214" y="319874"/>
                  </a:lnTo>
                  <a:lnTo>
                    <a:pt x="317169" y="283019"/>
                  </a:lnTo>
                  <a:lnTo>
                    <a:pt x="319595" y="250901"/>
                  </a:lnTo>
                  <a:lnTo>
                    <a:pt x="321119" y="190969"/>
                  </a:lnTo>
                  <a:close/>
                </a:path>
                <a:path w="605155" h="502285">
                  <a:moveTo>
                    <a:pt x="604672" y="254254"/>
                  </a:moveTo>
                  <a:lnTo>
                    <a:pt x="600443" y="229806"/>
                  </a:lnTo>
                  <a:lnTo>
                    <a:pt x="587476" y="173482"/>
                  </a:lnTo>
                  <a:lnTo>
                    <a:pt x="561784" y="66636"/>
                  </a:lnTo>
                  <a:lnTo>
                    <a:pt x="528624" y="83350"/>
                  </a:lnTo>
                  <a:lnTo>
                    <a:pt x="496201" y="93294"/>
                  </a:lnTo>
                  <a:lnTo>
                    <a:pt x="445325" y="100431"/>
                  </a:lnTo>
                  <a:lnTo>
                    <a:pt x="356743" y="108699"/>
                  </a:lnTo>
                  <a:lnTo>
                    <a:pt x="373176" y="207886"/>
                  </a:lnTo>
                  <a:lnTo>
                    <a:pt x="385267" y="278295"/>
                  </a:lnTo>
                  <a:lnTo>
                    <a:pt x="411886" y="331419"/>
                  </a:lnTo>
                  <a:lnTo>
                    <a:pt x="451561" y="357733"/>
                  </a:lnTo>
                  <a:lnTo>
                    <a:pt x="492125" y="382612"/>
                  </a:lnTo>
                  <a:lnTo>
                    <a:pt x="514223" y="394830"/>
                  </a:lnTo>
                  <a:lnTo>
                    <a:pt x="531152" y="380771"/>
                  </a:lnTo>
                  <a:lnTo>
                    <a:pt x="560425" y="344411"/>
                  </a:lnTo>
                  <a:lnTo>
                    <a:pt x="589076" y="300926"/>
                  </a:lnTo>
                  <a:lnTo>
                    <a:pt x="604126" y="265455"/>
                  </a:lnTo>
                  <a:lnTo>
                    <a:pt x="604672" y="254254"/>
                  </a:lnTo>
                  <a:close/>
                </a:path>
              </a:pathLst>
            </a:custGeom>
            <a:solidFill>
              <a:srgbClr val="3125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15969399" y="4761134"/>
              <a:ext cx="455295" cy="719455"/>
            </a:xfrm>
            <a:custGeom>
              <a:avLst/>
              <a:gdLst/>
              <a:ahLst/>
              <a:cxnLst/>
              <a:rect l="l" t="t" r="r" b="b"/>
              <a:pathLst>
                <a:path w="455294" h="719454">
                  <a:moveTo>
                    <a:pt x="228384" y="697941"/>
                  </a:moveTo>
                  <a:lnTo>
                    <a:pt x="225183" y="605536"/>
                  </a:lnTo>
                  <a:lnTo>
                    <a:pt x="219519" y="416420"/>
                  </a:lnTo>
                  <a:lnTo>
                    <a:pt x="215900" y="279222"/>
                  </a:lnTo>
                  <a:lnTo>
                    <a:pt x="214464" y="216852"/>
                  </a:lnTo>
                  <a:lnTo>
                    <a:pt x="213448" y="162915"/>
                  </a:lnTo>
                  <a:lnTo>
                    <a:pt x="212953" y="120599"/>
                  </a:lnTo>
                  <a:lnTo>
                    <a:pt x="213093" y="93091"/>
                  </a:lnTo>
                  <a:lnTo>
                    <a:pt x="201549" y="45974"/>
                  </a:lnTo>
                  <a:lnTo>
                    <a:pt x="170700" y="16827"/>
                  </a:lnTo>
                  <a:lnTo>
                    <a:pt x="130670" y="2679"/>
                  </a:lnTo>
                  <a:lnTo>
                    <a:pt x="91605" y="520"/>
                  </a:lnTo>
                  <a:lnTo>
                    <a:pt x="57658" y="9169"/>
                  </a:lnTo>
                  <a:lnTo>
                    <a:pt x="28651" y="28778"/>
                  </a:lnTo>
                  <a:lnTo>
                    <a:pt x="8216" y="58369"/>
                  </a:lnTo>
                  <a:lnTo>
                    <a:pt x="0" y="97015"/>
                  </a:lnTo>
                  <a:lnTo>
                    <a:pt x="152" y="112128"/>
                  </a:lnTo>
                  <a:lnTo>
                    <a:pt x="3098" y="203403"/>
                  </a:lnTo>
                  <a:lnTo>
                    <a:pt x="6972" y="266839"/>
                  </a:lnTo>
                  <a:lnTo>
                    <a:pt x="13157" y="333667"/>
                  </a:lnTo>
                  <a:lnTo>
                    <a:pt x="22174" y="397522"/>
                  </a:lnTo>
                  <a:lnTo>
                    <a:pt x="34810" y="462521"/>
                  </a:lnTo>
                  <a:lnTo>
                    <a:pt x="50215" y="532218"/>
                  </a:lnTo>
                  <a:lnTo>
                    <a:pt x="66433" y="599465"/>
                  </a:lnTo>
                  <a:lnTo>
                    <a:pt x="81546" y="657085"/>
                  </a:lnTo>
                  <a:lnTo>
                    <a:pt x="93611" y="697928"/>
                  </a:lnTo>
                  <a:lnTo>
                    <a:pt x="124561" y="718934"/>
                  </a:lnTo>
                  <a:lnTo>
                    <a:pt x="146545" y="717600"/>
                  </a:lnTo>
                  <a:lnTo>
                    <a:pt x="176149" y="713308"/>
                  </a:lnTo>
                  <a:lnTo>
                    <a:pt x="202577" y="708964"/>
                  </a:lnTo>
                  <a:lnTo>
                    <a:pt x="218643" y="706145"/>
                  </a:lnTo>
                  <a:lnTo>
                    <a:pt x="226517" y="703072"/>
                  </a:lnTo>
                  <a:lnTo>
                    <a:pt x="228384" y="697941"/>
                  </a:lnTo>
                  <a:close/>
                </a:path>
                <a:path w="455294" h="719454">
                  <a:moveTo>
                    <a:pt x="455193" y="202018"/>
                  </a:moveTo>
                  <a:lnTo>
                    <a:pt x="453771" y="148920"/>
                  </a:lnTo>
                  <a:lnTo>
                    <a:pt x="451091" y="96888"/>
                  </a:lnTo>
                  <a:lnTo>
                    <a:pt x="443407" y="58051"/>
                  </a:lnTo>
                  <a:lnTo>
                    <a:pt x="399199" y="8242"/>
                  </a:lnTo>
                  <a:lnTo>
                    <a:pt x="366509" y="0"/>
                  </a:lnTo>
                  <a:lnTo>
                    <a:pt x="327507" y="3086"/>
                  </a:lnTo>
                  <a:lnTo>
                    <a:pt x="287832" y="18186"/>
                  </a:lnTo>
                  <a:lnTo>
                    <a:pt x="257683" y="48056"/>
                  </a:lnTo>
                  <a:lnTo>
                    <a:pt x="247281" y="95440"/>
                  </a:lnTo>
                  <a:lnTo>
                    <a:pt x="248069" y="122936"/>
                  </a:lnTo>
                  <a:lnTo>
                    <a:pt x="248589" y="165252"/>
                  </a:lnTo>
                  <a:lnTo>
                    <a:pt x="248856" y="219202"/>
                  </a:lnTo>
                  <a:lnTo>
                    <a:pt x="248920" y="281571"/>
                  </a:lnTo>
                  <a:lnTo>
                    <a:pt x="248577" y="418833"/>
                  </a:lnTo>
                  <a:lnTo>
                    <a:pt x="247434" y="608025"/>
                  </a:lnTo>
                  <a:lnTo>
                    <a:pt x="246443" y="700493"/>
                  </a:lnTo>
                  <a:lnTo>
                    <a:pt x="248437" y="705561"/>
                  </a:lnTo>
                  <a:lnTo>
                    <a:pt x="299034" y="714603"/>
                  </a:lnTo>
                  <a:lnTo>
                    <a:pt x="350735" y="718997"/>
                  </a:lnTo>
                  <a:lnTo>
                    <a:pt x="365747" y="717537"/>
                  </a:lnTo>
                  <a:lnTo>
                    <a:pt x="392264" y="656132"/>
                  </a:lnTo>
                  <a:lnTo>
                    <a:pt x="405993" y="598157"/>
                  </a:lnTo>
                  <a:lnTo>
                    <a:pt x="420611" y="530542"/>
                  </a:lnTo>
                  <a:lnTo>
                    <a:pt x="434340" y="460489"/>
                  </a:lnTo>
                  <a:lnTo>
                    <a:pt x="445414" y="395224"/>
                  </a:lnTo>
                  <a:lnTo>
                    <a:pt x="452221" y="331368"/>
                  </a:lnTo>
                  <a:lnTo>
                    <a:pt x="455079" y="264896"/>
                  </a:lnTo>
                  <a:lnTo>
                    <a:pt x="455193" y="202018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6062439" y="5443479"/>
              <a:ext cx="290830" cy="55880"/>
            </a:xfrm>
            <a:custGeom>
              <a:avLst/>
              <a:gdLst/>
              <a:ahLst/>
              <a:cxnLst/>
              <a:rect l="l" t="t" r="r" b="b"/>
              <a:pathLst>
                <a:path w="290830" h="55879">
                  <a:moveTo>
                    <a:pt x="135877" y="6959"/>
                  </a:moveTo>
                  <a:lnTo>
                    <a:pt x="135585" y="4648"/>
                  </a:lnTo>
                  <a:lnTo>
                    <a:pt x="134797" y="0"/>
                  </a:lnTo>
                  <a:lnTo>
                    <a:pt x="135877" y="6959"/>
                  </a:lnTo>
                  <a:close/>
                </a:path>
                <a:path w="290830" h="55879">
                  <a:moveTo>
                    <a:pt x="137401" y="27914"/>
                  </a:moveTo>
                  <a:lnTo>
                    <a:pt x="137274" y="24549"/>
                  </a:lnTo>
                  <a:lnTo>
                    <a:pt x="136944" y="15506"/>
                  </a:lnTo>
                  <a:lnTo>
                    <a:pt x="135966" y="7645"/>
                  </a:lnTo>
                  <a:lnTo>
                    <a:pt x="131927" y="12268"/>
                  </a:lnTo>
                  <a:lnTo>
                    <a:pt x="118630" y="15786"/>
                  </a:lnTo>
                  <a:lnTo>
                    <a:pt x="92100" y="20066"/>
                  </a:lnTo>
                  <a:lnTo>
                    <a:pt x="42138" y="24549"/>
                  </a:lnTo>
                  <a:lnTo>
                    <a:pt x="14427" y="21793"/>
                  </a:lnTo>
                  <a:lnTo>
                    <a:pt x="2527" y="16611"/>
                  </a:lnTo>
                  <a:lnTo>
                    <a:pt x="0" y="13817"/>
                  </a:lnTo>
                  <a:lnTo>
                    <a:pt x="1739" y="27622"/>
                  </a:lnTo>
                  <a:lnTo>
                    <a:pt x="1739" y="37211"/>
                  </a:lnTo>
                  <a:lnTo>
                    <a:pt x="7861" y="44119"/>
                  </a:lnTo>
                  <a:lnTo>
                    <a:pt x="21805" y="49987"/>
                  </a:lnTo>
                  <a:lnTo>
                    <a:pt x="36880" y="54063"/>
                  </a:lnTo>
                  <a:lnTo>
                    <a:pt x="46443" y="55587"/>
                  </a:lnTo>
                  <a:lnTo>
                    <a:pt x="62242" y="53873"/>
                  </a:lnTo>
                  <a:lnTo>
                    <a:pt x="91427" y="49491"/>
                  </a:lnTo>
                  <a:lnTo>
                    <a:pt x="120370" y="43561"/>
                  </a:lnTo>
                  <a:lnTo>
                    <a:pt x="135458" y="37211"/>
                  </a:lnTo>
                  <a:lnTo>
                    <a:pt x="137401" y="27914"/>
                  </a:lnTo>
                  <a:close/>
                </a:path>
                <a:path w="290830" h="55879">
                  <a:moveTo>
                    <a:pt x="290245" y="9918"/>
                  </a:moveTo>
                  <a:lnTo>
                    <a:pt x="287985" y="13131"/>
                  </a:lnTo>
                  <a:lnTo>
                    <a:pt x="276682" y="19215"/>
                  </a:lnTo>
                  <a:lnTo>
                    <a:pt x="249669" y="22872"/>
                  </a:lnTo>
                  <a:lnTo>
                    <a:pt x="249491" y="22860"/>
                  </a:lnTo>
                  <a:lnTo>
                    <a:pt x="199885" y="18796"/>
                  </a:lnTo>
                  <a:lnTo>
                    <a:pt x="153898" y="11747"/>
                  </a:lnTo>
                  <a:lnTo>
                    <a:pt x="151688" y="27686"/>
                  </a:lnTo>
                  <a:lnTo>
                    <a:pt x="156527" y="35928"/>
                  </a:lnTo>
                  <a:lnTo>
                    <a:pt x="166255" y="42291"/>
                  </a:lnTo>
                  <a:lnTo>
                    <a:pt x="185343" y="48221"/>
                  </a:lnTo>
                  <a:lnTo>
                    <a:pt x="209562" y="52603"/>
                  </a:lnTo>
                  <a:lnTo>
                    <a:pt x="234683" y="54317"/>
                  </a:lnTo>
                  <a:lnTo>
                    <a:pt x="245313" y="53682"/>
                  </a:lnTo>
                  <a:lnTo>
                    <a:pt x="262750" y="51574"/>
                  </a:lnTo>
                  <a:lnTo>
                    <a:pt x="279057" y="47663"/>
                  </a:lnTo>
                  <a:lnTo>
                    <a:pt x="286258" y="41643"/>
                  </a:lnTo>
                  <a:lnTo>
                    <a:pt x="286321" y="35750"/>
                  </a:lnTo>
                  <a:lnTo>
                    <a:pt x="286753" y="30480"/>
                  </a:lnTo>
                  <a:lnTo>
                    <a:pt x="287934" y="22872"/>
                  </a:lnTo>
                  <a:lnTo>
                    <a:pt x="268732" y="22872"/>
                  </a:lnTo>
                  <a:lnTo>
                    <a:pt x="287934" y="22860"/>
                  </a:lnTo>
                  <a:lnTo>
                    <a:pt x="290245" y="9918"/>
                  </a:lnTo>
                  <a:close/>
                </a:path>
              </a:pathLst>
            </a:custGeom>
            <a:solidFill>
              <a:srgbClr val="483A55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5" name="object 105" descr=""/>
          <p:cNvGrpSpPr/>
          <p:nvPr/>
        </p:nvGrpSpPr>
        <p:grpSpPr>
          <a:xfrm>
            <a:off x="14876184" y="3570047"/>
            <a:ext cx="763905" cy="1950720"/>
            <a:chOff x="14876184" y="3570047"/>
            <a:chExt cx="763905" cy="1950720"/>
          </a:xfrm>
        </p:grpSpPr>
        <p:sp>
          <p:nvSpPr>
            <p:cNvPr id="106" name="object 106" descr=""/>
            <p:cNvSpPr/>
            <p:nvPr/>
          </p:nvSpPr>
          <p:spPr>
            <a:xfrm>
              <a:off x="14876183" y="3570052"/>
              <a:ext cx="687705" cy="1404620"/>
            </a:xfrm>
            <a:custGeom>
              <a:avLst/>
              <a:gdLst/>
              <a:ahLst/>
              <a:cxnLst/>
              <a:rect l="l" t="t" r="r" b="b"/>
              <a:pathLst>
                <a:path w="687705" h="1404620">
                  <a:moveTo>
                    <a:pt x="687552" y="434695"/>
                  </a:moveTo>
                  <a:lnTo>
                    <a:pt x="684936" y="378752"/>
                  </a:lnTo>
                  <a:lnTo>
                    <a:pt x="676846" y="322097"/>
                  </a:lnTo>
                  <a:lnTo>
                    <a:pt x="666076" y="269303"/>
                  </a:lnTo>
                  <a:lnTo>
                    <a:pt x="656170" y="228066"/>
                  </a:lnTo>
                  <a:lnTo>
                    <a:pt x="642747" y="186270"/>
                  </a:lnTo>
                  <a:lnTo>
                    <a:pt x="616673" y="118668"/>
                  </a:lnTo>
                  <a:lnTo>
                    <a:pt x="568845" y="0"/>
                  </a:lnTo>
                  <a:lnTo>
                    <a:pt x="541820" y="10236"/>
                  </a:lnTo>
                  <a:lnTo>
                    <a:pt x="477913" y="33121"/>
                  </a:lnTo>
                  <a:lnTo>
                    <a:pt x="402818" y="56883"/>
                  </a:lnTo>
                  <a:lnTo>
                    <a:pt x="342252" y="69786"/>
                  </a:lnTo>
                  <a:lnTo>
                    <a:pt x="312889" y="71107"/>
                  </a:lnTo>
                  <a:lnTo>
                    <a:pt x="305511" y="70205"/>
                  </a:lnTo>
                  <a:lnTo>
                    <a:pt x="305511" y="1170292"/>
                  </a:lnTo>
                  <a:lnTo>
                    <a:pt x="252107" y="1203998"/>
                  </a:lnTo>
                  <a:lnTo>
                    <a:pt x="215112" y="1207985"/>
                  </a:lnTo>
                  <a:lnTo>
                    <a:pt x="178409" y="1207604"/>
                  </a:lnTo>
                  <a:lnTo>
                    <a:pt x="140385" y="1193901"/>
                  </a:lnTo>
                  <a:lnTo>
                    <a:pt x="114096" y="1165301"/>
                  </a:lnTo>
                  <a:lnTo>
                    <a:pt x="136169" y="1155941"/>
                  </a:lnTo>
                  <a:lnTo>
                    <a:pt x="153797" y="1151242"/>
                  </a:lnTo>
                  <a:lnTo>
                    <a:pt x="176199" y="1149807"/>
                  </a:lnTo>
                  <a:lnTo>
                    <a:pt x="212623" y="1150200"/>
                  </a:lnTo>
                  <a:lnTo>
                    <a:pt x="253301" y="1153820"/>
                  </a:lnTo>
                  <a:lnTo>
                    <a:pt x="282321" y="1160665"/>
                  </a:lnTo>
                  <a:lnTo>
                    <a:pt x="299720" y="1167307"/>
                  </a:lnTo>
                  <a:lnTo>
                    <a:pt x="305511" y="1170292"/>
                  </a:lnTo>
                  <a:lnTo>
                    <a:pt x="305511" y="70205"/>
                  </a:lnTo>
                  <a:lnTo>
                    <a:pt x="277837" y="66789"/>
                  </a:lnTo>
                  <a:lnTo>
                    <a:pt x="214337" y="52539"/>
                  </a:lnTo>
                  <a:lnTo>
                    <a:pt x="99656" y="24066"/>
                  </a:lnTo>
                  <a:lnTo>
                    <a:pt x="94056" y="40932"/>
                  </a:lnTo>
                  <a:lnTo>
                    <a:pt x="79603" y="82588"/>
                  </a:lnTo>
                  <a:lnTo>
                    <a:pt x="59880" y="135661"/>
                  </a:lnTo>
                  <a:lnTo>
                    <a:pt x="38442" y="186753"/>
                  </a:lnTo>
                  <a:lnTo>
                    <a:pt x="25819" y="222389"/>
                  </a:lnTo>
                  <a:lnTo>
                    <a:pt x="15951" y="266446"/>
                  </a:lnTo>
                  <a:lnTo>
                    <a:pt x="8674" y="315874"/>
                  </a:lnTo>
                  <a:lnTo>
                    <a:pt x="3822" y="367639"/>
                  </a:lnTo>
                  <a:lnTo>
                    <a:pt x="1231" y="418706"/>
                  </a:lnTo>
                  <a:lnTo>
                    <a:pt x="1003" y="439356"/>
                  </a:lnTo>
                  <a:lnTo>
                    <a:pt x="0" y="449338"/>
                  </a:lnTo>
                  <a:lnTo>
                    <a:pt x="1511" y="499338"/>
                  </a:lnTo>
                  <a:lnTo>
                    <a:pt x="11658" y="587667"/>
                  </a:lnTo>
                  <a:lnTo>
                    <a:pt x="33147" y="746264"/>
                  </a:lnTo>
                  <a:lnTo>
                    <a:pt x="52946" y="890816"/>
                  </a:lnTo>
                  <a:lnTo>
                    <a:pt x="96266" y="1207985"/>
                  </a:lnTo>
                  <a:lnTo>
                    <a:pt x="104749" y="1269834"/>
                  </a:lnTo>
                  <a:lnTo>
                    <a:pt x="111747" y="1319949"/>
                  </a:lnTo>
                  <a:lnTo>
                    <a:pt x="127774" y="1360741"/>
                  </a:lnTo>
                  <a:lnTo>
                    <a:pt x="160020" y="1389811"/>
                  </a:lnTo>
                  <a:lnTo>
                    <a:pt x="204279" y="1404213"/>
                  </a:lnTo>
                  <a:lnTo>
                    <a:pt x="256362" y="1400937"/>
                  </a:lnTo>
                  <a:lnTo>
                    <a:pt x="300837" y="1354950"/>
                  </a:lnTo>
                  <a:lnTo>
                    <a:pt x="312191" y="1313014"/>
                  </a:lnTo>
                  <a:lnTo>
                    <a:pt x="318566" y="1262265"/>
                  </a:lnTo>
                  <a:lnTo>
                    <a:pt x="321538" y="1207985"/>
                  </a:lnTo>
                  <a:lnTo>
                    <a:pt x="323100" y="1149807"/>
                  </a:lnTo>
                  <a:lnTo>
                    <a:pt x="324878" y="1085964"/>
                  </a:lnTo>
                  <a:lnTo>
                    <a:pt x="326351" y="1042987"/>
                  </a:lnTo>
                  <a:lnTo>
                    <a:pt x="327787" y="990777"/>
                  </a:lnTo>
                  <a:lnTo>
                    <a:pt x="329184" y="931735"/>
                  </a:lnTo>
                  <a:lnTo>
                    <a:pt x="330517" y="868286"/>
                  </a:lnTo>
                  <a:lnTo>
                    <a:pt x="331774" y="802817"/>
                  </a:lnTo>
                  <a:lnTo>
                    <a:pt x="332943" y="737755"/>
                  </a:lnTo>
                  <a:lnTo>
                    <a:pt x="333997" y="675487"/>
                  </a:lnTo>
                  <a:lnTo>
                    <a:pt x="335915" y="555612"/>
                  </a:lnTo>
                  <a:lnTo>
                    <a:pt x="362877" y="555574"/>
                  </a:lnTo>
                  <a:lnTo>
                    <a:pt x="421335" y="553974"/>
                  </a:lnTo>
                  <a:lnTo>
                    <a:pt x="477570" y="550684"/>
                  </a:lnTo>
                  <a:lnTo>
                    <a:pt x="530021" y="545515"/>
                  </a:lnTo>
                  <a:lnTo>
                    <a:pt x="577164" y="538302"/>
                  </a:lnTo>
                  <a:lnTo>
                    <a:pt x="617474" y="528866"/>
                  </a:lnTo>
                  <a:lnTo>
                    <a:pt x="671372" y="502589"/>
                  </a:lnTo>
                  <a:lnTo>
                    <a:pt x="681901" y="485394"/>
                  </a:lnTo>
                  <a:lnTo>
                    <a:pt x="687552" y="434695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5179143" y="3637221"/>
              <a:ext cx="43180" cy="491490"/>
            </a:xfrm>
            <a:custGeom>
              <a:avLst/>
              <a:gdLst/>
              <a:ahLst/>
              <a:cxnLst/>
              <a:rect l="l" t="t" r="r" b="b"/>
              <a:pathLst>
                <a:path w="43180" h="491489">
                  <a:moveTo>
                    <a:pt x="1955" y="0"/>
                  </a:moveTo>
                  <a:lnTo>
                    <a:pt x="488" y="151287"/>
                  </a:lnTo>
                  <a:lnTo>
                    <a:pt x="0" y="235647"/>
                  </a:lnTo>
                  <a:lnTo>
                    <a:pt x="488" y="283615"/>
                  </a:lnTo>
                  <a:lnTo>
                    <a:pt x="1955" y="325728"/>
                  </a:lnTo>
                  <a:lnTo>
                    <a:pt x="5988" y="379370"/>
                  </a:lnTo>
                  <a:lnTo>
                    <a:pt x="12320" y="433209"/>
                  </a:lnTo>
                  <a:lnTo>
                    <a:pt x="18162" y="474706"/>
                  </a:lnTo>
                  <a:lnTo>
                    <a:pt x="20729" y="491325"/>
                  </a:lnTo>
                  <a:lnTo>
                    <a:pt x="43053" y="488424"/>
                  </a:lnTo>
                  <a:lnTo>
                    <a:pt x="39295" y="375686"/>
                  </a:lnTo>
                  <a:lnTo>
                    <a:pt x="37763" y="312819"/>
                  </a:lnTo>
                  <a:lnTo>
                    <a:pt x="38206" y="277062"/>
                  </a:lnTo>
                  <a:lnTo>
                    <a:pt x="40373" y="245657"/>
                  </a:lnTo>
                  <a:lnTo>
                    <a:pt x="41861" y="186973"/>
                  </a:lnTo>
                  <a:lnTo>
                    <a:pt x="41306" y="105729"/>
                  </a:lnTo>
                  <a:lnTo>
                    <a:pt x="40015" y="33689"/>
                  </a:lnTo>
                  <a:lnTo>
                    <a:pt x="39294" y="2617"/>
                  </a:lnTo>
                  <a:lnTo>
                    <a:pt x="1955" y="0"/>
                  </a:lnTo>
                  <a:close/>
                </a:path>
              </a:pathLst>
            </a:custGeom>
            <a:solidFill>
              <a:srgbClr val="3125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5188668" y="3658817"/>
              <a:ext cx="36195" cy="36195"/>
            </a:xfrm>
            <a:custGeom>
              <a:avLst/>
              <a:gdLst/>
              <a:ahLst/>
              <a:cxnLst/>
              <a:rect l="l" t="t" r="r" b="b"/>
              <a:pathLst>
                <a:path w="36194" h="36195">
                  <a:moveTo>
                    <a:pt x="18020" y="0"/>
                  </a:moveTo>
                  <a:lnTo>
                    <a:pt x="11003" y="1415"/>
                  </a:lnTo>
                  <a:lnTo>
                    <a:pt x="5276" y="5276"/>
                  </a:lnTo>
                  <a:lnTo>
                    <a:pt x="1415" y="11003"/>
                  </a:lnTo>
                  <a:lnTo>
                    <a:pt x="0" y="18020"/>
                  </a:lnTo>
                  <a:lnTo>
                    <a:pt x="1415" y="25032"/>
                  </a:lnTo>
                  <a:lnTo>
                    <a:pt x="5276" y="30760"/>
                  </a:lnTo>
                  <a:lnTo>
                    <a:pt x="11003" y="34623"/>
                  </a:lnTo>
                  <a:lnTo>
                    <a:pt x="18020" y="36040"/>
                  </a:lnTo>
                  <a:lnTo>
                    <a:pt x="25032" y="34623"/>
                  </a:lnTo>
                  <a:lnTo>
                    <a:pt x="30760" y="30760"/>
                  </a:lnTo>
                  <a:lnTo>
                    <a:pt x="34623" y="25032"/>
                  </a:lnTo>
                  <a:lnTo>
                    <a:pt x="36040" y="18020"/>
                  </a:lnTo>
                  <a:lnTo>
                    <a:pt x="34623" y="11003"/>
                  </a:lnTo>
                  <a:lnTo>
                    <a:pt x="30760" y="5276"/>
                  </a:lnTo>
                  <a:lnTo>
                    <a:pt x="25032" y="1415"/>
                  </a:lnTo>
                  <a:lnTo>
                    <a:pt x="18020" y="0"/>
                  </a:lnTo>
                  <a:close/>
                </a:path>
              </a:pathLst>
            </a:custGeom>
            <a:solidFill>
              <a:srgbClr val="FFEB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9" name="object 109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350114" y="3630745"/>
              <a:ext cx="151817" cy="153681"/>
            </a:xfrm>
            <a:prstGeom prst="rect">
              <a:avLst/>
            </a:prstGeom>
          </p:spPr>
        </p:pic>
        <p:pic>
          <p:nvPicPr>
            <p:cNvPr id="110" name="object 11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914641" y="3630745"/>
              <a:ext cx="151817" cy="153681"/>
            </a:xfrm>
            <a:prstGeom prst="rect">
              <a:avLst/>
            </a:prstGeom>
          </p:spPr>
        </p:pic>
        <p:sp>
          <p:nvSpPr>
            <p:cNvPr id="111" name="object 111" descr=""/>
            <p:cNvSpPr/>
            <p:nvPr/>
          </p:nvSpPr>
          <p:spPr>
            <a:xfrm>
              <a:off x="14982698" y="4791157"/>
              <a:ext cx="657860" cy="711835"/>
            </a:xfrm>
            <a:custGeom>
              <a:avLst/>
              <a:gdLst/>
              <a:ahLst/>
              <a:cxnLst/>
              <a:rect l="l" t="t" r="r" b="b"/>
              <a:pathLst>
                <a:path w="657859" h="711835">
                  <a:moveTo>
                    <a:pt x="208800" y="93141"/>
                  </a:moveTo>
                  <a:lnTo>
                    <a:pt x="197218" y="47929"/>
                  </a:lnTo>
                  <a:lnTo>
                    <a:pt x="165315" y="21361"/>
                  </a:lnTo>
                  <a:lnTo>
                    <a:pt x="124218" y="9334"/>
                  </a:lnTo>
                  <a:lnTo>
                    <a:pt x="85051" y="7747"/>
                  </a:lnTo>
                  <a:lnTo>
                    <a:pt x="53124" y="16103"/>
                  </a:lnTo>
                  <a:lnTo>
                    <a:pt x="10274" y="65265"/>
                  </a:lnTo>
                  <a:lnTo>
                    <a:pt x="3098" y="103365"/>
                  </a:lnTo>
                  <a:lnTo>
                    <a:pt x="939" y="154330"/>
                  </a:lnTo>
                  <a:lnTo>
                    <a:pt x="0" y="206324"/>
                  </a:lnTo>
                  <a:lnTo>
                    <a:pt x="673" y="267893"/>
                  </a:lnTo>
                  <a:lnTo>
                    <a:pt x="4051" y="332943"/>
                  </a:lnTo>
                  <a:lnTo>
                    <a:pt x="11277" y="395401"/>
                  </a:lnTo>
                  <a:lnTo>
                    <a:pt x="22707" y="459219"/>
                  </a:lnTo>
                  <a:lnTo>
                    <a:pt x="36766" y="527672"/>
                  </a:lnTo>
                  <a:lnTo>
                    <a:pt x="51663" y="593750"/>
                  </a:lnTo>
                  <a:lnTo>
                    <a:pt x="65620" y="650379"/>
                  </a:lnTo>
                  <a:lnTo>
                    <a:pt x="76835" y="690549"/>
                  </a:lnTo>
                  <a:lnTo>
                    <a:pt x="106845" y="711568"/>
                  </a:lnTo>
                  <a:lnTo>
                    <a:pt x="128371" y="710577"/>
                  </a:lnTo>
                  <a:lnTo>
                    <a:pt x="183362" y="702932"/>
                  </a:lnTo>
                  <a:lnTo>
                    <a:pt x="208241" y="646366"/>
                  </a:lnTo>
                  <a:lnTo>
                    <a:pt x="207454" y="481203"/>
                  </a:lnTo>
                  <a:lnTo>
                    <a:pt x="207225" y="277215"/>
                  </a:lnTo>
                  <a:lnTo>
                    <a:pt x="207670" y="162026"/>
                  </a:lnTo>
                  <a:lnTo>
                    <a:pt x="208140" y="120205"/>
                  </a:lnTo>
                  <a:lnTo>
                    <a:pt x="208800" y="93141"/>
                  </a:lnTo>
                  <a:close/>
                </a:path>
                <a:path w="657859" h="711835">
                  <a:moveTo>
                    <a:pt x="657364" y="433082"/>
                  </a:moveTo>
                  <a:lnTo>
                    <a:pt x="657212" y="368261"/>
                  </a:lnTo>
                  <a:lnTo>
                    <a:pt x="653173" y="305511"/>
                  </a:lnTo>
                  <a:lnTo>
                    <a:pt x="644880" y="240893"/>
                  </a:lnTo>
                  <a:lnTo>
                    <a:pt x="634542" y="180200"/>
                  </a:lnTo>
                  <a:lnTo>
                    <a:pt x="624344" y="129197"/>
                  </a:lnTo>
                  <a:lnTo>
                    <a:pt x="613117" y="79451"/>
                  </a:lnTo>
                  <a:lnTo>
                    <a:pt x="599249" y="43243"/>
                  </a:lnTo>
                  <a:lnTo>
                    <a:pt x="548309" y="2527"/>
                  </a:lnTo>
                  <a:lnTo>
                    <a:pt x="515404" y="0"/>
                  </a:lnTo>
                  <a:lnTo>
                    <a:pt x="477443" y="9309"/>
                  </a:lnTo>
                  <a:lnTo>
                    <a:pt x="439826" y="30149"/>
                  </a:lnTo>
                  <a:lnTo>
                    <a:pt x="413854" y="63652"/>
                  </a:lnTo>
                  <a:lnTo>
                    <a:pt x="410832" y="110959"/>
                  </a:lnTo>
                  <a:lnTo>
                    <a:pt x="416280" y="137375"/>
                  </a:lnTo>
                  <a:lnTo>
                    <a:pt x="424103" y="178181"/>
                  </a:lnTo>
                  <a:lnTo>
                    <a:pt x="444754" y="290537"/>
                  </a:lnTo>
                  <a:lnTo>
                    <a:pt x="480237" y="489521"/>
                  </a:lnTo>
                  <a:lnTo>
                    <a:pt x="508368" y="650709"/>
                  </a:lnTo>
                  <a:lnTo>
                    <a:pt x="515937" y="695871"/>
                  </a:lnTo>
                  <a:lnTo>
                    <a:pt x="518706" y="700443"/>
                  </a:lnTo>
                  <a:lnTo>
                    <a:pt x="526846" y="701903"/>
                  </a:lnTo>
                  <a:lnTo>
                    <a:pt x="542810" y="701573"/>
                  </a:lnTo>
                  <a:lnTo>
                    <a:pt x="569036" y="700747"/>
                  </a:lnTo>
                  <a:lnTo>
                    <a:pt x="619645" y="696391"/>
                  </a:lnTo>
                  <a:lnTo>
                    <a:pt x="649274" y="628840"/>
                  </a:lnTo>
                  <a:lnTo>
                    <a:pt x="652894" y="570623"/>
                  </a:lnTo>
                  <a:lnTo>
                    <a:pt x="655751" y="502945"/>
                  </a:lnTo>
                  <a:lnTo>
                    <a:pt x="657364" y="433082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5058961" y="5462923"/>
              <a:ext cx="572135" cy="57785"/>
            </a:xfrm>
            <a:custGeom>
              <a:avLst/>
              <a:gdLst/>
              <a:ahLst/>
              <a:cxnLst/>
              <a:rect l="l" t="t" r="r" b="b"/>
              <a:pathLst>
                <a:path w="572134" h="57785">
                  <a:moveTo>
                    <a:pt x="133261" y="13817"/>
                  </a:moveTo>
                  <a:lnTo>
                    <a:pt x="133057" y="11430"/>
                  </a:lnTo>
                  <a:lnTo>
                    <a:pt x="132486" y="6858"/>
                  </a:lnTo>
                  <a:lnTo>
                    <a:pt x="133261" y="13817"/>
                  </a:lnTo>
                  <a:close/>
                </a:path>
                <a:path w="572134" h="57785">
                  <a:moveTo>
                    <a:pt x="133934" y="27482"/>
                  </a:moveTo>
                  <a:lnTo>
                    <a:pt x="133921" y="21653"/>
                  </a:lnTo>
                  <a:lnTo>
                    <a:pt x="133311" y="14389"/>
                  </a:lnTo>
                  <a:lnTo>
                    <a:pt x="129171" y="18745"/>
                  </a:lnTo>
                  <a:lnTo>
                    <a:pt x="116027" y="21653"/>
                  </a:lnTo>
                  <a:lnTo>
                    <a:pt x="89903" y="24790"/>
                  </a:lnTo>
                  <a:lnTo>
                    <a:pt x="40843" y="27482"/>
                  </a:lnTo>
                  <a:lnTo>
                    <a:pt x="13830" y="24320"/>
                  </a:lnTo>
                  <a:lnTo>
                    <a:pt x="2374" y="19431"/>
                  </a:lnTo>
                  <a:lnTo>
                    <a:pt x="0" y="16878"/>
                  </a:lnTo>
                  <a:lnTo>
                    <a:pt x="1206" y="28587"/>
                  </a:lnTo>
                  <a:lnTo>
                    <a:pt x="34531" y="55854"/>
                  </a:lnTo>
                  <a:lnTo>
                    <a:pt x="43827" y="57721"/>
                  </a:lnTo>
                  <a:lnTo>
                    <a:pt x="59347" y="56667"/>
                  </a:lnTo>
                  <a:lnTo>
                    <a:pt x="88074" y="53543"/>
                  </a:lnTo>
                  <a:lnTo>
                    <a:pt x="116624" y="48895"/>
                  </a:lnTo>
                  <a:lnTo>
                    <a:pt x="131648" y="43281"/>
                  </a:lnTo>
                  <a:lnTo>
                    <a:pt x="133908" y="34264"/>
                  </a:lnTo>
                  <a:lnTo>
                    <a:pt x="133934" y="27482"/>
                  </a:lnTo>
                  <a:close/>
                </a:path>
                <a:path w="572134" h="57785">
                  <a:moveTo>
                    <a:pt x="571563" y="15265"/>
                  </a:moveTo>
                  <a:lnTo>
                    <a:pt x="571131" y="12674"/>
                  </a:lnTo>
                  <a:lnTo>
                    <a:pt x="568972" y="0"/>
                  </a:lnTo>
                  <a:lnTo>
                    <a:pt x="567004" y="3136"/>
                  </a:lnTo>
                  <a:lnTo>
                    <a:pt x="556475" y="9093"/>
                  </a:lnTo>
                  <a:lnTo>
                    <a:pt x="530466" y="12674"/>
                  </a:lnTo>
                  <a:lnTo>
                    <a:pt x="482066" y="8686"/>
                  </a:lnTo>
                  <a:lnTo>
                    <a:pt x="437045" y="1790"/>
                  </a:lnTo>
                  <a:lnTo>
                    <a:pt x="434873" y="17386"/>
                  </a:lnTo>
                  <a:lnTo>
                    <a:pt x="467817" y="37503"/>
                  </a:lnTo>
                  <a:lnTo>
                    <a:pt x="516128" y="43459"/>
                  </a:lnTo>
                  <a:lnTo>
                    <a:pt x="525995" y="41579"/>
                  </a:lnTo>
                  <a:lnTo>
                    <a:pt x="542213" y="36804"/>
                  </a:lnTo>
                  <a:lnTo>
                    <a:pt x="558126" y="30467"/>
                  </a:lnTo>
                  <a:lnTo>
                    <a:pt x="567080" y="23888"/>
                  </a:lnTo>
                  <a:lnTo>
                    <a:pt x="571563" y="15265"/>
                  </a:lnTo>
                  <a:close/>
                </a:path>
              </a:pathLst>
            </a:custGeom>
            <a:solidFill>
              <a:srgbClr val="483A5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5225127" y="3867031"/>
              <a:ext cx="371475" cy="1111885"/>
            </a:xfrm>
            <a:custGeom>
              <a:avLst/>
              <a:gdLst/>
              <a:ahLst/>
              <a:cxnLst/>
              <a:rect l="l" t="t" r="r" b="b"/>
              <a:pathLst>
                <a:path w="371475" h="1111885">
                  <a:moveTo>
                    <a:pt x="205572" y="0"/>
                  </a:moveTo>
                  <a:lnTo>
                    <a:pt x="160905" y="913"/>
                  </a:lnTo>
                  <a:lnTo>
                    <a:pt x="118083" y="10448"/>
                  </a:lnTo>
                  <a:lnTo>
                    <a:pt x="80129" y="32157"/>
                  </a:lnTo>
                  <a:lnTo>
                    <a:pt x="48493" y="66814"/>
                  </a:lnTo>
                  <a:lnTo>
                    <a:pt x="24026" y="109795"/>
                  </a:lnTo>
                  <a:lnTo>
                    <a:pt x="7578" y="156480"/>
                  </a:lnTo>
                  <a:lnTo>
                    <a:pt x="0" y="202246"/>
                  </a:lnTo>
                  <a:lnTo>
                    <a:pt x="2139" y="242472"/>
                  </a:lnTo>
                  <a:lnTo>
                    <a:pt x="14113" y="300478"/>
                  </a:lnTo>
                  <a:lnTo>
                    <a:pt x="23053" y="343311"/>
                  </a:lnTo>
                  <a:lnTo>
                    <a:pt x="33457" y="392927"/>
                  </a:lnTo>
                  <a:lnTo>
                    <a:pt x="44945" y="447502"/>
                  </a:lnTo>
                  <a:lnTo>
                    <a:pt x="57139" y="505209"/>
                  </a:lnTo>
                  <a:lnTo>
                    <a:pt x="69660" y="564221"/>
                  </a:lnTo>
                  <a:lnTo>
                    <a:pt x="82128" y="622712"/>
                  </a:lnTo>
                  <a:lnTo>
                    <a:pt x="94164" y="678857"/>
                  </a:lnTo>
                  <a:lnTo>
                    <a:pt x="105390" y="730828"/>
                  </a:lnTo>
                  <a:lnTo>
                    <a:pt x="115427" y="776800"/>
                  </a:lnTo>
                  <a:lnTo>
                    <a:pt x="123895" y="814947"/>
                  </a:lnTo>
                  <a:lnTo>
                    <a:pt x="135661" y="874055"/>
                  </a:lnTo>
                  <a:lnTo>
                    <a:pt x="145792" y="931900"/>
                  </a:lnTo>
                  <a:lnTo>
                    <a:pt x="156235" y="986956"/>
                  </a:lnTo>
                  <a:lnTo>
                    <a:pt x="168569" y="1035580"/>
                  </a:lnTo>
                  <a:lnTo>
                    <a:pt x="184464" y="1074657"/>
                  </a:lnTo>
                  <a:lnTo>
                    <a:pt x="233619" y="1111712"/>
                  </a:lnTo>
                  <a:lnTo>
                    <a:pt x="287022" y="1105472"/>
                  </a:lnTo>
                  <a:lnTo>
                    <a:pt x="331429" y="1083234"/>
                  </a:lnTo>
                  <a:lnTo>
                    <a:pt x="361357" y="1048726"/>
                  </a:lnTo>
                  <a:lnTo>
                    <a:pt x="371322" y="1005674"/>
                  </a:lnTo>
                  <a:lnTo>
                    <a:pt x="370435" y="984547"/>
                  </a:lnTo>
                  <a:lnTo>
                    <a:pt x="369136" y="955123"/>
                  </a:lnTo>
                  <a:lnTo>
                    <a:pt x="367109" y="910629"/>
                  </a:lnTo>
                  <a:lnTo>
                    <a:pt x="221310" y="910629"/>
                  </a:lnTo>
                  <a:lnTo>
                    <a:pt x="197013" y="907897"/>
                  </a:lnTo>
                  <a:lnTo>
                    <a:pt x="182473" y="899434"/>
                  </a:lnTo>
                  <a:lnTo>
                    <a:pt x="168688" y="887635"/>
                  </a:lnTo>
                  <a:lnTo>
                    <a:pt x="158403" y="877149"/>
                  </a:lnTo>
                  <a:lnTo>
                    <a:pt x="154365" y="872620"/>
                  </a:lnTo>
                  <a:lnTo>
                    <a:pt x="175782" y="861829"/>
                  </a:lnTo>
                  <a:lnTo>
                    <a:pt x="193059" y="855991"/>
                  </a:lnTo>
                  <a:lnTo>
                    <a:pt x="215321" y="853088"/>
                  </a:lnTo>
                  <a:lnTo>
                    <a:pt x="251692" y="851103"/>
                  </a:lnTo>
                  <a:lnTo>
                    <a:pt x="364382" y="851103"/>
                  </a:lnTo>
                  <a:lnTo>
                    <a:pt x="351528" y="572979"/>
                  </a:lnTo>
                  <a:lnTo>
                    <a:pt x="344851" y="427231"/>
                  </a:lnTo>
                  <a:lnTo>
                    <a:pt x="338612" y="258867"/>
                  </a:lnTo>
                  <a:lnTo>
                    <a:pt x="337074" y="156354"/>
                  </a:lnTo>
                  <a:lnTo>
                    <a:pt x="337881" y="105358"/>
                  </a:lnTo>
                  <a:lnTo>
                    <a:pt x="338674" y="91545"/>
                  </a:lnTo>
                  <a:lnTo>
                    <a:pt x="318635" y="53480"/>
                  </a:lnTo>
                  <a:lnTo>
                    <a:pt x="287638" y="25834"/>
                  </a:lnTo>
                  <a:lnTo>
                    <a:pt x="248883" y="8157"/>
                  </a:lnTo>
                  <a:lnTo>
                    <a:pt x="205572" y="0"/>
                  </a:lnTo>
                  <a:close/>
                </a:path>
                <a:path w="371475" h="1111885">
                  <a:moveTo>
                    <a:pt x="364382" y="851103"/>
                  </a:moveTo>
                  <a:lnTo>
                    <a:pt x="251692" y="851103"/>
                  </a:lnTo>
                  <a:lnTo>
                    <a:pt x="292523" y="852048"/>
                  </a:lnTo>
                  <a:lnTo>
                    <a:pt x="321933" y="856987"/>
                  </a:lnTo>
                  <a:lnTo>
                    <a:pt x="339725" y="862476"/>
                  </a:lnTo>
                  <a:lnTo>
                    <a:pt x="345700" y="865071"/>
                  </a:lnTo>
                  <a:lnTo>
                    <a:pt x="340728" y="871367"/>
                  </a:lnTo>
                  <a:lnTo>
                    <a:pt x="294613" y="902197"/>
                  </a:lnTo>
                  <a:lnTo>
                    <a:pt x="221310" y="910629"/>
                  </a:lnTo>
                  <a:lnTo>
                    <a:pt x="367109" y="910629"/>
                  </a:lnTo>
                  <a:lnTo>
                    <a:pt x="364382" y="851103"/>
                  </a:lnTo>
                  <a:close/>
                </a:path>
              </a:pathLst>
            </a:custGeom>
            <a:solidFill>
              <a:srgbClr val="362C41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4" name="object 114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2869729" y="2328055"/>
            <a:ext cx="900906" cy="974592"/>
          </a:xfrm>
          <a:prstGeom prst="rect">
            <a:avLst/>
          </a:prstGeom>
        </p:spPr>
      </p:pic>
      <p:grpSp>
        <p:nvGrpSpPr>
          <p:cNvPr id="115" name="object 115" descr=""/>
          <p:cNvGrpSpPr/>
          <p:nvPr/>
        </p:nvGrpSpPr>
        <p:grpSpPr>
          <a:xfrm>
            <a:off x="16044065" y="2291720"/>
            <a:ext cx="333375" cy="706120"/>
            <a:chOff x="16044065" y="2291720"/>
            <a:chExt cx="333375" cy="706120"/>
          </a:xfrm>
        </p:grpSpPr>
        <p:sp>
          <p:nvSpPr>
            <p:cNvPr id="116" name="object 116" descr=""/>
            <p:cNvSpPr/>
            <p:nvPr/>
          </p:nvSpPr>
          <p:spPr>
            <a:xfrm>
              <a:off x="16067135" y="2291720"/>
              <a:ext cx="309880" cy="610235"/>
            </a:xfrm>
            <a:custGeom>
              <a:avLst/>
              <a:gdLst/>
              <a:ahLst/>
              <a:cxnLst/>
              <a:rect l="l" t="t" r="r" b="b"/>
              <a:pathLst>
                <a:path w="309880" h="610235">
                  <a:moveTo>
                    <a:pt x="174759" y="0"/>
                  </a:moveTo>
                  <a:lnTo>
                    <a:pt x="110293" y="46014"/>
                  </a:lnTo>
                  <a:lnTo>
                    <a:pt x="74546" y="100709"/>
                  </a:lnTo>
                  <a:lnTo>
                    <a:pt x="45189" y="157659"/>
                  </a:lnTo>
                  <a:lnTo>
                    <a:pt x="34386" y="196659"/>
                  </a:lnTo>
                  <a:lnTo>
                    <a:pt x="35223" y="219643"/>
                  </a:lnTo>
                  <a:lnTo>
                    <a:pt x="32772" y="241994"/>
                  </a:lnTo>
                  <a:lnTo>
                    <a:pt x="27155" y="263688"/>
                  </a:lnTo>
                  <a:lnTo>
                    <a:pt x="18491" y="284699"/>
                  </a:lnTo>
                  <a:lnTo>
                    <a:pt x="9409" y="309900"/>
                  </a:lnTo>
                  <a:lnTo>
                    <a:pt x="2995" y="339129"/>
                  </a:lnTo>
                  <a:lnTo>
                    <a:pt x="87" y="364827"/>
                  </a:lnTo>
                  <a:lnTo>
                    <a:pt x="1518" y="379439"/>
                  </a:lnTo>
                  <a:lnTo>
                    <a:pt x="3981" y="399661"/>
                  </a:lnTo>
                  <a:lnTo>
                    <a:pt x="4073" y="437737"/>
                  </a:lnTo>
                  <a:lnTo>
                    <a:pt x="2507" y="479403"/>
                  </a:lnTo>
                  <a:lnTo>
                    <a:pt x="0" y="510398"/>
                  </a:lnTo>
                  <a:lnTo>
                    <a:pt x="538" y="531546"/>
                  </a:lnTo>
                  <a:lnTo>
                    <a:pt x="9700" y="557755"/>
                  </a:lnTo>
                  <a:lnTo>
                    <a:pt x="32224" y="583346"/>
                  </a:lnTo>
                  <a:lnTo>
                    <a:pt x="72850" y="602639"/>
                  </a:lnTo>
                  <a:lnTo>
                    <a:pt x="136320" y="609956"/>
                  </a:lnTo>
                  <a:lnTo>
                    <a:pt x="179066" y="600608"/>
                  </a:lnTo>
                  <a:lnTo>
                    <a:pt x="212682" y="575782"/>
                  </a:lnTo>
                  <a:lnTo>
                    <a:pt x="238617" y="539229"/>
                  </a:lnTo>
                  <a:lnTo>
                    <a:pt x="258323" y="494701"/>
                  </a:lnTo>
                  <a:lnTo>
                    <a:pt x="273248" y="445950"/>
                  </a:lnTo>
                  <a:lnTo>
                    <a:pt x="284843" y="396726"/>
                  </a:lnTo>
                  <a:lnTo>
                    <a:pt x="294559" y="350782"/>
                  </a:lnTo>
                  <a:lnTo>
                    <a:pt x="303844" y="311870"/>
                  </a:lnTo>
                  <a:lnTo>
                    <a:pt x="308789" y="282538"/>
                  </a:lnTo>
                  <a:lnTo>
                    <a:pt x="309732" y="245923"/>
                  </a:lnTo>
                  <a:lnTo>
                    <a:pt x="306686" y="204603"/>
                  </a:lnTo>
                  <a:lnTo>
                    <a:pt x="299664" y="161154"/>
                  </a:lnTo>
                  <a:lnTo>
                    <a:pt x="288679" y="118151"/>
                  </a:lnTo>
                  <a:lnTo>
                    <a:pt x="273744" y="78170"/>
                  </a:lnTo>
                  <a:lnTo>
                    <a:pt x="254871" y="43789"/>
                  </a:lnTo>
                  <a:lnTo>
                    <a:pt x="205366" y="2128"/>
                  </a:lnTo>
                  <a:lnTo>
                    <a:pt x="174759" y="0"/>
                  </a:lnTo>
                  <a:close/>
                </a:path>
              </a:pathLst>
            </a:custGeom>
            <a:solidFill>
              <a:srgbClr val="20A7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7" name="object 117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6044065" y="2802115"/>
              <a:ext cx="247657" cy="195656"/>
            </a:xfrm>
            <a:prstGeom prst="rect">
              <a:avLst/>
            </a:prstGeom>
          </p:spPr>
        </p:pic>
      </p:grpSp>
      <p:grpSp>
        <p:nvGrpSpPr>
          <p:cNvPr id="118" name="object 118" descr=""/>
          <p:cNvGrpSpPr/>
          <p:nvPr/>
        </p:nvGrpSpPr>
        <p:grpSpPr>
          <a:xfrm>
            <a:off x="16181384" y="2229231"/>
            <a:ext cx="792480" cy="1052195"/>
            <a:chOff x="16181384" y="2229231"/>
            <a:chExt cx="792480" cy="1052195"/>
          </a:xfrm>
        </p:grpSpPr>
        <p:sp>
          <p:nvSpPr>
            <p:cNvPr id="119" name="object 119" descr=""/>
            <p:cNvSpPr/>
            <p:nvPr/>
          </p:nvSpPr>
          <p:spPr>
            <a:xfrm>
              <a:off x="16641007" y="2291720"/>
              <a:ext cx="309880" cy="610235"/>
            </a:xfrm>
            <a:custGeom>
              <a:avLst/>
              <a:gdLst/>
              <a:ahLst/>
              <a:cxnLst/>
              <a:rect l="l" t="t" r="r" b="b"/>
              <a:pathLst>
                <a:path w="309880" h="610235">
                  <a:moveTo>
                    <a:pt x="134973" y="0"/>
                  </a:moveTo>
                  <a:lnTo>
                    <a:pt x="77658" y="17583"/>
                  </a:lnTo>
                  <a:lnTo>
                    <a:pt x="35988" y="78170"/>
                  </a:lnTo>
                  <a:lnTo>
                    <a:pt x="21053" y="118151"/>
                  </a:lnTo>
                  <a:lnTo>
                    <a:pt x="10067" y="161154"/>
                  </a:lnTo>
                  <a:lnTo>
                    <a:pt x="3045" y="204603"/>
                  </a:lnTo>
                  <a:lnTo>
                    <a:pt x="0" y="245923"/>
                  </a:lnTo>
                  <a:lnTo>
                    <a:pt x="943" y="282538"/>
                  </a:lnTo>
                  <a:lnTo>
                    <a:pt x="5888" y="311870"/>
                  </a:lnTo>
                  <a:lnTo>
                    <a:pt x="15174" y="350782"/>
                  </a:lnTo>
                  <a:lnTo>
                    <a:pt x="24890" y="396726"/>
                  </a:lnTo>
                  <a:lnTo>
                    <a:pt x="36486" y="445950"/>
                  </a:lnTo>
                  <a:lnTo>
                    <a:pt x="51413" y="494701"/>
                  </a:lnTo>
                  <a:lnTo>
                    <a:pt x="71119" y="539229"/>
                  </a:lnTo>
                  <a:lnTo>
                    <a:pt x="97055" y="575782"/>
                  </a:lnTo>
                  <a:lnTo>
                    <a:pt x="130669" y="600608"/>
                  </a:lnTo>
                  <a:lnTo>
                    <a:pt x="173412" y="609956"/>
                  </a:lnTo>
                  <a:lnTo>
                    <a:pt x="236881" y="602639"/>
                  </a:lnTo>
                  <a:lnTo>
                    <a:pt x="277508" y="583346"/>
                  </a:lnTo>
                  <a:lnTo>
                    <a:pt x="300032" y="557755"/>
                  </a:lnTo>
                  <a:lnTo>
                    <a:pt x="309194" y="531546"/>
                  </a:lnTo>
                  <a:lnTo>
                    <a:pt x="309732" y="510398"/>
                  </a:lnTo>
                  <a:lnTo>
                    <a:pt x="307226" y="479403"/>
                  </a:lnTo>
                  <a:lnTo>
                    <a:pt x="305663" y="437737"/>
                  </a:lnTo>
                  <a:lnTo>
                    <a:pt x="305755" y="399661"/>
                  </a:lnTo>
                  <a:lnTo>
                    <a:pt x="308214" y="379439"/>
                  </a:lnTo>
                  <a:lnTo>
                    <a:pt x="309645" y="364827"/>
                  </a:lnTo>
                  <a:lnTo>
                    <a:pt x="306736" y="339129"/>
                  </a:lnTo>
                  <a:lnTo>
                    <a:pt x="300323" y="309900"/>
                  </a:lnTo>
                  <a:lnTo>
                    <a:pt x="291241" y="284699"/>
                  </a:lnTo>
                  <a:lnTo>
                    <a:pt x="282577" y="263688"/>
                  </a:lnTo>
                  <a:lnTo>
                    <a:pt x="276960" y="241994"/>
                  </a:lnTo>
                  <a:lnTo>
                    <a:pt x="274509" y="219643"/>
                  </a:lnTo>
                  <a:lnTo>
                    <a:pt x="275346" y="196659"/>
                  </a:lnTo>
                  <a:lnTo>
                    <a:pt x="264543" y="157659"/>
                  </a:lnTo>
                  <a:lnTo>
                    <a:pt x="235186" y="100709"/>
                  </a:lnTo>
                  <a:lnTo>
                    <a:pt x="199439" y="46014"/>
                  </a:lnTo>
                  <a:lnTo>
                    <a:pt x="169464" y="13775"/>
                  </a:lnTo>
                  <a:lnTo>
                    <a:pt x="134973" y="0"/>
                  </a:lnTo>
                  <a:close/>
                </a:path>
              </a:pathLst>
            </a:custGeom>
            <a:solidFill>
              <a:srgbClr val="20A7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0" name="object 120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6726155" y="2802115"/>
              <a:ext cx="247657" cy="195656"/>
            </a:xfrm>
            <a:prstGeom prst="rect">
              <a:avLst/>
            </a:prstGeom>
          </p:spPr>
        </p:pic>
        <p:sp>
          <p:nvSpPr>
            <p:cNvPr id="121" name="object 121" descr=""/>
            <p:cNvSpPr/>
            <p:nvPr/>
          </p:nvSpPr>
          <p:spPr>
            <a:xfrm>
              <a:off x="16181384" y="2229231"/>
              <a:ext cx="659765" cy="1052195"/>
            </a:xfrm>
            <a:custGeom>
              <a:avLst/>
              <a:gdLst/>
              <a:ahLst/>
              <a:cxnLst/>
              <a:rect l="l" t="t" r="r" b="b"/>
              <a:pathLst>
                <a:path w="659765" h="1052195">
                  <a:moveTo>
                    <a:pt x="490316" y="0"/>
                  </a:moveTo>
                  <a:lnTo>
                    <a:pt x="364311" y="36415"/>
                  </a:lnTo>
                  <a:lnTo>
                    <a:pt x="286357" y="49169"/>
                  </a:lnTo>
                  <a:lnTo>
                    <a:pt x="224097" y="38818"/>
                  </a:lnTo>
                  <a:lnTo>
                    <a:pt x="145175" y="5916"/>
                  </a:lnTo>
                  <a:lnTo>
                    <a:pt x="81459" y="35911"/>
                  </a:lnTo>
                  <a:lnTo>
                    <a:pt x="47617" y="53237"/>
                  </a:lnTo>
                  <a:lnTo>
                    <a:pt x="32306" y="64492"/>
                  </a:lnTo>
                  <a:lnTo>
                    <a:pt x="24184" y="76269"/>
                  </a:lnTo>
                  <a:lnTo>
                    <a:pt x="22143" y="101355"/>
                  </a:lnTo>
                  <a:lnTo>
                    <a:pt x="25365" y="151007"/>
                  </a:lnTo>
                  <a:lnTo>
                    <a:pt x="31252" y="215278"/>
                  </a:lnTo>
                  <a:lnTo>
                    <a:pt x="37205" y="284221"/>
                  </a:lnTo>
                  <a:lnTo>
                    <a:pt x="40626" y="347889"/>
                  </a:lnTo>
                  <a:lnTo>
                    <a:pt x="38917" y="396333"/>
                  </a:lnTo>
                  <a:lnTo>
                    <a:pt x="35246" y="431830"/>
                  </a:lnTo>
                  <a:lnTo>
                    <a:pt x="31828" y="479454"/>
                  </a:lnTo>
                  <a:lnTo>
                    <a:pt x="25050" y="595476"/>
                  </a:lnTo>
                  <a:lnTo>
                    <a:pt x="21339" y="656072"/>
                  </a:lnTo>
                  <a:lnTo>
                    <a:pt x="17177" y="713190"/>
                  </a:lnTo>
                  <a:lnTo>
                    <a:pt x="12390" y="762930"/>
                  </a:lnTo>
                  <a:lnTo>
                    <a:pt x="6802" y="801389"/>
                  </a:lnTo>
                  <a:lnTo>
                    <a:pt x="0" y="871002"/>
                  </a:lnTo>
                  <a:lnTo>
                    <a:pt x="755" y="942214"/>
                  </a:lnTo>
                  <a:lnTo>
                    <a:pt x="4535" y="997669"/>
                  </a:lnTo>
                  <a:lnTo>
                    <a:pt x="62323" y="1038601"/>
                  </a:lnTo>
                  <a:lnTo>
                    <a:pt x="113163" y="1048147"/>
                  </a:lnTo>
                  <a:lnTo>
                    <a:pt x="188422" y="1051664"/>
                  </a:lnTo>
                  <a:lnTo>
                    <a:pt x="317201" y="1052166"/>
                  </a:lnTo>
                  <a:lnTo>
                    <a:pt x="463645" y="1045966"/>
                  </a:lnTo>
                  <a:lnTo>
                    <a:pt x="571021" y="1032324"/>
                  </a:lnTo>
                  <a:lnTo>
                    <a:pt x="637089" y="1018682"/>
                  </a:lnTo>
                  <a:lnTo>
                    <a:pt x="659610" y="1012482"/>
                  </a:lnTo>
                  <a:lnTo>
                    <a:pt x="630625" y="724687"/>
                  </a:lnTo>
                  <a:lnTo>
                    <a:pt x="625300" y="668331"/>
                  </a:lnTo>
                  <a:lnTo>
                    <a:pt x="621297" y="621457"/>
                  </a:lnTo>
                  <a:lnTo>
                    <a:pt x="618878" y="548444"/>
                  </a:lnTo>
                  <a:lnTo>
                    <a:pt x="618260" y="492455"/>
                  </a:lnTo>
                  <a:lnTo>
                    <a:pt x="617973" y="428485"/>
                  </a:lnTo>
                  <a:lnTo>
                    <a:pt x="617970" y="360293"/>
                  </a:lnTo>
                  <a:lnTo>
                    <a:pt x="618631" y="226264"/>
                  </a:lnTo>
                  <a:lnTo>
                    <a:pt x="619200" y="167941"/>
                  </a:lnTo>
                  <a:lnTo>
                    <a:pt x="619865" y="120420"/>
                  </a:lnTo>
                  <a:lnTo>
                    <a:pt x="620580" y="87459"/>
                  </a:lnTo>
                  <a:lnTo>
                    <a:pt x="621297" y="72814"/>
                  </a:lnTo>
                  <a:lnTo>
                    <a:pt x="601918" y="54886"/>
                  </a:lnTo>
                  <a:lnTo>
                    <a:pt x="556772" y="30584"/>
                  </a:lnTo>
                  <a:lnTo>
                    <a:pt x="511144" y="9193"/>
                  </a:lnTo>
                  <a:lnTo>
                    <a:pt x="490316" y="0"/>
                  </a:lnTo>
                  <a:close/>
                </a:path>
              </a:pathLst>
            </a:custGeom>
            <a:solidFill>
              <a:srgbClr val="36AE6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2" name="object 122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4807911" y="2268014"/>
            <a:ext cx="900906" cy="974598"/>
          </a:xfrm>
          <a:prstGeom prst="rect">
            <a:avLst/>
          </a:prstGeom>
        </p:spPr>
      </p:pic>
      <p:grpSp>
        <p:nvGrpSpPr>
          <p:cNvPr id="123" name="object 123" descr=""/>
          <p:cNvGrpSpPr/>
          <p:nvPr/>
        </p:nvGrpSpPr>
        <p:grpSpPr>
          <a:xfrm>
            <a:off x="14020372" y="2279889"/>
            <a:ext cx="499745" cy="953135"/>
            <a:chOff x="14020372" y="2279889"/>
            <a:chExt cx="499745" cy="953135"/>
          </a:xfrm>
        </p:grpSpPr>
        <p:sp>
          <p:nvSpPr>
            <p:cNvPr id="124" name="object 124" descr=""/>
            <p:cNvSpPr/>
            <p:nvPr/>
          </p:nvSpPr>
          <p:spPr>
            <a:xfrm>
              <a:off x="14020372" y="2279889"/>
              <a:ext cx="499745" cy="953135"/>
            </a:xfrm>
            <a:custGeom>
              <a:avLst/>
              <a:gdLst/>
              <a:ahLst/>
              <a:cxnLst/>
              <a:rect l="l" t="t" r="r" b="b"/>
              <a:pathLst>
                <a:path w="499744" h="953135">
                  <a:moveTo>
                    <a:pt x="495899" y="899309"/>
                  </a:moveTo>
                  <a:lnTo>
                    <a:pt x="383278" y="899309"/>
                  </a:lnTo>
                  <a:lnTo>
                    <a:pt x="450290" y="916864"/>
                  </a:lnTo>
                  <a:lnTo>
                    <a:pt x="487622" y="940972"/>
                  </a:lnTo>
                  <a:lnTo>
                    <a:pt x="499196" y="953122"/>
                  </a:lnTo>
                  <a:lnTo>
                    <a:pt x="495899" y="899309"/>
                  </a:lnTo>
                  <a:close/>
                </a:path>
                <a:path w="499744" h="953135">
                  <a:moveTo>
                    <a:pt x="355936" y="0"/>
                  </a:moveTo>
                  <a:lnTo>
                    <a:pt x="269747" y="36392"/>
                  </a:lnTo>
                  <a:lnTo>
                    <a:pt x="194560" y="66967"/>
                  </a:lnTo>
                  <a:lnTo>
                    <a:pt x="124917" y="94301"/>
                  </a:lnTo>
                  <a:lnTo>
                    <a:pt x="105900" y="121104"/>
                  </a:lnTo>
                  <a:lnTo>
                    <a:pt x="82924" y="158869"/>
                  </a:lnTo>
                  <a:lnTo>
                    <a:pt x="59134" y="203556"/>
                  </a:lnTo>
                  <a:lnTo>
                    <a:pt x="37681" y="251129"/>
                  </a:lnTo>
                  <a:lnTo>
                    <a:pt x="21713" y="297550"/>
                  </a:lnTo>
                  <a:lnTo>
                    <a:pt x="9763" y="425635"/>
                  </a:lnTo>
                  <a:lnTo>
                    <a:pt x="3249" y="635112"/>
                  </a:lnTo>
                  <a:lnTo>
                    <a:pt x="537" y="830682"/>
                  </a:lnTo>
                  <a:lnTo>
                    <a:pt x="0" y="917041"/>
                  </a:lnTo>
                  <a:lnTo>
                    <a:pt x="82495" y="928999"/>
                  </a:lnTo>
                  <a:lnTo>
                    <a:pt x="139440" y="931917"/>
                  </a:lnTo>
                  <a:lnTo>
                    <a:pt x="197330" y="924843"/>
                  </a:lnTo>
                  <a:lnTo>
                    <a:pt x="282668" y="906819"/>
                  </a:lnTo>
                  <a:lnTo>
                    <a:pt x="383278" y="899309"/>
                  </a:lnTo>
                  <a:lnTo>
                    <a:pt x="495899" y="899309"/>
                  </a:lnTo>
                  <a:lnTo>
                    <a:pt x="469750" y="472414"/>
                  </a:lnTo>
                  <a:lnTo>
                    <a:pt x="423224" y="180826"/>
                  </a:lnTo>
                  <a:lnTo>
                    <a:pt x="380208" y="36540"/>
                  </a:lnTo>
                  <a:lnTo>
                    <a:pt x="362969" y="1174"/>
                  </a:lnTo>
                  <a:lnTo>
                    <a:pt x="355936" y="0"/>
                  </a:lnTo>
                  <a:close/>
                </a:path>
              </a:pathLst>
            </a:custGeom>
            <a:solidFill>
              <a:srgbClr val="36AE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4041776" y="2367478"/>
              <a:ext cx="121920" cy="842010"/>
            </a:xfrm>
            <a:custGeom>
              <a:avLst/>
              <a:gdLst/>
              <a:ahLst/>
              <a:cxnLst/>
              <a:rect l="l" t="t" r="r" b="b"/>
              <a:pathLst>
                <a:path w="121919" h="842010">
                  <a:moveTo>
                    <a:pt x="65185" y="66312"/>
                  </a:moveTo>
                  <a:lnTo>
                    <a:pt x="61520" y="72390"/>
                  </a:lnTo>
                  <a:lnTo>
                    <a:pt x="37730" y="116840"/>
                  </a:lnTo>
                  <a:lnTo>
                    <a:pt x="36640" y="119380"/>
                  </a:lnTo>
                  <a:lnTo>
                    <a:pt x="38315" y="123190"/>
                  </a:lnTo>
                  <a:lnTo>
                    <a:pt x="40367" y="127000"/>
                  </a:lnTo>
                  <a:lnTo>
                    <a:pt x="42702" y="129540"/>
                  </a:lnTo>
                  <a:lnTo>
                    <a:pt x="42283" y="129540"/>
                  </a:lnTo>
                  <a:lnTo>
                    <a:pt x="34216" y="151130"/>
                  </a:lnTo>
                  <a:lnTo>
                    <a:pt x="28530" y="172720"/>
                  </a:lnTo>
                  <a:lnTo>
                    <a:pt x="27249" y="194310"/>
                  </a:lnTo>
                  <a:lnTo>
                    <a:pt x="32399" y="215900"/>
                  </a:lnTo>
                  <a:lnTo>
                    <a:pt x="34545" y="220980"/>
                  </a:lnTo>
                  <a:lnTo>
                    <a:pt x="37289" y="224790"/>
                  </a:lnTo>
                  <a:lnTo>
                    <a:pt x="40419" y="228600"/>
                  </a:lnTo>
                  <a:lnTo>
                    <a:pt x="40179" y="228600"/>
                  </a:lnTo>
                  <a:lnTo>
                    <a:pt x="39917" y="229870"/>
                  </a:lnTo>
                  <a:lnTo>
                    <a:pt x="39686" y="229870"/>
                  </a:lnTo>
                  <a:lnTo>
                    <a:pt x="27622" y="248920"/>
                  </a:lnTo>
                  <a:lnTo>
                    <a:pt x="18737" y="270510"/>
                  </a:lnTo>
                  <a:lnTo>
                    <a:pt x="15352" y="293370"/>
                  </a:lnTo>
                  <a:lnTo>
                    <a:pt x="19792" y="314960"/>
                  </a:lnTo>
                  <a:lnTo>
                    <a:pt x="22420" y="321310"/>
                  </a:lnTo>
                  <a:lnTo>
                    <a:pt x="26148" y="326390"/>
                  </a:lnTo>
                  <a:lnTo>
                    <a:pt x="30441" y="331470"/>
                  </a:lnTo>
                  <a:lnTo>
                    <a:pt x="18384" y="351790"/>
                  </a:lnTo>
                  <a:lnTo>
                    <a:pt x="10043" y="374650"/>
                  </a:lnTo>
                  <a:lnTo>
                    <a:pt x="8268" y="397510"/>
                  </a:lnTo>
                  <a:lnTo>
                    <a:pt x="15907" y="420370"/>
                  </a:lnTo>
                  <a:lnTo>
                    <a:pt x="20127" y="427990"/>
                  </a:lnTo>
                  <a:lnTo>
                    <a:pt x="25781" y="434340"/>
                  </a:lnTo>
                  <a:lnTo>
                    <a:pt x="31823" y="439420"/>
                  </a:lnTo>
                  <a:lnTo>
                    <a:pt x="17853" y="455930"/>
                  </a:lnTo>
                  <a:lnTo>
                    <a:pt x="6821" y="473710"/>
                  </a:lnTo>
                  <a:lnTo>
                    <a:pt x="842" y="492760"/>
                  </a:lnTo>
                  <a:lnTo>
                    <a:pt x="2033" y="514350"/>
                  </a:lnTo>
                  <a:lnTo>
                    <a:pt x="5631" y="523240"/>
                  </a:lnTo>
                  <a:lnTo>
                    <a:pt x="12251" y="533400"/>
                  </a:lnTo>
                  <a:lnTo>
                    <a:pt x="20935" y="543560"/>
                  </a:lnTo>
                  <a:lnTo>
                    <a:pt x="30723" y="556260"/>
                  </a:lnTo>
                  <a:lnTo>
                    <a:pt x="18734" y="568960"/>
                  </a:lnTo>
                  <a:lnTo>
                    <a:pt x="10231" y="585470"/>
                  </a:lnTo>
                  <a:lnTo>
                    <a:pt x="5958" y="603250"/>
                  </a:lnTo>
                  <a:lnTo>
                    <a:pt x="6661" y="621030"/>
                  </a:lnTo>
                  <a:lnTo>
                    <a:pt x="8903" y="629920"/>
                  </a:lnTo>
                  <a:lnTo>
                    <a:pt x="12351" y="637540"/>
                  </a:lnTo>
                  <a:lnTo>
                    <a:pt x="17014" y="645160"/>
                  </a:lnTo>
                  <a:lnTo>
                    <a:pt x="22902" y="651510"/>
                  </a:lnTo>
                  <a:lnTo>
                    <a:pt x="13807" y="665480"/>
                  </a:lnTo>
                  <a:lnTo>
                    <a:pt x="7334" y="679450"/>
                  </a:lnTo>
                  <a:lnTo>
                    <a:pt x="4163" y="694690"/>
                  </a:lnTo>
                  <a:lnTo>
                    <a:pt x="4975" y="711200"/>
                  </a:lnTo>
                  <a:lnTo>
                    <a:pt x="6441" y="720090"/>
                  </a:lnTo>
                  <a:lnTo>
                    <a:pt x="9530" y="727710"/>
                  </a:lnTo>
                  <a:lnTo>
                    <a:pt x="13991" y="734060"/>
                  </a:lnTo>
                  <a:lnTo>
                    <a:pt x="5908" y="749300"/>
                  </a:lnTo>
                  <a:lnTo>
                    <a:pt x="1114" y="765810"/>
                  </a:lnTo>
                  <a:lnTo>
                    <a:pt x="0" y="782320"/>
                  </a:lnTo>
                  <a:lnTo>
                    <a:pt x="2955" y="800100"/>
                  </a:lnTo>
                  <a:lnTo>
                    <a:pt x="5606" y="807720"/>
                  </a:lnTo>
                  <a:lnTo>
                    <a:pt x="8999" y="815340"/>
                  </a:lnTo>
                  <a:lnTo>
                    <a:pt x="13103" y="821690"/>
                  </a:lnTo>
                  <a:lnTo>
                    <a:pt x="17886" y="828040"/>
                  </a:lnTo>
                  <a:lnTo>
                    <a:pt x="12577" y="831850"/>
                  </a:lnTo>
                  <a:lnTo>
                    <a:pt x="10006" y="834390"/>
                  </a:lnTo>
                  <a:lnTo>
                    <a:pt x="61091" y="842010"/>
                  </a:lnTo>
                  <a:lnTo>
                    <a:pt x="72782" y="842010"/>
                  </a:lnTo>
                  <a:lnTo>
                    <a:pt x="70251" y="838200"/>
                  </a:lnTo>
                  <a:lnTo>
                    <a:pt x="67832" y="835660"/>
                  </a:lnTo>
                  <a:lnTo>
                    <a:pt x="65047" y="833120"/>
                  </a:lnTo>
                  <a:lnTo>
                    <a:pt x="62084" y="830580"/>
                  </a:lnTo>
                  <a:lnTo>
                    <a:pt x="74484" y="815340"/>
                  </a:lnTo>
                  <a:lnTo>
                    <a:pt x="75080" y="814070"/>
                  </a:lnTo>
                  <a:lnTo>
                    <a:pt x="40849" y="814070"/>
                  </a:lnTo>
                  <a:lnTo>
                    <a:pt x="38482" y="812800"/>
                  </a:lnTo>
                  <a:lnTo>
                    <a:pt x="36262" y="810260"/>
                  </a:lnTo>
                  <a:lnTo>
                    <a:pt x="34420" y="807720"/>
                  </a:lnTo>
                  <a:lnTo>
                    <a:pt x="28029" y="793750"/>
                  </a:lnTo>
                  <a:lnTo>
                    <a:pt x="26046" y="779780"/>
                  </a:lnTo>
                  <a:lnTo>
                    <a:pt x="27985" y="765810"/>
                  </a:lnTo>
                  <a:lnTo>
                    <a:pt x="33362" y="751840"/>
                  </a:lnTo>
                  <a:lnTo>
                    <a:pt x="74350" y="751840"/>
                  </a:lnTo>
                  <a:lnTo>
                    <a:pt x="72272" y="749300"/>
                  </a:lnTo>
                  <a:lnTo>
                    <a:pt x="67424" y="745490"/>
                  </a:lnTo>
                  <a:lnTo>
                    <a:pt x="69895" y="745490"/>
                  </a:lnTo>
                  <a:lnTo>
                    <a:pt x="72387" y="744220"/>
                  </a:lnTo>
                  <a:lnTo>
                    <a:pt x="74670" y="741680"/>
                  </a:lnTo>
                  <a:lnTo>
                    <a:pt x="80871" y="734060"/>
                  </a:lnTo>
                  <a:lnTo>
                    <a:pt x="52566" y="734060"/>
                  </a:lnTo>
                  <a:lnTo>
                    <a:pt x="44130" y="726440"/>
                  </a:lnTo>
                  <a:lnTo>
                    <a:pt x="37262" y="718820"/>
                  </a:lnTo>
                  <a:lnTo>
                    <a:pt x="32319" y="709930"/>
                  </a:lnTo>
                  <a:lnTo>
                    <a:pt x="29655" y="698500"/>
                  </a:lnTo>
                  <a:lnTo>
                    <a:pt x="30172" y="690880"/>
                  </a:lnTo>
                  <a:lnTo>
                    <a:pt x="33041" y="681990"/>
                  </a:lnTo>
                  <a:lnTo>
                    <a:pt x="37558" y="674370"/>
                  </a:lnTo>
                  <a:lnTo>
                    <a:pt x="43016" y="668020"/>
                  </a:lnTo>
                  <a:lnTo>
                    <a:pt x="80441" y="668020"/>
                  </a:lnTo>
                  <a:lnTo>
                    <a:pt x="77747" y="664210"/>
                  </a:lnTo>
                  <a:lnTo>
                    <a:pt x="71578" y="657860"/>
                  </a:lnTo>
                  <a:lnTo>
                    <a:pt x="64838" y="651510"/>
                  </a:lnTo>
                  <a:lnTo>
                    <a:pt x="79900" y="638810"/>
                  </a:lnTo>
                  <a:lnTo>
                    <a:pt x="83057" y="632460"/>
                  </a:lnTo>
                  <a:lnTo>
                    <a:pt x="45246" y="632460"/>
                  </a:lnTo>
                  <a:lnTo>
                    <a:pt x="38796" y="626110"/>
                  </a:lnTo>
                  <a:lnTo>
                    <a:pt x="32912" y="619760"/>
                  </a:lnTo>
                  <a:lnTo>
                    <a:pt x="31289" y="612140"/>
                  </a:lnTo>
                  <a:lnTo>
                    <a:pt x="31204" y="603250"/>
                  </a:lnTo>
                  <a:lnTo>
                    <a:pt x="34441" y="593090"/>
                  </a:lnTo>
                  <a:lnTo>
                    <a:pt x="39994" y="584200"/>
                  </a:lnTo>
                  <a:lnTo>
                    <a:pt x="46859" y="576580"/>
                  </a:lnTo>
                  <a:lnTo>
                    <a:pt x="80671" y="576580"/>
                  </a:lnTo>
                  <a:lnTo>
                    <a:pt x="78031" y="572770"/>
                  </a:lnTo>
                  <a:lnTo>
                    <a:pt x="74110" y="567690"/>
                  </a:lnTo>
                  <a:lnTo>
                    <a:pt x="69874" y="562610"/>
                  </a:lnTo>
                  <a:lnTo>
                    <a:pt x="83898" y="543560"/>
                  </a:lnTo>
                  <a:lnTo>
                    <a:pt x="51833" y="543560"/>
                  </a:lnTo>
                  <a:lnTo>
                    <a:pt x="51204" y="542290"/>
                  </a:lnTo>
                  <a:lnTo>
                    <a:pt x="35180" y="519430"/>
                  </a:lnTo>
                  <a:lnTo>
                    <a:pt x="30479" y="497840"/>
                  </a:lnTo>
                  <a:lnTo>
                    <a:pt x="36169" y="477520"/>
                  </a:lnTo>
                  <a:lnTo>
                    <a:pt x="51320" y="457200"/>
                  </a:lnTo>
                  <a:lnTo>
                    <a:pt x="86741" y="457200"/>
                  </a:lnTo>
                  <a:lnTo>
                    <a:pt x="86083" y="455930"/>
                  </a:lnTo>
                  <a:lnTo>
                    <a:pt x="80827" y="449580"/>
                  </a:lnTo>
                  <a:lnTo>
                    <a:pt x="75036" y="443230"/>
                  </a:lnTo>
                  <a:lnTo>
                    <a:pt x="75780" y="443230"/>
                  </a:lnTo>
                  <a:lnTo>
                    <a:pt x="76513" y="441960"/>
                  </a:lnTo>
                  <a:lnTo>
                    <a:pt x="77214" y="441960"/>
                  </a:lnTo>
                  <a:lnTo>
                    <a:pt x="88287" y="426720"/>
                  </a:lnTo>
                  <a:lnTo>
                    <a:pt x="56408" y="426720"/>
                  </a:lnTo>
                  <a:lnTo>
                    <a:pt x="52440" y="422910"/>
                  </a:lnTo>
                  <a:lnTo>
                    <a:pt x="39364" y="405130"/>
                  </a:lnTo>
                  <a:lnTo>
                    <a:pt x="36118" y="386080"/>
                  </a:lnTo>
                  <a:lnTo>
                    <a:pt x="40416" y="367030"/>
                  </a:lnTo>
                  <a:lnTo>
                    <a:pt x="49969" y="349250"/>
                  </a:lnTo>
                  <a:lnTo>
                    <a:pt x="88026" y="349250"/>
                  </a:lnTo>
                  <a:lnTo>
                    <a:pt x="85570" y="345440"/>
                  </a:lnTo>
                  <a:lnTo>
                    <a:pt x="80942" y="340360"/>
                  </a:lnTo>
                  <a:lnTo>
                    <a:pt x="83570" y="340360"/>
                  </a:lnTo>
                  <a:lnTo>
                    <a:pt x="86041" y="337820"/>
                  </a:lnTo>
                  <a:lnTo>
                    <a:pt x="87947" y="335280"/>
                  </a:lnTo>
                  <a:lnTo>
                    <a:pt x="93462" y="325120"/>
                  </a:lnTo>
                  <a:lnTo>
                    <a:pt x="62639" y="325120"/>
                  </a:lnTo>
                  <a:lnTo>
                    <a:pt x="47657" y="306070"/>
                  </a:lnTo>
                  <a:lnTo>
                    <a:pt x="43664" y="287020"/>
                  </a:lnTo>
                  <a:lnTo>
                    <a:pt x="48292" y="266700"/>
                  </a:lnTo>
                  <a:lnTo>
                    <a:pt x="59173" y="246380"/>
                  </a:lnTo>
                  <a:lnTo>
                    <a:pt x="93178" y="246380"/>
                  </a:lnTo>
                  <a:lnTo>
                    <a:pt x="89574" y="241300"/>
                  </a:lnTo>
                  <a:lnTo>
                    <a:pt x="85570" y="236220"/>
                  </a:lnTo>
                  <a:lnTo>
                    <a:pt x="89298" y="236220"/>
                  </a:lnTo>
                  <a:lnTo>
                    <a:pt x="93015" y="234950"/>
                  </a:lnTo>
                  <a:lnTo>
                    <a:pt x="95758" y="231140"/>
                  </a:lnTo>
                  <a:lnTo>
                    <a:pt x="100772" y="222250"/>
                  </a:lnTo>
                  <a:lnTo>
                    <a:pt x="71183" y="222250"/>
                  </a:lnTo>
                  <a:lnTo>
                    <a:pt x="58618" y="205740"/>
                  </a:lnTo>
                  <a:lnTo>
                    <a:pt x="54279" y="186690"/>
                  </a:lnTo>
                  <a:lnTo>
                    <a:pt x="56342" y="167640"/>
                  </a:lnTo>
                  <a:lnTo>
                    <a:pt x="62984" y="147320"/>
                  </a:lnTo>
                  <a:lnTo>
                    <a:pt x="100598" y="147320"/>
                  </a:lnTo>
                  <a:lnTo>
                    <a:pt x="97465" y="142240"/>
                  </a:lnTo>
                  <a:lnTo>
                    <a:pt x="92994" y="138430"/>
                  </a:lnTo>
                  <a:lnTo>
                    <a:pt x="96407" y="137160"/>
                  </a:lnTo>
                  <a:lnTo>
                    <a:pt x="99706" y="135890"/>
                  </a:lnTo>
                  <a:lnTo>
                    <a:pt x="102062" y="132080"/>
                  </a:lnTo>
                  <a:lnTo>
                    <a:pt x="105368" y="124460"/>
                  </a:lnTo>
                  <a:lnTo>
                    <a:pt x="77832" y="124460"/>
                  </a:lnTo>
                  <a:lnTo>
                    <a:pt x="66125" y="110490"/>
                  </a:lnTo>
                  <a:lnTo>
                    <a:pt x="60774" y="96520"/>
                  </a:lnTo>
                  <a:lnTo>
                    <a:pt x="60847" y="81280"/>
                  </a:lnTo>
                  <a:lnTo>
                    <a:pt x="65185" y="66312"/>
                  </a:lnTo>
                  <a:close/>
                </a:path>
                <a:path w="121919" h="842010">
                  <a:moveTo>
                    <a:pt x="74350" y="751840"/>
                  </a:moveTo>
                  <a:lnTo>
                    <a:pt x="33362" y="751840"/>
                  </a:lnTo>
                  <a:lnTo>
                    <a:pt x="37320" y="754380"/>
                  </a:lnTo>
                  <a:lnTo>
                    <a:pt x="39173" y="756920"/>
                  </a:lnTo>
                  <a:lnTo>
                    <a:pt x="51234" y="769620"/>
                  </a:lnTo>
                  <a:lnTo>
                    <a:pt x="56085" y="784860"/>
                  </a:lnTo>
                  <a:lnTo>
                    <a:pt x="53163" y="798830"/>
                  </a:lnTo>
                  <a:lnTo>
                    <a:pt x="41906" y="814070"/>
                  </a:lnTo>
                  <a:lnTo>
                    <a:pt x="75080" y="814070"/>
                  </a:lnTo>
                  <a:lnTo>
                    <a:pt x="82224" y="798830"/>
                  </a:lnTo>
                  <a:lnTo>
                    <a:pt x="84224" y="779780"/>
                  </a:lnTo>
                  <a:lnTo>
                    <a:pt x="79403" y="760730"/>
                  </a:lnTo>
                  <a:lnTo>
                    <a:pt x="76429" y="754380"/>
                  </a:lnTo>
                  <a:lnTo>
                    <a:pt x="74350" y="751840"/>
                  </a:lnTo>
                  <a:close/>
                </a:path>
                <a:path w="121919" h="842010">
                  <a:moveTo>
                    <a:pt x="80441" y="668020"/>
                  </a:moveTo>
                  <a:lnTo>
                    <a:pt x="43016" y="668020"/>
                  </a:lnTo>
                  <a:lnTo>
                    <a:pt x="55938" y="679450"/>
                  </a:lnTo>
                  <a:lnTo>
                    <a:pt x="65030" y="693420"/>
                  </a:lnTo>
                  <a:lnTo>
                    <a:pt x="66471" y="707390"/>
                  </a:lnTo>
                  <a:lnTo>
                    <a:pt x="56440" y="722630"/>
                  </a:lnTo>
                  <a:lnTo>
                    <a:pt x="53058" y="726440"/>
                  </a:lnTo>
                  <a:lnTo>
                    <a:pt x="52063" y="730250"/>
                  </a:lnTo>
                  <a:lnTo>
                    <a:pt x="52566" y="734060"/>
                  </a:lnTo>
                  <a:lnTo>
                    <a:pt x="80871" y="734060"/>
                  </a:lnTo>
                  <a:lnTo>
                    <a:pt x="85006" y="728980"/>
                  </a:lnTo>
                  <a:lnTo>
                    <a:pt x="90701" y="713740"/>
                  </a:lnTo>
                  <a:lnTo>
                    <a:pt x="91597" y="697230"/>
                  </a:lnTo>
                  <a:lnTo>
                    <a:pt x="87538" y="680720"/>
                  </a:lnTo>
                  <a:lnTo>
                    <a:pt x="83136" y="671830"/>
                  </a:lnTo>
                  <a:lnTo>
                    <a:pt x="80441" y="668020"/>
                  </a:lnTo>
                  <a:close/>
                </a:path>
                <a:path w="121919" h="842010">
                  <a:moveTo>
                    <a:pt x="80671" y="576580"/>
                  </a:moveTo>
                  <a:lnTo>
                    <a:pt x="46859" y="576580"/>
                  </a:lnTo>
                  <a:lnTo>
                    <a:pt x="57100" y="593090"/>
                  </a:lnTo>
                  <a:lnTo>
                    <a:pt x="62497" y="607060"/>
                  </a:lnTo>
                  <a:lnTo>
                    <a:pt x="60780" y="619760"/>
                  </a:lnTo>
                  <a:lnTo>
                    <a:pt x="49676" y="629920"/>
                  </a:lnTo>
                  <a:lnTo>
                    <a:pt x="47759" y="631190"/>
                  </a:lnTo>
                  <a:lnTo>
                    <a:pt x="46304" y="631190"/>
                  </a:lnTo>
                  <a:lnTo>
                    <a:pt x="45246" y="632460"/>
                  </a:lnTo>
                  <a:lnTo>
                    <a:pt x="83057" y="632460"/>
                  </a:lnTo>
                  <a:lnTo>
                    <a:pt x="88109" y="622300"/>
                  </a:lnTo>
                  <a:lnTo>
                    <a:pt x="89619" y="603250"/>
                  </a:lnTo>
                  <a:lnTo>
                    <a:pt x="84586" y="584200"/>
                  </a:lnTo>
                  <a:lnTo>
                    <a:pt x="81551" y="577850"/>
                  </a:lnTo>
                  <a:lnTo>
                    <a:pt x="80671" y="576580"/>
                  </a:lnTo>
                  <a:close/>
                </a:path>
                <a:path w="121919" h="842010">
                  <a:moveTo>
                    <a:pt x="86741" y="457200"/>
                  </a:moveTo>
                  <a:lnTo>
                    <a:pt x="51320" y="457200"/>
                  </a:lnTo>
                  <a:lnTo>
                    <a:pt x="66064" y="477520"/>
                  </a:lnTo>
                  <a:lnTo>
                    <a:pt x="71142" y="499110"/>
                  </a:lnTo>
                  <a:lnTo>
                    <a:pt x="66437" y="521970"/>
                  </a:lnTo>
                  <a:lnTo>
                    <a:pt x="51833" y="543560"/>
                  </a:lnTo>
                  <a:lnTo>
                    <a:pt x="83898" y="543560"/>
                  </a:lnTo>
                  <a:lnTo>
                    <a:pt x="85768" y="541020"/>
                  </a:lnTo>
                  <a:lnTo>
                    <a:pt x="95592" y="515620"/>
                  </a:lnTo>
                  <a:lnTo>
                    <a:pt x="97596" y="490220"/>
                  </a:lnTo>
                  <a:lnTo>
                    <a:pt x="90030" y="463550"/>
                  </a:lnTo>
                  <a:lnTo>
                    <a:pt x="86741" y="457200"/>
                  </a:lnTo>
                  <a:close/>
                </a:path>
                <a:path w="121919" h="842010">
                  <a:moveTo>
                    <a:pt x="88026" y="349250"/>
                  </a:moveTo>
                  <a:lnTo>
                    <a:pt x="49969" y="349250"/>
                  </a:lnTo>
                  <a:lnTo>
                    <a:pt x="64368" y="365760"/>
                  </a:lnTo>
                  <a:lnTo>
                    <a:pt x="72649" y="383540"/>
                  </a:lnTo>
                  <a:lnTo>
                    <a:pt x="71844" y="402590"/>
                  </a:lnTo>
                  <a:lnTo>
                    <a:pt x="58984" y="422910"/>
                  </a:lnTo>
                  <a:lnTo>
                    <a:pt x="57822" y="424180"/>
                  </a:lnTo>
                  <a:lnTo>
                    <a:pt x="57026" y="425450"/>
                  </a:lnTo>
                  <a:lnTo>
                    <a:pt x="56408" y="426720"/>
                  </a:lnTo>
                  <a:lnTo>
                    <a:pt x="88287" y="426720"/>
                  </a:lnTo>
                  <a:lnTo>
                    <a:pt x="91055" y="422910"/>
                  </a:lnTo>
                  <a:lnTo>
                    <a:pt x="98783" y="402590"/>
                  </a:lnTo>
                  <a:lnTo>
                    <a:pt x="99653" y="381000"/>
                  </a:lnTo>
                  <a:lnTo>
                    <a:pt x="92920" y="358140"/>
                  </a:lnTo>
                  <a:lnTo>
                    <a:pt x="89664" y="351790"/>
                  </a:lnTo>
                  <a:lnTo>
                    <a:pt x="88026" y="349250"/>
                  </a:lnTo>
                  <a:close/>
                </a:path>
                <a:path w="121919" h="842010">
                  <a:moveTo>
                    <a:pt x="93178" y="246380"/>
                  </a:moveTo>
                  <a:lnTo>
                    <a:pt x="59173" y="246380"/>
                  </a:lnTo>
                  <a:lnTo>
                    <a:pt x="72238" y="264160"/>
                  </a:lnTo>
                  <a:lnTo>
                    <a:pt x="77429" y="283210"/>
                  </a:lnTo>
                  <a:lnTo>
                    <a:pt x="75120" y="302260"/>
                  </a:lnTo>
                  <a:lnTo>
                    <a:pt x="65686" y="322580"/>
                  </a:lnTo>
                  <a:lnTo>
                    <a:pt x="64900" y="323850"/>
                  </a:lnTo>
                  <a:lnTo>
                    <a:pt x="64419" y="325120"/>
                  </a:lnTo>
                  <a:lnTo>
                    <a:pt x="93462" y="325120"/>
                  </a:lnTo>
                  <a:lnTo>
                    <a:pt x="97599" y="317500"/>
                  </a:lnTo>
                  <a:lnTo>
                    <a:pt x="103202" y="298450"/>
                  </a:lnTo>
                  <a:lnTo>
                    <a:pt x="103980" y="278130"/>
                  </a:lnTo>
                  <a:lnTo>
                    <a:pt x="99161" y="257810"/>
                  </a:lnTo>
                  <a:lnTo>
                    <a:pt x="96376" y="251460"/>
                  </a:lnTo>
                  <a:lnTo>
                    <a:pt x="93178" y="246380"/>
                  </a:lnTo>
                  <a:close/>
                </a:path>
                <a:path w="121919" h="842010">
                  <a:moveTo>
                    <a:pt x="100598" y="147320"/>
                  </a:moveTo>
                  <a:lnTo>
                    <a:pt x="62984" y="147320"/>
                  </a:lnTo>
                  <a:lnTo>
                    <a:pt x="76859" y="162560"/>
                  </a:lnTo>
                  <a:lnTo>
                    <a:pt x="84006" y="179070"/>
                  </a:lnTo>
                  <a:lnTo>
                    <a:pt x="83270" y="198120"/>
                  </a:lnTo>
                  <a:lnTo>
                    <a:pt x="72209" y="219710"/>
                  </a:lnTo>
                  <a:lnTo>
                    <a:pt x="71487" y="220980"/>
                  </a:lnTo>
                  <a:lnTo>
                    <a:pt x="71183" y="222250"/>
                  </a:lnTo>
                  <a:lnTo>
                    <a:pt x="100772" y="222250"/>
                  </a:lnTo>
                  <a:lnTo>
                    <a:pt x="105787" y="213360"/>
                  </a:lnTo>
                  <a:lnTo>
                    <a:pt x="110964" y="194310"/>
                  </a:lnTo>
                  <a:lnTo>
                    <a:pt x="110727" y="173990"/>
                  </a:lnTo>
                  <a:lnTo>
                    <a:pt x="104512" y="154940"/>
                  </a:lnTo>
                  <a:lnTo>
                    <a:pt x="101381" y="148590"/>
                  </a:lnTo>
                  <a:lnTo>
                    <a:pt x="100598" y="147320"/>
                  </a:lnTo>
                  <a:close/>
                </a:path>
                <a:path w="121919" h="842010">
                  <a:moveTo>
                    <a:pt x="121899" y="0"/>
                  </a:moveTo>
                  <a:lnTo>
                    <a:pt x="103510" y="7620"/>
                  </a:lnTo>
                  <a:lnTo>
                    <a:pt x="84496" y="34290"/>
                  </a:lnTo>
                  <a:lnTo>
                    <a:pt x="65831" y="65241"/>
                  </a:lnTo>
                  <a:lnTo>
                    <a:pt x="75019" y="78740"/>
                  </a:lnTo>
                  <a:lnTo>
                    <a:pt x="81965" y="91440"/>
                  </a:lnTo>
                  <a:lnTo>
                    <a:pt x="84235" y="105410"/>
                  </a:lnTo>
                  <a:lnTo>
                    <a:pt x="79811" y="119380"/>
                  </a:lnTo>
                  <a:lnTo>
                    <a:pt x="78680" y="120650"/>
                  </a:lnTo>
                  <a:lnTo>
                    <a:pt x="78052" y="121920"/>
                  </a:lnTo>
                  <a:lnTo>
                    <a:pt x="77832" y="124460"/>
                  </a:lnTo>
                  <a:lnTo>
                    <a:pt x="105368" y="124460"/>
                  </a:lnTo>
                  <a:lnTo>
                    <a:pt x="109227" y="115570"/>
                  </a:lnTo>
                  <a:lnTo>
                    <a:pt x="110653" y="99060"/>
                  </a:lnTo>
                  <a:lnTo>
                    <a:pt x="106888" y="82550"/>
                  </a:lnTo>
                  <a:lnTo>
                    <a:pt x="98480" y="66040"/>
                  </a:lnTo>
                  <a:lnTo>
                    <a:pt x="95182" y="60960"/>
                  </a:lnTo>
                  <a:lnTo>
                    <a:pt x="91329" y="57150"/>
                  </a:lnTo>
                  <a:lnTo>
                    <a:pt x="87434" y="52070"/>
                  </a:lnTo>
                  <a:lnTo>
                    <a:pt x="98799" y="44450"/>
                  </a:lnTo>
                  <a:lnTo>
                    <a:pt x="108857" y="35560"/>
                  </a:lnTo>
                  <a:lnTo>
                    <a:pt x="116748" y="24130"/>
                  </a:lnTo>
                  <a:lnTo>
                    <a:pt x="121611" y="11430"/>
                  </a:lnTo>
                  <a:lnTo>
                    <a:pt x="121899" y="0"/>
                  </a:lnTo>
                  <a:close/>
                </a:path>
                <a:path w="121919" h="842010">
                  <a:moveTo>
                    <a:pt x="65510" y="64770"/>
                  </a:moveTo>
                  <a:lnTo>
                    <a:pt x="65264" y="66040"/>
                  </a:lnTo>
                  <a:lnTo>
                    <a:pt x="65185" y="66312"/>
                  </a:lnTo>
                  <a:lnTo>
                    <a:pt x="65831" y="65241"/>
                  </a:lnTo>
                  <a:lnTo>
                    <a:pt x="65510" y="64770"/>
                  </a:lnTo>
                  <a:close/>
                </a:path>
              </a:pathLst>
            </a:custGeom>
            <a:solidFill>
              <a:srgbClr val="46B67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14135913" y="2364661"/>
              <a:ext cx="285750" cy="603250"/>
            </a:xfrm>
            <a:custGeom>
              <a:avLst/>
              <a:gdLst/>
              <a:ahLst/>
              <a:cxnLst/>
              <a:rect l="l" t="t" r="r" b="b"/>
              <a:pathLst>
                <a:path w="285750" h="603250">
                  <a:moveTo>
                    <a:pt x="167587" y="0"/>
                  </a:moveTo>
                  <a:lnTo>
                    <a:pt x="110694" y="28288"/>
                  </a:lnTo>
                  <a:lnTo>
                    <a:pt x="84719" y="56725"/>
                  </a:lnTo>
                  <a:lnTo>
                    <a:pt x="61205" y="91418"/>
                  </a:lnTo>
                  <a:lnTo>
                    <a:pt x="40761" y="129911"/>
                  </a:lnTo>
                  <a:lnTo>
                    <a:pt x="23994" y="169749"/>
                  </a:lnTo>
                  <a:lnTo>
                    <a:pt x="11516" y="208475"/>
                  </a:lnTo>
                  <a:lnTo>
                    <a:pt x="1857" y="272775"/>
                  </a:lnTo>
                  <a:lnTo>
                    <a:pt x="1706" y="312059"/>
                  </a:lnTo>
                  <a:lnTo>
                    <a:pt x="336" y="358154"/>
                  </a:lnTo>
                  <a:lnTo>
                    <a:pt x="0" y="407814"/>
                  </a:lnTo>
                  <a:lnTo>
                    <a:pt x="2950" y="457796"/>
                  </a:lnTo>
                  <a:lnTo>
                    <a:pt x="11441" y="504854"/>
                  </a:lnTo>
                  <a:lnTo>
                    <a:pt x="27724" y="545744"/>
                  </a:lnTo>
                  <a:lnTo>
                    <a:pt x="54053" y="577222"/>
                  </a:lnTo>
                  <a:lnTo>
                    <a:pt x="92682" y="596043"/>
                  </a:lnTo>
                  <a:lnTo>
                    <a:pt x="167414" y="602823"/>
                  </a:lnTo>
                  <a:lnTo>
                    <a:pt x="213673" y="586025"/>
                  </a:lnTo>
                  <a:lnTo>
                    <a:pt x="237723" y="558377"/>
                  </a:lnTo>
                  <a:lnTo>
                    <a:pt x="245829" y="532610"/>
                  </a:lnTo>
                  <a:lnTo>
                    <a:pt x="250618" y="502453"/>
                  </a:lnTo>
                  <a:lnTo>
                    <a:pt x="258777" y="462330"/>
                  </a:lnTo>
                  <a:lnTo>
                    <a:pt x="267685" y="426015"/>
                  </a:lnTo>
                  <a:lnTo>
                    <a:pt x="274718" y="407284"/>
                  </a:lnTo>
                  <a:lnTo>
                    <a:pt x="279471" y="393674"/>
                  </a:lnTo>
                  <a:lnTo>
                    <a:pt x="282650" y="368478"/>
                  </a:lnTo>
                  <a:lnTo>
                    <a:pt x="283300" y="339101"/>
                  </a:lnTo>
                  <a:lnTo>
                    <a:pt x="280467" y="312952"/>
                  </a:lnTo>
                  <a:lnTo>
                    <a:pt x="277067" y="290889"/>
                  </a:lnTo>
                  <a:lnTo>
                    <a:pt x="276730" y="268884"/>
                  </a:lnTo>
                  <a:lnTo>
                    <a:pt x="279567" y="246987"/>
                  </a:lnTo>
                  <a:lnTo>
                    <a:pt x="285691" y="225248"/>
                  </a:lnTo>
                  <a:lnTo>
                    <a:pt x="284414" y="185528"/>
                  </a:lnTo>
                  <a:lnTo>
                    <a:pt x="269589" y="124383"/>
                  </a:lnTo>
                  <a:lnTo>
                    <a:pt x="248145" y="63908"/>
                  </a:lnTo>
                  <a:lnTo>
                    <a:pt x="227013" y="26196"/>
                  </a:lnTo>
                  <a:lnTo>
                    <a:pt x="197288" y="5060"/>
                  </a:lnTo>
                  <a:lnTo>
                    <a:pt x="167587" y="0"/>
                  </a:lnTo>
                  <a:close/>
                </a:path>
              </a:pathLst>
            </a:custGeom>
            <a:solidFill>
              <a:srgbClr val="20A75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4146500" y="2890701"/>
              <a:ext cx="245331" cy="165404"/>
            </a:xfrm>
            <a:prstGeom prst="rect">
              <a:avLst/>
            </a:prstGeom>
          </p:spPr>
        </p:pic>
      </p:grpSp>
      <p:grpSp>
        <p:nvGrpSpPr>
          <p:cNvPr id="128" name="object 128" descr=""/>
          <p:cNvGrpSpPr/>
          <p:nvPr/>
        </p:nvGrpSpPr>
        <p:grpSpPr>
          <a:xfrm>
            <a:off x="2064655" y="2578408"/>
            <a:ext cx="711200" cy="1450340"/>
            <a:chOff x="2064655" y="2578408"/>
            <a:chExt cx="711200" cy="1450340"/>
          </a:xfrm>
        </p:grpSpPr>
        <p:pic>
          <p:nvPicPr>
            <p:cNvPr id="129" name="object 129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064655" y="3695820"/>
              <a:ext cx="269294" cy="332385"/>
            </a:xfrm>
            <a:prstGeom prst="rect">
              <a:avLst/>
            </a:prstGeom>
          </p:spPr>
        </p:pic>
        <p:sp>
          <p:nvSpPr>
            <p:cNvPr id="130" name="object 130" descr=""/>
            <p:cNvSpPr/>
            <p:nvPr/>
          </p:nvSpPr>
          <p:spPr>
            <a:xfrm>
              <a:off x="2224079" y="3275349"/>
              <a:ext cx="532130" cy="536575"/>
            </a:xfrm>
            <a:custGeom>
              <a:avLst/>
              <a:gdLst/>
              <a:ahLst/>
              <a:cxnLst/>
              <a:rect l="l" t="t" r="r" b="b"/>
              <a:pathLst>
                <a:path w="532130" h="536575">
                  <a:moveTo>
                    <a:pt x="441720" y="0"/>
                  </a:moveTo>
                  <a:lnTo>
                    <a:pt x="381818" y="12306"/>
                  </a:lnTo>
                  <a:lnTo>
                    <a:pt x="342286" y="43757"/>
                  </a:lnTo>
                  <a:lnTo>
                    <a:pt x="303787" y="82493"/>
                  </a:lnTo>
                  <a:lnTo>
                    <a:pt x="277015" y="113030"/>
                  </a:lnTo>
                  <a:lnTo>
                    <a:pt x="243502" y="153608"/>
                  </a:lnTo>
                  <a:lnTo>
                    <a:pt x="201956" y="206172"/>
                  </a:lnTo>
                  <a:lnTo>
                    <a:pt x="151084" y="272669"/>
                  </a:lnTo>
                  <a:lnTo>
                    <a:pt x="89591" y="355045"/>
                  </a:lnTo>
                  <a:lnTo>
                    <a:pt x="16185" y="455245"/>
                  </a:lnTo>
                  <a:lnTo>
                    <a:pt x="0" y="497420"/>
                  </a:lnTo>
                  <a:lnTo>
                    <a:pt x="13081" y="524118"/>
                  </a:lnTo>
                  <a:lnTo>
                    <a:pt x="38546" y="536004"/>
                  </a:lnTo>
                  <a:lnTo>
                    <a:pt x="59514" y="533746"/>
                  </a:lnTo>
                  <a:lnTo>
                    <a:pt x="117610" y="490695"/>
                  </a:lnTo>
                  <a:lnTo>
                    <a:pt x="154244" y="461890"/>
                  </a:lnTo>
                  <a:lnTo>
                    <a:pt x="194465" y="429237"/>
                  </a:lnTo>
                  <a:lnTo>
                    <a:pt x="237171" y="393488"/>
                  </a:lnTo>
                  <a:lnTo>
                    <a:pt x="281260" y="355399"/>
                  </a:lnTo>
                  <a:lnTo>
                    <a:pt x="325629" y="315722"/>
                  </a:lnTo>
                  <a:lnTo>
                    <a:pt x="369177" y="275212"/>
                  </a:lnTo>
                  <a:lnTo>
                    <a:pt x="410802" y="234621"/>
                  </a:lnTo>
                  <a:lnTo>
                    <a:pt x="449401" y="194704"/>
                  </a:lnTo>
                  <a:lnTo>
                    <a:pt x="483872" y="156214"/>
                  </a:lnTo>
                  <a:lnTo>
                    <a:pt x="513112" y="119905"/>
                  </a:lnTo>
                  <a:lnTo>
                    <a:pt x="531592" y="81029"/>
                  </a:lnTo>
                  <a:lnTo>
                    <a:pt x="527742" y="49019"/>
                  </a:lnTo>
                  <a:lnTo>
                    <a:pt x="507513" y="24457"/>
                  </a:lnTo>
                  <a:lnTo>
                    <a:pt x="476855" y="7923"/>
                  </a:lnTo>
                  <a:lnTo>
                    <a:pt x="441720" y="0"/>
                  </a:lnTo>
                  <a:close/>
                </a:path>
              </a:pathLst>
            </a:custGeom>
            <a:solidFill>
              <a:srgbClr val="DBA9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2350260" y="2578408"/>
              <a:ext cx="395605" cy="722630"/>
            </a:xfrm>
            <a:custGeom>
              <a:avLst/>
              <a:gdLst/>
              <a:ahLst/>
              <a:cxnLst/>
              <a:rect l="l" t="t" r="r" b="b"/>
              <a:pathLst>
                <a:path w="395605" h="722629">
                  <a:moveTo>
                    <a:pt x="195461" y="0"/>
                  </a:moveTo>
                  <a:lnTo>
                    <a:pt x="145562" y="6159"/>
                  </a:lnTo>
                  <a:lnTo>
                    <a:pt x="104355" y="20878"/>
                  </a:lnTo>
                  <a:lnTo>
                    <a:pt x="71133" y="42857"/>
                  </a:lnTo>
                  <a:lnTo>
                    <a:pt x="45192" y="70795"/>
                  </a:lnTo>
                  <a:lnTo>
                    <a:pt x="12328" y="139342"/>
                  </a:lnTo>
                  <a:lnTo>
                    <a:pt x="3995" y="177350"/>
                  </a:lnTo>
                  <a:lnTo>
                    <a:pt x="121" y="216113"/>
                  </a:lnTo>
                  <a:lnTo>
                    <a:pt x="0" y="254330"/>
                  </a:lnTo>
                  <a:lnTo>
                    <a:pt x="2926" y="290700"/>
                  </a:lnTo>
                  <a:lnTo>
                    <a:pt x="8194" y="323922"/>
                  </a:lnTo>
                  <a:lnTo>
                    <a:pt x="15099" y="352696"/>
                  </a:lnTo>
                  <a:lnTo>
                    <a:pt x="23753" y="386811"/>
                  </a:lnTo>
                  <a:lnTo>
                    <a:pt x="41912" y="469153"/>
                  </a:lnTo>
                  <a:lnTo>
                    <a:pt x="52784" y="513778"/>
                  </a:lnTo>
                  <a:lnTo>
                    <a:pt x="65762" y="558303"/>
                  </a:lnTo>
                  <a:lnTo>
                    <a:pt x="81527" y="600927"/>
                  </a:lnTo>
                  <a:lnTo>
                    <a:pt x="100764" y="639848"/>
                  </a:lnTo>
                  <a:lnTo>
                    <a:pt x="124154" y="673265"/>
                  </a:lnTo>
                  <a:lnTo>
                    <a:pt x="152381" y="699377"/>
                  </a:lnTo>
                  <a:lnTo>
                    <a:pt x="226077" y="722475"/>
                  </a:lnTo>
                  <a:lnTo>
                    <a:pt x="294025" y="715675"/>
                  </a:lnTo>
                  <a:lnTo>
                    <a:pt x="341466" y="697831"/>
                  </a:lnTo>
                  <a:lnTo>
                    <a:pt x="371842" y="673014"/>
                  </a:lnTo>
                  <a:lnTo>
                    <a:pt x="388596" y="645294"/>
                  </a:lnTo>
                  <a:lnTo>
                    <a:pt x="395169" y="618743"/>
                  </a:lnTo>
                  <a:lnTo>
                    <a:pt x="395004" y="597432"/>
                  </a:lnTo>
                  <a:lnTo>
                    <a:pt x="391633" y="558861"/>
                  </a:lnTo>
                  <a:lnTo>
                    <a:pt x="389350" y="506998"/>
                  </a:lnTo>
                  <a:lnTo>
                    <a:pt x="389155" y="459591"/>
                  </a:lnTo>
                  <a:lnTo>
                    <a:pt x="392051" y="434390"/>
                  </a:lnTo>
                  <a:lnTo>
                    <a:pt x="393721" y="416187"/>
                  </a:lnTo>
                  <a:lnTo>
                    <a:pt x="389897" y="384215"/>
                  </a:lnTo>
                  <a:lnTo>
                    <a:pt x="381679" y="347878"/>
                  </a:lnTo>
                  <a:lnTo>
                    <a:pt x="370167" y="316582"/>
                  </a:lnTo>
                  <a:lnTo>
                    <a:pt x="359210" y="290487"/>
                  </a:lnTo>
                  <a:lnTo>
                    <a:pt x="352039" y="263519"/>
                  </a:lnTo>
                  <a:lnTo>
                    <a:pt x="348807" y="235710"/>
                  </a:lnTo>
                  <a:lnTo>
                    <a:pt x="349665" y="207088"/>
                  </a:lnTo>
                  <a:lnTo>
                    <a:pt x="345587" y="171683"/>
                  </a:lnTo>
                  <a:lnTo>
                    <a:pt x="330791" y="120594"/>
                  </a:lnTo>
                  <a:lnTo>
                    <a:pt x="308544" y="66869"/>
                  </a:lnTo>
                  <a:lnTo>
                    <a:pt x="282111" y="23556"/>
                  </a:lnTo>
                  <a:lnTo>
                    <a:pt x="254757" y="3701"/>
                  </a:lnTo>
                  <a:lnTo>
                    <a:pt x="195461" y="0"/>
                  </a:lnTo>
                  <a:close/>
                </a:path>
              </a:pathLst>
            </a:custGeom>
            <a:solidFill>
              <a:srgbClr val="1F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2466188" y="3175837"/>
              <a:ext cx="309880" cy="245745"/>
            </a:xfrm>
            <a:custGeom>
              <a:avLst/>
              <a:gdLst/>
              <a:ahLst/>
              <a:cxnLst/>
              <a:rect l="l" t="t" r="r" b="b"/>
              <a:pathLst>
                <a:path w="309880" h="245745">
                  <a:moveTo>
                    <a:pt x="279074" y="0"/>
                  </a:moveTo>
                  <a:lnTo>
                    <a:pt x="232135" y="7939"/>
                  </a:lnTo>
                  <a:lnTo>
                    <a:pt x="175883" y="19461"/>
                  </a:lnTo>
                  <a:lnTo>
                    <a:pt x="117668" y="32501"/>
                  </a:lnTo>
                  <a:lnTo>
                    <a:pt x="64839" y="44997"/>
                  </a:lnTo>
                  <a:lnTo>
                    <a:pt x="24749" y="54885"/>
                  </a:lnTo>
                  <a:lnTo>
                    <a:pt x="0" y="86225"/>
                  </a:lnTo>
                  <a:lnTo>
                    <a:pt x="6935" y="141324"/>
                  </a:lnTo>
                  <a:lnTo>
                    <a:pt x="23562" y="200386"/>
                  </a:lnTo>
                  <a:lnTo>
                    <a:pt x="47887" y="238401"/>
                  </a:lnTo>
                  <a:lnTo>
                    <a:pt x="86314" y="245328"/>
                  </a:lnTo>
                  <a:lnTo>
                    <a:pt x="146809" y="238870"/>
                  </a:lnTo>
                  <a:lnTo>
                    <a:pt x="213241" y="224131"/>
                  </a:lnTo>
                  <a:lnTo>
                    <a:pt x="269475" y="206221"/>
                  </a:lnTo>
                  <a:lnTo>
                    <a:pt x="307616" y="161517"/>
                  </a:lnTo>
                  <a:lnTo>
                    <a:pt x="309644" y="112427"/>
                  </a:lnTo>
                  <a:lnTo>
                    <a:pt x="305522" y="58676"/>
                  </a:lnTo>
                  <a:lnTo>
                    <a:pt x="295311" y="15966"/>
                  </a:lnTo>
                  <a:lnTo>
                    <a:pt x="279074" y="0"/>
                  </a:lnTo>
                  <a:close/>
                </a:path>
              </a:pathLst>
            </a:custGeom>
            <a:solidFill>
              <a:srgbClr val="46B6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3" name="object 133" descr=""/>
          <p:cNvGrpSpPr/>
          <p:nvPr/>
        </p:nvGrpSpPr>
        <p:grpSpPr>
          <a:xfrm>
            <a:off x="2936621" y="2529004"/>
            <a:ext cx="708025" cy="1379855"/>
            <a:chOff x="2936621" y="2529004"/>
            <a:chExt cx="708025" cy="1379855"/>
          </a:xfrm>
        </p:grpSpPr>
        <p:pic>
          <p:nvPicPr>
            <p:cNvPr id="134" name="object 134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2936621" y="3578652"/>
              <a:ext cx="267102" cy="329683"/>
            </a:xfrm>
            <a:prstGeom prst="rect">
              <a:avLst/>
            </a:prstGeom>
          </p:spPr>
        </p:pic>
        <p:sp>
          <p:nvSpPr>
            <p:cNvPr id="135" name="object 135" descr=""/>
            <p:cNvSpPr/>
            <p:nvPr/>
          </p:nvSpPr>
          <p:spPr>
            <a:xfrm>
              <a:off x="3094746" y="3161599"/>
              <a:ext cx="527685" cy="532130"/>
            </a:xfrm>
            <a:custGeom>
              <a:avLst/>
              <a:gdLst/>
              <a:ahLst/>
              <a:cxnLst/>
              <a:rect l="l" t="t" r="r" b="b"/>
              <a:pathLst>
                <a:path w="527685" h="532129">
                  <a:moveTo>
                    <a:pt x="438130" y="0"/>
                  </a:moveTo>
                  <a:lnTo>
                    <a:pt x="378716" y="12202"/>
                  </a:lnTo>
                  <a:lnTo>
                    <a:pt x="339504" y="43400"/>
                  </a:lnTo>
                  <a:lnTo>
                    <a:pt x="301319" y="81823"/>
                  </a:lnTo>
                  <a:lnTo>
                    <a:pt x="274765" y="112112"/>
                  </a:lnTo>
                  <a:lnTo>
                    <a:pt x="241525" y="152361"/>
                  </a:lnTo>
                  <a:lnTo>
                    <a:pt x="200317" y="204498"/>
                  </a:lnTo>
                  <a:lnTo>
                    <a:pt x="149859" y="270456"/>
                  </a:lnTo>
                  <a:lnTo>
                    <a:pt x="88866" y="352163"/>
                  </a:lnTo>
                  <a:lnTo>
                    <a:pt x="16057" y="451550"/>
                  </a:lnTo>
                  <a:lnTo>
                    <a:pt x="0" y="493380"/>
                  </a:lnTo>
                  <a:lnTo>
                    <a:pt x="12974" y="519859"/>
                  </a:lnTo>
                  <a:lnTo>
                    <a:pt x="38234" y="531649"/>
                  </a:lnTo>
                  <a:lnTo>
                    <a:pt x="59029" y="529411"/>
                  </a:lnTo>
                  <a:lnTo>
                    <a:pt x="116654" y="486709"/>
                  </a:lnTo>
                  <a:lnTo>
                    <a:pt x="152991" y="458137"/>
                  </a:lnTo>
                  <a:lnTo>
                    <a:pt x="192885" y="425748"/>
                  </a:lnTo>
                  <a:lnTo>
                    <a:pt x="235245" y="390290"/>
                  </a:lnTo>
                  <a:lnTo>
                    <a:pt x="278975" y="352509"/>
                  </a:lnTo>
                  <a:lnTo>
                    <a:pt x="322985" y="313155"/>
                  </a:lnTo>
                  <a:lnTo>
                    <a:pt x="366179" y="272974"/>
                  </a:lnTo>
                  <a:lnTo>
                    <a:pt x="407465" y="232713"/>
                  </a:lnTo>
                  <a:lnTo>
                    <a:pt x="445750" y="193121"/>
                  </a:lnTo>
                  <a:lnTo>
                    <a:pt x="479940" y="154945"/>
                  </a:lnTo>
                  <a:lnTo>
                    <a:pt x="508942" y="118932"/>
                  </a:lnTo>
                  <a:lnTo>
                    <a:pt x="527270" y="80371"/>
                  </a:lnTo>
                  <a:lnTo>
                    <a:pt x="523450" y="48621"/>
                  </a:lnTo>
                  <a:lnTo>
                    <a:pt x="503386" y="24259"/>
                  </a:lnTo>
                  <a:lnTo>
                    <a:pt x="472979" y="7859"/>
                  </a:lnTo>
                  <a:lnTo>
                    <a:pt x="438130" y="0"/>
                  </a:lnTo>
                  <a:close/>
                </a:path>
              </a:pathLst>
            </a:custGeom>
            <a:solidFill>
              <a:srgbClr val="DBA9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3077437" y="2529004"/>
              <a:ext cx="501650" cy="697230"/>
            </a:xfrm>
            <a:custGeom>
              <a:avLst/>
              <a:gdLst/>
              <a:ahLst/>
              <a:cxnLst/>
              <a:rect l="l" t="t" r="r" b="b"/>
              <a:pathLst>
                <a:path w="501650" h="697230">
                  <a:moveTo>
                    <a:pt x="191920" y="0"/>
                  </a:moveTo>
                  <a:lnTo>
                    <a:pt x="134514" y="13308"/>
                  </a:lnTo>
                  <a:lnTo>
                    <a:pt x="88836" y="33322"/>
                  </a:lnTo>
                  <a:lnTo>
                    <a:pt x="53848" y="59005"/>
                  </a:lnTo>
                  <a:lnTo>
                    <a:pt x="28510" y="89322"/>
                  </a:lnTo>
                  <a:lnTo>
                    <a:pt x="2625" y="159711"/>
                  </a:lnTo>
                  <a:lnTo>
                    <a:pt x="0" y="197710"/>
                  </a:lnTo>
                  <a:lnTo>
                    <a:pt x="2865" y="236198"/>
                  </a:lnTo>
                  <a:lnTo>
                    <a:pt x="10183" y="274138"/>
                  </a:lnTo>
                  <a:lnTo>
                    <a:pt x="34016" y="344229"/>
                  </a:lnTo>
                  <a:lnTo>
                    <a:pt x="63181" y="399694"/>
                  </a:lnTo>
                  <a:lnTo>
                    <a:pt x="82957" y="432967"/>
                  </a:lnTo>
                  <a:lnTo>
                    <a:pt x="104637" y="472091"/>
                  </a:lnTo>
                  <a:lnTo>
                    <a:pt x="128405" y="514527"/>
                  </a:lnTo>
                  <a:lnTo>
                    <a:pt x="154444" y="557740"/>
                  </a:lnTo>
                  <a:lnTo>
                    <a:pt x="182936" y="599192"/>
                  </a:lnTo>
                  <a:lnTo>
                    <a:pt x="214066" y="636348"/>
                  </a:lnTo>
                  <a:lnTo>
                    <a:pt x="248017" y="666669"/>
                  </a:lnTo>
                  <a:lnTo>
                    <a:pt x="284972" y="687621"/>
                  </a:lnTo>
                  <a:lnTo>
                    <a:pt x="325114" y="696666"/>
                  </a:lnTo>
                  <a:lnTo>
                    <a:pt x="368627" y="691266"/>
                  </a:lnTo>
                  <a:lnTo>
                    <a:pt x="431273" y="665524"/>
                  </a:lnTo>
                  <a:lnTo>
                    <a:pt x="471297" y="635104"/>
                  </a:lnTo>
                  <a:lnTo>
                    <a:pt x="493125" y="602897"/>
                  </a:lnTo>
                  <a:lnTo>
                    <a:pt x="501182" y="571797"/>
                  </a:lnTo>
                  <a:lnTo>
                    <a:pt x="499896" y="544696"/>
                  </a:lnTo>
                  <a:lnTo>
                    <a:pt x="493691" y="524486"/>
                  </a:lnTo>
                  <a:lnTo>
                    <a:pt x="479543" y="488787"/>
                  </a:lnTo>
                  <a:lnTo>
                    <a:pt x="462656" y="440147"/>
                  </a:lnTo>
                  <a:lnTo>
                    <a:pt x="449020" y="395149"/>
                  </a:lnTo>
                  <a:lnTo>
                    <a:pt x="444625" y="370376"/>
                  </a:lnTo>
                  <a:lnTo>
                    <a:pt x="441044" y="352598"/>
                  </a:lnTo>
                  <a:lnTo>
                    <a:pt x="428335" y="323296"/>
                  </a:lnTo>
                  <a:lnTo>
                    <a:pt x="410210" y="291092"/>
                  </a:lnTo>
                  <a:lnTo>
                    <a:pt x="390386" y="264609"/>
                  </a:lnTo>
                  <a:lnTo>
                    <a:pt x="372573" y="242921"/>
                  </a:lnTo>
                  <a:lnTo>
                    <a:pt x="358109" y="219327"/>
                  </a:lnTo>
                  <a:lnTo>
                    <a:pt x="347148" y="193814"/>
                  </a:lnTo>
                  <a:lnTo>
                    <a:pt x="339843" y="166371"/>
                  </a:lnTo>
                  <a:lnTo>
                    <a:pt x="325916" y="133877"/>
                  </a:lnTo>
                  <a:lnTo>
                    <a:pt x="297356" y="89517"/>
                  </a:lnTo>
                  <a:lnTo>
                    <a:pt x="260967" y="44767"/>
                  </a:lnTo>
                  <a:lnTo>
                    <a:pt x="223553" y="11103"/>
                  </a:lnTo>
                  <a:lnTo>
                    <a:pt x="191920" y="0"/>
                  </a:lnTo>
                  <a:close/>
                </a:path>
              </a:pathLst>
            </a:custGeom>
            <a:solidFill>
              <a:srgbClr val="1F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3327468" y="3053494"/>
              <a:ext cx="317500" cy="292735"/>
            </a:xfrm>
            <a:custGeom>
              <a:avLst/>
              <a:gdLst/>
              <a:ahLst/>
              <a:cxnLst/>
              <a:rect l="l" t="t" r="r" b="b"/>
              <a:pathLst>
                <a:path w="317500" h="292735">
                  <a:moveTo>
                    <a:pt x="243657" y="0"/>
                  </a:moveTo>
                  <a:lnTo>
                    <a:pt x="191682" y="25892"/>
                  </a:lnTo>
                  <a:lnTo>
                    <a:pt x="130268" y="59327"/>
                  </a:lnTo>
                  <a:lnTo>
                    <a:pt x="70476" y="93313"/>
                  </a:lnTo>
                  <a:lnTo>
                    <a:pt x="23367" y="120858"/>
                  </a:lnTo>
                  <a:lnTo>
                    <a:pt x="0" y="134969"/>
                  </a:lnTo>
                  <a:lnTo>
                    <a:pt x="2893" y="161140"/>
                  </a:lnTo>
                  <a:lnTo>
                    <a:pt x="25117" y="211536"/>
                  </a:lnTo>
                  <a:lnTo>
                    <a:pt x="57679" y="262952"/>
                  </a:lnTo>
                  <a:lnTo>
                    <a:pt x="91588" y="292179"/>
                  </a:lnTo>
                  <a:lnTo>
                    <a:pt x="130073" y="287860"/>
                  </a:lnTo>
                  <a:lnTo>
                    <a:pt x="185735" y="264556"/>
                  </a:lnTo>
                  <a:lnTo>
                    <a:pt x="244690" y="231697"/>
                  </a:lnTo>
                  <a:lnTo>
                    <a:pt x="293054" y="198715"/>
                  </a:lnTo>
                  <a:lnTo>
                    <a:pt x="316943" y="175041"/>
                  </a:lnTo>
                  <a:lnTo>
                    <a:pt x="316617" y="145407"/>
                  </a:lnTo>
                  <a:lnTo>
                    <a:pt x="304612" y="98180"/>
                  </a:lnTo>
                  <a:lnTo>
                    <a:pt x="285442" y="48266"/>
                  </a:lnTo>
                  <a:lnTo>
                    <a:pt x="263620" y="10570"/>
                  </a:lnTo>
                  <a:lnTo>
                    <a:pt x="243657" y="0"/>
                  </a:lnTo>
                  <a:close/>
                </a:path>
              </a:pathLst>
            </a:custGeom>
            <a:solidFill>
              <a:srgbClr val="46B6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8" name="object 138" descr=""/>
          <p:cNvGrpSpPr/>
          <p:nvPr/>
        </p:nvGrpSpPr>
        <p:grpSpPr>
          <a:xfrm>
            <a:off x="3757738" y="2512375"/>
            <a:ext cx="786130" cy="1216660"/>
            <a:chOff x="3757738" y="2512375"/>
            <a:chExt cx="786130" cy="1216660"/>
          </a:xfrm>
        </p:grpSpPr>
        <p:pic>
          <p:nvPicPr>
            <p:cNvPr id="139" name="object 13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757738" y="3457663"/>
              <a:ext cx="339573" cy="271098"/>
            </a:xfrm>
            <a:prstGeom prst="rect">
              <a:avLst/>
            </a:prstGeom>
          </p:spPr>
        </p:pic>
        <p:sp>
          <p:nvSpPr>
            <p:cNvPr id="140" name="object 140" descr=""/>
            <p:cNvSpPr/>
            <p:nvPr/>
          </p:nvSpPr>
          <p:spPr>
            <a:xfrm>
              <a:off x="3986722" y="3026595"/>
              <a:ext cx="552450" cy="556895"/>
            </a:xfrm>
            <a:custGeom>
              <a:avLst/>
              <a:gdLst/>
              <a:ahLst/>
              <a:cxnLst/>
              <a:rect l="l" t="t" r="r" b="b"/>
              <a:pathLst>
                <a:path w="552450" h="556895">
                  <a:moveTo>
                    <a:pt x="458698" y="0"/>
                  </a:moveTo>
                  <a:lnTo>
                    <a:pt x="396495" y="12779"/>
                  </a:lnTo>
                  <a:lnTo>
                    <a:pt x="359384" y="41966"/>
                  </a:lnTo>
                  <a:lnTo>
                    <a:pt x="325302" y="75046"/>
                  </a:lnTo>
                  <a:lnTo>
                    <a:pt x="274091" y="133548"/>
                  </a:lnTo>
                  <a:lnTo>
                    <a:pt x="239476" y="176224"/>
                  </a:lnTo>
                  <a:lnTo>
                    <a:pt x="197475" y="229926"/>
                  </a:lnTo>
                  <a:lnTo>
                    <a:pt x="147053" y="296208"/>
                  </a:lnTo>
                  <a:lnTo>
                    <a:pt x="87176" y="376629"/>
                  </a:lnTo>
                  <a:lnTo>
                    <a:pt x="16810" y="472744"/>
                  </a:lnTo>
                  <a:lnTo>
                    <a:pt x="0" y="516537"/>
                  </a:lnTo>
                  <a:lnTo>
                    <a:pt x="13584" y="544259"/>
                  </a:lnTo>
                  <a:lnTo>
                    <a:pt x="40029" y="556603"/>
                  </a:lnTo>
                  <a:lnTo>
                    <a:pt x="61803" y="554260"/>
                  </a:lnTo>
                  <a:lnTo>
                    <a:pt x="116684" y="513755"/>
                  </a:lnTo>
                  <a:lnTo>
                    <a:pt x="151024" y="486931"/>
                  </a:lnTo>
                  <a:lnTo>
                    <a:pt x="188763" y="456549"/>
                  </a:lnTo>
                  <a:lnTo>
                    <a:pt x="229001" y="423223"/>
                  </a:lnTo>
                  <a:lnTo>
                    <a:pt x="270837" y="387568"/>
                  </a:lnTo>
                  <a:lnTo>
                    <a:pt x="313372" y="350201"/>
                  </a:lnTo>
                  <a:lnTo>
                    <a:pt x="355706" y="311738"/>
                  </a:lnTo>
                  <a:lnTo>
                    <a:pt x="396937" y="272793"/>
                  </a:lnTo>
                  <a:lnTo>
                    <a:pt x="436166" y="233982"/>
                  </a:lnTo>
                  <a:lnTo>
                    <a:pt x="472492" y="195922"/>
                  </a:lnTo>
                  <a:lnTo>
                    <a:pt x="505016" y="159227"/>
                  </a:lnTo>
                  <a:lnTo>
                    <a:pt x="532836" y="124514"/>
                  </a:lnTo>
                  <a:lnTo>
                    <a:pt x="552023" y="84143"/>
                  </a:lnTo>
                  <a:lnTo>
                    <a:pt x="548024" y="50903"/>
                  </a:lnTo>
                  <a:lnTo>
                    <a:pt x="527017" y="25396"/>
                  </a:lnTo>
                  <a:lnTo>
                    <a:pt x="495182" y="8228"/>
                  </a:lnTo>
                  <a:lnTo>
                    <a:pt x="458698" y="0"/>
                  </a:lnTo>
                  <a:close/>
                </a:path>
              </a:pathLst>
            </a:custGeom>
            <a:solidFill>
              <a:srgbClr val="DBA9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3810134" y="2512375"/>
              <a:ext cx="629920" cy="659765"/>
            </a:xfrm>
            <a:custGeom>
              <a:avLst/>
              <a:gdLst/>
              <a:ahLst/>
              <a:cxnLst/>
              <a:rect l="l" t="t" r="r" b="b"/>
              <a:pathLst>
                <a:path w="629920" h="659764">
                  <a:moveTo>
                    <a:pt x="141819" y="0"/>
                  </a:moveTo>
                  <a:lnTo>
                    <a:pt x="91844" y="28727"/>
                  </a:lnTo>
                  <a:lnTo>
                    <a:pt x="53857" y="60155"/>
                  </a:lnTo>
                  <a:lnTo>
                    <a:pt x="26768" y="93713"/>
                  </a:lnTo>
                  <a:lnTo>
                    <a:pt x="9488" y="128828"/>
                  </a:lnTo>
                  <a:lnTo>
                    <a:pt x="0" y="201435"/>
                  </a:lnTo>
                  <a:lnTo>
                    <a:pt x="5613" y="237783"/>
                  </a:lnTo>
                  <a:lnTo>
                    <a:pt x="32109" y="307704"/>
                  </a:lnTo>
                  <a:lnTo>
                    <a:pt x="71703" y="370108"/>
                  </a:lnTo>
                  <a:lnTo>
                    <a:pt x="115683" y="420414"/>
                  </a:lnTo>
                  <a:lnTo>
                    <a:pt x="163769" y="464041"/>
                  </a:lnTo>
                  <a:lnTo>
                    <a:pt x="227005" y="524610"/>
                  </a:lnTo>
                  <a:lnTo>
                    <a:pt x="262164" y="556839"/>
                  </a:lnTo>
                  <a:lnTo>
                    <a:pt x="299083" y="587765"/>
                  </a:lnTo>
                  <a:lnTo>
                    <a:pt x="337310" y="615440"/>
                  </a:lnTo>
                  <a:lnTo>
                    <a:pt x="376394" y="637914"/>
                  </a:lnTo>
                  <a:lnTo>
                    <a:pt x="415882" y="653239"/>
                  </a:lnTo>
                  <a:lnTo>
                    <a:pt x="455325" y="659466"/>
                  </a:lnTo>
                  <a:lnTo>
                    <a:pt x="494271" y="654645"/>
                  </a:lnTo>
                  <a:lnTo>
                    <a:pt x="532268" y="636828"/>
                  </a:lnTo>
                  <a:lnTo>
                    <a:pt x="586969" y="591714"/>
                  </a:lnTo>
                  <a:lnTo>
                    <a:pt x="617598" y="548913"/>
                  </a:lnTo>
                  <a:lnTo>
                    <a:pt x="629475" y="509951"/>
                  </a:lnTo>
                  <a:lnTo>
                    <a:pt x="627921" y="476353"/>
                  </a:lnTo>
                  <a:lnTo>
                    <a:pt x="618257" y="449644"/>
                  </a:lnTo>
                  <a:lnTo>
                    <a:pt x="605805" y="431348"/>
                  </a:lnTo>
                  <a:lnTo>
                    <a:pt x="580615" y="400014"/>
                  </a:lnTo>
                  <a:lnTo>
                    <a:pt x="548689" y="356579"/>
                  </a:lnTo>
                  <a:lnTo>
                    <a:pt x="521141" y="315781"/>
                  </a:lnTo>
                  <a:lnTo>
                    <a:pt x="509086" y="292357"/>
                  </a:lnTo>
                  <a:lnTo>
                    <a:pt x="500007" y="275685"/>
                  </a:lnTo>
                  <a:lnTo>
                    <a:pt x="478235" y="250303"/>
                  </a:lnTo>
                  <a:lnTo>
                    <a:pt x="450150" y="223693"/>
                  </a:lnTo>
                  <a:lnTo>
                    <a:pt x="422135" y="203334"/>
                  </a:lnTo>
                  <a:lnTo>
                    <a:pt x="397613" y="187144"/>
                  </a:lnTo>
                  <a:lnTo>
                    <a:pt x="375852" y="168014"/>
                  </a:lnTo>
                  <a:lnTo>
                    <a:pt x="356999" y="145882"/>
                  </a:lnTo>
                  <a:lnTo>
                    <a:pt x="341206" y="120687"/>
                  </a:lnTo>
                  <a:lnTo>
                    <a:pt x="317235" y="92491"/>
                  </a:lnTo>
                  <a:lnTo>
                    <a:pt x="274956" y="56951"/>
                  </a:lnTo>
                  <a:lnTo>
                    <a:pt x="224723" y="23439"/>
                  </a:lnTo>
                  <a:lnTo>
                    <a:pt x="176893" y="1331"/>
                  </a:lnTo>
                  <a:lnTo>
                    <a:pt x="141819" y="0"/>
                  </a:lnTo>
                  <a:close/>
                </a:path>
              </a:pathLst>
            </a:custGeom>
            <a:solidFill>
              <a:srgbClr val="1F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4213932" y="2943724"/>
              <a:ext cx="329565" cy="339725"/>
            </a:xfrm>
            <a:custGeom>
              <a:avLst/>
              <a:gdLst/>
              <a:ahLst/>
              <a:cxnLst/>
              <a:rect l="l" t="t" r="r" b="b"/>
              <a:pathLst>
                <a:path w="329564" h="339725">
                  <a:moveTo>
                    <a:pt x="202004" y="0"/>
                  </a:moveTo>
                  <a:lnTo>
                    <a:pt x="166083" y="33965"/>
                  </a:lnTo>
                  <a:lnTo>
                    <a:pt x="124195" y="76402"/>
                  </a:lnTo>
                  <a:lnTo>
                    <a:pt x="81490" y="121282"/>
                  </a:lnTo>
                  <a:lnTo>
                    <a:pt x="43122" y="162581"/>
                  </a:lnTo>
                  <a:lnTo>
                    <a:pt x="14241" y="194272"/>
                  </a:lnTo>
                  <a:lnTo>
                    <a:pt x="0" y="210328"/>
                  </a:lnTo>
                  <a:lnTo>
                    <a:pt x="10985" y="235612"/>
                  </a:lnTo>
                  <a:lnTo>
                    <a:pt x="48793" y="279152"/>
                  </a:lnTo>
                  <a:lnTo>
                    <a:pt x="97255" y="320514"/>
                  </a:lnTo>
                  <a:lnTo>
                    <a:pt x="140205" y="339267"/>
                  </a:lnTo>
                  <a:lnTo>
                    <a:pt x="170092" y="327811"/>
                  </a:lnTo>
                  <a:lnTo>
                    <a:pt x="209105" y="297891"/>
                  </a:lnTo>
                  <a:lnTo>
                    <a:pt x="250892" y="257450"/>
                  </a:lnTo>
                  <a:lnTo>
                    <a:pt x="289106" y="214431"/>
                  </a:lnTo>
                  <a:lnTo>
                    <a:pt x="317396" y="176778"/>
                  </a:lnTo>
                  <a:lnTo>
                    <a:pt x="329414" y="152435"/>
                  </a:lnTo>
                  <a:lnTo>
                    <a:pt x="319929" y="122893"/>
                  </a:lnTo>
                  <a:lnTo>
                    <a:pt x="293324" y="79363"/>
                  </a:lnTo>
                  <a:lnTo>
                    <a:pt x="258720" y="35361"/>
                  </a:lnTo>
                  <a:lnTo>
                    <a:pt x="225239" y="4401"/>
                  </a:lnTo>
                  <a:lnTo>
                    <a:pt x="202004" y="0"/>
                  </a:lnTo>
                  <a:close/>
                </a:path>
              </a:pathLst>
            </a:custGeom>
            <a:solidFill>
              <a:srgbClr val="46B6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3" name="object 143" descr=""/>
          <p:cNvGrpSpPr/>
          <p:nvPr/>
        </p:nvGrpSpPr>
        <p:grpSpPr>
          <a:xfrm>
            <a:off x="4733666" y="2617279"/>
            <a:ext cx="770890" cy="1199515"/>
            <a:chOff x="4733666" y="2617279"/>
            <a:chExt cx="770890" cy="1199515"/>
          </a:xfrm>
        </p:grpSpPr>
        <p:pic>
          <p:nvPicPr>
            <p:cNvPr id="144" name="object 144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836390" y="3546942"/>
              <a:ext cx="337336" cy="269312"/>
            </a:xfrm>
            <a:prstGeom prst="rect">
              <a:avLst/>
            </a:prstGeom>
          </p:spPr>
        </p:pic>
        <p:sp>
          <p:nvSpPr>
            <p:cNvPr id="145" name="object 145" descr=""/>
            <p:cNvSpPr/>
            <p:nvPr/>
          </p:nvSpPr>
          <p:spPr>
            <a:xfrm>
              <a:off x="5085731" y="3007913"/>
              <a:ext cx="380365" cy="661670"/>
            </a:xfrm>
            <a:custGeom>
              <a:avLst/>
              <a:gdLst/>
              <a:ahLst/>
              <a:cxnLst/>
              <a:rect l="l" t="t" r="r" b="b"/>
              <a:pathLst>
                <a:path w="380364" h="661670">
                  <a:moveTo>
                    <a:pt x="302474" y="0"/>
                  </a:moveTo>
                  <a:lnTo>
                    <a:pt x="233087" y="16422"/>
                  </a:lnTo>
                  <a:lnTo>
                    <a:pt x="194541" y="60808"/>
                  </a:lnTo>
                  <a:lnTo>
                    <a:pt x="164195" y="117324"/>
                  </a:lnTo>
                  <a:lnTo>
                    <a:pt x="134817" y="188757"/>
                  </a:lnTo>
                  <a:lnTo>
                    <a:pt x="115964" y="239986"/>
                  </a:lnTo>
                  <a:lnTo>
                    <a:pt x="93704" y="303950"/>
                  </a:lnTo>
                  <a:lnTo>
                    <a:pt x="67564" y="382445"/>
                  </a:lnTo>
                  <a:lnTo>
                    <a:pt x="37070" y="477265"/>
                  </a:lnTo>
                  <a:lnTo>
                    <a:pt x="1750" y="590207"/>
                  </a:lnTo>
                  <a:lnTo>
                    <a:pt x="0" y="636774"/>
                  </a:lnTo>
                  <a:lnTo>
                    <a:pt x="21667" y="658480"/>
                  </a:lnTo>
                  <a:lnTo>
                    <a:pt x="50490" y="661601"/>
                  </a:lnTo>
                  <a:lnTo>
                    <a:pt x="70208" y="652415"/>
                  </a:lnTo>
                  <a:lnTo>
                    <a:pt x="108810" y="596723"/>
                  </a:lnTo>
                  <a:lnTo>
                    <a:pt x="132489" y="560486"/>
                  </a:lnTo>
                  <a:lnTo>
                    <a:pt x="158222" y="519812"/>
                  </a:lnTo>
                  <a:lnTo>
                    <a:pt x="185360" y="475569"/>
                  </a:lnTo>
                  <a:lnTo>
                    <a:pt x="213254" y="428625"/>
                  </a:lnTo>
                  <a:lnTo>
                    <a:pt x="241256" y="379846"/>
                  </a:lnTo>
                  <a:lnTo>
                    <a:pt x="268716" y="330102"/>
                  </a:lnTo>
                  <a:lnTo>
                    <a:pt x="294985" y="280258"/>
                  </a:lnTo>
                  <a:lnTo>
                    <a:pt x="319416" y="231183"/>
                  </a:lnTo>
                  <a:lnTo>
                    <a:pt x="341358" y="183745"/>
                  </a:lnTo>
                  <a:lnTo>
                    <a:pt x="360164" y="138811"/>
                  </a:lnTo>
                  <a:lnTo>
                    <a:pt x="375183" y="97249"/>
                  </a:lnTo>
                  <a:lnTo>
                    <a:pt x="380272" y="53136"/>
                  </a:lnTo>
                  <a:lnTo>
                    <a:pt x="365848" y="23168"/>
                  </a:lnTo>
                  <a:lnTo>
                    <a:pt x="337914" y="5927"/>
                  </a:lnTo>
                  <a:lnTo>
                    <a:pt x="302474" y="0"/>
                  </a:lnTo>
                  <a:close/>
                </a:path>
              </a:pathLst>
            </a:custGeom>
            <a:solidFill>
              <a:srgbClr val="DBA9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6" name="object 146" descr=""/>
            <p:cNvSpPr/>
            <p:nvPr/>
          </p:nvSpPr>
          <p:spPr>
            <a:xfrm>
              <a:off x="4733666" y="2617279"/>
              <a:ext cx="687070" cy="575310"/>
            </a:xfrm>
            <a:custGeom>
              <a:avLst/>
              <a:gdLst/>
              <a:ahLst/>
              <a:cxnLst/>
              <a:rect l="l" t="t" r="r" b="b"/>
              <a:pathLst>
                <a:path w="687070" h="575310">
                  <a:moveTo>
                    <a:pt x="132368" y="0"/>
                  </a:moveTo>
                  <a:lnTo>
                    <a:pt x="56501" y="46080"/>
                  </a:lnTo>
                  <a:lnTo>
                    <a:pt x="27040" y="85208"/>
                  </a:lnTo>
                  <a:lnTo>
                    <a:pt x="8601" y="123881"/>
                  </a:lnTo>
                  <a:lnTo>
                    <a:pt x="0" y="161796"/>
                  </a:lnTo>
                  <a:lnTo>
                    <a:pt x="51" y="198651"/>
                  </a:lnTo>
                  <a:lnTo>
                    <a:pt x="21374" y="267972"/>
                  </a:lnTo>
                  <a:lnTo>
                    <a:pt x="63097" y="329428"/>
                  </a:lnTo>
                  <a:lnTo>
                    <a:pt x="115743" y="380600"/>
                  </a:lnTo>
                  <a:lnTo>
                    <a:pt x="169838" y="419070"/>
                  </a:lnTo>
                  <a:lnTo>
                    <a:pt x="226360" y="450140"/>
                  </a:lnTo>
                  <a:lnTo>
                    <a:pt x="301426" y="494088"/>
                  </a:lnTo>
                  <a:lnTo>
                    <a:pt x="342830" y="517124"/>
                  </a:lnTo>
                  <a:lnTo>
                    <a:pt x="385634" y="538496"/>
                  </a:lnTo>
                  <a:lnTo>
                    <a:pt x="428952" y="556424"/>
                  </a:lnTo>
                  <a:lnTo>
                    <a:pt x="471899" y="569131"/>
                  </a:lnTo>
                  <a:lnTo>
                    <a:pt x="513590" y="574837"/>
                  </a:lnTo>
                  <a:lnTo>
                    <a:pt x="553138" y="571762"/>
                  </a:lnTo>
                  <a:lnTo>
                    <a:pt x="589659" y="558128"/>
                  </a:lnTo>
                  <a:lnTo>
                    <a:pt x="622267" y="532155"/>
                  </a:lnTo>
                  <a:lnTo>
                    <a:pt x="664725" y="475948"/>
                  </a:lnTo>
                  <a:lnTo>
                    <a:pt x="684455" y="427527"/>
                  </a:lnTo>
                  <a:lnTo>
                    <a:pt x="686949" y="387140"/>
                  </a:lnTo>
                  <a:lnTo>
                    <a:pt x="677702" y="355033"/>
                  </a:lnTo>
                  <a:lnTo>
                    <a:pt x="662205" y="331452"/>
                  </a:lnTo>
                  <a:lnTo>
                    <a:pt x="645952" y="316643"/>
                  </a:lnTo>
                  <a:lnTo>
                    <a:pt x="614393" y="292166"/>
                  </a:lnTo>
                  <a:lnTo>
                    <a:pt x="573529" y="257552"/>
                  </a:lnTo>
                  <a:lnTo>
                    <a:pt x="537500" y="224480"/>
                  </a:lnTo>
                  <a:lnTo>
                    <a:pt x="520448" y="204626"/>
                  </a:lnTo>
                  <a:lnTo>
                    <a:pt x="507837" y="190611"/>
                  </a:lnTo>
                  <a:lnTo>
                    <a:pt x="480952" y="171109"/>
                  </a:lnTo>
                  <a:lnTo>
                    <a:pt x="447682" y="151873"/>
                  </a:lnTo>
                  <a:lnTo>
                    <a:pt x="415917" y="138659"/>
                  </a:lnTo>
                  <a:lnTo>
                    <a:pt x="388482" y="128668"/>
                  </a:lnTo>
                  <a:lnTo>
                    <a:pt x="363041" y="115199"/>
                  </a:lnTo>
                  <a:lnTo>
                    <a:pt x="339721" y="98158"/>
                  </a:lnTo>
                  <a:lnTo>
                    <a:pt x="318653" y="77447"/>
                  </a:lnTo>
                  <a:lnTo>
                    <a:pt x="288992" y="55729"/>
                  </a:lnTo>
                  <a:lnTo>
                    <a:pt x="239946" y="31135"/>
                  </a:lnTo>
                  <a:lnTo>
                    <a:pt x="183682" y="10335"/>
                  </a:lnTo>
                  <a:lnTo>
                    <a:pt x="132368" y="0"/>
                  </a:lnTo>
                  <a:close/>
                </a:path>
              </a:pathLst>
            </a:custGeom>
            <a:solidFill>
              <a:srgbClr val="1F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 descr=""/>
            <p:cNvSpPr/>
            <p:nvPr/>
          </p:nvSpPr>
          <p:spPr>
            <a:xfrm>
              <a:off x="5176198" y="2952167"/>
              <a:ext cx="328295" cy="335915"/>
            </a:xfrm>
            <a:custGeom>
              <a:avLst/>
              <a:gdLst/>
              <a:ahLst/>
              <a:cxnLst/>
              <a:rect l="l" t="t" r="r" b="b"/>
              <a:pathLst>
                <a:path w="328295" h="335914">
                  <a:moveTo>
                    <a:pt x="204538" y="0"/>
                  </a:moveTo>
                  <a:lnTo>
                    <a:pt x="168231" y="33071"/>
                  </a:lnTo>
                  <a:lnTo>
                    <a:pt x="125839" y="74444"/>
                  </a:lnTo>
                  <a:lnTo>
                    <a:pt x="82593" y="118230"/>
                  </a:lnTo>
                  <a:lnTo>
                    <a:pt x="43718" y="158539"/>
                  </a:lnTo>
                  <a:lnTo>
                    <a:pt x="14444" y="189481"/>
                  </a:lnTo>
                  <a:lnTo>
                    <a:pt x="0" y="205166"/>
                  </a:lnTo>
                  <a:lnTo>
                    <a:pt x="10444" y="230480"/>
                  </a:lnTo>
                  <a:lnTo>
                    <a:pt x="47190" y="274426"/>
                  </a:lnTo>
                  <a:lnTo>
                    <a:pt x="94560" y="316408"/>
                  </a:lnTo>
                  <a:lnTo>
                    <a:pt x="136875" y="335832"/>
                  </a:lnTo>
                  <a:lnTo>
                    <a:pt x="166770" y="325005"/>
                  </a:lnTo>
                  <a:lnTo>
                    <a:pt x="206072" y="296008"/>
                  </a:lnTo>
                  <a:lnTo>
                    <a:pt x="248326" y="256613"/>
                  </a:lnTo>
                  <a:lnTo>
                    <a:pt x="287078" y="214593"/>
                  </a:lnTo>
                  <a:lnTo>
                    <a:pt x="315874" y="177720"/>
                  </a:lnTo>
                  <a:lnTo>
                    <a:pt x="328262" y="153764"/>
                  </a:lnTo>
                  <a:lnTo>
                    <a:pt x="319390" y="124243"/>
                  </a:lnTo>
                  <a:lnTo>
                    <a:pt x="293773" y="80513"/>
                  </a:lnTo>
                  <a:lnTo>
                    <a:pt x="260219" y="36167"/>
                  </a:lnTo>
                  <a:lnTo>
                    <a:pt x="227538" y="4798"/>
                  </a:lnTo>
                  <a:lnTo>
                    <a:pt x="204538" y="0"/>
                  </a:lnTo>
                  <a:close/>
                </a:path>
              </a:pathLst>
            </a:custGeom>
            <a:solidFill>
              <a:srgbClr val="46B678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8" name="object 148" descr=""/>
          <p:cNvGrpSpPr/>
          <p:nvPr/>
        </p:nvGrpSpPr>
        <p:grpSpPr>
          <a:xfrm>
            <a:off x="1189465" y="2766668"/>
            <a:ext cx="746125" cy="1098550"/>
            <a:chOff x="1189465" y="2766668"/>
            <a:chExt cx="746125" cy="1098550"/>
          </a:xfrm>
        </p:grpSpPr>
        <p:pic>
          <p:nvPicPr>
            <p:cNvPr id="149" name="object 149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430159" y="3615407"/>
              <a:ext cx="312734" cy="249672"/>
            </a:xfrm>
            <a:prstGeom prst="rect">
              <a:avLst/>
            </a:prstGeom>
          </p:spPr>
        </p:pic>
        <p:sp>
          <p:nvSpPr>
            <p:cNvPr id="150" name="object 150" descr=""/>
            <p:cNvSpPr/>
            <p:nvPr/>
          </p:nvSpPr>
          <p:spPr>
            <a:xfrm>
              <a:off x="1660019" y="3056234"/>
              <a:ext cx="220345" cy="659765"/>
            </a:xfrm>
            <a:custGeom>
              <a:avLst/>
              <a:gdLst/>
              <a:ahLst/>
              <a:cxnLst/>
              <a:rect l="l" t="t" r="r" b="b"/>
              <a:pathLst>
                <a:path w="220344" h="659764">
                  <a:moveTo>
                    <a:pt x="165530" y="0"/>
                  </a:moveTo>
                  <a:lnTo>
                    <a:pt x="100125" y="15102"/>
                  </a:lnTo>
                  <a:lnTo>
                    <a:pt x="58773" y="56454"/>
                  </a:lnTo>
                  <a:lnTo>
                    <a:pt x="43766" y="102379"/>
                  </a:lnTo>
                  <a:lnTo>
                    <a:pt x="33419" y="153574"/>
                  </a:lnTo>
                  <a:lnTo>
                    <a:pt x="28118" y="192049"/>
                  </a:lnTo>
                  <a:lnTo>
                    <a:pt x="22720" y="242088"/>
                  </a:lnTo>
                  <a:lnTo>
                    <a:pt x="17218" y="305927"/>
                  </a:lnTo>
                  <a:lnTo>
                    <a:pt x="11603" y="385800"/>
                  </a:lnTo>
                  <a:lnTo>
                    <a:pt x="5866" y="483940"/>
                  </a:lnTo>
                  <a:lnTo>
                    <a:pt x="0" y="602584"/>
                  </a:lnTo>
                  <a:lnTo>
                    <a:pt x="9271" y="644782"/>
                  </a:lnTo>
                  <a:lnTo>
                    <a:pt x="33767" y="659214"/>
                  </a:lnTo>
                  <a:lnTo>
                    <a:pt x="60357" y="655300"/>
                  </a:lnTo>
                  <a:lnTo>
                    <a:pt x="86874" y="613642"/>
                  </a:lnTo>
                  <a:lnTo>
                    <a:pt x="99640" y="577502"/>
                  </a:lnTo>
                  <a:lnTo>
                    <a:pt x="113727" y="535219"/>
                  </a:lnTo>
                  <a:lnTo>
                    <a:pt x="128653" y="487974"/>
                  </a:lnTo>
                  <a:lnTo>
                    <a:pt x="143933" y="436951"/>
                  </a:lnTo>
                  <a:lnTo>
                    <a:pt x="159085" y="383330"/>
                  </a:lnTo>
                  <a:lnTo>
                    <a:pt x="173626" y="328294"/>
                  </a:lnTo>
                  <a:lnTo>
                    <a:pt x="187072" y="273026"/>
                  </a:lnTo>
                  <a:lnTo>
                    <a:pt x="198940" y="218706"/>
                  </a:lnTo>
                  <a:lnTo>
                    <a:pt x="208747" y="166517"/>
                  </a:lnTo>
                  <a:lnTo>
                    <a:pt x="216009" y="117641"/>
                  </a:lnTo>
                  <a:lnTo>
                    <a:pt x="220244" y="73260"/>
                  </a:lnTo>
                  <a:lnTo>
                    <a:pt x="214534" y="32493"/>
                  </a:lnTo>
                  <a:lnTo>
                    <a:pt x="194611" y="8963"/>
                  </a:lnTo>
                  <a:lnTo>
                    <a:pt x="165530" y="0"/>
                  </a:lnTo>
                  <a:close/>
                </a:path>
              </a:pathLst>
            </a:custGeom>
            <a:solidFill>
              <a:srgbClr val="DBA9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 descr=""/>
            <p:cNvSpPr/>
            <p:nvPr/>
          </p:nvSpPr>
          <p:spPr>
            <a:xfrm>
              <a:off x="1189465" y="2766668"/>
              <a:ext cx="660400" cy="485775"/>
            </a:xfrm>
            <a:custGeom>
              <a:avLst/>
              <a:gdLst/>
              <a:ahLst/>
              <a:cxnLst/>
              <a:rect l="l" t="t" r="r" b="b"/>
              <a:pathLst>
                <a:path w="660400" h="485775">
                  <a:moveTo>
                    <a:pt x="102663" y="0"/>
                  </a:moveTo>
                  <a:lnTo>
                    <a:pt x="36039" y="54183"/>
                  </a:lnTo>
                  <a:lnTo>
                    <a:pt x="12996" y="96386"/>
                  </a:lnTo>
                  <a:lnTo>
                    <a:pt x="1451" y="136610"/>
                  </a:lnTo>
                  <a:lnTo>
                    <a:pt x="0" y="174677"/>
                  </a:lnTo>
                  <a:lnTo>
                    <a:pt x="7237" y="210412"/>
                  </a:lnTo>
                  <a:lnTo>
                    <a:pt x="42165" y="274171"/>
                  </a:lnTo>
                  <a:lnTo>
                    <a:pt x="95001" y="326467"/>
                  </a:lnTo>
                  <a:lnTo>
                    <a:pt x="154513" y="365882"/>
                  </a:lnTo>
                  <a:lnTo>
                    <a:pt x="209467" y="390995"/>
                  </a:lnTo>
                  <a:lnTo>
                    <a:pt x="244175" y="404714"/>
                  </a:lnTo>
                  <a:lnTo>
                    <a:pt x="326942" y="440131"/>
                  </a:lnTo>
                  <a:lnTo>
                    <a:pt x="372288" y="457741"/>
                  </a:lnTo>
                  <a:lnTo>
                    <a:pt x="418468" y="472562"/>
                  </a:lnTo>
                  <a:lnTo>
                    <a:pt x="464127" y="482550"/>
                  </a:lnTo>
                  <a:lnTo>
                    <a:pt x="507907" y="485662"/>
                  </a:lnTo>
                  <a:lnTo>
                    <a:pt x="548453" y="479854"/>
                  </a:lnTo>
                  <a:lnTo>
                    <a:pt x="584408" y="463084"/>
                  </a:lnTo>
                  <a:lnTo>
                    <a:pt x="614418" y="433308"/>
                  </a:lnTo>
                  <a:lnTo>
                    <a:pt x="650982" y="366593"/>
                  </a:lnTo>
                  <a:lnTo>
                    <a:pt x="660188" y="313836"/>
                  </a:lnTo>
                  <a:lnTo>
                    <a:pt x="650818" y="274338"/>
                  </a:lnTo>
                  <a:lnTo>
                    <a:pt x="631650" y="247402"/>
                  </a:lnTo>
                  <a:lnTo>
                    <a:pt x="611465" y="232330"/>
                  </a:lnTo>
                  <a:lnTo>
                    <a:pt x="579622" y="213442"/>
                  </a:lnTo>
                  <a:lnTo>
                    <a:pt x="538059" y="186292"/>
                  </a:lnTo>
                  <a:lnTo>
                    <a:pt x="501121" y="160002"/>
                  </a:lnTo>
                  <a:lnTo>
                    <a:pt x="483155" y="143694"/>
                  </a:lnTo>
                  <a:lnTo>
                    <a:pt x="469944" y="132249"/>
                  </a:lnTo>
                  <a:lnTo>
                    <a:pt x="442973" y="117393"/>
                  </a:lnTo>
                  <a:lnTo>
                    <a:pt x="410159" y="103516"/>
                  </a:lnTo>
                  <a:lnTo>
                    <a:pt x="379420" y="95004"/>
                  </a:lnTo>
                  <a:lnTo>
                    <a:pt x="353039" y="88960"/>
                  </a:lnTo>
                  <a:lnTo>
                    <a:pt x="328093" y="79490"/>
                  </a:lnTo>
                  <a:lnTo>
                    <a:pt x="304688" y="66493"/>
                  </a:lnTo>
                  <a:lnTo>
                    <a:pt x="282931" y="49864"/>
                  </a:lnTo>
                  <a:lnTo>
                    <a:pt x="253147" y="33290"/>
                  </a:lnTo>
                  <a:lnTo>
                    <a:pt x="205202" y="16295"/>
                  </a:lnTo>
                  <a:lnTo>
                    <a:pt x="151055" y="3618"/>
                  </a:lnTo>
                  <a:lnTo>
                    <a:pt x="102663" y="0"/>
                  </a:lnTo>
                  <a:close/>
                </a:path>
              </a:pathLst>
            </a:custGeom>
            <a:solidFill>
              <a:srgbClr val="1FA75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 descr=""/>
            <p:cNvSpPr/>
            <p:nvPr/>
          </p:nvSpPr>
          <p:spPr>
            <a:xfrm>
              <a:off x="1639443" y="3015658"/>
              <a:ext cx="296545" cy="316865"/>
            </a:xfrm>
            <a:custGeom>
              <a:avLst/>
              <a:gdLst/>
              <a:ahLst/>
              <a:cxnLst/>
              <a:rect l="l" t="t" r="r" b="b"/>
              <a:pathLst>
                <a:path w="296544" h="316864">
                  <a:moveTo>
                    <a:pt x="164612" y="0"/>
                  </a:moveTo>
                  <a:lnTo>
                    <a:pt x="128398" y="42699"/>
                  </a:lnTo>
                  <a:lnTo>
                    <a:pt x="86687" y="95671"/>
                  </a:lnTo>
                  <a:lnTo>
                    <a:pt x="46623" y="148515"/>
                  </a:lnTo>
                  <a:lnTo>
                    <a:pt x="15346" y="190829"/>
                  </a:lnTo>
                  <a:lnTo>
                    <a:pt x="0" y="212213"/>
                  </a:lnTo>
                  <a:lnTo>
                    <a:pt x="12517" y="234301"/>
                  </a:lnTo>
                  <a:lnTo>
                    <a:pt x="51367" y="270508"/>
                  </a:lnTo>
                  <a:lnTo>
                    <a:pt x="99762" y="303690"/>
                  </a:lnTo>
                  <a:lnTo>
                    <a:pt x="140917" y="316702"/>
                  </a:lnTo>
                  <a:lnTo>
                    <a:pt x="173377" y="298249"/>
                  </a:lnTo>
                  <a:lnTo>
                    <a:pt x="213842" y="256440"/>
                  </a:lnTo>
                  <a:lnTo>
                    <a:pt x="253594" y="204914"/>
                  </a:lnTo>
                  <a:lnTo>
                    <a:pt x="283915" y="157306"/>
                  </a:lnTo>
                  <a:lnTo>
                    <a:pt x="296085" y="127252"/>
                  </a:lnTo>
                  <a:lnTo>
                    <a:pt x="278606" y="92385"/>
                  </a:lnTo>
                  <a:lnTo>
                    <a:pt x="238284" y="44590"/>
                  </a:lnTo>
                  <a:lnTo>
                    <a:pt x="193994" y="6312"/>
                  </a:lnTo>
                  <a:lnTo>
                    <a:pt x="164612" y="0"/>
                  </a:lnTo>
                  <a:close/>
                </a:path>
              </a:pathLst>
            </a:custGeom>
            <a:solidFill>
              <a:srgbClr val="46B678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53" name="object 153" descr="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6564465" y="1862268"/>
            <a:ext cx="546033" cy="2247418"/>
          </a:xfrm>
          <a:prstGeom prst="rect">
            <a:avLst/>
          </a:prstGeom>
        </p:spPr>
      </p:pic>
      <p:pic>
        <p:nvPicPr>
          <p:cNvPr id="154" name="object 154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474912" y="2056332"/>
            <a:ext cx="687230" cy="1938678"/>
          </a:xfrm>
          <a:prstGeom prst="rect">
            <a:avLst/>
          </a:prstGeom>
        </p:spPr>
      </p:pic>
      <p:pic>
        <p:nvPicPr>
          <p:cNvPr id="155" name="object 155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8317088" y="2001450"/>
            <a:ext cx="951451" cy="1833198"/>
          </a:xfrm>
          <a:prstGeom prst="rect">
            <a:avLst/>
          </a:prstGeom>
        </p:spPr>
      </p:pic>
      <p:pic>
        <p:nvPicPr>
          <p:cNvPr id="156" name="object 156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9341000" y="1929865"/>
            <a:ext cx="1123394" cy="1407164"/>
          </a:xfrm>
          <a:prstGeom prst="rect">
            <a:avLst/>
          </a:prstGeom>
        </p:spPr>
      </p:pic>
      <p:pic>
        <p:nvPicPr>
          <p:cNvPr id="157" name="object 157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10668342" y="1876336"/>
            <a:ext cx="1163820" cy="1111857"/>
          </a:xfrm>
          <a:prstGeom prst="rect">
            <a:avLst/>
          </a:prstGeom>
        </p:spPr>
      </p:pic>
      <p:pic>
        <p:nvPicPr>
          <p:cNvPr id="158" name="object 158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073215" y="7480530"/>
            <a:ext cx="2179300" cy="3065787"/>
          </a:xfrm>
          <a:prstGeom prst="rect">
            <a:avLst/>
          </a:prstGeom>
        </p:spPr>
      </p:pic>
      <p:pic>
        <p:nvPicPr>
          <p:cNvPr id="159" name="object 159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824886" y="7545024"/>
            <a:ext cx="2361355" cy="3000113"/>
          </a:xfrm>
          <a:prstGeom prst="rect">
            <a:avLst/>
          </a:prstGeom>
        </p:spPr>
      </p:pic>
      <p:pic>
        <p:nvPicPr>
          <p:cNvPr id="160" name="object 160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7817916" y="7524273"/>
            <a:ext cx="1603650" cy="2995545"/>
          </a:xfrm>
          <a:prstGeom prst="rect">
            <a:avLst/>
          </a:prstGeom>
        </p:spPr>
      </p:pic>
      <p:pic>
        <p:nvPicPr>
          <p:cNvPr id="161" name="object 161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2346089" y="7625574"/>
            <a:ext cx="2168305" cy="2929971"/>
          </a:xfrm>
          <a:prstGeom prst="rect">
            <a:avLst/>
          </a:prstGeom>
        </p:spPr>
      </p:pic>
      <p:sp>
        <p:nvSpPr>
          <p:cNvPr id="162" name="object 162" descr=""/>
          <p:cNvSpPr txBox="1"/>
          <p:nvPr/>
        </p:nvSpPr>
        <p:spPr>
          <a:xfrm>
            <a:off x="732793" y="781072"/>
            <a:ext cx="2698115" cy="628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950" b="1">
                <a:latin typeface="Open Sans"/>
                <a:cs typeface="Open Sans"/>
              </a:rPr>
              <a:t>Extras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b="1">
                <a:latin typeface="Open Sans"/>
                <a:cs typeface="Open Sans"/>
              </a:rPr>
              <a:t>for</a:t>
            </a:r>
            <a:r>
              <a:rPr dirty="0" sz="1950" spc="30" b="1">
                <a:latin typeface="Open Sans"/>
                <a:cs typeface="Open Sans"/>
              </a:rPr>
              <a:t> </a:t>
            </a:r>
            <a:r>
              <a:rPr dirty="0" sz="1950" spc="-10" b="1">
                <a:latin typeface="Open Sans"/>
                <a:cs typeface="Open Sans"/>
              </a:rPr>
              <a:t>adaptation</a:t>
            </a:r>
            <a:endParaRPr sz="1950">
              <a:latin typeface="Open Sans"/>
              <a:cs typeface="Open Sans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950" b="0">
                <a:latin typeface="Open Sans Light"/>
                <a:cs typeface="Open Sans Light"/>
              </a:rPr>
              <a:t>Wheelchair</a:t>
            </a:r>
            <a:r>
              <a:rPr dirty="0" sz="1950" spc="55" b="0">
                <a:latin typeface="Open Sans Light"/>
                <a:cs typeface="Open Sans Light"/>
              </a:rPr>
              <a:t> </a:t>
            </a:r>
            <a:r>
              <a:rPr dirty="0" sz="1950" spc="-10" b="0">
                <a:latin typeface="Open Sans Light"/>
                <a:cs typeface="Open Sans Light"/>
              </a:rPr>
              <a:t>users</a:t>
            </a:r>
            <a:endParaRPr sz="1950">
              <a:latin typeface="Open Sans Light"/>
              <a:cs typeface="Open Sans Light"/>
            </a:endParaRPr>
          </a:p>
        </p:txBody>
      </p:sp>
      <p:sp>
        <p:nvSpPr>
          <p:cNvPr id="163" name="object 163" descr=""/>
          <p:cNvSpPr/>
          <p:nvPr/>
        </p:nvSpPr>
        <p:spPr>
          <a:xfrm>
            <a:off x="745496" y="1625817"/>
            <a:ext cx="18623915" cy="0"/>
          </a:xfrm>
          <a:custGeom>
            <a:avLst/>
            <a:gdLst/>
            <a:ahLst/>
            <a:cxnLst/>
            <a:rect l="l" t="t" r="r" b="b"/>
            <a:pathLst>
              <a:path w="18623915" h="0">
                <a:moveTo>
                  <a:pt x="0" y="0"/>
                </a:moveTo>
                <a:lnTo>
                  <a:pt x="18623579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6387" y="0"/>
            <a:ext cx="20097750" cy="11304905"/>
          </a:xfrm>
          <a:custGeom>
            <a:avLst/>
            <a:gdLst/>
            <a:ahLst/>
            <a:cxnLst/>
            <a:rect l="l" t="t" r="r" b="b"/>
            <a:pathLst>
              <a:path w="20097750" h="11304905">
                <a:moveTo>
                  <a:pt x="20097702" y="0"/>
                </a:moveTo>
                <a:lnTo>
                  <a:pt x="0" y="0"/>
                </a:lnTo>
                <a:lnTo>
                  <a:pt x="0" y="11304451"/>
                </a:lnTo>
                <a:lnTo>
                  <a:pt x="20097702" y="11304451"/>
                </a:lnTo>
                <a:lnTo>
                  <a:pt x="200977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75206" y="6554710"/>
            <a:ext cx="157188" cy="157167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66571" y="6159679"/>
            <a:ext cx="450850" cy="543560"/>
          </a:xfrm>
          <a:custGeom>
            <a:avLst/>
            <a:gdLst/>
            <a:ahLst/>
            <a:cxnLst/>
            <a:rect l="l" t="t" r="r" b="b"/>
            <a:pathLst>
              <a:path w="450850" h="543559">
                <a:moveTo>
                  <a:pt x="183690" y="0"/>
                </a:moveTo>
                <a:lnTo>
                  <a:pt x="0" y="0"/>
                </a:lnTo>
                <a:lnTo>
                  <a:pt x="0" y="543543"/>
                </a:lnTo>
                <a:lnTo>
                  <a:pt x="171722" y="543543"/>
                </a:lnTo>
                <a:lnTo>
                  <a:pt x="222357" y="540599"/>
                </a:lnTo>
                <a:lnTo>
                  <a:pt x="268239" y="531765"/>
                </a:lnTo>
                <a:lnTo>
                  <a:pt x="309371" y="517038"/>
                </a:lnTo>
                <a:lnTo>
                  <a:pt x="345755" y="496418"/>
                </a:lnTo>
                <a:lnTo>
                  <a:pt x="377391" y="469901"/>
                </a:lnTo>
                <a:lnTo>
                  <a:pt x="403726" y="437968"/>
                </a:lnTo>
                <a:lnTo>
                  <a:pt x="411992" y="423065"/>
                </a:lnTo>
                <a:lnTo>
                  <a:pt x="143398" y="423065"/>
                </a:lnTo>
                <a:lnTo>
                  <a:pt x="143398" y="118593"/>
                </a:lnTo>
                <a:lnTo>
                  <a:pt x="418509" y="118593"/>
                </a:lnTo>
                <a:lnTo>
                  <a:pt x="411450" y="104097"/>
                </a:lnTo>
                <a:lnTo>
                  <a:pt x="381045" y="66919"/>
                </a:lnTo>
                <a:lnTo>
                  <a:pt x="342631" y="37653"/>
                </a:lnTo>
                <a:lnTo>
                  <a:pt x="296935" y="16740"/>
                </a:lnTo>
                <a:lnTo>
                  <a:pt x="243956" y="4186"/>
                </a:lnTo>
                <a:lnTo>
                  <a:pt x="183690" y="0"/>
                </a:lnTo>
                <a:close/>
              </a:path>
              <a:path w="450850" h="543559">
                <a:moveTo>
                  <a:pt x="418509" y="118593"/>
                </a:moveTo>
                <a:lnTo>
                  <a:pt x="185135" y="118593"/>
                </a:lnTo>
                <a:lnTo>
                  <a:pt x="212688" y="120846"/>
                </a:lnTo>
                <a:lnTo>
                  <a:pt x="236483" y="127607"/>
                </a:lnTo>
                <a:lnTo>
                  <a:pt x="272839" y="154644"/>
                </a:lnTo>
                <a:lnTo>
                  <a:pt x="294489" y="200393"/>
                </a:lnTo>
                <a:lnTo>
                  <a:pt x="301697" y="265436"/>
                </a:lnTo>
                <a:lnTo>
                  <a:pt x="299789" y="302836"/>
                </a:lnTo>
                <a:lnTo>
                  <a:pt x="284540" y="362232"/>
                </a:lnTo>
                <a:lnTo>
                  <a:pt x="253773" y="401221"/>
                </a:lnTo>
                <a:lnTo>
                  <a:pt x="205847" y="420640"/>
                </a:lnTo>
                <a:lnTo>
                  <a:pt x="175345" y="423065"/>
                </a:lnTo>
                <a:lnTo>
                  <a:pt x="411992" y="423065"/>
                </a:lnTo>
                <a:lnTo>
                  <a:pt x="424213" y="401035"/>
                </a:lnTo>
                <a:lnTo>
                  <a:pt x="438849" y="359105"/>
                </a:lnTo>
                <a:lnTo>
                  <a:pt x="447633" y="312181"/>
                </a:lnTo>
                <a:lnTo>
                  <a:pt x="450562" y="260264"/>
                </a:lnTo>
                <a:lnTo>
                  <a:pt x="446214" y="200763"/>
                </a:lnTo>
                <a:lnTo>
                  <a:pt x="433175" y="148710"/>
                </a:lnTo>
                <a:lnTo>
                  <a:pt x="418509" y="11859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92741" y="6157404"/>
            <a:ext cx="137160" cy="546100"/>
          </a:xfrm>
          <a:custGeom>
            <a:avLst/>
            <a:gdLst/>
            <a:ahLst/>
            <a:cxnLst/>
            <a:rect l="l" t="t" r="r" b="b"/>
            <a:pathLst>
              <a:path w="137160" h="546100">
                <a:moveTo>
                  <a:pt x="136624" y="0"/>
                </a:moveTo>
                <a:lnTo>
                  <a:pt x="0" y="0"/>
                </a:lnTo>
                <a:lnTo>
                  <a:pt x="0" y="545815"/>
                </a:lnTo>
                <a:lnTo>
                  <a:pt x="136624" y="545815"/>
                </a:lnTo>
                <a:lnTo>
                  <a:pt x="1366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982564" y="6290625"/>
            <a:ext cx="395605" cy="420370"/>
          </a:xfrm>
          <a:custGeom>
            <a:avLst/>
            <a:gdLst/>
            <a:ahLst/>
            <a:cxnLst/>
            <a:rect l="l" t="t" r="r" b="b"/>
            <a:pathLst>
              <a:path w="395605" h="420370">
                <a:moveTo>
                  <a:pt x="198852" y="0"/>
                </a:moveTo>
                <a:lnTo>
                  <a:pt x="154304" y="3431"/>
                </a:lnTo>
                <a:lnTo>
                  <a:pt x="115022" y="13727"/>
                </a:lnTo>
                <a:lnTo>
                  <a:pt x="81002" y="30886"/>
                </a:lnTo>
                <a:lnTo>
                  <a:pt x="29380" y="85139"/>
                </a:lnTo>
                <a:lnTo>
                  <a:pt x="13055" y="120900"/>
                </a:lnTo>
                <a:lnTo>
                  <a:pt x="3263" y="162188"/>
                </a:lnTo>
                <a:lnTo>
                  <a:pt x="0" y="208998"/>
                </a:lnTo>
                <a:lnTo>
                  <a:pt x="3340" y="255010"/>
                </a:lnTo>
                <a:lnTo>
                  <a:pt x="13326" y="295939"/>
                </a:lnTo>
                <a:lnTo>
                  <a:pt x="29985" y="331895"/>
                </a:lnTo>
                <a:lnTo>
                  <a:pt x="53307" y="362847"/>
                </a:lnTo>
                <a:lnTo>
                  <a:pt x="82248" y="387737"/>
                </a:lnTo>
                <a:lnTo>
                  <a:pt x="153960" y="416189"/>
                </a:lnTo>
                <a:lnTo>
                  <a:pt x="196737" y="419746"/>
                </a:lnTo>
                <a:lnTo>
                  <a:pt x="241118" y="416267"/>
                </a:lnTo>
                <a:lnTo>
                  <a:pt x="280288" y="405833"/>
                </a:lnTo>
                <a:lnTo>
                  <a:pt x="314241" y="388444"/>
                </a:lnTo>
                <a:lnTo>
                  <a:pt x="365840" y="333550"/>
                </a:lnTo>
                <a:lnTo>
                  <a:pt x="373801" y="315969"/>
                </a:lnTo>
                <a:lnTo>
                  <a:pt x="198130" y="315969"/>
                </a:lnTo>
                <a:lnTo>
                  <a:pt x="183214" y="314257"/>
                </a:lnTo>
                <a:lnTo>
                  <a:pt x="152361" y="288598"/>
                </a:lnTo>
                <a:lnTo>
                  <a:pt x="139591" y="233557"/>
                </a:lnTo>
                <a:lnTo>
                  <a:pt x="138739" y="208998"/>
                </a:lnTo>
                <a:lnTo>
                  <a:pt x="139591" y="184494"/>
                </a:lnTo>
                <a:lnTo>
                  <a:pt x="146403" y="145220"/>
                </a:lnTo>
                <a:lnTo>
                  <a:pt x="170442" y="110725"/>
                </a:lnTo>
                <a:lnTo>
                  <a:pt x="197428" y="104143"/>
                </a:lnTo>
                <a:lnTo>
                  <a:pt x="373462" y="104143"/>
                </a:lnTo>
                <a:lnTo>
                  <a:pt x="370920" y="98237"/>
                </a:lnTo>
                <a:lnTo>
                  <a:pt x="341532" y="56325"/>
                </a:lnTo>
                <a:lnTo>
                  <a:pt x="301927" y="25423"/>
                </a:lnTo>
                <a:lnTo>
                  <a:pt x="253786" y="6354"/>
                </a:lnTo>
                <a:lnTo>
                  <a:pt x="227163" y="1588"/>
                </a:lnTo>
                <a:lnTo>
                  <a:pt x="198852" y="0"/>
                </a:lnTo>
                <a:close/>
              </a:path>
              <a:path w="395605" h="420370">
                <a:moveTo>
                  <a:pt x="373462" y="104143"/>
                </a:moveTo>
                <a:lnTo>
                  <a:pt x="197428" y="104143"/>
                </a:lnTo>
                <a:lnTo>
                  <a:pt x="212325" y="105798"/>
                </a:lnTo>
                <a:lnTo>
                  <a:pt x="224863" y="110766"/>
                </a:lnTo>
                <a:lnTo>
                  <a:pt x="248668" y="145457"/>
                </a:lnTo>
                <a:lnTo>
                  <a:pt x="255309" y="184627"/>
                </a:lnTo>
                <a:lnTo>
                  <a:pt x="256138" y="208998"/>
                </a:lnTo>
                <a:lnTo>
                  <a:pt x="255321" y="233557"/>
                </a:lnTo>
                <a:lnTo>
                  <a:pt x="248779" y="273357"/>
                </a:lnTo>
                <a:lnTo>
                  <a:pt x="225270" y="309124"/>
                </a:lnTo>
                <a:lnTo>
                  <a:pt x="198130" y="315969"/>
                </a:lnTo>
                <a:lnTo>
                  <a:pt x="373801" y="315969"/>
                </a:lnTo>
                <a:lnTo>
                  <a:pt x="382159" y="297510"/>
                </a:lnTo>
                <a:lnTo>
                  <a:pt x="391943" y="255991"/>
                </a:lnTo>
                <a:lnTo>
                  <a:pt x="395202" y="208998"/>
                </a:lnTo>
                <a:lnTo>
                  <a:pt x="393686" y="178318"/>
                </a:lnTo>
                <a:lnTo>
                  <a:pt x="389136" y="149625"/>
                </a:lnTo>
                <a:lnTo>
                  <a:pt x="381548" y="122928"/>
                </a:lnTo>
                <a:lnTo>
                  <a:pt x="373462" y="10414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432009" y="6297787"/>
            <a:ext cx="137160" cy="405765"/>
          </a:xfrm>
          <a:custGeom>
            <a:avLst/>
            <a:gdLst/>
            <a:ahLst/>
            <a:cxnLst/>
            <a:rect l="l" t="t" r="r" b="b"/>
            <a:pathLst>
              <a:path w="137160" h="405765">
                <a:moveTo>
                  <a:pt x="136645" y="0"/>
                </a:moveTo>
                <a:lnTo>
                  <a:pt x="0" y="0"/>
                </a:lnTo>
                <a:lnTo>
                  <a:pt x="0" y="405432"/>
                </a:lnTo>
                <a:lnTo>
                  <a:pt x="136645" y="405432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432009" y="6157414"/>
            <a:ext cx="137160" cy="91440"/>
          </a:xfrm>
          <a:custGeom>
            <a:avLst/>
            <a:gdLst/>
            <a:ahLst/>
            <a:cxnLst/>
            <a:rect l="l" t="t" r="r" b="b"/>
            <a:pathLst>
              <a:path w="137160" h="91439">
                <a:moveTo>
                  <a:pt x="136645" y="0"/>
                </a:moveTo>
                <a:lnTo>
                  <a:pt x="0" y="0"/>
                </a:lnTo>
                <a:lnTo>
                  <a:pt x="0" y="91348"/>
                </a:lnTo>
                <a:lnTo>
                  <a:pt x="136645" y="91348"/>
                </a:lnTo>
                <a:lnTo>
                  <a:pt x="13664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622956" y="6170326"/>
            <a:ext cx="1019175" cy="540385"/>
          </a:xfrm>
          <a:custGeom>
            <a:avLst/>
            <a:gdLst/>
            <a:ahLst/>
            <a:cxnLst/>
            <a:rect l="l" t="t" r="r" b="b"/>
            <a:pathLst>
              <a:path w="1019175" h="540384">
                <a:moveTo>
                  <a:pt x="288632" y="415505"/>
                </a:moveTo>
                <a:lnTo>
                  <a:pt x="270078" y="421614"/>
                </a:lnTo>
                <a:lnTo>
                  <a:pt x="252895" y="425983"/>
                </a:lnTo>
                <a:lnTo>
                  <a:pt x="237058" y="428612"/>
                </a:lnTo>
                <a:lnTo>
                  <a:pt x="222554" y="429488"/>
                </a:lnTo>
                <a:lnTo>
                  <a:pt x="206375" y="427024"/>
                </a:lnTo>
                <a:lnTo>
                  <a:pt x="194805" y="419646"/>
                </a:lnTo>
                <a:lnTo>
                  <a:pt x="187858" y="407339"/>
                </a:lnTo>
                <a:lnTo>
                  <a:pt x="185534" y="390105"/>
                </a:lnTo>
                <a:lnTo>
                  <a:pt x="185534" y="232308"/>
                </a:lnTo>
                <a:lnTo>
                  <a:pt x="272719" y="232308"/>
                </a:lnTo>
                <a:lnTo>
                  <a:pt x="272719" y="127482"/>
                </a:lnTo>
                <a:lnTo>
                  <a:pt x="185534" y="127482"/>
                </a:lnTo>
                <a:lnTo>
                  <a:pt x="185534" y="0"/>
                </a:lnTo>
                <a:lnTo>
                  <a:pt x="47866" y="23964"/>
                </a:lnTo>
                <a:lnTo>
                  <a:pt x="47866" y="127482"/>
                </a:lnTo>
                <a:lnTo>
                  <a:pt x="0" y="127482"/>
                </a:lnTo>
                <a:lnTo>
                  <a:pt x="0" y="232308"/>
                </a:lnTo>
                <a:lnTo>
                  <a:pt x="47866" y="232308"/>
                </a:lnTo>
                <a:lnTo>
                  <a:pt x="47866" y="399427"/>
                </a:lnTo>
                <a:lnTo>
                  <a:pt x="49758" y="432892"/>
                </a:lnTo>
                <a:lnTo>
                  <a:pt x="64947" y="485927"/>
                </a:lnTo>
                <a:lnTo>
                  <a:pt x="95846" y="520611"/>
                </a:lnTo>
                <a:lnTo>
                  <a:pt x="145465" y="537883"/>
                </a:lnTo>
                <a:lnTo>
                  <a:pt x="177469" y="540054"/>
                </a:lnTo>
                <a:lnTo>
                  <a:pt x="193725" y="539724"/>
                </a:lnTo>
                <a:lnTo>
                  <a:pt x="236029" y="534847"/>
                </a:lnTo>
                <a:lnTo>
                  <a:pt x="274967" y="523151"/>
                </a:lnTo>
                <a:lnTo>
                  <a:pt x="288632" y="517525"/>
                </a:lnTo>
                <a:lnTo>
                  <a:pt x="288632" y="415505"/>
                </a:lnTo>
                <a:close/>
              </a:path>
              <a:path w="1019175" h="540384">
                <a:moveTo>
                  <a:pt x="604875" y="415505"/>
                </a:moveTo>
                <a:lnTo>
                  <a:pt x="586320" y="421614"/>
                </a:lnTo>
                <a:lnTo>
                  <a:pt x="569137" y="425983"/>
                </a:lnTo>
                <a:lnTo>
                  <a:pt x="553313" y="428612"/>
                </a:lnTo>
                <a:lnTo>
                  <a:pt x="538822" y="429488"/>
                </a:lnTo>
                <a:lnTo>
                  <a:pt x="522630" y="427024"/>
                </a:lnTo>
                <a:lnTo>
                  <a:pt x="511060" y="419646"/>
                </a:lnTo>
                <a:lnTo>
                  <a:pt x="504113" y="407339"/>
                </a:lnTo>
                <a:lnTo>
                  <a:pt x="501802" y="390105"/>
                </a:lnTo>
                <a:lnTo>
                  <a:pt x="501802" y="232308"/>
                </a:lnTo>
                <a:lnTo>
                  <a:pt x="589026" y="232308"/>
                </a:lnTo>
                <a:lnTo>
                  <a:pt x="589026" y="127482"/>
                </a:lnTo>
                <a:lnTo>
                  <a:pt x="501802" y="127482"/>
                </a:lnTo>
                <a:lnTo>
                  <a:pt x="501802" y="0"/>
                </a:lnTo>
                <a:lnTo>
                  <a:pt x="364121" y="22402"/>
                </a:lnTo>
                <a:lnTo>
                  <a:pt x="364121" y="127482"/>
                </a:lnTo>
                <a:lnTo>
                  <a:pt x="316217" y="127482"/>
                </a:lnTo>
                <a:lnTo>
                  <a:pt x="316217" y="232308"/>
                </a:lnTo>
                <a:lnTo>
                  <a:pt x="364121" y="232308"/>
                </a:lnTo>
                <a:lnTo>
                  <a:pt x="364121" y="399427"/>
                </a:lnTo>
                <a:lnTo>
                  <a:pt x="366026" y="432892"/>
                </a:lnTo>
                <a:lnTo>
                  <a:pt x="381228" y="485927"/>
                </a:lnTo>
                <a:lnTo>
                  <a:pt x="412127" y="520611"/>
                </a:lnTo>
                <a:lnTo>
                  <a:pt x="461733" y="537883"/>
                </a:lnTo>
                <a:lnTo>
                  <a:pt x="493737" y="540054"/>
                </a:lnTo>
                <a:lnTo>
                  <a:pt x="509993" y="539724"/>
                </a:lnTo>
                <a:lnTo>
                  <a:pt x="552284" y="534847"/>
                </a:lnTo>
                <a:lnTo>
                  <a:pt x="591235" y="523151"/>
                </a:lnTo>
                <a:lnTo>
                  <a:pt x="604875" y="517525"/>
                </a:lnTo>
                <a:lnTo>
                  <a:pt x="604875" y="415505"/>
                </a:lnTo>
                <a:close/>
              </a:path>
              <a:path w="1019175" h="540384">
                <a:moveTo>
                  <a:pt x="1018743" y="305689"/>
                </a:moveTo>
                <a:lnTo>
                  <a:pt x="1015695" y="263398"/>
                </a:lnTo>
                <a:lnTo>
                  <a:pt x="1006551" y="226364"/>
                </a:lnTo>
                <a:lnTo>
                  <a:pt x="970000" y="168097"/>
                </a:lnTo>
                <a:lnTo>
                  <a:pt x="911085" y="132270"/>
                </a:lnTo>
                <a:lnTo>
                  <a:pt x="894676" y="128308"/>
                </a:lnTo>
                <a:lnTo>
                  <a:pt x="894676" y="279908"/>
                </a:lnTo>
                <a:lnTo>
                  <a:pt x="777303" y="279908"/>
                </a:lnTo>
                <a:lnTo>
                  <a:pt x="789051" y="239953"/>
                </a:lnTo>
                <a:lnTo>
                  <a:pt x="825144" y="216471"/>
                </a:lnTo>
                <a:lnTo>
                  <a:pt x="836688" y="215493"/>
                </a:lnTo>
                <a:lnTo>
                  <a:pt x="849147" y="216585"/>
                </a:lnTo>
                <a:lnTo>
                  <a:pt x="885304" y="242544"/>
                </a:lnTo>
                <a:lnTo>
                  <a:pt x="894676" y="279908"/>
                </a:lnTo>
                <a:lnTo>
                  <a:pt x="894676" y="128308"/>
                </a:lnTo>
                <a:lnTo>
                  <a:pt x="874001" y="123304"/>
                </a:lnTo>
                <a:lnTo>
                  <a:pt x="831824" y="120319"/>
                </a:lnTo>
                <a:lnTo>
                  <a:pt x="787527" y="123748"/>
                </a:lnTo>
                <a:lnTo>
                  <a:pt x="748652" y="134048"/>
                </a:lnTo>
                <a:lnTo>
                  <a:pt x="687120" y="175247"/>
                </a:lnTo>
                <a:lnTo>
                  <a:pt x="649135" y="242100"/>
                </a:lnTo>
                <a:lnTo>
                  <a:pt x="639635" y="284492"/>
                </a:lnTo>
                <a:lnTo>
                  <a:pt x="636460" y="332854"/>
                </a:lnTo>
                <a:lnTo>
                  <a:pt x="639889" y="379742"/>
                </a:lnTo>
                <a:lnTo>
                  <a:pt x="650138" y="420928"/>
                </a:lnTo>
                <a:lnTo>
                  <a:pt x="667232" y="456412"/>
                </a:lnTo>
                <a:lnTo>
                  <a:pt x="691159" y="486194"/>
                </a:lnTo>
                <a:lnTo>
                  <a:pt x="721271" y="509739"/>
                </a:lnTo>
                <a:lnTo>
                  <a:pt x="756907" y="526580"/>
                </a:lnTo>
                <a:lnTo>
                  <a:pt x="798068" y="536676"/>
                </a:lnTo>
                <a:lnTo>
                  <a:pt x="844753" y="540042"/>
                </a:lnTo>
                <a:lnTo>
                  <a:pt x="867676" y="539635"/>
                </a:lnTo>
                <a:lnTo>
                  <a:pt x="908545" y="536409"/>
                </a:lnTo>
                <a:lnTo>
                  <a:pt x="960018" y="524624"/>
                </a:lnTo>
                <a:lnTo>
                  <a:pt x="992492" y="510527"/>
                </a:lnTo>
                <a:lnTo>
                  <a:pt x="976426" y="440588"/>
                </a:lnTo>
                <a:lnTo>
                  <a:pt x="971511" y="419188"/>
                </a:lnTo>
                <a:lnTo>
                  <a:pt x="927354" y="433578"/>
                </a:lnTo>
                <a:lnTo>
                  <a:pt x="878801" y="440143"/>
                </a:lnTo>
                <a:lnTo>
                  <a:pt x="861174" y="440588"/>
                </a:lnTo>
                <a:lnTo>
                  <a:pt x="842454" y="439381"/>
                </a:lnTo>
                <a:lnTo>
                  <a:pt x="798791" y="421259"/>
                </a:lnTo>
                <a:lnTo>
                  <a:pt x="776554" y="384009"/>
                </a:lnTo>
                <a:lnTo>
                  <a:pt x="774509" y="367919"/>
                </a:lnTo>
                <a:lnTo>
                  <a:pt x="1018743" y="367919"/>
                </a:lnTo>
                <a:lnTo>
                  <a:pt x="1018743" y="30568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357625" y="6290645"/>
            <a:ext cx="382905" cy="419734"/>
          </a:xfrm>
          <a:custGeom>
            <a:avLst/>
            <a:gdLst/>
            <a:ahLst/>
            <a:cxnLst/>
            <a:rect l="l" t="t" r="r" b="b"/>
            <a:pathLst>
              <a:path w="382905" h="419734">
                <a:moveTo>
                  <a:pt x="195334" y="0"/>
                </a:moveTo>
                <a:lnTo>
                  <a:pt x="151049" y="3429"/>
                </a:lnTo>
                <a:lnTo>
                  <a:pt x="112181" y="13720"/>
                </a:lnTo>
                <a:lnTo>
                  <a:pt x="50679" y="54919"/>
                </a:lnTo>
                <a:lnTo>
                  <a:pt x="12676" y="121771"/>
                </a:lnTo>
                <a:lnTo>
                  <a:pt x="3169" y="164162"/>
                </a:lnTo>
                <a:lnTo>
                  <a:pt x="0" y="212527"/>
                </a:lnTo>
                <a:lnTo>
                  <a:pt x="3419" y="259418"/>
                </a:lnTo>
                <a:lnTo>
                  <a:pt x="13678" y="300606"/>
                </a:lnTo>
                <a:lnTo>
                  <a:pt x="30776" y="336088"/>
                </a:lnTo>
                <a:lnTo>
                  <a:pt x="54710" y="365863"/>
                </a:lnTo>
                <a:lnTo>
                  <a:pt x="84811" y="389420"/>
                </a:lnTo>
                <a:lnTo>
                  <a:pt x="120441" y="406249"/>
                </a:lnTo>
                <a:lnTo>
                  <a:pt x="161599" y="416348"/>
                </a:lnTo>
                <a:lnTo>
                  <a:pt x="208286" y="419714"/>
                </a:lnTo>
                <a:lnTo>
                  <a:pt x="231212" y="419309"/>
                </a:lnTo>
                <a:lnTo>
                  <a:pt x="272084" y="416079"/>
                </a:lnTo>
                <a:lnTo>
                  <a:pt x="323556" y="404304"/>
                </a:lnTo>
                <a:lnTo>
                  <a:pt x="356051" y="390208"/>
                </a:lnTo>
                <a:lnTo>
                  <a:pt x="339968" y="320262"/>
                </a:lnTo>
                <a:lnTo>
                  <a:pt x="224705" y="320262"/>
                </a:lnTo>
                <a:lnTo>
                  <a:pt x="205996" y="319053"/>
                </a:lnTo>
                <a:lnTo>
                  <a:pt x="162330" y="300933"/>
                </a:lnTo>
                <a:lnTo>
                  <a:pt x="140081" y="263681"/>
                </a:lnTo>
                <a:lnTo>
                  <a:pt x="138037" y="247594"/>
                </a:lnTo>
                <a:lnTo>
                  <a:pt x="382281" y="247594"/>
                </a:lnTo>
                <a:lnTo>
                  <a:pt x="382281" y="185366"/>
                </a:lnTo>
                <a:lnTo>
                  <a:pt x="380425" y="159586"/>
                </a:lnTo>
                <a:lnTo>
                  <a:pt x="140833" y="159586"/>
                </a:lnTo>
                <a:lnTo>
                  <a:pt x="143073" y="144048"/>
                </a:lnTo>
                <a:lnTo>
                  <a:pt x="168495" y="103925"/>
                </a:lnTo>
                <a:lnTo>
                  <a:pt x="200245" y="95169"/>
                </a:lnTo>
                <a:lnTo>
                  <a:pt x="364887" y="95169"/>
                </a:lnTo>
                <a:lnTo>
                  <a:pt x="354867" y="74269"/>
                </a:lnTo>
                <a:lnTo>
                  <a:pt x="333539" y="47768"/>
                </a:lnTo>
                <a:lnTo>
                  <a:pt x="306624" y="26866"/>
                </a:lnTo>
                <a:lnTo>
                  <a:pt x="274618" y="11939"/>
                </a:lnTo>
                <a:lnTo>
                  <a:pt x="237521" y="2984"/>
                </a:lnTo>
                <a:lnTo>
                  <a:pt x="195334" y="0"/>
                </a:lnTo>
                <a:close/>
              </a:path>
              <a:path w="382905" h="419734">
                <a:moveTo>
                  <a:pt x="335047" y="298860"/>
                </a:moveTo>
                <a:lnTo>
                  <a:pt x="290912" y="313257"/>
                </a:lnTo>
                <a:lnTo>
                  <a:pt x="242337" y="319823"/>
                </a:lnTo>
                <a:lnTo>
                  <a:pt x="224705" y="320262"/>
                </a:lnTo>
                <a:lnTo>
                  <a:pt x="339968" y="320262"/>
                </a:lnTo>
                <a:lnTo>
                  <a:pt x="335047" y="298860"/>
                </a:lnTo>
                <a:close/>
              </a:path>
              <a:path w="382905" h="419734">
                <a:moveTo>
                  <a:pt x="364887" y="95169"/>
                </a:moveTo>
                <a:lnTo>
                  <a:pt x="200245" y="95169"/>
                </a:lnTo>
                <a:lnTo>
                  <a:pt x="212680" y="96265"/>
                </a:lnTo>
                <a:lnTo>
                  <a:pt x="223783" y="99555"/>
                </a:lnTo>
                <a:lnTo>
                  <a:pt x="253829" y="133197"/>
                </a:lnTo>
                <a:lnTo>
                  <a:pt x="258232" y="159586"/>
                </a:lnTo>
                <a:lnTo>
                  <a:pt x="380425" y="159586"/>
                </a:lnTo>
                <a:lnTo>
                  <a:pt x="379236" y="143073"/>
                </a:lnTo>
                <a:lnTo>
                  <a:pt x="370098" y="106039"/>
                </a:lnTo>
                <a:lnTo>
                  <a:pt x="364887" y="9516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4184" y="7901214"/>
            <a:ext cx="6135855" cy="191261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78173" y="8433889"/>
            <a:ext cx="6008696" cy="191261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7248" y="8966545"/>
            <a:ext cx="6222763" cy="191261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853857" y="7577502"/>
            <a:ext cx="6581140" cy="29171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refers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more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</a:t>
            </a:r>
            <a:endParaRPr sz="1500">
              <a:latin typeface="Open Sans"/>
              <a:cs typeface="Open Sans"/>
            </a:endParaRPr>
          </a:p>
          <a:p>
            <a:pPr marL="12700" marR="5080">
              <a:lnSpc>
                <a:spcPct val="233000"/>
              </a:lnSpc>
            </a:pP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(collectively,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the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“Deloitte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organization”).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(also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referred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as</a:t>
            </a:r>
            <a:r>
              <a:rPr dirty="0" sz="1500" spc="-4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“Deloitte separate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independent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entities,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which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cannot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obligate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bind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each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related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entity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liable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only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its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own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acts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omissions,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and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those</a:t>
            </a:r>
            <a:endParaRPr sz="1500">
              <a:latin typeface="Open Sans"/>
              <a:cs typeface="Open Sans"/>
            </a:endParaRPr>
          </a:p>
          <a:p>
            <a:pPr marL="13970" marR="112395" indent="-635">
              <a:lnSpc>
                <a:spcPct val="116500"/>
              </a:lnSpc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of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each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other.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DTTL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does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not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provide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services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clients.</a:t>
            </a:r>
            <a:r>
              <a:rPr dirty="0" sz="1500" spc="-6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Please</a:t>
            </a:r>
            <a:r>
              <a:rPr dirty="0" sz="1500" spc="-6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see</a:t>
            </a:r>
            <a:r>
              <a:rPr dirty="0" sz="1500" spc="-9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  <a:hlinkClick r:id="rId6"/>
              </a:rPr>
              <a:t>www.</a:t>
            </a:r>
            <a:r>
              <a:rPr dirty="0" sz="1500" spc="-20" b="1">
                <a:solidFill>
                  <a:srgbClr val="FFFFFF"/>
                </a:solidFill>
                <a:latin typeface="Open Sans"/>
                <a:cs typeface="Open Sans"/>
              </a:rPr>
              <a:t> deloitte.com/about</a:t>
            </a:r>
            <a:r>
              <a:rPr dirty="0" sz="1500" spc="-45" b="1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to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learn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0">
                <a:solidFill>
                  <a:srgbClr val="FFFFFF"/>
                </a:solidFill>
                <a:latin typeface="Open Sans"/>
                <a:cs typeface="Open Sans"/>
              </a:rPr>
              <a:t>more.</a:t>
            </a:r>
            <a:endParaRPr sz="1500">
              <a:latin typeface="Open Sans"/>
              <a:cs typeface="Open San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Open Sans"/>
              <a:cs typeface="Open Sans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©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Open Sans"/>
                <a:cs typeface="Open Sans"/>
              </a:rPr>
              <a:t>2021.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For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information,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contact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>
                <a:solidFill>
                  <a:srgbClr val="FFFFFF"/>
                </a:solidFill>
                <a:latin typeface="Open Sans"/>
                <a:cs typeface="Open Sans"/>
              </a:rPr>
              <a:t>Deloitte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30">
                <a:solidFill>
                  <a:srgbClr val="FFFFFF"/>
                </a:solidFill>
                <a:latin typeface="Open Sans"/>
                <a:cs typeface="Open Sans"/>
              </a:rPr>
              <a:t>Touche</a:t>
            </a:r>
            <a:r>
              <a:rPr dirty="0" sz="1500" spc="-50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Open Sans"/>
                <a:cs typeface="Open Sans"/>
              </a:rPr>
              <a:t>Tohmatsu</a:t>
            </a:r>
            <a:r>
              <a:rPr dirty="0" sz="1500" spc="-55">
                <a:solidFill>
                  <a:srgbClr val="FFFFFF"/>
                </a:solidFill>
                <a:latin typeface="Open Sans"/>
                <a:cs typeface="Open Sans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Open Sans"/>
                <a:cs typeface="Open Sans"/>
              </a:rPr>
              <a:t>Limited.</a:t>
            </a:r>
            <a:endParaRPr sz="1500">
              <a:latin typeface="Open Sans"/>
              <a:cs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EABACCD3B39C49923CC76F9A3899B0" ma:contentTypeVersion="10" ma:contentTypeDescription="Create a new document." ma:contentTypeScope="" ma:versionID="888edbca11eac38050b29462c56b3d83">
  <xsd:schema xmlns:xsd="http://www.w3.org/2001/XMLSchema" xmlns:xs="http://www.w3.org/2001/XMLSchema" xmlns:p="http://schemas.microsoft.com/office/2006/metadata/properties" xmlns:ns2="88ac10d5-d499-482e-8b56-6ab71e10844d" xmlns:ns3="b34fac16-a9a4-4d97-96d6-3d67277b3bbb" targetNamespace="http://schemas.microsoft.com/office/2006/metadata/properties" ma:root="true" ma:fieldsID="b2578cae4076c3a00574eaa070b195d6" ns2:_="" ns3:_="">
    <xsd:import namespace="88ac10d5-d499-482e-8b56-6ab71e10844d"/>
    <xsd:import namespace="b34fac16-a9a4-4d97-96d6-3d67277b3b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c10d5-d499-482e-8b56-6ab71e1084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4fac16-a9a4-4d97-96d6-3d67277b3b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26a010e-ed09-4f8f-afe2-969c013c94e7}" ma:internalName="TaxCatchAll" ma:showField="CatchAllData" ma:web="b34fac16-a9a4-4d97-96d6-3d67277b3b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c10d5-d499-482e-8b56-6ab71e10844d">
      <Terms xmlns="http://schemas.microsoft.com/office/infopath/2007/PartnerControls"/>
    </lcf76f155ced4ddcb4097134ff3c332f>
    <TaxCatchAll xmlns="b34fac16-a9a4-4d97-96d6-3d67277b3bbb" xsi:nil="true"/>
  </documentManagement>
</p:properties>
</file>

<file path=customXml/itemProps1.xml><?xml version="1.0" encoding="utf-8"?>
<ds:datastoreItem xmlns:ds="http://schemas.openxmlformats.org/officeDocument/2006/customXml" ds:itemID="{D509061B-F573-4EE9-8E11-CDCC3344167D}"/>
</file>

<file path=customXml/itemProps2.xml><?xml version="1.0" encoding="utf-8"?>
<ds:datastoreItem xmlns:ds="http://schemas.openxmlformats.org/officeDocument/2006/customXml" ds:itemID="{F4AC0ACE-C640-4656-9A63-8155FDDA817D}"/>
</file>

<file path=customXml/itemProps3.xml><?xml version="1.0" encoding="utf-8"?>
<ds:datastoreItem xmlns:ds="http://schemas.openxmlformats.org/officeDocument/2006/customXml" ds:itemID="{ADE3E13A-9493-44CB-A8DB-DF91CBF2A75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Avatar Character library</dc:title>
  <dcterms:created xsi:type="dcterms:W3CDTF">2022-09-01T16:16:35Z</dcterms:created>
  <dcterms:modified xsi:type="dcterms:W3CDTF">2022-09-01T16:16:35Z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2021-11-10T00:00:00Z</vt:filetime>
  </property>
  <property fmtid="{D5CDD505-2E9C-101B-9397-08002B2CF9AE}" pid="3" name="Creator">
    <vt:lpwstr>Adobe Illustrator 26.0 (Macintosh)</vt:lpwstr>
  </property>
  <property fmtid="{D5CDD505-2E9C-101B-9397-08002B2CF9AE}" pid="4" name="LastSaved">
    <vt:filetime>2022-09-01T00:00:00Z</vt:filetime>
  </property>
  <property fmtid="{D5CDD505-2E9C-101B-9397-08002B2CF9AE}" pid="5" name="Producer">
    <vt:lpwstr>Adobe PDF library 16.03</vt:lpwstr>
  </property>
  <property fmtid="{D5CDD505-2E9C-101B-9397-08002B2CF9AE}" pid="6" name="ContentTypeId">
    <vt:lpwstr>0x01010046EABACCD3B39C49923CC76F9A3899B0</vt:lpwstr>
  </property>
</Properties>
</file>